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82" r:id="rId4"/>
  </p:sldMasterIdLst>
  <p:notesMasterIdLst>
    <p:notesMasterId r:id="rId43"/>
  </p:notesMasterIdLst>
  <p:handoutMasterIdLst>
    <p:handoutMasterId r:id="rId44"/>
  </p:handoutMasterIdLst>
  <p:sldIdLst>
    <p:sldId id="256" r:id="rId5"/>
    <p:sldId id="332" r:id="rId6"/>
    <p:sldId id="258" r:id="rId7"/>
    <p:sldId id="315" r:id="rId8"/>
    <p:sldId id="339" r:id="rId9"/>
    <p:sldId id="314" r:id="rId10"/>
    <p:sldId id="337" r:id="rId11"/>
    <p:sldId id="338" r:id="rId12"/>
    <p:sldId id="336" r:id="rId13"/>
    <p:sldId id="319" r:id="rId14"/>
    <p:sldId id="340" r:id="rId15"/>
    <p:sldId id="341" r:id="rId16"/>
    <p:sldId id="342" r:id="rId17"/>
    <p:sldId id="343" r:id="rId18"/>
    <p:sldId id="344" r:id="rId19"/>
    <p:sldId id="345" r:id="rId20"/>
    <p:sldId id="346" r:id="rId21"/>
    <p:sldId id="347" r:id="rId22"/>
    <p:sldId id="348" r:id="rId23"/>
    <p:sldId id="349" r:id="rId24"/>
    <p:sldId id="350" r:id="rId25"/>
    <p:sldId id="351" r:id="rId26"/>
    <p:sldId id="352" r:id="rId27"/>
    <p:sldId id="353" r:id="rId28"/>
    <p:sldId id="354" r:id="rId29"/>
    <p:sldId id="355" r:id="rId30"/>
    <p:sldId id="356" r:id="rId31"/>
    <p:sldId id="357" r:id="rId32"/>
    <p:sldId id="358" r:id="rId33"/>
    <p:sldId id="359" r:id="rId34"/>
    <p:sldId id="360" r:id="rId35"/>
    <p:sldId id="361" r:id="rId36"/>
    <p:sldId id="362" r:id="rId37"/>
    <p:sldId id="363" r:id="rId38"/>
    <p:sldId id="364" r:id="rId39"/>
    <p:sldId id="331" r:id="rId40"/>
    <p:sldId id="334" r:id="rId41"/>
    <p:sldId id="335" r:id="rId42"/>
  </p:sldIdLst>
  <p:sldSz cx="9144000" cy="5143500" type="screen16x9"/>
  <p:notesSz cx="6858000" cy="9144000"/>
  <p:embeddedFontLst>
    <p:embeddedFont>
      <p:font typeface="Maven Pro" panose="020B0604020202020204" charset="0"/>
      <p:regular r:id="rId45"/>
      <p:bold r:id="rId46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A5F1ED"/>
    <a:srgbClr val="23A295"/>
    <a:srgbClr val="FFFFFF"/>
    <a:srgbClr val="00445C"/>
    <a:srgbClr val="37E1D9"/>
    <a:srgbClr val="186E66"/>
    <a:srgbClr val="9DF5E6"/>
    <a:srgbClr val="57F6A2"/>
    <a:srgbClr val="1AB0A9"/>
    <a:srgbClr val="06D1D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0F4A2A0-6BF4-45B5-95BB-13F06F70FDF9}" v="598" dt="2026-05-14T00:35:31.695"/>
  </p1510:revLst>
</p1510:revInfo>
</file>

<file path=ppt/tableStyles.xml><?xml version="1.0" encoding="utf-8"?>
<a:tblStyleLst xmlns:a="http://schemas.openxmlformats.org/drawingml/2006/main" def="{2DE87DC0-AE7D-4135-A0CB-1D020C9352B1}">
  <a:tblStyle styleId="{2DE87DC0-AE7D-4135-A0CB-1D020C9352B1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86F0B306-1F96-4DC1-8FB1-356B6B13ABED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793D81CF-94F2-401A-BA57-92F5A7B2D0C5}" styleName="Estilo Médio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21E4AEA4-8DFA-4A89-87EB-49C32662AFE0}" styleName="Estilo Médio 2 - Ênfas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9" d="100"/>
          <a:sy n="79" d="100"/>
        </p:scale>
        <p:origin x="492" y="56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84" d="100"/>
          <a:sy n="84" d="100"/>
        </p:scale>
        <p:origin x="3192" y="9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slide" Target="slides/slide35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slide" Target="slides/slide38.xml"/><Relationship Id="rId47" Type="http://schemas.openxmlformats.org/officeDocument/2006/relationships/presProps" Target="presProps.xml"/><Relationship Id="rId50" Type="http://schemas.openxmlformats.org/officeDocument/2006/relationships/tableStyles" Target="tableStyles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font" Target="fonts/font1.fntdata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4" Type="http://schemas.openxmlformats.org/officeDocument/2006/relationships/handoutMaster" Target="handoutMasters/handout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notesMaster" Target="notesMasters/notesMaster1.xml"/><Relationship Id="rId48" Type="http://schemas.openxmlformats.org/officeDocument/2006/relationships/viewProps" Target="viewProps.xml"/><Relationship Id="rId8" Type="http://schemas.openxmlformats.org/officeDocument/2006/relationships/slide" Target="slides/slide4.xml"/><Relationship Id="rId51" Type="http://schemas.microsoft.com/office/2015/10/relationships/revisionInfo" Target="revisionInfo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font" Target="fonts/font2.fntdata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>
            <a:extLst>
              <a:ext uri="{FF2B5EF4-FFF2-40B4-BE49-F238E27FC236}">
                <a16:creationId xmlns:a16="http://schemas.microsoft.com/office/drawing/2014/main" id="{357FA665-1D08-7EDA-F772-7662F7E46EB3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C40B4F11-03CE-2347-A1BE-84E04FFCC824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072BA3E-4DE6-48CA-B4CF-3C803026C144}" type="datetimeFigureOut">
              <a:rPr lang="pt-BR" smtClean="0"/>
              <a:t>13/05/2026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CAEE7E45-6142-5B49-EF49-B9E12C18CCB9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A8970B03-2AC2-0C73-E182-F6784852E403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A6CBA90-3765-4E44-A994-1F10C77BDDF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2018894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pt-BR" dirty="0"/>
          </a:p>
        </p:txBody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9" name="Google Shape;929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pt-BR" dirty="0"/>
          </a:p>
        </p:txBody>
      </p:sp>
      <p:sp>
        <p:nvSpPr>
          <p:cNvPr id="930" name="Google Shape;930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8">
          <a:extLst>
            <a:ext uri="{FF2B5EF4-FFF2-40B4-BE49-F238E27FC236}">
              <a16:creationId xmlns:a16="http://schemas.microsoft.com/office/drawing/2014/main" id="{48D40C43-4384-FA4A-B5EC-595154DE80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9" name="Google Shape;929;p:notes">
            <a:extLst>
              <a:ext uri="{FF2B5EF4-FFF2-40B4-BE49-F238E27FC236}">
                <a16:creationId xmlns:a16="http://schemas.microsoft.com/office/drawing/2014/main" id="{0426F617-3BA6-09F3-69E3-C5EFA6266BE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pt-BR" dirty="0"/>
          </a:p>
        </p:txBody>
      </p:sp>
      <p:sp>
        <p:nvSpPr>
          <p:cNvPr id="930" name="Google Shape;930;p:notes">
            <a:extLst>
              <a:ext uri="{FF2B5EF4-FFF2-40B4-BE49-F238E27FC236}">
                <a16:creationId xmlns:a16="http://schemas.microsoft.com/office/drawing/2014/main" id="{16D12CE5-EF1D-065F-DB4E-825FFA22FFA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26602676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9" name="Google Shape;989;g13ce2af5b70_0_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pt-BR" dirty="0"/>
          </a:p>
        </p:txBody>
      </p:sp>
      <p:sp>
        <p:nvSpPr>
          <p:cNvPr id="990" name="Google Shape;990;g13ce2af5b70_0_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8">
          <a:extLst>
            <a:ext uri="{FF2B5EF4-FFF2-40B4-BE49-F238E27FC236}">
              <a16:creationId xmlns:a16="http://schemas.microsoft.com/office/drawing/2014/main" id="{74E70A6A-D48D-64F2-745B-6134CD569D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9" name="Google Shape;989;g13ce2af5b70_0_4:notes">
            <a:extLst>
              <a:ext uri="{FF2B5EF4-FFF2-40B4-BE49-F238E27FC236}">
                <a16:creationId xmlns:a16="http://schemas.microsoft.com/office/drawing/2014/main" id="{38192D6E-AE9E-A78B-8B61-480CAA73811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pt-BR" dirty="0"/>
          </a:p>
        </p:txBody>
      </p:sp>
      <p:sp>
        <p:nvSpPr>
          <p:cNvPr id="990" name="Google Shape;990;g13ce2af5b70_0_4:notes">
            <a:extLst>
              <a:ext uri="{FF2B5EF4-FFF2-40B4-BE49-F238E27FC236}">
                <a16:creationId xmlns:a16="http://schemas.microsoft.com/office/drawing/2014/main" id="{66DDC8FA-E20D-F139-129D-B4DFB23909C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95425507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8">
          <a:extLst>
            <a:ext uri="{FF2B5EF4-FFF2-40B4-BE49-F238E27FC236}">
              <a16:creationId xmlns:a16="http://schemas.microsoft.com/office/drawing/2014/main" id="{EAB1B5EC-7E6D-5483-3638-1602DEBCA6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9" name="Google Shape;989;g13ce2af5b70_0_4:notes">
            <a:extLst>
              <a:ext uri="{FF2B5EF4-FFF2-40B4-BE49-F238E27FC236}">
                <a16:creationId xmlns:a16="http://schemas.microsoft.com/office/drawing/2014/main" id="{A5888BA5-9E7A-F438-1789-0D74C9A0FF6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pt-BR" dirty="0"/>
          </a:p>
        </p:txBody>
      </p:sp>
      <p:sp>
        <p:nvSpPr>
          <p:cNvPr id="990" name="Google Shape;990;g13ce2af5b70_0_4:notes">
            <a:extLst>
              <a:ext uri="{FF2B5EF4-FFF2-40B4-BE49-F238E27FC236}">
                <a16:creationId xmlns:a16="http://schemas.microsoft.com/office/drawing/2014/main" id="{C44AA66E-4750-5DE9-8A10-1B0EF0E5789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21002706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8">
          <a:extLst>
            <a:ext uri="{FF2B5EF4-FFF2-40B4-BE49-F238E27FC236}">
              <a16:creationId xmlns:a16="http://schemas.microsoft.com/office/drawing/2014/main" id="{B159D493-490C-E674-E8A4-A233E3D5F9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9" name="Google Shape;989;g13ce2af5b70_0_4:notes">
            <a:extLst>
              <a:ext uri="{FF2B5EF4-FFF2-40B4-BE49-F238E27FC236}">
                <a16:creationId xmlns:a16="http://schemas.microsoft.com/office/drawing/2014/main" id="{4710F37C-A98F-2358-6F04-F1545A3AC00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pt-BR" dirty="0"/>
          </a:p>
        </p:txBody>
      </p:sp>
      <p:sp>
        <p:nvSpPr>
          <p:cNvPr id="990" name="Google Shape;990;g13ce2af5b70_0_4:notes">
            <a:extLst>
              <a:ext uri="{FF2B5EF4-FFF2-40B4-BE49-F238E27FC236}">
                <a16:creationId xmlns:a16="http://schemas.microsoft.com/office/drawing/2014/main" id="{B424EFE8-76BB-040E-C834-41B101E747A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27213183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8">
          <a:extLst>
            <a:ext uri="{FF2B5EF4-FFF2-40B4-BE49-F238E27FC236}">
              <a16:creationId xmlns:a16="http://schemas.microsoft.com/office/drawing/2014/main" id="{2169DC8E-04A4-96DC-CF9A-C8CD8073CA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9" name="Google Shape;989;g13ce2af5b70_0_4:notes">
            <a:extLst>
              <a:ext uri="{FF2B5EF4-FFF2-40B4-BE49-F238E27FC236}">
                <a16:creationId xmlns:a16="http://schemas.microsoft.com/office/drawing/2014/main" id="{62BC77CF-2AA7-B900-A095-68359F330F8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pt-BR" dirty="0"/>
          </a:p>
        </p:txBody>
      </p:sp>
      <p:sp>
        <p:nvSpPr>
          <p:cNvPr id="990" name="Google Shape;990;g13ce2af5b70_0_4:notes">
            <a:extLst>
              <a:ext uri="{FF2B5EF4-FFF2-40B4-BE49-F238E27FC236}">
                <a16:creationId xmlns:a16="http://schemas.microsoft.com/office/drawing/2014/main" id="{3592A106-8D11-4F49-CC01-86F7C759806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20714870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8">
          <a:extLst>
            <a:ext uri="{FF2B5EF4-FFF2-40B4-BE49-F238E27FC236}">
              <a16:creationId xmlns:a16="http://schemas.microsoft.com/office/drawing/2014/main" id="{1465281B-EDA8-7DE6-355A-CDF4D6EEF0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9" name="Google Shape;989;g13ce2af5b70_0_4:notes">
            <a:extLst>
              <a:ext uri="{FF2B5EF4-FFF2-40B4-BE49-F238E27FC236}">
                <a16:creationId xmlns:a16="http://schemas.microsoft.com/office/drawing/2014/main" id="{31E8C782-A0F1-05F2-58EE-3E3EECF7BCB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pt-BR" dirty="0"/>
          </a:p>
        </p:txBody>
      </p:sp>
      <p:sp>
        <p:nvSpPr>
          <p:cNvPr id="990" name="Google Shape;990;g13ce2af5b70_0_4:notes">
            <a:extLst>
              <a:ext uri="{FF2B5EF4-FFF2-40B4-BE49-F238E27FC236}">
                <a16:creationId xmlns:a16="http://schemas.microsoft.com/office/drawing/2014/main" id="{3B57D3A8-E52D-95BE-BA7D-84D6468C3CC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92996665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8">
          <a:extLst>
            <a:ext uri="{FF2B5EF4-FFF2-40B4-BE49-F238E27FC236}">
              <a16:creationId xmlns:a16="http://schemas.microsoft.com/office/drawing/2014/main" id="{EB42EED7-89BD-E986-2E9E-3497E099CC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9" name="Google Shape;989;g13ce2af5b70_0_4:notes">
            <a:extLst>
              <a:ext uri="{FF2B5EF4-FFF2-40B4-BE49-F238E27FC236}">
                <a16:creationId xmlns:a16="http://schemas.microsoft.com/office/drawing/2014/main" id="{4529B1CC-BC3F-14C9-6097-43C5AFAE892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pt-BR" dirty="0"/>
          </a:p>
        </p:txBody>
      </p:sp>
      <p:sp>
        <p:nvSpPr>
          <p:cNvPr id="990" name="Google Shape;990;g13ce2af5b70_0_4:notes">
            <a:extLst>
              <a:ext uri="{FF2B5EF4-FFF2-40B4-BE49-F238E27FC236}">
                <a16:creationId xmlns:a16="http://schemas.microsoft.com/office/drawing/2014/main" id="{C1C76E66-8225-F6DF-7CB8-EFDFA41C22F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0422502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8">
          <a:extLst>
            <a:ext uri="{FF2B5EF4-FFF2-40B4-BE49-F238E27FC236}">
              <a16:creationId xmlns:a16="http://schemas.microsoft.com/office/drawing/2014/main" id="{DFB4BACF-E858-02B0-3D71-FCC6D3F68F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9" name="Google Shape;989;g13ce2af5b70_0_4:notes">
            <a:extLst>
              <a:ext uri="{FF2B5EF4-FFF2-40B4-BE49-F238E27FC236}">
                <a16:creationId xmlns:a16="http://schemas.microsoft.com/office/drawing/2014/main" id="{A8B9586E-0DA5-2E38-2EB4-38DA682BF41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pt-BR"/>
          </a:p>
        </p:txBody>
      </p:sp>
      <p:sp>
        <p:nvSpPr>
          <p:cNvPr id="990" name="Google Shape;990;g13ce2af5b70_0_4:notes">
            <a:extLst>
              <a:ext uri="{FF2B5EF4-FFF2-40B4-BE49-F238E27FC236}">
                <a16:creationId xmlns:a16="http://schemas.microsoft.com/office/drawing/2014/main" id="{F1ADDED8-2FE6-041C-9934-8FECCD2DA44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54132014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8">
          <a:extLst>
            <a:ext uri="{FF2B5EF4-FFF2-40B4-BE49-F238E27FC236}">
              <a16:creationId xmlns:a16="http://schemas.microsoft.com/office/drawing/2014/main" id="{60A70A67-B1C6-9269-41CD-1ADAFDE51D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9" name="Google Shape;989;g13ce2af5b70_0_4:notes">
            <a:extLst>
              <a:ext uri="{FF2B5EF4-FFF2-40B4-BE49-F238E27FC236}">
                <a16:creationId xmlns:a16="http://schemas.microsoft.com/office/drawing/2014/main" id="{95A4E847-8DFB-2C63-CBCE-DE6DDCA62EF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pt-BR"/>
          </a:p>
        </p:txBody>
      </p:sp>
      <p:sp>
        <p:nvSpPr>
          <p:cNvPr id="990" name="Google Shape;990;g13ce2af5b70_0_4:notes">
            <a:extLst>
              <a:ext uri="{FF2B5EF4-FFF2-40B4-BE49-F238E27FC236}">
                <a16:creationId xmlns:a16="http://schemas.microsoft.com/office/drawing/2014/main" id="{8D9649BA-AD22-7600-C7E3-423AE579023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63579512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8">
          <a:extLst>
            <a:ext uri="{FF2B5EF4-FFF2-40B4-BE49-F238E27FC236}">
              <a16:creationId xmlns:a16="http://schemas.microsoft.com/office/drawing/2014/main" id="{8C922083-0371-27EB-D4E6-9F1BC4ECC9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9" name="Google Shape;989;g13ce2af5b70_0_4:notes">
            <a:extLst>
              <a:ext uri="{FF2B5EF4-FFF2-40B4-BE49-F238E27FC236}">
                <a16:creationId xmlns:a16="http://schemas.microsoft.com/office/drawing/2014/main" id="{95542C0F-F3E2-06F9-E9F1-4B63FD733B8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pt-BR"/>
          </a:p>
        </p:txBody>
      </p:sp>
      <p:sp>
        <p:nvSpPr>
          <p:cNvPr id="990" name="Google Shape;990;g13ce2af5b70_0_4:notes">
            <a:extLst>
              <a:ext uri="{FF2B5EF4-FFF2-40B4-BE49-F238E27FC236}">
                <a16:creationId xmlns:a16="http://schemas.microsoft.com/office/drawing/2014/main" id="{ACCEC770-9D7E-592C-3EE3-EEFCAA9E86C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89183095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8">
          <a:extLst>
            <a:ext uri="{FF2B5EF4-FFF2-40B4-BE49-F238E27FC236}">
              <a16:creationId xmlns:a16="http://schemas.microsoft.com/office/drawing/2014/main" id="{861C22E7-9346-63E3-8179-DEB7F72878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9" name="Google Shape;989;g13ce2af5b70_0_4:notes">
            <a:extLst>
              <a:ext uri="{FF2B5EF4-FFF2-40B4-BE49-F238E27FC236}">
                <a16:creationId xmlns:a16="http://schemas.microsoft.com/office/drawing/2014/main" id="{FD8AC656-7D16-C059-0AD2-9D9648DC39F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pt-BR"/>
          </a:p>
        </p:txBody>
      </p:sp>
      <p:sp>
        <p:nvSpPr>
          <p:cNvPr id="990" name="Google Shape;990;g13ce2af5b70_0_4:notes">
            <a:extLst>
              <a:ext uri="{FF2B5EF4-FFF2-40B4-BE49-F238E27FC236}">
                <a16:creationId xmlns:a16="http://schemas.microsoft.com/office/drawing/2014/main" id="{1FD952C2-A86E-3F67-AC79-201B39B27F4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92189452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8">
          <a:extLst>
            <a:ext uri="{FF2B5EF4-FFF2-40B4-BE49-F238E27FC236}">
              <a16:creationId xmlns:a16="http://schemas.microsoft.com/office/drawing/2014/main" id="{456A88BC-818F-AF89-4D24-A27FE16A1B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9" name="Google Shape;989;g13ce2af5b70_0_4:notes">
            <a:extLst>
              <a:ext uri="{FF2B5EF4-FFF2-40B4-BE49-F238E27FC236}">
                <a16:creationId xmlns:a16="http://schemas.microsoft.com/office/drawing/2014/main" id="{027AFCE1-C882-5D9C-E69F-67D04EEA932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pt-BR"/>
          </a:p>
        </p:txBody>
      </p:sp>
      <p:sp>
        <p:nvSpPr>
          <p:cNvPr id="990" name="Google Shape;990;g13ce2af5b70_0_4:notes">
            <a:extLst>
              <a:ext uri="{FF2B5EF4-FFF2-40B4-BE49-F238E27FC236}">
                <a16:creationId xmlns:a16="http://schemas.microsoft.com/office/drawing/2014/main" id="{C415C77A-05C3-C55C-9322-7C93F332B23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54532672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8">
          <a:extLst>
            <a:ext uri="{FF2B5EF4-FFF2-40B4-BE49-F238E27FC236}">
              <a16:creationId xmlns:a16="http://schemas.microsoft.com/office/drawing/2014/main" id="{351A5B61-BD23-26FE-A65B-C0144858D2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9" name="Google Shape;989;g13ce2af5b70_0_4:notes">
            <a:extLst>
              <a:ext uri="{FF2B5EF4-FFF2-40B4-BE49-F238E27FC236}">
                <a16:creationId xmlns:a16="http://schemas.microsoft.com/office/drawing/2014/main" id="{D9380B84-564A-61FC-E5E6-A5CBC7A9600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pt-BR" dirty="0"/>
          </a:p>
        </p:txBody>
      </p:sp>
      <p:sp>
        <p:nvSpPr>
          <p:cNvPr id="990" name="Google Shape;990;g13ce2af5b70_0_4:notes">
            <a:extLst>
              <a:ext uri="{FF2B5EF4-FFF2-40B4-BE49-F238E27FC236}">
                <a16:creationId xmlns:a16="http://schemas.microsoft.com/office/drawing/2014/main" id="{F9F8A3BD-E03F-D95F-1250-53B2489C301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705798208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8">
          <a:extLst>
            <a:ext uri="{FF2B5EF4-FFF2-40B4-BE49-F238E27FC236}">
              <a16:creationId xmlns:a16="http://schemas.microsoft.com/office/drawing/2014/main" id="{D779BB0A-845D-1C1B-84A4-D62EA2436A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9" name="Google Shape;989;g13ce2af5b70_0_4:notes">
            <a:extLst>
              <a:ext uri="{FF2B5EF4-FFF2-40B4-BE49-F238E27FC236}">
                <a16:creationId xmlns:a16="http://schemas.microsoft.com/office/drawing/2014/main" id="{C3D6BBB4-4A2D-22FB-5A63-FBC6B2135B6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pt-BR"/>
          </a:p>
        </p:txBody>
      </p:sp>
      <p:sp>
        <p:nvSpPr>
          <p:cNvPr id="990" name="Google Shape;990;g13ce2af5b70_0_4:notes">
            <a:extLst>
              <a:ext uri="{FF2B5EF4-FFF2-40B4-BE49-F238E27FC236}">
                <a16:creationId xmlns:a16="http://schemas.microsoft.com/office/drawing/2014/main" id="{6C333E6D-B6E1-FB2F-161E-3F04F306AAF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580788414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8">
          <a:extLst>
            <a:ext uri="{FF2B5EF4-FFF2-40B4-BE49-F238E27FC236}">
              <a16:creationId xmlns:a16="http://schemas.microsoft.com/office/drawing/2014/main" id="{F1BFD00B-2539-56D7-E98B-75ADEDAF6A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9" name="Google Shape;989;g13ce2af5b70_0_4:notes">
            <a:extLst>
              <a:ext uri="{FF2B5EF4-FFF2-40B4-BE49-F238E27FC236}">
                <a16:creationId xmlns:a16="http://schemas.microsoft.com/office/drawing/2014/main" id="{A28C0C35-CC28-F968-E29C-C8EE9C9CD24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pt-BR"/>
          </a:p>
        </p:txBody>
      </p:sp>
      <p:sp>
        <p:nvSpPr>
          <p:cNvPr id="990" name="Google Shape;990;g13ce2af5b70_0_4:notes">
            <a:extLst>
              <a:ext uri="{FF2B5EF4-FFF2-40B4-BE49-F238E27FC236}">
                <a16:creationId xmlns:a16="http://schemas.microsoft.com/office/drawing/2014/main" id="{82415F7C-E243-EFEA-2FF2-7405F1846CD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600079646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8">
          <a:extLst>
            <a:ext uri="{FF2B5EF4-FFF2-40B4-BE49-F238E27FC236}">
              <a16:creationId xmlns:a16="http://schemas.microsoft.com/office/drawing/2014/main" id="{2A6576F1-8C73-4D4F-D68E-A1BEA3E28E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9" name="Google Shape;989;g13ce2af5b70_0_4:notes">
            <a:extLst>
              <a:ext uri="{FF2B5EF4-FFF2-40B4-BE49-F238E27FC236}">
                <a16:creationId xmlns:a16="http://schemas.microsoft.com/office/drawing/2014/main" id="{E7E4F205-1E56-7E3B-BCE7-F1A99BD089E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pt-BR"/>
          </a:p>
        </p:txBody>
      </p:sp>
      <p:sp>
        <p:nvSpPr>
          <p:cNvPr id="990" name="Google Shape;990;g13ce2af5b70_0_4:notes">
            <a:extLst>
              <a:ext uri="{FF2B5EF4-FFF2-40B4-BE49-F238E27FC236}">
                <a16:creationId xmlns:a16="http://schemas.microsoft.com/office/drawing/2014/main" id="{B80285FE-2ACE-8E63-902D-8DFF099DE2E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763696856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8">
          <a:extLst>
            <a:ext uri="{FF2B5EF4-FFF2-40B4-BE49-F238E27FC236}">
              <a16:creationId xmlns:a16="http://schemas.microsoft.com/office/drawing/2014/main" id="{DA136EA0-6F78-78EB-E991-428D3C600A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9" name="Google Shape;989;g13ce2af5b70_0_4:notes">
            <a:extLst>
              <a:ext uri="{FF2B5EF4-FFF2-40B4-BE49-F238E27FC236}">
                <a16:creationId xmlns:a16="http://schemas.microsoft.com/office/drawing/2014/main" id="{D4A4E440-16ED-C668-26D5-FA76DBFDDD9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pt-BR"/>
          </a:p>
        </p:txBody>
      </p:sp>
      <p:sp>
        <p:nvSpPr>
          <p:cNvPr id="990" name="Google Shape;990;g13ce2af5b70_0_4:notes">
            <a:extLst>
              <a:ext uri="{FF2B5EF4-FFF2-40B4-BE49-F238E27FC236}">
                <a16:creationId xmlns:a16="http://schemas.microsoft.com/office/drawing/2014/main" id="{A505DFA6-A4BF-C3B0-B60B-8A22277841F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004468816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8">
          <a:extLst>
            <a:ext uri="{FF2B5EF4-FFF2-40B4-BE49-F238E27FC236}">
              <a16:creationId xmlns:a16="http://schemas.microsoft.com/office/drawing/2014/main" id="{DCB8E94B-1CBB-6C2E-ECB0-074D4B1A2A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9" name="Google Shape;989;g13ce2af5b70_0_4:notes">
            <a:extLst>
              <a:ext uri="{FF2B5EF4-FFF2-40B4-BE49-F238E27FC236}">
                <a16:creationId xmlns:a16="http://schemas.microsoft.com/office/drawing/2014/main" id="{30153A35-EA9A-3BBC-8C42-F4D07F2A0FA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pt-BR"/>
          </a:p>
        </p:txBody>
      </p:sp>
      <p:sp>
        <p:nvSpPr>
          <p:cNvPr id="990" name="Google Shape;990;g13ce2af5b70_0_4:notes">
            <a:extLst>
              <a:ext uri="{FF2B5EF4-FFF2-40B4-BE49-F238E27FC236}">
                <a16:creationId xmlns:a16="http://schemas.microsoft.com/office/drawing/2014/main" id="{1120926A-33B0-2D9A-F651-72D5A6E9C3C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778607317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8">
          <a:extLst>
            <a:ext uri="{FF2B5EF4-FFF2-40B4-BE49-F238E27FC236}">
              <a16:creationId xmlns:a16="http://schemas.microsoft.com/office/drawing/2014/main" id="{5C02652D-D574-B8DF-9113-4C46CCAFC6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9" name="Google Shape;989;g13ce2af5b70_0_4:notes">
            <a:extLst>
              <a:ext uri="{FF2B5EF4-FFF2-40B4-BE49-F238E27FC236}">
                <a16:creationId xmlns:a16="http://schemas.microsoft.com/office/drawing/2014/main" id="{1C1FC949-35CF-821F-6759-C9F81AB0339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pt-BR"/>
          </a:p>
        </p:txBody>
      </p:sp>
      <p:sp>
        <p:nvSpPr>
          <p:cNvPr id="990" name="Google Shape;990;g13ce2af5b70_0_4:notes">
            <a:extLst>
              <a:ext uri="{FF2B5EF4-FFF2-40B4-BE49-F238E27FC236}">
                <a16:creationId xmlns:a16="http://schemas.microsoft.com/office/drawing/2014/main" id="{59CD89B1-EA89-1C4F-6201-DE4CDA1B735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62889038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8">
          <a:extLst>
            <a:ext uri="{FF2B5EF4-FFF2-40B4-BE49-F238E27FC236}">
              <a16:creationId xmlns:a16="http://schemas.microsoft.com/office/drawing/2014/main" id="{F92C4A40-3F0F-CBE6-2F31-3364CD55CB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9" name="Google Shape;989;g13ce2af5b70_0_4:notes">
            <a:extLst>
              <a:ext uri="{FF2B5EF4-FFF2-40B4-BE49-F238E27FC236}">
                <a16:creationId xmlns:a16="http://schemas.microsoft.com/office/drawing/2014/main" id="{F5522495-67EA-163A-0D1C-8754B5FA78D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pt-BR"/>
          </a:p>
        </p:txBody>
      </p:sp>
      <p:sp>
        <p:nvSpPr>
          <p:cNvPr id="990" name="Google Shape;990;g13ce2af5b70_0_4:notes">
            <a:extLst>
              <a:ext uri="{FF2B5EF4-FFF2-40B4-BE49-F238E27FC236}">
                <a16:creationId xmlns:a16="http://schemas.microsoft.com/office/drawing/2014/main" id="{C08CC282-3299-5978-52F5-DFFAA4D4CFF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530451934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8">
          <a:extLst>
            <a:ext uri="{FF2B5EF4-FFF2-40B4-BE49-F238E27FC236}">
              <a16:creationId xmlns:a16="http://schemas.microsoft.com/office/drawing/2014/main" id="{1FF1C129-1B34-67BF-F32B-82046E7F6D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9" name="Google Shape;989;g13ce2af5b70_0_4:notes">
            <a:extLst>
              <a:ext uri="{FF2B5EF4-FFF2-40B4-BE49-F238E27FC236}">
                <a16:creationId xmlns:a16="http://schemas.microsoft.com/office/drawing/2014/main" id="{D09AD590-0F6B-9C8E-1102-12FE7C388A6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pt-BR" dirty="0"/>
          </a:p>
        </p:txBody>
      </p:sp>
      <p:sp>
        <p:nvSpPr>
          <p:cNvPr id="990" name="Google Shape;990;g13ce2af5b70_0_4:notes">
            <a:extLst>
              <a:ext uri="{FF2B5EF4-FFF2-40B4-BE49-F238E27FC236}">
                <a16:creationId xmlns:a16="http://schemas.microsoft.com/office/drawing/2014/main" id="{D89859AF-E623-9F62-2CBF-0FB69742EAC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274707750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8">
          <a:extLst>
            <a:ext uri="{FF2B5EF4-FFF2-40B4-BE49-F238E27FC236}">
              <a16:creationId xmlns:a16="http://schemas.microsoft.com/office/drawing/2014/main" id="{A49319E3-5CD8-5D2C-4763-7289672B2F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9" name="Google Shape;989;g13ce2af5b70_0_4:notes">
            <a:extLst>
              <a:ext uri="{FF2B5EF4-FFF2-40B4-BE49-F238E27FC236}">
                <a16:creationId xmlns:a16="http://schemas.microsoft.com/office/drawing/2014/main" id="{D87495A1-0B17-815F-4551-D52C73C0604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pt-BR"/>
          </a:p>
        </p:txBody>
      </p:sp>
      <p:sp>
        <p:nvSpPr>
          <p:cNvPr id="990" name="Google Shape;990;g13ce2af5b70_0_4:notes">
            <a:extLst>
              <a:ext uri="{FF2B5EF4-FFF2-40B4-BE49-F238E27FC236}">
                <a16:creationId xmlns:a16="http://schemas.microsoft.com/office/drawing/2014/main" id="{56ABAFBE-1060-83A6-6F3A-B06C2F7D349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626109510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8">
          <a:extLst>
            <a:ext uri="{FF2B5EF4-FFF2-40B4-BE49-F238E27FC236}">
              <a16:creationId xmlns:a16="http://schemas.microsoft.com/office/drawing/2014/main" id="{2E93C92D-0A67-6D4F-2E4E-58A679370F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9" name="Google Shape;989;g13ce2af5b70_0_4:notes">
            <a:extLst>
              <a:ext uri="{FF2B5EF4-FFF2-40B4-BE49-F238E27FC236}">
                <a16:creationId xmlns:a16="http://schemas.microsoft.com/office/drawing/2014/main" id="{D49327D0-20CB-F6C1-1B0B-625F7ED4CCC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pt-BR"/>
          </a:p>
        </p:txBody>
      </p:sp>
      <p:sp>
        <p:nvSpPr>
          <p:cNvPr id="990" name="Google Shape;990;g13ce2af5b70_0_4:notes">
            <a:extLst>
              <a:ext uri="{FF2B5EF4-FFF2-40B4-BE49-F238E27FC236}">
                <a16:creationId xmlns:a16="http://schemas.microsoft.com/office/drawing/2014/main" id="{69A20563-17AE-1309-142F-C52402244FE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900113897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8">
          <a:extLst>
            <a:ext uri="{FF2B5EF4-FFF2-40B4-BE49-F238E27FC236}">
              <a16:creationId xmlns:a16="http://schemas.microsoft.com/office/drawing/2014/main" id="{29465BB3-9F71-AD08-53B4-4227CAE1F9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9" name="Google Shape;989;g13ce2af5b70_0_4:notes">
            <a:extLst>
              <a:ext uri="{FF2B5EF4-FFF2-40B4-BE49-F238E27FC236}">
                <a16:creationId xmlns:a16="http://schemas.microsoft.com/office/drawing/2014/main" id="{3F1DBC86-B95C-17B1-A3AB-1631A7E896D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pt-BR"/>
          </a:p>
        </p:txBody>
      </p:sp>
      <p:sp>
        <p:nvSpPr>
          <p:cNvPr id="990" name="Google Shape;990;g13ce2af5b70_0_4:notes">
            <a:extLst>
              <a:ext uri="{FF2B5EF4-FFF2-40B4-BE49-F238E27FC236}">
                <a16:creationId xmlns:a16="http://schemas.microsoft.com/office/drawing/2014/main" id="{FE87C6EA-4774-22B6-01B2-13A0712A637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225665537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8">
          <a:extLst>
            <a:ext uri="{FF2B5EF4-FFF2-40B4-BE49-F238E27FC236}">
              <a16:creationId xmlns:a16="http://schemas.microsoft.com/office/drawing/2014/main" id="{5B0FF90D-2755-B527-207F-15D3C54976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9" name="Google Shape;989;g13ce2af5b70_0_4:notes">
            <a:extLst>
              <a:ext uri="{FF2B5EF4-FFF2-40B4-BE49-F238E27FC236}">
                <a16:creationId xmlns:a16="http://schemas.microsoft.com/office/drawing/2014/main" id="{DC8CC97F-6D25-5A8E-564C-DC9A49BA392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pt-BR"/>
          </a:p>
        </p:txBody>
      </p:sp>
      <p:sp>
        <p:nvSpPr>
          <p:cNvPr id="990" name="Google Shape;990;g13ce2af5b70_0_4:notes">
            <a:extLst>
              <a:ext uri="{FF2B5EF4-FFF2-40B4-BE49-F238E27FC236}">
                <a16:creationId xmlns:a16="http://schemas.microsoft.com/office/drawing/2014/main" id="{046CA147-980D-C9C9-C4C6-785B57DC8C3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635441239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8">
          <a:extLst>
            <a:ext uri="{FF2B5EF4-FFF2-40B4-BE49-F238E27FC236}">
              <a16:creationId xmlns:a16="http://schemas.microsoft.com/office/drawing/2014/main" id="{9DA19D4A-7046-F0DF-1CF5-9CBA45549E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9" name="Google Shape;989;g13ce2af5b70_0_4:notes">
            <a:extLst>
              <a:ext uri="{FF2B5EF4-FFF2-40B4-BE49-F238E27FC236}">
                <a16:creationId xmlns:a16="http://schemas.microsoft.com/office/drawing/2014/main" id="{58658566-C9C9-893A-1A03-99F8AADB625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pt-BR"/>
          </a:p>
        </p:txBody>
      </p:sp>
      <p:sp>
        <p:nvSpPr>
          <p:cNvPr id="990" name="Google Shape;990;g13ce2af5b70_0_4:notes">
            <a:extLst>
              <a:ext uri="{FF2B5EF4-FFF2-40B4-BE49-F238E27FC236}">
                <a16:creationId xmlns:a16="http://schemas.microsoft.com/office/drawing/2014/main" id="{972D221A-E103-8AB1-F302-7C82D6A4EBF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975413555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8">
          <a:extLst>
            <a:ext uri="{FF2B5EF4-FFF2-40B4-BE49-F238E27FC236}">
              <a16:creationId xmlns:a16="http://schemas.microsoft.com/office/drawing/2014/main" id="{9F626CBD-2993-8AF6-9873-E6A9BF6CBC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9" name="Google Shape;989;g13ce2af5b70_0_4:notes">
            <a:extLst>
              <a:ext uri="{FF2B5EF4-FFF2-40B4-BE49-F238E27FC236}">
                <a16:creationId xmlns:a16="http://schemas.microsoft.com/office/drawing/2014/main" id="{1165F4BF-18A3-C52B-92D4-66DF27E96E4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pt-BR"/>
          </a:p>
        </p:txBody>
      </p:sp>
      <p:sp>
        <p:nvSpPr>
          <p:cNvPr id="990" name="Google Shape;990;g13ce2af5b70_0_4:notes">
            <a:extLst>
              <a:ext uri="{FF2B5EF4-FFF2-40B4-BE49-F238E27FC236}">
                <a16:creationId xmlns:a16="http://schemas.microsoft.com/office/drawing/2014/main" id="{1D896D0C-EE3B-D79F-62C3-4B38A265899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506101350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8">
          <a:extLst>
            <a:ext uri="{FF2B5EF4-FFF2-40B4-BE49-F238E27FC236}">
              <a16:creationId xmlns:a16="http://schemas.microsoft.com/office/drawing/2014/main" id="{0B811B1D-4B26-6E33-7C09-0BCBA73ED6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9" name="Google Shape;989;g13ce2af5b70_0_4:notes">
            <a:extLst>
              <a:ext uri="{FF2B5EF4-FFF2-40B4-BE49-F238E27FC236}">
                <a16:creationId xmlns:a16="http://schemas.microsoft.com/office/drawing/2014/main" id="{6187D139-58D7-9C3E-5FD9-5C5A99A682F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pt-BR" dirty="0"/>
          </a:p>
        </p:txBody>
      </p:sp>
      <p:sp>
        <p:nvSpPr>
          <p:cNvPr id="990" name="Google Shape;990;g13ce2af5b70_0_4:notes">
            <a:extLst>
              <a:ext uri="{FF2B5EF4-FFF2-40B4-BE49-F238E27FC236}">
                <a16:creationId xmlns:a16="http://schemas.microsoft.com/office/drawing/2014/main" id="{D9F13FAD-3969-E7ED-67B6-E9CE883A448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61080857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8">
          <a:extLst>
            <a:ext uri="{FF2B5EF4-FFF2-40B4-BE49-F238E27FC236}">
              <a16:creationId xmlns:a16="http://schemas.microsoft.com/office/drawing/2014/main" id="{37AA9AF1-55BE-BFB1-B1EB-8A578D5E43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9" name="Google Shape;989;g13ce2af5b70_0_4:notes">
            <a:extLst>
              <a:ext uri="{FF2B5EF4-FFF2-40B4-BE49-F238E27FC236}">
                <a16:creationId xmlns:a16="http://schemas.microsoft.com/office/drawing/2014/main" id="{54A5B0FA-1751-B046-E6CC-15FF0C7DAAA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pt-BR"/>
          </a:p>
        </p:txBody>
      </p:sp>
      <p:sp>
        <p:nvSpPr>
          <p:cNvPr id="990" name="Google Shape;990;g13ce2af5b70_0_4:notes">
            <a:extLst>
              <a:ext uri="{FF2B5EF4-FFF2-40B4-BE49-F238E27FC236}">
                <a16:creationId xmlns:a16="http://schemas.microsoft.com/office/drawing/2014/main" id="{398BC33F-6E85-DB09-A9D1-AE5E16F8512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750483157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8">
          <a:extLst>
            <a:ext uri="{FF2B5EF4-FFF2-40B4-BE49-F238E27FC236}">
              <a16:creationId xmlns:a16="http://schemas.microsoft.com/office/drawing/2014/main" id="{E398EAA1-1B75-FA0A-E71B-F4EABCE27D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9" name="Google Shape;989;g13ce2af5b70_0_4:notes">
            <a:extLst>
              <a:ext uri="{FF2B5EF4-FFF2-40B4-BE49-F238E27FC236}">
                <a16:creationId xmlns:a16="http://schemas.microsoft.com/office/drawing/2014/main" id="{3EA1E303-4975-56FD-D0E5-FC9FC61D3F8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pt-BR"/>
          </a:p>
        </p:txBody>
      </p:sp>
      <p:sp>
        <p:nvSpPr>
          <p:cNvPr id="990" name="Google Shape;990;g13ce2af5b70_0_4:notes">
            <a:extLst>
              <a:ext uri="{FF2B5EF4-FFF2-40B4-BE49-F238E27FC236}">
                <a16:creationId xmlns:a16="http://schemas.microsoft.com/office/drawing/2014/main" id="{1FCD0E7E-5CFA-606F-07F9-FE52CD6EB72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07564123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8">
          <a:extLst>
            <a:ext uri="{FF2B5EF4-FFF2-40B4-BE49-F238E27FC236}">
              <a16:creationId xmlns:a16="http://schemas.microsoft.com/office/drawing/2014/main" id="{B78CF407-C968-38C5-BD14-673CBB20CF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9" name="Google Shape;989;g13ce2af5b70_0_4:notes">
            <a:extLst>
              <a:ext uri="{FF2B5EF4-FFF2-40B4-BE49-F238E27FC236}">
                <a16:creationId xmlns:a16="http://schemas.microsoft.com/office/drawing/2014/main" id="{B5C0DAC9-5717-C78D-9C71-86E747F74AE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pt-BR"/>
          </a:p>
        </p:txBody>
      </p:sp>
      <p:sp>
        <p:nvSpPr>
          <p:cNvPr id="990" name="Google Shape;990;g13ce2af5b70_0_4:notes">
            <a:extLst>
              <a:ext uri="{FF2B5EF4-FFF2-40B4-BE49-F238E27FC236}">
                <a16:creationId xmlns:a16="http://schemas.microsoft.com/office/drawing/2014/main" id="{D7DAE502-CA1D-251B-2428-FBB82DB0933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961991097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8">
          <a:extLst>
            <a:ext uri="{FF2B5EF4-FFF2-40B4-BE49-F238E27FC236}">
              <a16:creationId xmlns:a16="http://schemas.microsoft.com/office/drawing/2014/main" id="{3A420785-37D2-B3A6-E3AB-015977BC17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9" name="Google Shape;989;g13ce2af5b70_0_4:notes">
            <a:extLst>
              <a:ext uri="{FF2B5EF4-FFF2-40B4-BE49-F238E27FC236}">
                <a16:creationId xmlns:a16="http://schemas.microsoft.com/office/drawing/2014/main" id="{88F73271-2B8D-C52D-53D2-F1EE680E3E8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pt-BR"/>
          </a:p>
        </p:txBody>
      </p:sp>
      <p:sp>
        <p:nvSpPr>
          <p:cNvPr id="990" name="Google Shape;990;g13ce2af5b70_0_4:notes">
            <a:extLst>
              <a:ext uri="{FF2B5EF4-FFF2-40B4-BE49-F238E27FC236}">
                <a16:creationId xmlns:a16="http://schemas.microsoft.com/office/drawing/2014/main" id="{26A97248-5DFD-36CF-3BAC-01ECF98807F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152230846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8">
          <a:extLst>
            <a:ext uri="{FF2B5EF4-FFF2-40B4-BE49-F238E27FC236}">
              <a16:creationId xmlns:a16="http://schemas.microsoft.com/office/drawing/2014/main" id="{7061DE9D-3939-F12C-3829-6F9DBAE841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9" name="Google Shape;989;g13ce2af5b70_0_4:notes">
            <a:extLst>
              <a:ext uri="{FF2B5EF4-FFF2-40B4-BE49-F238E27FC236}">
                <a16:creationId xmlns:a16="http://schemas.microsoft.com/office/drawing/2014/main" id="{E2EDAD0F-F5C8-2FA0-E3C4-E28CD7B7D4F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pt-BR"/>
          </a:p>
        </p:txBody>
      </p:sp>
      <p:sp>
        <p:nvSpPr>
          <p:cNvPr id="990" name="Google Shape;990;g13ce2af5b70_0_4:notes">
            <a:extLst>
              <a:ext uri="{FF2B5EF4-FFF2-40B4-BE49-F238E27FC236}">
                <a16:creationId xmlns:a16="http://schemas.microsoft.com/office/drawing/2014/main" id="{B2B3D76C-E6F6-5849-0F6D-DC9E51157CA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900311312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8">
          <a:extLst>
            <a:ext uri="{FF2B5EF4-FFF2-40B4-BE49-F238E27FC236}">
              <a16:creationId xmlns:a16="http://schemas.microsoft.com/office/drawing/2014/main" id="{13DBDC61-E998-9779-72BB-9C2677AFEF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9" name="Google Shape;989;g13ce2af5b70_0_4:notes">
            <a:extLst>
              <a:ext uri="{FF2B5EF4-FFF2-40B4-BE49-F238E27FC236}">
                <a16:creationId xmlns:a16="http://schemas.microsoft.com/office/drawing/2014/main" id="{69E5E195-DDA2-22C2-910F-C0543A589F1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pt-BR" dirty="0"/>
          </a:p>
        </p:txBody>
      </p:sp>
      <p:sp>
        <p:nvSpPr>
          <p:cNvPr id="990" name="Google Shape;990;g13ce2af5b70_0_4:notes">
            <a:extLst>
              <a:ext uri="{FF2B5EF4-FFF2-40B4-BE49-F238E27FC236}">
                <a16:creationId xmlns:a16="http://schemas.microsoft.com/office/drawing/2014/main" id="{4B13719F-93EF-5729-0B71-7106CA290D7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290665930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8">
          <a:extLst>
            <a:ext uri="{FF2B5EF4-FFF2-40B4-BE49-F238E27FC236}">
              <a16:creationId xmlns:a16="http://schemas.microsoft.com/office/drawing/2014/main" id="{5BBDDB1B-767F-2128-5280-F2E471E1C4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9" name="Google Shape;989;g13ce2af5b70_0_4:notes">
            <a:extLst>
              <a:ext uri="{FF2B5EF4-FFF2-40B4-BE49-F238E27FC236}">
                <a16:creationId xmlns:a16="http://schemas.microsoft.com/office/drawing/2014/main" id="{35015B32-5E35-D101-EB96-645BA81D41E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pt-BR" dirty="0"/>
          </a:p>
        </p:txBody>
      </p:sp>
      <p:sp>
        <p:nvSpPr>
          <p:cNvPr id="990" name="Google Shape;990;g13ce2af5b70_0_4:notes">
            <a:extLst>
              <a:ext uri="{FF2B5EF4-FFF2-40B4-BE49-F238E27FC236}">
                <a16:creationId xmlns:a16="http://schemas.microsoft.com/office/drawing/2014/main" id="{DD9ECB51-D817-337A-7B75-C15840541AA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382969254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8">
          <a:extLst>
            <a:ext uri="{FF2B5EF4-FFF2-40B4-BE49-F238E27FC236}">
              <a16:creationId xmlns:a16="http://schemas.microsoft.com/office/drawing/2014/main" id="{93A0A88F-C25B-07B1-524C-83EAFE6469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9" name="Google Shape;989;g13ce2af5b70_0_4:notes">
            <a:extLst>
              <a:ext uri="{FF2B5EF4-FFF2-40B4-BE49-F238E27FC236}">
                <a16:creationId xmlns:a16="http://schemas.microsoft.com/office/drawing/2014/main" id="{F7FE8264-43F9-FDC7-D39E-DA6603D116E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pt-BR" dirty="0"/>
          </a:p>
        </p:txBody>
      </p:sp>
      <p:sp>
        <p:nvSpPr>
          <p:cNvPr id="990" name="Google Shape;990;g13ce2af5b70_0_4:notes">
            <a:extLst>
              <a:ext uri="{FF2B5EF4-FFF2-40B4-BE49-F238E27FC236}">
                <a16:creationId xmlns:a16="http://schemas.microsoft.com/office/drawing/2014/main" id="{BF1673DA-AC7A-7F94-459D-1F9BB99EC60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49522574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userDrawn="1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oogle Shape;9;p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924" y="0"/>
            <a:ext cx="9128151" cy="51434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solidFill>
          <a:srgbClr val="FFFFFF"/>
        </a:solidFill>
        <a:effectLst/>
      </p:bgPr>
    </p:bg>
    <p:spTree>
      <p:nvGrpSpPr>
        <p:cNvPr id="1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 userDrawn="1">
  <p:cSld name="CUSTOM">
    <p:spTree>
      <p:nvGrpSpPr>
        <p:cNvPr id="1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4" name="Google Shape;254;p13"/>
          <p:cNvPicPr preferRelativeResize="0"/>
          <p:nvPr userDrawn="1"/>
        </p:nvPicPr>
        <p:blipFill>
          <a:blip r:embed="rId2">
            <a:alphaModFix/>
          </a:blip>
          <a:stretch>
            <a:fillRect/>
          </a:stretch>
        </p:blipFill>
        <p:spPr>
          <a:xfrm rot="10800000">
            <a:off x="7924" y="0"/>
            <a:ext cx="9128151" cy="51434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CUSTOM_8_1">
    <p:spTree>
      <p:nvGrpSpPr>
        <p:cNvPr id="1" name="Shape 8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78" name="Google Shape;878;p3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10800000">
            <a:off x="7924" y="0"/>
            <a:ext cx="9128151" cy="51434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dk2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8" r:id="rId2"/>
    <p:sldLayoutId id="2147483659" r:id="rId3"/>
    <p:sldLayoutId id="2147483678" r:id="rId4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4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6.png"/><Relationship Id="rId4" Type="http://schemas.openxmlformats.org/officeDocument/2006/relationships/image" Target="../media/image3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7.png"/><Relationship Id="rId4" Type="http://schemas.openxmlformats.org/officeDocument/2006/relationships/image" Target="../media/image3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7.png"/><Relationship Id="rId4" Type="http://schemas.openxmlformats.org/officeDocument/2006/relationships/image" Target="../media/image3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8.png"/><Relationship Id="rId4" Type="http://schemas.openxmlformats.org/officeDocument/2006/relationships/image" Target="../media/image3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9.png"/><Relationship Id="rId4" Type="http://schemas.openxmlformats.org/officeDocument/2006/relationships/image" Target="../media/image3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0.png"/><Relationship Id="rId4" Type="http://schemas.openxmlformats.org/officeDocument/2006/relationships/image" Target="../media/image3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1.png"/><Relationship Id="rId4" Type="http://schemas.openxmlformats.org/officeDocument/2006/relationships/image" Target="../media/image3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3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3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Gráfico 17">
            <a:extLst>
              <a:ext uri="{FF2B5EF4-FFF2-40B4-BE49-F238E27FC236}">
                <a16:creationId xmlns:a16="http://schemas.microsoft.com/office/drawing/2014/main" id="{06BE42D5-BC7B-069C-3CF2-F2C208699A7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471287" y="-176981"/>
            <a:ext cx="10434025" cy="5320297"/>
          </a:xfrm>
          <a:prstGeom prst="rect">
            <a:avLst/>
          </a:prstGeom>
        </p:spPr>
      </p:pic>
      <p:sp>
        <p:nvSpPr>
          <p:cNvPr id="932" name="Google Shape;932;p37"/>
          <p:cNvSpPr txBox="1">
            <a:spLocks noGrp="1"/>
          </p:cNvSpPr>
          <p:nvPr>
            <p:ph type="ctrTitle" idx="4294967295"/>
          </p:nvPr>
        </p:nvSpPr>
        <p:spPr>
          <a:xfrm>
            <a:off x="2906274" y="2705222"/>
            <a:ext cx="3572455" cy="361752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algn="ctr"/>
            <a:r>
              <a:rPr lang="pt-BR" sz="1350" b="0" dirty="0">
                <a:solidFill>
                  <a:srgbClr val="186E66"/>
                </a:solidFill>
                <a:latin typeface="+mj-lt"/>
              </a:rPr>
              <a:t>Há mais de 60 anos pensando o Brasil</a:t>
            </a:r>
          </a:p>
        </p:txBody>
      </p:sp>
      <p:sp>
        <p:nvSpPr>
          <p:cNvPr id="936" name="Google Shape;936;p37"/>
          <p:cNvSpPr/>
          <p:nvPr/>
        </p:nvSpPr>
        <p:spPr>
          <a:xfrm flipH="1">
            <a:off x="6158563" y="4160758"/>
            <a:ext cx="2985287" cy="982558"/>
          </a:xfrm>
          <a:prstGeom prst="round1Rect">
            <a:avLst>
              <a:gd name="adj" fmla="val 50000"/>
            </a:avLst>
          </a:prstGeom>
          <a:solidFill>
            <a:srgbClr val="1B204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latin typeface="Maven Pro"/>
              <a:ea typeface="Maven Pro"/>
              <a:cs typeface="Maven Pro"/>
              <a:sym typeface="Maven Pro"/>
            </a:endParaRPr>
          </a:p>
        </p:txBody>
      </p:sp>
      <p:sp>
        <p:nvSpPr>
          <p:cNvPr id="937" name="Google Shape;937;p37"/>
          <p:cNvSpPr/>
          <p:nvPr/>
        </p:nvSpPr>
        <p:spPr>
          <a:xfrm flipH="1">
            <a:off x="5524419" y="4606918"/>
            <a:ext cx="3619432" cy="536462"/>
          </a:xfrm>
          <a:prstGeom prst="round1Rect">
            <a:avLst>
              <a:gd name="adj" fmla="val 50000"/>
            </a:avLst>
          </a:prstGeom>
          <a:gradFill flip="none" rotWithShape="1">
            <a:gsLst>
              <a:gs pos="63000">
                <a:srgbClr val="06D1D7"/>
              </a:gs>
              <a:gs pos="33000">
                <a:srgbClr val="23A295"/>
              </a:gs>
              <a:gs pos="0">
                <a:srgbClr val="57F6A2"/>
              </a:gs>
              <a:gs pos="100000">
                <a:srgbClr val="1B2048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latin typeface="Maven Pro"/>
              <a:ea typeface="Maven Pro"/>
              <a:cs typeface="Maven Pro"/>
              <a:sym typeface="Maven Pro"/>
            </a:endParaRPr>
          </a:p>
        </p:txBody>
      </p:sp>
      <p:grpSp>
        <p:nvGrpSpPr>
          <p:cNvPr id="938" name="Google Shape;938;p37"/>
          <p:cNvGrpSpPr/>
          <p:nvPr/>
        </p:nvGrpSpPr>
        <p:grpSpPr>
          <a:xfrm>
            <a:off x="7631225" y="3888188"/>
            <a:ext cx="986125" cy="448486"/>
            <a:chOff x="7631225" y="2241175"/>
            <a:chExt cx="986125" cy="2095500"/>
          </a:xfrm>
          <a:gradFill>
            <a:gsLst>
              <a:gs pos="53000">
                <a:srgbClr val="23A295"/>
              </a:gs>
              <a:gs pos="0">
                <a:srgbClr val="57F6A2"/>
              </a:gs>
              <a:gs pos="100000">
                <a:srgbClr val="1B2048"/>
              </a:gs>
            </a:gsLst>
            <a:lin ang="5400000" scaled="1"/>
          </a:gradFill>
        </p:grpSpPr>
        <p:cxnSp>
          <p:nvCxnSpPr>
            <p:cNvPr id="939" name="Google Shape;939;p37"/>
            <p:cNvCxnSpPr/>
            <p:nvPr/>
          </p:nvCxnSpPr>
          <p:spPr>
            <a:xfrm>
              <a:off x="7631225" y="2241175"/>
              <a:ext cx="0" cy="2095500"/>
            </a:xfrm>
            <a:prstGeom prst="straightConnector1">
              <a:avLst/>
            </a:prstGeom>
            <a:grpFill/>
            <a:ln w="9525" cap="flat" cmpd="sng">
              <a:solidFill>
                <a:srgbClr val="1AB0A9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940" name="Google Shape;940;p37"/>
            <p:cNvCxnSpPr/>
            <p:nvPr/>
          </p:nvCxnSpPr>
          <p:spPr>
            <a:xfrm>
              <a:off x="7707081" y="2241175"/>
              <a:ext cx="0" cy="2095500"/>
            </a:xfrm>
            <a:prstGeom prst="straightConnector1">
              <a:avLst/>
            </a:prstGeom>
            <a:grpFill/>
            <a:ln w="9525" cap="flat" cmpd="sng">
              <a:solidFill>
                <a:srgbClr val="1AB0A9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941" name="Google Shape;941;p37"/>
            <p:cNvCxnSpPr/>
            <p:nvPr/>
          </p:nvCxnSpPr>
          <p:spPr>
            <a:xfrm>
              <a:off x="7782937" y="2241175"/>
              <a:ext cx="0" cy="2095500"/>
            </a:xfrm>
            <a:prstGeom prst="straightConnector1">
              <a:avLst/>
            </a:prstGeom>
            <a:grpFill/>
            <a:ln w="9525" cap="flat" cmpd="sng">
              <a:solidFill>
                <a:srgbClr val="1AB0A9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942" name="Google Shape;942;p37"/>
            <p:cNvCxnSpPr/>
            <p:nvPr/>
          </p:nvCxnSpPr>
          <p:spPr>
            <a:xfrm>
              <a:off x="7858792" y="2241175"/>
              <a:ext cx="0" cy="2095500"/>
            </a:xfrm>
            <a:prstGeom prst="straightConnector1">
              <a:avLst/>
            </a:prstGeom>
            <a:grpFill/>
            <a:ln w="9525" cap="flat" cmpd="sng">
              <a:solidFill>
                <a:srgbClr val="1AB0A9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943" name="Google Shape;943;p37"/>
            <p:cNvCxnSpPr/>
            <p:nvPr/>
          </p:nvCxnSpPr>
          <p:spPr>
            <a:xfrm>
              <a:off x="8010504" y="2241175"/>
              <a:ext cx="0" cy="2095500"/>
            </a:xfrm>
            <a:prstGeom prst="straightConnector1">
              <a:avLst/>
            </a:prstGeom>
            <a:grpFill/>
            <a:ln w="9525" cap="flat" cmpd="sng">
              <a:solidFill>
                <a:srgbClr val="1AB0A9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944" name="Google Shape;944;p37"/>
            <p:cNvCxnSpPr/>
            <p:nvPr/>
          </p:nvCxnSpPr>
          <p:spPr>
            <a:xfrm>
              <a:off x="8162215" y="2241175"/>
              <a:ext cx="0" cy="2095500"/>
            </a:xfrm>
            <a:prstGeom prst="straightConnector1">
              <a:avLst/>
            </a:prstGeom>
            <a:grpFill/>
            <a:ln w="9525" cap="flat" cmpd="sng">
              <a:solidFill>
                <a:srgbClr val="1AB0A9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945" name="Google Shape;945;p37"/>
            <p:cNvCxnSpPr/>
            <p:nvPr/>
          </p:nvCxnSpPr>
          <p:spPr>
            <a:xfrm>
              <a:off x="8313927" y="2241175"/>
              <a:ext cx="0" cy="2095500"/>
            </a:xfrm>
            <a:prstGeom prst="straightConnector1">
              <a:avLst/>
            </a:prstGeom>
            <a:grpFill/>
            <a:ln w="9525" cap="flat" cmpd="sng">
              <a:solidFill>
                <a:srgbClr val="1AB0A9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946" name="Google Shape;946;p37"/>
            <p:cNvCxnSpPr/>
            <p:nvPr/>
          </p:nvCxnSpPr>
          <p:spPr>
            <a:xfrm>
              <a:off x="7934648" y="2241175"/>
              <a:ext cx="0" cy="2095500"/>
            </a:xfrm>
            <a:prstGeom prst="straightConnector1">
              <a:avLst/>
            </a:prstGeom>
            <a:grpFill/>
            <a:ln w="9525" cap="flat" cmpd="sng">
              <a:solidFill>
                <a:srgbClr val="1AB0A9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947" name="Google Shape;947;p37"/>
            <p:cNvCxnSpPr/>
            <p:nvPr/>
          </p:nvCxnSpPr>
          <p:spPr>
            <a:xfrm>
              <a:off x="8086360" y="2241175"/>
              <a:ext cx="0" cy="2095500"/>
            </a:xfrm>
            <a:prstGeom prst="straightConnector1">
              <a:avLst/>
            </a:prstGeom>
            <a:grpFill/>
            <a:ln w="9525" cap="flat" cmpd="sng">
              <a:solidFill>
                <a:srgbClr val="1AB0A9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948" name="Google Shape;948;p37"/>
            <p:cNvCxnSpPr/>
            <p:nvPr/>
          </p:nvCxnSpPr>
          <p:spPr>
            <a:xfrm>
              <a:off x="8238071" y="2241175"/>
              <a:ext cx="0" cy="2095500"/>
            </a:xfrm>
            <a:prstGeom prst="straightConnector1">
              <a:avLst/>
            </a:prstGeom>
            <a:grpFill/>
            <a:ln w="9525" cap="flat" cmpd="sng">
              <a:solidFill>
                <a:srgbClr val="1AB0A9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949" name="Google Shape;949;p37"/>
            <p:cNvCxnSpPr/>
            <p:nvPr/>
          </p:nvCxnSpPr>
          <p:spPr>
            <a:xfrm>
              <a:off x="8389783" y="2241175"/>
              <a:ext cx="0" cy="2095500"/>
            </a:xfrm>
            <a:prstGeom prst="straightConnector1">
              <a:avLst/>
            </a:prstGeom>
            <a:grpFill/>
            <a:ln w="9525" cap="flat" cmpd="sng">
              <a:solidFill>
                <a:srgbClr val="1AB0A9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950" name="Google Shape;950;p37"/>
            <p:cNvCxnSpPr/>
            <p:nvPr/>
          </p:nvCxnSpPr>
          <p:spPr>
            <a:xfrm>
              <a:off x="8465638" y="2241175"/>
              <a:ext cx="0" cy="2095500"/>
            </a:xfrm>
            <a:prstGeom prst="straightConnector1">
              <a:avLst/>
            </a:prstGeom>
            <a:grpFill/>
            <a:ln w="9525" cap="flat" cmpd="sng">
              <a:solidFill>
                <a:srgbClr val="1AB0A9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951" name="Google Shape;951;p37"/>
            <p:cNvCxnSpPr/>
            <p:nvPr/>
          </p:nvCxnSpPr>
          <p:spPr>
            <a:xfrm>
              <a:off x="8541494" y="2241175"/>
              <a:ext cx="0" cy="2095500"/>
            </a:xfrm>
            <a:prstGeom prst="straightConnector1">
              <a:avLst/>
            </a:prstGeom>
            <a:grpFill/>
            <a:ln w="9525" cap="flat" cmpd="sng">
              <a:solidFill>
                <a:srgbClr val="1AB0A9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952" name="Google Shape;952;p37"/>
            <p:cNvCxnSpPr/>
            <p:nvPr/>
          </p:nvCxnSpPr>
          <p:spPr>
            <a:xfrm>
              <a:off x="8617350" y="2241175"/>
              <a:ext cx="0" cy="2095500"/>
            </a:xfrm>
            <a:prstGeom prst="straightConnector1">
              <a:avLst/>
            </a:prstGeom>
            <a:grpFill/>
            <a:ln w="9525" cap="flat" cmpd="sng">
              <a:solidFill>
                <a:srgbClr val="1AB0A9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954" name="Google Shape;954;p37"/>
          <p:cNvSpPr/>
          <p:nvPr/>
        </p:nvSpPr>
        <p:spPr>
          <a:xfrm>
            <a:off x="0" y="4513006"/>
            <a:ext cx="1255200" cy="630310"/>
          </a:xfrm>
          <a:prstGeom prst="rect">
            <a:avLst/>
          </a:prstGeom>
          <a:gradFill>
            <a:gsLst>
              <a:gs pos="33000">
                <a:srgbClr val="23A295"/>
              </a:gs>
              <a:gs pos="0">
                <a:srgbClr val="57F6A2"/>
              </a:gs>
              <a:gs pos="100000">
                <a:srgbClr val="1B2048"/>
              </a:gs>
            </a:gsLst>
            <a:path path="circle">
              <a:fillToRect l="100000" t="100000"/>
            </a:path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dirty="0">
              <a:latin typeface="Maven Pro"/>
              <a:ea typeface="Maven Pro"/>
              <a:cs typeface="Maven Pro"/>
              <a:sym typeface="Maven Pro"/>
            </a:endParaRPr>
          </a:p>
        </p:txBody>
      </p:sp>
      <p:sp>
        <p:nvSpPr>
          <p:cNvPr id="955" name="Google Shape;955;p37"/>
          <p:cNvSpPr/>
          <p:nvPr/>
        </p:nvSpPr>
        <p:spPr>
          <a:xfrm>
            <a:off x="0" y="4829725"/>
            <a:ext cx="2263500" cy="313800"/>
          </a:xfrm>
          <a:prstGeom prst="round1Rect">
            <a:avLst>
              <a:gd name="adj" fmla="val 50000"/>
            </a:avLst>
          </a:prstGeom>
          <a:solidFill>
            <a:srgbClr val="1B204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latin typeface="Maven Pro"/>
              <a:ea typeface="Maven Pro"/>
              <a:cs typeface="Maven Pro"/>
              <a:sym typeface="Maven Pro"/>
            </a:endParaRPr>
          </a:p>
        </p:txBody>
      </p:sp>
      <p:grpSp>
        <p:nvGrpSpPr>
          <p:cNvPr id="2" name="Agrupar 1">
            <a:extLst>
              <a:ext uri="{FF2B5EF4-FFF2-40B4-BE49-F238E27FC236}">
                <a16:creationId xmlns:a16="http://schemas.microsoft.com/office/drawing/2014/main" id="{475130F2-9701-30E2-9C76-60642340332E}"/>
              </a:ext>
            </a:extLst>
          </p:cNvPr>
          <p:cNvGrpSpPr/>
          <p:nvPr/>
        </p:nvGrpSpPr>
        <p:grpSpPr>
          <a:xfrm>
            <a:off x="2577448" y="1854575"/>
            <a:ext cx="3752189" cy="883435"/>
            <a:chOff x="2833093" y="1809245"/>
            <a:chExt cx="3752189" cy="883435"/>
          </a:xfrm>
        </p:grpSpPr>
        <p:pic>
          <p:nvPicPr>
            <p:cNvPr id="11" name="Imagem 10" descr="Interface gráfica do usuário, Texto&#10;&#10;O conteúdo gerado por IA pode estar incorreto.">
              <a:extLst>
                <a:ext uri="{FF2B5EF4-FFF2-40B4-BE49-F238E27FC236}">
                  <a16:creationId xmlns:a16="http://schemas.microsoft.com/office/drawing/2014/main" id="{895249E7-F5DD-9C7E-5832-59DE81F69D5E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2833093" y="1809245"/>
              <a:ext cx="3752189" cy="883435"/>
            </a:xfrm>
            <a:prstGeom prst="rect">
              <a:avLst/>
            </a:prstGeom>
          </p:spPr>
        </p:pic>
        <p:cxnSp>
          <p:nvCxnSpPr>
            <p:cNvPr id="15" name="Conector reto 14">
              <a:extLst>
                <a:ext uri="{FF2B5EF4-FFF2-40B4-BE49-F238E27FC236}">
                  <a16:creationId xmlns:a16="http://schemas.microsoft.com/office/drawing/2014/main" id="{76EFDF4E-49BE-7832-A86C-A4FCB8731553}"/>
                </a:ext>
              </a:extLst>
            </p:cNvPr>
            <p:cNvCxnSpPr>
              <a:cxnSpLocks/>
            </p:cNvCxnSpPr>
            <p:nvPr/>
          </p:nvCxnSpPr>
          <p:spPr>
            <a:xfrm>
              <a:off x="3303639" y="2603796"/>
              <a:ext cx="3281643" cy="0"/>
            </a:xfrm>
            <a:prstGeom prst="line">
              <a:avLst/>
            </a:prstGeom>
            <a:ln>
              <a:solidFill>
                <a:srgbClr val="00445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9" name="Google Shape;936;p37">
            <a:extLst>
              <a:ext uri="{FF2B5EF4-FFF2-40B4-BE49-F238E27FC236}">
                <a16:creationId xmlns:a16="http://schemas.microsoft.com/office/drawing/2014/main" id="{F406E0B1-5BA1-A462-1305-5A2854F5266D}"/>
              </a:ext>
            </a:extLst>
          </p:cNvPr>
          <p:cNvSpPr/>
          <p:nvPr/>
        </p:nvSpPr>
        <p:spPr>
          <a:xfrm rot="16200000" flipH="1" flipV="1">
            <a:off x="-26331" y="5857"/>
            <a:ext cx="636272" cy="583606"/>
          </a:xfrm>
          <a:custGeom>
            <a:avLst/>
            <a:gdLst>
              <a:gd name="connsiteX0" fmla="*/ 0 w 1440059"/>
              <a:gd name="connsiteY0" fmla="*/ 0 h 583600"/>
              <a:gd name="connsiteX1" fmla="*/ 1148259 w 1440059"/>
              <a:gd name="connsiteY1" fmla="*/ 0 h 583600"/>
              <a:gd name="connsiteX2" fmla="*/ 1440059 w 1440059"/>
              <a:gd name="connsiteY2" fmla="*/ 291800 h 583600"/>
              <a:gd name="connsiteX3" fmla="*/ 1440059 w 1440059"/>
              <a:gd name="connsiteY3" fmla="*/ 583600 h 583600"/>
              <a:gd name="connsiteX4" fmla="*/ 0 w 1440059"/>
              <a:gd name="connsiteY4" fmla="*/ 583600 h 583600"/>
              <a:gd name="connsiteX5" fmla="*/ 0 w 1440059"/>
              <a:gd name="connsiteY5" fmla="*/ 0 h 583600"/>
              <a:gd name="connsiteX0" fmla="*/ 612059 w 1440059"/>
              <a:gd name="connsiteY0" fmla="*/ 0 h 583603"/>
              <a:gd name="connsiteX1" fmla="*/ 1148259 w 1440059"/>
              <a:gd name="connsiteY1" fmla="*/ 3 h 583603"/>
              <a:gd name="connsiteX2" fmla="*/ 1440059 w 1440059"/>
              <a:gd name="connsiteY2" fmla="*/ 291803 h 583603"/>
              <a:gd name="connsiteX3" fmla="*/ 1440059 w 1440059"/>
              <a:gd name="connsiteY3" fmla="*/ 583603 h 583603"/>
              <a:gd name="connsiteX4" fmla="*/ 0 w 1440059"/>
              <a:gd name="connsiteY4" fmla="*/ 583603 h 583603"/>
              <a:gd name="connsiteX5" fmla="*/ 612059 w 1440059"/>
              <a:gd name="connsiteY5" fmla="*/ 0 h 583603"/>
              <a:gd name="connsiteX0" fmla="*/ 0 w 828000"/>
              <a:gd name="connsiteY0" fmla="*/ 0 h 583603"/>
              <a:gd name="connsiteX1" fmla="*/ 536200 w 828000"/>
              <a:gd name="connsiteY1" fmla="*/ 3 h 583603"/>
              <a:gd name="connsiteX2" fmla="*/ 828000 w 828000"/>
              <a:gd name="connsiteY2" fmla="*/ 291803 h 583603"/>
              <a:gd name="connsiteX3" fmla="*/ 828000 w 828000"/>
              <a:gd name="connsiteY3" fmla="*/ 583603 h 583603"/>
              <a:gd name="connsiteX4" fmla="*/ 191728 w 828000"/>
              <a:gd name="connsiteY4" fmla="*/ 576229 h 583603"/>
              <a:gd name="connsiteX5" fmla="*/ 0 w 828000"/>
              <a:gd name="connsiteY5" fmla="*/ 0 h 583603"/>
              <a:gd name="connsiteX0" fmla="*/ 14749 w 636272"/>
              <a:gd name="connsiteY0" fmla="*/ 0 h 583606"/>
              <a:gd name="connsiteX1" fmla="*/ 344472 w 636272"/>
              <a:gd name="connsiteY1" fmla="*/ 6 h 583606"/>
              <a:gd name="connsiteX2" fmla="*/ 636272 w 636272"/>
              <a:gd name="connsiteY2" fmla="*/ 291806 h 583606"/>
              <a:gd name="connsiteX3" fmla="*/ 636272 w 636272"/>
              <a:gd name="connsiteY3" fmla="*/ 583606 h 583606"/>
              <a:gd name="connsiteX4" fmla="*/ 0 w 636272"/>
              <a:gd name="connsiteY4" fmla="*/ 576232 h 583606"/>
              <a:gd name="connsiteX5" fmla="*/ 14749 w 636272"/>
              <a:gd name="connsiteY5" fmla="*/ 0 h 5836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36272" h="583606">
                <a:moveTo>
                  <a:pt x="14749" y="0"/>
                </a:moveTo>
                <a:lnTo>
                  <a:pt x="344472" y="6"/>
                </a:lnTo>
                <a:cubicBezTo>
                  <a:pt x="505629" y="6"/>
                  <a:pt x="636272" y="130649"/>
                  <a:pt x="636272" y="291806"/>
                </a:cubicBezTo>
                <a:lnTo>
                  <a:pt x="636272" y="583606"/>
                </a:lnTo>
                <a:lnTo>
                  <a:pt x="0" y="576232"/>
                </a:lnTo>
                <a:lnTo>
                  <a:pt x="14749" y="0"/>
                </a:lnTo>
                <a:close/>
              </a:path>
            </a:pathLst>
          </a:custGeom>
          <a:solidFill>
            <a:srgbClr val="1B204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latin typeface="Maven Pro"/>
              <a:ea typeface="Maven Pro"/>
              <a:cs typeface="Maven Pro"/>
              <a:sym typeface="Maven Pro"/>
            </a:endParaRPr>
          </a:p>
        </p:txBody>
      </p:sp>
      <p:sp>
        <p:nvSpPr>
          <p:cNvPr id="20" name="Google Shape;937;p37">
            <a:extLst>
              <a:ext uri="{FF2B5EF4-FFF2-40B4-BE49-F238E27FC236}">
                <a16:creationId xmlns:a16="http://schemas.microsoft.com/office/drawing/2014/main" id="{D362FFBC-9358-C525-A43A-E103370EE0AA}"/>
              </a:ext>
            </a:extLst>
          </p:cNvPr>
          <p:cNvSpPr/>
          <p:nvPr/>
        </p:nvSpPr>
        <p:spPr>
          <a:xfrm rot="16200000" flipH="1" flipV="1">
            <a:off x="-223281" y="212082"/>
            <a:ext cx="765195" cy="318641"/>
          </a:xfrm>
          <a:custGeom>
            <a:avLst/>
            <a:gdLst>
              <a:gd name="connsiteX0" fmla="*/ 0 w 1745961"/>
              <a:gd name="connsiteY0" fmla="*/ 0 h 318637"/>
              <a:gd name="connsiteX1" fmla="*/ 1586643 w 1745961"/>
              <a:gd name="connsiteY1" fmla="*/ 0 h 318637"/>
              <a:gd name="connsiteX2" fmla="*/ 1745962 w 1745961"/>
              <a:gd name="connsiteY2" fmla="*/ 159319 h 318637"/>
              <a:gd name="connsiteX3" fmla="*/ 1745961 w 1745961"/>
              <a:gd name="connsiteY3" fmla="*/ 318637 h 318637"/>
              <a:gd name="connsiteX4" fmla="*/ 0 w 1745961"/>
              <a:gd name="connsiteY4" fmla="*/ 318637 h 318637"/>
              <a:gd name="connsiteX5" fmla="*/ 0 w 1745961"/>
              <a:gd name="connsiteY5" fmla="*/ 0 h 318637"/>
              <a:gd name="connsiteX0" fmla="*/ 980768 w 1745962"/>
              <a:gd name="connsiteY0" fmla="*/ 0 h 318637"/>
              <a:gd name="connsiteX1" fmla="*/ 1586643 w 1745962"/>
              <a:gd name="connsiteY1" fmla="*/ 0 h 318637"/>
              <a:gd name="connsiteX2" fmla="*/ 1745962 w 1745962"/>
              <a:gd name="connsiteY2" fmla="*/ 159319 h 318637"/>
              <a:gd name="connsiteX3" fmla="*/ 1745961 w 1745962"/>
              <a:gd name="connsiteY3" fmla="*/ 318637 h 318637"/>
              <a:gd name="connsiteX4" fmla="*/ 0 w 1745962"/>
              <a:gd name="connsiteY4" fmla="*/ 318637 h 318637"/>
              <a:gd name="connsiteX5" fmla="*/ 980768 w 1745962"/>
              <a:gd name="connsiteY5" fmla="*/ 0 h 318637"/>
              <a:gd name="connsiteX0" fmla="*/ 1 w 765195"/>
              <a:gd name="connsiteY0" fmla="*/ 0 h 318641"/>
              <a:gd name="connsiteX1" fmla="*/ 605876 w 765195"/>
              <a:gd name="connsiteY1" fmla="*/ 0 h 318641"/>
              <a:gd name="connsiteX2" fmla="*/ 765195 w 765195"/>
              <a:gd name="connsiteY2" fmla="*/ 159319 h 318641"/>
              <a:gd name="connsiteX3" fmla="*/ 765194 w 765195"/>
              <a:gd name="connsiteY3" fmla="*/ 318637 h 318641"/>
              <a:gd name="connsiteX4" fmla="*/ 0 w 765195"/>
              <a:gd name="connsiteY4" fmla="*/ 318641 h 318641"/>
              <a:gd name="connsiteX5" fmla="*/ 1 w 765195"/>
              <a:gd name="connsiteY5" fmla="*/ 0 h 3186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765195" h="318641">
                <a:moveTo>
                  <a:pt x="1" y="0"/>
                </a:moveTo>
                <a:lnTo>
                  <a:pt x="605876" y="0"/>
                </a:lnTo>
                <a:cubicBezTo>
                  <a:pt x="693865" y="0"/>
                  <a:pt x="765195" y="71330"/>
                  <a:pt x="765195" y="159319"/>
                </a:cubicBezTo>
                <a:cubicBezTo>
                  <a:pt x="765195" y="212425"/>
                  <a:pt x="765194" y="265531"/>
                  <a:pt x="765194" y="318637"/>
                </a:cubicBezTo>
                <a:lnTo>
                  <a:pt x="0" y="318641"/>
                </a:lnTo>
                <a:cubicBezTo>
                  <a:pt x="0" y="212427"/>
                  <a:pt x="1" y="106214"/>
                  <a:pt x="1" y="0"/>
                </a:cubicBezTo>
                <a:close/>
              </a:path>
            </a:pathLst>
          </a:custGeom>
          <a:gradFill flip="none" rotWithShape="1">
            <a:gsLst>
              <a:gs pos="63000">
                <a:srgbClr val="06D1D7"/>
              </a:gs>
              <a:gs pos="33000">
                <a:srgbClr val="23A295"/>
              </a:gs>
              <a:gs pos="0">
                <a:srgbClr val="57F6A2"/>
              </a:gs>
              <a:gs pos="100000">
                <a:srgbClr val="1B2048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latin typeface="Maven Pro"/>
              <a:ea typeface="Maven Pro"/>
              <a:cs typeface="Maven Pro"/>
              <a:sym typeface="Maven Pro"/>
            </a:endParaRPr>
          </a:p>
        </p:txBody>
      </p:sp>
      <p:sp>
        <p:nvSpPr>
          <p:cNvPr id="21" name="Google Shape;937;p37">
            <a:extLst>
              <a:ext uri="{FF2B5EF4-FFF2-40B4-BE49-F238E27FC236}">
                <a16:creationId xmlns:a16="http://schemas.microsoft.com/office/drawing/2014/main" id="{9003C0C6-3339-1F2F-B7C7-47AA5EBFC534}"/>
              </a:ext>
            </a:extLst>
          </p:cNvPr>
          <p:cNvSpPr/>
          <p:nvPr/>
        </p:nvSpPr>
        <p:spPr>
          <a:xfrm flipH="1" flipV="1">
            <a:off x="7976597" y="-1"/>
            <a:ext cx="1178260" cy="258097"/>
          </a:xfrm>
          <a:custGeom>
            <a:avLst/>
            <a:gdLst>
              <a:gd name="connsiteX0" fmla="*/ 0 w 1414234"/>
              <a:gd name="connsiteY0" fmla="*/ 0 h 258097"/>
              <a:gd name="connsiteX1" fmla="*/ 1285186 w 1414234"/>
              <a:gd name="connsiteY1" fmla="*/ 0 h 258097"/>
              <a:gd name="connsiteX2" fmla="*/ 1414235 w 1414234"/>
              <a:gd name="connsiteY2" fmla="*/ 129049 h 258097"/>
              <a:gd name="connsiteX3" fmla="*/ 1414234 w 1414234"/>
              <a:gd name="connsiteY3" fmla="*/ 258097 h 258097"/>
              <a:gd name="connsiteX4" fmla="*/ 0 w 1414234"/>
              <a:gd name="connsiteY4" fmla="*/ 258097 h 258097"/>
              <a:gd name="connsiteX5" fmla="*/ 0 w 1414234"/>
              <a:gd name="connsiteY5" fmla="*/ 0 h 258097"/>
              <a:gd name="connsiteX0" fmla="*/ 0 w 1414235"/>
              <a:gd name="connsiteY0" fmla="*/ 0 h 258097"/>
              <a:gd name="connsiteX1" fmla="*/ 1285186 w 1414235"/>
              <a:gd name="connsiteY1" fmla="*/ 0 h 258097"/>
              <a:gd name="connsiteX2" fmla="*/ 1414235 w 1414235"/>
              <a:gd name="connsiteY2" fmla="*/ 129049 h 258097"/>
              <a:gd name="connsiteX3" fmla="*/ 1414234 w 1414235"/>
              <a:gd name="connsiteY3" fmla="*/ 258097 h 258097"/>
              <a:gd name="connsiteX4" fmla="*/ 243348 w 1414235"/>
              <a:gd name="connsiteY4" fmla="*/ 258097 h 258097"/>
              <a:gd name="connsiteX5" fmla="*/ 0 w 1414235"/>
              <a:gd name="connsiteY5" fmla="*/ 0 h 258097"/>
              <a:gd name="connsiteX0" fmla="*/ 0 w 1178260"/>
              <a:gd name="connsiteY0" fmla="*/ 7374 h 258097"/>
              <a:gd name="connsiteX1" fmla="*/ 1049211 w 1178260"/>
              <a:gd name="connsiteY1" fmla="*/ 0 h 258097"/>
              <a:gd name="connsiteX2" fmla="*/ 1178260 w 1178260"/>
              <a:gd name="connsiteY2" fmla="*/ 129049 h 258097"/>
              <a:gd name="connsiteX3" fmla="*/ 1178259 w 1178260"/>
              <a:gd name="connsiteY3" fmla="*/ 258097 h 258097"/>
              <a:gd name="connsiteX4" fmla="*/ 7373 w 1178260"/>
              <a:gd name="connsiteY4" fmla="*/ 258097 h 258097"/>
              <a:gd name="connsiteX5" fmla="*/ 0 w 1178260"/>
              <a:gd name="connsiteY5" fmla="*/ 7374 h 2580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178260" h="258097">
                <a:moveTo>
                  <a:pt x="0" y="7374"/>
                </a:moveTo>
                <a:lnTo>
                  <a:pt x="1049211" y="0"/>
                </a:lnTo>
                <a:cubicBezTo>
                  <a:pt x="1120483" y="0"/>
                  <a:pt x="1178260" y="57777"/>
                  <a:pt x="1178260" y="129049"/>
                </a:cubicBezTo>
                <a:cubicBezTo>
                  <a:pt x="1178260" y="172065"/>
                  <a:pt x="1178259" y="215081"/>
                  <a:pt x="1178259" y="258097"/>
                </a:cubicBezTo>
                <a:lnTo>
                  <a:pt x="7373" y="258097"/>
                </a:lnTo>
                <a:lnTo>
                  <a:pt x="0" y="7374"/>
                </a:lnTo>
                <a:close/>
              </a:path>
            </a:pathLst>
          </a:custGeom>
          <a:gradFill flip="none" rotWithShape="1">
            <a:gsLst>
              <a:gs pos="63000">
                <a:srgbClr val="06D1D7"/>
              </a:gs>
              <a:gs pos="33000">
                <a:srgbClr val="23A295"/>
              </a:gs>
              <a:gs pos="0">
                <a:srgbClr val="57F6A2"/>
              </a:gs>
              <a:gs pos="100000">
                <a:srgbClr val="1B2048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latin typeface="Maven Pro"/>
              <a:ea typeface="Maven Pro"/>
              <a:cs typeface="Maven Pro"/>
              <a:sym typeface="Maven Pro"/>
            </a:endParaRPr>
          </a:p>
        </p:txBody>
      </p:sp>
      <p:pic>
        <p:nvPicPr>
          <p:cNvPr id="23" name="Gráfico 22">
            <a:extLst>
              <a:ext uri="{FF2B5EF4-FFF2-40B4-BE49-F238E27FC236}">
                <a16:creationId xmlns:a16="http://schemas.microsoft.com/office/drawing/2014/main" id="{CFEDBA1C-98F6-18A0-FE03-281AA8E049F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315683" y="3288925"/>
            <a:ext cx="5693063" cy="3355257"/>
          </a:xfrm>
          <a:prstGeom prst="rect">
            <a:avLst/>
          </a:prstGeom>
        </p:spPr>
      </p:pic>
      <p:grpSp>
        <p:nvGrpSpPr>
          <p:cNvPr id="25" name="Google Shape;938;p37">
            <a:extLst>
              <a:ext uri="{FF2B5EF4-FFF2-40B4-BE49-F238E27FC236}">
                <a16:creationId xmlns:a16="http://schemas.microsoft.com/office/drawing/2014/main" id="{393D2545-C97A-E487-483D-6C7BC6C69D0B}"/>
              </a:ext>
            </a:extLst>
          </p:cNvPr>
          <p:cNvGrpSpPr/>
          <p:nvPr/>
        </p:nvGrpSpPr>
        <p:grpSpPr>
          <a:xfrm rot="16200000">
            <a:off x="449290" y="92858"/>
            <a:ext cx="368002" cy="318643"/>
            <a:chOff x="8238071" y="2241175"/>
            <a:chExt cx="379279" cy="2095500"/>
          </a:xfrm>
          <a:gradFill>
            <a:gsLst>
              <a:gs pos="53000">
                <a:srgbClr val="23A295"/>
              </a:gs>
              <a:gs pos="0">
                <a:srgbClr val="57F6A2"/>
              </a:gs>
              <a:gs pos="100000">
                <a:srgbClr val="1B2048"/>
              </a:gs>
            </a:gsLst>
            <a:lin ang="5400000" scaled="1"/>
          </a:gradFill>
        </p:grpSpPr>
        <p:cxnSp>
          <p:nvCxnSpPr>
            <p:cNvPr id="32" name="Google Shape;945;p37">
              <a:extLst>
                <a:ext uri="{FF2B5EF4-FFF2-40B4-BE49-F238E27FC236}">
                  <a16:creationId xmlns:a16="http://schemas.microsoft.com/office/drawing/2014/main" id="{A5AC6C8A-83A7-7897-DAD7-73323729945D}"/>
                </a:ext>
              </a:extLst>
            </p:cNvPr>
            <p:cNvCxnSpPr/>
            <p:nvPr/>
          </p:nvCxnSpPr>
          <p:spPr>
            <a:xfrm>
              <a:off x="8313927" y="2241175"/>
              <a:ext cx="0" cy="2095500"/>
            </a:xfrm>
            <a:prstGeom prst="straightConnector1">
              <a:avLst/>
            </a:prstGeom>
            <a:grpFill/>
            <a:ln w="9525" cap="flat" cmpd="sng">
              <a:solidFill>
                <a:srgbClr val="1AB0A9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5" name="Google Shape;948;p37">
              <a:extLst>
                <a:ext uri="{FF2B5EF4-FFF2-40B4-BE49-F238E27FC236}">
                  <a16:creationId xmlns:a16="http://schemas.microsoft.com/office/drawing/2014/main" id="{564EA71B-41EF-0FAA-45BF-C766BBB20686}"/>
                </a:ext>
              </a:extLst>
            </p:cNvPr>
            <p:cNvCxnSpPr/>
            <p:nvPr/>
          </p:nvCxnSpPr>
          <p:spPr>
            <a:xfrm>
              <a:off x="8238071" y="2241175"/>
              <a:ext cx="0" cy="2095500"/>
            </a:xfrm>
            <a:prstGeom prst="straightConnector1">
              <a:avLst/>
            </a:prstGeom>
            <a:grpFill/>
            <a:ln w="9525" cap="flat" cmpd="sng">
              <a:solidFill>
                <a:srgbClr val="1AB0A9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6" name="Google Shape;949;p37">
              <a:extLst>
                <a:ext uri="{FF2B5EF4-FFF2-40B4-BE49-F238E27FC236}">
                  <a16:creationId xmlns:a16="http://schemas.microsoft.com/office/drawing/2014/main" id="{BF703A34-34C3-8802-2A48-3D94CBEF0942}"/>
                </a:ext>
              </a:extLst>
            </p:cNvPr>
            <p:cNvCxnSpPr/>
            <p:nvPr/>
          </p:nvCxnSpPr>
          <p:spPr>
            <a:xfrm>
              <a:off x="8389783" y="2241175"/>
              <a:ext cx="0" cy="2095500"/>
            </a:xfrm>
            <a:prstGeom prst="straightConnector1">
              <a:avLst/>
            </a:prstGeom>
            <a:grpFill/>
            <a:ln w="9525" cap="flat" cmpd="sng">
              <a:solidFill>
                <a:srgbClr val="1AB0A9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7" name="Google Shape;950;p37">
              <a:extLst>
                <a:ext uri="{FF2B5EF4-FFF2-40B4-BE49-F238E27FC236}">
                  <a16:creationId xmlns:a16="http://schemas.microsoft.com/office/drawing/2014/main" id="{86032FF0-0CBC-6909-C7A1-6761A80A1179}"/>
                </a:ext>
              </a:extLst>
            </p:cNvPr>
            <p:cNvCxnSpPr/>
            <p:nvPr/>
          </p:nvCxnSpPr>
          <p:spPr>
            <a:xfrm>
              <a:off x="8465638" y="2241175"/>
              <a:ext cx="0" cy="2095500"/>
            </a:xfrm>
            <a:prstGeom prst="straightConnector1">
              <a:avLst/>
            </a:prstGeom>
            <a:grpFill/>
            <a:ln w="9525" cap="flat" cmpd="sng">
              <a:solidFill>
                <a:srgbClr val="1AB0A9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8" name="Google Shape;951;p37">
              <a:extLst>
                <a:ext uri="{FF2B5EF4-FFF2-40B4-BE49-F238E27FC236}">
                  <a16:creationId xmlns:a16="http://schemas.microsoft.com/office/drawing/2014/main" id="{0303BF8A-8F04-3AEF-88D5-C2823B3DC18D}"/>
                </a:ext>
              </a:extLst>
            </p:cNvPr>
            <p:cNvCxnSpPr/>
            <p:nvPr/>
          </p:nvCxnSpPr>
          <p:spPr>
            <a:xfrm>
              <a:off x="8541494" y="2241175"/>
              <a:ext cx="0" cy="2095500"/>
            </a:xfrm>
            <a:prstGeom prst="straightConnector1">
              <a:avLst/>
            </a:prstGeom>
            <a:grpFill/>
            <a:ln w="9525" cap="flat" cmpd="sng">
              <a:solidFill>
                <a:srgbClr val="1AB0A9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9" name="Google Shape;952;p37">
              <a:extLst>
                <a:ext uri="{FF2B5EF4-FFF2-40B4-BE49-F238E27FC236}">
                  <a16:creationId xmlns:a16="http://schemas.microsoft.com/office/drawing/2014/main" id="{3042BAE4-EB69-0163-9853-541445F38D3A}"/>
                </a:ext>
              </a:extLst>
            </p:cNvPr>
            <p:cNvCxnSpPr/>
            <p:nvPr/>
          </p:nvCxnSpPr>
          <p:spPr>
            <a:xfrm>
              <a:off x="8617350" y="2241175"/>
              <a:ext cx="0" cy="2095500"/>
            </a:xfrm>
            <a:prstGeom prst="straightConnector1">
              <a:avLst/>
            </a:prstGeom>
            <a:grpFill/>
            <a:ln w="9525" cap="flat" cmpd="sng">
              <a:solidFill>
                <a:srgbClr val="1AB0A9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31">
          <a:extLst>
            <a:ext uri="{FF2B5EF4-FFF2-40B4-BE49-F238E27FC236}">
              <a16:creationId xmlns:a16="http://schemas.microsoft.com/office/drawing/2014/main" id="{15EDB999-E333-B2E9-B829-23D978E470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Gráfico 17">
            <a:extLst>
              <a:ext uri="{FF2B5EF4-FFF2-40B4-BE49-F238E27FC236}">
                <a16:creationId xmlns:a16="http://schemas.microsoft.com/office/drawing/2014/main" id="{57269E42-D64B-F1F4-9C96-E0855CACFD1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471287" y="-176981"/>
            <a:ext cx="10434025" cy="5320297"/>
          </a:xfrm>
          <a:prstGeom prst="rect">
            <a:avLst/>
          </a:prstGeom>
        </p:spPr>
      </p:pic>
      <p:sp>
        <p:nvSpPr>
          <p:cNvPr id="932" name="Google Shape;932;p37">
            <a:extLst>
              <a:ext uri="{FF2B5EF4-FFF2-40B4-BE49-F238E27FC236}">
                <a16:creationId xmlns:a16="http://schemas.microsoft.com/office/drawing/2014/main" id="{916B58C9-74A4-AE28-0AEC-B5F66DA95667}"/>
              </a:ext>
            </a:extLst>
          </p:cNvPr>
          <p:cNvSpPr txBox="1">
            <a:spLocks noGrp="1"/>
          </p:cNvSpPr>
          <p:nvPr>
            <p:ph type="ctrTitle" idx="4294967295"/>
          </p:nvPr>
        </p:nvSpPr>
        <p:spPr>
          <a:xfrm>
            <a:off x="675324" y="2573437"/>
            <a:ext cx="4523070" cy="564048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r>
              <a:rPr lang="pt-BR" sz="2400" b="1" dirty="0">
                <a:solidFill>
                  <a:srgbClr val="186E66"/>
                </a:solidFill>
                <a:latin typeface="+mj-lt"/>
              </a:rPr>
              <a:t>Jefferson Silva dos Anjos </a:t>
            </a:r>
            <a:br>
              <a:rPr lang="pt-BR" sz="1350" b="0" dirty="0">
                <a:solidFill>
                  <a:srgbClr val="186E66"/>
                </a:solidFill>
                <a:latin typeface="+mj-lt"/>
              </a:rPr>
            </a:br>
            <a:r>
              <a:rPr lang="pt-BR" sz="1350" b="0" dirty="0" err="1">
                <a:solidFill>
                  <a:srgbClr val="186E66"/>
                </a:solidFill>
                <a:latin typeface="+mj-lt"/>
              </a:rPr>
              <a:t>ex</a:t>
            </a:r>
            <a:r>
              <a:rPr lang="pt-BR" sz="1350" b="0" dirty="0">
                <a:solidFill>
                  <a:srgbClr val="186E66"/>
                </a:solidFill>
                <a:latin typeface="+mj-lt"/>
              </a:rPr>
              <a:t> - Bol</a:t>
            </a:r>
            <a:r>
              <a:rPr lang="pt-BR" sz="1350" dirty="0">
                <a:solidFill>
                  <a:srgbClr val="186E66"/>
                </a:solidFill>
                <a:latin typeface="+mj-lt"/>
              </a:rPr>
              <a:t>sista</a:t>
            </a:r>
            <a:endParaRPr lang="pt-BR" sz="1350" b="0" dirty="0">
              <a:solidFill>
                <a:srgbClr val="186E66"/>
              </a:solidFill>
              <a:latin typeface="+mj-lt"/>
            </a:endParaRPr>
          </a:p>
        </p:txBody>
      </p:sp>
      <p:sp>
        <p:nvSpPr>
          <p:cNvPr id="936" name="Google Shape;936;p37">
            <a:extLst>
              <a:ext uri="{FF2B5EF4-FFF2-40B4-BE49-F238E27FC236}">
                <a16:creationId xmlns:a16="http://schemas.microsoft.com/office/drawing/2014/main" id="{03B4CA7B-F5B8-8276-1A06-E90CA7767E6B}"/>
              </a:ext>
            </a:extLst>
          </p:cNvPr>
          <p:cNvSpPr/>
          <p:nvPr/>
        </p:nvSpPr>
        <p:spPr>
          <a:xfrm flipH="1">
            <a:off x="6158563" y="4160758"/>
            <a:ext cx="2985287" cy="982558"/>
          </a:xfrm>
          <a:prstGeom prst="round1Rect">
            <a:avLst>
              <a:gd name="adj" fmla="val 50000"/>
            </a:avLst>
          </a:prstGeom>
          <a:solidFill>
            <a:srgbClr val="1B204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latin typeface="Maven Pro"/>
              <a:ea typeface="Maven Pro"/>
              <a:cs typeface="Maven Pro"/>
              <a:sym typeface="Maven Pro"/>
            </a:endParaRPr>
          </a:p>
        </p:txBody>
      </p:sp>
      <p:sp>
        <p:nvSpPr>
          <p:cNvPr id="937" name="Google Shape;937;p37">
            <a:extLst>
              <a:ext uri="{FF2B5EF4-FFF2-40B4-BE49-F238E27FC236}">
                <a16:creationId xmlns:a16="http://schemas.microsoft.com/office/drawing/2014/main" id="{861E7A57-9EBC-4A8B-B55D-D24FF2F50587}"/>
              </a:ext>
            </a:extLst>
          </p:cNvPr>
          <p:cNvSpPr/>
          <p:nvPr/>
        </p:nvSpPr>
        <p:spPr>
          <a:xfrm flipH="1">
            <a:off x="5524419" y="4606918"/>
            <a:ext cx="3619432" cy="536462"/>
          </a:xfrm>
          <a:prstGeom prst="round1Rect">
            <a:avLst>
              <a:gd name="adj" fmla="val 50000"/>
            </a:avLst>
          </a:prstGeom>
          <a:gradFill flip="none" rotWithShape="1">
            <a:gsLst>
              <a:gs pos="63000">
                <a:srgbClr val="06D1D7"/>
              </a:gs>
              <a:gs pos="33000">
                <a:srgbClr val="23A295"/>
              </a:gs>
              <a:gs pos="0">
                <a:srgbClr val="57F6A2"/>
              </a:gs>
              <a:gs pos="100000">
                <a:srgbClr val="1B2048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latin typeface="Maven Pro"/>
              <a:ea typeface="Maven Pro"/>
              <a:cs typeface="Maven Pro"/>
              <a:sym typeface="Maven Pro"/>
            </a:endParaRPr>
          </a:p>
        </p:txBody>
      </p:sp>
      <p:grpSp>
        <p:nvGrpSpPr>
          <p:cNvPr id="938" name="Google Shape;938;p37">
            <a:extLst>
              <a:ext uri="{FF2B5EF4-FFF2-40B4-BE49-F238E27FC236}">
                <a16:creationId xmlns:a16="http://schemas.microsoft.com/office/drawing/2014/main" id="{F7E4D997-82AD-2374-DEE1-49B85E5DB6B9}"/>
              </a:ext>
            </a:extLst>
          </p:cNvPr>
          <p:cNvGrpSpPr/>
          <p:nvPr/>
        </p:nvGrpSpPr>
        <p:grpSpPr>
          <a:xfrm>
            <a:off x="7631225" y="3888188"/>
            <a:ext cx="986125" cy="448486"/>
            <a:chOff x="7631225" y="2241175"/>
            <a:chExt cx="986125" cy="2095500"/>
          </a:xfrm>
          <a:gradFill>
            <a:gsLst>
              <a:gs pos="53000">
                <a:srgbClr val="23A295"/>
              </a:gs>
              <a:gs pos="0">
                <a:srgbClr val="57F6A2"/>
              </a:gs>
              <a:gs pos="100000">
                <a:srgbClr val="1B2048"/>
              </a:gs>
            </a:gsLst>
            <a:lin ang="5400000" scaled="1"/>
          </a:gradFill>
        </p:grpSpPr>
        <p:cxnSp>
          <p:nvCxnSpPr>
            <p:cNvPr id="939" name="Google Shape;939;p37">
              <a:extLst>
                <a:ext uri="{FF2B5EF4-FFF2-40B4-BE49-F238E27FC236}">
                  <a16:creationId xmlns:a16="http://schemas.microsoft.com/office/drawing/2014/main" id="{60659A24-10BE-E50D-331D-F58842DD6261}"/>
                </a:ext>
              </a:extLst>
            </p:cNvPr>
            <p:cNvCxnSpPr/>
            <p:nvPr/>
          </p:nvCxnSpPr>
          <p:spPr>
            <a:xfrm>
              <a:off x="7631225" y="2241175"/>
              <a:ext cx="0" cy="2095500"/>
            </a:xfrm>
            <a:prstGeom prst="straightConnector1">
              <a:avLst/>
            </a:prstGeom>
            <a:grpFill/>
            <a:ln w="9525" cap="flat" cmpd="sng">
              <a:solidFill>
                <a:srgbClr val="1AB0A9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940" name="Google Shape;940;p37">
              <a:extLst>
                <a:ext uri="{FF2B5EF4-FFF2-40B4-BE49-F238E27FC236}">
                  <a16:creationId xmlns:a16="http://schemas.microsoft.com/office/drawing/2014/main" id="{8DCAD10C-8B8D-C8A2-23FE-BF86EE4B5307}"/>
                </a:ext>
              </a:extLst>
            </p:cNvPr>
            <p:cNvCxnSpPr/>
            <p:nvPr/>
          </p:nvCxnSpPr>
          <p:spPr>
            <a:xfrm>
              <a:off x="7707081" y="2241175"/>
              <a:ext cx="0" cy="2095500"/>
            </a:xfrm>
            <a:prstGeom prst="straightConnector1">
              <a:avLst/>
            </a:prstGeom>
            <a:grpFill/>
            <a:ln w="9525" cap="flat" cmpd="sng">
              <a:solidFill>
                <a:srgbClr val="1AB0A9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941" name="Google Shape;941;p37">
              <a:extLst>
                <a:ext uri="{FF2B5EF4-FFF2-40B4-BE49-F238E27FC236}">
                  <a16:creationId xmlns:a16="http://schemas.microsoft.com/office/drawing/2014/main" id="{EEB362EC-6FBD-AECE-1A3E-3DE1D37AD5F4}"/>
                </a:ext>
              </a:extLst>
            </p:cNvPr>
            <p:cNvCxnSpPr/>
            <p:nvPr/>
          </p:nvCxnSpPr>
          <p:spPr>
            <a:xfrm>
              <a:off x="7782937" y="2241175"/>
              <a:ext cx="0" cy="2095500"/>
            </a:xfrm>
            <a:prstGeom prst="straightConnector1">
              <a:avLst/>
            </a:prstGeom>
            <a:grpFill/>
            <a:ln w="9525" cap="flat" cmpd="sng">
              <a:solidFill>
                <a:srgbClr val="1AB0A9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942" name="Google Shape;942;p37">
              <a:extLst>
                <a:ext uri="{FF2B5EF4-FFF2-40B4-BE49-F238E27FC236}">
                  <a16:creationId xmlns:a16="http://schemas.microsoft.com/office/drawing/2014/main" id="{BC677269-77E9-D0BA-8C02-E259F4AE5797}"/>
                </a:ext>
              </a:extLst>
            </p:cNvPr>
            <p:cNvCxnSpPr/>
            <p:nvPr/>
          </p:nvCxnSpPr>
          <p:spPr>
            <a:xfrm>
              <a:off x="7858792" y="2241175"/>
              <a:ext cx="0" cy="2095500"/>
            </a:xfrm>
            <a:prstGeom prst="straightConnector1">
              <a:avLst/>
            </a:prstGeom>
            <a:grpFill/>
            <a:ln w="9525" cap="flat" cmpd="sng">
              <a:solidFill>
                <a:srgbClr val="1AB0A9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943" name="Google Shape;943;p37">
              <a:extLst>
                <a:ext uri="{FF2B5EF4-FFF2-40B4-BE49-F238E27FC236}">
                  <a16:creationId xmlns:a16="http://schemas.microsoft.com/office/drawing/2014/main" id="{F8684567-13B3-19A9-BC47-921D76EF134E}"/>
                </a:ext>
              </a:extLst>
            </p:cNvPr>
            <p:cNvCxnSpPr/>
            <p:nvPr/>
          </p:nvCxnSpPr>
          <p:spPr>
            <a:xfrm>
              <a:off x="8010504" y="2241175"/>
              <a:ext cx="0" cy="2095500"/>
            </a:xfrm>
            <a:prstGeom prst="straightConnector1">
              <a:avLst/>
            </a:prstGeom>
            <a:grpFill/>
            <a:ln w="9525" cap="flat" cmpd="sng">
              <a:solidFill>
                <a:srgbClr val="1AB0A9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944" name="Google Shape;944;p37">
              <a:extLst>
                <a:ext uri="{FF2B5EF4-FFF2-40B4-BE49-F238E27FC236}">
                  <a16:creationId xmlns:a16="http://schemas.microsoft.com/office/drawing/2014/main" id="{71BCDB0A-4B0E-7975-E6E7-F607F041A515}"/>
                </a:ext>
              </a:extLst>
            </p:cNvPr>
            <p:cNvCxnSpPr/>
            <p:nvPr/>
          </p:nvCxnSpPr>
          <p:spPr>
            <a:xfrm>
              <a:off x="8162215" y="2241175"/>
              <a:ext cx="0" cy="2095500"/>
            </a:xfrm>
            <a:prstGeom prst="straightConnector1">
              <a:avLst/>
            </a:prstGeom>
            <a:grpFill/>
            <a:ln w="9525" cap="flat" cmpd="sng">
              <a:solidFill>
                <a:srgbClr val="1AB0A9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945" name="Google Shape;945;p37">
              <a:extLst>
                <a:ext uri="{FF2B5EF4-FFF2-40B4-BE49-F238E27FC236}">
                  <a16:creationId xmlns:a16="http://schemas.microsoft.com/office/drawing/2014/main" id="{EC814A0D-E8A3-E76A-7D26-4EAF27C67920}"/>
                </a:ext>
              </a:extLst>
            </p:cNvPr>
            <p:cNvCxnSpPr/>
            <p:nvPr/>
          </p:nvCxnSpPr>
          <p:spPr>
            <a:xfrm>
              <a:off x="8313927" y="2241175"/>
              <a:ext cx="0" cy="2095500"/>
            </a:xfrm>
            <a:prstGeom prst="straightConnector1">
              <a:avLst/>
            </a:prstGeom>
            <a:grpFill/>
            <a:ln w="9525" cap="flat" cmpd="sng">
              <a:solidFill>
                <a:srgbClr val="1AB0A9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946" name="Google Shape;946;p37">
              <a:extLst>
                <a:ext uri="{FF2B5EF4-FFF2-40B4-BE49-F238E27FC236}">
                  <a16:creationId xmlns:a16="http://schemas.microsoft.com/office/drawing/2014/main" id="{3DFAA75F-A6E3-14F1-AA85-E0C2FA0E2043}"/>
                </a:ext>
              </a:extLst>
            </p:cNvPr>
            <p:cNvCxnSpPr/>
            <p:nvPr/>
          </p:nvCxnSpPr>
          <p:spPr>
            <a:xfrm>
              <a:off x="7934648" y="2241175"/>
              <a:ext cx="0" cy="2095500"/>
            </a:xfrm>
            <a:prstGeom prst="straightConnector1">
              <a:avLst/>
            </a:prstGeom>
            <a:grpFill/>
            <a:ln w="9525" cap="flat" cmpd="sng">
              <a:solidFill>
                <a:srgbClr val="1AB0A9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947" name="Google Shape;947;p37">
              <a:extLst>
                <a:ext uri="{FF2B5EF4-FFF2-40B4-BE49-F238E27FC236}">
                  <a16:creationId xmlns:a16="http://schemas.microsoft.com/office/drawing/2014/main" id="{2C772BF8-09F5-BE4F-40F8-EEA6A939061D}"/>
                </a:ext>
              </a:extLst>
            </p:cNvPr>
            <p:cNvCxnSpPr/>
            <p:nvPr/>
          </p:nvCxnSpPr>
          <p:spPr>
            <a:xfrm>
              <a:off x="8086360" y="2241175"/>
              <a:ext cx="0" cy="2095500"/>
            </a:xfrm>
            <a:prstGeom prst="straightConnector1">
              <a:avLst/>
            </a:prstGeom>
            <a:grpFill/>
            <a:ln w="9525" cap="flat" cmpd="sng">
              <a:solidFill>
                <a:srgbClr val="1AB0A9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948" name="Google Shape;948;p37">
              <a:extLst>
                <a:ext uri="{FF2B5EF4-FFF2-40B4-BE49-F238E27FC236}">
                  <a16:creationId xmlns:a16="http://schemas.microsoft.com/office/drawing/2014/main" id="{38E3608B-99B8-A2BA-2A5B-AA44E63DA937}"/>
                </a:ext>
              </a:extLst>
            </p:cNvPr>
            <p:cNvCxnSpPr/>
            <p:nvPr/>
          </p:nvCxnSpPr>
          <p:spPr>
            <a:xfrm>
              <a:off x="8238071" y="2241175"/>
              <a:ext cx="0" cy="2095500"/>
            </a:xfrm>
            <a:prstGeom prst="straightConnector1">
              <a:avLst/>
            </a:prstGeom>
            <a:grpFill/>
            <a:ln w="9525" cap="flat" cmpd="sng">
              <a:solidFill>
                <a:srgbClr val="1AB0A9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949" name="Google Shape;949;p37">
              <a:extLst>
                <a:ext uri="{FF2B5EF4-FFF2-40B4-BE49-F238E27FC236}">
                  <a16:creationId xmlns:a16="http://schemas.microsoft.com/office/drawing/2014/main" id="{02923C80-17CF-1230-F9C5-6011CE2DEC2A}"/>
                </a:ext>
              </a:extLst>
            </p:cNvPr>
            <p:cNvCxnSpPr/>
            <p:nvPr/>
          </p:nvCxnSpPr>
          <p:spPr>
            <a:xfrm>
              <a:off x="8389783" y="2241175"/>
              <a:ext cx="0" cy="2095500"/>
            </a:xfrm>
            <a:prstGeom prst="straightConnector1">
              <a:avLst/>
            </a:prstGeom>
            <a:grpFill/>
            <a:ln w="9525" cap="flat" cmpd="sng">
              <a:solidFill>
                <a:srgbClr val="1AB0A9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950" name="Google Shape;950;p37">
              <a:extLst>
                <a:ext uri="{FF2B5EF4-FFF2-40B4-BE49-F238E27FC236}">
                  <a16:creationId xmlns:a16="http://schemas.microsoft.com/office/drawing/2014/main" id="{04DA7893-B61A-0F66-D928-B365E7B00DF5}"/>
                </a:ext>
              </a:extLst>
            </p:cNvPr>
            <p:cNvCxnSpPr/>
            <p:nvPr/>
          </p:nvCxnSpPr>
          <p:spPr>
            <a:xfrm>
              <a:off x="8465638" y="2241175"/>
              <a:ext cx="0" cy="2095500"/>
            </a:xfrm>
            <a:prstGeom prst="straightConnector1">
              <a:avLst/>
            </a:prstGeom>
            <a:grpFill/>
            <a:ln w="9525" cap="flat" cmpd="sng">
              <a:solidFill>
                <a:srgbClr val="1AB0A9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951" name="Google Shape;951;p37">
              <a:extLst>
                <a:ext uri="{FF2B5EF4-FFF2-40B4-BE49-F238E27FC236}">
                  <a16:creationId xmlns:a16="http://schemas.microsoft.com/office/drawing/2014/main" id="{71BBF194-4416-DC43-23B0-D1CC2F569042}"/>
                </a:ext>
              </a:extLst>
            </p:cNvPr>
            <p:cNvCxnSpPr/>
            <p:nvPr/>
          </p:nvCxnSpPr>
          <p:spPr>
            <a:xfrm>
              <a:off x="8541494" y="2241175"/>
              <a:ext cx="0" cy="2095500"/>
            </a:xfrm>
            <a:prstGeom prst="straightConnector1">
              <a:avLst/>
            </a:prstGeom>
            <a:grpFill/>
            <a:ln w="9525" cap="flat" cmpd="sng">
              <a:solidFill>
                <a:srgbClr val="1AB0A9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952" name="Google Shape;952;p37">
              <a:extLst>
                <a:ext uri="{FF2B5EF4-FFF2-40B4-BE49-F238E27FC236}">
                  <a16:creationId xmlns:a16="http://schemas.microsoft.com/office/drawing/2014/main" id="{FD59864F-5644-F0DB-CAFD-84B0B5197639}"/>
                </a:ext>
              </a:extLst>
            </p:cNvPr>
            <p:cNvCxnSpPr/>
            <p:nvPr/>
          </p:nvCxnSpPr>
          <p:spPr>
            <a:xfrm>
              <a:off x="8617350" y="2241175"/>
              <a:ext cx="0" cy="2095500"/>
            </a:xfrm>
            <a:prstGeom prst="straightConnector1">
              <a:avLst/>
            </a:prstGeom>
            <a:grpFill/>
            <a:ln w="9525" cap="flat" cmpd="sng">
              <a:solidFill>
                <a:srgbClr val="1AB0A9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954" name="Google Shape;954;p37">
            <a:extLst>
              <a:ext uri="{FF2B5EF4-FFF2-40B4-BE49-F238E27FC236}">
                <a16:creationId xmlns:a16="http://schemas.microsoft.com/office/drawing/2014/main" id="{9EAEE25E-2C49-54B8-FC60-1A2478E2D4B8}"/>
              </a:ext>
            </a:extLst>
          </p:cNvPr>
          <p:cNvSpPr/>
          <p:nvPr/>
        </p:nvSpPr>
        <p:spPr>
          <a:xfrm>
            <a:off x="0" y="4513006"/>
            <a:ext cx="1255200" cy="630310"/>
          </a:xfrm>
          <a:prstGeom prst="rect">
            <a:avLst/>
          </a:prstGeom>
          <a:gradFill>
            <a:gsLst>
              <a:gs pos="33000">
                <a:srgbClr val="23A295"/>
              </a:gs>
              <a:gs pos="0">
                <a:srgbClr val="57F6A2"/>
              </a:gs>
              <a:gs pos="100000">
                <a:srgbClr val="1B2048"/>
              </a:gs>
            </a:gsLst>
            <a:path path="circle">
              <a:fillToRect l="100000" t="100000"/>
            </a:path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dirty="0">
              <a:latin typeface="Maven Pro"/>
              <a:ea typeface="Maven Pro"/>
              <a:cs typeface="Maven Pro"/>
              <a:sym typeface="Maven Pro"/>
            </a:endParaRPr>
          </a:p>
        </p:txBody>
      </p:sp>
      <p:sp>
        <p:nvSpPr>
          <p:cNvPr id="955" name="Google Shape;955;p37">
            <a:extLst>
              <a:ext uri="{FF2B5EF4-FFF2-40B4-BE49-F238E27FC236}">
                <a16:creationId xmlns:a16="http://schemas.microsoft.com/office/drawing/2014/main" id="{F45D65E8-4D9C-7C73-392A-FB6A36631842}"/>
              </a:ext>
            </a:extLst>
          </p:cNvPr>
          <p:cNvSpPr/>
          <p:nvPr/>
        </p:nvSpPr>
        <p:spPr>
          <a:xfrm>
            <a:off x="0" y="4829725"/>
            <a:ext cx="2263500" cy="313800"/>
          </a:xfrm>
          <a:prstGeom prst="round1Rect">
            <a:avLst>
              <a:gd name="adj" fmla="val 50000"/>
            </a:avLst>
          </a:prstGeom>
          <a:solidFill>
            <a:srgbClr val="1B204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latin typeface="Maven Pro"/>
              <a:ea typeface="Maven Pro"/>
              <a:cs typeface="Maven Pro"/>
              <a:sym typeface="Maven Pro"/>
            </a:endParaRPr>
          </a:p>
        </p:txBody>
      </p:sp>
      <p:sp>
        <p:nvSpPr>
          <p:cNvPr id="19" name="Google Shape;936;p37">
            <a:extLst>
              <a:ext uri="{FF2B5EF4-FFF2-40B4-BE49-F238E27FC236}">
                <a16:creationId xmlns:a16="http://schemas.microsoft.com/office/drawing/2014/main" id="{911BEA6C-B59F-966C-94D1-7B0688DE2E64}"/>
              </a:ext>
            </a:extLst>
          </p:cNvPr>
          <p:cNvSpPr/>
          <p:nvPr/>
        </p:nvSpPr>
        <p:spPr>
          <a:xfrm rot="16200000" flipH="1" flipV="1">
            <a:off x="-26331" y="5857"/>
            <a:ext cx="636272" cy="583606"/>
          </a:xfrm>
          <a:custGeom>
            <a:avLst/>
            <a:gdLst>
              <a:gd name="connsiteX0" fmla="*/ 0 w 1440059"/>
              <a:gd name="connsiteY0" fmla="*/ 0 h 583600"/>
              <a:gd name="connsiteX1" fmla="*/ 1148259 w 1440059"/>
              <a:gd name="connsiteY1" fmla="*/ 0 h 583600"/>
              <a:gd name="connsiteX2" fmla="*/ 1440059 w 1440059"/>
              <a:gd name="connsiteY2" fmla="*/ 291800 h 583600"/>
              <a:gd name="connsiteX3" fmla="*/ 1440059 w 1440059"/>
              <a:gd name="connsiteY3" fmla="*/ 583600 h 583600"/>
              <a:gd name="connsiteX4" fmla="*/ 0 w 1440059"/>
              <a:gd name="connsiteY4" fmla="*/ 583600 h 583600"/>
              <a:gd name="connsiteX5" fmla="*/ 0 w 1440059"/>
              <a:gd name="connsiteY5" fmla="*/ 0 h 583600"/>
              <a:gd name="connsiteX0" fmla="*/ 612059 w 1440059"/>
              <a:gd name="connsiteY0" fmla="*/ 0 h 583603"/>
              <a:gd name="connsiteX1" fmla="*/ 1148259 w 1440059"/>
              <a:gd name="connsiteY1" fmla="*/ 3 h 583603"/>
              <a:gd name="connsiteX2" fmla="*/ 1440059 w 1440059"/>
              <a:gd name="connsiteY2" fmla="*/ 291803 h 583603"/>
              <a:gd name="connsiteX3" fmla="*/ 1440059 w 1440059"/>
              <a:gd name="connsiteY3" fmla="*/ 583603 h 583603"/>
              <a:gd name="connsiteX4" fmla="*/ 0 w 1440059"/>
              <a:gd name="connsiteY4" fmla="*/ 583603 h 583603"/>
              <a:gd name="connsiteX5" fmla="*/ 612059 w 1440059"/>
              <a:gd name="connsiteY5" fmla="*/ 0 h 583603"/>
              <a:gd name="connsiteX0" fmla="*/ 0 w 828000"/>
              <a:gd name="connsiteY0" fmla="*/ 0 h 583603"/>
              <a:gd name="connsiteX1" fmla="*/ 536200 w 828000"/>
              <a:gd name="connsiteY1" fmla="*/ 3 h 583603"/>
              <a:gd name="connsiteX2" fmla="*/ 828000 w 828000"/>
              <a:gd name="connsiteY2" fmla="*/ 291803 h 583603"/>
              <a:gd name="connsiteX3" fmla="*/ 828000 w 828000"/>
              <a:gd name="connsiteY3" fmla="*/ 583603 h 583603"/>
              <a:gd name="connsiteX4" fmla="*/ 191728 w 828000"/>
              <a:gd name="connsiteY4" fmla="*/ 576229 h 583603"/>
              <a:gd name="connsiteX5" fmla="*/ 0 w 828000"/>
              <a:gd name="connsiteY5" fmla="*/ 0 h 583603"/>
              <a:gd name="connsiteX0" fmla="*/ 14749 w 636272"/>
              <a:gd name="connsiteY0" fmla="*/ 0 h 583606"/>
              <a:gd name="connsiteX1" fmla="*/ 344472 w 636272"/>
              <a:gd name="connsiteY1" fmla="*/ 6 h 583606"/>
              <a:gd name="connsiteX2" fmla="*/ 636272 w 636272"/>
              <a:gd name="connsiteY2" fmla="*/ 291806 h 583606"/>
              <a:gd name="connsiteX3" fmla="*/ 636272 w 636272"/>
              <a:gd name="connsiteY3" fmla="*/ 583606 h 583606"/>
              <a:gd name="connsiteX4" fmla="*/ 0 w 636272"/>
              <a:gd name="connsiteY4" fmla="*/ 576232 h 583606"/>
              <a:gd name="connsiteX5" fmla="*/ 14749 w 636272"/>
              <a:gd name="connsiteY5" fmla="*/ 0 h 5836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36272" h="583606">
                <a:moveTo>
                  <a:pt x="14749" y="0"/>
                </a:moveTo>
                <a:lnTo>
                  <a:pt x="344472" y="6"/>
                </a:lnTo>
                <a:cubicBezTo>
                  <a:pt x="505629" y="6"/>
                  <a:pt x="636272" y="130649"/>
                  <a:pt x="636272" y="291806"/>
                </a:cubicBezTo>
                <a:lnTo>
                  <a:pt x="636272" y="583606"/>
                </a:lnTo>
                <a:lnTo>
                  <a:pt x="0" y="576232"/>
                </a:lnTo>
                <a:lnTo>
                  <a:pt x="14749" y="0"/>
                </a:lnTo>
                <a:close/>
              </a:path>
            </a:pathLst>
          </a:custGeom>
          <a:solidFill>
            <a:srgbClr val="1B204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latin typeface="Maven Pro"/>
              <a:ea typeface="Maven Pro"/>
              <a:cs typeface="Maven Pro"/>
              <a:sym typeface="Maven Pro"/>
            </a:endParaRPr>
          </a:p>
        </p:txBody>
      </p:sp>
      <p:sp>
        <p:nvSpPr>
          <p:cNvPr id="20" name="Google Shape;937;p37">
            <a:extLst>
              <a:ext uri="{FF2B5EF4-FFF2-40B4-BE49-F238E27FC236}">
                <a16:creationId xmlns:a16="http://schemas.microsoft.com/office/drawing/2014/main" id="{61AD0B6C-2C86-3EDE-29E0-385F2381CC7A}"/>
              </a:ext>
            </a:extLst>
          </p:cNvPr>
          <p:cNvSpPr/>
          <p:nvPr/>
        </p:nvSpPr>
        <p:spPr>
          <a:xfrm rot="16200000" flipH="1" flipV="1">
            <a:off x="-223281" y="212082"/>
            <a:ext cx="765195" cy="318641"/>
          </a:xfrm>
          <a:custGeom>
            <a:avLst/>
            <a:gdLst>
              <a:gd name="connsiteX0" fmla="*/ 0 w 1745961"/>
              <a:gd name="connsiteY0" fmla="*/ 0 h 318637"/>
              <a:gd name="connsiteX1" fmla="*/ 1586643 w 1745961"/>
              <a:gd name="connsiteY1" fmla="*/ 0 h 318637"/>
              <a:gd name="connsiteX2" fmla="*/ 1745962 w 1745961"/>
              <a:gd name="connsiteY2" fmla="*/ 159319 h 318637"/>
              <a:gd name="connsiteX3" fmla="*/ 1745961 w 1745961"/>
              <a:gd name="connsiteY3" fmla="*/ 318637 h 318637"/>
              <a:gd name="connsiteX4" fmla="*/ 0 w 1745961"/>
              <a:gd name="connsiteY4" fmla="*/ 318637 h 318637"/>
              <a:gd name="connsiteX5" fmla="*/ 0 w 1745961"/>
              <a:gd name="connsiteY5" fmla="*/ 0 h 318637"/>
              <a:gd name="connsiteX0" fmla="*/ 980768 w 1745962"/>
              <a:gd name="connsiteY0" fmla="*/ 0 h 318637"/>
              <a:gd name="connsiteX1" fmla="*/ 1586643 w 1745962"/>
              <a:gd name="connsiteY1" fmla="*/ 0 h 318637"/>
              <a:gd name="connsiteX2" fmla="*/ 1745962 w 1745962"/>
              <a:gd name="connsiteY2" fmla="*/ 159319 h 318637"/>
              <a:gd name="connsiteX3" fmla="*/ 1745961 w 1745962"/>
              <a:gd name="connsiteY3" fmla="*/ 318637 h 318637"/>
              <a:gd name="connsiteX4" fmla="*/ 0 w 1745962"/>
              <a:gd name="connsiteY4" fmla="*/ 318637 h 318637"/>
              <a:gd name="connsiteX5" fmla="*/ 980768 w 1745962"/>
              <a:gd name="connsiteY5" fmla="*/ 0 h 318637"/>
              <a:gd name="connsiteX0" fmla="*/ 1 w 765195"/>
              <a:gd name="connsiteY0" fmla="*/ 0 h 318641"/>
              <a:gd name="connsiteX1" fmla="*/ 605876 w 765195"/>
              <a:gd name="connsiteY1" fmla="*/ 0 h 318641"/>
              <a:gd name="connsiteX2" fmla="*/ 765195 w 765195"/>
              <a:gd name="connsiteY2" fmla="*/ 159319 h 318641"/>
              <a:gd name="connsiteX3" fmla="*/ 765194 w 765195"/>
              <a:gd name="connsiteY3" fmla="*/ 318637 h 318641"/>
              <a:gd name="connsiteX4" fmla="*/ 0 w 765195"/>
              <a:gd name="connsiteY4" fmla="*/ 318641 h 318641"/>
              <a:gd name="connsiteX5" fmla="*/ 1 w 765195"/>
              <a:gd name="connsiteY5" fmla="*/ 0 h 3186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765195" h="318641">
                <a:moveTo>
                  <a:pt x="1" y="0"/>
                </a:moveTo>
                <a:lnTo>
                  <a:pt x="605876" y="0"/>
                </a:lnTo>
                <a:cubicBezTo>
                  <a:pt x="693865" y="0"/>
                  <a:pt x="765195" y="71330"/>
                  <a:pt x="765195" y="159319"/>
                </a:cubicBezTo>
                <a:cubicBezTo>
                  <a:pt x="765195" y="212425"/>
                  <a:pt x="765194" y="265531"/>
                  <a:pt x="765194" y="318637"/>
                </a:cubicBezTo>
                <a:lnTo>
                  <a:pt x="0" y="318641"/>
                </a:lnTo>
                <a:cubicBezTo>
                  <a:pt x="0" y="212427"/>
                  <a:pt x="1" y="106214"/>
                  <a:pt x="1" y="0"/>
                </a:cubicBezTo>
                <a:close/>
              </a:path>
            </a:pathLst>
          </a:custGeom>
          <a:gradFill flip="none" rotWithShape="1">
            <a:gsLst>
              <a:gs pos="63000">
                <a:srgbClr val="06D1D7"/>
              </a:gs>
              <a:gs pos="33000">
                <a:srgbClr val="23A295"/>
              </a:gs>
              <a:gs pos="0">
                <a:srgbClr val="57F6A2"/>
              </a:gs>
              <a:gs pos="100000">
                <a:srgbClr val="1B2048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latin typeface="Maven Pro"/>
              <a:ea typeface="Maven Pro"/>
              <a:cs typeface="Maven Pro"/>
              <a:sym typeface="Maven Pro"/>
            </a:endParaRPr>
          </a:p>
        </p:txBody>
      </p:sp>
      <p:pic>
        <p:nvPicPr>
          <p:cNvPr id="23" name="Gráfico 22">
            <a:extLst>
              <a:ext uri="{FF2B5EF4-FFF2-40B4-BE49-F238E27FC236}">
                <a16:creationId xmlns:a16="http://schemas.microsoft.com/office/drawing/2014/main" id="{96C860B4-C1DE-EE6D-D9E1-F46214903FD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315683" y="3288925"/>
            <a:ext cx="5693063" cy="3355257"/>
          </a:xfrm>
          <a:prstGeom prst="rect">
            <a:avLst/>
          </a:prstGeom>
        </p:spPr>
      </p:pic>
      <p:grpSp>
        <p:nvGrpSpPr>
          <p:cNvPr id="25" name="Google Shape;938;p37">
            <a:extLst>
              <a:ext uri="{FF2B5EF4-FFF2-40B4-BE49-F238E27FC236}">
                <a16:creationId xmlns:a16="http://schemas.microsoft.com/office/drawing/2014/main" id="{7AB9375B-A1BC-403D-F114-355CB77D8E59}"/>
              </a:ext>
            </a:extLst>
          </p:cNvPr>
          <p:cNvGrpSpPr/>
          <p:nvPr/>
        </p:nvGrpSpPr>
        <p:grpSpPr>
          <a:xfrm rot="16200000">
            <a:off x="449290" y="92858"/>
            <a:ext cx="368002" cy="318643"/>
            <a:chOff x="8238071" y="2241175"/>
            <a:chExt cx="379279" cy="2095500"/>
          </a:xfrm>
          <a:gradFill>
            <a:gsLst>
              <a:gs pos="53000">
                <a:srgbClr val="23A295"/>
              </a:gs>
              <a:gs pos="0">
                <a:srgbClr val="57F6A2"/>
              </a:gs>
              <a:gs pos="100000">
                <a:srgbClr val="1B2048"/>
              </a:gs>
            </a:gsLst>
            <a:lin ang="5400000" scaled="1"/>
          </a:gradFill>
        </p:grpSpPr>
        <p:cxnSp>
          <p:nvCxnSpPr>
            <p:cNvPr id="32" name="Google Shape;945;p37">
              <a:extLst>
                <a:ext uri="{FF2B5EF4-FFF2-40B4-BE49-F238E27FC236}">
                  <a16:creationId xmlns:a16="http://schemas.microsoft.com/office/drawing/2014/main" id="{89E4F83C-518A-E13B-6EBD-72B49F370B83}"/>
                </a:ext>
              </a:extLst>
            </p:cNvPr>
            <p:cNvCxnSpPr/>
            <p:nvPr/>
          </p:nvCxnSpPr>
          <p:spPr>
            <a:xfrm>
              <a:off x="8313927" y="2241175"/>
              <a:ext cx="0" cy="2095500"/>
            </a:xfrm>
            <a:prstGeom prst="straightConnector1">
              <a:avLst/>
            </a:prstGeom>
            <a:grpFill/>
            <a:ln w="9525" cap="flat" cmpd="sng">
              <a:solidFill>
                <a:srgbClr val="1AB0A9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5" name="Google Shape;948;p37">
              <a:extLst>
                <a:ext uri="{FF2B5EF4-FFF2-40B4-BE49-F238E27FC236}">
                  <a16:creationId xmlns:a16="http://schemas.microsoft.com/office/drawing/2014/main" id="{06E71FBA-1202-8746-BD6F-DC7868778E28}"/>
                </a:ext>
              </a:extLst>
            </p:cNvPr>
            <p:cNvCxnSpPr/>
            <p:nvPr/>
          </p:nvCxnSpPr>
          <p:spPr>
            <a:xfrm>
              <a:off x="8238071" y="2241175"/>
              <a:ext cx="0" cy="2095500"/>
            </a:xfrm>
            <a:prstGeom prst="straightConnector1">
              <a:avLst/>
            </a:prstGeom>
            <a:grpFill/>
            <a:ln w="9525" cap="flat" cmpd="sng">
              <a:solidFill>
                <a:srgbClr val="1AB0A9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6" name="Google Shape;949;p37">
              <a:extLst>
                <a:ext uri="{FF2B5EF4-FFF2-40B4-BE49-F238E27FC236}">
                  <a16:creationId xmlns:a16="http://schemas.microsoft.com/office/drawing/2014/main" id="{665AC9DD-ABF9-A177-8B26-285F4EA4FD67}"/>
                </a:ext>
              </a:extLst>
            </p:cNvPr>
            <p:cNvCxnSpPr/>
            <p:nvPr/>
          </p:nvCxnSpPr>
          <p:spPr>
            <a:xfrm>
              <a:off x="8389783" y="2241175"/>
              <a:ext cx="0" cy="2095500"/>
            </a:xfrm>
            <a:prstGeom prst="straightConnector1">
              <a:avLst/>
            </a:prstGeom>
            <a:grpFill/>
            <a:ln w="9525" cap="flat" cmpd="sng">
              <a:solidFill>
                <a:srgbClr val="1AB0A9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7" name="Google Shape;950;p37">
              <a:extLst>
                <a:ext uri="{FF2B5EF4-FFF2-40B4-BE49-F238E27FC236}">
                  <a16:creationId xmlns:a16="http://schemas.microsoft.com/office/drawing/2014/main" id="{5DDCCF7C-4FAC-85CB-8936-91EED797C1AE}"/>
                </a:ext>
              </a:extLst>
            </p:cNvPr>
            <p:cNvCxnSpPr/>
            <p:nvPr/>
          </p:nvCxnSpPr>
          <p:spPr>
            <a:xfrm>
              <a:off x="8465638" y="2241175"/>
              <a:ext cx="0" cy="2095500"/>
            </a:xfrm>
            <a:prstGeom prst="straightConnector1">
              <a:avLst/>
            </a:prstGeom>
            <a:grpFill/>
            <a:ln w="9525" cap="flat" cmpd="sng">
              <a:solidFill>
                <a:srgbClr val="1AB0A9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8" name="Google Shape;951;p37">
              <a:extLst>
                <a:ext uri="{FF2B5EF4-FFF2-40B4-BE49-F238E27FC236}">
                  <a16:creationId xmlns:a16="http://schemas.microsoft.com/office/drawing/2014/main" id="{189711C5-894F-E6D0-E1F6-CBCBE08BC719}"/>
                </a:ext>
              </a:extLst>
            </p:cNvPr>
            <p:cNvCxnSpPr/>
            <p:nvPr/>
          </p:nvCxnSpPr>
          <p:spPr>
            <a:xfrm>
              <a:off x="8541494" y="2241175"/>
              <a:ext cx="0" cy="2095500"/>
            </a:xfrm>
            <a:prstGeom prst="straightConnector1">
              <a:avLst/>
            </a:prstGeom>
            <a:grpFill/>
            <a:ln w="9525" cap="flat" cmpd="sng">
              <a:solidFill>
                <a:srgbClr val="1AB0A9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9" name="Google Shape;952;p37">
              <a:extLst>
                <a:ext uri="{FF2B5EF4-FFF2-40B4-BE49-F238E27FC236}">
                  <a16:creationId xmlns:a16="http://schemas.microsoft.com/office/drawing/2014/main" id="{370826E0-8F6A-4B04-050F-C2E7FD74827E}"/>
                </a:ext>
              </a:extLst>
            </p:cNvPr>
            <p:cNvCxnSpPr/>
            <p:nvPr/>
          </p:nvCxnSpPr>
          <p:spPr>
            <a:xfrm>
              <a:off x="8617350" y="2241175"/>
              <a:ext cx="0" cy="2095500"/>
            </a:xfrm>
            <a:prstGeom prst="straightConnector1">
              <a:avLst/>
            </a:prstGeom>
            <a:grpFill/>
            <a:ln w="9525" cap="flat" cmpd="sng">
              <a:solidFill>
                <a:srgbClr val="1AB0A9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3" name="Título 1">
            <a:extLst>
              <a:ext uri="{FF2B5EF4-FFF2-40B4-BE49-F238E27FC236}">
                <a16:creationId xmlns:a16="http://schemas.microsoft.com/office/drawing/2014/main" id="{E4503BDA-D6B3-6819-E42C-955058121DAF}"/>
              </a:ext>
            </a:extLst>
          </p:cNvPr>
          <p:cNvSpPr txBox="1">
            <a:spLocks/>
          </p:cNvSpPr>
          <p:nvPr/>
        </p:nvSpPr>
        <p:spPr>
          <a:xfrm>
            <a:off x="675324" y="1625597"/>
            <a:ext cx="7335180" cy="5640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Montserrat"/>
              <a:buNone/>
              <a:defRPr sz="52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Montserrat"/>
              <a:buNone/>
              <a:defRPr sz="52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Montserrat"/>
              <a:buNone/>
              <a:defRPr sz="52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Montserrat"/>
              <a:buNone/>
              <a:defRPr sz="52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Montserrat"/>
              <a:buNone/>
              <a:defRPr sz="52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Montserrat"/>
              <a:buNone/>
              <a:defRPr sz="52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Montserrat"/>
              <a:buNone/>
              <a:defRPr sz="52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Montserrat"/>
              <a:buNone/>
              <a:defRPr sz="52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Montserrat"/>
              <a:buNone/>
              <a:defRPr sz="52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algn="l"/>
            <a:r>
              <a:rPr lang="pt-BR" sz="2000" dirty="0">
                <a:latin typeface="+mj-lt"/>
                <a:cs typeface="Arial" panose="020B0604020202020204" pitchFamily="34" charset="0"/>
              </a:rPr>
              <a:t>Clusterização semântica de notícias da Polícia Federal com apoio de LLM</a:t>
            </a:r>
          </a:p>
        </p:txBody>
      </p:sp>
      <p:sp>
        <p:nvSpPr>
          <p:cNvPr id="5" name="Google Shape;932;p37">
            <a:extLst>
              <a:ext uri="{FF2B5EF4-FFF2-40B4-BE49-F238E27FC236}">
                <a16:creationId xmlns:a16="http://schemas.microsoft.com/office/drawing/2014/main" id="{0AF21FD4-88DE-2BC9-AB12-CFE80934E9E3}"/>
              </a:ext>
            </a:extLst>
          </p:cNvPr>
          <p:cNvSpPr txBox="1">
            <a:spLocks/>
          </p:cNvSpPr>
          <p:nvPr/>
        </p:nvSpPr>
        <p:spPr>
          <a:xfrm>
            <a:off x="7194305" y="528340"/>
            <a:ext cx="1661894" cy="2259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None/>
              <a:defRPr sz="28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None/>
              <a:defRPr sz="28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None/>
              <a:defRPr sz="28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None/>
              <a:defRPr sz="28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None/>
              <a:defRPr sz="28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None/>
              <a:defRPr sz="28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None/>
              <a:defRPr sz="28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None/>
              <a:defRPr sz="28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None/>
              <a:defRPr sz="28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r>
              <a:rPr lang="pt-BR" sz="600" b="0" dirty="0">
                <a:solidFill>
                  <a:srgbClr val="186E66"/>
                </a:solidFill>
                <a:latin typeface="+mj-lt"/>
                <a:cs typeface="Arial" panose="020B0604020202020204" pitchFamily="34" charset="0"/>
              </a:rPr>
              <a:t>Há mais de 60 anos pensando o Brasil</a:t>
            </a:r>
          </a:p>
        </p:txBody>
      </p:sp>
      <p:grpSp>
        <p:nvGrpSpPr>
          <p:cNvPr id="6" name="Agrupar 5">
            <a:extLst>
              <a:ext uri="{FF2B5EF4-FFF2-40B4-BE49-F238E27FC236}">
                <a16:creationId xmlns:a16="http://schemas.microsoft.com/office/drawing/2014/main" id="{03C07B1B-516B-63A6-4FF3-7FD26FA556EA}"/>
              </a:ext>
            </a:extLst>
          </p:cNvPr>
          <p:cNvGrpSpPr/>
          <p:nvPr/>
        </p:nvGrpSpPr>
        <p:grpSpPr>
          <a:xfrm>
            <a:off x="7070035" y="156184"/>
            <a:ext cx="1722295" cy="405506"/>
            <a:chOff x="4782913" y="272045"/>
            <a:chExt cx="3752189" cy="883435"/>
          </a:xfrm>
        </p:grpSpPr>
        <p:pic>
          <p:nvPicPr>
            <p:cNvPr id="7" name="Imagem 6" descr="Interface gráfica do usuário, Texto&#10;&#10;O conteúdo gerado por IA pode estar incorreto.">
              <a:extLst>
                <a:ext uri="{FF2B5EF4-FFF2-40B4-BE49-F238E27FC236}">
                  <a16:creationId xmlns:a16="http://schemas.microsoft.com/office/drawing/2014/main" id="{31D6AA3B-0771-DE40-2E37-8F926FB69ABE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4782913" y="272045"/>
              <a:ext cx="3752189" cy="883435"/>
            </a:xfrm>
            <a:prstGeom prst="rect">
              <a:avLst/>
            </a:prstGeom>
          </p:spPr>
        </p:pic>
        <p:cxnSp>
          <p:nvCxnSpPr>
            <p:cNvPr id="8" name="Conector reto 7">
              <a:extLst>
                <a:ext uri="{FF2B5EF4-FFF2-40B4-BE49-F238E27FC236}">
                  <a16:creationId xmlns:a16="http://schemas.microsoft.com/office/drawing/2014/main" id="{1A76D01E-9B1D-5A2D-CBEE-CA21C443B27D}"/>
                </a:ext>
              </a:extLst>
            </p:cNvPr>
            <p:cNvCxnSpPr>
              <a:cxnSpLocks/>
            </p:cNvCxnSpPr>
            <p:nvPr/>
          </p:nvCxnSpPr>
          <p:spPr>
            <a:xfrm>
              <a:off x="5253460" y="1066595"/>
              <a:ext cx="3264536" cy="16228"/>
            </a:xfrm>
            <a:prstGeom prst="line">
              <a:avLst/>
            </a:prstGeom>
            <a:ln>
              <a:solidFill>
                <a:srgbClr val="00445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9" name="Google Shape;937;p37">
            <a:extLst>
              <a:ext uri="{FF2B5EF4-FFF2-40B4-BE49-F238E27FC236}">
                <a16:creationId xmlns:a16="http://schemas.microsoft.com/office/drawing/2014/main" id="{8FC08E8A-6624-EED8-E1BE-4FBE7E0244FD}"/>
              </a:ext>
            </a:extLst>
          </p:cNvPr>
          <p:cNvSpPr/>
          <p:nvPr/>
        </p:nvSpPr>
        <p:spPr>
          <a:xfrm flipH="1" flipV="1">
            <a:off x="8773117" y="52"/>
            <a:ext cx="369846" cy="249032"/>
          </a:xfrm>
          <a:custGeom>
            <a:avLst/>
            <a:gdLst>
              <a:gd name="connsiteX0" fmla="*/ 0 w 1414234"/>
              <a:gd name="connsiteY0" fmla="*/ 0 h 258097"/>
              <a:gd name="connsiteX1" fmla="*/ 1285186 w 1414234"/>
              <a:gd name="connsiteY1" fmla="*/ 0 h 258097"/>
              <a:gd name="connsiteX2" fmla="*/ 1414235 w 1414234"/>
              <a:gd name="connsiteY2" fmla="*/ 129049 h 258097"/>
              <a:gd name="connsiteX3" fmla="*/ 1414234 w 1414234"/>
              <a:gd name="connsiteY3" fmla="*/ 258097 h 258097"/>
              <a:gd name="connsiteX4" fmla="*/ 0 w 1414234"/>
              <a:gd name="connsiteY4" fmla="*/ 258097 h 258097"/>
              <a:gd name="connsiteX5" fmla="*/ 0 w 1414234"/>
              <a:gd name="connsiteY5" fmla="*/ 0 h 258097"/>
              <a:gd name="connsiteX0" fmla="*/ 0 w 1414235"/>
              <a:gd name="connsiteY0" fmla="*/ 0 h 258097"/>
              <a:gd name="connsiteX1" fmla="*/ 1285186 w 1414235"/>
              <a:gd name="connsiteY1" fmla="*/ 0 h 258097"/>
              <a:gd name="connsiteX2" fmla="*/ 1414235 w 1414235"/>
              <a:gd name="connsiteY2" fmla="*/ 129049 h 258097"/>
              <a:gd name="connsiteX3" fmla="*/ 1414234 w 1414235"/>
              <a:gd name="connsiteY3" fmla="*/ 258097 h 258097"/>
              <a:gd name="connsiteX4" fmla="*/ 243348 w 1414235"/>
              <a:gd name="connsiteY4" fmla="*/ 258097 h 258097"/>
              <a:gd name="connsiteX5" fmla="*/ 0 w 1414235"/>
              <a:gd name="connsiteY5" fmla="*/ 0 h 258097"/>
              <a:gd name="connsiteX0" fmla="*/ 0 w 1178260"/>
              <a:gd name="connsiteY0" fmla="*/ 7374 h 258097"/>
              <a:gd name="connsiteX1" fmla="*/ 1049211 w 1178260"/>
              <a:gd name="connsiteY1" fmla="*/ 0 h 258097"/>
              <a:gd name="connsiteX2" fmla="*/ 1178260 w 1178260"/>
              <a:gd name="connsiteY2" fmla="*/ 129049 h 258097"/>
              <a:gd name="connsiteX3" fmla="*/ 1178259 w 1178260"/>
              <a:gd name="connsiteY3" fmla="*/ 258097 h 258097"/>
              <a:gd name="connsiteX4" fmla="*/ 7373 w 1178260"/>
              <a:gd name="connsiteY4" fmla="*/ 258097 h 258097"/>
              <a:gd name="connsiteX5" fmla="*/ 0 w 1178260"/>
              <a:gd name="connsiteY5" fmla="*/ 7374 h 258097"/>
              <a:gd name="connsiteX0" fmla="*/ 0 w 1178260"/>
              <a:gd name="connsiteY0" fmla="*/ 7374 h 265471"/>
              <a:gd name="connsiteX1" fmla="*/ 1049211 w 1178260"/>
              <a:gd name="connsiteY1" fmla="*/ 0 h 265471"/>
              <a:gd name="connsiteX2" fmla="*/ 1178260 w 1178260"/>
              <a:gd name="connsiteY2" fmla="*/ 129049 h 265471"/>
              <a:gd name="connsiteX3" fmla="*/ 1178259 w 1178260"/>
              <a:gd name="connsiteY3" fmla="*/ 258097 h 265471"/>
              <a:gd name="connsiteX4" fmla="*/ 619431 w 1178260"/>
              <a:gd name="connsiteY4" fmla="*/ 265471 h 265471"/>
              <a:gd name="connsiteX5" fmla="*/ 0 w 1178260"/>
              <a:gd name="connsiteY5" fmla="*/ 7374 h 265471"/>
              <a:gd name="connsiteX0" fmla="*/ 0 w 566202"/>
              <a:gd name="connsiteY0" fmla="*/ 0 h 280219"/>
              <a:gd name="connsiteX1" fmla="*/ 437153 w 566202"/>
              <a:gd name="connsiteY1" fmla="*/ 14748 h 280219"/>
              <a:gd name="connsiteX2" fmla="*/ 566202 w 566202"/>
              <a:gd name="connsiteY2" fmla="*/ 143797 h 280219"/>
              <a:gd name="connsiteX3" fmla="*/ 566201 w 566202"/>
              <a:gd name="connsiteY3" fmla="*/ 272845 h 280219"/>
              <a:gd name="connsiteX4" fmla="*/ 7373 w 566202"/>
              <a:gd name="connsiteY4" fmla="*/ 280219 h 280219"/>
              <a:gd name="connsiteX5" fmla="*/ 0 w 566202"/>
              <a:gd name="connsiteY5" fmla="*/ 0 h 280219"/>
              <a:gd name="connsiteX0" fmla="*/ 0 w 566202"/>
              <a:gd name="connsiteY0" fmla="*/ 0 h 280219"/>
              <a:gd name="connsiteX1" fmla="*/ 437153 w 566202"/>
              <a:gd name="connsiteY1" fmla="*/ 14748 h 280219"/>
              <a:gd name="connsiteX2" fmla="*/ 566202 w 566202"/>
              <a:gd name="connsiteY2" fmla="*/ 143797 h 280219"/>
              <a:gd name="connsiteX3" fmla="*/ 566201 w 566202"/>
              <a:gd name="connsiteY3" fmla="*/ 272845 h 280219"/>
              <a:gd name="connsiteX4" fmla="*/ 58992 w 566202"/>
              <a:gd name="connsiteY4" fmla="*/ 280219 h 280219"/>
              <a:gd name="connsiteX5" fmla="*/ 0 w 566202"/>
              <a:gd name="connsiteY5" fmla="*/ 0 h 280219"/>
              <a:gd name="connsiteX0" fmla="*/ 0 w 566202"/>
              <a:gd name="connsiteY0" fmla="*/ 0 h 272845"/>
              <a:gd name="connsiteX1" fmla="*/ 437153 w 566202"/>
              <a:gd name="connsiteY1" fmla="*/ 14748 h 272845"/>
              <a:gd name="connsiteX2" fmla="*/ 566202 w 566202"/>
              <a:gd name="connsiteY2" fmla="*/ 143797 h 272845"/>
              <a:gd name="connsiteX3" fmla="*/ 566201 w 566202"/>
              <a:gd name="connsiteY3" fmla="*/ 272845 h 272845"/>
              <a:gd name="connsiteX4" fmla="*/ 209118 w 566202"/>
              <a:gd name="connsiteY4" fmla="*/ 262022 h 272845"/>
              <a:gd name="connsiteX5" fmla="*/ 0 w 566202"/>
              <a:gd name="connsiteY5" fmla="*/ 0 h 272845"/>
              <a:gd name="connsiteX0" fmla="*/ 0 w 366035"/>
              <a:gd name="connsiteY0" fmla="*/ 0 h 272845"/>
              <a:gd name="connsiteX1" fmla="*/ 236986 w 366035"/>
              <a:gd name="connsiteY1" fmla="*/ 14748 h 272845"/>
              <a:gd name="connsiteX2" fmla="*/ 366035 w 366035"/>
              <a:gd name="connsiteY2" fmla="*/ 143797 h 272845"/>
              <a:gd name="connsiteX3" fmla="*/ 366034 w 366035"/>
              <a:gd name="connsiteY3" fmla="*/ 272845 h 272845"/>
              <a:gd name="connsiteX4" fmla="*/ 8951 w 366035"/>
              <a:gd name="connsiteY4" fmla="*/ 262022 h 272845"/>
              <a:gd name="connsiteX5" fmla="*/ 0 w 366035"/>
              <a:gd name="connsiteY5" fmla="*/ 0 h 272845"/>
              <a:gd name="connsiteX0" fmla="*/ 0 w 366035"/>
              <a:gd name="connsiteY0" fmla="*/ 0 h 272845"/>
              <a:gd name="connsiteX1" fmla="*/ 236986 w 366035"/>
              <a:gd name="connsiteY1" fmla="*/ 14748 h 272845"/>
              <a:gd name="connsiteX2" fmla="*/ 366035 w 366035"/>
              <a:gd name="connsiteY2" fmla="*/ 143797 h 272845"/>
              <a:gd name="connsiteX3" fmla="*/ 366034 w 366035"/>
              <a:gd name="connsiteY3" fmla="*/ 272845 h 272845"/>
              <a:gd name="connsiteX4" fmla="*/ 99438 w 366035"/>
              <a:gd name="connsiteY4" fmla="*/ 247734 h 272845"/>
              <a:gd name="connsiteX5" fmla="*/ 0 w 366035"/>
              <a:gd name="connsiteY5" fmla="*/ 0 h 272845"/>
              <a:gd name="connsiteX0" fmla="*/ 0 w 366035"/>
              <a:gd name="connsiteY0" fmla="*/ 0 h 272845"/>
              <a:gd name="connsiteX1" fmla="*/ 236986 w 366035"/>
              <a:gd name="connsiteY1" fmla="*/ 14748 h 272845"/>
              <a:gd name="connsiteX2" fmla="*/ 366035 w 366035"/>
              <a:gd name="connsiteY2" fmla="*/ 143797 h 272845"/>
              <a:gd name="connsiteX3" fmla="*/ 366034 w 366035"/>
              <a:gd name="connsiteY3" fmla="*/ 272845 h 272845"/>
              <a:gd name="connsiteX4" fmla="*/ 25619 w 366035"/>
              <a:gd name="connsiteY4" fmla="*/ 259641 h 272845"/>
              <a:gd name="connsiteX5" fmla="*/ 0 w 366035"/>
              <a:gd name="connsiteY5" fmla="*/ 0 h 272845"/>
              <a:gd name="connsiteX0" fmla="*/ 5337 w 340416"/>
              <a:gd name="connsiteY0" fmla="*/ 0 h 268083"/>
              <a:gd name="connsiteX1" fmla="*/ 211367 w 340416"/>
              <a:gd name="connsiteY1" fmla="*/ 9986 h 268083"/>
              <a:gd name="connsiteX2" fmla="*/ 340416 w 340416"/>
              <a:gd name="connsiteY2" fmla="*/ 139035 h 268083"/>
              <a:gd name="connsiteX3" fmla="*/ 340415 w 340416"/>
              <a:gd name="connsiteY3" fmla="*/ 268083 h 268083"/>
              <a:gd name="connsiteX4" fmla="*/ 0 w 340416"/>
              <a:gd name="connsiteY4" fmla="*/ 254879 h 268083"/>
              <a:gd name="connsiteX5" fmla="*/ 5337 w 340416"/>
              <a:gd name="connsiteY5" fmla="*/ 0 h 268083"/>
              <a:gd name="connsiteX0" fmla="*/ 5337 w 353901"/>
              <a:gd name="connsiteY0" fmla="*/ 0 h 254879"/>
              <a:gd name="connsiteX1" fmla="*/ 211367 w 353901"/>
              <a:gd name="connsiteY1" fmla="*/ 9986 h 254879"/>
              <a:gd name="connsiteX2" fmla="*/ 340416 w 353901"/>
              <a:gd name="connsiteY2" fmla="*/ 139035 h 254879"/>
              <a:gd name="connsiteX3" fmla="*/ 349940 w 353901"/>
              <a:gd name="connsiteY3" fmla="*/ 253795 h 254879"/>
              <a:gd name="connsiteX4" fmla="*/ 0 w 353901"/>
              <a:gd name="connsiteY4" fmla="*/ 254879 h 254879"/>
              <a:gd name="connsiteX5" fmla="*/ 5337 w 353901"/>
              <a:gd name="connsiteY5" fmla="*/ 0 h 254879"/>
              <a:gd name="connsiteX0" fmla="*/ 7718 w 356282"/>
              <a:gd name="connsiteY0" fmla="*/ 0 h 253795"/>
              <a:gd name="connsiteX1" fmla="*/ 213748 w 356282"/>
              <a:gd name="connsiteY1" fmla="*/ 9986 h 253795"/>
              <a:gd name="connsiteX2" fmla="*/ 342797 w 356282"/>
              <a:gd name="connsiteY2" fmla="*/ 139035 h 253795"/>
              <a:gd name="connsiteX3" fmla="*/ 352321 w 356282"/>
              <a:gd name="connsiteY3" fmla="*/ 253795 h 253795"/>
              <a:gd name="connsiteX4" fmla="*/ 0 w 356282"/>
              <a:gd name="connsiteY4" fmla="*/ 226304 h 253795"/>
              <a:gd name="connsiteX5" fmla="*/ 7718 w 356282"/>
              <a:gd name="connsiteY5" fmla="*/ 0 h 253795"/>
              <a:gd name="connsiteX0" fmla="*/ 574 w 349138"/>
              <a:gd name="connsiteY0" fmla="*/ 0 h 257260"/>
              <a:gd name="connsiteX1" fmla="*/ 206604 w 349138"/>
              <a:gd name="connsiteY1" fmla="*/ 9986 h 257260"/>
              <a:gd name="connsiteX2" fmla="*/ 335653 w 349138"/>
              <a:gd name="connsiteY2" fmla="*/ 139035 h 257260"/>
              <a:gd name="connsiteX3" fmla="*/ 345177 w 349138"/>
              <a:gd name="connsiteY3" fmla="*/ 253795 h 257260"/>
              <a:gd name="connsiteX4" fmla="*/ 0 w 349138"/>
              <a:gd name="connsiteY4" fmla="*/ 257260 h 257260"/>
              <a:gd name="connsiteX5" fmla="*/ 574 w 349138"/>
              <a:gd name="connsiteY5" fmla="*/ 0 h 257260"/>
              <a:gd name="connsiteX0" fmla="*/ 574 w 359486"/>
              <a:gd name="connsiteY0" fmla="*/ 0 h 257260"/>
              <a:gd name="connsiteX1" fmla="*/ 206604 w 359486"/>
              <a:gd name="connsiteY1" fmla="*/ 9986 h 257260"/>
              <a:gd name="connsiteX2" fmla="*/ 335653 w 359486"/>
              <a:gd name="connsiteY2" fmla="*/ 139035 h 257260"/>
              <a:gd name="connsiteX3" fmla="*/ 359464 w 359486"/>
              <a:gd name="connsiteY3" fmla="*/ 253795 h 257260"/>
              <a:gd name="connsiteX4" fmla="*/ 0 w 359486"/>
              <a:gd name="connsiteY4" fmla="*/ 257260 h 257260"/>
              <a:gd name="connsiteX5" fmla="*/ 574 w 359486"/>
              <a:gd name="connsiteY5" fmla="*/ 0 h 257260"/>
              <a:gd name="connsiteX0" fmla="*/ 574 w 359486"/>
              <a:gd name="connsiteY0" fmla="*/ 0 h 257260"/>
              <a:gd name="connsiteX1" fmla="*/ 206604 w 359486"/>
              <a:gd name="connsiteY1" fmla="*/ 9986 h 257260"/>
              <a:gd name="connsiteX2" fmla="*/ 335653 w 359486"/>
              <a:gd name="connsiteY2" fmla="*/ 110460 h 257260"/>
              <a:gd name="connsiteX3" fmla="*/ 359464 w 359486"/>
              <a:gd name="connsiteY3" fmla="*/ 253795 h 257260"/>
              <a:gd name="connsiteX4" fmla="*/ 0 w 359486"/>
              <a:gd name="connsiteY4" fmla="*/ 257260 h 257260"/>
              <a:gd name="connsiteX5" fmla="*/ 574 w 359486"/>
              <a:gd name="connsiteY5" fmla="*/ 0 h 257260"/>
              <a:gd name="connsiteX0" fmla="*/ 574 w 365269"/>
              <a:gd name="connsiteY0" fmla="*/ 0 h 257260"/>
              <a:gd name="connsiteX1" fmla="*/ 206604 w 365269"/>
              <a:gd name="connsiteY1" fmla="*/ 9986 h 257260"/>
              <a:gd name="connsiteX2" fmla="*/ 359464 w 365269"/>
              <a:gd name="connsiteY2" fmla="*/ 253795 h 257260"/>
              <a:gd name="connsiteX3" fmla="*/ 0 w 365269"/>
              <a:gd name="connsiteY3" fmla="*/ 257260 h 257260"/>
              <a:gd name="connsiteX4" fmla="*/ 574 w 365269"/>
              <a:gd name="connsiteY4" fmla="*/ 0 h 257260"/>
              <a:gd name="connsiteX0" fmla="*/ 574 w 369846"/>
              <a:gd name="connsiteY0" fmla="*/ 0 h 257260"/>
              <a:gd name="connsiteX1" fmla="*/ 206604 w 369846"/>
              <a:gd name="connsiteY1" fmla="*/ 9986 h 257260"/>
              <a:gd name="connsiteX2" fmla="*/ 359464 w 369846"/>
              <a:gd name="connsiteY2" fmla="*/ 253795 h 257260"/>
              <a:gd name="connsiteX3" fmla="*/ 0 w 369846"/>
              <a:gd name="connsiteY3" fmla="*/ 257260 h 257260"/>
              <a:gd name="connsiteX4" fmla="*/ 574 w 369846"/>
              <a:gd name="connsiteY4" fmla="*/ 0 h 257260"/>
              <a:gd name="connsiteX0" fmla="*/ 574 w 369846"/>
              <a:gd name="connsiteY0" fmla="*/ 0 h 252497"/>
              <a:gd name="connsiteX1" fmla="*/ 206604 w 369846"/>
              <a:gd name="connsiteY1" fmla="*/ 5223 h 252497"/>
              <a:gd name="connsiteX2" fmla="*/ 359464 w 369846"/>
              <a:gd name="connsiteY2" fmla="*/ 249032 h 252497"/>
              <a:gd name="connsiteX3" fmla="*/ 0 w 369846"/>
              <a:gd name="connsiteY3" fmla="*/ 252497 h 252497"/>
              <a:gd name="connsiteX4" fmla="*/ 574 w 369846"/>
              <a:gd name="connsiteY4" fmla="*/ 0 h 252497"/>
              <a:gd name="connsiteX0" fmla="*/ 574 w 369846"/>
              <a:gd name="connsiteY0" fmla="*/ 0 h 249032"/>
              <a:gd name="connsiteX1" fmla="*/ 206604 w 369846"/>
              <a:gd name="connsiteY1" fmla="*/ 5223 h 249032"/>
              <a:gd name="connsiteX2" fmla="*/ 359464 w 369846"/>
              <a:gd name="connsiteY2" fmla="*/ 249032 h 249032"/>
              <a:gd name="connsiteX3" fmla="*/ 0 w 369846"/>
              <a:gd name="connsiteY3" fmla="*/ 245353 h 249032"/>
              <a:gd name="connsiteX4" fmla="*/ 574 w 369846"/>
              <a:gd name="connsiteY4" fmla="*/ 0 h 2490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69846" h="249032">
                <a:moveTo>
                  <a:pt x="574" y="0"/>
                </a:moveTo>
                <a:lnTo>
                  <a:pt x="206604" y="5223"/>
                </a:lnTo>
                <a:cubicBezTo>
                  <a:pt x="342619" y="42759"/>
                  <a:pt x="393898" y="207820"/>
                  <a:pt x="359464" y="249032"/>
                </a:cubicBezTo>
                <a:lnTo>
                  <a:pt x="0" y="245353"/>
                </a:lnTo>
                <a:cubicBezTo>
                  <a:pt x="191" y="159600"/>
                  <a:pt x="383" y="85753"/>
                  <a:pt x="574" y="0"/>
                </a:cubicBezTo>
                <a:close/>
              </a:path>
            </a:pathLst>
          </a:custGeom>
          <a:gradFill flip="none" rotWithShape="1">
            <a:gsLst>
              <a:gs pos="63000">
                <a:srgbClr val="06D1D7"/>
              </a:gs>
              <a:gs pos="33000">
                <a:srgbClr val="23A295"/>
              </a:gs>
              <a:gs pos="0">
                <a:srgbClr val="57F6A2"/>
              </a:gs>
              <a:gs pos="100000">
                <a:srgbClr val="1B2048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latin typeface="Maven Pro"/>
              <a:ea typeface="Maven Pro"/>
              <a:cs typeface="Maven Pro"/>
              <a:sym typeface="Maven Pro"/>
            </a:endParaRPr>
          </a:p>
        </p:txBody>
      </p:sp>
      <p:sp>
        <p:nvSpPr>
          <p:cNvPr id="2" name="Google Shape;932;p37">
            <a:extLst>
              <a:ext uri="{FF2B5EF4-FFF2-40B4-BE49-F238E27FC236}">
                <a16:creationId xmlns:a16="http://schemas.microsoft.com/office/drawing/2014/main" id="{C2B9B903-9FBE-C877-D407-66DAFE271F7D}"/>
              </a:ext>
            </a:extLst>
          </p:cNvPr>
          <p:cNvSpPr txBox="1">
            <a:spLocks/>
          </p:cNvSpPr>
          <p:nvPr/>
        </p:nvSpPr>
        <p:spPr>
          <a:xfrm>
            <a:off x="675324" y="3106241"/>
            <a:ext cx="4523070" cy="564048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pt-BR" sz="2400" b="1" dirty="0">
                <a:solidFill>
                  <a:srgbClr val="186E66"/>
                </a:solidFill>
                <a:latin typeface="+mj-lt"/>
              </a:rPr>
              <a:t>Danilo Coelho</a:t>
            </a:r>
            <a:br>
              <a:rPr lang="pt-BR" sz="1350" dirty="0">
                <a:solidFill>
                  <a:srgbClr val="186E66"/>
                </a:solidFill>
                <a:latin typeface="+mj-lt"/>
              </a:rPr>
            </a:br>
            <a:r>
              <a:rPr lang="pt-BR" sz="1350" dirty="0">
                <a:solidFill>
                  <a:srgbClr val="186E66"/>
                </a:solidFill>
                <a:latin typeface="+mj-lt"/>
              </a:rPr>
              <a:t>--</a:t>
            </a:r>
          </a:p>
        </p:txBody>
      </p:sp>
      <p:sp>
        <p:nvSpPr>
          <p:cNvPr id="10" name="Google Shape;932;p37">
            <a:extLst>
              <a:ext uri="{FF2B5EF4-FFF2-40B4-BE49-F238E27FC236}">
                <a16:creationId xmlns:a16="http://schemas.microsoft.com/office/drawing/2014/main" id="{6F7DE0B7-500C-C766-FAFF-01CED290E1B9}"/>
              </a:ext>
            </a:extLst>
          </p:cNvPr>
          <p:cNvSpPr txBox="1">
            <a:spLocks/>
          </p:cNvSpPr>
          <p:nvPr/>
        </p:nvSpPr>
        <p:spPr>
          <a:xfrm>
            <a:off x="675324" y="3639045"/>
            <a:ext cx="4523070" cy="564048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pt-BR" sz="2400" b="1" dirty="0">
                <a:solidFill>
                  <a:srgbClr val="186E66"/>
                </a:solidFill>
                <a:latin typeface="+mj-lt"/>
              </a:rPr>
              <a:t>Tulio</a:t>
            </a:r>
            <a:br>
              <a:rPr lang="pt-BR" sz="1350" dirty="0">
                <a:solidFill>
                  <a:srgbClr val="186E66"/>
                </a:solidFill>
                <a:latin typeface="+mj-lt"/>
              </a:rPr>
            </a:br>
            <a:r>
              <a:rPr lang="pt-BR" sz="1350" dirty="0">
                <a:solidFill>
                  <a:srgbClr val="186E66"/>
                </a:solidFill>
                <a:latin typeface="+mj-lt"/>
              </a:rPr>
              <a:t>--</a:t>
            </a:r>
          </a:p>
        </p:txBody>
      </p:sp>
    </p:spTree>
    <p:extLst>
      <p:ext uri="{BB962C8B-B14F-4D97-AF65-F5344CB8AC3E}">
        <p14:creationId xmlns:p14="http://schemas.microsoft.com/office/powerpoint/2010/main" val="81024255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61" name="Gráfico 960">
            <a:extLst>
              <a:ext uri="{FF2B5EF4-FFF2-40B4-BE49-F238E27FC236}">
                <a16:creationId xmlns:a16="http://schemas.microsoft.com/office/drawing/2014/main" id="{A6E72D48-7212-487A-26B0-54FB1D9B99A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471287" y="-176981"/>
            <a:ext cx="10434025" cy="5320297"/>
          </a:xfrm>
          <a:prstGeom prst="rect">
            <a:avLst/>
          </a:prstGeom>
        </p:spPr>
      </p:pic>
      <p:sp>
        <p:nvSpPr>
          <p:cNvPr id="993" name="Google Shape;993;p39"/>
          <p:cNvSpPr txBox="1">
            <a:spLocks noGrp="1"/>
          </p:cNvSpPr>
          <p:nvPr>
            <p:ph type="title" idx="4294967295"/>
          </p:nvPr>
        </p:nvSpPr>
        <p:spPr>
          <a:xfrm>
            <a:off x="863379" y="1590157"/>
            <a:ext cx="502188" cy="419726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b="1" dirty="0">
                <a:solidFill>
                  <a:schemeClr val="tx1"/>
                </a:solidFill>
                <a:latin typeface="+mj-lt"/>
              </a:rPr>
              <a:t>01</a:t>
            </a:r>
            <a:endParaRPr sz="1600" b="1" dirty="0">
              <a:solidFill>
                <a:schemeClr val="tx1"/>
              </a:solidFill>
              <a:latin typeface="+mj-lt"/>
            </a:endParaRPr>
          </a:p>
        </p:txBody>
      </p:sp>
      <p:sp>
        <p:nvSpPr>
          <p:cNvPr id="994" name="Google Shape;994;p39"/>
          <p:cNvSpPr txBox="1">
            <a:spLocks noGrp="1"/>
          </p:cNvSpPr>
          <p:nvPr>
            <p:ph type="title" idx="4294967295"/>
          </p:nvPr>
        </p:nvSpPr>
        <p:spPr>
          <a:xfrm>
            <a:off x="862534" y="4002626"/>
            <a:ext cx="502188" cy="419726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b="1" dirty="0">
                <a:solidFill>
                  <a:schemeClr val="tx1"/>
                </a:solidFill>
                <a:latin typeface="+mj-lt"/>
              </a:rPr>
              <a:t>04</a:t>
            </a:r>
            <a:endParaRPr sz="1600" b="1" dirty="0">
              <a:solidFill>
                <a:schemeClr val="tx1"/>
              </a:solidFill>
              <a:latin typeface="+mj-lt"/>
            </a:endParaRPr>
          </a:p>
        </p:txBody>
      </p:sp>
      <p:sp>
        <p:nvSpPr>
          <p:cNvPr id="995" name="Google Shape;995;p39"/>
          <p:cNvSpPr txBox="1">
            <a:spLocks noGrp="1"/>
          </p:cNvSpPr>
          <p:nvPr>
            <p:ph type="title" idx="4294967295"/>
          </p:nvPr>
        </p:nvSpPr>
        <p:spPr>
          <a:xfrm>
            <a:off x="863404" y="2406435"/>
            <a:ext cx="502188" cy="419726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b="1" dirty="0">
                <a:solidFill>
                  <a:schemeClr val="tx1"/>
                </a:solidFill>
                <a:latin typeface="+mj-lt"/>
              </a:rPr>
              <a:t>02</a:t>
            </a:r>
            <a:endParaRPr sz="1600" b="1" dirty="0">
              <a:solidFill>
                <a:schemeClr val="tx1"/>
              </a:solidFill>
              <a:latin typeface="+mj-lt"/>
            </a:endParaRPr>
          </a:p>
        </p:txBody>
      </p:sp>
      <p:sp>
        <p:nvSpPr>
          <p:cNvPr id="996" name="Google Shape;996;p39"/>
          <p:cNvSpPr txBox="1">
            <a:spLocks noGrp="1"/>
          </p:cNvSpPr>
          <p:nvPr>
            <p:ph type="title" idx="4294967295"/>
          </p:nvPr>
        </p:nvSpPr>
        <p:spPr>
          <a:xfrm>
            <a:off x="863404" y="3215752"/>
            <a:ext cx="502188" cy="419726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b="1" dirty="0">
                <a:solidFill>
                  <a:schemeClr val="tx1"/>
                </a:solidFill>
                <a:latin typeface="+mj-lt"/>
              </a:rPr>
              <a:t>03</a:t>
            </a:r>
            <a:endParaRPr sz="1600" b="1" dirty="0">
              <a:solidFill>
                <a:schemeClr val="tx1"/>
              </a:solidFill>
              <a:latin typeface="+mj-lt"/>
            </a:endParaRPr>
          </a:p>
        </p:txBody>
      </p:sp>
      <p:sp>
        <p:nvSpPr>
          <p:cNvPr id="997" name="Google Shape;997;p39"/>
          <p:cNvSpPr txBox="1">
            <a:spLocks noGrp="1"/>
          </p:cNvSpPr>
          <p:nvPr>
            <p:ph type="subTitle" idx="4294967295"/>
          </p:nvPr>
        </p:nvSpPr>
        <p:spPr>
          <a:xfrm>
            <a:off x="1406034" y="1546906"/>
            <a:ext cx="2285839" cy="528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indent="0"/>
            <a:r>
              <a:rPr lang="pt-BR" sz="1600" b="1" dirty="0">
                <a:solidFill>
                  <a:schemeClr val="bg1"/>
                </a:solidFill>
                <a:latin typeface="+mj-lt"/>
              </a:rPr>
              <a:t>INTRODUÇÃO</a:t>
            </a:r>
          </a:p>
        </p:txBody>
      </p:sp>
      <p:sp>
        <p:nvSpPr>
          <p:cNvPr id="998" name="Google Shape;998;p39"/>
          <p:cNvSpPr txBox="1">
            <a:spLocks noGrp="1"/>
          </p:cNvSpPr>
          <p:nvPr>
            <p:ph type="subTitle" idx="4294967295"/>
          </p:nvPr>
        </p:nvSpPr>
        <p:spPr>
          <a:xfrm>
            <a:off x="1405067" y="3940233"/>
            <a:ext cx="2286806" cy="528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indent="0"/>
            <a:r>
              <a:rPr lang="pt-BR" sz="1600" b="1" dirty="0">
                <a:solidFill>
                  <a:schemeClr val="bg1"/>
                </a:solidFill>
              </a:rPr>
              <a:t>METODOLOGIA</a:t>
            </a:r>
          </a:p>
        </p:txBody>
      </p:sp>
      <p:sp>
        <p:nvSpPr>
          <p:cNvPr id="999" name="Google Shape;999;p39"/>
          <p:cNvSpPr txBox="1">
            <a:spLocks noGrp="1"/>
          </p:cNvSpPr>
          <p:nvPr>
            <p:ph type="subTitle" idx="4294967295"/>
          </p:nvPr>
        </p:nvSpPr>
        <p:spPr>
          <a:xfrm>
            <a:off x="1406034" y="2347729"/>
            <a:ext cx="2082031" cy="528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pt-BR" sz="1600" b="1" dirty="0">
                <a:solidFill>
                  <a:schemeClr val="bg1"/>
                </a:solidFill>
              </a:rPr>
              <a:t>TRABALHOS RELACIONADOS</a:t>
            </a:r>
            <a:endParaRPr lang="pt-BR" sz="1600" b="1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1000" name="Google Shape;1000;p39"/>
          <p:cNvSpPr txBox="1">
            <a:spLocks noGrp="1"/>
          </p:cNvSpPr>
          <p:nvPr>
            <p:ph type="subTitle" idx="4294967295"/>
          </p:nvPr>
        </p:nvSpPr>
        <p:spPr>
          <a:xfrm>
            <a:off x="1405911" y="3153359"/>
            <a:ext cx="2560665" cy="528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indent="0"/>
            <a:r>
              <a:rPr lang="pt-BR" sz="1600" b="1" dirty="0">
                <a:solidFill>
                  <a:schemeClr val="bg1"/>
                </a:solidFill>
              </a:rPr>
              <a:t>DADOS E REPRESENTATIVIDADE</a:t>
            </a:r>
          </a:p>
        </p:txBody>
      </p:sp>
      <p:sp>
        <p:nvSpPr>
          <p:cNvPr id="1001" name="Google Shape;1001;p39"/>
          <p:cNvSpPr txBox="1">
            <a:spLocks noGrp="1"/>
          </p:cNvSpPr>
          <p:nvPr>
            <p:ph type="title" idx="4294967295"/>
          </p:nvPr>
        </p:nvSpPr>
        <p:spPr>
          <a:xfrm>
            <a:off x="3977810" y="1590157"/>
            <a:ext cx="502188" cy="419726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b="1" dirty="0">
                <a:solidFill>
                  <a:schemeClr val="tx1"/>
                </a:solidFill>
                <a:latin typeface="+mj-lt"/>
              </a:rPr>
              <a:t>05</a:t>
            </a:r>
            <a:endParaRPr sz="1600" b="1" dirty="0">
              <a:solidFill>
                <a:schemeClr val="tx1"/>
              </a:solidFill>
              <a:latin typeface="+mj-lt"/>
            </a:endParaRPr>
          </a:p>
        </p:txBody>
      </p:sp>
      <p:sp>
        <p:nvSpPr>
          <p:cNvPr id="1002" name="Google Shape;1002;p39"/>
          <p:cNvSpPr txBox="1">
            <a:spLocks noGrp="1"/>
          </p:cNvSpPr>
          <p:nvPr>
            <p:ph type="title" idx="4294967295"/>
          </p:nvPr>
        </p:nvSpPr>
        <p:spPr>
          <a:xfrm>
            <a:off x="3977811" y="2406435"/>
            <a:ext cx="502188" cy="419726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b="1" dirty="0">
                <a:solidFill>
                  <a:schemeClr val="tx1"/>
                </a:solidFill>
                <a:latin typeface="+mj-lt"/>
              </a:rPr>
              <a:t>06</a:t>
            </a:r>
            <a:endParaRPr sz="1600" b="1" dirty="0">
              <a:solidFill>
                <a:schemeClr val="tx1"/>
              </a:solidFill>
              <a:latin typeface="+mj-lt"/>
            </a:endParaRPr>
          </a:p>
        </p:txBody>
      </p:sp>
      <p:sp>
        <p:nvSpPr>
          <p:cNvPr id="1003" name="Google Shape;1003;p39"/>
          <p:cNvSpPr txBox="1">
            <a:spLocks noGrp="1"/>
          </p:cNvSpPr>
          <p:nvPr>
            <p:ph type="subTitle" idx="4294967295"/>
          </p:nvPr>
        </p:nvSpPr>
        <p:spPr>
          <a:xfrm>
            <a:off x="4557197" y="1532967"/>
            <a:ext cx="3059724" cy="528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indent="0"/>
            <a:r>
              <a:rPr lang="pt-BR" sz="1600" b="1" dirty="0">
                <a:solidFill>
                  <a:schemeClr val="bg1"/>
                </a:solidFill>
              </a:rPr>
              <a:t>RESULTADOS</a:t>
            </a:r>
          </a:p>
        </p:txBody>
      </p:sp>
      <p:sp>
        <p:nvSpPr>
          <p:cNvPr id="1004" name="Google Shape;1004;p39"/>
          <p:cNvSpPr txBox="1">
            <a:spLocks noGrp="1"/>
          </p:cNvSpPr>
          <p:nvPr>
            <p:ph type="subTitle" idx="4294967295"/>
          </p:nvPr>
        </p:nvSpPr>
        <p:spPr>
          <a:xfrm>
            <a:off x="4557196" y="2347729"/>
            <a:ext cx="4328708" cy="528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indent="0"/>
            <a:r>
              <a:rPr lang="pt-BR" sz="1600" b="1" dirty="0">
                <a:solidFill>
                  <a:schemeClr val="bg1"/>
                </a:solidFill>
              </a:rPr>
              <a:t>DISCUSSÃO</a:t>
            </a:r>
          </a:p>
        </p:txBody>
      </p:sp>
      <p:sp>
        <p:nvSpPr>
          <p:cNvPr id="2" name="Google Shape;932;p37">
            <a:extLst>
              <a:ext uri="{FF2B5EF4-FFF2-40B4-BE49-F238E27FC236}">
                <a16:creationId xmlns:a16="http://schemas.microsoft.com/office/drawing/2014/main" id="{64E47041-2975-8384-BCDD-01FC835A4033}"/>
              </a:ext>
            </a:extLst>
          </p:cNvPr>
          <p:cNvSpPr txBox="1">
            <a:spLocks/>
          </p:cNvSpPr>
          <p:nvPr/>
        </p:nvSpPr>
        <p:spPr>
          <a:xfrm>
            <a:off x="7194305" y="528340"/>
            <a:ext cx="1661894" cy="2259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None/>
              <a:defRPr sz="28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None/>
              <a:defRPr sz="28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None/>
              <a:defRPr sz="28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None/>
              <a:defRPr sz="28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None/>
              <a:defRPr sz="28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None/>
              <a:defRPr sz="28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None/>
              <a:defRPr sz="28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None/>
              <a:defRPr sz="28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None/>
              <a:defRPr sz="28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r>
              <a:rPr lang="pt-BR" sz="600" b="0" dirty="0">
                <a:solidFill>
                  <a:srgbClr val="186E66"/>
                </a:solidFill>
                <a:latin typeface="+mj-lt"/>
                <a:cs typeface="Arial" panose="020B0604020202020204" pitchFamily="34" charset="0"/>
              </a:rPr>
              <a:t>Há mais de 60 anos pensando o Brasil</a:t>
            </a:r>
          </a:p>
        </p:txBody>
      </p:sp>
      <p:sp>
        <p:nvSpPr>
          <p:cNvPr id="3" name="Google Shape;936;p37">
            <a:extLst>
              <a:ext uri="{FF2B5EF4-FFF2-40B4-BE49-F238E27FC236}">
                <a16:creationId xmlns:a16="http://schemas.microsoft.com/office/drawing/2014/main" id="{CF436837-EFC1-2840-C904-01773D49F8F6}"/>
              </a:ext>
            </a:extLst>
          </p:cNvPr>
          <p:cNvSpPr/>
          <p:nvPr/>
        </p:nvSpPr>
        <p:spPr>
          <a:xfrm flipH="1">
            <a:off x="7861193" y="4721150"/>
            <a:ext cx="1282656" cy="422165"/>
          </a:xfrm>
          <a:prstGeom prst="round1Rect">
            <a:avLst>
              <a:gd name="adj" fmla="val 50000"/>
            </a:avLst>
          </a:prstGeom>
          <a:solidFill>
            <a:srgbClr val="1B204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latin typeface="Maven Pro"/>
              <a:ea typeface="Maven Pro"/>
              <a:cs typeface="Maven Pro"/>
              <a:sym typeface="Maven Pro"/>
            </a:endParaRPr>
          </a:p>
        </p:txBody>
      </p:sp>
      <p:sp>
        <p:nvSpPr>
          <p:cNvPr id="4" name="Google Shape;937;p37">
            <a:extLst>
              <a:ext uri="{FF2B5EF4-FFF2-40B4-BE49-F238E27FC236}">
                <a16:creationId xmlns:a16="http://schemas.microsoft.com/office/drawing/2014/main" id="{C8709C54-5CF7-3CC5-FC38-65FF0FEF301B}"/>
              </a:ext>
            </a:extLst>
          </p:cNvPr>
          <p:cNvSpPr/>
          <p:nvPr/>
        </p:nvSpPr>
        <p:spPr>
          <a:xfrm flipH="1">
            <a:off x="7588727" y="4912884"/>
            <a:ext cx="1555123" cy="230496"/>
          </a:xfrm>
          <a:prstGeom prst="round1Rect">
            <a:avLst>
              <a:gd name="adj" fmla="val 50000"/>
            </a:avLst>
          </a:prstGeom>
          <a:gradFill flip="none" rotWithShape="1">
            <a:gsLst>
              <a:gs pos="63000">
                <a:srgbClr val="06D1D7"/>
              </a:gs>
              <a:gs pos="33000">
                <a:srgbClr val="23A295"/>
              </a:gs>
              <a:gs pos="0">
                <a:srgbClr val="57F6A2"/>
              </a:gs>
              <a:gs pos="100000">
                <a:srgbClr val="1B2048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latin typeface="Maven Pro"/>
              <a:ea typeface="Maven Pro"/>
              <a:cs typeface="Maven Pro"/>
              <a:sym typeface="Maven Pro"/>
            </a:endParaRPr>
          </a:p>
        </p:txBody>
      </p:sp>
      <p:grpSp>
        <p:nvGrpSpPr>
          <p:cNvPr id="5" name="Google Shape;938;p37">
            <a:extLst>
              <a:ext uri="{FF2B5EF4-FFF2-40B4-BE49-F238E27FC236}">
                <a16:creationId xmlns:a16="http://schemas.microsoft.com/office/drawing/2014/main" id="{0ADFE745-3B12-F718-61A1-8BBF76EB57FC}"/>
              </a:ext>
            </a:extLst>
          </p:cNvPr>
          <p:cNvGrpSpPr/>
          <p:nvPr/>
        </p:nvGrpSpPr>
        <p:grpSpPr>
          <a:xfrm>
            <a:off x="8644350" y="4276582"/>
            <a:ext cx="423698" cy="551579"/>
            <a:chOff x="7631225" y="2241175"/>
            <a:chExt cx="986125" cy="2095500"/>
          </a:xfrm>
          <a:gradFill>
            <a:gsLst>
              <a:gs pos="53000">
                <a:srgbClr val="23A295"/>
              </a:gs>
              <a:gs pos="0">
                <a:srgbClr val="57F6A2"/>
              </a:gs>
              <a:gs pos="100000">
                <a:srgbClr val="1B2048"/>
              </a:gs>
            </a:gsLst>
            <a:lin ang="5400000" scaled="1"/>
          </a:gradFill>
        </p:grpSpPr>
        <p:cxnSp>
          <p:nvCxnSpPr>
            <p:cNvPr id="6" name="Google Shape;939;p37">
              <a:extLst>
                <a:ext uri="{FF2B5EF4-FFF2-40B4-BE49-F238E27FC236}">
                  <a16:creationId xmlns:a16="http://schemas.microsoft.com/office/drawing/2014/main" id="{135C2E5F-D09B-77CD-B0E8-0D096FB870D8}"/>
                </a:ext>
              </a:extLst>
            </p:cNvPr>
            <p:cNvCxnSpPr/>
            <p:nvPr/>
          </p:nvCxnSpPr>
          <p:spPr>
            <a:xfrm>
              <a:off x="7631225" y="2241175"/>
              <a:ext cx="0" cy="2095500"/>
            </a:xfrm>
            <a:prstGeom prst="straightConnector1">
              <a:avLst/>
            </a:prstGeom>
            <a:grpFill/>
            <a:ln w="9525" cap="flat" cmpd="sng">
              <a:solidFill>
                <a:srgbClr val="1AB0A9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7" name="Google Shape;940;p37">
              <a:extLst>
                <a:ext uri="{FF2B5EF4-FFF2-40B4-BE49-F238E27FC236}">
                  <a16:creationId xmlns:a16="http://schemas.microsoft.com/office/drawing/2014/main" id="{AAED5796-CB34-7421-D83C-3060BFF38923}"/>
                </a:ext>
              </a:extLst>
            </p:cNvPr>
            <p:cNvCxnSpPr/>
            <p:nvPr/>
          </p:nvCxnSpPr>
          <p:spPr>
            <a:xfrm>
              <a:off x="7707081" y="2241175"/>
              <a:ext cx="0" cy="2095500"/>
            </a:xfrm>
            <a:prstGeom prst="straightConnector1">
              <a:avLst/>
            </a:prstGeom>
            <a:grpFill/>
            <a:ln w="9525" cap="flat" cmpd="sng">
              <a:solidFill>
                <a:srgbClr val="1AB0A9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8" name="Google Shape;941;p37">
              <a:extLst>
                <a:ext uri="{FF2B5EF4-FFF2-40B4-BE49-F238E27FC236}">
                  <a16:creationId xmlns:a16="http://schemas.microsoft.com/office/drawing/2014/main" id="{DF6A4723-17C1-33BD-FA98-2086A3A87F27}"/>
                </a:ext>
              </a:extLst>
            </p:cNvPr>
            <p:cNvCxnSpPr/>
            <p:nvPr/>
          </p:nvCxnSpPr>
          <p:spPr>
            <a:xfrm>
              <a:off x="7782937" y="2241175"/>
              <a:ext cx="0" cy="2095500"/>
            </a:xfrm>
            <a:prstGeom prst="straightConnector1">
              <a:avLst/>
            </a:prstGeom>
            <a:grpFill/>
            <a:ln w="9525" cap="flat" cmpd="sng">
              <a:solidFill>
                <a:srgbClr val="1AB0A9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9" name="Google Shape;942;p37">
              <a:extLst>
                <a:ext uri="{FF2B5EF4-FFF2-40B4-BE49-F238E27FC236}">
                  <a16:creationId xmlns:a16="http://schemas.microsoft.com/office/drawing/2014/main" id="{4F494D98-8F95-6D27-713B-7C9646D6A203}"/>
                </a:ext>
              </a:extLst>
            </p:cNvPr>
            <p:cNvCxnSpPr/>
            <p:nvPr/>
          </p:nvCxnSpPr>
          <p:spPr>
            <a:xfrm>
              <a:off x="7858792" y="2241175"/>
              <a:ext cx="0" cy="2095500"/>
            </a:xfrm>
            <a:prstGeom prst="straightConnector1">
              <a:avLst/>
            </a:prstGeom>
            <a:grpFill/>
            <a:ln w="9525" cap="flat" cmpd="sng">
              <a:solidFill>
                <a:srgbClr val="1AB0A9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0" name="Google Shape;943;p37">
              <a:extLst>
                <a:ext uri="{FF2B5EF4-FFF2-40B4-BE49-F238E27FC236}">
                  <a16:creationId xmlns:a16="http://schemas.microsoft.com/office/drawing/2014/main" id="{F3446691-219F-0239-9065-E5975988F4D5}"/>
                </a:ext>
              </a:extLst>
            </p:cNvPr>
            <p:cNvCxnSpPr/>
            <p:nvPr/>
          </p:nvCxnSpPr>
          <p:spPr>
            <a:xfrm>
              <a:off x="8010504" y="2241175"/>
              <a:ext cx="0" cy="2095500"/>
            </a:xfrm>
            <a:prstGeom prst="straightConnector1">
              <a:avLst/>
            </a:prstGeom>
            <a:grpFill/>
            <a:ln w="9525" cap="flat" cmpd="sng">
              <a:solidFill>
                <a:srgbClr val="1AB0A9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1" name="Google Shape;944;p37">
              <a:extLst>
                <a:ext uri="{FF2B5EF4-FFF2-40B4-BE49-F238E27FC236}">
                  <a16:creationId xmlns:a16="http://schemas.microsoft.com/office/drawing/2014/main" id="{F267B7B6-F2BD-E6D3-A9E1-E193B0F493A6}"/>
                </a:ext>
              </a:extLst>
            </p:cNvPr>
            <p:cNvCxnSpPr/>
            <p:nvPr/>
          </p:nvCxnSpPr>
          <p:spPr>
            <a:xfrm>
              <a:off x="8162215" y="2241175"/>
              <a:ext cx="0" cy="2095500"/>
            </a:xfrm>
            <a:prstGeom prst="straightConnector1">
              <a:avLst/>
            </a:prstGeom>
            <a:grpFill/>
            <a:ln w="9525" cap="flat" cmpd="sng">
              <a:solidFill>
                <a:srgbClr val="1AB0A9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2" name="Google Shape;945;p37">
              <a:extLst>
                <a:ext uri="{FF2B5EF4-FFF2-40B4-BE49-F238E27FC236}">
                  <a16:creationId xmlns:a16="http://schemas.microsoft.com/office/drawing/2014/main" id="{26B71872-DB28-7393-E646-C3944E337A9A}"/>
                </a:ext>
              </a:extLst>
            </p:cNvPr>
            <p:cNvCxnSpPr/>
            <p:nvPr/>
          </p:nvCxnSpPr>
          <p:spPr>
            <a:xfrm>
              <a:off x="8313927" y="2241175"/>
              <a:ext cx="0" cy="2095500"/>
            </a:xfrm>
            <a:prstGeom prst="straightConnector1">
              <a:avLst/>
            </a:prstGeom>
            <a:grpFill/>
            <a:ln w="9525" cap="flat" cmpd="sng">
              <a:solidFill>
                <a:srgbClr val="1AB0A9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3" name="Google Shape;946;p37">
              <a:extLst>
                <a:ext uri="{FF2B5EF4-FFF2-40B4-BE49-F238E27FC236}">
                  <a16:creationId xmlns:a16="http://schemas.microsoft.com/office/drawing/2014/main" id="{8F4F8B6D-76FE-E348-1724-0B8B39596389}"/>
                </a:ext>
              </a:extLst>
            </p:cNvPr>
            <p:cNvCxnSpPr/>
            <p:nvPr/>
          </p:nvCxnSpPr>
          <p:spPr>
            <a:xfrm>
              <a:off x="7934648" y="2241175"/>
              <a:ext cx="0" cy="2095500"/>
            </a:xfrm>
            <a:prstGeom prst="straightConnector1">
              <a:avLst/>
            </a:prstGeom>
            <a:grpFill/>
            <a:ln w="9525" cap="flat" cmpd="sng">
              <a:solidFill>
                <a:srgbClr val="1AB0A9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4" name="Google Shape;947;p37">
              <a:extLst>
                <a:ext uri="{FF2B5EF4-FFF2-40B4-BE49-F238E27FC236}">
                  <a16:creationId xmlns:a16="http://schemas.microsoft.com/office/drawing/2014/main" id="{9BB9317A-2077-A051-A65B-89521444EBC2}"/>
                </a:ext>
              </a:extLst>
            </p:cNvPr>
            <p:cNvCxnSpPr/>
            <p:nvPr/>
          </p:nvCxnSpPr>
          <p:spPr>
            <a:xfrm>
              <a:off x="8086360" y="2241175"/>
              <a:ext cx="0" cy="2095500"/>
            </a:xfrm>
            <a:prstGeom prst="straightConnector1">
              <a:avLst/>
            </a:prstGeom>
            <a:grpFill/>
            <a:ln w="9525" cap="flat" cmpd="sng">
              <a:solidFill>
                <a:srgbClr val="1AB0A9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5" name="Google Shape;948;p37">
              <a:extLst>
                <a:ext uri="{FF2B5EF4-FFF2-40B4-BE49-F238E27FC236}">
                  <a16:creationId xmlns:a16="http://schemas.microsoft.com/office/drawing/2014/main" id="{0FF96EC6-D667-B9A4-8E47-88658C5156BA}"/>
                </a:ext>
              </a:extLst>
            </p:cNvPr>
            <p:cNvCxnSpPr/>
            <p:nvPr/>
          </p:nvCxnSpPr>
          <p:spPr>
            <a:xfrm>
              <a:off x="8238071" y="2241175"/>
              <a:ext cx="0" cy="2095500"/>
            </a:xfrm>
            <a:prstGeom prst="straightConnector1">
              <a:avLst/>
            </a:prstGeom>
            <a:grpFill/>
            <a:ln w="9525" cap="flat" cmpd="sng">
              <a:solidFill>
                <a:srgbClr val="1AB0A9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6" name="Google Shape;949;p37">
              <a:extLst>
                <a:ext uri="{FF2B5EF4-FFF2-40B4-BE49-F238E27FC236}">
                  <a16:creationId xmlns:a16="http://schemas.microsoft.com/office/drawing/2014/main" id="{BAC05A6F-A8C3-97FD-8E65-EEC1828324A3}"/>
                </a:ext>
              </a:extLst>
            </p:cNvPr>
            <p:cNvCxnSpPr/>
            <p:nvPr/>
          </p:nvCxnSpPr>
          <p:spPr>
            <a:xfrm>
              <a:off x="8389783" y="2241175"/>
              <a:ext cx="0" cy="2095500"/>
            </a:xfrm>
            <a:prstGeom prst="straightConnector1">
              <a:avLst/>
            </a:prstGeom>
            <a:grpFill/>
            <a:ln w="9525" cap="flat" cmpd="sng">
              <a:solidFill>
                <a:srgbClr val="1AB0A9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7" name="Google Shape;950;p37">
              <a:extLst>
                <a:ext uri="{FF2B5EF4-FFF2-40B4-BE49-F238E27FC236}">
                  <a16:creationId xmlns:a16="http://schemas.microsoft.com/office/drawing/2014/main" id="{B47D6DA0-1B96-6A86-AD08-7BF7E102B3EB}"/>
                </a:ext>
              </a:extLst>
            </p:cNvPr>
            <p:cNvCxnSpPr/>
            <p:nvPr/>
          </p:nvCxnSpPr>
          <p:spPr>
            <a:xfrm>
              <a:off x="8465638" y="2241175"/>
              <a:ext cx="0" cy="2095500"/>
            </a:xfrm>
            <a:prstGeom prst="straightConnector1">
              <a:avLst/>
            </a:prstGeom>
            <a:grpFill/>
            <a:ln w="9525" cap="flat" cmpd="sng">
              <a:solidFill>
                <a:srgbClr val="1AB0A9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8" name="Google Shape;951;p37">
              <a:extLst>
                <a:ext uri="{FF2B5EF4-FFF2-40B4-BE49-F238E27FC236}">
                  <a16:creationId xmlns:a16="http://schemas.microsoft.com/office/drawing/2014/main" id="{32F42FBC-D3B1-EBD7-90F9-E3FB4D31F128}"/>
                </a:ext>
              </a:extLst>
            </p:cNvPr>
            <p:cNvCxnSpPr/>
            <p:nvPr/>
          </p:nvCxnSpPr>
          <p:spPr>
            <a:xfrm>
              <a:off x="8541494" y="2241175"/>
              <a:ext cx="0" cy="2095500"/>
            </a:xfrm>
            <a:prstGeom prst="straightConnector1">
              <a:avLst/>
            </a:prstGeom>
            <a:grpFill/>
            <a:ln w="9525" cap="flat" cmpd="sng">
              <a:solidFill>
                <a:srgbClr val="1AB0A9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9" name="Google Shape;952;p37">
              <a:extLst>
                <a:ext uri="{FF2B5EF4-FFF2-40B4-BE49-F238E27FC236}">
                  <a16:creationId xmlns:a16="http://schemas.microsoft.com/office/drawing/2014/main" id="{4ACE4725-DF59-A040-5DC1-42D7E87CB434}"/>
                </a:ext>
              </a:extLst>
            </p:cNvPr>
            <p:cNvCxnSpPr/>
            <p:nvPr/>
          </p:nvCxnSpPr>
          <p:spPr>
            <a:xfrm>
              <a:off x="8617350" y="2241175"/>
              <a:ext cx="0" cy="2095500"/>
            </a:xfrm>
            <a:prstGeom prst="straightConnector1">
              <a:avLst/>
            </a:prstGeom>
            <a:grpFill/>
            <a:ln w="9525" cap="flat" cmpd="sng">
              <a:solidFill>
                <a:srgbClr val="1AB0A9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20" name="Google Shape;954;p37">
            <a:extLst>
              <a:ext uri="{FF2B5EF4-FFF2-40B4-BE49-F238E27FC236}">
                <a16:creationId xmlns:a16="http://schemas.microsoft.com/office/drawing/2014/main" id="{EDC729AD-56F5-2FE5-8C59-2AE52C35015A}"/>
              </a:ext>
            </a:extLst>
          </p:cNvPr>
          <p:cNvSpPr/>
          <p:nvPr/>
        </p:nvSpPr>
        <p:spPr>
          <a:xfrm>
            <a:off x="0" y="4680042"/>
            <a:ext cx="922564" cy="463274"/>
          </a:xfrm>
          <a:prstGeom prst="rect">
            <a:avLst/>
          </a:prstGeom>
          <a:gradFill>
            <a:gsLst>
              <a:gs pos="33000">
                <a:srgbClr val="23A295"/>
              </a:gs>
              <a:gs pos="0">
                <a:srgbClr val="57F6A2"/>
              </a:gs>
              <a:gs pos="100000">
                <a:srgbClr val="1B2048"/>
              </a:gs>
            </a:gsLst>
            <a:path path="circle">
              <a:fillToRect l="100000" t="100000"/>
            </a:path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dirty="0">
              <a:latin typeface="Maven Pro"/>
              <a:ea typeface="Maven Pro"/>
              <a:cs typeface="Maven Pro"/>
              <a:sym typeface="Maven Pro"/>
            </a:endParaRPr>
          </a:p>
        </p:txBody>
      </p:sp>
      <p:sp>
        <p:nvSpPr>
          <p:cNvPr id="21" name="Google Shape;955;p37">
            <a:extLst>
              <a:ext uri="{FF2B5EF4-FFF2-40B4-BE49-F238E27FC236}">
                <a16:creationId xmlns:a16="http://schemas.microsoft.com/office/drawing/2014/main" id="{4658BA71-6E16-D36A-3BD9-1C22E5956C3A}"/>
              </a:ext>
            </a:extLst>
          </p:cNvPr>
          <p:cNvSpPr/>
          <p:nvPr/>
        </p:nvSpPr>
        <p:spPr>
          <a:xfrm>
            <a:off x="0" y="4912883"/>
            <a:ext cx="1663658" cy="230641"/>
          </a:xfrm>
          <a:prstGeom prst="round1Rect">
            <a:avLst>
              <a:gd name="adj" fmla="val 50000"/>
            </a:avLst>
          </a:prstGeom>
          <a:solidFill>
            <a:srgbClr val="1B204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latin typeface="Maven Pro"/>
              <a:ea typeface="Maven Pro"/>
              <a:cs typeface="Maven Pro"/>
              <a:sym typeface="Maven Pro"/>
            </a:endParaRPr>
          </a:p>
        </p:txBody>
      </p:sp>
      <p:grpSp>
        <p:nvGrpSpPr>
          <p:cNvPr id="22" name="Agrupar 21">
            <a:extLst>
              <a:ext uri="{FF2B5EF4-FFF2-40B4-BE49-F238E27FC236}">
                <a16:creationId xmlns:a16="http://schemas.microsoft.com/office/drawing/2014/main" id="{5529090F-0F74-EDA9-C6AA-A9FE6F5EDE0D}"/>
              </a:ext>
            </a:extLst>
          </p:cNvPr>
          <p:cNvGrpSpPr/>
          <p:nvPr/>
        </p:nvGrpSpPr>
        <p:grpSpPr>
          <a:xfrm>
            <a:off x="7070035" y="156184"/>
            <a:ext cx="1722295" cy="405506"/>
            <a:chOff x="4782913" y="272045"/>
            <a:chExt cx="3752189" cy="883435"/>
          </a:xfrm>
        </p:grpSpPr>
        <p:pic>
          <p:nvPicPr>
            <p:cNvPr id="23" name="Imagem 22" descr="Interface gráfica do usuário, Texto&#10;&#10;O conteúdo gerado por IA pode estar incorreto.">
              <a:extLst>
                <a:ext uri="{FF2B5EF4-FFF2-40B4-BE49-F238E27FC236}">
                  <a16:creationId xmlns:a16="http://schemas.microsoft.com/office/drawing/2014/main" id="{1CF7FFF0-4CEE-9B07-8095-15AE2FF762AC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4782913" y="272045"/>
              <a:ext cx="3752189" cy="883435"/>
            </a:xfrm>
            <a:prstGeom prst="rect">
              <a:avLst/>
            </a:prstGeom>
          </p:spPr>
        </p:pic>
        <p:cxnSp>
          <p:nvCxnSpPr>
            <p:cNvPr id="24" name="Conector reto 23">
              <a:extLst>
                <a:ext uri="{FF2B5EF4-FFF2-40B4-BE49-F238E27FC236}">
                  <a16:creationId xmlns:a16="http://schemas.microsoft.com/office/drawing/2014/main" id="{E1D91122-8D81-C42E-0389-87E2105D48B3}"/>
                </a:ext>
              </a:extLst>
            </p:cNvPr>
            <p:cNvCxnSpPr>
              <a:cxnSpLocks/>
            </p:cNvCxnSpPr>
            <p:nvPr/>
          </p:nvCxnSpPr>
          <p:spPr>
            <a:xfrm>
              <a:off x="5253460" y="1066595"/>
              <a:ext cx="3264536" cy="16228"/>
            </a:xfrm>
            <a:prstGeom prst="line">
              <a:avLst/>
            </a:prstGeom>
            <a:ln>
              <a:solidFill>
                <a:srgbClr val="00445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5" name="Google Shape;936;p37">
            <a:extLst>
              <a:ext uri="{FF2B5EF4-FFF2-40B4-BE49-F238E27FC236}">
                <a16:creationId xmlns:a16="http://schemas.microsoft.com/office/drawing/2014/main" id="{C03F9D5C-799B-93FD-D8F5-63255D633076}"/>
              </a:ext>
            </a:extLst>
          </p:cNvPr>
          <p:cNvSpPr/>
          <p:nvPr/>
        </p:nvSpPr>
        <p:spPr>
          <a:xfrm rot="16200000" flipH="1" flipV="1">
            <a:off x="-26331" y="5857"/>
            <a:ext cx="636272" cy="583606"/>
          </a:xfrm>
          <a:custGeom>
            <a:avLst/>
            <a:gdLst>
              <a:gd name="connsiteX0" fmla="*/ 0 w 1440059"/>
              <a:gd name="connsiteY0" fmla="*/ 0 h 583600"/>
              <a:gd name="connsiteX1" fmla="*/ 1148259 w 1440059"/>
              <a:gd name="connsiteY1" fmla="*/ 0 h 583600"/>
              <a:gd name="connsiteX2" fmla="*/ 1440059 w 1440059"/>
              <a:gd name="connsiteY2" fmla="*/ 291800 h 583600"/>
              <a:gd name="connsiteX3" fmla="*/ 1440059 w 1440059"/>
              <a:gd name="connsiteY3" fmla="*/ 583600 h 583600"/>
              <a:gd name="connsiteX4" fmla="*/ 0 w 1440059"/>
              <a:gd name="connsiteY4" fmla="*/ 583600 h 583600"/>
              <a:gd name="connsiteX5" fmla="*/ 0 w 1440059"/>
              <a:gd name="connsiteY5" fmla="*/ 0 h 583600"/>
              <a:gd name="connsiteX0" fmla="*/ 612059 w 1440059"/>
              <a:gd name="connsiteY0" fmla="*/ 0 h 583603"/>
              <a:gd name="connsiteX1" fmla="*/ 1148259 w 1440059"/>
              <a:gd name="connsiteY1" fmla="*/ 3 h 583603"/>
              <a:gd name="connsiteX2" fmla="*/ 1440059 w 1440059"/>
              <a:gd name="connsiteY2" fmla="*/ 291803 h 583603"/>
              <a:gd name="connsiteX3" fmla="*/ 1440059 w 1440059"/>
              <a:gd name="connsiteY3" fmla="*/ 583603 h 583603"/>
              <a:gd name="connsiteX4" fmla="*/ 0 w 1440059"/>
              <a:gd name="connsiteY4" fmla="*/ 583603 h 583603"/>
              <a:gd name="connsiteX5" fmla="*/ 612059 w 1440059"/>
              <a:gd name="connsiteY5" fmla="*/ 0 h 583603"/>
              <a:gd name="connsiteX0" fmla="*/ 0 w 828000"/>
              <a:gd name="connsiteY0" fmla="*/ 0 h 583603"/>
              <a:gd name="connsiteX1" fmla="*/ 536200 w 828000"/>
              <a:gd name="connsiteY1" fmla="*/ 3 h 583603"/>
              <a:gd name="connsiteX2" fmla="*/ 828000 w 828000"/>
              <a:gd name="connsiteY2" fmla="*/ 291803 h 583603"/>
              <a:gd name="connsiteX3" fmla="*/ 828000 w 828000"/>
              <a:gd name="connsiteY3" fmla="*/ 583603 h 583603"/>
              <a:gd name="connsiteX4" fmla="*/ 191728 w 828000"/>
              <a:gd name="connsiteY4" fmla="*/ 576229 h 583603"/>
              <a:gd name="connsiteX5" fmla="*/ 0 w 828000"/>
              <a:gd name="connsiteY5" fmla="*/ 0 h 583603"/>
              <a:gd name="connsiteX0" fmla="*/ 14749 w 636272"/>
              <a:gd name="connsiteY0" fmla="*/ 0 h 583606"/>
              <a:gd name="connsiteX1" fmla="*/ 344472 w 636272"/>
              <a:gd name="connsiteY1" fmla="*/ 6 h 583606"/>
              <a:gd name="connsiteX2" fmla="*/ 636272 w 636272"/>
              <a:gd name="connsiteY2" fmla="*/ 291806 h 583606"/>
              <a:gd name="connsiteX3" fmla="*/ 636272 w 636272"/>
              <a:gd name="connsiteY3" fmla="*/ 583606 h 583606"/>
              <a:gd name="connsiteX4" fmla="*/ 0 w 636272"/>
              <a:gd name="connsiteY4" fmla="*/ 576232 h 583606"/>
              <a:gd name="connsiteX5" fmla="*/ 14749 w 636272"/>
              <a:gd name="connsiteY5" fmla="*/ 0 h 5836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36272" h="583606">
                <a:moveTo>
                  <a:pt x="14749" y="0"/>
                </a:moveTo>
                <a:lnTo>
                  <a:pt x="344472" y="6"/>
                </a:lnTo>
                <a:cubicBezTo>
                  <a:pt x="505629" y="6"/>
                  <a:pt x="636272" y="130649"/>
                  <a:pt x="636272" y="291806"/>
                </a:cubicBezTo>
                <a:lnTo>
                  <a:pt x="636272" y="583606"/>
                </a:lnTo>
                <a:lnTo>
                  <a:pt x="0" y="576232"/>
                </a:lnTo>
                <a:lnTo>
                  <a:pt x="14749" y="0"/>
                </a:lnTo>
                <a:close/>
              </a:path>
            </a:pathLst>
          </a:custGeom>
          <a:solidFill>
            <a:srgbClr val="1B204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latin typeface="Maven Pro"/>
              <a:ea typeface="Maven Pro"/>
              <a:cs typeface="Maven Pro"/>
              <a:sym typeface="Maven Pro"/>
            </a:endParaRPr>
          </a:p>
        </p:txBody>
      </p:sp>
      <p:sp>
        <p:nvSpPr>
          <p:cNvPr id="26" name="Google Shape;937;p37">
            <a:extLst>
              <a:ext uri="{FF2B5EF4-FFF2-40B4-BE49-F238E27FC236}">
                <a16:creationId xmlns:a16="http://schemas.microsoft.com/office/drawing/2014/main" id="{D5D934C1-FE6C-AFB5-3295-F784041DBCF2}"/>
              </a:ext>
            </a:extLst>
          </p:cNvPr>
          <p:cNvSpPr/>
          <p:nvPr/>
        </p:nvSpPr>
        <p:spPr>
          <a:xfrm rot="16200000" flipH="1" flipV="1">
            <a:off x="-223281" y="212082"/>
            <a:ext cx="765195" cy="318641"/>
          </a:xfrm>
          <a:custGeom>
            <a:avLst/>
            <a:gdLst>
              <a:gd name="connsiteX0" fmla="*/ 0 w 1745961"/>
              <a:gd name="connsiteY0" fmla="*/ 0 h 318637"/>
              <a:gd name="connsiteX1" fmla="*/ 1586643 w 1745961"/>
              <a:gd name="connsiteY1" fmla="*/ 0 h 318637"/>
              <a:gd name="connsiteX2" fmla="*/ 1745962 w 1745961"/>
              <a:gd name="connsiteY2" fmla="*/ 159319 h 318637"/>
              <a:gd name="connsiteX3" fmla="*/ 1745961 w 1745961"/>
              <a:gd name="connsiteY3" fmla="*/ 318637 h 318637"/>
              <a:gd name="connsiteX4" fmla="*/ 0 w 1745961"/>
              <a:gd name="connsiteY4" fmla="*/ 318637 h 318637"/>
              <a:gd name="connsiteX5" fmla="*/ 0 w 1745961"/>
              <a:gd name="connsiteY5" fmla="*/ 0 h 318637"/>
              <a:gd name="connsiteX0" fmla="*/ 980768 w 1745962"/>
              <a:gd name="connsiteY0" fmla="*/ 0 h 318637"/>
              <a:gd name="connsiteX1" fmla="*/ 1586643 w 1745962"/>
              <a:gd name="connsiteY1" fmla="*/ 0 h 318637"/>
              <a:gd name="connsiteX2" fmla="*/ 1745962 w 1745962"/>
              <a:gd name="connsiteY2" fmla="*/ 159319 h 318637"/>
              <a:gd name="connsiteX3" fmla="*/ 1745961 w 1745962"/>
              <a:gd name="connsiteY3" fmla="*/ 318637 h 318637"/>
              <a:gd name="connsiteX4" fmla="*/ 0 w 1745962"/>
              <a:gd name="connsiteY4" fmla="*/ 318637 h 318637"/>
              <a:gd name="connsiteX5" fmla="*/ 980768 w 1745962"/>
              <a:gd name="connsiteY5" fmla="*/ 0 h 318637"/>
              <a:gd name="connsiteX0" fmla="*/ 1 w 765195"/>
              <a:gd name="connsiteY0" fmla="*/ 0 h 318641"/>
              <a:gd name="connsiteX1" fmla="*/ 605876 w 765195"/>
              <a:gd name="connsiteY1" fmla="*/ 0 h 318641"/>
              <a:gd name="connsiteX2" fmla="*/ 765195 w 765195"/>
              <a:gd name="connsiteY2" fmla="*/ 159319 h 318641"/>
              <a:gd name="connsiteX3" fmla="*/ 765194 w 765195"/>
              <a:gd name="connsiteY3" fmla="*/ 318637 h 318641"/>
              <a:gd name="connsiteX4" fmla="*/ 0 w 765195"/>
              <a:gd name="connsiteY4" fmla="*/ 318641 h 318641"/>
              <a:gd name="connsiteX5" fmla="*/ 1 w 765195"/>
              <a:gd name="connsiteY5" fmla="*/ 0 h 3186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765195" h="318641">
                <a:moveTo>
                  <a:pt x="1" y="0"/>
                </a:moveTo>
                <a:lnTo>
                  <a:pt x="605876" y="0"/>
                </a:lnTo>
                <a:cubicBezTo>
                  <a:pt x="693865" y="0"/>
                  <a:pt x="765195" y="71330"/>
                  <a:pt x="765195" y="159319"/>
                </a:cubicBezTo>
                <a:cubicBezTo>
                  <a:pt x="765195" y="212425"/>
                  <a:pt x="765194" y="265531"/>
                  <a:pt x="765194" y="318637"/>
                </a:cubicBezTo>
                <a:lnTo>
                  <a:pt x="0" y="318641"/>
                </a:lnTo>
                <a:cubicBezTo>
                  <a:pt x="0" y="212427"/>
                  <a:pt x="1" y="106214"/>
                  <a:pt x="1" y="0"/>
                </a:cubicBezTo>
                <a:close/>
              </a:path>
            </a:pathLst>
          </a:custGeom>
          <a:gradFill flip="none" rotWithShape="1">
            <a:gsLst>
              <a:gs pos="63000">
                <a:srgbClr val="06D1D7"/>
              </a:gs>
              <a:gs pos="33000">
                <a:srgbClr val="23A295"/>
              </a:gs>
              <a:gs pos="0">
                <a:srgbClr val="57F6A2"/>
              </a:gs>
              <a:gs pos="100000">
                <a:srgbClr val="1B2048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latin typeface="Maven Pro"/>
              <a:ea typeface="Maven Pro"/>
              <a:cs typeface="Maven Pro"/>
              <a:sym typeface="Maven Pro"/>
            </a:endParaRPr>
          </a:p>
        </p:txBody>
      </p:sp>
      <p:sp>
        <p:nvSpPr>
          <p:cNvPr id="27" name="Google Shape;937;p37">
            <a:extLst>
              <a:ext uri="{FF2B5EF4-FFF2-40B4-BE49-F238E27FC236}">
                <a16:creationId xmlns:a16="http://schemas.microsoft.com/office/drawing/2014/main" id="{16379635-AADC-FE4B-2841-855B104F125B}"/>
              </a:ext>
            </a:extLst>
          </p:cNvPr>
          <p:cNvSpPr/>
          <p:nvPr/>
        </p:nvSpPr>
        <p:spPr>
          <a:xfrm flipH="1" flipV="1">
            <a:off x="8773117" y="52"/>
            <a:ext cx="369846" cy="249032"/>
          </a:xfrm>
          <a:custGeom>
            <a:avLst/>
            <a:gdLst>
              <a:gd name="connsiteX0" fmla="*/ 0 w 1414234"/>
              <a:gd name="connsiteY0" fmla="*/ 0 h 258097"/>
              <a:gd name="connsiteX1" fmla="*/ 1285186 w 1414234"/>
              <a:gd name="connsiteY1" fmla="*/ 0 h 258097"/>
              <a:gd name="connsiteX2" fmla="*/ 1414235 w 1414234"/>
              <a:gd name="connsiteY2" fmla="*/ 129049 h 258097"/>
              <a:gd name="connsiteX3" fmla="*/ 1414234 w 1414234"/>
              <a:gd name="connsiteY3" fmla="*/ 258097 h 258097"/>
              <a:gd name="connsiteX4" fmla="*/ 0 w 1414234"/>
              <a:gd name="connsiteY4" fmla="*/ 258097 h 258097"/>
              <a:gd name="connsiteX5" fmla="*/ 0 w 1414234"/>
              <a:gd name="connsiteY5" fmla="*/ 0 h 258097"/>
              <a:gd name="connsiteX0" fmla="*/ 0 w 1414235"/>
              <a:gd name="connsiteY0" fmla="*/ 0 h 258097"/>
              <a:gd name="connsiteX1" fmla="*/ 1285186 w 1414235"/>
              <a:gd name="connsiteY1" fmla="*/ 0 h 258097"/>
              <a:gd name="connsiteX2" fmla="*/ 1414235 w 1414235"/>
              <a:gd name="connsiteY2" fmla="*/ 129049 h 258097"/>
              <a:gd name="connsiteX3" fmla="*/ 1414234 w 1414235"/>
              <a:gd name="connsiteY3" fmla="*/ 258097 h 258097"/>
              <a:gd name="connsiteX4" fmla="*/ 243348 w 1414235"/>
              <a:gd name="connsiteY4" fmla="*/ 258097 h 258097"/>
              <a:gd name="connsiteX5" fmla="*/ 0 w 1414235"/>
              <a:gd name="connsiteY5" fmla="*/ 0 h 258097"/>
              <a:gd name="connsiteX0" fmla="*/ 0 w 1178260"/>
              <a:gd name="connsiteY0" fmla="*/ 7374 h 258097"/>
              <a:gd name="connsiteX1" fmla="*/ 1049211 w 1178260"/>
              <a:gd name="connsiteY1" fmla="*/ 0 h 258097"/>
              <a:gd name="connsiteX2" fmla="*/ 1178260 w 1178260"/>
              <a:gd name="connsiteY2" fmla="*/ 129049 h 258097"/>
              <a:gd name="connsiteX3" fmla="*/ 1178259 w 1178260"/>
              <a:gd name="connsiteY3" fmla="*/ 258097 h 258097"/>
              <a:gd name="connsiteX4" fmla="*/ 7373 w 1178260"/>
              <a:gd name="connsiteY4" fmla="*/ 258097 h 258097"/>
              <a:gd name="connsiteX5" fmla="*/ 0 w 1178260"/>
              <a:gd name="connsiteY5" fmla="*/ 7374 h 258097"/>
              <a:gd name="connsiteX0" fmla="*/ 0 w 1178260"/>
              <a:gd name="connsiteY0" fmla="*/ 7374 h 265471"/>
              <a:gd name="connsiteX1" fmla="*/ 1049211 w 1178260"/>
              <a:gd name="connsiteY1" fmla="*/ 0 h 265471"/>
              <a:gd name="connsiteX2" fmla="*/ 1178260 w 1178260"/>
              <a:gd name="connsiteY2" fmla="*/ 129049 h 265471"/>
              <a:gd name="connsiteX3" fmla="*/ 1178259 w 1178260"/>
              <a:gd name="connsiteY3" fmla="*/ 258097 h 265471"/>
              <a:gd name="connsiteX4" fmla="*/ 619431 w 1178260"/>
              <a:gd name="connsiteY4" fmla="*/ 265471 h 265471"/>
              <a:gd name="connsiteX5" fmla="*/ 0 w 1178260"/>
              <a:gd name="connsiteY5" fmla="*/ 7374 h 265471"/>
              <a:gd name="connsiteX0" fmla="*/ 0 w 566202"/>
              <a:gd name="connsiteY0" fmla="*/ 0 h 280219"/>
              <a:gd name="connsiteX1" fmla="*/ 437153 w 566202"/>
              <a:gd name="connsiteY1" fmla="*/ 14748 h 280219"/>
              <a:gd name="connsiteX2" fmla="*/ 566202 w 566202"/>
              <a:gd name="connsiteY2" fmla="*/ 143797 h 280219"/>
              <a:gd name="connsiteX3" fmla="*/ 566201 w 566202"/>
              <a:gd name="connsiteY3" fmla="*/ 272845 h 280219"/>
              <a:gd name="connsiteX4" fmla="*/ 7373 w 566202"/>
              <a:gd name="connsiteY4" fmla="*/ 280219 h 280219"/>
              <a:gd name="connsiteX5" fmla="*/ 0 w 566202"/>
              <a:gd name="connsiteY5" fmla="*/ 0 h 280219"/>
              <a:gd name="connsiteX0" fmla="*/ 0 w 566202"/>
              <a:gd name="connsiteY0" fmla="*/ 0 h 280219"/>
              <a:gd name="connsiteX1" fmla="*/ 437153 w 566202"/>
              <a:gd name="connsiteY1" fmla="*/ 14748 h 280219"/>
              <a:gd name="connsiteX2" fmla="*/ 566202 w 566202"/>
              <a:gd name="connsiteY2" fmla="*/ 143797 h 280219"/>
              <a:gd name="connsiteX3" fmla="*/ 566201 w 566202"/>
              <a:gd name="connsiteY3" fmla="*/ 272845 h 280219"/>
              <a:gd name="connsiteX4" fmla="*/ 58992 w 566202"/>
              <a:gd name="connsiteY4" fmla="*/ 280219 h 280219"/>
              <a:gd name="connsiteX5" fmla="*/ 0 w 566202"/>
              <a:gd name="connsiteY5" fmla="*/ 0 h 280219"/>
              <a:gd name="connsiteX0" fmla="*/ 0 w 566202"/>
              <a:gd name="connsiteY0" fmla="*/ 0 h 272845"/>
              <a:gd name="connsiteX1" fmla="*/ 437153 w 566202"/>
              <a:gd name="connsiteY1" fmla="*/ 14748 h 272845"/>
              <a:gd name="connsiteX2" fmla="*/ 566202 w 566202"/>
              <a:gd name="connsiteY2" fmla="*/ 143797 h 272845"/>
              <a:gd name="connsiteX3" fmla="*/ 566201 w 566202"/>
              <a:gd name="connsiteY3" fmla="*/ 272845 h 272845"/>
              <a:gd name="connsiteX4" fmla="*/ 209118 w 566202"/>
              <a:gd name="connsiteY4" fmla="*/ 262022 h 272845"/>
              <a:gd name="connsiteX5" fmla="*/ 0 w 566202"/>
              <a:gd name="connsiteY5" fmla="*/ 0 h 272845"/>
              <a:gd name="connsiteX0" fmla="*/ 0 w 366035"/>
              <a:gd name="connsiteY0" fmla="*/ 0 h 272845"/>
              <a:gd name="connsiteX1" fmla="*/ 236986 w 366035"/>
              <a:gd name="connsiteY1" fmla="*/ 14748 h 272845"/>
              <a:gd name="connsiteX2" fmla="*/ 366035 w 366035"/>
              <a:gd name="connsiteY2" fmla="*/ 143797 h 272845"/>
              <a:gd name="connsiteX3" fmla="*/ 366034 w 366035"/>
              <a:gd name="connsiteY3" fmla="*/ 272845 h 272845"/>
              <a:gd name="connsiteX4" fmla="*/ 8951 w 366035"/>
              <a:gd name="connsiteY4" fmla="*/ 262022 h 272845"/>
              <a:gd name="connsiteX5" fmla="*/ 0 w 366035"/>
              <a:gd name="connsiteY5" fmla="*/ 0 h 272845"/>
              <a:gd name="connsiteX0" fmla="*/ 0 w 366035"/>
              <a:gd name="connsiteY0" fmla="*/ 0 h 272845"/>
              <a:gd name="connsiteX1" fmla="*/ 236986 w 366035"/>
              <a:gd name="connsiteY1" fmla="*/ 14748 h 272845"/>
              <a:gd name="connsiteX2" fmla="*/ 366035 w 366035"/>
              <a:gd name="connsiteY2" fmla="*/ 143797 h 272845"/>
              <a:gd name="connsiteX3" fmla="*/ 366034 w 366035"/>
              <a:gd name="connsiteY3" fmla="*/ 272845 h 272845"/>
              <a:gd name="connsiteX4" fmla="*/ 99438 w 366035"/>
              <a:gd name="connsiteY4" fmla="*/ 247734 h 272845"/>
              <a:gd name="connsiteX5" fmla="*/ 0 w 366035"/>
              <a:gd name="connsiteY5" fmla="*/ 0 h 272845"/>
              <a:gd name="connsiteX0" fmla="*/ 0 w 366035"/>
              <a:gd name="connsiteY0" fmla="*/ 0 h 272845"/>
              <a:gd name="connsiteX1" fmla="*/ 236986 w 366035"/>
              <a:gd name="connsiteY1" fmla="*/ 14748 h 272845"/>
              <a:gd name="connsiteX2" fmla="*/ 366035 w 366035"/>
              <a:gd name="connsiteY2" fmla="*/ 143797 h 272845"/>
              <a:gd name="connsiteX3" fmla="*/ 366034 w 366035"/>
              <a:gd name="connsiteY3" fmla="*/ 272845 h 272845"/>
              <a:gd name="connsiteX4" fmla="*/ 25619 w 366035"/>
              <a:gd name="connsiteY4" fmla="*/ 259641 h 272845"/>
              <a:gd name="connsiteX5" fmla="*/ 0 w 366035"/>
              <a:gd name="connsiteY5" fmla="*/ 0 h 272845"/>
              <a:gd name="connsiteX0" fmla="*/ 5337 w 340416"/>
              <a:gd name="connsiteY0" fmla="*/ 0 h 268083"/>
              <a:gd name="connsiteX1" fmla="*/ 211367 w 340416"/>
              <a:gd name="connsiteY1" fmla="*/ 9986 h 268083"/>
              <a:gd name="connsiteX2" fmla="*/ 340416 w 340416"/>
              <a:gd name="connsiteY2" fmla="*/ 139035 h 268083"/>
              <a:gd name="connsiteX3" fmla="*/ 340415 w 340416"/>
              <a:gd name="connsiteY3" fmla="*/ 268083 h 268083"/>
              <a:gd name="connsiteX4" fmla="*/ 0 w 340416"/>
              <a:gd name="connsiteY4" fmla="*/ 254879 h 268083"/>
              <a:gd name="connsiteX5" fmla="*/ 5337 w 340416"/>
              <a:gd name="connsiteY5" fmla="*/ 0 h 268083"/>
              <a:gd name="connsiteX0" fmla="*/ 5337 w 353901"/>
              <a:gd name="connsiteY0" fmla="*/ 0 h 254879"/>
              <a:gd name="connsiteX1" fmla="*/ 211367 w 353901"/>
              <a:gd name="connsiteY1" fmla="*/ 9986 h 254879"/>
              <a:gd name="connsiteX2" fmla="*/ 340416 w 353901"/>
              <a:gd name="connsiteY2" fmla="*/ 139035 h 254879"/>
              <a:gd name="connsiteX3" fmla="*/ 349940 w 353901"/>
              <a:gd name="connsiteY3" fmla="*/ 253795 h 254879"/>
              <a:gd name="connsiteX4" fmla="*/ 0 w 353901"/>
              <a:gd name="connsiteY4" fmla="*/ 254879 h 254879"/>
              <a:gd name="connsiteX5" fmla="*/ 5337 w 353901"/>
              <a:gd name="connsiteY5" fmla="*/ 0 h 254879"/>
              <a:gd name="connsiteX0" fmla="*/ 7718 w 356282"/>
              <a:gd name="connsiteY0" fmla="*/ 0 h 253795"/>
              <a:gd name="connsiteX1" fmla="*/ 213748 w 356282"/>
              <a:gd name="connsiteY1" fmla="*/ 9986 h 253795"/>
              <a:gd name="connsiteX2" fmla="*/ 342797 w 356282"/>
              <a:gd name="connsiteY2" fmla="*/ 139035 h 253795"/>
              <a:gd name="connsiteX3" fmla="*/ 352321 w 356282"/>
              <a:gd name="connsiteY3" fmla="*/ 253795 h 253795"/>
              <a:gd name="connsiteX4" fmla="*/ 0 w 356282"/>
              <a:gd name="connsiteY4" fmla="*/ 226304 h 253795"/>
              <a:gd name="connsiteX5" fmla="*/ 7718 w 356282"/>
              <a:gd name="connsiteY5" fmla="*/ 0 h 253795"/>
              <a:gd name="connsiteX0" fmla="*/ 574 w 349138"/>
              <a:gd name="connsiteY0" fmla="*/ 0 h 257260"/>
              <a:gd name="connsiteX1" fmla="*/ 206604 w 349138"/>
              <a:gd name="connsiteY1" fmla="*/ 9986 h 257260"/>
              <a:gd name="connsiteX2" fmla="*/ 335653 w 349138"/>
              <a:gd name="connsiteY2" fmla="*/ 139035 h 257260"/>
              <a:gd name="connsiteX3" fmla="*/ 345177 w 349138"/>
              <a:gd name="connsiteY3" fmla="*/ 253795 h 257260"/>
              <a:gd name="connsiteX4" fmla="*/ 0 w 349138"/>
              <a:gd name="connsiteY4" fmla="*/ 257260 h 257260"/>
              <a:gd name="connsiteX5" fmla="*/ 574 w 349138"/>
              <a:gd name="connsiteY5" fmla="*/ 0 h 257260"/>
              <a:gd name="connsiteX0" fmla="*/ 574 w 359486"/>
              <a:gd name="connsiteY0" fmla="*/ 0 h 257260"/>
              <a:gd name="connsiteX1" fmla="*/ 206604 w 359486"/>
              <a:gd name="connsiteY1" fmla="*/ 9986 h 257260"/>
              <a:gd name="connsiteX2" fmla="*/ 335653 w 359486"/>
              <a:gd name="connsiteY2" fmla="*/ 139035 h 257260"/>
              <a:gd name="connsiteX3" fmla="*/ 359464 w 359486"/>
              <a:gd name="connsiteY3" fmla="*/ 253795 h 257260"/>
              <a:gd name="connsiteX4" fmla="*/ 0 w 359486"/>
              <a:gd name="connsiteY4" fmla="*/ 257260 h 257260"/>
              <a:gd name="connsiteX5" fmla="*/ 574 w 359486"/>
              <a:gd name="connsiteY5" fmla="*/ 0 h 257260"/>
              <a:gd name="connsiteX0" fmla="*/ 574 w 359486"/>
              <a:gd name="connsiteY0" fmla="*/ 0 h 257260"/>
              <a:gd name="connsiteX1" fmla="*/ 206604 w 359486"/>
              <a:gd name="connsiteY1" fmla="*/ 9986 h 257260"/>
              <a:gd name="connsiteX2" fmla="*/ 335653 w 359486"/>
              <a:gd name="connsiteY2" fmla="*/ 110460 h 257260"/>
              <a:gd name="connsiteX3" fmla="*/ 359464 w 359486"/>
              <a:gd name="connsiteY3" fmla="*/ 253795 h 257260"/>
              <a:gd name="connsiteX4" fmla="*/ 0 w 359486"/>
              <a:gd name="connsiteY4" fmla="*/ 257260 h 257260"/>
              <a:gd name="connsiteX5" fmla="*/ 574 w 359486"/>
              <a:gd name="connsiteY5" fmla="*/ 0 h 257260"/>
              <a:gd name="connsiteX0" fmla="*/ 574 w 365269"/>
              <a:gd name="connsiteY0" fmla="*/ 0 h 257260"/>
              <a:gd name="connsiteX1" fmla="*/ 206604 w 365269"/>
              <a:gd name="connsiteY1" fmla="*/ 9986 h 257260"/>
              <a:gd name="connsiteX2" fmla="*/ 359464 w 365269"/>
              <a:gd name="connsiteY2" fmla="*/ 253795 h 257260"/>
              <a:gd name="connsiteX3" fmla="*/ 0 w 365269"/>
              <a:gd name="connsiteY3" fmla="*/ 257260 h 257260"/>
              <a:gd name="connsiteX4" fmla="*/ 574 w 365269"/>
              <a:gd name="connsiteY4" fmla="*/ 0 h 257260"/>
              <a:gd name="connsiteX0" fmla="*/ 574 w 369846"/>
              <a:gd name="connsiteY0" fmla="*/ 0 h 257260"/>
              <a:gd name="connsiteX1" fmla="*/ 206604 w 369846"/>
              <a:gd name="connsiteY1" fmla="*/ 9986 h 257260"/>
              <a:gd name="connsiteX2" fmla="*/ 359464 w 369846"/>
              <a:gd name="connsiteY2" fmla="*/ 253795 h 257260"/>
              <a:gd name="connsiteX3" fmla="*/ 0 w 369846"/>
              <a:gd name="connsiteY3" fmla="*/ 257260 h 257260"/>
              <a:gd name="connsiteX4" fmla="*/ 574 w 369846"/>
              <a:gd name="connsiteY4" fmla="*/ 0 h 257260"/>
              <a:gd name="connsiteX0" fmla="*/ 574 w 369846"/>
              <a:gd name="connsiteY0" fmla="*/ 0 h 252497"/>
              <a:gd name="connsiteX1" fmla="*/ 206604 w 369846"/>
              <a:gd name="connsiteY1" fmla="*/ 5223 h 252497"/>
              <a:gd name="connsiteX2" fmla="*/ 359464 w 369846"/>
              <a:gd name="connsiteY2" fmla="*/ 249032 h 252497"/>
              <a:gd name="connsiteX3" fmla="*/ 0 w 369846"/>
              <a:gd name="connsiteY3" fmla="*/ 252497 h 252497"/>
              <a:gd name="connsiteX4" fmla="*/ 574 w 369846"/>
              <a:gd name="connsiteY4" fmla="*/ 0 h 252497"/>
              <a:gd name="connsiteX0" fmla="*/ 574 w 369846"/>
              <a:gd name="connsiteY0" fmla="*/ 0 h 249032"/>
              <a:gd name="connsiteX1" fmla="*/ 206604 w 369846"/>
              <a:gd name="connsiteY1" fmla="*/ 5223 h 249032"/>
              <a:gd name="connsiteX2" fmla="*/ 359464 w 369846"/>
              <a:gd name="connsiteY2" fmla="*/ 249032 h 249032"/>
              <a:gd name="connsiteX3" fmla="*/ 0 w 369846"/>
              <a:gd name="connsiteY3" fmla="*/ 245353 h 249032"/>
              <a:gd name="connsiteX4" fmla="*/ 574 w 369846"/>
              <a:gd name="connsiteY4" fmla="*/ 0 h 2490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69846" h="249032">
                <a:moveTo>
                  <a:pt x="574" y="0"/>
                </a:moveTo>
                <a:lnTo>
                  <a:pt x="206604" y="5223"/>
                </a:lnTo>
                <a:cubicBezTo>
                  <a:pt x="342619" y="42759"/>
                  <a:pt x="393898" y="207820"/>
                  <a:pt x="359464" y="249032"/>
                </a:cubicBezTo>
                <a:lnTo>
                  <a:pt x="0" y="245353"/>
                </a:lnTo>
                <a:cubicBezTo>
                  <a:pt x="191" y="159600"/>
                  <a:pt x="383" y="85753"/>
                  <a:pt x="574" y="0"/>
                </a:cubicBezTo>
                <a:close/>
              </a:path>
            </a:pathLst>
          </a:custGeom>
          <a:gradFill flip="none" rotWithShape="1">
            <a:gsLst>
              <a:gs pos="63000">
                <a:srgbClr val="06D1D7"/>
              </a:gs>
              <a:gs pos="33000">
                <a:srgbClr val="23A295"/>
              </a:gs>
              <a:gs pos="0">
                <a:srgbClr val="57F6A2"/>
              </a:gs>
              <a:gs pos="100000">
                <a:srgbClr val="1B2048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latin typeface="Maven Pro"/>
              <a:ea typeface="Maven Pro"/>
              <a:cs typeface="Maven Pro"/>
              <a:sym typeface="Maven Pro"/>
            </a:endParaRPr>
          </a:p>
        </p:txBody>
      </p:sp>
      <p:grpSp>
        <p:nvGrpSpPr>
          <p:cNvPr id="28" name="Google Shape;938;p37">
            <a:extLst>
              <a:ext uri="{FF2B5EF4-FFF2-40B4-BE49-F238E27FC236}">
                <a16:creationId xmlns:a16="http://schemas.microsoft.com/office/drawing/2014/main" id="{FD1FC93C-CE95-85F2-4C88-2C5D054DA2D1}"/>
              </a:ext>
            </a:extLst>
          </p:cNvPr>
          <p:cNvGrpSpPr/>
          <p:nvPr/>
        </p:nvGrpSpPr>
        <p:grpSpPr>
          <a:xfrm rot="16200000">
            <a:off x="720348" y="-178200"/>
            <a:ext cx="368002" cy="860760"/>
            <a:chOff x="8238071" y="2241175"/>
            <a:chExt cx="379279" cy="2095500"/>
          </a:xfrm>
          <a:gradFill>
            <a:gsLst>
              <a:gs pos="53000">
                <a:srgbClr val="23A295"/>
              </a:gs>
              <a:gs pos="0">
                <a:srgbClr val="57F6A2"/>
              </a:gs>
              <a:gs pos="100000">
                <a:srgbClr val="1B2048"/>
              </a:gs>
            </a:gsLst>
            <a:lin ang="5400000" scaled="1"/>
          </a:gradFill>
        </p:grpSpPr>
        <p:cxnSp>
          <p:nvCxnSpPr>
            <p:cNvPr id="29" name="Google Shape;945;p37">
              <a:extLst>
                <a:ext uri="{FF2B5EF4-FFF2-40B4-BE49-F238E27FC236}">
                  <a16:creationId xmlns:a16="http://schemas.microsoft.com/office/drawing/2014/main" id="{DD0C291C-938B-A6B9-CEC2-AD110E2BFE43}"/>
                </a:ext>
              </a:extLst>
            </p:cNvPr>
            <p:cNvCxnSpPr/>
            <p:nvPr/>
          </p:nvCxnSpPr>
          <p:spPr>
            <a:xfrm>
              <a:off x="8313927" y="2241175"/>
              <a:ext cx="0" cy="2095500"/>
            </a:xfrm>
            <a:prstGeom prst="straightConnector1">
              <a:avLst/>
            </a:prstGeom>
            <a:grpFill/>
            <a:ln w="9525" cap="flat" cmpd="sng">
              <a:solidFill>
                <a:srgbClr val="1AB0A9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0" name="Google Shape;948;p37">
              <a:extLst>
                <a:ext uri="{FF2B5EF4-FFF2-40B4-BE49-F238E27FC236}">
                  <a16:creationId xmlns:a16="http://schemas.microsoft.com/office/drawing/2014/main" id="{AAF2F102-48A4-01E1-9892-552354769083}"/>
                </a:ext>
              </a:extLst>
            </p:cNvPr>
            <p:cNvCxnSpPr/>
            <p:nvPr/>
          </p:nvCxnSpPr>
          <p:spPr>
            <a:xfrm>
              <a:off x="8238071" y="2241175"/>
              <a:ext cx="0" cy="2095500"/>
            </a:xfrm>
            <a:prstGeom prst="straightConnector1">
              <a:avLst/>
            </a:prstGeom>
            <a:grpFill/>
            <a:ln w="9525" cap="flat" cmpd="sng">
              <a:solidFill>
                <a:srgbClr val="1AB0A9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1" name="Google Shape;949;p37">
              <a:extLst>
                <a:ext uri="{FF2B5EF4-FFF2-40B4-BE49-F238E27FC236}">
                  <a16:creationId xmlns:a16="http://schemas.microsoft.com/office/drawing/2014/main" id="{50D93ED6-91F8-5000-D81D-D822E3D72640}"/>
                </a:ext>
              </a:extLst>
            </p:cNvPr>
            <p:cNvCxnSpPr/>
            <p:nvPr/>
          </p:nvCxnSpPr>
          <p:spPr>
            <a:xfrm>
              <a:off x="8389783" y="2241175"/>
              <a:ext cx="0" cy="2095500"/>
            </a:xfrm>
            <a:prstGeom prst="straightConnector1">
              <a:avLst/>
            </a:prstGeom>
            <a:grpFill/>
            <a:ln w="9525" cap="flat" cmpd="sng">
              <a:solidFill>
                <a:srgbClr val="1AB0A9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2" name="Google Shape;950;p37">
              <a:extLst>
                <a:ext uri="{FF2B5EF4-FFF2-40B4-BE49-F238E27FC236}">
                  <a16:creationId xmlns:a16="http://schemas.microsoft.com/office/drawing/2014/main" id="{CF9F8DD3-4477-CA9B-162A-535AC9476494}"/>
                </a:ext>
              </a:extLst>
            </p:cNvPr>
            <p:cNvCxnSpPr/>
            <p:nvPr/>
          </p:nvCxnSpPr>
          <p:spPr>
            <a:xfrm>
              <a:off x="8465638" y="2241175"/>
              <a:ext cx="0" cy="2095500"/>
            </a:xfrm>
            <a:prstGeom prst="straightConnector1">
              <a:avLst/>
            </a:prstGeom>
            <a:grpFill/>
            <a:ln w="9525" cap="flat" cmpd="sng">
              <a:solidFill>
                <a:srgbClr val="1AB0A9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3" name="Google Shape;951;p37">
              <a:extLst>
                <a:ext uri="{FF2B5EF4-FFF2-40B4-BE49-F238E27FC236}">
                  <a16:creationId xmlns:a16="http://schemas.microsoft.com/office/drawing/2014/main" id="{2282D131-67DD-EA26-AE3B-2443A02F9999}"/>
                </a:ext>
              </a:extLst>
            </p:cNvPr>
            <p:cNvCxnSpPr/>
            <p:nvPr/>
          </p:nvCxnSpPr>
          <p:spPr>
            <a:xfrm>
              <a:off x="8541494" y="2241175"/>
              <a:ext cx="0" cy="2095500"/>
            </a:xfrm>
            <a:prstGeom prst="straightConnector1">
              <a:avLst/>
            </a:prstGeom>
            <a:grpFill/>
            <a:ln w="9525" cap="flat" cmpd="sng">
              <a:solidFill>
                <a:srgbClr val="1AB0A9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4" name="Google Shape;952;p37">
              <a:extLst>
                <a:ext uri="{FF2B5EF4-FFF2-40B4-BE49-F238E27FC236}">
                  <a16:creationId xmlns:a16="http://schemas.microsoft.com/office/drawing/2014/main" id="{63F32D99-E25A-B9E3-2CDC-5931380CC931}"/>
                </a:ext>
              </a:extLst>
            </p:cNvPr>
            <p:cNvCxnSpPr/>
            <p:nvPr/>
          </p:nvCxnSpPr>
          <p:spPr>
            <a:xfrm>
              <a:off x="8617350" y="2241175"/>
              <a:ext cx="0" cy="2095500"/>
            </a:xfrm>
            <a:prstGeom prst="straightConnector1">
              <a:avLst/>
            </a:prstGeom>
            <a:grpFill/>
            <a:ln w="9525" cap="flat" cmpd="sng">
              <a:solidFill>
                <a:srgbClr val="1AB0A9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35" name="Título 1">
            <a:extLst>
              <a:ext uri="{FF2B5EF4-FFF2-40B4-BE49-F238E27FC236}">
                <a16:creationId xmlns:a16="http://schemas.microsoft.com/office/drawing/2014/main" id="{48658B7D-B1A7-BE27-40FF-627C0A08D2E9}"/>
              </a:ext>
            </a:extLst>
          </p:cNvPr>
          <p:cNvSpPr txBox="1">
            <a:spLocks/>
          </p:cNvSpPr>
          <p:nvPr/>
        </p:nvSpPr>
        <p:spPr>
          <a:xfrm>
            <a:off x="675324" y="478163"/>
            <a:ext cx="3983037" cy="7651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Montserrat"/>
              <a:buNone/>
              <a:defRPr sz="52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Montserrat"/>
              <a:buNone/>
              <a:defRPr sz="52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Montserrat"/>
              <a:buNone/>
              <a:defRPr sz="52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Montserrat"/>
              <a:buNone/>
              <a:defRPr sz="52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Montserrat"/>
              <a:buNone/>
              <a:defRPr sz="52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Montserrat"/>
              <a:buNone/>
              <a:defRPr sz="52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Montserrat"/>
              <a:buNone/>
              <a:defRPr sz="52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Montserrat"/>
              <a:buNone/>
              <a:defRPr sz="52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Montserrat"/>
              <a:buNone/>
              <a:defRPr sz="52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algn="l"/>
            <a:r>
              <a:rPr lang="pt-BR" sz="3200" dirty="0">
                <a:latin typeface="+mj-lt"/>
                <a:cs typeface="Arial" panose="020B0604020202020204" pitchFamily="34" charset="0"/>
              </a:rPr>
              <a:t>Sumário</a:t>
            </a:r>
          </a:p>
        </p:txBody>
      </p:sp>
      <p:cxnSp>
        <p:nvCxnSpPr>
          <p:cNvPr id="962" name="Conector reto 961">
            <a:extLst>
              <a:ext uri="{FF2B5EF4-FFF2-40B4-BE49-F238E27FC236}">
                <a16:creationId xmlns:a16="http://schemas.microsoft.com/office/drawing/2014/main" id="{7BA40BB0-4548-F776-2470-61C092C34C91}"/>
              </a:ext>
            </a:extLst>
          </p:cNvPr>
          <p:cNvCxnSpPr>
            <a:cxnSpLocks/>
          </p:cNvCxnSpPr>
          <p:nvPr/>
        </p:nvCxnSpPr>
        <p:spPr>
          <a:xfrm>
            <a:off x="-85725" y="1165521"/>
            <a:ext cx="2649110" cy="0"/>
          </a:xfrm>
          <a:prstGeom prst="line">
            <a:avLst/>
          </a:prstGeom>
          <a:ln>
            <a:solidFill>
              <a:srgbClr val="00445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Retângulo 35">
            <a:extLst>
              <a:ext uri="{FF2B5EF4-FFF2-40B4-BE49-F238E27FC236}">
                <a16:creationId xmlns:a16="http://schemas.microsoft.com/office/drawing/2014/main" id="{D7DD4086-615A-0E58-D8E8-50B4A23146D9}"/>
              </a:ext>
            </a:extLst>
          </p:cNvPr>
          <p:cNvSpPr/>
          <p:nvPr/>
        </p:nvSpPr>
        <p:spPr>
          <a:xfrm>
            <a:off x="862534" y="1566980"/>
            <a:ext cx="502188" cy="479259"/>
          </a:xfrm>
          <a:prstGeom prst="rect">
            <a:avLst/>
          </a:prstGeom>
          <a:noFill/>
          <a:ln w="6350">
            <a:solidFill>
              <a:schemeClr val="tx2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41" name="Retângulo 40">
            <a:extLst>
              <a:ext uri="{FF2B5EF4-FFF2-40B4-BE49-F238E27FC236}">
                <a16:creationId xmlns:a16="http://schemas.microsoft.com/office/drawing/2014/main" id="{211092A8-E600-CC46-3E1F-292A792D7364}"/>
              </a:ext>
            </a:extLst>
          </p:cNvPr>
          <p:cNvSpPr/>
          <p:nvPr/>
        </p:nvSpPr>
        <p:spPr>
          <a:xfrm>
            <a:off x="857183" y="2369873"/>
            <a:ext cx="502188" cy="479259"/>
          </a:xfrm>
          <a:prstGeom prst="rect">
            <a:avLst/>
          </a:prstGeom>
          <a:noFill/>
          <a:ln w="6350">
            <a:solidFill>
              <a:schemeClr val="tx2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42" name="Retângulo 41">
            <a:extLst>
              <a:ext uri="{FF2B5EF4-FFF2-40B4-BE49-F238E27FC236}">
                <a16:creationId xmlns:a16="http://schemas.microsoft.com/office/drawing/2014/main" id="{0451A375-D196-1726-ECCA-7E245A03E1FA}"/>
              </a:ext>
            </a:extLst>
          </p:cNvPr>
          <p:cNvSpPr/>
          <p:nvPr/>
        </p:nvSpPr>
        <p:spPr>
          <a:xfrm>
            <a:off x="857183" y="3183789"/>
            <a:ext cx="502188" cy="479259"/>
          </a:xfrm>
          <a:prstGeom prst="rect">
            <a:avLst/>
          </a:prstGeom>
          <a:noFill/>
          <a:ln w="6350">
            <a:solidFill>
              <a:schemeClr val="tx2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43" name="Retângulo 42">
            <a:extLst>
              <a:ext uri="{FF2B5EF4-FFF2-40B4-BE49-F238E27FC236}">
                <a16:creationId xmlns:a16="http://schemas.microsoft.com/office/drawing/2014/main" id="{BDA9615E-D7DB-167C-A9AC-F81F0CB3E9DD}"/>
              </a:ext>
            </a:extLst>
          </p:cNvPr>
          <p:cNvSpPr/>
          <p:nvPr/>
        </p:nvSpPr>
        <p:spPr>
          <a:xfrm>
            <a:off x="857183" y="3972120"/>
            <a:ext cx="502188" cy="479259"/>
          </a:xfrm>
          <a:prstGeom prst="rect">
            <a:avLst/>
          </a:prstGeom>
          <a:noFill/>
          <a:ln w="6350">
            <a:solidFill>
              <a:schemeClr val="tx2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44" name="Retângulo 43">
            <a:extLst>
              <a:ext uri="{FF2B5EF4-FFF2-40B4-BE49-F238E27FC236}">
                <a16:creationId xmlns:a16="http://schemas.microsoft.com/office/drawing/2014/main" id="{6B497598-AFE8-3115-CD53-7C381BF1988F}"/>
              </a:ext>
            </a:extLst>
          </p:cNvPr>
          <p:cNvSpPr/>
          <p:nvPr/>
        </p:nvSpPr>
        <p:spPr>
          <a:xfrm>
            <a:off x="3966576" y="1566980"/>
            <a:ext cx="502188" cy="479259"/>
          </a:xfrm>
          <a:prstGeom prst="rect">
            <a:avLst/>
          </a:prstGeom>
          <a:noFill/>
          <a:ln w="6350">
            <a:solidFill>
              <a:schemeClr val="tx2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46" name="Retângulo 45">
            <a:extLst>
              <a:ext uri="{FF2B5EF4-FFF2-40B4-BE49-F238E27FC236}">
                <a16:creationId xmlns:a16="http://schemas.microsoft.com/office/drawing/2014/main" id="{A4F7604E-B2D6-4422-A564-282AC054B811}"/>
              </a:ext>
            </a:extLst>
          </p:cNvPr>
          <p:cNvSpPr/>
          <p:nvPr/>
        </p:nvSpPr>
        <p:spPr>
          <a:xfrm>
            <a:off x="3977810" y="2384651"/>
            <a:ext cx="502188" cy="479259"/>
          </a:xfrm>
          <a:prstGeom prst="rect">
            <a:avLst/>
          </a:prstGeom>
          <a:noFill/>
          <a:ln w="6350">
            <a:solidFill>
              <a:schemeClr val="tx2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91">
          <a:extLst>
            <a:ext uri="{FF2B5EF4-FFF2-40B4-BE49-F238E27FC236}">
              <a16:creationId xmlns:a16="http://schemas.microsoft.com/office/drawing/2014/main" id="{19323D91-788A-4465-6A2A-5D1790BB9B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83" name="Gráfico 982">
            <a:extLst>
              <a:ext uri="{FF2B5EF4-FFF2-40B4-BE49-F238E27FC236}">
                <a16:creationId xmlns:a16="http://schemas.microsoft.com/office/drawing/2014/main" id="{6F19ED00-B180-E1C7-5776-281B11C6BFC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471287" y="-176981"/>
            <a:ext cx="10434025" cy="5320297"/>
          </a:xfrm>
          <a:prstGeom prst="rect">
            <a:avLst/>
          </a:prstGeom>
        </p:spPr>
      </p:pic>
      <p:sp>
        <p:nvSpPr>
          <p:cNvPr id="997" name="Google Shape;997;p39">
            <a:extLst>
              <a:ext uri="{FF2B5EF4-FFF2-40B4-BE49-F238E27FC236}">
                <a16:creationId xmlns:a16="http://schemas.microsoft.com/office/drawing/2014/main" id="{FC97BD8C-0150-851A-5099-F7D989228C1C}"/>
              </a:ext>
            </a:extLst>
          </p:cNvPr>
          <p:cNvSpPr txBox="1">
            <a:spLocks noGrp="1"/>
          </p:cNvSpPr>
          <p:nvPr>
            <p:ph type="subTitle" idx="4294967295"/>
          </p:nvPr>
        </p:nvSpPr>
        <p:spPr>
          <a:xfrm>
            <a:off x="831829" y="1302735"/>
            <a:ext cx="6724306" cy="384058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b="0" dirty="0">
                <a:latin typeface="+mj-lt"/>
              </a:rPr>
              <a:t>Notícias oficiais da Polícia Federal constituem uma base pública contínua sobre a atuação institucional comunicada.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b="0" dirty="0">
                <a:latin typeface="+mj-lt"/>
              </a:rPr>
              <a:t>O corpus reúne </a:t>
            </a:r>
            <a:r>
              <a:rPr lang="pt-BR" b="1" dirty="0">
                <a:latin typeface="+mj-lt"/>
              </a:rPr>
              <a:t>8.055 notícias</a:t>
            </a:r>
            <a:r>
              <a:rPr lang="pt-BR" b="0" dirty="0">
                <a:latin typeface="+mj-lt"/>
              </a:rPr>
              <a:t>, cobrindo operações, prisões, apreensões, cooperação institucional e diferentes tipos de crimes investigados.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b="0" dirty="0">
                <a:latin typeface="+mj-lt"/>
              </a:rPr>
              <a:t>A análise permite observar padrões temáticos, mudanças ao longo do tempo e relações entre categorias de crime, instituições e territórios.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b="0" dirty="0">
                <a:latin typeface="+mj-lt"/>
              </a:rPr>
              <a:t>A base apresenta desafios metodológicos: textos heterogêneos, diferentes níveis de detalhe e grande volume documental.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b="0" dirty="0">
                <a:latin typeface="+mj-lt"/>
              </a:rPr>
              <a:t>Classificações exclusivamente baseadas em </a:t>
            </a:r>
            <a:r>
              <a:rPr lang="pt-BR" b="0" dirty="0" err="1">
                <a:latin typeface="+mj-lt"/>
              </a:rPr>
              <a:t>LLMs</a:t>
            </a:r>
            <a:r>
              <a:rPr lang="pt-BR" b="0" dirty="0">
                <a:latin typeface="+mj-lt"/>
              </a:rPr>
              <a:t> podem aumentar custos e reduzir rastreabilidade.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b="0" dirty="0">
                <a:latin typeface="+mj-lt"/>
              </a:rPr>
              <a:t>O trabalho propõe uma arquitetura híbrida: </a:t>
            </a:r>
            <a:r>
              <a:rPr lang="pt-BR" b="1" dirty="0">
                <a:latin typeface="+mj-lt"/>
              </a:rPr>
              <a:t>regex auditável como primeira camada e LLM apenas para casos ambíguos</a:t>
            </a:r>
            <a:r>
              <a:rPr lang="pt-BR" b="0" dirty="0">
                <a:latin typeface="+mj-lt"/>
              </a:rPr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b="0" dirty="0">
                <a:latin typeface="+mj-lt"/>
              </a:rPr>
              <a:t>A proposta busca produzir uma classificação reprodutível, auditável e útil para estudos de segurança pública, comunicação institucional e governança algorítmica.</a:t>
            </a:r>
          </a:p>
        </p:txBody>
      </p:sp>
      <p:sp>
        <p:nvSpPr>
          <p:cNvPr id="2" name="Google Shape;932;p37">
            <a:extLst>
              <a:ext uri="{FF2B5EF4-FFF2-40B4-BE49-F238E27FC236}">
                <a16:creationId xmlns:a16="http://schemas.microsoft.com/office/drawing/2014/main" id="{31CE6230-8794-35DB-E9ED-A9C1822A94EE}"/>
              </a:ext>
            </a:extLst>
          </p:cNvPr>
          <p:cNvSpPr txBox="1">
            <a:spLocks/>
          </p:cNvSpPr>
          <p:nvPr/>
        </p:nvSpPr>
        <p:spPr>
          <a:xfrm>
            <a:off x="7194305" y="528340"/>
            <a:ext cx="1661894" cy="2259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None/>
              <a:defRPr sz="28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None/>
              <a:defRPr sz="28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None/>
              <a:defRPr sz="28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None/>
              <a:defRPr sz="28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None/>
              <a:defRPr sz="28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None/>
              <a:defRPr sz="28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None/>
              <a:defRPr sz="28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None/>
              <a:defRPr sz="28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None/>
              <a:defRPr sz="28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r>
              <a:rPr lang="pt-BR" sz="600" b="0" dirty="0">
                <a:solidFill>
                  <a:srgbClr val="186E66"/>
                </a:solidFill>
                <a:latin typeface="+mj-lt"/>
                <a:cs typeface="Arial" panose="020B0604020202020204" pitchFamily="34" charset="0"/>
              </a:rPr>
              <a:t>Há mais de 60 anos pensando o Brasil</a:t>
            </a:r>
          </a:p>
        </p:txBody>
      </p:sp>
      <p:sp>
        <p:nvSpPr>
          <p:cNvPr id="3" name="Google Shape;936;p37">
            <a:extLst>
              <a:ext uri="{FF2B5EF4-FFF2-40B4-BE49-F238E27FC236}">
                <a16:creationId xmlns:a16="http://schemas.microsoft.com/office/drawing/2014/main" id="{F028FA0E-848D-CD73-BC16-D6C429A687CD}"/>
              </a:ext>
            </a:extLst>
          </p:cNvPr>
          <p:cNvSpPr/>
          <p:nvPr/>
        </p:nvSpPr>
        <p:spPr>
          <a:xfrm flipH="1">
            <a:off x="7861193" y="4721150"/>
            <a:ext cx="1282656" cy="422165"/>
          </a:xfrm>
          <a:prstGeom prst="round1Rect">
            <a:avLst>
              <a:gd name="adj" fmla="val 50000"/>
            </a:avLst>
          </a:prstGeom>
          <a:solidFill>
            <a:srgbClr val="1B204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latin typeface="Maven Pro"/>
              <a:ea typeface="Maven Pro"/>
              <a:cs typeface="Maven Pro"/>
              <a:sym typeface="Maven Pro"/>
            </a:endParaRPr>
          </a:p>
        </p:txBody>
      </p:sp>
      <p:sp>
        <p:nvSpPr>
          <p:cNvPr id="4" name="Google Shape;937;p37">
            <a:extLst>
              <a:ext uri="{FF2B5EF4-FFF2-40B4-BE49-F238E27FC236}">
                <a16:creationId xmlns:a16="http://schemas.microsoft.com/office/drawing/2014/main" id="{3B32D767-C610-9452-B73B-24490148457F}"/>
              </a:ext>
            </a:extLst>
          </p:cNvPr>
          <p:cNvSpPr/>
          <p:nvPr/>
        </p:nvSpPr>
        <p:spPr>
          <a:xfrm flipH="1">
            <a:off x="7588727" y="4912884"/>
            <a:ext cx="1555123" cy="230496"/>
          </a:xfrm>
          <a:prstGeom prst="round1Rect">
            <a:avLst>
              <a:gd name="adj" fmla="val 50000"/>
            </a:avLst>
          </a:prstGeom>
          <a:gradFill flip="none" rotWithShape="1">
            <a:gsLst>
              <a:gs pos="63000">
                <a:srgbClr val="06D1D7"/>
              </a:gs>
              <a:gs pos="33000">
                <a:srgbClr val="23A295"/>
              </a:gs>
              <a:gs pos="0">
                <a:srgbClr val="57F6A2"/>
              </a:gs>
              <a:gs pos="100000">
                <a:srgbClr val="1B2048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latin typeface="Maven Pro"/>
              <a:ea typeface="Maven Pro"/>
              <a:cs typeface="Maven Pro"/>
              <a:sym typeface="Maven Pro"/>
            </a:endParaRPr>
          </a:p>
        </p:txBody>
      </p:sp>
      <p:grpSp>
        <p:nvGrpSpPr>
          <p:cNvPr id="5" name="Google Shape;938;p37">
            <a:extLst>
              <a:ext uri="{FF2B5EF4-FFF2-40B4-BE49-F238E27FC236}">
                <a16:creationId xmlns:a16="http://schemas.microsoft.com/office/drawing/2014/main" id="{EE0BA9D3-27F3-5A4F-1356-CA70AD58604B}"/>
              </a:ext>
            </a:extLst>
          </p:cNvPr>
          <p:cNvGrpSpPr/>
          <p:nvPr/>
        </p:nvGrpSpPr>
        <p:grpSpPr>
          <a:xfrm>
            <a:off x="8644350" y="4276582"/>
            <a:ext cx="423698" cy="551579"/>
            <a:chOff x="7631225" y="2241175"/>
            <a:chExt cx="986125" cy="2095500"/>
          </a:xfrm>
          <a:gradFill>
            <a:gsLst>
              <a:gs pos="53000">
                <a:srgbClr val="23A295"/>
              </a:gs>
              <a:gs pos="0">
                <a:srgbClr val="57F6A2"/>
              </a:gs>
              <a:gs pos="100000">
                <a:srgbClr val="1B2048"/>
              </a:gs>
            </a:gsLst>
            <a:lin ang="5400000" scaled="1"/>
          </a:gradFill>
        </p:grpSpPr>
        <p:cxnSp>
          <p:nvCxnSpPr>
            <p:cNvPr id="6" name="Google Shape;939;p37">
              <a:extLst>
                <a:ext uri="{FF2B5EF4-FFF2-40B4-BE49-F238E27FC236}">
                  <a16:creationId xmlns:a16="http://schemas.microsoft.com/office/drawing/2014/main" id="{652B6251-D4A1-40E6-948E-87B7F4A61BE2}"/>
                </a:ext>
              </a:extLst>
            </p:cNvPr>
            <p:cNvCxnSpPr/>
            <p:nvPr/>
          </p:nvCxnSpPr>
          <p:spPr>
            <a:xfrm>
              <a:off x="7631225" y="2241175"/>
              <a:ext cx="0" cy="2095500"/>
            </a:xfrm>
            <a:prstGeom prst="straightConnector1">
              <a:avLst/>
            </a:prstGeom>
            <a:grpFill/>
            <a:ln w="9525" cap="flat" cmpd="sng">
              <a:solidFill>
                <a:srgbClr val="1AB0A9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7" name="Google Shape;940;p37">
              <a:extLst>
                <a:ext uri="{FF2B5EF4-FFF2-40B4-BE49-F238E27FC236}">
                  <a16:creationId xmlns:a16="http://schemas.microsoft.com/office/drawing/2014/main" id="{C8B97E00-F4F4-D9E7-FE87-AF620DB01D46}"/>
                </a:ext>
              </a:extLst>
            </p:cNvPr>
            <p:cNvCxnSpPr/>
            <p:nvPr/>
          </p:nvCxnSpPr>
          <p:spPr>
            <a:xfrm>
              <a:off x="7707081" y="2241175"/>
              <a:ext cx="0" cy="2095500"/>
            </a:xfrm>
            <a:prstGeom prst="straightConnector1">
              <a:avLst/>
            </a:prstGeom>
            <a:grpFill/>
            <a:ln w="9525" cap="flat" cmpd="sng">
              <a:solidFill>
                <a:srgbClr val="1AB0A9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8" name="Google Shape;941;p37">
              <a:extLst>
                <a:ext uri="{FF2B5EF4-FFF2-40B4-BE49-F238E27FC236}">
                  <a16:creationId xmlns:a16="http://schemas.microsoft.com/office/drawing/2014/main" id="{684C9448-F433-1394-A3AE-EFD65352A371}"/>
                </a:ext>
              </a:extLst>
            </p:cNvPr>
            <p:cNvCxnSpPr/>
            <p:nvPr/>
          </p:nvCxnSpPr>
          <p:spPr>
            <a:xfrm>
              <a:off x="7782937" y="2241175"/>
              <a:ext cx="0" cy="2095500"/>
            </a:xfrm>
            <a:prstGeom prst="straightConnector1">
              <a:avLst/>
            </a:prstGeom>
            <a:grpFill/>
            <a:ln w="9525" cap="flat" cmpd="sng">
              <a:solidFill>
                <a:srgbClr val="1AB0A9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9" name="Google Shape;942;p37">
              <a:extLst>
                <a:ext uri="{FF2B5EF4-FFF2-40B4-BE49-F238E27FC236}">
                  <a16:creationId xmlns:a16="http://schemas.microsoft.com/office/drawing/2014/main" id="{907669F7-576F-C942-7C16-CB80CFADB202}"/>
                </a:ext>
              </a:extLst>
            </p:cNvPr>
            <p:cNvCxnSpPr/>
            <p:nvPr/>
          </p:nvCxnSpPr>
          <p:spPr>
            <a:xfrm>
              <a:off x="7858792" y="2241175"/>
              <a:ext cx="0" cy="2095500"/>
            </a:xfrm>
            <a:prstGeom prst="straightConnector1">
              <a:avLst/>
            </a:prstGeom>
            <a:grpFill/>
            <a:ln w="9525" cap="flat" cmpd="sng">
              <a:solidFill>
                <a:srgbClr val="1AB0A9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0" name="Google Shape;943;p37">
              <a:extLst>
                <a:ext uri="{FF2B5EF4-FFF2-40B4-BE49-F238E27FC236}">
                  <a16:creationId xmlns:a16="http://schemas.microsoft.com/office/drawing/2014/main" id="{36700FE8-BEBA-DE07-A675-2504475F5A9A}"/>
                </a:ext>
              </a:extLst>
            </p:cNvPr>
            <p:cNvCxnSpPr/>
            <p:nvPr/>
          </p:nvCxnSpPr>
          <p:spPr>
            <a:xfrm>
              <a:off x="8010504" y="2241175"/>
              <a:ext cx="0" cy="2095500"/>
            </a:xfrm>
            <a:prstGeom prst="straightConnector1">
              <a:avLst/>
            </a:prstGeom>
            <a:grpFill/>
            <a:ln w="9525" cap="flat" cmpd="sng">
              <a:solidFill>
                <a:srgbClr val="1AB0A9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1" name="Google Shape;944;p37">
              <a:extLst>
                <a:ext uri="{FF2B5EF4-FFF2-40B4-BE49-F238E27FC236}">
                  <a16:creationId xmlns:a16="http://schemas.microsoft.com/office/drawing/2014/main" id="{FA570430-FC7F-82F6-3845-929D0C543EC7}"/>
                </a:ext>
              </a:extLst>
            </p:cNvPr>
            <p:cNvCxnSpPr/>
            <p:nvPr/>
          </p:nvCxnSpPr>
          <p:spPr>
            <a:xfrm>
              <a:off x="8162215" y="2241175"/>
              <a:ext cx="0" cy="2095500"/>
            </a:xfrm>
            <a:prstGeom prst="straightConnector1">
              <a:avLst/>
            </a:prstGeom>
            <a:grpFill/>
            <a:ln w="9525" cap="flat" cmpd="sng">
              <a:solidFill>
                <a:srgbClr val="1AB0A9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2" name="Google Shape;945;p37">
              <a:extLst>
                <a:ext uri="{FF2B5EF4-FFF2-40B4-BE49-F238E27FC236}">
                  <a16:creationId xmlns:a16="http://schemas.microsoft.com/office/drawing/2014/main" id="{4F708838-4BF6-38E9-19D5-5DD41167578C}"/>
                </a:ext>
              </a:extLst>
            </p:cNvPr>
            <p:cNvCxnSpPr/>
            <p:nvPr/>
          </p:nvCxnSpPr>
          <p:spPr>
            <a:xfrm>
              <a:off x="8313927" y="2241175"/>
              <a:ext cx="0" cy="2095500"/>
            </a:xfrm>
            <a:prstGeom prst="straightConnector1">
              <a:avLst/>
            </a:prstGeom>
            <a:grpFill/>
            <a:ln w="9525" cap="flat" cmpd="sng">
              <a:solidFill>
                <a:srgbClr val="1AB0A9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3" name="Google Shape;946;p37">
              <a:extLst>
                <a:ext uri="{FF2B5EF4-FFF2-40B4-BE49-F238E27FC236}">
                  <a16:creationId xmlns:a16="http://schemas.microsoft.com/office/drawing/2014/main" id="{6879C3F7-6187-D9F0-37BC-005D408BAB1F}"/>
                </a:ext>
              </a:extLst>
            </p:cNvPr>
            <p:cNvCxnSpPr/>
            <p:nvPr/>
          </p:nvCxnSpPr>
          <p:spPr>
            <a:xfrm>
              <a:off x="7934648" y="2241175"/>
              <a:ext cx="0" cy="2095500"/>
            </a:xfrm>
            <a:prstGeom prst="straightConnector1">
              <a:avLst/>
            </a:prstGeom>
            <a:grpFill/>
            <a:ln w="9525" cap="flat" cmpd="sng">
              <a:solidFill>
                <a:srgbClr val="1AB0A9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4" name="Google Shape;947;p37">
              <a:extLst>
                <a:ext uri="{FF2B5EF4-FFF2-40B4-BE49-F238E27FC236}">
                  <a16:creationId xmlns:a16="http://schemas.microsoft.com/office/drawing/2014/main" id="{F1E72564-98A4-46AE-CE72-A5FAB67ED7BD}"/>
                </a:ext>
              </a:extLst>
            </p:cNvPr>
            <p:cNvCxnSpPr/>
            <p:nvPr/>
          </p:nvCxnSpPr>
          <p:spPr>
            <a:xfrm>
              <a:off x="8086360" y="2241175"/>
              <a:ext cx="0" cy="2095500"/>
            </a:xfrm>
            <a:prstGeom prst="straightConnector1">
              <a:avLst/>
            </a:prstGeom>
            <a:grpFill/>
            <a:ln w="9525" cap="flat" cmpd="sng">
              <a:solidFill>
                <a:srgbClr val="1AB0A9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5" name="Google Shape;948;p37">
              <a:extLst>
                <a:ext uri="{FF2B5EF4-FFF2-40B4-BE49-F238E27FC236}">
                  <a16:creationId xmlns:a16="http://schemas.microsoft.com/office/drawing/2014/main" id="{6E42FBEF-4649-9CBE-A70D-9FD35AAB8725}"/>
                </a:ext>
              </a:extLst>
            </p:cNvPr>
            <p:cNvCxnSpPr/>
            <p:nvPr/>
          </p:nvCxnSpPr>
          <p:spPr>
            <a:xfrm>
              <a:off x="8238071" y="2241175"/>
              <a:ext cx="0" cy="2095500"/>
            </a:xfrm>
            <a:prstGeom prst="straightConnector1">
              <a:avLst/>
            </a:prstGeom>
            <a:grpFill/>
            <a:ln w="9525" cap="flat" cmpd="sng">
              <a:solidFill>
                <a:srgbClr val="1AB0A9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6" name="Google Shape;949;p37">
              <a:extLst>
                <a:ext uri="{FF2B5EF4-FFF2-40B4-BE49-F238E27FC236}">
                  <a16:creationId xmlns:a16="http://schemas.microsoft.com/office/drawing/2014/main" id="{986F6736-3120-E0AB-4097-875016AFF701}"/>
                </a:ext>
              </a:extLst>
            </p:cNvPr>
            <p:cNvCxnSpPr/>
            <p:nvPr/>
          </p:nvCxnSpPr>
          <p:spPr>
            <a:xfrm>
              <a:off x="8389783" y="2241175"/>
              <a:ext cx="0" cy="2095500"/>
            </a:xfrm>
            <a:prstGeom prst="straightConnector1">
              <a:avLst/>
            </a:prstGeom>
            <a:grpFill/>
            <a:ln w="9525" cap="flat" cmpd="sng">
              <a:solidFill>
                <a:srgbClr val="1AB0A9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7" name="Google Shape;950;p37">
              <a:extLst>
                <a:ext uri="{FF2B5EF4-FFF2-40B4-BE49-F238E27FC236}">
                  <a16:creationId xmlns:a16="http://schemas.microsoft.com/office/drawing/2014/main" id="{F68CB775-DD23-C362-2E55-F3EA99B910F5}"/>
                </a:ext>
              </a:extLst>
            </p:cNvPr>
            <p:cNvCxnSpPr/>
            <p:nvPr/>
          </p:nvCxnSpPr>
          <p:spPr>
            <a:xfrm>
              <a:off x="8465638" y="2241175"/>
              <a:ext cx="0" cy="2095500"/>
            </a:xfrm>
            <a:prstGeom prst="straightConnector1">
              <a:avLst/>
            </a:prstGeom>
            <a:grpFill/>
            <a:ln w="9525" cap="flat" cmpd="sng">
              <a:solidFill>
                <a:srgbClr val="1AB0A9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8" name="Google Shape;951;p37">
              <a:extLst>
                <a:ext uri="{FF2B5EF4-FFF2-40B4-BE49-F238E27FC236}">
                  <a16:creationId xmlns:a16="http://schemas.microsoft.com/office/drawing/2014/main" id="{ACDD1B9D-D5F2-6EBC-DC59-E3E0E21952E0}"/>
                </a:ext>
              </a:extLst>
            </p:cNvPr>
            <p:cNvCxnSpPr/>
            <p:nvPr/>
          </p:nvCxnSpPr>
          <p:spPr>
            <a:xfrm>
              <a:off x="8541494" y="2241175"/>
              <a:ext cx="0" cy="2095500"/>
            </a:xfrm>
            <a:prstGeom prst="straightConnector1">
              <a:avLst/>
            </a:prstGeom>
            <a:grpFill/>
            <a:ln w="9525" cap="flat" cmpd="sng">
              <a:solidFill>
                <a:srgbClr val="1AB0A9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9" name="Google Shape;952;p37">
              <a:extLst>
                <a:ext uri="{FF2B5EF4-FFF2-40B4-BE49-F238E27FC236}">
                  <a16:creationId xmlns:a16="http://schemas.microsoft.com/office/drawing/2014/main" id="{E0F97B40-0FB9-CB3A-482C-C45DD3A4C7EB}"/>
                </a:ext>
              </a:extLst>
            </p:cNvPr>
            <p:cNvCxnSpPr/>
            <p:nvPr/>
          </p:nvCxnSpPr>
          <p:spPr>
            <a:xfrm>
              <a:off x="8617350" y="2241175"/>
              <a:ext cx="0" cy="2095500"/>
            </a:xfrm>
            <a:prstGeom prst="straightConnector1">
              <a:avLst/>
            </a:prstGeom>
            <a:grpFill/>
            <a:ln w="9525" cap="flat" cmpd="sng">
              <a:solidFill>
                <a:srgbClr val="1AB0A9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20" name="Google Shape;954;p37">
            <a:extLst>
              <a:ext uri="{FF2B5EF4-FFF2-40B4-BE49-F238E27FC236}">
                <a16:creationId xmlns:a16="http://schemas.microsoft.com/office/drawing/2014/main" id="{DE9CC480-D41C-5835-CFB5-EA8C6F6E0B92}"/>
              </a:ext>
            </a:extLst>
          </p:cNvPr>
          <p:cNvSpPr/>
          <p:nvPr/>
        </p:nvSpPr>
        <p:spPr>
          <a:xfrm>
            <a:off x="0" y="4680042"/>
            <a:ext cx="922564" cy="463274"/>
          </a:xfrm>
          <a:prstGeom prst="rect">
            <a:avLst/>
          </a:prstGeom>
          <a:gradFill>
            <a:gsLst>
              <a:gs pos="33000">
                <a:srgbClr val="23A295"/>
              </a:gs>
              <a:gs pos="0">
                <a:srgbClr val="57F6A2"/>
              </a:gs>
              <a:gs pos="100000">
                <a:srgbClr val="1B2048"/>
              </a:gs>
            </a:gsLst>
            <a:path path="circle">
              <a:fillToRect l="100000" t="100000"/>
            </a:path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dirty="0">
              <a:latin typeface="Maven Pro"/>
              <a:ea typeface="Maven Pro"/>
              <a:cs typeface="Maven Pro"/>
              <a:sym typeface="Maven Pro"/>
            </a:endParaRPr>
          </a:p>
        </p:txBody>
      </p:sp>
      <p:sp>
        <p:nvSpPr>
          <p:cNvPr id="21" name="Google Shape;955;p37">
            <a:extLst>
              <a:ext uri="{FF2B5EF4-FFF2-40B4-BE49-F238E27FC236}">
                <a16:creationId xmlns:a16="http://schemas.microsoft.com/office/drawing/2014/main" id="{0B9184C2-9568-599D-4762-0EDB92F2021A}"/>
              </a:ext>
            </a:extLst>
          </p:cNvPr>
          <p:cNvSpPr/>
          <p:nvPr/>
        </p:nvSpPr>
        <p:spPr>
          <a:xfrm>
            <a:off x="0" y="4912883"/>
            <a:ext cx="1663658" cy="230641"/>
          </a:xfrm>
          <a:prstGeom prst="round1Rect">
            <a:avLst>
              <a:gd name="adj" fmla="val 50000"/>
            </a:avLst>
          </a:prstGeom>
          <a:solidFill>
            <a:srgbClr val="1B204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latin typeface="Maven Pro"/>
              <a:ea typeface="Maven Pro"/>
              <a:cs typeface="Maven Pro"/>
              <a:sym typeface="Maven Pro"/>
            </a:endParaRPr>
          </a:p>
        </p:txBody>
      </p:sp>
      <p:grpSp>
        <p:nvGrpSpPr>
          <p:cNvPr id="22" name="Agrupar 21">
            <a:extLst>
              <a:ext uri="{FF2B5EF4-FFF2-40B4-BE49-F238E27FC236}">
                <a16:creationId xmlns:a16="http://schemas.microsoft.com/office/drawing/2014/main" id="{A7CF3EBA-C767-1CA2-8C94-9DCB3F93BD26}"/>
              </a:ext>
            </a:extLst>
          </p:cNvPr>
          <p:cNvGrpSpPr/>
          <p:nvPr/>
        </p:nvGrpSpPr>
        <p:grpSpPr>
          <a:xfrm>
            <a:off x="7070035" y="156184"/>
            <a:ext cx="1722295" cy="405506"/>
            <a:chOff x="4782913" y="272045"/>
            <a:chExt cx="3752189" cy="883435"/>
          </a:xfrm>
        </p:grpSpPr>
        <p:pic>
          <p:nvPicPr>
            <p:cNvPr id="23" name="Imagem 22" descr="Interface gráfica do usuário, Texto&#10;&#10;O conteúdo gerado por IA pode estar incorreto.">
              <a:extLst>
                <a:ext uri="{FF2B5EF4-FFF2-40B4-BE49-F238E27FC236}">
                  <a16:creationId xmlns:a16="http://schemas.microsoft.com/office/drawing/2014/main" id="{237A61C3-82A1-E319-308A-A23B3F97E266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4782913" y="272045"/>
              <a:ext cx="3752189" cy="883435"/>
            </a:xfrm>
            <a:prstGeom prst="rect">
              <a:avLst/>
            </a:prstGeom>
          </p:spPr>
        </p:pic>
        <p:cxnSp>
          <p:nvCxnSpPr>
            <p:cNvPr id="24" name="Conector reto 23">
              <a:extLst>
                <a:ext uri="{FF2B5EF4-FFF2-40B4-BE49-F238E27FC236}">
                  <a16:creationId xmlns:a16="http://schemas.microsoft.com/office/drawing/2014/main" id="{1E349C23-CFC4-6B31-432C-7A2B438AE129}"/>
                </a:ext>
              </a:extLst>
            </p:cNvPr>
            <p:cNvCxnSpPr>
              <a:cxnSpLocks/>
            </p:cNvCxnSpPr>
            <p:nvPr/>
          </p:nvCxnSpPr>
          <p:spPr>
            <a:xfrm>
              <a:off x="5253460" y="1066595"/>
              <a:ext cx="3264536" cy="16228"/>
            </a:xfrm>
            <a:prstGeom prst="line">
              <a:avLst/>
            </a:prstGeom>
            <a:ln>
              <a:solidFill>
                <a:srgbClr val="00445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5" name="Google Shape;936;p37">
            <a:extLst>
              <a:ext uri="{FF2B5EF4-FFF2-40B4-BE49-F238E27FC236}">
                <a16:creationId xmlns:a16="http://schemas.microsoft.com/office/drawing/2014/main" id="{2D98E301-3043-5A0F-AE1F-97928C0686B7}"/>
              </a:ext>
            </a:extLst>
          </p:cNvPr>
          <p:cNvSpPr/>
          <p:nvPr/>
        </p:nvSpPr>
        <p:spPr>
          <a:xfrm rot="16200000" flipH="1" flipV="1">
            <a:off x="-26331" y="5857"/>
            <a:ext cx="636272" cy="583606"/>
          </a:xfrm>
          <a:custGeom>
            <a:avLst/>
            <a:gdLst>
              <a:gd name="connsiteX0" fmla="*/ 0 w 1440059"/>
              <a:gd name="connsiteY0" fmla="*/ 0 h 583600"/>
              <a:gd name="connsiteX1" fmla="*/ 1148259 w 1440059"/>
              <a:gd name="connsiteY1" fmla="*/ 0 h 583600"/>
              <a:gd name="connsiteX2" fmla="*/ 1440059 w 1440059"/>
              <a:gd name="connsiteY2" fmla="*/ 291800 h 583600"/>
              <a:gd name="connsiteX3" fmla="*/ 1440059 w 1440059"/>
              <a:gd name="connsiteY3" fmla="*/ 583600 h 583600"/>
              <a:gd name="connsiteX4" fmla="*/ 0 w 1440059"/>
              <a:gd name="connsiteY4" fmla="*/ 583600 h 583600"/>
              <a:gd name="connsiteX5" fmla="*/ 0 w 1440059"/>
              <a:gd name="connsiteY5" fmla="*/ 0 h 583600"/>
              <a:gd name="connsiteX0" fmla="*/ 612059 w 1440059"/>
              <a:gd name="connsiteY0" fmla="*/ 0 h 583603"/>
              <a:gd name="connsiteX1" fmla="*/ 1148259 w 1440059"/>
              <a:gd name="connsiteY1" fmla="*/ 3 h 583603"/>
              <a:gd name="connsiteX2" fmla="*/ 1440059 w 1440059"/>
              <a:gd name="connsiteY2" fmla="*/ 291803 h 583603"/>
              <a:gd name="connsiteX3" fmla="*/ 1440059 w 1440059"/>
              <a:gd name="connsiteY3" fmla="*/ 583603 h 583603"/>
              <a:gd name="connsiteX4" fmla="*/ 0 w 1440059"/>
              <a:gd name="connsiteY4" fmla="*/ 583603 h 583603"/>
              <a:gd name="connsiteX5" fmla="*/ 612059 w 1440059"/>
              <a:gd name="connsiteY5" fmla="*/ 0 h 583603"/>
              <a:gd name="connsiteX0" fmla="*/ 0 w 828000"/>
              <a:gd name="connsiteY0" fmla="*/ 0 h 583603"/>
              <a:gd name="connsiteX1" fmla="*/ 536200 w 828000"/>
              <a:gd name="connsiteY1" fmla="*/ 3 h 583603"/>
              <a:gd name="connsiteX2" fmla="*/ 828000 w 828000"/>
              <a:gd name="connsiteY2" fmla="*/ 291803 h 583603"/>
              <a:gd name="connsiteX3" fmla="*/ 828000 w 828000"/>
              <a:gd name="connsiteY3" fmla="*/ 583603 h 583603"/>
              <a:gd name="connsiteX4" fmla="*/ 191728 w 828000"/>
              <a:gd name="connsiteY4" fmla="*/ 576229 h 583603"/>
              <a:gd name="connsiteX5" fmla="*/ 0 w 828000"/>
              <a:gd name="connsiteY5" fmla="*/ 0 h 583603"/>
              <a:gd name="connsiteX0" fmla="*/ 14749 w 636272"/>
              <a:gd name="connsiteY0" fmla="*/ 0 h 583606"/>
              <a:gd name="connsiteX1" fmla="*/ 344472 w 636272"/>
              <a:gd name="connsiteY1" fmla="*/ 6 h 583606"/>
              <a:gd name="connsiteX2" fmla="*/ 636272 w 636272"/>
              <a:gd name="connsiteY2" fmla="*/ 291806 h 583606"/>
              <a:gd name="connsiteX3" fmla="*/ 636272 w 636272"/>
              <a:gd name="connsiteY3" fmla="*/ 583606 h 583606"/>
              <a:gd name="connsiteX4" fmla="*/ 0 w 636272"/>
              <a:gd name="connsiteY4" fmla="*/ 576232 h 583606"/>
              <a:gd name="connsiteX5" fmla="*/ 14749 w 636272"/>
              <a:gd name="connsiteY5" fmla="*/ 0 h 5836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36272" h="583606">
                <a:moveTo>
                  <a:pt x="14749" y="0"/>
                </a:moveTo>
                <a:lnTo>
                  <a:pt x="344472" y="6"/>
                </a:lnTo>
                <a:cubicBezTo>
                  <a:pt x="505629" y="6"/>
                  <a:pt x="636272" y="130649"/>
                  <a:pt x="636272" y="291806"/>
                </a:cubicBezTo>
                <a:lnTo>
                  <a:pt x="636272" y="583606"/>
                </a:lnTo>
                <a:lnTo>
                  <a:pt x="0" y="576232"/>
                </a:lnTo>
                <a:lnTo>
                  <a:pt x="14749" y="0"/>
                </a:lnTo>
                <a:close/>
              </a:path>
            </a:pathLst>
          </a:custGeom>
          <a:solidFill>
            <a:srgbClr val="1B204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latin typeface="Maven Pro"/>
              <a:ea typeface="Maven Pro"/>
              <a:cs typeface="Maven Pro"/>
              <a:sym typeface="Maven Pro"/>
            </a:endParaRPr>
          </a:p>
        </p:txBody>
      </p:sp>
      <p:sp>
        <p:nvSpPr>
          <p:cNvPr id="26" name="Google Shape;937;p37">
            <a:extLst>
              <a:ext uri="{FF2B5EF4-FFF2-40B4-BE49-F238E27FC236}">
                <a16:creationId xmlns:a16="http://schemas.microsoft.com/office/drawing/2014/main" id="{96B9ECDC-21B9-ED4D-94FA-E3FE8388E08D}"/>
              </a:ext>
            </a:extLst>
          </p:cNvPr>
          <p:cNvSpPr/>
          <p:nvPr/>
        </p:nvSpPr>
        <p:spPr>
          <a:xfrm rot="16200000" flipH="1" flipV="1">
            <a:off x="-223281" y="212082"/>
            <a:ext cx="765195" cy="318641"/>
          </a:xfrm>
          <a:custGeom>
            <a:avLst/>
            <a:gdLst>
              <a:gd name="connsiteX0" fmla="*/ 0 w 1745961"/>
              <a:gd name="connsiteY0" fmla="*/ 0 h 318637"/>
              <a:gd name="connsiteX1" fmla="*/ 1586643 w 1745961"/>
              <a:gd name="connsiteY1" fmla="*/ 0 h 318637"/>
              <a:gd name="connsiteX2" fmla="*/ 1745962 w 1745961"/>
              <a:gd name="connsiteY2" fmla="*/ 159319 h 318637"/>
              <a:gd name="connsiteX3" fmla="*/ 1745961 w 1745961"/>
              <a:gd name="connsiteY3" fmla="*/ 318637 h 318637"/>
              <a:gd name="connsiteX4" fmla="*/ 0 w 1745961"/>
              <a:gd name="connsiteY4" fmla="*/ 318637 h 318637"/>
              <a:gd name="connsiteX5" fmla="*/ 0 w 1745961"/>
              <a:gd name="connsiteY5" fmla="*/ 0 h 318637"/>
              <a:gd name="connsiteX0" fmla="*/ 980768 w 1745962"/>
              <a:gd name="connsiteY0" fmla="*/ 0 h 318637"/>
              <a:gd name="connsiteX1" fmla="*/ 1586643 w 1745962"/>
              <a:gd name="connsiteY1" fmla="*/ 0 h 318637"/>
              <a:gd name="connsiteX2" fmla="*/ 1745962 w 1745962"/>
              <a:gd name="connsiteY2" fmla="*/ 159319 h 318637"/>
              <a:gd name="connsiteX3" fmla="*/ 1745961 w 1745962"/>
              <a:gd name="connsiteY3" fmla="*/ 318637 h 318637"/>
              <a:gd name="connsiteX4" fmla="*/ 0 w 1745962"/>
              <a:gd name="connsiteY4" fmla="*/ 318637 h 318637"/>
              <a:gd name="connsiteX5" fmla="*/ 980768 w 1745962"/>
              <a:gd name="connsiteY5" fmla="*/ 0 h 318637"/>
              <a:gd name="connsiteX0" fmla="*/ 1 w 765195"/>
              <a:gd name="connsiteY0" fmla="*/ 0 h 318641"/>
              <a:gd name="connsiteX1" fmla="*/ 605876 w 765195"/>
              <a:gd name="connsiteY1" fmla="*/ 0 h 318641"/>
              <a:gd name="connsiteX2" fmla="*/ 765195 w 765195"/>
              <a:gd name="connsiteY2" fmla="*/ 159319 h 318641"/>
              <a:gd name="connsiteX3" fmla="*/ 765194 w 765195"/>
              <a:gd name="connsiteY3" fmla="*/ 318637 h 318641"/>
              <a:gd name="connsiteX4" fmla="*/ 0 w 765195"/>
              <a:gd name="connsiteY4" fmla="*/ 318641 h 318641"/>
              <a:gd name="connsiteX5" fmla="*/ 1 w 765195"/>
              <a:gd name="connsiteY5" fmla="*/ 0 h 3186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765195" h="318641">
                <a:moveTo>
                  <a:pt x="1" y="0"/>
                </a:moveTo>
                <a:lnTo>
                  <a:pt x="605876" y="0"/>
                </a:lnTo>
                <a:cubicBezTo>
                  <a:pt x="693865" y="0"/>
                  <a:pt x="765195" y="71330"/>
                  <a:pt x="765195" y="159319"/>
                </a:cubicBezTo>
                <a:cubicBezTo>
                  <a:pt x="765195" y="212425"/>
                  <a:pt x="765194" y="265531"/>
                  <a:pt x="765194" y="318637"/>
                </a:cubicBezTo>
                <a:lnTo>
                  <a:pt x="0" y="318641"/>
                </a:lnTo>
                <a:cubicBezTo>
                  <a:pt x="0" y="212427"/>
                  <a:pt x="1" y="106214"/>
                  <a:pt x="1" y="0"/>
                </a:cubicBezTo>
                <a:close/>
              </a:path>
            </a:pathLst>
          </a:custGeom>
          <a:gradFill flip="none" rotWithShape="1">
            <a:gsLst>
              <a:gs pos="63000">
                <a:srgbClr val="06D1D7"/>
              </a:gs>
              <a:gs pos="33000">
                <a:srgbClr val="23A295"/>
              </a:gs>
              <a:gs pos="0">
                <a:srgbClr val="57F6A2"/>
              </a:gs>
              <a:gs pos="100000">
                <a:srgbClr val="1B2048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latin typeface="Maven Pro"/>
              <a:ea typeface="Maven Pro"/>
              <a:cs typeface="Maven Pro"/>
              <a:sym typeface="Maven Pro"/>
            </a:endParaRPr>
          </a:p>
        </p:txBody>
      </p:sp>
      <p:grpSp>
        <p:nvGrpSpPr>
          <p:cNvPr id="28" name="Google Shape;938;p37">
            <a:extLst>
              <a:ext uri="{FF2B5EF4-FFF2-40B4-BE49-F238E27FC236}">
                <a16:creationId xmlns:a16="http://schemas.microsoft.com/office/drawing/2014/main" id="{A014D854-71F5-8586-5C92-BED8A3F208A4}"/>
              </a:ext>
            </a:extLst>
          </p:cNvPr>
          <p:cNvGrpSpPr/>
          <p:nvPr/>
        </p:nvGrpSpPr>
        <p:grpSpPr>
          <a:xfrm rot="16200000">
            <a:off x="720348" y="-178200"/>
            <a:ext cx="368002" cy="860760"/>
            <a:chOff x="8238071" y="2241175"/>
            <a:chExt cx="379279" cy="2095500"/>
          </a:xfrm>
          <a:gradFill>
            <a:gsLst>
              <a:gs pos="53000">
                <a:srgbClr val="23A295"/>
              </a:gs>
              <a:gs pos="0">
                <a:srgbClr val="57F6A2"/>
              </a:gs>
              <a:gs pos="100000">
                <a:srgbClr val="1B2048"/>
              </a:gs>
            </a:gsLst>
            <a:lin ang="5400000" scaled="1"/>
          </a:gradFill>
        </p:grpSpPr>
        <p:cxnSp>
          <p:nvCxnSpPr>
            <p:cNvPr id="29" name="Google Shape;945;p37">
              <a:extLst>
                <a:ext uri="{FF2B5EF4-FFF2-40B4-BE49-F238E27FC236}">
                  <a16:creationId xmlns:a16="http://schemas.microsoft.com/office/drawing/2014/main" id="{7C861104-0946-C479-D96E-278A14D4588C}"/>
                </a:ext>
              </a:extLst>
            </p:cNvPr>
            <p:cNvCxnSpPr/>
            <p:nvPr/>
          </p:nvCxnSpPr>
          <p:spPr>
            <a:xfrm>
              <a:off x="8313927" y="2241175"/>
              <a:ext cx="0" cy="2095500"/>
            </a:xfrm>
            <a:prstGeom prst="straightConnector1">
              <a:avLst/>
            </a:prstGeom>
            <a:grpFill/>
            <a:ln w="9525" cap="flat" cmpd="sng">
              <a:solidFill>
                <a:srgbClr val="1AB0A9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0" name="Google Shape;948;p37">
              <a:extLst>
                <a:ext uri="{FF2B5EF4-FFF2-40B4-BE49-F238E27FC236}">
                  <a16:creationId xmlns:a16="http://schemas.microsoft.com/office/drawing/2014/main" id="{1498A350-CE28-CADC-71D5-ACD92883EF23}"/>
                </a:ext>
              </a:extLst>
            </p:cNvPr>
            <p:cNvCxnSpPr/>
            <p:nvPr/>
          </p:nvCxnSpPr>
          <p:spPr>
            <a:xfrm>
              <a:off x="8238071" y="2241175"/>
              <a:ext cx="0" cy="2095500"/>
            </a:xfrm>
            <a:prstGeom prst="straightConnector1">
              <a:avLst/>
            </a:prstGeom>
            <a:grpFill/>
            <a:ln w="9525" cap="flat" cmpd="sng">
              <a:solidFill>
                <a:srgbClr val="1AB0A9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1" name="Google Shape;949;p37">
              <a:extLst>
                <a:ext uri="{FF2B5EF4-FFF2-40B4-BE49-F238E27FC236}">
                  <a16:creationId xmlns:a16="http://schemas.microsoft.com/office/drawing/2014/main" id="{10328C6B-EBF6-1CCB-A90D-A83AAF40D2E4}"/>
                </a:ext>
              </a:extLst>
            </p:cNvPr>
            <p:cNvCxnSpPr/>
            <p:nvPr/>
          </p:nvCxnSpPr>
          <p:spPr>
            <a:xfrm>
              <a:off x="8389783" y="2241175"/>
              <a:ext cx="0" cy="2095500"/>
            </a:xfrm>
            <a:prstGeom prst="straightConnector1">
              <a:avLst/>
            </a:prstGeom>
            <a:grpFill/>
            <a:ln w="9525" cap="flat" cmpd="sng">
              <a:solidFill>
                <a:srgbClr val="1AB0A9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2" name="Google Shape;950;p37">
              <a:extLst>
                <a:ext uri="{FF2B5EF4-FFF2-40B4-BE49-F238E27FC236}">
                  <a16:creationId xmlns:a16="http://schemas.microsoft.com/office/drawing/2014/main" id="{924AF283-609D-6F8C-5AB6-84CA55883580}"/>
                </a:ext>
              </a:extLst>
            </p:cNvPr>
            <p:cNvCxnSpPr/>
            <p:nvPr/>
          </p:nvCxnSpPr>
          <p:spPr>
            <a:xfrm>
              <a:off x="8465638" y="2241175"/>
              <a:ext cx="0" cy="2095500"/>
            </a:xfrm>
            <a:prstGeom prst="straightConnector1">
              <a:avLst/>
            </a:prstGeom>
            <a:grpFill/>
            <a:ln w="9525" cap="flat" cmpd="sng">
              <a:solidFill>
                <a:srgbClr val="1AB0A9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3" name="Google Shape;951;p37">
              <a:extLst>
                <a:ext uri="{FF2B5EF4-FFF2-40B4-BE49-F238E27FC236}">
                  <a16:creationId xmlns:a16="http://schemas.microsoft.com/office/drawing/2014/main" id="{391C5773-B20C-E0AA-4891-C7E1737AE789}"/>
                </a:ext>
              </a:extLst>
            </p:cNvPr>
            <p:cNvCxnSpPr/>
            <p:nvPr/>
          </p:nvCxnSpPr>
          <p:spPr>
            <a:xfrm>
              <a:off x="8541494" y="2241175"/>
              <a:ext cx="0" cy="2095500"/>
            </a:xfrm>
            <a:prstGeom prst="straightConnector1">
              <a:avLst/>
            </a:prstGeom>
            <a:grpFill/>
            <a:ln w="9525" cap="flat" cmpd="sng">
              <a:solidFill>
                <a:srgbClr val="1AB0A9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4" name="Google Shape;952;p37">
              <a:extLst>
                <a:ext uri="{FF2B5EF4-FFF2-40B4-BE49-F238E27FC236}">
                  <a16:creationId xmlns:a16="http://schemas.microsoft.com/office/drawing/2014/main" id="{1ED249DE-9AC8-E53F-68EF-065B1521C395}"/>
                </a:ext>
              </a:extLst>
            </p:cNvPr>
            <p:cNvCxnSpPr/>
            <p:nvPr/>
          </p:nvCxnSpPr>
          <p:spPr>
            <a:xfrm>
              <a:off x="8617350" y="2241175"/>
              <a:ext cx="0" cy="2095500"/>
            </a:xfrm>
            <a:prstGeom prst="straightConnector1">
              <a:avLst/>
            </a:prstGeom>
            <a:grpFill/>
            <a:ln w="9525" cap="flat" cmpd="sng">
              <a:solidFill>
                <a:srgbClr val="1AB0A9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35" name="Título 1">
            <a:extLst>
              <a:ext uri="{FF2B5EF4-FFF2-40B4-BE49-F238E27FC236}">
                <a16:creationId xmlns:a16="http://schemas.microsoft.com/office/drawing/2014/main" id="{216CA3E5-F256-1445-3A5A-9E21817D9368}"/>
              </a:ext>
            </a:extLst>
          </p:cNvPr>
          <p:cNvSpPr txBox="1">
            <a:spLocks/>
          </p:cNvSpPr>
          <p:nvPr/>
        </p:nvSpPr>
        <p:spPr>
          <a:xfrm>
            <a:off x="675324" y="478163"/>
            <a:ext cx="3983037" cy="7651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Montserrat"/>
              <a:buNone/>
              <a:defRPr sz="52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Montserrat"/>
              <a:buNone/>
              <a:defRPr sz="52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Montserrat"/>
              <a:buNone/>
              <a:defRPr sz="52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Montserrat"/>
              <a:buNone/>
              <a:defRPr sz="52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Montserrat"/>
              <a:buNone/>
              <a:defRPr sz="52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Montserrat"/>
              <a:buNone/>
              <a:defRPr sz="52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Montserrat"/>
              <a:buNone/>
              <a:defRPr sz="52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Montserrat"/>
              <a:buNone/>
              <a:defRPr sz="52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Montserrat"/>
              <a:buNone/>
              <a:defRPr sz="52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algn="l"/>
            <a:r>
              <a:rPr lang="pt-BR" sz="3200" dirty="0">
                <a:latin typeface="+mj-lt"/>
                <a:cs typeface="Arial" panose="020B0604020202020204" pitchFamily="34" charset="0"/>
              </a:rPr>
              <a:t>Introdução</a:t>
            </a:r>
          </a:p>
        </p:txBody>
      </p:sp>
      <p:cxnSp>
        <p:nvCxnSpPr>
          <p:cNvPr id="39" name="Conector reto 38">
            <a:extLst>
              <a:ext uri="{FF2B5EF4-FFF2-40B4-BE49-F238E27FC236}">
                <a16:creationId xmlns:a16="http://schemas.microsoft.com/office/drawing/2014/main" id="{67AA91FE-F71D-F3A5-0A2A-34B1D5A5177B}"/>
              </a:ext>
            </a:extLst>
          </p:cNvPr>
          <p:cNvCxnSpPr>
            <a:cxnSpLocks/>
          </p:cNvCxnSpPr>
          <p:nvPr/>
        </p:nvCxnSpPr>
        <p:spPr>
          <a:xfrm>
            <a:off x="-5" y="1165521"/>
            <a:ext cx="3581405" cy="0"/>
          </a:xfrm>
          <a:prstGeom prst="line">
            <a:avLst/>
          </a:prstGeom>
          <a:ln>
            <a:solidFill>
              <a:srgbClr val="00445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Google Shape;937;p37">
            <a:extLst>
              <a:ext uri="{FF2B5EF4-FFF2-40B4-BE49-F238E27FC236}">
                <a16:creationId xmlns:a16="http://schemas.microsoft.com/office/drawing/2014/main" id="{7AA8FA1A-AEAB-0E4C-390D-1DE84EB0BC93}"/>
              </a:ext>
            </a:extLst>
          </p:cNvPr>
          <p:cNvSpPr/>
          <p:nvPr/>
        </p:nvSpPr>
        <p:spPr>
          <a:xfrm flipH="1" flipV="1">
            <a:off x="8773117" y="52"/>
            <a:ext cx="369846" cy="249032"/>
          </a:xfrm>
          <a:custGeom>
            <a:avLst/>
            <a:gdLst>
              <a:gd name="connsiteX0" fmla="*/ 0 w 1414234"/>
              <a:gd name="connsiteY0" fmla="*/ 0 h 258097"/>
              <a:gd name="connsiteX1" fmla="*/ 1285186 w 1414234"/>
              <a:gd name="connsiteY1" fmla="*/ 0 h 258097"/>
              <a:gd name="connsiteX2" fmla="*/ 1414235 w 1414234"/>
              <a:gd name="connsiteY2" fmla="*/ 129049 h 258097"/>
              <a:gd name="connsiteX3" fmla="*/ 1414234 w 1414234"/>
              <a:gd name="connsiteY3" fmla="*/ 258097 h 258097"/>
              <a:gd name="connsiteX4" fmla="*/ 0 w 1414234"/>
              <a:gd name="connsiteY4" fmla="*/ 258097 h 258097"/>
              <a:gd name="connsiteX5" fmla="*/ 0 w 1414234"/>
              <a:gd name="connsiteY5" fmla="*/ 0 h 258097"/>
              <a:gd name="connsiteX0" fmla="*/ 0 w 1414235"/>
              <a:gd name="connsiteY0" fmla="*/ 0 h 258097"/>
              <a:gd name="connsiteX1" fmla="*/ 1285186 w 1414235"/>
              <a:gd name="connsiteY1" fmla="*/ 0 h 258097"/>
              <a:gd name="connsiteX2" fmla="*/ 1414235 w 1414235"/>
              <a:gd name="connsiteY2" fmla="*/ 129049 h 258097"/>
              <a:gd name="connsiteX3" fmla="*/ 1414234 w 1414235"/>
              <a:gd name="connsiteY3" fmla="*/ 258097 h 258097"/>
              <a:gd name="connsiteX4" fmla="*/ 243348 w 1414235"/>
              <a:gd name="connsiteY4" fmla="*/ 258097 h 258097"/>
              <a:gd name="connsiteX5" fmla="*/ 0 w 1414235"/>
              <a:gd name="connsiteY5" fmla="*/ 0 h 258097"/>
              <a:gd name="connsiteX0" fmla="*/ 0 w 1178260"/>
              <a:gd name="connsiteY0" fmla="*/ 7374 h 258097"/>
              <a:gd name="connsiteX1" fmla="*/ 1049211 w 1178260"/>
              <a:gd name="connsiteY1" fmla="*/ 0 h 258097"/>
              <a:gd name="connsiteX2" fmla="*/ 1178260 w 1178260"/>
              <a:gd name="connsiteY2" fmla="*/ 129049 h 258097"/>
              <a:gd name="connsiteX3" fmla="*/ 1178259 w 1178260"/>
              <a:gd name="connsiteY3" fmla="*/ 258097 h 258097"/>
              <a:gd name="connsiteX4" fmla="*/ 7373 w 1178260"/>
              <a:gd name="connsiteY4" fmla="*/ 258097 h 258097"/>
              <a:gd name="connsiteX5" fmla="*/ 0 w 1178260"/>
              <a:gd name="connsiteY5" fmla="*/ 7374 h 258097"/>
              <a:gd name="connsiteX0" fmla="*/ 0 w 1178260"/>
              <a:gd name="connsiteY0" fmla="*/ 7374 h 265471"/>
              <a:gd name="connsiteX1" fmla="*/ 1049211 w 1178260"/>
              <a:gd name="connsiteY1" fmla="*/ 0 h 265471"/>
              <a:gd name="connsiteX2" fmla="*/ 1178260 w 1178260"/>
              <a:gd name="connsiteY2" fmla="*/ 129049 h 265471"/>
              <a:gd name="connsiteX3" fmla="*/ 1178259 w 1178260"/>
              <a:gd name="connsiteY3" fmla="*/ 258097 h 265471"/>
              <a:gd name="connsiteX4" fmla="*/ 619431 w 1178260"/>
              <a:gd name="connsiteY4" fmla="*/ 265471 h 265471"/>
              <a:gd name="connsiteX5" fmla="*/ 0 w 1178260"/>
              <a:gd name="connsiteY5" fmla="*/ 7374 h 265471"/>
              <a:gd name="connsiteX0" fmla="*/ 0 w 566202"/>
              <a:gd name="connsiteY0" fmla="*/ 0 h 280219"/>
              <a:gd name="connsiteX1" fmla="*/ 437153 w 566202"/>
              <a:gd name="connsiteY1" fmla="*/ 14748 h 280219"/>
              <a:gd name="connsiteX2" fmla="*/ 566202 w 566202"/>
              <a:gd name="connsiteY2" fmla="*/ 143797 h 280219"/>
              <a:gd name="connsiteX3" fmla="*/ 566201 w 566202"/>
              <a:gd name="connsiteY3" fmla="*/ 272845 h 280219"/>
              <a:gd name="connsiteX4" fmla="*/ 7373 w 566202"/>
              <a:gd name="connsiteY4" fmla="*/ 280219 h 280219"/>
              <a:gd name="connsiteX5" fmla="*/ 0 w 566202"/>
              <a:gd name="connsiteY5" fmla="*/ 0 h 280219"/>
              <a:gd name="connsiteX0" fmla="*/ 0 w 566202"/>
              <a:gd name="connsiteY0" fmla="*/ 0 h 280219"/>
              <a:gd name="connsiteX1" fmla="*/ 437153 w 566202"/>
              <a:gd name="connsiteY1" fmla="*/ 14748 h 280219"/>
              <a:gd name="connsiteX2" fmla="*/ 566202 w 566202"/>
              <a:gd name="connsiteY2" fmla="*/ 143797 h 280219"/>
              <a:gd name="connsiteX3" fmla="*/ 566201 w 566202"/>
              <a:gd name="connsiteY3" fmla="*/ 272845 h 280219"/>
              <a:gd name="connsiteX4" fmla="*/ 58992 w 566202"/>
              <a:gd name="connsiteY4" fmla="*/ 280219 h 280219"/>
              <a:gd name="connsiteX5" fmla="*/ 0 w 566202"/>
              <a:gd name="connsiteY5" fmla="*/ 0 h 280219"/>
              <a:gd name="connsiteX0" fmla="*/ 0 w 566202"/>
              <a:gd name="connsiteY0" fmla="*/ 0 h 272845"/>
              <a:gd name="connsiteX1" fmla="*/ 437153 w 566202"/>
              <a:gd name="connsiteY1" fmla="*/ 14748 h 272845"/>
              <a:gd name="connsiteX2" fmla="*/ 566202 w 566202"/>
              <a:gd name="connsiteY2" fmla="*/ 143797 h 272845"/>
              <a:gd name="connsiteX3" fmla="*/ 566201 w 566202"/>
              <a:gd name="connsiteY3" fmla="*/ 272845 h 272845"/>
              <a:gd name="connsiteX4" fmla="*/ 209118 w 566202"/>
              <a:gd name="connsiteY4" fmla="*/ 262022 h 272845"/>
              <a:gd name="connsiteX5" fmla="*/ 0 w 566202"/>
              <a:gd name="connsiteY5" fmla="*/ 0 h 272845"/>
              <a:gd name="connsiteX0" fmla="*/ 0 w 366035"/>
              <a:gd name="connsiteY0" fmla="*/ 0 h 272845"/>
              <a:gd name="connsiteX1" fmla="*/ 236986 w 366035"/>
              <a:gd name="connsiteY1" fmla="*/ 14748 h 272845"/>
              <a:gd name="connsiteX2" fmla="*/ 366035 w 366035"/>
              <a:gd name="connsiteY2" fmla="*/ 143797 h 272845"/>
              <a:gd name="connsiteX3" fmla="*/ 366034 w 366035"/>
              <a:gd name="connsiteY3" fmla="*/ 272845 h 272845"/>
              <a:gd name="connsiteX4" fmla="*/ 8951 w 366035"/>
              <a:gd name="connsiteY4" fmla="*/ 262022 h 272845"/>
              <a:gd name="connsiteX5" fmla="*/ 0 w 366035"/>
              <a:gd name="connsiteY5" fmla="*/ 0 h 272845"/>
              <a:gd name="connsiteX0" fmla="*/ 0 w 366035"/>
              <a:gd name="connsiteY0" fmla="*/ 0 h 272845"/>
              <a:gd name="connsiteX1" fmla="*/ 236986 w 366035"/>
              <a:gd name="connsiteY1" fmla="*/ 14748 h 272845"/>
              <a:gd name="connsiteX2" fmla="*/ 366035 w 366035"/>
              <a:gd name="connsiteY2" fmla="*/ 143797 h 272845"/>
              <a:gd name="connsiteX3" fmla="*/ 366034 w 366035"/>
              <a:gd name="connsiteY3" fmla="*/ 272845 h 272845"/>
              <a:gd name="connsiteX4" fmla="*/ 99438 w 366035"/>
              <a:gd name="connsiteY4" fmla="*/ 247734 h 272845"/>
              <a:gd name="connsiteX5" fmla="*/ 0 w 366035"/>
              <a:gd name="connsiteY5" fmla="*/ 0 h 272845"/>
              <a:gd name="connsiteX0" fmla="*/ 0 w 366035"/>
              <a:gd name="connsiteY0" fmla="*/ 0 h 272845"/>
              <a:gd name="connsiteX1" fmla="*/ 236986 w 366035"/>
              <a:gd name="connsiteY1" fmla="*/ 14748 h 272845"/>
              <a:gd name="connsiteX2" fmla="*/ 366035 w 366035"/>
              <a:gd name="connsiteY2" fmla="*/ 143797 h 272845"/>
              <a:gd name="connsiteX3" fmla="*/ 366034 w 366035"/>
              <a:gd name="connsiteY3" fmla="*/ 272845 h 272845"/>
              <a:gd name="connsiteX4" fmla="*/ 25619 w 366035"/>
              <a:gd name="connsiteY4" fmla="*/ 259641 h 272845"/>
              <a:gd name="connsiteX5" fmla="*/ 0 w 366035"/>
              <a:gd name="connsiteY5" fmla="*/ 0 h 272845"/>
              <a:gd name="connsiteX0" fmla="*/ 5337 w 340416"/>
              <a:gd name="connsiteY0" fmla="*/ 0 h 268083"/>
              <a:gd name="connsiteX1" fmla="*/ 211367 w 340416"/>
              <a:gd name="connsiteY1" fmla="*/ 9986 h 268083"/>
              <a:gd name="connsiteX2" fmla="*/ 340416 w 340416"/>
              <a:gd name="connsiteY2" fmla="*/ 139035 h 268083"/>
              <a:gd name="connsiteX3" fmla="*/ 340415 w 340416"/>
              <a:gd name="connsiteY3" fmla="*/ 268083 h 268083"/>
              <a:gd name="connsiteX4" fmla="*/ 0 w 340416"/>
              <a:gd name="connsiteY4" fmla="*/ 254879 h 268083"/>
              <a:gd name="connsiteX5" fmla="*/ 5337 w 340416"/>
              <a:gd name="connsiteY5" fmla="*/ 0 h 268083"/>
              <a:gd name="connsiteX0" fmla="*/ 5337 w 353901"/>
              <a:gd name="connsiteY0" fmla="*/ 0 h 254879"/>
              <a:gd name="connsiteX1" fmla="*/ 211367 w 353901"/>
              <a:gd name="connsiteY1" fmla="*/ 9986 h 254879"/>
              <a:gd name="connsiteX2" fmla="*/ 340416 w 353901"/>
              <a:gd name="connsiteY2" fmla="*/ 139035 h 254879"/>
              <a:gd name="connsiteX3" fmla="*/ 349940 w 353901"/>
              <a:gd name="connsiteY3" fmla="*/ 253795 h 254879"/>
              <a:gd name="connsiteX4" fmla="*/ 0 w 353901"/>
              <a:gd name="connsiteY4" fmla="*/ 254879 h 254879"/>
              <a:gd name="connsiteX5" fmla="*/ 5337 w 353901"/>
              <a:gd name="connsiteY5" fmla="*/ 0 h 254879"/>
              <a:gd name="connsiteX0" fmla="*/ 7718 w 356282"/>
              <a:gd name="connsiteY0" fmla="*/ 0 h 253795"/>
              <a:gd name="connsiteX1" fmla="*/ 213748 w 356282"/>
              <a:gd name="connsiteY1" fmla="*/ 9986 h 253795"/>
              <a:gd name="connsiteX2" fmla="*/ 342797 w 356282"/>
              <a:gd name="connsiteY2" fmla="*/ 139035 h 253795"/>
              <a:gd name="connsiteX3" fmla="*/ 352321 w 356282"/>
              <a:gd name="connsiteY3" fmla="*/ 253795 h 253795"/>
              <a:gd name="connsiteX4" fmla="*/ 0 w 356282"/>
              <a:gd name="connsiteY4" fmla="*/ 226304 h 253795"/>
              <a:gd name="connsiteX5" fmla="*/ 7718 w 356282"/>
              <a:gd name="connsiteY5" fmla="*/ 0 h 253795"/>
              <a:gd name="connsiteX0" fmla="*/ 574 w 349138"/>
              <a:gd name="connsiteY0" fmla="*/ 0 h 257260"/>
              <a:gd name="connsiteX1" fmla="*/ 206604 w 349138"/>
              <a:gd name="connsiteY1" fmla="*/ 9986 h 257260"/>
              <a:gd name="connsiteX2" fmla="*/ 335653 w 349138"/>
              <a:gd name="connsiteY2" fmla="*/ 139035 h 257260"/>
              <a:gd name="connsiteX3" fmla="*/ 345177 w 349138"/>
              <a:gd name="connsiteY3" fmla="*/ 253795 h 257260"/>
              <a:gd name="connsiteX4" fmla="*/ 0 w 349138"/>
              <a:gd name="connsiteY4" fmla="*/ 257260 h 257260"/>
              <a:gd name="connsiteX5" fmla="*/ 574 w 349138"/>
              <a:gd name="connsiteY5" fmla="*/ 0 h 257260"/>
              <a:gd name="connsiteX0" fmla="*/ 574 w 359486"/>
              <a:gd name="connsiteY0" fmla="*/ 0 h 257260"/>
              <a:gd name="connsiteX1" fmla="*/ 206604 w 359486"/>
              <a:gd name="connsiteY1" fmla="*/ 9986 h 257260"/>
              <a:gd name="connsiteX2" fmla="*/ 335653 w 359486"/>
              <a:gd name="connsiteY2" fmla="*/ 139035 h 257260"/>
              <a:gd name="connsiteX3" fmla="*/ 359464 w 359486"/>
              <a:gd name="connsiteY3" fmla="*/ 253795 h 257260"/>
              <a:gd name="connsiteX4" fmla="*/ 0 w 359486"/>
              <a:gd name="connsiteY4" fmla="*/ 257260 h 257260"/>
              <a:gd name="connsiteX5" fmla="*/ 574 w 359486"/>
              <a:gd name="connsiteY5" fmla="*/ 0 h 257260"/>
              <a:gd name="connsiteX0" fmla="*/ 574 w 359486"/>
              <a:gd name="connsiteY0" fmla="*/ 0 h 257260"/>
              <a:gd name="connsiteX1" fmla="*/ 206604 w 359486"/>
              <a:gd name="connsiteY1" fmla="*/ 9986 h 257260"/>
              <a:gd name="connsiteX2" fmla="*/ 335653 w 359486"/>
              <a:gd name="connsiteY2" fmla="*/ 110460 h 257260"/>
              <a:gd name="connsiteX3" fmla="*/ 359464 w 359486"/>
              <a:gd name="connsiteY3" fmla="*/ 253795 h 257260"/>
              <a:gd name="connsiteX4" fmla="*/ 0 w 359486"/>
              <a:gd name="connsiteY4" fmla="*/ 257260 h 257260"/>
              <a:gd name="connsiteX5" fmla="*/ 574 w 359486"/>
              <a:gd name="connsiteY5" fmla="*/ 0 h 257260"/>
              <a:gd name="connsiteX0" fmla="*/ 574 w 365269"/>
              <a:gd name="connsiteY0" fmla="*/ 0 h 257260"/>
              <a:gd name="connsiteX1" fmla="*/ 206604 w 365269"/>
              <a:gd name="connsiteY1" fmla="*/ 9986 h 257260"/>
              <a:gd name="connsiteX2" fmla="*/ 359464 w 365269"/>
              <a:gd name="connsiteY2" fmla="*/ 253795 h 257260"/>
              <a:gd name="connsiteX3" fmla="*/ 0 w 365269"/>
              <a:gd name="connsiteY3" fmla="*/ 257260 h 257260"/>
              <a:gd name="connsiteX4" fmla="*/ 574 w 365269"/>
              <a:gd name="connsiteY4" fmla="*/ 0 h 257260"/>
              <a:gd name="connsiteX0" fmla="*/ 574 w 369846"/>
              <a:gd name="connsiteY0" fmla="*/ 0 h 257260"/>
              <a:gd name="connsiteX1" fmla="*/ 206604 w 369846"/>
              <a:gd name="connsiteY1" fmla="*/ 9986 h 257260"/>
              <a:gd name="connsiteX2" fmla="*/ 359464 w 369846"/>
              <a:gd name="connsiteY2" fmla="*/ 253795 h 257260"/>
              <a:gd name="connsiteX3" fmla="*/ 0 w 369846"/>
              <a:gd name="connsiteY3" fmla="*/ 257260 h 257260"/>
              <a:gd name="connsiteX4" fmla="*/ 574 w 369846"/>
              <a:gd name="connsiteY4" fmla="*/ 0 h 257260"/>
              <a:gd name="connsiteX0" fmla="*/ 574 w 369846"/>
              <a:gd name="connsiteY0" fmla="*/ 0 h 252497"/>
              <a:gd name="connsiteX1" fmla="*/ 206604 w 369846"/>
              <a:gd name="connsiteY1" fmla="*/ 5223 h 252497"/>
              <a:gd name="connsiteX2" fmla="*/ 359464 w 369846"/>
              <a:gd name="connsiteY2" fmla="*/ 249032 h 252497"/>
              <a:gd name="connsiteX3" fmla="*/ 0 w 369846"/>
              <a:gd name="connsiteY3" fmla="*/ 252497 h 252497"/>
              <a:gd name="connsiteX4" fmla="*/ 574 w 369846"/>
              <a:gd name="connsiteY4" fmla="*/ 0 h 252497"/>
              <a:gd name="connsiteX0" fmla="*/ 574 w 369846"/>
              <a:gd name="connsiteY0" fmla="*/ 0 h 249032"/>
              <a:gd name="connsiteX1" fmla="*/ 206604 w 369846"/>
              <a:gd name="connsiteY1" fmla="*/ 5223 h 249032"/>
              <a:gd name="connsiteX2" fmla="*/ 359464 w 369846"/>
              <a:gd name="connsiteY2" fmla="*/ 249032 h 249032"/>
              <a:gd name="connsiteX3" fmla="*/ 0 w 369846"/>
              <a:gd name="connsiteY3" fmla="*/ 245353 h 249032"/>
              <a:gd name="connsiteX4" fmla="*/ 574 w 369846"/>
              <a:gd name="connsiteY4" fmla="*/ 0 h 2490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69846" h="249032">
                <a:moveTo>
                  <a:pt x="574" y="0"/>
                </a:moveTo>
                <a:lnTo>
                  <a:pt x="206604" y="5223"/>
                </a:lnTo>
                <a:cubicBezTo>
                  <a:pt x="342619" y="42759"/>
                  <a:pt x="393898" y="207820"/>
                  <a:pt x="359464" y="249032"/>
                </a:cubicBezTo>
                <a:lnTo>
                  <a:pt x="0" y="245353"/>
                </a:lnTo>
                <a:cubicBezTo>
                  <a:pt x="191" y="159600"/>
                  <a:pt x="383" y="85753"/>
                  <a:pt x="574" y="0"/>
                </a:cubicBezTo>
                <a:close/>
              </a:path>
            </a:pathLst>
          </a:custGeom>
          <a:gradFill flip="none" rotWithShape="1">
            <a:gsLst>
              <a:gs pos="63000">
                <a:srgbClr val="06D1D7"/>
              </a:gs>
              <a:gs pos="33000">
                <a:srgbClr val="23A295"/>
              </a:gs>
              <a:gs pos="0">
                <a:srgbClr val="57F6A2"/>
              </a:gs>
              <a:gs pos="100000">
                <a:srgbClr val="1B2048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latin typeface="Maven Pro"/>
              <a:ea typeface="Maven Pro"/>
              <a:cs typeface="Maven Pro"/>
              <a:sym typeface="Maven Pro"/>
            </a:endParaRPr>
          </a:p>
        </p:txBody>
      </p:sp>
    </p:spTree>
    <p:extLst>
      <p:ext uri="{BB962C8B-B14F-4D97-AF65-F5344CB8AC3E}">
        <p14:creationId xmlns:p14="http://schemas.microsoft.com/office/powerpoint/2010/main" val="190129744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91">
          <a:extLst>
            <a:ext uri="{FF2B5EF4-FFF2-40B4-BE49-F238E27FC236}">
              <a16:creationId xmlns:a16="http://schemas.microsoft.com/office/drawing/2014/main" id="{44AF7A23-9757-C0A9-A04C-53CD2639B1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83" name="Gráfico 982">
            <a:extLst>
              <a:ext uri="{FF2B5EF4-FFF2-40B4-BE49-F238E27FC236}">
                <a16:creationId xmlns:a16="http://schemas.microsoft.com/office/drawing/2014/main" id="{1EB381B9-480D-CAFA-1170-42D85E68833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471287" y="-176981"/>
            <a:ext cx="10434025" cy="5320297"/>
          </a:xfrm>
          <a:prstGeom prst="rect">
            <a:avLst/>
          </a:prstGeom>
        </p:spPr>
      </p:pic>
      <p:sp>
        <p:nvSpPr>
          <p:cNvPr id="2" name="Google Shape;932;p37">
            <a:extLst>
              <a:ext uri="{FF2B5EF4-FFF2-40B4-BE49-F238E27FC236}">
                <a16:creationId xmlns:a16="http://schemas.microsoft.com/office/drawing/2014/main" id="{D9F0A471-2708-EA58-6277-12BB40619D0B}"/>
              </a:ext>
            </a:extLst>
          </p:cNvPr>
          <p:cNvSpPr txBox="1">
            <a:spLocks/>
          </p:cNvSpPr>
          <p:nvPr/>
        </p:nvSpPr>
        <p:spPr>
          <a:xfrm>
            <a:off x="7194305" y="528340"/>
            <a:ext cx="1661894" cy="2259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None/>
              <a:defRPr sz="28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None/>
              <a:defRPr sz="28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None/>
              <a:defRPr sz="28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None/>
              <a:defRPr sz="28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None/>
              <a:defRPr sz="28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None/>
              <a:defRPr sz="28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None/>
              <a:defRPr sz="28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None/>
              <a:defRPr sz="28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None/>
              <a:defRPr sz="28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r>
              <a:rPr lang="pt-BR" sz="600" b="0" dirty="0">
                <a:solidFill>
                  <a:srgbClr val="186E66"/>
                </a:solidFill>
                <a:latin typeface="+mj-lt"/>
                <a:cs typeface="Arial" panose="020B0604020202020204" pitchFamily="34" charset="0"/>
              </a:rPr>
              <a:t>Há mais de 60 anos pensando o Brasil</a:t>
            </a:r>
          </a:p>
        </p:txBody>
      </p:sp>
      <p:sp>
        <p:nvSpPr>
          <p:cNvPr id="3" name="Google Shape;936;p37">
            <a:extLst>
              <a:ext uri="{FF2B5EF4-FFF2-40B4-BE49-F238E27FC236}">
                <a16:creationId xmlns:a16="http://schemas.microsoft.com/office/drawing/2014/main" id="{5C456867-CDD5-C14E-9DF0-61007B6B72A2}"/>
              </a:ext>
            </a:extLst>
          </p:cNvPr>
          <p:cNvSpPr/>
          <p:nvPr/>
        </p:nvSpPr>
        <p:spPr>
          <a:xfrm flipH="1">
            <a:off x="7861193" y="4721150"/>
            <a:ext cx="1282656" cy="422165"/>
          </a:xfrm>
          <a:prstGeom prst="round1Rect">
            <a:avLst>
              <a:gd name="adj" fmla="val 50000"/>
            </a:avLst>
          </a:prstGeom>
          <a:solidFill>
            <a:srgbClr val="1B204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latin typeface="Maven Pro"/>
              <a:ea typeface="Maven Pro"/>
              <a:cs typeface="Maven Pro"/>
              <a:sym typeface="Maven Pro"/>
            </a:endParaRPr>
          </a:p>
        </p:txBody>
      </p:sp>
      <p:sp>
        <p:nvSpPr>
          <p:cNvPr id="4" name="Google Shape;937;p37">
            <a:extLst>
              <a:ext uri="{FF2B5EF4-FFF2-40B4-BE49-F238E27FC236}">
                <a16:creationId xmlns:a16="http://schemas.microsoft.com/office/drawing/2014/main" id="{21D3E3A7-4B8E-1C87-4158-114C8A02E6A4}"/>
              </a:ext>
            </a:extLst>
          </p:cNvPr>
          <p:cNvSpPr/>
          <p:nvPr/>
        </p:nvSpPr>
        <p:spPr>
          <a:xfrm flipH="1">
            <a:off x="7588727" y="4912884"/>
            <a:ext cx="1555123" cy="230496"/>
          </a:xfrm>
          <a:prstGeom prst="round1Rect">
            <a:avLst>
              <a:gd name="adj" fmla="val 50000"/>
            </a:avLst>
          </a:prstGeom>
          <a:gradFill flip="none" rotWithShape="1">
            <a:gsLst>
              <a:gs pos="63000">
                <a:srgbClr val="06D1D7"/>
              </a:gs>
              <a:gs pos="33000">
                <a:srgbClr val="23A295"/>
              </a:gs>
              <a:gs pos="0">
                <a:srgbClr val="57F6A2"/>
              </a:gs>
              <a:gs pos="100000">
                <a:srgbClr val="1B2048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latin typeface="Maven Pro"/>
              <a:ea typeface="Maven Pro"/>
              <a:cs typeface="Maven Pro"/>
              <a:sym typeface="Maven Pro"/>
            </a:endParaRPr>
          </a:p>
        </p:txBody>
      </p:sp>
      <p:grpSp>
        <p:nvGrpSpPr>
          <p:cNvPr id="5" name="Google Shape;938;p37">
            <a:extLst>
              <a:ext uri="{FF2B5EF4-FFF2-40B4-BE49-F238E27FC236}">
                <a16:creationId xmlns:a16="http://schemas.microsoft.com/office/drawing/2014/main" id="{937BBA20-4143-A2AA-E88E-C373C0E10508}"/>
              </a:ext>
            </a:extLst>
          </p:cNvPr>
          <p:cNvGrpSpPr/>
          <p:nvPr/>
        </p:nvGrpSpPr>
        <p:grpSpPr>
          <a:xfrm>
            <a:off x="8644350" y="4276582"/>
            <a:ext cx="423698" cy="551579"/>
            <a:chOff x="7631225" y="2241175"/>
            <a:chExt cx="986125" cy="2095500"/>
          </a:xfrm>
          <a:gradFill>
            <a:gsLst>
              <a:gs pos="53000">
                <a:srgbClr val="23A295"/>
              </a:gs>
              <a:gs pos="0">
                <a:srgbClr val="57F6A2"/>
              </a:gs>
              <a:gs pos="100000">
                <a:srgbClr val="1B2048"/>
              </a:gs>
            </a:gsLst>
            <a:lin ang="5400000" scaled="1"/>
          </a:gradFill>
        </p:grpSpPr>
        <p:cxnSp>
          <p:nvCxnSpPr>
            <p:cNvPr id="6" name="Google Shape;939;p37">
              <a:extLst>
                <a:ext uri="{FF2B5EF4-FFF2-40B4-BE49-F238E27FC236}">
                  <a16:creationId xmlns:a16="http://schemas.microsoft.com/office/drawing/2014/main" id="{5C69703F-3791-F194-05B9-53D752782182}"/>
                </a:ext>
              </a:extLst>
            </p:cNvPr>
            <p:cNvCxnSpPr/>
            <p:nvPr/>
          </p:nvCxnSpPr>
          <p:spPr>
            <a:xfrm>
              <a:off x="7631225" y="2241175"/>
              <a:ext cx="0" cy="2095500"/>
            </a:xfrm>
            <a:prstGeom prst="straightConnector1">
              <a:avLst/>
            </a:prstGeom>
            <a:grpFill/>
            <a:ln w="9525" cap="flat" cmpd="sng">
              <a:solidFill>
                <a:srgbClr val="1AB0A9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7" name="Google Shape;940;p37">
              <a:extLst>
                <a:ext uri="{FF2B5EF4-FFF2-40B4-BE49-F238E27FC236}">
                  <a16:creationId xmlns:a16="http://schemas.microsoft.com/office/drawing/2014/main" id="{68FF8895-7EF1-8234-B7E1-763DC181476D}"/>
                </a:ext>
              </a:extLst>
            </p:cNvPr>
            <p:cNvCxnSpPr/>
            <p:nvPr/>
          </p:nvCxnSpPr>
          <p:spPr>
            <a:xfrm>
              <a:off x="7707081" y="2241175"/>
              <a:ext cx="0" cy="2095500"/>
            </a:xfrm>
            <a:prstGeom prst="straightConnector1">
              <a:avLst/>
            </a:prstGeom>
            <a:grpFill/>
            <a:ln w="9525" cap="flat" cmpd="sng">
              <a:solidFill>
                <a:srgbClr val="1AB0A9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8" name="Google Shape;941;p37">
              <a:extLst>
                <a:ext uri="{FF2B5EF4-FFF2-40B4-BE49-F238E27FC236}">
                  <a16:creationId xmlns:a16="http://schemas.microsoft.com/office/drawing/2014/main" id="{401A8B08-8182-4F3D-6347-CEDA50BE3770}"/>
                </a:ext>
              </a:extLst>
            </p:cNvPr>
            <p:cNvCxnSpPr/>
            <p:nvPr/>
          </p:nvCxnSpPr>
          <p:spPr>
            <a:xfrm>
              <a:off x="7782937" y="2241175"/>
              <a:ext cx="0" cy="2095500"/>
            </a:xfrm>
            <a:prstGeom prst="straightConnector1">
              <a:avLst/>
            </a:prstGeom>
            <a:grpFill/>
            <a:ln w="9525" cap="flat" cmpd="sng">
              <a:solidFill>
                <a:srgbClr val="1AB0A9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9" name="Google Shape;942;p37">
              <a:extLst>
                <a:ext uri="{FF2B5EF4-FFF2-40B4-BE49-F238E27FC236}">
                  <a16:creationId xmlns:a16="http://schemas.microsoft.com/office/drawing/2014/main" id="{6D00061A-7BD7-2716-3070-9980818653BA}"/>
                </a:ext>
              </a:extLst>
            </p:cNvPr>
            <p:cNvCxnSpPr/>
            <p:nvPr/>
          </p:nvCxnSpPr>
          <p:spPr>
            <a:xfrm>
              <a:off x="7858792" y="2241175"/>
              <a:ext cx="0" cy="2095500"/>
            </a:xfrm>
            <a:prstGeom prst="straightConnector1">
              <a:avLst/>
            </a:prstGeom>
            <a:grpFill/>
            <a:ln w="9525" cap="flat" cmpd="sng">
              <a:solidFill>
                <a:srgbClr val="1AB0A9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0" name="Google Shape;943;p37">
              <a:extLst>
                <a:ext uri="{FF2B5EF4-FFF2-40B4-BE49-F238E27FC236}">
                  <a16:creationId xmlns:a16="http://schemas.microsoft.com/office/drawing/2014/main" id="{47FA6E28-8C3A-2488-8107-E6B9DDE95CD7}"/>
                </a:ext>
              </a:extLst>
            </p:cNvPr>
            <p:cNvCxnSpPr/>
            <p:nvPr/>
          </p:nvCxnSpPr>
          <p:spPr>
            <a:xfrm>
              <a:off x="8010504" y="2241175"/>
              <a:ext cx="0" cy="2095500"/>
            </a:xfrm>
            <a:prstGeom prst="straightConnector1">
              <a:avLst/>
            </a:prstGeom>
            <a:grpFill/>
            <a:ln w="9525" cap="flat" cmpd="sng">
              <a:solidFill>
                <a:srgbClr val="1AB0A9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1" name="Google Shape;944;p37">
              <a:extLst>
                <a:ext uri="{FF2B5EF4-FFF2-40B4-BE49-F238E27FC236}">
                  <a16:creationId xmlns:a16="http://schemas.microsoft.com/office/drawing/2014/main" id="{92FE2565-193C-68C7-BB1C-612AF7CE0184}"/>
                </a:ext>
              </a:extLst>
            </p:cNvPr>
            <p:cNvCxnSpPr/>
            <p:nvPr/>
          </p:nvCxnSpPr>
          <p:spPr>
            <a:xfrm>
              <a:off x="8162215" y="2241175"/>
              <a:ext cx="0" cy="2095500"/>
            </a:xfrm>
            <a:prstGeom prst="straightConnector1">
              <a:avLst/>
            </a:prstGeom>
            <a:grpFill/>
            <a:ln w="9525" cap="flat" cmpd="sng">
              <a:solidFill>
                <a:srgbClr val="1AB0A9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2" name="Google Shape;945;p37">
              <a:extLst>
                <a:ext uri="{FF2B5EF4-FFF2-40B4-BE49-F238E27FC236}">
                  <a16:creationId xmlns:a16="http://schemas.microsoft.com/office/drawing/2014/main" id="{5788CF4A-7A53-11EA-C105-2836C4E887CA}"/>
                </a:ext>
              </a:extLst>
            </p:cNvPr>
            <p:cNvCxnSpPr/>
            <p:nvPr/>
          </p:nvCxnSpPr>
          <p:spPr>
            <a:xfrm>
              <a:off x="8313927" y="2241175"/>
              <a:ext cx="0" cy="2095500"/>
            </a:xfrm>
            <a:prstGeom prst="straightConnector1">
              <a:avLst/>
            </a:prstGeom>
            <a:grpFill/>
            <a:ln w="9525" cap="flat" cmpd="sng">
              <a:solidFill>
                <a:srgbClr val="1AB0A9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3" name="Google Shape;946;p37">
              <a:extLst>
                <a:ext uri="{FF2B5EF4-FFF2-40B4-BE49-F238E27FC236}">
                  <a16:creationId xmlns:a16="http://schemas.microsoft.com/office/drawing/2014/main" id="{EE25D7A3-218E-3E0E-BC16-AF1C11B2B1FF}"/>
                </a:ext>
              </a:extLst>
            </p:cNvPr>
            <p:cNvCxnSpPr/>
            <p:nvPr/>
          </p:nvCxnSpPr>
          <p:spPr>
            <a:xfrm>
              <a:off x="7934648" y="2241175"/>
              <a:ext cx="0" cy="2095500"/>
            </a:xfrm>
            <a:prstGeom prst="straightConnector1">
              <a:avLst/>
            </a:prstGeom>
            <a:grpFill/>
            <a:ln w="9525" cap="flat" cmpd="sng">
              <a:solidFill>
                <a:srgbClr val="1AB0A9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4" name="Google Shape;947;p37">
              <a:extLst>
                <a:ext uri="{FF2B5EF4-FFF2-40B4-BE49-F238E27FC236}">
                  <a16:creationId xmlns:a16="http://schemas.microsoft.com/office/drawing/2014/main" id="{417EFAA1-FE2C-2C47-147E-3787F843C269}"/>
                </a:ext>
              </a:extLst>
            </p:cNvPr>
            <p:cNvCxnSpPr/>
            <p:nvPr/>
          </p:nvCxnSpPr>
          <p:spPr>
            <a:xfrm>
              <a:off x="8086360" y="2241175"/>
              <a:ext cx="0" cy="2095500"/>
            </a:xfrm>
            <a:prstGeom prst="straightConnector1">
              <a:avLst/>
            </a:prstGeom>
            <a:grpFill/>
            <a:ln w="9525" cap="flat" cmpd="sng">
              <a:solidFill>
                <a:srgbClr val="1AB0A9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5" name="Google Shape;948;p37">
              <a:extLst>
                <a:ext uri="{FF2B5EF4-FFF2-40B4-BE49-F238E27FC236}">
                  <a16:creationId xmlns:a16="http://schemas.microsoft.com/office/drawing/2014/main" id="{5F99716C-5110-E326-F9F4-1DFA8024A921}"/>
                </a:ext>
              </a:extLst>
            </p:cNvPr>
            <p:cNvCxnSpPr/>
            <p:nvPr/>
          </p:nvCxnSpPr>
          <p:spPr>
            <a:xfrm>
              <a:off x="8238071" y="2241175"/>
              <a:ext cx="0" cy="2095500"/>
            </a:xfrm>
            <a:prstGeom prst="straightConnector1">
              <a:avLst/>
            </a:prstGeom>
            <a:grpFill/>
            <a:ln w="9525" cap="flat" cmpd="sng">
              <a:solidFill>
                <a:srgbClr val="1AB0A9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6" name="Google Shape;949;p37">
              <a:extLst>
                <a:ext uri="{FF2B5EF4-FFF2-40B4-BE49-F238E27FC236}">
                  <a16:creationId xmlns:a16="http://schemas.microsoft.com/office/drawing/2014/main" id="{FC5385FF-BB33-EFF2-3C02-8FA9D296616E}"/>
                </a:ext>
              </a:extLst>
            </p:cNvPr>
            <p:cNvCxnSpPr/>
            <p:nvPr/>
          </p:nvCxnSpPr>
          <p:spPr>
            <a:xfrm>
              <a:off x="8389783" y="2241175"/>
              <a:ext cx="0" cy="2095500"/>
            </a:xfrm>
            <a:prstGeom prst="straightConnector1">
              <a:avLst/>
            </a:prstGeom>
            <a:grpFill/>
            <a:ln w="9525" cap="flat" cmpd="sng">
              <a:solidFill>
                <a:srgbClr val="1AB0A9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7" name="Google Shape;950;p37">
              <a:extLst>
                <a:ext uri="{FF2B5EF4-FFF2-40B4-BE49-F238E27FC236}">
                  <a16:creationId xmlns:a16="http://schemas.microsoft.com/office/drawing/2014/main" id="{F1B436DF-EB44-B454-D064-F83FFBA922C8}"/>
                </a:ext>
              </a:extLst>
            </p:cNvPr>
            <p:cNvCxnSpPr/>
            <p:nvPr/>
          </p:nvCxnSpPr>
          <p:spPr>
            <a:xfrm>
              <a:off x="8465638" y="2241175"/>
              <a:ext cx="0" cy="2095500"/>
            </a:xfrm>
            <a:prstGeom prst="straightConnector1">
              <a:avLst/>
            </a:prstGeom>
            <a:grpFill/>
            <a:ln w="9525" cap="flat" cmpd="sng">
              <a:solidFill>
                <a:srgbClr val="1AB0A9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8" name="Google Shape;951;p37">
              <a:extLst>
                <a:ext uri="{FF2B5EF4-FFF2-40B4-BE49-F238E27FC236}">
                  <a16:creationId xmlns:a16="http://schemas.microsoft.com/office/drawing/2014/main" id="{63CA2D17-EC0D-CF50-69CA-3888258429BF}"/>
                </a:ext>
              </a:extLst>
            </p:cNvPr>
            <p:cNvCxnSpPr/>
            <p:nvPr/>
          </p:nvCxnSpPr>
          <p:spPr>
            <a:xfrm>
              <a:off x="8541494" y="2241175"/>
              <a:ext cx="0" cy="2095500"/>
            </a:xfrm>
            <a:prstGeom prst="straightConnector1">
              <a:avLst/>
            </a:prstGeom>
            <a:grpFill/>
            <a:ln w="9525" cap="flat" cmpd="sng">
              <a:solidFill>
                <a:srgbClr val="1AB0A9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9" name="Google Shape;952;p37">
              <a:extLst>
                <a:ext uri="{FF2B5EF4-FFF2-40B4-BE49-F238E27FC236}">
                  <a16:creationId xmlns:a16="http://schemas.microsoft.com/office/drawing/2014/main" id="{BA7AA059-4F8C-EE7D-4F6E-4592743D5911}"/>
                </a:ext>
              </a:extLst>
            </p:cNvPr>
            <p:cNvCxnSpPr/>
            <p:nvPr/>
          </p:nvCxnSpPr>
          <p:spPr>
            <a:xfrm>
              <a:off x="8617350" y="2241175"/>
              <a:ext cx="0" cy="2095500"/>
            </a:xfrm>
            <a:prstGeom prst="straightConnector1">
              <a:avLst/>
            </a:prstGeom>
            <a:grpFill/>
            <a:ln w="9525" cap="flat" cmpd="sng">
              <a:solidFill>
                <a:srgbClr val="1AB0A9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20" name="Google Shape;954;p37">
            <a:extLst>
              <a:ext uri="{FF2B5EF4-FFF2-40B4-BE49-F238E27FC236}">
                <a16:creationId xmlns:a16="http://schemas.microsoft.com/office/drawing/2014/main" id="{1C414CBD-1FF6-FC49-E0D6-0614D1C2DF11}"/>
              </a:ext>
            </a:extLst>
          </p:cNvPr>
          <p:cNvSpPr/>
          <p:nvPr/>
        </p:nvSpPr>
        <p:spPr>
          <a:xfrm>
            <a:off x="0" y="4680042"/>
            <a:ext cx="922564" cy="463274"/>
          </a:xfrm>
          <a:prstGeom prst="rect">
            <a:avLst/>
          </a:prstGeom>
          <a:gradFill>
            <a:gsLst>
              <a:gs pos="33000">
                <a:srgbClr val="23A295"/>
              </a:gs>
              <a:gs pos="0">
                <a:srgbClr val="57F6A2"/>
              </a:gs>
              <a:gs pos="100000">
                <a:srgbClr val="1B2048"/>
              </a:gs>
            </a:gsLst>
            <a:path path="circle">
              <a:fillToRect l="100000" t="100000"/>
            </a:path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dirty="0">
              <a:latin typeface="Maven Pro"/>
              <a:ea typeface="Maven Pro"/>
              <a:cs typeface="Maven Pro"/>
              <a:sym typeface="Maven Pro"/>
            </a:endParaRPr>
          </a:p>
        </p:txBody>
      </p:sp>
      <p:sp>
        <p:nvSpPr>
          <p:cNvPr id="21" name="Google Shape;955;p37">
            <a:extLst>
              <a:ext uri="{FF2B5EF4-FFF2-40B4-BE49-F238E27FC236}">
                <a16:creationId xmlns:a16="http://schemas.microsoft.com/office/drawing/2014/main" id="{D29C8B5C-01FD-44AD-AE24-66BC83DD46FD}"/>
              </a:ext>
            </a:extLst>
          </p:cNvPr>
          <p:cNvSpPr/>
          <p:nvPr/>
        </p:nvSpPr>
        <p:spPr>
          <a:xfrm>
            <a:off x="0" y="-10656"/>
            <a:ext cx="8021014" cy="5154155"/>
          </a:xfrm>
          <a:prstGeom prst="round1Rect">
            <a:avLst>
              <a:gd name="adj" fmla="val 50000"/>
            </a:avLst>
          </a:prstGeom>
          <a:solidFill>
            <a:srgbClr val="1B204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latin typeface="Maven Pro"/>
              <a:ea typeface="Maven Pro"/>
              <a:cs typeface="Maven Pro"/>
              <a:sym typeface="Maven Pro"/>
            </a:endParaRPr>
          </a:p>
        </p:txBody>
      </p:sp>
      <p:grpSp>
        <p:nvGrpSpPr>
          <p:cNvPr id="22" name="Agrupar 21">
            <a:extLst>
              <a:ext uri="{FF2B5EF4-FFF2-40B4-BE49-F238E27FC236}">
                <a16:creationId xmlns:a16="http://schemas.microsoft.com/office/drawing/2014/main" id="{9CCEA638-AD30-3205-8960-6382EB4C3655}"/>
              </a:ext>
            </a:extLst>
          </p:cNvPr>
          <p:cNvGrpSpPr/>
          <p:nvPr/>
        </p:nvGrpSpPr>
        <p:grpSpPr>
          <a:xfrm>
            <a:off x="7070035" y="156184"/>
            <a:ext cx="1722295" cy="405506"/>
            <a:chOff x="4782913" y="272045"/>
            <a:chExt cx="3752189" cy="883435"/>
          </a:xfrm>
        </p:grpSpPr>
        <p:pic>
          <p:nvPicPr>
            <p:cNvPr id="23" name="Imagem 22" descr="Interface gráfica do usuário, Texto&#10;&#10;O conteúdo gerado por IA pode estar incorreto.">
              <a:extLst>
                <a:ext uri="{FF2B5EF4-FFF2-40B4-BE49-F238E27FC236}">
                  <a16:creationId xmlns:a16="http://schemas.microsoft.com/office/drawing/2014/main" id="{95FDA85D-0B2D-2A32-8DE9-13B832829600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4782913" y="272045"/>
              <a:ext cx="3752189" cy="883435"/>
            </a:xfrm>
            <a:prstGeom prst="rect">
              <a:avLst/>
            </a:prstGeom>
          </p:spPr>
        </p:pic>
        <p:cxnSp>
          <p:nvCxnSpPr>
            <p:cNvPr id="24" name="Conector reto 23">
              <a:extLst>
                <a:ext uri="{FF2B5EF4-FFF2-40B4-BE49-F238E27FC236}">
                  <a16:creationId xmlns:a16="http://schemas.microsoft.com/office/drawing/2014/main" id="{EE514FF3-5B3C-B215-133E-CD2B6DD65E0D}"/>
                </a:ext>
              </a:extLst>
            </p:cNvPr>
            <p:cNvCxnSpPr>
              <a:cxnSpLocks/>
            </p:cNvCxnSpPr>
            <p:nvPr/>
          </p:nvCxnSpPr>
          <p:spPr>
            <a:xfrm>
              <a:off x="5253460" y="1066595"/>
              <a:ext cx="3264536" cy="16228"/>
            </a:xfrm>
            <a:prstGeom prst="line">
              <a:avLst/>
            </a:prstGeom>
            <a:ln>
              <a:solidFill>
                <a:srgbClr val="00445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6" name="Google Shape;937;p37">
            <a:extLst>
              <a:ext uri="{FF2B5EF4-FFF2-40B4-BE49-F238E27FC236}">
                <a16:creationId xmlns:a16="http://schemas.microsoft.com/office/drawing/2014/main" id="{981AD2F9-82DA-1502-4B35-8D4D7712CA56}"/>
              </a:ext>
            </a:extLst>
          </p:cNvPr>
          <p:cNvSpPr/>
          <p:nvPr/>
        </p:nvSpPr>
        <p:spPr>
          <a:xfrm rot="16200000" flipH="1" flipV="1">
            <a:off x="-223281" y="212082"/>
            <a:ext cx="765195" cy="318641"/>
          </a:xfrm>
          <a:custGeom>
            <a:avLst/>
            <a:gdLst>
              <a:gd name="connsiteX0" fmla="*/ 0 w 1745961"/>
              <a:gd name="connsiteY0" fmla="*/ 0 h 318637"/>
              <a:gd name="connsiteX1" fmla="*/ 1586643 w 1745961"/>
              <a:gd name="connsiteY1" fmla="*/ 0 h 318637"/>
              <a:gd name="connsiteX2" fmla="*/ 1745962 w 1745961"/>
              <a:gd name="connsiteY2" fmla="*/ 159319 h 318637"/>
              <a:gd name="connsiteX3" fmla="*/ 1745961 w 1745961"/>
              <a:gd name="connsiteY3" fmla="*/ 318637 h 318637"/>
              <a:gd name="connsiteX4" fmla="*/ 0 w 1745961"/>
              <a:gd name="connsiteY4" fmla="*/ 318637 h 318637"/>
              <a:gd name="connsiteX5" fmla="*/ 0 w 1745961"/>
              <a:gd name="connsiteY5" fmla="*/ 0 h 318637"/>
              <a:gd name="connsiteX0" fmla="*/ 980768 w 1745962"/>
              <a:gd name="connsiteY0" fmla="*/ 0 h 318637"/>
              <a:gd name="connsiteX1" fmla="*/ 1586643 w 1745962"/>
              <a:gd name="connsiteY1" fmla="*/ 0 h 318637"/>
              <a:gd name="connsiteX2" fmla="*/ 1745962 w 1745962"/>
              <a:gd name="connsiteY2" fmla="*/ 159319 h 318637"/>
              <a:gd name="connsiteX3" fmla="*/ 1745961 w 1745962"/>
              <a:gd name="connsiteY3" fmla="*/ 318637 h 318637"/>
              <a:gd name="connsiteX4" fmla="*/ 0 w 1745962"/>
              <a:gd name="connsiteY4" fmla="*/ 318637 h 318637"/>
              <a:gd name="connsiteX5" fmla="*/ 980768 w 1745962"/>
              <a:gd name="connsiteY5" fmla="*/ 0 h 318637"/>
              <a:gd name="connsiteX0" fmla="*/ 1 w 765195"/>
              <a:gd name="connsiteY0" fmla="*/ 0 h 318641"/>
              <a:gd name="connsiteX1" fmla="*/ 605876 w 765195"/>
              <a:gd name="connsiteY1" fmla="*/ 0 h 318641"/>
              <a:gd name="connsiteX2" fmla="*/ 765195 w 765195"/>
              <a:gd name="connsiteY2" fmla="*/ 159319 h 318641"/>
              <a:gd name="connsiteX3" fmla="*/ 765194 w 765195"/>
              <a:gd name="connsiteY3" fmla="*/ 318637 h 318641"/>
              <a:gd name="connsiteX4" fmla="*/ 0 w 765195"/>
              <a:gd name="connsiteY4" fmla="*/ 318641 h 318641"/>
              <a:gd name="connsiteX5" fmla="*/ 1 w 765195"/>
              <a:gd name="connsiteY5" fmla="*/ 0 h 3186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765195" h="318641">
                <a:moveTo>
                  <a:pt x="1" y="0"/>
                </a:moveTo>
                <a:lnTo>
                  <a:pt x="605876" y="0"/>
                </a:lnTo>
                <a:cubicBezTo>
                  <a:pt x="693865" y="0"/>
                  <a:pt x="765195" y="71330"/>
                  <a:pt x="765195" y="159319"/>
                </a:cubicBezTo>
                <a:cubicBezTo>
                  <a:pt x="765195" y="212425"/>
                  <a:pt x="765194" y="265531"/>
                  <a:pt x="765194" y="318637"/>
                </a:cubicBezTo>
                <a:lnTo>
                  <a:pt x="0" y="318641"/>
                </a:lnTo>
                <a:cubicBezTo>
                  <a:pt x="0" y="212427"/>
                  <a:pt x="1" y="106214"/>
                  <a:pt x="1" y="0"/>
                </a:cubicBezTo>
                <a:close/>
              </a:path>
            </a:pathLst>
          </a:custGeom>
          <a:gradFill flip="none" rotWithShape="1">
            <a:gsLst>
              <a:gs pos="63000">
                <a:srgbClr val="06D1D7"/>
              </a:gs>
              <a:gs pos="33000">
                <a:srgbClr val="23A295"/>
              </a:gs>
              <a:gs pos="0">
                <a:srgbClr val="57F6A2"/>
              </a:gs>
              <a:gs pos="100000">
                <a:srgbClr val="1B2048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latin typeface="Maven Pro"/>
              <a:ea typeface="Maven Pro"/>
              <a:cs typeface="Maven Pro"/>
              <a:sym typeface="Maven Pro"/>
            </a:endParaRPr>
          </a:p>
        </p:txBody>
      </p:sp>
      <p:sp>
        <p:nvSpPr>
          <p:cNvPr id="27" name="Google Shape;937;p37">
            <a:extLst>
              <a:ext uri="{FF2B5EF4-FFF2-40B4-BE49-F238E27FC236}">
                <a16:creationId xmlns:a16="http://schemas.microsoft.com/office/drawing/2014/main" id="{EE2795D3-852F-1453-607F-4B690C759E37}"/>
              </a:ext>
            </a:extLst>
          </p:cNvPr>
          <p:cNvSpPr/>
          <p:nvPr/>
        </p:nvSpPr>
        <p:spPr>
          <a:xfrm flipH="1" flipV="1">
            <a:off x="8773117" y="52"/>
            <a:ext cx="369846" cy="249032"/>
          </a:xfrm>
          <a:custGeom>
            <a:avLst/>
            <a:gdLst>
              <a:gd name="connsiteX0" fmla="*/ 0 w 1414234"/>
              <a:gd name="connsiteY0" fmla="*/ 0 h 258097"/>
              <a:gd name="connsiteX1" fmla="*/ 1285186 w 1414234"/>
              <a:gd name="connsiteY1" fmla="*/ 0 h 258097"/>
              <a:gd name="connsiteX2" fmla="*/ 1414235 w 1414234"/>
              <a:gd name="connsiteY2" fmla="*/ 129049 h 258097"/>
              <a:gd name="connsiteX3" fmla="*/ 1414234 w 1414234"/>
              <a:gd name="connsiteY3" fmla="*/ 258097 h 258097"/>
              <a:gd name="connsiteX4" fmla="*/ 0 w 1414234"/>
              <a:gd name="connsiteY4" fmla="*/ 258097 h 258097"/>
              <a:gd name="connsiteX5" fmla="*/ 0 w 1414234"/>
              <a:gd name="connsiteY5" fmla="*/ 0 h 258097"/>
              <a:gd name="connsiteX0" fmla="*/ 0 w 1414235"/>
              <a:gd name="connsiteY0" fmla="*/ 0 h 258097"/>
              <a:gd name="connsiteX1" fmla="*/ 1285186 w 1414235"/>
              <a:gd name="connsiteY1" fmla="*/ 0 h 258097"/>
              <a:gd name="connsiteX2" fmla="*/ 1414235 w 1414235"/>
              <a:gd name="connsiteY2" fmla="*/ 129049 h 258097"/>
              <a:gd name="connsiteX3" fmla="*/ 1414234 w 1414235"/>
              <a:gd name="connsiteY3" fmla="*/ 258097 h 258097"/>
              <a:gd name="connsiteX4" fmla="*/ 243348 w 1414235"/>
              <a:gd name="connsiteY4" fmla="*/ 258097 h 258097"/>
              <a:gd name="connsiteX5" fmla="*/ 0 w 1414235"/>
              <a:gd name="connsiteY5" fmla="*/ 0 h 258097"/>
              <a:gd name="connsiteX0" fmla="*/ 0 w 1178260"/>
              <a:gd name="connsiteY0" fmla="*/ 7374 h 258097"/>
              <a:gd name="connsiteX1" fmla="*/ 1049211 w 1178260"/>
              <a:gd name="connsiteY1" fmla="*/ 0 h 258097"/>
              <a:gd name="connsiteX2" fmla="*/ 1178260 w 1178260"/>
              <a:gd name="connsiteY2" fmla="*/ 129049 h 258097"/>
              <a:gd name="connsiteX3" fmla="*/ 1178259 w 1178260"/>
              <a:gd name="connsiteY3" fmla="*/ 258097 h 258097"/>
              <a:gd name="connsiteX4" fmla="*/ 7373 w 1178260"/>
              <a:gd name="connsiteY4" fmla="*/ 258097 h 258097"/>
              <a:gd name="connsiteX5" fmla="*/ 0 w 1178260"/>
              <a:gd name="connsiteY5" fmla="*/ 7374 h 258097"/>
              <a:gd name="connsiteX0" fmla="*/ 0 w 1178260"/>
              <a:gd name="connsiteY0" fmla="*/ 7374 h 265471"/>
              <a:gd name="connsiteX1" fmla="*/ 1049211 w 1178260"/>
              <a:gd name="connsiteY1" fmla="*/ 0 h 265471"/>
              <a:gd name="connsiteX2" fmla="*/ 1178260 w 1178260"/>
              <a:gd name="connsiteY2" fmla="*/ 129049 h 265471"/>
              <a:gd name="connsiteX3" fmla="*/ 1178259 w 1178260"/>
              <a:gd name="connsiteY3" fmla="*/ 258097 h 265471"/>
              <a:gd name="connsiteX4" fmla="*/ 619431 w 1178260"/>
              <a:gd name="connsiteY4" fmla="*/ 265471 h 265471"/>
              <a:gd name="connsiteX5" fmla="*/ 0 w 1178260"/>
              <a:gd name="connsiteY5" fmla="*/ 7374 h 265471"/>
              <a:gd name="connsiteX0" fmla="*/ 0 w 566202"/>
              <a:gd name="connsiteY0" fmla="*/ 0 h 280219"/>
              <a:gd name="connsiteX1" fmla="*/ 437153 w 566202"/>
              <a:gd name="connsiteY1" fmla="*/ 14748 h 280219"/>
              <a:gd name="connsiteX2" fmla="*/ 566202 w 566202"/>
              <a:gd name="connsiteY2" fmla="*/ 143797 h 280219"/>
              <a:gd name="connsiteX3" fmla="*/ 566201 w 566202"/>
              <a:gd name="connsiteY3" fmla="*/ 272845 h 280219"/>
              <a:gd name="connsiteX4" fmla="*/ 7373 w 566202"/>
              <a:gd name="connsiteY4" fmla="*/ 280219 h 280219"/>
              <a:gd name="connsiteX5" fmla="*/ 0 w 566202"/>
              <a:gd name="connsiteY5" fmla="*/ 0 h 280219"/>
              <a:gd name="connsiteX0" fmla="*/ 0 w 566202"/>
              <a:gd name="connsiteY0" fmla="*/ 0 h 280219"/>
              <a:gd name="connsiteX1" fmla="*/ 437153 w 566202"/>
              <a:gd name="connsiteY1" fmla="*/ 14748 h 280219"/>
              <a:gd name="connsiteX2" fmla="*/ 566202 w 566202"/>
              <a:gd name="connsiteY2" fmla="*/ 143797 h 280219"/>
              <a:gd name="connsiteX3" fmla="*/ 566201 w 566202"/>
              <a:gd name="connsiteY3" fmla="*/ 272845 h 280219"/>
              <a:gd name="connsiteX4" fmla="*/ 58992 w 566202"/>
              <a:gd name="connsiteY4" fmla="*/ 280219 h 280219"/>
              <a:gd name="connsiteX5" fmla="*/ 0 w 566202"/>
              <a:gd name="connsiteY5" fmla="*/ 0 h 280219"/>
              <a:gd name="connsiteX0" fmla="*/ 0 w 566202"/>
              <a:gd name="connsiteY0" fmla="*/ 0 h 272845"/>
              <a:gd name="connsiteX1" fmla="*/ 437153 w 566202"/>
              <a:gd name="connsiteY1" fmla="*/ 14748 h 272845"/>
              <a:gd name="connsiteX2" fmla="*/ 566202 w 566202"/>
              <a:gd name="connsiteY2" fmla="*/ 143797 h 272845"/>
              <a:gd name="connsiteX3" fmla="*/ 566201 w 566202"/>
              <a:gd name="connsiteY3" fmla="*/ 272845 h 272845"/>
              <a:gd name="connsiteX4" fmla="*/ 209118 w 566202"/>
              <a:gd name="connsiteY4" fmla="*/ 262022 h 272845"/>
              <a:gd name="connsiteX5" fmla="*/ 0 w 566202"/>
              <a:gd name="connsiteY5" fmla="*/ 0 h 272845"/>
              <a:gd name="connsiteX0" fmla="*/ 0 w 366035"/>
              <a:gd name="connsiteY0" fmla="*/ 0 h 272845"/>
              <a:gd name="connsiteX1" fmla="*/ 236986 w 366035"/>
              <a:gd name="connsiteY1" fmla="*/ 14748 h 272845"/>
              <a:gd name="connsiteX2" fmla="*/ 366035 w 366035"/>
              <a:gd name="connsiteY2" fmla="*/ 143797 h 272845"/>
              <a:gd name="connsiteX3" fmla="*/ 366034 w 366035"/>
              <a:gd name="connsiteY3" fmla="*/ 272845 h 272845"/>
              <a:gd name="connsiteX4" fmla="*/ 8951 w 366035"/>
              <a:gd name="connsiteY4" fmla="*/ 262022 h 272845"/>
              <a:gd name="connsiteX5" fmla="*/ 0 w 366035"/>
              <a:gd name="connsiteY5" fmla="*/ 0 h 272845"/>
              <a:gd name="connsiteX0" fmla="*/ 0 w 366035"/>
              <a:gd name="connsiteY0" fmla="*/ 0 h 272845"/>
              <a:gd name="connsiteX1" fmla="*/ 236986 w 366035"/>
              <a:gd name="connsiteY1" fmla="*/ 14748 h 272845"/>
              <a:gd name="connsiteX2" fmla="*/ 366035 w 366035"/>
              <a:gd name="connsiteY2" fmla="*/ 143797 h 272845"/>
              <a:gd name="connsiteX3" fmla="*/ 366034 w 366035"/>
              <a:gd name="connsiteY3" fmla="*/ 272845 h 272845"/>
              <a:gd name="connsiteX4" fmla="*/ 99438 w 366035"/>
              <a:gd name="connsiteY4" fmla="*/ 247734 h 272845"/>
              <a:gd name="connsiteX5" fmla="*/ 0 w 366035"/>
              <a:gd name="connsiteY5" fmla="*/ 0 h 272845"/>
              <a:gd name="connsiteX0" fmla="*/ 0 w 366035"/>
              <a:gd name="connsiteY0" fmla="*/ 0 h 272845"/>
              <a:gd name="connsiteX1" fmla="*/ 236986 w 366035"/>
              <a:gd name="connsiteY1" fmla="*/ 14748 h 272845"/>
              <a:gd name="connsiteX2" fmla="*/ 366035 w 366035"/>
              <a:gd name="connsiteY2" fmla="*/ 143797 h 272845"/>
              <a:gd name="connsiteX3" fmla="*/ 366034 w 366035"/>
              <a:gd name="connsiteY3" fmla="*/ 272845 h 272845"/>
              <a:gd name="connsiteX4" fmla="*/ 25619 w 366035"/>
              <a:gd name="connsiteY4" fmla="*/ 259641 h 272845"/>
              <a:gd name="connsiteX5" fmla="*/ 0 w 366035"/>
              <a:gd name="connsiteY5" fmla="*/ 0 h 272845"/>
              <a:gd name="connsiteX0" fmla="*/ 5337 w 340416"/>
              <a:gd name="connsiteY0" fmla="*/ 0 h 268083"/>
              <a:gd name="connsiteX1" fmla="*/ 211367 w 340416"/>
              <a:gd name="connsiteY1" fmla="*/ 9986 h 268083"/>
              <a:gd name="connsiteX2" fmla="*/ 340416 w 340416"/>
              <a:gd name="connsiteY2" fmla="*/ 139035 h 268083"/>
              <a:gd name="connsiteX3" fmla="*/ 340415 w 340416"/>
              <a:gd name="connsiteY3" fmla="*/ 268083 h 268083"/>
              <a:gd name="connsiteX4" fmla="*/ 0 w 340416"/>
              <a:gd name="connsiteY4" fmla="*/ 254879 h 268083"/>
              <a:gd name="connsiteX5" fmla="*/ 5337 w 340416"/>
              <a:gd name="connsiteY5" fmla="*/ 0 h 268083"/>
              <a:gd name="connsiteX0" fmla="*/ 5337 w 353901"/>
              <a:gd name="connsiteY0" fmla="*/ 0 h 254879"/>
              <a:gd name="connsiteX1" fmla="*/ 211367 w 353901"/>
              <a:gd name="connsiteY1" fmla="*/ 9986 h 254879"/>
              <a:gd name="connsiteX2" fmla="*/ 340416 w 353901"/>
              <a:gd name="connsiteY2" fmla="*/ 139035 h 254879"/>
              <a:gd name="connsiteX3" fmla="*/ 349940 w 353901"/>
              <a:gd name="connsiteY3" fmla="*/ 253795 h 254879"/>
              <a:gd name="connsiteX4" fmla="*/ 0 w 353901"/>
              <a:gd name="connsiteY4" fmla="*/ 254879 h 254879"/>
              <a:gd name="connsiteX5" fmla="*/ 5337 w 353901"/>
              <a:gd name="connsiteY5" fmla="*/ 0 h 254879"/>
              <a:gd name="connsiteX0" fmla="*/ 7718 w 356282"/>
              <a:gd name="connsiteY0" fmla="*/ 0 h 253795"/>
              <a:gd name="connsiteX1" fmla="*/ 213748 w 356282"/>
              <a:gd name="connsiteY1" fmla="*/ 9986 h 253795"/>
              <a:gd name="connsiteX2" fmla="*/ 342797 w 356282"/>
              <a:gd name="connsiteY2" fmla="*/ 139035 h 253795"/>
              <a:gd name="connsiteX3" fmla="*/ 352321 w 356282"/>
              <a:gd name="connsiteY3" fmla="*/ 253795 h 253795"/>
              <a:gd name="connsiteX4" fmla="*/ 0 w 356282"/>
              <a:gd name="connsiteY4" fmla="*/ 226304 h 253795"/>
              <a:gd name="connsiteX5" fmla="*/ 7718 w 356282"/>
              <a:gd name="connsiteY5" fmla="*/ 0 h 253795"/>
              <a:gd name="connsiteX0" fmla="*/ 574 w 349138"/>
              <a:gd name="connsiteY0" fmla="*/ 0 h 257260"/>
              <a:gd name="connsiteX1" fmla="*/ 206604 w 349138"/>
              <a:gd name="connsiteY1" fmla="*/ 9986 h 257260"/>
              <a:gd name="connsiteX2" fmla="*/ 335653 w 349138"/>
              <a:gd name="connsiteY2" fmla="*/ 139035 h 257260"/>
              <a:gd name="connsiteX3" fmla="*/ 345177 w 349138"/>
              <a:gd name="connsiteY3" fmla="*/ 253795 h 257260"/>
              <a:gd name="connsiteX4" fmla="*/ 0 w 349138"/>
              <a:gd name="connsiteY4" fmla="*/ 257260 h 257260"/>
              <a:gd name="connsiteX5" fmla="*/ 574 w 349138"/>
              <a:gd name="connsiteY5" fmla="*/ 0 h 257260"/>
              <a:gd name="connsiteX0" fmla="*/ 574 w 359486"/>
              <a:gd name="connsiteY0" fmla="*/ 0 h 257260"/>
              <a:gd name="connsiteX1" fmla="*/ 206604 w 359486"/>
              <a:gd name="connsiteY1" fmla="*/ 9986 h 257260"/>
              <a:gd name="connsiteX2" fmla="*/ 335653 w 359486"/>
              <a:gd name="connsiteY2" fmla="*/ 139035 h 257260"/>
              <a:gd name="connsiteX3" fmla="*/ 359464 w 359486"/>
              <a:gd name="connsiteY3" fmla="*/ 253795 h 257260"/>
              <a:gd name="connsiteX4" fmla="*/ 0 w 359486"/>
              <a:gd name="connsiteY4" fmla="*/ 257260 h 257260"/>
              <a:gd name="connsiteX5" fmla="*/ 574 w 359486"/>
              <a:gd name="connsiteY5" fmla="*/ 0 h 257260"/>
              <a:gd name="connsiteX0" fmla="*/ 574 w 359486"/>
              <a:gd name="connsiteY0" fmla="*/ 0 h 257260"/>
              <a:gd name="connsiteX1" fmla="*/ 206604 w 359486"/>
              <a:gd name="connsiteY1" fmla="*/ 9986 h 257260"/>
              <a:gd name="connsiteX2" fmla="*/ 335653 w 359486"/>
              <a:gd name="connsiteY2" fmla="*/ 110460 h 257260"/>
              <a:gd name="connsiteX3" fmla="*/ 359464 w 359486"/>
              <a:gd name="connsiteY3" fmla="*/ 253795 h 257260"/>
              <a:gd name="connsiteX4" fmla="*/ 0 w 359486"/>
              <a:gd name="connsiteY4" fmla="*/ 257260 h 257260"/>
              <a:gd name="connsiteX5" fmla="*/ 574 w 359486"/>
              <a:gd name="connsiteY5" fmla="*/ 0 h 257260"/>
              <a:gd name="connsiteX0" fmla="*/ 574 w 365269"/>
              <a:gd name="connsiteY0" fmla="*/ 0 h 257260"/>
              <a:gd name="connsiteX1" fmla="*/ 206604 w 365269"/>
              <a:gd name="connsiteY1" fmla="*/ 9986 h 257260"/>
              <a:gd name="connsiteX2" fmla="*/ 359464 w 365269"/>
              <a:gd name="connsiteY2" fmla="*/ 253795 h 257260"/>
              <a:gd name="connsiteX3" fmla="*/ 0 w 365269"/>
              <a:gd name="connsiteY3" fmla="*/ 257260 h 257260"/>
              <a:gd name="connsiteX4" fmla="*/ 574 w 365269"/>
              <a:gd name="connsiteY4" fmla="*/ 0 h 257260"/>
              <a:gd name="connsiteX0" fmla="*/ 574 w 369846"/>
              <a:gd name="connsiteY0" fmla="*/ 0 h 257260"/>
              <a:gd name="connsiteX1" fmla="*/ 206604 w 369846"/>
              <a:gd name="connsiteY1" fmla="*/ 9986 h 257260"/>
              <a:gd name="connsiteX2" fmla="*/ 359464 w 369846"/>
              <a:gd name="connsiteY2" fmla="*/ 253795 h 257260"/>
              <a:gd name="connsiteX3" fmla="*/ 0 w 369846"/>
              <a:gd name="connsiteY3" fmla="*/ 257260 h 257260"/>
              <a:gd name="connsiteX4" fmla="*/ 574 w 369846"/>
              <a:gd name="connsiteY4" fmla="*/ 0 h 257260"/>
              <a:gd name="connsiteX0" fmla="*/ 574 w 369846"/>
              <a:gd name="connsiteY0" fmla="*/ 0 h 252497"/>
              <a:gd name="connsiteX1" fmla="*/ 206604 w 369846"/>
              <a:gd name="connsiteY1" fmla="*/ 5223 h 252497"/>
              <a:gd name="connsiteX2" fmla="*/ 359464 w 369846"/>
              <a:gd name="connsiteY2" fmla="*/ 249032 h 252497"/>
              <a:gd name="connsiteX3" fmla="*/ 0 w 369846"/>
              <a:gd name="connsiteY3" fmla="*/ 252497 h 252497"/>
              <a:gd name="connsiteX4" fmla="*/ 574 w 369846"/>
              <a:gd name="connsiteY4" fmla="*/ 0 h 252497"/>
              <a:gd name="connsiteX0" fmla="*/ 574 w 369846"/>
              <a:gd name="connsiteY0" fmla="*/ 0 h 249032"/>
              <a:gd name="connsiteX1" fmla="*/ 206604 w 369846"/>
              <a:gd name="connsiteY1" fmla="*/ 5223 h 249032"/>
              <a:gd name="connsiteX2" fmla="*/ 359464 w 369846"/>
              <a:gd name="connsiteY2" fmla="*/ 249032 h 249032"/>
              <a:gd name="connsiteX3" fmla="*/ 0 w 369846"/>
              <a:gd name="connsiteY3" fmla="*/ 245353 h 249032"/>
              <a:gd name="connsiteX4" fmla="*/ 574 w 369846"/>
              <a:gd name="connsiteY4" fmla="*/ 0 h 2490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69846" h="249032">
                <a:moveTo>
                  <a:pt x="574" y="0"/>
                </a:moveTo>
                <a:lnTo>
                  <a:pt x="206604" y="5223"/>
                </a:lnTo>
                <a:cubicBezTo>
                  <a:pt x="342619" y="42759"/>
                  <a:pt x="393898" y="207820"/>
                  <a:pt x="359464" y="249032"/>
                </a:cubicBezTo>
                <a:lnTo>
                  <a:pt x="0" y="245353"/>
                </a:lnTo>
                <a:cubicBezTo>
                  <a:pt x="191" y="159600"/>
                  <a:pt x="383" y="85753"/>
                  <a:pt x="574" y="0"/>
                </a:cubicBezTo>
                <a:close/>
              </a:path>
            </a:pathLst>
          </a:custGeom>
          <a:gradFill flip="none" rotWithShape="1">
            <a:gsLst>
              <a:gs pos="63000">
                <a:srgbClr val="06D1D7"/>
              </a:gs>
              <a:gs pos="33000">
                <a:srgbClr val="23A295"/>
              </a:gs>
              <a:gs pos="0">
                <a:srgbClr val="57F6A2"/>
              </a:gs>
              <a:gs pos="100000">
                <a:srgbClr val="1B2048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latin typeface="Maven Pro"/>
              <a:ea typeface="Maven Pro"/>
              <a:cs typeface="Maven Pro"/>
              <a:sym typeface="Maven Pro"/>
            </a:endParaRPr>
          </a:p>
        </p:txBody>
      </p:sp>
      <p:sp>
        <p:nvSpPr>
          <p:cNvPr id="36" name="Título 1">
            <a:extLst>
              <a:ext uri="{FF2B5EF4-FFF2-40B4-BE49-F238E27FC236}">
                <a16:creationId xmlns:a16="http://schemas.microsoft.com/office/drawing/2014/main" id="{8CC4C781-D80F-3043-1D48-4BD301AF978C}"/>
              </a:ext>
            </a:extLst>
          </p:cNvPr>
          <p:cNvSpPr txBox="1">
            <a:spLocks/>
          </p:cNvSpPr>
          <p:nvPr/>
        </p:nvSpPr>
        <p:spPr>
          <a:xfrm>
            <a:off x="675324" y="478163"/>
            <a:ext cx="3983037" cy="7651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Montserrat"/>
              <a:buNone/>
              <a:defRPr sz="52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Montserrat"/>
              <a:buNone/>
              <a:defRPr sz="52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Montserrat"/>
              <a:buNone/>
              <a:defRPr sz="52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Montserrat"/>
              <a:buNone/>
              <a:defRPr sz="52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Montserrat"/>
              <a:buNone/>
              <a:defRPr sz="52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Montserrat"/>
              <a:buNone/>
              <a:defRPr sz="52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Montserrat"/>
              <a:buNone/>
              <a:defRPr sz="52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Montserrat"/>
              <a:buNone/>
              <a:defRPr sz="52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Montserrat"/>
              <a:buNone/>
              <a:defRPr sz="52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algn="l"/>
            <a:r>
              <a:rPr lang="pt-BR" sz="3200" dirty="0">
                <a:solidFill>
                  <a:schemeClr val="bg2"/>
                </a:solidFill>
                <a:latin typeface="+mj-lt"/>
                <a:cs typeface="Arial" panose="020B0604020202020204" pitchFamily="34" charset="0"/>
              </a:rPr>
              <a:t>Trabalhos Relacionados</a:t>
            </a:r>
          </a:p>
        </p:txBody>
      </p:sp>
      <p:cxnSp>
        <p:nvCxnSpPr>
          <p:cNvPr id="37" name="Conector reto 36">
            <a:extLst>
              <a:ext uri="{FF2B5EF4-FFF2-40B4-BE49-F238E27FC236}">
                <a16:creationId xmlns:a16="http://schemas.microsoft.com/office/drawing/2014/main" id="{6011F30D-9398-E92D-E325-9E523606713B}"/>
              </a:ext>
            </a:extLst>
          </p:cNvPr>
          <p:cNvCxnSpPr>
            <a:cxnSpLocks/>
          </p:cNvCxnSpPr>
          <p:nvPr/>
        </p:nvCxnSpPr>
        <p:spPr>
          <a:xfrm>
            <a:off x="-5" y="1165521"/>
            <a:ext cx="3581405" cy="0"/>
          </a:xfrm>
          <a:prstGeom prst="line">
            <a:avLst/>
          </a:prstGeom>
          <a:ln/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38" name="Google Shape;997;p39">
            <a:extLst>
              <a:ext uri="{FF2B5EF4-FFF2-40B4-BE49-F238E27FC236}">
                <a16:creationId xmlns:a16="http://schemas.microsoft.com/office/drawing/2014/main" id="{893089AA-7943-37B4-EEB8-4CDDE752F318}"/>
              </a:ext>
            </a:extLst>
          </p:cNvPr>
          <p:cNvSpPr txBox="1">
            <a:spLocks/>
          </p:cNvSpPr>
          <p:nvPr/>
        </p:nvSpPr>
        <p:spPr>
          <a:xfrm>
            <a:off x="768626" y="1302735"/>
            <a:ext cx="6666859" cy="384058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pt-BR" sz="1800" dirty="0">
                <a:solidFill>
                  <a:schemeClr val="bg2"/>
                </a:solidFill>
                <a:latin typeface="+mj-lt"/>
              </a:rPr>
              <a:t>Aqui foi dividido em três partes: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1800" dirty="0">
                <a:solidFill>
                  <a:schemeClr val="bg2"/>
                </a:solidFill>
              </a:rPr>
              <a:t>A primeira linha de trabalhos mostra que </a:t>
            </a:r>
            <a:r>
              <a:rPr lang="pt-BR" sz="1800" dirty="0" err="1">
                <a:solidFill>
                  <a:schemeClr val="bg2"/>
                </a:solidFill>
              </a:rPr>
              <a:t>LLMs</a:t>
            </a:r>
            <a:r>
              <a:rPr lang="pt-BR" sz="1800" dirty="0">
                <a:solidFill>
                  <a:schemeClr val="bg2"/>
                </a:solidFill>
              </a:rPr>
              <a:t> podem ser usados para classificar textos heterogêneos, especialmente quando há muitas categorias, poucas amostras rotuladas ou grande volume documental.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pt-BR" sz="1800" dirty="0">
              <a:solidFill>
                <a:schemeClr val="bg2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1800" dirty="0">
                <a:solidFill>
                  <a:schemeClr val="bg2"/>
                </a:solidFill>
              </a:rPr>
              <a:t>A segunda linha fundamenta o uso de regras, heurísticas e funções de rotulagem como alternativa auditável e de menor custo para gerar classificações.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pt-BR" sz="1800" dirty="0">
              <a:solidFill>
                <a:schemeClr val="bg2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1800" dirty="0">
                <a:solidFill>
                  <a:schemeClr val="bg2"/>
                </a:solidFill>
              </a:rPr>
              <a:t>A terceira linha trata da exploração semântica dos textos e da necessidade de separar classificação substantiva de agrupamentos exploratórios.</a:t>
            </a:r>
            <a:endParaRPr lang="pt-BR" sz="1800" dirty="0">
              <a:solidFill>
                <a:schemeClr val="bg2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139605295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91">
          <a:extLst>
            <a:ext uri="{FF2B5EF4-FFF2-40B4-BE49-F238E27FC236}">
              <a16:creationId xmlns:a16="http://schemas.microsoft.com/office/drawing/2014/main" id="{85ACE105-09AC-D2E3-E5D6-830672A8E9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83" name="Gráfico 982">
            <a:extLst>
              <a:ext uri="{FF2B5EF4-FFF2-40B4-BE49-F238E27FC236}">
                <a16:creationId xmlns:a16="http://schemas.microsoft.com/office/drawing/2014/main" id="{8CB6C5A6-5F87-293B-EA07-E43DA95294C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471287" y="-176981"/>
            <a:ext cx="10434025" cy="5320297"/>
          </a:xfrm>
          <a:prstGeom prst="rect">
            <a:avLst/>
          </a:prstGeom>
        </p:spPr>
      </p:pic>
      <p:sp>
        <p:nvSpPr>
          <p:cNvPr id="2" name="Google Shape;932;p37">
            <a:extLst>
              <a:ext uri="{FF2B5EF4-FFF2-40B4-BE49-F238E27FC236}">
                <a16:creationId xmlns:a16="http://schemas.microsoft.com/office/drawing/2014/main" id="{232F862C-FA6B-0584-F1DE-55AA1221BA53}"/>
              </a:ext>
            </a:extLst>
          </p:cNvPr>
          <p:cNvSpPr txBox="1">
            <a:spLocks/>
          </p:cNvSpPr>
          <p:nvPr/>
        </p:nvSpPr>
        <p:spPr>
          <a:xfrm>
            <a:off x="7194305" y="528340"/>
            <a:ext cx="1661894" cy="2259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None/>
              <a:defRPr sz="28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None/>
              <a:defRPr sz="28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None/>
              <a:defRPr sz="28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None/>
              <a:defRPr sz="28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None/>
              <a:defRPr sz="28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None/>
              <a:defRPr sz="28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None/>
              <a:defRPr sz="28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None/>
              <a:defRPr sz="28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None/>
              <a:defRPr sz="28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r>
              <a:rPr lang="pt-BR" sz="600" b="0" dirty="0">
                <a:solidFill>
                  <a:srgbClr val="186E66"/>
                </a:solidFill>
                <a:latin typeface="+mj-lt"/>
                <a:cs typeface="Arial" panose="020B0604020202020204" pitchFamily="34" charset="0"/>
              </a:rPr>
              <a:t>Há mais de 60 anos pensando o Brasil</a:t>
            </a:r>
          </a:p>
        </p:txBody>
      </p:sp>
      <p:sp>
        <p:nvSpPr>
          <p:cNvPr id="3" name="Google Shape;936;p37">
            <a:extLst>
              <a:ext uri="{FF2B5EF4-FFF2-40B4-BE49-F238E27FC236}">
                <a16:creationId xmlns:a16="http://schemas.microsoft.com/office/drawing/2014/main" id="{92BBFEA1-4B12-37F2-9578-EB2314A5555B}"/>
              </a:ext>
            </a:extLst>
          </p:cNvPr>
          <p:cNvSpPr/>
          <p:nvPr/>
        </p:nvSpPr>
        <p:spPr>
          <a:xfrm flipH="1">
            <a:off x="7861193" y="4721150"/>
            <a:ext cx="1282656" cy="422165"/>
          </a:xfrm>
          <a:prstGeom prst="round1Rect">
            <a:avLst>
              <a:gd name="adj" fmla="val 50000"/>
            </a:avLst>
          </a:prstGeom>
          <a:solidFill>
            <a:srgbClr val="1B204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latin typeface="Maven Pro"/>
              <a:ea typeface="Maven Pro"/>
              <a:cs typeface="Maven Pro"/>
              <a:sym typeface="Maven Pro"/>
            </a:endParaRPr>
          </a:p>
        </p:txBody>
      </p:sp>
      <p:sp>
        <p:nvSpPr>
          <p:cNvPr id="4" name="Google Shape;937;p37">
            <a:extLst>
              <a:ext uri="{FF2B5EF4-FFF2-40B4-BE49-F238E27FC236}">
                <a16:creationId xmlns:a16="http://schemas.microsoft.com/office/drawing/2014/main" id="{BFEE9FED-93EE-6A04-6FBB-E3E45226D055}"/>
              </a:ext>
            </a:extLst>
          </p:cNvPr>
          <p:cNvSpPr/>
          <p:nvPr/>
        </p:nvSpPr>
        <p:spPr>
          <a:xfrm flipH="1">
            <a:off x="7588727" y="4912884"/>
            <a:ext cx="1555123" cy="230496"/>
          </a:xfrm>
          <a:prstGeom prst="round1Rect">
            <a:avLst>
              <a:gd name="adj" fmla="val 50000"/>
            </a:avLst>
          </a:prstGeom>
          <a:gradFill flip="none" rotWithShape="1">
            <a:gsLst>
              <a:gs pos="63000">
                <a:srgbClr val="06D1D7"/>
              </a:gs>
              <a:gs pos="33000">
                <a:srgbClr val="23A295"/>
              </a:gs>
              <a:gs pos="0">
                <a:srgbClr val="57F6A2"/>
              </a:gs>
              <a:gs pos="100000">
                <a:srgbClr val="1B2048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latin typeface="Maven Pro"/>
              <a:ea typeface="Maven Pro"/>
              <a:cs typeface="Maven Pro"/>
              <a:sym typeface="Maven Pro"/>
            </a:endParaRPr>
          </a:p>
        </p:txBody>
      </p:sp>
      <p:grpSp>
        <p:nvGrpSpPr>
          <p:cNvPr id="5" name="Google Shape;938;p37">
            <a:extLst>
              <a:ext uri="{FF2B5EF4-FFF2-40B4-BE49-F238E27FC236}">
                <a16:creationId xmlns:a16="http://schemas.microsoft.com/office/drawing/2014/main" id="{C700C935-EBFA-2A5A-668E-0CFF3837E601}"/>
              </a:ext>
            </a:extLst>
          </p:cNvPr>
          <p:cNvGrpSpPr/>
          <p:nvPr/>
        </p:nvGrpSpPr>
        <p:grpSpPr>
          <a:xfrm>
            <a:off x="8644350" y="4276582"/>
            <a:ext cx="423698" cy="551579"/>
            <a:chOff x="7631225" y="2241175"/>
            <a:chExt cx="986125" cy="2095500"/>
          </a:xfrm>
          <a:gradFill>
            <a:gsLst>
              <a:gs pos="53000">
                <a:srgbClr val="23A295"/>
              </a:gs>
              <a:gs pos="0">
                <a:srgbClr val="57F6A2"/>
              </a:gs>
              <a:gs pos="100000">
                <a:srgbClr val="1B2048"/>
              </a:gs>
            </a:gsLst>
            <a:lin ang="5400000" scaled="1"/>
          </a:gradFill>
        </p:grpSpPr>
        <p:cxnSp>
          <p:nvCxnSpPr>
            <p:cNvPr id="6" name="Google Shape;939;p37">
              <a:extLst>
                <a:ext uri="{FF2B5EF4-FFF2-40B4-BE49-F238E27FC236}">
                  <a16:creationId xmlns:a16="http://schemas.microsoft.com/office/drawing/2014/main" id="{DFDC01B3-EF70-95B2-DCE4-3D77713A6EC6}"/>
                </a:ext>
              </a:extLst>
            </p:cNvPr>
            <p:cNvCxnSpPr/>
            <p:nvPr/>
          </p:nvCxnSpPr>
          <p:spPr>
            <a:xfrm>
              <a:off x="7631225" y="2241175"/>
              <a:ext cx="0" cy="2095500"/>
            </a:xfrm>
            <a:prstGeom prst="straightConnector1">
              <a:avLst/>
            </a:prstGeom>
            <a:grpFill/>
            <a:ln w="9525" cap="flat" cmpd="sng">
              <a:solidFill>
                <a:srgbClr val="1AB0A9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7" name="Google Shape;940;p37">
              <a:extLst>
                <a:ext uri="{FF2B5EF4-FFF2-40B4-BE49-F238E27FC236}">
                  <a16:creationId xmlns:a16="http://schemas.microsoft.com/office/drawing/2014/main" id="{2ACEB5F3-65C3-FE73-1C1E-A200217CC257}"/>
                </a:ext>
              </a:extLst>
            </p:cNvPr>
            <p:cNvCxnSpPr/>
            <p:nvPr/>
          </p:nvCxnSpPr>
          <p:spPr>
            <a:xfrm>
              <a:off x="7707081" y="2241175"/>
              <a:ext cx="0" cy="2095500"/>
            </a:xfrm>
            <a:prstGeom prst="straightConnector1">
              <a:avLst/>
            </a:prstGeom>
            <a:grpFill/>
            <a:ln w="9525" cap="flat" cmpd="sng">
              <a:solidFill>
                <a:srgbClr val="1AB0A9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8" name="Google Shape;941;p37">
              <a:extLst>
                <a:ext uri="{FF2B5EF4-FFF2-40B4-BE49-F238E27FC236}">
                  <a16:creationId xmlns:a16="http://schemas.microsoft.com/office/drawing/2014/main" id="{6F802A2D-8FE5-203A-754D-27896C840BE3}"/>
                </a:ext>
              </a:extLst>
            </p:cNvPr>
            <p:cNvCxnSpPr/>
            <p:nvPr/>
          </p:nvCxnSpPr>
          <p:spPr>
            <a:xfrm>
              <a:off x="7782937" y="2241175"/>
              <a:ext cx="0" cy="2095500"/>
            </a:xfrm>
            <a:prstGeom prst="straightConnector1">
              <a:avLst/>
            </a:prstGeom>
            <a:grpFill/>
            <a:ln w="9525" cap="flat" cmpd="sng">
              <a:solidFill>
                <a:srgbClr val="1AB0A9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9" name="Google Shape;942;p37">
              <a:extLst>
                <a:ext uri="{FF2B5EF4-FFF2-40B4-BE49-F238E27FC236}">
                  <a16:creationId xmlns:a16="http://schemas.microsoft.com/office/drawing/2014/main" id="{7F728BD9-3015-FF41-E15E-028D844140F5}"/>
                </a:ext>
              </a:extLst>
            </p:cNvPr>
            <p:cNvCxnSpPr/>
            <p:nvPr/>
          </p:nvCxnSpPr>
          <p:spPr>
            <a:xfrm>
              <a:off x="7858792" y="2241175"/>
              <a:ext cx="0" cy="2095500"/>
            </a:xfrm>
            <a:prstGeom prst="straightConnector1">
              <a:avLst/>
            </a:prstGeom>
            <a:grpFill/>
            <a:ln w="9525" cap="flat" cmpd="sng">
              <a:solidFill>
                <a:srgbClr val="1AB0A9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0" name="Google Shape;943;p37">
              <a:extLst>
                <a:ext uri="{FF2B5EF4-FFF2-40B4-BE49-F238E27FC236}">
                  <a16:creationId xmlns:a16="http://schemas.microsoft.com/office/drawing/2014/main" id="{45E61ACF-29CE-D9A4-E7AD-57FE004944A7}"/>
                </a:ext>
              </a:extLst>
            </p:cNvPr>
            <p:cNvCxnSpPr/>
            <p:nvPr/>
          </p:nvCxnSpPr>
          <p:spPr>
            <a:xfrm>
              <a:off x="8010504" y="2241175"/>
              <a:ext cx="0" cy="2095500"/>
            </a:xfrm>
            <a:prstGeom prst="straightConnector1">
              <a:avLst/>
            </a:prstGeom>
            <a:grpFill/>
            <a:ln w="9525" cap="flat" cmpd="sng">
              <a:solidFill>
                <a:srgbClr val="1AB0A9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1" name="Google Shape;944;p37">
              <a:extLst>
                <a:ext uri="{FF2B5EF4-FFF2-40B4-BE49-F238E27FC236}">
                  <a16:creationId xmlns:a16="http://schemas.microsoft.com/office/drawing/2014/main" id="{5BCBEF03-7D7E-C03F-020C-FF4E19ECA73B}"/>
                </a:ext>
              </a:extLst>
            </p:cNvPr>
            <p:cNvCxnSpPr/>
            <p:nvPr/>
          </p:nvCxnSpPr>
          <p:spPr>
            <a:xfrm>
              <a:off x="8162215" y="2241175"/>
              <a:ext cx="0" cy="2095500"/>
            </a:xfrm>
            <a:prstGeom prst="straightConnector1">
              <a:avLst/>
            </a:prstGeom>
            <a:grpFill/>
            <a:ln w="9525" cap="flat" cmpd="sng">
              <a:solidFill>
                <a:srgbClr val="1AB0A9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2" name="Google Shape;945;p37">
              <a:extLst>
                <a:ext uri="{FF2B5EF4-FFF2-40B4-BE49-F238E27FC236}">
                  <a16:creationId xmlns:a16="http://schemas.microsoft.com/office/drawing/2014/main" id="{25D9FC9A-053C-28A5-16D8-F93C013F5CE0}"/>
                </a:ext>
              </a:extLst>
            </p:cNvPr>
            <p:cNvCxnSpPr/>
            <p:nvPr/>
          </p:nvCxnSpPr>
          <p:spPr>
            <a:xfrm>
              <a:off x="8313927" y="2241175"/>
              <a:ext cx="0" cy="2095500"/>
            </a:xfrm>
            <a:prstGeom prst="straightConnector1">
              <a:avLst/>
            </a:prstGeom>
            <a:grpFill/>
            <a:ln w="9525" cap="flat" cmpd="sng">
              <a:solidFill>
                <a:srgbClr val="1AB0A9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3" name="Google Shape;946;p37">
              <a:extLst>
                <a:ext uri="{FF2B5EF4-FFF2-40B4-BE49-F238E27FC236}">
                  <a16:creationId xmlns:a16="http://schemas.microsoft.com/office/drawing/2014/main" id="{71A3AE46-A8E2-46CB-F3D8-FA69B07814E4}"/>
                </a:ext>
              </a:extLst>
            </p:cNvPr>
            <p:cNvCxnSpPr/>
            <p:nvPr/>
          </p:nvCxnSpPr>
          <p:spPr>
            <a:xfrm>
              <a:off x="7934648" y="2241175"/>
              <a:ext cx="0" cy="2095500"/>
            </a:xfrm>
            <a:prstGeom prst="straightConnector1">
              <a:avLst/>
            </a:prstGeom>
            <a:grpFill/>
            <a:ln w="9525" cap="flat" cmpd="sng">
              <a:solidFill>
                <a:srgbClr val="1AB0A9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4" name="Google Shape;947;p37">
              <a:extLst>
                <a:ext uri="{FF2B5EF4-FFF2-40B4-BE49-F238E27FC236}">
                  <a16:creationId xmlns:a16="http://schemas.microsoft.com/office/drawing/2014/main" id="{CC7D90DC-1BE7-5440-88C8-F3C2D69245D4}"/>
                </a:ext>
              </a:extLst>
            </p:cNvPr>
            <p:cNvCxnSpPr/>
            <p:nvPr/>
          </p:nvCxnSpPr>
          <p:spPr>
            <a:xfrm>
              <a:off x="8086360" y="2241175"/>
              <a:ext cx="0" cy="2095500"/>
            </a:xfrm>
            <a:prstGeom prst="straightConnector1">
              <a:avLst/>
            </a:prstGeom>
            <a:grpFill/>
            <a:ln w="9525" cap="flat" cmpd="sng">
              <a:solidFill>
                <a:srgbClr val="1AB0A9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5" name="Google Shape;948;p37">
              <a:extLst>
                <a:ext uri="{FF2B5EF4-FFF2-40B4-BE49-F238E27FC236}">
                  <a16:creationId xmlns:a16="http://schemas.microsoft.com/office/drawing/2014/main" id="{BCA47EF2-F011-9C4D-2186-3F10F82D94FA}"/>
                </a:ext>
              </a:extLst>
            </p:cNvPr>
            <p:cNvCxnSpPr/>
            <p:nvPr/>
          </p:nvCxnSpPr>
          <p:spPr>
            <a:xfrm>
              <a:off x="8238071" y="2241175"/>
              <a:ext cx="0" cy="2095500"/>
            </a:xfrm>
            <a:prstGeom prst="straightConnector1">
              <a:avLst/>
            </a:prstGeom>
            <a:grpFill/>
            <a:ln w="9525" cap="flat" cmpd="sng">
              <a:solidFill>
                <a:srgbClr val="1AB0A9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6" name="Google Shape;949;p37">
              <a:extLst>
                <a:ext uri="{FF2B5EF4-FFF2-40B4-BE49-F238E27FC236}">
                  <a16:creationId xmlns:a16="http://schemas.microsoft.com/office/drawing/2014/main" id="{D0C0552F-9C29-C43A-CFBF-5E08E9830C56}"/>
                </a:ext>
              </a:extLst>
            </p:cNvPr>
            <p:cNvCxnSpPr/>
            <p:nvPr/>
          </p:nvCxnSpPr>
          <p:spPr>
            <a:xfrm>
              <a:off x="8389783" y="2241175"/>
              <a:ext cx="0" cy="2095500"/>
            </a:xfrm>
            <a:prstGeom prst="straightConnector1">
              <a:avLst/>
            </a:prstGeom>
            <a:grpFill/>
            <a:ln w="9525" cap="flat" cmpd="sng">
              <a:solidFill>
                <a:srgbClr val="1AB0A9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7" name="Google Shape;950;p37">
              <a:extLst>
                <a:ext uri="{FF2B5EF4-FFF2-40B4-BE49-F238E27FC236}">
                  <a16:creationId xmlns:a16="http://schemas.microsoft.com/office/drawing/2014/main" id="{C1DF5302-32D9-0F33-7B94-C63B0DD46A03}"/>
                </a:ext>
              </a:extLst>
            </p:cNvPr>
            <p:cNvCxnSpPr/>
            <p:nvPr/>
          </p:nvCxnSpPr>
          <p:spPr>
            <a:xfrm>
              <a:off x="8465638" y="2241175"/>
              <a:ext cx="0" cy="2095500"/>
            </a:xfrm>
            <a:prstGeom prst="straightConnector1">
              <a:avLst/>
            </a:prstGeom>
            <a:grpFill/>
            <a:ln w="9525" cap="flat" cmpd="sng">
              <a:solidFill>
                <a:srgbClr val="1AB0A9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8" name="Google Shape;951;p37">
              <a:extLst>
                <a:ext uri="{FF2B5EF4-FFF2-40B4-BE49-F238E27FC236}">
                  <a16:creationId xmlns:a16="http://schemas.microsoft.com/office/drawing/2014/main" id="{3944DE15-FEEC-86DC-1C6F-BE7DA78EFA11}"/>
                </a:ext>
              </a:extLst>
            </p:cNvPr>
            <p:cNvCxnSpPr/>
            <p:nvPr/>
          </p:nvCxnSpPr>
          <p:spPr>
            <a:xfrm>
              <a:off x="8541494" y="2241175"/>
              <a:ext cx="0" cy="2095500"/>
            </a:xfrm>
            <a:prstGeom prst="straightConnector1">
              <a:avLst/>
            </a:prstGeom>
            <a:grpFill/>
            <a:ln w="9525" cap="flat" cmpd="sng">
              <a:solidFill>
                <a:srgbClr val="1AB0A9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9" name="Google Shape;952;p37">
              <a:extLst>
                <a:ext uri="{FF2B5EF4-FFF2-40B4-BE49-F238E27FC236}">
                  <a16:creationId xmlns:a16="http://schemas.microsoft.com/office/drawing/2014/main" id="{D1784EF0-3953-5B5F-B090-38DC2DA1C2DB}"/>
                </a:ext>
              </a:extLst>
            </p:cNvPr>
            <p:cNvCxnSpPr/>
            <p:nvPr/>
          </p:nvCxnSpPr>
          <p:spPr>
            <a:xfrm>
              <a:off x="8617350" y="2241175"/>
              <a:ext cx="0" cy="2095500"/>
            </a:xfrm>
            <a:prstGeom prst="straightConnector1">
              <a:avLst/>
            </a:prstGeom>
            <a:grpFill/>
            <a:ln w="9525" cap="flat" cmpd="sng">
              <a:solidFill>
                <a:srgbClr val="1AB0A9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20" name="Google Shape;954;p37">
            <a:extLst>
              <a:ext uri="{FF2B5EF4-FFF2-40B4-BE49-F238E27FC236}">
                <a16:creationId xmlns:a16="http://schemas.microsoft.com/office/drawing/2014/main" id="{AE12CB9F-3C9A-E536-DECF-1C1953668050}"/>
              </a:ext>
            </a:extLst>
          </p:cNvPr>
          <p:cNvSpPr/>
          <p:nvPr/>
        </p:nvSpPr>
        <p:spPr>
          <a:xfrm>
            <a:off x="0" y="4680042"/>
            <a:ext cx="922564" cy="463274"/>
          </a:xfrm>
          <a:prstGeom prst="rect">
            <a:avLst/>
          </a:prstGeom>
          <a:gradFill>
            <a:gsLst>
              <a:gs pos="33000">
                <a:srgbClr val="23A295"/>
              </a:gs>
              <a:gs pos="0">
                <a:srgbClr val="57F6A2"/>
              </a:gs>
              <a:gs pos="100000">
                <a:srgbClr val="1B2048"/>
              </a:gs>
            </a:gsLst>
            <a:path path="circle">
              <a:fillToRect l="100000" t="100000"/>
            </a:path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dirty="0">
              <a:latin typeface="Maven Pro"/>
              <a:ea typeface="Maven Pro"/>
              <a:cs typeface="Maven Pro"/>
              <a:sym typeface="Maven Pro"/>
            </a:endParaRPr>
          </a:p>
        </p:txBody>
      </p:sp>
      <p:sp>
        <p:nvSpPr>
          <p:cNvPr id="21" name="Google Shape;955;p37">
            <a:extLst>
              <a:ext uri="{FF2B5EF4-FFF2-40B4-BE49-F238E27FC236}">
                <a16:creationId xmlns:a16="http://schemas.microsoft.com/office/drawing/2014/main" id="{EDA99972-A20C-0126-E288-931128825DC6}"/>
              </a:ext>
            </a:extLst>
          </p:cNvPr>
          <p:cNvSpPr/>
          <p:nvPr/>
        </p:nvSpPr>
        <p:spPr>
          <a:xfrm>
            <a:off x="0" y="4912883"/>
            <a:ext cx="1663658" cy="230641"/>
          </a:xfrm>
          <a:prstGeom prst="round1Rect">
            <a:avLst>
              <a:gd name="adj" fmla="val 50000"/>
            </a:avLst>
          </a:prstGeom>
          <a:solidFill>
            <a:srgbClr val="1B204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latin typeface="Maven Pro"/>
              <a:ea typeface="Maven Pro"/>
              <a:cs typeface="Maven Pro"/>
              <a:sym typeface="Maven Pro"/>
            </a:endParaRPr>
          </a:p>
        </p:txBody>
      </p:sp>
      <p:grpSp>
        <p:nvGrpSpPr>
          <p:cNvPr id="22" name="Agrupar 21">
            <a:extLst>
              <a:ext uri="{FF2B5EF4-FFF2-40B4-BE49-F238E27FC236}">
                <a16:creationId xmlns:a16="http://schemas.microsoft.com/office/drawing/2014/main" id="{C0E5C6CC-CF58-B7A3-2D9B-54977CDE090E}"/>
              </a:ext>
            </a:extLst>
          </p:cNvPr>
          <p:cNvGrpSpPr/>
          <p:nvPr/>
        </p:nvGrpSpPr>
        <p:grpSpPr>
          <a:xfrm>
            <a:off x="7070035" y="156184"/>
            <a:ext cx="1722295" cy="405506"/>
            <a:chOff x="4782913" y="272045"/>
            <a:chExt cx="3752189" cy="883435"/>
          </a:xfrm>
        </p:grpSpPr>
        <p:pic>
          <p:nvPicPr>
            <p:cNvPr id="23" name="Imagem 22" descr="Interface gráfica do usuário, Texto&#10;&#10;O conteúdo gerado por IA pode estar incorreto.">
              <a:extLst>
                <a:ext uri="{FF2B5EF4-FFF2-40B4-BE49-F238E27FC236}">
                  <a16:creationId xmlns:a16="http://schemas.microsoft.com/office/drawing/2014/main" id="{11E4B300-3EAE-CDEA-282E-41959FFD465E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4782913" y="272045"/>
              <a:ext cx="3752189" cy="883435"/>
            </a:xfrm>
            <a:prstGeom prst="rect">
              <a:avLst/>
            </a:prstGeom>
          </p:spPr>
        </p:pic>
        <p:cxnSp>
          <p:nvCxnSpPr>
            <p:cNvPr id="24" name="Conector reto 23">
              <a:extLst>
                <a:ext uri="{FF2B5EF4-FFF2-40B4-BE49-F238E27FC236}">
                  <a16:creationId xmlns:a16="http://schemas.microsoft.com/office/drawing/2014/main" id="{AC50D132-79BF-6648-C2AB-9E0640EBCEAC}"/>
                </a:ext>
              </a:extLst>
            </p:cNvPr>
            <p:cNvCxnSpPr>
              <a:cxnSpLocks/>
            </p:cNvCxnSpPr>
            <p:nvPr/>
          </p:nvCxnSpPr>
          <p:spPr>
            <a:xfrm>
              <a:off x="5253460" y="1066595"/>
              <a:ext cx="3264536" cy="16228"/>
            </a:xfrm>
            <a:prstGeom prst="line">
              <a:avLst/>
            </a:prstGeom>
            <a:ln>
              <a:solidFill>
                <a:srgbClr val="00445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5" name="Google Shape;936;p37">
            <a:extLst>
              <a:ext uri="{FF2B5EF4-FFF2-40B4-BE49-F238E27FC236}">
                <a16:creationId xmlns:a16="http://schemas.microsoft.com/office/drawing/2014/main" id="{5CA0F818-8B9F-F035-EC42-77DBDE216A66}"/>
              </a:ext>
            </a:extLst>
          </p:cNvPr>
          <p:cNvSpPr/>
          <p:nvPr/>
        </p:nvSpPr>
        <p:spPr>
          <a:xfrm rot="16200000" flipH="1" flipV="1">
            <a:off x="-26331" y="5857"/>
            <a:ext cx="636272" cy="583606"/>
          </a:xfrm>
          <a:custGeom>
            <a:avLst/>
            <a:gdLst>
              <a:gd name="connsiteX0" fmla="*/ 0 w 1440059"/>
              <a:gd name="connsiteY0" fmla="*/ 0 h 583600"/>
              <a:gd name="connsiteX1" fmla="*/ 1148259 w 1440059"/>
              <a:gd name="connsiteY1" fmla="*/ 0 h 583600"/>
              <a:gd name="connsiteX2" fmla="*/ 1440059 w 1440059"/>
              <a:gd name="connsiteY2" fmla="*/ 291800 h 583600"/>
              <a:gd name="connsiteX3" fmla="*/ 1440059 w 1440059"/>
              <a:gd name="connsiteY3" fmla="*/ 583600 h 583600"/>
              <a:gd name="connsiteX4" fmla="*/ 0 w 1440059"/>
              <a:gd name="connsiteY4" fmla="*/ 583600 h 583600"/>
              <a:gd name="connsiteX5" fmla="*/ 0 w 1440059"/>
              <a:gd name="connsiteY5" fmla="*/ 0 h 583600"/>
              <a:gd name="connsiteX0" fmla="*/ 612059 w 1440059"/>
              <a:gd name="connsiteY0" fmla="*/ 0 h 583603"/>
              <a:gd name="connsiteX1" fmla="*/ 1148259 w 1440059"/>
              <a:gd name="connsiteY1" fmla="*/ 3 h 583603"/>
              <a:gd name="connsiteX2" fmla="*/ 1440059 w 1440059"/>
              <a:gd name="connsiteY2" fmla="*/ 291803 h 583603"/>
              <a:gd name="connsiteX3" fmla="*/ 1440059 w 1440059"/>
              <a:gd name="connsiteY3" fmla="*/ 583603 h 583603"/>
              <a:gd name="connsiteX4" fmla="*/ 0 w 1440059"/>
              <a:gd name="connsiteY4" fmla="*/ 583603 h 583603"/>
              <a:gd name="connsiteX5" fmla="*/ 612059 w 1440059"/>
              <a:gd name="connsiteY5" fmla="*/ 0 h 583603"/>
              <a:gd name="connsiteX0" fmla="*/ 0 w 828000"/>
              <a:gd name="connsiteY0" fmla="*/ 0 h 583603"/>
              <a:gd name="connsiteX1" fmla="*/ 536200 w 828000"/>
              <a:gd name="connsiteY1" fmla="*/ 3 h 583603"/>
              <a:gd name="connsiteX2" fmla="*/ 828000 w 828000"/>
              <a:gd name="connsiteY2" fmla="*/ 291803 h 583603"/>
              <a:gd name="connsiteX3" fmla="*/ 828000 w 828000"/>
              <a:gd name="connsiteY3" fmla="*/ 583603 h 583603"/>
              <a:gd name="connsiteX4" fmla="*/ 191728 w 828000"/>
              <a:gd name="connsiteY4" fmla="*/ 576229 h 583603"/>
              <a:gd name="connsiteX5" fmla="*/ 0 w 828000"/>
              <a:gd name="connsiteY5" fmla="*/ 0 h 583603"/>
              <a:gd name="connsiteX0" fmla="*/ 14749 w 636272"/>
              <a:gd name="connsiteY0" fmla="*/ 0 h 583606"/>
              <a:gd name="connsiteX1" fmla="*/ 344472 w 636272"/>
              <a:gd name="connsiteY1" fmla="*/ 6 h 583606"/>
              <a:gd name="connsiteX2" fmla="*/ 636272 w 636272"/>
              <a:gd name="connsiteY2" fmla="*/ 291806 h 583606"/>
              <a:gd name="connsiteX3" fmla="*/ 636272 w 636272"/>
              <a:gd name="connsiteY3" fmla="*/ 583606 h 583606"/>
              <a:gd name="connsiteX4" fmla="*/ 0 w 636272"/>
              <a:gd name="connsiteY4" fmla="*/ 576232 h 583606"/>
              <a:gd name="connsiteX5" fmla="*/ 14749 w 636272"/>
              <a:gd name="connsiteY5" fmla="*/ 0 h 5836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36272" h="583606">
                <a:moveTo>
                  <a:pt x="14749" y="0"/>
                </a:moveTo>
                <a:lnTo>
                  <a:pt x="344472" y="6"/>
                </a:lnTo>
                <a:cubicBezTo>
                  <a:pt x="505629" y="6"/>
                  <a:pt x="636272" y="130649"/>
                  <a:pt x="636272" y="291806"/>
                </a:cubicBezTo>
                <a:lnTo>
                  <a:pt x="636272" y="583606"/>
                </a:lnTo>
                <a:lnTo>
                  <a:pt x="0" y="576232"/>
                </a:lnTo>
                <a:lnTo>
                  <a:pt x="14749" y="0"/>
                </a:lnTo>
                <a:close/>
              </a:path>
            </a:pathLst>
          </a:custGeom>
          <a:solidFill>
            <a:srgbClr val="1B204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latin typeface="Maven Pro"/>
              <a:ea typeface="Maven Pro"/>
              <a:cs typeface="Maven Pro"/>
              <a:sym typeface="Maven Pro"/>
            </a:endParaRPr>
          </a:p>
        </p:txBody>
      </p:sp>
      <p:sp>
        <p:nvSpPr>
          <p:cNvPr id="26" name="Google Shape;937;p37">
            <a:extLst>
              <a:ext uri="{FF2B5EF4-FFF2-40B4-BE49-F238E27FC236}">
                <a16:creationId xmlns:a16="http://schemas.microsoft.com/office/drawing/2014/main" id="{AA98A2A4-602D-D9E4-5DCB-275068DA00AA}"/>
              </a:ext>
            </a:extLst>
          </p:cNvPr>
          <p:cNvSpPr/>
          <p:nvPr/>
        </p:nvSpPr>
        <p:spPr>
          <a:xfrm rot="16200000" flipH="1" flipV="1">
            <a:off x="-223281" y="212082"/>
            <a:ext cx="765195" cy="318641"/>
          </a:xfrm>
          <a:custGeom>
            <a:avLst/>
            <a:gdLst>
              <a:gd name="connsiteX0" fmla="*/ 0 w 1745961"/>
              <a:gd name="connsiteY0" fmla="*/ 0 h 318637"/>
              <a:gd name="connsiteX1" fmla="*/ 1586643 w 1745961"/>
              <a:gd name="connsiteY1" fmla="*/ 0 h 318637"/>
              <a:gd name="connsiteX2" fmla="*/ 1745962 w 1745961"/>
              <a:gd name="connsiteY2" fmla="*/ 159319 h 318637"/>
              <a:gd name="connsiteX3" fmla="*/ 1745961 w 1745961"/>
              <a:gd name="connsiteY3" fmla="*/ 318637 h 318637"/>
              <a:gd name="connsiteX4" fmla="*/ 0 w 1745961"/>
              <a:gd name="connsiteY4" fmla="*/ 318637 h 318637"/>
              <a:gd name="connsiteX5" fmla="*/ 0 w 1745961"/>
              <a:gd name="connsiteY5" fmla="*/ 0 h 318637"/>
              <a:gd name="connsiteX0" fmla="*/ 980768 w 1745962"/>
              <a:gd name="connsiteY0" fmla="*/ 0 h 318637"/>
              <a:gd name="connsiteX1" fmla="*/ 1586643 w 1745962"/>
              <a:gd name="connsiteY1" fmla="*/ 0 h 318637"/>
              <a:gd name="connsiteX2" fmla="*/ 1745962 w 1745962"/>
              <a:gd name="connsiteY2" fmla="*/ 159319 h 318637"/>
              <a:gd name="connsiteX3" fmla="*/ 1745961 w 1745962"/>
              <a:gd name="connsiteY3" fmla="*/ 318637 h 318637"/>
              <a:gd name="connsiteX4" fmla="*/ 0 w 1745962"/>
              <a:gd name="connsiteY4" fmla="*/ 318637 h 318637"/>
              <a:gd name="connsiteX5" fmla="*/ 980768 w 1745962"/>
              <a:gd name="connsiteY5" fmla="*/ 0 h 318637"/>
              <a:gd name="connsiteX0" fmla="*/ 1 w 765195"/>
              <a:gd name="connsiteY0" fmla="*/ 0 h 318641"/>
              <a:gd name="connsiteX1" fmla="*/ 605876 w 765195"/>
              <a:gd name="connsiteY1" fmla="*/ 0 h 318641"/>
              <a:gd name="connsiteX2" fmla="*/ 765195 w 765195"/>
              <a:gd name="connsiteY2" fmla="*/ 159319 h 318641"/>
              <a:gd name="connsiteX3" fmla="*/ 765194 w 765195"/>
              <a:gd name="connsiteY3" fmla="*/ 318637 h 318641"/>
              <a:gd name="connsiteX4" fmla="*/ 0 w 765195"/>
              <a:gd name="connsiteY4" fmla="*/ 318641 h 318641"/>
              <a:gd name="connsiteX5" fmla="*/ 1 w 765195"/>
              <a:gd name="connsiteY5" fmla="*/ 0 h 3186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765195" h="318641">
                <a:moveTo>
                  <a:pt x="1" y="0"/>
                </a:moveTo>
                <a:lnTo>
                  <a:pt x="605876" y="0"/>
                </a:lnTo>
                <a:cubicBezTo>
                  <a:pt x="693865" y="0"/>
                  <a:pt x="765195" y="71330"/>
                  <a:pt x="765195" y="159319"/>
                </a:cubicBezTo>
                <a:cubicBezTo>
                  <a:pt x="765195" y="212425"/>
                  <a:pt x="765194" y="265531"/>
                  <a:pt x="765194" y="318637"/>
                </a:cubicBezTo>
                <a:lnTo>
                  <a:pt x="0" y="318641"/>
                </a:lnTo>
                <a:cubicBezTo>
                  <a:pt x="0" y="212427"/>
                  <a:pt x="1" y="106214"/>
                  <a:pt x="1" y="0"/>
                </a:cubicBezTo>
                <a:close/>
              </a:path>
            </a:pathLst>
          </a:custGeom>
          <a:gradFill flip="none" rotWithShape="1">
            <a:gsLst>
              <a:gs pos="63000">
                <a:srgbClr val="06D1D7"/>
              </a:gs>
              <a:gs pos="33000">
                <a:srgbClr val="23A295"/>
              </a:gs>
              <a:gs pos="0">
                <a:srgbClr val="57F6A2"/>
              </a:gs>
              <a:gs pos="100000">
                <a:srgbClr val="1B2048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latin typeface="Maven Pro"/>
              <a:ea typeface="Maven Pro"/>
              <a:cs typeface="Maven Pro"/>
              <a:sym typeface="Maven Pro"/>
            </a:endParaRPr>
          </a:p>
        </p:txBody>
      </p:sp>
      <p:grpSp>
        <p:nvGrpSpPr>
          <p:cNvPr id="28" name="Google Shape;938;p37">
            <a:extLst>
              <a:ext uri="{FF2B5EF4-FFF2-40B4-BE49-F238E27FC236}">
                <a16:creationId xmlns:a16="http://schemas.microsoft.com/office/drawing/2014/main" id="{46BFB703-F547-B20B-0584-AB0F579AE20F}"/>
              </a:ext>
            </a:extLst>
          </p:cNvPr>
          <p:cNvGrpSpPr/>
          <p:nvPr/>
        </p:nvGrpSpPr>
        <p:grpSpPr>
          <a:xfrm rot="16200000">
            <a:off x="720348" y="-178200"/>
            <a:ext cx="368002" cy="860760"/>
            <a:chOff x="8238071" y="2241175"/>
            <a:chExt cx="379279" cy="2095500"/>
          </a:xfrm>
          <a:gradFill>
            <a:gsLst>
              <a:gs pos="53000">
                <a:srgbClr val="23A295"/>
              </a:gs>
              <a:gs pos="0">
                <a:srgbClr val="57F6A2"/>
              </a:gs>
              <a:gs pos="100000">
                <a:srgbClr val="1B2048"/>
              </a:gs>
            </a:gsLst>
            <a:lin ang="5400000" scaled="1"/>
          </a:gradFill>
        </p:grpSpPr>
        <p:cxnSp>
          <p:nvCxnSpPr>
            <p:cNvPr id="29" name="Google Shape;945;p37">
              <a:extLst>
                <a:ext uri="{FF2B5EF4-FFF2-40B4-BE49-F238E27FC236}">
                  <a16:creationId xmlns:a16="http://schemas.microsoft.com/office/drawing/2014/main" id="{573DDEFE-56CF-82CF-69FB-2A121235AFEF}"/>
                </a:ext>
              </a:extLst>
            </p:cNvPr>
            <p:cNvCxnSpPr/>
            <p:nvPr/>
          </p:nvCxnSpPr>
          <p:spPr>
            <a:xfrm>
              <a:off x="8313927" y="2241175"/>
              <a:ext cx="0" cy="2095500"/>
            </a:xfrm>
            <a:prstGeom prst="straightConnector1">
              <a:avLst/>
            </a:prstGeom>
            <a:grpFill/>
            <a:ln w="9525" cap="flat" cmpd="sng">
              <a:solidFill>
                <a:srgbClr val="1AB0A9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0" name="Google Shape;948;p37">
              <a:extLst>
                <a:ext uri="{FF2B5EF4-FFF2-40B4-BE49-F238E27FC236}">
                  <a16:creationId xmlns:a16="http://schemas.microsoft.com/office/drawing/2014/main" id="{9CBF7969-37FD-8C6D-CFC3-E31D3C95A7E1}"/>
                </a:ext>
              </a:extLst>
            </p:cNvPr>
            <p:cNvCxnSpPr/>
            <p:nvPr/>
          </p:nvCxnSpPr>
          <p:spPr>
            <a:xfrm>
              <a:off x="8238071" y="2241175"/>
              <a:ext cx="0" cy="2095500"/>
            </a:xfrm>
            <a:prstGeom prst="straightConnector1">
              <a:avLst/>
            </a:prstGeom>
            <a:grpFill/>
            <a:ln w="9525" cap="flat" cmpd="sng">
              <a:solidFill>
                <a:srgbClr val="1AB0A9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1" name="Google Shape;949;p37">
              <a:extLst>
                <a:ext uri="{FF2B5EF4-FFF2-40B4-BE49-F238E27FC236}">
                  <a16:creationId xmlns:a16="http://schemas.microsoft.com/office/drawing/2014/main" id="{0BD61B70-6F96-FD22-4ED2-14C9C57C4D41}"/>
                </a:ext>
              </a:extLst>
            </p:cNvPr>
            <p:cNvCxnSpPr/>
            <p:nvPr/>
          </p:nvCxnSpPr>
          <p:spPr>
            <a:xfrm>
              <a:off x="8389783" y="2241175"/>
              <a:ext cx="0" cy="2095500"/>
            </a:xfrm>
            <a:prstGeom prst="straightConnector1">
              <a:avLst/>
            </a:prstGeom>
            <a:grpFill/>
            <a:ln w="9525" cap="flat" cmpd="sng">
              <a:solidFill>
                <a:srgbClr val="1AB0A9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2" name="Google Shape;950;p37">
              <a:extLst>
                <a:ext uri="{FF2B5EF4-FFF2-40B4-BE49-F238E27FC236}">
                  <a16:creationId xmlns:a16="http://schemas.microsoft.com/office/drawing/2014/main" id="{C6410E19-44C6-3B9D-0D09-C7DC11390DA7}"/>
                </a:ext>
              </a:extLst>
            </p:cNvPr>
            <p:cNvCxnSpPr/>
            <p:nvPr/>
          </p:nvCxnSpPr>
          <p:spPr>
            <a:xfrm>
              <a:off x="8465638" y="2241175"/>
              <a:ext cx="0" cy="2095500"/>
            </a:xfrm>
            <a:prstGeom prst="straightConnector1">
              <a:avLst/>
            </a:prstGeom>
            <a:grpFill/>
            <a:ln w="9525" cap="flat" cmpd="sng">
              <a:solidFill>
                <a:srgbClr val="1AB0A9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3" name="Google Shape;951;p37">
              <a:extLst>
                <a:ext uri="{FF2B5EF4-FFF2-40B4-BE49-F238E27FC236}">
                  <a16:creationId xmlns:a16="http://schemas.microsoft.com/office/drawing/2014/main" id="{EE575407-21C9-C418-8437-039A10787421}"/>
                </a:ext>
              </a:extLst>
            </p:cNvPr>
            <p:cNvCxnSpPr/>
            <p:nvPr/>
          </p:nvCxnSpPr>
          <p:spPr>
            <a:xfrm>
              <a:off x="8541494" y="2241175"/>
              <a:ext cx="0" cy="2095500"/>
            </a:xfrm>
            <a:prstGeom prst="straightConnector1">
              <a:avLst/>
            </a:prstGeom>
            <a:grpFill/>
            <a:ln w="9525" cap="flat" cmpd="sng">
              <a:solidFill>
                <a:srgbClr val="1AB0A9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4" name="Google Shape;952;p37">
              <a:extLst>
                <a:ext uri="{FF2B5EF4-FFF2-40B4-BE49-F238E27FC236}">
                  <a16:creationId xmlns:a16="http://schemas.microsoft.com/office/drawing/2014/main" id="{87B368A5-2EA9-D067-CE02-92ECF0C8B469}"/>
                </a:ext>
              </a:extLst>
            </p:cNvPr>
            <p:cNvCxnSpPr/>
            <p:nvPr/>
          </p:nvCxnSpPr>
          <p:spPr>
            <a:xfrm>
              <a:off x="8617350" y="2241175"/>
              <a:ext cx="0" cy="2095500"/>
            </a:xfrm>
            <a:prstGeom prst="straightConnector1">
              <a:avLst/>
            </a:prstGeom>
            <a:grpFill/>
            <a:ln w="9525" cap="flat" cmpd="sng">
              <a:solidFill>
                <a:srgbClr val="1AB0A9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27" name="Google Shape;937;p37">
            <a:extLst>
              <a:ext uri="{FF2B5EF4-FFF2-40B4-BE49-F238E27FC236}">
                <a16:creationId xmlns:a16="http://schemas.microsoft.com/office/drawing/2014/main" id="{79F1DC34-6B9D-49AC-33F7-8DEC32A9E231}"/>
              </a:ext>
            </a:extLst>
          </p:cNvPr>
          <p:cNvSpPr/>
          <p:nvPr/>
        </p:nvSpPr>
        <p:spPr>
          <a:xfrm flipH="1" flipV="1">
            <a:off x="8773117" y="52"/>
            <a:ext cx="369846" cy="249032"/>
          </a:xfrm>
          <a:custGeom>
            <a:avLst/>
            <a:gdLst>
              <a:gd name="connsiteX0" fmla="*/ 0 w 1414234"/>
              <a:gd name="connsiteY0" fmla="*/ 0 h 258097"/>
              <a:gd name="connsiteX1" fmla="*/ 1285186 w 1414234"/>
              <a:gd name="connsiteY1" fmla="*/ 0 h 258097"/>
              <a:gd name="connsiteX2" fmla="*/ 1414235 w 1414234"/>
              <a:gd name="connsiteY2" fmla="*/ 129049 h 258097"/>
              <a:gd name="connsiteX3" fmla="*/ 1414234 w 1414234"/>
              <a:gd name="connsiteY3" fmla="*/ 258097 h 258097"/>
              <a:gd name="connsiteX4" fmla="*/ 0 w 1414234"/>
              <a:gd name="connsiteY4" fmla="*/ 258097 h 258097"/>
              <a:gd name="connsiteX5" fmla="*/ 0 w 1414234"/>
              <a:gd name="connsiteY5" fmla="*/ 0 h 258097"/>
              <a:gd name="connsiteX0" fmla="*/ 0 w 1414235"/>
              <a:gd name="connsiteY0" fmla="*/ 0 h 258097"/>
              <a:gd name="connsiteX1" fmla="*/ 1285186 w 1414235"/>
              <a:gd name="connsiteY1" fmla="*/ 0 h 258097"/>
              <a:gd name="connsiteX2" fmla="*/ 1414235 w 1414235"/>
              <a:gd name="connsiteY2" fmla="*/ 129049 h 258097"/>
              <a:gd name="connsiteX3" fmla="*/ 1414234 w 1414235"/>
              <a:gd name="connsiteY3" fmla="*/ 258097 h 258097"/>
              <a:gd name="connsiteX4" fmla="*/ 243348 w 1414235"/>
              <a:gd name="connsiteY4" fmla="*/ 258097 h 258097"/>
              <a:gd name="connsiteX5" fmla="*/ 0 w 1414235"/>
              <a:gd name="connsiteY5" fmla="*/ 0 h 258097"/>
              <a:gd name="connsiteX0" fmla="*/ 0 w 1178260"/>
              <a:gd name="connsiteY0" fmla="*/ 7374 h 258097"/>
              <a:gd name="connsiteX1" fmla="*/ 1049211 w 1178260"/>
              <a:gd name="connsiteY1" fmla="*/ 0 h 258097"/>
              <a:gd name="connsiteX2" fmla="*/ 1178260 w 1178260"/>
              <a:gd name="connsiteY2" fmla="*/ 129049 h 258097"/>
              <a:gd name="connsiteX3" fmla="*/ 1178259 w 1178260"/>
              <a:gd name="connsiteY3" fmla="*/ 258097 h 258097"/>
              <a:gd name="connsiteX4" fmla="*/ 7373 w 1178260"/>
              <a:gd name="connsiteY4" fmla="*/ 258097 h 258097"/>
              <a:gd name="connsiteX5" fmla="*/ 0 w 1178260"/>
              <a:gd name="connsiteY5" fmla="*/ 7374 h 258097"/>
              <a:gd name="connsiteX0" fmla="*/ 0 w 1178260"/>
              <a:gd name="connsiteY0" fmla="*/ 7374 h 265471"/>
              <a:gd name="connsiteX1" fmla="*/ 1049211 w 1178260"/>
              <a:gd name="connsiteY1" fmla="*/ 0 h 265471"/>
              <a:gd name="connsiteX2" fmla="*/ 1178260 w 1178260"/>
              <a:gd name="connsiteY2" fmla="*/ 129049 h 265471"/>
              <a:gd name="connsiteX3" fmla="*/ 1178259 w 1178260"/>
              <a:gd name="connsiteY3" fmla="*/ 258097 h 265471"/>
              <a:gd name="connsiteX4" fmla="*/ 619431 w 1178260"/>
              <a:gd name="connsiteY4" fmla="*/ 265471 h 265471"/>
              <a:gd name="connsiteX5" fmla="*/ 0 w 1178260"/>
              <a:gd name="connsiteY5" fmla="*/ 7374 h 265471"/>
              <a:gd name="connsiteX0" fmla="*/ 0 w 566202"/>
              <a:gd name="connsiteY0" fmla="*/ 0 h 280219"/>
              <a:gd name="connsiteX1" fmla="*/ 437153 w 566202"/>
              <a:gd name="connsiteY1" fmla="*/ 14748 h 280219"/>
              <a:gd name="connsiteX2" fmla="*/ 566202 w 566202"/>
              <a:gd name="connsiteY2" fmla="*/ 143797 h 280219"/>
              <a:gd name="connsiteX3" fmla="*/ 566201 w 566202"/>
              <a:gd name="connsiteY3" fmla="*/ 272845 h 280219"/>
              <a:gd name="connsiteX4" fmla="*/ 7373 w 566202"/>
              <a:gd name="connsiteY4" fmla="*/ 280219 h 280219"/>
              <a:gd name="connsiteX5" fmla="*/ 0 w 566202"/>
              <a:gd name="connsiteY5" fmla="*/ 0 h 280219"/>
              <a:gd name="connsiteX0" fmla="*/ 0 w 566202"/>
              <a:gd name="connsiteY0" fmla="*/ 0 h 280219"/>
              <a:gd name="connsiteX1" fmla="*/ 437153 w 566202"/>
              <a:gd name="connsiteY1" fmla="*/ 14748 h 280219"/>
              <a:gd name="connsiteX2" fmla="*/ 566202 w 566202"/>
              <a:gd name="connsiteY2" fmla="*/ 143797 h 280219"/>
              <a:gd name="connsiteX3" fmla="*/ 566201 w 566202"/>
              <a:gd name="connsiteY3" fmla="*/ 272845 h 280219"/>
              <a:gd name="connsiteX4" fmla="*/ 58992 w 566202"/>
              <a:gd name="connsiteY4" fmla="*/ 280219 h 280219"/>
              <a:gd name="connsiteX5" fmla="*/ 0 w 566202"/>
              <a:gd name="connsiteY5" fmla="*/ 0 h 280219"/>
              <a:gd name="connsiteX0" fmla="*/ 0 w 566202"/>
              <a:gd name="connsiteY0" fmla="*/ 0 h 272845"/>
              <a:gd name="connsiteX1" fmla="*/ 437153 w 566202"/>
              <a:gd name="connsiteY1" fmla="*/ 14748 h 272845"/>
              <a:gd name="connsiteX2" fmla="*/ 566202 w 566202"/>
              <a:gd name="connsiteY2" fmla="*/ 143797 h 272845"/>
              <a:gd name="connsiteX3" fmla="*/ 566201 w 566202"/>
              <a:gd name="connsiteY3" fmla="*/ 272845 h 272845"/>
              <a:gd name="connsiteX4" fmla="*/ 209118 w 566202"/>
              <a:gd name="connsiteY4" fmla="*/ 262022 h 272845"/>
              <a:gd name="connsiteX5" fmla="*/ 0 w 566202"/>
              <a:gd name="connsiteY5" fmla="*/ 0 h 272845"/>
              <a:gd name="connsiteX0" fmla="*/ 0 w 366035"/>
              <a:gd name="connsiteY0" fmla="*/ 0 h 272845"/>
              <a:gd name="connsiteX1" fmla="*/ 236986 w 366035"/>
              <a:gd name="connsiteY1" fmla="*/ 14748 h 272845"/>
              <a:gd name="connsiteX2" fmla="*/ 366035 w 366035"/>
              <a:gd name="connsiteY2" fmla="*/ 143797 h 272845"/>
              <a:gd name="connsiteX3" fmla="*/ 366034 w 366035"/>
              <a:gd name="connsiteY3" fmla="*/ 272845 h 272845"/>
              <a:gd name="connsiteX4" fmla="*/ 8951 w 366035"/>
              <a:gd name="connsiteY4" fmla="*/ 262022 h 272845"/>
              <a:gd name="connsiteX5" fmla="*/ 0 w 366035"/>
              <a:gd name="connsiteY5" fmla="*/ 0 h 272845"/>
              <a:gd name="connsiteX0" fmla="*/ 0 w 366035"/>
              <a:gd name="connsiteY0" fmla="*/ 0 h 272845"/>
              <a:gd name="connsiteX1" fmla="*/ 236986 w 366035"/>
              <a:gd name="connsiteY1" fmla="*/ 14748 h 272845"/>
              <a:gd name="connsiteX2" fmla="*/ 366035 w 366035"/>
              <a:gd name="connsiteY2" fmla="*/ 143797 h 272845"/>
              <a:gd name="connsiteX3" fmla="*/ 366034 w 366035"/>
              <a:gd name="connsiteY3" fmla="*/ 272845 h 272845"/>
              <a:gd name="connsiteX4" fmla="*/ 99438 w 366035"/>
              <a:gd name="connsiteY4" fmla="*/ 247734 h 272845"/>
              <a:gd name="connsiteX5" fmla="*/ 0 w 366035"/>
              <a:gd name="connsiteY5" fmla="*/ 0 h 272845"/>
              <a:gd name="connsiteX0" fmla="*/ 0 w 366035"/>
              <a:gd name="connsiteY0" fmla="*/ 0 h 272845"/>
              <a:gd name="connsiteX1" fmla="*/ 236986 w 366035"/>
              <a:gd name="connsiteY1" fmla="*/ 14748 h 272845"/>
              <a:gd name="connsiteX2" fmla="*/ 366035 w 366035"/>
              <a:gd name="connsiteY2" fmla="*/ 143797 h 272845"/>
              <a:gd name="connsiteX3" fmla="*/ 366034 w 366035"/>
              <a:gd name="connsiteY3" fmla="*/ 272845 h 272845"/>
              <a:gd name="connsiteX4" fmla="*/ 25619 w 366035"/>
              <a:gd name="connsiteY4" fmla="*/ 259641 h 272845"/>
              <a:gd name="connsiteX5" fmla="*/ 0 w 366035"/>
              <a:gd name="connsiteY5" fmla="*/ 0 h 272845"/>
              <a:gd name="connsiteX0" fmla="*/ 5337 w 340416"/>
              <a:gd name="connsiteY0" fmla="*/ 0 h 268083"/>
              <a:gd name="connsiteX1" fmla="*/ 211367 w 340416"/>
              <a:gd name="connsiteY1" fmla="*/ 9986 h 268083"/>
              <a:gd name="connsiteX2" fmla="*/ 340416 w 340416"/>
              <a:gd name="connsiteY2" fmla="*/ 139035 h 268083"/>
              <a:gd name="connsiteX3" fmla="*/ 340415 w 340416"/>
              <a:gd name="connsiteY3" fmla="*/ 268083 h 268083"/>
              <a:gd name="connsiteX4" fmla="*/ 0 w 340416"/>
              <a:gd name="connsiteY4" fmla="*/ 254879 h 268083"/>
              <a:gd name="connsiteX5" fmla="*/ 5337 w 340416"/>
              <a:gd name="connsiteY5" fmla="*/ 0 h 268083"/>
              <a:gd name="connsiteX0" fmla="*/ 5337 w 353901"/>
              <a:gd name="connsiteY0" fmla="*/ 0 h 254879"/>
              <a:gd name="connsiteX1" fmla="*/ 211367 w 353901"/>
              <a:gd name="connsiteY1" fmla="*/ 9986 h 254879"/>
              <a:gd name="connsiteX2" fmla="*/ 340416 w 353901"/>
              <a:gd name="connsiteY2" fmla="*/ 139035 h 254879"/>
              <a:gd name="connsiteX3" fmla="*/ 349940 w 353901"/>
              <a:gd name="connsiteY3" fmla="*/ 253795 h 254879"/>
              <a:gd name="connsiteX4" fmla="*/ 0 w 353901"/>
              <a:gd name="connsiteY4" fmla="*/ 254879 h 254879"/>
              <a:gd name="connsiteX5" fmla="*/ 5337 w 353901"/>
              <a:gd name="connsiteY5" fmla="*/ 0 h 254879"/>
              <a:gd name="connsiteX0" fmla="*/ 7718 w 356282"/>
              <a:gd name="connsiteY0" fmla="*/ 0 h 253795"/>
              <a:gd name="connsiteX1" fmla="*/ 213748 w 356282"/>
              <a:gd name="connsiteY1" fmla="*/ 9986 h 253795"/>
              <a:gd name="connsiteX2" fmla="*/ 342797 w 356282"/>
              <a:gd name="connsiteY2" fmla="*/ 139035 h 253795"/>
              <a:gd name="connsiteX3" fmla="*/ 352321 w 356282"/>
              <a:gd name="connsiteY3" fmla="*/ 253795 h 253795"/>
              <a:gd name="connsiteX4" fmla="*/ 0 w 356282"/>
              <a:gd name="connsiteY4" fmla="*/ 226304 h 253795"/>
              <a:gd name="connsiteX5" fmla="*/ 7718 w 356282"/>
              <a:gd name="connsiteY5" fmla="*/ 0 h 253795"/>
              <a:gd name="connsiteX0" fmla="*/ 574 w 349138"/>
              <a:gd name="connsiteY0" fmla="*/ 0 h 257260"/>
              <a:gd name="connsiteX1" fmla="*/ 206604 w 349138"/>
              <a:gd name="connsiteY1" fmla="*/ 9986 h 257260"/>
              <a:gd name="connsiteX2" fmla="*/ 335653 w 349138"/>
              <a:gd name="connsiteY2" fmla="*/ 139035 h 257260"/>
              <a:gd name="connsiteX3" fmla="*/ 345177 w 349138"/>
              <a:gd name="connsiteY3" fmla="*/ 253795 h 257260"/>
              <a:gd name="connsiteX4" fmla="*/ 0 w 349138"/>
              <a:gd name="connsiteY4" fmla="*/ 257260 h 257260"/>
              <a:gd name="connsiteX5" fmla="*/ 574 w 349138"/>
              <a:gd name="connsiteY5" fmla="*/ 0 h 257260"/>
              <a:gd name="connsiteX0" fmla="*/ 574 w 359486"/>
              <a:gd name="connsiteY0" fmla="*/ 0 h 257260"/>
              <a:gd name="connsiteX1" fmla="*/ 206604 w 359486"/>
              <a:gd name="connsiteY1" fmla="*/ 9986 h 257260"/>
              <a:gd name="connsiteX2" fmla="*/ 335653 w 359486"/>
              <a:gd name="connsiteY2" fmla="*/ 139035 h 257260"/>
              <a:gd name="connsiteX3" fmla="*/ 359464 w 359486"/>
              <a:gd name="connsiteY3" fmla="*/ 253795 h 257260"/>
              <a:gd name="connsiteX4" fmla="*/ 0 w 359486"/>
              <a:gd name="connsiteY4" fmla="*/ 257260 h 257260"/>
              <a:gd name="connsiteX5" fmla="*/ 574 w 359486"/>
              <a:gd name="connsiteY5" fmla="*/ 0 h 257260"/>
              <a:gd name="connsiteX0" fmla="*/ 574 w 359486"/>
              <a:gd name="connsiteY0" fmla="*/ 0 h 257260"/>
              <a:gd name="connsiteX1" fmla="*/ 206604 w 359486"/>
              <a:gd name="connsiteY1" fmla="*/ 9986 h 257260"/>
              <a:gd name="connsiteX2" fmla="*/ 335653 w 359486"/>
              <a:gd name="connsiteY2" fmla="*/ 110460 h 257260"/>
              <a:gd name="connsiteX3" fmla="*/ 359464 w 359486"/>
              <a:gd name="connsiteY3" fmla="*/ 253795 h 257260"/>
              <a:gd name="connsiteX4" fmla="*/ 0 w 359486"/>
              <a:gd name="connsiteY4" fmla="*/ 257260 h 257260"/>
              <a:gd name="connsiteX5" fmla="*/ 574 w 359486"/>
              <a:gd name="connsiteY5" fmla="*/ 0 h 257260"/>
              <a:gd name="connsiteX0" fmla="*/ 574 w 365269"/>
              <a:gd name="connsiteY0" fmla="*/ 0 h 257260"/>
              <a:gd name="connsiteX1" fmla="*/ 206604 w 365269"/>
              <a:gd name="connsiteY1" fmla="*/ 9986 h 257260"/>
              <a:gd name="connsiteX2" fmla="*/ 359464 w 365269"/>
              <a:gd name="connsiteY2" fmla="*/ 253795 h 257260"/>
              <a:gd name="connsiteX3" fmla="*/ 0 w 365269"/>
              <a:gd name="connsiteY3" fmla="*/ 257260 h 257260"/>
              <a:gd name="connsiteX4" fmla="*/ 574 w 365269"/>
              <a:gd name="connsiteY4" fmla="*/ 0 h 257260"/>
              <a:gd name="connsiteX0" fmla="*/ 574 w 369846"/>
              <a:gd name="connsiteY0" fmla="*/ 0 h 257260"/>
              <a:gd name="connsiteX1" fmla="*/ 206604 w 369846"/>
              <a:gd name="connsiteY1" fmla="*/ 9986 h 257260"/>
              <a:gd name="connsiteX2" fmla="*/ 359464 w 369846"/>
              <a:gd name="connsiteY2" fmla="*/ 253795 h 257260"/>
              <a:gd name="connsiteX3" fmla="*/ 0 w 369846"/>
              <a:gd name="connsiteY3" fmla="*/ 257260 h 257260"/>
              <a:gd name="connsiteX4" fmla="*/ 574 w 369846"/>
              <a:gd name="connsiteY4" fmla="*/ 0 h 257260"/>
              <a:gd name="connsiteX0" fmla="*/ 574 w 369846"/>
              <a:gd name="connsiteY0" fmla="*/ 0 h 252497"/>
              <a:gd name="connsiteX1" fmla="*/ 206604 w 369846"/>
              <a:gd name="connsiteY1" fmla="*/ 5223 h 252497"/>
              <a:gd name="connsiteX2" fmla="*/ 359464 w 369846"/>
              <a:gd name="connsiteY2" fmla="*/ 249032 h 252497"/>
              <a:gd name="connsiteX3" fmla="*/ 0 w 369846"/>
              <a:gd name="connsiteY3" fmla="*/ 252497 h 252497"/>
              <a:gd name="connsiteX4" fmla="*/ 574 w 369846"/>
              <a:gd name="connsiteY4" fmla="*/ 0 h 252497"/>
              <a:gd name="connsiteX0" fmla="*/ 574 w 369846"/>
              <a:gd name="connsiteY0" fmla="*/ 0 h 249032"/>
              <a:gd name="connsiteX1" fmla="*/ 206604 w 369846"/>
              <a:gd name="connsiteY1" fmla="*/ 5223 h 249032"/>
              <a:gd name="connsiteX2" fmla="*/ 359464 w 369846"/>
              <a:gd name="connsiteY2" fmla="*/ 249032 h 249032"/>
              <a:gd name="connsiteX3" fmla="*/ 0 w 369846"/>
              <a:gd name="connsiteY3" fmla="*/ 245353 h 249032"/>
              <a:gd name="connsiteX4" fmla="*/ 574 w 369846"/>
              <a:gd name="connsiteY4" fmla="*/ 0 h 2490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69846" h="249032">
                <a:moveTo>
                  <a:pt x="574" y="0"/>
                </a:moveTo>
                <a:lnTo>
                  <a:pt x="206604" y="5223"/>
                </a:lnTo>
                <a:cubicBezTo>
                  <a:pt x="342619" y="42759"/>
                  <a:pt x="393898" y="207820"/>
                  <a:pt x="359464" y="249032"/>
                </a:cubicBezTo>
                <a:lnTo>
                  <a:pt x="0" y="245353"/>
                </a:lnTo>
                <a:cubicBezTo>
                  <a:pt x="191" y="159600"/>
                  <a:pt x="383" y="85753"/>
                  <a:pt x="574" y="0"/>
                </a:cubicBezTo>
                <a:close/>
              </a:path>
            </a:pathLst>
          </a:custGeom>
          <a:gradFill flip="none" rotWithShape="1">
            <a:gsLst>
              <a:gs pos="63000">
                <a:srgbClr val="06D1D7"/>
              </a:gs>
              <a:gs pos="33000">
                <a:srgbClr val="23A295"/>
              </a:gs>
              <a:gs pos="0">
                <a:srgbClr val="57F6A2"/>
              </a:gs>
              <a:gs pos="100000">
                <a:srgbClr val="1B2048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latin typeface="Maven Pro"/>
              <a:ea typeface="Maven Pro"/>
              <a:cs typeface="Maven Pro"/>
              <a:sym typeface="Maven Pro"/>
            </a:endParaRPr>
          </a:p>
        </p:txBody>
      </p:sp>
      <p:sp>
        <p:nvSpPr>
          <p:cNvPr id="36" name="Título 1">
            <a:extLst>
              <a:ext uri="{FF2B5EF4-FFF2-40B4-BE49-F238E27FC236}">
                <a16:creationId xmlns:a16="http://schemas.microsoft.com/office/drawing/2014/main" id="{96047C65-1ED5-4B95-620F-F7B347799933}"/>
              </a:ext>
            </a:extLst>
          </p:cNvPr>
          <p:cNvSpPr txBox="1">
            <a:spLocks/>
          </p:cNvSpPr>
          <p:nvPr/>
        </p:nvSpPr>
        <p:spPr>
          <a:xfrm>
            <a:off x="675324" y="478163"/>
            <a:ext cx="6511129" cy="7651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Montserrat"/>
              <a:buNone/>
              <a:defRPr sz="52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Montserrat"/>
              <a:buNone/>
              <a:defRPr sz="52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Montserrat"/>
              <a:buNone/>
              <a:defRPr sz="52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Montserrat"/>
              <a:buNone/>
              <a:defRPr sz="52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Montserrat"/>
              <a:buNone/>
              <a:defRPr sz="52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Montserrat"/>
              <a:buNone/>
              <a:defRPr sz="52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Montserrat"/>
              <a:buNone/>
              <a:defRPr sz="52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Montserrat"/>
              <a:buNone/>
              <a:defRPr sz="52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Montserrat"/>
              <a:buNone/>
              <a:defRPr sz="52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r>
              <a:rPr lang="pt-BR" sz="1800" dirty="0">
                <a:solidFill>
                  <a:schemeClr val="bg1"/>
                </a:solidFill>
              </a:rPr>
              <a:t>TR - </a:t>
            </a:r>
            <a:r>
              <a:rPr lang="pt-BR" sz="1800" dirty="0" err="1">
                <a:solidFill>
                  <a:schemeClr val="bg1"/>
                </a:solidFill>
              </a:rPr>
              <a:t>LLMs</a:t>
            </a:r>
            <a:r>
              <a:rPr lang="pt-BR" sz="1800" dirty="0">
                <a:solidFill>
                  <a:schemeClr val="bg1"/>
                </a:solidFill>
              </a:rPr>
              <a:t> para classificação textual e anotação em larga escala </a:t>
            </a:r>
          </a:p>
        </p:txBody>
      </p:sp>
      <p:cxnSp>
        <p:nvCxnSpPr>
          <p:cNvPr id="37" name="Conector reto 36">
            <a:extLst>
              <a:ext uri="{FF2B5EF4-FFF2-40B4-BE49-F238E27FC236}">
                <a16:creationId xmlns:a16="http://schemas.microsoft.com/office/drawing/2014/main" id="{2BF745F7-0F7B-A292-2352-31082BB2168F}"/>
              </a:ext>
            </a:extLst>
          </p:cNvPr>
          <p:cNvCxnSpPr>
            <a:cxnSpLocks/>
          </p:cNvCxnSpPr>
          <p:nvPr/>
        </p:nvCxnSpPr>
        <p:spPr>
          <a:xfrm>
            <a:off x="-5" y="1165521"/>
            <a:ext cx="3581405" cy="0"/>
          </a:xfrm>
          <a:prstGeom prst="line">
            <a:avLst/>
          </a:prstGeom>
          <a:ln>
            <a:solidFill>
              <a:srgbClr val="00445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Google Shape;997;p39">
            <a:extLst>
              <a:ext uri="{FF2B5EF4-FFF2-40B4-BE49-F238E27FC236}">
                <a16:creationId xmlns:a16="http://schemas.microsoft.com/office/drawing/2014/main" id="{4BE03702-9606-CFAA-4155-F50A811ABFAC}"/>
              </a:ext>
            </a:extLst>
          </p:cNvPr>
          <p:cNvSpPr txBox="1">
            <a:spLocks/>
          </p:cNvSpPr>
          <p:nvPr/>
        </p:nvSpPr>
        <p:spPr>
          <a:xfrm>
            <a:off x="831829" y="1285328"/>
            <a:ext cx="6603656" cy="3857987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pt-BR" dirty="0" err="1"/>
              <a:t>LLMs</a:t>
            </a:r>
            <a:r>
              <a:rPr lang="pt-BR" dirty="0"/>
              <a:t> têm sido usados em tarefas de classificação textual, anotação, triagem documental e extração de informação. </a:t>
            </a:r>
          </a:p>
          <a:p>
            <a:r>
              <a:rPr lang="pt-BR" dirty="0"/>
              <a:t>Esses modelos são úteis quando os textos apresentam vocabulário variado, categorias abertas e baixa padronização. </a:t>
            </a:r>
          </a:p>
          <a:p>
            <a:r>
              <a:rPr lang="pt-BR" sz="1800" dirty="0"/>
              <a:t>---</a:t>
            </a:r>
            <a:endParaRPr lang="pt-BR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/>
              <a:t>Gilardi, </a:t>
            </a:r>
            <a:r>
              <a:rPr lang="pt-BR" dirty="0" err="1"/>
              <a:t>Alizadeh</a:t>
            </a:r>
            <a:r>
              <a:rPr lang="pt-BR" dirty="0"/>
              <a:t> e </a:t>
            </a:r>
            <a:r>
              <a:rPr lang="pt-BR" dirty="0" err="1"/>
              <a:t>Kubli</a:t>
            </a:r>
            <a:r>
              <a:rPr lang="pt-BR" dirty="0"/>
              <a:t> (2023) mostram que </a:t>
            </a:r>
            <a:r>
              <a:rPr lang="pt-BR" dirty="0" err="1"/>
              <a:t>LLMs</a:t>
            </a:r>
            <a:r>
              <a:rPr lang="pt-BR" dirty="0"/>
              <a:t> podem atuar como anotadores competitivos em tarefas de ciências sociais.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 err="1"/>
              <a:t>Crowl</a:t>
            </a:r>
            <a:r>
              <a:rPr lang="pt-BR" dirty="0"/>
              <a:t> et al. (2025) aplicam </a:t>
            </a:r>
            <a:r>
              <a:rPr lang="pt-BR" dirty="0" err="1"/>
              <a:t>LLMs</a:t>
            </a:r>
            <a:r>
              <a:rPr lang="pt-BR" dirty="0"/>
              <a:t> para mensurar conteúdo jornalístico em larga escala.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 err="1"/>
              <a:t>Zitei</a:t>
            </a:r>
            <a:r>
              <a:rPr lang="pt-BR" dirty="0"/>
              <a:t>, </a:t>
            </a:r>
            <a:r>
              <a:rPr lang="pt-BR" dirty="0" err="1"/>
              <a:t>Sakiyama</a:t>
            </a:r>
            <a:r>
              <a:rPr lang="pt-BR" dirty="0"/>
              <a:t> e </a:t>
            </a:r>
            <a:r>
              <a:rPr lang="pt-BR" dirty="0" err="1"/>
              <a:t>Marcacini</a:t>
            </a:r>
            <a:r>
              <a:rPr lang="pt-BR" dirty="0"/>
              <a:t> (2025) propõem uma abordagem de classificação em contexto aberto, combinando modelos fracos e </a:t>
            </a:r>
            <a:r>
              <a:rPr lang="pt-BR" dirty="0" err="1"/>
              <a:t>LLMs</a:t>
            </a:r>
            <a:r>
              <a:rPr lang="pt-BR" dirty="0"/>
              <a:t>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/>
              <a:t>Limitação dessa linha: o uso integral de </a:t>
            </a:r>
            <a:r>
              <a:rPr lang="pt-BR" dirty="0" err="1"/>
              <a:t>LLMs</a:t>
            </a:r>
            <a:r>
              <a:rPr lang="pt-BR" dirty="0"/>
              <a:t> pode elevar custo, reduzir rastreabilidade e dificultar reprodutibilidade.</a:t>
            </a:r>
            <a:endParaRPr lang="pt-BR" sz="1600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175554117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91">
          <a:extLst>
            <a:ext uri="{FF2B5EF4-FFF2-40B4-BE49-F238E27FC236}">
              <a16:creationId xmlns:a16="http://schemas.microsoft.com/office/drawing/2014/main" id="{C6BDBAA3-4B84-343A-0FE7-72B9E20474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83" name="Gráfico 982">
            <a:extLst>
              <a:ext uri="{FF2B5EF4-FFF2-40B4-BE49-F238E27FC236}">
                <a16:creationId xmlns:a16="http://schemas.microsoft.com/office/drawing/2014/main" id="{1F5DA948-C1B0-CA42-12CB-C3295F29BDF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471287" y="-176981"/>
            <a:ext cx="10434025" cy="5320297"/>
          </a:xfrm>
          <a:prstGeom prst="rect">
            <a:avLst/>
          </a:prstGeom>
        </p:spPr>
      </p:pic>
      <p:sp>
        <p:nvSpPr>
          <p:cNvPr id="2" name="Google Shape;932;p37">
            <a:extLst>
              <a:ext uri="{FF2B5EF4-FFF2-40B4-BE49-F238E27FC236}">
                <a16:creationId xmlns:a16="http://schemas.microsoft.com/office/drawing/2014/main" id="{1537800D-E586-8209-AAA2-838DBF979929}"/>
              </a:ext>
            </a:extLst>
          </p:cNvPr>
          <p:cNvSpPr txBox="1">
            <a:spLocks/>
          </p:cNvSpPr>
          <p:nvPr/>
        </p:nvSpPr>
        <p:spPr>
          <a:xfrm>
            <a:off x="7194305" y="528340"/>
            <a:ext cx="1661894" cy="2259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None/>
              <a:defRPr sz="28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None/>
              <a:defRPr sz="28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None/>
              <a:defRPr sz="28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None/>
              <a:defRPr sz="28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None/>
              <a:defRPr sz="28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None/>
              <a:defRPr sz="28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None/>
              <a:defRPr sz="28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None/>
              <a:defRPr sz="28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None/>
              <a:defRPr sz="28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r>
              <a:rPr lang="pt-BR" sz="600" b="0" dirty="0">
                <a:solidFill>
                  <a:srgbClr val="186E66"/>
                </a:solidFill>
                <a:latin typeface="+mj-lt"/>
                <a:cs typeface="Arial" panose="020B0604020202020204" pitchFamily="34" charset="0"/>
              </a:rPr>
              <a:t>Há mais de 60 anos pensando o Brasil</a:t>
            </a:r>
          </a:p>
        </p:txBody>
      </p:sp>
      <p:sp>
        <p:nvSpPr>
          <p:cNvPr id="3" name="Google Shape;936;p37">
            <a:extLst>
              <a:ext uri="{FF2B5EF4-FFF2-40B4-BE49-F238E27FC236}">
                <a16:creationId xmlns:a16="http://schemas.microsoft.com/office/drawing/2014/main" id="{F5254515-7750-4F9B-4C56-647C629BDA03}"/>
              </a:ext>
            </a:extLst>
          </p:cNvPr>
          <p:cNvSpPr/>
          <p:nvPr/>
        </p:nvSpPr>
        <p:spPr>
          <a:xfrm flipH="1">
            <a:off x="7861193" y="4721150"/>
            <a:ext cx="1282656" cy="422165"/>
          </a:xfrm>
          <a:prstGeom prst="round1Rect">
            <a:avLst>
              <a:gd name="adj" fmla="val 50000"/>
            </a:avLst>
          </a:prstGeom>
          <a:solidFill>
            <a:srgbClr val="1B204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latin typeface="Maven Pro"/>
              <a:ea typeface="Maven Pro"/>
              <a:cs typeface="Maven Pro"/>
              <a:sym typeface="Maven Pro"/>
            </a:endParaRPr>
          </a:p>
        </p:txBody>
      </p:sp>
      <p:sp>
        <p:nvSpPr>
          <p:cNvPr id="4" name="Google Shape;937;p37">
            <a:extLst>
              <a:ext uri="{FF2B5EF4-FFF2-40B4-BE49-F238E27FC236}">
                <a16:creationId xmlns:a16="http://schemas.microsoft.com/office/drawing/2014/main" id="{F7554F5F-DE6F-A38B-DBA2-77C822E98237}"/>
              </a:ext>
            </a:extLst>
          </p:cNvPr>
          <p:cNvSpPr/>
          <p:nvPr/>
        </p:nvSpPr>
        <p:spPr>
          <a:xfrm flipH="1">
            <a:off x="7588727" y="4912884"/>
            <a:ext cx="1555123" cy="230496"/>
          </a:xfrm>
          <a:prstGeom prst="round1Rect">
            <a:avLst>
              <a:gd name="adj" fmla="val 50000"/>
            </a:avLst>
          </a:prstGeom>
          <a:gradFill flip="none" rotWithShape="1">
            <a:gsLst>
              <a:gs pos="63000">
                <a:srgbClr val="06D1D7"/>
              </a:gs>
              <a:gs pos="33000">
                <a:srgbClr val="23A295"/>
              </a:gs>
              <a:gs pos="0">
                <a:srgbClr val="57F6A2"/>
              </a:gs>
              <a:gs pos="100000">
                <a:srgbClr val="1B2048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latin typeface="Maven Pro"/>
              <a:ea typeface="Maven Pro"/>
              <a:cs typeface="Maven Pro"/>
              <a:sym typeface="Maven Pro"/>
            </a:endParaRPr>
          </a:p>
        </p:txBody>
      </p:sp>
      <p:grpSp>
        <p:nvGrpSpPr>
          <p:cNvPr id="5" name="Google Shape;938;p37">
            <a:extLst>
              <a:ext uri="{FF2B5EF4-FFF2-40B4-BE49-F238E27FC236}">
                <a16:creationId xmlns:a16="http://schemas.microsoft.com/office/drawing/2014/main" id="{02B29A28-7004-2A12-D166-D8B8429D0F44}"/>
              </a:ext>
            </a:extLst>
          </p:cNvPr>
          <p:cNvGrpSpPr/>
          <p:nvPr/>
        </p:nvGrpSpPr>
        <p:grpSpPr>
          <a:xfrm>
            <a:off x="8644350" y="4276582"/>
            <a:ext cx="423698" cy="551579"/>
            <a:chOff x="7631225" y="2241175"/>
            <a:chExt cx="986125" cy="2095500"/>
          </a:xfrm>
          <a:gradFill>
            <a:gsLst>
              <a:gs pos="53000">
                <a:srgbClr val="23A295"/>
              </a:gs>
              <a:gs pos="0">
                <a:srgbClr val="57F6A2"/>
              </a:gs>
              <a:gs pos="100000">
                <a:srgbClr val="1B2048"/>
              </a:gs>
            </a:gsLst>
            <a:lin ang="5400000" scaled="1"/>
          </a:gradFill>
        </p:grpSpPr>
        <p:cxnSp>
          <p:nvCxnSpPr>
            <p:cNvPr id="6" name="Google Shape;939;p37">
              <a:extLst>
                <a:ext uri="{FF2B5EF4-FFF2-40B4-BE49-F238E27FC236}">
                  <a16:creationId xmlns:a16="http://schemas.microsoft.com/office/drawing/2014/main" id="{547A6225-651D-543F-EB9C-62F0580D232C}"/>
                </a:ext>
              </a:extLst>
            </p:cNvPr>
            <p:cNvCxnSpPr/>
            <p:nvPr/>
          </p:nvCxnSpPr>
          <p:spPr>
            <a:xfrm>
              <a:off x="7631225" y="2241175"/>
              <a:ext cx="0" cy="2095500"/>
            </a:xfrm>
            <a:prstGeom prst="straightConnector1">
              <a:avLst/>
            </a:prstGeom>
            <a:grpFill/>
            <a:ln w="9525" cap="flat" cmpd="sng">
              <a:solidFill>
                <a:srgbClr val="1AB0A9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7" name="Google Shape;940;p37">
              <a:extLst>
                <a:ext uri="{FF2B5EF4-FFF2-40B4-BE49-F238E27FC236}">
                  <a16:creationId xmlns:a16="http://schemas.microsoft.com/office/drawing/2014/main" id="{8EFD4CA6-AEF4-3F0B-1D59-D55A1B80CA7B}"/>
                </a:ext>
              </a:extLst>
            </p:cNvPr>
            <p:cNvCxnSpPr/>
            <p:nvPr/>
          </p:nvCxnSpPr>
          <p:spPr>
            <a:xfrm>
              <a:off x="7707081" y="2241175"/>
              <a:ext cx="0" cy="2095500"/>
            </a:xfrm>
            <a:prstGeom prst="straightConnector1">
              <a:avLst/>
            </a:prstGeom>
            <a:grpFill/>
            <a:ln w="9525" cap="flat" cmpd="sng">
              <a:solidFill>
                <a:srgbClr val="1AB0A9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8" name="Google Shape;941;p37">
              <a:extLst>
                <a:ext uri="{FF2B5EF4-FFF2-40B4-BE49-F238E27FC236}">
                  <a16:creationId xmlns:a16="http://schemas.microsoft.com/office/drawing/2014/main" id="{930A7474-DE1D-DCA3-229E-2FF00C292F63}"/>
                </a:ext>
              </a:extLst>
            </p:cNvPr>
            <p:cNvCxnSpPr/>
            <p:nvPr/>
          </p:nvCxnSpPr>
          <p:spPr>
            <a:xfrm>
              <a:off x="7782937" y="2241175"/>
              <a:ext cx="0" cy="2095500"/>
            </a:xfrm>
            <a:prstGeom prst="straightConnector1">
              <a:avLst/>
            </a:prstGeom>
            <a:grpFill/>
            <a:ln w="9525" cap="flat" cmpd="sng">
              <a:solidFill>
                <a:srgbClr val="1AB0A9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9" name="Google Shape;942;p37">
              <a:extLst>
                <a:ext uri="{FF2B5EF4-FFF2-40B4-BE49-F238E27FC236}">
                  <a16:creationId xmlns:a16="http://schemas.microsoft.com/office/drawing/2014/main" id="{C192FA53-BDD6-2A20-4693-D7119821BF1C}"/>
                </a:ext>
              </a:extLst>
            </p:cNvPr>
            <p:cNvCxnSpPr/>
            <p:nvPr/>
          </p:nvCxnSpPr>
          <p:spPr>
            <a:xfrm>
              <a:off x="7858792" y="2241175"/>
              <a:ext cx="0" cy="2095500"/>
            </a:xfrm>
            <a:prstGeom prst="straightConnector1">
              <a:avLst/>
            </a:prstGeom>
            <a:grpFill/>
            <a:ln w="9525" cap="flat" cmpd="sng">
              <a:solidFill>
                <a:srgbClr val="1AB0A9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0" name="Google Shape;943;p37">
              <a:extLst>
                <a:ext uri="{FF2B5EF4-FFF2-40B4-BE49-F238E27FC236}">
                  <a16:creationId xmlns:a16="http://schemas.microsoft.com/office/drawing/2014/main" id="{2B81CF7B-14C2-54D1-B18F-6F5C50FE1004}"/>
                </a:ext>
              </a:extLst>
            </p:cNvPr>
            <p:cNvCxnSpPr/>
            <p:nvPr/>
          </p:nvCxnSpPr>
          <p:spPr>
            <a:xfrm>
              <a:off x="8010504" y="2241175"/>
              <a:ext cx="0" cy="2095500"/>
            </a:xfrm>
            <a:prstGeom prst="straightConnector1">
              <a:avLst/>
            </a:prstGeom>
            <a:grpFill/>
            <a:ln w="9525" cap="flat" cmpd="sng">
              <a:solidFill>
                <a:srgbClr val="1AB0A9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1" name="Google Shape;944;p37">
              <a:extLst>
                <a:ext uri="{FF2B5EF4-FFF2-40B4-BE49-F238E27FC236}">
                  <a16:creationId xmlns:a16="http://schemas.microsoft.com/office/drawing/2014/main" id="{1129C175-1E72-64AD-D57D-D14BFCA152C1}"/>
                </a:ext>
              </a:extLst>
            </p:cNvPr>
            <p:cNvCxnSpPr/>
            <p:nvPr/>
          </p:nvCxnSpPr>
          <p:spPr>
            <a:xfrm>
              <a:off x="8162215" y="2241175"/>
              <a:ext cx="0" cy="2095500"/>
            </a:xfrm>
            <a:prstGeom prst="straightConnector1">
              <a:avLst/>
            </a:prstGeom>
            <a:grpFill/>
            <a:ln w="9525" cap="flat" cmpd="sng">
              <a:solidFill>
                <a:srgbClr val="1AB0A9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2" name="Google Shape;945;p37">
              <a:extLst>
                <a:ext uri="{FF2B5EF4-FFF2-40B4-BE49-F238E27FC236}">
                  <a16:creationId xmlns:a16="http://schemas.microsoft.com/office/drawing/2014/main" id="{3FC1DA44-51E2-6273-A432-FFC5C9A6E95A}"/>
                </a:ext>
              </a:extLst>
            </p:cNvPr>
            <p:cNvCxnSpPr/>
            <p:nvPr/>
          </p:nvCxnSpPr>
          <p:spPr>
            <a:xfrm>
              <a:off x="8313927" y="2241175"/>
              <a:ext cx="0" cy="2095500"/>
            </a:xfrm>
            <a:prstGeom prst="straightConnector1">
              <a:avLst/>
            </a:prstGeom>
            <a:grpFill/>
            <a:ln w="9525" cap="flat" cmpd="sng">
              <a:solidFill>
                <a:srgbClr val="1AB0A9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3" name="Google Shape;946;p37">
              <a:extLst>
                <a:ext uri="{FF2B5EF4-FFF2-40B4-BE49-F238E27FC236}">
                  <a16:creationId xmlns:a16="http://schemas.microsoft.com/office/drawing/2014/main" id="{EA2397B7-FDF6-1693-1B9B-42133EEFDD41}"/>
                </a:ext>
              </a:extLst>
            </p:cNvPr>
            <p:cNvCxnSpPr/>
            <p:nvPr/>
          </p:nvCxnSpPr>
          <p:spPr>
            <a:xfrm>
              <a:off x="7934648" y="2241175"/>
              <a:ext cx="0" cy="2095500"/>
            </a:xfrm>
            <a:prstGeom prst="straightConnector1">
              <a:avLst/>
            </a:prstGeom>
            <a:grpFill/>
            <a:ln w="9525" cap="flat" cmpd="sng">
              <a:solidFill>
                <a:srgbClr val="1AB0A9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4" name="Google Shape;947;p37">
              <a:extLst>
                <a:ext uri="{FF2B5EF4-FFF2-40B4-BE49-F238E27FC236}">
                  <a16:creationId xmlns:a16="http://schemas.microsoft.com/office/drawing/2014/main" id="{3A01521B-122F-A7A8-7F1C-43D86541F999}"/>
                </a:ext>
              </a:extLst>
            </p:cNvPr>
            <p:cNvCxnSpPr/>
            <p:nvPr/>
          </p:nvCxnSpPr>
          <p:spPr>
            <a:xfrm>
              <a:off x="8086360" y="2241175"/>
              <a:ext cx="0" cy="2095500"/>
            </a:xfrm>
            <a:prstGeom prst="straightConnector1">
              <a:avLst/>
            </a:prstGeom>
            <a:grpFill/>
            <a:ln w="9525" cap="flat" cmpd="sng">
              <a:solidFill>
                <a:srgbClr val="1AB0A9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5" name="Google Shape;948;p37">
              <a:extLst>
                <a:ext uri="{FF2B5EF4-FFF2-40B4-BE49-F238E27FC236}">
                  <a16:creationId xmlns:a16="http://schemas.microsoft.com/office/drawing/2014/main" id="{A5787898-EA03-F301-CB19-456EDA7B33D7}"/>
                </a:ext>
              </a:extLst>
            </p:cNvPr>
            <p:cNvCxnSpPr/>
            <p:nvPr/>
          </p:nvCxnSpPr>
          <p:spPr>
            <a:xfrm>
              <a:off x="8238071" y="2241175"/>
              <a:ext cx="0" cy="2095500"/>
            </a:xfrm>
            <a:prstGeom prst="straightConnector1">
              <a:avLst/>
            </a:prstGeom>
            <a:grpFill/>
            <a:ln w="9525" cap="flat" cmpd="sng">
              <a:solidFill>
                <a:srgbClr val="1AB0A9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6" name="Google Shape;949;p37">
              <a:extLst>
                <a:ext uri="{FF2B5EF4-FFF2-40B4-BE49-F238E27FC236}">
                  <a16:creationId xmlns:a16="http://schemas.microsoft.com/office/drawing/2014/main" id="{0F09B654-3B41-2395-F754-A4B0BDD5D93B}"/>
                </a:ext>
              </a:extLst>
            </p:cNvPr>
            <p:cNvCxnSpPr/>
            <p:nvPr/>
          </p:nvCxnSpPr>
          <p:spPr>
            <a:xfrm>
              <a:off x="8389783" y="2241175"/>
              <a:ext cx="0" cy="2095500"/>
            </a:xfrm>
            <a:prstGeom prst="straightConnector1">
              <a:avLst/>
            </a:prstGeom>
            <a:grpFill/>
            <a:ln w="9525" cap="flat" cmpd="sng">
              <a:solidFill>
                <a:srgbClr val="1AB0A9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7" name="Google Shape;950;p37">
              <a:extLst>
                <a:ext uri="{FF2B5EF4-FFF2-40B4-BE49-F238E27FC236}">
                  <a16:creationId xmlns:a16="http://schemas.microsoft.com/office/drawing/2014/main" id="{D15B18F3-32F8-8E3F-755C-049EAB7B09C0}"/>
                </a:ext>
              </a:extLst>
            </p:cNvPr>
            <p:cNvCxnSpPr/>
            <p:nvPr/>
          </p:nvCxnSpPr>
          <p:spPr>
            <a:xfrm>
              <a:off x="8465638" y="2241175"/>
              <a:ext cx="0" cy="2095500"/>
            </a:xfrm>
            <a:prstGeom prst="straightConnector1">
              <a:avLst/>
            </a:prstGeom>
            <a:grpFill/>
            <a:ln w="9525" cap="flat" cmpd="sng">
              <a:solidFill>
                <a:srgbClr val="1AB0A9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8" name="Google Shape;951;p37">
              <a:extLst>
                <a:ext uri="{FF2B5EF4-FFF2-40B4-BE49-F238E27FC236}">
                  <a16:creationId xmlns:a16="http://schemas.microsoft.com/office/drawing/2014/main" id="{EC3C6094-2059-CFB8-EDF5-0196FA912D78}"/>
                </a:ext>
              </a:extLst>
            </p:cNvPr>
            <p:cNvCxnSpPr/>
            <p:nvPr/>
          </p:nvCxnSpPr>
          <p:spPr>
            <a:xfrm>
              <a:off x="8541494" y="2241175"/>
              <a:ext cx="0" cy="2095500"/>
            </a:xfrm>
            <a:prstGeom prst="straightConnector1">
              <a:avLst/>
            </a:prstGeom>
            <a:grpFill/>
            <a:ln w="9525" cap="flat" cmpd="sng">
              <a:solidFill>
                <a:srgbClr val="1AB0A9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9" name="Google Shape;952;p37">
              <a:extLst>
                <a:ext uri="{FF2B5EF4-FFF2-40B4-BE49-F238E27FC236}">
                  <a16:creationId xmlns:a16="http://schemas.microsoft.com/office/drawing/2014/main" id="{CD754A07-A89F-0B63-A304-F78F8D398926}"/>
                </a:ext>
              </a:extLst>
            </p:cNvPr>
            <p:cNvCxnSpPr/>
            <p:nvPr/>
          </p:nvCxnSpPr>
          <p:spPr>
            <a:xfrm>
              <a:off x="8617350" y="2241175"/>
              <a:ext cx="0" cy="2095500"/>
            </a:xfrm>
            <a:prstGeom prst="straightConnector1">
              <a:avLst/>
            </a:prstGeom>
            <a:grpFill/>
            <a:ln w="9525" cap="flat" cmpd="sng">
              <a:solidFill>
                <a:srgbClr val="1AB0A9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20" name="Google Shape;954;p37">
            <a:extLst>
              <a:ext uri="{FF2B5EF4-FFF2-40B4-BE49-F238E27FC236}">
                <a16:creationId xmlns:a16="http://schemas.microsoft.com/office/drawing/2014/main" id="{2FE08DB1-ED73-5703-8056-12E6E4B87719}"/>
              </a:ext>
            </a:extLst>
          </p:cNvPr>
          <p:cNvSpPr/>
          <p:nvPr/>
        </p:nvSpPr>
        <p:spPr>
          <a:xfrm>
            <a:off x="0" y="4680042"/>
            <a:ext cx="922564" cy="463274"/>
          </a:xfrm>
          <a:prstGeom prst="rect">
            <a:avLst/>
          </a:prstGeom>
          <a:gradFill>
            <a:gsLst>
              <a:gs pos="33000">
                <a:srgbClr val="23A295"/>
              </a:gs>
              <a:gs pos="0">
                <a:srgbClr val="57F6A2"/>
              </a:gs>
              <a:gs pos="100000">
                <a:srgbClr val="1B2048"/>
              </a:gs>
            </a:gsLst>
            <a:path path="circle">
              <a:fillToRect l="100000" t="100000"/>
            </a:path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dirty="0">
              <a:latin typeface="Maven Pro"/>
              <a:ea typeface="Maven Pro"/>
              <a:cs typeface="Maven Pro"/>
              <a:sym typeface="Maven Pro"/>
            </a:endParaRPr>
          </a:p>
        </p:txBody>
      </p:sp>
      <p:sp>
        <p:nvSpPr>
          <p:cNvPr id="21" name="Google Shape;955;p37">
            <a:extLst>
              <a:ext uri="{FF2B5EF4-FFF2-40B4-BE49-F238E27FC236}">
                <a16:creationId xmlns:a16="http://schemas.microsoft.com/office/drawing/2014/main" id="{ACB6318F-6AD8-A7C4-4155-6830E8707828}"/>
              </a:ext>
            </a:extLst>
          </p:cNvPr>
          <p:cNvSpPr/>
          <p:nvPr/>
        </p:nvSpPr>
        <p:spPr>
          <a:xfrm>
            <a:off x="0" y="4912883"/>
            <a:ext cx="1663658" cy="230641"/>
          </a:xfrm>
          <a:prstGeom prst="round1Rect">
            <a:avLst>
              <a:gd name="adj" fmla="val 50000"/>
            </a:avLst>
          </a:prstGeom>
          <a:solidFill>
            <a:srgbClr val="1B204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latin typeface="Maven Pro"/>
              <a:ea typeface="Maven Pro"/>
              <a:cs typeface="Maven Pro"/>
              <a:sym typeface="Maven Pro"/>
            </a:endParaRPr>
          </a:p>
        </p:txBody>
      </p:sp>
      <p:grpSp>
        <p:nvGrpSpPr>
          <p:cNvPr id="22" name="Agrupar 21">
            <a:extLst>
              <a:ext uri="{FF2B5EF4-FFF2-40B4-BE49-F238E27FC236}">
                <a16:creationId xmlns:a16="http://schemas.microsoft.com/office/drawing/2014/main" id="{05EBE801-991C-65C4-D439-41B116CBCE85}"/>
              </a:ext>
            </a:extLst>
          </p:cNvPr>
          <p:cNvGrpSpPr/>
          <p:nvPr/>
        </p:nvGrpSpPr>
        <p:grpSpPr>
          <a:xfrm>
            <a:off x="7070035" y="156184"/>
            <a:ext cx="1722295" cy="405506"/>
            <a:chOff x="4782913" y="272045"/>
            <a:chExt cx="3752189" cy="883435"/>
          </a:xfrm>
        </p:grpSpPr>
        <p:pic>
          <p:nvPicPr>
            <p:cNvPr id="23" name="Imagem 22" descr="Interface gráfica do usuário, Texto&#10;&#10;O conteúdo gerado por IA pode estar incorreto.">
              <a:extLst>
                <a:ext uri="{FF2B5EF4-FFF2-40B4-BE49-F238E27FC236}">
                  <a16:creationId xmlns:a16="http://schemas.microsoft.com/office/drawing/2014/main" id="{BCE49A17-3EF6-B748-DB20-C8DBD9AF5E89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4782913" y="272045"/>
              <a:ext cx="3752189" cy="883435"/>
            </a:xfrm>
            <a:prstGeom prst="rect">
              <a:avLst/>
            </a:prstGeom>
          </p:spPr>
        </p:pic>
        <p:cxnSp>
          <p:nvCxnSpPr>
            <p:cNvPr id="24" name="Conector reto 23">
              <a:extLst>
                <a:ext uri="{FF2B5EF4-FFF2-40B4-BE49-F238E27FC236}">
                  <a16:creationId xmlns:a16="http://schemas.microsoft.com/office/drawing/2014/main" id="{BA2D40D4-DF02-D79D-D4C0-5BD9565FDD80}"/>
                </a:ext>
              </a:extLst>
            </p:cNvPr>
            <p:cNvCxnSpPr>
              <a:cxnSpLocks/>
            </p:cNvCxnSpPr>
            <p:nvPr/>
          </p:nvCxnSpPr>
          <p:spPr>
            <a:xfrm>
              <a:off x="5253460" y="1066595"/>
              <a:ext cx="3264536" cy="16228"/>
            </a:xfrm>
            <a:prstGeom prst="line">
              <a:avLst/>
            </a:prstGeom>
            <a:ln>
              <a:solidFill>
                <a:srgbClr val="00445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5" name="Google Shape;936;p37">
            <a:extLst>
              <a:ext uri="{FF2B5EF4-FFF2-40B4-BE49-F238E27FC236}">
                <a16:creationId xmlns:a16="http://schemas.microsoft.com/office/drawing/2014/main" id="{0CBC9246-D59A-A47B-540C-5927915E42D2}"/>
              </a:ext>
            </a:extLst>
          </p:cNvPr>
          <p:cNvSpPr/>
          <p:nvPr/>
        </p:nvSpPr>
        <p:spPr>
          <a:xfrm rot="16200000" flipH="1" flipV="1">
            <a:off x="-26331" y="5857"/>
            <a:ext cx="636272" cy="583606"/>
          </a:xfrm>
          <a:custGeom>
            <a:avLst/>
            <a:gdLst>
              <a:gd name="connsiteX0" fmla="*/ 0 w 1440059"/>
              <a:gd name="connsiteY0" fmla="*/ 0 h 583600"/>
              <a:gd name="connsiteX1" fmla="*/ 1148259 w 1440059"/>
              <a:gd name="connsiteY1" fmla="*/ 0 h 583600"/>
              <a:gd name="connsiteX2" fmla="*/ 1440059 w 1440059"/>
              <a:gd name="connsiteY2" fmla="*/ 291800 h 583600"/>
              <a:gd name="connsiteX3" fmla="*/ 1440059 w 1440059"/>
              <a:gd name="connsiteY3" fmla="*/ 583600 h 583600"/>
              <a:gd name="connsiteX4" fmla="*/ 0 w 1440059"/>
              <a:gd name="connsiteY4" fmla="*/ 583600 h 583600"/>
              <a:gd name="connsiteX5" fmla="*/ 0 w 1440059"/>
              <a:gd name="connsiteY5" fmla="*/ 0 h 583600"/>
              <a:gd name="connsiteX0" fmla="*/ 612059 w 1440059"/>
              <a:gd name="connsiteY0" fmla="*/ 0 h 583603"/>
              <a:gd name="connsiteX1" fmla="*/ 1148259 w 1440059"/>
              <a:gd name="connsiteY1" fmla="*/ 3 h 583603"/>
              <a:gd name="connsiteX2" fmla="*/ 1440059 w 1440059"/>
              <a:gd name="connsiteY2" fmla="*/ 291803 h 583603"/>
              <a:gd name="connsiteX3" fmla="*/ 1440059 w 1440059"/>
              <a:gd name="connsiteY3" fmla="*/ 583603 h 583603"/>
              <a:gd name="connsiteX4" fmla="*/ 0 w 1440059"/>
              <a:gd name="connsiteY4" fmla="*/ 583603 h 583603"/>
              <a:gd name="connsiteX5" fmla="*/ 612059 w 1440059"/>
              <a:gd name="connsiteY5" fmla="*/ 0 h 583603"/>
              <a:gd name="connsiteX0" fmla="*/ 0 w 828000"/>
              <a:gd name="connsiteY0" fmla="*/ 0 h 583603"/>
              <a:gd name="connsiteX1" fmla="*/ 536200 w 828000"/>
              <a:gd name="connsiteY1" fmla="*/ 3 h 583603"/>
              <a:gd name="connsiteX2" fmla="*/ 828000 w 828000"/>
              <a:gd name="connsiteY2" fmla="*/ 291803 h 583603"/>
              <a:gd name="connsiteX3" fmla="*/ 828000 w 828000"/>
              <a:gd name="connsiteY3" fmla="*/ 583603 h 583603"/>
              <a:gd name="connsiteX4" fmla="*/ 191728 w 828000"/>
              <a:gd name="connsiteY4" fmla="*/ 576229 h 583603"/>
              <a:gd name="connsiteX5" fmla="*/ 0 w 828000"/>
              <a:gd name="connsiteY5" fmla="*/ 0 h 583603"/>
              <a:gd name="connsiteX0" fmla="*/ 14749 w 636272"/>
              <a:gd name="connsiteY0" fmla="*/ 0 h 583606"/>
              <a:gd name="connsiteX1" fmla="*/ 344472 w 636272"/>
              <a:gd name="connsiteY1" fmla="*/ 6 h 583606"/>
              <a:gd name="connsiteX2" fmla="*/ 636272 w 636272"/>
              <a:gd name="connsiteY2" fmla="*/ 291806 h 583606"/>
              <a:gd name="connsiteX3" fmla="*/ 636272 w 636272"/>
              <a:gd name="connsiteY3" fmla="*/ 583606 h 583606"/>
              <a:gd name="connsiteX4" fmla="*/ 0 w 636272"/>
              <a:gd name="connsiteY4" fmla="*/ 576232 h 583606"/>
              <a:gd name="connsiteX5" fmla="*/ 14749 w 636272"/>
              <a:gd name="connsiteY5" fmla="*/ 0 h 5836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36272" h="583606">
                <a:moveTo>
                  <a:pt x="14749" y="0"/>
                </a:moveTo>
                <a:lnTo>
                  <a:pt x="344472" y="6"/>
                </a:lnTo>
                <a:cubicBezTo>
                  <a:pt x="505629" y="6"/>
                  <a:pt x="636272" y="130649"/>
                  <a:pt x="636272" y="291806"/>
                </a:cubicBezTo>
                <a:lnTo>
                  <a:pt x="636272" y="583606"/>
                </a:lnTo>
                <a:lnTo>
                  <a:pt x="0" y="576232"/>
                </a:lnTo>
                <a:lnTo>
                  <a:pt x="14749" y="0"/>
                </a:lnTo>
                <a:close/>
              </a:path>
            </a:pathLst>
          </a:custGeom>
          <a:solidFill>
            <a:srgbClr val="1B204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latin typeface="Maven Pro"/>
              <a:ea typeface="Maven Pro"/>
              <a:cs typeface="Maven Pro"/>
              <a:sym typeface="Maven Pro"/>
            </a:endParaRPr>
          </a:p>
        </p:txBody>
      </p:sp>
      <p:sp>
        <p:nvSpPr>
          <p:cNvPr id="26" name="Google Shape;937;p37">
            <a:extLst>
              <a:ext uri="{FF2B5EF4-FFF2-40B4-BE49-F238E27FC236}">
                <a16:creationId xmlns:a16="http://schemas.microsoft.com/office/drawing/2014/main" id="{F28A5570-3FC3-A1A0-C1F8-28286CF47457}"/>
              </a:ext>
            </a:extLst>
          </p:cNvPr>
          <p:cNvSpPr/>
          <p:nvPr/>
        </p:nvSpPr>
        <p:spPr>
          <a:xfrm rot="16200000" flipH="1" flipV="1">
            <a:off x="-223281" y="212082"/>
            <a:ext cx="765195" cy="318641"/>
          </a:xfrm>
          <a:custGeom>
            <a:avLst/>
            <a:gdLst>
              <a:gd name="connsiteX0" fmla="*/ 0 w 1745961"/>
              <a:gd name="connsiteY0" fmla="*/ 0 h 318637"/>
              <a:gd name="connsiteX1" fmla="*/ 1586643 w 1745961"/>
              <a:gd name="connsiteY1" fmla="*/ 0 h 318637"/>
              <a:gd name="connsiteX2" fmla="*/ 1745962 w 1745961"/>
              <a:gd name="connsiteY2" fmla="*/ 159319 h 318637"/>
              <a:gd name="connsiteX3" fmla="*/ 1745961 w 1745961"/>
              <a:gd name="connsiteY3" fmla="*/ 318637 h 318637"/>
              <a:gd name="connsiteX4" fmla="*/ 0 w 1745961"/>
              <a:gd name="connsiteY4" fmla="*/ 318637 h 318637"/>
              <a:gd name="connsiteX5" fmla="*/ 0 w 1745961"/>
              <a:gd name="connsiteY5" fmla="*/ 0 h 318637"/>
              <a:gd name="connsiteX0" fmla="*/ 980768 w 1745962"/>
              <a:gd name="connsiteY0" fmla="*/ 0 h 318637"/>
              <a:gd name="connsiteX1" fmla="*/ 1586643 w 1745962"/>
              <a:gd name="connsiteY1" fmla="*/ 0 h 318637"/>
              <a:gd name="connsiteX2" fmla="*/ 1745962 w 1745962"/>
              <a:gd name="connsiteY2" fmla="*/ 159319 h 318637"/>
              <a:gd name="connsiteX3" fmla="*/ 1745961 w 1745962"/>
              <a:gd name="connsiteY3" fmla="*/ 318637 h 318637"/>
              <a:gd name="connsiteX4" fmla="*/ 0 w 1745962"/>
              <a:gd name="connsiteY4" fmla="*/ 318637 h 318637"/>
              <a:gd name="connsiteX5" fmla="*/ 980768 w 1745962"/>
              <a:gd name="connsiteY5" fmla="*/ 0 h 318637"/>
              <a:gd name="connsiteX0" fmla="*/ 1 w 765195"/>
              <a:gd name="connsiteY0" fmla="*/ 0 h 318641"/>
              <a:gd name="connsiteX1" fmla="*/ 605876 w 765195"/>
              <a:gd name="connsiteY1" fmla="*/ 0 h 318641"/>
              <a:gd name="connsiteX2" fmla="*/ 765195 w 765195"/>
              <a:gd name="connsiteY2" fmla="*/ 159319 h 318641"/>
              <a:gd name="connsiteX3" fmla="*/ 765194 w 765195"/>
              <a:gd name="connsiteY3" fmla="*/ 318637 h 318641"/>
              <a:gd name="connsiteX4" fmla="*/ 0 w 765195"/>
              <a:gd name="connsiteY4" fmla="*/ 318641 h 318641"/>
              <a:gd name="connsiteX5" fmla="*/ 1 w 765195"/>
              <a:gd name="connsiteY5" fmla="*/ 0 h 3186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765195" h="318641">
                <a:moveTo>
                  <a:pt x="1" y="0"/>
                </a:moveTo>
                <a:lnTo>
                  <a:pt x="605876" y="0"/>
                </a:lnTo>
                <a:cubicBezTo>
                  <a:pt x="693865" y="0"/>
                  <a:pt x="765195" y="71330"/>
                  <a:pt x="765195" y="159319"/>
                </a:cubicBezTo>
                <a:cubicBezTo>
                  <a:pt x="765195" y="212425"/>
                  <a:pt x="765194" y="265531"/>
                  <a:pt x="765194" y="318637"/>
                </a:cubicBezTo>
                <a:lnTo>
                  <a:pt x="0" y="318641"/>
                </a:lnTo>
                <a:cubicBezTo>
                  <a:pt x="0" y="212427"/>
                  <a:pt x="1" y="106214"/>
                  <a:pt x="1" y="0"/>
                </a:cubicBezTo>
                <a:close/>
              </a:path>
            </a:pathLst>
          </a:custGeom>
          <a:gradFill flip="none" rotWithShape="1">
            <a:gsLst>
              <a:gs pos="63000">
                <a:srgbClr val="06D1D7"/>
              </a:gs>
              <a:gs pos="33000">
                <a:srgbClr val="23A295"/>
              </a:gs>
              <a:gs pos="0">
                <a:srgbClr val="57F6A2"/>
              </a:gs>
              <a:gs pos="100000">
                <a:srgbClr val="1B2048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latin typeface="Maven Pro"/>
              <a:ea typeface="Maven Pro"/>
              <a:cs typeface="Maven Pro"/>
              <a:sym typeface="Maven Pro"/>
            </a:endParaRPr>
          </a:p>
        </p:txBody>
      </p:sp>
      <p:grpSp>
        <p:nvGrpSpPr>
          <p:cNvPr id="28" name="Google Shape;938;p37">
            <a:extLst>
              <a:ext uri="{FF2B5EF4-FFF2-40B4-BE49-F238E27FC236}">
                <a16:creationId xmlns:a16="http://schemas.microsoft.com/office/drawing/2014/main" id="{B098F8B1-8A65-F71E-95E1-6A4080F0FF32}"/>
              </a:ext>
            </a:extLst>
          </p:cNvPr>
          <p:cNvGrpSpPr/>
          <p:nvPr/>
        </p:nvGrpSpPr>
        <p:grpSpPr>
          <a:xfrm rot="16200000">
            <a:off x="720348" y="-178200"/>
            <a:ext cx="368002" cy="860760"/>
            <a:chOff x="8238071" y="2241175"/>
            <a:chExt cx="379279" cy="2095500"/>
          </a:xfrm>
          <a:gradFill>
            <a:gsLst>
              <a:gs pos="53000">
                <a:srgbClr val="23A295"/>
              </a:gs>
              <a:gs pos="0">
                <a:srgbClr val="57F6A2"/>
              </a:gs>
              <a:gs pos="100000">
                <a:srgbClr val="1B2048"/>
              </a:gs>
            </a:gsLst>
            <a:lin ang="5400000" scaled="1"/>
          </a:gradFill>
        </p:grpSpPr>
        <p:cxnSp>
          <p:nvCxnSpPr>
            <p:cNvPr id="29" name="Google Shape;945;p37">
              <a:extLst>
                <a:ext uri="{FF2B5EF4-FFF2-40B4-BE49-F238E27FC236}">
                  <a16:creationId xmlns:a16="http://schemas.microsoft.com/office/drawing/2014/main" id="{02BBD648-D073-CD45-7E5D-9C7271062BB1}"/>
                </a:ext>
              </a:extLst>
            </p:cNvPr>
            <p:cNvCxnSpPr/>
            <p:nvPr/>
          </p:nvCxnSpPr>
          <p:spPr>
            <a:xfrm>
              <a:off x="8313927" y="2241175"/>
              <a:ext cx="0" cy="2095500"/>
            </a:xfrm>
            <a:prstGeom prst="straightConnector1">
              <a:avLst/>
            </a:prstGeom>
            <a:grpFill/>
            <a:ln w="9525" cap="flat" cmpd="sng">
              <a:solidFill>
                <a:srgbClr val="1AB0A9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0" name="Google Shape;948;p37">
              <a:extLst>
                <a:ext uri="{FF2B5EF4-FFF2-40B4-BE49-F238E27FC236}">
                  <a16:creationId xmlns:a16="http://schemas.microsoft.com/office/drawing/2014/main" id="{583118D2-93FD-9AEE-11DA-328E8E7D4F5C}"/>
                </a:ext>
              </a:extLst>
            </p:cNvPr>
            <p:cNvCxnSpPr/>
            <p:nvPr/>
          </p:nvCxnSpPr>
          <p:spPr>
            <a:xfrm>
              <a:off x="8238071" y="2241175"/>
              <a:ext cx="0" cy="2095500"/>
            </a:xfrm>
            <a:prstGeom prst="straightConnector1">
              <a:avLst/>
            </a:prstGeom>
            <a:grpFill/>
            <a:ln w="9525" cap="flat" cmpd="sng">
              <a:solidFill>
                <a:srgbClr val="1AB0A9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1" name="Google Shape;949;p37">
              <a:extLst>
                <a:ext uri="{FF2B5EF4-FFF2-40B4-BE49-F238E27FC236}">
                  <a16:creationId xmlns:a16="http://schemas.microsoft.com/office/drawing/2014/main" id="{870DDC72-6D8A-9CF0-347A-4B50F3F400AC}"/>
                </a:ext>
              </a:extLst>
            </p:cNvPr>
            <p:cNvCxnSpPr/>
            <p:nvPr/>
          </p:nvCxnSpPr>
          <p:spPr>
            <a:xfrm>
              <a:off x="8389783" y="2241175"/>
              <a:ext cx="0" cy="2095500"/>
            </a:xfrm>
            <a:prstGeom prst="straightConnector1">
              <a:avLst/>
            </a:prstGeom>
            <a:grpFill/>
            <a:ln w="9525" cap="flat" cmpd="sng">
              <a:solidFill>
                <a:srgbClr val="1AB0A9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2" name="Google Shape;950;p37">
              <a:extLst>
                <a:ext uri="{FF2B5EF4-FFF2-40B4-BE49-F238E27FC236}">
                  <a16:creationId xmlns:a16="http://schemas.microsoft.com/office/drawing/2014/main" id="{526512D7-0BCE-B950-16D0-24466A592C7C}"/>
                </a:ext>
              </a:extLst>
            </p:cNvPr>
            <p:cNvCxnSpPr/>
            <p:nvPr/>
          </p:nvCxnSpPr>
          <p:spPr>
            <a:xfrm>
              <a:off x="8465638" y="2241175"/>
              <a:ext cx="0" cy="2095500"/>
            </a:xfrm>
            <a:prstGeom prst="straightConnector1">
              <a:avLst/>
            </a:prstGeom>
            <a:grpFill/>
            <a:ln w="9525" cap="flat" cmpd="sng">
              <a:solidFill>
                <a:srgbClr val="1AB0A9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3" name="Google Shape;951;p37">
              <a:extLst>
                <a:ext uri="{FF2B5EF4-FFF2-40B4-BE49-F238E27FC236}">
                  <a16:creationId xmlns:a16="http://schemas.microsoft.com/office/drawing/2014/main" id="{6E5735C0-9014-5411-4BD3-71ECF3B8A45D}"/>
                </a:ext>
              </a:extLst>
            </p:cNvPr>
            <p:cNvCxnSpPr/>
            <p:nvPr/>
          </p:nvCxnSpPr>
          <p:spPr>
            <a:xfrm>
              <a:off x="8541494" y="2241175"/>
              <a:ext cx="0" cy="2095500"/>
            </a:xfrm>
            <a:prstGeom prst="straightConnector1">
              <a:avLst/>
            </a:prstGeom>
            <a:grpFill/>
            <a:ln w="9525" cap="flat" cmpd="sng">
              <a:solidFill>
                <a:srgbClr val="1AB0A9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4" name="Google Shape;952;p37">
              <a:extLst>
                <a:ext uri="{FF2B5EF4-FFF2-40B4-BE49-F238E27FC236}">
                  <a16:creationId xmlns:a16="http://schemas.microsoft.com/office/drawing/2014/main" id="{6118B3CA-E5C2-EDFC-B04A-FDEABFC4D033}"/>
                </a:ext>
              </a:extLst>
            </p:cNvPr>
            <p:cNvCxnSpPr/>
            <p:nvPr/>
          </p:nvCxnSpPr>
          <p:spPr>
            <a:xfrm>
              <a:off x="8617350" y="2241175"/>
              <a:ext cx="0" cy="2095500"/>
            </a:xfrm>
            <a:prstGeom prst="straightConnector1">
              <a:avLst/>
            </a:prstGeom>
            <a:grpFill/>
            <a:ln w="9525" cap="flat" cmpd="sng">
              <a:solidFill>
                <a:srgbClr val="1AB0A9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27" name="Google Shape;937;p37">
            <a:extLst>
              <a:ext uri="{FF2B5EF4-FFF2-40B4-BE49-F238E27FC236}">
                <a16:creationId xmlns:a16="http://schemas.microsoft.com/office/drawing/2014/main" id="{62894BC6-FB04-5161-9144-F4D30523B64C}"/>
              </a:ext>
            </a:extLst>
          </p:cNvPr>
          <p:cNvSpPr/>
          <p:nvPr/>
        </p:nvSpPr>
        <p:spPr>
          <a:xfrm flipH="1" flipV="1">
            <a:off x="8773117" y="52"/>
            <a:ext cx="369846" cy="249032"/>
          </a:xfrm>
          <a:custGeom>
            <a:avLst/>
            <a:gdLst>
              <a:gd name="connsiteX0" fmla="*/ 0 w 1414234"/>
              <a:gd name="connsiteY0" fmla="*/ 0 h 258097"/>
              <a:gd name="connsiteX1" fmla="*/ 1285186 w 1414234"/>
              <a:gd name="connsiteY1" fmla="*/ 0 h 258097"/>
              <a:gd name="connsiteX2" fmla="*/ 1414235 w 1414234"/>
              <a:gd name="connsiteY2" fmla="*/ 129049 h 258097"/>
              <a:gd name="connsiteX3" fmla="*/ 1414234 w 1414234"/>
              <a:gd name="connsiteY3" fmla="*/ 258097 h 258097"/>
              <a:gd name="connsiteX4" fmla="*/ 0 w 1414234"/>
              <a:gd name="connsiteY4" fmla="*/ 258097 h 258097"/>
              <a:gd name="connsiteX5" fmla="*/ 0 w 1414234"/>
              <a:gd name="connsiteY5" fmla="*/ 0 h 258097"/>
              <a:gd name="connsiteX0" fmla="*/ 0 w 1414235"/>
              <a:gd name="connsiteY0" fmla="*/ 0 h 258097"/>
              <a:gd name="connsiteX1" fmla="*/ 1285186 w 1414235"/>
              <a:gd name="connsiteY1" fmla="*/ 0 h 258097"/>
              <a:gd name="connsiteX2" fmla="*/ 1414235 w 1414235"/>
              <a:gd name="connsiteY2" fmla="*/ 129049 h 258097"/>
              <a:gd name="connsiteX3" fmla="*/ 1414234 w 1414235"/>
              <a:gd name="connsiteY3" fmla="*/ 258097 h 258097"/>
              <a:gd name="connsiteX4" fmla="*/ 243348 w 1414235"/>
              <a:gd name="connsiteY4" fmla="*/ 258097 h 258097"/>
              <a:gd name="connsiteX5" fmla="*/ 0 w 1414235"/>
              <a:gd name="connsiteY5" fmla="*/ 0 h 258097"/>
              <a:gd name="connsiteX0" fmla="*/ 0 w 1178260"/>
              <a:gd name="connsiteY0" fmla="*/ 7374 h 258097"/>
              <a:gd name="connsiteX1" fmla="*/ 1049211 w 1178260"/>
              <a:gd name="connsiteY1" fmla="*/ 0 h 258097"/>
              <a:gd name="connsiteX2" fmla="*/ 1178260 w 1178260"/>
              <a:gd name="connsiteY2" fmla="*/ 129049 h 258097"/>
              <a:gd name="connsiteX3" fmla="*/ 1178259 w 1178260"/>
              <a:gd name="connsiteY3" fmla="*/ 258097 h 258097"/>
              <a:gd name="connsiteX4" fmla="*/ 7373 w 1178260"/>
              <a:gd name="connsiteY4" fmla="*/ 258097 h 258097"/>
              <a:gd name="connsiteX5" fmla="*/ 0 w 1178260"/>
              <a:gd name="connsiteY5" fmla="*/ 7374 h 258097"/>
              <a:gd name="connsiteX0" fmla="*/ 0 w 1178260"/>
              <a:gd name="connsiteY0" fmla="*/ 7374 h 265471"/>
              <a:gd name="connsiteX1" fmla="*/ 1049211 w 1178260"/>
              <a:gd name="connsiteY1" fmla="*/ 0 h 265471"/>
              <a:gd name="connsiteX2" fmla="*/ 1178260 w 1178260"/>
              <a:gd name="connsiteY2" fmla="*/ 129049 h 265471"/>
              <a:gd name="connsiteX3" fmla="*/ 1178259 w 1178260"/>
              <a:gd name="connsiteY3" fmla="*/ 258097 h 265471"/>
              <a:gd name="connsiteX4" fmla="*/ 619431 w 1178260"/>
              <a:gd name="connsiteY4" fmla="*/ 265471 h 265471"/>
              <a:gd name="connsiteX5" fmla="*/ 0 w 1178260"/>
              <a:gd name="connsiteY5" fmla="*/ 7374 h 265471"/>
              <a:gd name="connsiteX0" fmla="*/ 0 w 566202"/>
              <a:gd name="connsiteY0" fmla="*/ 0 h 280219"/>
              <a:gd name="connsiteX1" fmla="*/ 437153 w 566202"/>
              <a:gd name="connsiteY1" fmla="*/ 14748 h 280219"/>
              <a:gd name="connsiteX2" fmla="*/ 566202 w 566202"/>
              <a:gd name="connsiteY2" fmla="*/ 143797 h 280219"/>
              <a:gd name="connsiteX3" fmla="*/ 566201 w 566202"/>
              <a:gd name="connsiteY3" fmla="*/ 272845 h 280219"/>
              <a:gd name="connsiteX4" fmla="*/ 7373 w 566202"/>
              <a:gd name="connsiteY4" fmla="*/ 280219 h 280219"/>
              <a:gd name="connsiteX5" fmla="*/ 0 w 566202"/>
              <a:gd name="connsiteY5" fmla="*/ 0 h 280219"/>
              <a:gd name="connsiteX0" fmla="*/ 0 w 566202"/>
              <a:gd name="connsiteY0" fmla="*/ 0 h 280219"/>
              <a:gd name="connsiteX1" fmla="*/ 437153 w 566202"/>
              <a:gd name="connsiteY1" fmla="*/ 14748 h 280219"/>
              <a:gd name="connsiteX2" fmla="*/ 566202 w 566202"/>
              <a:gd name="connsiteY2" fmla="*/ 143797 h 280219"/>
              <a:gd name="connsiteX3" fmla="*/ 566201 w 566202"/>
              <a:gd name="connsiteY3" fmla="*/ 272845 h 280219"/>
              <a:gd name="connsiteX4" fmla="*/ 58992 w 566202"/>
              <a:gd name="connsiteY4" fmla="*/ 280219 h 280219"/>
              <a:gd name="connsiteX5" fmla="*/ 0 w 566202"/>
              <a:gd name="connsiteY5" fmla="*/ 0 h 280219"/>
              <a:gd name="connsiteX0" fmla="*/ 0 w 566202"/>
              <a:gd name="connsiteY0" fmla="*/ 0 h 272845"/>
              <a:gd name="connsiteX1" fmla="*/ 437153 w 566202"/>
              <a:gd name="connsiteY1" fmla="*/ 14748 h 272845"/>
              <a:gd name="connsiteX2" fmla="*/ 566202 w 566202"/>
              <a:gd name="connsiteY2" fmla="*/ 143797 h 272845"/>
              <a:gd name="connsiteX3" fmla="*/ 566201 w 566202"/>
              <a:gd name="connsiteY3" fmla="*/ 272845 h 272845"/>
              <a:gd name="connsiteX4" fmla="*/ 209118 w 566202"/>
              <a:gd name="connsiteY4" fmla="*/ 262022 h 272845"/>
              <a:gd name="connsiteX5" fmla="*/ 0 w 566202"/>
              <a:gd name="connsiteY5" fmla="*/ 0 h 272845"/>
              <a:gd name="connsiteX0" fmla="*/ 0 w 366035"/>
              <a:gd name="connsiteY0" fmla="*/ 0 h 272845"/>
              <a:gd name="connsiteX1" fmla="*/ 236986 w 366035"/>
              <a:gd name="connsiteY1" fmla="*/ 14748 h 272845"/>
              <a:gd name="connsiteX2" fmla="*/ 366035 w 366035"/>
              <a:gd name="connsiteY2" fmla="*/ 143797 h 272845"/>
              <a:gd name="connsiteX3" fmla="*/ 366034 w 366035"/>
              <a:gd name="connsiteY3" fmla="*/ 272845 h 272845"/>
              <a:gd name="connsiteX4" fmla="*/ 8951 w 366035"/>
              <a:gd name="connsiteY4" fmla="*/ 262022 h 272845"/>
              <a:gd name="connsiteX5" fmla="*/ 0 w 366035"/>
              <a:gd name="connsiteY5" fmla="*/ 0 h 272845"/>
              <a:gd name="connsiteX0" fmla="*/ 0 w 366035"/>
              <a:gd name="connsiteY0" fmla="*/ 0 h 272845"/>
              <a:gd name="connsiteX1" fmla="*/ 236986 w 366035"/>
              <a:gd name="connsiteY1" fmla="*/ 14748 h 272845"/>
              <a:gd name="connsiteX2" fmla="*/ 366035 w 366035"/>
              <a:gd name="connsiteY2" fmla="*/ 143797 h 272845"/>
              <a:gd name="connsiteX3" fmla="*/ 366034 w 366035"/>
              <a:gd name="connsiteY3" fmla="*/ 272845 h 272845"/>
              <a:gd name="connsiteX4" fmla="*/ 99438 w 366035"/>
              <a:gd name="connsiteY4" fmla="*/ 247734 h 272845"/>
              <a:gd name="connsiteX5" fmla="*/ 0 w 366035"/>
              <a:gd name="connsiteY5" fmla="*/ 0 h 272845"/>
              <a:gd name="connsiteX0" fmla="*/ 0 w 366035"/>
              <a:gd name="connsiteY0" fmla="*/ 0 h 272845"/>
              <a:gd name="connsiteX1" fmla="*/ 236986 w 366035"/>
              <a:gd name="connsiteY1" fmla="*/ 14748 h 272845"/>
              <a:gd name="connsiteX2" fmla="*/ 366035 w 366035"/>
              <a:gd name="connsiteY2" fmla="*/ 143797 h 272845"/>
              <a:gd name="connsiteX3" fmla="*/ 366034 w 366035"/>
              <a:gd name="connsiteY3" fmla="*/ 272845 h 272845"/>
              <a:gd name="connsiteX4" fmla="*/ 25619 w 366035"/>
              <a:gd name="connsiteY4" fmla="*/ 259641 h 272845"/>
              <a:gd name="connsiteX5" fmla="*/ 0 w 366035"/>
              <a:gd name="connsiteY5" fmla="*/ 0 h 272845"/>
              <a:gd name="connsiteX0" fmla="*/ 5337 w 340416"/>
              <a:gd name="connsiteY0" fmla="*/ 0 h 268083"/>
              <a:gd name="connsiteX1" fmla="*/ 211367 w 340416"/>
              <a:gd name="connsiteY1" fmla="*/ 9986 h 268083"/>
              <a:gd name="connsiteX2" fmla="*/ 340416 w 340416"/>
              <a:gd name="connsiteY2" fmla="*/ 139035 h 268083"/>
              <a:gd name="connsiteX3" fmla="*/ 340415 w 340416"/>
              <a:gd name="connsiteY3" fmla="*/ 268083 h 268083"/>
              <a:gd name="connsiteX4" fmla="*/ 0 w 340416"/>
              <a:gd name="connsiteY4" fmla="*/ 254879 h 268083"/>
              <a:gd name="connsiteX5" fmla="*/ 5337 w 340416"/>
              <a:gd name="connsiteY5" fmla="*/ 0 h 268083"/>
              <a:gd name="connsiteX0" fmla="*/ 5337 w 353901"/>
              <a:gd name="connsiteY0" fmla="*/ 0 h 254879"/>
              <a:gd name="connsiteX1" fmla="*/ 211367 w 353901"/>
              <a:gd name="connsiteY1" fmla="*/ 9986 h 254879"/>
              <a:gd name="connsiteX2" fmla="*/ 340416 w 353901"/>
              <a:gd name="connsiteY2" fmla="*/ 139035 h 254879"/>
              <a:gd name="connsiteX3" fmla="*/ 349940 w 353901"/>
              <a:gd name="connsiteY3" fmla="*/ 253795 h 254879"/>
              <a:gd name="connsiteX4" fmla="*/ 0 w 353901"/>
              <a:gd name="connsiteY4" fmla="*/ 254879 h 254879"/>
              <a:gd name="connsiteX5" fmla="*/ 5337 w 353901"/>
              <a:gd name="connsiteY5" fmla="*/ 0 h 254879"/>
              <a:gd name="connsiteX0" fmla="*/ 7718 w 356282"/>
              <a:gd name="connsiteY0" fmla="*/ 0 h 253795"/>
              <a:gd name="connsiteX1" fmla="*/ 213748 w 356282"/>
              <a:gd name="connsiteY1" fmla="*/ 9986 h 253795"/>
              <a:gd name="connsiteX2" fmla="*/ 342797 w 356282"/>
              <a:gd name="connsiteY2" fmla="*/ 139035 h 253795"/>
              <a:gd name="connsiteX3" fmla="*/ 352321 w 356282"/>
              <a:gd name="connsiteY3" fmla="*/ 253795 h 253795"/>
              <a:gd name="connsiteX4" fmla="*/ 0 w 356282"/>
              <a:gd name="connsiteY4" fmla="*/ 226304 h 253795"/>
              <a:gd name="connsiteX5" fmla="*/ 7718 w 356282"/>
              <a:gd name="connsiteY5" fmla="*/ 0 h 253795"/>
              <a:gd name="connsiteX0" fmla="*/ 574 w 349138"/>
              <a:gd name="connsiteY0" fmla="*/ 0 h 257260"/>
              <a:gd name="connsiteX1" fmla="*/ 206604 w 349138"/>
              <a:gd name="connsiteY1" fmla="*/ 9986 h 257260"/>
              <a:gd name="connsiteX2" fmla="*/ 335653 w 349138"/>
              <a:gd name="connsiteY2" fmla="*/ 139035 h 257260"/>
              <a:gd name="connsiteX3" fmla="*/ 345177 w 349138"/>
              <a:gd name="connsiteY3" fmla="*/ 253795 h 257260"/>
              <a:gd name="connsiteX4" fmla="*/ 0 w 349138"/>
              <a:gd name="connsiteY4" fmla="*/ 257260 h 257260"/>
              <a:gd name="connsiteX5" fmla="*/ 574 w 349138"/>
              <a:gd name="connsiteY5" fmla="*/ 0 h 257260"/>
              <a:gd name="connsiteX0" fmla="*/ 574 w 359486"/>
              <a:gd name="connsiteY0" fmla="*/ 0 h 257260"/>
              <a:gd name="connsiteX1" fmla="*/ 206604 w 359486"/>
              <a:gd name="connsiteY1" fmla="*/ 9986 h 257260"/>
              <a:gd name="connsiteX2" fmla="*/ 335653 w 359486"/>
              <a:gd name="connsiteY2" fmla="*/ 139035 h 257260"/>
              <a:gd name="connsiteX3" fmla="*/ 359464 w 359486"/>
              <a:gd name="connsiteY3" fmla="*/ 253795 h 257260"/>
              <a:gd name="connsiteX4" fmla="*/ 0 w 359486"/>
              <a:gd name="connsiteY4" fmla="*/ 257260 h 257260"/>
              <a:gd name="connsiteX5" fmla="*/ 574 w 359486"/>
              <a:gd name="connsiteY5" fmla="*/ 0 h 257260"/>
              <a:gd name="connsiteX0" fmla="*/ 574 w 359486"/>
              <a:gd name="connsiteY0" fmla="*/ 0 h 257260"/>
              <a:gd name="connsiteX1" fmla="*/ 206604 w 359486"/>
              <a:gd name="connsiteY1" fmla="*/ 9986 h 257260"/>
              <a:gd name="connsiteX2" fmla="*/ 335653 w 359486"/>
              <a:gd name="connsiteY2" fmla="*/ 110460 h 257260"/>
              <a:gd name="connsiteX3" fmla="*/ 359464 w 359486"/>
              <a:gd name="connsiteY3" fmla="*/ 253795 h 257260"/>
              <a:gd name="connsiteX4" fmla="*/ 0 w 359486"/>
              <a:gd name="connsiteY4" fmla="*/ 257260 h 257260"/>
              <a:gd name="connsiteX5" fmla="*/ 574 w 359486"/>
              <a:gd name="connsiteY5" fmla="*/ 0 h 257260"/>
              <a:gd name="connsiteX0" fmla="*/ 574 w 365269"/>
              <a:gd name="connsiteY0" fmla="*/ 0 h 257260"/>
              <a:gd name="connsiteX1" fmla="*/ 206604 w 365269"/>
              <a:gd name="connsiteY1" fmla="*/ 9986 h 257260"/>
              <a:gd name="connsiteX2" fmla="*/ 359464 w 365269"/>
              <a:gd name="connsiteY2" fmla="*/ 253795 h 257260"/>
              <a:gd name="connsiteX3" fmla="*/ 0 w 365269"/>
              <a:gd name="connsiteY3" fmla="*/ 257260 h 257260"/>
              <a:gd name="connsiteX4" fmla="*/ 574 w 365269"/>
              <a:gd name="connsiteY4" fmla="*/ 0 h 257260"/>
              <a:gd name="connsiteX0" fmla="*/ 574 w 369846"/>
              <a:gd name="connsiteY0" fmla="*/ 0 h 257260"/>
              <a:gd name="connsiteX1" fmla="*/ 206604 w 369846"/>
              <a:gd name="connsiteY1" fmla="*/ 9986 h 257260"/>
              <a:gd name="connsiteX2" fmla="*/ 359464 w 369846"/>
              <a:gd name="connsiteY2" fmla="*/ 253795 h 257260"/>
              <a:gd name="connsiteX3" fmla="*/ 0 w 369846"/>
              <a:gd name="connsiteY3" fmla="*/ 257260 h 257260"/>
              <a:gd name="connsiteX4" fmla="*/ 574 w 369846"/>
              <a:gd name="connsiteY4" fmla="*/ 0 h 257260"/>
              <a:gd name="connsiteX0" fmla="*/ 574 w 369846"/>
              <a:gd name="connsiteY0" fmla="*/ 0 h 252497"/>
              <a:gd name="connsiteX1" fmla="*/ 206604 w 369846"/>
              <a:gd name="connsiteY1" fmla="*/ 5223 h 252497"/>
              <a:gd name="connsiteX2" fmla="*/ 359464 w 369846"/>
              <a:gd name="connsiteY2" fmla="*/ 249032 h 252497"/>
              <a:gd name="connsiteX3" fmla="*/ 0 w 369846"/>
              <a:gd name="connsiteY3" fmla="*/ 252497 h 252497"/>
              <a:gd name="connsiteX4" fmla="*/ 574 w 369846"/>
              <a:gd name="connsiteY4" fmla="*/ 0 h 252497"/>
              <a:gd name="connsiteX0" fmla="*/ 574 w 369846"/>
              <a:gd name="connsiteY0" fmla="*/ 0 h 249032"/>
              <a:gd name="connsiteX1" fmla="*/ 206604 w 369846"/>
              <a:gd name="connsiteY1" fmla="*/ 5223 h 249032"/>
              <a:gd name="connsiteX2" fmla="*/ 359464 w 369846"/>
              <a:gd name="connsiteY2" fmla="*/ 249032 h 249032"/>
              <a:gd name="connsiteX3" fmla="*/ 0 w 369846"/>
              <a:gd name="connsiteY3" fmla="*/ 245353 h 249032"/>
              <a:gd name="connsiteX4" fmla="*/ 574 w 369846"/>
              <a:gd name="connsiteY4" fmla="*/ 0 h 2490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69846" h="249032">
                <a:moveTo>
                  <a:pt x="574" y="0"/>
                </a:moveTo>
                <a:lnTo>
                  <a:pt x="206604" y="5223"/>
                </a:lnTo>
                <a:cubicBezTo>
                  <a:pt x="342619" y="42759"/>
                  <a:pt x="393898" y="207820"/>
                  <a:pt x="359464" y="249032"/>
                </a:cubicBezTo>
                <a:lnTo>
                  <a:pt x="0" y="245353"/>
                </a:lnTo>
                <a:cubicBezTo>
                  <a:pt x="191" y="159600"/>
                  <a:pt x="383" y="85753"/>
                  <a:pt x="574" y="0"/>
                </a:cubicBezTo>
                <a:close/>
              </a:path>
            </a:pathLst>
          </a:custGeom>
          <a:gradFill flip="none" rotWithShape="1">
            <a:gsLst>
              <a:gs pos="63000">
                <a:srgbClr val="06D1D7"/>
              </a:gs>
              <a:gs pos="33000">
                <a:srgbClr val="23A295"/>
              </a:gs>
              <a:gs pos="0">
                <a:srgbClr val="57F6A2"/>
              </a:gs>
              <a:gs pos="100000">
                <a:srgbClr val="1B2048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latin typeface="Maven Pro"/>
              <a:ea typeface="Maven Pro"/>
              <a:cs typeface="Maven Pro"/>
              <a:sym typeface="Maven Pro"/>
            </a:endParaRPr>
          </a:p>
        </p:txBody>
      </p:sp>
      <p:sp>
        <p:nvSpPr>
          <p:cNvPr id="36" name="Título 1">
            <a:extLst>
              <a:ext uri="{FF2B5EF4-FFF2-40B4-BE49-F238E27FC236}">
                <a16:creationId xmlns:a16="http://schemas.microsoft.com/office/drawing/2014/main" id="{57C9A694-926B-1153-B10F-7F1B9C703B6C}"/>
              </a:ext>
            </a:extLst>
          </p:cNvPr>
          <p:cNvSpPr txBox="1">
            <a:spLocks/>
          </p:cNvSpPr>
          <p:nvPr/>
        </p:nvSpPr>
        <p:spPr>
          <a:xfrm>
            <a:off x="675324" y="478163"/>
            <a:ext cx="6511129" cy="7651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Montserrat"/>
              <a:buNone/>
              <a:defRPr sz="52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Montserrat"/>
              <a:buNone/>
              <a:defRPr sz="52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Montserrat"/>
              <a:buNone/>
              <a:defRPr sz="52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Montserrat"/>
              <a:buNone/>
              <a:defRPr sz="52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Montserrat"/>
              <a:buNone/>
              <a:defRPr sz="52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Montserrat"/>
              <a:buNone/>
              <a:defRPr sz="52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Montserrat"/>
              <a:buNone/>
              <a:defRPr sz="52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Montserrat"/>
              <a:buNone/>
              <a:defRPr sz="52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Montserrat"/>
              <a:buNone/>
              <a:defRPr sz="52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r>
              <a:rPr lang="pt-BR" sz="1800" dirty="0">
                <a:solidFill>
                  <a:schemeClr val="bg1"/>
                </a:solidFill>
              </a:rPr>
              <a:t>TR </a:t>
            </a:r>
            <a:r>
              <a:rPr lang="pt-BR" sz="2800" dirty="0">
                <a:solidFill>
                  <a:schemeClr val="bg1"/>
                </a:solidFill>
              </a:rPr>
              <a:t>- </a:t>
            </a:r>
            <a:r>
              <a:rPr lang="pt-BR" sz="1800" dirty="0">
                <a:solidFill>
                  <a:schemeClr val="bg1"/>
                </a:solidFill>
              </a:rPr>
              <a:t>Supervisão fraca, regras programáticas e aprendizado contínuo </a:t>
            </a:r>
            <a:endParaRPr lang="pt-BR" sz="2800" dirty="0">
              <a:solidFill>
                <a:schemeClr val="bg1"/>
              </a:solidFill>
            </a:endParaRPr>
          </a:p>
        </p:txBody>
      </p:sp>
      <p:cxnSp>
        <p:nvCxnSpPr>
          <p:cNvPr id="37" name="Conector reto 36">
            <a:extLst>
              <a:ext uri="{FF2B5EF4-FFF2-40B4-BE49-F238E27FC236}">
                <a16:creationId xmlns:a16="http://schemas.microsoft.com/office/drawing/2014/main" id="{5FDBE0ED-2DDE-E087-5B65-30885EE5EC6A}"/>
              </a:ext>
            </a:extLst>
          </p:cNvPr>
          <p:cNvCxnSpPr>
            <a:cxnSpLocks/>
          </p:cNvCxnSpPr>
          <p:nvPr/>
        </p:nvCxnSpPr>
        <p:spPr>
          <a:xfrm>
            <a:off x="-5" y="1165521"/>
            <a:ext cx="3581405" cy="0"/>
          </a:xfrm>
          <a:prstGeom prst="line">
            <a:avLst/>
          </a:prstGeom>
          <a:ln>
            <a:solidFill>
              <a:srgbClr val="00445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Google Shape;997;p39">
            <a:extLst>
              <a:ext uri="{FF2B5EF4-FFF2-40B4-BE49-F238E27FC236}">
                <a16:creationId xmlns:a16="http://schemas.microsoft.com/office/drawing/2014/main" id="{49537298-ECD3-17C0-871C-DA90997F1E4B}"/>
              </a:ext>
            </a:extLst>
          </p:cNvPr>
          <p:cNvSpPr txBox="1">
            <a:spLocks/>
          </p:cNvSpPr>
          <p:nvPr/>
        </p:nvSpPr>
        <p:spPr>
          <a:xfrm>
            <a:off x="831829" y="1285328"/>
            <a:ext cx="6603656" cy="3857987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pt-BR" dirty="0"/>
              <a:t>A literatura de </a:t>
            </a:r>
            <a:r>
              <a:rPr lang="pt-BR" b="1" dirty="0"/>
              <a:t>supervisão fraca programática</a:t>
            </a:r>
            <a:r>
              <a:rPr lang="pt-BR" dirty="0"/>
              <a:t> utiliza regras, heurísticas e funções de rotulagem para produzir sinais supervisionados de baixo custo.</a:t>
            </a:r>
          </a:p>
          <a:p>
            <a:r>
              <a:rPr lang="pt-BR" sz="1800" dirty="0"/>
              <a:t>---</a:t>
            </a:r>
            <a:endParaRPr lang="pt-BR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 err="1"/>
              <a:t>Ratner</a:t>
            </a:r>
            <a:r>
              <a:rPr lang="pt-BR" dirty="0"/>
              <a:t> et al. (2016) propõem o conceito de </a:t>
            </a:r>
            <a:r>
              <a:rPr lang="pt-BR" b="1" dirty="0"/>
              <a:t>data </a:t>
            </a:r>
            <a:r>
              <a:rPr lang="pt-BR" b="1" dirty="0" err="1"/>
              <a:t>programming</a:t>
            </a:r>
            <a:r>
              <a:rPr lang="pt-BR" dirty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/>
              <a:t>O </a:t>
            </a:r>
            <a:r>
              <a:rPr lang="pt-BR" dirty="0" err="1"/>
              <a:t>Snorkel</a:t>
            </a:r>
            <a:r>
              <a:rPr lang="pt-BR" dirty="0"/>
              <a:t>, de </a:t>
            </a:r>
            <a:r>
              <a:rPr lang="pt-BR" dirty="0" err="1"/>
              <a:t>Ratner</a:t>
            </a:r>
            <a:r>
              <a:rPr lang="pt-BR" dirty="0"/>
              <a:t> et al. (2017), operacionaliza essa lógica combinando diferentes fontes fracas de supervisão.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/>
              <a:t>Trabalhos recentes incorporam </a:t>
            </a:r>
            <a:r>
              <a:rPr lang="pt-BR" dirty="0" err="1"/>
              <a:t>LLMs</a:t>
            </a:r>
            <a:r>
              <a:rPr lang="pt-BR" dirty="0"/>
              <a:t> nesse ciclo, usando prompts ou modelos de linguagem como </a:t>
            </a:r>
            <a:r>
              <a:rPr lang="pt-BR" dirty="0" err="1"/>
              <a:t>labeling</a:t>
            </a:r>
            <a:r>
              <a:rPr lang="pt-BR" dirty="0"/>
              <a:t> </a:t>
            </a:r>
            <a:r>
              <a:rPr lang="pt-BR" dirty="0" err="1"/>
              <a:t>functions</a:t>
            </a:r>
            <a:r>
              <a:rPr lang="pt-BR" dirty="0"/>
              <a:t>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/>
              <a:t>Li, Zhang e Wang (2024) exploram </a:t>
            </a:r>
            <a:r>
              <a:rPr lang="pt-BR" dirty="0" err="1"/>
              <a:t>LLMs</a:t>
            </a:r>
            <a:r>
              <a:rPr lang="pt-BR" dirty="0"/>
              <a:t> para gerar funções de rotulagem, inclusive com palavras-chave e expressões regulares.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 err="1"/>
              <a:t>ALCHEmist</a:t>
            </a:r>
            <a:r>
              <a:rPr lang="pt-BR" dirty="0"/>
              <a:t>, de Huang et al. (2024), propõe usar </a:t>
            </a:r>
            <a:r>
              <a:rPr lang="pt-BR" dirty="0" err="1"/>
              <a:t>LLMs</a:t>
            </a:r>
            <a:r>
              <a:rPr lang="pt-BR" dirty="0"/>
              <a:t> para gerar programas reutilizáveis de rotulagem, reduzindo chamadas repetidas ao modelo.</a:t>
            </a:r>
            <a:endParaRPr lang="pt-BR" sz="1600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306147518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91">
          <a:extLst>
            <a:ext uri="{FF2B5EF4-FFF2-40B4-BE49-F238E27FC236}">
              <a16:creationId xmlns:a16="http://schemas.microsoft.com/office/drawing/2014/main" id="{B5A46571-9178-8083-F497-9EAA800BD1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83" name="Gráfico 982">
            <a:extLst>
              <a:ext uri="{FF2B5EF4-FFF2-40B4-BE49-F238E27FC236}">
                <a16:creationId xmlns:a16="http://schemas.microsoft.com/office/drawing/2014/main" id="{5A2F9B14-2AAF-4A6B-FF1C-58DCD8C0A2F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471287" y="-176981"/>
            <a:ext cx="10434025" cy="5320297"/>
          </a:xfrm>
          <a:prstGeom prst="rect">
            <a:avLst/>
          </a:prstGeom>
        </p:spPr>
      </p:pic>
      <p:sp>
        <p:nvSpPr>
          <p:cNvPr id="2" name="Google Shape;932;p37">
            <a:extLst>
              <a:ext uri="{FF2B5EF4-FFF2-40B4-BE49-F238E27FC236}">
                <a16:creationId xmlns:a16="http://schemas.microsoft.com/office/drawing/2014/main" id="{90B1185A-E19E-201F-9AFB-83BAE3D5E517}"/>
              </a:ext>
            </a:extLst>
          </p:cNvPr>
          <p:cNvSpPr txBox="1">
            <a:spLocks/>
          </p:cNvSpPr>
          <p:nvPr/>
        </p:nvSpPr>
        <p:spPr>
          <a:xfrm>
            <a:off x="7194305" y="528340"/>
            <a:ext cx="1661894" cy="2259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None/>
              <a:defRPr sz="28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None/>
              <a:defRPr sz="28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None/>
              <a:defRPr sz="28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None/>
              <a:defRPr sz="28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None/>
              <a:defRPr sz="28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None/>
              <a:defRPr sz="28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None/>
              <a:defRPr sz="28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None/>
              <a:defRPr sz="28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None/>
              <a:defRPr sz="28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r>
              <a:rPr lang="pt-BR" sz="600" b="0" dirty="0">
                <a:solidFill>
                  <a:srgbClr val="186E66"/>
                </a:solidFill>
                <a:latin typeface="+mj-lt"/>
                <a:cs typeface="Arial" panose="020B0604020202020204" pitchFamily="34" charset="0"/>
              </a:rPr>
              <a:t>Há mais de 60 anos pensando o Brasil</a:t>
            </a:r>
          </a:p>
        </p:txBody>
      </p:sp>
      <p:sp>
        <p:nvSpPr>
          <p:cNvPr id="3" name="Google Shape;936;p37">
            <a:extLst>
              <a:ext uri="{FF2B5EF4-FFF2-40B4-BE49-F238E27FC236}">
                <a16:creationId xmlns:a16="http://schemas.microsoft.com/office/drawing/2014/main" id="{AABBF932-9463-C695-264B-4D8CF7E78D48}"/>
              </a:ext>
            </a:extLst>
          </p:cNvPr>
          <p:cNvSpPr/>
          <p:nvPr/>
        </p:nvSpPr>
        <p:spPr>
          <a:xfrm flipH="1">
            <a:off x="7861193" y="4721150"/>
            <a:ext cx="1282656" cy="422165"/>
          </a:xfrm>
          <a:prstGeom prst="round1Rect">
            <a:avLst>
              <a:gd name="adj" fmla="val 50000"/>
            </a:avLst>
          </a:prstGeom>
          <a:solidFill>
            <a:srgbClr val="1B204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latin typeface="Maven Pro"/>
              <a:ea typeface="Maven Pro"/>
              <a:cs typeface="Maven Pro"/>
              <a:sym typeface="Maven Pro"/>
            </a:endParaRPr>
          </a:p>
        </p:txBody>
      </p:sp>
      <p:sp>
        <p:nvSpPr>
          <p:cNvPr id="4" name="Google Shape;937;p37">
            <a:extLst>
              <a:ext uri="{FF2B5EF4-FFF2-40B4-BE49-F238E27FC236}">
                <a16:creationId xmlns:a16="http://schemas.microsoft.com/office/drawing/2014/main" id="{780FBCD7-F3F1-D542-B64A-C9EEB64AB321}"/>
              </a:ext>
            </a:extLst>
          </p:cNvPr>
          <p:cNvSpPr/>
          <p:nvPr/>
        </p:nvSpPr>
        <p:spPr>
          <a:xfrm flipH="1">
            <a:off x="7588727" y="4912884"/>
            <a:ext cx="1555123" cy="230496"/>
          </a:xfrm>
          <a:prstGeom prst="round1Rect">
            <a:avLst>
              <a:gd name="adj" fmla="val 50000"/>
            </a:avLst>
          </a:prstGeom>
          <a:gradFill flip="none" rotWithShape="1">
            <a:gsLst>
              <a:gs pos="63000">
                <a:srgbClr val="06D1D7"/>
              </a:gs>
              <a:gs pos="33000">
                <a:srgbClr val="23A295"/>
              </a:gs>
              <a:gs pos="0">
                <a:srgbClr val="57F6A2"/>
              </a:gs>
              <a:gs pos="100000">
                <a:srgbClr val="1B2048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latin typeface="Maven Pro"/>
              <a:ea typeface="Maven Pro"/>
              <a:cs typeface="Maven Pro"/>
              <a:sym typeface="Maven Pro"/>
            </a:endParaRPr>
          </a:p>
        </p:txBody>
      </p:sp>
      <p:grpSp>
        <p:nvGrpSpPr>
          <p:cNvPr id="5" name="Google Shape;938;p37">
            <a:extLst>
              <a:ext uri="{FF2B5EF4-FFF2-40B4-BE49-F238E27FC236}">
                <a16:creationId xmlns:a16="http://schemas.microsoft.com/office/drawing/2014/main" id="{69C30A43-BCCA-C11B-A0B0-CB1A94546780}"/>
              </a:ext>
            </a:extLst>
          </p:cNvPr>
          <p:cNvGrpSpPr/>
          <p:nvPr/>
        </p:nvGrpSpPr>
        <p:grpSpPr>
          <a:xfrm>
            <a:off x="8644350" y="4276582"/>
            <a:ext cx="423698" cy="551579"/>
            <a:chOff x="7631225" y="2241175"/>
            <a:chExt cx="986125" cy="2095500"/>
          </a:xfrm>
          <a:gradFill>
            <a:gsLst>
              <a:gs pos="53000">
                <a:srgbClr val="23A295"/>
              </a:gs>
              <a:gs pos="0">
                <a:srgbClr val="57F6A2"/>
              </a:gs>
              <a:gs pos="100000">
                <a:srgbClr val="1B2048"/>
              </a:gs>
            </a:gsLst>
            <a:lin ang="5400000" scaled="1"/>
          </a:gradFill>
        </p:grpSpPr>
        <p:cxnSp>
          <p:nvCxnSpPr>
            <p:cNvPr id="6" name="Google Shape;939;p37">
              <a:extLst>
                <a:ext uri="{FF2B5EF4-FFF2-40B4-BE49-F238E27FC236}">
                  <a16:creationId xmlns:a16="http://schemas.microsoft.com/office/drawing/2014/main" id="{7C047ED8-36BA-D45E-F454-7D472CE33FE5}"/>
                </a:ext>
              </a:extLst>
            </p:cNvPr>
            <p:cNvCxnSpPr/>
            <p:nvPr/>
          </p:nvCxnSpPr>
          <p:spPr>
            <a:xfrm>
              <a:off x="7631225" y="2241175"/>
              <a:ext cx="0" cy="2095500"/>
            </a:xfrm>
            <a:prstGeom prst="straightConnector1">
              <a:avLst/>
            </a:prstGeom>
            <a:grpFill/>
            <a:ln w="9525" cap="flat" cmpd="sng">
              <a:solidFill>
                <a:srgbClr val="1AB0A9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7" name="Google Shape;940;p37">
              <a:extLst>
                <a:ext uri="{FF2B5EF4-FFF2-40B4-BE49-F238E27FC236}">
                  <a16:creationId xmlns:a16="http://schemas.microsoft.com/office/drawing/2014/main" id="{01BDE4E0-B198-1BF2-2773-AC2A26A82C7E}"/>
                </a:ext>
              </a:extLst>
            </p:cNvPr>
            <p:cNvCxnSpPr/>
            <p:nvPr/>
          </p:nvCxnSpPr>
          <p:spPr>
            <a:xfrm>
              <a:off x="7707081" y="2241175"/>
              <a:ext cx="0" cy="2095500"/>
            </a:xfrm>
            <a:prstGeom prst="straightConnector1">
              <a:avLst/>
            </a:prstGeom>
            <a:grpFill/>
            <a:ln w="9525" cap="flat" cmpd="sng">
              <a:solidFill>
                <a:srgbClr val="1AB0A9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8" name="Google Shape;941;p37">
              <a:extLst>
                <a:ext uri="{FF2B5EF4-FFF2-40B4-BE49-F238E27FC236}">
                  <a16:creationId xmlns:a16="http://schemas.microsoft.com/office/drawing/2014/main" id="{DB588A20-6F09-2BBD-4988-5A6C5D88A2C3}"/>
                </a:ext>
              </a:extLst>
            </p:cNvPr>
            <p:cNvCxnSpPr/>
            <p:nvPr/>
          </p:nvCxnSpPr>
          <p:spPr>
            <a:xfrm>
              <a:off x="7782937" y="2241175"/>
              <a:ext cx="0" cy="2095500"/>
            </a:xfrm>
            <a:prstGeom prst="straightConnector1">
              <a:avLst/>
            </a:prstGeom>
            <a:grpFill/>
            <a:ln w="9525" cap="flat" cmpd="sng">
              <a:solidFill>
                <a:srgbClr val="1AB0A9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9" name="Google Shape;942;p37">
              <a:extLst>
                <a:ext uri="{FF2B5EF4-FFF2-40B4-BE49-F238E27FC236}">
                  <a16:creationId xmlns:a16="http://schemas.microsoft.com/office/drawing/2014/main" id="{5DD1D8D3-D124-283E-DD20-EFA1B94CD916}"/>
                </a:ext>
              </a:extLst>
            </p:cNvPr>
            <p:cNvCxnSpPr/>
            <p:nvPr/>
          </p:nvCxnSpPr>
          <p:spPr>
            <a:xfrm>
              <a:off x="7858792" y="2241175"/>
              <a:ext cx="0" cy="2095500"/>
            </a:xfrm>
            <a:prstGeom prst="straightConnector1">
              <a:avLst/>
            </a:prstGeom>
            <a:grpFill/>
            <a:ln w="9525" cap="flat" cmpd="sng">
              <a:solidFill>
                <a:srgbClr val="1AB0A9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0" name="Google Shape;943;p37">
              <a:extLst>
                <a:ext uri="{FF2B5EF4-FFF2-40B4-BE49-F238E27FC236}">
                  <a16:creationId xmlns:a16="http://schemas.microsoft.com/office/drawing/2014/main" id="{DFAA8A85-D5F8-BCC9-3C71-6398DEE331D3}"/>
                </a:ext>
              </a:extLst>
            </p:cNvPr>
            <p:cNvCxnSpPr/>
            <p:nvPr/>
          </p:nvCxnSpPr>
          <p:spPr>
            <a:xfrm>
              <a:off x="8010504" y="2241175"/>
              <a:ext cx="0" cy="2095500"/>
            </a:xfrm>
            <a:prstGeom prst="straightConnector1">
              <a:avLst/>
            </a:prstGeom>
            <a:grpFill/>
            <a:ln w="9525" cap="flat" cmpd="sng">
              <a:solidFill>
                <a:srgbClr val="1AB0A9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1" name="Google Shape;944;p37">
              <a:extLst>
                <a:ext uri="{FF2B5EF4-FFF2-40B4-BE49-F238E27FC236}">
                  <a16:creationId xmlns:a16="http://schemas.microsoft.com/office/drawing/2014/main" id="{2C867C2D-FE0A-2AEC-0092-1F7A9B9F9E83}"/>
                </a:ext>
              </a:extLst>
            </p:cNvPr>
            <p:cNvCxnSpPr/>
            <p:nvPr/>
          </p:nvCxnSpPr>
          <p:spPr>
            <a:xfrm>
              <a:off x="8162215" y="2241175"/>
              <a:ext cx="0" cy="2095500"/>
            </a:xfrm>
            <a:prstGeom prst="straightConnector1">
              <a:avLst/>
            </a:prstGeom>
            <a:grpFill/>
            <a:ln w="9525" cap="flat" cmpd="sng">
              <a:solidFill>
                <a:srgbClr val="1AB0A9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2" name="Google Shape;945;p37">
              <a:extLst>
                <a:ext uri="{FF2B5EF4-FFF2-40B4-BE49-F238E27FC236}">
                  <a16:creationId xmlns:a16="http://schemas.microsoft.com/office/drawing/2014/main" id="{DA22F0A3-F3D1-5330-F027-C1891D98DC9D}"/>
                </a:ext>
              </a:extLst>
            </p:cNvPr>
            <p:cNvCxnSpPr/>
            <p:nvPr/>
          </p:nvCxnSpPr>
          <p:spPr>
            <a:xfrm>
              <a:off x="8313927" y="2241175"/>
              <a:ext cx="0" cy="2095500"/>
            </a:xfrm>
            <a:prstGeom prst="straightConnector1">
              <a:avLst/>
            </a:prstGeom>
            <a:grpFill/>
            <a:ln w="9525" cap="flat" cmpd="sng">
              <a:solidFill>
                <a:srgbClr val="1AB0A9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3" name="Google Shape;946;p37">
              <a:extLst>
                <a:ext uri="{FF2B5EF4-FFF2-40B4-BE49-F238E27FC236}">
                  <a16:creationId xmlns:a16="http://schemas.microsoft.com/office/drawing/2014/main" id="{21E99746-5EDE-B12B-D359-7B5B26F85474}"/>
                </a:ext>
              </a:extLst>
            </p:cNvPr>
            <p:cNvCxnSpPr/>
            <p:nvPr/>
          </p:nvCxnSpPr>
          <p:spPr>
            <a:xfrm>
              <a:off x="7934648" y="2241175"/>
              <a:ext cx="0" cy="2095500"/>
            </a:xfrm>
            <a:prstGeom prst="straightConnector1">
              <a:avLst/>
            </a:prstGeom>
            <a:grpFill/>
            <a:ln w="9525" cap="flat" cmpd="sng">
              <a:solidFill>
                <a:srgbClr val="1AB0A9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4" name="Google Shape;947;p37">
              <a:extLst>
                <a:ext uri="{FF2B5EF4-FFF2-40B4-BE49-F238E27FC236}">
                  <a16:creationId xmlns:a16="http://schemas.microsoft.com/office/drawing/2014/main" id="{91493FCA-AAEC-3076-BA7B-29C2FFC37286}"/>
                </a:ext>
              </a:extLst>
            </p:cNvPr>
            <p:cNvCxnSpPr/>
            <p:nvPr/>
          </p:nvCxnSpPr>
          <p:spPr>
            <a:xfrm>
              <a:off x="8086360" y="2241175"/>
              <a:ext cx="0" cy="2095500"/>
            </a:xfrm>
            <a:prstGeom prst="straightConnector1">
              <a:avLst/>
            </a:prstGeom>
            <a:grpFill/>
            <a:ln w="9525" cap="flat" cmpd="sng">
              <a:solidFill>
                <a:srgbClr val="1AB0A9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5" name="Google Shape;948;p37">
              <a:extLst>
                <a:ext uri="{FF2B5EF4-FFF2-40B4-BE49-F238E27FC236}">
                  <a16:creationId xmlns:a16="http://schemas.microsoft.com/office/drawing/2014/main" id="{8EBD803E-7394-2D33-56D1-63960560B89C}"/>
                </a:ext>
              </a:extLst>
            </p:cNvPr>
            <p:cNvCxnSpPr/>
            <p:nvPr/>
          </p:nvCxnSpPr>
          <p:spPr>
            <a:xfrm>
              <a:off x="8238071" y="2241175"/>
              <a:ext cx="0" cy="2095500"/>
            </a:xfrm>
            <a:prstGeom prst="straightConnector1">
              <a:avLst/>
            </a:prstGeom>
            <a:grpFill/>
            <a:ln w="9525" cap="flat" cmpd="sng">
              <a:solidFill>
                <a:srgbClr val="1AB0A9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6" name="Google Shape;949;p37">
              <a:extLst>
                <a:ext uri="{FF2B5EF4-FFF2-40B4-BE49-F238E27FC236}">
                  <a16:creationId xmlns:a16="http://schemas.microsoft.com/office/drawing/2014/main" id="{E7EED7E6-8F0E-6041-348E-84A9B5446C52}"/>
                </a:ext>
              </a:extLst>
            </p:cNvPr>
            <p:cNvCxnSpPr/>
            <p:nvPr/>
          </p:nvCxnSpPr>
          <p:spPr>
            <a:xfrm>
              <a:off x="8389783" y="2241175"/>
              <a:ext cx="0" cy="2095500"/>
            </a:xfrm>
            <a:prstGeom prst="straightConnector1">
              <a:avLst/>
            </a:prstGeom>
            <a:grpFill/>
            <a:ln w="9525" cap="flat" cmpd="sng">
              <a:solidFill>
                <a:srgbClr val="1AB0A9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7" name="Google Shape;950;p37">
              <a:extLst>
                <a:ext uri="{FF2B5EF4-FFF2-40B4-BE49-F238E27FC236}">
                  <a16:creationId xmlns:a16="http://schemas.microsoft.com/office/drawing/2014/main" id="{5072DE02-3948-BE10-2283-17F28E3FD316}"/>
                </a:ext>
              </a:extLst>
            </p:cNvPr>
            <p:cNvCxnSpPr/>
            <p:nvPr/>
          </p:nvCxnSpPr>
          <p:spPr>
            <a:xfrm>
              <a:off x="8465638" y="2241175"/>
              <a:ext cx="0" cy="2095500"/>
            </a:xfrm>
            <a:prstGeom prst="straightConnector1">
              <a:avLst/>
            </a:prstGeom>
            <a:grpFill/>
            <a:ln w="9525" cap="flat" cmpd="sng">
              <a:solidFill>
                <a:srgbClr val="1AB0A9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8" name="Google Shape;951;p37">
              <a:extLst>
                <a:ext uri="{FF2B5EF4-FFF2-40B4-BE49-F238E27FC236}">
                  <a16:creationId xmlns:a16="http://schemas.microsoft.com/office/drawing/2014/main" id="{FD9F6263-36C2-A5BE-F1B4-4C55373D5268}"/>
                </a:ext>
              </a:extLst>
            </p:cNvPr>
            <p:cNvCxnSpPr/>
            <p:nvPr/>
          </p:nvCxnSpPr>
          <p:spPr>
            <a:xfrm>
              <a:off x="8541494" y="2241175"/>
              <a:ext cx="0" cy="2095500"/>
            </a:xfrm>
            <a:prstGeom prst="straightConnector1">
              <a:avLst/>
            </a:prstGeom>
            <a:grpFill/>
            <a:ln w="9525" cap="flat" cmpd="sng">
              <a:solidFill>
                <a:srgbClr val="1AB0A9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9" name="Google Shape;952;p37">
              <a:extLst>
                <a:ext uri="{FF2B5EF4-FFF2-40B4-BE49-F238E27FC236}">
                  <a16:creationId xmlns:a16="http://schemas.microsoft.com/office/drawing/2014/main" id="{86C7AA03-8618-5087-EA85-0AB43C6CC9E1}"/>
                </a:ext>
              </a:extLst>
            </p:cNvPr>
            <p:cNvCxnSpPr/>
            <p:nvPr/>
          </p:nvCxnSpPr>
          <p:spPr>
            <a:xfrm>
              <a:off x="8617350" y="2241175"/>
              <a:ext cx="0" cy="2095500"/>
            </a:xfrm>
            <a:prstGeom prst="straightConnector1">
              <a:avLst/>
            </a:prstGeom>
            <a:grpFill/>
            <a:ln w="9525" cap="flat" cmpd="sng">
              <a:solidFill>
                <a:srgbClr val="1AB0A9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20" name="Google Shape;954;p37">
            <a:extLst>
              <a:ext uri="{FF2B5EF4-FFF2-40B4-BE49-F238E27FC236}">
                <a16:creationId xmlns:a16="http://schemas.microsoft.com/office/drawing/2014/main" id="{B4891BFB-3FE7-8004-8520-828F6BBC1080}"/>
              </a:ext>
            </a:extLst>
          </p:cNvPr>
          <p:cNvSpPr/>
          <p:nvPr/>
        </p:nvSpPr>
        <p:spPr>
          <a:xfrm>
            <a:off x="0" y="4680042"/>
            <a:ext cx="922564" cy="463274"/>
          </a:xfrm>
          <a:prstGeom prst="rect">
            <a:avLst/>
          </a:prstGeom>
          <a:gradFill>
            <a:gsLst>
              <a:gs pos="33000">
                <a:srgbClr val="23A295"/>
              </a:gs>
              <a:gs pos="0">
                <a:srgbClr val="57F6A2"/>
              </a:gs>
              <a:gs pos="100000">
                <a:srgbClr val="1B2048"/>
              </a:gs>
            </a:gsLst>
            <a:path path="circle">
              <a:fillToRect l="100000" t="100000"/>
            </a:path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dirty="0">
              <a:latin typeface="Maven Pro"/>
              <a:ea typeface="Maven Pro"/>
              <a:cs typeface="Maven Pro"/>
              <a:sym typeface="Maven Pro"/>
            </a:endParaRPr>
          </a:p>
        </p:txBody>
      </p:sp>
      <p:sp>
        <p:nvSpPr>
          <p:cNvPr id="21" name="Google Shape;955;p37">
            <a:extLst>
              <a:ext uri="{FF2B5EF4-FFF2-40B4-BE49-F238E27FC236}">
                <a16:creationId xmlns:a16="http://schemas.microsoft.com/office/drawing/2014/main" id="{72F34F8F-1723-9573-60AC-116274103BF0}"/>
              </a:ext>
            </a:extLst>
          </p:cNvPr>
          <p:cNvSpPr/>
          <p:nvPr/>
        </p:nvSpPr>
        <p:spPr>
          <a:xfrm>
            <a:off x="0" y="4912883"/>
            <a:ext cx="1663658" cy="230641"/>
          </a:xfrm>
          <a:prstGeom prst="round1Rect">
            <a:avLst>
              <a:gd name="adj" fmla="val 50000"/>
            </a:avLst>
          </a:prstGeom>
          <a:solidFill>
            <a:srgbClr val="1B204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latin typeface="Maven Pro"/>
              <a:ea typeface="Maven Pro"/>
              <a:cs typeface="Maven Pro"/>
              <a:sym typeface="Maven Pro"/>
            </a:endParaRPr>
          </a:p>
        </p:txBody>
      </p:sp>
      <p:grpSp>
        <p:nvGrpSpPr>
          <p:cNvPr id="22" name="Agrupar 21">
            <a:extLst>
              <a:ext uri="{FF2B5EF4-FFF2-40B4-BE49-F238E27FC236}">
                <a16:creationId xmlns:a16="http://schemas.microsoft.com/office/drawing/2014/main" id="{732F99C2-B43B-D938-9C0F-BFA692C426AF}"/>
              </a:ext>
            </a:extLst>
          </p:cNvPr>
          <p:cNvGrpSpPr/>
          <p:nvPr/>
        </p:nvGrpSpPr>
        <p:grpSpPr>
          <a:xfrm>
            <a:off x="7070035" y="156184"/>
            <a:ext cx="1722295" cy="405506"/>
            <a:chOff x="4782913" y="272045"/>
            <a:chExt cx="3752189" cy="883435"/>
          </a:xfrm>
        </p:grpSpPr>
        <p:pic>
          <p:nvPicPr>
            <p:cNvPr id="23" name="Imagem 22" descr="Interface gráfica do usuário, Texto&#10;&#10;O conteúdo gerado por IA pode estar incorreto.">
              <a:extLst>
                <a:ext uri="{FF2B5EF4-FFF2-40B4-BE49-F238E27FC236}">
                  <a16:creationId xmlns:a16="http://schemas.microsoft.com/office/drawing/2014/main" id="{83EF0F3C-8FD8-E1AD-05C2-7E80871644A1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4782913" y="272045"/>
              <a:ext cx="3752189" cy="883435"/>
            </a:xfrm>
            <a:prstGeom prst="rect">
              <a:avLst/>
            </a:prstGeom>
          </p:spPr>
        </p:pic>
        <p:cxnSp>
          <p:nvCxnSpPr>
            <p:cNvPr id="24" name="Conector reto 23">
              <a:extLst>
                <a:ext uri="{FF2B5EF4-FFF2-40B4-BE49-F238E27FC236}">
                  <a16:creationId xmlns:a16="http://schemas.microsoft.com/office/drawing/2014/main" id="{AE68C4A9-B251-94C5-E31D-FC7F023C2EB2}"/>
                </a:ext>
              </a:extLst>
            </p:cNvPr>
            <p:cNvCxnSpPr>
              <a:cxnSpLocks/>
            </p:cNvCxnSpPr>
            <p:nvPr/>
          </p:nvCxnSpPr>
          <p:spPr>
            <a:xfrm>
              <a:off x="5253460" y="1066595"/>
              <a:ext cx="3264536" cy="16228"/>
            </a:xfrm>
            <a:prstGeom prst="line">
              <a:avLst/>
            </a:prstGeom>
            <a:ln>
              <a:solidFill>
                <a:srgbClr val="00445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5" name="Google Shape;936;p37">
            <a:extLst>
              <a:ext uri="{FF2B5EF4-FFF2-40B4-BE49-F238E27FC236}">
                <a16:creationId xmlns:a16="http://schemas.microsoft.com/office/drawing/2014/main" id="{81C5F06A-289F-674C-B1ED-2246522C2731}"/>
              </a:ext>
            </a:extLst>
          </p:cNvPr>
          <p:cNvSpPr/>
          <p:nvPr/>
        </p:nvSpPr>
        <p:spPr>
          <a:xfrm rot="16200000" flipH="1" flipV="1">
            <a:off x="-26331" y="5857"/>
            <a:ext cx="636272" cy="583606"/>
          </a:xfrm>
          <a:custGeom>
            <a:avLst/>
            <a:gdLst>
              <a:gd name="connsiteX0" fmla="*/ 0 w 1440059"/>
              <a:gd name="connsiteY0" fmla="*/ 0 h 583600"/>
              <a:gd name="connsiteX1" fmla="*/ 1148259 w 1440059"/>
              <a:gd name="connsiteY1" fmla="*/ 0 h 583600"/>
              <a:gd name="connsiteX2" fmla="*/ 1440059 w 1440059"/>
              <a:gd name="connsiteY2" fmla="*/ 291800 h 583600"/>
              <a:gd name="connsiteX3" fmla="*/ 1440059 w 1440059"/>
              <a:gd name="connsiteY3" fmla="*/ 583600 h 583600"/>
              <a:gd name="connsiteX4" fmla="*/ 0 w 1440059"/>
              <a:gd name="connsiteY4" fmla="*/ 583600 h 583600"/>
              <a:gd name="connsiteX5" fmla="*/ 0 w 1440059"/>
              <a:gd name="connsiteY5" fmla="*/ 0 h 583600"/>
              <a:gd name="connsiteX0" fmla="*/ 612059 w 1440059"/>
              <a:gd name="connsiteY0" fmla="*/ 0 h 583603"/>
              <a:gd name="connsiteX1" fmla="*/ 1148259 w 1440059"/>
              <a:gd name="connsiteY1" fmla="*/ 3 h 583603"/>
              <a:gd name="connsiteX2" fmla="*/ 1440059 w 1440059"/>
              <a:gd name="connsiteY2" fmla="*/ 291803 h 583603"/>
              <a:gd name="connsiteX3" fmla="*/ 1440059 w 1440059"/>
              <a:gd name="connsiteY3" fmla="*/ 583603 h 583603"/>
              <a:gd name="connsiteX4" fmla="*/ 0 w 1440059"/>
              <a:gd name="connsiteY4" fmla="*/ 583603 h 583603"/>
              <a:gd name="connsiteX5" fmla="*/ 612059 w 1440059"/>
              <a:gd name="connsiteY5" fmla="*/ 0 h 583603"/>
              <a:gd name="connsiteX0" fmla="*/ 0 w 828000"/>
              <a:gd name="connsiteY0" fmla="*/ 0 h 583603"/>
              <a:gd name="connsiteX1" fmla="*/ 536200 w 828000"/>
              <a:gd name="connsiteY1" fmla="*/ 3 h 583603"/>
              <a:gd name="connsiteX2" fmla="*/ 828000 w 828000"/>
              <a:gd name="connsiteY2" fmla="*/ 291803 h 583603"/>
              <a:gd name="connsiteX3" fmla="*/ 828000 w 828000"/>
              <a:gd name="connsiteY3" fmla="*/ 583603 h 583603"/>
              <a:gd name="connsiteX4" fmla="*/ 191728 w 828000"/>
              <a:gd name="connsiteY4" fmla="*/ 576229 h 583603"/>
              <a:gd name="connsiteX5" fmla="*/ 0 w 828000"/>
              <a:gd name="connsiteY5" fmla="*/ 0 h 583603"/>
              <a:gd name="connsiteX0" fmla="*/ 14749 w 636272"/>
              <a:gd name="connsiteY0" fmla="*/ 0 h 583606"/>
              <a:gd name="connsiteX1" fmla="*/ 344472 w 636272"/>
              <a:gd name="connsiteY1" fmla="*/ 6 h 583606"/>
              <a:gd name="connsiteX2" fmla="*/ 636272 w 636272"/>
              <a:gd name="connsiteY2" fmla="*/ 291806 h 583606"/>
              <a:gd name="connsiteX3" fmla="*/ 636272 w 636272"/>
              <a:gd name="connsiteY3" fmla="*/ 583606 h 583606"/>
              <a:gd name="connsiteX4" fmla="*/ 0 w 636272"/>
              <a:gd name="connsiteY4" fmla="*/ 576232 h 583606"/>
              <a:gd name="connsiteX5" fmla="*/ 14749 w 636272"/>
              <a:gd name="connsiteY5" fmla="*/ 0 h 5836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36272" h="583606">
                <a:moveTo>
                  <a:pt x="14749" y="0"/>
                </a:moveTo>
                <a:lnTo>
                  <a:pt x="344472" y="6"/>
                </a:lnTo>
                <a:cubicBezTo>
                  <a:pt x="505629" y="6"/>
                  <a:pt x="636272" y="130649"/>
                  <a:pt x="636272" y="291806"/>
                </a:cubicBezTo>
                <a:lnTo>
                  <a:pt x="636272" y="583606"/>
                </a:lnTo>
                <a:lnTo>
                  <a:pt x="0" y="576232"/>
                </a:lnTo>
                <a:lnTo>
                  <a:pt x="14749" y="0"/>
                </a:lnTo>
                <a:close/>
              </a:path>
            </a:pathLst>
          </a:custGeom>
          <a:solidFill>
            <a:srgbClr val="1B204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latin typeface="Maven Pro"/>
              <a:ea typeface="Maven Pro"/>
              <a:cs typeface="Maven Pro"/>
              <a:sym typeface="Maven Pro"/>
            </a:endParaRPr>
          </a:p>
        </p:txBody>
      </p:sp>
      <p:sp>
        <p:nvSpPr>
          <p:cNvPr id="26" name="Google Shape;937;p37">
            <a:extLst>
              <a:ext uri="{FF2B5EF4-FFF2-40B4-BE49-F238E27FC236}">
                <a16:creationId xmlns:a16="http://schemas.microsoft.com/office/drawing/2014/main" id="{DDA65330-F3BD-D40E-7AEF-1D240071F7BD}"/>
              </a:ext>
            </a:extLst>
          </p:cNvPr>
          <p:cNvSpPr/>
          <p:nvPr/>
        </p:nvSpPr>
        <p:spPr>
          <a:xfrm rot="16200000" flipH="1" flipV="1">
            <a:off x="-223281" y="212082"/>
            <a:ext cx="765195" cy="318641"/>
          </a:xfrm>
          <a:custGeom>
            <a:avLst/>
            <a:gdLst>
              <a:gd name="connsiteX0" fmla="*/ 0 w 1745961"/>
              <a:gd name="connsiteY0" fmla="*/ 0 h 318637"/>
              <a:gd name="connsiteX1" fmla="*/ 1586643 w 1745961"/>
              <a:gd name="connsiteY1" fmla="*/ 0 h 318637"/>
              <a:gd name="connsiteX2" fmla="*/ 1745962 w 1745961"/>
              <a:gd name="connsiteY2" fmla="*/ 159319 h 318637"/>
              <a:gd name="connsiteX3" fmla="*/ 1745961 w 1745961"/>
              <a:gd name="connsiteY3" fmla="*/ 318637 h 318637"/>
              <a:gd name="connsiteX4" fmla="*/ 0 w 1745961"/>
              <a:gd name="connsiteY4" fmla="*/ 318637 h 318637"/>
              <a:gd name="connsiteX5" fmla="*/ 0 w 1745961"/>
              <a:gd name="connsiteY5" fmla="*/ 0 h 318637"/>
              <a:gd name="connsiteX0" fmla="*/ 980768 w 1745962"/>
              <a:gd name="connsiteY0" fmla="*/ 0 h 318637"/>
              <a:gd name="connsiteX1" fmla="*/ 1586643 w 1745962"/>
              <a:gd name="connsiteY1" fmla="*/ 0 h 318637"/>
              <a:gd name="connsiteX2" fmla="*/ 1745962 w 1745962"/>
              <a:gd name="connsiteY2" fmla="*/ 159319 h 318637"/>
              <a:gd name="connsiteX3" fmla="*/ 1745961 w 1745962"/>
              <a:gd name="connsiteY3" fmla="*/ 318637 h 318637"/>
              <a:gd name="connsiteX4" fmla="*/ 0 w 1745962"/>
              <a:gd name="connsiteY4" fmla="*/ 318637 h 318637"/>
              <a:gd name="connsiteX5" fmla="*/ 980768 w 1745962"/>
              <a:gd name="connsiteY5" fmla="*/ 0 h 318637"/>
              <a:gd name="connsiteX0" fmla="*/ 1 w 765195"/>
              <a:gd name="connsiteY0" fmla="*/ 0 h 318641"/>
              <a:gd name="connsiteX1" fmla="*/ 605876 w 765195"/>
              <a:gd name="connsiteY1" fmla="*/ 0 h 318641"/>
              <a:gd name="connsiteX2" fmla="*/ 765195 w 765195"/>
              <a:gd name="connsiteY2" fmla="*/ 159319 h 318641"/>
              <a:gd name="connsiteX3" fmla="*/ 765194 w 765195"/>
              <a:gd name="connsiteY3" fmla="*/ 318637 h 318641"/>
              <a:gd name="connsiteX4" fmla="*/ 0 w 765195"/>
              <a:gd name="connsiteY4" fmla="*/ 318641 h 318641"/>
              <a:gd name="connsiteX5" fmla="*/ 1 w 765195"/>
              <a:gd name="connsiteY5" fmla="*/ 0 h 3186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765195" h="318641">
                <a:moveTo>
                  <a:pt x="1" y="0"/>
                </a:moveTo>
                <a:lnTo>
                  <a:pt x="605876" y="0"/>
                </a:lnTo>
                <a:cubicBezTo>
                  <a:pt x="693865" y="0"/>
                  <a:pt x="765195" y="71330"/>
                  <a:pt x="765195" y="159319"/>
                </a:cubicBezTo>
                <a:cubicBezTo>
                  <a:pt x="765195" y="212425"/>
                  <a:pt x="765194" y="265531"/>
                  <a:pt x="765194" y="318637"/>
                </a:cubicBezTo>
                <a:lnTo>
                  <a:pt x="0" y="318641"/>
                </a:lnTo>
                <a:cubicBezTo>
                  <a:pt x="0" y="212427"/>
                  <a:pt x="1" y="106214"/>
                  <a:pt x="1" y="0"/>
                </a:cubicBezTo>
                <a:close/>
              </a:path>
            </a:pathLst>
          </a:custGeom>
          <a:gradFill flip="none" rotWithShape="1">
            <a:gsLst>
              <a:gs pos="63000">
                <a:srgbClr val="06D1D7"/>
              </a:gs>
              <a:gs pos="33000">
                <a:srgbClr val="23A295"/>
              </a:gs>
              <a:gs pos="0">
                <a:srgbClr val="57F6A2"/>
              </a:gs>
              <a:gs pos="100000">
                <a:srgbClr val="1B2048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latin typeface="Maven Pro"/>
              <a:ea typeface="Maven Pro"/>
              <a:cs typeface="Maven Pro"/>
              <a:sym typeface="Maven Pro"/>
            </a:endParaRPr>
          </a:p>
        </p:txBody>
      </p:sp>
      <p:grpSp>
        <p:nvGrpSpPr>
          <p:cNvPr id="28" name="Google Shape;938;p37">
            <a:extLst>
              <a:ext uri="{FF2B5EF4-FFF2-40B4-BE49-F238E27FC236}">
                <a16:creationId xmlns:a16="http://schemas.microsoft.com/office/drawing/2014/main" id="{F6269859-D350-B81F-9AFE-8C4495FAA707}"/>
              </a:ext>
            </a:extLst>
          </p:cNvPr>
          <p:cNvGrpSpPr/>
          <p:nvPr/>
        </p:nvGrpSpPr>
        <p:grpSpPr>
          <a:xfrm rot="16200000">
            <a:off x="720348" y="-178200"/>
            <a:ext cx="368002" cy="860760"/>
            <a:chOff x="8238071" y="2241175"/>
            <a:chExt cx="379279" cy="2095500"/>
          </a:xfrm>
          <a:gradFill>
            <a:gsLst>
              <a:gs pos="53000">
                <a:srgbClr val="23A295"/>
              </a:gs>
              <a:gs pos="0">
                <a:srgbClr val="57F6A2"/>
              </a:gs>
              <a:gs pos="100000">
                <a:srgbClr val="1B2048"/>
              </a:gs>
            </a:gsLst>
            <a:lin ang="5400000" scaled="1"/>
          </a:gradFill>
        </p:grpSpPr>
        <p:cxnSp>
          <p:nvCxnSpPr>
            <p:cNvPr id="29" name="Google Shape;945;p37">
              <a:extLst>
                <a:ext uri="{FF2B5EF4-FFF2-40B4-BE49-F238E27FC236}">
                  <a16:creationId xmlns:a16="http://schemas.microsoft.com/office/drawing/2014/main" id="{51ADFFE1-F0D0-327B-7563-950B155329AD}"/>
                </a:ext>
              </a:extLst>
            </p:cNvPr>
            <p:cNvCxnSpPr/>
            <p:nvPr/>
          </p:nvCxnSpPr>
          <p:spPr>
            <a:xfrm>
              <a:off x="8313927" y="2241175"/>
              <a:ext cx="0" cy="2095500"/>
            </a:xfrm>
            <a:prstGeom prst="straightConnector1">
              <a:avLst/>
            </a:prstGeom>
            <a:grpFill/>
            <a:ln w="9525" cap="flat" cmpd="sng">
              <a:solidFill>
                <a:srgbClr val="1AB0A9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0" name="Google Shape;948;p37">
              <a:extLst>
                <a:ext uri="{FF2B5EF4-FFF2-40B4-BE49-F238E27FC236}">
                  <a16:creationId xmlns:a16="http://schemas.microsoft.com/office/drawing/2014/main" id="{537641A4-C8C4-3BB6-4C1B-D2681DEC7315}"/>
                </a:ext>
              </a:extLst>
            </p:cNvPr>
            <p:cNvCxnSpPr/>
            <p:nvPr/>
          </p:nvCxnSpPr>
          <p:spPr>
            <a:xfrm>
              <a:off x="8238071" y="2241175"/>
              <a:ext cx="0" cy="2095500"/>
            </a:xfrm>
            <a:prstGeom prst="straightConnector1">
              <a:avLst/>
            </a:prstGeom>
            <a:grpFill/>
            <a:ln w="9525" cap="flat" cmpd="sng">
              <a:solidFill>
                <a:srgbClr val="1AB0A9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1" name="Google Shape;949;p37">
              <a:extLst>
                <a:ext uri="{FF2B5EF4-FFF2-40B4-BE49-F238E27FC236}">
                  <a16:creationId xmlns:a16="http://schemas.microsoft.com/office/drawing/2014/main" id="{75317227-6373-6A55-A1BC-F50B587A0352}"/>
                </a:ext>
              </a:extLst>
            </p:cNvPr>
            <p:cNvCxnSpPr/>
            <p:nvPr/>
          </p:nvCxnSpPr>
          <p:spPr>
            <a:xfrm>
              <a:off x="8389783" y="2241175"/>
              <a:ext cx="0" cy="2095500"/>
            </a:xfrm>
            <a:prstGeom prst="straightConnector1">
              <a:avLst/>
            </a:prstGeom>
            <a:grpFill/>
            <a:ln w="9525" cap="flat" cmpd="sng">
              <a:solidFill>
                <a:srgbClr val="1AB0A9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2" name="Google Shape;950;p37">
              <a:extLst>
                <a:ext uri="{FF2B5EF4-FFF2-40B4-BE49-F238E27FC236}">
                  <a16:creationId xmlns:a16="http://schemas.microsoft.com/office/drawing/2014/main" id="{3A7659AA-2318-EF2A-684F-05B0A9040644}"/>
                </a:ext>
              </a:extLst>
            </p:cNvPr>
            <p:cNvCxnSpPr/>
            <p:nvPr/>
          </p:nvCxnSpPr>
          <p:spPr>
            <a:xfrm>
              <a:off x="8465638" y="2241175"/>
              <a:ext cx="0" cy="2095500"/>
            </a:xfrm>
            <a:prstGeom prst="straightConnector1">
              <a:avLst/>
            </a:prstGeom>
            <a:grpFill/>
            <a:ln w="9525" cap="flat" cmpd="sng">
              <a:solidFill>
                <a:srgbClr val="1AB0A9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3" name="Google Shape;951;p37">
              <a:extLst>
                <a:ext uri="{FF2B5EF4-FFF2-40B4-BE49-F238E27FC236}">
                  <a16:creationId xmlns:a16="http://schemas.microsoft.com/office/drawing/2014/main" id="{A442FAD2-3576-507E-67EA-5D6111C00A85}"/>
                </a:ext>
              </a:extLst>
            </p:cNvPr>
            <p:cNvCxnSpPr/>
            <p:nvPr/>
          </p:nvCxnSpPr>
          <p:spPr>
            <a:xfrm>
              <a:off x="8541494" y="2241175"/>
              <a:ext cx="0" cy="2095500"/>
            </a:xfrm>
            <a:prstGeom prst="straightConnector1">
              <a:avLst/>
            </a:prstGeom>
            <a:grpFill/>
            <a:ln w="9525" cap="flat" cmpd="sng">
              <a:solidFill>
                <a:srgbClr val="1AB0A9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4" name="Google Shape;952;p37">
              <a:extLst>
                <a:ext uri="{FF2B5EF4-FFF2-40B4-BE49-F238E27FC236}">
                  <a16:creationId xmlns:a16="http://schemas.microsoft.com/office/drawing/2014/main" id="{A44CA373-11E5-AA73-2D93-91A6008FD127}"/>
                </a:ext>
              </a:extLst>
            </p:cNvPr>
            <p:cNvCxnSpPr/>
            <p:nvPr/>
          </p:nvCxnSpPr>
          <p:spPr>
            <a:xfrm>
              <a:off x="8617350" y="2241175"/>
              <a:ext cx="0" cy="2095500"/>
            </a:xfrm>
            <a:prstGeom prst="straightConnector1">
              <a:avLst/>
            </a:prstGeom>
            <a:grpFill/>
            <a:ln w="9525" cap="flat" cmpd="sng">
              <a:solidFill>
                <a:srgbClr val="1AB0A9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27" name="Google Shape;937;p37">
            <a:extLst>
              <a:ext uri="{FF2B5EF4-FFF2-40B4-BE49-F238E27FC236}">
                <a16:creationId xmlns:a16="http://schemas.microsoft.com/office/drawing/2014/main" id="{07C9EA33-0A15-8496-ADA2-D545C9FEC1EB}"/>
              </a:ext>
            </a:extLst>
          </p:cNvPr>
          <p:cNvSpPr/>
          <p:nvPr/>
        </p:nvSpPr>
        <p:spPr>
          <a:xfrm flipH="1" flipV="1">
            <a:off x="8773117" y="52"/>
            <a:ext cx="369846" cy="249032"/>
          </a:xfrm>
          <a:custGeom>
            <a:avLst/>
            <a:gdLst>
              <a:gd name="connsiteX0" fmla="*/ 0 w 1414234"/>
              <a:gd name="connsiteY0" fmla="*/ 0 h 258097"/>
              <a:gd name="connsiteX1" fmla="*/ 1285186 w 1414234"/>
              <a:gd name="connsiteY1" fmla="*/ 0 h 258097"/>
              <a:gd name="connsiteX2" fmla="*/ 1414235 w 1414234"/>
              <a:gd name="connsiteY2" fmla="*/ 129049 h 258097"/>
              <a:gd name="connsiteX3" fmla="*/ 1414234 w 1414234"/>
              <a:gd name="connsiteY3" fmla="*/ 258097 h 258097"/>
              <a:gd name="connsiteX4" fmla="*/ 0 w 1414234"/>
              <a:gd name="connsiteY4" fmla="*/ 258097 h 258097"/>
              <a:gd name="connsiteX5" fmla="*/ 0 w 1414234"/>
              <a:gd name="connsiteY5" fmla="*/ 0 h 258097"/>
              <a:gd name="connsiteX0" fmla="*/ 0 w 1414235"/>
              <a:gd name="connsiteY0" fmla="*/ 0 h 258097"/>
              <a:gd name="connsiteX1" fmla="*/ 1285186 w 1414235"/>
              <a:gd name="connsiteY1" fmla="*/ 0 h 258097"/>
              <a:gd name="connsiteX2" fmla="*/ 1414235 w 1414235"/>
              <a:gd name="connsiteY2" fmla="*/ 129049 h 258097"/>
              <a:gd name="connsiteX3" fmla="*/ 1414234 w 1414235"/>
              <a:gd name="connsiteY3" fmla="*/ 258097 h 258097"/>
              <a:gd name="connsiteX4" fmla="*/ 243348 w 1414235"/>
              <a:gd name="connsiteY4" fmla="*/ 258097 h 258097"/>
              <a:gd name="connsiteX5" fmla="*/ 0 w 1414235"/>
              <a:gd name="connsiteY5" fmla="*/ 0 h 258097"/>
              <a:gd name="connsiteX0" fmla="*/ 0 w 1178260"/>
              <a:gd name="connsiteY0" fmla="*/ 7374 h 258097"/>
              <a:gd name="connsiteX1" fmla="*/ 1049211 w 1178260"/>
              <a:gd name="connsiteY1" fmla="*/ 0 h 258097"/>
              <a:gd name="connsiteX2" fmla="*/ 1178260 w 1178260"/>
              <a:gd name="connsiteY2" fmla="*/ 129049 h 258097"/>
              <a:gd name="connsiteX3" fmla="*/ 1178259 w 1178260"/>
              <a:gd name="connsiteY3" fmla="*/ 258097 h 258097"/>
              <a:gd name="connsiteX4" fmla="*/ 7373 w 1178260"/>
              <a:gd name="connsiteY4" fmla="*/ 258097 h 258097"/>
              <a:gd name="connsiteX5" fmla="*/ 0 w 1178260"/>
              <a:gd name="connsiteY5" fmla="*/ 7374 h 258097"/>
              <a:gd name="connsiteX0" fmla="*/ 0 w 1178260"/>
              <a:gd name="connsiteY0" fmla="*/ 7374 h 265471"/>
              <a:gd name="connsiteX1" fmla="*/ 1049211 w 1178260"/>
              <a:gd name="connsiteY1" fmla="*/ 0 h 265471"/>
              <a:gd name="connsiteX2" fmla="*/ 1178260 w 1178260"/>
              <a:gd name="connsiteY2" fmla="*/ 129049 h 265471"/>
              <a:gd name="connsiteX3" fmla="*/ 1178259 w 1178260"/>
              <a:gd name="connsiteY3" fmla="*/ 258097 h 265471"/>
              <a:gd name="connsiteX4" fmla="*/ 619431 w 1178260"/>
              <a:gd name="connsiteY4" fmla="*/ 265471 h 265471"/>
              <a:gd name="connsiteX5" fmla="*/ 0 w 1178260"/>
              <a:gd name="connsiteY5" fmla="*/ 7374 h 265471"/>
              <a:gd name="connsiteX0" fmla="*/ 0 w 566202"/>
              <a:gd name="connsiteY0" fmla="*/ 0 h 280219"/>
              <a:gd name="connsiteX1" fmla="*/ 437153 w 566202"/>
              <a:gd name="connsiteY1" fmla="*/ 14748 h 280219"/>
              <a:gd name="connsiteX2" fmla="*/ 566202 w 566202"/>
              <a:gd name="connsiteY2" fmla="*/ 143797 h 280219"/>
              <a:gd name="connsiteX3" fmla="*/ 566201 w 566202"/>
              <a:gd name="connsiteY3" fmla="*/ 272845 h 280219"/>
              <a:gd name="connsiteX4" fmla="*/ 7373 w 566202"/>
              <a:gd name="connsiteY4" fmla="*/ 280219 h 280219"/>
              <a:gd name="connsiteX5" fmla="*/ 0 w 566202"/>
              <a:gd name="connsiteY5" fmla="*/ 0 h 280219"/>
              <a:gd name="connsiteX0" fmla="*/ 0 w 566202"/>
              <a:gd name="connsiteY0" fmla="*/ 0 h 280219"/>
              <a:gd name="connsiteX1" fmla="*/ 437153 w 566202"/>
              <a:gd name="connsiteY1" fmla="*/ 14748 h 280219"/>
              <a:gd name="connsiteX2" fmla="*/ 566202 w 566202"/>
              <a:gd name="connsiteY2" fmla="*/ 143797 h 280219"/>
              <a:gd name="connsiteX3" fmla="*/ 566201 w 566202"/>
              <a:gd name="connsiteY3" fmla="*/ 272845 h 280219"/>
              <a:gd name="connsiteX4" fmla="*/ 58992 w 566202"/>
              <a:gd name="connsiteY4" fmla="*/ 280219 h 280219"/>
              <a:gd name="connsiteX5" fmla="*/ 0 w 566202"/>
              <a:gd name="connsiteY5" fmla="*/ 0 h 280219"/>
              <a:gd name="connsiteX0" fmla="*/ 0 w 566202"/>
              <a:gd name="connsiteY0" fmla="*/ 0 h 272845"/>
              <a:gd name="connsiteX1" fmla="*/ 437153 w 566202"/>
              <a:gd name="connsiteY1" fmla="*/ 14748 h 272845"/>
              <a:gd name="connsiteX2" fmla="*/ 566202 w 566202"/>
              <a:gd name="connsiteY2" fmla="*/ 143797 h 272845"/>
              <a:gd name="connsiteX3" fmla="*/ 566201 w 566202"/>
              <a:gd name="connsiteY3" fmla="*/ 272845 h 272845"/>
              <a:gd name="connsiteX4" fmla="*/ 209118 w 566202"/>
              <a:gd name="connsiteY4" fmla="*/ 262022 h 272845"/>
              <a:gd name="connsiteX5" fmla="*/ 0 w 566202"/>
              <a:gd name="connsiteY5" fmla="*/ 0 h 272845"/>
              <a:gd name="connsiteX0" fmla="*/ 0 w 366035"/>
              <a:gd name="connsiteY0" fmla="*/ 0 h 272845"/>
              <a:gd name="connsiteX1" fmla="*/ 236986 w 366035"/>
              <a:gd name="connsiteY1" fmla="*/ 14748 h 272845"/>
              <a:gd name="connsiteX2" fmla="*/ 366035 w 366035"/>
              <a:gd name="connsiteY2" fmla="*/ 143797 h 272845"/>
              <a:gd name="connsiteX3" fmla="*/ 366034 w 366035"/>
              <a:gd name="connsiteY3" fmla="*/ 272845 h 272845"/>
              <a:gd name="connsiteX4" fmla="*/ 8951 w 366035"/>
              <a:gd name="connsiteY4" fmla="*/ 262022 h 272845"/>
              <a:gd name="connsiteX5" fmla="*/ 0 w 366035"/>
              <a:gd name="connsiteY5" fmla="*/ 0 h 272845"/>
              <a:gd name="connsiteX0" fmla="*/ 0 w 366035"/>
              <a:gd name="connsiteY0" fmla="*/ 0 h 272845"/>
              <a:gd name="connsiteX1" fmla="*/ 236986 w 366035"/>
              <a:gd name="connsiteY1" fmla="*/ 14748 h 272845"/>
              <a:gd name="connsiteX2" fmla="*/ 366035 w 366035"/>
              <a:gd name="connsiteY2" fmla="*/ 143797 h 272845"/>
              <a:gd name="connsiteX3" fmla="*/ 366034 w 366035"/>
              <a:gd name="connsiteY3" fmla="*/ 272845 h 272845"/>
              <a:gd name="connsiteX4" fmla="*/ 99438 w 366035"/>
              <a:gd name="connsiteY4" fmla="*/ 247734 h 272845"/>
              <a:gd name="connsiteX5" fmla="*/ 0 w 366035"/>
              <a:gd name="connsiteY5" fmla="*/ 0 h 272845"/>
              <a:gd name="connsiteX0" fmla="*/ 0 w 366035"/>
              <a:gd name="connsiteY0" fmla="*/ 0 h 272845"/>
              <a:gd name="connsiteX1" fmla="*/ 236986 w 366035"/>
              <a:gd name="connsiteY1" fmla="*/ 14748 h 272845"/>
              <a:gd name="connsiteX2" fmla="*/ 366035 w 366035"/>
              <a:gd name="connsiteY2" fmla="*/ 143797 h 272845"/>
              <a:gd name="connsiteX3" fmla="*/ 366034 w 366035"/>
              <a:gd name="connsiteY3" fmla="*/ 272845 h 272845"/>
              <a:gd name="connsiteX4" fmla="*/ 25619 w 366035"/>
              <a:gd name="connsiteY4" fmla="*/ 259641 h 272845"/>
              <a:gd name="connsiteX5" fmla="*/ 0 w 366035"/>
              <a:gd name="connsiteY5" fmla="*/ 0 h 272845"/>
              <a:gd name="connsiteX0" fmla="*/ 5337 w 340416"/>
              <a:gd name="connsiteY0" fmla="*/ 0 h 268083"/>
              <a:gd name="connsiteX1" fmla="*/ 211367 w 340416"/>
              <a:gd name="connsiteY1" fmla="*/ 9986 h 268083"/>
              <a:gd name="connsiteX2" fmla="*/ 340416 w 340416"/>
              <a:gd name="connsiteY2" fmla="*/ 139035 h 268083"/>
              <a:gd name="connsiteX3" fmla="*/ 340415 w 340416"/>
              <a:gd name="connsiteY3" fmla="*/ 268083 h 268083"/>
              <a:gd name="connsiteX4" fmla="*/ 0 w 340416"/>
              <a:gd name="connsiteY4" fmla="*/ 254879 h 268083"/>
              <a:gd name="connsiteX5" fmla="*/ 5337 w 340416"/>
              <a:gd name="connsiteY5" fmla="*/ 0 h 268083"/>
              <a:gd name="connsiteX0" fmla="*/ 5337 w 353901"/>
              <a:gd name="connsiteY0" fmla="*/ 0 h 254879"/>
              <a:gd name="connsiteX1" fmla="*/ 211367 w 353901"/>
              <a:gd name="connsiteY1" fmla="*/ 9986 h 254879"/>
              <a:gd name="connsiteX2" fmla="*/ 340416 w 353901"/>
              <a:gd name="connsiteY2" fmla="*/ 139035 h 254879"/>
              <a:gd name="connsiteX3" fmla="*/ 349940 w 353901"/>
              <a:gd name="connsiteY3" fmla="*/ 253795 h 254879"/>
              <a:gd name="connsiteX4" fmla="*/ 0 w 353901"/>
              <a:gd name="connsiteY4" fmla="*/ 254879 h 254879"/>
              <a:gd name="connsiteX5" fmla="*/ 5337 w 353901"/>
              <a:gd name="connsiteY5" fmla="*/ 0 h 254879"/>
              <a:gd name="connsiteX0" fmla="*/ 7718 w 356282"/>
              <a:gd name="connsiteY0" fmla="*/ 0 h 253795"/>
              <a:gd name="connsiteX1" fmla="*/ 213748 w 356282"/>
              <a:gd name="connsiteY1" fmla="*/ 9986 h 253795"/>
              <a:gd name="connsiteX2" fmla="*/ 342797 w 356282"/>
              <a:gd name="connsiteY2" fmla="*/ 139035 h 253795"/>
              <a:gd name="connsiteX3" fmla="*/ 352321 w 356282"/>
              <a:gd name="connsiteY3" fmla="*/ 253795 h 253795"/>
              <a:gd name="connsiteX4" fmla="*/ 0 w 356282"/>
              <a:gd name="connsiteY4" fmla="*/ 226304 h 253795"/>
              <a:gd name="connsiteX5" fmla="*/ 7718 w 356282"/>
              <a:gd name="connsiteY5" fmla="*/ 0 h 253795"/>
              <a:gd name="connsiteX0" fmla="*/ 574 w 349138"/>
              <a:gd name="connsiteY0" fmla="*/ 0 h 257260"/>
              <a:gd name="connsiteX1" fmla="*/ 206604 w 349138"/>
              <a:gd name="connsiteY1" fmla="*/ 9986 h 257260"/>
              <a:gd name="connsiteX2" fmla="*/ 335653 w 349138"/>
              <a:gd name="connsiteY2" fmla="*/ 139035 h 257260"/>
              <a:gd name="connsiteX3" fmla="*/ 345177 w 349138"/>
              <a:gd name="connsiteY3" fmla="*/ 253795 h 257260"/>
              <a:gd name="connsiteX4" fmla="*/ 0 w 349138"/>
              <a:gd name="connsiteY4" fmla="*/ 257260 h 257260"/>
              <a:gd name="connsiteX5" fmla="*/ 574 w 349138"/>
              <a:gd name="connsiteY5" fmla="*/ 0 h 257260"/>
              <a:gd name="connsiteX0" fmla="*/ 574 w 359486"/>
              <a:gd name="connsiteY0" fmla="*/ 0 h 257260"/>
              <a:gd name="connsiteX1" fmla="*/ 206604 w 359486"/>
              <a:gd name="connsiteY1" fmla="*/ 9986 h 257260"/>
              <a:gd name="connsiteX2" fmla="*/ 335653 w 359486"/>
              <a:gd name="connsiteY2" fmla="*/ 139035 h 257260"/>
              <a:gd name="connsiteX3" fmla="*/ 359464 w 359486"/>
              <a:gd name="connsiteY3" fmla="*/ 253795 h 257260"/>
              <a:gd name="connsiteX4" fmla="*/ 0 w 359486"/>
              <a:gd name="connsiteY4" fmla="*/ 257260 h 257260"/>
              <a:gd name="connsiteX5" fmla="*/ 574 w 359486"/>
              <a:gd name="connsiteY5" fmla="*/ 0 h 257260"/>
              <a:gd name="connsiteX0" fmla="*/ 574 w 359486"/>
              <a:gd name="connsiteY0" fmla="*/ 0 h 257260"/>
              <a:gd name="connsiteX1" fmla="*/ 206604 w 359486"/>
              <a:gd name="connsiteY1" fmla="*/ 9986 h 257260"/>
              <a:gd name="connsiteX2" fmla="*/ 335653 w 359486"/>
              <a:gd name="connsiteY2" fmla="*/ 110460 h 257260"/>
              <a:gd name="connsiteX3" fmla="*/ 359464 w 359486"/>
              <a:gd name="connsiteY3" fmla="*/ 253795 h 257260"/>
              <a:gd name="connsiteX4" fmla="*/ 0 w 359486"/>
              <a:gd name="connsiteY4" fmla="*/ 257260 h 257260"/>
              <a:gd name="connsiteX5" fmla="*/ 574 w 359486"/>
              <a:gd name="connsiteY5" fmla="*/ 0 h 257260"/>
              <a:gd name="connsiteX0" fmla="*/ 574 w 365269"/>
              <a:gd name="connsiteY0" fmla="*/ 0 h 257260"/>
              <a:gd name="connsiteX1" fmla="*/ 206604 w 365269"/>
              <a:gd name="connsiteY1" fmla="*/ 9986 h 257260"/>
              <a:gd name="connsiteX2" fmla="*/ 359464 w 365269"/>
              <a:gd name="connsiteY2" fmla="*/ 253795 h 257260"/>
              <a:gd name="connsiteX3" fmla="*/ 0 w 365269"/>
              <a:gd name="connsiteY3" fmla="*/ 257260 h 257260"/>
              <a:gd name="connsiteX4" fmla="*/ 574 w 365269"/>
              <a:gd name="connsiteY4" fmla="*/ 0 h 257260"/>
              <a:gd name="connsiteX0" fmla="*/ 574 w 369846"/>
              <a:gd name="connsiteY0" fmla="*/ 0 h 257260"/>
              <a:gd name="connsiteX1" fmla="*/ 206604 w 369846"/>
              <a:gd name="connsiteY1" fmla="*/ 9986 h 257260"/>
              <a:gd name="connsiteX2" fmla="*/ 359464 w 369846"/>
              <a:gd name="connsiteY2" fmla="*/ 253795 h 257260"/>
              <a:gd name="connsiteX3" fmla="*/ 0 w 369846"/>
              <a:gd name="connsiteY3" fmla="*/ 257260 h 257260"/>
              <a:gd name="connsiteX4" fmla="*/ 574 w 369846"/>
              <a:gd name="connsiteY4" fmla="*/ 0 h 257260"/>
              <a:gd name="connsiteX0" fmla="*/ 574 w 369846"/>
              <a:gd name="connsiteY0" fmla="*/ 0 h 252497"/>
              <a:gd name="connsiteX1" fmla="*/ 206604 w 369846"/>
              <a:gd name="connsiteY1" fmla="*/ 5223 h 252497"/>
              <a:gd name="connsiteX2" fmla="*/ 359464 w 369846"/>
              <a:gd name="connsiteY2" fmla="*/ 249032 h 252497"/>
              <a:gd name="connsiteX3" fmla="*/ 0 w 369846"/>
              <a:gd name="connsiteY3" fmla="*/ 252497 h 252497"/>
              <a:gd name="connsiteX4" fmla="*/ 574 w 369846"/>
              <a:gd name="connsiteY4" fmla="*/ 0 h 252497"/>
              <a:gd name="connsiteX0" fmla="*/ 574 w 369846"/>
              <a:gd name="connsiteY0" fmla="*/ 0 h 249032"/>
              <a:gd name="connsiteX1" fmla="*/ 206604 w 369846"/>
              <a:gd name="connsiteY1" fmla="*/ 5223 h 249032"/>
              <a:gd name="connsiteX2" fmla="*/ 359464 w 369846"/>
              <a:gd name="connsiteY2" fmla="*/ 249032 h 249032"/>
              <a:gd name="connsiteX3" fmla="*/ 0 w 369846"/>
              <a:gd name="connsiteY3" fmla="*/ 245353 h 249032"/>
              <a:gd name="connsiteX4" fmla="*/ 574 w 369846"/>
              <a:gd name="connsiteY4" fmla="*/ 0 h 2490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69846" h="249032">
                <a:moveTo>
                  <a:pt x="574" y="0"/>
                </a:moveTo>
                <a:lnTo>
                  <a:pt x="206604" y="5223"/>
                </a:lnTo>
                <a:cubicBezTo>
                  <a:pt x="342619" y="42759"/>
                  <a:pt x="393898" y="207820"/>
                  <a:pt x="359464" y="249032"/>
                </a:cubicBezTo>
                <a:lnTo>
                  <a:pt x="0" y="245353"/>
                </a:lnTo>
                <a:cubicBezTo>
                  <a:pt x="191" y="159600"/>
                  <a:pt x="383" y="85753"/>
                  <a:pt x="574" y="0"/>
                </a:cubicBezTo>
                <a:close/>
              </a:path>
            </a:pathLst>
          </a:custGeom>
          <a:gradFill flip="none" rotWithShape="1">
            <a:gsLst>
              <a:gs pos="63000">
                <a:srgbClr val="06D1D7"/>
              </a:gs>
              <a:gs pos="33000">
                <a:srgbClr val="23A295"/>
              </a:gs>
              <a:gs pos="0">
                <a:srgbClr val="57F6A2"/>
              </a:gs>
              <a:gs pos="100000">
                <a:srgbClr val="1B2048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latin typeface="Maven Pro"/>
              <a:ea typeface="Maven Pro"/>
              <a:cs typeface="Maven Pro"/>
              <a:sym typeface="Maven Pro"/>
            </a:endParaRPr>
          </a:p>
        </p:txBody>
      </p:sp>
      <p:sp>
        <p:nvSpPr>
          <p:cNvPr id="36" name="Título 1">
            <a:extLst>
              <a:ext uri="{FF2B5EF4-FFF2-40B4-BE49-F238E27FC236}">
                <a16:creationId xmlns:a16="http://schemas.microsoft.com/office/drawing/2014/main" id="{18439791-8BE7-2567-D770-232257BFEBE0}"/>
              </a:ext>
            </a:extLst>
          </p:cNvPr>
          <p:cNvSpPr txBox="1">
            <a:spLocks/>
          </p:cNvSpPr>
          <p:nvPr/>
        </p:nvSpPr>
        <p:spPr>
          <a:xfrm>
            <a:off x="675324" y="478163"/>
            <a:ext cx="6511129" cy="7651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Montserrat"/>
              <a:buNone/>
              <a:defRPr sz="52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Montserrat"/>
              <a:buNone/>
              <a:defRPr sz="52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Montserrat"/>
              <a:buNone/>
              <a:defRPr sz="52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Montserrat"/>
              <a:buNone/>
              <a:defRPr sz="52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Montserrat"/>
              <a:buNone/>
              <a:defRPr sz="52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Montserrat"/>
              <a:buNone/>
              <a:defRPr sz="52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Montserrat"/>
              <a:buNone/>
              <a:defRPr sz="52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Montserrat"/>
              <a:buNone/>
              <a:defRPr sz="52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Montserrat"/>
              <a:buNone/>
              <a:defRPr sz="52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r>
              <a:rPr lang="pt-BR" sz="1800" dirty="0">
                <a:solidFill>
                  <a:schemeClr val="bg1"/>
                </a:solidFill>
              </a:rPr>
              <a:t>TR - Clusterização semântica, consenso e governança da classificação </a:t>
            </a:r>
          </a:p>
        </p:txBody>
      </p:sp>
      <p:cxnSp>
        <p:nvCxnSpPr>
          <p:cNvPr id="37" name="Conector reto 36">
            <a:extLst>
              <a:ext uri="{FF2B5EF4-FFF2-40B4-BE49-F238E27FC236}">
                <a16:creationId xmlns:a16="http://schemas.microsoft.com/office/drawing/2014/main" id="{D9EA9DA4-94F3-AB9C-6986-89E9EBBF6678}"/>
              </a:ext>
            </a:extLst>
          </p:cNvPr>
          <p:cNvCxnSpPr>
            <a:cxnSpLocks/>
          </p:cNvCxnSpPr>
          <p:nvPr/>
        </p:nvCxnSpPr>
        <p:spPr>
          <a:xfrm>
            <a:off x="-5" y="1165521"/>
            <a:ext cx="3581405" cy="0"/>
          </a:xfrm>
          <a:prstGeom prst="line">
            <a:avLst/>
          </a:prstGeom>
          <a:ln>
            <a:solidFill>
              <a:srgbClr val="00445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Google Shape;997;p39">
            <a:extLst>
              <a:ext uri="{FF2B5EF4-FFF2-40B4-BE49-F238E27FC236}">
                <a16:creationId xmlns:a16="http://schemas.microsoft.com/office/drawing/2014/main" id="{69F8A033-AAAA-349F-4023-06A6647D58EC}"/>
              </a:ext>
            </a:extLst>
          </p:cNvPr>
          <p:cNvSpPr txBox="1">
            <a:spLocks/>
          </p:cNvSpPr>
          <p:nvPr/>
        </p:nvSpPr>
        <p:spPr>
          <a:xfrm>
            <a:off x="831829" y="1285328"/>
            <a:ext cx="6603656" cy="3857987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pt-BR" dirty="0"/>
              <a:t>Métodos como </a:t>
            </a:r>
            <a:r>
              <a:rPr lang="pt-BR" b="1" dirty="0" err="1"/>
              <a:t>Sentence</a:t>
            </a:r>
            <a:r>
              <a:rPr lang="pt-BR" b="1" dirty="0"/>
              <a:t>-BERT, </a:t>
            </a:r>
            <a:r>
              <a:rPr lang="pt-BR" b="1" dirty="0" err="1"/>
              <a:t>BERTopic</a:t>
            </a:r>
            <a:r>
              <a:rPr lang="pt-BR" b="1" dirty="0"/>
              <a:t> e Top2Vec</a:t>
            </a:r>
            <a:r>
              <a:rPr lang="pt-BR" dirty="0"/>
              <a:t> permitem representar textos por similaridade semântica. </a:t>
            </a:r>
          </a:p>
          <a:p>
            <a:r>
              <a:rPr lang="pt-BR" dirty="0"/>
              <a:t>Técnicas como </a:t>
            </a:r>
            <a:r>
              <a:rPr lang="pt-BR" b="1" dirty="0"/>
              <a:t>K-</a:t>
            </a:r>
            <a:r>
              <a:rPr lang="pt-BR" b="1" dirty="0" err="1"/>
              <a:t>means</a:t>
            </a:r>
            <a:r>
              <a:rPr lang="pt-BR" b="1" dirty="0"/>
              <a:t>, agrupamento hierárquico e HDBSCAN</a:t>
            </a:r>
            <a:r>
              <a:rPr lang="pt-BR" dirty="0"/>
              <a:t> são usadas para identificar padrões latentes em coleções textuais.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/>
              <a:t>A clusterização ajuda a revelar proximidades temáticas, vizinhanças documentais e subgrupos relevantes.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/>
              <a:t>Porém, clusters não equivalem automaticamente a categorias jurídicas, policiais ou administrativas.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/>
              <a:t>Por isso, o trabalho separa três camadas analíticas: </a:t>
            </a:r>
          </a:p>
          <a:p>
            <a:pPr lvl="6"/>
            <a:r>
              <a:rPr lang="pt-BR" dirty="0"/>
              <a:t>      - classificação temática híbrida; </a:t>
            </a:r>
          </a:p>
          <a:p>
            <a:pPr lvl="3"/>
            <a:r>
              <a:rPr lang="pt-BR" dirty="0"/>
              <a:t>      - agrupamentos exploratórios; </a:t>
            </a:r>
          </a:p>
          <a:p>
            <a:pPr lvl="3"/>
            <a:r>
              <a:rPr lang="pt-BR" dirty="0"/>
              <a:t>      - clusters canônicos para síntese substantiva.</a:t>
            </a:r>
          </a:p>
          <a:p>
            <a:pPr lvl="1"/>
            <a:r>
              <a:rPr lang="pt-BR" dirty="0"/>
              <a:t>---</a:t>
            </a:r>
          </a:p>
          <a:p>
            <a:pPr lvl="1"/>
            <a:r>
              <a:rPr lang="pt-BR" dirty="0"/>
              <a:t>Estudos sobre consenso em clusterização, como Monti et al. (2003), ajudam a avaliar a estabilidade dos agrupamentos.</a:t>
            </a:r>
          </a:p>
        </p:txBody>
      </p:sp>
    </p:spTree>
    <p:extLst>
      <p:ext uri="{BB962C8B-B14F-4D97-AF65-F5344CB8AC3E}">
        <p14:creationId xmlns:p14="http://schemas.microsoft.com/office/powerpoint/2010/main" val="373331321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91">
          <a:extLst>
            <a:ext uri="{FF2B5EF4-FFF2-40B4-BE49-F238E27FC236}">
              <a16:creationId xmlns:a16="http://schemas.microsoft.com/office/drawing/2014/main" id="{1BEBCD83-6CD6-AC36-5056-2DE508A4FF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83" name="Gráfico 982">
            <a:extLst>
              <a:ext uri="{FF2B5EF4-FFF2-40B4-BE49-F238E27FC236}">
                <a16:creationId xmlns:a16="http://schemas.microsoft.com/office/drawing/2014/main" id="{1355C4A1-D07A-2DAF-0449-430EFEA40B1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471287" y="-176981"/>
            <a:ext cx="10434025" cy="5320297"/>
          </a:xfrm>
          <a:prstGeom prst="rect">
            <a:avLst/>
          </a:prstGeom>
        </p:spPr>
      </p:pic>
      <p:sp>
        <p:nvSpPr>
          <p:cNvPr id="2" name="Google Shape;932;p37">
            <a:extLst>
              <a:ext uri="{FF2B5EF4-FFF2-40B4-BE49-F238E27FC236}">
                <a16:creationId xmlns:a16="http://schemas.microsoft.com/office/drawing/2014/main" id="{7ADBBACD-CA6A-A60E-A3A7-7DC17095A569}"/>
              </a:ext>
            </a:extLst>
          </p:cNvPr>
          <p:cNvSpPr txBox="1">
            <a:spLocks/>
          </p:cNvSpPr>
          <p:nvPr/>
        </p:nvSpPr>
        <p:spPr>
          <a:xfrm>
            <a:off x="7194305" y="528340"/>
            <a:ext cx="1661894" cy="2259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None/>
              <a:defRPr sz="28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None/>
              <a:defRPr sz="28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None/>
              <a:defRPr sz="28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None/>
              <a:defRPr sz="28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None/>
              <a:defRPr sz="28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None/>
              <a:defRPr sz="28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None/>
              <a:defRPr sz="28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None/>
              <a:defRPr sz="28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None/>
              <a:defRPr sz="28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r>
              <a:rPr lang="pt-BR" sz="600" b="0" dirty="0">
                <a:solidFill>
                  <a:srgbClr val="186E66"/>
                </a:solidFill>
                <a:latin typeface="+mj-lt"/>
                <a:cs typeface="Arial" panose="020B0604020202020204" pitchFamily="34" charset="0"/>
              </a:rPr>
              <a:t>Há mais de 60 anos pensando o Brasil</a:t>
            </a:r>
          </a:p>
        </p:txBody>
      </p:sp>
      <p:sp>
        <p:nvSpPr>
          <p:cNvPr id="3" name="Google Shape;936;p37">
            <a:extLst>
              <a:ext uri="{FF2B5EF4-FFF2-40B4-BE49-F238E27FC236}">
                <a16:creationId xmlns:a16="http://schemas.microsoft.com/office/drawing/2014/main" id="{5A65FB00-B6EB-169C-4633-3148E7A55E72}"/>
              </a:ext>
            </a:extLst>
          </p:cNvPr>
          <p:cNvSpPr/>
          <p:nvPr/>
        </p:nvSpPr>
        <p:spPr>
          <a:xfrm flipH="1">
            <a:off x="7861193" y="4721150"/>
            <a:ext cx="1282656" cy="422165"/>
          </a:xfrm>
          <a:prstGeom prst="round1Rect">
            <a:avLst>
              <a:gd name="adj" fmla="val 50000"/>
            </a:avLst>
          </a:prstGeom>
          <a:solidFill>
            <a:srgbClr val="1B204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latin typeface="Maven Pro"/>
              <a:ea typeface="Maven Pro"/>
              <a:cs typeface="Maven Pro"/>
              <a:sym typeface="Maven Pro"/>
            </a:endParaRPr>
          </a:p>
        </p:txBody>
      </p:sp>
      <p:sp>
        <p:nvSpPr>
          <p:cNvPr id="4" name="Google Shape;937;p37">
            <a:extLst>
              <a:ext uri="{FF2B5EF4-FFF2-40B4-BE49-F238E27FC236}">
                <a16:creationId xmlns:a16="http://schemas.microsoft.com/office/drawing/2014/main" id="{12595F6A-455F-1502-FC92-2AD009830EFE}"/>
              </a:ext>
            </a:extLst>
          </p:cNvPr>
          <p:cNvSpPr/>
          <p:nvPr/>
        </p:nvSpPr>
        <p:spPr>
          <a:xfrm flipH="1">
            <a:off x="7588727" y="4912884"/>
            <a:ext cx="1555123" cy="230496"/>
          </a:xfrm>
          <a:prstGeom prst="round1Rect">
            <a:avLst>
              <a:gd name="adj" fmla="val 50000"/>
            </a:avLst>
          </a:prstGeom>
          <a:gradFill flip="none" rotWithShape="1">
            <a:gsLst>
              <a:gs pos="63000">
                <a:srgbClr val="06D1D7"/>
              </a:gs>
              <a:gs pos="33000">
                <a:srgbClr val="23A295"/>
              </a:gs>
              <a:gs pos="0">
                <a:srgbClr val="57F6A2"/>
              </a:gs>
              <a:gs pos="100000">
                <a:srgbClr val="1B2048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latin typeface="Maven Pro"/>
              <a:ea typeface="Maven Pro"/>
              <a:cs typeface="Maven Pro"/>
              <a:sym typeface="Maven Pro"/>
            </a:endParaRPr>
          </a:p>
        </p:txBody>
      </p:sp>
      <p:grpSp>
        <p:nvGrpSpPr>
          <p:cNvPr id="5" name="Google Shape;938;p37">
            <a:extLst>
              <a:ext uri="{FF2B5EF4-FFF2-40B4-BE49-F238E27FC236}">
                <a16:creationId xmlns:a16="http://schemas.microsoft.com/office/drawing/2014/main" id="{604FE643-40B8-F601-2EBB-973B9F8055EE}"/>
              </a:ext>
            </a:extLst>
          </p:cNvPr>
          <p:cNvGrpSpPr/>
          <p:nvPr/>
        </p:nvGrpSpPr>
        <p:grpSpPr>
          <a:xfrm>
            <a:off x="8644350" y="4276582"/>
            <a:ext cx="423698" cy="551579"/>
            <a:chOff x="7631225" y="2241175"/>
            <a:chExt cx="986125" cy="2095500"/>
          </a:xfrm>
          <a:gradFill>
            <a:gsLst>
              <a:gs pos="53000">
                <a:srgbClr val="23A295"/>
              </a:gs>
              <a:gs pos="0">
                <a:srgbClr val="57F6A2"/>
              </a:gs>
              <a:gs pos="100000">
                <a:srgbClr val="1B2048"/>
              </a:gs>
            </a:gsLst>
            <a:lin ang="5400000" scaled="1"/>
          </a:gradFill>
        </p:grpSpPr>
        <p:cxnSp>
          <p:nvCxnSpPr>
            <p:cNvPr id="6" name="Google Shape;939;p37">
              <a:extLst>
                <a:ext uri="{FF2B5EF4-FFF2-40B4-BE49-F238E27FC236}">
                  <a16:creationId xmlns:a16="http://schemas.microsoft.com/office/drawing/2014/main" id="{A808A12D-DE5C-550F-F973-C69F711DA3D8}"/>
                </a:ext>
              </a:extLst>
            </p:cNvPr>
            <p:cNvCxnSpPr/>
            <p:nvPr/>
          </p:nvCxnSpPr>
          <p:spPr>
            <a:xfrm>
              <a:off x="7631225" y="2241175"/>
              <a:ext cx="0" cy="2095500"/>
            </a:xfrm>
            <a:prstGeom prst="straightConnector1">
              <a:avLst/>
            </a:prstGeom>
            <a:grpFill/>
            <a:ln w="9525" cap="flat" cmpd="sng">
              <a:solidFill>
                <a:srgbClr val="1AB0A9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7" name="Google Shape;940;p37">
              <a:extLst>
                <a:ext uri="{FF2B5EF4-FFF2-40B4-BE49-F238E27FC236}">
                  <a16:creationId xmlns:a16="http://schemas.microsoft.com/office/drawing/2014/main" id="{21FE3389-9D10-0E1E-8742-95DFBBF8249C}"/>
                </a:ext>
              </a:extLst>
            </p:cNvPr>
            <p:cNvCxnSpPr/>
            <p:nvPr/>
          </p:nvCxnSpPr>
          <p:spPr>
            <a:xfrm>
              <a:off x="7707081" y="2241175"/>
              <a:ext cx="0" cy="2095500"/>
            </a:xfrm>
            <a:prstGeom prst="straightConnector1">
              <a:avLst/>
            </a:prstGeom>
            <a:grpFill/>
            <a:ln w="9525" cap="flat" cmpd="sng">
              <a:solidFill>
                <a:srgbClr val="1AB0A9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8" name="Google Shape;941;p37">
              <a:extLst>
                <a:ext uri="{FF2B5EF4-FFF2-40B4-BE49-F238E27FC236}">
                  <a16:creationId xmlns:a16="http://schemas.microsoft.com/office/drawing/2014/main" id="{8465BA00-2ED7-356F-07BC-C6B99D677084}"/>
                </a:ext>
              </a:extLst>
            </p:cNvPr>
            <p:cNvCxnSpPr/>
            <p:nvPr/>
          </p:nvCxnSpPr>
          <p:spPr>
            <a:xfrm>
              <a:off x="7782937" y="2241175"/>
              <a:ext cx="0" cy="2095500"/>
            </a:xfrm>
            <a:prstGeom prst="straightConnector1">
              <a:avLst/>
            </a:prstGeom>
            <a:grpFill/>
            <a:ln w="9525" cap="flat" cmpd="sng">
              <a:solidFill>
                <a:srgbClr val="1AB0A9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9" name="Google Shape;942;p37">
              <a:extLst>
                <a:ext uri="{FF2B5EF4-FFF2-40B4-BE49-F238E27FC236}">
                  <a16:creationId xmlns:a16="http://schemas.microsoft.com/office/drawing/2014/main" id="{C6B40920-6F63-46D8-C35F-D3826B62942E}"/>
                </a:ext>
              </a:extLst>
            </p:cNvPr>
            <p:cNvCxnSpPr/>
            <p:nvPr/>
          </p:nvCxnSpPr>
          <p:spPr>
            <a:xfrm>
              <a:off x="7858792" y="2241175"/>
              <a:ext cx="0" cy="2095500"/>
            </a:xfrm>
            <a:prstGeom prst="straightConnector1">
              <a:avLst/>
            </a:prstGeom>
            <a:grpFill/>
            <a:ln w="9525" cap="flat" cmpd="sng">
              <a:solidFill>
                <a:srgbClr val="1AB0A9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0" name="Google Shape;943;p37">
              <a:extLst>
                <a:ext uri="{FF2B5EF4-FFF2-40B4-BE49-F238E27FC236}">
                  <a16:creationId xmlns:a16="http://schemas.microsoft.com/office/drawing/2014/main" id="{41B0A7EA-9D11-B2B2-6ECD-62A909E0404D}"/>
                </a:ext>
              </a:extLst>
            </p:cNvPr>
            <p:cNvCxnSpPr/>
            <p:nvPr/>
          </p:nvCxnSpPr>
          <p:spPr>
            <a:xfrm>
              <a:off x="8010504" y="2241175"/>
              <a:ext cx="0" cy="2095500"/>
            </a:xfrm>
            <a:prstGeom prst="straightConnector1">
              <a:avLst/>
            </a:prstGeom>
            <a:grpFill/>
            <a:ln w="9525" cap="flat" cmpd="sng">
              <a:solidFill>
                <a:srgbClr val="1AB0A9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1" name="Google Shape;944;p37">
              <a:extLst>
                <a:ext uri="{FF2B5EF4-FFF2-40B4-BE49-F238E27FC236}">
                  <a16:creationId xmlns:a16="http://schemas.microsoft.com/office/drawing/2014/main" id="{9D1D7371-E399-0EE3-6FBD-422136F37E41}"/>
                </a:ext>
              </a:extLst>
            </p:cNvPr>
            <p:cNvCxnSpPr/>
            <p:nvPr/>
          </p:nvCxnSpPr>
          <p:spPr>
            <a:xfrm>
              <a:off x="8162215" y="2241175"/>
              <a:ext cx="0" cy="2095500"/>
            </a:xfrm>
            <a:prstGeom prst="straightConnector1">
              <a:avLst/>
            </a:prstGeom>
            <a:grpFill/>
            <a:ln w="9525" cap="flat" cmpd="sng">
              <a:solidFill>
                <a:srgbClr val="1AB0A9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2" name="Google Shape;945;p37">
              <a:extLst>
                <a:ext uri="{FF2B5EF4-FFF2-40B4-BE49-F238E27FC236}">
                  <a16:creationId xmlns:a16="http://schemas.microsoft.com/office/drawing/2014/main" id="{55A86F08-7740-EA03-5844-E7EFC0BBAB56}"/>
                </a:ext>
              </a:extLst>
            </p:cNvPr>
            <p:cNvCxnSpPr/>
            <p:nvPr/>
          </p:nvCxnSpPr>
          <p:spPr>
            <a:xfrm>
              <a:off x="8313927" y="2241175"/>
              <a:ext cx="0" cy="2095500"/>
            </a:xfrm>
            <a:prstGeom prst="straightConnector1">
              <a:avLst/>
            </a:prstGeom>
            <a:grpFill/>
            <a:ln w="9525" cap="flat" cmpd="sng">
              <a:solidFill>
                <a:srgbClr val="1AB0A9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3" name="Google Shape;946;p37">
              <a:extLst>
                <a:ext uri="{FF2B5EF4-FFF2-40B4-BE49-F238E27FC236}">
                  <a16:creationId xmlns:a16="http://schemas.microsoft.com/office/drawing/2014/main" id="{F0C09E87-C6D3-A2E9-ED7A-E6248901A8E1}"/>
                </a:ext>
              </a:extLst>
            </p:cNvPr>
            <p:cNvCxnSpPr/>
            <p:nvPr/>
          </p:nvCxnSpPr>
          <p:spPr>
            <a:xfrm>
              <a:off x="7934648" y="2241175"/>
              <a:ext cx="0" cy="2095500"/>
            </a:xfrm>
            <a:prstGeom prst="straightConnector1">
              <a:avLst/>
            </a:prstGeom>
            <a:grpFill/>
            <a:ln w="9525" cap="flat" cmpd="sng">
              <a:solidFill>
                <a:srgbClr val="1AB0A9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4" name="Google Shape;947;p37">
              <a:extLst>
                <a:ext uri="{FF2B5EF4-FFF2-40B4-BE49-F238E27FC236}">
                  <a16:creationId xmlns:a16="http://schemas.microsoft.com/office/drawing/2014/main" id="{64E16909-3E71-3E8E-19E0-4D3CD90A6337}"/>
                </a:ext>
              </a:extLst>
            </p:cNvPr>
            <p:cNvCxnSpPr/>
            <p:nvPr/>
          </p:nvCxnSpPr>
          <p:spPr>
            <a:xfrm>
              <a:off x="8086360" y="2241175"/>
              <a:ext cx="0" cy="2095500"/>
            </a:xfrm>
            <a:prstGeom prst="straightConnector1">
              <a:avLst/>
            </a:prstGeom>
            <a:grpFill/>
            <a:ln w="9525" cap="flat" cmpd="sng">
              <a:solidFill>
                <a:srgbClr val="1AB0A9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5" name="Google Shape;948;p37">
              <a:extLst>
                <a:ext uri="{FF2B5EF4-FFF2-40B4-BE49-F238E27FC236}">
                  <a16:creationId xmlns:a16="http://schemas.microsoft.com/office/drawing/2014/main" id="{36549E76-390D-76B9-F489-5B330DA9D2CE}"/>
                </a:ext>
              </a:extLst>
            </p:cNvPr>
            <p:cNvCxnSpPr/>
            <p:nvPr/>
          </p:nvCxnSpPr>
          <p:spPr>
            <a:xfrm>
              <a:off x="8238071" y="2241175"/>
              <a:ext cx="0" cy="2095500"/>
            </a:xfrm>
            <a:prstGeom prst="straightConnector1">
              <a:avLst/>
            </a:prstGeom>
            <a:grpFill/>
            <a:ln w="9525" cap="flat" cmpd="sng">
              <a:solidFill>
                <a:srgbClr val="1AB0A9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6" name="Google Shape;949;p37">
              <a:extLst>
                <a:ext uri="{FF2B5EF4-FFF2-40B4-BE49-F238E27FC236}">
                  <a16:creationId xmlns:a16="http://schemas.microsoft.com/office/drawing/2014/main" id="{747DA26D-3286-5C38-396A-3F9F2FB3DD08}"/>
                </a:ext>
              </a:extLst>
            </p:cNvPr>
            <p:cNvCxnSpPr/>
            <p:nvPr/>
          </p:nvCxnSpPr>
          <p:spPr>
            <a:xfrm>
              <a:off x="8389783" y="2241175"/>
              <a:ext cx="0" cy="2095500"/>
            </a:xfrm>
            <a:prstGeom prst="straightConnector1">
              <a:avLst/>
            </a:prstGeom>
            <a:grpFill/>
            <a:ln w="9525" cap="flat" cmpd="sng">
              <a:solidFill>
                <a:srgbClr val="1AB0A9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7" name="Google Shape;950;p37">
              <a:extLst>
                <a:ext uri="{FF2B5EF4-FFF2-40B4-BE49-F238E27FC236}">
                  <a16:creationId xmlns:a16="http://schemas.microsoft.com/office/drawing/2014/main" id="{8E475980-3795-5EB6-6873-3828142DDEBB}"/>
                </a:ext>
              </a:extLst>
            </p:cNvPr>
            <p:cNvCxnSpPr/>
            <p:nvPr/>
          </p:nvCxnSpPr>
          <p:spPr>
            <a:xfrm>
              <a:off x="8465638" y="2241175"/>
              <a:ext cx="0" cy="2095500"/>
            </a:xfrm>
            <a:prstGeom prst="straightConnector1">
              <a:avLst/>
            </a:prstGeom>
            <a:grpFill/>
            <a:ln w="9525" cap="flat" cmpd="sng">
              <a:solidFill>
                <a:srgbClr val="1AB0A9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8" name="Google Shape;951;p37">
              <a:extLst>
                <a:ext uri="{FF2B5EF4-FFF2-40B4-BE49-F238E27FC236}">
                  <a16:creationId xmlns:a16="http://schemas.microsoft.com/office/drawing/2014/main" id="{BC06A9A5-6ED7-CE4C-0E68-34BF6F6C9958}"/>
                </a:ext>
              </a:extLst>
            </p:cNvPr>
            <p:cNvCxnSpPr/>
            <p:nvPr/>
          </p:nvCxnSpPr>
          <p:spPr>
            <a:xfrm>
              <a:off x="8541494" y="2241175"/>
              <a:ext cx="0" cy="2095500"/>
            </a:xfrm>
            <a:prstGeom prst="straightConnector1">
              <a:avLst/>
            </a:prstGeom>
            <a:grpFill/>
            <a:ln w="9525" cap="flat" cmpd="sng">
              <a:solidFill>
                <a:srgbClr val="1AB0A9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9" name="Google Shape;952;p37">
              <a:extLst>
                <a:ext uri="{FF2B5EF4-FFF2-40B4-BE49-F238E27FC236}">
                  <a16:creationId xmlns:a16="http://schemas.microsoft.com/office/drawing/2014/main" id="{42326735-8B6F-D348-FA9F-905A9EE6C418}"/>
                </a:ext>
              </a:extLst>
            </p:cNvPr>
            <p:cNvCxnSpPr/>
            <p:nvPr/>
          </p:nvCxnSpPr>
          <p:spPr>
            <a:xfrm>
              <a:off x="8617350" y="2241175"/>
              <a:ext cx="0" cy="2095500"/>
            </a:xfrm>
            <a:prstGeom prst="straightConnector1">
              <a:avLst/>
            </a:prstGeom>
            <a:grpFill/>
            <a:ln w="9525" cap="flat" cmpd="sng">
              <a:solidFill>
                <a:srgbClr val="1AB0A9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20" name="Google Shape;954;p37">
            <a:extLst>
              <a:ext uri="{FF2B5EF4-FFF2-40B4-BE49-F238E27FC236}">
                <a16:creationId xmlns:a16="http://schemas.microsoft.com/office/drawing/2014/main" id="{E51DAD09-9098-F632-D483-C27A1C3543FB}"/>
              </a:ext>
            </a:extLst>
          </p:cNvPr>
          <p:cNvSpPr/>
          <p:nvPr/>
        </p:nvSpPr>
        <p:spPr>
          <a:xfrm>
            <a:off x="0" y="4680042"/>
            <a:ext cx="922564" cy="463274"/>
          </a:xfrm>
          <a:prstGeom prst="rect">
            <a:avLst/>
          </a:prstGeom>
          <a:gradFill>
            <a:gsLst>
              <a:gs pos="33000">
                <a:srgbClr val="23A295"/>
              </a:gs>
              <a:gs pos="0">
                <a:srgbClr val="57F6A2"/>
              </a:gs>
              <a:gs pos="100000">
                <a:srgbClr val="1B2048"/>
              </a:gs>
            </a:gsLst>
            <a:path path="circle">
              <a:fillToRect l="100000" t="100000"/>
            </a:path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dirty="0">
              <a:latin typeface="Maven Pro"/>
              <a:ea typeface="Maven Pro"/>
              <a:cs typeface="Maven Pro"/>
              <a:sym typeface="Maven Pro"/>
            </a:endParaRPr>
          </a:p>
        </p:txBody>
      </p:sp>
      <p:sp>
        <p:nvSpPr>
          <p:cNvPr id="21" name="Google Shape;955;p37">
            <a:extLst>
              <a:ext uri="{FF2B5EF4-FFF2-40B4-BE49-F238E27FC236}">
                <a16:creationId xmlns:a16="http://schemas.microsoft.com/office/drawing/2014/main" id="{D6CABEA4-5663-F297-08C5-B65EB25F93B7}"/>
              </a:ext>
            </a:extLst>
          </p:cNvPr>
          <p:cNvSpPr/>
          <p:nvPr/>
        </p:nvSpPr>
        <p:spPr>
          <a:xfrm>
            <a:off x="0" y="-10656"/>
            <a:ext cx="8021014" cy="5154155"/>
          </a:xfrm>
          <a:prstGeom prst="round1Rect">
            <a:avLst>
              <a:gd name="adj" fmla="val 50000"/>
            </a:avLst>
          </a:prstGeom>
          <a:solidFill>
            <a:srgbClr val="1B204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latin typeface="Maven Pro"/>
              <a:ea typeface="Maven Pro"/>
              <a:cs typeface="Maven Pro"/>
              <a:sym typeface="Maven Pro"/>
            </a:endParaRPr>
          </a:p>
        </p:txBody>
      </p:sp>
      <p:grpSp>
        <p:nvGrpSpPr>
          <p:cNvPr id="22" name="Agrupar 21">
            <a:extLst>
              <a:ext uri="{FF2B5EF4-FFF2-40B4-BE49-F238E27FC236}">
                <a16:creationId xmlns:a16="http://schemas.microsoft.com/office/drawing/2014/main" id="{06CF65B6-594C-BD34-55CF-6B8B296EDBE5}"/>
              </a:ext>
            </a:extLst>
          </p:cNvPr>
          <p:cNvGrpSpPr/>
          <p:nvPr/>
        </p:nvGrpSpPr>
        <p:grpSpPr>
          <a:xfrm>
            <a:off x="7070035" y="156184"/>
            <a:ext cx="1722295" cy="405506"/>
            <a:chOff x="4782913" y="272045"/>
            <a:chExt cx="3752189" cy="883435"/>
          </a:xfrm>
        </p:grpSpPr>
        <p:pic>
          <p:nvPicPr>
            <p:cNvPr id="23" name="Imagem 22" descr="Interface gráfica do usuário, Texto&#10;&#10;O conteúdo gerado por IA pode estar incorreto.">
              <a:extLst>
                <a:ext uri="{FF2B5EF4-FFF2-40B4-BE49-F238E27FC236}">
                  <a16:creationId xmlns:a16="http://schemas.microsoft.com/office/drawing/2014/main" id="{FE72EE83-B29F-9841-C187-1546C286E900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4782913" y="272045"/>
              <a:ext cx="3752189" cy="883435"/>
            </a:xfrm>
            <a:prstGeom prst="rect">
              <a:avLst/>
            </a:prstGeom>
          </p:spPr>
        </p:pic>
        <p:cxnSp>
          <p:nvCxnSpPr>
            <p:cNvPr id="24" name="Conector reto 23">
              <a:extLst>
                <a:ext uri="{FF2B5EF4-FFF2-40B4-BE49-F238E27FC236}">
                  <a16:creationId xmlns:a16="http://schemas.microsoft.com/office/drawing/2014/main" id="{69113046-562F-AC00-6002-83A845664C28}"/>
                </a:ext>
              </a:extLst>
            </p:cNvPr>
            <p:cNvCxnSpPr>
              <a:cxnSpLocks/>
            </p:cNvCxnSpPr>
            <p:nvPr/>
          </p:nvCxnSpPr>
          <p:spPr>
            <a:xfrm>
              <a:off x="5253460" y="1066595"/>
              <a:ext cx="3264536" cy="16228"/>
            </a:xfrm>
            <a:prstGeom prst="line">
              <a:avLst/>
            </a:prstGeom>
            <a:ln>
              <a:solidFill>
                <a:srgbClr val="00445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6" name="Google Shape;937;p37">
            <a:extLst>
              <a:ext uri="{FF2B5EF4-FFF2-40B4-BE49-F238E27FC236}">
                <a16:creationId xmlns:a16="http://schemas.microsoft.com/office/drawing/2014/main" id="{E5B66599-7D00-BF64-C968-D608E888315A}"/>
              </a:ext>
            </a:extLst>
          </p:cNvPr>
          <p:cNvSpPr/>
          <p:nvPr/>
        </p:nvSpPr>
        <p:spPr>
          <a:xfrm rot="16200000" flipH="1" flipV="1">
            <a:off x="-223281" y="212082"/>
            <a:ext cx="765195" cy="318641"/>
          </a:xfrm>
          <a:custGeom>
            <a:avLst/>
            <a:gdLst>
              <a:gd name="connsiteX0" fmla="*/ 0 w 1745961"/>
              <a:gd name="connsiteY0" fmla="*/ 0 h 318637"/>
              <a:gd name="connsiteX1" fmla="*/ 1586643 w 1745961"/>
              <a:gd name="connsiteY1" fmla="*/ 0 h 318637"/>
              <a:gd name="connsiteX2" fmla="*/ 1745962 w 1745961"/>
              <a:gd name="connsiteY2" fmla="*/ 159319 h 318637"/>
              <a:gd name="connsiteX3" fmla="*/ 1745961 w 1745961"/>
              <a:gd name="connsiteY3" fmla="*/ 318637 h 318637"/>
              <a:gd name="connsiteX4" fmla="*/ 0 w 1745961"/>
              <a:gd name="connsiteY4" fmla="*/ 318637 h 318637"/>
              <a:gd name="connsiteX5" fmla="*/ 0 w 1745961"/>
              <a:gd name="connsiteY5" fmla="*/ 0 h 318637"/>
              <a:gd name="connsiteX0" fmla="*/ 980768 w 1745962"/>
              <a:gd name="connsiteY0" fmla="*/ 0 h 318637"/>
              <a:gd name="connsiteX1" fmla="*/ 1586643 w 1745962"/>
              <a:gd name="connsiteY1" fmla="*/ 0 h 318637"/>
              <a:gd name="connsiteX2" fmla="*/ 1745962 w 1745962"/>
              <a:gd name="connsiteY2" fmla="*/ 159319 h 318637"/>
              <a:gd name="connsiteX3" fmla="*/ 1745961 w 1745962"/>
              <a:gd name="connsiteY3" fmla="*/ 318637 h 318637"/>
              <a:gd name="connsiteX4" fmla="*/ 0 w 1745962"/>
              <a:gd name="connsiteY4" fmla="*/ 318637 h 318637"/>
              <a:gd name="connsiteX5" fmla="*/ 980768 w 1745962"/>
              <a:gd name="connsiteY5" fmla="*/ 0 h 318637"/>
              <a:gd name="connsiteX0" fmla="*/ 1 w 765195"/>
              <a:gd name="connsiteY0" fmla="*/ 0 h 318641"/>
              <a:gd name="connsiteX1" fmla="*/ 605876 w 765195"/>
              <a:gd name="connsiteY1" fmla="*/ 0 h 318641"/>
              <a:gd name="connsiteX2" fmla="*/ 765195 w 765195"/>
              <a:gd name="connsiteY2" fmla="*/ 159319 h 318641"/>
              <a:gd name="connsiteX3" fmla="*/ 765194 w 765195"/>
              <a:gd name="connsiteY3" fmla="*/ 318637 h 318641"/>
              <a:gd name="connsiteX4" fmla="*/ 0 w 765195"/>
              <a:gd name="connsiteY4" fmla="*/ 318641 h 318641"/>
              <a:gd name="connsiteX5" fmla="*/ 1 w 765195"/>
              <a:gd name="connsiteY5" fmla="*/ 0 h 3186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765195" h="318641">
                <a:moveTo>
                  <a:pt x="1" y="0"/>
                </a:moveTo>
                <a:lnTo>
                  <a:pt x="605876" y="0"/>
                </a:lnTo>
                <a:cubicBezTo>
                  <a:pt x="693865" y="0"/>
                  <a:pt x="765195" y="71330"/>
                  <a:pt x="765195" y="159319"/>
                </a:cubicBezTo>
                <a:cubicBezTo>
                  <a:pt x="765195" y="212425"/>
                  <a:pt x="765194" y="265531"/>
                  <a:pt x="765194" y="318637"/>
                </a:cubicBezTo>
                <a:lnTo>
                  <a:pt x="0" y="318641"/>
                </a:lnTo>
                <a:cubicBezTo>
                  <a:pt x="0" y="212427"/>
                  <a:pt x="1" y="106214"/>
                  <a:pt x="1" y="0"/>
                </a:cubicBezTo>
                <a:close/>
              </a:path>
            </a:pathLst>
          </a:custGeom>
          <a:gradFill flip="none" rotWithShape="1">
            <a:gsLst>
              <a:gs pos="63000">
                <a:srgbClr val="06D1D7"/>
              </a:gs>
              <a:gs pos="33000">
                <a:srgbClr val="23A295"/>
              </a:gs>
              <a:gs pos="0">
                <a:srgbClr val="57F6A2"/>
              </a:gs>
              <a:gs pos="100000">
                <a:srgbClr val="1B2048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latin typeface="Maven Pro"/>
              <a:ea typeface="Maven Pro"/>
              <a:cs typeface="Maven Pro"/>
              <a:sym typeface="Maven Pro"/>
            </a:endParaRPr>
          </a:p>
        </p:txBody>
      </p:sp>
      <p:sp>
        <p:nvSpPr>
          <p:cNvPr id="27" name="Google Shape;937;p37">
            <a:extLst>
              <a:ext uri="{FF2B5EF4-FFF2-40B4-BE49-F238E27FC236}">
                <a16:creationId xmlns:a16="http://schemas.microsoft.com/office/drawing/2014/main" id="{0FD527EA-E427-F9BF-147D-ED6D24D62FBD}"/>
              </a:ext>
            </a:extLst>
          </p:cNvPr>
          <p:cNvSpPr/>
          <p:nvPr/>
        </p:nvSpPr>
        <p:spPr>
          <a:xfrm flipH="1" flipV="1">
            <a:off x="8773117" y="52"/>
            <a:ext cx="369846" cy="249032"/>
          </a:xfrm>
          <a:custGeom>
            <a:avLst/>
            <a:gdLst>
              <a:gd name="connsiteX0" fmla="*/ 0 w 1414234"/>
              <a:gd name="connsiteY0" fmla="*/ 0 h 258097"/>
              <a:gd name="connsiteX1" fmla="*/ 1285186 w 1414234"/>
              <a:gd name="connsiteY1" fmla="*/ 0 h 258097"/>
              <a:gd name="connsiteX2" fmla="*/ 1414235 w 1414234"/>
              <a:gd name="connsiteY2" fmla="*/ 129049 h 258097"/>
              <a:gd name="connsiteX3" fmla="*/ 1414234 w 1414234"/>
              <a:gd name="connsiteY3" fmla="*/ 258097 h 258097"/>
              <a:gd name="connsiteX4" fmla="*/ 0 w 1414234"/>
              <a:gd name="connsiteY4" fmla="*/ 258097 h 258097"/>
              <a:gd name="connsiteX5" fmla="*/ 0 w 1414234"/>
              <a:gd name="connsiteY5" fmla="*/ 0 h 258097"/>
              <a:gd name="connsiteX0" fmla="*/ 0 w 1414235"/>
              <a:gd name="connsiteY0" fmla="*/ 0 h 258097"/>
              <a:gd name="connsiteX1" fmla="*/ 1285186 w 1414235"/>
              <a:gd name="connsiteY1" fmla="*/ 0 h 258097"/>
              <a:gd name="connsiteX2" fmla="*/ 1414235 w 1414235"/>
              <a:gd name="connsiteY2" fmla="*/ 129049 h 258097"/>
              <a:gd name="connsiteX3" fmla="*/ 1414234 w 1414235"/>
              <a:gd name="connsiteY3" fmla="*/ 258097 h 258097"/>
              <a:gd name="connsiteX4" fmla="*/ 243348 w 1414235"/>
              <a:gd name="connsiteY4" fmla="*/ 258097 h 258097"/>
              <a:gd name="connsiteX5" fmla="*/ 0 w 1414235"/>
              <a:gd name="connsiteY5" fmla="*/ 0 h 258097"/>
              <a:gd name="connsiteX0" fmla="*/ 0 w 1178260"/>
              <a:gd name="connsiteY0" fmla="*/ 7374 h 258097"/>
              <a:gd name="connsiteX1" fmla="*/ 1049211 w 1178260"/>
              <a:gd name="connsiteY1" fmla="*/ 0 h 258097"/>
              <a:gd name="connsiteX2" fmla="*/ 1178260 w 1178260"/>
              <a:gd name="connsiteY2" fmla="*/ 129049 h 258097"/>
              <a:gd name="connsiteX3" fmla="*/ 1178259 w 1178260"/>
              <a:gd name="connsiteY3" fmla="*/ 258097 h 258097"/>
              <a:gd name="connsiteX4" fmla="*/ 7373 w 1178260"/>
              <a:gd name="connsiteY4" fmla="*/ 258097 h 258097"/>
              <a:gd name="connsiteX5" fmla="*/ 0 w 1178260"/>
              <a:gd name="connsiteY5" fmla="*/ 7374 h 258097"/>
              <a:gd name="connsiteX0" fmla="*/ 0 w 1178260"/>
              <a:gd name="connsiteY0" fmla="*/ 7374 h 265471"/>
              <a:gd name="connsiteX1" fmla="*/ 1049211 w 1178260"/>
              <a:gd name="connsiteY1" fmla="*/ 0 h 265471"/>
              <a:gd name="connsiteX2" fmla="*/ 1178260 w 1178260"/>
              <a:gd name="connsiteY2" fmla="*/ 129049 h 265471"/>
              <a:gd name="connsiteX3" fmla="*/ 1178259 w 1178260"/>
              <a:gd name="connsiteY3" fmla="*/ 258097 h 265471"/>
              <a:gd name="connsiteX4" fmla="*/ 619431 w 1178260"/>
              <a:gd name="connsiteY4" fmla="*/ 265471 h 265471"/>
              <a:gd name="connsiteX5" fmla="*/ 0 w 1178260"/>
              <a:gd name="connsiteY5" fmla="*/ 7374 h 265471"/>
              <a:gd name="connsiteX0" fmla="*/ 0 w 566202"/>
              <a:gd name="connsiteY0" fmla="*/ 0 h 280219"/>
              <a:gd name="connsiteX1" fmla="*/ 437153 w 566202"/>
              <a:gd name="connsiteY1" fmla="*/ 14748 h 280219"/>
              <a:gd name="connsiteX2" fmla="*/ 566202 w 566202"/>
              <a:gd name="connsiteY2" fmla="*/ 143797 h 280219"/>
              <a:gd name="connsiteX3" fmla="*/ 566201 w 566202"/>
              <a:gd name="connsiteY3" fmla="*/ 272845 h 280219"/>
              <a:gd name="connsiteX4" fmla="*/ 7373 w 566202"/>
              <a:gd name="connsiteY4" fmla="*/ 280219 h 280219"/>
              <a:gd name="connsiteX5" fmla="*/ 0 w 566202"/>
              <a:gd name="connsiteY5" fmla="*/ 0 h 280219"/>
              <a:gd name="connsiteX0" fmla="*/ 0 w 566202"/>
              <a:gd name="connsiteY0" fmla="*/ 0 h 280219"/>
              <a:gd name="connsiteX1" fmla="*/ 437153 w 566202"/>
              <a:gd name="connsiteY1" fmla="*/ 14748 h 280219"/>
              <a:gd name="connsiteX2" fmla="*/ 566202 w 566202"/>
              <a:gd name="connsiteY2" fmla="*/ 143797 h 280219"/>
              <a:gd name="connsiteX3" fmla="*/ 566201 w 566202"/>
              <a:gd name="connsiteY3" fmla="*/ 272845 h 280219"/>
              <a:gd name="connsiteX4" fmla="*/ 58992 w 566202"/>
              <a:gd name="connsiteY4" fmla="*/ 280219 h 280219"/>
              <a:gd name="connsiteX5" fmla="*/ 0 w 566202"/>
              <a:gd name="connsiteY5" fmla="*/ 0 h 280219"/>
              <a:gd name="connsiteX0" fmla="*/ 0 w 566202"/>
              <a:gd name="connsiteY0" fmla="*/ 0 h 272845"/>
              <a:gd name="connsiteX1" fmla="*/ 437153 w 566202"/>
              <a:gd name="connsiteY1" fmla="*/ 14748 h 272845"/>
              <a:gd name="connsiteX2" fmla="*/ 566202 w 566202"/>
              <a:gd name="connsiteY2" fmla="*/ 143797 h 272845"/>
              <a:gd name="connsiteX3" fmla="*/ 566201 w 566202"/>
              <a:gd name="connsiteY3" fmla="*/ 272845 h 272845"/>
              <a:gd name="connsiteX4" fmla="*/ 209118 w 566202"/>
              <a:gd name="connsiteY4" fmla="*/ 262022 h 272845"/>
              <a:gd name="connsiteX5" fmla="*/ 0 w 566202"/>
              <a:gd name="connsiteY5" fmla="*/ 0 h 272845"/>
              <a:gd name="connsiteX0" fmla="*/ 0 w 366035"/>
              <a:gd name="connsiteY0" fmla="*/ 0 h 272845"/>
              <a:gd name="connsiteX1" fmla="*/ 236986 w 366035"/>
              <a:gd name="connsiteY1" fmla="*/ 14748 h 272845"/>
              <a:gd name="connsiteX2" fmla="*/ 366035 w 366035"/>
              <a:gd name="connsiteY2" fmla="*/ 143797 h 272845"/>
              <a:gd name="connsiteX3" fmla="*/ 366034 w 366035"/>
              <a:gd name="connsiteY3" fmla="*/ 272845 h 272845"/>
              <a:gd name="connsiteX4" fmla="*/ 8951 w 366035"/>
              <a:gd name="connsiteY4" fmla="*/ 262022 h 272845"/>
              <a:gd name="connsiteX5" fmla="*/ 0 w 366035"/>
              <a:gd name="connsiteY5" fmla="*/ 0 h 272845"/>
              <a:gd name="connsiteX0" fmla="*/ 0 w 366035"/>
              <a:gd name="connsiteY0" fmla="*/ 0 h 272845"/>
              <a:gd name="connsiteX1" fmla="*/ 236986 w 366035"/>
              <a:gd name="connsiteY1" fmla="*/ 14748 h 272845"/>
              <a:gd name="connsiteX2" fmla="*/ 366035 w 366035"/>
              <a:gd name="connsiteY2" fmla="*/ 143797 h 272845"/>
              <a:gd name="connsiteX3" fmla="*/ 366034 w 366035"/>
              <a:gd name="connsiteY3" fmla="*/ 272845 h 272845"/>
              <a:gd name="connsiteX4" fmla="*/ 99438 w 366035"/>
              <a:gd name="connsiteY4" fmla="*/ 247734 h 272845"/>
              <a:gd name="connsiteX5" fmla="*/ 0 w 366035"/>
              <a:gd name="connsiteY5" fmla="*/ 0 h 272845"/>
              <a:gd name="connsiteX0" fmla="*/ 0 w 366035"/>
              <a:gd name="connsiteY0" fmla="*/ 0 h 272845"/>
              <a:gd name="connsiteX1" fmla="*/ 236986 w 366035"/>
              <a:gd name="connsiteY1" fmla="*/ 14748 h 272845"/>
              <a:gd name="connsiteX2" fmla="*/ 366035 w 366035"/>
              <a:gd name="connsiteY2" fmla="*/ 143797 h 272845"/>
              <a:gd name="connsiteX3" fmla="*/ 366034 w 366035"/>
              <a:gd name="connsiteY3" fmla="*/ 272845 h 272845"/>
              <a:gd name="connsiteX4" fmla="*/ 25619 w 366035"/>
              <a:gd name="connsiteY4" fmla="*/ 259641 h 272845"/>
              <a:gd name="connsiteX5" fmla="*/ 0 w 366035"/>
              <a:gd name="connsiteY5" fmla="*/ 0 h 272845"/>
              <a:gd name="connsiteX0" fmla="*/ 5337 w 340416"/>
              <a:gd name="connsiteY0" fmla="*/ 0 h 268083"/>
              <a:gd name="connsiteX1" fmla="*/ 211367 w 340416"/>
              <a:gd name="connsiteY1" fmla="*/ 9986 h 268083"/>
              <a:gd name="connsiteX2" fmla="*/ 340416 w 340416"/>
              <a:gd name="connsiteY2" fmla="*/ 139035 h 268083"/>
              <a:gd name="connsiteX3" fmla="*/ 340415 w 340416"/>
              <a:gd name="connsiteY3" fmla="*/ 268083 h 268083"/>
              <a:gd name="connsiteX4" fmla="*/ 0 w 340416"/>
              <a:gd name="connsiteY4" fmla="*/ 254879 h 268083"/>
              <a:gd name="connsiteX5" fmla="*/ 5337 w 340416"/>
              <a:gd name="connsiteY5" fmla="*/ 0 h 268083"/>
              <a:gd name="connsiteX0" fmla="*/ 5337 w 353901"/>
              <a:gd name="connsiteY0" fmla="*/ 0 h 254879"/>
              <a:gd name="connsiteX1" fmla="*/ 211367 w 353901"/>
              <a:gd name="connsiteY1" fmla="*/ 9986 h 254879"/>
              <a:gd name="connsiteX2" fmla="*/ 340416 w 353901"/>
              <a:gd name="connsiteY2" fmla="*/ 139035 h 254879"/>
              <a:gd name="connsiteX3" fmla="*/ 349940 w 353901"/>
              <a:gd name="connsiteY3" fmla="*/ 253795 h 254879"/>
              <a:gd name="connsiteX4" fmla="*/ 0 w 353901"/>
              <a:gd name="connsiteY4" fmla="*/ 254879 h 254879"/>
              <a:gd name="connsiteX5" fmla="*/ 5337 w 353901"/>
              <a:gd name="connsiteY5" fmla="*/ 0 h 254879"/>
              <a:gd name="connsiteX0" fmla="*/ 7718 w 356282"/>
              <a:gd name="connsiteY0" fmla="*/ 0 h 253795"/>
              <a:gd name="connsiteX1" fmla="*/ 213748 w 356282"/>
              <a:gd name="connsiteY1" fmla="*/ 9986 h 253795"/>
              <a:gd name="connsiteX2" fmla="*/ 342797 w 356282"/>
              <a:gd name="connsiteY2" fmla="*/ 139035 h 253795"/>
              <a:gd name="connsiteX3" fmla="*/ 352321 w 356282"/>
              <a:gd name="connsiteY3" fmla="*/ 253795 h 253795"/>
              <a:gd name="connsiteX4" fmla="*/ 0 w 356282"/>
              <a:gd name="connsiteY4" fmla="*/ 226304 h 253795"/>
              <a:gd name="connsiteX5" fmla="*/ 7718 w 356282"/>
              <a:gd name="connsiteY5" fmla="*/ 0 h 253795"/>
              <a:gd name="connsiteX0" fmla="*/ 574 w 349138"/>
              <a:gd name="connsiteY0" fmla="*/ 0 h 257260"/>
              <a:gd name="connsiteX1" fmla="*/ 206604 w 349138"/>
              <a:gd name="connsiteY1" fmla="*/ 9986 h 257260"/>
              <a:gd name="connsiteX2" fmla="*/ 335653 w 349138"/>
              <a:gd name="connsiteY2" fmla="*/ 139035 h 257260"/>
              <a:gd name="connsiteX3" fmla="*/ 345177 w 349138"/>
              <a:gd name="connsiteY3" fmla="*/ 253795 h 257260"/>
              <a:gd name="connsiteX4" fmla="*/ 0 w 349138"/>
              <a:gd name="connsiteY4" fmla="*/ 257260 h 257260"/>
              <a:gd name="connsiteX5" fmla="*/ 574 w 349138"/>
              <a:gd name="connsiteY5" fmla="*/ 0 h 257260"/>
              <a:gd name="connsiteX0" fmla="*/ 574 w 359486"/>
              <a:gd name="connsiteY0" fmla="*/ 0 h 257260"/>
              <a:gd name="connsiteX1" fmla="*/ 206604 w 359486"/>
              <a:gd name="connsiteY1" fmla="*/ 9986 h 257260"/>
              <a:gd name="connsiteX2" fmla="*/ 335653 w 359486"/>
              <a:gd name="connsiteY2" fmla="*/ 139035 h 257260"/>
              <a:gd name="connsiteX3" fmla="*/ 359464 w 359486"/>
              <a:gd name="connsiteY3" fmla="*/ 253795 h 257260"/>
              <a:gd name="connsiteX4" fmla="*/ 0 w 359486"/>
              <a:gd name="connsiteY4" fmla="*/ 257260 h 257260"/>
              <a:gd name="connsiteX5" fmla="*/ 574 w 359486"/>
              <a:gd name="connsiteY5" fmla="*/ 0 h 257260"/>
              <a:gd name="connsiteX0" fmla="*/ 574 w 359486"/>
              <a:gd name="connsiteY0" fmla="*/ 0 h 257260"/>
              <a:gd name="connsiteX1" fmla="*/ 206604 w 359486"/>
              <a:gd name="connsiteY1" fmla="*/ 9986 h 257260"/>
              <a:gd name="connsiteX2" fmla="*/ 335653 w 359486"/>
              <a:gd name="connsiteY2" fmla="*/ 110460 h 257260"/>
              <a:gd name="connsiteX3" fmla="*/ 359464 w 359486"/>
              <a:gd name="connsiteY3" fmla="*/ 253795 h 257260"/>
              <a:gd name="connsiteX4" fmla="*/ 0 w 359486"/>
              <a:gd name="connsiteY4" fmla="*/ 257260 h 257260"/>
              <a:gd name="connsiteX5" fmla="*/ 574 w 359486"/>
              <a:gd name="connsiteY5" fmla="*/ 0 h 257260"/>
              <a:gd name="connsiteX0" fmla="*/ 574 w 365269"/>
              <a:gd name="connsiteY0" fmla="*/ 0 h 257260"/>
              <a:gd name="connsiteX1" fmla="*/ 206604 w 365269"/>
              <a:gd name="connsiteY1" fmla="*/ 9986 h 257260"/>
              <a:gd name="connsiteX2" fmla="*/ 359464 w 365269"/>
              <a:gd name="connsiteY2" fmla="*/ 253795 h 257260"/>
              <a:gd name="connsiteX3" fmla="*/ 0 w 365269"/>
              <a:gd name="connsiteY3" fmla="*/ 257260 h 257260"/>
              <a:gd name="connsiteX4" fmla="*/ 574 w 365269"/>
              <a:gd name="connsiteY4" fmla="*/ 0 h 257260"/>
              <a:gd name="connsiteX0" fmla="*/ 574 w 369846"/>
              <a:gd name="connsiteY0" fmla="*/ 0 h 257260"/>
              <a:gd name="connsiteX1" fmla="*/ 206604 w 369846"/>
              <a:gd name="connsiteY1" fmla="*/ 9986 h 257260"/>
              <a:gd name="connsiteX2" fmla="*/ 359464 w 369846"/>
              <a:gd name="connsiteY2" fmla="*/ 253795 h 257260"/>
              <a:gd name="connsiteX3" fmla="*/ 0 w 369846"/>
              <a:gd name="connsiteY3" fmla="*/ 257260 h 257260"/>
              <a:gd name="connsiteX4" fmla="*/ 574 w 369846"/>
              <a:gd name="connsiteY4" fmla="*/ 0 h 257260"/>
              <a:gd name="connsiteX0" fmla="*/ 574 w 369846"/>
              <a:gd name="connsiteY0" fmla="*/ 0 h 252497"/>
              <a:gd name="connsiteX1" fmla="*/ 206604 w 369846"/>
              <a:gd name="connsiteY1" fmla="*/ 5223 h 252497"/>
              <a:gd name="connsiteX2" fmla="*/ 359464 w 369846"/>
              <a:gd name="connsiteY2" fmla="*/ 249032 h 252497"/>
              <a:gd name="connsiteX3" fmla="*/ 0 w 369846"/>
              <a:gd name="connsiteY3" fmla="*/ 252497 h 252497"/>
              <a:gd name="connsiteX4" fmla="*/ 574 w 369846"/>
              <a:gd name="connsiteY4" fmla="*/ 0 h 252497"/>
              <a:gd name="connsiteX0" fmla="*/ 574 w 369846"/>
              <a:gd name="connsiteY0" fmla="*/ 0 h 249032"/>
              <a:gd name="connsiteX1" fmla="*/ 206604 w 369846"/>
              <a:gd name="connsiteY1" fmla="*/ 5223 h 249032"/>
              <a:gd name="connsiteX2" fmla="*/ 359464 w 369846"/>
              <a:gd name="connsiteY2" fmla="*/ 249032 h 249032"/>
              <a:gd name="connsiteX3" fmla="*/ 0 w 369846"/>
              <a:gd name="connsiteY3" fmla="*/ 245353 h 249032"/>
              <a:gd name="connsiteX4" fmla="*/ 574 w 369846"/>
              <a:gd name="connsiteY4" fmla="*/ 0 h 2490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69846" h="249032">
                <a:moveTo>
                  <a:pt x="574" y="0"/>
                </a:moveTo>
                <a:lnTo>
                  <a:pt x="206604" y="5223"/>
                </a:lnTo>
                <a:cubicBezTo>
                  <a:pt x="342619" y="42759"/>
                  <a:pt x="393898" y="207820"/>
                  <a:pt x="359464" y="249032"/>
                </a:cubicBezTo>
                <a:lnTo>
                  <a:pt x="0" y="245353"/>
                </a:lnTo>
                <a:cubicBezTo>
                  <a:pt x="191" y="159600"/>
                  <a:pt x="383" y="85753"/>
                  <a:pt x="574" y="0"/>
                </a:cubicBezTo>
                <a:close/>
              </a:path>
            </a:pathLst>
          </a:custGeom>
          <a:gradFill flip="none" rotWithShape="1">
            <a:gsLst>
              <a:gs pos="63000">
                <a:srgbClr val="06D1D7"/>
              </a:gs>
              <a:gs pos="33000">
                <a:srgbClr val="23A295"/>
              </a:gs>
              <a:gs pos="0">
                <a:srgbClr val="57F6A2"/>
              </a:gs>
              <a:gs pos="100000">
                <a:srgbClr val="1B2048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latin typeface="Maven Pro"/>
              <a:ea typeface="Maven Pro"/>
              <a:cs typeface="Maven Pro"/>
              <a:sym typeface="Maven Pro"/>
            </a:endParaRPr>
          </a:p>
        </p:txBody>
      </p:sp>
      <p:sp>
        <p:nvSpPr>
          <p:cNvPr id="36" name="Título 1">
            <a:extLst>
              <a:ext uri="{FF2B5EF4-FFF2-40B4-BE49-F238E27FC236}">
                <a16:creationId xmlns:a16="http://schemas.microsoft.com/office/drawing/2014/main" id="{0A4FE9E6-19EA-2038-9408-2624F668703E}"/>
              </a:ext>
            </a:extLst>
          </p:cNvPr>
          <p:cNvSpPr txBox="1">
            <a:spLocks/>
          </p:cNvSpPr>
          <p:nvPr/>
        </p:nvSpPr>
        <p:spPr>
          <a:xfrm>
            <a:off x="356686" y="851537"/>
            <a:ext cx="6837619" cy="7651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Montserrat"/>
              <a:buNone/>
              <a:defRPr sz="52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Montserrat"/>
              <a:buNone/>
              <a:defRPr sz="52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Montserrat"/>
              <a:buNone/>
              <a:defRPr sz="52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Montserrat"/>
              <a:buNone/>
              <a:defRPr sz="52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Montserrat"/>
              <a:buNone/>
              <a:defRPr sz="52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Montserrat"/>
              <a:buNone/>
              <a:defRPr sz="52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Montserrat"/>
              <a:buNone/>
              <a:defRPr sz="52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Montserrat"/>
              <a:buNone/>
              <a:defRPr sz="52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Montserrat"/>
              <a:buNone/>
              <a:defRPr sz="52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algn="l"/>
            <a:r>
              <a:rPr lang="pt-BR" sz="3200" dirty="0">
                <a:solidFill>
                  <a:schemeClr val="bg2"/>
                </a:solidFill>
                <a:latin typeface="+mj-lt"/>
                <a:cs typeface="Arial" panose="020B0604020202020204" pitchFamily="34" charset="0"/>
              </a:rPr>
              <a:t>DADOS E REPRESENTATIVIDADE</a:t>
            </a:r>
          </a:p>
          <a:p>
            <a:pPr algn="l"/>
            <a:endParaRPr lang="pt-BR" sz="3200" dirty="0">
              <a:solidFill>
                <a:schemeClr val="bg2"/>
              </a:solidFill>
              <a:latin typeface="+mj-lt"/>
              <a:cs typeface="Arial" panose="020B0604020202020204" pitchFamily="34" charset="0"/>
            </a:endParaRPr>
          </a:p>
        </p:txBody>
      </p:sp>
      <p:cxnSp>
        <p:nvCxnSpPr>
          <p:cNvPr id="37" name="Conector reto 36">
            <a:extLst>
              <a:ext uri="{FF2B5EF4-FFF2-40B4-BE49-F238E27FC236}">
                <a16:creationId xmlns:a16="http://schemas.microsoft.com/office/drawing/2014/main" id="{10698D71-24E3-D62B-6317-43E75B5501FF}"/>
              </a:ext>
            </a:extLst>
          </p:cNvPr>
          <p:cNvCxnSpPr>
            <a:cxnSpLocks/>
          </p:cNvCxnSpPr>
          <p:nvPr/>
        </p:nvCxnSpPr>
        <p:spPr>
          <a:xfrm>
            <a:off x="-5" y="1165521"/>
            <a:ext cx="3581405" cy="0"/>
          </a:xfrm>
          <a:prstGeom prst="line">
            <a:avLst/>
          </a:prstGeom>
          <a:ln/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38" name="Google Shape;997;p39">
            <a:extLst>
              <a:ext uri="{FF2B5EF4-FFF2-40B4-BE49-F238E27FC236}">
                <a16:creationId xmlns:a16="http://schemas.microsoft.com/office/drawing/2014/main" id="{5F62279A-3198-F973-B84B-B8654D0487AE}"/>
              </a:ext>
            </a:extLst>
          </p:cNvPr>
          <p:cNvSpPr txBox="1">
            <a:spLocks/>
          </p:cNvSpPr>
          <p:nvPr/>
        </p:nvSpPr>
        <p:spPr>
          <a:xfrm>
            <a:off x="831829" y="1302734"/>
            <a:ext cx="5774380" cy="3110239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1800" dirty="0">
                <a:solidFill>
                  <a:schemeClr val="bg2"/>
                </a:solidFill>
                <a:latin typeface="+mj-lt"/>
              </a:rPr>
              <a:t>Dados: construção do corpus analítico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1800" dirty="0">
                <a:solidFill>
                  <a:schemeClr val="bg2"/>
                </a:solidFill>
                <a:latin typeface="+mj-lt"/>
              </a:rPr>
              <a:t>Dimensão e cobertura temporal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1800" dirty="0">
                <a:solidFill>
                  <a:schemeClr val="bg2"/>
                </a:solidFill>
                <a:latin typeface="+mj-lt"/>
              </a:rPr>
              <a:t>Unidade de análise: notícia publicada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1800" dirty="0">
                <a:solidFill>
                  <a:schemeClr val="bg2"/>
                </a:solidFill>
                <a:latin typeface="+mj-lt"/>
              </a:rPr>
              <a:t>Representatividade: o que a base permite analisar Comparação exploratória com inquéritos</a:t>
            </a:r>
          </a:p>
        </p:txBody>
      </p:sp>
    </p:spTree>
    <p:extLst>
      <p:ext uri="{BB962C8B-B14F-4D97-AF65-F5344CB8AC3E}">
        <p14:creationId xmlns:p14="http://schemas.microsoft.com/office/powerpoint/2010/main" val="320072896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91">
          <a:extLst>
            <a:ext uri="{FF2B5EF4-FFF2-40B4-BE49-F238E27FC236}">
              <a16:creationId xmlns:a16="http://schemas.microsoft.com/office/drawing/2014/main" id="{61B910E1-AC01-F00F-4E97-EC67B8DF79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83" name="Gráfico 982">
            <a:extLst>
              <a:ext uri="{FF2B5EF4-FFF2-40B4-BE49-F238E27FC236}">
                <a16:creationId xmlns:a16="http://schemas.microsoft.com/office/drawing/2014/main" id="{F135C65D-F18A-2DE2-179D-E6DC4EAB0E6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471287" y="-176981"/>
            <a:ext cx="10434025" cy="5320297"/>
          </a:xfrm>
          <a:prstGeom prst="rect">
            <a:avLst/>
          </a:prstGeom>
        </p:spPr>
      </p:pic>
      <p:sp>
        <p:nvSpPr>
          <p:cNvPr id="2" name="Google Shape;932;p37">
            <a:extLst>
              <a:ext uri="{FF2B5EF4-FFF2-40B4-BE49-F238E27FC236}">
                <a16:creationId xmlns:a16="http://schemas.microsoft.com/office/drawing/2014/main" id="{24A176EE-E7FE-4512-CE29-92328C094404}"/>
              </a:ext>
            </a:extLst>
          </p:cNvPr>
          <p:cNvSpPr txBox="1">
            <a:spLocks/>
          </p:cNvSpPr>
          <p:nvPr/>
        </p:nvSpPr>
        <p:spPr>
          <a:xfrm>
            <a:off x="7194305" y="528340"/>
            <a:ext cx="1661894" cy="2259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None/>
              <a:defRPr sz="28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None/>
              <a:defRPr sz="28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None/>
              <a:defRPr sz="28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None/>
              <a:defRPr sz="28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None/>
              <a:defRPr sz="28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None/>
              <a:defRPr sz="28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None/>
              <a:defRPr sz="28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None/>
              <a:defRPr sz="28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None/>
              <a:defRPr sz="28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r>
              <a:rPr lang="pt-BR" sz="600" b="0" dirty="0">
                <a:solidFill>
                  <a:srgbClr val="186E66"/>
                </a:solidFill>
                <a:latin typeface="+mj-lt"/>
                <a:cs typeface="Arial" panose="020B0604020202020204" pitchFamily="34" charset="0"/>
              </a:rPr>
              <a:t>Há mais de 60 anos pensando o Brasil</a:t>
            </a:r>
          </a:p>
        </p:txBody>
      </p:sp>
      <p:sp>
        <p:nvSpPr>
          <p:cNvPr id="3" name="Google Shape;936;p37">
            <a:extLst>
              <a:ext uri="{FF2B5EF4-FFF2-40B4-BE49-F238E27FC236}">
                <a16:creationId xmlns:a16="http://schemas.microsoft.com/office/drawing/2014/main" id="{D679B4BB-554F-DB3B-3E0C-0334013C2938}"/>
              </a:ext>
            </a:extLst>
          </p:cNvPr>
          <p:cNvSpPr/>
          <p:nvPr/>
        </p:nvSpPr>
        <p:spPr>
          <a:xfrm flipH="1">
            <a:off x="7861193" y="4721150"/>
            <a:ext cx="1282656" cy="422165"/>
          </a:xfrm>
          <a:prstGeom prst="round1Rect">
            <a:avLst>
              <a:gd name="adj" fmla="val 50000"/>
            </a:avLst>
          </a:prstGeom>
          <a:solidFill>
            <a:srgbClr val="1B204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latin typeface="Maven Pro"/>
              <a:ea typeface="Maven Pro"/>
              <a:cs typeface="Maven Pro"/>
              <a:sym typeface="Maven Pro"/>
            </a:endParaRPr>
          </a:p>
        </p:txBody>
      </p:sp>
      <p:sp>
        <p:nvSpPr>
          <p:cNvPr id="4" name="Google Shape;937;p37">
            <a:extLst>
              <a:ext uri="{FF2B5EF4-FFF2-40B4-BE49-F238E27FC236}">
                <a16:creationId xmlns:a16="http://schemas.microsoft.com/office/drawing/2014/main" id="{120C9E50-007F-F83C-175B-D5AD31BBB5F6}"/>
              </a:ext>
            </a:extLst>
          </p:cNvPr>
          <p:cNvSpPr/>
          <p:nvPr/>
        </p:nvSpPr>
        <p:spPr>
          <a:xfrm flipH="1">
            <a:off x="7588727" y="4912884"/>
            <a:ext cx="1555123" cy="230496"/>
          </a:xfrm>
          <a:prstGeom prst="round1Rect">
            <a:avLst>
              <a:gd name="adj" fmla="val 50000"/>
            </a:avLst>
          </a:prstGeom>
          <a:gradFill flip="none" rotWithShape="1">
            <a:gsLst>
              <a:gs pos="63000">
                <a:srgbClr val="06D1D7"/>
              </a:gs>
              <a:gs pos="33000">
                <a:srgbClr val="23A295"/>
              </a:gs>
              <a:gs pos="0">
                <a:srgbClr val="57F6A2"/>
              </a:gs>
              <a:gs pos="100000">
                <a:srgbClr val="1B2048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latin typeface="Maven Pro"/>
              <a:ea typeface="Maven Pro"/>
              <a:cs typeface="Maven Pro"/>
              <a:sym typeface="Maven Pro"/>
            </a:endParaRPr>
          </a:p>
        </p:txBody>
      </p:sp>
      <p:grpSp>
        <p:nvGrpSpPr>
          <p:cNvPr id="5" name="Google Shape;938;p37">
            <a:extLst>
              <a:ext uri="{FF2B5EF4-FFF2-40B4-BE49-F238E27FC236}">
                <a16:creationId xmlns:a16="http://schemas.microsoft.com/office/drawing/2014/main" id="{FA48CB16-7D62-6F77-CA6A-352E1FFE992E}"/>
              </a:ext>
            </a:extLst>
          </p:cNvPr>
          <p:cNvGrpSpPr/>
          <p:nvPr/>
        </p:nvGrpSpPr>
        <p:grpSpPr>
          <a:xfrm>
            <a:off x="8644350" y="4276582"/>
            <a:ext cx="423698" cy="551579"/>
            <a:chOff x="7631225" y="2241175"/>
            <a:chExt cx="986125" cy="2095500"/>
          </a:xfrm>
          <a:gradFill>
            <a:gsLst>
              <a:gs pos="53000">
                <a:srgbClr val="23A295"/>
              </a:gs>
              <a:gs pos="0">
                <a:srgbClr val="57F6A2"/>
              </a:gs>
              <a:gs pos="100000">
                <a:srgbClr val="1B2048"/>
              </a:gs>
            </a:gsLst>
            <a:lin ang="5400000" scaled="1"/>
          </a:gradFill>
        </p:grpSpPr>
        <p:cxnSp>
          <p:nvCxnSpPr>
            <p:cNvPr id="6" name="Google Shape;939;p37">
              <a:extLst>
                <a:ext uri="{FF2B5EF4-FFF2-40B4-BE49-F238E27FC236}">
                  <a16:creationId xmlns:a16="http://schemas.microsoft.com/office/drawing/2014/main" id="{9CA9A43A-0714-868B-71E8-1F7368FADF06}"/>
                </a:ext>
              </a:extLst>
            </p:cNvPr>
            <p:cNvCxnSpPr/>
            <p:nvPr/>
          </p:nvCxnSpPr>
          <p:spPr>
            <a:xfrm>
              <a:off x="7631225" y="2241175"/>
              <a:ext cx="0" cy="2095500"/>
            </a:xfrm>
            <a:prstGeom prst="straightConnector1">
              <a:avLst/>
            </a:prstGeom>
            <a:grpFill/>
            <a:ln w="9525" cap="flat" cmpd="sng">
              <a:solidFill>
                <a:srgbClr val="1AB0A9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7" name="Google Shape;940;p37">
              <a:extLst>
                <a:ext uri="{FF2B5EF4-FFF2-40B4-BE49-F238E27FC236}">
                  <a16:creationId xmlns:a16="http://schemas.microsoft.com/office/drawing/2014/main" id="{43E04C27-F694-3881-6A18-9D77E8AC584A}"/>
                </a:ext>
              </a:extLst>
            </p:cNvPr>
            <p:cNvCxnSpPr/>
            <p:nvPr/>
          </p:nvCxnSpPr>
          <p:spPr>
            <a:xfrm>
              <a:off x="7707081" y="2241175"/>
              <a:ext cx="0" cy="2095500"/>
            </a:xfrm>
            <a:prstGeom prst="straightConnector1">
              <a:avLst/>
            </a:prstGeom>
            <a:grpFill/>
            <a:ln w="9525" cap="flat" cmpd="sng">
              <a:solidFill>
                <a:srgbClr val="1AB0A9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8" name="Google Shape;941;p37">
              <a:extLst>
                <a:ext uri="{FF2B5EF4-FFF2-40B4-BE49-F238E27FC236}">
                  <a16:creationId xmlns:a16="http://schemas.microsoft.com/office/drawing/2014/main" id="{8AD16A44-E741-E67F-507A-905D8694CE95}"/>
                </a:ext>
              </a:extLst>
            </p:cNvPr>
            <p:cNvCxnSpPr/>
            <p:nvPr/>
          </p:nvCxnSpPr>
          <p:spPr>
            <a:xfrm>
              <a:off x="7782937" y="2241175"/>
              <a:ext cx="0" cy="2095500"/>
            </a:xfrm>
            <a:prstGeom prst="straightConnector1">
              <a:avLst/>
            </a:prstGeom>
            <a:grpFill/>
            <a:ln w="9525" cap="flat" cmpd="sng">
              <a:solidFill>
                <a:srgbClr val="1AB0A9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9" name="Google Shape;942;p37">
              <a:extLst>
                <a:ext uri="{FF2B5EF4-FFF2-40B4-BE49-F238E27FC236}">
                  <a16:creationId xmlns:a16="http://schemas.microsoft.com/office/drawing/2014/main" id="{F21BE964-D11E-AED1-B783-1EA631690F3E}"/>
                </a:ext>
              </a:extLst>
            </p:cNvPr>
            <p:cNvCxnSpPr/>
            <p:nvPr/>
          </p:nvCxnSpPr>
          <p:spPr>
            <a:xfrm>
              <a:off x="7858792" y="2241175"/>
              <a:ext cx="0" cy="2095500"/>
            </a:xfrm>
            <a:prstGeom prst="straightConnector1">
              <a:avLst/>
            </a:prstGeom>
            <a:grpFill/>
            <a:ln w="9525" cap="flat" cmpd="sng">
              <a:solidFill>
                <a:srgbClr val="1AB0A9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0" name="Google Shape;943;p37">
              <a:extLst>
                <a:ext uri="{FF2B5EF4-FFF2-40B4-BE49-F238E27FC236}">
                  <a16:creationId xmlns:a16="http://schemas.microsoft.com/office/drawing/2014/main" id="{C78BED65-6B46-9A85-52CA-A4AAECC1FDA8}"/>
                </a:ext>
              </a:extLst>
            </p:cNvPr>
            <p:cNvCxnSpPr/>
            <p:nvPr/>
          </p:nvCxnSpPr>
          <p:spPr>
            <a:xfrm>
              <a:off x="8010504" y="2241175"/>
              <a:ext cx="0" cy="2095500"/>
            </a:xfrm>
            <a:prstGeom prst="straightConnector1">
              <a:avLst/>
            </a:prstGeom>
            <a:grpFill/>
            <a:ln w="9525" cap="flat" cmpd="sng">
              <a:solidFill>
                <a:srgbClr val="1AB0A9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1" name="Google Shape;944;p37">
              <a:extLst>
                <a:ext uri="{FF2B5EF4-FFF2-40B4-BE49-F238E27FC236}">
                  <a16:creationId xmlns:a16="http://schemas.microsoft.com/office/drawing/2014/main" id="{58A01C8E-6BC1-A511-0EDD-E896968AA01D}"/>
                </a:ext>
              </a:extLst>
            </p:cNvPr>
            <p:cNvCxnSpPr/>
            <p:nvPr/>
          </p:nvCxnSpPr>
          <p:spPr>
            <a:xfrm>
              <a:off x="8162215" y="2241175"/>
              <a:ext cx="0" cy="2095500"/>
            </a:xfrm>
            <a:prstGeom prst="straightConnector1">
              <a:avLst/>
            </a:prstGeom>
            <a:grpFill/>
            <a:ln w="9525" cap="flat" cmpd="sng">
              <a:solidFill>
                <a:srgbClr val="1AB0A9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2" name="Google Shape;945;p37">
              <a:extLst>
                <a:ext uri="{FF2B5EF4-FFF2-40B4-BE49-F238E27FC236}">
                  <a16:creationId xmlns:a16="http://schemas.microsoft.com/office/drawing/2014/main" id="{D00E509E-2A9E-5FC1-A03F-575ABAFAAA2D}"/>
                </a:ext>
              </a:extLst>
            </p:cNvPr>
            <p:cNvCxnSpPr/>
            <p:nvPr/>
          </p:nvCxnSpPr>
          <p:spPr>
            <a:xfrm>
              <a:off x="8313927" y="2241175"/>
              <a:ext cx="0" cy="2095500"/>
            </a:xfrm>
            <a:prstGeom prst="straightConnector1">
              <a:avLst/>
            </a:prstGeom>
            <a:grpFill/>
            <a:ln w="9525" cap="flat" cmpd="sng">
              <a:solidFill>
                <a:srgbClr val="1AB0A9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3" name="Google Shape;946;p37">
              <a:extLst>
                <a:ext uri="{FF2B5EF4-FFF2-40B4-BE49-F238E27FC236}">
                  <a16:creationId xmlns:a16="http://schemas.microsoft.com/office/drawing/2014/main" id="{875C78F4-7346-688F-8DF3-B56EF3F9C1BC}"/>
                </a:ext>
              </a:extLst>
            </p:cNvPr>
            <p:cNvCxnSpPr/>
            <p:nvPr/>
          </p:nvCxnSpPr>
          <p:spPr>
            <a:xfrm>
              <a:off x="7934648" y="2241175"/>
              <a:ext cx="0" cy="2095500"/>
            </a:xfrm>
            <a:prstGeom prst="straightConnector1">
              <a:avLst/>
            </a:prstGeom>
            <a:grpFill/>
            <a:ln w="9525" cap="flat" cmpd="sng">
              <a:solidFill>
                <a:srgbClr val="1AB0A9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4" name="Google Shape;947;p37">
              <a:extLst>
                <a:ext uri="{FF2B5EF4-FFF2-40B4-BE49-F238E27FC236}">
                  <a16:creationId xmlns:a16="http://schemas.microsoft.com/office/drawing/2014/main" id="{9A5279D2-B485-A086-DDB5-5B7D026301A8}"/>
                </a:ext>
              </a:extLst>
            </p:cNvPr>
            <p:cNvCxnSpPr/>
            <p:nvPr/>
          </p:nvCxnSpPr>
          <p:spPr>
            <a:xfrm>
              <a:off x="8086360" y="2241175"/>
              <a:ext cx="0" cy="2095500"/>
            </a:xfrm>
            <a:prstGeom prst="straightConnector1">
              <a:avLst/>
            </a:prstGeom>
            <a:grpFill/>
            <a:ln w="9525" cap="flat" cmpd="sng">
              <a:solidFill>
                <a:srgbClr val="1AB0A9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5" name="Google Shape;948;p37">
              <a:extLst>
                <a:ext uri="{FF2B5EF4-FFF2-40B4-BE49-F238E27FC236}">
                  <a16:creationId xmlns:a16="http://schemas.microsoft.com/office/drawing/2014/main" id="{3854DF2B-F306-BC86-4441-8C5D15FA4932}"/>
                </a:ext>
              </a:extLst>
            </p:cNvPr>
            <p:cNvCxnSpPr/>
            <p:nvPr/>
          </p:nvCxnSpPr>
          <p:spPr>
            <a:xfrm>
              <a:off x="8238071" y="2241175"/>
              <a:ext cx="0" cy="2095500"/>
            </a:xfrm>
            <a:prstGeom prst="straightConnector1">
              <a:avLst/>
            </a:prstGeom>
            <a:grpFill/>
            <a:ln w="9525" cap="flat" cmpd="sng">
              <a:solidFill>
                <a:srgbClr val="1AB0A9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6" name="Google Shape;949;p37">
              <a:extLst>
                <a:ext uri="{FF2B5EF4-FFF2-40B4-BE49-F238E27FC236}">
                  <a16:creationId xmlns:a16="http://schemas.microsoft.com/office/drawing/2014/main" id="{C53BBD56-2A10-9966-2B50-7023B4915E24}"/>
                </a:ext>
              </a:extLst>
            </p:cNvPr>
            <p:cNvCxnSpPr/>
            <p:nvPr/>
          </p:nvCxnSpPr>
          <p:spPr>
            <a:xfrm>
              <a:off x="8389783" y="2241175"/>
              <a:ext cx="0" cy="2095500"/>
            </a:xfrm>
            <a:prstGeom prst="straightConnector1">
              <a:avLst/>
            </a:prstGeom>
            <a:grpFill/>
            <a:ln w="9525" cap="flat" cmpd="sng">
              <a:solidFill>
                <a:srgbClr val="1AB0A9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7" name="Google Shape;950;p37">
              <a:extLst>
                <a:ext uri="{FF2B5EF4-FFF2-40B4-BE49-F238E27FC236}">
                  <a16:creationId xmlns:a16="http://schemas.microsoft.com/office/drawing/2014/main" id="{35B18ADD-0243-BB92-66B2-66C0BAE3821E}"/>
                </a:ext>
              </a:extLst>
            </p:cNvPr>
            <p:cNvCxnSpPr/>
            <p:nvPr/>
          </p:nvCxnSpPr>
          <p:spPr>
            <a:xfrm>
              <a:off x="8465638" y="2241175"/>
              <a:ext cx="0" cy="2095500"/>
            </a:xfrm>
            <a:prstGeom prst="straightConnector1">
              <a:avLst/>
            </a:prstGeom>
            <a:grpFill/>
            <a:ln w="9525" cap="flat" cmpd="sng">
              <a:solidFill>
                <a:srgbClr val="1AB0A9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8" name="Google Shape;951;p37">
              <a:extLst>
                <a:ext uri="{FF2B5EF4-FFF2-40B4-BE49-F238E27FC236}">
                  <a16:creationId xmlns:a16="http://schemas.microsoft.com/office/drawing/2014/main" id="{5C29329D-09AE-BB2B-6E10-D7162AD3FC2A}"/>
                </a:ext>
              </a:extLst>
            </p:cNvPr>
            <p:cNvCxnSpPr/>
            <p:nvPr/>
          </p:nvCxnSpPr>
          <p:spPr>
            <a:xfrm>
              <a:off x="8541494" y="2241175"/>
              <a:ext cx="0" cy="2095500"/>
            </a:xfrm>
            <a:prstGeom prst="straightConnector1">
              <a:avLst/>
            </a:prstGeom>
            <a:grpFill/>
            <a:ln w="9525" cap="flat" cmpd="sng">
              <a:solidFill>
                <a:srgbClr val="1AB0A9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9" name="Google Shape;952;p37">
              <a:extLst>
                <a:ext uri="{FF2B5EF4-FFF2-40B4-BE49-F238E27FC236}">
                  <a16:creationId xmlns:a16="http://schemas.microsoft.com/office/drawing/2014/main" id="{653F4546-5A77-D012-748F-50277C3D439D}"/>
                </a:ext>
              </a:extLst>
            </p:cNvPr>
            <p:cNvCxnSpPr/>
            <p:nvPr/>
          </p:nvCxnSpPr>
          <p:spPr>
            <a:xfrm>
              <a:off x="8617350" y="2241175"/>
              <a:ext cx="0" cy="2095500"/>
            </a:xfrm>
            <a:prstGeom prst="straightConnector1">
              <a:avLst/>
            </a:prstGeom>
            <a:grpFill/>
            <a:ln w="9525" cap="flat" cmpd="sng">
              <a:solidFill>
                <a:srgbClr val="1AB0A9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20" name="Google Shape;954;p37">
            <a:extLst>
              <a:ext uri="{FF2B5EF4-FFF2-40B4-BE49-F238E27FC236}">
                <a16:creationId xmlns:a16="http://schemas.microsoft.com/office/drawing/2014/main" id="{4396271E-0132-3796-2712-2E8CC29D306E}"/>
              </a:ext>
            </a:extLst>
          </p:cNvPr>
          <p:cNvSpPr/>
          <p:nvPr/>
        </p:nvSpPr>
        <p:spPr>
          <a:xfrm>
            <a:off x="0" y="4680042"/>
            <a:ext cx="922564" cy="463274"/>
          </a:xfrm>
          <a:prstGeom prst="rect">
            <a:avLst/>
          </a:prstGeom>
          <a:gradFill>
            <a:gsLst>
              <a:gs pos="33000">
                <a:srgbClr val="23A295"/>
              </a:gs>
              <a:gs pos="0">
                <a:srgbClr val="57F6A2"/>
              </a:gs>
              <a:gs pos="100000">
                <a:srgbClr val="1B2048"/>
              </a:gs>
            </a:gsLst>
            <a:path path="circle">
              <a:fillToRect l="100000" t="100000"/>
            </a:path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dirty="0">
              <a:latin typeface="Maven Pro"/>
              <a:ea typeface="Maven Pro"/>
              <a:cs typeface="Maven Pro"/>
              <a:sym typeface="Maven Pro"/>
            </a:endParaRPr>
          </a:p>
        </p:txBody>
      </p:sp>
      <p:sp>
        <p:nvSpPr>
          <p:cNvPr id="21" name="Google Shape;955;p37">
            <a:extLst>
              <a:ext uri="{FF2B5EF4-FFF2-40B4-BE49-F238E27FC236}">
                <a16:creationId xmlns:a16="http://schemas.microsoft.com/office/drawing/2014/main" id="{9BCBD3D7-9B62-F293-FDAC-5C5DA2A4E335}"/>
              </a:ext>
            </a:extLst>
          </p:cNvPr>
          <p:cNvSpPr/>
          <p:nvPr/>
        </p:nvSpPr>
        <p:spPr>
          <a:xfrm>
            <a:off x="0" y="4912883"/>
            <a:ext cx="1663658" cy="230641"/>
          </a:xfrm>
          <a:prstGeom prst="round1Rect">
            <a:avLst>
              <a:gd name="adj" fmla="val 50000"/>
            </a:avLst>
          </a:prstGeom>
          <a:solidFill>
            <a:srgbClr val="1B204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latin typeface="Maven Pro"/>
              <a:ea typeface="Maven Pro"/>
              <a:cs typeface="Maven Pro"/>
              <a:sym typeface="Maven Pro"/>
            </a:endParaRPr>
          </a:p>
        </p:txBody>
      </p:sp>
      <p:grpSp>
        <p:nvGrpSpPr>
          <p:cNvPr id="22" name="Agrupar 21">
            <a:extLst>
              <a:ext uri="{FF2B5EF4-FFF2-40B4-BE49-F238E27FC236}">
                <a16:creationId xmlns:a16="http://schemas.microsoft.com/office/drawing/2014/main" id="{65503834-BCCC-AC77-6B87-2334D691EC78}"/>
              </a:ext>
            </a:extLst>
          </p:cNvPr>
          <p:cNvGrpSpPr/>
          <p:nvPr/>
        </p:nvGrpSpPr>
        <p:grpSpPr>
          <a:xfrm>
            <a:off x="7070035" y="156184"/>
            <a:ext cx="1722295" cy="405506"/>
            <a:chOff x="4782913" y="272045"/>
            <a:chExt cx="3752189" cy="883435"/>
          </a:xfrm>
        </p:grpSpPr>
        <p:pic>
          <p:nvPicPr>
            <p:cNvPr id="23" name="Imagem 22" descr="Interface gráfica do usuário, Texto&#10;&#10;O conteúdo gerado por IA pode estar incorreto.">
              <a:extLst>
                <a:ext uri="{FF2B5EF4-FFF2-40B4-BE49-F238E27FC236}">
                  <a16:creationId xmlns:a16="http://schemas.microsoft.com/office/drawing/2014/main" id="{52BD8C18-2E83-655F-3E51-79F50F75EC1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4782913" y="272045"/>
              <a:ext cx="3752189" cy="883435"/>
            </a:xfrm>
            <a:prstGeom prst="rect">
              <a:avLst/>
            </a:prstGeom>
          </p:spPr>
        </p:pic>
        <p:cxnSp>
          <p:nvCxnSpPr>
            <p:cNvPr id="24" name="Conector reto 23">
              <a:extLst>
                <a:ext uri="{FF2B5EF4-FFF2-40B4-BE49-F238E27FC236}">
                  <a16:creationId xmlns:a16="http://schemas.microsoft.com/office/drawing/2014/main" id="{5CD0612D-6812-08B1-8A81-CBE4273F53FC}"/>
                </a:ext>
              </a:extLst>
            </p:cNvPr>
            <p:cNvCxnSpPr>
              <a:cxnSpLocks/>
            </p:cNvCxnSpPr>
            <p:nvPr/>
          </p:nvCxnSpPr>
          <p:spPr>
            <a:xfrm>
              <a:off x="5253460" y="1066595"/>
              <a:ext cx="3264536" cy="16228"/>
            </a:xfrm>
            <a:prstGeom prst="line">
              <a:avLst/>
            </a:prstGeom>
            <a:ln>
              <a:solidFill>
                <a:srgbClr val="00445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5" name="Google Shape;936;p37">
            <a:extLst>
              <a:ext uri="{FF2B5EF4-FFF2-40B4-BE49-F238E27FC236}">
                <a16:creationId xmlns:a16="http://schemas.microsoft.com/office/drawing/2014/main" id="{80506D26-B6D1-34CF-5144-55C7A0136137}"/>
              </a:ext>
            </a:extLst>
          </p:cNvPr>
          <p:cNvSpPr/>
          <p:nvPr/>
        </p:nvSpPr>
        <p:spPr>
          <a:xfrm rot="16200000" flipH="1" flipV="1">
            <a:off x="-26331" y="5857"/>
            <a:ext cx="636272" cy="583606"/>
          </a:xfrm>
          <a:custGeom>
            <a:avLst/>
            <a:gdLst>
              <a:gd name="connsiteX0" fmla="*/ 0 w 1440059"/>
              <a:gd name="connsiteY0" fmla="*/ 0 h 583600"/>
              <a:gd name="connsiteX1" fmla="*/ 1148259 w 1440059"/>
              <a:gd name="connsiteY1" fmla="*/ 0 h 583600"/>
              <a:gd name="connsiteX2" fmla="*/ 1440059 w 1440059"/>
              <a:gd name="connsiteY2" fmla="*/ 291800 h 583600"/>
              <a:gd name="connsiteX3" fmla="*/ 1440059 w 1440059"/>
              <a:gd name="connsiteY3" fmla="*/ 583600 h 583600"/>
              <a:gd name="connsiteX4" fmla="*/ 0 w 1440059"/>
              <a:gd name="connsiteY4" fmla="*/ 583600 h 583600"/>
              <a:gd name="connsiteX5" fmla="*/ 0 w 1440059"/>
              <a:gd name="connsiteY5" fmla="*/ 0 h 583600"/>
              <a:gd name="connsiteX0" fmla="*/ 612059 w 1440059"/>
              <a:gd name="connsiteY0" fmla="*/ 0 h 583603"/>
              <a:gd name="connsiteX1" fmla="*/ 1148259 w 1440059"/>
              <a:gd name="connsiteY1" fmla="*/ 3 h 583603"/>
              <a:gd name="connsiteX2" fmla="*/ 1440059 w 1440059"/>
              <a:gd name="connsiteY2" fmla="*/ 291803 h 583603"/>
              <a:gd name="connsiteX3" fmla="*/ 1440059 w 1440059"/>
              <a:gd name="connsiteY3" fmla="*/ 583603 h 583603"/>
              <a:gd name="connsiteX4" fmla="*/ 0 w 1440059"/>
              <a:gd name="connsiteY4" fmla="*/ 583603 h 583603"/>
              <a:gd name="connsiteX5" fmla="*/ 612059 w 1440059"/>
              <a:gd name="connsiteY5" fmla="*/ 0 h 583603"/>
              <a:gd name="connsiteX0" fmla="*/ 0 w 828000"/>
              <a:gd name="connsiteY0" fmla="*/ 0 h 583603"/>
              <a:gd name="connsiteX1" fmla="*/ 536200 w 828000"/>
              <a:gd name="connsiteY1" fmla="*/ 3 h 583603"/>
              <a:gd name="connsiteX2" fmla="*/ 828000 w 828000"/>
              <a:gd name="connsiteY2" fmla="*/ 291803 h 583603"/>
              <a:gd name="connsiteX3" fmla="*/ 828000 w 828000"/>
              <a:gd name="connsiteY3" fmla="*/ 583603 h 583603"/>
              <a:gd name="connsiteX4" fmla="*/ 191728 w 828000"/>
              <a:gd name="connsiteY4" fmla="*/ 576229 h 583603"/>
              <a:gd name="connsiteX5" fmla="*/ 0 w 828000"/>
              <a:gd name="connsiteY5" fmla="*/ 0 h 583603"/>
              <a:gd name="connsiteX0" fmla="*/ 14749 w 636272"/>
              <a:gd name="connsiteY0" fmla="*/ 0 h 583606"/>
              <a:gd name="connsiteX1" fmla="*/ 344472 w 636272"/>
              <a:gd name="connsiteY1" fmla="*/ 6 h 583606"/>
              <a:gd name="connsiteX2" fmla="*/ 636272 w 636272"/>
              <a:gd name="connsiteY2" fmla="*/ 291806 h 583606"/>
              <a:gd name="connsiteX3" fmla="*/ 636272 w 636272"/>
              <a:gd name="connsiteY3" fmla="*/ 583606 h 583606"/>
              <a:gd name="connsiteX4" fmla="*/ 0 w 636272"/>
              <a:gd name="connsiteY4" fmla="*/ 576232 h 583606"/>
              <a:gd name="connsiteX5" fmla="*/ 14749 w 636272"/>
              <a:gd name="connsiteY5" fmla="*/ 0 h 5836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36272" h="583606">
                <a:moveTo>
                  <a:pt x="14749" y="0"/>
                </a:moveTo>
                <a:lnTo>
                  <a:pt x="344472" y="6"/>
                </a:lnTo>
                <a:cubicBezTo>
                  <a:pt x="505629" y="6"/>
                  <a:pt x="636272" y="130649"/>
                  <a:pt x="636272" y="291806"/>
                </a:cubicBezTo>
                <a:lnTo>
                  <a:pt x="636272" y="583606"/>
                </a:lnTo>
                <a:lnTo>
                  <a:pt x="0" y="576232"/>
                </a:lnTo>
                <a:lnTo>
                  <a:pt x="14749" y="0"/>
                </a:lnTo>
                <a:close/>
              </a:path>
            </a:pathLst>
          </a:custGeom>
          <a:solidFill>
            <a:srgbClr val="1B204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latin typeface="Maven Pro"/>
              <a:ea typeface="Maven Pro"/>
              <a:cs typeface="Maven Pro"/>
              <a:sym typeface="Maven Pro"/>
            </a:endParaRPr>
          </a:p>
        </p:txBody>
      </p:sp>
      <p:sp>
        <p:nvSpPr>
          <p:cNvPr id="26" name="Google Shape;937;p37">
            <a:extLst>
              <a:ext uri="{FF2B5EF4-FFF2-40B4-BE49-F238E27FC236}">
                <a16:creationId xmlns:a16="http://schemas.microsoft.com/office/drawing/2014/main" id="{76EA456A-1619-A58A-3855-F32D46F02534}"/>
              </a:ext>
            </a:extLst>
          </p:cNvPr>
          <p:cNvSpPr/>
          <p:nvPr/>
        </p:nvSpPr>
        <p:spPr>
          <a:xfrm rot="16200000" flipH="1" flipV="1">
            <a:off x="-223281" y="212082"/>
            <a:ext cx="765195" cy="318641"/>
          </a:xfrm>
          <a:custGeom>
            <a:avLst/>
            <a:gdLst>
              <a:gd name="connsiteX0" fmla="*/ 0 w 1745961"/>
              <a:gd name="connsiteY0" fmla="*/ 0 h 318637"/>
              <a:gd name="connsiteX1" fmla="*/ 1586643 w 1745961"/>
              <a:gd name="connsiteY1" fmla="*/ 0 h 318637"/>
              <a:gd name="connsiteX2" fmla="*/ 1745962 w 1745961"/>
              <a:gd name="connsiteY2" fmla="*/ 159319 h 318637"/>
              <a:gd name="connsiteX3" fmla="*/ 1745961 w 1745961"/>
              <a:gd name="connsiteY3" fmla="*/ 318637 h 318637"/>
              <a:gd name="connsiteX4" fmla="*/ 0 w 1745961"/>
              <a:gd name="connsiteY4" fmla="*/ 318637 h 318637"/>
              <a:gd name="connsiteX5" fmla="*/ 0 w 1745961"/>
              <a:gd name="connsiteY5" fmla="*/ 0 h 318637"/>
              <a:gd name="connsiteX0" fmla="*/ 980768 w 1745962"/>
              <a:gd name="connsiteY0" fmla="*/ 0 h 318637"/>
              <a:gd name="connsiteX1" fmla="*/ 1586643 w 1745962"/>
              <a:gd name="connsiteY1" fmla="*/ 0 h 318637"/>
              <a:gd name="connsiteX2" fmla="*/ 1745962 w 1745962"/>
              <a:gd name="connsiteY2" fmla="*/ 159319 h 318637"/>
              <a:gd name="connsiteX3" fmla="*/ 1745961 w 1745962"/>
              <a:gd name="connsiteY3" fmla="*/ 318637 h 318637"/>
              <a:gd name="connsiteX4" fmla="*/ 0 w 1745962"/>
              <a:gd name="connsiteY4" fmla="*/ 318637 h 318637"/>
              <a:gd name="connsiteX5" fmla="*/ 980768 w 1745962"/>
              <a:gd name="connsiteY5" fmla="*/ 0 h 318637"/>
              <a:gd name="connsiteX0" fmla="*/ 1 w 765195"/>
              <a:gd name="connsiteY0" fmla="*/ 0 h 318641"/>
              <a:gd name="connsiteX1" fmla="*/ 605876 w 765195"/>
              <a:gd name="connsiteY1" fmla="*/ 0 h 318641"/>
              <a:gd name="connsiteX2" fmla="*/ 765195 w 765195"/>
              <a:gd name="connsiteY2" fmla="*/ 159319 h 318641"/>
              <a:gd name="connsiteX3" fmla="*/ 765194 w 765195"/>
              <a:gd name="connsiteY3" fmla="*/ 318637 h 318641"/>
              <a:gd name="connsiteX4" fmla="*/ 0 w 765195"/>
              <a:gd name="connsiteY4" fmla="*/ 318641 h 318641"/>
              <a:gd name="connsiteX5" fmla="*/ 1 w 765195"/>
              <a:gd name="connsiteY5" fmla="*/ 0 h 3186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765195" h="318641">
                <a:moveTo>
                  <a:pt x="1" y="0"/>
                </a:moveTo>
                <a:lnTo>
                  <a:pt x="605876" y="0"/>
                </a:lnTo>
                <a:cubicBezTo>
                  <a:pt x="693865" y="0"/>
                  <a:pt x="765195" y="71330"/>
                  <a:pt x="765195" y="159319"/>
                </a:cubicBezTo>
                <a:cubicBezTo>
                  <a:pt x="765195" y="212425"/>
                  <a:pt x="765194" y="265531"/>
                  <a:pt x="765194" y="318637"/>
                </a:cubicBezTo>
                <a:lnTo>
                  <a:pt x="0" y="318641"/>
                </a:lnTo>
                <a:cubicBezTo>
                  <a:pt x="0" y="212427"/>
                  <a:pt x="1" y="106214"/>
                  <a:pt x="1" y="0"/>
                </a:cubicBezTo>
                <a:close/>
              </a:path>
            </a:pathLst>
          </a:custGeom>
          <a:gradFill flip="none" rotWithShape="1">
            <a:gsLst>
              <a:gs pos="63000">
                <a:srgbClr val="06D1D7"/>
              </a:gs>
              <a:gs pos="33000">
                <a:srgbClr val="23A295"/>
              </a:gs>
              <a:gs pos="0">
                <a:srgbClr val="57F6A2"/>
              </a:gs>
              <a:gs pos="100000">
                <a:srgbClr val="1B2048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latin typeface="Maven Pro"/>
              <a:ea typeface="Maven Pro"/>
              <a:cs typeface="Maven Pro"/>
              <a:sym typeface="Maven Pro"/>
            </a:endParaRPr>
          </a:p>
        </p:txBody>
      </p:sp>
      <p:grpSp>
        <p:nvGrpSpPr>
          <p:cNvPr id="28" name="Google Shape;938;p37">
            <a:extLst>
              <a:ext uri="{FF2B5EF4-FFF2-40B4-BE49-F238E27FC236}">
                <a16:creationId xmlns:a16="http://schemas.microsoft.com/office/drawing/2014/main" id="{559926E8-2FF3-F4DD-09C6-C5CDB0E29DDB}"/>
              </a:ext>
            </a:extLst>
          </p:cNvPr>
          <p:cNvGrpSpPr/>
          <p:nvPr/>
        </p:nvGrpSpPr>
        <p:grpSpPr>
          <a:xfrm rot="16200000">
            <a:off x="720348" y="-178200"/>
            <a:ext cx="368002" cy="860760"/>
            <a:chOff x="8238071" y="2241175"/>
            <a:chExt cx="379279" cy="2095500"/>
          </a:xfrm>
          <a:gradFill>
            <a:gsLst>
              <a:gs pos="53000">
                <a:srgbClr val="23A295"/>
              </a:gs>
              <a:gs pos="0">
                <a:srgbClr val="57F6A2"/>
              </a:gs>
              <a:gs pos="100000">
                <a:srgbClr val="1B2048"/>
              </a:gs>
            </a:gsLst>
            <a:lin ang="5400000" scaled="1"/>
          </a:gradFill>
        </p:grpSpPr>
        <p:cxnSp>
          <p:nvCxnSpPr>
            <p:cNvPr id="29" name="Google Shape;945;p37">
              <a:extLst>
                <a:ext uri="{FF2B5EF4-FFF2-40B4-BE49-F238E27FC236}">
                  <a16:creationId xmlns:a16="http://schemas.microsoft.com/office/drawing/2014/main" id="{8B6FFC98-872D-CE44-5B26-6EE5ED69598D}"/>
                </a:ext>
              </a:extLst>
            </p:cNvPr>
            <p:cNvCxnSpPr/>
            <p:nvPr/>
          </p:nvCxnSpPr>
          <p:spPr>
            <a:xfrm>
              <a:off x="8313927" y="2241175"/>
              <a:ext cx="0" cy="2095500"/>
            </a:xfrm>
            <a:prstGeom prst="straightConnector1">
              <a:avLst/>
            </a:prstGeom>
            <a:grpFill/>
            <a:ln w="9525" cap="flat" cmpd="sng">
              <a:solidFill>
                <a:srgbClr val="1AB0A9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0" name="Google Shape;948;p37">
              <a:extLst>
                <a:ext uri="{FF2B5EF4-FFF2-40B4-BE49-F238E27FC236}">
                  <a16:creationId xmlns:a16="http://schemas.microsoft.com/office/drawing/2014/main" id="{D4EFBF4B-0163-ED9D-B0A6-375CC0EA85B9}"/>
                </a:ext>
              </a:extLst>
            </p:cNvPr>
            <p:cNvCxnSpPr/>
            <p:nvPr/>
          </p:nvCxnSpPr>
          <p:spPr>
            <a:xfrm>
              <a:off x="8238071" y="2241175"/>
              <a:ext cx="0" cy="2095500"/>
            </a:xfrm>
            <a:prstGeom prst="straightConnector1">
              <a:avLst/>
            </a:prstGeom>
            <a:grpFill/>
            <a:ln w="9525" cap="flat" cmpd="sng">
              <a:solidFill>
                <a:srgbClr val="1AB0A9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1" name="Google Shape;949;p37">
              <a:extLst>
                <a:ext uri="{FF2B5EF4-FFF2-40B4-BE49-F238E27FC236}">
                  <a16:creationId xmlns:a16="http://schemas.microsoft.com/office/drawing/2014/main" id="{A55283C0-E6E4-1009-446D-C6ADA94F6182}"/>
                </a:ext>
              </a:extLst>
            </p:cNvPr>
            <p:cNvCxnSpPr/>
            <p:nvPr/>
          </p:nvCxnSpPr>
          <p:spPr>
            <a:xfrm>
              <a:off x="8389783" y="2241175"/>
              <a:ext cx="0" cy="2095500"/>
            </a:xfrm>
            <a:prstGeom prst="straightConnector1">
              <a:avLst/>
            </a:prstGeom>
            <a:grpFill/>
            <a:ln w="9525" cap="flat" cmpd="sng">
              <a:solidFill>
                <a:srgbClr val="1AB0A9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2" name="Google Shape;950;p37">
              <a:extLst>
                <a:ext uri="{FF2B5EF4-FFF2-40B4-BE49-F238E27FC236}">
                  <a16:creationId xmlns:a16="http://schemas.microsoft.com/office/drawing/2014/main" id="{0CA7A28F-1044-73BB-BB07-1B291845462C}"/>
                </a:ext>
              </a:extLst>
            </p:cNvPr>
            <p:cNvCxnSpPr/>
            <p:nvPr/>
          </p:nvCxnSpPr>
          <p:spPr>
            <a:xfrm>
              <a:off x="8465638" y="2241175"/>
              <a:ext cx="0" cy="2095500"/>
            </a:xfrm>
            <a:prstGeom prst="straightConnector1">
              <a:avLst/>
            </a:prstGeom>
            <a:grpFill/>
            <a:ln w="9525" cap="flat" cmpd="sng">
              <a:solidFill>
                <a:srgbClr val="1AB0A9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3" name="Google Shape;951;p37">
              <a:extLst>
                <a:ext uri="{FF2B5EF4-FFF2-40B4-BE49-F238E27FC236}">
                  <a16:creationId xmlns:a16="http://schemas.microsoft.com/office/drawing/2014/main" id="{C7CFB7F1-C99A-846A-665F-02BCED79E2E6}"/>
                </a:ext>
              </a:extLst>
            </p:cNvPr>
            <p:cNvCxnSpPr/>
            <p:nvPr/>
          </p:nvCxnSpPr>
          <p:spPr>
            <a:xfrm>
              <a:off x="8541494" y="2241175"/>
              <a:ext cx="0" cy="2095500"/>
            </a:xfrm>
            <a:prstGeom prst="straightConnector1">
              <a:avLst/>
            </a:prstGeom>
            <a:grpFill/>
            <a:ln w="9525" cap="flat" cmpd="sng">
              <a:solidFill>
                <a:srgbClr val="1AB0A9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4" name="Google Shape;952;p37">
              <a:extLst>
                <a:ext uri="{FF2B5EF4-FFF2-40B4-BE49-F238E27FC236}">
                  <a16:creationId xmlns:a16="http://schemas.microsoft.com/office/drawing/2014/main" id="{D9FC3E71-7D8A-E2A7-78D6-60A65FF2C399}"/>
                </a:ext>
              </a:extLst>
            </p:cNvPr>
            <p:cNvCxnSpPr/>
            <p:nvPr/>
          </p:nvCxnSpPr>
          <p:spPr>
            <a:xfrm>
              <a:off x="8617350" y="2241175"/>
              <a:ext cx="0" cy="2095500"/>
            </a:xfrm>
            <a:prstGeom prst="straightConnector1">
              <a:avLst/>
            </a:prstGeom>
            <a:grpFill/>
            <a:ln w="9525" cap="flat" cmpd="sng">
              <a:solidFill>
                <a:srgbClr val="1AB0A9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35" name="Título 1">
            <a:extLst>
              <a:ext uri="{FF2B5EF4-FFF2-40B4-BE49-F238E27FC236}">
                <a16:creationId xmlns:a16="http://schemas.microsoft.com/office/drawing/2014/main" id="{EAB7FE8C-C384-1DEA-CD79-14B2C91C8A74}"/>
              </a:ext>
            </a:extLst>
          </p:cNvPr>
          <p:cNvSpPr txBox="1">
            <a:spLocks/>
          </p:cNvSpPr>
          <p:nvPr/>
        </p:nvSpPr>
        <p:spPr>
          <a:xfrm>
            <a:off x="675324" y="706826"/>
            <a:ext cx="6913403" cy="4554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Montserrat"/>
              <a:buNone/>
              <a:defRPr sz="52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Montserrat"/>
              <a:buNone/>
              <a:defRPr sz="52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Montserrat"/>
              <a:buNone/>
              <a:defRPr sz="52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Montserrat"/>
              <a:buNone/>
              <a:defRPr sz="52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Montserrat"/>
              <a:buNone/>
              <a:defRPr sz="52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Montserrat"/>
              <a:buNone/>
              <a:defRPr sz="52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Montserrat"/>
              <a:buNone/>
              <a:defRPr sz="52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Montserrat"/>
              <a:buNone/>
              <a:defRPr sz="52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Montserrat"/>
              <a:buNone/>
              <a:defRPr sz="52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algn="l"/>
            <a:r>
              <a:rPr lang="pt-BR" sz="2800" dirty="0">
                <a:latin typeface="+mj-lt"/>
                <a:cs typeface="Arial" panose="020B0604020202020204" pitchFamily="34" charset="0"/>
              </a:rPr>
              <a:t>Dados: construção do corpus analítico</a:t>
            </a:r>
          </a:p>
        </p:txBody>
      </p:sp>
      <p:sp>
        <p:nvSpPr>
          <p:cNvPr id="36" name="Subtítulo 2">
            <a:extLst>
              <a:ext uri="{FF2B5EF4-FFF2-40B4-BE49-F238E27FC236}">
                <a16:creationId xmlns:a16="http://schemas.microsoft.com/office/drawing/2014/main" id="{845CD483-3C75-0593-EA7D-BB915A6A4129}"/>
              </a:ext>
            </a:extLst>
          </p:cNvPr>
          <p:cNvSpPr>
            <a:spLocks noGrp="1"/>
          </p:cNvSpPr>
          <p:nvPr>
            <p:ph type="subTitle" idx="4294967295"/>
          </p:nvPr>
        </p:nvSpPr>
        <p:spPr>
          <a:xfrm>
            <a:off x="583609" y="1533079"/>
            <a:ext cx="3842618" cy="2979286"/>
          </a:xfrm>
          <a:prstGeom prst="rect">
            <a:avLst/>
          </a:prstGeom>
        </p:spPr>
        <p:txBody>
          <a:bodyPr>
            <a:normAutofit fontScale="92500" lnSpcReduction="10000"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1400" b="1" dirty="0">
                <a:solidFill>
                  <a:schemeClr val="bg1"/>
                </a:solidFill>
                <a:latin typeface="+mj-lt"/>
              </a:rPr>
              <a:t>Corpus formado por notícias públicas da Polícia Federal.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1400" b="1" dirty="0">
                <a:solidFill>
                  <a:schemeClr val="bg1"/>
                </a:solidFill>
                <a:latin typeface="+mj-lt"/>
              </a:rPr>
              <a:t>Fonte: portal institucional da PF.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1400" b="1" dirty="0">
                <a:solidFill>
                  <a:schemeClr val="bg1"/>
                </a:solidFill>
                <a:latin typeface="+mj-lt"/>
              </a:rPr>
              <a:t>Objetivo da coleta: transformar textos dispersos em uma base estruturada e </a:t>
            </a:r>
            <a:r>
              <a:rPr lang="pt-BR" sz="1400" b="1" dirty="0" err="1">
                <a:solidFill>
                  <a:schemeClr val="bg1"/>
                </a:solidFill>
                <a:latin typeface="+mj-lt"/>
              </a:rPr>
              <a:t>reprocessável</a:t>
            </a:r>
            <a:r>
              <a:rPr lang="pt-BR" sz="1400" b="1" dirty="0">
                <a:solidFill>
                  <a:schemeClr val="bg1"/>
                </a:solidFill>
                <a:latin typeface="+mj-lt"/>
              </a:rPr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1400" b="1" dirty="0">
                <a:solidFill>
                  <a:schemeClr val="bg1"/>
                </a:solidFill>
                <a:latin typeface="+mj-lt"/>
              </a:rPr>
              <a:t>Informações preservadas:</a:t>
            </a:r>
          </a:p>
          <a:p>
            <a:pPr marL="0" indent="0"/>
            <a:r>
              <a:rPr lang="pt-BR" sz="1400" b="1" dirty="0">
                <a:solidFill>
                  <a:schemeClr val="bg1"/>
                </a:solidFill>
                <a:latin typeface="+mj-lt"/>
              </a:rPr>
              <a:t>      - título;</a:t>
            </a:r>
          </a:p>
          <a:p>
            <a:pPr marL="0" indent="0"/>
            <a:r>
              <a:rPr lang="pt-BR" b="1" dirty="0">
                <a:solidFill>
                  <a:schemeClr val="bg1"/>
                </a:solidFill>
              </a:rPr>
              <a:t>      - </a:t>
            </a:r>
            <a:r>
              <a:rPr lang="pt-BR" sz="1400" b="1" dirty="0">
                <a:solidFill>
                  <a:schemeClr val="bg1"/>
                </a:solidFill>
                <a:latin typeface="+mj-lt"/>
              </a:rPr>
              <a:t>subtítulo;</a:t>
            </a:r>
          </a:p>
          <a:p>
            <a:pPr marL="0" indent="0"/>
            <a:r>
              <a:rPr lang="pt-BR" sz="1400" b="1" dirty="0">
                <a:solidFill>
                  <a:schemeClr val="bg1"/>
                </a:solidFill>
                <a:latin typeface="+mj-lt"/>
              </a:rPr>
              <a:t>  </a:t>
            </a:r>
            <a:r>
              <a:rPr lang="pt-BR" b="1" dirty="0">
                <a:solidFill>
                  <a:schemeClr val="bg1"/>
                </a:solidFill>
              </a:rPr>
              <a:t>    - </a:t>
            </a:r>
            <a:r>
              <a:rPr lang="pt-BR" sz="1400" b="1" dirty="0">
                <a:solidFill>
                  <a:schemeClr val="bg1"/>
                </a:solidFill>
                <a:latin typeface="+mj-lt"/>
              </a:rPr>
              <a:t>data de publicação;</a:t>
            </a:r>
          </a:p>
          <a:p>
            <a:pPr marL="0" indent="0"/>
            <a:r>
              <a:rPr lang="pt-BR" sz="1400" b="1" dirty="0">
                <a:solidFill>
                  <a:schemeClr val="bg1"/>
                </a:solidFill>
                <a:latin typeface="+mj-lt"/>
              </a:rPr>
              <a:t> </a:t>
            </a:r>
            <a:r>
              <a:rPr lang="pt-BR" b="1" dirty="0">
                <a:solidFill>
                  <a:schemeClr val="bg1"/>
                </a:solidFill>
              </a:rPr>
              <a:t>     - </a:t>
            </a:r>
            <a:r>
              <a:rPr lang="pt-BR" sz="1400" b="1" dirty="0">
                <a:solidFill>
                  <a:schemeClr val="bg1"/>
                </a:solidFill>
                <a:latin typeface="+mj-lt"/>
              </a:rPr>
              <a:t>data de atualização;</a:t>
            </a:r>
          </a:p>
          <a:p>
            <a:pPr marL="0" indent="0"/>
            <a:r>
              <a:rPr lang="pt-BR" b="1" dirty="0">
                <a:solidFill>
                  <a:schemeClr val="bg1"/>
                </a:solidFill>
              </a:rPr>
              <a:t>      - </a:t>
            </a:r>
            <a:r>
              <a:rPr lang="pt-BR" sz="1400" b="1" dirty="0" err="1">
                <a:solidFill>
                  <a:schemeClr val="bg1"/>
                </a:solidFill>
                <a:latin typeface="+mj-lt"/>
              </a:rPr>
              <a:t>tags</a:t>
            </a:r>
            <a:r>
              <a:rPr lang="pt-BR" sz="1400" b="1" dirty="0">
                <a:solidFill>
                  <a:schemeClr val="bg1"/>
                </a:solidFill>
                <a:latin typeface="+mj-lt"/>
              </a:rPr>
              <a:t>;</a:t>
            </a:r>
          </a:p>
          <a:p>
            <a:pPr marL="0" indent="0"/>
            <a:r>
              <a:rPr lang="pt-BR" b="1" dirty="0">
                <a:solidFill>
                  <a:schemeClr val="bg1"/>
                </a:solidFill>
              </a:rPr>
              <a:t>      - </a:t>
            </a:r>
            <a:r>
              <a:rPr lang="pt-BR" sz="1400" b="1" dirty="0">
                <a:solidFill>
                  <a:schemeClr val="bg1"/>
                </a:solidFill>
                <a:latin typeface="+mj-lt"/>
              </a:rPr>
              <a:t>localidade;</a:t>
            </a:r>
          </a:p>
          <a:p>
            <a:pPr marL="0" indent="0"/>
            <a:r>
              <a:rPr lang="pt-BR" b="1" dirty="0">
                <a:solidFill>
                  <a:schemeClr val="bg1"/>
                </a:solidFill>
              </a:rPr>
              <a:t>      - </a:t>
            </a:r>
            <a:r>
              <a:rPr lang="pt-BR" sz="1400" b="1" dirty="0">
                <a:solidFill>
                  <a:schemeClr val="bg1"/>
                </a:solidFill>
                <a:latin typeface="+mj-lt"/>
              </a:rPr>
              <a:t>corpo da notícia;</a:t>
            </a:r>
          </a:p>
          <a:p>
            <a:pPr marL="0" indent="0"/>
            <a:r>
              <a:rPr lang="pt-BR" b="1" dirty="0">
                <a:solidFill>
                  <a:schemeClr val="bg1"/>
                </a:solidFill>
              </a:rPr>
              <a:t>      - </a:t>
            </a:r>
            <a:r>
              <a:rPr lang="pt-BR" sz="1400" b="1" dirty="0">
                <a:solidFill>
                  <a:schemeClr val="bg1"/>
                </a:solidFill>
                <a:latin typeface="+mj-lt"/>
              </a:rPr>
              <a:t>arquivo original.</a:t>
            </a:r>
            <a:r>
              <a:rPr lang="en-US" sz="1400" dirty="0">
                <a:solidFill>
                  <a:schemeClr val="bg1"/>
                </a:solidFill>
                <a:latin typeface="+mj-lt"/>
              </a:rPr>
              <a:t>.</a:t>
            </a:r>
            <a:endParaRPr lang="pt-BR" sz="1400" dirty="0">
              <a:solidFill>
                <a:schemeClr val="bg1"/>
              </a:solidFill>
              <a:latin typeface="+mj-lt"/>
            </a:endParaRPr>
          </a:p>
        </p:txBody>
      </p:sp>
      <p:cxnSp>
        <p:nvCxnSpPr>
          <p:cNvPr id="40" name="Conector reto 39">
            <a:extLst>
              <a:ext uri="{FF2B5EF4-FFF2-40B4-BE49-F238E27FC236}">
                <a16:creationId xmlns:a16="http://schemas.microsoft.com/office/drawing/2014/main" id="{6B2612BD-9909-7E32-B95A-C522E436E7BE}"/>
              </a:ext>
            </a:extLst>
          </p:cNvPr>
          <p:cNvCxnSpPr>
            <a:cxnSpLocks/>
          </p:cNvCxnSpPr>
          <p:nvPr/>
        </p:nvCxnSpPr>
        <p:spPr>
          <a:xfrm>
            <a:off x="-5" y="1114607"/>
            <a:ext cx="2796961" cy="0"/>
          </a:xfrm>
          <a:prstGeom prst="line">
            <a:avLst/>
          </a:prstGeom>
          <a:ln>
            <a:solidFill>
              <a:srgbClr val="00445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Google Shape;937;p37">
            <a:extLst>
              <a:ext uri="{FF2B5EF4-FFF2-40B4-BE49-F238E27FC236}">
                <a16:creationId xmlns:a16="http://schemas.microsoft.com/office/drawing/2014/main" id="{B3C1D7C2-9D30-77BA-FA15-EB2B09AA6BDE}"/>
              </a:ext>
            </a:extLst>
          </p:cNvPr>
          <p:cNvSpPr/>
          <p:nvPr/>
        </p:nvSpPr>
        <p:spPr>
          <a:xfrm flipH="1" flipV="1">
            <a:off x="8773117" y="52"/>
            <a:ext cx="369846" cy="249032"/>
          </a:xfrm>
          <a:custGeom>
            <a:avLst/>
            <a:gdLst>
              <a:gd name="connsiteX0" fmla="*/ 0 w 1414234"/>
              <a:gd name="connsiteY0" fmla="*/ 0 h 258097"/>
              <a:gd name="connsiteX1" fmla="*/ 1285186 w 1414234"/>
              <a:gd name="connsiteY1" fmla="*/ 0 h 258097"/>
              <a:gd name="connsiteX2" fmla="*/ 1414235 w 1414234"/>
              <a:gd name="connsiteY2" fmla="*/ 129049 h 258097"/>
              <a:gd name="connsiteX3" fmla="*/ 1414234 w 1414234"/>
              <a:gd name="connsiteY3" fmla="*/ 258097 h 258097"/>
              <a:gd name="connsiteX4" fmla="*/ 0 w 1414234"/>
              <a:gd name="connsiteY4" fmla="*/ 258097 h 258097"/>
              <a:gd name="connsiteX5" fmla="*/ 0 w 1414234"/>
              <a:gd name="connsiteY5" fmla="*/ 0 h 258097"/>
              <a:gd name="connsiteX0" fmla="*/ 0 w 1414235"/>
              <a:gd name="connsiteY0" fmla="*/ 0 h 258097"/>
              <a:gd name="connsiteX1" fmla="*/ 1285186 w 1414235"/>
              <a:gd name="connsiteY1" fmla="*/ 0 h 258097"/>
              <a:gd name="connsiteX2" fmla="*/ 1414235 w 1414235"/>
              <a:gd name="connsiteY2" fmla="*/ 129049 h 258097"/>
              <a:gd name="connsiteX3" fmla="*/ 1414234 w 1414235"/>
              <a:gd name="connsiteY3" fmla="*/ 258097 h 258097"/>
              <a:gd name="connsiteX4" fmla="*/ 243348 w 1414235"/>
              <a:gd name="connsiteY4" fmla="*/ 258097 h 258097"/>
              <a:gd name="connsiteX5" fmla="*/ 0 w 1414235"/>
              <a:gd name="connsiteY5" fmla="*/ 0 h 258097"/>
              <a:gd name="connsiteX0" fmla="*/ 0 w 1178260"/>
              <a:gd name="connsiteY0" fmla="*/ 7374 h 258097"/>
              <a:gd name="connsiteX1" fmla="*/ 1049211 w 1178260"/>
              <a:gd name="connsiteY1" fmla="*/ 0 h 258097"/>
              <a:gd name="connsiteX2" fmla="*/ 1178260 w 1178260"/>
              <a:gd name="connsiteY2" fmla="*/ 129049 h 258097"/>
              <a:gd name="connsiteX3" fmla="*/ 1178259 w 1178260"/>
              <a:gd name="connsiteY3" fmla="*/ 258097 h 258097"/>
              <a:gd name="connsiteX4" fmla="*/ 7373 w 1178260"/>
              <a:gd name="connsiteY4" fmla="*/ 258097 h 258097"/>
              <a:gd name="connsiteX5" fmla="*/ 0 w 1178260"/>
              <a:gd name="connsiteY5" fmla="*/ 7374 h 258097"/>
              <a:gd name="connsiteX0" fmla="*/ 0 w 1178260"/>
              <a:gd name="connsiteY0" fmla="*/ 7374 h 265471"/>
              <a:gd name="connsiteX1" fmla="*/ 1049211 w 1178260"/>
              <a:gd name="connsiteY1" fmla="*/ 0 h 265471"/>
              <a:gd name="connsiteX2" fmla="*/ 1178260 w 1178260"/>
              <a:gd name="connsiteY2" fmla="*/ 129049 h 265471"/>
              <a:gd name="connsiteX3" fmla="*/ 1178259 w 1178260"/>
              <a:gd name="connsiteY3" fmla="*/ 258097 h 265471"/>
              <a:gd name="connsiteX4" fmla="*/ 619431 w 1178260"/>
              <a:gd name="connsiteY4" fmla="*/ 265471 h 265471"/>
              <a:gd name="connsiteX5" fmla="*/ 0 w 1178260"/>
              <a:gd name="connsiteY5" fmla="*/ 7374 h 265471"/>
              <a:gd name="connsiteX0" fmla="*/ 0 w 566202"/>
              <a:gd name="connsiteY0" fmla="*/ 0 h 280219"/>
              <a:gd name="connsiteX1" fmla="*/ 437153 w 566202"/>
              <a:gd name="connsiteY1" fmla="*/ 14748 h 280219"/>
              <a:gd name="connsiteX2" fmla="*/ 566202 w 566202"/>
              <a:gd name="connsiteY2" fmla="*/ 143797 h 280219"/>
              <a:gd name="connsiteX3" fmla="*/ 566201 w 566202"/>
              <a:gd name="connsiteY3" fmla="*/ 272845 h 280219"/>
              <a:gd name="connsiteX4" fmla="*/ 7373 w 566202"/>
              <a:gd name="connsiteY4" fmla="*/ 280219 h 280219"/>
              <a:gd name="connsiteX5" fmla="*/ 0 w 566202"/>
              <a:gd name="connsiteY5" fmla="*/ 0 h 280219"/>
              <a:gd name="connsiteX0" fmla="*/ 0 w 566202"/>
              <a:gd name="connsiteY0" fmla="*/ 0 h 280219"/>
              <a:gd name="connsiteX1" fmla="*/ 437153 w 566202"/>
              <a:gd name="connsiteY1" fmla="*/ 14748 h 280219"/>
              <a:gd name="connsiteX2" fmla="*/ 566202 w 566202"/>
              <a:gd name="connsiteY2" fmla="*/ 143797 h 280219"/>
              <a:gd name="connsiteX3" fmla="*/ 566201 w 566202"/>
              <a:gd name="connsiteY3" fmla="*/ 272845 h 280219"/>
              <a:gd name="connsiteX4" fmla="*/ 58992 w 566202"/>
              <a:gd name="connsiteY4" fmla="*/ 280219 h 280219"/>
              <a:gd name="connsiteX5" fmla="*/ 0 w 566202"/>
              <a:gd name="connsiteY5" fmla="*/ 0 h 280219"/>
              <a:gd name="connsiteX0" fmla="*/ 0 w 566202"/>
              <a:gd name="connsiteY0" fmla="*/ 0 h 272845"/>
              <a:gd name="connsiteX1" fmla="*/ 437153 w 566202"/>
              <a:gd name="connsiteY1" fmla="*/ 14748 h 272845"/>
              <a:gd name="connsiteX2" fmla="*/ 566202 w 566202"/>
              <a:gd name="connsiteY2" fmla="*/ 143797 h 272845"/>
              <a:gd name="connsiteX3" fmla="*/ 566201 w 566202"/>
              <a:gd name="connsiteY3" fmla="*/ 272845 h 272845"/>
              <a:gd name="connsiteX4" fmla="*/ 209118 w 566202"/>
              <a:gd name="connsiteY4" fmla="*/ 262022 h 272845"/>
              <a:gd name="connsiteX5" fmla="*/ 0 w 566202"/>
              <a:gd name="connsiteY5" fmla="*/ 0 h 272845"/>
              <a:gd name="connsiteX0" fmla="*/ 0 w 366035"/>
              <a:gd name="connsiteY0" fmla="*/ 0 h 272845"/>
              <a:gd name="connsiteX1" fmla="*/ 236986 w 366035"/>
              <a:gd name="connsiteY1" fmla="*/ 14748 h 272845"/>
              <a:gd name="connsiteX2" fmla="*/ 366035 w 366035"/>
              <a:gd name="connsiteY2" fmla="*/ 143797 h 272845"/>
              <a:gd name="connsiteX3" fmla="*/ 366034 w 366035"/>
              <a:gd name="connsiteY3" fmla="*/ 272845 h 272845"/>
              <a:gd name="connsiteX4" fmla="*/ 8951 w 366035"/>
              <a:gd name="connsiteY4" fmla="*/ 262022 h 272845"/>
              <a:gd name="connsiteX5" fmla="*/ 0 w 366035"/>
              <a:gd name="connsiteY5" fmla="*/ 0 h 272845"/>
              <a:gd name="connsiteX0" fmla="*/ 0 w 366035"/>
              <a:gd name="connsiteY0" fmla="*/ 0 h 272845"/>
              <a:gd name="connsiteX1" fmla="*/ 236986 w 366035"/>
              <a:gd name="connsiteY1" fmla="*/ 14748 h 272845"/>
              <a:gd name="connsiteX2" fmla="*/ 366035 w 366035"/>
              <a:gd name="connsiteY2" fmla="*/ 143797 h 272845"/>
              <a:gd name="connsiteX3" fmla="*/ 366034 w 366035"/>
              <a:gd name="connsiteY3" fmla="*/ 272845 h 272845"/>
              <a:gd name="connsiteX4" fmla="*/ 99438 w 366035"/>
              <a:gd name="connsiteY4" fmla="*/ 247734 h 272845"/>
              <a:gd name="connsiteX5" fmla="*/ 0 w 366035"/>
              <a:gd name="connsiteY5" fmla="*/ 0 h 272845"/>
              <a:gd name="connsiteX0" fmla="*/ 0 w 366035"/>
              <a:gd name="connsiteY0" fmla="*/ 0 h 272845"/>
              <a:gd name="connsiteX1" fmla="*/ 236986 w 366035"/>
              <a:gd name="connsiteY1" fmla="*/ 14748 h 272845"/>
              <a:gd name="connsiteX2" fmla="*/ 366035 w 366035"/>
              <a:gd name="connsiteY2" fmla="*/ 143797 h 272845"/>
              <a:gd name="connsiteX3" fmla="*/ 366034 w 366035"/>
              <a:gd name="connsiteY3" fmla="*/ 272845 h 272845"/>
              <a:gd name="connsiteX4" fmla="*/ 25619 w 366035"/>
              <a:gd name="connsiteY4" fmla="*/ 259641 h 272845"/>
              <a:gd name="connsiteX5" fmla="*/ 0 w 366035"/>
              <a:gd name="connsiteY5" fmla="*/ 0 h 272845"/>
              <a:gd name="connsiteX0" fmla="*/ 5337 w 340416"/>
              <a:gd name="connsiteY0" fmla="*/ 0 h 268083"/>
              <a:gd name="connsiteX1" fmla="*/ 211367 w 340416"/>
              <a:gd name="connsiteY1" fmla="*/ 9986 h 268083"/>
              <a:gd name="connsiteX2" fmla="*/ 340416 w 340416"/>
              <a:gd name="connsiteY2" fmla="*/ 139035 h 268083"/>
              <a:gd name="connsiteX3" fmla="*/ 340415 w 340416"/>
              <a:gd name="connsiteY3" fmla="*/ 268083 h 268083"/>
              <a:gd name="connsiteX4" fmla="*/ 0 w 340416"/>
              <a:gd name="connsiteY4" fmla="*/ 254879 h 268083"/>
              <a:gd name="connsiteX5" fmla="*/ 5337 w 340416"/>
              <a:gd name="connsiteY5" fmla="*/ 0 h 268083"/>
              <a:gd name="connsiteX0" fmla="*/ 5337 w 353901"/>
              <a:gd name="connsiteY0" fmla="*/ 0 h 254879"/>
              <a:gd name="connsiteX1" fmla="*/ 211367 w 353901"/>
              <a:gd name="connsiteY1" fmla="*/ 9986 h 254879"/>
              <a:gd name="connsiteX2" fmla="*/ 340416 w 353901"/>
              <a:gd name="connsiteY2" fmla="*/ 139035 h 254879"/>
              <a:gd name="connsiteX3" fmla="*/ 349940 w 353901"/>
              <a:gd name="connsiteY3" fmla="*/ 253795 h 254879"/>
              <a:gd name="connsiteX4" fmla="*/ 0 w 353901"/>
              <a:gd name="connsiteY4" fmla="*/ 254879 h 254879"/>
              <a:gd name="connsiteX5" fmla="*/ 5337 w 353901"/>
              <a:gd name="connsiteY5" fmla="*/ 0 h 254879"/>
              <a:gd name="connsiteX0" fmla="*/ 7718 w 356282"/>
              <a:gd name="connsiteY0" fmla="*/ 0 h 253795"/>
              <a:gd name="connsiteX1" fmla="*/ 213748 w 356282"/>
              <a:gd name="connsiteY1" fmla="*/ 9986 h 253795"/>
              <a:gd name="connsiteX2" fmla="*/ 342797 w 356282"/>
              <a:gd name="connsiteY2" fmla="*/ 139035 h 253795"/>
              <a:gd name="connsiteX3" fmla="*/ 352321 w 356282"/>
              <a:gd name="connsiteY3" fmla="*/ 253795 h 253795"/>
              <a:gd name="connsiteX4" fmla="*/ 0 w 356282"/>
              <a:gd name="connsiteY4" fmla="*/ 226304 h 253795"/>
              <a:gd name="connsiteX5" fmla="*/ 7718 w 356282"/>
              <a:gd name="connsiteY5" fmla="*/ 0 h 253795"/>
              <a:gd name="connsiteX0" fmla="*/ 574 w 349138"/>
              <a:gd name="connsiteY0" fmla="*/ 0 h 257260"/>
              <a:gd name="connsiteX1" fmla="*/ 206604 w 349138"/>
              <a:gd name="connsiteY1" fmla="*/ 9986 h 257260"/>
              <a:gd name="connsiteX2" fmla="*/ 335653 w 349138"/>
              <a:gd name="connsiteY2" fmla="*/ 139035 h 257260"/>
              <a:gd name="connsiteX3" fmla="*/ 345177 w 349138"/>
              <a:gd name="connsiteY3" fmla="*/ 253795 h 257260"/>
              <a:gd name="connsiteX4" fmla="*/ 0 w 349138"/>
              <a:gd name="connsiteY4" fmla="*/ 257260 h 257260"/>
              <a:gd name="connsiteX5" fmla="*/ 574 w 349138"/>
              <a:gd name="connsiteY5" fmla="*/ 0 h 257260"/>
              <a:gd name="connsiteX0" fmla="*/ 574 w 359486"/>
              <a:gd name="connsiteY0" fmla="*/ 0 h 257260"/>
              <a:gd name="connsiteX1" fmla="*/ 206604 w 359486"/>
              <a:gd name="connsiteY1" fmla="*/ 9986 h 257260"/>
              <a:gd name="connsiteX2" fmla="*/ 335653 w 359486"/>
              <a:gd name="connsiteY2" fmla="*/ 139035 h 257260"/>
              <a:gd name="connsiteX3" fmla="*/ 359464 w 359486"/>
              <a:gd name="connsiteY3" fmla="*/ 253795 h 257260"/>
              <a:gd name="connsiteX4" fmla="*/ 0 w 359486"/>
              <a:gd name="connsiteY4" fmla="*/ 257260 h 257260"/>
              <a:gd name="connsiteX5" fmla="*/ 574 w 359486"/>
              <a:gd name="connsiteY5" fmla="*/ 0 h 257260"/>
              <a:gd name="connsiteX0" fmla="*/ 574 w 359486"/>
              <a:gd name="connsiteY0" fmla="*/ 0 h 257260"/>
              <a:gd name="connsiteX1" fmla="*/ 206604 w 359486"/>
              <a:gd name="connsiteY1" fmla="*/ 9986 h 257260"/>
              <a:gd name="connsiteX2" fmla="*/ 335653 w 359486"/>
              <a:gd name="connsiteY2" fmla="*/ 110460 h 257260"/>
              <a:gd name="connsiteX3" fmla="*/ 359464 w 359486"/>
              <a:gd name="connsiteY3" fmla="*/ 253795 h 257260"/>
              <a:gd name="connsiteX4" fmla="*/ 0 w 359486"/>
              <a:gd name="connsiteY4" fmla="*/ 257260 h 257260"/>
              <a:gd name="connsiteX5" fmla="*/ 574 w 359486"/>
              <a:gd name="connsiteY5" fmla="*/ 0 h 257260"/>
              <a:gd name="connsiteX0" fmla="*/ 574 w 365269"/>
              <a:gd name="connsiteY0" fmla="*/ 0 h 257260"/>
              <a:gd name="connsiteX1" fmla="*/ 206604 w 365269"/>
              <a:gd name="connsiteY1" fmla="*/ 9986 h 257260"/>
              <a:gd name="connsiteX2" fmla="*/ 359464 w 365269"/>
              <a:gd name="connsiteY2" fmla="*/ 253795 h 257260"/>
              <a:gd name="connsiteX3" fmla="*/ 0 w 365269"/>
              <a:gd name="connsiteY3" fmla="*/ 257260 h 257260"/>
              <a:gd name="connsiteX4" fmla="*/ 574 w 365269"/>
              <a:gd name="connsiteY4" fmla="*/ 0 h 257260"/>
              <a:gd name="connsiteX0" fmla="*/ 574 w 369846"/>
              <a:gd name="connsiteY0" fmla="*/ 0 h 257260"/>
              <a:gd name="connsiteX1" fmla="*/ 206604 w 369846"/>
              <a:gd name="connsiteY1" fmla="*/ 9986 h 257260"/>
              <a:gd name="connsiteX2" fmla="*/ 359464 w 369846"/>
              <a:gd name="connsiteY2" fmla="*/ 253795 h 257260"/>
              <a:gd name="connsiteX3" fmla="*/ 0 w 369846"/>
              <a:gd name="connsiteY3" fmla="*/ 257260 h 257260"/>
              <a:gd name="connsiteX4" fmla="*/ 574 w 369846"/>
              <a:gd name="connsiteY4" fmla="*/ 0 h 257260"/>
              <a:gd name="connsiteX0" fmla="*/ 574 w 369846"/>
              <a:gd name="connsiteY0" fmla="*/ 0 h 252497"/>
              <a:gd name="connsiteX1" fmla="*/ 206604 w 369846"/>
              <a:gd name="connsiteY1" fmla="*/ 5223 h 252497"/>
              <a:gd name="connsiteX2" fmla="*/ 359464 w 369846"/>
              <a:gd name="connsiteY2" fmla="*/ 249032 h 252497"/>
              <a:gd name="connsiteX3" fmla="*/ 0 w 369846"/>
              <a:gd name="connsiteY3" fmla="*/ 252497 h 252497"/>
              <a:gd name="connsiteX4" fmla="*/ 574 w 369846"/>
              <a:gd name="connsiteY4" fmla="*/ 0 h 252497"/>
              <a:gd name="connsiteX0" fmla="*/ 574 w 369846"/>
              <a:gd name="connsiteY0" fmla="*/ 0 h 249032"/>
              <a:gd name="connsiteX1" fmla="*/ 206604 w 369846"/>
              <a:gd name="connsiteY1" fmla="*/ 5223 h 249032"/>
              <a:gd name="connsiteX2" fmla="*/ 359464 w 369846"/>
              <a:gd name="connsiteY2" fmla="*/ 249032 h 249032"/>
              <a:gd name="connsiteX3" fmla="*/ 0 w 369846"/>
              <a:gd name="connsiteY3" fmla="*/ 245353 h 249032"/>
              <a:gd name="connsiteX4" fmla="*/ 574 w 369846"/>
              <a:gd name="connsiteY4" fmla="*/ 0 h 2490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69846" h="249032">
                <a:moveTo>
                  <a:pt x="574" y="0"/>
                </a:moveTo>
                <a:lnTo>
                  <a:pt x="206604" y="5223"/>
                </a:lnTo>
                <a:cubicBezTo>
                  <a:pt x="342619" y="42759"/>
                  <a:pt x="393898" y="207820"/>
                  <a:pt x="359464" y="249032"/>
                </a:cubicBezTo>
                <a:lnTo>
                  <a:pt x="0" y="245353"/>
                </a:lnTo>
                <a:cubicBezTo>
                  <a:pt x="191" y="159600"/>
                  <a:pt x="383" y="85753"/>
                  <a:pt x="574" y="0"/>
                </a:cubicBezTo>
                <a:close/>
              </a:path>
            </a:pathLst>
          </a:custGeom>
          <a:gradFill flip="none" rotWithShape="1">
            <a:gsLst>
              <a:gs pos="63000">
                <a:srgbClr val="06D1D7"/>
              </a:gs>
              <a:gs pos="33000">
                <a:srgbClr val="23A295"/>
              </a:gs>
              <a:gs pos="0">
                <a:srgbClr val="57F6A2"/>
              </a:gs>
              <a:gs pos="100000">
                <a:srgbClr val="1B2048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latin typeface="Maven Pro"/>
              <a:ea typeface="Maven Pro"/>
              <a:cs typeface="Maven Pro"/>
              <a:sym typeface="Maven Pro"/>
            </a:endParaRPr>
          </a:p>
        </p:txBody>
      </p:sp>
      <p:sp>
        <p:nvSpPr>
          <p:cNvPr id="41" name="Retângulo 40">
            <a:extLst>
              <a:ext uri="{FF2B5EF4-FFF2-40B4-BE49-F238E27FC236}">
                <a16:creationId xmlns:a16="http://schemas.microsoft.com/office/drawing/2014/main" id="{D62A5C0A-9C6E-C7C1-7B53-9EF09552397B}"/>
              </a:ext>
            </a:extLst>
          </p:cNvPr>
          <p:cNvSpPr/>
          <p:nvPr/>
        </p:nvSpPr>
        <p:spPr>
          <a:xfrm>
            <a:off x="4474224" y="1981200"/>
            <a:ext cx="3842618" cy="1636643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grpSp>
        <p:nvGrpSpPr>
          <p:cNvPr id="37" name="Google Shape;1847;p72">
            <a:extLst>
              <a:ext uri="{FF2B5EF4-FFF2-40B4-BE49-F238E27FC236}">
                <a16:creationId xmlns:a16="http://schemas.microsoft.com/office/drawing/2014/main" id="{D3D6F5FB-B826-E81A-DD3C-EC453EADB0E7}"/>
              </a:ext>
            </a:extLst>
          </p:cNvPr>
          <p:cNvGrpSpPr/>
          <p:nvPr/>
        </p:nvGrpSpPr>
        <p:grpSpPr>
          <a:xfrm>
            <a:off x="4753098" y="2488050"/>
            <a:ext cx="460364" cy="440582"/>
            <a:chOff x="3309250" y="2368709"/>
            <a:chExt cx="460364" cy="440582"/>
          </a:xfrm>
        </p:grpSpPr>
        <p:sp>
          <p:nvSpPr>
            <p:cNvPr id="39" name="Google Shape;1848;p72">
              <a:extLst>
                <a:ext uri="{FF2B5EF4-FFF2-40B4-BE49-F238E27FC236}">
                  <a16:creationId xmlns:a16="http://schemas.microsoft.com/office/drawing/2014/main" id="{93213F64-60B3-9F7F-8EAE-9AD88D6B5EA7}"/>
                </a:ext>
              </a:extLst>
            </p:cNvPr>
            <p:cNvSpPr/>
            <p:nvPr/>
          </p:nvSpPr>
          <p:spPr>
            <a:xfrm>
              <a:off x="3309250" y="2368709"/>
              <a:ext cx="460364" cy="440582"/>
            </a:xfrm>
            <a:custGeom>
              <a:avLst/>
              <a:gdLst/>
              <a:ahLst/>
              <a:cxnLst/>
              <a:rect l="l" t="t" r="r" b="b"/>
              <a:pathLst>
                <a:path w="460364" h="440582" extrusionOk="0">
                  <a:moveTo>
                    <a:pt x="446706" y="0"/>
                  </a:moveTo>
                  <a:lnTo>
                    <a:pt x="13658" y="0"/>
                  </a:lnTo>
                  <a:cubicBezTo>
                    <a:pt x="6114" y="0"/>
                    <a:pt x="0" y="6114"/>
                    <a:pt x="0" y="13658"/>
                  </a:cubicBezTo>
                  <a:lnTo>
                    <a:pt x="0" y="426924"/>
                  </a:lnTo>
                  <a:cubicBezTo>
                    <a:pt x="0" y="434468"/>
                    <a:pt x="6114" y="440583"/>
                    <a:pt x="13658" y="440583"/>
                  </a:cubicBezTo>
                  <a:lnTo>
                    <a:pt x="446706" y="440583"/>
                  </a:lnTo>
                  <a:cubicBezTo>
                    <a:pt x="454250" y="440583"/>
                    <a:pt x="460365" y="434468"/>
                    <a:pt x="460365" y="426924"/>
                  </a:cubicBezTo>
                  <a:lnTo>
                    <a:pt x="460365" y="13658"/>
                  </a:lnTo>
                  <a:cubicBezTo>
                    <a:pt x="460365" y="6114"/>
                    <a:pt x="454250" y="0"/>
                    <a:pt x="446706" y="0"/>
                  </a:cubicBezTo>
                  <a:close/>
                  <a:moveTo>
                    <a:pt x="433390" y="413617"/>
                  </a:moveTo>
                  <a:lnTo>
                    <a:pt x="27865" y="413617"/>
                  </a:lnTo>
                  <a:lnTo>
                    <a:pt x="27865" y="27874"/>
                  </a:lnTo>
                  <a:lnTo>
                    <a:pt x="433390" y="27874"/>
                  </a:lnTo>
                  <a:lnTo>
                    <a:pt x="433390" y="413617"/>
                  </a:lnTo>
                  <a:lnTo>
                    <a:pt x="433390" y="413617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7B879D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" name="Google Shape;1849;p72">
              <a:extLst>
                <a:ext uri="{FF2B5EF4-FFF2-40B4-BE49-F238E27FC236}">
                  <a16:creationId xmlns:a16="http://schemas.microsoft.com/office/drawing/2014/main" id="{7503C372-E4D1-F3DD-DA4E-1CB86FE2A26E}"/>
                </a:ext>
              </a:extLst>
            </p:cNvPr>
            <p:cNvSpPr/>
            <p:nvPr/>
          </p:nvSpPr>
          <p:spPr>
            <a:xfrm>
              <a:off x="3383863" y="2424683"/>
              <a:ext cx="62051" cy="86454"/>
            </a:xfrm>
            <a:custGeom>
              <a:avLst/>
              <a:gdLst/>
              <a:ahLst/>
              <a:cxnLst/>
              <a:rect l="l" t="t" r="r" b="b"/>
              <a:pathLst>
                <a:path w="62051" h="86454" extrusionOk="0">
                  <a:moveTo>
                    <a:pt x="39572" y="8047"/>
                  </a:moveTo>
                  <a:lnTo>
                    <a:pt x="39572" y="34681"/>
                  </a:lnTo>
                  <a:lnTo>
                    <a:pt x="26723" y="10179"/>
                  </a:lnTo>
                  <a:cubicBezTo>
                    <a:pt x="22155" y="1403"/>
                    <a:pt x="19062" y="0"/>
                    <a:pt x="11455" y="0"/>
                  </a:cubicBezTo>
                  <a:cubicBezTo>
                    <a:pt x="4604" y="0"/>
                    <a:pt x="0" y="3255"/>
                    <a:pt x="0" y="8111"/>
                  </a:cubicBezTo>
                  <a:lnTo>
                    <a:pt x="0" y="78299"/>
                  </a:lnTo>
                  <a:cubicBezTo>
                    <a:pt x="0" y="88919"/>
                    <a:pt x="22479" y="88928"/>
                    <a:pt x="22479" y="78299"/>
                  </a:cubicBezTo>
                  <a:lnTo>
                    <a:pt x="22479" y="51217"/>
                  </a:lnTo>
                  <a:lnTo>
                    <a:pt x="38475" y="80341"/>
                  </a:lnTo>
                  <a:cubicBezTo>
                    <a:pt x="41425" y="85763"/>
                    <a:pt x="46496" y="86455"/>
                    <a:pt x="50596" y="86455"/>
                  </a:cubicBezTo>
                  <a:cubicBezTo>
                    <a:pt x="57340" y="86455"/>
                    <a:pt x="62051" y="83119"/>
                    <a:pt x="62051" y="78344"/>
                  </a:cubicBezTo>
                  <a:lnTo>
                    <a:pt x="62051" y="8047"/>
                  </a:lnTo>
                  <a:cubicBezTo>
                    <a:pt x="62051" y="-2473"/>
                    <a:pt x="39572" y="-2482"/>
                    <a:pt x="39572" y="8047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7B879D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" name="Google Shape;1850;p72">
              <a:extLst>
                <a:ext uri="{FF2B5EF4-FFF2-40B4-BE49-F238E27FC236}">
                  <a16:creationId xmlns:a16="http://schemas.microsoft.com/office/drawing/2014/main" id="{CF7821C3-1B77-F4C5-AC51-9C2437419FFB}"/>
                </a:ext>
              </a:extLst>
            </p:cNvPr>
            <p:cNvSpPr/>
            <p:nvPr/>
          </p:nvSpPr>
          <p:spPr>
            <a:xfrm>
              <a:off x="3459411" y="2424458"/>
              <a:ext cx="56939" cy="86320"/>
            </a:xfrm>
            <a:custGeom>
              <a:avLst/>
              <a:gdLst/>
              <a:ahLst/>
              <a:cxnLst/>
              <a:rect l="l" t="t" r="r" b="b"/>
              <a:pathLst>
                <a:path w="56939" h="86320" extrusionOk="0">
                  <a:moveTo>
                    <a:pt x="49076" y="65639"/>
                  </a:moveTo>
                  <a:lnTo>
                    <a:pt x="22470" y="65639"/>
                  </a:lnTo>
                  <a:lnTo>
                    <a:pt x="22470" y="53051"/>
                  </a:lnTo>
                  <a:lnTo>
                    <a:pt x="36416" y="53051"/>
                  </a:lnTo>
                  <a:cubicBezTo>
                    <a:pt x="47134" y="53051"/>
                    <a:pt x="46999" y="34168"/>
                    <a:pt x="36416" y="34168"/>
                  </a:cubicBezTo>
                  <a:lnTo>
                    <a:pt x="22470" y="34168"/>
                  </a:lnTo>
                  <a:lnTo>
                    <a:pt x="22470" y="20681"/>
                  </a:lnTo>
                  <a:lnTo>
                    <a:pt x="49076" y="20681"/>
                  </a:lnTo>
                  <a:cubicBezTo>
                    <a:pt x="59462" y="20681"/>
                    <a:pt x="59660" y="0"/>
                    <a:pt x="49076" y="0"/>
                  </a:cubicBezTo>
                  <a:lnTo>
                    <a:pt x="10143" y="0"/>
                  </a:lnTo>
                  <a:cubicBezTo>
                    <a:pt x="4262" y="0"/>
                    <a:pt x="0" y="3408"/>
                    <a:pt x="0" y="8111"/>
                  </a:cubicBezTo>
                  <a:lnTo>
                    <a:pt x="0" y="78210"/>
                  </a:lnTo>
                  <a:cubicBezTo>
                    <a:pt x="0" y="82912"/>
                    <a:pt x="4271" y="86320"/>
                    <a:pt x="10143" y="86320"/>
                  </a:cubicBezTo>
                  <a:lnTo>
                    <a:pt x="49076" y="86320"/>
                  </a:lnTo>
                  <a:cubicBezTo>
                    <a:pt x="59660" y="86320"/>
                    <a:pt x="59453" y="65639"/>
                    <a:pt x="49076" y="65639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7B879D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" name="Google Shape;1851;p72">
              <a:extLst>
                <a:ext uri="{FF2B5EF4-FFF2-40B4-BE49-F238E27FC236}">
                  <a16:creationId xmlns:a16="http://schemas.microsoft.com/office/drawing/2014/main" id="{2FAEBE62-4BFA-2DBD-D8B1-AA4B7F0AC888}"/>
                </a:ext>
              </a:extLst>
            </p:cNvPr>
            <p:cNvSpPr/>
            <p:nvPr/>
          </p:nvSpPr>
          <p:spPr>
            <a:xfrm>
              <a:off x="3520740" y="2424850"/>
              <a:ext cx="106292" cy="86784"/>
            </a:xfrm>
            <a:custGeom>
              <a:avLst/>
              <a:gdLst/>
              <a:ahLst/>
              <a:cxnLst/>
              <a:rect l="l" t="t" r="r" b="b"/>
              <a:pathLst>
                <a:path w="106292" h="86784" extrusionOk="0">
                  <a:moveTo>
                    <a:pt x="84291" y="5164"/>
                  </a:moveTo>
                  <a:lnTo>
                    <a:pt x="70453" y="51858"/>
                  </a:lnTo>
                  <a:lnTo>
                    <a:pt x="64096" y="24649"/>
                  </a:lnTo>
                  <a:cubicBezTo>
                    <a:pt x="62118" y="15747"/>
                    <a:pt x="44179" y="15792"/>
                    <a:pt x="42219" y="24622"/>
                  </a:cubicBezTo>
                  <a:lnTo>
                    <a:pt x="35853" y="51858"/>
                  </a:lnTo>
                  <a:lnTo>
                    <a:pt x="22024" y="5182"/>
                  </a:lnTo>
                  <a:cubicBezTo>
                    <a:pt x="19065" y="-5158"/>
                    <a:pt x="-3081" y="1496"/>
                    <a:pt x="363" y="11854"/>
                  </a:cubicBezTo>
                  <a:lnTo>
                    <a:pt x="22302" y="79121"/>
                  </a:lnTo>
                  <a:cubicBezTo>
                    <a:pt x="25593" y="89578"/>
                    <a:pt x="47740" y="89146"/>
                    <a:pt x="50078" y="78887"/>
                  </a:cubicBezTo>
                  <a:lnTo>
                    <a:pt x="53144" y="64905"/>
                  </a:lnTo>
                  <a:lnTo>
                    <a:pt x="56219" y="78905"/>
                  </a:lnTo>
                  <a:cubicBezTo>
                    <a:pt x="58521" y="88967"/>
                    <a:pt x="80352" y="89749"/>
                    <a:pt x="83967" y="79184"/>
                  </a:cubicBezTo>
                  <a:lnTo>
                    <a:pt x="105925" y="11872"/>
                  </a:lnTo>
                  <a:cubicBezTo>
                    <a:pt x="109396" y="1478"/>
                    <a:pt x="87213" y="-5131"/>
                    <a:pt x="84282" y="5155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7B879D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" name="Google Shape;1852;p72">
              <a:extLst>
                <a:ext uri="{FF2B5EF4-FFF2-40B4-BE49-F238E27FC236}">
                  <a16:creationId xmlns:a16="http://schemas.microsoft.com/office/drawing/2014/main" id="{5796793E-A74E-66CD-ECE8-C3C2A5AC648B}"/>
                </a:ext>
              </a:extLst>
            </p:cNvPr>
            <p:cNvSpPr/>
            <p:nvPr/>
          </p:nvSpPr>
          <p:spPr>
            <a:xfrm>
              <a:off x="3631278" y="2424206"/>
              <a:ext cx="59623" cy="87856"/>
            </a:xfrm>
            <a:custGeom>
              <a:avLst/>
              <a:gdLst/>
              <a:ahLst/>
              <a:cxnLst/>
              <a:rect l="l" t="t" r="r" b="b"/>
              <a:pathLst>
                <a:path w="59623" h="87856" extrusionOk="0">
                  <a:moveTo>
                    <a:pt x="24664" y="23909"/>
                  </a:moveTo>
                  <a:cubicBezTo>
                    <a:pt x="24664" y="21553"/>
                    <a:pt x="27919" y="20024"/>
                    <a:pt x="32963" y="20024"/>
                  </a:cubicBezTo>
                  <a:cubicBezTo>
                    <a:pt x="41434" y="20024"/>
                    <a:pt x="42980" y="24215"/>
                    <a:pt x="48078" y="24215"/>
                  </a:cubicBezTo>
                  <a:cubicBezTo>
                    <a:pt x="54840" y="24215"/>
                    <a:pt x="57646" y="16545"/>
                    <a:pt x="57646" y="12436"/>
                  </a:cubicBezTo>
                  <a:cubicBezTo>
                    <a:pt x="57646" y="890"/>
                    <a:pt x="38754" y="0"/>
                    <a:pt x="32963" y="0"/>
                  </a:cubicBezTo>
                  <a:cubicBezTo>
                    <a:pt x="18676" y="0"/>
                    <a:pt x="1987" y="6699"/>
                    <a:pt x="1987" y="25563"/>
                  </a:cubicBezTo>
                  <a:cubicBezTo>
                    <a:pt x="1987" y="52637"/>
                    <a:pt x="36956" y="52260"/>
                    <a:pt x="36956" y="62411"/>
                  </a:cubicBezTo>
                  <a:cubicBezTo>
                    <a:pt x="36956" y="66835"/>
                    <a:pt x="29808" y="66961"/>
                    <a:pt x="28989" y="66961"/>
                  </a:cubicBezTo>
                  <a:cubicBezTo>
                    <a:pt x="19629" y="66961"/>
                    <a:pt x="16940" y="58797"/>
                    <a:pt x="10233" y="58797"/>
                  </a:cubicBezTo>
                  <a:cubicBezTo>
                    <a:pt x="4082" y="58797"/>
                    <a:pt x="0" y="66017"/>
                    <a:pt x="0" y="70791"/>
                  </a:cubicBezTo>
                  <a:cubicBezTo>
                    <a:pt x="0" y="91023"/>
                    <a:pt x="59624" y="99439"/>
                    <a:pt x="59624" y="60640"/>
                  </a:cubicBezTo>
                  <a:cubicBezTo>
                    <a:pt x="59624" y="31893"/>
                    <a:pt x="24655" y="31390"/>
                    <a:pt x="24655" y="23909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7B879D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" name="Google Shape;1853;p72">
              <a:extLst>
                <a:ext uri="{FF2B5EF4-FFF2-40B4-BE49-F238E27FC236}">
                  <a16:creationId xmlns:a16="http://schemas.microsoft.com/office/drawing/2014/main" id="{68294763-41EB-1421-4A33-7C3CB7A93CA4}"/>
                </a:ext>
              </a:extLst>
            </p:cNvPr>
            <p:cNvSpPr/>
            <p:nvPr/>
          </p:nvSpPr>
          <p:spPr>
            <a:xfrm>
              <a:off x="3366797" y="2608787"/>
              <a:ext cx="139362" cy="153748"/>
            </a:xfrm>
            <a:custGeom>
              <a:avLst/>
              <a:gdLst/>
              <a:ahLst/>
              <a:cxnLst/>
              <a:rect l="l" t="t" r="r" b="b"/>
              <a:pathLst>
                <a:path w="139362" h="153748" extrusionOk="0">
                  <a:moveTo>
                    <a:pt x="125703" y="0"/>
                  </a:moveTo>
                  <a:lnTo>
                    <a:pt x="13658" y="0"/>
                  </a:lnTo>
                  <a:cubicBezTo>
                    <a:pt x="6114" y="0"/>
                    <a:pt x="0" y="6114"/>
                    <a:pt x="0" y="13658"/>
                  </a:cubicBezTo>
                  <a:lnTo>
                    <a:pt x="0" y="140090"/>
                  </a:lnTo>
                  <a:cubicBezTo>
                    <a:pt x="0" y="147634"/>
                    <a:pt x="6114" y="153749"/>
                    <a:pt x="13658" y="153749"/>
                  </a:cubicBezTo>
                  <a:lnTo>
                    <a:pt x="125703" y="153749"/>
                  </a:lnTo>
                  <a:cubicBezTo>
                    <a:pt x="133248" y="153749"/>
                    <a:pt x="139362" y="147634"/>
                    <a:pt x="139362" y="140090"/>
                  </a:cubicBezTo>
                  <a:lnTo>
                    <a:pt x="139362" y="13658"/>
                  </a:lnTo>
                  <a:cubicBezTo>
                    <a:pt x="139362" y="6114"/>
                    <a:pt x="133248" y="0"/>
                    <a:pt x="125703" y="0"/>
                  </a:cubicBezTo>
                  <a:close/>
                  <a:moveTo>
                    <a:pt x="112387" y="125883"/>
                  </a:moveTo>
                  <a:lnTo>
                    <a:pt x="27865" y="125883"/>
                  </a:lnTo>
                  <a:lnTo>
                    <a:pt x="27865" y="26975"/>
                  </a:lnTo>
                  <a:lnTo>
                    <a:pt x="112387" y="26975"/>
                  </a:lnTo>
                  <a:lnTo>
                    <a:pt x="112387" y="125883"/>
                  </a:lnTo>
                  <a:lnTo>
                    <a:pt x="112387" y="125883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7B879D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" name="Google Shape;1854;p72">
              <a:extLst>
                <a:ext uri="{FF2B5EF4-FFF2-40B4-BE49-F238E27FC236}">
                  <a16:creationId xmlns:a16="http://schemas.microsoft.com/office/drawing/2014/main" id="{13F550C6-580B-F8C0-44C7-84B3566E4BD7}"/>
                </a:ext>
              </a:extLst>
            </p:cNvPr>
            <p:cNvSpPr/>
            <p:nvPr/>
          </p:nvSpPr>
          <p:spPr>
            <a:xfrm>
              <a:off x="3367197" y="2541349"/>
              <a:ext cx="335667" cy="26975"/>
            </a:xfrm>
            <a:custGeom>
              <a:avLst/>
              <a:gdLst/>
              <a:ahLst/>
              <a:cxnLst/>
              <a:rect l="l" t="t" r="r" b="b"/>
              <a:pathLst>
                <a:path w="335667" h="26975" extrusionOk="0">
                  <a:moveTo>
                    <a:pt x="322005" y="0"/>
                  </a:moveTo>
                  <a:lnTo>
                    <a:pt x="13923" y="0"/>
                  </a:lnTo>
                  <a:cubicBezTo>
                    <a:pt x="6631" y="0"/>
                    <a:pt x="337" y="5593"/>
                    <a:pt x="13" y="12876"/>
                  </a:cubicBezTo>
                  <a:cubicBezTo>
                    <a:pt x="-328" y="20600"/>
                    <a:pt x="5912" y="26975"/>
                    <a:pt x="13663" y="26975"/>
                  </a:cubicBezTo>
                  <a:lnTo>
                    <a:pt x="321744" y="26975"/>
                  </a:lnTo>
                  <a:cubicBezTo>
                    <a:pt x="329037" y="26975"/>
                    <a:pt x="335331" y="21382"/>
                    <a:pt x="335655" y="14099"/>
                  </a:cubicBezTo>
                  <a:cubicBezTo>
                    <a:pt x="335996" y="6375"/>
                    <a:pt x="329756" y="0"/>
                    <a:pt x="32200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7B879D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" name="Google Shape;1855;p72">
              <a:extLst>
                <a:ext uri="{FF2B5EF4-FFF2-40B4-BE49-F238E27FC236}">
                  <a16:creationId xmlns:a16="http://schemas.microsoft.com/office/drawing/2014/main" id="{6345BBDF-E467-976D-E294-3A20613C8CE1}"/>
                </a:ext>
              </a:extLst>
            </p:cNvPr>
            <p:cNvSpPr/>
            <p:nvPr/>
          </p:nvSpPr>
          <p:spPr>
            <a:xfrm>
              <a:off x="3558674" y="2608787"/>
              <a:ext cx="143012" cy="26975"/>
            </a:xfrm>
            <a:custGeom>
              <a:avLst/>
              <a:gdLst/>
              <a:ahLst/>
              <a:cxnLst/>
              <a:rect l="l" t="t" r="r" b="b"/>
              <a:pathLst>
                <a:path w="143012" h="26975" extrusionOk="0">
                  <a:moveTo>
                    <a:pt x="129521" y="0"/>
                  </a:moveTo>
                  <a:lnTo>
                    <a:pt x="13915" y="0"/>
                  </a:lnTo>
                  <a:cubicBezTo>
                    <a:pt x="6632" y="0"/>
                    <a:pt x="337" y="5602"/>
                    <a:pt x="14" y="12876"/>
                  </a:cubicBezTo>
                  <a:cubicBezTo>
                    <a:pt x="-328" y="20600"/>
                    <a:pt x="5840" y="26975"/>
                    <a:pt x="13492" y="26975"/>
                  </a:cubicBezTo>
                  <a:lnTo>
                    <a:pt x="129098" y="26975"/>
                  </a:lnTo>
                  <a:cubicBezTo>
                    <a:pt x="136381" y="26975"/>
                    <a:pt x="142675" y="21373"/>
                    <a:pt x="142999" y="14099"/>
                  </a:cubicBezTo>
                  <a:cubicBezTo>
                    <a:pt x="143341" y="6375"/>
                    <a:pt x="137173" y="0"/>
                    <a:pt x="12952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7B879D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" name="Google Shape;1856;p72">
              <a:extLst>
                <a:ext uri="{FF2B5EF4-FFF2-40B4-BE49-F238E27FC236}">
                  <a16:creationId xmlns:a16="http://schemas.microsoft.com/office/drawing/2014/main" id="{A2F2C917-7098-44A9-FEA5-FA0FA99FE7C7}"/>
                </a:ext>
              </a:extLst>
            </p:cNvPr>
            <p:cNvSpPr/>
            <p:nvPr/>
          </p:nvSpPr>
          <p:spPr>
            <a:xfrm>
              <a:off x="3558674" y="2667233"/>
              <a:ext cx="143012" cy="26975"/>
            </a:xfrm>
            <a:custGeom>
              <a:avLst/>
              <a:gdLst/>
              <a:ahLst/>
              <a:cxnLst/>
              <a:rect l="l" t="t" r="r" b="b"/>
              <a:pathLst>
                <a:path w="143012" h="26975" extrusionOk="0">
                  <a:moveTo>
                    <a:pt x="129521" y="0"/>
                  </a:moveTo>
                  <a:lnTo>
                    <a:pt x="13915" y="0"/>
                  </a:lnTo>
                  <a:cubicBezTo>
                    <a:pt x="6632" y="0"/>
                    <a:pt x="337" y="5602"/>
                    <a:pt x="14" y="12876"/>
                  </a:cubicBezTo>
                  <a:cubicBezTo>
                    <a:pt x="-328" y="20600"/>
                    <a:pt x="5840" y="26975"/>
                    <a:pt x="13492" y="26975"/>
                  </a:cubicBezTo>
                  <a:lnTo>
                    <a:pt x="129098" y="26975"/>
                  </a:lnTo>
                  <a:cubicBezTo>
                    <a:pt x="136381" y="26975"/>
                    <a:pt x="142675" y="21373"/>
                    <a:pt x="142999" y="14099"/>
                  </a:cubicBezTo>
                  <a:cubicBezTo>
                    <a:pt x="143341" y="6375"/>
                    <a:pt x="137173" y="0"/>
                    <a:pt x="12952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7B879D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" name="Google Shape;1857;p72">
              <a:extLst>
                <a:ext uri="{FF2B5EF4-FFF2-40B4-BE49-F238E27FC236}">
                  <a16:creationId xmlns:a16="http://schemas.microsoft.com/office/drawing/2014/main" id="{DAB7C7F8-9DB2-BAAD-A2B6-C98E23A99B90}"/>
                </a:ext>
              </a:extLst>
            </p:cNvPr>
            <p:cNvSpPr/>
            <p:nvPr/>
          </p:nvSpPr>
          <p:spPr>
            <a:xfrm>
              <a:off x="3558674" y="2726578"/>
              <a:ext cx="143012" cy="26975"/>
            </a:xfrm>
            <a:custGeom>
              <a:avLst/>
              <a:gdLst/>
              <a:ahLst/>
              <a:cxnLst/>
              <a:rect l="l" t="t" r="r" b="b"/>
              <a:pathLst>
                <a:path w="143012" h="26975" extrusionOk="0">
                  <a:moveTo>
                    <a:pt x="129521" y="0"/>
                  </a:moveTo>
                  <a:lnTo>
                    <a:pt x="13915" y="0"/>
                  </a:lnTo>
                  <a:cubicBezTo>
                    <a:pt x="6632" y="0"/>
                    <a:pt x="337" y="5602"/>
                    <a:pt x="14" y="12876"/>
                  </a:cubicBezTo>
                  <a:cubicBezTo>
                    <a:pt x="-328" y="20600"/>
                    <a:pt x="5840" y="26975"/>
                    <a:pt x="13492" y="26975"/>
                  </a:cubicBezTo>
                  <a:lnTo>
                    <a:pt x="129098" y="26975"/>
                  </a:lnTo>
                  <a:cubicBezTo>
                    <a:pt x="136381" y="26975"/>
                    <a:pt x="142675" y="21373"/>
                    <a:pt x="142999" y="14099"/>
                  </a:cubicBezTo>
                  <a:cubicBezTo>
                    <a:pt x="143341" y="6375"/>
                    <a:pt x="137173" y="0"/>
                    <a:pt x="12952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7B879D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51" name="Google Shape;1813;p72">
            <a:extLst>
              <a:ext uri="{FF2B5EF4-FFF2-40B4-BE49-F238E27FC236}">
                <a16:creationId xmlns:a16="http://schemas.microsoft.com/office/drawing/2014/main" id="{991EB287-1818-2317-F8F7-FBA21D8F4A44}"/>
              </a:ext>
            </a:extLst>
          </p:cNvPr>
          <p:cNvGrpSpPr/>
          <p:nvPr/>
        </p:nvGrpSpPr>
        <p:grpSpPr>
          <a:xfrm>
            <a:off x="5727590" y="2478155"/>
            <a:ext cx="372255" cy="460373"/>
            <a:chOff x="3892792" y="2978345"/>
            <a:chExt cx="372255" cy="460373"/>
          </a:xfrm>
        </p:grpSpPr>
        <p:sp>
          <p:nvSpPr>
            <p:cNvPr id="52" name="Google Shape;1814;p72">
              <a:extLst>
                <a:ext uri="{FF2B5EF4-FFF2-40B4-BE49-F238E27FC236}">
                  <a16:creationId xmlns:a16="http://schemas.microsoft.com/office/drawing/2014/main" id="{5699B83F-7D04-0EF3-6E8F-99F637F37888}"/>
                </a:ext>
              </a:extLst>
            </p:cNvPr>
            <p:cNvSpPr/>
            <p:nvPr/>
          </p:nvSpPr>
          <p:spPr>
            <a:xfrm>
              <a:off x="3892792" y="2978345"/>
              <a:ext cx="372255" cy="460373"/>
            </a:xfrm>
            <a:custGeom>
              <a:avLst/>
              <a:gdLst/>
              <a:ahLst/>
              <a:cxnLst/>
              <a:rect l="l" t="t" r="r" b="b"/>
              <a:pathLst>
                <a:path w="372255" h="460373" extrusionOk="0">
                  <a:moveTo>
                    <a:pt x="358498" y="47656"/>
                  </a:moveTo>
                  <a:lnTo>
                    <a:pt x="321003" y="47656"/>
                  </a:lnTo>
                  <a:lnTo>
                    <a:pt x="321003" y="13757"/>
                  </a:lnTo>
                  <a:cubicBezTo>
                    <a:pt x="321003" y="6159"/>
                    <a:pt x="314843" y="0"/>
                    <a:pt x="307245" y="0"/>
                  </a:cubicBezTo>
                  <a:lnTo>
                    <a:pt x="13640" y="0"/>
                  </a:lnTo>
                  <a:cubicBezTo>
                    <a:pt x="6105" y="0"/>
                    <a:pt x="0" y="6159"/>
                    <a:pt x="0" y="13748"/>
                  </a:cubicBezTo>
                  <a:lnTo>
                    <a:pt x="0" y="398969"/>
                  </a:lnTo>
                  <a:cubicBezTo>
                    <a:pt x="0" y="406558"/>
                    <a:pt x="6105" y="412718"/>
                    <a:pt x="13640" y="412718"/>
                  </a:cubicBezTo>
                  <a:lnTo>
                    <a:pt x="51253" y="412718"/>
                  </a:lnTo>
                  <a:lnTo>
                    <a:pt x="51253" y="446616"/>
                  </a:lnTo>
                  <a:cubicBezTo>
                    <a:pt x="51253" y="454214"/>
                    <a:pt x="57412" y="460373"/>
                    <a:pt x="65010" y="460373"/>
                  </a:cubicBezTo>
                  <a:lnTo>
                    <a:pt x="358498" y="460373"/>
                  </a:lnTo>
                  <a:cubicBezTo>
                    <a:pt x="366105" y="460373"/>
                    <a:pt x="372255" y="454214"/>
                    <a:pt x="372255" y="446625"/>
                  </a:cubicBezTo>
                  <a:lnTo>
                    <a:pt x="372255" y="61404"/>
                  </a:lnTo>
                  <a:cubicBezTo>
                    <a:pt x="372255" y="53815"/>
                    <a:pt x="366096" y="47656"/>
                    <a:pt x="358498" y="47656"/>
                  </a:cubicBezTo>
                  <a:close/>
                  <a:moveTo>
                    <a:pt x="52152" y="60514"/>
                  </a:moveTo>
                  <a:lnTo>
                    <a:pt x="52152" y="384843"/>
                  </a:lnTo>
                  <a:lnTo>
                    <a:pt x="27874" y="384843"/>
                  </a:lnTo>
                  <a:lnTo>
                    <a:pt x="27874" y="26975"/>
                  </a:lnTo>
                  <a:lnTo>
                    <a:pt x="293128" y="26975"/>
                  </a:lnTo>
                  <a:lnTo>
                    <a:pt x="293128" y="46757"/>
                  </a:lnTo>
                  <a:lnTo>
                    <a:pt x="65909" y="46757"/>
                  </a:lnTo>
                  <a:cubicBezTo>
                    <a:pt x="58311" y="46757"/>
                    <a:pt x="52152" y="52916"/>
                    <a:pt x="52152" y="60514"/>
                  </a:cubicBezTo>
                  <a:close/>
                  <a:moveTo>
                    <a:pt x="345280" y="432499"/>
                  </a:moveTo>
                  <a:lnTo>
                    <a:pt x="79127" y="432499"/>
                  </a:lnTo>
                  <a:lnTo>
                    <a:pt x="79127" y="74631"/>
                  </a:lnTo>
                  <a:lnTo>
                    <a:pt x="345280" y="74631"/>
                  </a:lnTo>
                  <a:lnTo>
                    <a:pt x="345280" y="432499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7B879D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" name="Google Shape;1815;p72">
              <a:extLst>
                <a:ext uri="{FF2B5EF4-FFF2-40B4-BE49-F238E27FC236}">
                  <a16:creationId xmlns:a16="http://schemas.microsoft.com/office/drawing/2014/main" id="{4A5EACAD-920F-3978-700A-79EB97657B95}"/>
                </a:ext>
              </a:extLst>
            </p:cNvPr>
            <p:cNvSpPr/>
            <p:nvPr/>
          </p:nvSpPr>
          <p:spPr>
            <a:xfrm>
              <a:off x="4006278" y="3109443"/>
              <a:ext cx="159159" cy="159166"/>
            </a:xfrm>
            <a:custGeom>
              <a:avLst/>
              <a:gdLst/>
              <a:ahLst/>
              <a:cxnLst/>
              <a:rect l="l" t="t" r="r" b="b"/>
              <a:pathLst>
                <a:path w="159159" h="159166" extrusionOk="0">
                  <a:moveTo>
                    <a:pt x="145402" y="65819"/>
                  </a:moveTo>
                  <a:lnTo>
                    <a:pt x="93331" y="65819"/>
                  </a:lnTo>
                  <a:lnTo>
                    <a:pt x="93331" y="13757"/>
                  </a:lnTo>
                  <a:cubicBezTo>
                    <a:pt x="93331" y="6159"/>
                    <a:pt x="87163" y="0"/>
                    <a:pt x="79565" y="0"/>
                  </a:cubicBezTo>
                  <a:cubicBezTo>
                    <a:pt x="35164" y="0"/>
                    <a:pt x="-865" y="36569"/>
                    <a:pt x="16" y="81168"/>
                  </a:cubicBezTo>
                  <a:cubicBezTo>
                    <a:pt x="843" y="123105"/>
                    <a:pt x="34562" y="157507"/>
                    <a:pt x="76472" y="159108"/>
                  </a:cubicBezTo>
                  <a:cubicBezTo>
                    <a:pt x="121763" y="160834"/>
                    <a:pt x="159159" y="124490"/>
                    <a:pt x="159159" y="79576"/>
                  </a:cubicBezTo>
                  <a:cubicBezTo>
                    <a:pt x="159159" y="71987"/>
                    <a:pt x="153009" y="65819"/>
                    <a:pt x="145402" y="65819"/>
                  </a:cubicBezTo>
                  <a:close/>
                  <a:moveTo>
                    <a:pt x="80114" y="132016"/>
                  </a:moveTo>
                  <a:cubicBezTo>
                    <a:pt x="51403" y="132016"/>
                    <a:pt x="28052" y="108655"/>
                    <a:pt x="28052" y="79936"/>
                  </a:cubicBezTo>
                  <a:cubicBezTo>
                    <a:pt x="28052" y="56000"/>
                    <a:pt x="44300" y="35769"/>
                    <a:pt x="66356" y="29717"/>
                  </a:cubicBezTo>
                  <a:lnTo>
                    <a:pt x="66356" y="79936"/>
                  </a:lnTo>
                  <a:cubicBezTo>
                    <a:pt x="66356" y="87534"/>
                    <a:pt x="72516" y="93693"/>
                    <a:pt x="80114" y="93693"/>
                  </a:cubicBezTo>
                  <a:lnTo>
                    <a:pt x="130341" y="93693"/>
                  </a:lnTo>
                  <a:cubicBezTo>
                    <a:pt x="124299" y="115759"/>
                    <a:pt x="104076" y="132016"/>
                    <a:pt x="80114" y="13201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7B879D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" name="Google Shape;1816;p72">
              <a:extLst>
                <a:ext uri="{FF2B5EF4-FFF2-40B4-BE49-F238E27FC236}">
                  <a16:creationId xmlns:a16="http://schemas.microsoft.com/office/drawing/2014/main" id="{DC816379-47AA-9A37-6FD0-ACC981AE78B1}"/>
                </a:ext>
              </a:extLst>
            </p:cNvPr>
            <p:cNvSpPr/>
            <p:nvPr/>
          </p:nvSpPr>
          <p:spPr>
            <a:xfrm>
              <a:off x="4110399" y="3072038"/>
              <a:ext cx="93342" cy="93333"/>
            </a:xfrm>
            <a:custGeom>
              <a:avLst/>
              <a:gdLst/>
              <a:ahLst/>
              <a:cxnLst/>
              <a:rect l="l" t="t" r="r" b="b"/>
              <a:pathLst>
                <a:path w="93342" h="93333" extrusionOk="0">
                  <a:moveTo>
                    <a:pt x="13865" y="0"/>
                  </a:moveTo>
                  <a:cubicBezTo>
                    <a:pt x="6222" y="-9"/>
                    <a:pt x="0" y="6114"/>
                    <a:pt x="0" y="13757"/>
                  </a:cubicBezTo>
                  <a:lnTo>
                    <a:pt x="0" y="79576"/>
                  </a:lnTo>
                  <a:cubicBezTo>
                    <a:pt x="0" y="87174"/>
                    <a:pt x="6150" y="93334"/>
                    <a:pt x="13757" y="93334"/>
                  </a:cubicBezTo>
                  <a:lnTo>
                    <a:pt x="79585" y="93334"/>
                  </a:lnTo>
                  <a:cubicBezTo>
                    <a:pt x="87102" y="93334"/>
                    <a:pt x="93325" y="87309"/>
                    <a:pt x="93342" y="79792"/>
                  </a:cubicBezTo>
                  <a:cubicBezTo>
                    <a:pt x="93459" y="35499"/>
                    <a:pt x="57394" y="54"/>
                    <a:pt x="13865" y="0"/>
                  </a:cubicBezTo>
                  <a:close/>
                  <a:moveTo>
                    <a:pt x="26975" y="65459"/>
                  </a:moveTo>
                  <a:lnTo>
                    <a:pt x="26975" y="28998"/>
                  </a:lnTo>
                  <a:cubicBezTo>
                    <a:pt x="44653" y="33845"/>
                    <a:pt x="58590" y="47782"/>
                    <a:pt x="63445" y="65459"/>
                  </a:cubicBezTo>
                  <a:lnTo>
                    <a:pt x="26975" y="65459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7B879D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" name="Google Shape;1817;p72">
              <a:extLst>
                <a:ext uri="{FF2B5EF4-FFF2-40B4-BE49-F238E27FC236}">
                  <a16:creationId xmlns:a16="http://schemas.microsoft.com/office/drawing/2014/main" id="{B59C1CA2-AEAB-4A67-791D-574CCC1789FC}"/>
                </a:ext>
              </a:extLst>
            </p:cNvPr>
            <p:cNvSpPr/>
            <p:nvPr/>
          </p:nvSpPr>
          <p:spPr>
            <a:xfrm>
              <a:off x="3994309" y="3299347"/>
              <a:ext cx="218010" cy="27874"/>
            </a:xfrm>
            <a:custGeom>
              <a:avLst/>
              <a:gdLst/>
              <a:ahLst/>
              <a:cxnLst/>
              <a:rect l="l" t="t" r="r" b="b"/>
              <a:pathLst>
                <a:path w="218010" h="27874" extrusionOk="0">
                  <a:moveTo>
                    <a:pt x="217606" y="10502"/>
                  </a:moveTo>
                  <a:cubicBezTo>
                    <a:pt x="216140" y="4262"/>
                    <a:pt x="210331" y="0"/>
                    <a:pt x="203920" y="0"/>
                  </a:cubicBezTo>
                  <a:lnTo>
                    <a:pt x="13756" y="0"/>
                  </a:lnTo>
                  <a:cubicBezTo>
                    <a:pt x="5034" y="0"/>
                    <a:pt x="-1773" y="8209"/>
                    <a:pt x="412" y="17399"/>
                  </a:cubicBezTo>
                  <a:cubicBezTo>
                    <a:pt x="1896" y="23630"/>
                    <a:pt x="7686" y="27874"/>
                    <a:pt x="14088" y="27874"/>
                  </a:cubicBezTo>
                  <a:lnTo>
                    <a:pt x="204253" y="27874"/>
                  </a:lnTo>
                  <a:cubicBezTo>
                    <a:pt x="212948" y="27874"/>
                    <a:pt x="219773" y="19701"/>
                    <a:pt x="217606" y="10502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7B879D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" name="Google Shape;1818;p72">
              <a:extLst>
                <a:ext uri="{FF2B5EF4-FFF2-40B4-BE49-F238E27FC236}">
                  <a16:creationId xmlns:a16="http://schemas.microsoft.com/office/drawing/2014/main" id="{2B81DF85-B5F3-F628-975A-E398FCF49F0A}"/>
                </a:ext>
              </a:extLst>
            </p:cNvPr>
            <p:cNvSpPr/>
            <p:nvPr/>
          </p:nvSpPr>
          <p:spPr>
            <a:xfrm>
              <a:off x="3994308" y="3351499"/>
              <a:ext cx="218020" cy="27874"/>
            </a:xfrm>
            <a:custGeom>
              <a:avLst/>
              <a:gdLst/>
              <a:ahLst/>
              <a:cxnLst/>
              <a:rect l="l" t="t" r="r" b="b"/>
              <a:pathLst>
                <a:path w="218020" h="27874" extrusionOk="0">
                  <a:moveTo>
                    <a:pt x="217606" y="10502"/>
                  </a:moveTo>
                  <a:cubicBezTo>
                    <a:pt x="216141" y="4262"/>
                    <a:pt x="210332" y="0"/>
                    <a:pt x="203921" y="0"/>
                  </a:cubicBezTo>
                  <a:lnTo>
                    <a:pt x="13756" y="0"/>
                  </a:lnTo>
                  <a:cubicBezTo>
                    <a:pt x="4989" y="0"/>
                    <a:pt x="-1808" y="8290"/>
                    <a:pt x="431" y="17471"/>
                  </a:cubicBezTo>
                  <a:cubicBezTo>
                    <a:pt x="1941" y="23666"/>
                    <a:pt x="7723" y="27874"/>
                    <a:pt x="14098" y="27874"/>
                  </a:cubicBezTo>
                  <a:lnTo>
                    <a:pt x="204263" y="27874"/>
                  </a:lnTo>
                  <a:cubicBezTo>
                    <a:pt x="212958" y="27874"/>
                    <a:pt x="219782" y="19701"/>
                    <a:pt x="217615" y="10502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7B879D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57" name="Google Shape;1769;p72">
            <a:extLst>
              <a:ext uri="{FF2B5EF4-FFF2-40B4-BE49-F238E27FC236}">
                <a16:creationId xmlns:a16="http://schemas.microsoft.com/office/drawing/2014/main" id="{38119587-274C-C53B-5427-AC35614166DA}"/>
              </a:ext>
            </a:extLst>
          </p:cNvPr>
          <p:cNvGrpSpPr/>
          <p:nvPr/>
        </p:nvGrpSpPr>
        <p:grpSpPr>
          <a:xfrm>
            <a:off x="6613973" y="2478025"/>
            <a:ext cx="460625" cy="460632"/>
            <a:chOff x="7834479" y="3738053"/>
            <a:chExt cx="460625" cy="460632"/>
          </a:xfrm>
        </p:grpSpPr>
        <p:sp>
          <p:nvSpPr>
            <p:cNvPr id="58" name="Google Shape;1770;p72">
              <a:extLst>
                <a:ext uri="{FF2B5EF4-FFF2-40B4-BE49-F238E27FC236}">
                  <a16:creationId xmlns:a16="http://schemas.microsoft.com/office/drawing/2014/main" id="{7BF73D26-4EA3-6687-3099-C9CACC3C2B75}"/>
                </a:ext>
              </a:extLst>
            </p:cNvPr>
            <p:cNvSpPr/>
            <p:nvPr/>
          </p:nvSpPr>
          <p:spPr>
            <a:xfrm>
              <a:off x="7834479" y="3738053"/>
              <a:ext cx="460625" cy="460632"/>
            </a:xfrm>
            <a:custGeom>
              <a:avLst/>
              <a:gdLst/>
              <a:ahLst/>
              <a:cxnLst/>
              <a:rect l="l" t="t" r="r" b="b"/>
              <a:pathLst>
                <a:path w="460625" h="460632" extrusionOk="0">
                  <a:moveTo>
                    <a:pt x="408599" y="284575"/>
                  </a:moveTo>
                  <a:cubicBezTo>
                    <a:pt x="394878" y="284575"/>
                    <a:pt x="382389" y="289952"/>
                    <a:pt x="373118" y="298692"/>
                  </a:cubicBezTo>
                  <a:lnTo>
                    <a:pt x="305690" y="253042"/>
                  </a:lnTo>
                  <a:cubicBezTo>
                    <a:pt x="312955" y="229645"/>
                    <a:pt x="309035" y="203165"/>
                    <a:pt x="293236" y="182349"/>
                  </a:cubicBezTo>
                  <a:lnTo>
                    <a:pt x="354802" y="123274"/>
                  </a:lnTo>
                  <a:lnTo>
                    <a:pt x="354766" y="123274"/>
                  </a:lnTo>
                  <a:cubicBezTo>
                    <a:pt x="367220" y="131861"/>
                    <a:pt x="382650" y="136384"/>
                    <a:pt x="399185" y="134909"/>
                  </a:cubicBezTo>
                  <a:cubicBezTo>
                    <a:pt x="431205" y="132068"/>
                    <a:pt x="457002" y="106621"/>
                    <a:pt x="460266" y="74638"/>
                  </a:cubicBezTo>
                  <a:cubicBezTo>
                    <a:pt x="464564" y="32458"/>
                    <a:pt x="429811" y="-2960"/>
                    <a:pt x="387838" y="196"/>
                  </a:cubicBezTo>
                  <a:cubicBezTo>
                    <a:pt x="354874" y="2677"/>
                    <a:pt x="328322" y="29068"/>
                    <a:pt x="325678" y="62022"/>
                  </a:cubicBezTo>
                  <a:cubicBezTo>
                    <a:pt x="324437" y="77425"/>
                    <a:pt x="328385" y="91857"/>
                    <a:pt x="335974" y="103771"/>
                  </a:cubicBezTo>
                  <a:lnTo>
                    <a:pt x="273275" y="163934"/>
                  </a:lnTo>
                  <a:cubicBezTo>
                    <a:pt x="251425" y="149655"/>
                    <a:pt x="224441" y="147470"/>
                    <a:pt x="201225" y="156723"/>
                  </a:cubicBezTo>
                  <a:lnTo>
                    <a:pt x="166553" y="98502"/>
                  </a:lnTo>
                  <a:cubicBezTo>
                    <a:pt x="178727" y="87109"/>
                    <a:pt x="185912" y="70457"/>
                    <a:pt x="184428" y="52204"/>
                  </a:cubicBezTo>
                  <a:cubicBezTo>
                    <a:pt x="182162" y="24249"/>
                    <a:pt x="159404" y="1913"/>
                    <a:pt x="131413" y="124"/>
                  </a:cubicBezTo>
                  <a:cubicBezTo>
                    <a:pt x="96364" y="-2115"/>
                    <a:pt x="67474" y="27584"/>
                    <a:pt x="71088" y="62895"/>
                  </a:cubicBezTo>
                  <a:cubicBezTo>
                    <a:pt x="73848" y="89888"/>
                    <a:pt x="95725" y="111342"/>
                    <a:pt x="122763" y="113635"/>
                  </a:cubicBezTo>
                  <a:cubicBezTo>
                    <a:pt x="129795" y="114228"/>
                    <a:pt x="136575" y="113536"/>
                    <a:pt x="142923" y="111764"/>
                  </a:cubicBezTo>
                  <a:lnTo>
                    <a:pt x="178152" y="170921"/>
                  </a:lnTo>
                  <a:lnTo>
                    <a:pt x="178278" y="170921"/>
                  </a:lnTo>
                  <a:cubicBezTo>
                    <a:pt x="166382" y="181441"/>
                    <a:pt x="157678" y="195477"/>
                    <a:pt x="153802" y="211383"/>
                  </a:cubicBezTo>
                  <a:lnTo>
                    <a:pt x="103818" y="203093"/>
                  </a:lnTo>
                  <a:cubicBezTo>
                    <a:pt x="100932" y="177152"/>
                    <a:pt x="78866" y="156903"/>
                    <a:pt x="52160" y="156903"/>
                  </a:cubicBezTo>
                  <a:cubicBezTo>
                    <a:pt x="20950" y="156903"/>
                    <a:pt x="-3911" y="184543"/>
                    <a:pt x="737" y="216625"/>
                  </a:cubicBezTo>
                  <a:cubicBezTo>
                    <a:pt x="3983" y="239006"/>
                    <a:pt x="21697" y="256863"/>
                    <a:pt x="44059" y="260253"/>
                  </a:cubicBezTo>
                  <a:cubicBezTo>
                    <a:pt x="68579" y="263975"/>
                    <a:pt x="90573" y="250443"/>
                    <a:pt x="99682" y="229942"/>
                  </a:cubicBezTo>
                  <a:lnTo>
                    <a:pt x="152022" y="238628"/>
                  </a:lnTo>
                  <a:cubicBezTo>
                    <a:pt x="153668" y="253959"/>
                    <a:pt x="159719" y="267995"/>
                    <a:pt x="168881" y="279432"/>
                  </a:cubicBezTo>
                  <a:lnTo>
                    <a:pt x="93792" y="348614"/>
                  </a:lnTo>
                  <a:cubicBezTo>
                    <a:pt x="84288" y="342473"/>
                    <a:pt x="72985" y="338912"/>
                    <a:pt x="60856" y="338912"/>
                  </a:cubicBezTo>
                  <a:cubicBezTo>
                    <a:pt x="27299" y="338912"/>
                    <a:pt x="0" y="366211"/>
                    <a:pt x="0" y="399777"/>
                  </a:cubicBezTo>
                  <a:cubicBezTo>
                    <a:pt x="0" y="433343"/>
                    <a:pt x="27299" y="460632"/>
                    <a:pt x="60865" y="460632"/>
                  </a:cubicBezTo>
                  <a:cubicBezTo>
                    <a:pt x="94431" y="460632"/>
                    <a:pt x="121729" y="433334"/>
                    <a:pt x="121729" y="399777"/>
                  </a:cubicBezTo>
                  <a:cubicBezTo>
                    <a:pt x="121729" y="388168"/>
                    <a:pt x="118456" y="377306"/>
                    <a:pt x="112791" y="368063"/>
                  </a:cubicBezTo>
                  <a:lnTo>
                    <a:pt x="189373" y="297514"/>
                  </a:lnTo>
                  <a:cubicBezTo>
                    <a:pt x="203014" y="305886"/>
                    <a:pt x="219055" y="310076"/>
                    <a:pt x="236022" y="308961"/>
                  </a:cubicBezTo>
                  <a:lnTo>
                    <a:pt x="241202" y="339047"/>
                  </a:lnTo>
                  <a:lnTo>
                    <a:pt x="240878" y="339047"/>
                  </a:lnTo>
                  <a:cubicBezTo>
                    <a:pt x="240878" y="339047"/>
                    <a:pt x="210881" y="364610"/>
                    <a:pt x="210881" y="385390"/>
                  </a:cubicBezTo>
                  <a:cubicBezTo>
                    <a:pt x="210881" y="413974"/>
                    <a:pt x="234143" y="437236"/>
                    <a:pt x="262728" y="437236"/>
                  </a:cubicBezTo>
                  <a:cubicBezTo>
                    <a:pt x="291312" y="437236"/>
                    <a:pt x="314574" y="413974"/>
                    <a:pt x="314574" y="385390"/>
                  </a:cubicBezTo>
                  <a:cubicBezTo>
                    <a:pt x="314574" y="358433"/>
                    <a:pt x="267592" y="333652"/>
                    <a:pt x="267592" y="333652"/>
                  </a:cubicBezTo>
                  <a:lnTo>
                    <a:pt x="267754" y="333652"/>
                  </a:lnTo>
                  <a:lnTo>
                    <a:pt x="262260" y="301785"/>
                  </a:lnTo>
                  <a:cubicBezTo>
                    <a:pt x="274552" y="296345"/>
                    <a:pt x="285216" y="287839"/>
                    <a:pt x="293245" y="277256"/>
                  </a:cubicBezTo>
                  <a:lnTo>
                    <a:pt x="358966" y="321747"/>
                  </a:lnTo>
                  <a:cubicBezTo>
                    <a:pt x="349192" y="354890"/>
                    <a:pt x="374269" y="388114"/>
                    <a:pt x="408698" y="388069"/>
                  </a:cubicBezTo>
                  <a:cubicBezTo>
                    <a:pt x="435700" y="388033"/>
                    <a:pt x="458413" y="366867"/>
                    <a:pt x="460257" y="339937"/>
                  </a:cubicBezTo>
                  <a:cubicBezTo>
                    <a:pt x="462316" y="309779"/>
                    <a:pt x="438362" y="284566"/>
                    <a:pt x="408627" y="284566"/>
                  </a:cubicBezTo>
                  <a:close/>
                  <a:moveTo>
                    <a:pt x="393062" y="26829"/>
                  </a:moveTo>
                  <a:cubicBezTo>
                    <a:pt x="415397" y="26829"/>
                    <a:pt x="433569" y="45001"/>
                    <a:pt x="433569" y="67337"/>
                  </a:cubicBezTo>
                  <a:cubicBezTo>
                    <a:pt x="433569" y="89672"/>
                    <a:pt x="415397" y="107853"/>
                    <a:pt x="393062" y="107853"/>
                  </a:cubicBezTo>
                  <a:cubicBezTo>
                    <a:pt x="370726" y="107853"/>
                    <a:pt x="352554" y="89681"/>
                    <a:pt x="352554" y="67337"/>
                  </a:cubicBezTo>
                  <a:cubicBezTo>
                    <a:pt x="352554" y="44992"/>
                    <a:pt x="370718" y="26829"/>
                    <a:pt x="393062" y="26829"/>
                  </a:cubicBezTo>
                  <a:close/>
                  <a:moveTo>
                    <a:pt x="127637" y="86507"/>
                  </a:moveTo>
                  <a:cubicBezTo>
                    <a:pt x="111191" y="86507"/>
                    <a:pt x="97802" y="73118"/>
                    <a:pt x="97802" y="56663"/>
                  </a:cubicBezTo>
                  <a:cubicBezTo>
                    <a:pt x="97802" y="40209"/>
                    <a:pt x="111182" y="26820"/>
                    <a:pt x="127637" y="26820"/>
                  </a:cubicBezTo>
                  <a:cubicBezTo>
                    <a:pt x="144092" y="26820"/>
                    <a:pt x="157471" y="40209"/>
                    <a:pt x="157471" y="56663"/>
                  </a:cubicBezTo>
                  <a:cubicBezTo>
                    <a:pt x="157471" y="73118"/>
                    <a:pt x="144092" y="86507"/>
                    <a:pt x="127637" y="86507"/>
                  </a:cubicBezTo>
                  <a:close/>
                  <a:moveTo>
                    <a:pt x="76789" y="212345"/>
                  </a:moveTo>
                  <a:cubicBezTo>
                    <a:pt x="74972" y="224205"/>
                    <a:pt x="64695" y="233323"/>
                    <a:pt x="52332" y="233323"/>
                  </a:cubicBezTo>
                  <a:cubicBezTo>
                    <a:pt x="38691" y="233323"/>
                    <a:pt x="27587" y="222227"/>
                    <a:pt x="27587" y="208578"/>
                  </a:cubicBezTo>
                  <a:cubicBezTo>
                    <a:pt x="27587" y="194928"/>
                    <a:pt x="38691" y="183833"/>
                    <a:pt x="52332" y="183833"/>
                  </a:cubicBezTo>
                  <a:cubicBezTo>
                    <a:pt x="67446" y="183833"/>
                    <a:pt x="79100" y="197356"/>
                    <a:pt x="76789" y="212345"/>
                  </a:cubicBezTo>
                  <a:close/>
                  <a:moveTo>
                    <a:pt x="60999" y="432551"/>
                  </a:moveTo>
                  <a:cubicBezTo>
                    <a:pt x="42476" y="432551"/>
                    <a:pt x="27407" y="417481"/>
                    <a:pt x="27407" y="398967"/>
                  </a:cubicBezTo>
                  <a:cubicBezTo>
                    <a:pt x="27407" y="380454"/>
                    <a:pt x="42486" y="365374"/>
                    <a:pt x="60999" y="365374"/>
                  </a:cubicBezTo>
                  <a:cubicBezTo>
                    <a:pt x="79514" y="365374"/>
                    <a:pt x="94593" y="380327"/>
                    <a:pt x="94593" y="398967"/>
                  </a:cubicBezTo>
                  <a:cubicBezTo>
                    <a:pt x="94593" y="417490"/>
                    <a:pt x="79522" y="432551"/>
                    <a:pt x="60999" y="432551"/>
                  </a:cubicBezTo>
                  <a:close/>
                  <a:moveTo>
                    <a:pt x="262710" y="360672"/>
                  </a:moveTo>
                  <a:cubicBezTo>
                    <a:pt x="276350" y="360672"/>
                    <a:pt x="287455" y="371768"/>
                    <a:pt x="287455" y="385417"/>
                  </a:cubicBezTo>
                  <a:cubicBezTo>
                    <a:pt x="287455" y="399066"/>
                    <a:pt x="276350" y="410162"/>
                    <a:pt x="262710" y="410162"/>
                  </a:cubicBezTo>
                  <a:cubicBezTo>
                    <a:pt x="249069" y="410162"/>
                    <a:pt x="237964" y="399057"/>
                    <a:pt x="237964" y="385417"/>
                  </a:cubicBezTo>
                  <a:cubicBezTo>
                    <a:pt x="237964" y="371777"/>
                    <a:pt x="249069" y="360672"/>
                    <a:pt x="262710" y="360672"/>
                  </a:cubicBezTo>
                  <a:close/>
                  <a:moveTo>
                    <a:pt x="230295" y="281473"/>
                  </a:moveTo>
                  <a:cubicBezTo>
                    <a:pt x="201728" y="281473"/>
                    <a:pt x="178575" y="258320"/>
                    <a:pt x="178575" y="229753"/>
                  </a:cubicBezTo>
                  <a:cubicBezTo>
                    <a:pt x="178575" y="201186"/>
                    <a:pt x="201728" y="178033"/>
                    <a:pt x="230295" y="178033"/>
                  </a:cubicBezTo>
                  <a:cubicBezTo>
                    <a:pt x="258861" y="178033"/>
                    <a:pt x="282015" y="201186"/>
                    <a:pt x="282015" y="229753"/>
                  </a:cubicBezTo>
                  <a:cubicBezTo>
                    <a:pt x="282015" y="258320"/>
                    <a:pt x="258861" y="281473"/>
                    <a:pt x="230295" y="281473"/>
                  </a:cubicBezTo>
                  <a:close/>
                  <a:moveTo>
                    <a:pt x="408680" y="361220"/>
                  </a:moveTo>
                  <a:cubicBezTo>
                    <a:pt x="395013" y="361220"/>
                    <a:pt x="383926" y="350134"/>
                    <a:pt x="383926" y="336466"/>
                  </a:cubicBezTo>
                  <a:cubicBezTo>
                    <a:pt x="383926" y="322799"/>
                    <a:pt x="395013" y="311712"/>
                    <a:pt x="408680" y="311712"/>
                  </a:cubicBezTo>
                  <a:cubicBezTo>
                    <a:pt x="422348" y="311712"/>
                    <a:pt x="433435" y="322799"/>
                    <a:pt x="433435" y="336466"/>
                  </a:cubicBezTo>
                  <a:cubicBezTo>
                    <a:pt x="433435" y="350134"/>
                    <a:pt x="422348" y="361220"/>
                    <a:pt x="408680" y="36122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7B879D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" name="Google Shape;1771;p72">
              <a:extLst>
                <a:ext uri="{FF2B5EF4-FFF2-40B4-BE49-F238E27FC236}">
                  <a16:creationId xmlns:a16="http://schemas.microsoft.com/office/drawing/2014/main" id="{A88ED128-FD50-43C6-297E-1DA0D72F171F}"/>
                </a:ext>
              </a:extLst>
            </p:cNvPr>
            <p:cNvSpPr/>
            <p:nvPr/>
          </p:nvSpPr>
          <p:spPr>
            <a:xfrm>
              <a:off x="8046691" y="3949733"/>
              <a:ext cx="36128" cy="36137"/>
            </a:xfrm>
            <a:custGeom>
              <a:avLst/>
              <a:gdLst/>
              <a:ahLst/>
              <a:cxnLst/>
              <a:rect l="l" t="t" r="r" b="b"/>
              <a:pathLst>
                <a:path w="36128" h="36137" extrusionOk="0">
                  <a:moveTo>
                    <a:pt x="18065" y="0"/>
                  </a:moveTo>
                  <a:cubicBezTo>
                    <a:pt x="8084" y="0"/>
                    <a:pt x="0" y="8093"/>
                    <a:pt x="0" y="18064"/>
                  </a:cubicBezTo>
                  <a:cubicBezTo>
                    <a:pt x="0" y="28036"/>
                    <a:pt x="8093" y="36137"/>
                    <a:pt x="18065" y="36137"/>
                  </a:cubicBezTo>
                  <a:cubicBezTo>
                    <a:pt x="28036" y="36137"/>
                    <a:pt x="36129" y="28045"/>
                    <a:pt x="36129" y="18064"/>
                  </a:cubicBezTo>
                  <a:cubicBezTo>
                    <a:pt x="36129" y="8084"/>
                    <a:pt x="28036" y="0"/>
                    <a:pt x="1806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7B879D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" name="Google Shape;1772;p72">
              <a:extLst>
                <a:ext uri="{FF2B5EF4-FFF2-40B4-BE49-F238E27FC236}">
                  <a16:creationId xmlns:a16="http://schemas.microsoft.com/office/drawing/2014/main" id="{A63D244B-42A6-BFEE-226C-5E1E5D2220C0}"/>
                </a:ext>
              </a:extLst>
            </p:cNvPr>
            <p:cNvSpPr/>
            <p:nvPr/>
          </p:nvSpPr>
          <p:spPr>
            <a:xfrm>
              <a:off x="7877405" y="4118956"/>
              <a:ext cx="36128" cy="36128"/>
            </a:xfrm>
            <a:custGeom>
              <a:avLst/>
              <a:gdLst/>
              <a:ahLst/>
              <a:cxnLst/>
              <a:rect l="l" t="t" r="r" b="b"/>
              <a:pathLst>
                <a:path w="36128" h="36128" extrusionOk="0">
                  <a:moveTo>
                    <a:pt x="18065" y="0"/>
                  </a:moveTo>
                  <a:cubicBezTo>
                    <a:pt x="8093" y="0"/>
                    <a:pt x="0" y="8084"/>
                    <a:pt x="0" y="18064"/>
                  </a:cubicBezTo>
                  <a:cubicBezTo>
                    <a:pt x="0" y="28045"/>
                    <a:pt x="8093" y="36128"/>
                    <a:pt x="18065" y="36128"/>
                  </a:cubicBezTo>
                  <a:cubicBezTo>
                    <a:pt x="28036" y="36128"/>
                    <a:pt x="36129" y="28036"/>
                    <a:pt x="36129" y="18064"/>
                  </a:cubicBezTo>
                  <a:cubicBezTo>
                    <a:pt x="36129" y="8093"/>
                    <a:pt x="28036" y="0"/>
                    <a:pt x="1806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7B879D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" name="Google Shape;1773;p72">
              <a:extLst>
                <a:ext uri="{FF2B5EF4-FFF2-40B4-BE49-F238E27FC236}">
                  <a16:creationId xmlns:a16="http://schemas.microsoft.com/office/drawing/2014/main" id="{F68232AF-948A-B734-8E89-629A412AD456}"/>
                </a:ext>
              </a:extLst>
            </p:cNvPr>
            <p:cNvSpPr/>
            <p:nvPr/>
          </p:nvSpPr>
          <p:spPr>
            <a:xfrm>
              <a:off x="7948575" y="3781166"/>
              <a:ext cx="27100" cy="27100"/>
            </a:xfrm>
            <a:custGeom>
              <a:avLst/>
              <a:gdLst/>
              <a:ahLst/>
              <a:cxnLst/>
              <a:rect l="l" t="t" r="r" b="b"/>
              <a:pathLst>
                <a:path w="27100" h="27100" extrusionOk="0">
                  <a:moveTo>
                    <a:pt x="13550" y="0"/>
                  </a:moveTo>
                  <a:cubicBezTo>
                    <a:pt x="6060" y="0"/>
                    <a:pt x="0" y="6069"/>
                    <a:pt x="0" y="13550"/>
                  </a:cubicBezTo>
                  <a:cubicBezTo>
                    <a:pt x="0" y="21031"/>
                    <a:pt x="6060" y="27101"/>
                    <a:pt x="13550" y="27101"/>
                  </a:cubicBezTo>
                  <a:cubicBezTo>
                    <a:pt x="21040" y="27101"/>
                    <a:pt x="27101" y="21031"/>
                    <a:pt x="27101" y="13550"/>
                  </a:cubicBezTo>
                  <a:cubicBezTo>
                    <a:pt x="27101" y="6069"/>
                    <a:pt x="21031" y="0"/>
                    <a:pt x="1355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7B879D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" name="Google Shape;1774;p72">
              <a:extLst>
                <a:ext uri="{FF2B5EF4-FFF2-40B4-BE49-F238E27FC236}">
                  <a16:creationId xmlns:a16="http://schemas.microsoft.com/office/drawing/2014/main" id="{BA4443FC-BA68-34E2-6BC2-2FC4F2E3D332}"/>
                </a:ext>
              </a:extLst>
            </p:cNvPr>
            <p:cNvSpPr/>
            <p:nvPr/>
          </p:nvSpPr>
          <p:spPr>
            <a:xfrm>
              <a:off x="8209477" y="3787325"/>
              <a:ext cx="36128" cy="36128"/>
            </a:xfrm>
            <a:custGeom>
              <a:avLst/>
              <a:gdLst/>
              <a:ahLst/>
              <a:cxnLst/>
              <a:rect l="l" t="t" r="r" b="b"/>
              <a:pathLst>
                <a:path w="36128" h="36128" extrusionOk="0">
                  <a:moveTo>
                    <a:pt x="18065" y="0"/>
                  </a:moveTo>
                  <a:cubicBezTo>
                    <a:pt x="8075" y="0"/>
                    <a:pt x="0" y="8093"/>
                    <a:pt x="0" y="18064"/>
                  </a:cubicBezTo>
                  <a:cubicBezTo>
                    <a:pt x="0" y="28036"/>
                    <a:pt x="8084" y="36128"/>
                    <a:pt x="18065" y="36128"/>
                  </a:cubicBezTo>
                  <a:cubicBezTo>
                    <a:pt x="28045" y="36128"/>
                    <a:pt x="36129" y="28045"/>
                    <a:pt x="36129" y="18064"/>
                  </a:cubicBezTo>
                  <a:cubicBezTo>
                    <a:pt x="36129" y="8093"/>
                    <a:pt x="28036" y="0"/>
                    <a:pt x="1806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7B879D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63" name="Google Shape;1835;p72">
            <a:extLst>
              <a:ext uri="{FF2B5EF4-FFF2-40B4-BE49-F238E27FC236}">
                <a16:creationId xmlns:a16="http://schemas.microsoft.com/office/drawing/2014/main" id="{350606C1-79A0-F68A-C15C-94BB53FEE4C6}"/>
              </a:ext>
            </a:extLst>
          </p:cNvPr>
          <p:cNvGrpSpPr/>
          <p:nvPr/>
        </p:nvGrpSpPr>
        <p:grpSpPr>
          <a:xfrm>
            <a:off x="7588727" y="2478155"/>
            <a:ext cx="346179" cy="460373"/>
            <a:chOff x="1920927" y="2375903"/>
            <a:chExt cx="346179" cy="460373"/>
          </a:xfrm>
        </p:grpSpPr>
        <p:sp>
          <p:nvSpPr>
            <p:cNvPr id="960" name="Google Shape;1836;p72">
              <a:extLst>
                <a:ext uri="{FF2B5EF4-FFF2-40B4-BE49-F238E27FC236}">
                  <a16:creationId xmlns:a16="http://schemas.microsoft.com/office/drawing/2014/main" id="{B3D82F15-CC30-410A-D7A2-1D714422C791}"/>
                </a:ext>
              </a:extLst>
            </p:cNvPr>
            <p:cNvSpPr/>
            <p:nvPr/>
          </p:nvSpPr>
          <p:spPr>
            <a:xfrm>
              <a:off x="1982970" y="2494593"/>
              <a:ext cx="70135" cy="70135"/>
            </a:xfrm>
            <a:custGeom>
              <a:avLst/>
              <a:gdLst/>
              <a:ahLst/>
              <a:cxnLst/>
              <a:rect l="l" t="t" r="r" b="b"/>
              <a:pathLst>
                <a:path w="70135" h="70135" extrusionOk="0">
                  <a:moveTo>
                    <a:pt x="56594" y="0"/>
                  </a:moveTo>
                  <a:lnTo>
                    <a:pt x="13541" y="0"/>
                  </a:lnTo>
                  <a:cubicBezTo>
                    <a:pt x="6060" y="0"/>
                    <a:pt x="0" y="6060"/>
                    <a:pt x="0" y="13542"/>
                  </a:cubicBezTo>
                  <a:lnTo>
                    <a:pt x="0" y="56594"/>
                  </a:lnTo>
                  <a:cubicBezTo>
                    <a:pt x="0" y="64075"/>
                    <a:pt x="6060" y="70135"/>
                    <a:pt x="13541" y="70135"/>
                  </a:cubicBezTo>
                  <a:lnTo>
                    <a:pt x="56594" y="70135"/>
                  </a:lnTo>
                  <a:cubicBezTo>
                    <a:pt x="64075" y="70135"/>
                    <a:pt x="70135" y="64075"/>
                    <a:pt x="70135" y="56594"/>
                  </a:cubicBezTo>
                  <a:lnTo>
                    <a:pt x="70135" y="13542"/>
                  </a:lnTo>
                  <a:cubicBezTo>
                    <a:pt x="70135" y="6060"/>
                    <a:pt x="64075" y="0"/>
                    <a:pt x="56594" y="0"/>
                  </a:cubicBezTo>
                  <a:close/>
                  <a:moveTo>
                    <a:pt x="43160" y="43160"/>
                  </a:moveTo>
                  <a:lnTo>
                    <a:pt x="26975" y="43160"/>
                  </a:lnTo>
                  <a:lnTo>
                    <a:pt x="26975" y="26975"/>
                  </a:lnTo>
                  <a:lnTo>
                    <a:pt x="43160" y="26975"/>
                  </a:lnTo>
                  <a:lnTo>
                    <a:pt x="43160" y="4316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7B879D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1" name="Google Shape;1837;p72">
              <a:extLst>
                <a:ext uri="{FF2B5EF4-FFF2-40B4-BE49-F238E27FC236}">
                  <a16:creationId xmlns:a16="http://schemas.microsoft.com/office/drawing/2014/main" id="{1D01FBF8-9346-5364-C7D9-BA3A10D2B48A}"/>
                </a:ext>
              </a:extLst>
            </p:cNvPr>
            <p:cNvSpPr/>
            <p:nvPr/>
          </p:nvSpPr>
          <p:spPr>
            <a:xfrm>
              <a:off x="1982970" y="2579114"/>
              <a:ext cx="70135" cy="70135"/>
            </a:xfrm>
            <a:custGeom>
              <a:avLst/>
              <a:gdLst/>
              <a:ahLst/>
              <a:cxnLst/>
              <a:rect l="l" t="t" r="r" b="b"/>
              <a:pathLst>
                <a:path w="70135" h="70135" extrusionOk="0">
                  <a:moveTo>
                    <a:pt x="56594" y="0"/>
                  </a:moveTo>
                  <a:lnTo>
                    <a:pt x="13541" y="0"/>
                  </a:lnTo>
                  <a:cubicBezTo>
                    <a:pt x="6060" y="0"/>
                    <a:pt x="0" y="6060"/>
                    <a:pt x="0" y="13542"/>
                  </a:cubicBezTo>
                  <a:lnTo>
                    <a:pt x="0" y="56594"/>
                  </a:lnTo>
                  <a:cubicBezTo>
                    <a:pt x="0" y="64075"/>
                    <a:pt x="6060" y="70135"/>
                    <a:pt x="13541" y="70135"/>
                  </a:cubicBezTo>
                  <a:lnTo>
                    <a:pt x="56594" y="70135"/>
                  </a:lnTo>
                  <a:cubicBezTo>
                    <a:pt x="64075" y="70135"/>
                    <a:pt x="70135" y="64075"/>
                    <a:pt x="70135" y="56594"/>
                  </a:cubicBezTo>
                  <a:lnTo>
                    <a:pt x="70135" y="13542"/>
                  </a:lnTo>
                  <a:cubicBezTo>
                    <a:pt x="70135" y="6060"/>
                    <a:pt x="64075" y="0"/>
                    <a:pt x="56594" y="0"/>
                  </a:cubicBezTo>
                  <a:close/>
                  <a:moveTo>
                    <a:pt x="43160" y="43160"/>
                  </a:moveTo>
                  <a:lnTo>
                    <a:pt x="26975" y="43160"/>
                  </a:lnTo>
                  <a:lnTo>
                    <a:pt x="26975" y="26975"/>
                  </a:lnTo>
                  <a:lnTo>
                    <a:pt x="43160" y="26975"/>
                  </a:lnTo>
                  <a:lnTo>
                    <a:pt x="43160" y="4316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7B879D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2" name="Google Shape;1838;p72">
              <a:extLst>
                <a:ext uri="{FF2B5EF4-FFF2-40B4-BE49-F238E27FC236}">
                  <a16:creationId xmlns:a16="http://schemas.microsoft.com/office/drawing/2014/main" id="{888F1DA1-2B29-D5C9-17E7-7F116055434A}"/>
                </a:ext>
              </a:extLst>
            </p:cNvPr>
            <p:cNvSpPr/>
            <p:nvPr/>
          </p:nvSpPr>
          <p:spPr>
            <a:xfrm>
              <a:off x="1982970" y="2664535"/>
              <a:ext cx="70135" cy="70135"/>
            </a:xfrm>
            <a:custGeom>
              <a:avLst/>
              <a:gdLst/>
              <a:ahLst/>
              <a:cxnLst/>
              <a:rect l="l" t="t" r="r" b="b"/>
              <a:pathLst>
                <a:path w="70135" h="70135" extrusionOk="0">
                  <a:moveTo>
                    <a:pt x="56594" y="0"/>
                  </a:moveTo>
                  <a:lnTo>
                    <a:pt x="13541" y="0"/>
                  </a:lnTo>
                  <a:cubicBezTo>
                    <a:pt x="6060" y="0"/>
                    <a:pt x="0" y="6060"/>
                    <a:pt x="0" y="13542"/>
                  </a:cubicBezTo>
                  <a:lnTo>
                    <a:pt x="0" y="56594"/>
                  </a:lnTo>
                  <a:cubicBezTo>
                    <a:pt x="0" y="64075"/>
                    <a:pt x="6060" y="70135"/>
                    <a:pt x="13541" y="70135"/>
                  </a:cubicBezTo>
                  <a:lnTo>
                    <a:pt x="56594" y="70135"/>
                  </a:lnTo>
                  <a:cubicBezTo>
                    <a:pt x="64075" y="70135"/>
                    <a:pt x="70135" y="64075"/>
                    <a:pt x="70135" y="56594"/>
                  </a:cubicBezTo>
                  <a:lnTo>
                    <a:pt x="70135" y="13542"/>
                  </a:lnTo>
                  <a:cubicBezTo>
                    <a:pt x="70135" y="6060"/>
                    <a:pt x="64075" y="0"/>
                    <a:pt x="56594" y="0"/>
                  </a:cubicBezTo>
                  <a:close/>
                  <a:moveTo>
                    <a:pt x="43160" y="43160"/>
                  </a:moveTo>
                  <a:lnTo>
                    <a:pt x="26975" y="43160"/>
                  </a:lnTo>
                  <a:lnTo>
                    <a:pt x="26975" y="26975"/>
                  </a:lnTo>
                  <a:lnTo>
                    <a:pt x="43160" y="26975"/>
                  </a:lnTo>
                  <a:lnTo>
                    <a:pt x="43160" y="4316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7B879D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3" name="Google Shape;1839;p72">
              <a:extLst>
                <a:ext uri="{FF2B5EF4-FFF2-40B4-BE49-F238E27FC236}">
                  <a16:creationId xmlns:a16="http://schemas.microsoft.com/office/drawing/2014/main" id="{66E30A2A-3DE8-23D5-632D-C567E9D31DA3}"/>
                </a:ext>
              </a:extLst>
            </p:cNvPr>
            <p:cNvSpPr/>
            <p:nvPr/>
          </p:nvSpPr>
          <p:spPr>
            <a:xfrm>
              <a:off x="2105081" y="2516173"/>
              <a:ext cx="113304" cy="26975"/>
            </a:xfrm>
            <a:custGeom>
              <a:avLst/>
              <a:gdLst/>
              <a:ahLst/>
              <a:cxnLst/>
              <a:rect l="l" t="t" r="r" b="b"/>
              <a:pathLst>
                <a:path w="113304" h="26975" extrusionOk="0">
                  <a:moveTo>
                    <a:pt x="99812" y="0"/>
                  </a:moveTo>
                  <a:lnTo>
                    <a:pt x="13915" y="0"/>
                  </a:lnTo>
                  <a:cubicBezTo>
                    <a:pt x="6631" y="0"/>
                    <a:pt x="337" y="5602"/>
                    <a:pt x="14" y="12876"/>
                  </a:cubicBezTo>
                  <a:cubicBezTo>
                    <a:pt x="-328" y="20600"/>
                    <a:pt x="5831" y="26975"/>
                    <a:pt x="13492" y="26975"/>
                  </a:cubicBezTo>
                  <a:lnTo>
                    <a:pt x="99389" y="26975"/>
                  </a:lnTo>
                  <a:cubicBezTo>
                    <a:pt x="106673" y="26975"/>
                    <a:pt x="112967" y="21382"/>
                    <a:pt x="113291" y="14099"/>
                  </a:cubicBezTo>
                  <a:cubicBezTo>
                    <a:pt x="113632" y="6375"/>
                    <a:pt x="107464" y="0"/>
                    <a:pt x="9982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7B879D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4" name="Google Shape;1840;p72">
              <a:extLst>
                <a:ext uri="{FF2B5EF4-FFF2-40B4-BE49-F238E27FC236}">
                  <a16:creationId xmlns:a16="http://schemas.microsoft.com/office/drawing/2014/main" id="{9A5870A2-E14E-9D86-1F0F-F80BEE8013B5}"/>
                </a:ext>
              </a:extLst>
            </p:cNvPr>
            <p:cNvSpPr/>
            <p:nvPr/>
          </p:nvSpPr>
          <p:spPr>
            <a:xfrm>
              <a:off x="2105081" y="2600694"/>
              <a:ext cx="113304" cy="26975"/>
            </a:xfrm>
            <a:custGeom>
              <a:avLst/>
              <a:gdLst/>
              <a:ahLst/>
              <a:cxnLst/>
              <a:rect l="l" t="t" r="r" b="b"/>
              <a:pathLst>
                <a:path w="113304" h="26975" extrusionOk="0">
                  <a:moveTo>
                    <a:pt x="99812" y="0"/>
                  </a:moveTo>
                  <a:lnTo>
                    <a:pt x="13915" y="0"/>
                  </a:lnTo>
                  <a:cubicBezTo>
                    <a:pt x="6631" y="0"/>
                    <a:pt x="337" y="5602"/>
                    <a:pt x="14" y="12876"/>
                  </a:cubicBezTo>
                  <a:cubicBezTo>
                    <a:pt x="-328" y="20600"/>
                    <a:pt x="5831" y="26975"/>
                    <a:pt x="13492" y="26975"/>
                  </a:cubicBezTo>
                  <a:lnTo>
                    <a:pt x="99389" y="26975"/>
                  </a:lnTo>
                  <a:cubicBezTo>
                    <a:pt x="106673" y="26975"/>
                    <a:pt x="112967" y="21373"/>
                    <a:pt x="113291" y="14099"/>
                  </a:cubicBezTo>
                  <a:cubicBezTo>
                    <a:pt x="113632" y="6375"/>
                    <a:pt x="107464" y="0"/>
                    <a:pt x="9981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7B879D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5" name="Google Shape;1841;p72">
              <a:extLst>
                <a:ext uri="{FF2B5EF4-FFF2-40B4-BE49-F238E27FC236}">
                  <a16:creationId xmlns:a16="http://schemas.microsoft.com/office/drawing/2014/main" id="{E1CB90B6-B57A-2250-A09E-583BCA775401}"/>
                </a:ext>
              </a:extLst>
            </p:cNvPr>
            <p:cNvSpPr/>
            <p:nvPr/>
          </p:nvSpPr>
          <p:spPr>
            <a:xfrm>
              <a:off x="2105081" y="2686115"/>
              <a:ext cx="113304" cy="26975"/>
            </a:xfrm>
            <a:custGeom>
              <a:avLst/>
              <a:gdLst/>
              <a:ahLst/>
              <a:cxnLst/>
              <a:rect l="l" t="t" r="r" b="b"/>
              <a:pathLst>
                <a:path w="113304" h="26975" extrusionOk="0">
                  <a:moveTo>
                    <a:pt x="99812" y="0"/>
                  </a:moveTo>
                  <a:lnTo>
                    <a:pt x="13915" y="0"/>
                  </a:lnTo>
                  <a:cubicBezTo>
                    <a:pt x="6631" y="0"/>
                    <a:pt x="337" y="5602"/>
                    <a:pt x="14" y="12876"/>
                  </a:cubicBezTo>
                  <a:cubicBezTo>
                    <a:pt x="-328" y="20600"/>
                    <a:pt x="5831" y="26975"/>
                    <a:pt x="13492" y="26975"/>
                  </a:cubicBezTo>
                  <a:lnTo>
                    <a:pt x="99389" y="26975"/>
                  </a:lnTo>
                  <a:cubicBezTo>
                    <a:pt x="106673" y="26975"/>
                    <a:pt x="112967" y="21373"/>
                    <a:pt x="113291" y="14099"/>
                  </a:cubicBezTo>
                  <a:cubicBezTo>
                    <a:pt x="113632" y="6375"/>
                    <a:pt x="107464" y="0"/>
                    <a:pt x="9981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7B879D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6" name="Google Shape;1842;p72">
              <a:extLst>
                <a:ext uri="{FF2B5EF4-FFF2-40B4-BE49-F238E27FC236}">
                  <a16:creationId xmlns:a16="http://schemas.microsoft.com/office/drawing/2014/main" id="{FEC52810-2269-E25A-C557-ABEF3220825B}"/>
                </a:ext>
              </a:extLst>
            </p:cNvPr>
            <p:cNvSpPr/>
            <p:nvPr/>
          </p:nvSpPr>
          <p:spPr>
            <a:xfrm>
              <a:off x="1920927" y="2375903"/>
              <a:ext cx="346179" cy="460373"/>
            </a:xfrm>
            <a:custGeom>
              <a:avLst/>
              <a:gdLst/>
              <a:ahLst/>
              <a:cxnLst/>
              <a:rect l="l" t="t" r="r" b="b"/>
              <a:pathLst>
                <a:path w="346179" h="460373" extrusionOk="0">
                  <a:moveTo>
                    <a:pt x="346179" y="17084"/>
                  </a:moveTo>
                  <a:lnTo>
                    <a:pt x="346179" y="13542"/>
                  </a:lnTo>
                  <a:cubicBezTo>
                    <a:pt x="346179" y="6060"/>
                    <a:pt x="340119" y="0"/>
                    <a:pt x="332638" y="0"/>
                  </a:cubicBezTo>
                  <a:lnTo>
                    <a:pt x="13541" y="0"/>
                  </a:lnTo>
                  <a:cubicBezTo>
                    <a:pt x="6060" y="0"/>
                    <a:pt x="0" y="6060"/>
                    <a:pt x="0" y="13542"/>
                  </a:cubicBezTo>
                  <a:lnTo>
                    <a:pt x="0" y="446832"/>
                  </a:lnTo>
                  <a:cubicBezTo>
                    <a:pt x="0" y="454313"/>
                    <a:pt x="6069" y="460373"/>
                    <a:pt x="13559" y="460373"/>
                  </a:cubicBezTo>
                  <a:lnTo>
                    <a:pt x="255238" y="460373"/>
                  </a:lnTo>
                  <a:cubicBezTo>
                    <a:pt x="255238" y="460373"/>
                    <a:pt x="262251" y="458845"/>
                    <a:pt x="264787" y="456318"/>
                  </a:cubicBezTo>
                  <a:lnTo>
                    <a:pt x="341836" y="379394"/>
                  </a:lnTo>
                  <a:cubicBezTo>
                    <a:pt x="344372" y="376859"/>
                    <a:pt x="345793" y="373415"/>
                    <a:pt x="346170" y="369827"/>
                  </a:cubicBezTo>
                  <a:lnTo>
                    <a:pt x="346170" y="17084"/>
                  </a:lnTo>
                  <a:lnTo>
                    <a:pt x="346170" y="17084"/>
                  </a:lnTo>
                  <a:close/>
                  <a:moveTo>
                    <a:pt x="26975" y="26975"/>
                  </a:moveTo>
                  <a:lnTo>
                    <a:pt x="318305" y="26975"/>
                  </a:lnTo>
                  <a:lnTo>
                    <a:pt x="318305" y="68337"/>
                  </a:lnTo>
                  <a:lnTo>
                    <a:pt x="26975" y="68337"/>
                  </a:lnTo>
                  <a:lnTo>
                    <a:pt x="26975" y="26975"/>
                  </a:lnTo>
                  <a:close/>
                  <a:moveTo>
                    <a:pt x="268851" y="413752"/>
                  </a:moveTo>
                  <a:lnTo>
                    <a:pt x="268851" y="383045"/>
                  </a:lnTo>
                  <a:cubicBezTo>
                    <a:pt x="268851" y="383045"/>
                    <a:pt x="299566" y="383045"/>
                    <a:pt x="299566" y="383045"/>
                  </a:cubicBezTo>
                  <a:lnTo>
                    <a:pt x="268851" y="413752"/>
                  </a:lnTo>
                  <a:close/>
                  <a:moveTo>
                    <a:pt x="255417" y="356070"/>
                  </a:moveTo>
                  <a:cubicBezTo>
                    <a:pt x="247936" y="356070"/>
                    <a:pt x="241876" y="362130"/>
                    <a:pt x="241876" y="369612"/>
                  </a:cubicBezTo>
                  <a:lnTo>
                    <a:pt x="241876" y="433398"/>
                  </a:lnTo>
                  <a:lnTo>
                    <a:pt x="26975" y="433398"/>
                  </a:lnTo>
                  <a:lnTo>
                    <a:pt x="26975" y="95312"/>
                  </a:lnTo>
                  <a:lnTo>
                    <a:pt x="319204" y="95312"/>
                  </a:lnTo>
                  <a:lnTo>
                    <a:pt x="319204" y="356070"/>
                  </a:lnTo>
                  <a:lnTo>
                    <a:pt x="255417" y="35607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 dirty="0">
                <a:solidFill>
                  <a:srgbClr val="7B879D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968" name="Conector de Seta Reta 967">
            <a:extLst>
              <a:ext uri="{FF2B5EF4-FFF2-40B4-BE49-F238E27FC236}">
                <a16:creationId xmlns:a16="http://schemas.microsoft.com/office/drawing/2014/main" id="{6E8149B4-EA39-5F10-830D-3D25EC5F88CF}"/>
              </a:ext>
            </a:extLst>
          </p:cNvPr>
          <p:cNvCxnSpPr>
            <a:cxnSpLocks/>
          </p:cNvCxnSpPr>
          <p:nvPr/>
        </p:nvCxnSpPr>
        <p:spPr>
          <a:xfrm>
            <a:off x="5292974" y="2722280"/>
            <a:ext cx="365703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9" name="Conector de Seta Reta 968">
            <a:extLst>
              <a:ext uri="{FF2B5EF4-FFF2-40B4-BE49-F238E27FC236}">
                <a16:creationId xmlns:a16="http://schemas.microsoft.com/office/drawing/2014/main" id="{0195CF56-339C-DFD2-0CEF-989AFB01C5E1}"/>
              </a:ext>
            </a:extLst>
          </p:cNvPr>
          <p:cNvCxnSpPr>
            <a:cxnSpLocks/>
          </p:cNvCxnSpPr>
          <p:nvPr/>
        </p:nvCxnSpPr>
        <p:spPr>
          <a:xfrm>
            <a:off x="6179357" y="2722280"/>
            <a:ext cx="365703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70" name="Conector de Seta Reta 969">
            <a:extLst>
              <a:ext uri="{FF2B5EF4-FFF2-40B4-BE49-F238E27FC236}">
                <a16:creationId xmlns:a16="http://schemas.microsoft.com/office/drawing/2014/main" id="{DF0F20E1-B76A-7CDC-CA8C-20E58CE677EF}"/>
              </a:ext>
            </a:extLst>
          </p:cNvPr>
          <p:cNvCxnSpPr>
            <a:cxnSpLocks/>
          </p:cNvCxnSpPr>
          <p:nvPr/>
        </p:nvCxnSpPr>
        <p:spPr>
          <a:xfrm>
            <a:off x="7112010" y="2722280"/>
            <a:ext cx="365703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8382921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91">
          <a:extLst>
            <a:ext uri="{FF2B5EF4-FFF2-40B4-BE49-F238E27FC236}">
              <a16:creationId xmlns:a16="http://schemas.microsoft.com/office/drawing/2014/main" id="{B8565449-D829-5324-6116-42D4D56403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83" name="Gráfico 982">
            <a:extLst>
              <a:ext uri="{FF2B5EF4-FFF2-40B4-BE49-F238E27FC236}">
                <a16:creationId xmlns:a16="http://schemas.microsoft.com/office/drawing/2014/main" id="{00EB7CE7-C08A-B147-EED3-37EB7A5FFFC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471287" y="-176981"/>
            <a:ext cx="10434025" cy="5320297"/>
          </a:xfrm>
          <a:prstGeom prst="rect">
            <a:avLst/>
          </a:prstGeom>
        </p:spPr>
      </p:pic>
      <p:sp>
        <p:nvSpPr>
          <p:cNvPr id="2" name="Google Shape;932;p37">
            <a:extLst>
              <a:ext uri="{FF2B5EF4-FFF2-40B4-BE49-F238E27FC236}">
                <a16:creationId xmlns:a16="http://schemas.microsoft.com/office/drawing/2014/main" id="{78396570-1C4E-F669-D0FF-8E338FC68789}"/>
              </a:ext>
            </a:extLst>
          </p:cNvPr>
          <p:cNvSpPr txBox="1">
            <a:spLocks/>
          </p:cNvSpPr>
          <p:nvPr/>
        </p:nvSpPr>
        <p:spPr>
          <a:xfrm>
            <a:off x="7194305" y="528340"/>
            <a:ext cx="1661894" cy="2259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None/>
              <a:defRPr sz="28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None/>
              <a:defRPr sz="28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None/>
              <a:defRPr sz="28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None/>
              <a:defRPr sz="28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None/>
              <a:defRPr sz="28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None/>
              <a:defRPr sz="28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None/>
              <a:defRPr sz="28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None/>
              <a:defRPr sz="28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None/>
              <a:defRPr sz="28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r>
              <a:rPr lang="pt-BR" sz="600" b="0" dirty="0">
                <a:solidFill>
                  <a:srgbClr val="186E66"/>
                </a:solidFill>
                <a:latin typeface="+mj-lt"/>
                <a:cs typeface="Arial" panose="020B0604020202020204" pitchFamily="34" charset="0"/>
              </a:rPr>
              <a:t>Há mais de 60 anos pensando o Brasil</a:t>
            </a:r>
          </a:p>
        </p:txBody>
      </p:sp>
      <p:sp>
        <p:nvSpPr>
          <p:cNvPr id="3" name="Google Shape;936;p37">
            <a:extLst>
              <a:ext uri="{FF2B5EF4-FFF2-40B4-BE49-F238E27FC236}">
                <a16:creationId xmlns:a16="http://schemas.microsoft.com/office/drawing/2014/main" id="{9CD34DB7-A316-E19F-B606-DCDF5E4FFAC9}"/>
              </a:ext>
            </a:extLst>
          </p:cNvPr>
          <p:cNvSpPr/>
          <p:nvPr/>
        </p:nvSpPr>
        <p:spPr>
          <a:xfrm flipH="1">
            <a:off x="7861193" y="4721150"/>
            <a:ext cx="1282656" cy="422165"/>
          </a:xfrm>
          <a:prstGeom prst="round1Rect">
            <a:avLst>
              <a:gd name="adj" fmla="val 50000"/>
            </a:avLst>
          </a:prstGeom>
          <a:solidFill>
            <a:srgbClr val="1B204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latin typeface="Maven Pro"/>
              <a:ea typeface="Maven Pro"/>
              <a:cs typeface="Maven Pro"/>
              <a:sym typeface="Maven Pro"/>
            </a:endParaRPr>
          </a:p>
        </p:txBody>
      </p:sp>
      <p:sp>
        <p:nvSpPr>
          <p:cNvPr id="4" name="Google Shape;937;p37">
            <a:extLst>
              <a:ext uri="{FF2B5EF4-FFF2-40B4-BE49-F238E27FC236}">
                <a16:creationId xmlns:a16="http://schemas.microsoft.com/office/drawing/2014/main" id="{DDDB85E0-3E1D-5452-E6A2-0EBEF3292536}"/>
              </a:ext>
            </a:extLst>
          </p:cNvPr>
          <p:cNvSpPr/>
          <p:nvPr/>
        </p:nvSpPr>
        <p:spPr>
          <a:xfrm flipH="1">
            <a:off x="7588727" y="4912884"/>
            <a:ext cx="1555123" cy="230496"/>
          </a:xfrm>
          <a:prstGeom prst="round1Rect">
            <a:avLst>
              <a:gd name="adj" fmla="val 50000"/>
            </a:avLst>
          </a:prstGeom>
          <a:gradFill flip="none" rotWithShape="1">
            <a:gsLst>
              <a:gs pos="63000">
                <a:srgbClr val="06D1D7"/>
              </a:gs>
              <a:gs pos="33000">
                <a:srgbClr val="23A295"/>
              </a:gs>
              <a:gs pos="0">
                <a:srgbClr val="57F6A2"/>
              </a:gs>
              <a:gs pos="100000">
                <a:srgbClr val="1B2048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latin typeface="Maven Pro"/>
              <a:ea typeface="Maven Pro"/>
              <a:cs typeface="Maven Pro"/>
              <a:sym typeface="Maven Pro"/>
            </a:endParaRPr>
          </a:p>
        </p:txBody>
      </p:sp>
      <p:grpSp>
        <p:nvGrpSpPr>
          <p:cNvPr id="5" name="Google Shape;938;p37">
            <a:extLst>
              <a:ext uri="{FF2B5EF4-FFF2-40B4-BE49-F238E27FC236}">
                <a16:creationId xmlns:a16="http://schemas.microsoft.com/office/drawing/2014/main" id="{0DD007DF-9941-94B8-6905-A8766995664F}"/>
              </a:ext>
            </a:extLst>
          </p:cNvPr>
          <p:cNvGrpSpPr/>
          <p:nvPr/>
        </p:nvGrpSpPr>
        <p:grpSpPr>
          <a:xfrm>
            <a:off x="8644350" y="4276582"/>
            <a:ext cx="423698" cy="551579"/>
            <a:chOff x="7631225" y="2241175"/>
            <a:chExt cx="986125" cy="2095500"/>
          </a:xfrm>
          <a:gradFill>
            <a:gsLst>
              <a:gs pos="53000">
                <a:srgbClr val="23A295"/>
              </a:gs>
              <a:gs pos="0">
                <a:srgbClr val="57F6A2"/>
              </a:gs>
              <a:gs pos="100000">
                <a:srgbClr val="1B2048"/>
              </a:gs>
            </a:gsLst>
            <a:lin ang="5400000" scaled="1"/>
          </a:gradFill>
        </p:grpSpPr>
        <p:cxnSp>
          <p:nvCxnSpPr>
            <p:cNvPr id="6" name="Google Shape;939;p37">
              <a:extLst>
                <a:ext uri="{FF2B5EF4-FFF2-40B4-BE49-F238E27FC236}">
                  <a16:creationId xmlns:a16="http://schemas.microsoft.com/office/drawing/2014/main" id="{1053C5C3-5FAD-90A6-AC10-8105619303E6}"/>
                </a:ext>
              </a:extLst>
            </p:cNvPr>
            <p:cNvCxnSpPr/>
            <p:nvPr/>
          </p:nvCxnSpPr>
          <p:spPr>
            <a:xfrm>
              <a:off x="7631225" y="2241175"/>
              <a:ext cx="0" cy="2095500"/>
            </a:xfrm>
            <a:prstGeom prst="straightConnector1">
              <a:avLst/>
            </a:prstGeom>
            <a:grpFill/>
            <a:ln w="9525" cap="flat" cmpd="sng">
              <a:solidFill>
                <a:srgbClr val="1AB0A9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7" name="Google Shape;940;p37">
              <a:extLst>
                <a:ext uri="{FF2B5EF4-FFF2-40B4-BE49-F238E27FC236}">
                  <a16:creationId xmlns:a16="http://schemas.microsoft.com/office/drawing/2014/main" id="{4622E354-DBA6-10C9-355F-97D9C51B5AC1}"/>
                </a:ext>
              </a:extLst>
            </p:cNvPr>
            <p:cNvCxnSpPr/>
            <p:nvPr/>
          </p:nvCxnSpPr>
          <p:spPr>
            <a:xfrm>
              <a:off x="7707081" y="2241175"/>
              <a:ext cx="0" cy="2095500"/>
            </a:xfrm>
            <a:prstGeom prst="straightConnector1">
              <a:avLst/>
            </a:prstGeom>
            <a:grpFill/>
            <a:ln w="9525" cap="flat" cmpd="sng">
              <a:solidFill>
                <a:srgbClr val="1AB0A9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8" name="Google Shape;941;p37">
              <a:extLst>
                <a:ext uri="{FF2B5EF4-FFF2-40B4-BE49-F238E27FC236}">
                  <a16:creationId xmlns:a16="http://schemas.microsoft.com/office/drawing/2014/main" id="{4D42FDB3-EE06-CE48-146E-A618929DA88C}"/>
                </a:ext>
              </a:extLst>
            </p:cNvPr>
            <p:cNvCxnSpPr/>
            <p:nvPr/>
          </p:nvCxnSpPr>
          <p:spPr>
            <a:xfrm>
              <a:off x="7782937" y="2241175"/>
              <a:ext cx="0" cy="2095500"/>
            </a:xfrm>
            <a:prstGeom prst="straightConnector1">
              <a:avLst/>
            </a:prstGeom>
            <a:grpFill/>
            <a:ln w="9525" cap="flat" cmpd="sng">
              <a:solidFill>
                <a:srgbClr val="1AB0A9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9" name="Google Shape;942;p37">
              <a:extLst>
                <a:ext uri="{FF2B5EF4-FFF2-40B4-BE49-F238E27FC236}">
                  <a16:creationId xmlns:a16="http://schemas.microsoft.com/office/drawing/2014/main" id="{02424217-9B09-3E5F-1A44-4B04C6388629}"/>
                </a:ext>
              </a:extLst>
            </p:cNvPr>
            <p:cNvCxnSpPr/>
            <p:nvPr/>
          </p:nvCxnSpPr>
          <p:spPr>
            <a:xfrm>
              <a:off x="7858792" y="2241175"/>
              <a:ext cx="0" cy="2095500"/>
            </a:xfrm>
            <a:prstGeom prst="straightConnector1">
              <a:avLst/>
            </a:prstGeom>
            <a:grpFill/>
            <a:ln w="9525" cap="flat" cmpd="sng">
              <a:solidFill>
                <a:srgbClr val="1AB0A9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0" name="Google Shape;943;p37">
              <a:extLst>
                <a:ext uri="{FF2B5EF4-FFF2-40B4-BE49-F238E27FC236}">
                  <a16:creationId xmlns:a16="http://schemas.microsoft.com/office/drawing/2014/main" id="{03113850-F001-A112-32EE-A728443D995E}"/>
                </a:ext>
              </a:extLst>
            </p:cNvPr>
            <p:cNvCxnSpPr/>
            <p:nvPr/>
          </p:nvCxnSpPr>
          <p:spPr>
            <a:xfrm>
              <a:off x="8010504" y="2241175"/>
              <a:ext cx="0" cy="2095500"/>
            </a:xfrm>
            <a:prstGeom prst="straightConnector1">
              <a:avLst/>
            </a:prstGeom>
            <a:grpFill/>
            <a:ln w="9525" cap="flat" cmpd="sng">
              <a:solidFill>
                <a:srgbClr val="1AB0A9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1" name="Google Shape;944;p37">
              <a:extLst>
                <a:ext uri="{FF2B5EF4-FFF2-40B4-BE49-F238E27FC236}">
                  <a16:creationId xmlns:a16="http://schemas.microsoft.com/office/drawing/2014/main" id="{6DEDCF02-EECD-7880-0CAC-C1375DD9C48F}"/>
                </a:ext>
              </a:extLst>
            </p:cNvPr>
            <p:cNvCxnSpPr/>
            <p:nvPr/>
          </p:nvCxnSpPr>
          <p:spPr>
            <a:xfrm>
              <a:off x="8162215" y="2241175"/>
              <a:ext cx="0" cy="2095500"/>
            </a:xfrm>
            <a:prstGeom prst="straightConnector1">
              <a:avLst/>
            </a:prstGeom>
            <a:grpFill/>
            <a:ln w="9525" cap="flat" cmpd="sng">
              <a:solidFill>
                <a:srgbClr val="1AB0A9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2" name="Google Shape;945;p37">
              <a:extLst>
                <a:ext uri="{FF2B5EF4-FFF2-40B4-BE49-F238E27FC236}">
                  <a16:creationId xmlns:a16="http://schemas.microsoft.com/office/drawing/2014/main" id="{6C35C8A9-9352-2D9D-107F-89CD587AC7B0}"/>
                </a:ext>
              </a:extLst>
            </p:cNvPr>
            <p:cNvCxnSpPr/>
            <p:nvPr/>
          </p:nvCxnSpPr>
          <p:spPr>
            <a:xfrm>
              <a:off x="8313927" y="2241175"/>
              <a:ext cx="0" cy="2095500"/>
            </a:xfrm>
            <a:prstGeom prst="straightConnector1">
              <a:avLst/>
            </a:prstGeom>
            <a:grpFill/>
            <a:ln w="9525" cap="flat" cmpd="sng">
              <a:solidFill>
                <a:srgbClr val="1AB0A9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3" name="Google Shape;946;p37">
              <a:extLst>
                <a:ext uri="{FF2B5EF4-FFF2-40B4-BE49-F238E27FC236}">
                  <a16:creationId xmlns:a16="http://schemas.microsoft.com/office/drawing/2014/main" id="{E2C75D4C-D342-E80C-E8FB-43DB61EA87F3}"/>
                </a:ext>
              </a:extLst>
            </p:cNvPr>
            <p:cNvCxnSpPr/>
            <p:nvPr/>
          </p:nvCxnSpPr>
          <p:spPr>
            <a:xfrm>
              <a:off x="7934648" y="2241175"/>
              <a:ext cx="0" cy="2095500"/>
            </a:xfrm>
            <a:prstGeom prst="straightConnector1">
              <a:avLst/>
            </a:prstGeom>
            <a:grpFill/>
            <a:ln w="9525" cap="flat" cmpd="sng">
              <a:solidFill>
                <a:srgbClr val="1AB0A9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4" name="Google Shape;947;p37">
              <a:extLst>
                <a:ext uri="{FF2B5EF4-FFF2-40B4-BE49-F238E27FC236}">
                  <a16:creationId xmlns:a16="http://schemas.microsoft.com/office/drawing/2014/main" id="{1D4B7440-67EE-EDC2-8817-73CE8EA1DE43}"/>
                </a:ext>
              </a:extLst>
            </p:cNvPr>
            <p:cNvCxnSpPr/>
            <p:nvPr/>
          </p:nvCxnSpPr>
          <p:spPr>
            <a:xfrm>
              <a:off x="8086360" y="2241175"/>
              <a:ext cx="0" cy="2095500"/>
            </a:xfrm>
            <a:prstGeom prst="straightConnector1">
              <a:avLst/>
            </a:prstGeom>
            <a:grpFill/>
            <a:ln w="9525" cap="flat" cmpd="sng">
              <a:solidFill>
                <a:srgbClr val="1AB0A9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5" name="Google Shape;948;p37">
              <a:extLst>
                <a:ext uri="{FF2B5EF4-FFF2-40B4-BE49-F238E27FC236}">
                  <a16:creationId xmlns:a16="http://schemas.microsoft.com/office/drawing/2014/main" id="{6D571D64-2674-F97C-352D-EF05B6C64871}"/>
                </a:ext>
              </a:extLst>
            </p:cNvPr>
            <p:cNvCxnSpPr/>
            <p:nvPr/>
          </p:nvCxnSpPr>
          <p:spPr>
            <a:xfrm>
              <a:off x="8238071" y="2241175"/>
              <a:ext cx="0" cy="2095500"/>
            </a:xfrm>
            <a:prstGeom prst="straightConnector1">
              <a:avLst/>
            </a:prstGeom>
            <a:grpFill/>
            <a:ln w="9525" cap="flat" cmpd="sng">
              <a:solidFill>
                <a:srgbClr val="1AB0A9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6" name="Google Shape;949;p37">
              <a:extLst>
                <a:ext uri="{FF2B5EF4-FFF2-40B4-BE49-F238E27FC236}">
                  <a16:creationId xmlns:a16="http://schemas.microsoft.com/office/drawing/2014/main" id="{F88D0316-9AC2-F759-AF00-607BA77C4F60}"/>
                </a:ext>
              </a:extLst>
            </p:cNvPr>
            <p:cNvCxnSpPr/>
            <p:nvPr/>
          </p:nvCxnSpPr>
          <p:spPr>
            <a:xfrm>
              <a:off x="8389783" y="2241175"/>
              <a:ext cx="0" cy="2095500"/>
            </a:xfrm>
            <a:prstGeom prst="straightConnector1">
              <a:avLst/>
            </a:prstGeom>
            <a:grpFill/>
            <a:ln w="9525" cap="flat" cmpd="sng">
              <a:solidFill>
                <a:srgbClr val="1AB0A9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7" name="Google Shape;950;p37">
              <a:extLst>
                <a:ext uri="{FF2B5EF4-FFF2-40B4-BE49-F238E27FC236}">
                  <a16:creationId xmlns:a16="http://schemas.microsoft.com/office/drawing/2014/main" id="{2D03D232-A3D6-DD10-720B-0E54CAF0EF6C}"/>
                </a:ext>
              </a:extLst>
            </p:cNvPr>
            <p:cNvCxnSpPr/>
            <p:nvPr/>
          </p:nvCxnSpPr>
          <p:spPr>
            <a:xfrm>
              <a:off x="8465638" y="2241175"/>
              <a:ext cx="0" cy="2095500"/>
            </a:xfrm>
            <a:prstGeom prst="straightConnector1">
              <a:avLst/>
            </a:prstGeom>
            <a:grpFill/>
            <a:ln w="9525" cap="flat" cmpd="sng">
              <a:solidFill>
                <a:srgbClr val="1AB0A9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8" name="Google Shape;951;p37">
              <a:extLst>
                <a:ext uri="{FF2B5EF4-FFF2-40B4-BE49-F238E27FC236}">
                  <a16:creationId xmlns:a16="http://schemas.microsoft.com/office/drawing/2014/main" id="{EF29C2F9-3214-89C2-3B29-84E4B343E073}"/>
                </a:ext>
              </a:extLst>
            </p:cNvPr>
            <p:cNvCxnSpPr/>
            <p:nvPr/>
          </p:nvCxnSpPr>
          <p:spPr>
            <a:xfrm>
              <a:off x="8541494" y="2241175"/>
              <a:ext cx="0" cy="2095500"/>
            </a:xfrm>
            <a:prstGeom prst="straightConnector1">
              <a:avLst/>
            </a:prstGeom>
            <a:grpFill/>
            <a:ln w="9525" cap="flat" cmpd="sng">
              <a:solidFill>
                <a:srgbClr val="1AB0A9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9" name="Google Shape;952;p37">
              <a:extLst>
                <a:ext uri="{FF2B5EF4-FFF2-40B4-BE49-F238E27FC236}">
                  <a16:creationId xmlns:a16="http://schemas.microsoft.com/office/drawing/2014/main" id="{62A5855C-9608-97DC-65C5-FBDE5994F6CF}"/>
                </a:ext>
              </a:extLst>
            </p:cNvPr>
            <p:cNvCxnSpPr/>
            <p:nvPr/>
          </p:nvCxnSpPr>
          <p:spPr>
            <a:xfrm>
              <a:off x="8617350" y="2241175"/>
              <a:ext cx="0" cy="2095500"/>
            </a:xfrm>
            <a:prstGeom prst="straightConnector1">
              <a:avLst/>
            </a:prstGeom>
            <a:grpFill/>
            <a:ln w="9525" cap="flat" cmpd="sng">
              <a:solidFill>
                <a:srgbClr val="1AB0A9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20" name="Google Shape;954;p37">
            <a:extLst>
              <a:ext uri="{FF2B5EF4-FFF2-40B4-BE49-F238E27FC236}">
                <a16:creationId xmlns:a16="http://schemas.microsoft.com/office/drawing/2014/main" id="{FF74F7F4-9C71-1364-CCA2-1589B869D0F2}"/>
              </a:ext>
            </a:extLst>
          </p:cNvPr>
          <p:cNvSpPr/>
          <p:nvPr/>
        </p:nvSpPr>
        <p:spPr>
          <a:xfrm>
            <a:off x="0" y="4680042"/>
            <a:ext cx="922564" cy="463274"/>
          </a:xfrm>
          <a:prstGeom prst="rect">
            <a:avLst/>
          </a:prstGeom>
          <a:gradFill>
            <a:gsLst>
              <a:gs pos="33000">
                <a:srgbClr val="23A295"/>
              </a:gs>
              <a:gs pos="0">
                <a:srgbClr val="57F6A2"/>
              </a:gs>
              <a:gs pos="100000">
                <a:srgbClr val="1B2048"/>
              </a:gs>
            </a:gsLst>
            <a:path path="circle">
              <a:fillToRect l="100000" t="100000"/>
            </a:path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dirty="0">
              <a:latin typeface="Maven Pro"/>
              <a:ea typeface="Maven Pro"/>
              <a:cs typeface="Maven Pro"/>
              <a:sym typeface="Maven Pro"/>
            </a:endParaRPr>
          </a:p>
        </p:txBody>
      </p:sp>
      <p:sp>
        <p:nvSpPr>
          <p:cNvPr id="21" name="Google Shape;955;p37">
            <a:extLst>
              <a:ext uri="{FF2B5EF4-FFF2-40B4-BE49-F238E27FC236}">
                <a16:creationId xmlns:a16="http://schemas.microsoft.com/office/drawing/2014/main" id="{BDE14EBB-4E8B-2512-24E9-F1C80BDA1BB4}"/>
              </a:ext>
            </a:extLst>
          </p:cNvPr>
          <p:cNvSpPr/>
          <p:nvPr/>
        </p:nvSpPr>
        <p:spPr>
          <a:xfrm>
            <a:off x="0" y="4912883"/>
            <a:ext cx="1663658" cy="230641"/>
          </a:xfrm>
          <a:prstGeom prst="round1Rect">
            <a:avLst>
              <a:gd name="adj" fmla="val 50000"/>
            </a:avLst>
          </a:prstGeom>
          <a:solidFill>
            <a:srgbClr val="1B204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latin typeface="Maven Pro"/>
              <a:ea typeface="Maven Pro"/>
              <a:cs typeface="Maven Pro"/>
              <a:sym typeface="Maven Pro"/>
            </a:endParaRPr>
          </a:p>
        </p:txBody>
      </p:sp>
      <p:grpSp>
        <p:nvGrpSpPr>
          <p:cNvPr id="22" name="Agrupar 21">
            <a:extLst>
              <a:ext uri="{FF2B5EF4-FFF2-40B4-BE49-F238E27FC236}">
                <a16:creationId xmlns:a16="http://schemas.microsoft.com/office/drawing/2014/main" id="{5679B011-CE10-0778-D10F-B046A979F45B}"/>
              </a:ext>
            </a:extLst>
          </p:cNvPr>
          <p:cNvGrpSpPr/>
          <p:nvPr/>
        </p:nvGrpSpPr>
        <p:grpSpPr>
          <a:xfrm>
            <a:off x="7070035" y="156184"/>
            <a:ext cx="1722295" cy="405506"/>
            <a:chOff x="4782913" y="272045"/>
            <a:chExt cx="3752189" cy="883435"/>
          </a:xfrm>
        </p:grpSpPr>
        <p:pic>
          <p:nvPicPr>
            <p:cNvPr id="23" name="Imagem 22" descr="Interface gráfica do usuário, Texto&#10;&#10;O conteúdo gerado por IA pode estar incorreto.">
              <a:extLst>
                <a:ext uri="{FF2B5EF4-FFF2-40B4-BE49-F238E27FC236}">
                  <a16:creationId xmlns:a16="http://schemas.microsoft.com/office/drawing/2014/main" id="{5AAD8FA0-F1E5-E9F0-A40B-F5EAD44D254F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4782913" y="272045"/>
              <a:ext cx="3752189" cy="883435"/>
            </a:xfrm>
            <a:prstGeom prst="rect">
              <a:avLst/>
            </a:prstGeom>
          </p:spPr>
        </p:pic>
        <p:cxnSp>
          <p:nvCxnSpPr>
            <p:cNvPr id="24" name="Conector reto 23">
              <a:extLst>
                <a:ext uri="{FF2B5EF4-FFF2-40B4-BE49-F238E27FC236}">
                  <a16:creationId xmlns:a16="http://schemas.microsoft.com/office/drawing/2014/main" id="{62D437E5-AEF2-B957-36AF-7100F96DD816}"/>
                </a:ext>
              </a:extLst>
            </p:cNvPr>
            <p:cNvCxnSpPr>
              <a:cxnSpLocks/>
            </p:cNvCxnSpPr>
            <p:nvPr/>
          </p:nvCxnSpPr>
          <p:spPr>
            <a:xfrm>
              <a:off x="5253460" y="1066595"/>
              <a:ext cx="3264536" cy="16228"/>
            </a:xfrm>
            <a:prstGeom prst="line">
              <a:avLst/>
            </a:prstGeom>
            <a:ln>
              <a:solidFill>
                <a:srgbClr val="00445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5" name="Google Shape;936;p37">
            <a:extLst>
              <a:ext uri="{FF2B5EF4-FFF2-40B4-BE49-F238E27FC236}">
                <a16:creationId xmlns:a16="http://schemas.microsoft.com/office/drawing/2014/main" id="{08CB56EF-51FD-0897-CE75-83111A88366D}"/>
              </a:ext>
            </a:extLst>
          </p:cNvPr>
          <p:cNvSpPr/>
          <p:nvPr/>
        </p:nvSpPr>
        <p:spPr>
          <a:xfrm rot="16200000" flipH="1" flipV="1">
            <a:off x="-26331" y="5857"/>
            <a:ext cx="636272" cy="583606"/>
          </a:xfrm>
          <a:custGeom>
            <a:avLst/>
            <a:gdLst>
              <a:gd name="connsiteX0" fmla="*/ 0 w 1440059"/>
              <a:gd name="connsiteY0" fmla="*/ 0 h 583600"/>
              <a:gd name="connsiteX1" fmla="*/ 1148259 w 1440059"/>
              <a:gd name="connsiteY1" fmla="*/ 0 h 583600"/>
              <a:gd name="connsiteX2" fmla="*/ 1440059 w 1440059"/>
              <a:gd name="connsiteY2" fmla="*/ 291800 h 583600"/>
              <a:gd name="connsiteX3" fmla="*/ 1440059 w 1440059"/>
              <a:gd name="connsiteY3" fmla="*/ 583600 h 583600"/>
              <a:gd name="connsiteX4" fmla="*/ 0 w 1440059"/>
              <a:gd name="connsiteY4" fmla="*/ 583600 h 583600"/>
              <a:gd name="connsiteX5" fmla="*/ 0 w 1440059"/>
              <a:gd name="connsiteY5" fmla="*/ 0 h 583600"/>
              <a:gd name="connsiteX0" fmla="*/ 612059 w 1440059"/>
              <a:gd name="connsiteY0" fmla="*/ 0 h 583603"/>
              <a:gd name="connsiteX1" fmla="*/ 1148259 w 1440059"/>
              <a:gd name="connsiteY1" fmla="*/ 3 h 583603"/>
              <a:gd name="connsiteX2" fmla="*/ 1440059 w 1440059"/>
              <a:gd name="connsiteY2" fmla="*/ 291803 h 583603"/>
              <a:gd name="connsiteX3" fmla="*/ 1440059 w 1440059"/>
              <a:gd name="connsiteY3" fmla="*/ 583603 h 583603"/>
              <a:gd name="connsiteX4" fmla="*/ 0 w 1440059"/>
              <a:gd name="connsiteY4" fmla="*/ 583603 h 583603"/>
              <a:gd name="connsiteX5" fmla="*/ 612059 w 1440059"/>
              <a:gd name="connsiteY5" fmla="*/ 0 h 583603"/>
              <a:gd name="connsiteX0" fmla="*/ 0 w 828000"/>
              <a:gd name="connsiteY0" fmla="*/ 0 h 583603"/>
              <a:gd name="connsiteX1" fmla="*/ 536200 w 828000"/>
              <a:gd name="connsiteY1" fmla="*/ 3 h 583603"/>
              <a:gd name="connsiteX2" fmla="*/ 828000 w 828000"/>
              <a:gd name="connsiteY2" fmla="*/ 291803 h 583603"/>
              <a:gd name="connsiteX3" fmla="*/ 828000 w 828000"/>
              <a:gd name="connsiteY3" fmla="*/ 583603 h 583603"/>
              <a:gd name="connsiteX4" fmla="*/ 191728 w 828000"/>
              <a:gd name="connsiteY4" fmla="*/ 576229 h 583603"/>
              <a:gd name="connsiteX5" fmla="*/ 0 w 828000"/>
              <a:gd name="connsiteY5" fmla="*/ 0 h 583603"/>
              <a:gd name="connsiteX0" fmla="*/ 14749 w 636272"/>
              <a:gd name="connsiteY0" fmla="*/ 0 h 583606"/>
              <a:gd name="connsiteX1" fmla="*/ 344472 w 636272"/>
              <a:gd name="connsiteY1" fmla="*/ 6 h 583606"/>
              <a:gd name="connsiteX2" fmla="*/ 636272 w 636272"/>
              <a:gd name="connsiteY2" fmla="*/ 291806 h 583606"/>
              <a:gd name="connsiteX3" fmla="*/ 636272 w 636272"/>
              <a:gd name="connsiteY3" fmla="*/ 583606 h 583606"/>
              <a:gd name="connsiteX4" fmla="*/ 0 w 636272"/>
              <a:gd name="connsiteY4" fmla="*/ 576232 h 583606"/>
              <a:gd name="connsiteX5" fmla="*/ 14749 w 636272"/>
              <a:gd name="connsiteY5" fmla="*/ 0 h 5836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36272" h="583606">
                <a:moveTo>
                  <a:pt x="14749" y="0"/>
                </a:moveTo>
                <a:lnTo>
                  <a:pt x="344472" y="6"/>
                </a:lnTo>
                <a:cubicBezTo>
                  <a:pt x="505629" y="6"/>
                  <a:pt x="636272" y="130649"/>
                  <a:pt x="636272" y="291806"/>
                </a:cubicBezTo>
                <a:lnTo>
                  <a:pt x="636272" y="583606"/>
                </a:lnTo>
                <a:lnTo>
                  <a:pt x="0" y="576232"/>
                </a:lnTo>
                <a:lnTo>
                  <a:pt x="14749" y="0"/>
                </a:lnTo>
                <a:close/>
              </a:path>
            </a:pathLst>
          </a:custGeom>
          <a:solidFill>
            <a:srgbClr val="1B204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latin typeface="Maven Pro"/>
              <a:ea typeface="Maven Pro"/>
              <a:cs typeface="Maven Pro"/>
              <a:sym typeface="Maven Pro"/>
            </a:endParaRPr>
          </a:p>
        </p:txBody>
      </p:sp>
      <p:sp>
        <p:nvSpPr>
          <p:cNvPr id="26" name="Google Shape;937;p37">
            <a:extLst>
              <a:ext uri="{FF2B5EF4-FFF2-40B4-BE49-F238E27FC236}">
                <a16:creationId xmlns:a16="http://schemas.microsoft.com/office/drawing/2014/main" id="{89E880E1-53DD-07DA-EF5C-142F511A6C10}"/>
              </a:ext>
            </a:extLst>
          </p:cNvPr>
          <p:cNvSpPr/>
          <p:nvPr/>
        </p:nvSpPr>
        <p:spPr>
          <a:xfrm rot="16200000" flipH="1" flipV="1">
            <a:off x="-223281" y="212082"/>
            <a:ext cx="765195" cy="318641"/>
          </a:xfrm>
          <a:custGeom>
            <a:avLst/>
            <a:gdLst>
              <a:gd name="connsiteX0" fmla="*/ 0 w 1745961"/>
              <a:gd name="connsiteY0" fmla="*/ 0 h 318637"/>
              <a:gd name="connsiteX1" fmla="*/ 1586643 w 1745961"/>
              <a:gd name="connsiteY1" fmla="*/ 0 h 318637"/>
              <a:gd name="connsiteX2" fmla="*/ 1745962 w 1745961"/>
              <a:gd name="connsiteY2" fmla="*/ 159319 h 318637"/>
              <a:gd name="connsiteX3" fmla="*/ 1745961 w 1745961"/>
              <a:gd name="connsiteY3" fmla="*/ 318637 h 318637"/>
              <a:gd name="connsiteX4" fmla="*/ 0 w 1745961"/>
              <a:gd name="connsiteY4" fmla="*/ 318637 h 318637"/>
              <a:gd name="connsiteX5" fmla="*/ 0 w 1745961"/>
              <a:gd name="connsiteY5" fmla="*/ 0 h 318637"/>
              <a:gd name="connsiteX0" fmla="*/ 980768 w 1745962"/>
              <a:gd name="connsiteY0" fmla="*/ 0 h 318637"/>
              <a:gd name="connsiteX1" fmla="*/ 1586643 w 1745962"/>
              <a:gd name="connsiteY1" fmla="*/ 0 h 318637"/>
              <a:gd name="connsiteX2" fmla="*/ 1745962 w 1745962"/>
              <a:gd name="connsiteY2" fmla="*/ 159319 h 318637"/>
              <a:gd name="connsiteX3" fmla="*/ 1745961 w 1745962"/>
              <a:gd name="connsiteY3" fmla="*/ 318637 h 318637"/>
              <a:gd name="connsiteX4" fmla="*/ 0 w 1745962"/>
              <a:gd name="connsiteY4" fmla="*/ 318637 h 318637"/>
              <a:gd name="connsiteX5" fmla="*/ 980768 w 1745962"/>
              <a:gd name="connsiteY5" fmla="*/ 0 h 318637"/>
              <a:gd name="connsiteX0" fmla="*/ 1 w 765195"/>
              <a:gd name="connsiteY0" fmla="*/ 0 h 318641"/>
              <a:gd name="connsiteX1" fmla="*/ 605876 w 765195"/>
              <a:gd name="connsiteY1" fmla="*/ 0 h 318641"/>
              <a:gd name="connsiteX2" fmla="*/ 765195 w 765195"/>
              <a:gd name="connsiteY2" fmla="*/ 159319 h 318641"/>
              <a:gd name="connsiteX3" fmla="*/ 765194 w 765195"/>
              <a:gd name="connsiteY3" fmla="*/ 318637 h 318641"/>
              <a:gd name="connsiteX4" fmla="*/ 0 w 765195"/>
              <a:gd name="connsiteY4" fmla="*/ 318641 h 318641"/>
              <a:gd name="connsiteX5" fmla="*/ 1 w 765195"/>
              <a:gd name="connsiteY5" fmla="*/ 0 h 3186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765195" h="318641">
                <a:moveTo>
                  <a:pt x="1" y="0"/>
                </a:moveTo>
                <a:lnTo>
                  <a:pt x="605876" y="0"/>
                </a:lnTo>
                <a:cubicBezTo>
                  <a:pt x="693865" y="0"/>
                  <a:pt x="765195" y="71330"/>
                  <a:pt x="765195" y="159319"/>
                </a:cubicBezTo>
                <a:cubicBezTo>
                  <a:pt x="765195" y="212425"/>
                  <a:pt x="765194" y="265531"/>
                  <a:pt x="765194" y="318637"/>
                </a:cubicBezTo>
                <a:lnTo>
                  <a:pt x="0" y="318641"/>
                </a:lnTo>
                <a:cubicBezTo>
                  <a:pt x="0" y="212427"/>
                  <a:pt x="1" y="106214"/>
                  <a:pt x="1" y="0"/>
                </a:cubicBezTo>
                <a:close/>
              </a:path>
            </a:pathLst>
          </a:custGeom>
          <a:gradFill flip="none" rotWithShape="1">
            <a:gsLst>
              <a:gs pos="63000">
                <a:srgbClr val="06D1D7"/>
              </a:gs>
              <a:gs pos="33000">
                <a:srgbClr val="23A295"/>
              </a:gs>
              <a:gs pos="0">
                <a:srgbClr val="57F6A2"/>
              </a:gs>
              <a:gs pos="100000">
                <a:srgbClr val="1B2048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latin typeface="Maven Pro"/>
              <a:ea typeface="Maven Pro"/>
              <a:cs typeface="Maven Pro"/>
              <a:sym typeface="Maven Pro"/>
            </a:endParaRPr>
          </a:p>
        </p:txBody>
      </p:sp>
      <p:grpSp>
        <p:nvGrpSpPr>
          <p:cNvPr id="28" name="Google Shape;938;p37">
            <a:extLst>
              <a:ext uri="{FF2B5EF4-FFF2-40B4-BE49-F238E27FC236}">
                <a16:creationId xmlns:a16="http://schemas.microsoft.com/office/drawing/2014/main" id="{3163B7B7-D369-0522-F203-1402C6FC5160}"/>
              </a:ext>
            </a:extLst>
          </p:cNvPr>
          <p:cNvGrpSpPr/>
          <p:nvPr/>
        </p:nvGrpSpPr>
        <p:grpSpPr>
          <a:xfrm rot="16200000">
            <a:off x="720348" y="-178200"/>
            <a:ext cx="368002" cy="860760"/>
            <a:chOff x="8238071" y="2241175"/>
            <a:chExt cx="379279" cy="2095500"/>
          </a:xfrm>
          <a:gradFill>
            <a:gsLst>
              <a:gs pos="53000">
                <a:srgbClr val="23A295"/>
              </a:gs>
              <a:gs pos="0">
                <a:srgbClr val="57F6A2"/>
              </a:gs>
              <a:gs pos="100000">
                <a:srgbClr val="1B2048"/>
              </a:gs>
            </a:gsLst>
            <a:lin ang="5400000" scaled="1"/>
          </a:gradFill>
        </p:grpSpPr>
        <p:cxnSp>
          <p:nvCxnSpPr>
            <p:cNvPr id="29" name="Google Shape;945;p37">
              <a:extLst>
                <a:ext uri="{FF2B5EF4-FFF2-40B4-BE49-F238E27FC236}">
                  <a16:creationId xmlns:a16="http://schemas.microsoft.com/office/drawing/2014/main" id="{486E277D-5A02-FD6D-51B0-20CED8A069A5}"/>
                </a:ext>
              </a:extLst>
            </p:cNvPr>
            <p:cNvCxnSpPr/>
            <p:nvPr/>
          </p:nvCxnSpPr>
          <p:spPr>
            <a:xfrm>
              <a:off x="8313927" y="2241175"/>
              <a:ext cx="0" cy="2095500"/>
            </a:xfrm>
            <a:prstGeom prst="straightConnector1">
              <a:avLst/>
            </a:prstGeom>
            <a:grpFill/>
            <a:ln w="9525" cap="flat" cmpd="sng">
              <a:solidFill>
                <a:srgbClr val="1AB0A9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0" name="Google Shape;948;p37">
              <a:extLst>
                <a:ext uri="{FF2B5EF4-FFF2-40B4-BE49-F238E27FC236}">
                  <a16:creationId xmlns:a16="http://schemas.microsoft.com/office/drawing/2014/main" id="{5AA16CCC-ED89-AD22-B3B6-EFE3AFED0DF4}"/>
                </a:ext>
              </a:extLst>
            </p:cNvPr>
            <p:cNvCxnSpPr/>
            <p:nvPr/>
          </p:nvCxnSpPr>
          <p:spPr>
            <a:xfrm>
              <a:off x="8238071" y="2241175"/>
              <a:ext cx="0" cy="2095500"/>
            </a:xfrm>
            <a:prstGeom prst="straightConnector1">
              <a:avLst/>
            </a:prstGeom>
            <a:grpFill/>
            <a:ln w="9525" cap="flat" cmpd="sng">
              <a:solidFill>
                <a:srgbClr val="1AB0A9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1" name="Google Shape;949;p37">
              <a:extLst>
                <a:ext uri="{FF2B5EF4-FFF2-40B4-BE49-F238E27FC236}">
                  <a16:creationId xmlns:a16="http://schemas.microsoft.com/office/drawing/2014/main" id="{FB688E01-F209-208C-86A9-FA93FFEB780D}"/>
                </a:ext>
              </a:extLst>
            </p:cNvPr>
            <p:cNvCxnSpPr/>
            <p:nvPr/>
          </p:nvCxnSpPr>
          <p:spPr>
            <a:xfrm>
              <a:off x="8389783" y="2241175"/>
              <a:ext cx="0" cy="2095500"/>
            </a:xfrm>
            <a:prstGeom prst="straightConnector1">
              <a:avLst/>
            </a:prstGeom>
            <a:grpFill/>
            <a:ln w="9525" cap="flat" cmpd="sng">
              <a:solidFill>
                <a:srgbClr val="1AB0A9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2" name="Google Shape;950;p37">
              <a:extLst>
                <a:ext uri="{FF2B5EF4-FFF2-40B4-BE49-F238E27FC236}">
                  <a16:creationId xmlns:a16="http://schemas.microsoft.com/office/drawing/2014/main" id="{23DB29A7-90FB-B6B2-F287-B4F8990144DC}"/>
                </a:ext>
              </a:extLst>
            </p:cNvPr>
            <p:cNvCxnSpPr/>
            <p:nvPr/>
          </p:nvCxnSpPr>
          <p:spPr>
            <a:xfrm>
              <a:off x="8465638" y="2241175"/>
              <a:ext cx="0" cy="2095500"/>
            </a:xfrm>
            <a:prstGeom prst="straightConnector1">
              <a:avLst/>
            </a:prstGeom>
            <a:grpFill/>
            <a:ln w="9525" cap="flat" cmpd="sng">
              <a:solidFill>
                <a:srgbClr val="1AB0A9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3" name="Google Shape;951;p37">
              <a:extLst>
                <a:ext uri="{FF2B5EF4-FFF2-40B4-BE49-F238E27FC236}">
                  <a16:creationId xmlns:a16="http://schemas.microsoft.com/office/drawing/2014/main" id="{8315F53B-8D79-B6E0-C9CC-028539734CF4}"/>
                </a:ext>
              </a:extLst>
            </p:cNvPr>
            <p:cNvCxnSpPr/>
            <p:nvPr/>
          </p:nvCxnSpPr>
          <p:spPr>
            <a:xfrm>
              <a:off x="8541494" y="2241175"/>
              <a:ext cx="0" cy="2095500"/>
            </a:xfrm>
            <a:prstGeom prst="straightConnector1">
              <a:avLst/>
            </a:prstGeom>
            <a:grpFill/>
            <a:ln w="9525" cap="flat" cmpd="sng">
              <a:solidFill>
                <a:srgbClr val="1AB0A9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4" name="Google Shape;952;p37">
              <a:extLst>
                <a:ext uri="{FF2B5EF4-FFF2-40B4-BE49-F238E27FC236}">
                  <a16:creationId xmlns:a16="http://schemas.microsoft.com/office/drawing/2014/main" id="{7098964F-F0E4-EDC8-8756-5CA5AD25E47E}"/>
                </a:ext>
              </a:extLst>
            </p:cNvPr>
            <p:cNvCxnSpPr/>
            <p:nvPr/>
          </p:nvCxnSpPr>
          <p:spPr>
            <a:xfrm>
              <a:off x="8617350" y="2241175"/>
              <a:ext cx="0" cy="2095500"/>
            </a:xfrm>
            <a:prstGeom prst="straightConnector1">
              <a:avLst/>
            </a:prstGeom>
            <a:grpFill/>
            <a:ln w="9525" cap="flat" cmpd="sng">
              <a:solidFill>
                <a:srgbClr val="1AB0A9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35" name="Título 1">
            <a:extLst>
              <a:ext uri="{FF2B5EF4-FFF2-40B4-BE49-F238E27FC236}">
                <a16:creationId xmlns:a16="http://schemas.microsoft.com/office/drawing/2014/main" id="{8881DC94-862C-6F9A-44D4-B24C45679D79}"/>
              </a:ext>
            </a:extLst>
          </p:cNvPr>
          <p:cNvSpPr txBox="1">
            <a:spLocks/>
          </p:cNvSpPr>
          <p:nvPr/>
        </p:nvSpPr>
        <p:spPr>
          <a:xfrm>
            <a:off x="675324" y="706826"/>
            <a:ext cx="6913403" cy="4554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Montserrat"/>
              <a:buNone/>
              <a:defRPr sz="52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Montserrat"/>
              <a:buNone/>
              <a:defRPr sz="52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Montserrat"/>
              <a:buNone/>
              <a:defRPr sz="52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Montserrat"/>
              <a:buNone/>
              <a:defRPr sz="52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Montserrat"/>
              <a:buNone/>
              <a:defRPr sz="52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Montserrat"/>
              <a:buNone/>
              <a:defRPr sz="52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Montserrat"/>
              <a:buNone/>
              <a:defRPr sz="52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Montserrat"/>
              <a:buNone/>
              <a:defRPr sz="52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Montserrat"/>
              <a:buNone/>
              <a:defRPr sz="52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algn="l"/>
            <a:r>
              <a:rPr lang="pt-BR" sz="2800" dirty="0">
                <a:latin typeface="+mj-lt"/>
                <a:cs typeface="Arial" panose="020B0604020202020204" pitchFamily="34" charset="0"/>
              </a:rPr>
              <a:t>Dimensão e cobertura temporal</a:t>
            </a:r>
          </a:p>
        </p:txBody>
      </p:sp>
      <p:sp>
        <p:nvSpPr>
          <p:cNvPr id="36" name="Subtítulo 2">
            <a:extLst>
              <a:ext uri="{FF2B5EF4-FFF2-40B4-BE49-F238E27FC236}">
                <a16:creationId xmlns:a16="http://schemas.microsoft.com/office/drawing/2014/main" id="{DEE999BE-D7A2-6CE4-0321-6549619E8D6E}"/>
              </a:ext>
            </a:extLst>
          </p:cNvPr>
          <p:cNvSpPr>
            <a:spLocks noGrp="1"/>
          </p:cNvSpPr>
          <p:nvPr>
            <p:ph type="subTitle" idx="4294967295"/>
          </p:nvPr>
        </p:nvSpPr>
        <p:spPr>
          <a:xfrm>
            <a:off x="583609" y="1533079"/>
            <a:ext cx="3842618" cy="2979286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1400" b="1" dirty="0">
                <a:solidFill>
                  <a:schemeClr val="bg1"/>
                </a:solidFill>
                <a:latin typeface="+mj-lt"/>
              </a:rPr>
              <a:t>8.048 arquivos Markdown processados.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1400" b="1" dirty="0">
                <a:solidFill>
                  <a:schemeClr val="bg1"/>
                </a:solidFill>
                <a:latin typeface="+mj-lt"/>
              </a:rPr>
              <a:t>8.055 notícias no corpus analítico enriquecido.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1400" b="1" dirty="0">
                <a:solidFill>
                  <a:schemeClr val="bg1"/>
                </a:solidFill>
                <a:latin typeface="+mj-lt"/>
              </a:rPr>
              <a:t>Período identificado: 29/11/2011 a 08/05/2026.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1400" b="1" dirty="0">
                <a:solidFill>
                  <a:schemeClr val="bg1"/>
                </a:solidFill>
                <a:latin typeface="+mj-lt"/>
              </a:rPr>
              <a:t>A diferença entre arquivos e notícias decorre do controle incremental e da consolidação posterior da base analítica.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1400" b="1" dirty="0">
                <a:solidFill>
                  <a:schemeClr val="bg1"/>
                </a:solidFill>
                <a:latin typeface="+mj-lt"/>
              </a:rPr>
              <a:t>O ano de 2026 deve ser interpretado como série parcial.</a:t>
            </a:r>
            <a:endParaRPr lang="pt-BR" sz="1400" dirty="0">
              <a:solidFill>
                <a:schemeClr val="bg1"/>
              </a:solidFill>
              <a:latin typeface="+mj-lt"/>
            </a:endParaRPr>
          </a:p>
        </p:txBody>
      </p:sp>
      <p:cxnSp>
        <p:nvCxnSpPr>
          <p:cNvPr id="40" name="Conector reto 39">
            <a:extLst>
              <a:ext uri="{FF2B5EF4-FFF2-40B4-BE49-F238E27FC236}">
                <a16:creationId xmlns:a16="http://schemas.microsoft.com/office/drawing/2014/main" id="{4A43A74B-C277-B5A3-B575-59F207C056EB}"/>
              </a:ext>
            </a:extLst>
          </p:cNvPr>
          <p:cNvCxnSpPr>
            <a:cxnSpLocks/>
          </p:cNvCxnSpPr>
          <p:nvPr/>
        </p:nvCxnSpPr>
        <p:spPr>
          <a:xfrm>
            <a:off x="-5" y="1114607"/>
            <a:ext cx="2796961" cy="0"/>
          </a:xfrm>
          <a:prstGeom prst="line">
            <a:avLst/>
          </a:prstGeom>
          <a:ln>
            <a:solidFill>
              <a:srgbClr val="00445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Google Shape;937;p37">
            <a:extLst>
              <a:ext uri="{FF2B5EF4-FFF2-40B4-BE49-F238E27FC236}">
                <a16:creationId xmlns:a16="http://schemas.microsoft.com/office/drawing/2014/main" id="{09AB330B-9897-D564-54D7-04AC9BE01A1E}"/>
              </a:ext>
            </a:extLst>
          </p:cNvPr>
          <p:cNvSpPr/>
          <p:nvPr/>
        </p:nvSpPr>
        <p:spPr>
          <a:xfrm flipH="1" flipV="1">
            <a:off x="8773117" y="52"/>
            <a:ext cx="369846" cy="249032"/>
          </a:xfrm>
          <a:custGeom>
            <a:avLst/>
            <a:gdLst>
              <a:gd name="connsiteX0" fmla="*/ 0 w 1414234"/>
              <a:gd name="connsiteY0" fmla="*/ 0 h 258097"/>
              <a:gd name="connsiteX1" fmla="*/ 1285186 w 1414234"/>
              <a:gd name="connsiteY1" fmla="*/ 0 h 258097"/>
              <a:gd name="connsiteX2" fmla="*/ 1414235 w 1414234"/>
              <a:gd name="connsiteY2" fmla="*/ 129049 h 258097"/>
              <a:gd name="connsiteX3" fmla="*/ 1414234 w 1414234"/>
              <a:gd name="connsiteY3" fmla="*/ 258097 h 258097"/>
              <a:gd name="connsiteX4" fmla="*/ 0 w 1414234"/>
              <a:gd name="connsiteY4" fmla="*/ 258097 h 258097"/>
              <a:gd name="connsiteX5" fmla="*/ 0 w 1414234"/>
              <a:gd name="connsiteY5" fmla="*/ 0 h 258097"/>
              <a:gd name="connsiteX0" fmla="*/ 0 w 1414235"/>
              <a:gd name="connsiteY0" fmla="*/ 0 h 258097"/>
              <a:gd name="connsiteX1" fmla="*/ 1285186 w 1414235"/>
              <a:gd name="connsiteY1" fmla="*/ 0 h 258097"/>
              <a:gd name="connsiteX2" fmla="*/ 1414235 w 1414235"/>
              <a:gd name="connsiteY2" fmla="*/ 129049 h 258097"/>
              <a:gd name="connsiteX3" fmla="*/ 1414234 w 1414235"/>
              <a:gd name="connsiteY3" fmla="*/ 258097 h 258097"/>
              <a:gd name="connsiteX4" fmla="*/ 243348 w 1414235"/>
              <a:gd name="connsiteY4" fmla="*/ 258097 h 258097"/>
              <a:gd name="connsiteX5" fmla="*/ 0 w 1414235"/>
              <a:gd name="connsiteY5" fmla="*/ 0 h 258097"/>
              <a:gd name="connsiteX0" fmla="*/ 0 w 1178260"/>
              <a:gd name="connsiteY0" fmla="*/ 7374 h 258097"/>
              <a:gd name="connsiteX1" fmla="*/ 1049211 w 1178260"/>
              <a:gd name="connsiteY1" fmla="*/ 0 h 258097"/>
              <a:gd name="connsiteX2" fmla="*/ 1178260 w 1178260"/>
              <a:gd name="connsiteY2" fmla="*/ 129049 h 258097"/>
              <a:gd name="connsiteX3" fmla="*/ 1178259 w 1178260"/>
              <a:gd name="connsiteY3" fmla="*/ 258097 h 258097"/>
              <a:gd name="connsiteX4" fmla="*/ 7373 w 1178260"/>
              <a:gd name="connsiteY4" fmla="*/ 258097 h 258097"/>
              <a:gd name="connsiteX5" fmla="*/ 0 w 1178260"/>
              <a:gd name="connsiteY5" fmla="*/ 7374 h 258097"/>
              <a:gd name="connsiteX0" fmla="*/ 0 w 1178260"/>
              <a:gd name="connsiteY0" fmla="*/ 7374 h 265471"/>
              <a:gd name="connsiteX1" fmla="*/ 1049211 w 1178260"/>
              <a:gd name="connsiteY1" fmla="*/ 0 h 265471"/>
              <a:gd name="connsiteX2" fmla="*/ 1178260 w 1178260"/>
              <a:gd name="connsiteY2" fmla="*/ 129049 h 265471"/>
              <a:gd name="connsiteX3" fmla="*/ 1178259 w 1178260"/>
              <a:gd name="connsiteY3" fmla="*/ 258097 h 265471"/>
              <a:gd name="connsiteX4" fmla="*/ 619431 w 1178260"/>
              <a:gd name="connsiteY4" fmla="*/ 265471 h 265471"/>
              <a:gd name="connsiteX5" fmla="*/ 0 w 1178260"/>
              <a:gd name="connsiteY5" fmla="*/ 7374 h 265471"/>
              <a:gd name="connsiteX0" fmla="*/ 0 w 566202"/>
              <a:gd name="connsiteY0" fmla="*/ 0 h 280219"/>
              <a:gd name="connsiteX1" fmla="*/ 437153 w 566202"/>
              <a:gd name="connsiteY1" fmla="*/ 14748 h 280219"/>
              <a:gd name="connsiteX2" fmla="*/ 566202 w 566202"/>
              <a:gd name="connsiteY2" fmla="*/ 143797 h 280219"/>
              <a:gd name="connsiteX3" fmla="*/ 566201 w 566202"/>
              <a:gd name="connsiteY3" fmla="*/ 272845 h 280219"/>
              <a:gd name="connsiteX4" fmla="*/ 7373 w 566202"/>
              <a:gd name="connsiteY4" fmla="*/ 280219 h 280219"/>
              <a:gd name="connsiteX5" fmla="*/ 0 w 566202"/>
              <a:gd name="connsiteY5" fmla="*/ 0 h 280219"/>
              <a:gd name="connsiteX0" fmla="*/ 0 w 566202"/>
              <a:gd name="connsiteY0" fmla="*/ 0 h 280219"/>
              <a:gd name="connsiteX1" fmla="*/ 437153 w 566202"/>
              <a:gd name="connsiteY1" fmla="*/ 14748 h 280219"/>
              <a:gd name="connsiteX2" fmla="*/ 566202 w 566202"/>
              <a:gd name="connsiteY2" fmla="*/ 143797 h 280219"/>
              <a:gd name="connsiteX3" fmla="*/ 566201 w 566202"/>
              <a:gd name="connsiteY3" fmla="*/ 272845 h 280219"/>
              <a:gd name="connsiteX4" fmla="*/ 58992 w 566202"/>
              <a:gd name="connsiteY4" fmla="*/ 280219 h 280219"/>
              <a:gd name="connsiteX5" fmla="*/ 0 w 566202"/>
              <a:gd name="connsiteY5" fmla="*/ 0 h 280219"/>
              <a:gd name="connsiteX0" fmla="*/ 0 w 566202"/>
              <a:gd name="connsiteY0" fmla="*/ 0 h 272845"/>
              <a:gd name="connsiteX1" fmla="*/ 437153 w 566202"/>
              <a:gd name="connsiteY1" fmla="*/ 14748 h 272845"/>
              <a:gd name="connsiteX2" fmla="*/ 566202 w 566202"/>
              <a:gd name="connsiteY2" fmla="*/ 143797 h 272845"/>
              <a:gd name="connsiteX3" fmla="*/ 566201 w 566202"/>
              <a:gd name="connsiteY3" fmla="*/ 272845 h 272845"/>
              <a:gd name="connsiteX4" fmla="*/ 209118 w 566202"/>
              <a:gd name="connsiteY4" fmla="*/ 262022 h 272845"/>
              <a:gd name="connsiteX5" fmla="*/ 0 w 566202"/>
              <a:gd name="connsiteY5" fmla="*/ 0 h 272845"/>
              <a:gd name="connsiteX0" fmla="*/ 0 w 366035"/>
              <a:gd name="connsiteY0" fmla="*/ 0 h 272845"/>
              <a:gd name="connsiteX1" fmla="*/ 236986 w 366035"/>
              <a:gd name="connsiteY1" fmla="*/ 14748 h 272845"/>
              <a:gd name="connsiteX2" fmla="*/ 366035 w 366035"/>
              <a:gd name="connsiteY2" fmla="*/ 143797 h 272845"/>
              <a:gd name="connsiteX3" fmla="*/ 366034 w 366035"/>
              <a:gd name="connsiteY3" fmla="*/ 272845 h 272845"/>
              <a:gd name="connsiteX4" fmla="*/ 8951 w 366035"/>
              <a:gd name="connsiteY4" fmla="*/ 262022 h 272845"/>
              <a:gd name="connsiteX5" fmla="*/ 0 w 366035"/>
              <a:gd name="connsiteY5" fmla="*/ 0 h 272845"/>
              <a:gd name="connsiteX0" fmla="*/ 0 w 366035"/>
              <a:gd name="connsiteY0" fmla="*/ 0 h 272845"/>
              <a:gd name="connsiteX1" fmla="*/ 236986 w 366035"/>
              <a:gd name="connsiteY1" fmla="*/ 14748 h 272845"/>
              <a:gd name="connsiteX2" fmla="*/ 366035 w 366035"/>
              <a:gd name="connsiteY2" fmla="*/ 143797 h 272845"/>
              <a:gd name="connsiteX3" fmla="*/ 366034 w 366035"/>
              <a:gd name="connsiteY3" fmla="*/ 272845 h 272845"/>
              <a:gd name="connsiteX4" fmla="*/ 99438 w 366035"/>
              <a:gd name="connsiteY4" fmla="*/ 247734 h 272845"/>
              <a:gd name="connsiteX5" fmla="*/ 0 w 366035"/>
              <a:gd name="connsiteY5" fmla="*/ 0 h 272845"/>
              <a:gd name="connsiteX0" fmla="*/ 0 w 366035"/>
              <a:gd name="connsiteY0" fmla="*/ 0 h 272845"/>
              <a:gd name="connsiteX1" fmla="*/ 236986 w 366035"/>
              <a:gd name="connsiteY1" fmla="*/ 14748 h 272845"/>
              <a:gd name="connsiteX2" fmla="*/ 366035 w 366035"/>
              <a:gd name="connsiteY2" fmla="*/ 143797 h 272845"/>
              <a:gd name="connsiteX3" fmla="*/ 366034 w 366035"/>
              <a:gd name="connsiteY3" fmla="*/ 272845 h 272845"/>
              <a:gd name="connsiteX4" fmla="*/ 25619 w 366035"/>
              <a:gd name="connsiteY4" fmla="*/ 259641 h 272845"/>
              <a:gd name="connsiteX5" fmla="*/ 0 w 366035"/>
              <a:gd name="connsiteY5" fmla="*/ 0 h 272845"/>
              <a:gd name="connsiteX0" fmla="*/ 5337 w 340416"/>
              <a:gd name="connsiteY0" fmla="*/ 0 h 268083"/>
              <a:gd name="connsiteX1" fmla="*/ 211367 w 340416"/>
              <a:gd name="connsiteY1" fmla="*/ 9986 h 268083"/>
              <a:gd name="connsiteX2" fmla="*/ 340416 w 340416"/>
              <a:gd name="connsiteY2" fmla="*/ 139035 h 268083"/>
              <a:gd name="connsiteX3" fmla="*/ 340415 w 340416"/>
              <a:gd name="connsiteY3" fmla="*/ 268083 h 268083"/>
              <a:gd name="connsiteX4" fmla="*/ 0 w 340416"/>
              <a:gd name="connsiteY4" fmla="*/ 254879 h 268083"/>
              <a:gd name="connsiteX5" fmla="*/ 5337 w 340416"/>
              <a:gd name="connsiteY5" fmla="*/ 0 h 268083"/>
              <a:gd name="connsiteX0" fmla="*/ 5337 w 353901"/>
              <a:gd name="connsiteY0" fmla="*/ 0 h 254879"/>
              <a:gd name="connsiteX1" fmla="*/ 211367 w 353901"/>
              <a:gd name="connsiteY1" fmla="*/ 9986 h 254879"/>
              <a:gd name="connsiteX2" fmla="*/ 340416 w 353901"/>
              <a:gd name="connsiteY2" fmla="*/ 139035 h 254879"/>
              <a:gd name="connsiteX3" fmla="*/ 349940 w 353901"/>
              <a:gd name="connsiteY3" fmla="*/ 253795 h 254879"/>
              <a:gd name="connsiteX4" fmla="*/ 0 w 353901"/>
              <a:gd name="connsiteY4" fmla="*/ 254879 h 254879"/>
              <a:gd name="connsiteX5" fmla="*/ 5337 w 353901"/>
              <a:gd name="connsiteY5" fmla="*/ 0 h 254879"/>
              <a:gd name="connsiteX0" fmla="*/ 7718 w 356282"/>
              <a:gd name="connsiteY0" fmla="*/ 0 h 253795"/>
              <a:gd name="connsiteX1" fmla="*/ 213748 w 356282"/>
              <a:gd name="connsiteY1" fmla="*/ 9986 h 253795"/>
              <a:gd name="connsiteX2" fmla="*/ 342797 w 356282"/>
              <a:gd name="connsiteY2" fmla="*/ 139035 h 253795"/>
              <a:gd name="connsiteX3" fmla="*/ 352321 w 356282"/>
              <a:gd name="connsiteY3" fmla="*/ 253795 h 253795"/>
              <a:gd name="connsiteX4" fmla="*/ 0 w 356282"/>
              <a:gd name="connsiteY4" fmla="*/ 226304 h 253795"/>
              <a:gd name="connsiteX5" fmla="*/ 7718 w 356282"/>
              <a:gd name="connsiteY5" fmla="*/ 0 h 253795"/>
              <a:gd name="connsiteX0" fmla="*/ 574 w 349138"/>
              <a:gd name="connsiteY0" fmla="*/ 0 h 257260"/>
              <a:gd name="connsiteX1" fmla="*/ 206604 w 349138"/>
              <a:gd name="connsiteY1" fmla="*/ 9986 h 257260"/>
              <a:gd name="connsiteX2" fmla="*/ 335653 w 349138"/>
              <a:gd name="connsiteY2" fmla="*/ 139035 h 257260"/>
              <a:gd name="connsiteX3" fmla="*/ 345177 w 349138"/>
              <a:gd name="connsiteY3" fmla="*/ 253795 h 257260"/>
              <a:gd name="connsiteX4" fmla="*/ 0 w 349138"/>
              <a:gd name="connsiteY4" fmla="*/ 257260 h 257260"/>
              <a:gd name="connsiteX5" fmla="*/ 574 w 349138"/>
              <a:gd name="connsiteY5" fmla="*/ 0 h 257260"/>
              <a:gd name="connsiteX0" fmla="*/ 574 w 359486"/>
              <a:gd name="connsiteY0" fmla="*/ 0 h 257260"/>
              <a:gd name="connsiteX1" fmla="*/ 206604 w 359486"/>
              <a:gd name="connsiteY1" fmla="*/ 9986 h 257260"/>
              <a:gd name="connsiteX2" fmla="*/ 335653 w 359486"/>
              <a:gd name="connsiteY2" fmla="*/ 139035 h 257260"/>
              <a:gd name="connsiteX3" fmla="*/ 359464 w 359486"/>
              <a:gd name="connsiteY3" fmla="*/ 253795 h 257260"/>
              <a:gd name="connsiteX4" fmla="*/ 0 w 359486"/>
              <a:gd name="connsiteY4" fmla="*/ 257260 h 257260"/>
              <a:gd name="connsiteX5" fmla="*/ 574 w 359486"/>
              <a:gd name="connsiteY5" fmla="*/ 0 h 257260"/>
              <a:gd name="connsiteX0" fmla="*/ 574 w 359486"/>
              <a:gd name="connsiteY0" fmla="*/ 0 h 257260"/>
              <a:gd name="connsiteX1" fmla="*/ 206604 w 359486"/>
              <a:gd name="connsiteY1" fmla="*/ 9986 h 257260"/>
              <a:gd name="connsiteX2" fmla="*/ 335653 w 359486"/>
              <a:gd name="connsiteY2" fmla="*/ 110460 h 257260"/>
              <a:gd name="connsiteX3" fmla="*/ 359464 w 359486"/>
              <a:gd name="connsiteY3" fmla="*/ 253795 h 257260"/>
              <a:gd name="connsiteX4" fmla="*/ 0 w 359486"/>
              <a:gd name="connsiteY4" fmla="*/ 257260 h 257260"/>
              <a:gd name="connsiteX5" fmla="*/ 574 w 359486"/>
              <a:gd name="connsiteY5" fmla="*/ 0 h 257260"/>
              <a:gd name="connsiteX0" fmla="*/ 574 w 365269"/>
              <a:gd name="connsiteY0" fmla="*/ 0 h 257260"/>
              <a:gd name="connsiteX1" fmla="*/ 206604 w 365269"/>
              <a:gd name="connsiteY1" fmla="*/ 9986 h 257260"/>
              <a:gd name="connsiteX2" fmla="*/ 359464 w 365269"/>
              <a:gd name="connsiteY2" fmla="*/ 253795 h 257260"/>
              <a:gd name="connsiteX3" fmla="*/ 0 w 365269"/>
              <a:gd name="connsiteY3" fmla="*/ 257260 h 257260"/>
              <a:gd name="connsiteX4" fmla="*/ 574 w 365269"/>
              <a:gd name="connsiteY4" fmla="*/ 0 h 257260"/>
              <a:gd name="connsiteX0" fmla="*/ 574 w 369846"/>
              <a:gd name="connsiteY0" fmla="*/ 0 h 257260"/>
              <a:gd name="connsiteX1" fmla="*/ 206604 w 369846"/>
              <a:gd name="connsiteY1" fmla="*/ 9986 h 257260"/>
              <a:gd name="connsiteX2" fmla="*/ 359464 w 369846"/>
              <a:gd name="connsiteY2" fmla="*/ 253795 h 257260"/>
              <a:gd name="connsiteX3" fmla="*/ 0 w 369846"/>
              <a:gd name="connsiteY3" fmla="*/ 257260 h 257260"/>
              <a:gd name="connsiteX4" fmla="*/ 574 w 369846"/>
              <a:gd name="connsiteY4" fmla="*/ 0 h 257260"/>
              <a:gd name="connsiteX0" fmla="*/ 574 w 369846"/>
              <a:gd name="connsiteY0" fmla="*/ 0 h 252497"/>
              <a:gd name="connsiteX1" fmla="*/ 206604 w 369846"/>
              <a:gd name="connsiteY1" fmla="*/ 5223 h 252497"/>
              <a:gd name="connsiteX2" fmla="*/ 359464 w 369846"/>
              <a:gd name="connsiteY2" fmla="*/ 249032 h 252497"/>
              <a:gd name="connsiteX3" fmla="*/ 0 w 369846"/>
              <a:gd name="connsiteY3" fmla="*/ 252497 h 252497"/>
              <a:gd name="connsiteX4" fmla="*/ 574 w 369846"/>
              <a:gd name="connsiteY4" fmla="*/ 0 h 252497"/>
              <a:gd name="connsiteX0" fmla="*/ 574 w 369846"/>
              <a:gd name="connsiteY0" fmla="*/ 0 h 249032"/>
              <a:gd name="connsiteX1" fmla="*/ 206604 w 369846"/>
              <a:gd name="connsiteY1" fmla="*/ 5223 h 249032"/>
              <a:gd name="connsiteX2" fmla="*/ 359464 w 369846"/>
              <a:gd name="connsiteY2" fmla="*/ 249032 h 249032"/>
              <a:gd name="connsiteX3" fmla="*/ 0 w 369846"/>
              <a:gd name="connsiteY3" fmla="*/ 245353 h 249032"/>
              <a:gd name="connsiteX4" fmla="*/ 574 w 369846"/>
              <a:gd name="connsiteY4" fmla="*/ 0 h 2490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69846" h="249032">
                <a:moveTo>
                  <a:pt x="574" y="0"/>
                </a:moveTo>
                <a:lnTo>
                  <a:pt x="206604" y="5223"/>
                </a:lnTo>
                <a:cubicBezTo>
                  <a:pt x="342619" y="42759"/>
                  <a:pt x="393898" y="207820"/>
                  <a:pt x="359464" y="249032"/>
                </a:cubicBezTo>
                <a:lnTo>
                  <a:pt x="0" y="245353"/>
                </a:lnTo>
                <a:cubicBezTo>
                  <a:pt x="191" y="159600"/>
                  <a:pt x="383" y="85753"/>
                  <a:pt x="574" y="0"/>
                </a:cubicBezTo>
                <a:close/>
              </a:path>
            </a:pathLst>
          </a:custGeom>
          <a:gradFill flip="none" rotWithShape="1">
            <a:gsLst>
              <a:gs pos="63000">
                <a:srgbClr val="06D1D7"/>
              </a:gs>
              <a:gs pos="33000">
                <a:srgbClr val="23A295"/>
              </a:gs>
              <a:gs pos="0">
                <a:srgbClr val="57F6A2"/>
              </a:gs>
              <a:gs pos="100000">
                <a:srgbClr val="1B2048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latin typeface="Maven Pro"/>
              <a:ea typeface="Maven Pro"/>
              <a:cs typeface="Maven Pro"/>
              <a:sym typeface="Maven Pro"/>
            </a:endParaRPr>
          </a:p>
        </p:txBody>
      </p:sp>
      <p:graphicFrame>
        <p:nvGraphicFramePr>
          <p:cNvPr id="38" name="Tabela 37">
            <a:extLst>
              <a:ext uri="{FF2B5EF4-FFF2-40B4-BE49-F238E27FC236}">
                <a16:creationId xmlns:a16="http://schemas.microsoft.com/office/drawing/2014/main" id="{47DF1C31-3F82-26CE-31DD-30391599C44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95003007"/>
              </p:ext>
            </p:extLst>
          </p:nvPr>
        </p:nvGraphicFramePr>
        <p:xfrm>
          <a:off x="4782961" y="2059493"/>
          <a:ext cx="3926574" cy="1548163"/>
        </p:xfrm>
        <a:graphic>
          <a:graphicData uri="http://schemas.openxmlformats.org/drawingml/2006/table">
            <a:tbl>
              <a:tblPr/>
              <a:tblGrid>
                <a:gridCol w="2760004">
                  <a:extLst>
                    <a:ext uri="{9D8B030D-6E8A-4147-A177-3AD203B41FA5}">
                      <a16:colId xmlns:a16="http://schemas.microsoft.com/office/drawing/2014/main" val="1094745640"/>
                    </a:ext>
                  </a:extLst>
                </a:gridCol>
                <a:gridCol w="1166570">
                  <a:extLst>
                    <a:ext uri="{9D8B030D-6E8A-4147-A177-3AD203B41FA5}">
                      <a16:colId xmlns:a16="http://schemas.microsoft.com/office/drawing/2014/main" val="3149789879"/>
                    </a:ext>
                  </a:extLst>
                </a:gridCol>
              </a:tblGrid>
              <a:tr h="24729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PT"/>
                        <a:t>Indicador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pt-PT"/>
                        <a:t>Valor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24924072"/>
                  </a:ext>
                </a:extLst>
              </a:tr>
              <a:tr h="42040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PT"/>
                        <a:t>Arquivos Markdown processados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pt-PT"/>
                        <a:t>8.048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77707989"/>
                  </a:ext>
                </a:extLst>
              </a:tr>
              <a:tr h="24729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PT"/>
                        <a:t>Notícias no corpus analítico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pt-PT"/>
                        <a:t>8.055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41574251"/>
                  </a:ext>
                </a:extLst>
              </a:tr>
              <a:tr h="42040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PT"/>
                        <a:t>Período coberto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pt-PT" dirty="0"/>
                        <a:t>2011–2026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8806645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1909019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91">
          <a:extLst>
            <a:ext uri="{FF2B5EF4-FFF2-40B4-BE49-F238E27FC236}">
              <a16:creationId xmlns:a16="http://schemas.microsoft.com/office/drawing/2014/main" id="{98D41193-E58B-0749-DA55-1F8B802B97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83" name="Gráfico 982">
            <a:extLst>
              <a:ext uri="{FF2B5EF4-FFF2-40B4-BE49-F238E27FC236}">
                <a16:creationId xmlns:a16="http://schemas.microsoft.com/office/drawing/2014/main" id="{08EE1379-643B-0CC4-AF86-B0FD0B193BE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471287" y="-176981"/>
            <a:ext cx="10434025" cy="5320297"/>
          </a:xfrm>
          <a:prstGeom prst="rect">
            <a:avLst/>
          </a:prstGeom>
        </p:spPr>
      </p:pic>
      <p:sp>
        <p:nvSpPr>
          <p:cNvPr id="2" name="Google Shape;932;p37">
            <a:extLst>
              <a:ext uri="{FF2B5EF4-FFF2-40B4-BE49-F238E27FC236}">
                <a16:creationId xmlns:a16="http://schemas.microsoft.com/office/drawing/2014/main" id="{FB7A417C-8AC0-9434-E8A3-D73CE6B075E2}"/>
              </a:ext>
            </a:extLst>
          </p:cNvPr>
          <p:cNvSpPr txBox="1">
            <a:spLocks/>
          </p:cNvSpPr>
          <p:nvPr/>
        </p:nvSpPr>
        <p:spPr>
          <a:xfrm>
            <a:off x="7194305" y="528340"/>
            <a:ext cx="1661894" cy="2259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None/>
              <a:defRPr sz="28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None/>
              <a:defRPr sz="28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None/>
              <a:defRPr sz="28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None/>
              <a:defRPr sz="28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None/>
              <a:defRPr sz="28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None/>
              <a:defRPr sz="28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None/>
              <a:defRPr sz="28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None/>
              <a:defRPr sz="28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None/>
              <a:defRPr sz="28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r>
              <a:rPr lang="pt-BR" sz="600" b="0" dirty="0">
                <a:solidFill>
                  <a:srgbClr val="186E66"/>
                </a:solidFill>
                <a:latin typeface="+mj-lt"/>
                <a:cs typeface="Arial" panose="020B0604020202020204" pitchFamily="34" charset="0"/>
              </a:rPr>
              <a:t>Há mais de 60 anos pensando o Brasil</a:t>
            </a:r>
          </a:p>
        </p:txBody>
      </p:sp>
      <p:sp>
        <p:nvSpPr>
          <p:cNvPr id="3" name="Google Shape;936;p37">
            <a:extLst>
              <a:ext uri="{FF2B5EF4-FFF2-40B4-BE49-F238E27FC236}">
                <a16:creationId xmlns:a16="http://schemas.microsoft.com/office/drawing/2014/main" id="{9955FBCC-726A-CC64-390F-31C2BBAEB06B}"/>
              </a:ext>
            </a:extLst>
          </p:cNvPr>
          <p:cNvSpPr/>
          <p:nvPr/>
        </p:nvSpPr>
        <p:spPr>
          <a:xfrm flipH="1">
            <a:off x="7861193" y="4721150"/>
            <a:ext cx="1282656" cy="422165"/>
          </a:xfrm>
          <a:prstGeom prst="round1Rect">
            <a:avLst>
              <a:gd name="adj" fmla="val 50000"/>
            </a:avLst>
          </a:prstGeom>
          <a:solidFill>
            <a:srgbClr val="1B204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latin typeface="Maven Pro"/>
              <a:ea typeface="Maven Pro"/>
              <a:cs typeface="Maven Pro"/>
              <a:sym typeface="Maven Pro"/>
            </a:endParaRPr>
          </a:p>
        </p:txBody>
      </p:sp>
      <p:sp>
        <p:nvSpPr>
          <p:cNvPr id="4" name="Google Shape;937;p37">
            <a:extLst>
              <a:ext uri="{FF2B5EF4-FFF2-40B4-BE49-F238E27FC236}">
                <a16:creationId xmlns:a16="http://schemas.microsoft.com/office/drawing/2014/main" id="{C83A2CD3-0810-CC3E-7D92-F8D281F1E2C2}"/>
              </a:ext>
            </a:extLst>
          </p:cNvPr>
          <p:cNvSpPr/>
          <p:nvPr/>
        </p:nvSpPr>
        <p:spPr>
          <a:xfrm flipH="1">
            <a:off x="7588727" y="4912884"/>
            <a:ext cx="1555123" cy="230496"/>
          </a:xfrm>
          <a:prstGeom prst="round1Rect">
            <a:avLst>
              <a:gd name="adj" fmla="val 50000"/>
            </a:avLst>
          </a:prstGeom>
          <a:gradFill flip="none" rotWithShape="1">
            <a:gsLst>
              <a:gs pos="63000">
                <a:srgbClr val="06D1D7"/>
              </a:gs>
              <a:gs pos="33000">
                <a:srgbClr val="23A295"/>
              </a:gs>
              <a:gs pos="0">
                <a:srgbClr val="57F6A2"/>
              </a:gs>
              <a:gs pos="100000">
                <a:srgbClr val="1B2048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latin typeface="Maven Pro"/>
              <a:ea typeface="Maven Pro"/>
              <a:cs typeface="Maven Pro"/>
              <a:sym typeface="Maven Pro"/>
            </a:endParaRPr>
          </a:p>
        </p:txBody>
      </p:sp>
      <p:grpSp>
        <p:nvGrpSpPr>
          <p:cNvPr id="5" name="Google Shape;938;p37">
            <a:extLst>
              <a:ext uri="{FF2B5EF4-FFF2-40B4-BE49-F238E27FC236}">
                <a16:creationId xmlns:a16="http://schemas.microsoft.com/office/drawing/2014/main" id="{54EE54DC-AC15-3DF2-226A-490F8B10CE99}"/>
              </a:ext>
            </a:extLst>
          </p:cNvPr>
          <p:cNvGrpSpPr/>
          <p:nvPr/>
        </p:nvGrpSpPr>
        <p:grpSpPr>
          <a:xfrm>
            <a:off x="8644350" y="4276582"/>
            <a:ext cx="423698" cy="551579"/>
            <a:chOff x="7631225" y="2241175"/>
            <a:chExt cx="986125" cy="2095500"/>
          </a:xfrm>
          <a:gradFill>
            <a:gsLst>
              <a:gs pos="53000">
                <a:srgbClr val="23A295"/>
              </a:gs>
              <a:gs pos="0">
                <a:srgbClr val="57F6A2"/>
              </a:gs>
              <a:gs pos="100000">
                <a:srgbClr val="1B2048"/>
              </a:gs>
            </a:gsLst>
            <a:lin ang="5400000" scaled="1"/>
          </a:gradFill>
        </p:grpSpPr>
        <p:cxnSp>
          <p:nvCxnSpPr>
            <p:cNvPr id="6" name="Google Shape;939;p37">
              <a:extLst>
                <a:ext uri="{FF2B5EF4-FFF2-40B4-BE49-F238E27FC236}">
                  <a16:creationId xmlns:a16="http://schemas.microsoft.com/office/drawing/2014/main" id="{04EBDF7E-3091-1EC2-AE4F-7825BB7BD6F3}"/>
                </a:ext>
              </a:extLst>
            </p:cNvPr>
            <p:cNvCxnSpPr/>
            <p:nvPr/>
          </p:nvCxnSpPr>
          <p:spPr>
            <a:xfrm>
              <a:off x="7631225" y="2241175"/>
              <a:ext cx="0" cy="2095500"/>
            </a:xfrm>
            <a:prstGeom prst="straightConnector1">
              <a:avLst/>
            </a:prstGeom>
            <a:grpFill/>
            <a:ln w="9525" cap="flat" cmpd="sng">
              <a:solidFill>
                <a:srgbClr val="1AB0A9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7" name="Google Shape;940;p37">
              <a:extLst>
                <a:ext uri="{FF2B5EF4-FFF2-40B4-BE49-F238E27FC236}">
                  <a16:creationId xmlns:a16="http://schemas.microsoft.com/office/drawing/2014/main" id="{1EC4E3A6-4231-9EAE-2538-9B95A1565B4F}"/>
                </a:ext>
              </a:extLst>
            </p:cNvPr>
            <p:cNvCxnSpPr/>
            <p:nvPr/>
          </p:nvCxnSpPr>
          <p:spPr>
            <a:xfrm>
              <a:off x="7707081" y="2241175"/>
              <a:ext cx="0" cy="2095500"/>
            </a:xfrm>
            <a:prstGeom prst="straightConnector1">
              <a:avLst/>
            </a:prstGeom>
            <a:grpFill/>
            <a:ln w="9525" cap="flat" cmpd="sng">
              <a:solidFill>
                <a:srgbClr val="1AB0A9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8" name="Google Shape;941;p37">
              <a:extLst>
                <a:ext uri="{FF2B5EF4-FFF2-40B4-BE49-F238E27FC236}">
                  <a16:creationId xmlns:a16="http://schemas.microsoft.com/office/drawing/2014/main" id="{7CFDB83F-B5EE-4FB6-7878-00C813ECAA28}"/>
                </a:ext>
              </a:extLst>
            </p:cNvPr>
            <p:cNvCxnSpPr/>
            <p:nvPr/>
          </p:nvCxnSpPr>
          <p:spPr>
            <a:xfrm>
              <a:off x="7782937" y="2241175"/>
              <a:ext cx="0" cy="2095500"/>
            </a:xfrm>
            <a:prstGeom prst="straightConnector1">
              <a:avLst/>
            </a:prstGeom>
            <a:grpFill/>
            <a:ln w="9525" cap="flat" cmpd="sng">
              <a:solidFill>
                <a:srgbClr val="1AB0A9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9" name="Google Shape;942;p37">
              <a:extLst>
                <a:ext uri="{FF2B5EF4-FFF2-40B4-BE49-F238E27FC236}">
                  <a16:creationId xmlns:a16="http://schemas.microsoft.com/office/drawing/2014/main" id="{1DFDE222-8137-0971-6846-2B83C7881265}"/>
                </a:ext>
              </a:extLst>
            </p:cNvPr>
            <p:cNvCxnSpPr/>
            <p:nvPr/>
          </p:nvCxnSpPr>
          <p:spPr>
            <a:xfrm>
              <a:off x="7858792" y="2241175"/>
              <a:ext cx="0" cy="2095500"/>
            </a:xfrm>
            <a:prstGeom prst="straightConnector1">
              <a:avLst/>
            </a:prstGeom>
            <a:grpFill/>
            <a:ln w="9525" cap="flat" cmpd="sng">
              <a:solidFill>
                <a:srgbClr val="1AB0A9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0" name="Google Shape;943;p37">
              <a:extLst>
                <a:ext uri="{FF2B5EF4-FFF2-40B4-BE49-F238E27FC236}">
                  <a16:creationId xmlns:a16="http://schemas.microsoft.com/office/drawing/2014/main" id="{20D815B1-978A-68FB-FD56-B806CDC66297}"/>
                </a:ext>
              </a:extLst>
            </p:cNvPr>
            <p:cNvCxnSpPr/>
            <p:nvPr/>
          </p:nvCxnSpPr>
          <p:spPr>
            <a:xfrm>
              <a:off x="8010504" y="2241175"/>
              <a:ext cx="0" cy="2095500"/>
            </a:xfrm>
            <a:prstGeom prst="straightConnector1">
              <a:avLst/>
            </a:prstGeom>
            <a:grpFill/>
            <a:ln w="9525" cap="flat" cmpd="sng">
              <a:solidFill>
                <a:srgbClr val="1AB0A9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1" name="Google Shape;944;p37">
              <a:extLst>
                <a:ext uri="{FF2B5EF4-FFF2-40B4-BE49-F238E27FC236}">
                  <a16:creationId xmlns:a16="http://schemas.microsoft.com/office/drawing/2014/main" id="{B2EF2C4C-5B9F-C3CB-2ACC-AAA10DBBCF04}"/>
                </a:ext>
              </a:extLst>
            </p:cNvPr>
            <p:cNvCxnSpPr/>
            <p:nvPr/>
          </p:nvCxnSpPr>
          <p:spPr>
            <a:xfrm>
              <a:off x="8162215" y="2241175"/>
              <a:ext cx="0" cy="2095500"/>
            </a:xfrm>
            <a:prstGeom prst="straightConnector1">
              <a:avLst/>
            </a:prstGeom>
            <a:grpFill/>
            <a:ln w="9525" cap="flat" cmpd="sng">
              <a:solidFill>
                <a:srgbClr val="1AB0A9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2" name="Google Shape;945;p37">
              <a:extLst>
                <a:ext uri="{FF2B5EF4-FFF2-40B4-BE49-F238E27FC236}">
                  <a16:creationId xmlns:a16="http://schemas.microsoft.com/office/drawing/2014/main" id="{1CDEE2A2-892A-214C-0D2C-F4E83D596921}"/>
                </a:ext>
              </a:extLst>
            </p:cNvPr>
            <p:cNvCxnSpPr/>
            <p:nvPr/>
          </p:nvCxnSpPr>
          <p:spPr>
            <a:xfrm>
              <a:off x="8313927" y="2241175"/>
              <a:ext cx="0" cy="2095500"/>
            </a:xfrm>
            <a:prstGeom prst="straightConnector1">
              <a:avLst/>
            </a:prstGeom>
            <a:grpFill/>
            <a:ln w="9525" cap="flat" cmpd="sng">
              <a:solidFill>
                <a:srgbClr val="1AB0A9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3" name="Google Shape;946;p37">
              <a:extLst>
                <a:ext uri="{FF2B5EF4-FFF2-40B4-BE49-F238E27FC236}">
                  <a16:creationId xmlns:a16="http://schemas.microsoft.com/office/drawing/2014/main" id="{E22BCCE2-38A6-6C76-1CA8-AFD725AA8A0A}"/>
                </a:ext>
              </a:extLst>
            </p:cNvPr>
            <p:cNvCxnSpPr/>
            <p:nvPr/>
          </p:nvCxnSpPr>
          <p:spPr>
            <a:xfrm>
              <a:off x="7934648" y="2241175"/>
              <a:ext cx="0" cy="2095500"/>
            </a:xfrm>
            <a:prstGeom prst="straightConnector1">
              <a:avLst/>
            </a:prstGeom>
            <a:grpFill/>
            <a:ln w="9525" cap="flat" cmpd="sng">
              <a:solidFill>
                <a:srgbClr val="1AB0A9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4" name="Google Shape;947;p37">
              <a:extLst>
                <a:ext uri="{FF2B5EF4-FFF2-40B4-BE49-F238E27FC236}">
                  <a16:creationId xmlns:a16="http://schemas.microsoft.com/office/drawing/2014/main" id="{06F65E46-819B-B1E5-9ED0-EC34285AA04E}"/>
                </a:ext>
              </a:extLst>
            </p:cNvPr>
            <p:cNvCxnSpPr/>
            <p:nvPr/>
          </p:nvCxnSpPr>
          <p:spPr>
            <a:xfrm>
              <a:off x="8086360" y="2241175"/>
              <a:ext cx="0" cy="2095500"/>
            </a:xfrm>
            <a:prstGeom prst="straightConnector1">
              <a:avLst/>
            </a:prstGeom>
            <a:grpFill/>
            <a:ln w="9525" cap="flat" cmpd="sng">
              <a:solidFill>
                <a:srgbClr val="1AB0A9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5" name="Google Shape;948;p37">
              <a:extLst>
                <a:ext uri="{FF2B5EF4-FFF2-40B4-BE49-F238E27FC236}">
                  <a16:creationId xmlns:a16="http://schemas.microsoft.com/office/drawing/2014/main" id="{19ABF60D-693F-17CE-7D2E-79B0DDAF6A72}"/>
                </a:ext>
              </a:extLst>
            </p:cNvPr>
            <p:cNvCxnSpPr/>
            <p:nvPr/>
          </p:nvCxnSpPr>
          <p:spPr>
            <a:xfrm>
              <a:off x="8238071" y="2241175"/>
              <a:ext cx="0" cy="2095500"/>
            </a:xfrm>
            <a:prstGeom prst="straightConnector1">
              <a:avLst/>
            </a:prstGeom>
            <a:grpFill/>
            <a:ln w="9525" cap="flat" cmpd="sng">
              <a:solidFill>
                <a:srgbClr val="1AB0A9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6" name="Google Shape;949;p37">
              <a:extLst>
                <a:ext uri="{FF2B5EF4-FFF2-40B4-BE49-F238E27FC236}">
                  <a16:creationId xmlns:a16="http://schemas.microsoft.com/office/drawing/2014/main" id="{F9536E6A-5AFA-FEB7-D4B1-3DD3931D52C1}"/>
                </a:ext>
              </a:extLst>
            </p:cNvPr>
            <p:cNvCxnSpPr/>
            <p:nvPr/>
          </p:nvCxnSpPr>
          <p:spPr>
            <a:xfrm>
              <a:off x="8389783" y="2241175"/>
              <a:ext cx="0" cy="2095500"/>
            </a:xfrm>
            <a:prstGeom prst="straightConnector1">
              <a:avLst/>
            </a:prstGeom>
            <a:grpFill/>
            <a:ln w="9525" cap="flat" cmpd="sng">
              <a:solidFill>
                <a:srgbClr val="1AB0A9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7" name="Google Shape;950;p37">
              <a:extLst>
                <a:ext uri="{FF2B5EF4-FFF2-40B4-BE49-F238E27FC236}">
                  <a16:creationId xmlns:a16="http://schemas.microsoft.com/office/drawing/2014/main" id="{2B4B1F12-C1CE-1C42-0C3E-825A9BB3FA57}"/>
                </a:ext>
              </a:extLst>
            </p:cNvPr>
            <p:cNvCxnSpPr/>
            <p:nvPr/>
          </p:nvCxnSpPr>
          <p:spPr>
            <a:xfrm>
              <a:off x="8465638" y="2241175"/>
              <a:ext cx="0" cy="2095500"/>
            </a:xfrm>
            <a:prstGeom prst="straightConnector1">
              <a:avLst/>
            </a:prstGeom>
            <a:grpFill/>
            <a:ln w="9525" cap="flat" cmpd="sng">
              <a:solidFill>
                <a:srgbClr val="1AB0A9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8" name="Google Shape;951;p37">
              <a:extLst>
                <a:ext uri="{FF2B5EF4-FFF2-40B4-BE49-F238E27FC236}">
                  <a16:creationId xmlns:a16="http://schemas.microsoft.com/office/drawing/2014/main" id="{5E08AAD0-5E02-D1D5-8868-3B79D432D550}"/>
                </a:ext>
              </a:extLst>
            </p:cNvPr>
            <p:cNvCxnSpPr/>
            <p:nvPr/>
          </p:nvCxnSpPr>
          <p:spPr>
            <a:xfrm>
              <a:off x="8541494" y="2241175"/>
              <a:ext cx="0" cy="2095500"/>
            </a:xfrm>
            <a:prstGeom prst="straightConnector1">
              <a:avLst/>
            </a:prstGeom>
            <a:grpFill/>
            <a:ln w="9525" cap="flat" cmpd="sng">
              <a:solidFill>
                <a:srgbClr val="1AB0A9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9" name="Google Shape;952;p37">
              <a:extLst>
                <a:ext uri="{FF2B5EF4-FFF2-40B4-BE49-F238E27FC236}">
                  <a16:creationId xmlns:a16="http://schemas.microsoft.com/office/drawing/2014/main" id="{11B8035A-650A-A643-8264-AE6A1D8B7200}"/>
                </a:ext>
              </a:extLst>
            </p:cNvPr>
            <p:cNvCxnSpPr/>
            <p:nvPr/>
          </p:nvCxnSpPr>
          <p:spPr>
            <a:xfrm>
              <a:off x="8617350" y="2241175"/>
              <a:ext cx="0" cy="2095500"/>
            </a:xfrm>
            <a:prstGeom prst="straightConnector1">
              <a:avLst/>
            </a:prstGeom>
            <a:grpFill/>
            <a:ln w="9525" cap="flat" cmpd="sng">
              <a:solidFill>
                <a:srgbClr val="1AB0A9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20" name="Google Shape;954;p37">
            <a:extLst>
              <a:ext uri="{FF2B5EF4-FFF2-40B4-BE49-F238E27FC236}">
                <a16:creationId xmlns:a16="http://schemas.microsoft.com/office/drawing/2014/main" id="{0FF6C4A9-2EF6-A833-476D-CAC059AD9261}"/>
              </a:ext>
            </a:extLst>
          </p:cNvPr>
          <p:cNvSpPr/>
          <p:nvPr/>
        </p:nvSpPr>
        <p:spPr>
          <a:xfrm>
            <a:off x="0" y="4680042"/>
            <a:ext cx="922564" cy="463274"/>
          </a:xfrm>
          <a:prstGeom prst="rect">
            <a:avLst/>
          </a:prstGeom>
          <a:gradFill>
            <a:gsLst>
              <a:gs pos="33000">
                <a:srgbClr val="23A295"/>
              </a:gs>
              <a:gs pos="0">
                <a:srgbClr val="57F6A2"/>
              </a:gs>
              <a:gs pos="100000">
                <a:srgbClr val="1B2048"/>
              </a:gs>
            </a:gsLst>
            <a:path path="circle">
              <a:fillToRect l="100000" t="100000"/>
            </a:path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dirty="0">
              <a:latin typeface="Maven Pro"/>
              <a:ea typeface="Maven Pro"/>
              <a:cs typeface="Maven Pro"/>
              <a:sym typeface="Maven Pro"/>
            </a:endParaRPr>
          </a:p>
        </p:txBody>
      </p:sp>
      <p:sp>
        <p:nvSpPr>
          <p:cNvPr id="21" name="Google Shape;955;p37">
            <a:extLst>
              <a:ext uri="{FF2B5EF4-FFF2-40B4-BE49-F238E27FC236}">
                <a16:creationId xmlns:a16="http://schemas.microsoft.com/office/drawing/2014/main" id="{E7461C8C-CFD8-8A2C-D37D-61EF0EF752CF}"/>
              </a:ext>
            </a:extLst>
          </p:cNvPr>
          <p:cNvSpPr/>
          <p:nvPr/>
        </p:nvSpPr>
        <p:spPr>
          <a:xfrm>
            <a:off x="0" y="4912883"/>
            <a:ext cx="1663658" cy="230641"/>
          </a:xfrm>
          <a:prstGeom prst="round1Rect">
            <a:avLst>
              <a:gd name="adj" fmla="val 50000"/>
            </a:avLst>
          </a:prstGeom>
          <a:solidFill>
            <a:srgbClr val="1B204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latin typeface="Maven Pro"/>
              <a:ea typeface="Maven Pro"/>
              <a:cs typeface="Maven Pro"/>
              <a:sym typeface="Maven Pro"/>
            </a:endParaRPr>
          </a:p>
        </p:txBody>
      </p:sp>
      <p:grpSp>
        <p:nvGrpSpPr>
          <p:cNvPr id="22" name="Agrupar 21">
            <a:extLst>
              <a:ext uri="{FF2B5EF4-FFF2-40B4-BE49-F238E27FC236}">
                <a16:creationId xmlns:a16="http://schemas.microsoft.com/office/drawing/2014/main" id="{6BB39DF6-3AE3-C986-4071-16931733AD99}"/>
              </a:ext>
            </a:extLst>
          </p:cNvPr>
          <p:cNvGrpSpPr/>
          <p:nvPr/>
        </p:nvGrpSpPr>
        <p:grpSpPr>
          <a:xfrm>
            <a:off x="7070035" y="156184"/>
            <a:ext cx="1722295" cy="405506"/>
            <a:chOff x="4782913" y="272045"/>
            <a:chExt cx="3752189" cy="883435"/>
          </a:xfrm>
        </p:grpSpPr>
        <p:pic>
          <p:nvPicPr>
            <p:cNvPr id="23" name="Imagem 22" descr="Interface gráfica do usuário, Texto&#10;&#10;O conteúdo gerado por IA pode estar incorreto.">
              <a:extLst>
                <a:ext uri="{FF2B5EF4-FFF2-40B4-BE49-F238E27FC236}">
                  <a16:creationId xmlns:a16="http://schemas.microsoft.com/office/drawing/2014/main" id="{70644217-15EC-5BDF-9162-54BFDD8A4D7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4782913" y="272045"/>
              <a:ext cx="3752189" cy="883435"/>
            </a:xfrm>
            <a:prstGeom prst="rect">
              <a:avLst/>
            </a:prstGeom>
          </p:spPr>
        </p:pic>
        <p:cxnSp>
          <p:nvCxnSpPr>
            <p:cNvPr id="24" name="Conector reto 23">
              <a:extLst>
                <a:ext uri="{FF2B5EF4-FFF2-40B4-BE49-F238E27FC236}">
                  <a16:creationId xmlns:a16="http://schemas.microsoft.com/office/drawing/2014/main" id="{321E16E9-3667-529C-27AF-10F7A2AAFE18}"/>
                </a:ext>
              </a:extLst>
            </p:cNvPr>
            <p:cNvCxnSpPr>
              <a:cxnSpLocks/>
            </p:cNvCxnSpPr>
            <p:nvPr/>
          </p:nvCxnSpPr>
          <p:spPr>
            <a:xfrm>
              <a:off x="5253460" y="1066595"/>
              <a:ext cx="3264536" cy="16228"/>
            </a:xfrm>
            <a:prstGeom prst="line">
              <a:avLst/>
            </a:prstGeom>
            <a:ln>
              <a:solidFill>
                <a:srgbClr val="00445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5" name="Google Shape;936;p37">
            <a:extLst>
              <a:ext uri="{FF2B5EF4-FFF2-40B4-BE49-F238E27FC236}">
                <a16:creationId xmlns:a16="http://schemas.microsoft.com/office/drawing/2014/main" id="{1E45B200-2229-B8EF-A623-775C25ECCF73}"/>
              </a:ext>
            </a:extLst>
          </p:cNvPr>
          <p:cNvSpPr/>
          <p:nvPr/>
        </p:nvSpPr>
        <p:spPr>
          <a:xfrm rot="16200000" flipH="1" flipV="1">
            <a:off x="-26331" y="5857"/>
            <a:ext cx="636272" cy="583606"/>
          </a:xfrm>
          <a:custGeom>
            <a:avLst/>
            <a:gdLst>
              <a:gd name="connsiteX0" fmla="*/ 0 w 1440059"/>
              <a:gd name="connsiteY0" fmla="*/ 0 h 583600"/>
              <a:gd name="connsiteX1" fmla="*/ 1148259 w 1440059"/>
              <a:gd name="connsiteY1" fmla="*/ 0 h 583600"/>
              <a:gd name="connsiteX2" fmla="*/ 1440059 w 1440059"/>
              <a:gd name="connsiteY2" fmla="*/ 291800 h 583600"/>
              <a:gd name="connsiteX3" fmla="*/ 1440059 w 1440059"/>
              <a:gd name="connsiteY3" fmla="*/ 583600 h 583600"/>
              <a:gd name="connsiteX4" fmla="*/ 0 w 1440059"/>
              <a:gd name="connsiteY4" fmla="*/ 583600 h 583600"/>
              <a:gd name="connsiteX5" fmla="*/ 0 w 1440059"/>
              <a:gd name="connsiteY5" fmla="*/ 0 h 583600"/>
              <a:gd name="connsiteX0" fmla="*/ 612059 w 1440059"/>
              <a:gd name="connsiteY0" fmla="*/ 0 h 583603"/>
              <a:gd name="connsiteX1" fmla="*/ 1148259 w 1440059"/>
              <a:gd name="connsiteY1" fmla="*/ 3 h 583603"/>
              <a:gd name="connsiteX2" fmla="*/ 1440059 w 1440059"/>
              <a:gd name="connsiteY2" fmla="*/ 291803 h 583603"/>
              <a:gd name="connsiteX3" fmla="*/ 1440059 w 1440059"/>
              <a:gd name="connsiteY3" fmla="*/ 583603 h 583603"/>
              <a:gd name="connsiteX4" fmla="*/ 0 w 1440059"/>
              <a:gd name="connsiteY4" fmla="*/ 583603 h 583603"/>
              <a:gd name="connsiteX5" fmla="*/ 612059 w 1440059"/>
              <a:gd name="connsiteY5" fmla="*/ 0 h 583603"/>
              <a:gd name="connsiteX0" fmla="*/ 0 w 828000"/>
              <a:gd name="connsiteY0" fmla="*/ 0 h 583603"/>
              <a:gd name="connsiteX1" fmla="*/ 536200 w 828000"/>
              <a:gd name="connsiteY1" fmla="*/ 3 h 583603"/>
              <a:gd name="connsiteX2" fmla="*/ 828000 w 828000"/>
              <a:gd name="connsiteY2" fmla="*/ 291803 h 583603"/>
              <a:gd name="connsiteX3" fmla="*/ 828000 w 828000"/>
              <a:gd name="connsiteY3" fmla="*/ 583603 h 583603"/>
              <a:gd name="connsiteX4" fmla="*/ 191728 w 828000"/>
              <a:gd name="connsiteY4" fmla="*/ 576229 h 583603"/>
              <a:gd name="connsiteX5" fmla="*/ 0 w 828000"/>
              <a:gd name="connsiteY5" fmla="*/ 0 h 583603"/>
              <a:gd name="connsiteX0" fmla="*/ 14749 w 636272"/>
              <a:gd name="connsiteY0" fmla="*/ 0 h 583606"/>
              <a:gd name="connsiteX1" fmla="*/ 344472 w 636272"/>
              <a:gd name="connsiteY1" fmla="*/ 6 h 583606"/>
              <a:gd name="connsiteX2" fmla="*/ 636272 w 636272"/>
              <a:gd name="connsiteY2" fmla="*/ 291806 h 583606"/>
              <a:gd name="connsiteX3" fmla="*/ 636272 w 636272"/>
              <a:gd name="connsiteY3" fmla="*/ 583606 h 583606"/>
              <a:gd name="connsiteX4" fmla="*/ 0 w 636272"/>
              <a:gd name="connsiteY4" fmla="*/ 576232 h 583606"/>
              <a:gd name="connsiteX5" fmla="*/ 14749 w 636272"/>
              <a:gd name="connsiteY5" fmla="*/ 0 h 5836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36272" h="583606">
                <a:moveTo>
                  <a:pt x="14749" y="0"/>
                </a:moveTo>
                <a:lnTo>
                  <a:pt x="344472" y="6"/>
                </a:lnTo>
                <a:cubicBezTo>
                  <a:pt x="505629" y="6"/>
                  <a:pt x="636272" y="130649"/>
                  <a:pt x="636272" y="291806"/>
                </a:cubicBezTo>
                <a:lnTo>
                  <a:pt x="636272" y="583606"/>
                </a:lnTo>
                <a:lnTo>
                  <a:pt x="0" y="576232"/>
                </a:lnTo>
                <a:lnTo>
                  <a:pt x="14749" y="0"/>
                </a:lnTo>
                <a:close/>
              </a:path>
            </a:pathLst>
          </a:custGeom>
          <a:solidFill>
            <a:srgbClr val="1B204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latin typeface="Maven Pro"/>
              <a:ea typeface="Maven Pro"/>
              <a:cs typeface="Maven Pro"/>
              <a:sym typeface="Maven Pro"/>
            </a:endParaRPr>
          </a:p>
        </p:txBody>
      </p:sp>
      <p:sp>
        <p:nvSpPr>
          <p:cNvPr id="26" name="Google Shape;937;p37">
            <a:extLst>
              <a:ext uri="{FF2B5EF4-FFF2-40B4-BE49-F238E27FC236}">
                <a16:creationId xmlns:a16="http://schemas.microsoft.com/office/drawing/2014/main" id="{B7EE11DF-BE89-AEDB-EDF6-2F3FC4A1B1D8}"/>
              </a:ext>
            </a:extLst>
          </p:cNvPr>
          <p:cNvSpPr/>
          <p:nvPr/>
        </p:nvSpPr>
        <p:spPr>
          <a:xfrm rot="16200000" flipH="1" flipV="1">
            <a:off x="-223281" y="212082"/>
            <a:ext cx="765195" cy="318641"/>
          </a:xfrm>
          <a:custGeom>
            <a:avLst/>
            <a:gdLst>
              <a:gd name="connsiteX0" fmla="*/ 0 w 1745961"/>
              <a:gd name="connsiteY0" fmla="*/ 0 h 318637"/>
              <a:gd name="connsiteX1" fmla="*/ 1586643 w 1745961"/>
              <a:gd name="connsiteY1" fmla="*/ 0 h 318637"/>
              <a:gd name="connsiteX2" fmla="*/ 1745962 w 1745961"/>
              <a:gd name="connsiteY2" fmla="*/ 159319 h 318637"/>
              <a:gd name="connsiteX3" fmla="*/ 1745961 w 1745961"/>
              <a:gd name="connsiteY3" fmla="*/ 318637 h 318637"/>
              <a:gd name="connsiteX4" fmla="*/ 0 w 1745961"/>
              <a:gd name="connsiteY4" fmla="*/ 318637 h 318637"/>
              <a:gd name="connsiteX5" fmla="*/ 0 w 1745961"/>
              <a:gd name="connsiteY5" fmla="*/ 0 h 318637"/>
              <a:gd name="connsiteX0" fmla="*/ 980768 w 1745962"/>
              <a:gd name="connsiteY0" fmla="*/ 0 h 318637"/>
              <a:gd name="connsiteX1" fmla="*/ 1586643 w 1745962"/>
              <a:gd name="connsiteY1" fmla="*/ 0 h 318637"/>
              <a:gd name="connsiteX2" fmla="*/ 1745962 w 1745962"/>
              <a:gd name="connsiteY2" fmla="*/ 159319 h 318637"/>
              <a:gd name="connsiteX3" fmla="*/ 1745961 w 1745962"/>
              <a:gd name="connsiteY3" fmla="*/ 318637 h 318637"/>
              <a:gd name="connsiteX4" fmla="*/ 0 w 1745962"/>
              <a:gd name="connsiteY4" fmla="*/ 318637 h 318637"/>
              <a:gd name="connsiteX5" fmla="*/ 980768 w 1745962"/>
              <a:gd name="connsiteY5" fmla="*/ 0 h 318637"/>
              <a:gd name="connsiteX0" fmla="*/ 1 w 765195"/>
              <a:gd name="connsiteY0" fmla="*/ 0 h 318641"/>
              <a:gd name="connsiteX1" fmla="*/ 605876 w 765195"/>
              <a:gd name="connsiteY1" fmla="*/ 0 h 318641"/>
              <a:gd name="connsiteX2" fmla="*/ 765195 w 765195"/>
              <a:gd name="connsiteY2" fmla="*/ 159319 h 318641"/>
              <a:gd name="connsiteX3" fmla="*/ 765194 w 765195"/>
              <a:gd name="connsiteY3" fmla="*/ 318637 h 318641"/>
              <a:gd name="connsiteX4" fmla="*/ 0 w 765195"/>
              <a:gd name="connsiteY4" fmla="*/ 318641 h 318641"/>
              <a:gd name="connsiteX5" fmla="*/ 1 w 765195"/>
              <a:gd name="connsiteY5" fmla="*/ 0 h 3186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765195" h="318641">
                <a:moveTo>
                  <a:pt x="1" y="0"/>
                </a:moveTo>
                <a:lnTo>
                  <a:pt x="605876" y="0"/>
                </a:lnTo>
                <a:cubicBezTo>
                  <a:pt x="693865" y="0"/>
                  <a:pt x="765195" y="71330"/>
                  <a:pt x="765195" y="159319"/>
                </a:cubicBezTo>
                <a:cubicBezTo>
                  <a:pt x="765195" y="212425"/>
                  <a:pt x="765194" y="265531"/>
                  <a:pt x="765194" y="318637"/>
                </a:cubicBezTo>
                <a:lnTo>
                  <a:pt x="0" y="318641"/>
                </a:lnTo>
                <a:cubicBezTo>
                  <a:pt x="0" y="212427"/>
                  <a:pt x="1" y="106214"/>
                  <a:pt x="1" y="0"/>
                </a:cubicBezTo>
                <a:close/>
              </a:path>
            </a:pathLst>
          </a:custGeom>
          <a:gradFill flip="none" rotWithShape="1">
            <a:gsLst>
              <a:gs pos="63000">
                <a:srgbClr val="06D1D7"/>
              </a:gs>
              <a:gs pos="33000">
                <a:srgbClr val="23A295"/>
              </a:gs>
              <a:gs pos="0">
                <a:srgbClr val="57F6A2"/>
              </a:gs>
              <a:gs pos="100000">
                <a:srgbClr val="1B2048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latin typeface="Maven Pro"/>
              <a:ea typeface="Maven Pro"/>
              <a:cs typeface="Maven Pro"/>
              <a:sym typeface="Maven Pro"/>
            </a:endParaRPr>
          </a:p>
        </p:txBody>
      </p:sp>
      <p:grpSp>
        <p:nvGrpSpPr>
          <p:cNvPr id="28" name="Google Shape;938;p37">
            <a:extLst>
              <a:ext uri="{FF2B5EF4-FFF2-40B4-BE49-F238E27FC236}">
                <a16:creationId xmlns:a16="http://schemas.microsoft.com/office/drawing/2014/main" id="{96822500-EE8C-3DB5-B698-D9C83383CA1A}"/>
              </a:ext>
            </a:extLst>
          </p:cNvPr>
          <p:cNvGrpSpPr/>
          <p:nvPr/>
        </p:nvGrpSpPr>
        <p:grpSpPr>
          <a:xfrm rot="16200000">
            <a:off x="720348" y="-178200"/>
            <a:ext cx="368002" cy="860760"/>
            <a:chOff x="8238071" y="2241175"/>
            <a:chExt cx="379279" cy="2095500"/>
          </a:xfrm>
          <a:gradFill>
            <a:gsLst>
              <a:gs pos="53000">
                <a:srgbClr val="23A295"/>
              </a:gs>
              <a:gs pos="0">
                <a:srgbClr val="57F6A2"/>
              </a:gs>
              <a:gs pos="100000">
                <a:srgbClr val="1B2048"/>
              </a:gs>
            </a:gsLst>
            <a:lin ang="5400000" scaled="1"/>
          </a:gradFill>
        </p:grpSpPr>
        <p:cxnSp>
          <p:nvCxnSpPr>
            <p:cNvPr id="29" name="Google Shape;945;p37">
              <a:extLst>
                <a:ext uri="{FF2B5EF4-FFF2-40B4-BE49-F238E27FC236}">
                  <a16:creationId xmlns:a16="http://schemas.microsoft.com/office/drawing/2014/main" id="{CFA72369-058B-EE4B-30B9-91DF15B61561}"/>
                </a:ext>
              </a:extLst>
            </p:cNvPr>
            <p:cNvCxnSpPr/>
            <p:nvPr/>
          </p:nvCxnSpPr>
          <p:spPr>
            <a:xfrm>
              <a:off x="8313927" y="2241175"/>
              <a:ext cx="0" cy="2095500"/>
            </a:xfrm>
            <a:prstGeom prst="straightConnector1">
              <a:avLst/>
            </a:prstGeom>
            <a:grpFill/>
            <a:ln w="9525" cap="flat" cmpd="sng">
              <a:solidFill>
                <a:srgbClr val="1AB0A9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0" name="Google Shape;948;p37">
              <a:extLst>
                <a:ext uri="{FF2B5EF4-FFF2-40B4-BE49-F238E27FC236}">
                  <a16:creationId xmlns:a16="http://schemas.microsoft.com/office/drawing/2014/main" id="{5EEBEFAE-89A4-7CAD-8732-D8CA216C715D}"/>
                </a:ext>
              </a:extLst>
            </p:cNvPr>
            <p:cNvCxnSpPr/>
            <p:nvPr/>
          </p:nvCxnSpPr>
          <p:spPr>
            <a:xfrm>
              <a:off x="8238071" y="2241175"/>
              <a:ext cx="0" cy="2095500"/>
            </a:xfrm>
            <a:prstGeom prst="straightConnector1">
              <a:avLst/>
            </a:prstGeom>
            <a:grpFill/>
            <a:ln w="9525" cap="flat" cmpd="sng">
              <a:solidFill>
                <a:srgbClr val="1AB0A9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1" name="Google Shape;949;p37">
              <a:extLst>
                <a:ext uri="{FF2B5EF4-FFF2-40B4-BE49-F238E27FC236}">
                  <a16:creationId xmlns:a16="http://schemas.microsoft.com/office/drawing/2014/main" id="{77604FE5-D79F-D845-CCF5-2C892E4243E5}"/>
                </a:ext>
              </a:extLst>
            </p:cNvPr>
            <p:cNvCxnSpPr/>
            <p:nvPr/>
          </p:nvCxnSpPr>
          <p:spPr>
            <a:xfrm>
              <a:off x="8389783" y="2241175"/>
              <a:ext cx="0" cy="2095500"/>
            </a:xfrm>
            <a:prstGeom prst="straightConnector1">
              <a:avLst/>
            </a:prstGeom>
            <a:grpFill/>
            <a:ln w="9525" cap="flat" cmpd="sng">
              <a:solidFill>
                <a:srgbClr val="1AB0A9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2" name="Google Shape;950;p37">
              <a:extLst>
                <a:ext uri="{FF2B5EF4-FFF2-40B4-BE49-F238E27FC236}">
                  <a16:creationId xmlns:a16="http://schemas.microsoft.com/office/drawing/2014/main" id="{7535CA3D-2659-1F5F-7053-2A5E55C3856D}"/>
                </a:ext>
              </a:extLst>
            </p:cNvPr>
            <p:cNvCxnSpPr/>
            <p:nvPr/>
          </p:nvCxnSpPr>
          <p:spPr>
            <a:xfrm>
              <a:off x="8465638" y="2241175"/>
              <a:ext cx="0" cy="2095500"/>
            </a:xfrm>
            <a:prstGeom prst="straightConnector1">
              <a:avLst/>
            </a:prstGeom>
            <a:grpFill/>
            <a:ln w="9525" cap="flat" cmpd="sng">
              <a:solidFill>
                <a:srgbClr val="1AB0A9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3" name="Google Shape;951;p37">
              <a:extLst>
                <a:ext uri="{FF2B5EF4-FFF2-40B4-BE49-F238E27FC236}">
                  <a16:creationId xmlns:a16="http://schemas.microsoft.com/office/drawing/2014/main" id="{75ECA644-A894-81EB-23D9-0EEBD4163F02}"/>
                </a:ext>
              </a:extLst>
            </p:cNvPr>
            <p:cNvCxnSpPr/>
            <p:nvPr/>
          </p:nvCxnSpPr>
          <p:spPr>
            <a:xfrm>
              <a:off x="8541494" y="2241175"/>
              <a:ext cx="0" cy="2095500"/>
            </a:xfrm>
            <a:prstGeom prst="straightConnector1">
              <a:avLst/>
            </a:prstGeom>
            <a:grpFill/>
            <a:ln w="9525" cap="flat" cmpd="sng">
              <a:solidFill>
                <a:srgbClr val="1AB0A9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4" name="Google Shape;952;p37">
              <a:extLst>
                <a:ext uri="{FF2B5EF4-FFF2-40B4-BE49-F238E27FC236}">
                  <a16:creationId xmlns:a16="http://schemas.microsoft.com/office/drawing/2014/main" id="{EEDE6487-2DFE-30C7-6D6E-26401919AA5D}"/>
                </a:ext>
              </a:extLst>
            </p:cNvPr>
            <p:cNvCxnSpPr/>
            <p:nvPr/>
          </p:nvCxnSpPr>
          <p:spPr>
            <a:xfrm>
              <a:off x="8617350" y="2241175"/>
              <a:ext cx="0" cy="2095500"/>
            </a:xfrm>
            <a:prstGeom prst="straightConnector1">
              <a:avLst/>
            </a:prstGeom>
            <a:grpFill/>
            <a:ln w="9525" cap="flat" cmpd="sng">
              <a:solidFill>
                <a:srgbClr val="1AB0A9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35" name="Título 1">
            <a:extLst>
              <a:ext uri="{FF2B5EF4-FFF2-40B4-BE49-F238E27FC236}">
                <a16:creationId xmlns:a16="http://schemas.microsoft.com/office/drawing/2014/main" id="{B01064A7-D9AC-BA86-6938-4C196D82447C}"/>
              </a:ext>
            </a:extLst>
          </p:cNvPr>
          <p:cNvSpPr txBox="1">
            <a:spLocks/>
          </p:cNvSpPr>
          <p:nvPr/>
        </p:nvSpPr>
        <p:spPr>
          <a:xfrm>
            <a:off x="675324" y="706826"/>
            <a:ext cx="6913403" cy="4554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Montserrat"/>
              <a:buNone/>
              <a:defRPr sz="52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Montserrat"/>
              <a:buNone/>
              <a:defRPr sz="52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Montserrat"/>
              <a:buNone/>
              <a:defRPr sz="52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Montserrat"/>
              <a:buNone/>
              <a:defRPr sz="52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Montserrat"/>
              <a:buNone/>
              <a:defRPr sz="52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Montserrat"/>
              <a:buNone/>
              <a:defRPr sz="52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Montserrat"/>
              <a:buNone/>
              <a:defRPr sz="52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Montserrat"/>
              <a:buNone/>
              <a:defRPr sz="52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Montserrat"/>
              <a:buNone/>
              <a:defRPr sz="52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algn="l"/>
            <a:r>
              <a:rPr lang="pt-BR" sz="2800" dirty="0">
                <a:latin typeface="+mj-lt"/>
                <a:cs typeface="Arial" panose="020B0604020202020204" pitchFamily="34" charset="0"/>
              </a:rPr>
              <a:t>Unidade de análise: notícia publicada</a:t>
            </a:r>
          </a:p>
        </p:txBody>
      </p:sp>
      <p:sp>
        <p:nvSpPr>
          <p:cNvPr id="36" name="Subtítulo 2">
            <a:extLst>
              <a:ext uri="{FF2B5EF4-FFF2-40B4-BE49-F238E27FC236}">
                <a16:creationId xmlns:a16="http://schemas.microsoft.com/office/drawing/2014/main" id="{F11EA594-8EFC-877C-CC52-E3AB511F542B}"/>
              </a:ext>
            </a:extLst>
          </p:cNvPr>
          <p:cNvSpPr>
            <a:spLocks noGrp="1"/>
          </p:cNvSpPr>
          <p:nvPr>
            <p:ph type="subTitle" idx="4294967295"/>
          </p:nvPr>
        </p:nvSpPr>
        <p:spPr>
          <a:xfrm>
            <a:off x="583608" y="1533079"/>
            <a:ext cx="4123551" cy="2979286"/>
          </a:xfrm>
          <a:prstGeom prst="rect">
            <a:avLst/>
          </a:prstGeom>
        </p:spPr>
        <p:txBody>
          <a:bodyPr>
            <a:normAutofit lnSpcReduction="10000"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1400" b="1" dirty="0">
                <a:solidFill>
                  <a:schemeClr val="bg1"/>
                </a:solidFill>
                <a:latin typeface="+mj-lt"/>
              </a:rPr>
              <a:t>A unidade de análise é a notícia publicada.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1400" b="1" dirty="0">
                <a:solidFill>
                  <a:schemeClr val="bg1"/>
                </a:solidFill>
                <a:latin typeface="+mj-lt"/>
              </a:rPr>
              <a:t>Uma notícia não corresponde necessariamente a uma operação policial única.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1400" b="1" dirty="0">
                <a:solidFill>
                  <a:schemeClr val="bg1"/>
                </a:solidFill>
                <a:latin typeface="+mj-lt"/>
              </a:rPr>
              <a:t>Uma operação pode gerar várias publicações.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1400" b="1" dirty="0">
                <a:solidFill>
                  <a:schemeClr val="bg1"/>
                </a:solidFill>
                <a:latin typeface="+mj-lt"/>
              </a:rPr>
              <a:t>Uma notícia pode reunir diferentes crimes, órgãos participantes ou ações operacionais.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1400" b="1" dirty="0">
                <a:solidFill>
                  <a:schemeClr val="bg1"/>
                </a:solidFill>
                <a:latin typeface="+mj-lt"/>
              </a:rPr>
              <a:t>As frequências devem ser lidas como frequências de notícias.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1400" b="1" dirty="0">
                <a:solidFill>
                  <a:schemeClr val="bg1"/>
                </a:solidFill>
                <a:latin typeface="+mj-lt"/>
              </a:rPr>
              <a:t>Não representam diretamente número de operações, inquéritos, mandados ou ocorrências criminais.</a:t>
            </a:r>
            <a:endParaRPr lang="pt-BR" sz="1400" dirty="0">
              <a:solidFill>
                <a:schemeClr val="bg1"/>
              </a:solidFill>
              <a:latin typeface="+mj-lt"/>
            </a:endParaRPr>
          </a:p>
        </p:txBody>
      </p:sp>
      <p:cxnSp>
        <p:nvCxnSpPr>
          <p:cNvPr id="40" name="Conector reto 39">
            <a:extLst>
              <a:ext uri="{FF2B5EF4-FFF2-40B4-BE49-F238E27FC236}">
                <a16:creationId xmlns:a16="http://schemas.microsoft.com/office/drawing/2014/main" id="{77D23633-CBB9-CC98-B4F5-A66B89319279}"/>
              </a:ext>
            </a:extLst>
          </p:cNvPr>
          <p:cNvCxnSpPr>
            <a:cxnSpLocks/>
          </p:cNvCxnSpPr>
          <p:nvPr/>
        </p:nvCxnSpPr>
        <p:spPr>
          <a:xfrm>
            <a:off x="-5" y="1114607"/>
            <a:ext cx="2796961" cy="0"/>
          </a:xfrm>
          <a:prstGeom prst="line">
            <a:avLst/>
          </a:prstGeom>
          <a:ln>
            <a:solidFill>
              <a:srgbClr val="00445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Google Shape;937;p37">
            <a:extLst>
              <a:ext uri="{FF2B5EF4-FFF2-40B4-BE49-F238E27FC236}">
                <a16:creationId xmlns:a16="http://schemas.microsoft.com/office/drawing/2014/main" id="{6FAC1509-D4FE-0651-8893-0282EA71BC63}"/>
              </a:ext>
            </a:extLst>
          </p:cNvPr>
          <p:cNvSpPr/>
          <p:nvPr/>
        </p:nvSpPr>
        <p:spPr>
          <a:xfrm flipH="1" flipV="1">
            <a:off x="8773117" y="52"/>
            <a:ext cx="369846" cy="249032"/>
          </a:xfrm>
          <a:custGeom>
            <a:avLst/>
            <a:gdLst>
              <a:gd name="connsiteX0" fmla="*/ 0 w 1414234"/>
              <a:gd name="connsiteY0" fmla="*/ 0 h 258097"/>
              <a:gd name="connsiteX1" fmla="*/ 1285186 w 1414234"/>
              <a:gd name="connsiteY1" fmla="*/ 0 h 258097"/>
              <a:gd name="connsiteX2" fmla="*/ 1414235 w 1414234"/>
              <a:gd name="connsiteY2" fmla="*/ 129049 h 258097"/>
              <a:gd name="connsiteX3" fmla="*/ 1414234 w 1414234"/>
              <a:gd name="connsiteY3" fmla="*/ 258097 h 258097"/>
              <a:gd name="connsiteX4" fmla="*/ 0 w 1414234"/>
              <a:gd name="connsiteY4" fmla="*/ 258097 h 258097"/>
              <a:gd name="connsiteX5" fmla="*/ 0 w 1414234"/>
              <a:gd name="connsiteY5" fmla="*/ 0 h 258097"/>
              <a:gd name="connsiteX0" fmla="*/ 0 w 1414235"/>
              <a:gd name="connsiteY0" fmla="*/ 0 h 258097"/>
              <a:gd name="connsiteX1" fmla="*/ 1285186 w 1414235"/>
              <a:gd name="connsiteY1" fmla="*/ 0 h 258097"/>
              <a:gd name="connsiteX2" fmla="*/ 1414235 w 1414235"/>
              <a:gd name="connsiteY2" fmla="*/ 129049 h 258097"/>
              <a:gd name="connsiteX3" fmla="*/ 1414234 w 1414235"/>
              <a:gd name="connsiteY3" fmla="*/ 258097 h 258097"/>
              <a:gd name="connsiteX4" fmla="*/ 243348 w 1414235"/>
              <a:gd name="connsiteY4" fmla="*/ 258097 h 258097"/>
              <a:gd name="connsiteX5" fmla="*/ 0 w 1414235"/>
              <a:gd name="connsiteY5" fmla="*/ 0 h 258097"/>
              <a:gd name="connsiteX0" fmla="*/ 0 w 1178260"/>
              <a:gd name="connsiteY0" fmla="*/ 7374 h 258097"/>
              <a:gd name="connsiteX1" fmla="*/ 1049211 w 1178260"/>
              <a:gd name="connsiteY1" fmla="*/ 0 h 258097"/>
              <a:gd name="connsiteX2" fmla="*/ 1178260 w 1178260"/>
              <a:gd name="connsiteY2" fmla="*/ 129049 h 258097"/>
              <a:gd name="connsiteX3" fmla="*/ 1178259 w 1178260"/>
              <a:gd name="connsiteY3" fmla="*/ 258097 h 258097"/>
              <a:gd name="connsiteX4" fmla="*/ 7373 w 1178260"/>
              <a:gd name="connsiteY4" fmla="*/ 258097 h 258097"/>
              <a:gd name="connsiteX5" fmla="*/ 0 w 1178260"/>
              <a:gd name="connsiteY5" fmla="*/ 7374 h 258097"/>
              <a:gd name="connsiteX0" fmla="*/ 0 w 1178260"/>
              <a:gd name="connsiteY0" fmla="*/ 7374 h 265471"/>
              <a:gd name="connsiteX1" fmla="*/ 1049211 w 1178260"/>
              <a:gd name="connsiteY1" fmla="*/ 0 h 265471"/>
              <a:gd name="connsiteX2" fmla="*/ 1178260 w 1178260"/>
              <a:gd name="connsiteY2" fmla="*/ 129049 h 265471"/>
              <a:gd name="connsiteX3" fmla="*/ 1178259 w 1178260"/>
              <a:gd name="connsiteY3" fmla="*/ 258097 h 265471"/>
              <a:gd name="connsiteX4" fmla="*/ 619431 w 1178260"/>
              <a:gd name="connsiteY4" fmla="*/ 265471 h 265471"/>
              <a:gd name="connsiteX5" fmla="*/ 0 w 1178260"/>
              <a:gd name="connsiteY5" fmla="*/ 7374 h 265471"/>
              <a:gd name="connsiteX0" fmla="*/ 0 w 566202"/>
              <a:gd name="connsiteY0" fmla="*/ 0 h 280219"/>
              <a:gd name="connsiteX1" fmla="*/ 437153 w 566202"/>
              <a:gd name="connsiteY1" fmla="*/ 14748 h 280219"/>
              <a:gd name="connsiteX2" fmla="*/ 566202 w 566202"/>
              <a:gd name="connsiteY2" fmla="*/ 143797 h 280219"/>
              <a:gd name="connsiteX3" fmla="*/ 566201 w 566202"/>
              <a:gd name="connsiteY3" fmla="*/ 272845 h 280219"/>
              <a:gd name="connsiteX4" fmla="*/ 7373 w 566202"/>
              <a:gd name="connsiteY4" fmla="*/ 280219 h 280219"/>
              <a:gd name="connsiteX5" fmla="*/ 0 w 566202"/>
              <a:gd name="connsiteY5" fmla="*/ 0 h 280219"/>
              <a:gd name="connsiteX0" fmla="*/ 0 w 566202"/>
              <a:gd name="connsiteY0" fmla="*/ 0 h 280219"/>
              <a:gd name="connsiteX1" fmla="*/ 437153 w 566202"/>
              <a:gd name="connsiteY1" fmla="*/ 14748 h 280219"/>
              <a:gd name="connsiteX2" fmla="*/ 566202 w 566202"/>
              <a:gd name="connsiteY2" fmla="*/ 143797 h 280219"/>
              <a:gd name="connsiteX3" fmla="*/ 566201 w 566202"/>
              <a:gd name="connsiteY3" fmla="*/ 272845 h 280219"/>
              <a:gd name="connsiteX4" fmla="*/ 58992 w 566202"/>
              <a:gd name="connsiteY4" fmla="*/ 280219 h 280219"/>
              <a:gd name="connsiteX5" fmla="*/ 0 w 566202"/>
              <a:gd name="connsiteY5" fmla="*/ 0 h 280219"/>
              <a:gd name="connsiteX0" fmla="*/ 0 w 566202"/>
              <a:gd name="connsiteY0" fmla="*/ 0 h 272845"/>
              <a:gd name="connsiteX1" fmla="*/ 437153 w 566202"/>
              <a:gd name="connsiteY1" fmla="*/ 14748 h 272845"/>
              <a:gd name="connsiteX2" fmla="*/ 566202 w 566202"/>
              <a:gd name="connsiteY2" fmla="*/ 143797 h 272845"/>
              <a:gd name="connsiteX3" fmla="*/ 566201 w 566202"/>
              <a:gd name="connsiteY3" fmla="*/ 272845 h 272845"/>
              <a:gd name="connsiteX4" fmla="*/ 209118 w 566202"/>
              <a:gd name="connsiteY4" fmla="*/ 262022 h 272845"/>
              <a:gd name="connsiteX5" fmla="*/ 0 w 566202"/>
              <a:gd name="connsiteY5" fmla="*/ 0 h 272845"/>
              <a:gd name="connsiteX0" fmla="*/ 0 w 366035"/>
              <a:gd name="connsiteY0" fmla="*/ 0 h 272845"/>
              <a:gd name="connsiteX1" fmla="*/ 236986 w 366035"/>
              <a:gd name="connsiteY1" fmla="*/ 14748 h 272845"/>
              <a:gd name="connsiteX2" fmla="*/ 366035 w 366035"/>
              <a:gd name="connsiteY2" fmla="*/ 143797 h 272845"/>
              <a:gd name="connsiteX3" fmla="*/ 366034 w 366035"/>
              <a:gd name="connsiteY3" fmla="*/ 272845 h 272845"/>
              <a:gd name="connsiteX4" fmla="*/ 8951 w 366035"/>
              <a:gd name="connsiteY4" fmla="*/ 262022 h 272845"/>
              <a:gd name="connsiteX5" fmla="*/ 0 w 366035"/>
              <a:gd name="connsiteY5" fmla="*/ 0 h 272845"/>
              <a:gd name="connsiteX0" fmla="*/ 0 w 366035"/>
              <a:gd name="connsiteY0" fmla="*/ 0 h 272845"/>
              <a:gd name="connsiteX1" fmla="*/ 236986 w 366035"/>
              <a:gd name="connsiteY1" fmla="*/ 14748 h 272845"/>
              <a:gd name="connsiteX2" fmla="*/ 366035 w 366035"/>
              <a:gd name="connsiteY2" fmla="*/ 143797 h 272845"/>
              <a:gd name="connsiteX3" fmla="*/ 366034 w 366035"/>
              <a:gd name="connsiteY3" fmla="*/ 272845 h 272845"/>
              <a:gd name="connsiteX4" fmla="*/ 99438 w 366035"/>
              <a:gd name="connsiteY4" fmla="*/ 247734 h 272845"/>
              <a:gd name="connsiteX5" fmla="*/ 0 w 366035"/>
              <a:gd name="connsiteY5" fmla="*/ 0 h 272845"/>
              <a:gd name="connsiteX0" fmla="*/ 0 w 366035"/>
              <a:gd name="connsiteY0" fmla="*/ 0 h 272845"/>
              <a:gd name="connsiteX1" fmla="*/ 236986 w 366035"/>
              <a:gd name="connsiteY1" fmla="*/ 14748 h 272845"/>
              <a:gd name="connsiteX2" fmla="*/ 366035 w 366035"/>
              <a:gd name="connsiteY2" fmla="*/ 143797 h 272845"/>
              <a:gd name="connsiteX3" fmla="*/ 366034 w 366035"/>
              <a:gd name="connsiteY3" fmla="*/ 272845 h 272845"/>
              <a:gd name="connsiteX4" fmla="*/ 25619 w 366035"/>
              <a:gd name="connsiteY4" fmla="*/ 259641 h 272845"/>
              <a:gd name="connsiteX5" fmla="*/ 0 w 366035"/>
              <a:gd name="connsiteY5" fmla="*/ 0 h 272845"/>
              <a:gd name="connsiteX0" fmla="*/ 5337 w 340416"/>
              <a:gd name="connsiteY0" fmla="*/ 0 h 268083"/>
              <a:gd name="connsiteX1" fmla="*/ 211367 w 340416"/>
              <a:gd name="connsiteY1" fmla="*/ 9986 h 268083"/>
              <a:gd name="connsiteX2" fmla="*/ 340416 w 340416"/>
              <a:gd name="connsiteY2" fmla="*/ 139035 h 268083"/>
              <a:gd name="connsiteX3" fmla="*/ 340415 w 340416"/>
              <a:gd name="connsiteY3" fmla="*/ 268083 h 268083"/>
              <a:gd name="connsiteX4" fmla="*/ 0 w 340416"/>
              <a:gd name="connsiteY4" fmla="*/ 254879 h 268083"/>
              <a:gd name="connsiteX5" fmla="*/ 5337 w 340416"/>
              <a:gd name="connsiteY5" fmla="*/ 0 h 268083"/>
              <a:gd name="connsiteX0" fmla="*/ 5337 w 353901"/>
              <a:gd name="connsiteY0" fmla="*/ 0 h 254879"/>
              <a:gd name="connsiteX1" fmla="*/ 211367 w 353901"/>
              <a:gd name="connsiteY1" fmla="*/ 9986 h 254879"/>
              <a:gd name="connsiteX2" fmla="*/ 340416 w 353901"/>
              <a:gd name="connsiteY2" fmla="*/ 139035 h 254879"/>
              <a:gd name="connsiteX3" fmla="*/ 349940 w 353901"/>
              <a:gd name="connsiteY3" fmla="*/ 253795 h 254879"/>
              <a:gd name="connsiteX4" fmla="*/ 0 w 353901"/>
              <a:gd name="connsiteY4" fmla="*/ 254879 h 254879"/>
              <a:gd name="connsiteX5" fmla="*/ 5337 w 353901"/>
              <a:gd name="connsiteY5" fmla="*/ 0 h 254879"/>
              <a:gd name="connsiteX0" fmla="*/ 7718 w 356282"/>
              <a:gd name="connsiteY0" fmla="*/ 0 h 253795"/>
              <a:gd name="connsiteX1" fmla="*/ 213748 w 356282"/>
              <a:gd name="connsiteY1" fmla="*/ 9986 h 253795"/>
              <a:gd name="connsiteX2" fmla="*/ 342797 w 356282"/>
              <a:gd name="connsiteY2" fmla="*/ 139035 h 253795"/>
              <a:gd name="connsiteX3" fmla="*/ 352321 w 356282"/>
              <a:gd name="connsiteY3" fmla="*/ 253795 h 253795"/>
              <a:gd name="connsiteX4" fmla="*/ 0 w 356282"/>
              <a:gd name="connsiteY4" fmla="*/ 226304 h 253795"/>
              <a:gd name="connsiteX5" fmla="*/ 7718 w 356282"/>
              <a:gd name="connsiteY5" fmla="*/ 0 h 253795"/>
              <a:gd name="connsiteX0" fmla="*/ 574 w 349138"/>
              <a:gd name="connsiteY0" fmla="*/ 0 h 257260"/>
              <a:gd name="connsiteX1" fmla="*/ 206604 w 349138"/>
              <a:gd name="connsiteY1" fmla="*/ 9986 h 257260"/>
              <a:gd name="connsiteX2" fmla="*/ 335653 w 349138"/>
              <a:gd name="connsiteY2" fmla="*/ 139035 h 257260"/>
              <a:gd name="connsiteX3" fmla="*/ 345177 w 349138"/>
              <a:gd name="connsiteY3" fmla="*/ 253795 h 257260"/>
              <a:gd name="connsiteX4" fmla="*/ 0 w 349138"/>
              <a:gd name="connsiteY4" fmla="*/ 257260 h 257260"/>
              <a:gd name="connsiteX5" fmla="*/ 574 w 349138"/>
              <a:gd name="connsiteY5" fmla="*/ 0 h 257260"/>
              <a:gd name="connsiteX0" fmla="*/ 574 w 359486"/>
              <a:gd name="connsiteY0" fmla="*/ 0 h 257260"/>
              <a:gd name="connsiteX1" fmla="*/ 206604 w 359486"/>
              <a:gd name="connsiteY1" fmla="*/ 9986 h 257260"/>
              <a:gd name="connsiteX2" fmla="*/ 335653 w 359486"/>
              <a:gd name="connsiteY2" fmla="*/ 139035 h 257260"/>
              <a:gd name="connsiteX3" fmla="*/ 359464 w 359486"/>
              <a:gd name="connsiteY3" fmla="*/ 253795 h 257260"/>
              <a:gd name="connsiteX4" fmla="*/ 0 w 359486"/>
              <a:gd name="connsiteY4" fmla="*/ 257260 h 257260"/>
              <a:gd name="connsiteX5" fmla="*/ 574 w 359486"/>
              <a:gd name="connsiteY5" fmla="*/ 0 h 257260"/>
              <a:gd name="connsiteX0" fmla="*/ 574 w 359486"/>
              <a:gd name="connsiteY0" fmla="*/ 0 h 257260"/>
              <a:gd name="connsiteX1" fmla="*/ 206604 w 359486"/>
              <a:gd name="connsiteY1" fmla="*/ 9986 h 257260"/>
              <a:gd name="connsiteX2" fmla="*/ 335653 w 359486"/>
              <a:gd name="connsiteY2" fmla="*/ 110460 h 257260"/>
              <a:gd name="connsiteX3" fmla="*/ 359464 w 359486"/>
              <a:gd name="connsiteY3" fmla="*/ 253795 h 257260"/>
              <a:gd name="connsiteX4" fmla="*/ 0 w 359486"/>
              <a:gd name="connsiteY4" fmla="*/ 257260 h 257260"/>
              <a:gd name="connsiteX5" fmla="*/ 574 w 359486"/>
              <a:gd name="connsiteY5" fmla="*/ 0 h 257260"/>
              <a:gd name="connsiteX0" fmla="*/ 574 w 365269"/>
              <a:gd name="connsiteY0" fmla="*/ 0 h 257260"/>
              <a:gd name="connsiteX1" fmla="*/ 206604 w 365269"/>
              <a:gd name="connsiteY1" fmla="*/ 9986 h 257260"/>
              <a:gd name="connsiteX2" fmla="*/ 359464 w 365269"/>
              <a:gd name="connsiteY2" fmla="*/ 253795 h 257260"/>
              <a:gd name="connsiteX3" fmla="*/ 0 w 365269"/>
              <a:gd name="connsiteY3" fmla="*/ 257260 h 257260"/>
              <a:gd name="connsiteX4" fmla="*/ 574 w 365269"/>
              <a:gd name="connsiteY4" fmla="*/ 0 h 257260"/>
              <a:gd name="connsiteX0" fmla="*/ 574 w 369846"/>
              <a:gd name="connsiteY0" fmla="*/ 0 h 257260"/>
              <a:gd name="connsiteX1" fmla="*/ 206604 w 369846"/>
              <a:gd name="connsiteY1" fmla="*/ 9986 h 257260"/>
              <a:gd name="connsiteX2" fmla="*/ 359464 w 369846"/>
              <a:gd name="connsiteY2" fmla="*/ 253795 h 257260"/>
              <a:gd name="connsiteX3" fmla="*/ 0 w 369846"/>
              <a:gd name="connsiteY3" fmla="*/ 257260 h 257260"/>
              <a:gd name="connsiteX4" fmla="*/ 574 w 369846"/>
              <a:gd name="connsiteY4" fmla="*/ 0 h 257260"/>
              <a:gd name="connsiteX0" fmla="*/ 574 w 369846"/>
              <a:gd name="connsiteY0" fmla="*/ 0 h 252497"/>
              <a:gd name="connsiteX1" fmla="*/ 206604 w 369846"/>
              <a:gd name="connsiteY1" fmla="*/ 5223 h 252497"/>
              <a:gd name="connsiteX2" fmla="*/ 359464 w 369846"/>
              <a:gd name="connsiteY2" fmla="*/ 249032 h 252497"/>
              <a:gd name="connsiteX3" fmla="*/ 0 w 369846"/>
              <a:gd name="connsiteY3" fmla="*/ 252497 h 252497"/>
              <a:gd name="connsiteX4" fmla="*/ 574 w 369846"/>
              <a:gd name="connsiteY4" fmla="*/ 0 h 252497"/>
              <a:gd name="connsiteX0" fmla="*/ 574 w 369846"/>
              <a:gd name="connsiteY0" fmla="*/ 0 h 249032"/>
              <a:gd name="connsiteX1" fmla="*/ 206604 w 369846"/>
              <a:gd name="connsiteY1" fmla="*/ 5223 h 249032"/>
              <a:gd name="connsiteX2" fmla="*/ 359464 w 369846"/>
              <a:gd name="connsiteY2" fmla="*/ 249032 h 249032"/>
              <a:gd name="connsiteX3" fmla="*/ 0 w 369846"/>
              <a:gd name="connsiteY3" fmla="*/ 245353 h 249032"/>
              <a:gd name="connsiteX4" fmla="*/ 574 w 369846"/>
              <a:gd name="connsiteY4" fmla="*/ 0 h 2490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69846" h="249032">
                <a:moveTo>
                  <a:pt x="574" y="0"/>
                </a:moveTo>
                <a:lnTo>
                  <a:pt x="206604" y="5223"/>
                </a:lnTo>
                <a:cubicBezTo>
                  <a:pt x="342619" y="42759"/>
                  <a:pt x="393898" y="207820"/>
                  <a:pt x="359464" y="249032"/>
                </a:cubicBezTo>
                <a:lnTo>
                  <a:pt x="0" y="245353"/>
                </a:lnTo>
                <a:cubicBezTo>
                  <a:pt x="191" y="159600"/>
                  <a:pt x="383" y="85753"/>
                  <a:pt x="574" y="0"/>
                </a:cubicBezTo>
                <a:close/>
              </a:path>
            </a:pathLst>
          </a:custGeom>
          <a:gradFill flip="none" rotWithShape="1">
            <a:gsLst>
              <a:gs pos="63000">
                <a:srgbClr val="06D1D7"/>
              </a:gs>
              <a:gs pos="33000">
                <a:srgbClr val="23A295"/>
              </a:gs>
              <a:gs pos="0">
                <a:srgbClr val="57F6A2"/>
              </a:gs>
              <a:gs pos="100000">
                <a:srgbClr val="1B2048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latin typeface="Maven Pro"/>
              <a:ea typeface="Maven Pro"/>
              <a:cs typeface="Maven Pro"/>
              <a:sym typeface="Maven Pro"/>
            </a:endParaRPr>
          </a:p>
        </p:txBody>
      </p:sp>
      <p:sp>
        <p:nvSpPr>
          <p:cNvPr id="39" name="CaixaDeTexto 38">
            <a:extLst>
              <a:ext uri="{FF2B5EF4-FFF2-40B4-BE49-F238E27FC236}">
                <a16:creationId xmlns:a16="http://schemas.microsoft.com/office/drawing/2014/main" id="{0C6DC798-7713-EE2D-E7B6-2BD12D1051C9}"/>
              </a:ext>
            </a:extLst>
          </p:cNvPr>
          <p:cNvSpPr txBox="1"/>
          <p:nvPr/>
        </p:nvSpPr>
        <p:spPr>
          <a:xfrm>
            <a:off x="4905396" y="2248799"/>
            <a:ext cx="3950803" cy="11695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PT" dirty="0"/>
              <a:t>Notícia publicada ≠ operação policial</a:t>
            </a:r>
          </a:p>
          <a:p>
            <a:r>
              <a:rPr lang="pt-PT" dirty="0"/>
              <a:t>Notícia publicada ≠ inquérito</a:t>
            </a:r>
          </a:p>
          <a:p>
            <a:r>
              <a:rPr lang="pt-PT" dirty="0"/>
              <a:t>Notícia publicada ≠ ocorrência criminal</a:t>
            </a:r>
          </a:p>
          <a:p>
            <a:endParaRPr lang="pt-PT" dirty="0"/>
          </a:p>
          <a:p>
            <a:r>
              <a:rPr lang="pt-PT" dirty="0"/>
              <a:t>Notícia publicada = atuação publicizada</a:t>
            </a:r>
          </a:p>
        </p:txBody>
      </p:sp>
    </p:spTree>
    <p:extLst>
      <p:ext uri="{BB962C8B-B14F-4D97-AF65-F5344CB8AC3E}">
        <p14:creationId xmlns:p14="http://schemas.microsoft.com/office/powerpoint/2010/main" val="252691675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91">
          <a:extLst>
            <a:ext uri="{FF2B5EF4-FFF2-40B4-BE49-F238E27FC236}">
              <a16:creationId xmlns:a16="http://schemas.microsoft.com/office/drawing/2014/main" id="{A9C70FB6-6916-4DB6-FACF-8201BB1DA2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83" name="Gráfico 982">
            <a:extLst>
              <a:ext uri="{FF2B5EF4-FFF2-40B4-BE49-F238E27FC236}">
                <a16:creationId xmlns:a16="http://schemas.microsoft.com/office/drawing/2014/main" id="{175ADB5C-ED40-1169-F36F-92CC375E775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471287" y="-176981"/>
            <a:ext cx="10434025" cy="5320297"/>
          </a:xfrm>
          <a:prstGeom prst="rect">
            <a:avLst/>
          </a:prstGeom>
        </p:spPr>
      </p:pic>
      <p:sp>
        <p:nvSpPr>
          <p:cNvPr id="2" name="Google Shape;932;p37">
            <a:extLst>
              <a:ext uri="{FF2B5EF4-FFF2-40B4-BE49-F238E27FC236}">
                <a16:creationId xmlns:a16="http://schemas.microsoft.com/office/drawing/2014/main" id="{54EE7210-C290-7BDB-6254-42CAF95FB870}"/>
              </a:ext>
            </a:extLst>
          </p:cNvPr>
          <p:cNvSpPr txBox="1">
            <a:spLocks/>
          </p:cNvSpPr>
          <p:nvPr/>
        </p:nvSpPr>
        <p:spPr>
          <a:xfrm>
            <a:off x="7194305" y="528340"/>
            <a:ext cx="1661894" cy="2259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None/>
              <a:defRPr sz="28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None/>
              <a:defRPr sz="28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None/>
              <a:defRPr sz="28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None/>
              <a:defRPr sz="28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None/>
              <a:defRPr sz="28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None/>
              <a:defRPr sz="28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None/>
              <a:defRPr sz="28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None/>
              <a:defRPr sz="28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None/>
              <a:defRPr sz="28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r>
              <a:rPr lang="pt-BR" sz="600" b="0" dirty="0">
                <a:solidFill>
                  <a:srgbClr val="186E66"/>
                </a:solidFill>
                <a:latin typeface="+mj-lt"/>
                <a:cs typeface="Arial" panose="020B0604020202020204" pitchFamily="34" charset="0"/>
              </a:rPr>
              <a:t>Há mais de 60 anos pensando o Brasil</a:t>
            </a:r>
          </a:p>
        </p:txBody>
      </p:sp>
      <p:sp>
        <p:nvSpPr>
          <p:cNvPr id="3" name="Google Shape;936;p37">
            <a:extLst>
              <a:ext uri="{FF2B5EF4-FFF2-40B4-BE49-F238E27FC236}">
                <a16:creationId xmlns:a16="http://schemas.microsoft.com/office/drawing/2014/main" id="{AA8099E5-6354-2B1C-F50A-A44740A90CC7}"/>
              </a:ext>
            </a:extLst>
          </p:cNvPr>
          <p:cNvSpPr/>
          <p:nvPr/>
        </p:nvSpPr>
        <p:spPr>
          <a:xfrm flipH="1">
            <a:off x="7861193" y="4721150"/>
            <a:ext cx="1282656" cy="422165"/>
          </a:xfrm>
          <a:prstGeom prst="round1Rect">
            <a:avLst>
              <a:gd name="adj" fmla="val 50000"/>
            </a:avLst>
          </a:prstGeom>
          <a:solidFill>
            <a:srgbClr val="1B204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latin typeface="Maven Pro"/>
              <a:ea typeface="Maven Pro"/>
              <a:cs typeface="Maven Pro"/>
              <a:sym typeface="Maven Pro"/>
            </a:endParaRPr>
          </a:p>
        </p:txBody>
      </p:sp>
      <p:sp>
        <p:nvSpPr>
          <p:cNvPr id="4" name="Google Shape;937;p37">
            <a:extLst>
              <a:ext uri="{FF2B5EF4-FFF2-40B4-BE49-F238E27FC236}">
                <a16:creationId xmlns:a16="http://schemas.microsoft.com/office/drawing/2014/main" id="{0D1DB5F8-E877-13DA-C759-2C9F6031D654}"/>
              </a:ext>
            </a:extLst>
          </p:cNvPr>
          <p:cNvSpPr/>
          <p:nvPr/>
        </p:nvSpPr>
        <p:spPr>
          <a:xfrm flipH="1">
            <a:off x="7588727" y="4912884"/>
            <a:ext cx="1555123" cy="230496"/>
          </a:xfrm>
          <a:prstGeom prst="round1Rect">
            <a:avLst>
              <a:gd name="adj" fmla="val 50000"/>
            </a:avLst>
          </a:prstGeom>
          <a:gradFill flip="none" rotWithShape="1">
            <a:gsLst>
              <a:gs pos="63000">
                <a:srgbClr val="06D1D7"/>
              </a:gs>
              <a:gs pos="33000">
                <a:srgbClr val="23A295"/>
              </a:gs>
              <a:gs pos="0">
                <a:srgbClr val="57F6A2"/>
              </a:gs>
              <a:gs pos="100000">
                <a:srgbClr val="1B2048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latin typeface="Maven Pro"/>
              <a:ea typeface="Maven Pro"/>
              <a:cs typeface="Maven Pro"/>
              <a:sym typeface="Maven Pro"/>
            </a:endParaRPr>
          </a:p>
        </p:txBody>
      </p:sp>
      <p:grpSp>
        <p:nvGrpSpPr>
          <p:cNvPr id="5" name="Google Shape;938;p37">
            <a:extLst>
              <a:ext uri="{FF2B5EF4-FFF2-40B4-BE49-F238E27FC236}">
                <a16:creationId xmlns:a16="http://schemas.microsoft.com/office/drawing/2014/main" id="{BE91494C-62A9-2462-E7EA-A4931E8699A7}"/>
              </a:ext>
            </a:extLst>
          </p:cNvPr>
          <p:cNvGrpSpPr/>
          <p:nvPr/>
        </p:nvGrpSpPr>
        <p:grpSpPr>
          <a:xfrm>
            <a:off x="8644350" y="4276582"/>
            <a:ext cx="423698" cy="551579"/>
            <a:chOff x="7631225" y="2241175"/>
            <a:chExt cx="986125" cy="2095500"/>
          </a:xfrm>
          <a:gradFill>
            <a:gsLst>
              <a:gs pos="53000">
                <a:srgbClr val="23A295"/>
              </a:gs>
              <a:gs pos="0">
                <a:srgbClr val="57F6A2"/>
              </a:gs>
              <a:gs pos="100000">
                <a:srgbClr val="1B2048"/>
              </a:gs>
            </a:gsLst>
            <a:lin ang="5400000" scaled="1"/>
          </a:gradFill>
        </p:grpSpPr>
        <p:cxnSp>
          <p:nvCxnSpPr>
            <p:cNvPr id="6" name="Google Shape;939;p37">
              <a:extLst>
                <a:ext uri="{FF2B5EF4-FFF2-40B4-BE49-F238E27FC236}">
                  <a16:creationId xmlns:a16="http://schemas.microsoft.com/office/drawing/2014/main" id="{A3840228-2FF2-C914-8E6A-5DE363FACDF7}"/>
                </a:ext>
              </a:extLst>
            </p:cNvPr>
            <p:cNvCxnSpPr/>
            <p:nvPr/>
          </p:nvCxnSpPr>
          <p:spPr>
            <a:xfrm>
              <a:off x="7631225" y="2241175"/>
              <a:ext cx="0" cy="2095500"/>
            </a:xfrm>
            <a:prstGeom prst="straightConnector1">
              <a:avLst/>
            </a:prstGeom>
            <a:grpFill/>
            <a:ln w="9525" cap="flat" cmpd="sng">
              <a:solidFill>
                <a:srgbClr val="1AB0A9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7" name="Google Shape;940;p37">
              <a:extLst>
                <a:ext uri="{FF2B5EF4-FFF2-40B4-BE49-F238E27FC236}">
                  <a16:creationId xmlns:a16="http://schemas.microsoft.com/office/drawing/2014/main" id="{F94A2075-99F1-8A06-4DFC-1545EFDE0788}"/>
                </a:ext>
              </a:extLst>
            </p:cNvPr>
            <p:cNvCxnSpPr/>
            <p:nvPr/>
          </p:nvCxnSpPr>
          <p:spPr>
            <a:xfrm>
              <a:off x="7707081" y="2241175"/>
              <a:ext cx="0" cy="2095500"/>
            </a:xfrm>
            <a:prstGeom prst="straightConnector1">
              <a:avLst/>
            </a:prstGeom>
            <a:grpFill/>
            <a:ln w="9525" cap="flat" cmpd="sng">
              <a:solidFill>
                <a:srgbClr val="1AB0A9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8" name="Google Shape;941;p37">
              <a:extLst>
                <a:ext uri="{FF2B5EF4-FFF2-40B4-BE49-F238E27FC236}">
                  <a16:creationId xmlns:a16="http://schemas.microsoft.com/office/drawing/2014/main" id="{C19D1502-9D2A-8CC6-B31F-EFE5A93B3E78}"/>
                </a:ext>
              </a:extLst>
            </p:cNvPr>
            <p:cNvCxnSpPr/>
            <p:nvPr/>
          </p:nvCxnSpPr>
          <p:spPr>
            <a:xfrm>
              <a:off x="7782937" y="2241175"/>
              <a:ext cx="0" cy="2095500"/>
            </a:xfrm>
            <a:prstGeom prst="straightConnector1">
              <a:avLst/>
            </a:prstGeom>
            <a:grpFill/>
            <a:ln w="9525" cap="flat" cmpd="sng">
              <a:solidFill>
                <a:srgbClr val="1AB0A9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9" name="Google Shape;942;p37">
              <a:extLst>
                <a:ext uri="{FF2B5EF4-FFF2-40B4-BE49-F238E27FC236}">
                  <a16:creationId xmlns:a16="http://schemas.microsoft.com/office/drawing/2014/main" id="{0BAE7833-C0E8-73BF-3BC0-9F38AF6A8984}"/>
                </a:ext>
              </a:extLst>
            </p:cNvPr>
            <p:cNvCxnSpPr/>
            <p:nvPr/>
          </p:nvCxnSpPr>
          <p:spPr>
            <a:xfrm>
              <a:off x="7858792" y="2241175"/>
              <a:ext cx="0" cy="2095500"/>
            </a:xfrm>
            <a:prstGeom prst="straightConnector1">
              <a:avLst/>
            </a:prstGeom>
            <a:grpFill/>
            <a:ln w="9525" cap="flat" cmpd="sng">
              <a:solidFill>
                <a:srgbClr val="1AB0A9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0" name="Google Shape;943;p37">
              <a:extLst>
                <a:ext uri="{FF2B5EF4-FFF2-40B4-BE49-F238E27FC236}">
                  <a16:creationId xmlns:a16="http://schemas.microsoft.com/office/drawing/2014/main" id="{C19236F9-526E-6759-B5E1-CA525BA2744D}"/>
                </a:ext>
              </a:extLst>
            </p:cNvPr>
            <p:cNvCxnSpPr/>
            <p:nvPr/>
          </p:nvCxnSpPr>
          <p:spPr>
            <a:xfrm>
              <a:off x="8010504" y="2241175"/>
              <a:ext cx="0" cy="2095500"/>
            </a:xfrm>
            <a:prstGeom prst="straightConnector1">
              <a:avLst/>
            </a:prstGeom>
            <a:grpFill/>
            <a:ln w="9525" cap="flat" cmpd="sng">
              <a:solidFill>
                <a:srgbClr val="1AB0A9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1" name="Google Shape;944;p37">
              <a:extLst>
                <a:ext uri="{FF2B5EF4-FFF2-40B4-BE49-F238E27FC236}">
                  <a16:creationId xmlns:a16="http://schemas.microsoft.com/office/drawing/2014/main" id="{04E46CDE-D1F5-B2C1-7622-5C6816506D2D}"/>
                </a:ext>
              </a:extLst>
            </p:cNvPr>
            <p:cNvCxnSpPr/>
            <p:nvPr/>
          </p:nvCxnSpPr>
          <p:spPr>
            <a:xfrm>
              <a:off x="8162215" y="2241175"/>
              <a:ext cx="0" cy="2095500"/>
            </a:xfrm>
            <a:prstGeom prst="straightConnector1">
              <a:avLst/>
            </a:prstGeom>
            <a:grpFill/>
            <a:ln w="9525" cap="flat" cmpd="sng">
              <a:solidFill>
                <a:srgbClr val="1AB0A9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2" name="Google Shape;945;p37">
              <a:extLst>
                <a:ext uri="{FF2B5EF4-FFF2-40B4-BE49-F238E27FC236}">
                  <a16:creationId xmlns:a16="http://schemas.microsoft.com/office/drawing/2014/main" id="{93850C45-2227-7EDC-D47C-A3ADEDD691BA}"/>
                </a:ext>
              </a:extLst>
            </p:cNvPr>
            <p:cNvCxnSpPr/>
            <p:nvPr/>
          </p:nvCxnSpPr>
          <p:spPr>
            <a:xfrm>
              <a:off x="8313927" y="2241175"/>
              <a:ext cx="0" cy="2095500"/>
            </a:xfrm>
            <a:prstGeom prst="straightConnector1">
              <a:avLst/>
            </a:prstGeom>
            <a:grpFill/>
            <a:ln w="9525" cap="flat" cmpd="sng">
              <a:solidFill>
                <a:srgbClr val="1AB0A9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3" name="Google Shape;946;p37">
              <a:extLst>
                <a:ext uri="{FF2B5EF4-FFF2-40B4-BE49-F238E27FC236}">
                  <a16:creationId xmlns:a16="http://schemas.microsoft.com/office/drawing/2014/main" id="{A83593F2-1701-E206-1544-7B9C2FD6C2F3}"/>
                </a:ext>
              </a:extLst>
            </p:cNvPr>
            <p:cNvCxnSpPr/>
            <p:nvPr/>
          </p:nvCxnSpPr>
          <p:spPr>
            <a:xfrm>
              <a:off x="7934648" y="2241175"/>
              <a:ext cx="0" cy="2095500"/>
            </a:xfrm>
            <a:prstGeom prst="straightConnector1">
              <a:avLst/>
            </a:prstGeom>
            <a:grpFill/>
            <a:ln w="9525" cap="flat" cmpd="sng">
              <a:solidFill>
                <a:srgbClr val="1AB0A9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4" name="Google Shape;947;p37">
              <a:extLst>
                <a:ext uri="{FF2B5EF4-FFF2-40B4-BE49-F238E27FC236}">
                  <a16:creationId xmlns:a16="http://schemas.microsoft.com/office/drawing/2014/main" id="{AD5E4B11-4FFD-0F7D-5548-E16194744E52}"/>
                </a:ext>
              </a:extLst>
            </p:cNvPr>
            <p:cNvCxnSpPr/>
            <p:nvPr/>
          </p:nvCxnSpPr>
          <p:spPr>
            <a:xfrm>
              <a:off x="8086360" y="2241175"/>
              <a:ext cx="0" cy="2095500"/>
            </a:xfrm>
            <a:prstGeom prst="straightConnector1">
              <a:avLst/>
            </a:prstGeom>
            <a:grpFill/>
            <a:ln w="9525" cap="flat" cmpd="sng">
              <a:solidFill>
                <a:srgbClr val="1AB0A9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5" name="Google Shape;948;p37">
              <a:extLst>
                <a:ext uri="{FF2B5EF4-FFF2-40B4-BE49-F238E27FC236}">
                  <a16:creationId xmlns:a16="http://schemas.microsoft.com/office/drawing/2014/main" id="{014D21CD-7516-42A6-6D7E-DBF8C4577AE3}"/>
                </a:ext>
              </a:extLst>
            </p:cNvPr>
            <p:cNvCxnSpPr/>
            <p:nvPr/>
          </p:nvCxnSpPr>
          <p:spPr>
            <a:xfrm>
              <a:off x="8238071" y="2241175"/>
              <a:ext cx="0" cy="2095500"/>
            </a:xfrm>
            <a:prstGeom prst="straightConnector1">
              <a:avLst/>
            </a:prstGeom>
            <a:grpFill/>
            <a:ln w="9525" cap="flat" cmpd="sng">
              <a:solidFill>
                <a:srgbClr val="1AB0A9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6" name="Google Shape;949;p37">
              <a:extLst>
                <a:ext uri="{FF2B5EF4-FFF2-40B4-BE49-F238E27FC236}">
                  <a16:creationId xmlns:a16="http://schemas.microsoft.com/office/drawing/2014/main" id="{A4354902-C921-722D-9D18-CCC4BF42B58A}"/>
                </a:ext>
              </a:extLst>
            </p:cNvPr>
            <p:cNvCxnSpPr/>
            <p:nvPr/>
          </p:nvCxnSpPr>
          <p:spPr>
            <a:xfrm>
              <a:off x="8389783" y="2241175"/>
              <a:ext cx="0" cy="2095500"/>
            </a:xfrm>
            <a:prstGeom prst="straightConnector1">
              <a:avLst/>
            </a:prstGeom>
            <a:grpFill/>
            <a:ln w="9525" cap="flat" cmpd="sng">
              <a:solidFill>
                <a:srgbClr val="1AB0A9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7" name="Google Shape;950;p37">
              <a:extLst>
                <a:ext uri="{FF2B5EF4-FFF2-40B4-BE49-F238E27FC236}">
                  <a16:creationId xmlns:a16="http://schemas.microsoft.com/office/drawing/2014/main" id="{A24A75CE-CC2F-10CF-F428-DB7D22597C2A}"/>
                </a:ext>
              </a:extLst>
            </p:cNvPr>
            <p:cNvCxnSpPr/>
            <p:nvPr/>
          </p:nvCxnSpPr>
          <p:spPr>
            <a:xfrm>
              <a:off x="8465638" y="2241175"/>
              <a:ext cx="0" cy="2095500"/>
            </a:xfrm>
            <a:prstGeom prst="straightConnector1">
              <a:avLst/>
            </a:prstGeom>
            <a:grpFill/>
            <a:ln w="9525" cap="flat" cmpd="sng">
              <a:solidFill>
                <a:srgbClr val="1AB0A9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8" name="Google Shape;951;p37">
              <a:extLst>
                <a:ext uri="{FF2B5EF4-FFF2-40B4-BE49-F238E27FC236}">
                  <a16:creationId xmlns:a16="http://schemas.microsoft.com/office/drawing/2014/main" id="{59D27947-61B8-93C9-6FB9-F00EE59B0A31}"/>
                </a:ext>
              </a:extLst>
            </p:cNvPr>
            <p:cNvCxnSpPr/>
            <p:nvPr/>
          </p:nvCxnSpPr>
          <p:spPr>
            <a:xfrm>
              <a:off x="8541494" y="2241175"/>
              <a:ext cx="0" cy="2095500"/>
            </a:xfrm>
            <a:prstGeom prst="straightConnector1">
              <a:avLst/>
            </a:prstGeom>
            <a:grpFill/>
            <a:ln w="9525" cap="flat" cmpd="sng">
              <a:solidFill>
                <a:srgbClr val="1AB0A9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9" name="Google Shape;952;p37">
              <a:extLst>
                <a:ext uri="{FF2B5EF4-FFF2-40B4-BE49-F238E27FC236}">
                  <a16:creationId xmlns:a16="http://schemas.microsoft.com/office/drawing/2014/main" id="{FE9FDA89-0078-0857-2217-62B86208BEF2}"/>
                </a:ext>
              </a:extLst>
            </p:cNvPr>
            <p:cNvCxnSpPr/>
            <p:nvPr/>
          </p:nvCxnSpPr>
          <p:spPr>
            <a:xfrm>
              <a:off x="8617350" y="2241175"/>
              <a:ext cx="0" cy="2095500"/>
            </a:xfrm>
            <a:prstGeom prst="straightConnector1">
              <a:avLst/>
            </a:prstGeom>
            <a:grpFill/>
            <a:ln w="9525" cap="flat" cmpd="sng">
              <a:solidFill>
                <a:srgbClr val="1AB0A9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20" name="Google Shape;954;p37">
            <a:extLst>
              <a:ext uri="{FF2B5EF4-FFF2-40B4-BE49-F238E27FC236}">
                <a16:creationId xmlns:a16="http://schemas.microsoft.com/office/drawing/2014/main" id="{577A73DE-A3AA-244D-5904-9FEECEC69371}"/>
              </a:ext>
            </a:extLst>
          </p:cNvPr>
          <p:cNvSpPr/>
          <p:nvPr/>
        </p:nvSpPr>
        <p:spPr>
          <a:xfrm>
            <a:off x="0" y="4680042"/>
            <a:ext cx="922564" cy="463274"/>
          </a:xfrm>
          <a:prstGeom prst="rect">
            <a:avLst/>
          </a:prstGeom>
          <a:gradFill>
            <a:gsLst>
              <a:gs pos="33000">
                <a:srgbClr val="23A295"/>
              </a:gs>
              <a:gs pos="0">
                <a:srgbClr val="57F6A2"/>
              </a:gs>
              <a:gs pos="100000">
                <a:srgbClr val="1B2048"/>
              </a:gs>
            </a:gsLst>
            <a:path path="circle">
              <a:fillToRect l="100000" t="100000"/>
            </a:path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dirty="0">
              <a:latin typeface="Maven Pro"/>
              <a:ea typeface="Maven Pro"/>
              <a:cs typeface="Maven Pro"/>
              <a:sym typeface="Maven Pro"/>
            </a:endParaRPr>
          </a:p>
        </p:txBody>
      </p:sp>
      <p:sp>
        <p:nvSpPr>
          <p:cNvPr id="21" name="Google Shape;955;p37">
            <a:extLst>
              <a:ext uri="{FF2B5EF4-FFF2-40B4-BE49-F238E27FC236}">
                <a16:creationId xmlns:a16="http://schemas.microsoft.com/office/drawing/2014/main" id="{D7288AEE-F74A-05A1-CBE8-703DEBA91340}"/>
              </a:ext>
            </a:extLst>
          </p:cNvPr>
          <p:cNvSpPr/>
          <p:nvPr/>
        </p:nvSpPr>
        <p:spPr>
          <a:xfrm>
            <a:off x="0" y="4912883"/>
            <a:ext cx="1663658" cy="230641"/>
          </a:xfrm>
          <a:prstGeom prst="round1Rect">
            <a:avLst>
              <a:gd name="adj" fmla="val 50000"/>
            </a:avLst>
          </a:prstGeom>
          <a:solidFill>
            <a:srgbClr val="1B204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latin typeface="Maven Pro"/>
              <a:ea typeface="Maven Pro"/>
              <a:cs typeface="Maven Pro"/>
              <a:sym typeface="Maven Pro"/>
            </a:endParaRPr>
          </a:p>
        </p:txBody>
      </p:sp>
      <p:grpSp>
        <p:nvGrpSpPr>
          <p:cNvPr id="22" name="Agrupar 21">
            <a:extLst>
              <a:ext uri="{FF2B5EF4-FFF2-40B4-BE49-F238E27FC236}">
                <a16:creationId xmlns:a16="http://schemas.microsoft.com/office/drawing/2014/main" id="{6B2EA084-8263-DFAF-48F5-EFF238C09B99}"/>
              </a:ext>
            </a:extLst>
          </p:cNvPr>
          <p:cNvGrpSpPr/>
          <p:nvPr/>
        </p:nvGrpSpPr>
        <p:grpSpPr>
          <a:xfrm>
            <a:off x="7070035" y="156184"/>
            <a:ext cx="1722295" cy="405506"/>
            <a:chOff x="4782913" y="272045"/>
            <a:chExt cx="3752189" cy="883435"/>
          </a:xfrm>
        </p:grpSpPr>
        <p:pic>
          <p:nvPicPr>
            <p:cNvPr id="23" name="Imagem 22" descr="Interface gráfica do usuário, Texto&#10;&#10;O conteúdo gerado por IA pode estar incorreto.">
              <a:extLst>
                <a:ext uri="{FF2B5EF4-FFF2-40B4-BE49-F238E27FC236}">
                  <a16:creationId xmlns:a16="http://schemas.microsoft.com/office/drawing/2014/main" id="{9C3EFCC3-C300-FCC0-CFBF-DEA3252934DD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4782913" y="272045"/>
              <a:ext cx="3752189" cy="883435"/>
            </a:xfrm>
            <a:prstGeom prst="rect">
              <a:avLst/>
            </a:prstGeom>
          </p:spPr>
        </p:pic>
        <p:cxnSp>
          <p:nvCxnSpPr>
            <p:cNvPr id="24" name="Conector reto 23">
              <a:extLst>
                <a:ext uri="{FF2B5EF4-FFF2-40B4-BE49-F238E27FC236}">
                  <a16:creationId xmlns:a16="http://schemas.microsoft.com/office/drawing/2014/main" id="{CCEE2960-434D-60F4-B5D2-3142BFE4C805}"/>
                </a:ext>
              </a:extLst>
            </p:cNvPr>
            <p:cNvCxnSpPr>
              <a:cxnSpLocks/>
            </p:cNvCxnSpPr>
            <p:nvPr/>
          </p:nvCxnSpPr>
          <p:spPr>
            <a:xfrm>
              <a:off x="5253460" y="1066595"/>
              <a:ext cx="3264536" cy="16228"/>
            </a:xfrm>
            <a:prstGeom prst="line">
              <a:avLst/>
            </a:prstGeom>
            <a:ln>
              <a:solidFill>
                <a:srgbClr val="00445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5" name="Google Shape;936;p37">
            <a:extLst>
              <a:ext uri="{FF2B5EF4-FFF2-40B4-BE49-F238E27FC236}">
                <a16:creationId xmlns:a16="http://schemas.microsoft.com/office/drawing/2014/main" id="{3E773ED1-8A97-3595-58B8-778CF65E3729}"/>
              </a:ext>
            </a:extLst>
          </p:cNvPr>
          <p:cNvSpPr/>
          <p:nvPr/>
        </p:nvSpPr>
        <p:spPr>
          <a:xfrm rot="16200000" flipH="1" flipV="1">
            <a:off x="-26331" y="5857"/>
            <a:ext cx="636272" cy="583606"/>
          </a:xfrm>
          <a:custGeom>
            <a:avLst/>
            <a:gdLst>
              <a:gd name="connsiteX0" fmla="*/ 0 w 1440059"/>
              <a:gd name="connsiteY0" fmla="*/ 0 h 583600"/>
              <a:gd name="connsiteX1" fmla="*/ 1148259 w 1440059"/>
              <a:gd name="connsiteY1" fmla="*/ 0 h 583600"/>
              <a:gd name="connsiteX2" fmla="*/ 1440059 w 1440059"/>
              <a:gd name="connsiteY2" fmla="*/ 291800 h 583600"/>
              <a:gd name="connsiteX3" fmla="*/ 1440059 w 1440059"/>
              <a:gd name="connsiteY3" fmla="*/ 583600 h 583600"/>
              <a:gd name="connsiteX4" fmla="*/ 0 w 1440059"/>
              <a:gd name="connsiteY4" fmla="*/ 583600 h 583600"/>
              <a:gd name="connsiteX5" fmla="*/ 0 w 1440059"/>
              <a:gd name="connsiteY5" fmla="*/ 0 h 583600"/>
              <a:gd name="connsiteX0" fmla="*/ 612059 w 1440059"/>
              <a:gd name="connsiteY0" fmla="*/ 0 h 583603"/>
              <a:gd name="connsiteX1" fmla="*/ 1148259 w 1440059"/>
              <a:gd name="connsiteY1" fmla="*/ 3 h 583603"/>
              <a:gd name="connsiteX2" fmla="*/ 1440059 w 1440059"/>
              <a:gd name="connsiteY2" fmla="*/ 291803 h 583603"/>
              <a:gd name="connsiteX3" fmla="*/ 1440059 w 1440059"/>
              <a:gd name="connsiteY3" fmla="*/ 583603 h 583603"/>
              <a:gd name="connsiteX4" fmla="*/ 0 w 1440059"/>
              <a:gd name="connsiteY4" fmla="*/ 583603 h 583603"/>
              <a:gd name="connsiteX5" fmla="*/ 612059 w 1440059"/>
              <a:gd name="connsiteY5" fmla="*/ 0 h 583603"/>
              <a:gd name="connsiteX0" fmla="*/ 0 w 828000"/>
              <a:gd name="connsiteY0" fmla="*/ 0 h 583603"/>
              <a:gd name="connsiteX1" fmla="*/ 536200 w 828000"/>
              <a:gd name="connsiteY1" fmla="*/ 3 h 583603"/>
              <a:gd name="connsiteX2" fmla="*/ 828000 w 828000"/>
              <a:gd name="connsiteY2" fmla="*/ 291803 h 583603"/>
              <a:gd name="connsiteX3" fmla="*/ 828000 w 828000"/>
              <a:gd name="connsiteY3" fmla="*/ 583603 h 583603"/>
              <a:gd name="connsiteX4" fmla="*/ 191728 w 828000"/>
              <a:gd name="connsiteY4" fmla="*/ 576229 h 583603"/>
              <a:gd name="connsiteX5" fmla="*/ 0 w 828000"/>
              <a:gd name="connsiteY5" fmla="*/ 0 h 583603"/>
              <a:gd name="connsiteX0" fmla="*/ 14749 w 636272"/>
              <a:gd name="connsiteY0" fmla="*/ 0 h 583606"/>
              <a:gd name="connsiteX1" fmla="*/ 344472 w 636272"/>
              <a:gd name="connsiteY1" fmla="*/ 6 h 583606"/>
              <a:gd name="connsiteX2" fmla="*/ 636272 w 636272"/>
              <a:gd name="connsiteY2" fmla="*/ 291806 h 583606"/>
              <a:gd name="connsiteX3" fmla="*/ 636272 w 636272"/>
              <a:gd name="connsiteY3" fmla="*/ 583606 h 583606"/>
              <a:gd name="connsiteX4" fmla="*/ 0 w 636272"/>
              <a:gd name="connsiteY4" fmla="*/ 576232 h 583606"/>
              <a:gd name="connsiteX5" fmla="*/ 14749 w 636272"/>
              <a:gd name="connsiteY5" fmla="*/ 0 h 5836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36272" h="583606">
                <a:moveTo>
                  <a:pt x="14749" y="0"/>
                </a:moveTo>
                <a:lnTo>
                  <a:pt x="344472" y="6"/>
                </a:lnTo>
                <a:cubicBezTo>
                  <a:pt x="505629" y="6"/>
                  <a:pt x="636272" y="130649"/>
                  <a:pt x="636272" y="291806"/>
                </a:cubicBezTo>
                <a:lnTo>
                  <a:pt x="636272" y="583606"/>
                </a:lnTo>
                <a:lnTo>
                  <a:pt x="0" y="576232"/>
                </a:lnTo>
                <a:lnTo>
                  <a:pt x="14749" y="0"/>
                </a:lnTo>
                <a:close/>
              </a:path>
            </a:pathLst>
          </a:custGeom>
          <a:solidFill>
            <a:srgbClr val="1B204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latin typeface="Maven Pro"/>
              <a:ea typeface="Maven Pro"/>
              <a:cs typeface="Maven Pro"/>
              <a:sym typeface="Maven Pro"/>
            </a:endParaRPr>
          </a:p>
        </p:txBody>
      </p:sp>
      <p:sp>
        <p:nvSpPr>
          <p:cNvPr id="26" name="Google Shape;937;p37">
            <a:extLst>
              <a:ext uri="{FF2B5EF4-FFF2-40B4-BE49-F238E27FC236}">
                <a16:creationId xmlns:a16="http://schemas.microsoft.com/office/drawing/2014/main" id="{374E7078-93BA-2455-F3F1-371EB0575DC9}"/>
              </a:ext>
            </a:extLst>
          </p:cNvPr>
          <p:cNvSpPr/>
          <p:nvPr/>
        </p:nvSpPr>
        <p:spPr>
          <a:xfrm rot="16200000" flipH="1" flipV="1">
            <a:off x="-223281" y="212082"/>
            <a:ext cx="765195" cy="318641"/>
          </a:xfrm>
          <a:custGeom>
            <a:avLst/>
            <a:gdLst>
              <a:gd name="connsiteX0" fmla="*/ 0 w 1745961"/>
              <a:gd name="connsiteY0" fmla="*/ 0 h 318637"/>
              <a:gd name="connsiteX1" fmla="*/ 1586643 w 1745961"/>
              <a:gd name="connsiteY1" fmla="*/ 0 h 318637"/>
              <a:gd name="connsiteX2" fmla="*/ 1745962 w 1745961"/>
              <a:gd name="connsiteY2" fmla="*/ 159319 h 318637"/>
              <a:gd name="connsiteX3" fmla="*/ 1745961 w 1745961"/>
              <a:gd name="connsiteY3" fmla="*/ 318637 h 318637"/>
              <a:gd name="connsiteX4" fmla="*/ 0 w 1745961"/>
              <a:gd name="connsiteY4" fmla="*/ 318637 h 318637"/>
              <a:gd name="connsiteX5" fmla="*/ 0 w 1745961"/>
              <a:gd name="connsiteY5" fmla="*/ 0 h 318637"/>
              <a:gd name="connsiteX0" fmla="*/ 980768 w 1745962"/>
              <a:gd name="connsiteY0" fmla="*/ 0 h 318637"/>
              <a:gd name="connsiteX1" fmla="*/ 1586643 w 1745962"/>
              <a:gd name="connsiteY1" fmla="*/ 0 h 318637"/>
              <a:gd name="connsiteX2" fmla="*/ 1745962 w 1745962"/>
              <a:gd name="connsiteY2" fmla="*/ 159319 h 318637"/>
              <a:gd name="connsiteX3" fmla="*/ 1745961 w 1745962"/>
              <a:gd name="connsiteY3" fmla="*/ 318637 h 318637"/>
              <a:gd name="connsiteX4" fmla="*/ 0 w 1745962"/>
              <a:gd name="connsiteY4" fmla="*/ 318637 h 318637"/>
              <a:gd name="connsiteX5" fmla="*/ 980768 w 1745962"/>
              <a:gd name="connsiteY5" fmla="*/ 0 h 318637"/>
              <a:gd name="connsiteX0" fmla="*/ 1 w 765195"/>
              <a:gd name="connsiteY0" fmla="*/ 0 h 318641"/>
              <a:gd name="connsiteX1" fmla="*/ 605876 w 765195"/>
              <a:gd name="connsiteY1" fmla="*/ 0 h 318641"/>
              <a:gd name="connsiteX2" fmla="*/ 765195 w 765195"/>
              <a:gd name="connsiteY2" fmla="*/ 159319 h 318641"/>
              <a:gd name="connsiteX3" fmla="*/ 765194 w 765195"/>
              <a:gd name="connsiteY3" fmla="*/ 318637 h 318641"/>
              <a:gd name="connsiteX4" fmla="*/ 0 w 765195"/>
              <a:gd name="connsiteY4" fmla="*/ 318641 h 318641"/>
              <a:gd name="connsiteX5" fmla="*/ 1 w 765195"/>
              <a:gd name="connsiteY5" fmla="*/ 0 h 3186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765195" h="318641">
                <a:moveTo>
                  <a:pt x="1" y="0"/>
                </a:moveTo>
                <a:lnTo>
                  <a:pt x="605876" y="0"/>
                </a:lnTo>
                <a:cubicBezTo>
                  <a:pt x="693865" y="0"/>
                  <a:pt x="765195" y="71330"/>
                  <a:pt x="765195" y="159319"/>
                </a:cubicBezTo>
                <a:cubicBezTo>
                  <a:pt x="765195" y="212425"/>
                  <a:pt x="765194" y="265531"/>
                  <a:pt x="765194" y="318637"/>
                </a:cubicBezTo>
                <a:lnTo>
                  <a:pt x="0" y="318641"/>
                </a:lnTo>
                <a:cubicBezTo>
                  <a:pt x="0" y="212427"/>
                  <a:pt x="1" y="106214"/>
                  <a:pt x="1" y="0"/>
                </a:cubicBezTo>
                <a:close/>
              </a:path>
            </a:pathLst>
          </a:custGeom>
          <a:gradFill flip="none" rotWithShape="1">
            <a:gsLst>
              <a:gs pos="63000">
                <a:srgbClr val="06D1D7"/>
              </a:gs>
              <a:gs pos="33000">
                <a:srgbClr val="23A295"/>
              </a:gs>
              <a:gs pos="0">
                <a:srgbClr val="57F6A2"/>
              </a:gs>
              <a:gs pos="100000">
                <a:srgbClr val="1B2048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latin typeface="Maven Pro"/>
              <a:ea typeface="Maven Pro"/>
              <a:cs typeface="Maven Pro"/>
              <a:sym typeface="Maven Pro"/>
            </a:endParaRPr>
          </a:p>
        </p:txBody>
      </p:sp>
      <p:grpSp>
        <p:nvGrpSpPr>
          <p:cNvPr id="28" name="Google Shape;938;p37">
            <a:extLst>
              <a:ext uri="{FF2B5EF4-FFF2-40B4-BE49-F238E27FC236}">
                <a16:creationId xmlns:a16="http://schemas.microsoft.com/office/drawing/2014/main" id="{C4B9D76C-B2FD-F8B6-6A41-1088236216CD}"/>
              </a:ext>
            </a:extLst>
          </p:cNvPr>
          <p:cNvGrpSpPr/>
          <p:nvPr/>
        </p:nvGrpSpPr>
        <p:grpSpPr>
          <a:xfrm rot="16200000">
            <a:off x="720348" y="-178200"/>
            <a:ext cx="368002" cy="860760"/>
            <a:chOff x="8238071" y="2241175"/>
            <a:chExt cx="379279" cy="2095500"/>
          </a:xfrm>
          <a:gradFill>
            <a:gsLst>
              <a:gs pos="53000">
                <a:srgbClr val="23A295"/>
              </a:gs>
              <a:gs pos="0">
                <a:srgbClr val="57F6A2"/>
              </a:gs>
              <a:gs pos="100000">
                <a:srgbClr val="1B2048"/>
              </a:gs>
            </a:gsLst>
            <a:lin ang="5400000" scaled="1"/>
          </a:gradFill>
        </p:grpSpPr>
        <p:cxnSp>
          <p:nvCxnSpPr>
            <p:cNvPr id="29" name="Google Shape;945;p37">
              <a:extLst>
                <a:ext uri="{FF2B5EF4-FFF2-40B4-BE49-F238E27FC236}">
                  <a16:creationId xmlns:a16="http://schemas.microsoft.com/office/drawing/2014/main" id="{AD732CF8-E7CA-7E64-F128-7ED8A220C68C}"/>
                </a:ext>
              </a:extLst>
            </p:cNvPr>
            <p:cNvCxnSpPr/>
            <p:nvPr/>
          </p:nvCxnSpPr>
          <p:spPr>
            <a:xfrm>
              <a:off x="8313927" y="2241175"/>
              <a:ext cx="0" cy="2095500"/>
            </a:xfrm>
            <a:prstGeom prst="straightConnector1">
              <a:avLst/>
            </a:prstGeom>
            <a:grpFill/>
            <a:ln w="9525" cap="flat" cmpd="sng">
              <a:solidFill>
                <a:srgbClr val="1AB0A9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0" name="Google Shape;948;p37">
              <a:extLst>
                <a:ext uri="{FF2B5EF4-FFF2-40B4-BE49-F238E27FC236}">
                  <a16:creationId xmlns:a16="http://schemas.microsoft.com/office/drawing/2014/main" id="{5E9A8860-867B-9315-85CC-8BAE6AB4FB40}"/>
                </a:ext>
              </a:extLst>
            </p:cNvPr>
            <p:cNvCxnSpPr/>
            <p:nvPr/>
          </p:nvCxnSpPr>
          <p:spPr>
            <a:xfrm>
              <a:off x="8238071" y="2241175"/>
              <a:ext cx="0" cy="2095500"/>
            </a:xfrm>
            <a:prstGeom prst="straightConnector1">
              <a:avLst/>
            </a:prstGeom>
            <a:grpFill/>
            <a:ln w="9525" cap="flat" cmpd="sng">
              <a:solidFill>
                <a:srgbClr val="1AB0A9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1" name="Google Shape;949;p37">
              <a:extLst>
                <a:ext uri="{FF2B5EF4-FFF2-40B4-BE49-F238E27FC236}">
                  <a16:creationId xmlns:a16="http://schemas.microsoft.com/office/drawing/2014/main" id="{039D35F6-9ECE-6929-BAFE-538A3F85ED59}"/>
                </a:ext>
              </a:extLst>
            </p:cNvPr>
            <p:cNvCxnSpPr/>
            <p:nvPr/>
          </p:nvCxnSpPr>
          <p:spPr>
            <a:xfrm>
              <a:off x="8389783" y="2241175"/>
              <a:ext cx="0" cy="2095500"/>
            </a:xfrm>
            <a:prstGeom prst="straightConnector1">
              <a:avLst/>
            </a:prstGeom>
            <a:grpFill/>
            <a:ln w="9525" cap="flat" cmpd="sng">
              <a:solidFill>
                <a:srgbClr val="1AB0A9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2" name="Google Shape;950;p37">
              <a:extLst>
                <a:ext uri="{FF2B5EF4-FFF2-40B4-BE49-F238E27FC236}">
                  <a16:creationId xmlns:a16="http://schemas.microsoft.com/office/drawing/2014/main" id="{9BF9B8E4-22B6-29BA-CD1C-8C46627EFD58}"/>
                </a:ext>
              </a:extLst>
            </p:cNvPr>
            <p:cNvCxnSpPr/>
            <p:nvPr/>
          </p:nvCxnSpPr>
          <p:spPr>
            <a:xfrm>
              <a:off x="8465638" y="2241175"/>
              <a:ext cx="0" cy="2095500"/>
            </a:xfrm>
            <a:prstGeom prst="straightConnector1">
              <a:avLst/>
            </a:prstGeom>
            <a:grpFill/>
            <a:ln w="9525" cap="flat" cmpd="sng">
              <a:solidFill>
                <a:srgbClr val="1AB0A9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3" name="Google Shape;951;p37">
              <a:extLst>
                <a:ext uri="{FF2B5EF4-FFF2-40B4-BE49-F238E27FC236}">
                  <a16:creationId xmlns:a16="http://schemas.microsoft.com/office/drawing/2014/main" id="{BD93D541-BD74-E6DA-E999-47BF3AFA628D}"/>
                </a:ext>
              </a:extLst>
            </p:cNvPr>
            <p:cNvCxnSpPr/>
            <p:nvPr/>
          </p:nvCxnSpPr>
          <p:spPr>
            <a:xfrm>
              <a:off x="8541494" y="2241175"/>
              <a:ext cx="0" cy="2095500"/>
            </a:xfrm>
            <a:prstGeom prst="straightConnector1">
              <a:avLst/>
            </a:prstGeom>
            <a:grpFill/>
            <a:ln w="9525" cap="flat" cmpd="sng">
              <a:solidFill>
                <a:srgbClr val="1AB0A9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4" name="Google Shape;952;p37">
              <a:extLst>
                <a:ext uri="{FF2B5EF4-FFF2-40B4-BE49-F238E27FC236}">
                  <a16:creationId xmlns:a16="http://schemas.microsoft.com/office/drawing/2014/main" id="{AF2A631F-A46C-D0D0-C86A-C2A67C0D4C86}"/>
                </a:ext>
              </a:extLst>
            </p:cNvPr>
            <p:cNvCxnSpPr/>
            <p:nvPr/>
          </p:nvCxnSpPr>
          <p:spPr>
            <a:xfrm>
              <a:off x="8617350" y="2241175"/>
              <a:ext cx="0" cy="2095500"/>
            </a:xfrm>
            <a:prstGeom prst="straightConnector1">
              <a:avLst/>
            </a:prstGeom>
            <a:grpFill/>
            <a:ln w="9525" cap="flat" cmpd="sng">
              <a:solidFill>
                <a:srgbClr val="1AB0A9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35" name="Título 1">
            <a:extLst>
              <a:ext uri="{FF2B5EF4-FFF2-40B4-BE49-F238E27FC236}">
                <a16:creationId xmlns:a16="http://schemas.microsoft.com/office/drawing/2014/main" id="{1610C7A0-1FC9-4CB6-770B-0C8CC6B920FC}"/>
              </a:ext>
            </a:extLst>
          </p:cNvPr>
          <p:cNvSpPr txBox="1">
            <a:spLocks/>
          </p:cNvSpPr>
          <p:nvPr/>
        </p:nvSpPr>
        <p:spPr>
          <a:xfrm>
            <a:off x="675324" y="706826"/>
            <a:ext cx="8467638" cy="4554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Montserrat"/>
              <a:buNone/>
              <a:defRPr sz="52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Montserrat"/>
              <a:buNone/>
              <a:defRPr sz="52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Montserrat"/>
              <a:buNone/>
              <a:defRPr sz="52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Montserrat"/>
              <a:buNone/>
              <a:defRPr sz="52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Montserrat"/>
              <a:buNone/>
              <a:defRPr sz="52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Montserrat"/>
              <a:buNone/>
              <a:defRPr sz="52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Montserrat"/>
              <a:buNone/>
              <a:defRPr sz="52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Montserrat"/>
              <a:buNone/>
              <a:defRPr sz="52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Montserrat"/>
              <a:buNone/>
              <a:defRPr sz="52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algn="l"/>
            <a:r>
              <a:rPr lang="pt-BR" sz="2400" dirty="0">
                <a:latin typeface="+mj-lt"/>
                <a:cs typeface="Arial" panose="020B0604020202020204" pitchFamily="34" charset="0"/>
              </a:rPr>
              <a:t>Representatividade: o que a base permite analisar</a:t>
            </a:r>
          </a:p>
        </p:txBody>
      </p:sp>
      <p:sp>
        <p:nvSpPr>
          <p:cNvPr id="36" name="Subtítulo 2">
            <a:extLst>
              <a:ext uri="{FF2B5EF4-FFF2-40B4-BE49-F238E27FC236}">
                <a16:creationId xmlns:a16="http://schemas.microsoft.com/office/drawing/2014/main" id="{A7DC07F4-3911-60D5-253E-0EAE256DD981}"/>
              </a:ext>
            </a:extLst>
          </p:cNvPr>
          <p:cNvSpPr>
            <a:spLocks noGrp="1"/>
          </p:cNvSpPr>
          <p:nvPr>
            <p:ph type="subTitle" idx="4294967295"/>
          </p:nvPr>
        </p:nvSpPr>
        <p:spPr>
          <a:xfrm>
            <a:off x="583608" y="1533079"/>
            <a:ext cx="4123551" cy="2979286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1400" b="1" dirty="0">
                <a:solidFill>
                  <a:schemeClr val="bg1"/>
                </a:solidFill>
                <a:latin typeface="+mj-lt"/>
              </a:rPr>
              <a:t>A base permite observar a atuação publicizada da Polícia Federal.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1400" b="1" dirty="0">
                <a:solidFill>
                  <a:schemeClr val="bg1"/>
                </a:solidFill>
                <a:latin typeface="+mj-lt"/>
              </a:rPr>
              <a:t>O corpus é adequado para analisar:</a:t>
            </a:r>
          </a:p>
          <a:p>
            <a:pPr defTabSz="358775"/>
            <a:r>
              <a:rPr lang="pt-BR" b="1" dirty="0">
                <a:solidFill>
                  <a:schemeClr val="bg1"/>
                </a:solidFill>
                <a:latin typeface="+mj-lt"/>
              </a:rPr>
              <a:t> 	- visibilidade pública;</a:t>
            </a:r>
          </a:p>
          <a:p>
            <a:pPr defTabSz="358775"/>
            <a:r>
              <a:rPr lang="pt-BR" b="1" dirty="0">
                <a:solidFill>
                  <a:schemeClr val="bg1"/>
                </a:solidFill>
                <a:latin typeface="+mj-lt"/>
              </a:rPr>
              <a:t>	- recorrência temática;</a:t>
            </a:r>
          </a:p>
          <a:p>
            <a:pPr defTabSz="358775"/>
            <a:r>
              <a:rPr lang="pt-BR" b="1" dirty="0">
                <a:solidFill>
                  <a:schemeClr val="bg1"/>
                </a:solidFill>
                <a:latin typeface="+mj-lt"/>
              </a:rPr>
              <a:t> 	- mudanças na agenda comunicada;</a:t>
            </a:r>
          </a:p>
          <a:p>
            <a:pPr defTabSz="358775"/>
            <a:r>
              <a:rPr lang="pt-BR" b="1" dirty="0">
                <a:solidFill>
                  <a:schemeClr val="bg1"/>
                </a:solidFill>
                <a:latin typeface="+mj-lt"/>
              </a:rPr>
              <a:t> 	- padrões de apresentação institucional;</a:t>
            </a:r>
          </a:p>
          <a:p>
            <a:pPr defTabSz="358775"/>
            <a:r>
              <a:rPr lang="pt-BR" b="1" dirty="0">
                <a:solidFill>
                  <a:schemeClr val="bg1"/>
                </a:solidFill>
                <a:latin typeface="+mj-lt"/>
              </a:rPr>
              <a:t> 	- relações entre temas, territórios e tipos de crime.</a:t>
            </a:r>
            <a:endParaRPr lang="pt-BR" dirty="0">
              <a:solidFill>
                <a:schemeClr val="bg1"/>
              </a:solidFill>
              <a:latin typeface="+mj-lt"/>
            </a:endParaRPr>
          </a:p>
        </p:txBody>
      </p:sp>
      <p:cxnSp>
        <p:nvCxnSpPr>
          <p:cNvPr id="40" name="Conector reto 39">
            <a:extLst>
              <a:ext uri="{FF2B5EF4-FFF2-40B4-BE49-F238E27FC236}">
                <a16:creationId xmlns:a16="http://schemas.microsoft.com/office/drawing/2014/main" id="{36BEEFDC-B976-11CE-222E-40FD558A1704}"/>
              </a:ext>
            </a:extLst>
          </p:cNvPr>
          <p:cNvCxnSpPr>
            <a:cxnSpLocks/>
          </p:cNvCxnSpPr>
          <p:nvPr/>
        </p:nvCxnSpPr>
        <p:spPr>
          <a:xfrm>
            <a:off x="-5" y="1114607"/>
            <a:ext cx="2796961" cy="0"/>
          </a:xfrm>
          <a:prstGeom prst="line">
            <a:avLst/>
          </a:prstGeom>
          <a:ln>
            <a:solidFill>
              <a:srgbClr val="00445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Google Shape;937;p37">
            <a:extLst>
              <a:ext uri="{FF2B5EF4-FFF2-40B4-BE49-F238E27FC236}">
                <a16:creationId xmlns:a16="http://schemas.microsoft.com/office/drawing/2014/main" id="{AA70F755-C15F-0051-2C27-284334D9D5F5}"/>
              </a:ext>
            </a:extLst>
          </p:cNvPr>
          <p:cNvSpPr/>
          <p:nvPr/>
        </p:nvSpPr>
        <p:spPr>
          <a:xfrm flipH="1" flipV="1">
            <a:off x="8773117" y="52"/>
            <a:ext cx="369846" cy="249032"/>
          </a:xfrm>
          <a:custGeom>
            <a:avLst/>
            <a:gdLst>
              <a:gd name="connsiteX0" fmla="*/ 0 w 1414234"/>
              <a:gd name="connsiteY0" fmla="*/ 0 h 258097"/>
              <a:gd name="connsiteX1" fmla="*/ 1285186 w 1414234"/>
              <a:gd name="connsiteY1" fmla="*/ 0 h 258097"/>
              <a:gd name="connsiteX2" fmla="*/ 1414235 w 1414234"/>
              <a:gd name="connsiteY2" fmla="*/ 129049 h 258097"/>
              <a:gd name="connsiteX3" fmla="*/ 1414234 w 1414234"/>
              <a:gd name="connsiteY3" fmla="*/ 258097 h 258097"/>
              <a:gd name="connsiteX4" fmla="*/ 0 w 1414234"/>
              <a:gd name="connsiteY4" fmla="*/ 258097 h 258097"/>
              <a:gd name="connsiteX5" fmla="*/ 0 w 1414234"/>
              <a:gd name="connsiteY5" fmla="*/ 0 h 258097"/>
              <a:gd name="connsiteX0" fmla="*/ 0 w 1414235"/>
              <a:gd name="connsiteY0" fmla="*/ 0 h 258097"/>
              <a:gd name="connsiteX1" fmla="*/ 1285186 w 1414235"/>
              <a:gd name="connsiteY1" fmla="*/ 0 h 258097"/>
              <a:gd name="connsiteX2" fmla="*/ 1414235 w 1414235"/>
              <a:gd name="connsiteY2" fmla="*/ 129049 h 258097"/>
              <a:gd name="connsiteX3" fmla="*/ 1414234 w 1414235"/>
              <a:gd name="connsiteY3" fmla="*/ 258097 h 258097"/>
              <a:gd name="connsiteX4" fmla="*/ 243348 w 1414235"/>
              <a:gd name="connsiteY4" fmla="*/ 258097 h 258097"/>
              <a:gd name="connsiteX5" fmla="*/ 0 w 1414235"/>
              <a:gd name="connsiteY5" fmla="*/ 0 h 258097"/>
              <a:gd name="connsiteX0" fmla="*/ 0 w 1178260"/>
              <a:gd name="connsiteY0" fmla="*/ 7374 h 258097"/>
              <a:gd name="connsiteX1" fmla="*/ 1049211 w 1178260"/>
              <a:gd name="connsiteY1" fmla="*/ 0 h 258097"/>
              <a:gd name="connsiteX2" fmla="*/ 1178260 w 1178260"/>
              <a:gd name="connsiteY2" fmla="*/ 129049 h 258097"/>
              <a:gd name="connsiteX3" fmla="*/ 1178259 w 1178260"/>
              <a:gd name="connsiteY3" fmla="*/ 258097 h 258097"/>
              <a:gd name="connsiteX4" fmla="*/ 7373 w 1178260"/>
              <a:gd name="connsiteY4" fmla="*/ 258097 h 258097"/>
              <a:gd name="connsiteX5" fmla="*/ 0 w 1178260"/>
              <a:gd name="connsiteY5" fmla="*/ 7374 h 258097"/>
              <a:gd name="connsiteX0" fmla="*/ 0 w 1178260"/>
              <a:gd name="connsiteY0" fmla="*/ 7374 h 265471"/>
              <a:gd name="connsiteX1" fmla="*/ 1049211 w 1178260"/>
              <a:gd name="connsiteY1" fmla="*/ 0 h 265471"/>
              <a:gd name="connsiteX2" fmla="*/ 1178260 w 1178260"/>
              <a:gd name="connsiteY2" fmla="*/ 129049 h 265471"/>
              <a:gd name="connsiteX3" fmla="*/ 1178259 w 1178260"/>
              <a:gd name="connsiteY3" fmla="*/ 258097 h 265471"/>
              <a:gd name="connsiteX4" fmla="*/ 619431 w 1178260"/>
              <a:gd name="connsiteY4" fmla="*/ 265471 h 265471"/>
              <a:gd name="connsiteX5" fmla="*/ 0 w 1178260"/>
              <a:gd name="connsiteY5" fmla="*/ 7374 h 265471"/>
              <a:gd name="connsiteX0" fmla="*/ 0 w 566202"/>
              <a:gd name="connsiteY0" fmla="*/ 0 h 280219"/>
              <a:gd name="connsiteX1" fmla="*/ 437153 w 566202"/>
              <a:gd name="connsiteY1" fmla="*/ 14748 h 280219"/>
              <a:gd name="connsiteX2" fmla="*/ 566202 w 566202"/>
              <a:gd name="connsiteY2" fmla="*/ 143797 h 280219"/>
              <a:gd name="connsiteX3" fmla="*/ 566201 w 566202"/>
              <a:gd name="connsiteY3" fmla="*/ 272845 h 280219"/>
              <a:gd name="connsiteX4" fmla="*/ 7373 w 566202"/>
              <a:gd name="connsiteY4" fmla="*/ 280219 h 280219"/>
              <a:gd name="connsiteX5" fmla="*/ 0 w 566202"/>
              <a:gd name="connsiteY5" fmla="*/ 0 h 280219"/>
              <a:gd name="connsiteX0" fmla="*/ 0 w 566202"/>
              <a:gd name="connsiteY0" fmla="*/ 0 h 280219"/>
              <a:gd name="connsiteX1" fmla="*/ 437153 w 566202"/>
              <a:gd name="connsiteY1" fmla="*/ 14748 h 280219"/>
              <a:gd name="connsiteX2" fmla="*/ 566202 w 566202"/>
              <a:gd name="connsiteY2" fmla="*/ 143797 h 280219"/>
              <a:gd name="connsiteX3" fmla="*/ 566201 w 566202"/>
              <a:gd name="connsiteY3" fmla="*/ 272845 h 280219"/>
              <a:gd name="connsiteX4" fmla="*/ 58992 w 566202"/>
              <a:gd name="connsiteY4" fmla="*/ 280219 h 280219"/>
              <a:gd name="connsiteX5" fmla="*/ 0 w 566202"/>
              <a:gd name="connsiteY5" fmla="*/ 0 h 280219"/>
              <a:gd name="connsiteX0" fmla="*/ 0 w 566202"/>
              <a:gd name="connsiteY0" fmla="*/ 0 h 272845"/>
              <a:gd name="connsiteX1" fmla="*/ 437153 w 566202"/>
              <a:gd name="connsiteY1" fmla="*/ 14748 h 272845"/>
              <a:gd name="connsiteX2" fmla="*/ 566202 w 566202"/>
              <a:gd name="connsiteY2" fmla="*/ 143797 h 272845"/>
              <a:gd name="connsiteX3" fmla="*/ 566201 w 566202"/>
              <a:gd name="connsiteY3" fmla="*/ 272845 h 272845"/>
              <a:gd name="connsiteX4" fmla="*/ 209118 w 566202"/>
              <a:gd name="connsiteY4" fmla="*/ 262022 h 272845"/>
              <a:gd name="connsiteX5" fmla="*/ 0 w 566202"/>
              <a:gd name="connsiteY5" fmla="*/ 0 h 272845"/>
              <a:gd name="connsiteX0" fmla="*/ 0 w 366035"/>
              <a:gd name="connsiteY0" fmla="*/ 0 h 272845"/>
              <a:gd name="connsiteX1" fmla="*/ 236986 w 366035"/>
              <a:gd name="connsiteY1" fmla="*/ 14748 h 272845"/>
              <a:gd name="connsiteX2" fmla="*/ 366035 w 366035"/>
              <a:gd name="connsiteY2" fmla="*/ 143797 h 272845"/>
              <a:gd name="connsiteX3" fmla="*/ 366034 w 366035"/>
              <a:gd name="connsiteY3" fmla="*/ 272845 h 272845"/>
              <a:gd name="connsiteX4" fmla="*/ 8951 w 366035"/>
              <a:gd name="connsiteY4" fmla="*/ 262022 h 272845"/>
              <a:gd name="connsiteX5" fmla="*/ 0 w 366035"/>
              <a:gd name="connsiteY5" fmla="*/ 0 h 272845"/>
              <a:gd name="connsiteX0" fmla="*/ 0 w 366035"/>
              <a:gd name="connsiteY0" fmla="*/ 0 h 272845"/>
              <a:gd name="connsiteX1" fmla="*/ 236986 w 366035"/>
              <a:gd name="connsiteY1" fmla="*/ 14748 h 272845"/>
              <a:gd name="connsiteX2" fmla="*/ 366035 w 366035"/>
              <a:gd name="connsiteY2" fmla="*/ 143797 h 272845"/>
              <a:gd name="connsiteX3" fmla="*/ 366034 w 366035"/>
              <a:gd name="connsiteY3" fmla="*/ 272845 h 272845"/>
              <a:gd name="connsiteX4" fmla="*/ 99438 w 366035"/>
              <a:gd name="connsiteY4" fmla="*/ 247734 h 272845"/>
              <a:gd name="connsiteX5" fmla="*/ 0 w 366035"/>
              <a:gd name="connsiteY5" fmla="*/ 0 h 272845"/>
              <a:gd name="connsiteX0" fmla="*/ 0 w 366035"/>
              <a:gd name="connsiteY0" fmla="*/ 0 h 272845"/>
              <a:gd name="connsiteX1" fmla="*/ 236986 w 366035"/>
              <a:gd name="connsiteY1" fmla="*/ 14748 h 272845"/>
              <a:gd name="connsiteX2" fmla="*/ 366035 w 366035"/>
              <a:gd name="connsiteY2" fmla="*/ 143797 h 272845"/>
              <a:gd name="connsiteX3" fmla="*/ 366034 w 366035"/>
              <a:gd name="connsiteY3" fmla="*/ 272845 h 272845"/>
              <a:gd name="connsiteX4" fmla="*/ 25619 w 366035"/>
              <a:gd name="connsiteY4" fmla="*/ 259641 h 272845"/>
              <a:gd name="connsiteX5" fmla="*/ 0 w 366035"/>
              <a:gd name="connsiteY5" fmla="*/ 0 h 272845"/>
              <a:gd name="connsiteX0" fmla="*/ 5337 w 340416"/>
              <a:gd name="connsiteY0" fmla="*/ 0 h 268083"/>
              <a:gd name="connsiteX1" fmla="*/ 211367 w 340416"/>
              <a:gd name="connsiteY1" fmla="*/ 9986 h 268083"/>
              <a:gd name="connsiteX2" fmla="*/ 340416 w 340416"/>
              <a:gd name="connsiteY2" fmla="*/ 139035 h 268083"/>
              <a:gd name="connsiteX3" fmla="*/ 340415 w 340416"/>
              <a:gd name="connsiteY3" fmla="*/ 268083 h 268083"/>
              <a:gd name="connsiteX4" fmla="*/ 0 w 340416"/>
              <a:gd name="connsiteY4" fmla="*/ 254879 h 268083"/>
              <a:gd name="connsiteX5" fmla="*/ 5337 w 340416"/>
              <a:gd name="connsiteY5" fmla="*/ 0 h 268083"/>
              <a:gd name="connsiteX0" fmla="*/ 5337 w 353901"/>
              <a:gd name="connsiteY0" fmla="*/ 0 h 254879"/>
              <a:gd name="connsiteX1" fmla="*/ 211367 w 353901"/>
              <a:gd name="connsiteY1" fmla="*/ 9986 h 254879"/>
              <a:gd name="connsiteX2" fmla="*/ 340416 w 353901"/>
              <a:gd name="connsiteY2" fmla="*/ 139035 h 254879"/>
              <a:gd name="connsiteX3" fmla="*/ 349940 w 353901"/>
              <a:gd name="connsiteY3" fmla="*/ 253795 h 254879"/>
              <a:gd name="connsiteX4" fmla="*/ 0 w 353901"/>
              <a:gd name="connsiteY4" fmla="*/ 254879 h 254879"/>
              <a:gd name="connsiteX5" fmla="*/ 5337 w 353901"/>
              <a:gd name="connsiteY5" fmla="*/ 0 h 254879"/>
              <a:gd name="connsiteX0" fmla="*/ 7718 w 356282"/>
              <a:gd name="connsiteY0" fmla="*/ 0 h 253795"/>
              <a:gd name="connsiteX1" fmla="*/ 213748 w 356282"/>
              <a:gd name="connsiteY1" fmla="*/ 9986 h 253795"/>
              <a:gd name="connsiteX2" fmla="*/ 342797 w 356282"/>
              <a:gd name="connsiteY2" fmla="*/ 139035 h 253795"/>
              <a:gd name="connsiteX3" fmla="*/ 352321 w 356282"/>
              <a:gd name="connsiteY3" fmla="*/ 253795 h 253795"/>
              <a:gd name="connsiteX4" fmla="*/ 0 w 356282"/>
              <a:gd name="connsiteY4" fmla="*/ 226304 h 253795"/>
              <a:gd name="connsiteX5" fmla="*/ 7718 w 356282"/>
              <a:gd name="connsiteY5" fmla="*/ 0 h 253795"/>
              <a:gd name="connsiteX0" fmla="*/ 574 w 349138"/>
              <a:gd name="connsiteY0" fmla="*/ 0 h 257260"/>
              <a:gd name="connsiteX1" fmla="*/ 206604 w 349138"/>
              <a:gd name="connsiteY1" fmla="*/ 9986 h 257260"/>
              <a:gd name="connsiteX2" fmla="*/ 335653 w 349138"/>
              <a:gd name="connsiteY2" fmla="*/ 139035 h 257260"/>
              <a:gd name="connsiteX3" fmla="*/ 345177 w 349138"/>
              <a:gd name="connsiteY3" fmla="*/ 253795 h 257260"/>
              <a:gd name="connsiteX4" fmla="*/ 0 w 349138"/>
              <a:gd name="connsiteY4" fmla="*/ 257260 h 257260"/>
              <a:gd name="connsiteX5" fmla="*/ 574 w 349138"/>
              <a:gd name="connsiteY5" fmla="*/ 0 h 257260"/>
              <a:gd name="connsiteX0" fmla="*/ 574 w 359486"/>
              <a:gd name="connsiteY0" fmla="*/ 0 h 257260"/>
              <a:gd name="connsiteX1" fmla="*/ 206604 w 359486"/>
              <a:gd name="connsiteY1" fmla="*/ 9986 h 257260"/>
              <a:gd name="connsiteX2" fmla="*/ 335653 w 359486"/>
              <a:gd name="connsiteY2" fmla="*/ 139035 h 257260"/>
              <a:gd name="connsiteX3" fmla="*/ 359464 w 359486"/>
              <a:gd name="connsiteY3" fmla="*/ 253795 h 257260"/>
              <a:gd name="connsiteX4" fmla="*/ 0 w 359486"/>
              <a:gd name="connsiteY4" fmla="*/ 257260 h 257260"/>
              <a:gd name="connsiteX5" fmla="*/ 574 w 359486"/>
              <a:gd name="connsiteY5" fmla="*/ 0 h 257260"/>
              <a:gd name="connsiteX0" fmla="*/ 574 w 359486"/>
              <a:gd name="connsiteY0" fmla="*/ 0 h 257260"/>
              <a:gd name="connsiteX1" fmla="*/ 206604 w 359486"/>
              <a:gd name="connsiteY1" fmla="*/ 9986 h 257260"/>
              <a:gd name="connsiteX2" fmla="*/ 335653 w 359486"/>
              <a:gd name="connsiteY2" fmla="*/ 110460 h 257260"/>
              <a:gd name="connsiteX3" fmla="*/ 359464 w 359486"/>
              <a:gd name="connsiteY3" fmla="*/ 253795 h 257260"/>
              <a:gd name="connsiteX4" fmla="*/ 0 w 359486"/>
              <a:gd name="connsiteY4" fmla="*/ 257260 h 257260"/>
              <a:gd name="connsiteX5" fmla="*/ 574 w 359486"/>
              <a:gd name="connsiteY5" fmla="*/ 0 h 257260"/>
              <a:gd name="connsiteX0" fmla="*/ 574 w 365269"/>
              <a:gd name="connsiteY0" fmla="*/ 0 h 257260"/>
              <a:gd name="connsiteX1" fmla="*/ 206604 w 365269"/>
              <a:gd name="connsiteY1" fmla="*/ 9986 h 257260"/>
              <a:gd name="connsiteX2" fmla="*/ 359464 w 365269"/>
              <a:gd name="connsiteY2" fmla="*/ 253795 h 257260"/>
              <a:gd name="connsiteX3" fmla="*/ 0 w 365269"/>
              <a:gd name="connsiteY3" fmla="*/ 257260 h 257260"/>
              <a:gd name="connsiteX4" fmla="*/ 574 w 365269"/>
              <a:gd name="connsiteY4" fmla="*/ 0 h 257260"/>
              <a:gd name="connsiteX0" fmla="*/ 574 w 369846"/>
              <a:gd name="connsiteY0" fmla="*/ 0 h 257260"/>
              <a:gd name="connsiteX1" fmla="*/ 206604 w 369846"/>
              <a:gd name="connsiteY1" fmla="*/ 9986 h 257260"/>
              <a:gd name="connsiteX2" fmla="*/ 359464 w 369846"/>
              <a:gd name="connsiteY2" fmla="*/ 253795 h 257260"/>
              <a:gd name="connsiteX3" fmla="*/ 0 w 369846"/>
              <a:gd name="connsiteY3" fmla="*/ 257260 h 257260"/>
              <a:gd name="connsiteX4" fmla="*/ 574 w 369846"/>
              <a:gd name="connsiteY4" fmla="*/ 0 h 257260"/>
              <a:gd name="connsiteX0" fmla="*/ 574 w 369846"/>
              <a:gd name="connsiteY0" fmla="*/ 0 h 252497"/>
              <a:gd name="connsiteX1" fmla="*/ 206604 w 369846"/>
              <a:gd name="connsiteY1" fmla="*/ 5223 h 252497"/>
              <a:gd name="connsiteX2" fmla="*/ 359464 w 369846"/>
              <a:gd name="connsiteY2" fmla="*/ 249032 h 252497"/>
              <a:gd name="connsiteX3" fmla="*/ 0 w 369846"/>
              <a:gd name="connsiteY3" fmla="*/ 252497 h 252497"/>
              <a:gd name="connsiteX4" fmla="*/ 574 w 369846"/>
              <a:gd name="connsiteY4" fmla="*/ 0 h 252497"/>
              <a:gd name="connsiteX0" fmla="*/ 574 w 369846"/>
              <a:gd name="connsiteY0" fmla="*/ 0 h 249032"/>
              <a:gd name="connsiteX1" fmla="*/ 206604 w 369846"/>
              <a:gd name="connsiteY1" fmla="*/ 5223 h 249032"/>
              <a:gd name="connsiteX2" fmla="*/ 359464 w 369846"/>
              <a:gd name="connsiteY2" fmla="*/ 249032 h 249032"/>
              <a:gd name="connsiteX3" fmla="*/ 0 w 369846"/>
              <a:gd name="connsiteY3" fmla="*/ 245353 h 249032"/>
              <a:gd name="connsiteX4" fmla="*/ 574 w 369846"/>
              <a:gd name="connsiteY4" fmla="*/ 0 h 2490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69846" h="249032">
                <a:moveTo>
                  <a:pt x="574" y="0"/>
                </a:moveTo>
                <a:lnTo>
                  <a:pt x="206604" y="5223"/>
                </a:lnTo>
                <a:cubicBezTo>
                  <a:pt x="342619" y="42759"/>
                  <a:pt x="393898" y="207820"/>
                  <a:pt x="359464" y="249032"/>
                </a:cubicBezTo>
                <a:lnTo>
                  <a:pt x="0" y="245353"/>
                </a:lnTo>
                <a:cubicBezTo>
                  <a:pt x="191" y="159600"/>
                  <a:pt x="383" y="85753"/>
                  <a:pt x="574" y="0"/>
                </a:cubicBezTo>
                <a:close/>
              </a:path>
            </a:pathLst>
          </a:custGeom>
          <a:gradFill flip="none" rotWithShape="1">
            <a:gsLst>
              <a:gs pos="63000">
                <a:srgbClr val="06D1D7"/>
              </a:gs>
              <a:gs pos="33000">
                <a:srgbClr val="23A295"/>
              </a:gs>
              <a:gs pos="0">
                <a:srgbClr val="57F6A2"/>
              </a:gs>
              <a:gs pos="100000">
                <a:srgbClr val="1B2048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latin typeface="Maven Pro"/>
              <a:ea typeface="Maven Pro"/>
              <a:cs typeface="Maven Pro"/>
              <a:sym typeface="Maven Pro"/>
            </a:endParaRPr>
          </a:p>
        </p:txBody>
      </p:sp>
      <p:sp>
        <p:nvSpPr>
          <p:cNvPr id="37" name="Subtítulo 2">
            <a:extLst>
              <a:ext uri="{FF2B5EF4-FFF2-40B4-BE49-F238E27FC236}">
                <a16:creationId xmlns:a16="http://schemas.microsoft.com/office/drawing/2014/main" id="{950074A6-E13E-B2D4-2C75-3C24F7DD69BA}"/>
              </a:ext>
            </a:extLst>
          </p:cNvPr>
          <p:cNvSpPr txBox="1">
            <a:spLocks/>
          </p:cNvSpPr>
          <p:nvPr/>
        </p:nvSpPr>
        <p:spPr>
          <a:xfrm>
            <a:off x="4640552" y="1519580"/>
            <a:ext cx="4123551" cy="2979286"/>
          </a:xfrm>
          <a:prstGeom prst="rect">
            <a:avLst/>
          </a:prstGeom>
        </p:spPr>
        <p:txBody>
          <a:bodyPr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b="1" dirty="0">
                <a:solidFill>
                  <a:schemeClr val="bg1"/>
                </a:solidFill>
                <a:latin typeface="+mj-lt"/>
              </a:rPr>
              <a:t>A base não mede diretamente:</a:t>
            </a:r>
          </a:p>
          <a:p>
            <a:pPr lvl="1" defTabSz="358775"/>
            <a:r>
              <a:rPr lang="pt-BR" b="1" dirty="0">
                <a:solidFill>
                  <a:schemeClr val="bg1"/>
                </a:solidFill>
                <a:latin typeface="+mj-lt"/>
              </a:rPr>
              <a:t> 	- incidência criminal;</a:t>
            </a:r>
          </a:p>
          <a:p>
            <a:pPr lvl="1" defTabSz="358775"/>
            <a:r>
              <a:rPr lang="pt-BR" b="1" dirty="0">
                <a:solidFill>
                  <a:schemeClr val="bg1"/>
                </a:solidFill>
                <a:latin typeface="+mj-lt"/>
              </a:rPr>
              <a:t> 	- produtividade policial;</a:t>
            </a:r>
          </a:p>
          <a:p>
            <a:pPr lvl="1" defTabSz="358775"/>
            <a:r>
              <a:rPr lang="pt-BR" b="1" dirty="0">
                <a:solidFill>
                  <a:schemeClr val="bg1"/>
                </a:solidFill>
                <a:latin typeface="+mj-lt"/>
              </a:rPr>
              <a:t> 	- orçamento mobilizado;</a:t>
            </a:r>
          </a:p>
          <a:p>
            <a:pPr lvl="1" defTabSz="358775"/>
            <a:r>
              <a:rPr lang="pt-BR" b="1" dirty="0">
                <a:solidFill>
                  <a:schemeClr val="bg1"/>
                </a:solidFill>
                <a:latin typeface="+mj-lt"/>
              </a:rPr>
              <a:t> 	- efetivo empregado;</a:t>
            </a:r>
          </a:p>
          <a:p>
            <a:pPr lvl="1" defTabSz="358775"/>
            <a:r>
              <a:rPr lang="pt-BR" b="1" dirty="0">
                <a:solidFill>
                  <a:schemeClr val="bg1"/>
                </a:solidFill>
                <a:latin typeface="+mj-lt"/>
              </a:rPr>
              <a:t> 	- esforço operacional total.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pt-BR" b="1" dirty="0">
              <a:solidFill>
                <a:schemeClr val="bg1"/>
              </a:solidFill>
              <a:latin typeface="+mj-lt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b="1" dirty="0">
                <a:solidFill>
                  <a:schemeClr val="bg1"/>
                </a:solidFill>
                <a:latin typeface="+mj-lt"/>
              </a:rPr>
              <a:t>Para inferir prioridade institucional em sentido forte, seria necessário cruzar com bases administrativas e operacionais.</a:t>
            </a:r>
            <a:endParaRPr lang="pt-BR" dirty="0">
              <a:solidFill>
                <a:schemeClr val="bg1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141292532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91">
          <a:extLst>
            <a:ext uri="{FF2B5EF4-FFF2-40B4-BE49-F238E27FC236}">
              <a16:creationId xmlns:a16="http://schemas.microsoft.com/office/drawing/2014/main" id="{C2005464-892E-8154-046C-7F6B5D5B2B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83" name="Gráfico 982">
            <a:extLst>
              <a:ext uri="{FF2B5EF4-FFF2-40B4-BE49-F238E27FC236}">
                <a16:creationId xmlns:a16="http://schemas.microsoft.com/office/drawing/2014/main" id="{37179612-1299-535B-4EE9-DE67137ABFE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471287" y="-176981"/>
            <a:ext cx="10434025" cy="5320297"/>
          </a:xfrm>
          <a:prstGeom prst="rect">
            <a:avLst/>
          </a:prstGeom>
        </p:spPr>
      </p:pic>
      <p:sp>
        <p:nvSpPr>
          <p:cNvPr id="2" name="Google Shape;932;p37">
            <a:extLst>
              <a:ext uri="{FF2B5EF4-FFF2-40B4-BE49-F238E27FC236}">
                <a16:creationId xmlns:a16="http://schemas.microsoft.com/office/drawing/2014/main" id="{A8EF6B48-7C4D-E86A-45E3-56486DBDCDA5}"/>
              </a:ext>
            </a:extLst>
          </p:cNvPr>
          <p:cNvSpPr txBox="1">
            <a:spLocks/>
          </p:cNvSpPr>
          <p:nvPr/>
        </p:nvSpPr>
        <p:spPr>
          <a:xfrm>
            <a:off x="7194305" y="528340"/>
            <a:ext cx="1661894" cy="2259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None/>
              <a:defRPr sz="28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None/>
              <a:defRPr sz="28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None/>
              <a:defRPr sz="28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None/>
              <a:defRPr sz="28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None/>
              <a:defRPr sz="28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None/>
              <a:defRPr sz="28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None/>
              <a:defRPr sz="28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None/>
              <a:defRPr sz="28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None/>
              <a:defRPr sz="28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r>
              <a:rPr lang="pt-BR" sz="600" b="0" dirty="0">
                <a:solidFill>
                  <a:srgbClr val="186E66"/>
                </a:solidFill>
                <a:latin typeface="+mj-lt"/>
                <a:cs typeface="Arial" panose="020B0604020202020204" pitchFamily="34" charset="0"/>
              </a:rPr>
              <a:t>Há mais de 60 anos pensando o Brasil</a:t>
            </a:r>
          </a:p>
        </p:txBody>
      </p:sp>
      <p:sp>
        <p:nvSpPr>
          <p:cNvPr id="3" name="Google Shape;936;p37">
            <a:extLst>
              <a:ext uri="{FF2B5EF4-FFF2-40B4-BE49-F238E27FC236}">
                <a16:creationId xmlns:a16="http://schemas.microsoft.com/office/drawing/2014/main" id="{EE64BA89-10D9-CE47-AABD-A4E656676416}"/>
              </a:ext>
            </a:extLst>
          </p:cNvPr>
          <p:cNvSpPr/>
          <p:nvPr/>
        </p:nvSpPr>
        <p:spPr>
          <a:xfrm flipH="1">
            <a:off x="7861193" y="4721150"/>
            <a:ext cx="1282656" cy="422165"/>
          </a:xfrm>
          <a:prstGeom prst="round1Rect">
            <a:avLst>
              <a:gd name="adj" fmla="val 50000"/>
            </a:avLst>
          </a:prstGeom>
          <a:solidFill>
            <a:srgbClr val="1B204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latin typeface="Maven Pro"/>
              <a:ea typeface="Maven Pro"/>
              <a:cs typeface="Maven Pro"/>
              <a:sym typeface="Maven Pro"/>
            </a:endParaRPr>
          </a:p>
        </p:txBody>
      </p:sp>
      <p:sp>
        <p:nvSpPr>
          <p:cNvPr id="4" name="Google Shape;937;p37">
            <a:extLst>
              <a:ext uri="{FF2B5EF4-FFF2-40B4-BE49-F238E27FC236}">
                <a16:creationId xmlns:a16="http://schemas.microsoft.com/office/drawing/2014/main" id="{218D0413-1DC7-280C-8A61-75CC8B6E9A04}"/>
              </a:ext>
            </a:extLst>
          </p:cNvPr>
          <p:cNvSpPr/>
          <p:nvPr/>
        </p:nvSpPr>
        <p:spPr>
          <a:xfrm flipH="1">
            <a:off x="7588727" y="4912884"/>
            <a:ext cx="1555123" cy="230496"/>
          </a:xfrm>
          <a:prstGeom prst="round1Rect">
            <a:avLst>
              <a:gd name="adj" fmla="val 50000"/>
            </a:avLst>
          </a:prstGeom>
          <a:gradFill flip="none" rotWithShape="1">
            <a:gsLst>
              <a:gs pos="63000">
                <a:srgbClr val="06D1D7"/>
              </a:gs>
              <a:gs pos="33000">
                <a:srgbClr val="23A295"/>
              </a:gs>
              <a:gs pos="0">
                <a:srgbClr val="57F6A2"/>
              </a:gs>
              <a:gs pos="100000">
                <a:srgbClr val="1B2048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latin typeface="Maven Pro"/>
              <a:ea typeface="Maven Pro"/>
              <a:cs typeface="Maven Pro"/>
              <a:sym typeface="Maven Pro"/>
            </a:endParaRPr>
          </a:p>
        </p:txBody>
      </p:sp>
      <p:grpSp>
        <p:nvGrpSpPr>
          <p:cNvPr id="5" name="Google Shape;938;p37">
            <a:extLst>
              <a:ext uri="{FF2B5EF4-FFF2-40B4-BE49-F238E27FC236}">
                <a16:creationId xmlns:a16="http://schemas.microsoft.com/office/drawing/2014/main" id="{CFA7C02F-53EA-B1B7-757A-7C6410E0EA2C}"/>
              </a:ext>
            </a:extLst>
          </p:cNvPr>
          <p:cNvGrpSpPr/>
          <p:nvPr/>
        </p:nvGrpSpPr>
        <p:grpSpPr>
          <a:xfrm>
            <a:off x="8644350" y="4276582"/>
            <a:ext cx="423698" cy="551579"/>
            <a:chOff x="7631225" y="2241175"/>
            <a:chExt cx="986125" cy="2095500"/>
          </a:xfrm>
          <a:gradFill>
            <a:gsLst>
              <a:gs pos="53000">
                <a:srgbClr val="23A295"/>
              </a:gs>
              <a:gs pos="0">
                <a:srgbClr val="57F6A2"/>
              </a:gs>
              <a:gs pos="100000">
                <a:srgbClr val="1B2048"/>
              </a:gs>
            </a:gsLst>
            <a:lin ang="5400000" scaled="1"/>
          </a:gradFill>
        </p:grpSpPr>
        <p:cxnSp>
          <p:nvCxnSpPr>
            <p:cNvPr id="6" name="Google Shape;939;p37">
              <a:extLst>
                <a:ext uri="{FF2B5EF4-FFF2-40B4-BE49-F238E27FC236}">
                  <a16:creationId xmlns:a16="http://schemas.microsoft.com/office/drawing/2014/main" id="{03C42B2B-55A7-3070-D305-B46CAC204DAA}"/>
                </a:ext>
              </a:extLst>
            </p:cNvPr>
            <p:cNvCxnSpPr/>
            <p:nvPr/>
          </p:nvCxnSpPr>
          <p:spPr>
            <a:xfrm>
              <a:off x="7631225" y="2241175"/>
              <a:ext cx="0" cy="2095500"/>
            </a:xfrm>
            <a:prstGeom prst="straightConnector1">
              <a:avLst/>
            </a:prstGeom>
            <a:grpFill/>
            <a:ln w="9525" cap="flat" cmpd="sng">
              <a:solidFill>
                <a:srgbClr val="1AB0A9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7" name="Google Shape;940;p37">
              <a:extLst>
                <a:ext uri="{FF2B5EF4-FFF2-40B4-BE49-F238E27FC236}">
                  <a16:creationId xmlns:a16="http://schemas.microsoft.com/office/drawing/2014/main" id="{22C56BFD-83B8-964B-3248-2D1C2B4F1B3B}"/>
                </a:ext>
              </a:extLst>
            </p:cNvPr>
            <p:cNvCxnSpPr/>
            <p:nvPr/>
          </p:nvCxnSpPr>
          <p:spPr>
            <a:xfrm>
              <a:off x="7707081" y="2241175"/>
              <a:ext cx="0" cy="2095500"/>
            </a:xfrm>
            <a:prstGeom prst="straightConnector1">
              <a:avLst/>
            </a:prstGeom>
            <a:grpFill/>
            <a:ln w="9525" cap="flat" cmpd="sng">
              <a:solidFill>
                <a:srgbClr val="1AB0A9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8" name="Google Shape;941;p37">
              <a:extLst>
                <a:ext uri="{FF2B5EF4-FFF2-40B4-BE49-F238E27FC236}">
                  <a16:creationId xmlns:a16="http://schemas.microsoft.com/office/drawing/2014/main" id="{8687185B-7993-919F-D39D-197C032E9015}"/>
                </a:ext>
              </a:extLst>
            </p:cNvPr>
            <p:cNvCxnSpPr/>
            <p:nvPr/>
          </p:nvCxnSpPr>
          <p:spPr>
            <a:xfrm>
              <a:off x="7782937" y="2241175"/>
              <a:ext cx="0" cy="2095500"/>
            </a:xfrm>
            <a:prstGeom prst="straightConnector1">
              <a:avLst/>
            </a:prstGeom>
            <a:grpFill/>
            <a:ln w="9525" cap="flat" cmpd="sng">
              <a:solidFill>
                <a:srgbClr val="1AB0A9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9" name="Google Shape;942;p37">
              <a:extLst>
                <a:ext uri="{FF2B5EF4-FFF2-40B4-BE49-F238E27FC236}">
                  <a16:creationId xmlns:a16="http://schemas.microsoft.com/office/drawing/2014/main" id="{71E7BBBB-FD8D-D42D-D372-54553BE87278}"/>
                </a:ext>
              </a:extLst>
            </p:cNvPr>
            <p:cNvCxnSpPr/>
            <p:nvPr/>
          </p:nvCxnSpPr>
          <p:spPr>
            <a:xfrm>
              <a:off x="7858792" y="2241175"/>
              <a:ext cx="0" cy="2095500"/>
            </a:xfrm>
            <a:prstGeom prst="straightConnector1">
              <a:avLst/>
            </a:prstGeom>
            <a:grpFill/>
            <a:ln w="9525" cap="flat" cmpd="sng">
              <a:solidFill>
                <a:srgbClr val="1AB0A9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0" name="Google Shape;943;p37">
              <a:extLst>
                <a:ext uri="{FF2B5EF4-FFF2-40B4-BE49-F238E27FC236}">
                  <a16:creationId xmlns:a16="http://schemas.microsoft.com/office/drawing/2014/main" id="{E70AD2A4-A0B6-3140-A592-13A8ED07EF9C}"/>
                </a:ext>
              </a:extLst>
            </p:cNvPr>
            <p:cNvCxnSpPr/>
            <p:nvPr/>
          </p:nvCxnSpPr>
          <p:spPr>
            <a:xfrm>
              <a:off x="8010504" y="2241175"/>
              <a:ext cx="0" cy="2095500"/>
            </a:xfrm>
            <a:prstGeom prst="straightConnector1">
              <a:avLst/>
            </a:prstGeom>
            <a:grpFill/>
            <a:ln w="9525" cap="flat" cmpd="sng">
              <a:solidFill>
                <a:srgbClr val="1AB0A9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1" name="Google Shape;944;p37">
              <a:extLst>
                <a:ext uri="{FF2B5EF4-FFF2-40B4-BE49-F238E27FC236}">
                  <a16:creationId xmlns:a16="http://schemas.microsoft.com/office/drawing/2014/main" id="{32A3898B-7D76-40CA-03F7-7224A37301E6}"/>
                </a:ext>
              </a:extLst>
            </p:cNvPr>
            <p:cNvCxnSpPr/>
            <p:nvPr/>
          </p:nvCxnSpPr>
          <p:spPr>
            <a:xfrm>
              <a:off x="8162215" y="2241175"/>
              <a:ext cx="0" cy="2095500"/>
            </a:xfrm>
            <a:prstGeom prst="straightConnector1">
              <a:avLst/>
            </a:prstGeom>
            <a:grpFill/>
            <a:ln w="9525" cap="flat" cmpd="sng">
              <a:solidFill>
                <a:srgbClr val="1AB0A9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2" name="Google Shape;945;p37">
              <a:extLst>
                <a:ext uri="{FF2B5EF4-FFF2-40B4-BE49-F238E27FC236}">
                  <a16:creationId xmlns:a16="http://schemas.microsoft.com/office/drawing/2014/main" id="{C971AE12-CA19-9BBF-3D13-3EE0A87F4E91}"/>
                </a:ext>
              </a:extLst>
            </p:cNvPr>
            <p:cNvCxnSpPr/>
            <p:nvPr/>
          </p:nvCxnSpPr>
          <p:spPr>
            <a:xfrm>
              <a:off x="8313927" y="2241175"/>
              <a:ext cx="0" cy="2095500"/>
            </a:xfrm>
            <a:prstGeom prst="straightConnector1">
              <a:avLst/>
            </a:prstGeom>
            <a:grpFill/>
            <a:ln w="9525" cap="flat" cmpd="sng">
              <a:solidFill>
                <a:srgbClr val="1AB0A9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3" name="Google Shape;946;p37">
              <a:extLst>
                <a:ext uri="{FF2B5EF4-FFF2-40B4-BE49-F238E27FC236}">
                  <a16:creationId xmlns:a16="http://schemas.microsoft.com/office/drawing/2014/main" id="{6C63B670-2F7D-0349-4EF8-D6540EC866D5}"/>
                </a:ext>
              </a:extLst>
            </p:cNvPr>
            <p:cNvCxnSpPr/>
            <p:nvPr/>
          </p:nvCxnSpPr>
          <p:spPr>
            <a:xfrm>
              <a:off x="7934648" y="2241175"/>
              <a:ext cx="0" cy="2095500"/>
            </a:xfrm>
            <a:prstGeom prst="straightConnector1">
              <a:avLst/>
            </a:prstGeom>
            <a:grpFill/>
            <a:ln w="9525" cap="flat" cmpd="sng">
              <a:solidFill>
                <a:srgbClr val="1AB0A9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4" name="Google Shape;947;p37">
              <a:extLst>
                <a:ext uri="{FF2B5EF4-FFF2-40B4-BE49-F238E27FC236}">
                  <a16:creationId xmlns:a16="http://schemas.microsoft.com/office/drawing/2014/main" id="{0EAD4E78-DBFF-32EB-D4C0-044AFE2E0F78}"/>
                </a:ext>
              </a:extLst>
            </p:cNvPr>
            <p:cNvCxnSpPr/>
            <p:nvPr/>
          </p:nvCxnSpPr>
          <p:spPr>
            <a:xfrm>
              <a:off x="8086360" y="2241175"/>
              <a:ext cx="0" cy="2095500"/>
            </a:xfrm>
            <a:prstGeom prst="straightConnector1">
              <a:avLst/>
            </a:prstGeom>
            <a:grpFill/>
            <a:ln w="9525" cap="flat" cmpd="sng">
              <a:solidFill>
                <a:srgbClr val="1AB0A9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5" name="Google Shape;948;p37">
              <a:extLst>
                <a:ext uri="{FF2B5EF4-FFF2-40B4-BE49-F238E27FC236}">
                  <a16:creationId xmlns:a16="http://schemas.microsoft.com/office/drawing/2014/main" id="{0C995C3E-B958-10B9-F891-57D891E81E64}"/>
                </a:ext>
              </a:extLst>
            </p:cNvPr>
            <p:cNvCxnSpPr/>
            <p:nvPr/>
          </p:nvCxnSpPr>
          <p:spPr>
            <a:xfrm>
              <a:off x="8238071" y="2241175"/>
              <a:ext cx="0" cy="2095500"/>
            </a:xfrm>
            <a:prstGeom prst="straightConnector1">
              <a:avLst/>
            </a:prstGeom>
            <a:grpFill/>
            <a:ln w="9525" cap="flat" cmpd="sng">
              <a:solidFill>
                <a:srgbClr val="1AB0A9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6" name="Google Shape;949;p37">
              <a:extLst>
                <a:ext uri="{FF2B5EF4-FFF2-40B4-BE49-F238E27FC236}">
                  <a16:creationId xmlns:a16="http://schemas.microsoft.com/office/drawing/2014/main" id="{6CDD4CF5-4B78-866F-5797-68DE88030CE1}"/>
                </a:ext>
              </a:extLst>
            </p:cNvPr>
            <p:cNvCxnSpPr/>
            <p:nvPr/>
          </p:nvCxnSpPr>
          <p:spPr>
            <a:xfrm>
              <a:off x="8389783" y="2241175"/>
              <a:ext cx="0" cy="2095500"/>
            </a:xfrm>
            <a:prstGeom prst="straightConnector1">
              <a:avLst/>
            </a:prstGeom>
            <a:grpFill/>
            <a:ln w="9525" cap="flat" cmpd="sng">
              <a:solidFill>
                <a:srgbClr val="1AB0A9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7" name="Google Shape;950;p37">
              <a:extLst>
                <a:ext uri="{FF2B5EF4-FFF2-40B4-BE49-F238E27FC236}">
                  <a16:creationId xmlns:a16="http://schemas.microsoft.com/office/drawing/2014/main" id="{C87B61D1-C6AC-36AC-EA41-A93677824A96}"/>
                </a:ext>
              </a:extLst>
            </p:cNvPr>
            <p:cNvCxnSpPr/>
            <p:nvPr/>
          </p:nvCxnSpPr>
          <p:spPr>
            <a:xfrm>
              <a:off x="8465638" y="2241175"/>
              <a:ext cx="0" cy="2095500"/>
            </a:xfrm>
            <a:prstGeom prst="straightConnector1">
              <a:avLst/>
            </a:prstGeom>
            <a:grpFill/>
            <a:ln w="9525" cap="flat" cmpd="sng">
              <a:solidFill>
                <a:srgbClr val="1AB0A9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8" name="Google Shape;951;p37">
              <a:extLst>
                <a:ext uri="{FF2B5EF4-FFF2-40B4-BE49-F238E27FC236}">
                  <a16:creationId xmlns:a16="http://schemas.microsoft.com/office/drawing/2014/main" id="{F8EA5FB7-F079-0AE9-AFCD-58552D573C2A}"/>
                </a:ext>
              </a:extLst>
            </p:cNvPr>
            <p:cNvCxnSpPr/>
            <p:nvPr/>
          </p:nvCxnSpPr>
          <p:spPr>
            <a:xfrm>
              <a:off x="8541494" y="2241175"/>
              <a:ext cx="0" cy="2095500"/>
            </a:xfrm>
            <a:prstGeom prst="straightConnector1">
              <a:avLst/>
            </a:prstGeom>
            <a:grpFill/>
            <a:ln w="9525" cap="flat" cmpd="sng">
              <a:solidFill>
                <a:srgbClr val="1AB0A9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9" name="Google Shape;952;p37">
              <a:extLst>
                <a:ext uri="{FF2B5EF4-FFF2-40B4-BE49-F238E27FC236}">
                  <a16:creationId xmlns:a16="http://schemas.microsoft.com/office/drawing/2014/main" id="{F395BB13-DCD7-8879-3A96-FA06A2D040EC}"/>
                </a:ext>
              </a:extLst>
            </p:cNvPr>
            <p:cNvCxnSpPr/>
            <p:nvPr/>
          </p:nvCxnSpPr>
          <p:spPr>
            <a:xfrm>
              <a:off x="8617350" y="2241175"/>
              <a:ext cx="0" cy="2095500"/>
            </a:xfrm>
            <a:prstGeom prst="straightConnector1">
              <a:avLst/>
            </a:prstGeom>
            <a:grpFill/>
            <a:ln w="9525" cap="flat" cmpd="sng">
              <a:solidFill>
                <a:srgbClr val="1AB0A9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20" name="Google Shape;954;p37">
            <a:extLst>
              <a:ext uri="{FF2B5EF4-FFF2-40B4-BE49-F238E27FC236}">
                <a16:creationId xmlns:a16="http://schemas.microsoft.com/office/drawing/2014/main" id="{EA01A60E-E80D-F9EA-3C85-419B03A3523A}"/>
              </a:ext>
            </a:extLst>
          </p:cNvPr>
          <p:cNvSpPr/>
          <p:nvPr/>
        </p:nvSpPr>
        <p:spPr>
          <a:xfrm>
            <a:off x="0" y="4680042"/>
            <a:ext cx="922564" cy="463274"/>
          </a:xfrm>
          <a:prstGeom prst="rect">
            <a:avLst/>
          </a:prstGeom>
          <a:gradFill>
            <a:gsLst>
              <a:gs pos="33000">
                <a:srgbClr val="23A295"/>
              </a:gs>
              <a:gs pos="0">
                <a:srgbClr val="57F6A2"/>
              </a:gs>
              <a:gs pos="100000">
                <a:srgbClr val="1B2048"/>
              </a:gs>
            </a:gsLst>
            <a:path path="circle">
              <a:fillToRect l="100000" t="100000"/>
            </a:path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dirty="0">
              <a:latin typeface="Maven Pro"/>
              <a:ea typeface="Maven Pro"/>
              <a:cs typeface="Maven Pro"/>
              <a:sym typeface="Maven Pro"/>
            </a:endParaRPr>
          </a:p>
        </p:txBody>
      </p:sp>
      <p:sp>
        <p:nvSpPr>
          <p:cNvPr id="21" name="Google Shape;955;p37">
            <a:extLst>
              <a:ext uri="{FF2B5EF4-FFF2-40B4-BE49-F238E27FC236}">
                <a16:creationId xmlns:a16="http://schemas.microsoft.com/office/drawing/2014/main" id="{C0BF9ECD-FDB9-E268-FF1B-69059AD17E35}"/>
              </a:ext>
            </a:extLst>
          </p:cNvPr>
          <p:cNvSpPr/>
          <p:nvPr/>
        </p:nvSpPr>
        <p:spPr>
          <a:xfrm>
            <a:off x="0" y="4912883"/>
            <a:ext cx="1663658" cy="230641"/>
          </a:xfrm>
          <a:prstGeom prst="round1Rect">
            <a:avLst>
              <a:gd name="adj" fmla="val 50000"/>
            </a:avLst>
          </a:prstGeom>
          <a:solidFill>
            <a:srgbClr val="1B204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latin typeface="Maven Pro"/>
              <a:ea typeface="Maven Pro"/>
              <a:cs typeface="Maven Pro"/>
              <a:sym typeface="Maven Pro"/>
            </a:endParaRPr>
          </a:p>
        </p:txBody>
      </p:sp>
      <p:grpSp>
        <p:nvGrpSpPr>
          <p:cNvPr id="22" name="Agrupar 21">
            <a:extLst>
              <a:ext uri="{FF2B5EF4-FFF2-40B4-BE49-F238E27FC236}">
                <a16:creationId xmlns:a16="http://schemas.microsoft.com/office/drawing/2014/main" id="{1F368DA1-EFD3-5052-F0BF-37997F13BA4D}"/>
              </a:ext>
            </a:extLst>
          </p:cNvPr>
          <p:cNvGrpSpPr/>
          <p:nvPr/>
        </p:nvGrpSpPr>
        <p:grpSpPr>
          <a:xfrm>
            <a:off x="7070035" y="156184"/>
            <a:ext cx="1722295" cy="405506"/>
            <a:chOff x="4782913" y="272045"/>
            <a:chExt cx="3752189" cy="883435"/>
          </a:xfrm>
        </p:grpSpPr>
        <p:pic>
          <p:nvPicPr>
            <p:cNvPr id="23" name="Imagem 22" descr="Interface gráfica do usuário, Texto&#10;&#10;O conteúdo gerado por IA pode estar incorreto.">
              <a:extLst>
                <a:ext uri="{FF2B5EF4-FFF2-40B4-BE49-F238E27FC236}">
                  <a16:creationId xmlns:a16="http://schemas.microsoft.com/office/drawing/2014/main" id="{77E694AB-8B5B-0B7B-3ADB-11E6E8B895F1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4782913" y="272045"/>
              <a:ext cx="3752189" cy="883435"/>
            </a:xfrm>
            <a:prstGeom prst="rect">
              <a:avLst/>
            </a:prstGeom>
          </p:spPr>
        </p:pic>
        <p:cxnSp>
          <p:nvCxnSpPr>
            <p:cNvPr id="24" name="Conector reto 23">
              <a:extLst>
                <a:ext uri="{FF2B5EF4-FFF2-40B4-BE49-F238E27FC236}">
                  <a16:creationId xmlns:a16="http://schemas.microsoft.com/office/drawing/2014/main" id="{CF59B46F-2B2E-66B3-6793-6B53E153BCEA}"/>
                </a:ext>
              </a:extLst>
            </p:cNvPr>
            <p:cNvCxnSpPr>
              <a:cxnSpLocks/>
            </p:cNvCxnSpPr>
            <p:nvPr/>
          </p:nvCxnSpPr>
          <p:spPr>
            <a:xfrm>
              <a:off x="5253460" y="1066595"/>
              <a:ext cx="3264536" cy="16228"/>
            </a:xfrm>
            <a:prstGeom prst="line">
              <a:avLst/>
            </a:prstGeom>
            <a:ln>
              <a:solidFill>
                <a:srgbClr val="00445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5" name="Google Shape;936;p37">
            <a:extLst>
              <a:ext uri="{FF2B5EF4-FFF2-40B4-BE49-F238E27FC236}">
                <a16:creationId xmlns:a16="http://schemas.microsoft.com/office/drawing/2014/main" id="{173694C1-8AD7-138A-FE3A-53969931B4FA}"/>
              </a:ext>
            </a:extLst>
          </p:cNvPr>
          <p:cNvSpPr/>
          <p:nvPr/>
        </p:nvSpPr>
        <p:spPr>
          <a:xfrm rot="16200000" flipH="1" flipV="1">
            <a:off x="-26331" y="5857"/>
            <a:ext cx="636272" cy="583606"/>
          </a:xfrm>
          <a:custGeom>
            <a:avLst/>
            <a:gdLst>
              <a:gd name="connsiteX0" fmla="*/ 0 w 1440059"/>
              <a:gd name="connsiteY0" fmla="*/ 0 h 583600"/>
              <a:gd name="connsiteX1" fmla="*/ 1148259 w 1440059"/>
              <a:gd name="connsiteY1" fmla="*/ 0 h 583600"/>
              <a:gd name="connsiteX2" fmla="*/ 1440059 w 1440059"/>
              <a:gd name="connsiteY2" fmla="*/ 291800 h 583600"/>
              <a:gd name="connsiteX3" fmla="*/ 1440059 w 1440059"/>
              <a:gd name="connsiteY3" fmla="*/ 583600 h 583600"/>
              <a:gd name="connsiteX4" fmla="*/ 0 w 1440059"/>
              <a:gd name="connsiteY4" fmla="*/ 583600 h 583600"/>
              <a:gd name="connsiteX5" fmla="*/ 0 w 1440059"/>
              <a:gd name="connsiteY5" fmla="*/ 0 h 583600"/>
              <a:gd name="connsiteX0" fmla="*/ 612059 w 1440059"/>
              <a:gd name="connsiteY0" fmla="*/ 0 h 583603"/>
              <a:gd name="connsiteX1" fmla="*/ 1148259 w 1440059"/>
              <a:gd name="connsiteY1" fmla="*/ 3 h 583603"/>
              <a:gd name="connsiteX2" fmla="*/ 1440059 w 1440059"/>
              <a:gd name="connsiteY2" fmla="*/ 291803 h 583603"/>
              <a:gd name="connsiteX3" fmla="*/ 1440059 w 1440059"/>
              <a:gd name="connsiteY3" fmla="*/ 583603 h 583603"/>
              <a:gd name="connsiteX4" fmla="*/ 0 w 1440059"/>
              <a:gd name="connsiteY4" fmla="*/ 583603 h 583603"/>
              <a:gd name="connsiteX5" fmla="*/ 612059 w 1440059"/>
              <a:gd name="connsiteY5" fmla="*/ 0 h 583603"/>
              <a:gd name="connsiteX0" fmla="*/ 0 w 828000"/>
              <a:gd name="connsiteY0" fmla="*/ 0 h 583603"/>
              <a:gd name="connsiteX1" fmla="*/ 536200 w 828000"/>
              <a:gd name="connsiteY1" fmla="*/ 3 h 583603"/>
              <a:gd name="connsiteX2" fmla="*/ 828000 w 828000"/>
              <a:gd name="connsiteY2" fmla="*/ 291803 h 583603"/>
              <a:gd name="connsiteX3" fmla="*/ 828000 w 828000"/>
              <a:gd name="connsiteY3" fmla="*/ 583603 h 583603"/>
              <a:gd name="connsiteX4" fmla="*/ 191728 w 828000"/>
              <a:gd name="connsiteY4" fmla="*/ 576229 h 583603"/>
              <a:gd name="connsiteX5" fmla="*/ 0 w 828000"/>
              <a:gd name="connsiteY5" fmla="*/ 0 h 583603"/>
              <a:gd name="connsiteX0" fmla="*/ 14749 w 636272"/>
              <a:gd name="connsiteY0" fmla="*/ 0 h 583606"/>
              <a:gd name="connsiteX1" fmla="*/ 344472 w 636272"/>
              <a:gd name="connsiteY1" fmla="*/ 6 h 583606"/>
              <a:gd name="connsiteX2" fmla="*/ 636272 w 636272"/>
              <a:gd name="connsiteY2" fmla="*/ 291806 h 583606"/>
              <a:gd name="connsiteX3" fmla="*/ 636272 w 636272"/>
              <a:gd name="connsiteY3" fmla="*/ 583606 h 583606"/>
              <a:gd name="connsiteX4" fmla="*/ 0 w 636272"/>
              <a:gd name="connsiteY4" fmla="*/ 576232 h 583606"/>
              <a:gd name="connsiteX5" fmla="*/ 14749 w 636272"/>
              <a:gd name="connsiteY5" fmla="*/ 0 h 5836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36272" h="583606">
                <a:moveTo>
                  <a:pt x="14749" y="0"/>
                </a:moveTo>
                <a:lnTo>
                  <a:pt x="344472" y="6"/>
                </a:lnTo>
                <a:cubicBezTo>
                  <a:pt x="505629" y="6"/>
                  <a:pt x="636272" y="130649"/>
                  <a:pt x="636272" y="291806"/>
                </a:cubicBezTo>
                <a:lnTo>
                  <a:pt x="636272" y="583606"/>
                </a:lnTo>
                <a:lnTo>
                  <a:pt x="0" y="576232"/>
                </a:lnTo>
                <a:lnTo>
                  <a:pt x="14749" y="0"/>
                </a:lnTo>
                <a:close/>
              </a:path>
            </a:pathLst>
          </a:custGeom>
          <a:solidFill>
            <a:srgbClr val="1B204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latin typeface="Maven Pro"/>
              <a:ea typeface="Maven Pro"/>
              <a:cs typeface="Maven Pro"/>
              <a:sym typeface="Maven Pro"/>
            </a:endParaRPr>
          </a:p>
        </p:txBody>
      </p:sp>
      <p:sp>
        <p:nvSpPr>
          <p:cNvPr id="26" name="Google Shape;937;p37">
            <a:extLst>
              <a:ext uri="{FF2B5EF4-FFF2-40B4-BE49-F238E27FC236}">
                <a16:creationId xmlns:a16="http://schemas.microsoft.com/office/drawing/2014/main" id="{436B9ECF-C9EC-B243-793F-F981B1E86754}"/>
              </a:ext>
            </a:extLst>
          </p:cNvPr>
          <p:cNvSpPr/>
          <p:nvPr/>
        </p:nvSpPr>
        <p:spPr>
          <a:xfrm rot="16200000" flipH="1" flipV="1">
            <a:off x="-223281" y="212082"/>
            <a:ext cx="765195" cy="318641"/>
          </a:xfrm>
          <a:custGeom>
            <a:avLst/>
            <a:gdLst>
              <a:gd name="connsiteX0" fmla="*/ 0 w 1745961"/>
              <a:gd name="connsiteY0" fmla="*/ 0 h 318637"/>
              <a:gd name="connsiteX1" fmla="*/ 1586643 w 1745961"/>
              <a:gd name="connsiteY1" fmla="*/ 0 h 318637"/>
              <a:gd name="connsiteX2" fmla="*/ 1745962 w 1745961"/>
              <a:gd name="connsiteY2" fmla="*/ 159319 h 318637"/>
              <a:gd name="connsiteX3" fmla="*/ 1745961 w 1745961"/>
              <a:gd name="connsiteY3" fmla="*/ 318637 h 318637"/>
              <a:gd name="connsiteX4" fmla="*/ 0 w 1745961"/>
              <a:gd name="connsiteY4" fmla="*/ 318637 h 318637"/>
              <a:gd name="connsiteX5" fmla="*/ 0 w 1745961"/>
              <a:gd name="connsiteY5" fmla="*/ 0 h 318637"/>
              <a:gd name="connsiteX0" fmla="*/ 980768 w 1745962"/>
              <a:gd name="connsiteY0" fmla="*/ 0 h 318637"/>
              <a:gd name="connsiteX1" fmla="*/ 1586643 w 1745962"/>
              <a:gd name="connsiteY1" fmla="*/ 0 h 318637"/>
              <a:gd name="connsiteX2" fmla="*/ 1745962 w 1745962"/>
              <a:gd name="connsiteY2" fmla="*/ 159319 h 318637"/>
              <a:gd name="connsiteX3" fmla="*/ 1745961 w 1745962"/>
              <a:gd name="connsiteY3" fmla="*/ 318637 h 318637"/>
              <a:gd name="connsiteX4" fmla="*/ 0 w 1745962"/>
              <a:gd name="connsiteY4" fmla="*/ 318637 h 318637"/>
              <a:gd name="connsiteX5" fmla="*/ 980768 w 1745962"/>
              <a:gd name="connsiteY5" fmla="*/ 0 h 318637"/>
              <a:gd name="connsiteX0" fmla="*/ 1 w 765195"/>
              <a:gd name="connsiteY0" fmla="*/ 0 h 318641"/>
              <a:gd name="connsiteX1" fmla="*/ 605876 w 765195"/>
              <a:gd name="connsiteY1" fmla="*/ 0 h 318641"/>
              <a:gd name="connsiteX2" fmla="*/ 765195 w 765195"/>
              <a:gd name="connsiteY2" fmla="*/ 159319 h 318641"/>
              <a:gd name="connsiteX3" fmla="*/ 765194 w 765195"/>
              <a:gd name="connsiteY3" fmla="*/ 318637 h 318641"/>
              <a:gd name="connsiteX4" fmla="*/ 0 w 765195"/>
              <a:gd name="connsiteY4" fmla="*/ 318641 h 318641"/>
              <a:gd name="connsiteX5" fmla="*/ 1 w 765195"/>
              <a:gd name="connsiteY5" fmla="*/ 0 h 3186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765195" h="318641">
                <a:moveTo>
                  <a:pt x="1" y="0"/>
                </a:moveTo>
                <a:lnTo>
                  <a:pt x="605876" y="0"/>
                </a:lnTo>
                <a:cubicBezTo>
                  <a:pt x="693865" y="0"/>
                  <a:pt x="765195" y="71330"/>
                  <a:pt x="765195" y="159319"/>
                </a:cubicBezTo>
                <a:cubicBezTo>
                  <a:pt x="765195" y="212425"/>
                  <a:pt x="765194" y="265531"/>
                  <a:pt x="765194" y="318637"/>
                </a:cubicBezTo>
                <a:lnTo>
                  <a:pt x="0" y="318641"/>
                </a:lnTo>
                <a:cubicBezTo>
                  <a:pt x="0" y="212427"/>
                  <a:pt x="1" y="106214"/>
                  <a:pt x="1" y="0"/>
                </a:cubicBezTo>
                <a:close/>
              </a:path>
            </a:pathLst>
          </a:custGeom>
          <a:gradFill flip="none" rotWithShape="1">
            <a:gsLst>
              <a:gs pos="63000">
                <a:srgbClr val="06D1D7"/>
              </a:gs>
              <a:gs pos="33000">
                <a:srgbClr val="23A295"/>
              </a:gs>
              <a:gs pos="0">
                <a:srgbClr val="57F6A2"/>
              </a:gs>
              <a:gs pos="100000">
                <a:srgbClr val="1B2048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latin typeface="Maven Pro"/>
              <a:ea typeface="Maven Pro"/>
              <a:cs typeface="Maven Pro"/>
              <a:sym typeface="Maven Pro"/>
            </a:endParaRPr>
          </a:p>
        </p:txBody>
      </p:sp>
      <p:grpSp>
        <p:nvGrpSpPr>
          <p:cNvPr id="28" name="Google Shape;938;p37">
            <a:extLst>
              <a:ext uri="{FF2B5EF4-FFF2-40B4-BE49-F238E27FC236}">
                <a16:creationId xmlns:a16="http://schemas.microsoft.com/office/drawing/2014/main" id="{5D63218A-C8AC-A5B2-A621-4B72E0BC42E1}"/>
              </a:ext>
            </a:extLst>
          </p:cNvPr>
          <p:cNvGrpSpPr/>
          <p:nvPr/>
        </p:nvGrpSpPr>
        <p:grpSpPr>
          <a:xfrm rot="16200000">
            <a:off x="720348" y="-178200"/>
            <a:ext cx="368002" cy="860760"/>
            <a:chOff x="8238071" y="2241175"/>
            <a:chExt cx="379279" cy="2095500"/>
          </a:xfrm>
          <a:gradFill>
            <a:gsLst>
              <a:gs pos="53000">
                <a:srgbClr val="23A295"/>
              </a:gs>
              <a:gs pos="0">
                <a:srgbClr val="57F6A2"/>
              </a:gs>
              <a:gs pos="100000">
                <a:srgbClr val="1B2048"/>
              </a:gs>
            </a:gsLst>
            <a:lin ang="5400000" scaled="1"/>
          </a:gradFill>
        </p:grpSpPr>
        <p:cxnSp>
          <p:nvCxnSpPr>
            <p:cNvPr id="29" name="Google Shape;945;p37">
              <a:extLst>
                <a:ext uri="{FF2B5EF4-FFF2-40B4-BE49-F238E27FC236}">
                  <a16:creationId xmlns:a16="http://schemas.microsoft.com/office/drawing/2014/main" id="{736A1570-55C4-9046-0D4B-69B7C2A2EDB0}"/>
                </a:ext>
              </a:extLst>
            </p:cNvPr>
            <p:cNvCxnSpPr/>
            <p:nvPr/>
          </p:nvCxnSpPr>
          <p:spPr>
            <a:xfrm>
              <a:off x="8313927" y="2241175"/>
              <a:ext cx="0" cy="2095500"/>
            </a:xfrm>
            <a:prstGeom prst="straightConnector1">
              <a:avLst/>
            </a:prstGeom>
            <a:grpFill/>
            <a:ln w="9525" cap="flat" cmpd="sng">
              <a:solidFill>
                <a:srgbClr val="1AB0A9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0" name="Google Shape;948;p37">
              <a:extLst>
                <a:ext uri="{FF2B5EF4-FFF2-40B4-BE49-F238E27FC236}">
                  <a16:creationId xmlns:a16="http://schemas.microsoft.com/office/drawing/2014/main" id="{082BC705-01F8-96E4-106F-B3CA634558CE}"/>
                </a:ext>
              </a:extLst>
            </p:cNvPr>
            <p:cNvCxnSpPr/>
            <p:nvPr/>
          </p:nvCxnSpPr>
          <p:spPr>
            <a:xfrm>
              <a:off x="8238071" y="2241175"/>
              <a:ext cx="0" cy="2095500"/>
            </a:xfrm>
            <a:prstGeom prst="straightConnector1">
              <a:avLst/>
            </a:prstGeom>
            <a:grpFill/>
            <a:ln w="9525" cap="flat" cmpd="sng">
              <a:solidFill>
                <a:srgbClr val="1AB0A9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1" name="Google Shape;949;p37">
              <a:extLst>
                <a:ext uri="{FF2B5EF4-FFF2-40B4-BE49-F238E27FC236}">
                  <a16:creationId xmlns:a16="http://schemas.microsoft.com/office/drawing/2014/main" id="{2C05A79C-15A9-88EA-FB75-0C9FAD0B467A}"/>
                </a:ext>
              </a:extLst>
            </p:cNvPr>
            <p:cNvCxnSpPr/>
            <p:nvPr/>
          </p:nvCxnSpPr>
          <p:spPr>
            <a:xfrm>
              <a:off x="8389783" y="2241175"/>
              <a:ext cx="0" cy="2095500"/>
            </a:xfrm>
            <a:prstGeom prst="straightConnector1">
              <a:avLst/>
            </a:prstGeom>
            <a:grpFill/>
            <a:ln w="9525" cap="flat" cmpd="sng">
              <a:solidFill>
                <a:srgbClr val="1AB0A9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2" name="Google Shape;950;p37">
              <a:extLst>
                <a:ext uri="{FF2B5EF4-FFF2-40B4-BE49-F238E27FC236}">
                  <a16:creationId xmlns:a16="http://schemas.microsoft.com/office/drawing/2014/main" id="{954DD504-4FB4-05DF-138C-AF1B33EECDD0}"/>
                </a:ext>
              </a:extLst>
            </p:cNvPr>
            <p:cNvCxnSpPr/>
            <p:nvPr/>
          </p:nvCxnSpPr>
          <p:spPr>
            <a:xfrm>
              <a:off x="8465638" y="2241175"/>
              <a:ext cx="0" cy="2095500"/>
            </a:xfrm>
            <a:prstGeom prst="straightConnector1">
              <a:avLst/>
            </a:prstGeom>
            <a:grpFill/>
            <a:ln w="9525" cap="flat" cmpd="sng">
              <a:solidFill>
                <a:srgbClr val="1AB0A9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3" name="Google Shape;951;p37">
              <a:extLst>
                <a:ext uri="{FF2B5EF4-FFF2-40B4-BE49-F238E27FC236}">
                  <a16:creationId xmlns:a16="http://schemas.microsoft.com/office/drawing/2014/main" id="{A87D55AA-2572-426C-7470-8B5B27B84BC2}"/>
                </a:ext>
              </a:extLst>
            </p:cNvPr>
            <p:cNvCxnSpPr/>
            <p:nvPr/>
          </p:nvCxnSpPr>
          <p:spPr>
            <a:xfrm>
              <a:off x="8541494" y="2241175"/>
              <a:ext cx="0" cy="2095500"/>
            </a:xfrm>
            <a:prstGeom prst="straightConnector1">
              <a:avLst/>
            </a:prstGeom>
            <a:grpFill/>
            <a:ln w="9525" cap="flat" cmpd="sng">
              <a:solidFill>
                <a:srgbClr val="1AB0A9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4" name="Google Shape;952;p37">
              <a:extLst>
                <a:ext uri="{FF2B5EF4-FFF2-40B4-BE49-F238E27FC236}">
                  <a16:creationId xmlns:a16="http://schemas.microsoft.com/office/drawing/2014/main" id="{B13A8AFE-22A3-11FE-F848-33C3BF4F2C4F}"/>
                </a:ext>
              </a:extLst>
            </p:cNvPr>
            <p:cNvCxnSpPr/>
            <p:nvPr/>
          </p:nvCxnSpPr>
          <p:spPr>
            <a:xfrm>
              <a:off x="8617350" y="2241175"/>
              <a:ext cx="0" cy="2095500"/>
            </a:xfrm>
            <a:prstGeom prst="straightConnector1">
              <a:avLst/>
            </a:prstGeom>
            <a:grpFill/>
            <a:ln w="9525" cap="flat" cmpd="sng">
              <a:solidFill>
                <a:srgbClr val="1AB0A9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35" name="Título 1">
            <a:extLst>
              <a:ext uri="{FF2B5EF4-FFF2-40B4-BE49-F238E27FC236}">
                <a16:creationId xmlns:a16="http://schemas.microsoft.com/office/drawing/2014/main" id="{9421C37C-6231-C207-F9E5-7DCA68F05B8B}"/>
              </a:ext>
            </a:extLst>
          </p:cNvPr>
          <p:cNvSpPr txBox="1">
            <a:spLocks/>
          </p:cNvSpPr>
          <p:nvPr/>
        </p:nvSpPr>
        <p:spPr>
          <a:xfrm>
            <a:off x="675324" y="706826"/>
            <a:ext cx="8467638" cy="4554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Montserrat"/>
              <a:buNone/>
              <a:defRPr sz="52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Montserrat"/>
              <a:buNone/>
              <a:defRPr sz="52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Montserrat"/>
              <a:buNone/>
              <a:defRPr sz="52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Montserrat"/>
              <a:buNone/>
              <a:defRPr sz="52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Montserrat"/>
              <a:buNone/>
              <a:defRPr sz="52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Montserrat"/>
              <a:buNone/>
              <a:defRPr sz="52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Montserrat"/>
              <a:buNone/>
              <a:defRPr sz="52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Montserrat"/>
              <a:buNone/>
              <a:defRPr sz="52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Montserrat"/>
              <a:buNone/>
              <a:defRPr sz="52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algn="l"/>
            <a:r>
              <a:rPr lang="pt-BR" sz="2000" dirty="0">
                <a:latin typeface="+mj-lt"/>
                <a:cs typeface="Arial" panose="020B0604020202020204" pitchFamily="34" charset="0"/>
              </a:rPr>
              <a:t>Notícias e inquéritos: convergência temática exploratória</a:t>
            </a:r>
          </a:p>
        </p:txBody>
      </p:sp>
      <p:sp>
        <p:nvSpPr>
          <p:cNvPr id="36" name="Subtítulo 2">
            <a:extLst>
              <a:ext uri="{FF2B5EF4-FFF2-40B4-BE49-F238E27FC236}">
                <a16:creationId xmlns:a16="http://schemas.microsoft.com/office/drawing/2014/main" id="{3041F88E-514C-FE31-61CD-3B9A9283F263}"/>
              </a:ext>
            </a:extLst>
          </p:cNvPr>
          <p:cNvSpPr>
            <a:spLocks noGrp="1"/>
          </p:cNvSpPr>
          <p:nvPr>
            <p:ph type="subTitle" idx="4294967295"/>
          </p:nvPr>
        </p:nvSpPr>
        <p:spPr>
          <a:xfrm>
            <a:off x="583608" y="1395073"/>
            <a:ext cx="4272871" cy="3284762"/>
          </a:xfrm>
          <a:prstGeom prst="rect">
            <a:avLst/>
          </a:prstGeom>
        </p:spPr>
        <p:txBody>
          <a:bodyPr>
            <a:normAutofit fontScale="85000" lnSpcReduction="10000"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>
                <a:solidFill>
                  <a:schemeClr val="bg1"/>
                </a:solidFill>
                <a:latin typeface="+mj-lt"/>
              </a:rPr>
              <a:t>A comparação com inquéritos e tipos penais é exploratória.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>
                <a:solidFill>
                  <a:schemeClr val="bg1"/>
                </a:solidFill>
                <a:latin typeface="+mj-lt"/>
              </a:rPr>
              <a:t>As duas bases possuem unidades de análise diferentes.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>
                <a:solidFill>
                  <a:schemeClr val="bg1"/>
                </a:solidFill>
                <a:latin typeface="+mj-lt"/>
              </a:rPr>
              <a:t>Mesmo assim, há convergência em grandes eixos temáticos:</a:t>
            </a:r>
          </a:p>
          <a:p>
            <a:pPr defTabSz="358775"/>
            <a:r>
              <a:rPr lang="pt-BR" dirty="0">
                <a:solidFill>
                  <a:schemeClr val="bg1"/>
                </a:solidFill>
                <a:latin typeface="+mj-lt"/>
              </a:rPr>
              <a:t> 	- crimes contra crianças;</a:t>
            </a:r>
          </a:p>
          <a:p>
            <a:pPr defTabSz="358775"/>
            <a:r>
              <a:rPr lang="pt-BR" dirty="0">
                <a:solidFill>
                  <a:schemeClr val="bg1"/>
                </a:solidFill>
                <a:latin typeface="+mj-lt"/>
              </a:rPr>
              <a:t> 	- tráfico de drogas;</a:t>
            </a:r>
          </a:p>
          <a:p>
            <a:pPr defTabSz="358775"/>
            <a:r>
              <a:rPr lang="pt-BR" dirty="0">
                <a:solidFill>
                  <a:schemeClr val="bg1"/>
                </a:solidFill>
                <a:latin typeface="+mj-lt"/>
              </a:rPr>
              <a:t> 	- corrupção, desvios e fraudes públicas;</a:t>
            </a:r>
          </a:p>
          <a:p>
            <a:pPr defTabSz="358775"/>
            <a:r>
              <a:rPr lang="pt-BR" dirty="0">
                <a:solidFill>
                  <a:schemeClr val="bg1"/>
                </a:solidFill>
                <a:latin typeface="+mj-lt"/>
              </a:rPr>
              <a:t> 	- crimes ambientais;</a:t>
            </a:r>
          </a:p>
          <a:p>
            <a:pPr defTabSz="358775"/>
            <a:r>
              <a:rPr lang="pt-BR" dirty="0">
                <a:solidFill>
                  <a:schemeClr val="bg1"/>
                </a:solidFill>
                <a:latin typeface="+mj-lt"/>
              </a:rPr>
              <a:t>	- falsificações;</a:t>
            </a:r>
          </a:p>
          <a:p>
            <a:pPr defTabSz="358775"/>
            <a:r>
              <a:rPr lang="pt-BR" dirty="0">
                <a:solidFill>
                  <a:schemeClr val="bg1"/>
                </a:solidFill>
                <a:latin typeface="+mj-lt"/>
              </a:rPr>
              <a:t> 	- contrabando;</a:t>
            </a:r>
          </a:p>
          <a:p>
            <a:pPr defTabSz="358775"/>
            <a:r>
              <a:rPr lang="pt-BR" dirty="0">
                <a:solidFill>
                  <a:schemeClr val="bg1"/>
                </a:solidFill>
                <a:latin typeface="+mj-lt"/>
              </a:rPr>
              <a:t> 	- lavagem de dinheiro;</a:t>
            </a:r>
          </a:p>
          <a:p>
            <a:pPr defTabSz="358775"/>
            <a:r>
              <a:rPr lang="pt-BR" dirty="0">
                <a:solidFill>
                  <a:schemeClr val="bg1"/>
                </a:solidFill>
                <a:latin typeface="+mj-lt"/>
              </a:rPr>
              <a:t> 	- fraude previdenciária.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>
                <a:solidFill>
                  <a:schemeClr val="bg1"/>
                </a:solidFill>
                <a:latin typeface="+mj-lt"/>
              </a:rPr>
              <a:t>A convergência sugere que a comunicação pública da PF não está completamente dissociada da prática investigativa registrada em bases administrativas.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>
                <a:solidFill>
                  <a:schemeClr val="bg1"/>
                </a:solidFill>
                <a:latin typeface="+mj-lt"/>
              </a:rPr>
              <a:t>As diferenças indicam possíveis efeitos de visibilidade, seleção comunicacional e relevância pública.</a:t>
            </a:r>
          </a:p>
        </p:txBody>
      </p:sp>
      <p:cxnSp>
        <p:nvCxnSpPr>
          <p:cNvPr id="40" name="Conector reto 39">
            <a:extLst>
              <a:ext uri="{FF2B5EF4-FFF2-40B4-BE49-F238E27FC236}">
                <a16:creationId xmlns:a16="http://schemas.microsoft.com/office/drawing/2014/main" id="{2C0F654A-B3B7-3A97-547F-C9429C9F14B4}"/>
              </a:ext>
            </a:extLst>
          </p:cNvPr>
          <p:cNvCxnSpPr>
            <a:cxnSpLocks/>
          </p:cNvCxnSpPr>
          <p:nvPr/>
        </p:nvCxnSpPr>
        <p:spPr>
          <a:xfrm>
            <a:off x="-5" y="1114607"/>
            <a:ext cx="2796961" cy="0"/>
          </a:xfrm>
          <a:prstGeom prst="line">
            <a:avLst/>
          </a:prstGeom>
          <a:ln>
            <a:solidFill>
              <a:srgbClr val="00445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Google Shape;937;p37">
            <a:extLst>
              <a:ext uri="{FF2B5EF4-FFF2-40B4-BE49-F238E27FC236}">
                <a16:creationId xmlns:a16="http://schemas.microsoft.com/office/drawing/2014/main" id="{56277B25-0246-841A-9798-A62532BD31E4}"/>
              </a:ext>
            </a:extLst>
          </p:cNvPr>
          <p:cNvSpPr/>
          <p:nvPr/>
        </p:nvSpPr>
        <p:spPr>
          <a:xfrm flipH="1" flipV="1">
            <a:off x="8773117" y="52"/>
            <a:ext cx="369846" cy="249032"/>
          </a:xfrm>
          <a:custGeom>
            <a:avLst/>
            <a:gdLst>
              <a:gd name="connsiteX0" fmla="*/ 0 w 1414234"/>
              <a:gd name="connsiteY0" fmla="*/ 0 h 258097"/>
              <a:gd name="connsiteX1" fmla="*/ 1285186 w 1414234"/>
              <a:gd name="connsiteY1" fmla="*/ 0 h 258097"/>
              <a:gd name="connsiteX2" fmla="*/ 1414235 w 1414234"/>
              <a:gd name="connsiteY2" fmla="*/ 129049 h 258097"/>
              <a:gd name="connsiteX3" fmla="*/ 1414234 w 1414234"/>
              <a:gd name="connsiteY3" fmla="*/ 258097 h 258097"/>
              <a:gd name="connsiteX4" fmla="*/ 0 w 1414234"/>
              <a:gd name="connsiteY4" fmla="*/ 258097 h 258097"/>
              <a:gd name="connsiteX5" fmla="*/ 0 w 1414234"/>
              <a:gd name="connsiteY5" fmla="*/ 0 h 258097"/>
              <a:gd name="connsiteX0" fmla="*/ 0 w 1414235"/>
              <a:gd name="connsiteY0" fmla="*/ 0 h 258097"/>
              <a:gd name="connsiteX1" fmla="*/ 1285186 w 1414235"/>
              <a:gd name="connsiteY1" fmla="*/ 0 h 258097"/>
              <a:gd name="connsiteX2" fmla="*/ 1414235 w 1414235"/>
              <a:gd name="connsiteY2" fmla="*/ 129049 h 258097"/>
              <a:gd name="connsiteX3" fmla="*/ 1414234 w 1414235"/>
              <a:gd name="connsiteY3" fmla="*/ 258097 h 258097"/>
              <a:gd name="connsiteX4" fmla="*/ 243348 w 1414235"/>
              <a:gd name="connsiteY4" fmla="*/ 258097 h 258097"/>
              <a:gd name="connsiteX5" fmla="*/ 0 w 1414235"/>
              <a:gd name="connsiteY5" fmla="*/ 0 h 258097"/>
              <a:gd name="connsiteX0" fmla="*/ 0 w 1178260"/>
              <a:gd name="connsiteY0" fmla="*/ 7374 h 258097"/>
              <a:gd name="connsiteX1" fmla="*/ 1049211 w 1178260"/>
              <a:gd name="connsiteY1" fmla="*/ 0 h 258097"/>
              <a:gd name="connsiteX2" fmla="*/ 1178260 w 1178260"/>
              <a:gd name="connsiteY2" fmla="*/ 129049 h 258097"/>
              <a:gd name="connsiteX3" fmla="*/ 1178259 w 1178260"/>
              <a:gd name="connsiteY3" fmla="*/ 258097 h 258097"/>
              <a:gd name="connsiteX4" fmla="*/ 7373 w 1178260"/>
              <a:gd name="connsiteY4" fmla="*/ 258097 h 258097"/>
              <a:gd name="connsiteX5" fmla="*/ 0 w 1178260"/>
              <a:gd name="connsiteY5" fmla="*/ 7374 h 258097"/>
              <a:gd name="connsiteX0" fmla="*/ 0 w 1178260"/>
              <a:gd name="connsiteY0" fmla="*/ 7374 h 265471"/>
              <a:gd name="connsiteX1" fmla="*/ 1049211 w 1178260"/>
              <a:gd name="connsiteY1" fmla="*/ 0 h 265471"/>
              <a:gd name="connsiteX2" fmla="*/ 1178260 w 1178260"/>
              <a:gd name="connsiteY2" fmla="*/ 129049 h 265471"/>
              <a:gd name="connsiteX3" fmla="*/ 1178259 w 1178260"/>
              <a:gd name="connsiteY3" fmla="*/ 258097 h 265471"/>
              <a:gd name="connsiteX4" fmla="*/ 619431 w 1178260"/>
              <a:gd name="connsiteY4" fmla="*/ 265471 h 265471"/>
              <a:gd name="connsiteX5" fmla="*/ 0 w 1178260"/>
              <a:gd name="connsiteY5" fmla="*/ 7374 h 265471"/>
              <a:gd name="connsiteX0" fmla="*/ 0 w 566202"/>
              <a:gd name="connsiteY0" fmla="*/ 0 h 280219"/>
              <a:gd name="connsiteX1" fmla="*/ 437153 w 566202"/>
              <a:gd name="connsiteY1" fmla="*/ 14748 h 280219"/>
              <a:gd name="connsiteX2" fmla="*/ 566202 w 566202"/>
              <a:gd name="connsiteY2" fmla="*/ 143797 h 280219"/>
              <a:gd name="connsiteX3" fmla="*/ 566201 w 566202"/>
              <a:gd name="connsiteY3" fmla="*/ 272845 h 280219"/>
              <a:gd name="connsiteX4" fmla="*/ 7373 w 566202"/>
              <a:gd name="connsiteY4" fmla="*/ 280219 h 280219"/>
              <a:gd name="connsiteX5" fmla="*/ 0 w 566202"/>
              <a:gd name="connsiteY5" fmla="*/ 0 h 280219"/>
              <a:gd name="connsiteX0" fmla="*/ 0 w 566202"/>
              <a:gd name="connsiteY0" fmla="*/ 0 h 280219"/>
              <a:gd name="connsiteX1" fmla="*/ 437153 w 566202"/>
              <a:gd name="connsiteY1" fmla="*/ 14748 h 280219"/>
              <a:gd name="connsiteX2" fmla="*/ 566202 w 566202"/>
              <a:gd name="connsiteY2" fmla="*/ 143797 h 280219"/>
              <a:gd name="connsiteX3" fmla="*/ 566201 w 566202"/>
              <a:gd name="connsiteY3" fmla="*/ 272845 h 280219"/>
              <a:gd name="connsiteX4" fmla="*/ 58992 w 566202"/>
              <a:gd name="connsiteY4" fmla="*/ 280219 h 280219"/>
              <a:gd name="connsiteX5" fmla="*/ 0 w 566202"/>
              <a:gd name="connsiteY5" fmla="*/ 0 h 280219"/>
              <a:gd name="connsiteX0" fmla="*/ 0 w 566202"/>
              <a:gd name="connsiteY0" fmla="*/ 0 h 272845"/>
              <a:gd name="connsiteX1" fmla="*/ 437153 w 566202"/>
              <a:gd name="connsiteY1" fmla="*/ 14748 h 272845"/>
              <a:gd name="connsiteX2" fmla="*/ 566202 w 566202"/>
              <a:gd name="connsiteY2" fmla="*/ 143797 h 272845"/>
              <a:gd name="connsiteX3" fmla="*/ 566201 w 566202"/>
              <a:gd name="connsiteY3" fmla="*/ 272845 h 272845"/>
              <a:gd name="connsiteX4" fmla="*/ 209118 w 566202"/>
              <a:gd name="connsiteY4" fmla="*/ 262022 h 272845"/>
              <a:gd name="connsiteX5" fmla="*/ 0 w 566202"/>
              <a:gd name="connsiteY5" fmla="*/ 0 h 272845"/>
              <a:gd name="connsiteX0" fmla="*/ 0 w 366035"/>
              <a:gd name="connsiteY0" fmla="*/ 0 h 272845"/>
              <a:gd name="connsiteX1" fmla="*/ 236986 w 366035"/>
              <a:gd name="connsiteY1" fmla="*/ 14748 h 272845"/>
              <a:gd name="connsiteX2" fmla="*/ 366035 w 366035"/>
              <a:gd name="connsiteY2" fmla="*/ 143797 h 272845"/>
              <a:gd name="connsiteX3" fmla="*/ 366034 w 366035"/>
              <a:gd name="connsiteY3" fmla="*/ 272845 h 272845"/>
              <a:gd name="connsiteX4" fmla="*/ 8951 w 366035"/>
              <a:gd name="connsiteY4" fmla="*/ 262022 h 272845"/>
              <a:gd name="connsiteX5" fmla="*/ 0 w 366035"/>
              <a:gd name="connsiteY5" fmla="*/ 0 h 272845"/>
              <a:gd name="connsiteX0" fmla="*/ 0 w 366035"/>
              <a:gd name="connsiteY0" fmla="*/ 0 h 272845"/>
              <a:gd name="connsiteX1" fmla="*/ 236986 w 366035"/>
              <a:gd name="connsiteY1" fmla="*/ 14748 h 272845"/>
              <a:gd name="connsiteX2" fmla="*/ 366035 w 366035"/>
              <a:gd name="connsiteY2" fmla="*/ 143797 h 272845"/>
              <a:gd name="connsiteX3" fmla="*/ 366034 w 366035"/>
              <a:gd name="connsiteY3" fmla="*/ 272845 h 272845"/>
              <a:gd name="connsiteX4" fmla="*/ 99438 w 366035"/>
              <a:gd name="connsiteY4" fmla="*/ 247734 h 272845"/>
              <a:gd name="connsiteX5" fmla="*/ 0 w 366035"/>
              <a:gd name="connsiteY5" fmla="*/ 0 h 272845"/>
              <a:gd name="connsiteX0" fmla="*/ 0 w 366035"/>
              <a:gd name="connsiteY0" fmla="*/ 0 h 272845"/>
              <a:gd name="connsiteX1" fmla="*/ 236986 w 366035"/>
              <a:gd name="connsiteY1" fmla="*/ 14748 h 272845"/>
              <a:gd name="connsiteX2" fmla="*/ 366035 w 366035"/>
              <a:gd name="connsiteY2" fmla="*/ 143797 h 272845"/>
              <a:gd name="connsiteX3" fmla="*/ 366034 w 366035"/>
              <a:gd name="connsiteY3" fmla="*/ 272845 h 272845"/>
              <a:gd name="connsiteX4" fmla="*/ 25619 w 366035"/>
              <a:gd name="connsiteY4" fmla="*/ 259641 h 272845"/>
              <a:gd name="connsiteX5" fmla="*/ 0 w 366035"/>
              <a:gd name="connsiteY5" fmla="*/ 0 h 272845"/>
              <a:gd name="connsiteX0" fmla="*/ 5337 w 340416"/>
              <a:gd name="connsiteY0" fmla="*/ 0 h 268083"/>
              <a:gd name="connsiteX1" fmla="*/ 211367 w 340416"/>
              <a:gd name="connsiteY1" fmla="*/ 9986 h 268083"/>
              <a:gd name="connsiteX2" fmla="*/ 340416 w 340416"/>
              <a:gd name="connsiteY2" fmla="*/ 139035 h 268083"/>
              <a:gd name="connsiteX3" fmla="*/ 340415 w 340416"/>
              <a:gd name="connsiteY3" fmla="*/ 268083 h 268083"/>
              <a:gd name="connsiteX4" fmla="*/ 0 w 340416"/>
              <a:gd name="connsiteY4" fmla="*/ 254879 h 268083"/>
              <a:gd name="connsiteX5" fmla="*/ 5337 w 340416"/>
              <a:gd name="connsiteY5" fmla="*/ 0 h 268083"/>
              <a:gd name="connsiteX0" fmla="*/ 5337 w 353901"/>
              <a:gd name="connsiteY0" fmla="*/ 0 h 254879"/>
              <a:gd name="connsiteX1" fmla="*/ 211367 w 353901"/>
              <a:gd name="connsiteY1" fmla="*/ 9986 h 254879"/>
              <a:gd name="connsiteX2" fmla="*/ 340416 w 353901"/>
              <a:gd name="connsiteY2" fmla="*/ 139035 h 254879"/>
              <a:gd name="connsiteX3" fmla="*/ 349940 w 353901"/>
              <a:gd name="connsiteY3" fmla="*/ 253795 h 254879"/>
              <a:gd name="connsiteX4" fmla="*/ 0 w 353901"/>
              <a:gd name="connsiteY4" fmla="*/ 254879 h 254879"/>
              <a:gd name="connsiteX5" fmla="*/ 5337 w 353901"/>
              <a:gd name="connsiteY5" fmla="*/ 0 h 254879"/>
              <a:gd name="connsiteX0" fmla="*/ 7718 w 356282"/>
              <a:gd name="connsiteY0" fmla="*/ 0 h 253795"/>
              <a:gd name="connsiteX1" fmla="*/ 213748 w 356282"/>
              <a:gd name="connsiteY1" fmla="*/ 9986 h 253795"/>
              <a:gd name="connsiteX2" fmla="*/ 342797 w 356282"/>
              <a:gd name="connsiteY2" fmla="*/ 139035 h 253795"/>
              <a:gd name="connsiteX3" fmla="*/ 352321 w 356282"/>
              <a:gd name="connsiteY3" fmla="*/ 253795 h 253795"/>
              <a:gd name="connsiteX4" fmla="*/ 0 w 356282"/>
              <a:gd name="connsiteY4" fmla="*/ 226304 h 253795"/>
              <a:gd name="connsiteX5" fmla="*/ 7718 w 356282"/>
              <a:gd name="connsiteY5" fmla="*/ 0 h 253795"/>
              <a:gd name="connsiteX0" fmla="*/ 574 w 349138"/>
              <a:gd name="connsiteY0" fmla="*/ 0 h 257260"/>
              <a:gd name="connsiteX1" fmla="*/ 206604 w 349138"/>
              <a:gd name="connsiteY1" fmla="*/ 9986 h 257260"/>
              <a:gd name="connsiteX2" fmla="*/ 335653 w 349138"/>
              <a:gd name="connsiteY2" fmla="*/ 139035 h 257260"/>
              <a:gd name="connsiteX3" fmla="*/ 345177 w 349138"/>
              <a:gd name="connsiteY3" fmla="*/ 253795 h 257260"/>
              <a:gd name="connsiteX4" fmla="*/ 0 w 349138"/>
              <a:gd name="connsiteY4" fmla="*/ 257260 h 257260"/>
              <a:gd name="connsiteX5" fmla="*/ 574 w 349138"/>
              <a:gd name="connsiteY5" fmla="*/ 0 h 257260"/>
              <a:gd name="connsiteX0" fmla="*/ 574 w 359486"/>
              <a:gd name="connsiteY0" fmla="*/ 0 h 257260"/>
              <a:gd name="connsiteX1" fmla="*/ 206604 w 359486"/>
              <a:gd name="connsiteY1" fmla="*/ 9986 h 257260"/>
              <a:gd name="connsiteX2" fmla="*/ 335653 w 359486"/>
              <a:gd name="connsiteY2" fmla="*/ 139035 h 257260"/>
              <a:gd name="connsiteX3" fmla="*/ 359464 w 359486"/>
              <a:gd name="connsiteY3" fmla="*/ 253795 h 257260"/>
              <a:gd name="connsiteX4" fmla="*/ 0 w 359486"/>
              <a:gd name="connsiteY4" fmla="*/ 257260 h 257260"/>
              <a:gd name="connsiteX5" fmla="*/ 574 w 359486"/>
              <a:gd name="connsiteY5" fmla="*/ 0 h 257260"/>
              <a:gd name="connsiteX0" fmla="*/ 574 w 359486"/>
              <a:gd name="connsiteY0" fmla="*/ 0 h 257260"/>
              <a:gd name="connsiteX1" fmla="*/ 206604 w 359486"/>
              <a:gd name="connsiteY1" fmla="*/ 9986 h 257260"/>
              <a:gd name="connsiteX2" fmla="*/ 335653 w 359486"/>
              <a:gd name="connsiteY2" fmla="*/ 110460 h 257260"/>
              <a:gd name="connsiteX3" fmla="*/ 359464 w 359486"/>
              <a:gd name="connsiteY3" fmla="*/ 253795 h 257260"/>
              <a:gd name="connsiteX4" fmla="*/ 0 w 359486"/>
              <a:gd name="connsiteY4" fmla="*/ 257260 h 257260"/>
              <a:gd name="connsiteX5" fmla="*/ 574 w 359486"/>
              <a:gd name="connsiteY5" fmla="*/ 0 h 257260"/>
              <a:gd name="connsiteX0" fmla="*/ 574 w 365269"/>
              <a:gd name="connsiteY0" fmla="*/ 0 h 257260"/>
              <a:gd name="connsiteX1" fmla="*/ 206604 w 365269"/>
              <a:gd name="connsiteY1" fmla="*/ 9986 h 257260"/>
              <a:gd name="connsiteX2" fmla="*/ 359464 w 365269"/>
              <a:gd name="connsiteY2" fmla="*/ 253795 h 257260"/>
              <a:gd name="connsiteX3" fmla="*/ 0 w 365269"/>
              <a:gd name="connsiteY3" fmla="*/ 257260 h 257260"/>
              <a:gd name="connsiteX4" fmla="*/ 574 w 365269"/>
              <a:gd name="connsiteY4" fmla="*/ 0 h 257260"/>
              <a:gd name="connsiteX0" fmla="*/ 574 w 369846"/>
              <a:gd name="connsiteY0" fmla="*/ 0 h 257260"/>
              <a:gd name="connsiteX1" fmla="*/ 206604 w 369846"/>
              <a:gd name="connsiteY1" fmla="*/ 9986 h 257260"/>
              <a:gd name="connsiteX2" fmla="*/ 359464 w 369846"/>
              <a:gd name="connsiteY2" fmla="*/ 253795 h 257260"/>
              <a:gd name="connsiteX3" fmla="*/ 0 w 369846"/>
              <a:gd name="connsiteY3" fmla="*/ 257260 h 257260"/>
              <a:gd name="connsiteX4" fmla="*/ 574 w 369846"/>
              <a:gd name="connsiteY4" fmla="*/ 0 h 257260"/>
              <a:gd name="connsiteX0" fmla="*/ 574 w 369846"/>
              <a:gd name="connsiteY0" fmla="*/ 0 h 252497"/>
              <a:gd name="connsiteX1" fmla="*/ 206604 w 369846"/>
              <a:gd name="connsiteY1" fmla="*/ 5223 h 252497"/>
              <a:gd name="connsiteX2" fmla="*/ 359464 w 369846"/>
              <a:gd name="connsiteY2" fmla="*/ 249032 h 252497"/>
              <a:gd name="connsiteX3" fmla="*/ 0 w 369846"/>
              <a:gd name="connsiteY3" fmla="*/ 252497 h 252497"/>
              <a:gd name="connsiteX4" fmla="*/ 574 w 369846"/>
              <a:gd name="connsiteY4" fmla="*/ 0 h 252497"/>
              <a:gd name="connsiteX0" fmla="*/ 574 w 369846"/>
              <a:gd name="connsiteY0" fmla="*/ 0 h 249032"/>
              <a:gd name="connsiteX1" fmla="*/ 206604 w 369846"/>
              <a:gd name="connsiteY1" fmla="*/ 5223 h 249032"/>
              <a:gd name="connsiteX2" fmla="*/ 359464 w 369846"/>
              <a:gd name="connsiteY2" fmla="*/ 249032 h 249032"/>
              <a:gd name="connsiteX3" fmla="*/ 0 w 369846"/>
              <a:gd name="connsiteY3" fmla="*/ 245353 h 249032"/>
              <a:gd name="connsiteX4" fmla="*/ 574 w 369846"/>
              <a:gd name="connsiteY4" fmla="*/ 0 h 2490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69846" h="249032">
                <a:moveTo>
                  <a:pt x="574" y="0"/>
                </a:moveTo>
                <a:lnTo>
                  <a:pt x="206604" y="5223"/>
                </a:lnTo>
                <a:cubicBezTo>
                  <a:pt x="342619" y="42759"/>
                  <a:pt x="393898" y="207820"/>
                  <a:pt x="359464" y="249032"/>
                </a:cubicBezTo>
                <a:lnTo>
                  <a:pt x="0" y="245353"/>
                </a:lnTo>
                <a:cubicBezTo>
                  <a:pt x="191" y="159600"/>
                  <a:pt x="383" y="85753"/>
                  <a:pt x="574" y="0"/>
                </a:cubicBezTo>
                <a:close/>
              </a:path>
            </a:pathLst>
          </a:custGeom>
          <a:gradFill flip="none" rotWithShape="1">
            <a:gsLst>
              <a:gs pos="63000">
                <a:srgbClr val="06D1D7"/>
              </a:gs>
              <a:gs pos="33000">
                <a:srgbClr val="23A295"/>
              </a:gs>
              <a:gs pos="0">
                <a:srgbClr val="57F6A2"/>
              </a:gs>
              <a:gs pos="100000">
                <a:srgbClr val="1B2048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latin typeface="Maven Pro"/>
              <a:ea typeface="Maven Pro"/>
              <a:cs typeface="Maven Pro"/>
              <a:sym typeface="Maven Pro"/>
            </a:endParaRPr>
          </a:p>
        </p:txBody>
      </p:sp>
      <p:graphicFrame>
        <p:nvGraphicFramePr>
          <p:cNvPr id="38" name="Tabela 37">
            <a:extLst>
              <a:ext uri="{FF2B5EF4-FFF2-40B4-BE49-F238E27FC236}">
                <a16:creationId xmlns:a16="http://schemas.microsoft.com/office/drawing/2014/main" id="{43120057-6F38-5825-80C5-3C55C85660E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68038661"/>
              </p:ext>
            </p:extLst>
          </p:nvPr>
        </p:nvGraphicFramePr>
        <p:xfrm>
          <a:off x="4944532" y="1392913"/>
          <a:ext cx="3570816" cy="3128943"/>
        </p:xfrm>
        <a:graphic>
          <a:graphicData uri="http://schemas.openxmlformats.org/drawingml/2006/table">
            <a:tbl>
              <a:tblPr/>
              <a:tblGrid>
                <a:gridCol w="1190272">
                  <a:extLst>
                    <a:ext uri="{9D8B030D-6E8A-4147-A177-3AD203B41FA5}">
                      <a16:colId xmlns:a16="http://schemas.microsoft.com/office/drawing/2014/main" val="4213930232"/>
                    </a:ext>
                  </a:extLst>
                </a:gridCol>
                <a:gridCol w="1190272">
                  <a:extLst>
                    <a:ext uri="{9D8B030D-6E8A-4147-A177-3AD203B41FA5}">
                      <a16:colId xmlns:a16="http://schemas.microsoft.com/office/drawing/2014/main" val="1503016581"/>
                    </a:ext>
                  </a:extLst>
                </a:gridCol>
                <a:gridCol w="1190272">
                  <a:extLst>
                    <a:ext uri="{9D8B030D-6E8A-4147-A177-3AD203B41FA5}">
                      <a16:colId xmlns:a16="http://schemas.microsoft.com/office/drawing/2014/main" val="2008780508"/>
                    </a:ext>
                  </a:extLst>
                </a:gridCol>
              </a:tblGrid>
              <a:tr h="31814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PT" sz="800"/>
                        <a:t>Tema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pt-PT" sz="800"/>
                        <a:t>Inquéritos PF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pt-PT" sz="800" dirty="0"/>
                        <a:t>Notícias PF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21323766"/>
                  </a:ext>
                </a:extLst>
              </a:tr>
              <a:tr h="31814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PT" sz="800"/>
                        <a:t>Crimes contra criança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pt-PT" sz="800"/>
                        <a:t>10,5%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pt-PT" sz="800"/>
                        <a:t>17,0%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16242552"/>
                  </a:ext>
                </a:extLst>
              </a:tr>
              <a:tr h="31814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PT" sz="800"/>
                        <a:t>Tráfico de drogas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pt-PT" sz="800"/>
                        <a:t>9,0%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pt-PT" sz="800"/>
                        <a:t>16,3%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10800118"/>
                  </a:ext>
                </a:extLst>
              </a:tr>
              <a:tr h="54084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PT" sz="800"/>
                        <a:t>Corrupção/desvio/fraudes públicas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pt-PT" sz="800"/>
                        <a:t>24,9%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pt-PT" sz="800"/>
                        <a:t>15,2%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34988632"/>
                  </a:ext>
                </a:extLst>
              </a:tr>
              <a:tr h="31814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PT" sz="800"/>
                        <a:t>Crimes ambientais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pt-PT" sz="800"/>
                        <a:t>1,8%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pt-PT" sz="800"/>
                        <a:t>9,0%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79221865"/>
                  </a:ext>
                </a:extLst>
              </a:tr>
              <a:tr h="33961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PT" sz="800"/>
                        <a:t>Falsificações/documentos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pt-PT" sz="800"/>
                        <a:t>14,0%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pt-PT" sz="800"/>
                        <a:t>6,9%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17394188"/>
                  </a:ext>
                </a:extLst>
              </a:tr>
              <a:tr h="33961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PT" sz="800"/>
                        <a:t>Contrabando/descaminho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pt-PT" sz="800"/>
                        <a:t>5,4%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pt-PT" sz="800"/>
                        <a:t>6,8%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36338229"/>
                  </a:ext>
                </a:extLst>
              </a:tr>
              <a:tr h="31814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PT" sz="800"/>
                        <a:t>Lavagem de dinheiro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pt-PT" sz="800"/>
                        <a:t>4,8%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pt-PT" sz="800"/>
                        <a:t>5,2%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77369916"/>
                  </a:ext>
                </a:extLst>
              </a:tr>
              <a:tr h="31814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PT" sz="800"/>
                        <a:t>Fraude previdenciária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pt-PT" sz="800"/>
                        <a:t>7,8%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pt-PT" sz="800" dirty="0"/>
                        <a:t>4,7%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991709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2611329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91">
          <a:extLst>
            <a:ext uri="{FF2B5EF4-FFF2-40B4-BE49-F238E27FC236}">
              <a16:creationId xmlns:a16="http://schemas.microsoft.com/office/drawing/2014/main" id="{D11DEA95-33B3-7566-09CA-6B6F58CCD5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83" name="Gráfico 982">
            <a:extLst>
              <a:ext uri="{FF2B5EF4-FFF2-40B4-BE49-F238E27FC236}">
                <a16:creationId xmlns:a16="http://schemas.microsoft.com/office/drawing/2014/main" id="{4855FF42-1481-37CD-24D4-1CC5D62BA7C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471287" y="-176981"/>
            <a:ext cx="10434025" cy="5320297"/>
          </a:xfrm>
          <a:prstGeom prst="rect">
            <a:avLst/>
          </a:prstGeom>
        </p:spPr>
      </p:pic>
      <p:sp>
        <p:nvSpPr>
          <p:cNvPr id="2" name="Google Shape;932;p37">
            <a:extLst>
              <a:ext uri="{FF2B5EF4-FFF2-40B4-BE49-F238E27FC236}">
                <a16:creationId xmlns:a16="http://schemas.microsoft.com/office/drawing/2014/main" id="{E911455A-480F-1892-45BE-E00AFEF0F5DD}"/>
              </a:ext>
            </a:extLst>
          </p:cNvPr>
          <p:cNvSpPr txBox="1">
            <a:spLocks/>
          </p:cNvSpPr>
          <p:nvPr/>
        </p:nvSpPr>
        <p:spPr>
          <a:xfrm>
            <a:off x="7194305" y="528340"/>
            <a:ext cx="1661894" cy="2259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None/>
              <a:defRPr sz="28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None/>
              <a:defRPr sz="28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None/>
              <a:defRPr sz="28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None/>
              <a:defRPr sz="28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None/>
              <a:defRPr sz="28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None/>
              <a:defRPr sz="28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None/>
              <a:defRPr sz="28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None/>
              <a:defRPr sz="28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None/>
              <a:defRPr sz="28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r>
              <a:rPr lang="pt-BR" sz="600" b="0" dirty="0">
                <a:solidFill>
                  <a:srgbClr val="186E66"/>
                </a:solidFill>
                <a:latin typeface="+mj-lt"/>
                <a:cs typeface="Arial" panose="020B0604020202020204" pitchFamily="34" charset="0"/>
              </a:rPr>
              <a:t>Há mais de 60 anos pensando o Brasil</a:t>
            </a:r>
          </a:p>
        </p:txBody>
      </p:sp>
      <p:sp>
        <p:nvSpPr>
          <p:cNvPr id="3" name="Google Shape;936;p37">
            <a:extLst>
              <a:ext uri="{FF2B5EF4-FFF2-40B4-BE49-F238E27FC236}">
                <a16:creationId xmlns:a16="http://schemas.microsoft.com/office/drawing/2014/main" id="{2EB74AFA-B1FF-9683-35E4-CF0BD76507CF}"/>
              </a:ext>
            </a:extLst>
          </p:cNvPr>
          <p:cNvSpPr/>
          <p:nvPr/>
        </p:nvSpPr>
        <p:spPr>
          <a:xfrm flipH="1">
            <a:off x="7861193" y="4721150"/>
            <a:ext cx="1282656" cy="422165"/>
          </a:xfrm>
          <a:prstGeom prst="round1Rect">
            <a:avLst>
              <a:gd name="adj" fmla="val 50000"/>
            </a:avLst>
          </a:prstGeom>
          <a:solidFill>
            <a:srgbClr val="1B204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latin typeface="Maven Pro"/>
              <a:ea typeface="Maven Pro"/>
              <a:cs typeface="Maven Pro"/>
              <a:sym typeface="Maven Pro"/>
            </a:endParaRPr>
          </a:p>
        </p:txBody>
      </p:sp>
      <p:sp>
        <p:nvSpPr>
          <p:cNvPr id="4" name="Google Shape;937;p37">
            <a:extLst>
              <a:ext uri="{FF2B5EF4-FFF2-40B4-BE49-F238E27FC236}">
                <a16:creationId xmlns:a16="http://schemas.microsoft.com/office/drawing/2014/main" id="{BC70B108-945A-8A4D-7131-B18D585DD7D4}"/>
              </a:ext>
            </a:extLst>
          </p:cNvPr>
          <p:cNvSpPr/>
          <p:nvPr/>
        </p:nvSpPr>
        <p:spPr>
          <a:xfrm flipH="1">
            <a:off x="7588727" y="4912884"/>
            <a:ext cx="1555123" cy="230496"/>
          </a:xfrm>
          <a:prstGeom prst="round1Rect">
            <a:avLst>
              <a:gd name="adj" fmla="val 50000"/>
            </a:avLst>
          </a:prstGeom>
          <a:gradFill flip="none" rotWithShape="1">
            <a:gsLst>
              <a:gs pos="63000">
                <a:srgbClr val="06D1D7"/>
              </a:gs>
              <a:gs pos="33000">
                <a:srgbClr val="23A295"/>
              </a:gs>
              <a:gs pos="0">
                <a:srgbClr val="57F6A2"/>
              </a:gs>
              <a:gs pos="100000">
                <a:srgbClr val="1B2048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latin typeface="Maven Pro"/>
              <a:ea typeface="Maven Pro"/>
              <a:cs typeface="Maven Pro"/>
              <a:sym typeface="Maven Pro"/>
            </a:endParaRPr>
          </a:p>
        </p:txBody>
      </p:sp>
      <p:grpSp>
        <p:nvGrpSpPr>
          <p:cNvPr id="5" name="Google Shape;938;p37">
            <a:extLst>
              <a:ext uri="{FF2B5EF4-FFF2-40B4-BE49-F238E27FC236}">
                <a16:creationId xmlns:a16="http://schemas.microsoft.com/office/drawing/2014/main" id="{DCC1B509-1180-665E-07B5-2BE8446CECD6}"/>
              </a:ext>
            </a:extLst>
          </p:cNvPr>
          <p:cNvGrpSpPr/>
          <p:nvPr/>
        </p:nvGrpSpPr>
        <p:grpSpPr>
          <a:xfrm>
            <a:off x="8644350" y="4276582"/>
            <a:ext cx="423698" cy="551579"/>
            <a:chOff x="7631225" y="2241175"/>
            <a:chExt cx="986125" cy="2095500"/>
          </a:xfrm>
          <a:gradFill>
            <a:gsLst>
              <a:gs pos="53000">
                <a:srgbClr val="23A295"/>
              </a:gs>
              <a:gs pos="0">
                <a:srgbClr val="57F6A2"/>
              </a:gs>
              <a:gs pos="100000">
                <a:srgbClr val="1B2048"/>
              </a:gs>
            </a:gsLst>
            <a:lin ang="5400000" scaled="1"/>
          </a:gradFill>
        </p:grpSpPr>
        <p:cxnSp>
          <p:nvCxnSpPr>
            <p:cNvPr id="6" name="Google Shape;939;p37">
              <a:extLst>
                <a:ext uri="{FF2B5EF4-FFF2-40B4-BE49-F238E27FC236}">
                  <a16:creationId xmlns:a16="http://schemas.microsoft.com/office/drawing/2014/main" id="{02A38B04-DA85-4A3D-6F51-B19196778B60}"/>
                </a:ext>
              </a:extLst>
            </p:cNvPr>
            <p:cNvCxnSpPr/>
            <p:nvPr/>
          </p:nvCxnSpPr>
          <p:spPr>
            <a:xfrm>
              <a:off x="7631225" y="2241175"/>
              <a:ext cx="0" cy="2095500"/>
            </a:xfrm>
            <a:prstGeom prst="straightConnector1">
              <a:avLst/>
            </a:prstGeom>
            <a:grpFill/>
            <a:ln w="9525" cap="flat" cmpd="sng">
              <a:solidFill>
                <a:srgbClr val="1AB0A9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7" name="Google Shape;940;p37">
              <a:extLst>
                <a:ext uri="{FF2B5EF4-FFF2-40B4-BE49-F238E27FC236}">
                  <a16:creationId xmlns:a16="http://schemas.microsoft.com/office/drawing/2014/main" id="{78A5BADC-0935-0200-16A2-44B2C0D61FF6}"/>
                </a:ext>
              </a:extLst>
            </p:cNvPr>
            <p:cNvCxnSpPr/>
            <p:nvPr/>
          </p:nvCxnSpPr>
          <p:spPr>
            <a:xfrm>
              <a:off x="7707081" y="2241175"/>
              <a:ext cx="0" cy="2095500"/>
            </a:xfrm>
            <a:prstGeom prst="straightConnector1">
              <a:avLst/>
            </a:prstGeom>
            <a:grpFill/>
            <a:ln w="9525" cap="flat" cmpd="sng">
              <a:solidFill>
                <a:srgbClr val="1AB0A9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8" name="Google Shape;941;p37">
              <a:extLst>
                <a:ext uri="{FF2B5EF4-FFF2-40B4-BE49-F238E27FC236}">
                  <a16:creationId xmlns:a16="http://schemas.microsoft.com/office/drawing/2014/main" id="{8D49907A-6D40-2DEE-7529-721AB0167AEE}"/>
                </a:ext>
              </a:extLst>
            </p:cNvPr>
            <p:cNvCxnSpPr/>
            <p:nvPr/>
          </p:nvCxnSpPr>
          <p:spPr>
            <a:xfrm>
              <a:off x="7782937" y="2241175"/>
              <a:ext cx="0" cy="2095500"/>
            </a:xfrm>
            <a:prstGeom prst="straightConnector1">
              <a:avLst/>
            </a:prstGeom>
            <a:grpFill/>
            <a:ln w="9525" cap="flat" cmpd="sng">
              <a:solidFill>
                <a:srgbClr val="1AB0A9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9" name="Google Shape;942;p37">
              <a:extLst>
                <a:ext uri="{FF2B5EF4-FFF2-40B4-BE49-F238E27FC236}">
                  <a16:creationId xmlns:a16="http://schemas.microsoft.com/office/drawing/2014/main" id="{F0E9DA8A-73EB-DE6A-0A4D-92A3B959756B}"/>
                </a:ext>
              </a:extLst>
            </p:cNvPr>
            <p:cNvCxnSpPr/>
            <p:nvPr/>
          </p:nvCxnSpPr>
          <p:spPr>
            <a:xfrm>
              <a:off x="7858792" y="2241175"/>
              <a:ext cx="0" cy="2095500"/>
            </a:xfrm>
            <a:prstGeom prst="straightConnector1">
              <a:avLst/>
            </a:prstGeom>
            <a:grpFill/>
            <a:ln w="9525" cap="flat" cmpd="sng">
              <a:solidFill>
                <a:srgbClr val="1AB0A9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0" name="Google Shape;943;p37">
              <a:extLst>
                <a:ext uri="{FF2B5EF4-FFF2-40B4-BE49-F238E27FC236}">
                  <a16:creationId xmlns:a16="http://schemas.microsoft.com/office/drawing/2014/main" id="{5EBD5D7C-43B6-8283-E1C0-C3C6CA486866}"/>
                </a:ext>
              </a:extLst>
            </p:cNvPr>
            <p:cNvCxnSpPr/>
            <p:nvPr/>
          </p:nvCxnSpPr>
          <p:spPr>
            <a:xfrm>
              <a:off x="8010504" y="2241175"/>
              <a:ext cx="0" cy="2095500"/>
            </a:xfrm>
            <a:prstGeom prst="straightConnector1">
              <a:avLst/>
            </a:prstGeom>
            <a:grpFill/>
            <a:ln w="9525" cap="flat" cmpd="sng">
              <a:solidFill>
                <a:srgbClr val="1AB0A9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1" name="Google Shape;944;p37">
              <a:extLst>
                <a:ext uri="{FF2B5EF4-FFF2-40B4-BE49-F238E27FC236}">
                  <a16:creationId xmlns:a16="http://schemas.microsoft.com/office/drawing/2014/main" id="{64923607-A2F9-81C5-D9A5-BD16BA939B44}"/>
                </a:ext>
              </a:extLst>
            </p:cNvPr>
            <p:cNvCxnSpPr/>
            <p:nvPr/>
          </p:nvCxnSpPr>
          <p:spPr>
            <a:xfrm>
              <a:off x="8162215" y="2241175"/>
              <a:ext cx="0" cy="2095500"/>
            </a:xfrm>
            <a:prstGeom prst="straightConnector1">
              <a:avLst/>
            </a:prstGeom>
            <a:grpFill/>
            <a:ln w="9525" cap="flat" cmpd="sng">
              <a:solidFill>
                <a:srgbClr val="1AB0A9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2" name="Google Shape;945;p37">
              <a:extLst>
                <a:ext uri="{FF2B5EF4-FFF2-40B4-BE49-F238E27FC236}">
                  <a16:creationId xmlns:a16="http://schemas.microsoft.com/office/drawing/2014/main" id="{D3403572-F83D-6A9A-7E27-5A5B9C310FAA}"/>
                </a:ext>
              </a:extLst>
            </p:cNvPr>
            <p:cNvCxnSpPr/>
            <p:nvPr/>
          </p:nvCxnSpPr>
          <p:spPr>
            <a:xfrm>
              <a:off x="8313927" y="2241175"/>
              <a:ext cx="0" cy="2095500"/>
            </a:xfrm>
            <a:prstGeom prst="straightConnector1">
              <a:avLst/>
            </a:prstGeom>
            <a:grpFill/>
            <a:ln w="9525" cap="flat" cmpd="sng">
              <a:solidFill>
                <a:srgbClr val="1AB0A9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3" name="Google Shape;946;p37">
              <a:extLst>
                <a:ext uri="{FF2B5EF4-FFF2-40B4-BE49-F238E27FC236}">
                  <a16:creationId xmlns:a16="http://schemas.microsoft.com/office/drawing/2014/main" id="{9D9E0D9E-7C89-4DD1-C7D4-E55BAF6CB241}"/>
                </a:ext>
              </a:extLst>
            </p:cNvPr>
            <p:cNvCxnSpPr/>
            <p:nvPr/>
          </p:nvCxnSpPr>
          <p:spPr>
            <a:xfrm>
              <a:off x="7934648" y="2241175"/>
              <a:ext cx="0" cy="2095500"/>
            </a:xfrm>
            <a:prstGeom prst="straightConnector1">
              <a:avLst/>
            </a:prstGeom>
            <a:grpFill/>
            <a:ln w="9525" cap="flat" cmpd="sng">
              <a:solidFill>
                <a:srgbClr val="1AB0A9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4" name="Google Shape;947;p37">
              <a:extLst>
                <a:ext uri="{FF2B5EF4-FFF2-40B4-BE49-F238E27FC236}">
                  <a16:creationId xmlns:a16="http://schemas.microsoft.com/office/drawing/2014/main" id="{7BC09459-2B3C-F3A6-D1F8-97AEFCA09FE0}"/>
                </a:ext>
              </a:extLst>
            </p:cNvPr>
            <p:cNvCxnSpPr/>
            <p:nvPr/>
          </p:nvCxnSpPr>
          <p:spPr>
            <a:xfrm>
              <a:off x="8086360" y="2241175"/>
              <a:ext cx="0" cy="2095500"/>
            </a:xfrm>
            <a:prstGeom prst="straightConnector1">
              <a:avLst/>
            </a:prstGeom>
            <a:grpFill/>
            <a:ln w="9525" cap="flat" cmpd="sng">
              <a:solidFill>
                <a:srgbClr val="1AB0A9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5" name="Google Shape;948;p37">
              <a:extLst>
                <a:ext uri="{FF2B5EF4-FFF2-40B4-BE49-F238E27FC236}">
                  <a16:creationId xmlns:a16="http://schemas.microsoft.com/office/drawing/2014/main" id="{D0E43D19-6B8E-6A13-1FBD-6FE919FFB032}"/>
                </a:ext>
              </a:extLst>
            </p:cNvPr>
            <p:cNvCxnSpPr/>
            <p:nvPr/>
          </p:nvCxnSpPr>
          <p:spPr>
            <a:xfrm>
              <a:off x="8238071" y="2241175"/>
              <a:ext cx="0" cy="2095500"/>
            </a:xfrm>
            <a:prstGeom prst="straightConnector1">
              <a:avLst/>
            </a:prstGeom>
            <a:grpFill/>
            <a:ln w="9525" cap="flat" cmpd="sng">
              <a:solidFill>
                <a:srgbClr val="1AB0A9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6" name="Google Shape;949;p37">
              <a:extLst>
                <a:ext uri="{FF2B5EF4-FFF2-40B4-BE49-F238E27FC236}">
                  <a16:creationId xmlns:a16="http://schemas.microsoft.com/office/drawing/2014/main" id="{5744A6D7-F8E5-D689-FCD6-B0397AC3D69D}"/>
                </a:ext>
              </a:extLst>
            </p:cNvPr>
            <p:cNvCxnSpPr/>
            <p:nvPr/>
          </p:nvCxnSpPr>
          <p:spPr>
            <a:xfrm>
              <a:off x="8389783" y="2241175"/>
              <a:ext cx="0" cy="2095500"/>
            </a:xfrm>
            <a:prstGeom prst="straightConnector1">
              <a:avLst/>
            </a:prstGeom>
            <a:grpFill/>
            <a:ln w="9525" cap="flat" cmpd="sng">
              <a:solidFill>
                <a:srgbClr val="1AB0A9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7" name="Google Shape;950;p37">
              <a:extLst>
                <a:ext uri="{FF2B5EF4-FFF2-40B4-BE49-F238E27FC236}">
                  <a16:creationId xmlns:a16="http://schemas.microsoft.com/office/drawing/2014/main" id="{0C529E7F-4B1F-5283-3141-AA5057F14D89}"/>
                </a:ext>
              </a:extLst>
            </p:cNvPr>
            <p:cNvCxnSpPr/>
            <p:nvPr/>
          </p:nvCxnSpPr>
          <p:spPr>
            <a:xfrm>
              <a:off x="8465638" y="2241175"/>
              <a:ext cx="0" cy="2095500"/>
            </a:xfrm>
            <a:prstGeom prst="straightConnector1">
              <a:avLst/>
            </a:prstGeom>
            <a:grpFill/>
            <a:ln w="9525" cap="flat" cmpd="sng">
              <a:solidFill>
                <a:srgbClr val="1AB0A9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8" name="Google Shape;951;p37">
              <a:extLst>
                <a:ext uri="{FF2B5EF4-FFF2-40B4-BE49-F238E27FC236}">
                  <a16:creationId xmlns:a16="http://schemas.microsoft.com/office/drawing/2014/main" id="{0A17D426-5A56-5315-29FB-667C59A411D9}"/>
                </a:ext>
              </a:extLst>
            </p:cNvPr>
            <p:cNvCxnSpPr/>
            <p:nvPr/>
          </p:nvCxnSpPr>
          <p:spPr>
            <a:xfrm>
              <a:off x="8541494" y="2241175"/>
              <a:ext cx="0" cy="2095500"/>
            </a:xfrm>
            <a:prstGeom prst="straightConnector1">
              <a:avLst/>
            </a:prstGeom>
            <a:grpFill/>
            <a:ln w="9525" cap="flat" cmpd="sng">
              <a:solidFill>
                <a:srgbClr val="1AB0A9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9" name="Google Shape;952;p37">
              <a:extLst>
                <a:ext uri="{FF2B5EF4-FFF2-40B4-BE49-F238E27FC236}">
                  <a16:creationId xmlns:a16="http://schemas.microsoft.com/office/drawing/2014/main" id="{73FCCBF1-6AF7-D212-A45D-2783FC785F9E}"/>
                </a:ext>
              </a:extLst>
            </p:cNvPr>
            <p:cNvCxnSpPr/>
            <p:nvPr/>
          </p:nvCxnSpPr>
          <p:spPr>
            <a:xfrm>
              <a:off x="8617350" y="2241175"/>
              <a:ext cx="0" cy="2095500"/>
            </a:xfrm>
            <a:prstGeom prst="straightConnector1">
              <a:avLst/>
            </a:prstGeom>
            <a:grpFill/>
            <a:ln w="9525" cap="flat" cmpd="sng">
              <a:solidFill>
                <a:srgbClr val="1AB0A9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20" name="Google Shape;954;p37">
            <a:extLst>
              <a:ext uri="{FF2B5EF4-FFF2-40B4-BE49-F238E27FC236}">
                <a16:creationId xmlns:a16="http://schemas.microsoft.com/office/drawing/2014/main" id="{ECAB1641-A4C2-BFB2-07C9-F904C3914121}"/>
              </a:ext>
            </a:extLst>
          </p:cNvPr>
          <p:cNvSpPr/>
          <p:nvPr/>
        </p:nvSpPr>
        <p:spPr>
          <a:xfrm>
            <a:off x="0" y="4680042"/>
            <a:ext cx="922564" cy="463274"/>
          </a:xfrm>
          <a:prstGeom prst="rect">
            <a:avLst/>
          </a:prstGeom>
          <a:gradFill>
            <a:gsLst>
              <a:gs pos="33000">
                <a:srgbClr val="23A295"/>
              </a:gs>
              <a:gs pos="0">
                <a:srgbClr val="57F6A2"/>
              </a:gs>
              <a:gs pos="100000">
                <a:srgbClr val="1B2048"/>
              </a:gs>
            </a:gsLst>
            <a:path path="circle">
              <a:fillToRect l="100000" t="100000"/>
            </a:path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dirty="0">
              <a:latin typeface="Maven Pro"/>
              <a:ea typeface="Maven Pro"/>
              <a:cs typeface="Maven Pro"/>
              <a:sym typeface="Maven Pro"/>
            </a:endParaRPr>
          </a:p>
        </p:txBody>
      </p:sp>
      <p:sp>
        <p:nvSpPr>
          <p:cNvPr id="21" name="Google Shape;955;p37">
            <a:extLst>
              <a:ext uri="{FF2B5EF4-FFF2-40B4-BE49-F238E27FC236}">
                <a16:creationId xmlns:a16="http://schemas.microsoft.com/office/drawing/2014/main" id="{4B21310E-1412-FA89-B853-59664813D039}"/>
              </a:ext>
            </a:extLst>
          </p:cNvPr>
          <p:cNvSpPr/>
          <p:nvPr/>
        </p:nvSpPr>
        <p:spPr>
          <a:xfrm>
            <a:off x="0" y="-10656"/>
            <a:ext cx="8021014" cy="5154155"/>
          </a:xfrm>
          <a:prstGeom prst="round1Rect">
            <a:avLst>
              <a:gd name="adj" fmla="val 50000"/>
            </a:avLst>
          </a:prstGeom>
          <a:solidFill>
            <a:srgbClr val="1B204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latin typeface="Maven Pro"/>
              <a:ea typeface="Maven Pro"/>
              <a:cs typeface="Maven Pro"/>
              <a:sym typeface="Maven Pro"/>
            </a:endParaRPr>
          </a:p>
        </p:txBody>
      </p:sp>
      <p:grpSp>
        <p:nvGrpSpPr>
          <p:cNvPr id="22" name="Agrupar 21">
            <a:extLst>
              <a:ext uri="{FF2B5EF4-FFF2-40B4-BE49-F238E27FC236}">
                <a16:creationId xmlns:a16="http://schemas.microsoft.com/office/drawing/2014/main" id="{257AD116-EF27-6664-4B03-7DEC0AE0B3A3}"/>
              </a:ext>
            </a:extLst>
          </p:cNvPr>
          <p:cNvGrpSpPr/>
          <p:nvPr/>
        </p:nvGrpSpPr>
        <p:grpSpPr>
          <a:xfrm>
            <a:off x="7070035" y="156184"/>
            <a:ext cx="1722295" cy="405506"/>
            <a:chOff x="4782913" y="272045"/>
            <a:chExt cx="3752189" cy="883435"/>
          </a:xfrm>
        </p:grpSpPr>
        <p:pic>
          <p:nvPicPr>
            <p:cNvPr id="23" name="Imagem 22" descr="Interface gráfica do usuário, Texto&#10;&#10;O conteúdo gerado por IA pode estar incorreto.">
              <a:extLst>
                <a:ext uri="{FF2B5EF4-FFF2-40B4-BE49-F238E27FC236}">
                  <a16:creationId xmlns:a16="http://schemas.microsoft.com/office/drawing/2014/main" id="{7D92DA3B-CA7F-1EEB-9E17-3682B1603FA4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4782913" y="272045"/>
              <a:ext cx="3752189" cy="883435"/>
            </a:xfrm>
            <a:prstGeom prst="rect">
              <a:avLst/>
            </a:prstGeom>
          </p:spPr>
        </p:pic>
        <p:cxnSp>
          <p:nvCxnSpPr>
            <p:cNvPr id="24" name="Conector reto 23">
              <a:extLst>
                <a:ext uri="{FF2B5EF4-FFF2-40B4-BE49-F238E27FC236}">
                  <a16:creationId xmlns:a16="http://schemas.microsoft.com/office/drawing/2014/main" id="{74377648-0869-3777-2961-9AC1BEC7AD46}"/>
                </a:ext>
              </a:extLst>
            </p:cNvPr>
            <p:cNvCxnSpPr>
              <a:cxnSpLocks/>
            </p:cNvCxnSpPr>
            <p:nvPr/>
          </p:nvCxnSpPr>
          <p:spPr>
            <a:xfrm>
              <a:off x="5253460" y="1066595"/>
              <a:ext cx="3264536" cy="16228"/>
            </a:xfrm>
            <a:prstGeom prst="line">
              <a:avLst/>
            </a:prstGeom>
            <a:ln>
              <a:solidFill>
                <a:srgbClr val="00445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6" name="Google Shape;937;p37">
            <a:extLst>
              <a:ext uri="{FF2B5EF4-FFF2-40B4-BE49-F238E27FC236}">
                <a16:creationId xmlns:a16="http://schemas.microsoft.com/office/drawing/2014/main" id="{6116B046-A561-22CA-DDF2-28E4A2E9E08F}"/>
              </a:ext>
            </a:extLst>
          </p:cNvPr>
          <p:cNvSpPr/>
          <p:nvPr/>
        </p:nvSpPr>
        <p:spPr>
          <a:xfrm rot="16200000" flipH="1" flipV="1">
            <a:off x="-223281" y="212082"/>
            <a:ext cx="765195" cy="318641"/>
          </a:xfrm>
          <a:custGeom>
            <a:avLst/>
            <a:gdLst>
              <a:gd name="connsiteX0" fmla="*/ 0 w 1745961"/>
              <a:gd name="connsiteY0" fmla="*/ 0 h 318637"/>
              <a:gd name="connsiteX1" fmla="*/ 1586643 w 1745961"/>
              <a:gd name="connsiteY1" fmla="*/ 0 h 318637"/>
              <a:gd name="connsiteX2" fmla="*/ 1745962 w 1745961"/>
              <a:gd name="connsiteY2" fmla="*/ 159319 h 318637"/>
              <a:gd name="connsiteX3" fmla="*/ 1745961 w 1745961"/>
              <a:gd name="connsiteY3" fmla="*/ 318637 h 318637"/>
              <a:gd name="connsiteX4" fmla="*/ 0 w 1745961"/>
              <a:gd name="connsiteY4" fmla="*/ 318637 h 318637"/>
              <a:gd name="connsiteX5" fmla="*/ 0 w 1745961"/>
              <a:gd name="connsiteY5" fmla="*/ 0 h 318637"/>
              <a:gd name="connsiteX0" fmla="*/ 980768 w 1745962"/>
              <a:gd name="connsiteY0" fmla="*/ 0 h 318637"/>
              <a:gd name="connsiteX1" fmla="*/ 1586643 w 1745962"/>
              <a:gd name="connsiteY1" fmla="*/ 0 h 318637"/>
              <a:gd name="connsiteX2" fmla="*/ 1745962 w 1745962"/>
              <a:gd name="connsiteY2" fmla="*/ 159319 h 318637"/>
              <a:gd name="connsiteX3" fmla="*/ 1745961 w 1745962"/>
              <a:gd name="connsiteY3" fmla="*/ 318637 h 318637"/>
              <a:gd name="connsiteX4" fmla="*/ 0 w 1745962"/>
              <a:gd name="connsiteY4" fmla="*/ 318637 h 318637"/>
              <a:gd name="connsiteX5" fmla="*/ 980768 w 1745962"/>
              <a:gd name="connsiteY5" fmla="*/ 0 h 318637"/>
              <a:gd name="connsiteX0" fmla="*/ 1 w 765195"/>
              <a:gd name="connsiteY0" fmla="*/ 0 h 318641"/>
              <a:gd name="connsiteX1" fmla="*/ 605876 w 765195"/>
              <a:gd name="connsiteY1" fmla="*/ 0 h 318641"/>
              <a:gd name="connsiteX2" fmla="*/ 765195 w 765195"/>
              <a:gd name="connsiteY2" fmla="*/ 159319 h 318641"/>
              <a:gd name="connsiteX3" fmla="*/ 765194 w 765195"/>
              <a:gd name="connsiteY3" fmla="*/ 318637 h 318641"/>
              <a:gd name="connsiteX4" fmla="*/ 0 w 765195"/>
              <a:gd name="connsiteY4" fmla="*/ 318641 h 318641"/>
              <a:gd name="connsiteX5" fmla="*/ 1 w 765195"/>
              <a:gd name="connsiteY5" fmla="*/ 0 h 3186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765195" h="318641">
                <a:moveTo>
                  <a:pt x="1" y="0"/>
                </a:moveTo>
                <a:lnTo>
                  <a:pt x="605876" y="0"/>
                </a:lnTo>
                <a:cubicBezTo>
                  <a:pt x="693865" y="0"/>
                  <a:pt x="765195" y="71330"/>
                  <a:pt x="765195" y="159319"/>
                </a:cubicBezTo>
                <a:cubicBezTo>
                  <a:pt x="765195" y="212425"/>
                  <a:pt x="765194" y="265531"/>
                  <a:pt x="765194" y="318637"/>
                </a:cubicBezTo>
                <a:lnTo>
                  <a:pt x="0" y="318641"/>
                </a:lnTo>
                <a:cubicBezTo>
                  <a:pt x="0" y="212427"/>
                  <a:pt x="1" y="106214"/>
                  <a:pt x="1" y="0"/>
                </a:cubicBezTo>
                <a:close/>
              </a:path>
            </a:pathLst>
          </a:custGeom>
          <a:gradFill flip="none" rotWithShape="1">
            <a:gsLst>
              <a:gs pos="63000">
                <a:srgbClr val="06D1D7"/>
              </a:gs>
              <a:gs pos="33000">
                <a:srgbClr val="23A295"/>
              </a:gs>
              <a:gs pos="0">
                <a:srgbClr val="57F6A2"/>
              </a:gs>
              <a:gs pos="100000">
                <a:srgbClr val="1B2048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latin typeface="Maven Pro"/>
              <a:ea typeface="Maven Pro"/>
              <a:cs typeface="Maven Pro"/>
              <a:sym typeface="Maven Pro"/>
            </a:endParaRPr>
          </a:p>
        </p:txBody>
      </p:sp>
      <p:sp>
        <p:nvSpPr>
          <p:cNvPr id="27" name="Google Shape;937;p37">
            <a:extLst>
              <a:ext uri="{FF2B5EF4-FFF2-40B4-BE49-F238E27FC236}">
                <a16:creationId xmlns:a16="http://schemas.microsoft.com/office/drawing/2014/main" id="{84422EFE-ECA6-95AB-0E1C-053FF380FF51}"/>
              </a:ext>
            </a:extLst>
          </p:cNvPr>
          <p:cNvSpPr/>
          <p:nvPr/>
        </p:nvSpPr>
        <p:spPr>
          <a:xfrm flipH="1" flipV="1">
            <a:off x="8773117" y="52"/>
            <a:ext cx="369846" cy="249032"/>
          </a:xfrm>
          <a:custGeom>
            <a:avLst/>
            <a:gdLst>
              <a:gd name="connsiteX0" fmla="*/ 0 w 1414234"/>
              <a:gd name="connsiteY0" fmla="*/ 0 h 258097"/>
              <a:gd name="connsiteX1" fmla="*/ 1285186 w 1414234"/>
              <a:gd name="connsiteY1" fmla="*/ 0 h 258097"/>
              <a:gd name="connsiteX2" fmla="*/ 1414235 w 1414234"/>
              <a:gd name="connsiteY2" fmla="*/ 129049 h 258097"/>
              <a:gd name="connsiteX3" fmla="*/ 1414234 w 1414234"/>
              <a:gd name="connsiteY3" fmla="*/ 258097 h 258097"/>
              <a:gd name="connsiteX4" fmla="*/ 0 w 1414234"/>
              <a:gd name="connsiteY4" fmla="*/ 258097 h 258097"/>
              <a:gd name="connsiteX5" fmla="*/ 0 w 1414234"/>
              <a:gd name="connsiteY5" fmla="*/ 0 h 258097"/>
              <a:gd name="connsiteX0" fmla="*/ 0 w 1414235"/>
              <a:gd name="connsiteY0" fmla="*/ 0 h 258097"/>
              <a:gd name="connsiteX1" fmla="*/ 1285186 w 1414235"/>
              <a:gd name="connsiteY1" fmla="*/ 0 h 258097"/>
              <a:gd name="connsiteX2" fmla="*/ 1414235 w 1414235"/>
              <a:gd name="connsiteY2" fmla="*/ 129049 h 258097"/>
              <a:gd name="connsiteX3" fmla="*/ 1414234 w 1414235"/>
              <a:gd name="connsiteY3" fmla="*/ 258097 h 258097"/>
              <a:gd name="connsiteX4" fmla="*/ 243348 w 1414235"/>
              <a:gd name="connsiteY4" fmla="*/ 258097 h 258097"/>
              <a:gd name="connsiteX5" fmla="*/ 0 w 1414235"/>
              <a:gd name="connsiteY5" fmla="*/ 0 h 258097"/>
              <a:gd name="connsiteX0" fmla="*/ 0 w 1178260"/>
              <a:gd name="connsiteY0" fmla="*/ 7374 h 258097"/>
              <a:gd name="connsiteX1" fmla="*/ 1049211 w 1178260"/>
              <a:gd name="connsiteY1" fmla="*/ 0 h 258097"/>
              <a:gd name="connsiteX2" fmla="*/ 1178260 w 1178260"/>
              <a:gd name="connsiteY2" fmla="*/ 129049 h 258097"/>
              <a:gd name="connsiteX3" fmla="*/ 1178259 w 1178260"/>
              <a:gd name="connsiteY3" fmla="*/ 258097 h 258097"/>
              <a:gd name="connsiteX4" fmla="*/ 7373 w 1178260"/>
              <a:gd name="connsiteY4" fmla="*/ 258097 h 258097"/>
              <a:gd name="connsiteX5" fmla="*/ 0 w 1178260"/>
              <a:gd name="connsiteY5" fmla="*/ 7374 h 258097"/>
              <a:gd name="connsiteX0" fmla="*/ 0 w 1178260"/>
              <a:gd name="connsiteY0" fmla="*/ 7374 h 265471"/>
              <a:gd name="connsiteX1" fmla="*/ 1049211 w 1178260"/>
              <a:gd name="connsiteY1" fmla="*/ 0 h 265471"/>
              <a:gd name="connsiteX2" fmla="*/ 1178260 w 1178260"/>
              <a:gd name="connsiteY2" fmla="*/ 129049 h 265471"/>
              <a:gd name="connsiteX3" fmla="*/ 1178259 w 1178260"/>
              <a:gd name="connsiteY3" fmla="*/ 258097 h 265471"/>
              <a:gd name="connsiteX4" fmla="*/ 619431 w 1178260"/>
              <a:gd name="connsiteY4" fmla="*/ 265471 h 265471"/>
              <a:gd name="connsiteX5" fmla="*/ 0 w 1178260"/>
              <a:gd name="connsiteY5" fmla="*/ 7374 h 265471"/>
              <a:gd name="connsiteX0" fmla="*/ 0 w 566202"/>
              <a:gd name="connsiteY0" fmla="*/ 0 h 280219"/>
              <a:gd name="connsiteX1" fmla="*/ 437153 w 566202"/>
              <a:gd name="connsiteY1" fmla="*/ 14748 h 280219"/>
              <a:gd name="connsiteX2" fmla="*/ 566202 w 566202"/>
              <a:gd name="connsiteY2" fmla="*/ 143797 h 280219"/>
              <a:gd name="connsiteX3" fmla="*/ 566201 w 566202"/>
              <a:gd name="connsiteY3" fmla="*/ 272845 h 280219"/>
              <a:gd name="connsiteX4" fmla="*/ 7373 w 566202"/>
              <a:gd name="connsiteY4" fmla="*/ 280219 h 280219"/>
              <a:gd name="connsiteX5" fmla="*/ 0 w 566202"/>
              <a:gd name="connsiteY5" fmla="*/ 0 h 280219"/>
              <a:gd name="connsiteX0" fmla="*/ 0 w 566202"/>
              <a:gd name="connsiteY0" fmla="*/ 0 h 280219"/>
              <a:gd name="connsiteX1" fmla="*/ 437153 w 566202"/>
              <a:gd name="connsiteY1" fmla="*/ 14748 h 280219"/>
              <a:gd name="connsiteX2" fmla="*/ 566202 w 566202"/>
              <a:gd name="connsiteY2" fmla="*/ 143797 h 280219"/>
              <a:gd name="connsiteX3" fmla="*/ 566201 w 566202"/>
              <a:gd name="connsiteY3" fmla="*/ 272845 h 280219"/>
              <a:gd name="connsiteX4" fmla="*/ 58992 w 566202"/>
              <a:gd name="connsiteY4" fmla="*/ 280219 h 280219"/>
              <a:gd name="connsiteX5" fmla="*/ 0 w 566202"/>
              <a:gd name="connsiteY5" fmla="*/ 0 h 280219"/>
              <a:gd name="connsiteX0" fmla="*/ 0 w 566202"/>
              <a:gd name="connsiteY0" fmla="*/ 0 h 272845"/>
              <a:gd name="connsiteX1" fmla="*/ 437153 w 566202"/>
              <a:gd name="connsiteY1" fmla="*/ 14748 h 272845"/>
              <a:gd name="connsiteX2" fmla="*/ 566202 w 566202"/>
              <a:gd name="connsiteY2" fmla="*/ 143797 h 272845"/>
              <a:gd name="connsiteX3" fmla="*/ 566201 w 566202"/>
              <a:gd name="connsiteY3" fmla="*/ 272845 h 272845"/>
              <a:gd name="connsiteX4" fmla="*/ 209118 w 566202"/>
              <a:gd name="connsiteY4" fmla="*/ 262022 h 272845"/>
              <a:gd name="connsiteX5" fmla="*/ 0 w 566202"/>
              <a:gd name="connsiteY5" fmla="*/ 0 h 272845"/>
              <a:gd name="connsiteX0" fmla="*/ 0 w 366035"/>
              <a:gd name="connsiteY0" fmla="*/ 0 h 272845"/>
              <a:gd name="connsiteX1" fmla="*/ 236986 w 366035"/>
              <a:gd name="connsiteY1" fmla="*/ 14748 h 272845"/>
              <a:gd name="connsiteX2" fmla="*/ 366035 w 366035"/>
              <a:gd name="connsiteY2" fmla="*/ 143797 h 272845"/>
              <a:gd name="connsiteX3" fmla="*/ 366034 w 366035"/>
              <a:gd name="connsiteY3" fmla="*/ 272845 h 272845"/>
              <a:gd name="connsiteX4" fmla="*/ 8951 w 366035"/>
              <a:gd name="connsiteY4" fmla="*/ 262022 h 272845"/>
              <a:gd name="connsiteX5" fmla="*/ 0 w 366035"/>
              <a:gd name="connsiteY5" fmla="*/ 0 h 272845"/>
              <a:gd name="connsiteX0" fmla="*/ 0 w 366035"/>
              <a:gd name="connsiteY0" fmla="*/ 0 h 272845"/>
              <a:gd name="connsiteX1" fmla="*/ 236986 w 366035"/>
              <a:gd name="connsiteY1" fmla="*/ 14748 h 272845"/>
              <a:gd name="connsiteX2" fmla="*/ 366035 w 366035"/>
              <a:gd name="connsiteY2" fmla="*/ 143797 h 272845"/>
              <a:gd name="connsiteX3" fmla="*/ 366034 w 366035"/>
              <a:gd name="connsiteY3" fmla="*/ 272845 h 272845"/>
              <a:gd name="connsiteX4" fmla="*/ 99438 w 366035"/>
              <a:gd name="connsiteY4" fmla="*/ 247734 h 272845"/>
              <a:gd name="connsiteX5" fmla="*/ 0 w 366035"/>
              <a:gd name="connsiteY5" fmla="*/ 0 h 272845"/>
              <a:gd name="connsiteX0" fmla="*/ 0 w 366035"/>
              <a:gd name="connsiteY0" fmla="*/ 0 h 272845"/>
              <a:gd name="connsiteX1" fmla="*/ 236986 w 366035"/>
              <a:gd name="connsiteY1" fmla="*/ 14748 h 272845"/>
              <a:gd name="connsiteX2" fmla="*/ 366035 w 366035"/>
              <a:gd name="connsiteY2" fmla="*/ 143797 h 272845"/>
              <a:gd name="connsiteX3" fmla="*/ 366034 w 366035"/>
              <a:gd name="connsiteY3" fmla="*/ 272845 h 272845"/>
              <a:gd name="connsiteX4" fmla="*/ 25619 w 366035"/>
              <a:gd name="connsiteY4" fmla="*/ 259641 h 272845"/>
              <a:gd name="connsiteX5" fmla="*/ 0 w 366035"/>
              <a:gd name="connsiteY5" fmla="*/ 0 h 272845"/>
              <a:gd name="connsiteX0" fmla="*/ 5337 w 340416"/>
              <a:gd name="connsiteY0" fmla="*/ 0 h 268083"/>
              <a:gd name="connsiteX1" fmla="*/ 211367 w 340416"/>
              <a:gd name="connsiteY1" fmla="*/ 9986 h 268083"/>
              <a:gd name="connsiteX2" fmla="*/ 340416 w 340416"/>
              <a:gd name="connsiteY2" fmla="*/ 139035 h 268083"/>
              <a:gd name="connsiteX3" fmla="*/ 340415 w 340416"/>
              <a:gd name="connsiteY3" fmla="*/ 268083 h 268083"/>
              <a:gd name="connsiteX4" fmla="*/ 0 w 340416"/>
              <a:gd name="connsiteY4" fmla="*/ 254879 h 268083"/>
              <a:gd name="connsiteX5" fmla="*/ 5337 w 340416"/>
              <a:gd name="connsiteY5" fmla="*/ 0 h 268083"/>
              <a:gd name="connsiteX0" fmla="*/ 5337 w 353901"/>
              <a:gd name="connsiteY0" fmla="*/ 0 h 254879"/>
              <a:gd name="connsiteX1" fmla="*/ 211367 w 353901"/>
              <a:gd name="connsiteY1" fmla="*/ 9986 h 254879"/>
              <a:gd name="connsiteX2" fmla="*/ 340416 w 353901"/>
              <a:gd name="connsiteY2" fmla="*/ 139035 h 254879"/>
              <a:gd name="connsiteX3" fmla="*/ 349940 w 353901"/>
              <a:gd name="connsiteY3" fmla="*/ 253795 h 254879"/>
              <a:gd name="connsiteX4" fmla="*/ 0 w 353901"/>
              <a:gd name="connsiteY4" fmla="*/ 254879 h 254879"/>
              <a:gd name="connsiteX5" fmla="*/ 5337 w 353901"/>
              <a:gd name="connsiteY5" fmla="*/ 0 h 254879"/>
              <a:gd name="connsiteX0" fmla="*/ 7718 w 356282"/>
              <a:gd name="connsiteY0" fmla="*/ 0 h 253795"/>
              <a:gd name="connsiteX1" fmla="*/ 213748 w 356282"/>
              <a:gd name="connsiteY1" fmla="*/ 9986 h 253795"/>
              <a:gd name="connsiteX2" fmla="*/ 342797 w 356282"/>
              <a:gd name="connsiteY2" fmla="*/ 139035 h 253795"/>
              <a:gd name="connsiteX3" fmla="*/ 352321 w 356282"/>
              <a:gd name="connsiteY3" fmla="*/ 253795 h 253795"/>
              <a:gd name="connsiteX4" fmla="*/ 0 w 356282"/>
              <a:gd name="connsiteY4" fmla="*/ 226304 h 253795"/>
              <a:gd name="connsiteX5" fmla="*/ 7718 w 356282"/>
              <a:gd name="connsiteY5" fmla="*/ 0 h 253795"/>
              <a:gd name="connsiteX0" fmla="*/ 574 w 349138"/>
              <a:gd name="connsiteY0" fmla="*/ 0 h 257260"/>
              <a:gd name="connsiteX1" fmla="*/ 206604 w 349138"/>
              <a:gd name="connsiteY1" fmla="*/ 9986 h 257260"/>
              <a:gd name="connsiteX2" fmla="*/ 335653 w 349138"/>
              <a:gd name="connsiteY2" fmla="*/ 139035 h 257260"/>
              <a:gd name="connsiteX3" fmla="*/ 345177 w 349138"/>
              <a:gd name="connsiteY3" fmla="*/ 253795 h 257260"/>
              <a:gd name="connsiteX4" fmla="*/ 0 w 349138"/>
              <a:gd name="connsiteY4" fmla="*/ 257260 h 257260"/>
              <a:gd name="connsiteX5" fmla="*/ 574 w 349138"/>
              <a:gd name="connsiteY5" fmla="*/ 0 h 257260"/>
              <a:gd name="connsiteX0" fmla="*/ 574 w 359486"/>
              <a:gd name="connsiteY0" fmla="*/ 0 h 257260"/>
              <a:gd name="connsiteX1" fmla="*/ 206604 w 359486"/>
              <a:gd name="connsiteY1" fmla="*/ 9986 h 257260"/>
              <a:gd name="connsiteX2" fmla="*/ 335653 w 359486"/>
              <a:gd name="connsiteY2" fmla="*/ 139035 h 257260"/>
              <a:gd name="connsiteX3" fmla="*/ 359464 w 359486"/>
              <a:gd name="connsiteY3" fmla="*/ 253795 h 257260"/>
              <a:gd name="connsiteX4" fmla="*/ 0 w 359486"/>
              <a:gd name="connsiteY4" fmla="*/ 257260 h 257260"/>
              <a:gd name="connsiteX5" fmla="*/ 574 w 359486"/>
              <a:gd name="connsiteY5" fmla="*/ 0 h 257260"/>
              <a:gd name="connsiteX0" fmla="*/ 574 w 359486"/>
              <a:gd name="connsiteY0" fmla="*/ 0 h 257260"/>
              <a:gd name="connsiteX1" fmla="*/ 206604 w 359486"/>
              <a:gd name="connsiteY1" fmla="*/ 9986 h 257260"/>
              <a:gd name="connsiteX2" fmla="*/ 335653 w 359486"/>
              <a:gd name="connsiteY2" fmla="*/ 110460 h 257260"/>
              <a:gd name="connsiteX3" fmla="*/ 359464 w 359486"/>
              <a:gd name="connsiteY3" fmla="*/ 253795 h 257260"/>
              <a:gd name="connsiteX4" fmla="*/ 0 w 359486"/>
              <a:gd name="connsiteY4" fmla="*/ 257260 h 257260"/>
              <a:gd name="connsiteX5" fmla="*/ 574 w 359486"/>
              <a:gd name="connsiteY5" fmla="*/ 0 h 257260"/>
              <a:gd name="connsiteX0" fmla="*/ 574 w 365269"/>
              <a:gd name="connsiteY0" fmla="*/ 0 h 257260"/>
              <a:gd name="connsiteX1" fmla="*/ 206604 w 365269"/>
              <a:gd name="connsiteY1" fmla="*/ 9986 h 257260"/>
              <a:gd name="connsiteX2" fmla="*/ 359464 w 365269"/>
              <a:gd name="connsiteY2" fmla="*/ 253795 h 257260"/>
              <a:gd name="connsiteX3" fmla="*/ 0 w 365269"/>
              <a:gd name="connsiteY3" fmla="*/ 257260 h 257260"/>
              <a:gd name="connsiteX4" fmla="*/ 574 w 365269"/>
              <a:gd name="connsiteY4" fmla="*/ 0 h 257260"/>
              <a:gd name="connsiteX0" fmla="*/ 574 w 369846"/>
              <a:gd name="connsiteY0" fmla="*/ 0 h 257260"/>
              <a:gd name="connsiteX1" fmla="*/ 206604 w 369846"/>
              <a:gd name="connsiteY1" fmla="*/ 9986 h 257260"/>
              <a:gd name="connsiteX2" fmla="*/ 359464 w 369846"/>
              <a:gd name="connsiteY2" fmla="*/ 253795 h 257260"/>
              <a:gd name="connsiteX3" fmla="*/ 0 w 369846"/>
              <a:gd name="connsiteY3" fmla="*/ 257260 h 257260"/>
              <a:gd name="connsiteX4" fmla="*/ 574 w 369846"/>
              <a:gd name="connsiteY4" fmla="*/ 0 h 257260"/>
              <a:gd name="connsiteX0" fmla="*/ 574 w 369846"/>
              <a:gd name="connsiteY0" fmla="*/ 0 h 252497"/>
              <a:gd name="connsiteX1" fmla="*/ 206604 w 369846"/>
              <a:gd name="connsiteY1" fmla="*/ 5223 h 252497"/>
              <a:gd name="connsiteX2" fmla="*/ 359464 w 369846"/>
              <a:gd name="connsiteY2" fmla="*/ 249032 h 252497"/>
              <a:gd name="connsiteX3" fmla="*/ 0 w 369846"/>
              <a:gd name="connsiteY3" fmla="*/ 252497 h 252497"/>
              <a:gd name="connsiteX4" fmla="*/ 574 w 369846"/>
              <a:gd name="connsiteY4" fmla="*/ 0 h 252497"/>
              <a:gd name="connsiteX0" fmla="*/ 574 w 369846"/>
              <a:gd name="connsiteY0" fmla="*/ 0 h 249032"/>
              <a:gd name="connsiteX1" fmla="*/ 206604 w 369846"/>
              <a:gd name="connsiteY1" fmla="*/ 5223 h 249032"/>
              <a:gd name="connsiteX2" fmla="*/ 359464 w 369846"/>
              <a:gd name="connsiteY2" fmla="*/ 249032 h 249032"/>
              <a:gd name="connsiteX3" fmla="*/ 0 w 369846"/>
              <a:gd name="connsiteY3" fmla="*/ 245353 h 249032"/>
              <a:gd name="connsiteX4" fmla="*/ 574 w 369846"/>
              <a:gd name="connsiteY4" fmla="*/ 0 h 2490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69846" h="249032">
                <a:moveTo>
                  <a:pt x="574" y="0"/>
                </a:moveTo>
                <a:lnTo>
                  <a:pt x="206604" y="5223"/>
                </a:lnTo>
                <a:cubicBezTo>
                  <a:pt x="342619" y="42759"/>
                  <a:pt x="393898" y="207820"/>
                  <a:pt x="359464" y="249032"/>
                </a:cubicBezTo>
                <a:lnTo>
                  <a:pt x="0" y="245353"/>
                </a:lnTo>
                <a:cubicBezTo>
                  <a:pt x="191" y="159600"/>
                  <a:pt x="383" y="85753"/>
                  <a:pt x="574" y="0"/>
                </a:cubicBezTo>
                <a:close/>
              </a:path>
            </a:pathLst>
          </a:custGeom>
          <a:gradFill flip="none" rotWithShape="1">
            <a:gsLst>
              <a:gs pos="63000">
                <a:srgbClr val="06D1D7"/>
              </a:gs>
              <a:gs pos="33000">
                <a:srgbClr val="23A295"/>
              </a:gs>
              <a:gs pos="0">
                <a:srgbClr val="57F6A2"/>
              </a:gs>
              <a:gs pos="100000">
                <a:srgbClr val="1B2048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latin typeface="Maven Pro"/>
              <a:ea typeface="Maven Pro"/>
              <a:cs typeface="Maven Pro"/>
              <a:sym typeface="Maven Pro"/>
            </a:endParaRPr>
          </a:p>
        </p:txBody>
      </p:sp>
      <p:sp>
        <p:nvSpPr>
          <p:cNvPr id="36" name="Título 1">
            <a:extLst>
              <a:ext uri="{FF2B5EF4-FFF2-40B4-BE49-F238E27FC236}">
                <a16:creationId xmlns:a16="http://schemas.microsoft.com/office/drawing/2014/main" id="{0E69B674-771B-D4E5-08EE-180A096BB8BC}"/>
              </a:ext>
            </a:extLst>
          </p:cNvPr>
          <p:cNvSpPr txBox="1">
            <a:spLocks/>
          </p:cNvSpPr>
          <p:nvPr/>
        </p:nvSpPr>
        <p:spPr>
          <a:xfrm>
            <a:off x="356686" y="446167"/>
            <a:ext cx="6837619" cy="7651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Montserrat"/>
              <a:buNone/>
              <a:defRPr sz="52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Montserrat"/>
              <a:buNone/>
              <a:defRPr sz="52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Montserrat"/>
              <a:buNone/>
              <a:defRPr sz="52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Montserrat"/>
              <a:buNone/>
              <a:defRPr sz="52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Montserrat"/>
              <a:buNone/>
              <a:defRPr sz="52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Montserrat"/>
              <a:buNone/>
              <a:defRPr sz="52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Montserrat"/>
              <a:buNone/>
              <a:defRPr sz="52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Montserrat"/>
              <a:buNone/>
              <a:defRPr sz="52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Montserrat"/>
              <a:buNone/>
              <a:defRPr sz="52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algn="l"/>
            <a:r>
              <a:rPr lang="pt-BR" sz="3200" dirty="0">
                <a:solidFill>
                  <a:schemeClr val="bg2"/>
                </a:solidFill>
                <a:latin typeface="+mj-lt"/>
                <a:cs typeface="Arial" panose="020B0604020202020204" pitchFamily="34" charset="0"/>
              </a:rPr>
              <a:t>METODOLOGIA</a:t>
            </a:r>
          </a:p>
        </p:txBody>
      </p:sp>
      <p:cxnSp>
        <p:nvCxnSpPr>
          <p:cNvPr id="37" name="Conector reto 36">
            <a:extLst>
              <a:ext uri="{FF2B5EF4-FFF2-40B4-BE49-F238E27FC236}">
                <a16:creationId xmlns:a16="http://schemas.microsoft.com/office/drawing/2014/main" id="{354E8FC1-36DC-2567-FCC0-71DF4A40B1C9}"/>
              </a:ext>
            </a:extLst>
          </p:cNvPr>
          <p:cNvCxnSpPr>
            <a:cxnSpLocks/>
          </p:cNvCxnSpPr>
          <p:nvPr/>
        </p:nvCxnSpPr>
        <p:spPr>
          <a:xfrm>
            <a:off x="-5" y="1165521"/>
            <a:ext cx="3581405" cy="0"/>
          </a:xfrm>
          <a:prstGeom prst="line">
            <a:avLst/>
          </a:prstGeom>
          <a:ln/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38" name="Google Shape;997;p39">
            <a:extLst>
              <a:ext uri="{FF2B5EF4-FFF2-40B4-BE49-F238E27FC236}">
                <a16:creationId xmlns:a16="http://schemas.microsoft.com/office/drawing/2014/main" id="{BB452753-7F33-7D94-36F3-436C9586938C}"/>
              </a:ext>
            </a:extLst>
          </p:cNvPr>
          <p:cNvSpPr txBox="1">
            <a:spLocks/>
          </p:cNvSpPr>
          <p:nvPr/>
        </p:nvSpPr>
        <p:spPr>
          <a:xfrm>
            <a:off x="831829" y="1302734"/>
            <a:ext cx="5774380" cy="3110239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1800" dirty="0">
                <a:solidFill>
                  <a:schemeClr val="bg2"/>
                </a:solidFill>
                <a:latin typeface="+mj-lt"/>
              </a:rPr>
              <a:t>Visão geral da metodologia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1800" dirty="0">
                <a:solidFill>
                  <a:schemeClr val="bg2"/>
                </a:solidFill>
                <a:latin typeface="+mj-lt"/>
              </a:rPr>
              <a:t>Extração e estruturação dos textos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1800" dirty="0">
                <a:solidFill>
                  <a:schemeClr val="bg2"/>
                </a:solidFill>
                <a:latin typeface="+mj-lt"/>
              </a:rPr>
              <a:t>Classificação híbrida: regex + LLM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1800" dirty="0">
                <a:solidFill>
                  <a:schemeClr val="bg2"/>
                </a:solidFill>
                <a:latin typeface="+mj-lt"/>
              </a:rPr>
              <a:t>Resultado operacional da classificação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1800" dirty="0">
                <a:solidFill>
                  <a:schemeClr val="bg2"/>
                </a:solidFill>
                <a:latin typeface="+mj-lt"/>
              </a:rPr>
              <a:t>Aprendizado contínuo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1800" dirty="0">
                <a:solidFill>
                  <a:schemeClr val="bg2"/>
                </a:solidFill>
                <a:latin typeface="+mj-lt"/>
              </a:rPr>
              <a:t>Exemplos auditáveis de classificação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1800" dirty="0">
                <a:solidFill>
                  <a:schemeClr val="bg2"/>
                </a:solidFill>
                <a:latin typeface="+mj-lt"/>
              </a:rPr>
              <a:t>Clusterização, consenso e validação</a:t>
            </a:r>
          </a:p>
        </p:txBody>
      </p:sp>
    </p:spTree>
    <p:extLst>
      <p:ext uri="{BB962C8B-B14F-4D97-AF65-F5344CB8AC3E}">
        <p14:creationId xmlns:p14="http://schemas.microsoft.com/office/powerpoint/2010/main" val="108092343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91">
          <a:extLst>
            <a:ext uri="{FF2B5EF4-FFF2-40B4-BE49-F238E27FC236}">
              <a16:creationId xmlns:a16="http://schemas.microsoft.com/office/drawing/2014/main" id="{1F4CB086-099D-962A-FCCA-CA872D0C59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83" name="Gráfico 982">
            <a:extLst>
              <a:ext uri="{FF2B5EF4-FFF2-40B4-BE49-F238E27FC236}">
                <a16:creationId xmlns:a16="http://schemas.microsoft.com/office/drawing/2014/main" id="{97E903AF-19B0-2BBA-0134-7162EEEC5CC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471287" y="-176981"/>
            <a:ext cx="10434025" cy="5320297"/>
          </a:xfrm>
          <a:prstGeom prst="rect">
            <a:avLst/>
          </a:prstGeom>
        </p:spPr>
      </p:pic>
      <p:sp>
        <p:nvSpPr>
          <p:cNvPr id="2" name="Google Shape;932;p37">
            <a:extLst>
              <a:ext uri="{FF2B5EF4-FFF2-40B4-BE49-F238E27FC236}">
                <a16:creationId xmlns:a16="http://schemas.microsoft.com/office/drawing/2014/main" id="{93FD9322-2A61-CE33-ADD2-85D567AC209A}"/>
              </a:ext>
            </a:extLst>
          </p:cNvPr>
          <p:cNvSpPr txBox="1">
            <a:spLocks/>
          </p:cNvSpPr>
          <p:nvPr/>
        </p:nvSpPr>
        <p:spPr>
          <a:xfrm>
            <a:off x="7194305" y="528340"/>
            <a:ext cx="1661894" cy="2259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None/>
              <a:defRPr sz="28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None/>
              <a:defRPr sz="28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None/>
              <a:defRPr sz="28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None/>
              <a:defRPr sz="28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None/>
              <a:defRPr sz="28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None/>
              <a:defRPr sz="28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None/>
              <a:defRPr sz="28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None/>
              <a:defRPr sz="28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None/>
              <a:defRPr sz="28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r>
              <a:rPr lang="pt-BR" sz="600" b="0" dirty="0">
                <a:solidFill>
                  <a:srgbClr val="186E66"/>
                </a:solidFill>
                <a:latin typeface="+mj-lt"/>
                <a:cs typeface="Arial" panose="020B0604020202020204" pitchFamily="34" charset="0"/>
              </a:rPr>
              <a:t>Há mais de 60 anos pensando o Brasil</a:t>
            </a:r>
          </a:p>
        </p:txBody>
      </p:sp>
      <p:sp>
        <p:nvSpPr>
          <p:cNvPr id="3" name="Google Shape;936;p37">
            <a:extLst>
              <a:ext uri="{FF2B5EF4-FFF2-40B4-BE49-F238E27FC236}">
                <a16:creationId xmlns:a16="http://schemas.microsoft.com/office/drawing/2014/main" id="{D3186F3B-D774-853E-6760-43E48A8A3B96}"/>
              </a:ext>
            </a:extLst>
          </p:cNvPr>
          <p:cNvSpPr/>
          <p:nvPr/>
        </p:nvSpPr>
        <p:spPr>
          <a:xfrm flipH="1">
            <a:off x="7861193" y="4721150"/>
            <a:ext cx="1282656" cy="422165"/>
          </a:xfrm>
          <a:prstGeom prst="round1Rect">
            <a:avLst>
              <a:gd name="adj" fmla="val 50000"/>
            </a:avLst>
          </a:prstGeom>
          <a:solidFill>
            <a:srgbClr val="1B204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latin typeface="Maven Pro"/>
              <a:ea typeface="Maven Pro"/>
              <a:cs typeface="Maven Pro"/>
              <a:sym typeface="Maven Pro"/>
            </a:endParaRPr>
          </a:p>
        </p:txBody>
      </p:sp>
      <p:sp>
        <p:nvSpPr>
          <p:cNvPr id="4" name="Google Shape;937;p37">
            <a:extLst>
              <a:ext uri="{FF2B5EF4-FFF2-40B4-BE49-F238E27FC236}">
                <a16:creationId xmlns:a16="http://schemas.microsoft.com/office/drawing/2014/main" id="{D5380B4E-426A-711C-5679-C0ADEDB7639C}"/>
              </a:ext>
            </a:extLst>
          </p:cNvPr>
          <p:cNvSpPr/>
          <p:nvPr/>
        </p:nvSpPr>
        <p:spPr>
          <a:xfrm flipH="1">
            <a:off x="7588727" y="4912884"/>
            <a:ext cx="1555123" cy="230496"/>
          </a:xfrm>
          <a:prstGeom prst="round1Rect">
            <a:avLst>
              <a:gd name="adj" fmla="val 50000"/>
            </a:avLst>
          </a:prstGeom>
          <a:gradFill flip="none" rotWithShape="1">
            <a:gsLst>
              <a:gs pos="63000">
                <a:srgbClr val="06D1D7"/>
              </a:gs>
              <a:gs pos="33000">
                <a:srgbClr val="23A295"/>
              </a:gs>
              <a:gs pos="0">
                <a:srgbClr val="57F6A2"/>
              </a:gs>
              <a:gs pos="100000">
                <a:srgbClr val="1B2048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latin typeface="Maven Pro"/>
              <a:ea typeface="Maven Pro"/>
              <a:cs typeface="Maven Pro"/>
              <a:sym typeface="Maven Pro"/>
            </a:endParaRPr>
          </a:p>
        </p:txBody>
      </p:sp>
      <p:grpSp>
        <p:nvGrpSpPr>
          <p:cNvPr id="5" name="Google Shape;938;p37">
            <a:extLst>
              <a:ext uri="{FF2B5EF4-FFF2-40B4-BE49-F238E27FC236}">
                <a16:creationId xmlns:a16="http://schemas.microsoft.com/office/drawing/2014/main" id="{1461D4CA-21B8-C2EB-4A22-D343A3580E6D}"/>
              </a:ext>
            </a:extLst>
          </p:cNvPr>
          <p:cNvGrpSpPr/>
          <p:nvPr/>
        </p:nvGrpSpPr>
        <p:grpSpPr>
          <a:xfrm>
            <a:off x="8644350" y="4276582"/>
            <a:ext cx="423698" cy="551579"/>
            <a:chOff x="7631225" y="2241175"/>
            <a:chExt cx="986125" cy="2095500"/>
          </a:xfrm>
          <a:gradFill>
            <a:gsLst>
              <a:gs pos="53000">
                <a:srgbClr val="23A295"/>
              </a:gs>
              <a:gs pos="0">
                <a:srgbClr val="57F6A2"/>
              </a:gs>
              <a:gs pos="100000">
                <a:srgbClr val="1B2048"/>
              </a:gs>
            </a:gsLst>
            <a:lin ang="5400000" scaled="1"/>
          </a:gradFill>
        </p:grpSpPr>
        <p:cxnSp>
          <p:nvCxnSpPr>
            <p:cNvPr id="6" name="Google Shape;939;p37">
              <a:extLst>
                <a:ext uri="{FF2B5EF4-FFF2-40B4-BE49-F238E27FC236}">
                  <a16:creationId xmlns:a16="http://schemas.microsoft.com/office/drawing/2014/main" id="{D1D33685-B59B-A2AA-9F3D-D50BE8FD7A50}"/>
                </a:ext>
              </a:extLst>
            </p:cNvPr>
            <p:cNvCxnSpPr/>
            <p:nvPr/>
          </p:nvCxnSpPr>
          <p:spPr>
            <a:xfrm>
              <a:off x="7631225" y="2241175"/>
              <a:ext cx="0" cy="2095500"/>
            </a:xfrm>
            <a:prstGeom prst="straightConnector1">
              <a:avLst/>
            </a:prstGeom>
            <a:grpFill/>
            <a:ln w="9525" cap="flat" cmpd="sng">
              <a:solidFill>
                <a:srgbClr val="1AB0A9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7" name="Google Shape;940;p37">
              <a:extLst>
                <a:ext uri="{FF2B5EF4-FFF2-40B4-BE49-F238E27FC236}">
                  <a16:creationId xmlns:a16="http://schemas.microsoft.com/office/drawing/2014/main" id="{73BC723D-9E00-C558-10F8-8D42BA76348A}"/>
                </a:ext>
              </a:extLst>
            </p:cNvPr>
            <p:cNvCxnSpPr/>
            <p:nvPr/>
          </p:nvCxnSpPr>
          <p:spPr>
            <a:xfrm>
              <a:off x="7707081" y="2241175"/>
              <a:ext cx="0" cy="2095500"/>
            </a:xfrm>
            <a:prstGeom prst="straightConnector1">
              <a:avLst/>
            </a:prstGeom>
            <a:grpFill/>
            <a:ln w="9525" cap="flat" cmpd="sng">
              <a:solidFill>
                <a:srgbClr val="1AB0A9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8" name="Google Shape;941;p37">
              <a:extLst>
                <a:ext uri="{FF2B5EF4-FFF2-40B4-BE49-F238E27FC236}">
                  <a16:creationId xmlns:a16="http://schemas.microsoft.com/office/drawing/2014/main" id="{A94D1618-7EC2-28F2-B46A-8BD91EB10E67}"/>
                </a:ext>
              </a:extLst>
            </p:cNvPr>
            <p:cNvCxnSpPr/>
            <p:nvPr/>
          </p:nvCxnSpPr>
          <p:spPr>
            <a:xfrm>
              <a:off x="7782937" y="2241175"/>
              <a:ext cx="0" cy="2095500"/>
            </a:xfrm>
            <a:prstGeom prst="straightConnector1">
              <a:avLst/>
            </a:prstGeom>
            <a:grpFill/>
            <a:ln w="9525" cap="flat" cmpd="sng">
              <a:solidFill>
                <a:srgbClr val="1AB0A9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9" name="Google Shape;942;p37">
              <a:extLst>
                <a:ext uri="{FF2B5EF4-FFF2-40B4-BE49-F238E27FC236}">
                  <a16:creationId xmlns:a16="http://schemas.microsoft.com/office/drawing/2014/main" id="{E3405A75-A2BF-8950-61E3-00E08B6EE9AD}"/>
                </a:ext>
              </a:extLst>
            </p:cNvPr>
            <p:cNvCxnSpPr/>
            <p:nvPr/>
          </p:nvCxnSpPr>
          <p:spPr>
            <a:xfrm>
              <a:off x="7858792" y="2241175"/>
              <a:ext cx="0" cy="2095500"/>
            </a:xfrm>
            <a:prstGeom prst="straightConnector1">
              <a:avLst/>
            </a:prstGeom>
            <a:grpFill/>
            <a:ln w="9525" cap="flat" cmpd="sng">
              <a:solidFill>
                <a:srgbClr val="1AB0A9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0" name="Google Shape;943;p37">
              <a:extLst>
                <a:ext uri="{FF2B5EF4-FFF2-40B4-BE49-F238E27FC236}">
                  <a16:creationId xmlns:a16="http://schemas.microsoft.com/office/drawing/2014/main" id="{E06941C8-0D98-BE0D-0C85-6198AB15B815}"/>
                </a:ext>
              </a:extLst>
            </p:cNvPr>
            <p:cNvCxnSpPr/>
            <p:nvPr/>
          </p:nvCxnSpPr>
          <p:spPr>
            <a:xfrm>
              <a:off x="8010504" y="2241175"/>
              <a:ext cx="0" cy="2095500"/>
            </a:xfrm>
            <a:prstGeom prst="straightConnector1">
              <a:avLst/>
            </a:prstGeom>
            <a:grpFill/>
            <a:ln w="9525" cap="flat" cmpd="sng">
              <a:solidFill>
                <a:srgbClr val="1AB0A9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1" name="Google Shape;944;p37">
              <a:extLst>
                <a:ext uri="{FF2B5EF4-FFF2-40B4-BE49-F238E27FC236}">
                  <a16:creationId xmlns:a16="http://schemas.microsoft.com/office/drawing/2014/main" id="{4E5758E1-191A-4350-57CF-C2A25214B03B}"/>
                </a:ext>
              </a:extLst>
            </p:cNvPr>
            <p:cNvCxnSpPr/>
            <p:nvPr/>
          </p:nvCxnSpPr>
          <p:spPr>
            <a:xfrm>
              <a:off x="8162215" y="2241175"/>
              <a:ext cx="0" cy="2095500"/>
            </a:xfrm>
            <a:prstGeom prst="straightConnector1">
              <a:avLst/>
            </a:prstGeom>
            <a:grpFill/>
            <a:ln w="9525" cap="flat" cmpd="sng">
              <a:solidFill>
                <a:srgbClr val="1AB0A9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2" name="Google Shape;945;p37">
              <a:extLst>
                <a:ext uri="{FF2B5EF4-FFF2-40B4-BE49-F238E27FC236}">
                  <a16:creationId xmlns:a16="http://schemas.microsoft.com/office/drawing/2014/main" id="{15FE871C-0634-DB5B-3E46-31D1BDEF055C}"/>
                </a:ext>
              </a:extLst>
            </p:cNvPr>
            <p:cNvCxnSpPr/>
            <p:nvPr/>
          </p:nvCxnSpPr>
          <p:spPr>
            <a:xfrm>
              <a:off x="8313927" y="2241175"/>
              <a:ext cx="0" cy="2095500"/>
            </a:xfrm>
            <a:prstGeom prst="straightConnector1">
              <a:avLst/>
            </a:prstGeom>
            <a:grpFill/>
            <a:ln w="9525" cap="flat" cmpd="sng">
              <a:solidFill>
                <a:srgbClr val="1AB0A9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3" name="Google Shape;946;p37">
              <a:extLst>
                <a:ext uri="{FF2B5EF4-FFF2-40B4-BE49-F238E27FC236}">
                  <a16:creationId xmlns:a16="http://schemas.microsoft.com/office/drawing/2014/main" id="{F16EC379-05CE-3AB3-BEC6-681ADF652D93}"/>
                </a:ext>
              </a:extLst>
            </p:cNvPr>
            <p:cNvCxnSpPr/>
            <p:nvPr/>
          </p:nvCxnSpPr>
          <p:spPr>
            <a:xfrm>
              <a:off x="7934648" y="2241175"/>
              <a:ext cx="0" cy="2095500"/>
            </a:xfrm>
            <a:prstGeom prst="straightConnector1">
              <a:avLst/>
            </a:prstGeom>
            <a:grpFill/>
            <a:ln w="9525" cap="flat" cmpd="sng">
              <a:solidFill>
                <a:srgbClr val="1AB0A9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4" name="Google Shape;947;p37">
              <a:extLst>
                <a:ext uri="{FF2B5EF4-FFF2-40B4-BE49-F238E27FC236}">
                  <a16:creationId xmlns:a16="http://schemas.microsoft.com/office/drawing/2014/main" id="{FDF3F2A2-5BF6-C3B7-A246-E61DC0ED6A3C}"/>
                </a:ext>
              </a:extLst>
            </p:cNvPr>
            <p:cNvCxnSpPr/>
            <p:nvPr/>
          </p:nvCxnSpPr>
          <p:spPr>
            <a:xfrm>
              <a:off x="8086360" y="2241175"/>
              <a:ext cx="0" cy="2095500"/>
            </a:xfrm>
            <a:prstGeom prst="straightConnector1">
              <a:avLst/>
            </a:prstGeom>
            <a:grpFill/>
            <a:ln w="9525" cap="flat" cmpd="sng">
              <a:solidFill>
                <a:srgbClr val="1AB0A9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5" name="Google Shape;948;p37">
              <a:extLst>
                <a:ext uri="{FF2B5EF4-FFF2-40B4-BE49-F238E27FC236}">
                  <a16:creationId xmlns:a16="http://schemas.microsoft.com/office/drawing/2014/main" id="{1F5E512D-3E12-7AF0-500D-974DFF36B2C5}"/>
                </a:ext>
              </a:extLst>
            </p:cNvPr>
            <p:cNvCxnSpPr/>
            <p:nvPr/>
          </p:nvCxnSpPr>
          <p:spPr>
            <a:xfrm>
              <a:off x="8238071" y="2241175"/>
              <a:ext cx="0" cy="2095500"/>
            </a:xfrm>
            <a:prstGeom prst="straightConnector1">
              <a:avLst/>
            </a:prstGeom>
            <a:grpFill/>
            <a:ln w="9525" cap="flat" cmpd="sng">
              <a:solidFill>
                <a:srgbClr val="1AB0A9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6" name="Google Shape;949;p37">
              <a:extLst>
                <a:ext uri="{FF2B5EF4-FFF2-40B4-BE49-F238E27FC236}">
                  <a16:creationId xmlns:a16="http://schemas.microsoft.com/office/drawing/2014/main" id="{5CE6A972-2ADF-A585-339A-EF25EA6873A3}"/>
                </a:ext>
              </a:extLst>
            </p:cNvPr>
            <p:cNvCxnSpPr/>
            <p:nvPr/>
          </p:nvCxnSpPr>
          <p:spPr>
            <a:xfrm>
              <a:off x="8389783" y="2241175"/>
              <a:ext cx="0" cy="2095500"/>
            </a:xfrm>
            <a:prstGeom prst="straightConnector1">
              <a:avLst/>
            </a:prstGeom>
            <a:grpFill/>
            <a:ln w="9525" cap="flat" cmpd="sng">
              <a:solidFill>
                <a:srgbClr val="1AB0A9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7" name="Google Shape;950;p37">
              <a:extLst>
                <a:ext uri="{FF2B5EF4-FFF2-40B4-BE49-F238E27FC236}">
                  <a16:creationId xmlns:a16="http://schemas.microsoft.com/office/drawing/2014/main" id="{0C4F295B-B56A-2F9D-BB21-FC64A7E557F0}"/>
                </a:ext>
              </a:extLst>
            </p:cNvPr>
            <p:cNvCxnSpPr/>
            <p:nvPr/>
          </p:nvCxnSpPr>
          <p:spPr>
            <a:xfrm>
              <a:off x="8465638" y="2241175"/>
              <a:ext cx="0" cy="2095500"/>
            </a:xfrm>
            <a:prstGeom prst="straightConnector1">
              <a:avLst/>
            </a:prstGeom>
            <a:grpFill/>
            <a:ln w="9525" cap="flat" cmpd="sng">
              <a:solidFill>
                <a:srgbClr val="1AB0A9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8" name="Google Shape;951;p37">
              <a:extLst>
                <a:ext uri="{FF2B5EF4-FFF2-40B4-BE49-F238E27FC236}">
                  <a16:creationId xmlns:a16="http://schemas.microsoft.com/office/drawing/2014/main" id="{FB1ADFB4-35EA-3581-F5B7-006181177A8A}"/>
                </a:ext>
              </a:extLst>
            </p:cNvPr>
            <p:cNvCxnSpPr/>
            <p:nvPr/>
          </p:nvCxnSpPr>
          <p:spPr>
            <a:xfrm>
              <a:off x="8541494" y="2241175"/>
              <a:ext cx="0" cy="2095500"/>
            </a:xfrm>
            <a:prstGeom prst="straightConnector1">
              <a:avLst/>
            </a:prstGeom>
            <a:grpFill/>
            <a:ln w="9525" cap="flat" cmpd="sng">
              <a:solidFill>
                <a:srgbClr val="1AB0A9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9" name="Google Shape;952;p37">
              <a:extLst>
                <a:ext uri="{FF2B5EF4-FFF2-40B4-BE49-F238E27FC236}">
                  <a16:creationId xmlns:a16="http://schemas.microsoft.com/office/drawing/2014/main" id="{ED07BD9D-86AE-A977-3DE3-351E031B3970}"/>
                </a:ext>
              </a:extLst>
            </p:cNvPr>
            <p:cNvCxnSpPr/>
            <p:nvPr/>
          </p:nvCxnSpPr>
          <p:spPr>
            <a:xfrm>
              <a:off x="8617350" y="2241175"/>
              <a:ext cx="0" cy="2095500"/>
            </a:xfrm>
            <a:prstGeom prst="straightConnector1">
              <a:avLst/>
            </a:prstGeom>
            <a:grpFill/>
            <a:ln w="9525" cap="flat" cmpd="sng">
              <a:solidFill>
                <a:srgbClr val="1AB0A9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20" name="Google Shape;954;p37">
            <a:extLst>
              <a:ext uri="{FF2B5EF4-FFF2-40B4-BE49-F238E27FC236}">
                <a16:creationId xmlns:a16="http://schemas.microsoft.com/office/drawing/2014/main" id="{4CF1FEE3-FF6E-FCD7-0CE2-F8633861079E}"/>
              </a:ext>
            </a:extLst>
          </p:cNvPr>
          <p:cNvSpPr/>
          <p:nvPr/>
        </p:nvSpPr>
        <p:spPr>
          <a:xfrm>
            <a:off x="0" y="4680042"/>
            <a:ext cx="922564" cy="463274"/>
          </a:xfrm>
          <a:prstGeom prst="rect">
            <a:avLst/>
          </a:prstGeom>
          <a:gradFill>
            <a:gsLst>
              <a:gs pos="33000">
                <a:srgbClr val="23A295"/>
              </a:gs>
              <a:gs pos="0">
                <a:srgbClr val="57F6A2"/>
              </a:gs>
              <a:gs pos="100000">
                <a:srgbClr val="1B2048"/>
              </a:gs>
            </a:gsLst>
            <a:path path="circle">
              <a:fillToRect l="100000" t="100000"/>
            </a:path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dirty="0">
              <a:latin typeface="Maven Pro"/>
              <a:ea typeface="Maven Pro"/>
              <a:cs typeface="Maven Pro"/>
              <a:sym typeface="Maven Pro"/>
            </a:endParaRPr>
          </a:p>
        </p:txBody>
      </p:sp>
      <p:sp>
        <p:nvSpPr>
          <p:cNvPr id="21" name="Google Shape;955;p37">
            <a:extLst>
              <a:ext uri="{FF2B5EF4-FFF2-40B4-BE49-F238E27FC236}">
                <a16:creationId xmlns:a16="http://schemas.microsoft.com/office/drawing/2014/main" id="{16E57000-2DCF-1E01-AD6C-85A7A853D37E}"/>
              </a:ext>
            </a:extLst>
          </p:cNvPr>
          <p:cNvSpPr/>
          <p:nvPr/>
        </p:nvSpPr>
        <p:spPr>
          <a:xfrm>
            <a:off x="0" y="4912883"/>
            <a:ext cx="1663658" cy="230641"/>
          </a:xfrm>
          <a:prstGeom prst="round1Rect">
            <a:avLst>
              <a:gd name="adj" fmla="val 50000"/>
            </a:avLst>
          </a:prstGeom>
          <a:solidFill>
            <a:srgbClr val="1B204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latin typeface="Maven Pro"/>
              <a:ea typeface="Maven Pro"/>
              <a:cs typeface="Maven Pro"/>
              <a:sym typeface="Maven Pro"/>
            </a:endParaRPr>
          </a:p>
        </p:txBody>
      </p:sp>
      <p:grpSp>
        <p:nvGrpSpPr>
          <p:cNvPr id="22" name="Agrupar 21">
            <a:extLst>
              <a:ext uri="{FF2B5EF4-FFF2-40B4-BE49-F238E27FC236}">
                <a16:creationId xmlns:a16="http://schemas.microsoft.com/office/drawing/2014/main" id="{98F05899-9D82-214C-F321-B8B50B45675A}"/>
              </a:ext>
            </a:extLst>
          </p:cNvPr>
          <p:cNvGrpSpPr/>
          <p:nvPr/>
        </p:nvGrpSpPr>
        <p:grpSpPr>
          <a:xfrm>
            <a:off x="7070035" y="156184"/>
            <a:ext cx="1722295" cy="405506"/>
            <a:chOff x="4782913" y="272045"/>
            <a:chExt cx="3752189" cy="883435"/>
          </a:xfrm>
        </p:grpSpPr>
        <p:pic>
          <p:nvPicPr>
            <p:cNvPr id="23" name="Imagem 22" descr="Interface gráfica do usuário, Texto&#10;&#10;O conteúdo gerado por IA pode estar incorreto.">
              <a:extLst>
                <a:ext uri="{FF2B5EF4-FFF2-40B4-BE49-F238E27FC236}">
                  <a16:creationId xmlns:a16="http://schemas.microsoft.com/office/drawing/2014/main" id="{48CFAD95-99E2-7FC0-FE8B-7E77306D3F71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4782913" y="272045"/>
              <a:ext cx="3752189" cy="883435"/>
            </a:xfrm>
            <a:prstGeom prst="rect">
              <a:avLst/>
            </a:prstGeom>
          </p:spPr>
        </p:pic>
        <p:cxnSp>
          <p:nvCxnSpPr>
            <p:cNvPr id="24" name="Conector reto 23">
              <a:extLst>
                <a:ext uri="{FF2B5EF4-FFF2-40B4-BE49-F238E27FC236}">
                  <a16:creationId xmlns:a16="http://schemas.microsoft.com/office/drawing/2014/main" id="{4D0C5857-24DC-AEA0-1A4E-9276EDF7D392}"/>
                </a:ext>
              </a:extLst>
            </p:cNvPr>
            <p:cNvCxnSpPr>
              <a:cxnSpLocks/>
            </p:cNvCxnSpPr>
            <p:nvPr/>
          </p:nvCxnSpPr>
          <p:spPr>
            <a:xfrm>
              <a:off x="5253460" y="1066595"/>
              <a:ext cx="3264536" cy="16228"/>
            </a:xfrm>
            <a:prstGeom prst="line">
              <a:avLst/>
            </a:prstGeom>
            <a:ln>
              <a:solidFill>
                <a:srgbClr val="00445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5" name="Google Shape;936;p37">
            <a:extLst>
              <a:ext uri="{FF2B5EF4-FFF2-40B4-BE49-F238E27FC236}">
                <a16:creationId xmlns:a16="http://schemas.microsoft.com/office/drawing/2014/main" id="{41870237-D810-96F9-613F-9AB861239024}"/>
              </a:ext>
            </a:extLst>
          </p:cNvPr>
          <p:cNvSpPr/>
          <p:nvPr/>
        </p:nvSpPr>
        <p:spPr>
          <a:xfrm rot="16200000" flipH="1" flipV="1">
            <a:off x="-26331" y="5857"/>
            <a:ext cx="636272" cy="583606"/>
          </a:xfrm>
          <a:custGeom>
            <a:avLst/>
            <a:gdLst>
              <a:gd name="connsiteX0" fmla="*/ 0 w 1440059"/>
              <a:gd name="connsiteY0" fmla="*/ 0 h 583600"/>
              <a:gd name="connsiteX1" fmla="*/ 1148259 w 1440059"/>
              <a:gd name="connsiteY1" fmla="*/ 0 h 583600"/>
              <a:gd name="connsiteX2" fmla="*/ 1440059 w 1440059"/>
              <a:gd name="connsiteY2" fmla="*/ 291800 h 583600"/>
              <a:gd name="connsiteX3" fmla="*/ 1440059 w 1440059"/>
              <a:gd name="connsiteY3" fmla="*/ 583600 h 583600"/>
              <a:gd name="connsiteX4" fmla="*/ 0 w 1440059"/>
              <a:gd name="connsiteY4" fmla="*/ 583600 h 583600"/>
              <a:gd name="connsiteX5" fmla="*/ 0 w 1440059"/>
              <a:gd name="connsiteY5" fmla="*/ 0 h 583600"/>
              <a:gd name="connsiteX0" fmla="*/ 612059 w 1440059"/>
              <a:gd name="connsiteY0" fmla="*/ 0 h 583603"/>
              <a:gd name="connsiteX1" fmla="*/ 1148259 w 1440059"/>
              <a:gd name="connsiteY1" fmla="*/ 3 h 583603"/>
              <a:gd name="connsiteX2" fmla="*/ 1440059 w 1440059"/>
              <a:gd name="connsiteY2" fmla="*/ 291803 h 583603"/>
              <a:gd name="connsiteX3" fmla="*/ 1440059 w 1440059"/>
              <a:gd name="connsiteY3" fmla="*/ 583603 h 583603"/>
              <a:gd name="connsiteX4" fmla="*/ 0 w 1440059"/>
              <a:gd name="connsiteY4" fmla="*/ 583603 h 583603"/>
              <a:gd name="connsiteX5" fmla="*/ 612059 w 1440059"/>
              <a:gd name="connsiteY5" fmla="*/ 0 h 583603"/>
              <a:gd name="connsiteX0" fmla="*/ 0 w 828000"/>
              <a:gd name="connsiteY0" fmla="*/ 0 h 583603"/>
              <a:gd name="connsiteX1" fmla="*/ 536200 w 828000"/>
              <a:gd name="connsiteY1" fmla="*/ 3 h 583603"/>
              <a:gd name="connsiteX2" fmla="*/ 828000 w 828000"/>
              <a:gd name="connsiteY2" fmla="*/ 291803 h 583603"/>
              <a:gd name="connsiteX3" fmla="*/ 828000 w 828000"/>
              <a:gd name="connsiteY3" fmla="*/ 583603 h 583603"/>
              <a:gd name="connsiteX4" fmla="*/ 191728 w 828000"/>
              <a:gd name="connsiteY4" fmla="*/ 576229 h 583603"/>
              <a:gd name="connsiteX5" fmla="*/ 0 w 828000"/>
              <a:gd name="connsiteY5" fmla="*/ 0 h 583603"/>
              <a:gd name="connsiteX0" fmla="*/ 14749 w 636272"/>
              <a:gd name="connsiteY0" fmla="*/ 0 h 583606"/>
              <a:gd name="connsiteX1" fmla="*/ 344472 w 636272"/>
              <a:gd name="connsiteY1" fmla="*/ 6 h 583606"/>
              <a:gd name="connsiteX2" fmla="*/ 636272 w 636272"/>
              <a:gd name="connsiteY2" fmla="*/ 291806 h 583606"/>
              <a:gd name="connsiteX3" fmla="*/ 636272 w 636272"/>
              <a:gd name="connsiteY3" fmla="*/ 583606 h 583606"/>
              <a:gd name="connsiteX4" fmla="*/ 0 w 636272"/>
              <a:gd name="connsiteY4" fmla="*/ 576232 h 583606"/>
              <a:gd name="connsiteX5" fmla="*/ 14749 w 636272"/>
              <a:gd name="connsiteY5" fmla="*/ 0 h 5836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36272" h="583606">
                <a:moveTo>
                  <a:pt x="14749" y="0"/>
                </a:moveTo>
                <a:lnTo>
                  <a:pt x="344472" y="6"/>
                </a:lnTo>
                <a:cubicBezTo>
                  <a:pt x="505629" y="6"/>
                  <a:pt x="636272" y="130649"/>
                  <a:pt x="636272" y="291806"/>
                </a:cubicBezTo>
                <a:lnTo>
                  <a:pt x="636272" y="583606"/>
                </a:lnTo>
                <a:lnTo>
                  <a:pt x="0" y="576232"/>
                </a:lnTo>
                <a:lnTo>
                  <a:pt x="14749" y="0"/>
                </a:lnTo>
                <a:close/>
              </a:path>
            </a:pathLst>
          </a:custGeom>
          <a:solidFill>
            <a:srgbClr val="1B204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latin typeface="Maven Pro"/>
              <a:ea typeface="Maven Pro"/>
              <a:cs typeface="Maven Pro"/>
              <a:sym typeface="Maven Pro"/>
            </a:endParaRPr>
          </a:p>
        </p:txBody>
      </p:sp>
      <p:sp>
        <p:nvSpPr>
          <p:cNvPr id="26" name="Google Shape;937;p37">
            <a:extLst>
              <a:ext uri="{FF2B5EF4-FFF2-40B4-BE49-F238E27FC236}">
                <a16:creationId xmlns:a16="http://schemas.microsoft.com/office/drawing/2014/main" id="{16FE1ED8-E2FC-B42E-489C-CF86363FD630}"/>
              </a:ext>
            </a:extLst>
          </p:cNvPr>
          <p:cNvSpPr/>
          <p:nvPr/>
        </p:nvSpPr>
        <p:spPr>
          <a:xfrm rot="16200000" flipH="1" flipV="1">
            <a:off x="-223281" y="212082"/>
            <a:ext cx="765195" cy="318641"/>
          </a:xfrm>
          <a:custGeom>
            <a:avLst/>
            <a:gdLst>
              <a:gd name="connsiteX0" fmla="*/ 0 w 1745961"/>
              <a:gd name="connsiteY0" fmla="*/ 0 h 318637"/>
              <a:gd name="connsiteX1" fmla="*/ 1586643 w 1745961"/>
              <a:gd name="connsiteY1" fmla="*/ 0 h 318637"/>
              <a:gd name="connsiteX2" fmla="*/ 1745962 w 1745961"/>
              <a:gd name="connsiteY2" fmla="*/ 159319 h 318637"/>
              <a:gd name="connsiteX3" fmla="*/ 1745961 w 1745961"/>
              <a:gd name="connsiteY3" fmla="*/ 318637 h 318637"/>
              <a:gd name="connsiteX4" fmla="*/ 0 w 1745961"/>
              <a:gd name="connsiteY4" fmla="*/ 318637 h 318637"/>
              <a:gd name="connsiteX5" fmla="*/ 0 w 1745961"/>
              <a:gd name="connsiteY5" fmla="*/ 0 h 318637"/>
              <a:gd name="connsiteX0" fmla="*/ 980768 w 1745962"/>
              <a:gd name="connsiteY0" fmla="*/ 0 h 318637"/>
              <a:gd name="connsiteX1" fmla="*/ 1586643 w 1745962"/>
              <a:gd name="connsiteY1" fmla="*/ 0 h 318637"/>
              <a:gd name="connsiteX2" fmla="*/ 1745962 w 1745962"/>
              <a:gd name="connsiteY2" fmla="*/ 159319 h 318637"/>
              <a:gd name="connsiteX3" fmla="*/ 1745961 w 1745962"/>
              <a:gd name="connsiteY3" fmla="*/ 318637 h 318637"/>
              <a:gd name="connsiteX4" fmla="*/ 0 w 1745962"/>
              <a:gd name="connsiteY4" fmla="*/ 318637 h 318637"/>
              <a:gd name="connsiteX5" fmla="*/ 980768 w 1745962"/>
              <a:gd name="connsiteY5" fmla="*/ 0 h 318637"/>
              <a:gd name="connsiteX0" fmla="*/ 1 w 765195"/>
              <a:gd name="connsiteY0" fmla="*/ 0 h 318641"/>
              <a:gd name="connsiteX1" fmla="*/ 605876 w 765195"/>
              <a:gd name="connsiteY1" fmla="*/ 0 h 318641"/>
              <a:gd name="connsiteX2" fmla="*/ 765195 w 765195"/>
              <a:gd name="connsiteY2" fmla="*/ 159319 h 318641"/>
              <a:gd name="connsiteX3" fmla="*/ 765194 w 765195"/>
              <a:gd name="connsiteY3" fmla="*/ 318637 h 318641"/>
              <a:gd name="connsiteX4" fmla="*/ 0 w 765195"/>
              <a:gd name="connsiteY4" fmla="*/ 318641 h 318641"/>
              <a:gd name="connsiteX5" fmla="*/ 1 w 765195"/>
              <a:gd name="connsiteY5" fmla="*/ 0 h 3186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765195" h="318641">
                <a:moveTo>
                  <a:pt x="1" y="0"/>
                </a:moveTo>
                <a:lnTo>
                  <a:pt x="605876" y="0"/>
                </a:lnTo>
                <a:cubicBezTo>
                  <a:pt x="693865" y="0"/>
                  <a:pt x="765195" y="71330"/>
                  <a:pt x="765195" y="159319"/>
                </a:cubicBezTo>
                <a:cubicBezTo>
                  <a:pt x="765195" y="212425"/>
                  <a:pt x="765194" y="265531"/>
                  <a:pt x="765194" y="318637"/>
                </a:cubicBezTo>
                <a:lnTo>
                  <a:pt x="0" y="318641"/>
                </a:lnTo>
                <a:cubicBezTo>
                  <a:pt x="0" y="212427"/>
                  <a:pt x="1" y="106214"/>
                  <a:pt x="1" y="0"/>
                </a:cubicBezTo>
                <a:close/>
              </a:path>
            </a:pathLst>
          </a:custGeom>
          <a:gradFill flip="none" rotWithShape="1">
            <a:gsLst>
              <a:gs pos="63000">
                <a:srgbClr val="06D1D7"/>
              </a:gs>
              <a:gs pos="33000">
                <a:srgbClr val="23A295"/>
              </a:gs>
              <a:gs pos="0">
                <a:srgbClr val="57F6A2"/>
              </a:gs>
              <a:gs pos="100000">
                <a:srgbClr val="1B2048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latin typeface="Maven Pro"/>
              <a:ea typeface="Maven Pro"/>
              <a:cs typeface="Maven Pro"/>
              <a:sym typeface="Maven Pro"/>
            </a:endParaRPr>
          </a:p>
        </p:txBody>
      </p:sp>
      <p:grpSp>
        <p:nvGrpSpPr>
          <p:cNvPr id="28" name="Google Shape;938;p37">
            <a:extLst>
              <a:ext uri="{FF2B5EF4-FFF2-40B4-BE49-F238E27FC236}">
                <a16:creationId xmlns:a16="http://schemas.microsoft.com/office/drawing/2014/main" id="{E46D9BC8-3324-CFC1-D7C1-4665CED3C132}"/>
              </a:ext>
            </a:extLst>
          </p:cNvPr>
          <p:cNvGrpSpPr/>
          <p:nvPr/>
        </p:nvGrpSpPr>
        <p:grpSpPr>
          <a:xfrm rot="16200000">
            <a:off x="720348" y="-178200"/>
            <a:ext cx="368002" cy="860760"/>
            <a:chOff x="8238071" y="2241175"/>
            <a:chExt cx="379279" cy="2095500"/>
          </a:xfrm>
          <a:gradFill>
            <a:gsLst>
              <a:gs pos="53000">
                <a:srgbClr val="23A295"/>
              </a:gs>
              <a:gs pos="0">
                <a:srgbClr val="57F6A2"/>
              </a:gs>
              <a:gs pos="100000">
                <a:srgbClr val="1B2048"/>
              </a:gs>
            </a:gsLst>
            <a:lin ang="5400000" scaled="1"/>
          </a:gradFill>
        </p:grpSpPr>
        <p:cxnSp>
          <p:nvCxnSpPr>
            <p:cNvPr id="29" name="Google Shape;945;p37">
              <a:extLst>
                <a:ext uri="{FF2B5EF4-FFF2-40B4-BE49-F238E27FC236}">
                  <a16:creationId xmlns:a16="http://schemas.microsoft.com/office/drawing/2014/main" id="{EB7D588E-388E-4658-841F-41C375804FB8}"/>
                </a:ext>
              </a:extLst>
            </p:cNvPr>
            <p:cNvCxnSpPr/>
            <p:nvPr/>
          </p:nvCxnSpPr>
          <p:spPr>
            <a:xfrm>
              <a:off x="8313927" y="2241175"/>
              <a:ext cx="0" cy="2095500"/>
            </a:xfrm>
            <a:prstGeom prst="straightConnector1">
              <a:avLst/>
            </a:prstGeom>
            <a:grpFill/>
            <a:ln w="9525" cap="flat" cmpd="sng">
              <a:solidFill>
                <a:srgbClr val="1AB0A9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0" name="Google Shape;948;p37">
              <a:extLst>
                <a:ext uri="{FF2B5EF4-FFF2-40B4-BE49-F238E27FC236}">
                  <a16:creationId xmlns:a16="http://schemas.microsoft.com/office/drawing/2014/main" id="{D7B592EE-D7EF-FD4F-FA28-539ACB519E36}"/>
                </a:ext>
              </a:extLst>
            </p:cNvPr>
            <p:cNvCxnSpPr/>
            <p:nvPr/>
          </p:nvCxnSpPr>
          <p:spPr>
            <a:xfrm>
              <a:off x="8238071" y="2241175"/>
              <a:ext cx="0" cy="2095500"/>
            </a:xfrm>
            <a:prstGeom prst="straightConnector1">
              <a:avLst/>
            </a:prstGeom>
            <a:grpFill/>
            <a:ln w="9525" cap="flat" cmpd="sng">
              <a:solidFill>
                <a:srgbClr val="1AB0A9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1" name="Google Shape;949;p37">
              <a:extLst>
                <a:ext uri="{FF2B5EF4-FFF2-40B4-BE49-F238E27FC236}">
                  <a16:creationId xmlns:a16="http://schemas.microsoft.com/office/drawing/2014/main" id="{FCB8CB08-06DD-0CEC-CB4A-0BF94A430A82}"/>
                </a:ext>
              </a:extLst>
            </p:cNvPr>
            <p:cNvCxnSpPr/>
            <p:nvPr/>
          </p:nvCxnSpPr>
          <p:spPr>
            <a:xfrm>
              <a:off x="8389783" y="2241175"/>
              <a:ext cx="0" cy="2095500"/>
            </a:xfrm>
            <a:prstGeom prst="straightConnector1">
              <a:avLst/>
            </a:prstGeom>
            <a:grpFill/>
            <a:ln w="9525" cap="flat" cmpd="sng">
              <a:solidFill>
                <a:srgbClr val="1AB0A9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2" name="Google Shape;950;p37">
              <a:extLst>
                <a:ext uri="{FF2B5EF4-FFF2-40B4-BE49-F238E27FC236}">
                  <a16:creationId xmlns:a16="http://schemas.microsoft.com/office/drawing/2014/main" id="{C2A3DF2A-D787-BB74-96EB-B4ADB36B1328}"/>
                </a:ext>
              </a:extLst>
            </p:cNvPr>
            <p:cNvCxnSpPr/>
            <p:nvPr/>
          </p:nvCxnSpPr>
          <p:spPr>
            <a:xfrm>
              <a:off x="8465638" y="2241175"/>
              <a:ext cx="0" cy="2095500"/>
            </a:xfrm>
            <a:prstGeom prst="straightConnector1">
              <a:avLst/>
            </a:prstGeom>
            <a:grpFill/>
            <a:ln w="9525" cap="flat" cmpd="sng">
              <a:solidFill>
                <a:srgbClr val="1AB0A9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3" name="Google Shape;951;p37">
              <a:extLst>
                <a:ext uri="{FF2B5EF4-FFF2-40B4-BE49-F238E27FC236}">
                  <a16:creationId xmlns:a16="http://schemas.microsoft.com/office/drawing/2014/main" id="{08D16658-FBAB-3FA5-F873-B504BF60CA2E}"/>
                </a:ext>
              </a:extLst>
            </p:cNvPr>
            <p:cNvCxnSpPr/>
            <p:nvPr/>
          </p:nvCxnSpPr>
          <p:spPr>
            <a:xfrm>
              <a:off x="8541494" y="2241175"/>
              <a:ext cx="0" cy="2095500"/>
            </a:xfrm>
            <a:prstGeom prst="straightConnector1">
              <a:avLst/>
            </a:prstGeom>
            <a:grpFill/>
            <a:ln w="9525" cap="flat" cmpd="sng">
              <a:solidFill>
                <a:srgbClr val="1AB0A9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4" name="Google Shape;952;p37">
              <a:extLst>
                <a:ext uri="{FF2B5EF4-FFF2-40B4-BE49-F238E27FC236}">
                  <a16:creationId xmlns:a16="http://schemas.microsoft.com/office/drawing/2014/main" id="{0FD4F588-B26D-2D68-DD19-B960FC269FAA}"/>
                </a:ext>
              </a:extLst>
            </p:cNvPr>
            <p:cNvCxnSpPr/>
            <p:nvPr/>
          </p:nvCxnSpPr>
          <p:spPr>
            <a:xfrm>
              <a:off x="8617350" y="2241175"/>
              <a:ext cx="0" cy="2095500"/>
            </a:xfrm>
            <a:prstGeom prst="straightConnector1">
              <a:avLst/>
            </a:prstGeom>
            <a:grpFill/>
            <a:ln w="9525" cap="flat" cmpd="sng">
              <a:solidFill>
                <a:srgbClr val="1AB0A9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35" name="Título 1">
            <a:extLst>
              <a:ext uri="{FF2B5EF4-FFF2-40B4-BE49-F238E27FC236}">
                <a16:creationId xmlns:a16="http://schemas.microsoft.com/office/drawing/2014/main" id="{C638EC1A-6CBE-A746-AD00-752036CFE850}"/>
              </a:ext>
            </a:extLst>
          </p:cNvPr>
          <p:cNvSpPr txBox="1">
            <a:spLocks/>
          </p:cNvSpPr>
          <p:nvPr/>
        </p:nvSpPr>
        <p:spPr>
          <a:xfrm>
            <a:off x="675324" y="706826"/>
            <a:ext cx="8467638" cy="4554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Montserrat"/>
              <a:buNone/>
              <a:defRPr sz="52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Montserrat"/>
              <a:buNone/>
              <a:defRPr sz="52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Montserrat"/>
              <a:buNone/>
              <a:defRPr sz="52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Montserrat"/>
              <a:buNone/>
              <a:defRPr sz="52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Montserrat"/>
              <a:buNone/>
              <a:defRPr sz="52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Montserrat"/>
              <a:buNone/>
              <a:defRPr sz="52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Montserrat"/>
              <a:buNone/>
              <a:defRPr sz="52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Montserrat"/>
              <a:buNone/>
              <a:defRPr sz="52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Montserrat"/>
              <a:buNone/>
              <a:defRPr sz="52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algn="l"/>
            <a:r>
              <a:rPr lang="pt-BR" sz="2000" dirty="0">
                <a:latin typeface="+mj-lt"/>
                <a:cs typeface="Arial" panose="020B0604020202020204" pitchFamily="34" charset="0"/>
              </a:rPr>
              <a:t>Pipeline metodológica</a:t>
            </a:r>
          </a:p>
        </p:txBody>
      </p:sp>
      <p:sp>
        <p:nvSpPr>
          <p:cNvPr id="36" name="Subtítulo 2">
            <a:extLst>
              <a:ext uri="{FF2B5EF4-FFF2-40B4-BE49-F238E27FC236}">
                <a16:creationId xmlns:a16="http://schemas.microsoft.com/office/drawing/2014/main" id="{3670C1D9-F068-1FEE-DE00-CCEA01DA02E1}"/>
              </a:ext>
            </a:extLst>
          </p:cNvPr>
          <p:cNvSpPr>
            <a:spLocks noGrp="1"/>
          </p:cNvSpPr>
          <p:nvPr>
            <p:ph type="subTitle" idx="4294967295"/>
          </p:nvPr>
        </p:nvSpPr>
        <p:spPr>
          <a:xfrm>
            <a:off x="583608" y="1395073"/>
            <a:ext cx="3412659" cy="3284762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>
                <a:solidFill>
                  <a:schemeClr val="bg1"/>
                </a:solidFill>
                <a:latin typeface="+mj-lt"/>
              </a:rPr>
              <a:t>Conversão das notícias em arquivos Markdown.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pt-BR" dirty="0">
              <a:solidFill>
                <a:schemeClr val="bg1"/>
              </a:solidFill>
              <a:latin typeface="+mj-lt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>
                <a:solidFill>
                  <a:schemeClr val="bg1"/>
                </a:solidFill>
                <a:latin typeface="+mj-lt"/>
              </a:rPr>
              <a:t>Extração de metadados.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pt-BR" dirty="0">
              <a:solidFill>
                <a:schemeClr val="bg1"/>
              </a:solidFill>
              <a:latin typeface="+mj-lt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>
                <a:solidFill>
                  <a:schemeClr val="bg1"/>
                </a:solidFill>
                <a:latin typeface="+mj-lt"/>
              </a:rPr>
              <a:t>Classificação híbrida.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pt-BR" dirty="0">
              <a:solidFill>
                <a:schemeClr val="bg1"/>
              </a:solidFill>
              <a:latin typeface="+mj-lt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>
                <a:solidFill>
                  <a:schemeClr val="bg1"/>
                </a:solidFill>
                <a:latin typeface="+mj-lt"/>
              </a:rPr>
              <a:t>Representação vetorial e clusterização.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pt-BR" dirty="0">
              <a:solidFill>
                <a:schemeClr val="bg1"/>
              </a:solidFill>
              <a:latin typeface="+mj-lt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>
                <a:solidFill>
                  <a:schemeClr val="bg1"/>
                </a:solidFill>
                <a:latin typeface="+mj-lt"/>
              </a:rPr>
              <a:t>Consolidação em tabelas, séries anuais e clusters canônicos.</a:t>
            </a:r>
          </a:p>
        </p:txBody>
      </p:sp>
      <p:cxnSp>
        <p:nvCxnSpPr>
          <p:cNvPr id="40" name="Conector reto 39">
            <a:extLst>
              <a:ext uri="{FF2B5EF4-FFF2-40B4-BE49-F238E27FC236}">
                <a16:creationId xmlns:a16="http://schemas.microsoft.com/office/drawing/2014/main" id="{9DB87E98-24A6-54CA-59C6-A9DAE9582538}"/>
              </a:ext>
            </a:extLst>
          </p:cNvPr>
          <p:cNvCxnSpPr>
            <a:cxnSpLocks/>
          </p:cNvCxnSpPr>
          <p:nvPr/>
        </p:nvCxnSpPr>
        <p:spPr>
          <a:xfrm>
            <a:off x="-5" y="1114607"/>
            <a:ext cx="2796961" cy="0"/>
          </a:xfrm>
          <a:prstGeom prst="line">
            <a:avLst/>
          </a:prstGeom>
          <a:ln>
            <a:solidFill>
              <a:srgbClr val="00445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Google Shape;937;p37">
            <a:extLst>
              <a:ext uri="{FF2B5EF4-FFF2-40B4-BE49-F238E27FC236}">
                <a16:creationId xmlns:a16="http://schemas.microsoft.com/office/drawing/2014/main" id="{8BEA4DC9-BF19-6BAD-2188-ACB3ED786D30}"/>
              </a:ext>
            </a:extLst>
          </p:cNvPr>
          <p:cNvSpPr/>
          <p:nvPr/>
        </p:nvSpPr>
        <p:spPr>
          <a:xfrm flipH="1" flipV="1">
            <a:off x="8773117" y="52"/>
            <a:ext cx="369846" cy="249032"/>
          </a:xfrm>
          <a:custGeom>
            <a:avLst/>
            <a:gdLst>
              <a:gd name="connsiteX0" fmla="*/ 0 w 1414234"/>
              <a:gd name="connsiteY0" fmla="*/ 0 h 258097"/>
              <a:gd name="connsiteX1" fmla="*/ 1285186 w 1414234"/>
              <a:gd name="connsiteY1" fmla="*/ 0 h 258097"/>
              <a:gd name="connsiteX2" fmla="*/ 1414235 w 1414234"/>
              <a:gd name="connsiteY2" fmla="*/ 129049 h 258097"/>
              <a:gd name="connsiteX3" fmla="*/ 1414234 w 1414234"/>
              <a:gd name="connsiteY3" fmla="*/ 258097 h 258097"/>
              <a:gd name="connsiteX4" fmla="*/ 0 w 1414234"/>
              <a:gd name="connsiteY4" fmla="*/ 258097 h 258097"/>
              <a:gd name="connsiteX5" fmla="*/ 0 w 1414234"/>
              <a:gd name="connsiteY5" fmla="*/ 0 h 258097"/>
              <a:gd name="connsiteX0" fmla="*/ 0 w 1414235"/>
              <a:gd name="connsiteY0" fmla="*/ 0 h 258097"/>
              <a:gd name="connsiteX1" fmla="*/ 1285186 w 1414235"/>
              <a:gd name="connsiteY1" fmla="*/ 0 h 258097"/>
              <a:gd name="connsiteX2" fmla="*/ 1414235 w 1414235"/>
              <a:gd name="connsiteY2" fmla="*/ 129049 h 258097"/>
              <a:gd name="connsiteX3" fmla="*/ 1414234 w 1414235"/>
              <a:gd name="connsiteY3" fmla="*/ 258097 h 258097"/>
              <a:gd name="connsiteX4" fmla="*/ 243348 w 1414235"/>
              <a:gd name="connsiteY4" fmla="*/ 258097 h 258097"/>
              <a:gd name="connsiteX5" fmla="*/ 0 w 1414235"/>
              <a:gd name="connsiteY5" fmla="*/ 0 h 258097"/>
              <a:gd name="connsiteX0" fmla="*/ 0 w 1178260"/>
              <a:gd name="connsiteY0" fmla="*/ 7374 h 258097"/>
              <a:gd name="connsiteX1" fmla="*/ 1049211 w 1178260"/>
              <a:gd name="connsiteY1" fmla="*/ 0 h 258097"/>
              <a:gd name="connsiteX2" fmla="*/ 1178260 w 1178260"/>
              <a:gd name="connsiteY2" fmla="*/ 129049 h 258097"/>
              <a:gd name="connsiteX3" fmla="*/ 1178259 w 1178260"/>
              <a:gd name="connsiteY3" fmla="*/ 258097 h 258097"/>
              <a:gd name="connsiteX4" fmla="*/ 7373 w 1178260"/>
              <a:gd name="connsiteY4" fmla="*/ 258097 h 258097"/>
              <a:gd name="connsiteX5" fmla="*/ 0 w 1178260"/>
              <a:gd name="connsiteY5" fmla="*/ 7374 h 258097"/>
              <a:gd name="connsiteX0" fmla="*/ 0 w 1178260"/>
              <a:gd name="connsiteY0" fmla="*/ 7374 h 265471"/>
              <a:gd name="connsiteX1" fmla="*/ 1049211 w 1178260"/>
              <a:gd name="connsiteY1" fmla="*/ 0 h 265471"/>
              <a:gd name="connsiteX2" fmla="*/ 1178260 w 1178260"/>
              <a:gd name="connsiteY2" fmla="*/ 129049 h 265471"/>
              <a:gd name="connsiteX3" fmla="*/ 1178259 w 1178260"/>
              <a:gd name="connsiteY3" fmla="*/ 258097 h 265471"/>
              <a:gd name="connsiteX4" fmla="*/ 619431 w 1178260"/>
              <a:gd name="connsiteY4" fmla="*/ 265471 h 265471"/>
              <a:gd name="connsiteX5" fmla="*/ 0 w 1178260"/>
              <a:gd name="connsiteY5" fmla="*/ 7374 h 265471"/>
              <a:gd name="connsiteX0" fmla="*/ 0 w 566202"/>
              <a:gd name="connsiteY0" fmla="*/ 0 h 280219"/>
              <a:gd name="connsiteX1" fmla="*/ 437153 w 566202"/>
              <a:gd name="connsiteY1" fmla="*/ 14748 h 280219"/>
              <a:gd name="connsiteX2" fmla="*/ 566202 w 566202"/>
              <a:gd name="connsiteY2" fmla="*/ 143797 h 280219"/>
              <a:gd name="connsiteX3" fmla="*/ 566201 w 566202"/>
              <a:gd name="connsiteY3" fmla="*/ 272845 h 280219"/>
              <a:gd name="connsiteX4" fmla="*/ 7373 w 566202"/>
              <a:gd name="connsiteY4" fmla="*/ 280219 h 280219"/>
              <a:gd name="connsiteX5" fmla="*/ 0 w 566202"/>
              <a:gd name="connsiteY5" fmla="*/ 0 h 280219"/>
              <a:gd name="connsiteX0" fmla="*/ 0 w 566202"/>
              <a:gd name="connsiteY0" fmla="*/ 0 h 280219"/>
              <a:gd name="connsiteX1" fmla="*/ 437153 w 566202"/>
              <a:gd name="connsiteY1" fmla="*/ 14748 h 280219"/>
              <a:gd name="connsiteX2" fmla="*/ 566202 w 566202"/>
              <a:gd name="connsiteY2" fmla="*/ 143797 h 280219"/>
              <a:gd name="connsiteX3" fmla="*/ 566201 w 566202"/>
              <a:gd name="connsiteY3" fmla="*/ 272845 h 280219"/>
              <a:gd name="connsiteX4" fmla="*/ 58992 w 566202"/>
              <a:gd name="connsiteY4" fmla="*/ 280219 h 280219"/>
              <a:gd name="connsiteX5" fmla="*/ 0 w 566202"/>
              <a:gd name="connsiteY5" fmla="*/ 0 h 280219"/>
              <a:gd name="connsiteX0" fmla="*/ 0 w 566202"/>
              <a:gd name="connsiteY0" fmla="*/ 0 h 272845"/>
              <a:gd name="connsiteX1" fmla="*/ 437153 w 566202"/>
              <a:gd name="connsiteY1" fmla="*/ 14748 h 272845"/>
              <a:gd name="connsiteX2" fmla="*/ 566202 w 566202"/>
              <a:gd name="connsiteY2" fmla="*/ 143797 h 272845"/>
              <a:gd name="connsiteX3" fmla="*/ 566201 w 566202"/>
              <a:gd name="connsiteY3" fmla="*/ 272845 h 272845"/>
              <a:gd name="connsiteX4" fmla="*/ 209118 w 566202"/>
              <a:gd name="connsiteY4" fmla="*/ 262022 h 272845"/>
              <a:gd name="connsiteX5" fmla="*/ 0 w 566202"/>
              <a:gd name="connsiteY5" fmla="*/ 0 h 272845"/>
              <a:gd name="connsiteX0" fmla="*/ 0 w 366035"/>
              <a:gd name="connsiteY0" fmla="*/ 0 h 272845"/>
              <a:gd name="connsiteX1" fmla="*/ 236986 w 366035"/>
              <a:gd name="connsiteY1" fmla="*/ 14748 h 272845"/>
              <a:gd name="connsiteX2" fmla="*/ 366035 w 366035"/>
              <a:gd name="connsiteY2" fmla="*/ 143797 h 272845"/>
              <a:gd name="connsiteX3" fmla="*/ 366034 w 366035"/>
              <a:gd name="connsiteY3" fmla="*/ 272845 h 272845"/>
              <a:gd name="connsiteX4" fmla="*/ 8951 w 366035"/>
              <a:gd name="connsiteY4" fmla="*/ 262022 h 272845"/>
              <a:gd name="connsiteX5" fmla="*/ 0 w 366035"/>
              <a:gd name="connsiteY5" fmla="*/ 0 h 272845"/>
              <a:gd name="connsiteX0" fmla="*/ 0 w 366035"/>
              <a:gd name="connsiteY0" fmla="*/ 0 h 272845"/>
              <a:gd name="connsiteX1" fmla="*/ 236986 w 366035"/>
              <a:gd name="connsiteY1" fmla="*/ 14748 h 272845"/>
              <a:gd name="connsiteX2" fmla="*/ 366035 w 366035"/>
              <a:gd name="connsiteY2" fmla="*/ 143797 h 272845"/>
              <a:gd name="connsiteX3" fmla="*/ 366034 w 366035"/>
              <a:gd name="connsiteY3" fmla="*/ 272845 h 272845"/>
              <a:gd name="connsiteX4" fmla="*/ 99438 w 366035"/>
              <a:gd name="connsiteY4" fmla="*/ 247734 h 272845"/>
              <a:gd name="connsiteX5" fmla="*/ 0 w 366035"/>
              <a:gd name="connsiteY5" fmla="*/ 0 h 272845"/>
              <a:gd name="connsiteX0" fmla="*/ 0 w 366035"/>
              <a:gd name="connsiteY0" fmla="*/ 0 h 272845"/>
              <a:gd name="connsiteX1" fmla="*/ 236986 w 366035"/>
              <a:gd name="connsiteY1" fmla="*/ 14748 h 272845"/>
              <a:gd name="connsiteX2" fmla="*/ 366035 w 366035"/>
              <a:gd name="connsiteY2" fmla="*/ 143797 h 272845"/>
              <a:gd name="connsiteX3" fmla="*/ 366034 w 366035"/>
              <a:gd name="connsiteY3" fmla="*/ 272845 h 272845"/>
              <a:gd name="connsiteX4" fmla="*/ 25619 w 366035"/>
              <a:gd name="connsiteY4" fmla="*/ 259641 h 272845"/>
              <a:gd name="connsiteX5" fmla="*/ 0 w 366035"/>
              <a:gd name="connsiteY5" fmla="*/ 0 h 272845"/>
              <a:gd name="connsiteX0" fmla="*/ 5337 w 340416"/>
              <a:gd name="connsiteY0" fmla="*/ 0 h 268083"/>
              <a:gd name="connsiteX1" fmla="*/ 211367 w 340416"/>
              <a:gd name="connsiteY1" fmla="*/ 9986 h 268083"/>
              <a:gd name="connsiteX2" fmla="*/ 340416 w 340416"/>
              <a:gd name="connsiteY2" fmla="*/ 139035 h 268083"/>
              <a:gd name="connsiteX3" fmla="*/ 340415 w 340416"/>
              <a:gd name="connsiteY3" fmla="*/ 268083 h 268083"/>
              <a:gd name="connsiteX4" fmla="*/ 0 w 340416"/>
              <a:gd name="connsiteY4" fmla="*/ 254879 h 268083"/>
              <a:gd name="connsiteX5" fmla="*/ 5337 w 340416"/>
              <a:gd name="connsiteY5" fmla="*/ 0 h 268083"/>
              <a:gd name="connsiteX0" fmla="*/ 5337 w 353901"/>
              <a:gd name="connsiteY0" fmla="*/ 0 h 254879"/>
              <a:gd name="connsiteX1" fmla="*/ 211367 w 353901"/>
              <a:gd name="connsiteY1" fmla="*/ 9986 h 254879"/>
              <a:gd name="connsiteX2" fmla="*/ 340416 w 353901"/>
              <a:gd name="connsiteY2" fmla="*/ 139035 h 254879"/>
              <a:gd name="connsiteX3" fmla="*/ 349940 w 353901"/>
              <a:gd name="connsiteY3" fmla="*/ 253795 h 254879"/>
              <a:gd name="connsiteX4" fmla="*/ 0 w 353901"/>
              <a:gd name="connsiteY4" fmla="*/ 254879 h 254879"/>
              <a:gd name="connsiteX5" fmla="*/ 5337 w 353901"/>
              <a:gd name="connsiteY5" fmla="*/ 0 h 254879"/>
              <a:gd name="connsiteX0" fmla="*/ 7718 w 356282"/>
              <a:gd name="connsiteY0" fmla="*/ 0 h 253795"/>
              <a:gd name="connsiteX1" fmla="*/ 213748 w 356282"/>
              <a:gd name="connsiteY1" fmla="*/ 9986 h 253795"/>
              <a:gd name="connsiteX2" fmla="*/ 342797 w 356282"/>
              <a:gd name="connsiteY2" fmla="*/ 139035 h 253795"/>
              <a:gd name="connsiteX3" fmla="*/ 352321 w 356282"/>
              <a:gd name="connsiteY3" fmla="*/ 253795 h 253795"/>
              <a:gd name="connsiteX4" fmla="*/ 0 w 356282"/>
              <a:gd name="connsiteY4" fmla="*/ 226304 h 253795"/>
              <a:gd name="connsiteX5" fmla="*/ 7718 w 356282"/>
              <a:gd name="connsiteY5" fmla="*/ 0 h 253795"/>
              <a:gd name="connsiteX0" fmla="*/ 574 w 349138"/>
              <a:gd name="connsiteY0" fmla="*/ 0 h 257260"/>
              <a:gd name="connsiteX1" fmla="*/ 206604 w 349138"/>
              <a:gd name="connsiteY1" fmla="*/ 9986 h 257260"/>
              <a:gd name="connsiteX2" fmla="*/ 335653 w 349138"/>
              <a:gd name="connsiteY2" fmla="*/ 139035 h 257260"/>
              <a:gd name="connsiteX3" fmla="*/ 345177 w 349138"/>
              <a:gd name="connsiteY3" fmla="*/ 253795 h 257260"/>
              <a:gd name="connsiteX4" fmla="*/ 0 w 349138"/>
              <a:gd name="connsiteY4" fmla="*/ 257260 h 257260"/>
              <a:gd name="connsiteX5" fmla="*/ 574 w 349138"/>
              <a:gd name="connsiteY5" fmla="*/ 0 h 257260"/>
              <a:gd name="connsiteX0" fmla="*/ 574 w 359486"/>
              <a:gd name="connsiteY0" fmla="*/ 0 h 257260"/>
              <a:gd name="connsiteX1" fmla="*/ 206604 w 359486"/>
              <a:gd name="connsiteY1" fmla="*/ 9986 h 257260"/>
              <a:gd name="connsiteX2" fmla="*/ 335653 w 359486"/>
              <a:gd name="connsiteY2" fmla="*/ 139035 h 257260"/>
              <a:gd name="connsiteX3" fmla="*/ 359464 w 359486"/>
              <a:gd name="connsiteY3" fmla="*/ 253795 h 257260"/>
              <a:gd name="connsiteX4" fmla="*/ 0 w 359486"/>
              <a:gd name="connsiteY4" fmla="*/ 257260 h 257260"/>
              <a:gd name="connsiteX5" fmla="*/ 574 w 359486"/>
              <a:gd name="connsiteY5" fmla="*/ 0 h 257260"/>
              <a:gd name="connsiteX0" fmla="*/ 574 w 359486"/>
              <a:gd name="connsiteY0" fmla="*/ 0 h 257260"/>
              <a:gd name="connsiteX1" fmla="*/ 206604 w 359486"/>
              <a:gd name="connsiteY1" fmla="*/ 9986 h 257260"/>
              <a:gd name="connsiteX2" fmla="*/ 335653 w 359486"/>
              <a:gd name="connsiteY2" fmla="*/ 110460 h 257260"/>
              <a:gd name="connsiteX3" fmla="*/ 359464 w 359486"/>
              <a:gd name="connsiteY3" fmla="*/ 253795 h 257260"/>
              <a:gd name="connsiteX4" fmla="*/ 0 w 359486"/>
              <a:gd name="connsiteY4" fmla="*/ 257260 h 257260"/>
              <a:gd name="connsiteX5" fmla="*/ 574 w 359486"/>
              <a:gd name="connsiteY5" fmla="*/ 0 h 257260"/>
              <a:gd name="connsiteX0" fmla="*/ 574 w 365269"/>
              <a:gd name="connsiteY0" fmla="*/ 0 h 257260"/>
              <a:gd name="connsiteX1" fmla="*/ 206604 w 365269"/>
              <a:gd name="connsiteY1" fmla="*/ 9986 h 257260"/>
              <a:gd name="connsiteX2" fmla="*/ 359464 w 365269"/>
              <a:gd name="connsiteY2" fmla="*/ 253795 h 257260"/>
              <a:gd name="connsiteX3" fmla="*/ 0 w 365269"/>
              <a:gd name="connsiteY3" fmla="*/ 257260 h 257260"/>
              <a:gd name="connsiteX4" fmla="*/ 574 w 365269"/>
              <a:gd name="connsiteY4" fmla="*/ 0 h 257260"/>
              <a:gd name="connsiteX0" fmla="*/ 574 w 369846"/>
              <a:gd name="connsiteY0" fmla="*/ 0 h 257260"/>
              <a:gd name="connsiteX1" fmla="*/ 206604 w 369846"/>
              <a:gd name="connsiteY1" fmla="*/ 9986 h 257260"/>
              <a:gd name="connsiteX2" fmla="*/ 359464 w 369846"/>
              <a:gd name="connsiteY2" fmla="*/ 253795 h 257260"/>
              <a:gd name="connsiteX3" fmla="*/ 0 w 369846"/>
              <a:gd name="connsiteY3" fmla="*/ 257260 h 257260"/>
              <a:gd name="connsiteX4" fmla="*/ 574 w 369846"/>
              <a:gd name="connsiteY4" fmla="*/ 0 h 257260"/>
              <a:gd name="connsiteX0" fmla="*/ 574 w 369846"/>
              <a:gd name="connsiteY0" fmla="*/ 0 h 252497"/>
              <a:gd name="connsiteX1" fmla="*/ 206604 w 369846"/>
              <a:gd name="connsiteY1" fmla="*/ 5223 h 252497"/>
              <a:gd name="connsiteX2" fmla="*/ 359464 w 369846"/>
              <a:gd name="connsiteY2" fmla="*/ 249032 h 252497"/>
              <a:gd name="connsiteX3" fmla="*/ 0 w 369846"/>
              <a:gd name="connsiteY3" fmla="*/ 252497 h 252497"/>
              <a:gd name="connsiteX4" fmla="*/ 574 w 369846"/>
              <a:gd name="connsiteY4" fmla="*/ 0 h 252497"/>
              <a:gd name="connsiteX0" fmla="*/ 574 w 369846"/>
              <a:gd name="connsiteY0" fmla="*/ 0 h 249032"/>
              <a:gd name="connsiteX1" fmla="*/ 206604 w 369846"/>
              <a:gd name="connsiteY1" fmla="*/ 5223 h 249032"/>
              <a:gd name="connsiteX2" fmla="*/ 359464 w 369846"/>
              <a:gd name="connsiteY2" fmla="*/ 249032 h 249032"/>
              <a:gd name="connsiteX3" fmla="*/ 0 w 369846"/>
              <a:gd name="connsiteY3" fmla="*/ 245353 h 249032"/>
              <a:gd name="connsiteX4" fmla="*/ 574 w 369846"/>
              <a:gd name="connsiteY4" fmla="*/ 0 h 2490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69846" h="249032">
                <a:moveTo>
                  <a:pt x="574" y="0"/>
                </a:moveTo>
                <a:lnTo>
                  <a:pt x="206604" y="5223"/>
                </a:lnTo>
                <a:cubicBezTo>
                  <a:pt x="342619" y="42759"/>
                  <a:pt x="393898" y="207820"/>
                  <a:pt x="359464" y="249032"/>
                </a:cubicBezTo>
                <a:lnTo>
                  <a:pt x="0" y="245353"/>
                </a:lnTo>
                <a:cubicBezTo>
                  <a:pt x="191" y="159600"/>
                  <a:pt x="383" y="85753"/>
                  <a:pt x="574" y="0"/>
                </a:cubicBezTo>
                <a:close/>
              </a:path>
            </a:pathLst>
          </a:custGeom>
          <a:gradFill flip="none" rotWithShape="1">
            <a:gsLst>
              <a:gs pos="63000">
                <a:srgbClr val="06D1D7"/>
              </a:gs>
              <a:gs pos="33000">
                <a:srgbClr val="23A295"/>
              </a:gs>
              <a:gs pos="0">
                <a:srgbClr val="57F6A2"/>
              </a:gs>
              <a:gs pos="100000">
                <a:srgbClr val="1B2048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latin typeface="Maven Pro"/>
              <a:ea typeface="Maven Pro"/>
              <a:cs typeface="Maven Pro"/>
              <a:sym typeface="Maven Pro"/>
            </a:endParaRPr>
          </a:p>
        </p:txBody>
      </p:sp>
      <p:pic>
        <p:nvPicPr>
          <p:cNvPr id="39" name="Imagem 38">
            <a:extLst>
              <a:ext uri="{FF2B5EF4-FFF2-40B4-BE49-F238E27FC236}">
                <a16:creationId xmlns:a16="http://schemas.microsoft.com/office/drawing/2014/main" id="{A75E4E43-E647-907C-8CCE-0EAF408A07D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96267" y="1229279"/>
            <a:ext cx="5006596" cy="2678902"/>
          </a:xfrm>
          <a:prstGeom prst="rect">
            <a:avLst/>
          </a:prstGeom>
        </p:spPr>
      </p:pic>
      <p:sp>
        <p:nvSpPr>
          <p:cNvPr id="42" name="CaixaDeTexto 41">
            <a:extLst>
              <a:ext uri="{FF2B5EF4-FFF2-40B4-BE49-F238E27FC236}">
                <a16:creationId xmlns:a16="http://schemas.microsoft.com/office/drawing/2014/main" id="{DA113C23-30C5-80B8-CA4D-3BE380FD7E43}"/>
              </a:ext>
            </a:extLst>
          </p:cNvPr>
          <p:cNvSpPr txBox="1"/>
          <p:nvPr/>
        </p:nvSpPr>
        <p:spPr>
          <a:xfrm>
            <a:off x="4174067" y="3853347"/>
            <a:ext cx="5218852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000" dirty="0"/>
              <a:t>Figura 1 — Fluxo de dados da pipeline de extração, classificação e clusterização.</a:t>
            </a:r>
            <a:endParaRPr lang="pt-PT" sz="1000" dirty="0"/>
          </a:p>
        </p:txBody>
      </p:sp>
    </p:spTree>
    <p:extLst>
      <p:ext uri="{BB962C8B-B14F-4D97-AF65-F5344CB8AC3E}">
        <p14:creationId xmlns:p14="http://schemas.microsoft.com/office/powerpoint/2010/main" val="120884972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91">
          <a:extLst>
            <a:ext uri="{FF2B5EF4-FFF2-40B4-BE49-F238E27FC236}">
              <a16:creationId xmlns:a16="http://schemas.microsoft.com/office/drawing/2014/main" id="{A1287954-79E3-9A2E-7C59-269E864A00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83" name="Gráfico 982">
            <a:extLst>
              <a:ext uri="{FF2B5EF4-FFF2-40B4-BE49-F238E27FC236}">
                <a16:creationId xmlns:a16="http://schemas.microsoft.com/office/drawing/2014/main" id="{247410A2-76F7-59A6-9C50-F5B6265268C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471287" y="-176981"/>
            <a:ext cx="10434025" cy="5320297"/>
          </a:xfrm>
          <a:prstGeom prst="rect">
            <a:avLst/>
          </a:prstGeom>
        </p:spPr>
      </p:pic>
      <p:sp>
        <p:nvSpPr>
          <p:cNvPr id="2" name="Google Shape;932;p37">
            <a:extLst>
              <a:ext uri="{FF2B5EF4-FFF2-40B4-BE49-F238E27FC236}">
                <a16:creationId xmlns:a16="http://schemas.microsoft.com/office/drawing/2014/main" id="{3DCC6D91-1C9C-20C4-5778-B052574098F8}"/>
              </a:ext>
            </a:extLst>
          </p:cNvPr>
          <p:cNvSpPr txBox="1">
            <a:spLocks/>
          </p:cNvSpPr>
          <p:nvPr/>
        </p:nvSpPr>
        <p:spPr>
          <a:xfrm>
            <a:off x="7194305" y="528340"/>
            <a:ext cx="1661894" cy="2259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None/>
              <a:defRPr sz="28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None/>
              <a:defRPr sz="28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None/>
              <a:defRPr sz="28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None/>
              <a:defRPr sz="28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None/>
              <a:defRPr sz="28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None/>
              <a:defRPr sz="28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None/>
              <a:defRPr sz="28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None/>
              <a:defRPr sz="28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None/>
              <a:defRPr sz="28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r>
              <a:rPr lang="pt-BR" sz="600" b="0" dirty="0">
                <a:solidFill>
                  <a:srgbClr val="186E66"/>
                </a:solidFill>
                <a:latin typeface="+mj-lt"/>
                <a:cs typeface="Arial" panose="020B0604020202020204" pitchFamily="34" charset="0"/>
              </a:rPr>
              <a:t>Há mais de 60 anos pensando o Brasil</a:t>
            </a:r>
          </a:p>
        </p:txBody>
      </p:sp>
      <p:sp>
        <p:nvSpPr>
          <p:cNvPr id="3" name="Google Shape;936;p37">
            <a:extLst>
              <a:ext uri="{FF2B5EF4-FFF2-40B4-BE49-F238E27FC236}">
                <a16:creationId xmlns:a16="http://schemas.microsoft.com/office/drawing/2014/main" id="{05370CD2-27C3-6530-5B2B-A828835A9201}"/>
              </a:ext>
            </a:extLst>
          </p:cNvPr>
          <p:cNvSpPr/>
          <p:nvPr/>
        </p:nvSpPr>
        <p:spPr>
          <a:xfrm flipH="1">
            <a:off x="7861193" y="4721150"/>
            <a:ext cx="1282656" cy="422165"/>
          </a:xfrm>
          <a:prstGeom prst="round1Rect">
            <a:avLst>
              <a:gd name="adj" fmla="val 50000"/>
            </a:avLst>
          </a:prstGeom>
          <a:solidFill>
            <a:srgbClr val="1B204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latin typeface="Maven Pro"/>
              <a:ea typeface="Maven Pro"/>
              <a:cs typeface="Maven Pro"/>
              <a:sym typeface="Maven Pro"/>
            </a:endParaRPr>
          </a:p>
        </p:txBody>
      </p:sp>
      <p:sp>
        <p:nvSpPr>
          <p:cNvPr id="4" name="Google Shape;937;p37">
            <a:extLst>
              <a:ext uri="{FF2B5EF4-FFF2-40B4-BE49-F238E27FC236}">
                <a16:creationId xmlns:a16="http://schemas.microsoft.com/office/drawing/2014/main" id="{31201E55-2016-84A2-4AE7-E03536D9C6D1}"/>
              </a:ext>
            </a:extLst>
          </p:cNvPr>
          <p:cNvSpPr/>
          <p:nvPr/>
        </p:nvSpPr>
        <p:spPr>
          <a:xfrm flipH="1">
            <a:off x="7588727" y="4912884"/>
            <a:ext cx="1555123" cy="230496"/>
          </a:xfrm>
          <a:prstGeom prst="round1Rect">
            <a:avLst>
              <a:gd name="adj" fmla="val 50000"/>
            </a:avLst>
          </a:prstGeom>
          <a:gradFill flip="none" rotWithShape="1">
            <a:gsLst>
              <a:gs pos="63000">
                <a:srgbClr val="06D1D7"/>
              </a:gs>
              <a:gs pos="33000">
                <a:srgbClr val="23A295"/>
              </a:gs>
              <a:gs pos="0">
                <a:srgbClr val="57F6A2"/>
              </a:gs>
              <a:gs pos="100000">
                <a:srgbClr val="1B2048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latin typeface="Maven Pro"/>
              <a:ea typeface="Maven Pro"/>
              <a:cs typeface="Maven Pro"/>
              <a:sym typeface="Maven Pro"/>
            </a:endParaRPr>
          </a:p>
        </p:txBody>
      </p:sp>
      <p:grpSp>
        <p:nvGrpSpPr>
          <p:cNvPr id="5" name="Google Shape;938;p37">
            <a:extLst>
              <a:ext uri="{FF2B5EF4-FFF2-40B4-BE49-F238E27FC236}">
                <a16:creationId xmlns:a16="http://schemas.microsoft.com/office/drawing/2014/main" id="{17728553-6FBE-F615-037E-080FF779326D}"/>
              </a:ext>
            </a:extLst>
          </p:cNvPr>
          <p:cNvGrpSpPr/>
          <p:nvPr/>
        </p:nvGrpSpPr>
        <p:grpSpPr>
          <a:xfrm>
            <a:off x="8644350" y="4276582"/>
            <a:ext cx="423698" cy="551579"/>
            <a:chOff x="7631225" y="2241175"/>
            <a:chExt cx="986125" cy="2095500"/>
          </a:xfrm>
          <a:gradFill>
            <a:gsLst>
              <a:gs pos="53000">
                <a:srgbClr val="23A295"/>
              </a:gs>
              <a:gs pos="0">
                <a:srgbClr val="57F6A2"/>
              </a:gs>
              <a:gs pos="100000">
                <a:srgbClr val="1B2048"/>
              </a:gs>
            </a:gsLst>
            <a:lin ang="5400000" scaled="1"/>
          </a:gradFill>
        </p:grpSpPr>
        <p:cxnSp>
          <p:nvCxnSpPr>
            <p:cNvPr id="6" name="Google Shape;939;p37">
              <a:extLst>
                <a:ext uri="{FF2B5EF4-FFF2-40B4-BE49-F238E27FC236}">
                  <a16:creationId xmlns:a16="http://schemas.microsoft.com/office/drawing/2014/main" id="{D34C2A75-CA31-6117-3328-96C272B25B41}"/>
                </a:ext>
              </a:extLst>
            </p:cNvPr>
            <p:cNvCxnSpPr/>
            <p:nvPr/>
          </p:nvCxnSpPr>
          <p:spPr>
            <a:xfrm>
              <a:off x="7631225" y="2241175"/>
              <a:ext cx="0" cy="2095500"/>
            </a:xfrm>
            <a:prstGeom prst="straightConnector1">
              <a:avLst/>
            </a:prstGeom>
            <a:grpFill/>
            <a:ln w="9525" cap="flat" cmpd="sng">
              <a:solidFill>
                <a:srgbClr val="1AB0A9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7" name="Google Shape;940;p37">
              <a:extLst>
                <a:ext uri="{FF2B5EF4-FFF2-40B4-BE49-F238E27FC236}">
                  <a16:creationId xmlns:a16="http://schemas.microsoft.com/office/drawing/2014/main" id="{7854EF04-7C22-FED5-5951-669F39740743}"/>
                </a:ext>
              </a:extLst>
            </p:cNvPr>
            <p:cNvCxnSpPr/>
            <p:nvPr/>
          </p:nvCxnSpPr>
          <p:spPr>
            <a:xfrm>
              <a:off x="7707081" y="2241175"/>
              <a:ext cx="0" cy="2095500"/>
            </a:xfrm>
            <a:prstGeom prst="straightConnector1">
              <a:avLst/>
            </a:prstGeom>
            <a:grpFill/>
            <a:ln w="9525" cap="flat" cmpd="sng">
              <a:solidFill>
                <a:srgbClr val="1AB0A9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8" name="Google Shape;941;p37">
              <a:extLst>
                <a:ext uri="{FF2B5EF4-FFF2-40B4-BE49-F238E27FC236}">
                  <a16:creationId xmlns:a16="http://schemas.microsoft.com/office/drawing/2014/main" id="{02B1E5F4-4C0D-0964-2EE9-D7D63CCFDB2F}"/>
                </a:ext>
              </a:extLst>
            </p:cNvPr>
            <p:cNvCxnSpPr/>
            <p:nvPr/>
          </p:nvCxnSpPr>
          <p:spPr>
            <a:xfrm>
              <a:off x="7782937" y="2241175"/>
              <a:ext cx="0" cy="2095500"/>
            </a:xfrm>
            <a:prstGeom prst="straightConnector1">
              <a:avLst/>
            </a:prstGeom>
            <a:grpFill/>
            <a:ln w="9525" cap="flat" cmpd="sng">
              <a:solidFill>
                <a:srgbClr val="1AB0A9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9" name="Google Shape;942;p37">
              <a:extLst>
                <a:ext uri="{FF2B5EF4-FFF2-40B4-BE49-F238E27FC236}">
                  <a16:creationId xmlns:a16="http://schemas.microsoft.com/office/drawing/2014/main" id="{D7C1D807-B3EB-D98B-C036-284273E531D1}"/>
                </a:ext>
              </a:extLst>
            </p:cNvPr>
            <p:cNvCxnSpPr/>
            <p:nvPr/>
          </p:nvCxnSpPr>
          <p:spPr>
            <a:xfrm>
              <a:off x="7858792" y="2241175"/>
              <a:ext cx="0" cy="2095500"/>
            </a:xfrm>
            <a:prstGeom prst="straightConnector1">
              <a:avLst/>
            </a:prstGeom>
            <a:grpFill/>
            <a:ln w="9525" cap="flat" cmpd="sng">
              <a:solidFill>
                <a:srgbClr val="1AB0A9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0" name="Google Shape;943;p37">
              <a:extLst>
                <a:ext uri="{FF2B5EF4-FFF2-40B4-BE49-F238E27FC236}">
                  <a16:creationId xmlns:a16="http://schemas.microsoft.com/office/drawing/2014/main" id="{BBA8C817-8646-482A-991F-342BE256B74D}"/>
                </a:ext>
              </a:extLst>
            </p:cNvPr>
            <p:cNvCxnSpPr/>
            <p:nvPr/>
          </p:nvCxnSpPr>
          <p:spPr>
            <a:xfrm>
              <a:off x="8010504" y="2241175"/>
              <a:ext cx="0" cy="2095500"/>
            </a:xfrm>
            <a:prstGeom prst="straightConnector1">
              <a:avLst/>
            </a:prstGeom>
            <a:grpFill/>
            <a:ln w="9525" cap="flat" cmpd="sng">
              <a:solidFill>
                <a:srgbClr val="1AB0A9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1" name="Google Shape;944;p37">
              <a:extLst>
                <a:ext uri="{FF2B5EF4-FFF2-40B4-BE49-F238E27FC236}">
                  <a16:creationId xmlns:a16="http://schemas.microsoft.com/office/drawing/2014/main" id="{D926CFBB-5BD0-23AE-692B-C3A6EEBDD27B}"/>
                </a:ext>
              </a:extLst>
            </p:cNvPr>
            <p:cNvCxnSpPr/>
            <p:nvPr/>
          </p:nvCxnSpPr>
          <p:spPr>
            <a:xfrm>
              <a:off x="8162215" y="2241175"/>
              <a:ext cx="0" cy="2095500"/>
            </a:xfrm>
            <a:prstGeom prst="straightConnector1">
              <a:avLst/>
            </a:prstGeom>
            <a:grpFill/>
            <a:ln w="9525" cap="flat" cmpd="sng">
              <a:solidFill>
                <a:srgbClr val="1AB0A9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2" name="Google Shape;945;p37">
              <a:extLst>
                <a:ext uri="{FF2B5EF4-FFF2-40B4-BE49-F238E27FC236}">
                  <a16:creationId xmlns:a16="http://schemas.microsoft.com/office/drawing/2014/main" id="{F5742BB3-8E75-0A1E-DC4C-1D97A1EF74F6}"/>
                </a:ext>
              </a:extLst>
            </p:cNvPr>
            <p:cNvCxnSpPr/>
            <p:nvPr/>
          </p:nvCxnSpPr>
          <p:spPr>
            <a:xfrm>
              <a:off x="8313927" y="2241175"/>
              <a:ext cx="0" cy="2095500"/>
            </a:xfrm>
            <a:prstGeom prst="straightConnector1">
              <a:avLst/>
            </a:prstGeom>
            <a:grpFill/>
            <a:ln w="9525" cap="flat" cmpd="sng">
              <a:solidFill>
                <a:srgbClr val="1AB0A9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3" name="Google Shape;946;p37">
              <a:extLst>
                <a:ext uri="{FF2B5EF4-FFF2-40B4-BE49-F238E27FC236}">
                  <a16:creationId xmlns:a16="http://schemas.microsoft.com/office/drawing/2014/main" id="{D45A8C65-BED4-FED6-D5B2-0A9496330EFB}"/>
                </a:ext>
              </a:extLst>
            </p:cNvPr>
            <p:cNvCxnSpPr/>
            <p:nvPr/>
          </p:nvCxnSpPr>
          <p:spPr>
            <a:xfrm>
              <a:off x="7934648" y="2241175"/>
              <a:ext cx="0" cy="2095500"/>
            </a:xfrm>
            <a:prstGeom prst="straightConnector1">
              <a:avLst/>
            </a:prstGeom>
            <a:grpFill/>
            <a:ln w="9525" cap="flat" cmpd="sng">
              <a:solidFill>
                <a:srgbClr val="1AB0A9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4" name="Google Shape;947;p37">
              <a:extLst>
                <a:ext uri="{FF2B5EF4-FFF2-40B4-BE49-F238E27FC236}">
                  <a16:creationId xmlns:a16="http://schemas.microsoft.com/office/drawing/2014/main" id="{7E4D18DF-D535-1CD3-5F32-B513DDFB3249}"/>
                </a:ext>
              </a:extLst>
            </p:cNvPr>
            <p:cNvCxnSpPr/>
            <p:nvPr/>
          </p:nvCxnSpPr>
          <p:spPr>
            <a:xfrm>
              <a:off x="8086360" y="2241175"/>
              <a:ext cx="0" cy="2095500"/>
            </a:xfrm>
            <a:prstGeom prst="straightConnector1">
              <a:avLst/>
            </a:prstGeom>
            <a:grpFill/>
            <a:ln w="9525" cap="flat" cmpd="sng">
              <a:solidFill>
                <a:srgbClr val="1AB0A9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5" name="Google Shape;948;p37">
              <a:extLst>
                <a:ext uri="{FF2B5EF4-FFF2-40B4-BE49-F238E27FC236}">
                  <a16:creationId xmlns:a16="http://schemas.microsoft.com/office/drawing/2014/main" id="{00E7809A-2DDE-76C5-8F3C-A73855FE4823}"/>
                </a:ext>
              </a:extLst>
            </p:cNvPr>
            <p:cNvCxnSpPr/>
            <p:nvPr/>
          </p:nvCxnSpPr>
          <p:spPr>
            <a:xfrm>
              <a:off x="8238071" y="2241175"/>
              <a:ext cx="0" cy="2095500"/>
            </a:xfrm>
            <a:prstGeom prst="straightConnector1">
              <a:avLst/>
            </a:prstGeom>
            <a:grpFill/>
            <a:ln w="9525" cap="flat" cmpd="sng">
              <a:solidFill>
                <a:srgbClr val="1AB0A9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6" name="Google Shape;949;p37">
              <a:extLst>
                <a:ext uri="{FF2B5EF4-FFF2-40B4-BE49-F238E27FC236}">
                  <a16:creationId xmlns:a16="http://schemas.microsoft.com/office/drawing/2014/main" id="{C710D6D7-D3DB-054B-9880-59FD217756CC}"/>
                </a:ext>
              </a:extLst>
            </p:cNvPr>
            <p:cNvCxnSpPr/>
            <p:nvPr/>
          </p:nvCxnSpPr>
          <p:spPr>
            <a:xfrm>
              <a:off x="8389783" y="2241175"/>
              <a:ext cx="0" cy="2095500"/>
            </a:xfrm>
            <a:prstGeom prst="straightConnector1">
              <a:avLst/>
            </a:prstGeom>
            <a:grpFill/>
            <a:ln w="9525" cap="flat" cmpd="sng">
              <a:solidFill>
                <a:srgbClr val="1AB0A9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7" name="Google Shape;950;p37">
              <a:extLst>
                <a:ext uri="{FF2B5EF4-FFF2-40B4-BE49-F238E27FC236}">
                  <a16:creationId xmlns:a16="http://schemas.microsoft.com/office/drawing/2014/main" id="{8F3C65D4-64B5-9032-FA54-26B97F359DE9}"/>
                </a:ext>
              </a:extLst>
            </p:cNvPr>
            <p:cNvCxnSpPr/>
            <p:nvPr/>
          </p:nvCxnSpPr>
          <p:spPr>
            <a:xfrm>
              <a:off x="8465638" y="2241175"/>
              <a:ext cx="0" cy="2095500"/>
            </a:xfrm>
            <a:prstGeom prst="straightConnector1">
              <a:avLst/>
            </a:prstGeom>
            <a:grpFill/>
            <a:ln w="9525" cap="flat" cmpd="sng">
              <a:solidFill>
                <a:srgbClr val="1AB0A9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8" name="Google Shape;951;p37">
              <a:extLst>
                <a:ext uri="{FF2B5EF4-FFF2-40B4-BE49-F238E27FC236}">
                  <a16:creationId xmlns:a16="http://schemas.microsoft.com/office/drawing/2014/main" id="{246540DC-FEBB-EC23-1AA1-2F5978FC1235}"/>
                </a:ext>
              </a:extLst>
            </p:cNvPr>
            <p:cNvCxnSpPr/>
            <p:nvPr/>
          </p:nvCxnSpPr>
          <p:spPr>
            <a:xfrm>
              <a:off x="8541494" y="2241175"/>
              <a:ext cx="0" cy="2095500"/>
            </a:xfrm>
            <a:prstGeom prst="straightConnector1">
              <a:avLst/>
            </a:prstGeom>
            <a:grpFill/>
            <a:ln w="9525" cap="flat" cmpd="sng">
              <a:solidFill>
                <a:srgbClr val="1AB0A9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9" name="Google Shape;952;p37">
              <a:extLst>
                <a:ext uri="{FF2B5EF4-FFF2-40B4-BE49-F238E27FC236}">
                  <a16:creationId xmlns:a16="http://schemas.microsoft.com/office/drawing/2014/main" id="{FBA90D7B-6378-2B23-A76A-A8004FDE6710}"/>
                </a:ext>
              </a:extLst>
            </p:cNvPr>
            <p:cNvCxnSpPr/>
            <p:nvPr/>
          </p:nvCxnSpPr>
          <p:spPr>
            <a:xfrm>
              <a:off x="8617350" y="2241175"/>
              <a:ext cx="0" cy="2095500"/>
            </a:xfrm>
            <a:prstGeom prst="straightConnector1">
              <a:avLst/>
            </a:prstGeom>
            <a:grpFill/>
            <a:ln w="9525" cap="flat" cmpd="sng">
              <a:solidFill>
                <a:srgbClr val="1AB0A9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20" name="Google Shape;954;p37">
            <a:extLst>
              <a:ext uri="{FF2B5EF4-FFF2-40B4-BE49-F238E27FC236}">
                <a16:creationId xmlns:a16="http://schemas.microsoft.com/office/drawing/2014/main" id="{BBF0C057-DEA4-5E68-1BE9-628FC40C8210}"/>
              </a:ext>
            </a:extLst>
          </p:cNvPr>
          <p:cNvSpPr/>
          <p:nvPr/>
        </p:nvSpPr>
        <p:spPr>
          <a:xfrm>
            <a:off x="0" y="4680042"/>
            <a:ext cx="922564" cy="463274"/>
          </a:xfrm>
          <a:prstGeom prst="rect">
            <a:avLst/>
          </a:prstGeom>
          <a:gradFill>
            <a:gsLst>
              <a:gs pos="33000">
                <a:srgbClr val="23A295"/>
              </a:gs>
              <a:gs pos="0">
                <a:srgbClr val="57F6A2"/>
              </a:gs>
              <a:gs pos="100000">
                <a:srgbClr val="1B2048"/>
              </a:gs>
            </a:gsLst>
            <a:path path="circle">
              <a:fillToRect l="100000" t="100000"/>
            </a:path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dirty="0">
              <a:latin typeface="Maven Pro"/>
              <a:ea typeface="Maven Pro"/>
              <a:cs typeface="Maven Pro"/>
              <a:sym typeface="Maven Pro"/>
            </a:endParaRPr>
          </a:p>
        </p:txBody>
      </p:sp>
      <p:sp>
        <p:nvSpPr>
          <p:cNvPr id="21" name="Google Shape;955;p37">
            <a:extLst>
              <a:ext uri="{FF2B5EF4-FFF2-40B4-BE49-F238E27FC236}">
                <a16:creationId xmlns:a16="http://schemas.microsoft.com/office/drawing/2014/main" id="{96457F36-BF93-038F-91F4-B39EA57FF757}"/>
              </a:ext>
            </a:extLst>
          </p:cNvPr>
          <p:cNvSpPr/>
          <p:nvPr/>
        </p:nvSpPr>
        <p:spPr>
          <a:xfrm>
            <a:off x="0" y="4912883"/>
            <a:ext cx="1663658" cy="230641"/>
          </a:xfrm>
          <a:prstGeom prst="round1Rect">
            <a:avLst>
              <a:gd name="adj" fmla="val 50000"/>
            </a:avLst>
          </a:prstGeom>
          <a:solidFill>
            <a:srgbClr val="1B204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latin typeface="Maven Pro"/>
              <a:ea typeface="Maven Pro"/>
              <a:cs typeface="Maven Pro"/>
              <a:sym typeface="Maven Pro"/>
            </a:endParaRPr>
          </a:p>
        </p:txBody>
      </p:sp>
      <p:grpSp>
        <p:nvGrpSpPr>
          <p:cNvPr id="22" name="Agrupar 21">
            <a:extLst>
              <a:ext uri="{FF2B5EF4-FFF2-40B4-BE49-F238E27FC236}">
                <a16:creationId xmlns:a16="http://schemas.microsoft.com/office/drawing/2014/main" id="{AB6D6B20-49AC-C977-517D-6A679A186AF1}"/>
              </a:ext>
            </a:extLst>
          </p:cNvPr>
          <p:cNvGrpSpPr/>
          <p:nvPr/>
        </p:nvGrpSpPr>
        <p:grpSpPr>
          <a:xfrm>
            <a:off x="7070035" y="156184"/>
            <a:ext cx="1722295" cy="405506"/>
            <a:chOff x="4782913" y="272045"/>
            <a:chExt cx="3752189" cy="883435"/>
          </a:xfrm>
        </p:grpSpPr>
        <p:pic>
          <p:nvPicPr>
            <p:cNvPr id="23" name="Imagem 22" descr="Interface gráfica do usuário, Texto&#10;&#10;O conteúdo gerado por IA pode estar incorreto.">
              <a:extLst>
                <a:ext uri="{FF2B5EF4-FFF2-40B4-BE49-F238E27FC236}">
                  <a16:creationId xmlns:a16="http://schemas.microsoft.com/office/drawing/2014/main" id="{8C087E8B-129A-C38C-C883-9C3A0E718CE9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4782913" y="272045"/>
              <a:ext cx="3752189" cy="883435"/>
            </a:xfrm>
            <a:prstGeom prst="rect">
              <a:avLst/>
            </a:prstGeom>
          </p:spPr>
        </p:pic>
        <p:cxnSp>
          <p:nvCxnSpPr>
            <p:cNvPr id="24" name="Conector reto 23">
              <a:extLst>
                <a:ext uri="{FF2B5EF4-FFF2-40B4-BE49-F238E27FC236}">
                  <a16:creationId xmlns:a16="http://schemas.microsoft.com/office/drawing/2014/main" id="{D8A8F85E-4484-260F-E63A-50348E4AC02D}"/>
                </a:ext>
              </a:extLst>
            </p:cNvPr>
            <p:cNvCxnSpPr>
              <a:cxnSpLocks/>
            </p:cNvCxnSpPr>
            <p:nvPr/>
          </p:nvCxnSpPr>
          <p:spPr>
            <a:xfrm>
              <a:off x="5253460" y="1066595"/>
              <a:ext cx="3264536" cy="16228"/>
            </a:xfrm>
            <a:prstGeom prst="line">
              <a:avLst/>
            </a:prstGeom>
            <a:ln>
              <a:solidFill>
                <a:srgbClr val="00445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5" name="Google Shape;936;p37">
            <a:extLst>
              <a:ext uri="{FF2B5EF4-FFF2-40B4-BE49-F238E27FC236}">
                <a16:creationId xmlns:a16="http://schemas.microsoft.com/office/drawing/2014/main" id="{92969E9F-0AC0-E436-942D-6799ACABAB55}"/>
              </a:ext>
            </a:extLst>
          </p:cNvPr>
          <p:cNvSpPr/>
          <p:nvPr/>
        </p:nvSpPr>
        <p:spPr>
          <a:xfrm rot="16200000" flipH="1" flipV="1">
            <a:off x="-26331" y="5857"/>
            <a:ext cx="636272" cy="583606"/>
          </a:xfrm>
          <a:custGeom>
            <a:avLst/>
            <a:gdLst>
              <a:gd name="connsiteX0" fmla="*/ 0 w 1440059"/>
              <a:gd name="connsiteY0" fmla="*/ 0 h 583600"/>
              <a:gd name="connsiteX1" fmla="*/ 1148259 w 1440059"/>
              <a:gd name="connsiteY1" fmla="*/ 0 h 583600"/>
              <a:gd name="connsiteX2" fmla="*/ 1440059 w 1440059"/>
              <a:gd name="connsiteY2" fmla="*/ 291800 h 583600"/>
              <a:gd name="connsiteX3" fmla="*/ 1440059 w 1440059"/>
              <a:gd name="connsiteY3" fmla="*/ 583600 h 583600"/>
              <a:gd name="connsiteX4" fmla="*/ 0 w 1440059"/>
              <a:gd name="connsiteY4" fmla="*/ 583600 h 583600"/>
              <a:gd name="connsiteX5" fmla="*/ 0 w 1440059"/>
              <a:gd name="connsiteY5" fmla="*/ 0 h 583600"/>
              <a:gd name="connsiteX0" fmla="*/ 612059 w 1440059"/>
              <a:gd name="connsiteY0" fmla="*/ 0 h 583603"/>
              <a:gd name="connsiteX1" fmla="*/ 1148259 w 1440059"/>
              <a:gd name="connsiteY1" fmla="*/ 3 h 583603"/>
              <a:gd name="connsiteX2" fmla="*/ 1440059 w 1440059"/>
              <a:gd name="connsiteY2" fmla="*/ 291803 h 583603"/>
              <a:gd name="connsiteX3" fmla="*/ 1440059 w 1440059"/>
              <a:gd name="connsiteY3" fmla="*/ 583603 h 583603"/>
              <a:gd name="connsiteX4" fmla="*/ 0 w 1440059"/>
              <a:gd name="connsiteY4" fmla="*/ 583603 h 583603"/>
              <a:gd name="connsiteX5" fmla="*/ 612059 w 1440059"/>
              <a:gd name="connsiteY5" fmla="*/ 0 h 583603"/>
              <a:gd name="connsiteX0" fmla="*/ 0 w 828000"/>
              <a:gd name="connsiteY0" fmla="*/ 0 h 583603"/>
              <a:gd name="connsiteX1" fmla="*/ 536200 w 828000"/>
              <a:gd name="connsiteY1" fmla="*/ 3 h 583603"/>
              <a:gd name="connsiteX2" fmla="*/ 828000 w 828000"/>
              <a:gd name="connsiteY2" fmla="*/ 291803 h 583603"/>
              <a:gd name="connsiteX3" fmla="*/ 828000 w 828000"/>
              <a:gd name="connsiteY3" fmla="*/ 583603 h 583603"/>
              <a:gd name="connsiteX4" fmla="*/ 191728 w 828000"/>
              <a:gd name="connsiteY4" fmla="*/ 576229 h 583603"/>
              <a:gd name="connsiteX5" fmla="*/ 0 w 828000"/>
              <a:gd name="connsiteY5" fmla="*/ 0 h 583603"/>
              <a:gd name="connsiteX0" fmla="*/ 14749 w 636272"/>
              <a:gd name="connsiteY0" fmla="*/ 0 h 583606"/>
              <a:gd name="connsiteX1" fmla="*/ 344472 w 636272"/>
              <a:gd name="connsiteY1" fmla="*/ 6 h 583606"/>
              <a:gd name="connsiteX2" fmla="*/ 636272 w 636272"/>
              <a:gd name="connsiteY2" fmla="*/ 291806 h 583606"/>
              <a:gd name="connsiteX3" fmla="*/ 636272 w 636272"/>
              <a:gd name="connsiteY3" fmla="*/ 583606 h 583606"/>
              <a:gd name="connsiteX4" fmla="*/ 0 w 636272"/>
              <a:gd name="connsiteY4" fmla="*/ 576232 h 583606"/>
              <a:gd name="connsiteX5" fmla="*/ 14749 w 636272"/>
              <a:gd name="connsiteY5" fmla="*/ 0 h 5836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36272" h="583606">
                <a:moveTo>
                  <a:pt x="14749" y="0"/>
                </a:moveTo>
                <a:lnTo>
                  <a:pt x="344472" y="6"/>
                </a:lnTo>
                <a:cubicBezTo>
                  <a:pt x="505629" y="6"/>
                  <a:pt x="636272" y="130649"/>
                  <a:pt x="636272" y="291806"/>
                </a:cubicBezTo>
                <a:lnTo>
                  <a:pt x="636272" y="583606"/>
                </a:lnTo>
                <a:lnTo>
                  <a:pt x="0" y="576232"/>
                </a:lnTo>
                <a:lnTo>
                  <a:pt x="14749" y="0"/>
                </a:lnTo>
                <a:close/>
              </a:path>
            </a:pathLst>
          </a:custGeom>
          <a:solidFill>
            <a:srgbClr val="1B204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latin typeface="Maven Pro"/>
              <a:ea typeface="Maven Pro"/>
              <a:cs typeface="Maven Pro"/>
              <a:sym typeface="Maven Pro"/>
            </a:endParaRPr>
          </a:p>
        </p:txBody>
      </p:sp>
      <p:sp>
        <p:nvSpPr>
          <p:cNvPr id="26" name="Google Shape;937;p37">
            <a:extLst>
              <a:ext uri="{FF2B5EF4-FFF2-40B4-BE49-F238E27FC236}">
                <a16:creationId xmlns:a16="http://schemas.microsoft.com/office/drawing/2014/main" id="{3FEC6C26-9F33-C4D7-741E-8C1D9B634845}"/>
              </a:ext>
            </a:extLst>
          </p:cNvPr>
          <p:cNvSpPr/>
          <p:nvPr/>
        </p:nvSpPr>
        <p:spPr>
          <a:xfrm rot="16200000" flipH="1" flipV="1">
            <a:off x="-223281" y="212082"/>
            <a:ext cx="765195" cy="318641"/>
          </a:xfrm>
          <a:custGeom>
            <a:avLst/>
            <a:gdLst>
              <a:gd name="connsiteX0" fmla="*/ 0 w 1745961"/>
              <a:gd name="connsiteY0" fmla="*/ 0 h 318637"/>
              <a:gd name="connsiteX1" fmla="*/ 1586643 w 1745961"/>
              <a:gd name="connsiteY1" fmla="*/ 0 h 318637"/>
              <a:gd name="connsiteX2" fmla="*/ 1745962 w 1745961"/>
              <a:gd name="connsiteY2" fmla="*/ 159319 h 318637"/>
              <a:gd name="connsiteX3" fmla="*/ 1745961 w 1745961"/>
              <a:gd name="connsiteY3" fmla="*/ 318637 h 318637"/>
              <a:gd name="connsiteX4" fmla="*/ 0 w 1745961"/>
              <a:gd name="connsiteY4" fmla="*/ 318637 h 318637"/>
              <a:gd name="connsiteX5" fmla="*/ 0 w 1745961"/>
              <a:gd name="connsiteY5" fmla="*/ 0 h 318637"/>
              <a:gd name="connsiteX0" fmla="*/ 980768 w 1745962"/>
              <a:gd name="connsiteY0" fmla="*/ 0 h 318637"/>
              <a:gd name="connsiteX1" fmla="*/ 1586643 w 1745962"/>
              <a:gd name="connsiteY1" fmla="*/ 0 h 318637"/>
              <a:gd name="connsiteX2" fmla="*/ 1745962 w 1745962"/>
              <a:gd name="connsiteY2" fmla="*/ 159319 h 318637"/>
              <a:gd name="connsiteX3" fmla="*/ 1745961 w 1745962"/>
              <a:gd name="connsiteY3" fmla="*/ 318637 h 318637"/>
              <a:gd name="connsiteX4" fmla="*/ 0 w 1745962"/>
              <a:gd name="connsiteY4" fmla="*/ 318637 h 318637"/>
              <a:gd name="connsiteX5" fmla="*/ 980768 w 1745962"/>
              <a:gd name="connsiteY5" fmla="*/ 0 h 318637"/>
              <a:gd name="connsiteX0" fmla="*/ 1 w 765195"/>
              <a:gd name="connsiteY0" fmla="*/ 0 h 318641"/>
              <a:gd name="connsiteX1" fmla="*/ 605876 w 765195"/>
              <a:gd name="connsiteY1" fmla="*/ 0 h 318641"/>
              <a:gd name="connsiteX2" fmla="*/ 765195 w 765195"/>
              <a:gd name="connsiteY2" fmla="*/ 159319 h 318641"/>
              <a:gd name="connsiteX3" fmla="*/ 765194 w 765195"/>
              <a:gd name="connsiteY3" fmla="*/ 318637 h 318641"/>
              <a:gd name="connsiteX4" fmla="*/ 0 w 765195"/>
              <a:gd name="connsiteY4" fmla="*/ 318641 h 318641"/>
              <a:gd name="connsiteX5" fmla="*/ 1 w 765195"/>
              <a:gd name="connsiteY5" fmla="*/ 0 h 3186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765195" h="318641">
                <a:moveTo>
                  <a:pt x="1" y="0"/>
                </a:moveTo>
                <a:lnTo>
                  <a:pt x="605876" y="0"/>
                </a:lnTo>
                <a:cubicBezTo>
                  <a:pt x="693865" y="0"/>
                  <a:pt x="765195" y="71330"/>
                  <a:pt x="765195" y="159319"/>
                </a:cubicBezTo>
                <a:cubicBezTo>
                  <a:pt x="765195" y="212425"/>
                  <a:pt x="765194" y="265531"/>
                  <a:pt x="765194" y="318637"/>
                </a:cubicBezTo>
                <a:lnTo>
                  <a:pt x="0" y="318641"/>
                </a:lnTo>
                <a:cubicBezTo>
                  <a:pt x="0" y="212427"/>
                  <a:pt x="1" y="106214"/>
                  <a:pt x="1" y="0"/>
                </a:cubicBezTo>
                <a:close/>
              </a:path>
            </a:pathLst>
          </a:custGeom>
          <a:gradFill flip="none" rotWithShape="1">
            <a:gsLst>
              <a:gs pos="63000">
                <a:srgbClr val="06D1D7"/>
              </a:gs>
              <a:gs pos="33000">
                <a:srgbClr val="23A295"/>
              </a:gs>
              <a:gs pos="0">
                <a:srgbClr val="57F6A2"/>
              </a:gs>
              <a:gs pos="100000">
                <a:srgbClr val="1B2048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latin typeface="Maven Pro"/>
              <a:ea typeface="Maven Pro"/>
              <a:cs typeface="Maven Pro"/>
              <a:sym typeface="Maven Pro"/>
            </a:endParaRPr>
          </a:p>
        </p:txBody>
      </p:sp>
      <p:grpSp>
        <p:nvGrpSpPr>
          <p:cNvPr id="28" name="Google Shape;938;p37">
            <a:extLst>
              <a:ext uri="{FF2B5EF4-FFF2-40B4-BE49-F238E27FC236}">
                <a16:creationId xmlns:a16="http://schemas.microsoft.com/office/drawing/2014/main" id="{8029BFE3-18F8-39A4-21F3-DF73B62A1B2A}"/>
              </a:ext>
            </a:extLst>
          </p:cNvPr>
          <p:cNvGrpSpPr/>
          <p:nvPr/>
        </p:nvGrpSpPr>
        <p:grpSpPr>
          <a:xfrm rot="16200000">
            <a:off x="720348" y="-178200"/>
            <a:ext cx="368002" cy="860760"/>
            <a:chOff x="8238071" y="2241175"/>
            <a:chExt cx="379279" cy="2095500"/>
          </a:xfrm>
          <a:gradFill>
            <a:gsLst>
              <a:gs pos="53000">
                <a:srgbClr val="23A295"/>
              </a:gs>
              <a:gs pos="0">
                <a:srgbClr val="57F6A2"/>
              </a:gs>
              <a:gs pos="100000">
                <a:srgbClr val="1B2048"/>
              </a:gs>
            </a:gsLst>
            <a:lin ang="5400000" scaled="1"/>
          </a:gradFill>
        </p:grpSpPr>
        <p:cxnSp>
          <p:nvCxnSpPr>
            <p:cNvPr id="29" name="Google Shape;945;p37">
              <a:extLst>
                <a:ext uri="{FF2B5EF4-FFF2-40B4-BE49-F238E27FC236}">
                  <a16:creationId xmlns:a16="http://schemas.microsoft.com/office/drawing/2014/main" id="{8DBF7EEA-1DB0-6E55-923E-1FB4FDCABC24}"/>
                </a:ext>
              </a:extLst>
            </p:cNvPr>
            <p:cNvCxnSpPr/>
            <p:nvPr/>
          </p:nvCxnSpPr>
          <p:spPr>
            <a:xfrm>
              <a:off x="8313927" y="2241175"/>
              <a:ext cx="0" cy="2095500"/>
            </a:xfrm>
            <a:prstGeom prst="straightConnector1">
              <a:avLst/>
            </a:prstGeom>
            <a:grpFill/>
            <a:ln w="9525" cap="flat" cmpd="sng">
              <a:solidFill>
                <a:srgbClr val="1AB0A9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0" name="Google Shape;948;p37">
              <a:extLst>
                <a:ext uri="{FF2B5EF4-FFF2-40B4-BE49-F238E27FC236}">
                  <a16:creationId xmlns:a16="http://schemas.microsoft.com/office/drawing/2014/main" id="{20A72B32-7AD0-855E-CAC7-8FE46281CD57}"/>
                </a:ext>
              </a:extLst>
            </p:cNvPr>
            <p:cNvCxnSpPr/>
            <p:nvPr/>
          </p:nvCxnSpPr>
          <p:spPr>
            <a:xfrm>
              <a:off x="8238071" y="2241175"/>
              <a:ext cx="0" cy="2095500"/>
            </a:xfrm>
            <a:prstGeom prst="straightConnector1">
              <a:avLst/>
            </a:prstGeom>
            <a:grpFill/>
            <a:ln w="9525" cap="flat" cmpd="sng">
              <a:solidFill>
                <a:srgbClr val="1AB0A9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1" name="Google Shape;949;p37">
              <a:extLst>
                <a:ext uri="{FF2B5EF4-FFF2-40B4-BE49-F238E27FC236}">
                  <a16:creationId xmlns:a16="http://schemas.microsoft.com/office/drawing/2014/main" id="{CED52311-1141-0D14-4882-1D390D86B8F4}"/>
                </a:ext>
              </a:extLst>
            </p:cNvPr>
            <p:cNvCxnSpPr/>
            <p:nvPr/>
          </p:nvCxnSpPr>
          <p:spPr>
            <a:xfrm>
              <a:off x="8389783" y="2241175"/>
              <a:ext cx="0" cy="2095500"/>
            </a:xfrm>
            <a:prstGeom prst="straightConnector1">
              <a:avLst/>
            </a:prstGeom>
            <a:grpFill/>
            <a:ln w="9525" cap="flat" cmpd="sng">
              <a:solidFill>
                <a:srgbClr val="1AB0A9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2" name="Google Shape;950;p37">
              <a:extLst>
                <a:ext uri="{FF2B5EF4-FFF2-40B4-BE49-F238E27FC236}">
                  <a16:creationId xmlns:a16="http://schemas.microsoft.com/office/drawing/2014/main" id="{5A41098C-CFF5-0A7F-DF51-EAC903096CF9}"/>
                </a:ext>
              </a:extLst>
            </p:cNvPr>
            <p:cNvCxnSpPr/>
            <p:nvPr/>
          </p:nvCxnSpPr>
          <p:spPr>
            <a:xfrm>
              <a:off x="8465638" y="2241175"/>
              <a:ext cx="0" cy="2095500"/>
            </a:xfrm>
            <a:prstGeom prst="straightConnector1">
              <a:avLst/>
            </a:prstGeom>
            <a:grpFill/>
            <a:ln w="9525" cap="flat" cmpd="sng">
              <a:solidFill>
                <a:srgbClr val="1AB0A9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3" name="Google Shape;951;p37">
              <a:extLst>
                <a:ext uri="{FF2B5EF4-FFF2-40B4-BE49-F238E27FC236}">
                  <a16:creationId xmlns:a16="http://schemas.microsoft.com/office/drawing/2014/main" id="{2157CB20-D9C0-6096-1B28-0C71C37BFBA5}"/>
                </a:ext>
              </a:extLst>
            </p:cNvPr>
            <p:cNvCxnSpPr/>
            <p:nvPr/>
          </p:nvCxnSpPr>
          <p:spPr>
            <a:xfrm>
              <a:off x="8541494" y="2241175"/>
              <a:ext cx="0" cy="2095500"/>
            </a:xfrm>
            <a:prstGeom prst="straightConnector1">
              <a:avLst/>
            </a:prstGeom>
            <a:grpFill/>
            <a:ln w="9525" cap="flat" cmpd="sng">
              <a:solidFill>
                <a:srgbClr val="1AB0A9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4" name="Google Shape;952;p37">
              <a:extLst>
                <a:ext uri="{FF2B5EF4-FFF2-40B4-BE49-F238E27FC236}">
                  <a16:creationId xmlns:a16="http://schemas.microsoft.com/office/drawing/2014/main" id="{CCDBC19B-5BAB-92E4-0F82-7191305E67EA}"/>
                </a:ext>
              </a:extLst>
            </p:cNvPr>
            <p:cNvCxnSpPr/>
            <p:nvPr/>
          </p:nvCxnSpPr>
          <p:spPr>
            <a:xfrm>
              <a:off x="8617350" y="2241175"/>
              <a:ext cx="0" cy="2095500"/>
            </a:xfrm>
            <a:prstGeom prst="straightConnector1">
              <a:avLst/>
            </a:prstGeom>
            <a:grpFill/>
            <a:ln w="9525" cap="flat" cmpd="sng">
              <a:solidFill>
                <a:srgbClr val="1AB0A9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35" name="Título 1">
            <a:extLst>
              <a:ext uri="{FF2B5EF4-FFF2-40B4-BE49-F238E27FC236}">
                <a16:creationId xmlns:a16="http://schemas.microsoft.com/office/drawing/2014/main" id="{FD1D33A4-1629-CC5E-FF8C-48C4DC1924A2}"/>
              </a:ext>
            </a:extLst>
          </p:cNvPr>
          <p:cNvSpPr txBox="1">
            <a:spLocks/>
          </p:cNvSpPr>
          <p:nvPr/>
        </p:nvSpPr>
        <p:spPr>
          <a:xfrm>
            <a:off x="675324" y="706826"/>
            <a:ext cx="8467638" cy="4554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Montserrat"/>
              <a:buNone/>
              <a:defRPr sz="52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Montserrat"/>
              <a:buNone/>
              <a:defRPr sz="52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Montserrat"/>
              <a:buNone/>
              <a:defRPr sz="52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Montserrat"/>
              <a:buNone/>
              <a:defRPr sz="52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Montserrat"/>
              <a:buNone/>
              <a:defRPr sz="52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Montserrat"/>
              <a:buNone/>
              <a:defRPr sz="52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Montserrat"/>
              <a:buNone/>
              <a:defRPr sz="52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Montserrat"/>
              <a:buNone/>
              <a:defRPr sz="52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Montserrat"/>
              <a:buNone/>
              <a:defRPr sz="52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algn="l"/>
            <a:r>
              <a:rPr lang="pt-BR" sz="2000" dirty="0">
                <a:latin typeface="+mj-lt"/>
                <a:cs typeface="Arial" panose="020B0604020202020204" pitchFamily="34" charset="0"/>
              </a:rPr>
              <a:t>Preparação textual e metadados</a:t>
            </a:r>
          </a:p>
        </p:txBody>
      </p:sp>
      <p:sp>
        <p:nvSpPr>
          <p:cNvPr id="36" name="Subtítulo 2">
            <a:extLst>
              <a:ext uri="{FF2B5EF4-FFF2-40B4-BE49-F238E27FC236}">
                <a16:creationId xmlns:a16="http://schemas.microsoft.com/office/drawing/2014/main" id="{8DE8D661-F251-53C3-40EF-D5EAA8BA3BCA}"/>
              </a:ext>
            </a:extLst>
          </p:cNvPr>
          <p:cNvSpPr>
            <a:spLocks noGrp="1"/>
          </p:cNvSpPr>
          <p:nvPr>
            <p:ph type="subTitle" idx="4294967295"/>
          </p:nvPr>
        </p:nvSpPr>
        <p:spPr>
          <a:xfrm>
            <a:off x="583608" y="1395073"/>
            <a:ext cx="3412659" cy="3284762"/>
          </a:xfrm>
          <a:prstGeom prst="rect">
            <a:avLst/>
          </a:prstGeom>
        </p:spPr>
        <p:txBody>
          <a:bodyPr>
            <a:normAutofit lnSpcReduction="10000"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>
                <a:solidFill>
                  <a:schemeClr val="bg1"/>
                </a:solidFill>
                <a:latin typeface="+mj-lt"/>
              </a:rPr>
              <a:t>Notícias organizadas em arquivos Markdown.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>
                <a:solidFill>
                  <a:schemeClr val="bg1"/>
                </a:solidFill>
                <a:latin typeface="+mj-lt"/>
              </a:rPr>
              <a:t>Preservação da estrutura textual original.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>
                <a:solidFill>
                  <a:schemeClr val="bg1"/>
                </a:solidFill>
                <a:latin typeface="+mj-lt"/>
              </a:rPr>
              <a:t>Extração objetiva de campos sem uso de LLM.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>
                <a:solidFill>
                  <a:schemeClr val="bg1"/>
                </a:solidFill>
                <a:latin typeface="+mj-lt"/>
              </a:rPr>
              <a:t>Campos extraídos:</a:t>
            </a:r>
          </a:p>
          <a:p>
            <a:pPr defTabSz="358775"/>
            <a:r>
              <a:rPr lang="pt-BR" dirty="0">
                <a:solidFill>
                  <a:schemeClr val="bg1"/>
                </a:solidFill>
                <a:latin typeface="+mj-lt"/>
              </a:rPr>
              <a:t> 	- título;</a:t>
            </a:r>
          </a:p>
          <a:p>
            <a:pPr defTabSz="358775"/>
            <a:r>
              <a:rPr lang="pt-BR" dirty="0">
                <a:solidFill>
                  <a:schemeClr val="bg1"/>
                </a:solidFill>
                <a:latin typeface="+mj-lt"/>
              </a:rPr>
              <a:t> 	- subtítulo;</a:t>
            </a:r>
          </a:p>
          <a:p>
            <a:pPr defTabSz="358775"/>
            <a:r>
              <a:rPr lang="pt-BR" dirty="0">
                <a:solidFill>
                  <a:schemeClr val="bg1"/>
                </a:solidFill>
                <a:latin typeface="+mj-lt"/>
              </a:rPr>
              <a:t> 	- data;</a:t>
            </a:r>
          </a:p>
          <a:p>
            <a:pPr defTabSz="358775"/>
            <a:r>
              <a:rPr lang="pt-BR" dirty="0">
                <a:solidFill>
                  <a:schemeClr val="bg1"/>
                </a:solidFill>
                <a:latin typeface="+mj-lt"/>
              </a:rPr>
              <a:t> 	- </a:t>
            </a:r>
            <a:r>
              <a:rPr lang="pt-BR" dirty="0" err="1">
                <a:solidFill>
                  <a:schemeClr val="bg1"/>
                </a:solidFill>
                <a:latin typeface="+mj-lt"/>
              </a:rPr>
              <a:t>tags</a:t>
            </a:r>
            <a:r>
              <a:rPr lang="pt-BR" dirty="0">
                <a:solidFill>
                  <a:schemeClr val="bg1"/>
                </a:solidFill>
                <a:latin typeface="+mj-lt"/>
              </a:rPr>
              <a:t>;</a:t>
            </a:r>
          </a:p>
          <a:p>
            <a:pPr defTabSz="358775"/>
            <a:r>
              <a:rPr lang="pt-BR" dirty="0">
                <a:solidFill>
                  <a:schemeClr val="bg1"/>
                </a:solidFill>
                <a:latin typeface="+mj-lt"/>
              </a:rPr>
              <a:t> 	- UF;</a:t>
            </a:r>
          </a:p>
          <a:p>
            <a:pPr defTabSz="358775"/>
            <a:r>
              <a:rPr lang="pt-BR" dirty="0">
                <a:solidFill>
                  <a:schemeClr val="bg1"/>
                </a:solidFill>
                <a:latin typeface="+mj-lt"/>
              </a:rPr>
              <a:t>	- município, quando disponível;</a:t>
            </a:r>
          </a:p>
          <a:p>
            <a:pPr defTabSz="358775"/>
            <a:r>
              <a:rPr lang="pt-BR" dirty="0">
                <a:solidFill>
                  <a:schemeClr val="bg1"/>
                </a:solidFill>
                <a:latin typeface="+mj-lt"/>
              </a:rPr>
              <a:t> 	- arquivo de origem.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>
                <a:solidFill>
                  <a:schemeClr val="bg1"/>
                </a:solidFill>
                <a:latin typeface="+mj-lt"/>
              </a:rPr>
              <a:t>O campo </a:t>
            </a:r>
            <a:r>
              <a:rPr lang="pt-BR" dirty="0" err="1">
                <a:solidFill>
                  <a:schemeClr val="bg1"/>
                </a:solidFill>
                <a:latin typeface="+mj-lt"/>
              </a:rPr>
              <a:t>arquivo_markdown</a:t>
            </a:r>
            <a:r>
              <a:rPr lang="pt-BR" dirty="0">
                <a:solidFill>
                  <a:schemeClr val="bg1"/>
                </a:solidFill>
                <a:latin typeface="+mj-lt"/>
              </a:rPr>
              <a:t> funciona como chave operacional.</a:t>
            </a:r>
          </a:p>
        </p:txBody>
      </p:sp>
      <p:cxnSp>
        <p:nvCxnSpPr>
          <p:cNvPr id="40" name="Conector reto 39">
            <a:extLst>
              <a:ext uri="{FF2B5EF4-FFF2-40B4-BE49-F238E27FC236}">
                <a16:creationId xmlns:a16="http://schemas.microsoft.com/office/drawing/2014/main" id="{1F591366-6B1F-F18F-9C0F-0CFA85F890AB}"/>
              </a:ext>
            </a:extLst>
          </p:cNvPr>
          <p:cNvCxnSpPr>
            <a:cxnSpLocks/>
          </p:cNvCxnSpPr>
          <p:nvPr/>
        </p:nvCxnSpPr>
        <p:spPr>
          <a:xfrm>
            <a:off x="-5" y="1114607"/>
            <a:ext cx="2796961" cy="0"/>
          </a:xfrm>
          <a:prstGeom prst="line">
            <a:avLst/>
          </a:prstGeom>
          <a:ln>
            <a:solidFill>
              <a:srgbClr val="00445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Google Shape;937;p37">
            <a:extLst>
              <a:ext uri="{FF2B5EF4-FFF2-40B4-BE49-F238E27FC236}">
                <a16:creationId xmlns:a16="http://schemas.microsoft.com/office/drawing/2014/main" id="{C67A15B4-3A94-37E3-FD4F-BBF03FF2DEA5}"/>
              </a:ext>
            </a:extLst>
          </p:cNvPr>
          <p:cNvSpPr/>
          <p:nvPr/>
        </p:nvSpPr>
        <p:spPr>
          <a:xfrm flipH="1" flipV="1">
            <a:off x="8773117" y="52"/>
            <a:ext cx="369846" cy="249032"/>
          </a:xfrm>
          <a:custGeom>
            <a:avLst/>
            <a:gdLst>
              <a:gd name="connsiteX0" fmla="*/ 0 w 1414234"/>
              <a:gd name="connsiteY0" fmla="*/ 0 h 258097"/>
              <a:gd name="connsiteX1" fmla="*/ 1285186 w 1414234"/>
              <a:gd name="connsiteY1" fmla="*/ 0 h 258097"/>
              <a:gd name="connsiteX2" fmla="*/ 1414235 w 1414234"/>
              <a:gd name="connsiteY2" fmla="*/ 129049 h 258097"/>
              <a:gd name="connsiteX3" fmla="*/ 1414234 w 1414234"/>
              <a:gd name="connsiteY3" fmla="*/ 258097 h 258097"/>
              <a:gd name="connsiteX4" fmla="*/ 0 w 1414234"/>
              <a:gd name="connsiteY4" fmla="*/ 258097 h 258097"/>
              <a:gd name="connsiteX5" fmla="*/ 0 w 1414234"/>
              <a:gd name="connsiteY5" fmla="*/ 0 h 258097"/>
              <a:gd name="connsiteX0" fmla="*/ 0 w 1414235"/>
              <a:gd name="connsiteY0" fmla="*/ 0 h 258097"/>
              <a:gd name="connsiteX1" fmla="*/ 1285186 w 1414235"/>
              <a:gd name="connsiteY1" fmla="*/ 0 h 258097"/>
              <a:gd name="connsiteX2" fmla="*/ 1414235 w 1414235"/>
              <a:gd name="connsiteY2" fmla="*/ 129049 h 258097"/>
              <a:gd name="connsiteX3" fmla="*/ 1414234 w 1414235"/>
              <a:gd name="connsiteY3" fmla="*/ 258097 h 258097"/>
              <a:gd name="connsiteX4" fmla="*/ 243348 w 1414235"/>
              <a:gd name="connsiteY4" fmla="*/ 258097 h 258097"/>
              <a:gd name="connsiteX5" fmla="*/ 0 w 1414235"/>
              <a:gd name="connsiteY5" fmla="*/ 0 h 258097"/>
              <a:gd name="connsiteX0" fmla="*/ 0 w 1178260"/>
              <a:gd name="connsiteY0" fmla="*/ 7374 h 258097"/>
              <a:gd name="connsiteX1" fmla="*/ 1049211 w 1178260"/>
              <a:gd name="connsiteY1" fmla="*/ 0 h 258097"/>
              <a:gd name="connsiteX2" fmla="*/ 1178260 w 1178260"/>
              <a:gd name="connsiteY2" fmla="*/ 129049 h 258097"/>
              <a:gd name="connsiteX3" fmla="*/ 1178259 w 1178260"/>
              <a:gd name="connsiteY3" fmla="*/ 258097 h 258097"/>
              <a:gd name="connsiteX4" fmla="*/ 7373 w 1178260"/>
              <a:gd name="connsiteY4" fmla="*/ 258097 h 258097"/>
              <a:gd name="connsiteX5" fmla="*/ 0 w 1178260"/>
              <a:gd name="connsiteY5" fmla="*/ 7374 h 258097"/>
              <a:gd name="connsiteX0" fmla="*/ 0 w 1178260"/>
              <a:gd name="connsiteY0" fmla="*/ 7374 h 265471"/>
              <a:gd name="connsiteX1" fmla="*/ 1049211 w 1178260"/>
              <a:gd name="connsiteY1" fmla="*/ 0 h 265471"/>
              <a:gd name="connsiteX2" fmla="*/ 1178260 w 1178260"/>
              <a:gd name="connsiteY2" fmla="*/ 129049 h 265471"/>
              <a:gd name="connsiteX3" fmla="*/ 1178259 w 1178260"/>
              <a:gd name="connsiteY3" fmla="*/ 258097 h 265471"/>
              <a:gd name="connsiteX4" fmla="*/ 619431 w 1178260"/>
              <a:gd name="connsiteY4" fmla="*/ 265471 h 265471"/>
              <a:gd name="connsiteX5" fmla="*/ 0 w 1178260"/>
              <a:gd name="connsiteY5" fmla="*/ 7374 h 265471"/>
              <a:gd name="connsiteX0" fmla="*/ 0 w 566202"/>
              <a:gd name="connsiteY0" fmla="*/ 0 h 280219"/>
              <a:gd name="connsiteX1" fmla="*/ 437153 w 566202"/>
              <a:gd name="connsiteY1" fmla="*/ 14748 h 280219"/>
              <a:gd name="connsiteX2" fmla="*/ 566202 w 566202"/>
              <a:gd name="connsiteY2" fmla="*/ 143797 h 280219"/>
              <a:gd name="connsiteX3" fmla="*/ 566201 w 566202"/>
              <a:gd name="connsiteY3" fmla="*/ 272845 h 280219"/>
              <a:gd name="connsiteX4" fmla="*/ 7373 w 566202"/>
              <a:gd name="connsiteY4" fmla="*/ 280219 h 280219"/>
              <a:gd name="connsiteX5" fmla="*/ 0 w 566202"/>
              <a:gd name="connsiteY5" fmla="*/ 0 h 280219"/>
              <a:gd name="connsiteX0" fmla="*/ 0 w 566202"/>
              <a:gd name="connsiteY0" fmla="*/ 0 h 280219"/>
              <a:gd name="connsiteX1" fmla="*/ 437153 w 566202"/>
              <a:gd name="connsiteY1" fmla="*/ 14748 h 280219"/>
              <a:gd name="connsiteX2" fmla="*/ 566202 w 566202"/>
              <a:gd name="connsiteY2" fmla="*/ 143797 h 280219"/>
              <a:gd name="connsiteX3" fmla="*/ 566201 w 566202"/>
              <a:gd name="connsiteY3" fmla="*/ 272845 h 280219"/>
              <a:gd name="connsiteX4" fmla="*/ 58992 w 566202"/>
              <a:gd name="connsiteY4" fmla="*/ 280219 h 280219"/>
              <a:gd name="connsiteX5" fmla="*/ 0 w 566202"/>
              <a:gd name="connsiteY5" fmla="*/ 0 h 280219"/>
              <a:gd name="connsiteX0" fmla="*/ 0 w 566202"/>
              <a:gd name="connsiteY0" fmla="*/ 0 h 272845"/>
              <a:gd name="connsiteX1" fmla="*/ 437153 w 566202"/>
              <a:gd name="connsiteY1" fmla="*/ 14748 h 272845"/>
              <a:gd name="connsiteX2" fmla="*/ 566202 w 566202"/>
              <a:gd name="connsiteY2" fmla="*/ 143797 h 272845"/>
              <a:gd name="connsiteX3" fmla="*/ 566201 w 566202"/>
              <a:gd name="connsiteY3" fmla="*/ 272845 h 272845"/>
              <a:gd name="connsiteX4" fmla="*/ 209118 w 566202"/>
              <a:gd name="connsiteY4" fmla="*/ 262022 h 272845"/>
              <a:gd name="connsiteX5" fmla="*/ 0 w 566202"/>
              <a:gd name="connsiteY5" fmla="*/ 0 h 272845"/>
              <a:gd name="connsiteX0" fmla="*/ 0 w 366035"/>
              <a:gd name="connsiteY0" fmla="*/ 0 h 272845"/>
              <a:gd name="connsiteX1" fmla="*/ 236986 w 366035"/>
              <a:gd name="connsiteY1" fmla="*/ 14748 h 272845"/>
              <a:gd name="connsiteX2" fmla="*/ 366035 w 366035"/>
              <a:gd name="connsiteY2" fmla="*/ 143797 h 272845"/>
              <a:gd name="connsiteX3" fmla="*/ 366034 w 366035"/>
              <a:gd name="connsiteY3" fmla="*/ 272845 h 272845"/>
              <a:gd name="connsiteX4" fmla="*/ 8951 w 366035"/>
              <a:gd name="connsiteY4" fmla="*/ 262022 h 272845"/>
              <a:gd name="connsiteX5" fmla="*/ 0 w 366035"/>
              <a:gd name="connsiteY5" fmla="*/ 0 h 272845"/>
              <a:gd name="connsiteX0" fmla="*/ 0 w 366035"/>
              <a:gd name="connsiteY0" fmla="*/ 0 h 272845"/>
              <a:gd name="connsiteX1" fmla="*/ 236986 w 366035"/>
              <a:gd name="connsiteY1" fmla="*/ 14748 h 272845"/>
              <a:gd name="connsiteX2" fmla="*/ 366035 w 366035"/>
              <a:gd name="connsiteY2" fmla="*/ 143797 h 272845"/>
              <a:gd name="connsiteX3" fmla="*/ 366034 w 366035"/>
              <a:gd name="connsiteY3" fmla="*/ 272845 h 272845"/>
              <a:gd name="connsiteX4" fmla="*/ 99438 w 366035"/>
              <a:gd name="connsiteY4" fmla="*/ 247734 h 272845"/>
              <a:gd name="connsiteX5" fmla="*/ 0 w 366035"/>
              <a:gd name="connsiteY5" fmla="*/ 0 h 272845"/>
              <a:gd name="connsiteX0" fmla="*/ 0 w 366035"/>
              <a:gd name="connsiteY0" fmla="*/ 0 h 272845"/>
              <a:gd name="connsiteX1" fmla="*/ 236986 w 366035"/>
              <a:gd name="connsiteY1" fmla="*/ 14748 h 272845"/>
              <a:gd name="connsiteX2" fmla="*/ 366035 w 366035"/>
              <a:gd name="connsiteY2" fmla="*/ 143797 h 272845"/>
              <a:gd name="connsiteX3" fmla="*/ 366034 w 366035"/>
              <a:gd name="connsiteY3" fmla="*/ 272845 h 272845"/>
              <a:gd name="connsiteX4" fmla="*/ 25619 w 366035"/>
              <a:gd name="connsiteY4" fmla="*/ 259641 h 272845"/>
              <a:gd name="connsiteX5" fmla="*/ 0 w 366035"/>
              <a:gd name="connsiteY5" fmla="*/ 0 h 272845"/>
              <a:gd name="connsiteX0" fmla="*/ 5337 w 340416"/>
              <a:gd name="connsiteY0" fmla="*/ 0 h 268083"/>
              <a:gd name="connsiteX1" fmla="*/ 211367 w 340416"/>
              <a:gd name="connsiteY1" fmla="*/ 9986 h 268083"/>
              <a:gd name="connsiteX2" fmla="*/ 340416 w 340416"/>
              <a:gd name="connsiteY2" fmla="*/ 139035 h 268083"/>
              <a:gd name="connsiteX3" fmla="*/ 340415 w 340416"/>
              <a:gd name="connsiteY3" fmla="*/ 268083 h 268083"/>
              <a:gd name="connsiteX4" fmla="*/ 0 w 340416"/>
              <a:gd name="connsiteY4" fmla="*/ 254879 h 268083"/>
              <a:gd name="connsiteX5" fmla="*/ 5337 w 340416"/>
              <a:gd name="connsiteY5" fmla="*/ 0 h 268083"/>
              <a:gd name="connsiteX0" fmla="*/ 5337 w 353901"/>
              <a:gd name="connsiteY0" fmla="*/ 0 h 254879"/>
              <a:gd name="connsiteX1" fmla="*/ 211367 w 353901"/>
              <a:gd name="connsiteY1" fmla="*/ 9986 h 254879"/>
              <a:gd name="connsiteX2" fmla="*/ 340416 w 353901"/>
              <a:gd name="connsiteY2" fmla="*/ 139035 h 254879"/>
              <a:gd name="connsiteX3" fmla="*/ 349940 w 353901"/>
              <a:gd name="connsiteY3" fmla="*/ 253795 h 254879"/>
              <a:gd name="connsiteX4" fmla="*/ 0 w 353901"/>
              <a:gd name="connsiteY4" fmla="*/ 254879 h 254879"/>
              <a:gd name="connsiteX5" fmla="*/ 5337 w 353901"/>
              <a:gd name="connsiteY5" fmla="*/ 0 h 254879"/>
              <a:gd name="connsiteX0" fmla="*/ 7718 w 356282"/>
              <a:gd name="connsiteY0" fmla="*/ 0 h 253795"/>
              <a:gd name="connsiteX1" fmla="*/ 213748 w 356282"/>
              <a:gd name="connsiteY1" fmla="*/ 9986 h 253795"/>
              <a:gd name="connsiteX2" fmla="*/ 342797 w 356282"/>
              <a:gd name="connsiteY2" fmla="*/ 139035 h 253795"/>
              <a:gd name="connsiteX3" fmla="*/ 352321 w 356282"/>
              <a:gd name="connsiteY3" fmla="*/ 253795 h 253795"/>
              <a:gd name="connsiteX4" fmla="*/ 0 w 356282"/>
              <a:gd name="connsiteY4" fmla="*/ 226304 h 253795"/>
              <a:gd name="connsiteX5" fmla="*/ 7718 w 356282"/>
              <a:gd name="connsiteY5" fmla="*/ 0 h 253795"/>
              <a:gd name="connsiteX0" fmla="*/ 574 w 349138"/>
              <a:gd name="connsiteY0" fmla="*/ 0 h 257260"/>
              <a:gd name="connsiteX1" fmla="*/ 206604 w 349138"/>
              <a:gd name="connsiteY1" fmla="*/ 9986 h 257260"/>
              <a:gd name="connsiteX2" fmla="*/ 335653 w 349138"/>
              <a:gd name="connsiteY2" fmla="*/ 139035 h 257260"/>
              <a:gd name="connsiteX3" fmla="*/ 345177 w 349138"/>
              <a:gd name="connsiteY3" fmla="*/ 253795 h 257260"/>
              <a:gd name="connsiteX4" fmla="*/ 0 w 349138"/>
              <a:gd name="connsiteY4" fmla="*/ 257260 h 257260"/>
              <a:gd name="connsiteX5" fmla="*/ 574 w 349138"/>
              <a:gd name="connsiteY5" fmla="*/ 0 h 257260"/>
              <a:gd name="connsiteX0" fmla="*/ 574 w 359486"/>
              <a:gd name="connsiteY0" fmla="*/ 0 h 257260"/>
              <a:gd name="connsiteX1" fmla="*/ 206604 w 359486"/>
              <a:gd name="connsiteY1" fmla="*/ 9986 h 257260"/>
              <a:gd name="connsiteX2" fmla="*/ 335653 w 359486"/>
              <a:gd name="connsiteY2" fmla="*/ 139035 h 257260"/>
              <a:gd name="connsiteX3" fmla="*/ 359464 w 359486"/>
              <a:gd name="connsiteY3" fmla="*/ 253795 h 257260"/>
              <a:gd name="connsiteX4" fmla="*/ 0 w 359486"/>
              <a:gd name="connsiteY4" fmla="*/ 257260 h 257260"/>
              <a:gd name="connsiteX5" fmla="*/ 574 w 359486"/>
              <a:gd name="connsiteY5" fmla="*/ 0 h 257260"/>
              <a:gd name="connsiteX0" fmla="*/ 574 w 359486"/>
              <a:gd name="connsiteY0" fmla="*/ 0 h 257260"/>
              <a:gd name="connsiteX1" fmla="*/ 206604 w 359486"/>
              <a:gd name="connsiteY1" fmla="*/ 9986 h 257260"/>
              <a:gd name="connsiteX2" fmla="*/ 335653 w 359486"/>
              <a:gd name="connsiteY2" fmla="*/ 110460 h 257260"/>
              <a:gd name="connsiteX3" fmla="*/ 359464 w 359486"/>
              <a:gd name="connsiteY3" fmla="*/ 253795 h 257260"/>
              <a:gd name="connsiteX4" fmla="*/ 0 w 359486"/>
              <a:gd name="connsiteY4" fmla="*/ 257260 h 257260"/>
              <a:gd name="connsiteX5" fmla="*/ 574 w 359486"/>
              <a:gd name="connsiteY5" fmla="*/ 0 h 257260"/>
              <a:gd name="connsiteX0" fmla="*/ 574 w 365269"/>
              <a:gd name="connsiteY0" fmla="*/ 0 h 257260"/>
              <a:gd name="connsiteX1" fmla="*/ 206604 w 365269"/>
              <a:gd name="connsiteY1" fmla="*/ 9986 h 257260"/>
              <a:gd name="connsiteX2" fmla="*/ 359464 w 365269"/>
              <a:gd name="connsiteY2" fmla="*/ 253795 h 257260"/>
              <a:gd name="connsiteX3" fmla="*/ 0 w 365269"/>
              <a:gd name="connsiteY3" fmla="*/ 257260 h 257260"/>
              <a:gd name="connsiteX4" fmla="*/ 574 w 365269"/>
              <a:gd name="connsiteY4" fmla="*/ 0 h 257260"/>
              <a:gd name="connsiteX0" fmla="*/ 574 w 369846"/>
              <a:gd name="connsiteY0" fmla="*/ 0 h 257260"/>
              <a:gd name="connsiteX1" fmla="*/ 206604 w 369846"/>
              <a:gd name="connsiteY1" fmla="*/ 9986 h 257260"/>
              <a:gd name="connsiteX2" fmla="*/ 359464 w 369846"/>
              <a:gd name="connsiteY2" fmla="*/ 253795 h 257260"/>
              <a:gd name="connsiteX3" fmla="*/ 0 w 369846"/>
              <a:gd name="connsiteY3" fmla="*/ 257260 h 257260"/>
              <a:gd name="connsiteX4" fmla="*/ 574 w 369846"/>
              <a:gd name="connsiteY4" fmla="*/ 0 h 257260"/>
              <a:gd name="connsiteX0" fmla="*/ 574 w 369846"/>
              <a:gd name="connsiteY0" fmla="*/ 0 h 252497"/>
              <a:gd name="connsiteX1" fmla="*/ 206604 w 369846"/>
              <a:gd name="connsiteY1" fmla="*/ 5223 h 252497"/>
              <a:gd name="connsiteX2" fmla="*/ 359464 w 369846"/>
              <a:gd name="connsiteY2" fmla="*/ 249032 h 252497"/>
              <a:gd name="connsiteX3" fmla="*/ 0 w 369846"/>
              <a:gd name="connsiteY3" fmla="*/ 252497 h 252497"/>
              <a:gd name="connsiteX4" fmla="*/ 574 w 369846"/>
              <a:gd name="connsiteY4" fmla="*/ 0 h 252497"/>
              <a:gd name="connsiteX0" fmla="*/ 574 w 369846"/>
              <a:gd name="connsiteY0" fmla="*/ 0 h 249032"/>
              <a:gd name="connsiteX1" fmla="*/ 206604 w 369846"/>
              <a:gd name="connsiteY1" fmla="*/ 5223 h 249032"/>
              <a:gd name="connsiteX2" fmla="*/ 359464 w 369846"/>
              <a:gd name="connsiteY2" fmla="*/ 249032 h 249032"/>
              <a:gd name="connsiteX3" fmla="*/ 0 w 369846"/>
              <a:gd name="connsiteY3" fmla="*/ 245353 h 249032"/>
              <a:gd name="connsiteX4" fmla="*/ 574 w 369846"/>
              <a:gd name="connsiteY4" fmla="*/ 0 h 2490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69846" h="249032">
                <a:moveTo>
                  <a:pt x="574" y="0"/>
                </a:moveTo>
                <a:lnTo>
                  <a:pt x="206604" y="5223"/>
                </a:lnTo>
                <a:cubicBezTo>
                  <a:pt x="342619" y="42759"/>
                  <a:pt x="393898" y="207820"/>
                  <a:pt x="359464" y="249032"/>
                </a:cubicBezTo>
                <a:lnTo>
                  <a:pt x="0" y="245353"/>
                </a:lnTo>
                <a:cubicBezTo>
                  <a:pt x="191" y="159600"/>
                  <a:pt x="383" y="85753"/>
                  <a:pt x="574" y="0"/>
                </a:cubicBezTo>
                <a:close/>
              </a:path>
            </a:pathLst>
          </a:custGeom>
          <a:gradFill flip="none" rotWithShape="1">
            <a:gsLst>
              <a:gs pos="63000">
                <a:srgbClr val="06D1D7"/>
              </a:gs>
              <a:gs pos="33000">
                <a:srgbClr val="23A295"/>
              </a:gs>
              <a:gs pos="0">
                <a:srgbClr val="57F6A2"/>
              </a:gs>
              <a:gs pos="100000">
                <a:srgbClr val="1B2048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latin typeface="Maven Pro"/>
              <a:ea typeface="Maven Pro"/>
              <a:cs typeface="Maven Pro"/>
              <a:sym typeface="Maven Pro"/>
            </a:endParaRPr>
          </a:p>
        </p:txBody>
      </p:sp>
      <p:grpSp>
        <p:nvGrpSpPr>
          <p:cNvPr id="37" name="Google Shape;1847;p72">
            <a:extLst>
              <a:ext uri="{FF2B5EF4-FFF2-40B4-BE49-F238E27FC236}">
                <a16:creationId xmlns:a16="http://schemas.microsoft.com/office/drawing/2014/main" id="{D3441224-6B94-C8AF-93BF-FB66044C1BC9}"/>
              </a:ext>
            </a:extLst>
          </p:cNvPr>
          <p:cNvGrpSpPr/>
          <p:nvPr/>
        </p:nvGrpSpPr>
        <p:grpSpPr>
          <a:xfrm>
            <a:off x="5612306" y="2571750"/>
            <a:ext cx="460364" cy="440582"/>
            <a:chOff x="3309250" y="2368709"/>
            <a:chExt cx="460364" cy="440582"/>
          </a:xfrm>
        </p:grpSpPr>
        <p:sp>
          <p:nvSpPr>
            <p:cNvPr id="38" name="Google Shape;1848;p72">
              <a:extLst>
                <a:ext uri="{FF2B5EF4-FFF2-40B4-BE49-F238E27FC236}">
                  <a16:creationId xmlns:a16="http://schemas.microsoft.com/office/drawing/2014/main" id="{731BD448-CD20-CF86-67E9-E63894EACAAE}"/>
                </a:ext>
              </a:extLst>
            </p:cNvPr>
            <p:cNvSpPr/>
            <p:nvPr/>
          </p:nvSpPr>
          <p:spPr>
            <a:xfrm>
              <a:off x="3309250" y="2368709"/>
              <a:ext cx="460364" cy="440582"/>
            </a:xfrm>
            <a:custGeom>
              <a:avLst/>
              <a:gdLst/>
              <a:ahLst/>
              <a:cxnLst/>
              <a:rect l="l" t="t" r="r" b="b"/>
              <a:pathLst>
                <a:path w="460364" h="440582" extrusionOk="0">
                  <a:moveTo>
                    <a:pt x="446706" y="0"/>
                  </a:moveTo>
                  <a:lnTo>
                    <a:pt x="13658" y="0"/>
                  </a:lnTo>
                  <a:cubicBezTo>
                    <a:pt x="6114" y="0"/>
                    <a:pt x="0" y="6114"/>
                    <a:pt x="0" y="13658"/>
                  </a:cubicBezTo>
                  <a:lnTo>
                    <a:pt x="0" y="426924"/>
                  </a:lnTo>
                  <a:cubicBezTo>
                    <a:pt x="0" y="434468"/>
                    <a:pt x="6114" y="440583"/>
                    <a:pt x="13658" y="440583"/>
                  </a:cubicBezTo>
                  <a:lnTo>
                    <a:pt x="446706" y="440583"/>
                  </a:lnTo>
                  <a:cubicBezTo>
                    <a:pt x="454250" y="440583"/>
                    <a:pt x="460365" y="434468"/>
                    <a:pt x="460365" y="426924"/>
                  </a:cubicBezTo>
                  <a:lnTo>
                    <a:pt x="460365" y="13658"/>
                  </a:lnTo>
                  <a:cubicBezTo>
                    <a:pt x="460365" y="6114"/>
                    <a:pt x="454250" y="0"/>
                    <a:pt x="446706" y="0"/>
                  </a:cubicBezTo>
                  <a:close/>
                  <a:moveTo>
                    <a:pt x="433390" y="413617"/>
                  </a:moveTo>
                  <a:lnTo>
                    <a:pt x="27865" y="413617"/>
                  </a:lnTo>
                  <a:lnTo>
                    <a:pt x="27865" y="27874"/>
                  </a:lnTo>
                  <a:lnTo>
                    <a:pt x="433390" y="27874"/>
                  </a:lnTo>
                  <a:lnTo>
                    <a:pt x="433390" y="413617"/>
                  </a:lnTo>
                  <a:lnTo>
                    <a:pt x="433390" y="413617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7B879D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" name="Google Shape;1849;p72">
              <a:extLst>
                <a:ext uri="{FF2B5EF4-FFF2-40B4-BE49-F238E27FC236}">
                  <a16:creationId xmlns:a16="http://schemas.microsoft.com/office/drawing/2014/main" id="{224A3F87-5C92-A338-DEEB-B8036FFA7132}"/>
                </a:ext>
              </a:extLst>
            </p:cNvPr>
            <p:cNvSpPr/>
            <p:nvPr/>
          </p:nvSpPr>
          <p:spPr>
            <a:xfrm>
              <a:off x="3383863" y="2424683"/>
              <a:ext cx="62051" cy="86454"/>
            </a:xfrm>
            <a:custGeom>
              <a:avLst/>
              <a:gdLst/>
              <a:ahLst/>
              <a:cxnLst/>
              <a:rect l="l" t="t" r="r" b="b"/>
              <a:pathLst>
                <a:path w="62051" h="86454" extrusionOk="0">
                  <a:moveTo>
                    <a:pt x="39572" y="8047"/>
                  </a:moveTo>
                  <a:lnTo>
                    <a:pt x="39572" y="34681"/>
                  </a:lnTo>
                  <a:lnTo>
                    <a:pt x="26723" y="10179"/>
                  </a:lnTo>
                  <a:cubicBezTo>
                    <a:pt x="22155" y="1403"/>
                    <a:pt x="19062" y="0"/>
                    <a:pt x="11455" y="0"/>
                  </a:cubicBezTo>
                  <a:cubicBezTo>
                    <a:pt x="4604" y="0"/>
                    <a:pt x="0" y="3255"/>
                    <a:pt x="0" y="8111"/>
                  </a:cubicBezTo>
                  <a:lnTo>
                    <a:pt x="0" y="78299"/>
                  </a:lnTo>
                  <a:cubicBezTo>
                    <a:pt x="0" y="88919"/>
                    <a:pt x="22479" y="88928"/>
                    <a:pt x="22479" y="78299"/>
                  </a:cubicBezTo>
                  <a:lnTo>
                    <a:pt x="22479" y="51217"/>
                  </a:lnTo>
                  <a:lnTo>
                    <a:pt x="38475" y="80341"/>
                  </a:lnTo>
                  <a:cubicBezTo>
                    <a:pt x="41425" y="85763"/>
                    <a:pt x="46496" y="86455"/>
                    <a:pt x="50596" y="86455"/>
                  </a:cubicBezTo>
                  <a:cubicBezTo>
                    <a:pt x="57340" y="86455"/>
                    <a:pt x="62051" y="83119"/>
                    <a:pt x="62051" y="78344"/>
                  </a:cubicBezTo>
                  <a:lnTo>
                    <a:pt x="62051" y="8047"/>
                  </a:lnTo>
                  <a:cubicBezTo>
                    <a:pt x="62051" y="-2473"/>
                    <a:pt x="39572" y="-2482"/>
                    <a:pt x="39572" y="8047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7B879D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" name="Google Shape;1850;p72">
              <a:extLst>
                <a:ext uri="{FF2B5EF4-FFF2-40B4-BE49-F238E27FC236}">
                  <a16:creationId xmlns:a16="http://schemas.microsoft.com/office/drawing/2014/main" id="{5211489E-2C83-AE21-9667-2B8522C5D02C}"/>
                </a:ext>
              </a:extLst>
            </p:cNvPr>
            <p:cNvSpPr/>
            <p:nvPr/>
          </p:nvSpPr>
          <p:spPr>
            <a:xfrm>
              <a:off x="3459411" y="2424458"/>
              <a:ext cx="56939" cy="86320"/>
            </a:xfrm>
            <a:custGeom>
              <a:avLst/>
              <a:gdLst/>
              <a:ahLst/>
              <a:cxnLst/>
              <a:rect l="l" t="t" r="r" b="b"/>
              <a:pathLst>
                <a:path w="56939" h="86320" extrusionOk="0">
                  <a:moveTo>
                    <a:pt x="49076" y="65639"/>
                  </a:moveTo>
                  <a:lnTo>
                    <a:pt x="22470" y="65639"/>
                  </a:lnTo>
                  <a:lnTo>
                    <a:pt x="22470" y="53051"/>
                  </a:lnTo>
                  <a:lnTo>
                    <a:pt x="36416" y="53051"/>
                  </a:lnTo>
                  <a:cubicBezTo>
                    <a:pt x="47134" y="53051"/>
                    <a:pt x="46999" y="34168"/>
                    <a:pt x="36416" y="34168"/>
                  </a:cubicBezTo>
                  <a:lnTo>
                    <a:pt x="22470" y="34168"/>
                  </a:lnTo>
                  <a:lnTo>
                    <a:pt x="22470" y="20681"/>
                  </a:lnTo>
                  <a:lnTo>
                    <a:pt x="49076" y="20681"/>
                  </a:lnTo>
                  <a:cubicBezTo>
                    <a:pt x="59462" y="20681"/>
                    <a:pt x="59660" y="0"/>
                    <a:pt x="49076" y="0"/>
                  </a:cubicBezTo>
                  <a:lnTo>
                    <a:pt x="10143" y="0"/>
                  </a:lnTo>
                  <a:cubicBezTo>
                    <a:pt x="4262" y="0"/>
                    <a:pt x="0" y="3408"/>
                    <a:pt x="0" y="8111"/>
                  </a:cubicBezTo>
                  <a:lnTo>
                    <a:pt x="0" y="78210"/>
                  </a:lnTo>
                  <a:cubicBezTo>
                    <a:pt x="0" y="82912"/>
                    <a:pt x="4271" y="86320"/>
                    <a:pt x="10143" y="86320"/>
                  </a:cubicBezTo>
                  <a:lnTo>
                    <a:pt x="49076" y="86320"/>
                  </a:lnTo>
                  <a:cubicBezTo>
                    <a:pt x="59660" y="86320"/>
                    <a:pt x="59453" y="65639"/>
                    <a:pt x="49076" y="65639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7B879D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" name="Google Shape;1851;p72">
              <a:extLst>
                <a:ext uri="{FF2B5EF4-FFF2-40B4-BE49-F238E27FC236}">
                  <a16:creationId xmlns:a16="http://schemas.microsoft.com/office/drawing/2014/main" id="{ABD26F5D-1648-7536-F6E1-09FD6B09CA70}"/>
                </a:ext>
              </a:extLst>
            </p:cNvPr>
            <p:cNvSpPr/>
            <p:nvPr/>
          </p:nvSpPr>
          <p:spPr>
            <a:xfrm>
              <a:off x="3520740" y="2424850"/>
              <a:ext cx="106292" cy="86784"/>
            </a:xfrm>
            <a:custGeom>
              <a:avLst/>
              <a:gdLst/>
              <a:ahLst/>
              <a:cxnLst/>
              <a:rect l="l" t="t" r="r" b="b"/>
              <a:pathLst>
                <a:path w="106292" h="86784" extrusionOk="0">
                  <a:moveTo>
                    <a:pt x="84291" y="5164"/>
                  </a:moveTo>
                  <a:lnTo>
                    <a:pt x="70453" y="51858"/>
                  </a:lnTo>
                  <a:lnTo>
                    <a:pt x="64096" y="24649"/>
                  </a:lnTo>
                  <a:cubicBezTo>
                    <a:pt x="62118" y="15747"/>
                    <a:pt x="44179" y="15792"/>
                    <a:pt x="42219" y="24622"/>
                  </a:cubicBezTo>
                  <a:lnTo>
                    <a:pt x="35853" y="51858"/>
                  </a:lnTo>
                  <a:lnTo>
                    <a:pt x="22024" y="5182"/>
                  </a:lnTo>
                  <a:cubicBezTo>
                    <a:pt x="19065" y="-5158"/>
                    <a:pt x="-3081" y="1496"/>
                    <a:pt x="363" y="11854"/>
                  </a:cubicBezTo>
                  <a:lnTo>
                    <a:pt x="22302" y="79121"/>
                  </a:lnTo>
                  <a:cubicBezTo>
                    <a:pt x="25593" y="89578"/>
                    <a:pt x="47740" y="89146"/>
                    <a:pt x="50078" y="78887"/>
                  </a:cubicBezTo>
                  <a:lnTo>
                    <a:pt x="53144" y="64905"/>
                  </a:lnTo>
                  <a:lnTo>
                    <a:pt x="56219" y="78905"/>
                  </a:lnTo>
                  <a:cubicBezTo>
                    <a:pt x="58521" y="88967"/>
                    <a:pt x="80352" y="89749"/>
                    <a:pt x="83967" y="79184"/>
                  </a:cubicBezTo>
                  <a:lnTo>
                    <a:pt x="105925" y="11872"/>
                  </a:lnTo>
                  <a:cubicBezTo>
                    <a:pt x="109396" y="1478"/>
                    <a:pt x="87213" y="-5131"/>
                    <a:pt x="84282" y="5155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7B879D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" name="Google Shape;1852;p72">
              <a:extLst>
                <a:ext uri="{FF2B5EF4-FFF2-40B4-BE49-F238E27FC236}">
                  <a16:creationId xmlns:a16="http://schemas.microsoft.com/office/drawing/2014/main" id="{C04880A6-31D4-9594-B7AF-5E6DF0F6DAF7}"/>
                </a:ext>
              </a:extLst>
            </p:cNvPr>
            <p:cNvSpPr/>
            <p:nvPr/>
          </p:nvSpPr>
          <p:spPr>
            <a:xfrm>
              <a:off x="3631278" y="2424206"/>
              <a:ext cx="59623" cy="87856"/>
            </a:xfrm>
            <a:custGeom>
              <a:avLst/>
              <a:gdLst/>
              <a:ahLst/>
              <a:cxnLst/>
              <a:rect l="l" t="t" r="r" b="b"/>
              <a:pathLst>
                <a:path w="59623" h="87856" extrusionOk="0">
                  <a:moveTo>
                    <a:pt x="24664" y="23909"/>
                  </a:moveTo>
                  <a:cubicBezTo>
                    <a:pt x="24664" y="21553"/>
                    <a:pt x="27919" y="20024"/>
                    <a:pt x="32963" y="20024"/>
                  </a:cubicBezTo>
                  <a:cubicBezTo>
                    <a:pt x="41434" y="20024"/>
                    <a:pt x="42980" y="24215"/>
                    <a:pt x="48078" y="24215"/>
                  </a:cubicBezTo>
                  <a:cubicBezTo>
                    <a:pt x="54840" y="24215"/>
                    <a:pt x="57646" y="16545"/>
                    <a:pt x="57646" y="12436"/>
                  </a:cubicBezTo>
                  <a:cubicBezTo>
                    <a:pt x="57646" y="890"/>
                    <a:pt x="38754" y="0"/>
                    <a:pt x="32963" y="0"/>
                  </a:cubicBezTo>
                  <a:cubicBezTo>
                    <a:pt x="18676" y="0"/>
                    <a:pt x="1987" y="6699"/>
                    <a:pt x="1987" y="25563"/>
                  </a:cubicBezTo>
                  <a:cubicBezTo>
                    <a:pt x="1987" y="52637"/>
                    <a:pt x="36956" y="52260"/>
                    <a:pt x="36956" y="62411"/>
                  </a:cubicBezTo>
                  <a:cubicBezTo>
                    <a:pt x="36956" y="66835"/>
                    <a:pt x="29808" y="66961"/>
                    <a:pt x="28989" y="66961"/>
                  </a:cubicBezTo>
                  <a:cubicBezTo>
                    <a:pt x="19629" y="66961"/>
                    <a:pt x="16940" y="58797"/>
                    <a:pt x="10233" y="58797"/>
                  </a:cubicBezTo>
                  <a:cubicBezTo>
                    <a:pt x="4082" y="58797"/>
                    <a:pt x="0" y="66017"/>
                    <a:pt x="0" y="70791"/>
                  </a:cubicBezTo>
                  <a:cubicBezTo>
                    <a:pt x="0" y="91023"/>
                    <a:pt x="59624" y="99439"/>
                    <a:pt x="59624" y="60640"/>
                  </a:cubicBezTo>
                  <a:cubicBezTo>
                    <a:pt x="59624" y="31893"/>
                    <a:pt x="24655" y="31390"/>
                    <a:pt x="24655" y="23909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7B879D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" name="Google Shape;1853;p72">
              <a:extLst>
                <a:ext uri="{FF2B5EF4-FFF2-40B4-BE49-F238E27FC236}">
                  <a16:creationId xmlns:a16="http://schemas.microsoft.com/office/drawing/2014/main" id="{89664C09-3952-3960-2CBD-AF96F62631DD}"/>
                </a:ext>
              </a:extLst>
            </p:cNvPr>
            <p:cNvSpPr/>
            <p:nvPr/>
          </p:nvSpPr>
          <p:spPr>
            <a:xfrm>
              <a:off x="3366797" y="2608787"/>
              <a:ext cx="139362" cy="153748"/>
            </a:xfrm>
            <a:custGeom>
              <a:avLst/>
              <a:gdLst/>
              <a:ahLst/>
              <a:cxnLst/>
              <a:rect l="l" t="t" r="r" b="b"/>
              <a:pathLst>
                <a:path w="139362" h="153748" extrusionOk="0">
                  <a:moveTo>
                    <a:pt x="125703" y="0"/>
                  </a:moveTo>
                  <a:lnTo>
                    <a:pt x="13658" y="0"/>
                  </a:lnTo>
                  <a:cubicBezTo>
                    <a:pt x="6114" y="0"/>
                    <a:pt x="0" y="6114"/>
                    <a:pt x="0" y="13658"/>
                  </a:cubicBezTo>
                  <a:lnTo>
                    <a:pt x="0" y="140090"/>
                  </a:lnTo>
                  <a:cubicBezTo>
                    <a:pt x="0" y="147634"/>
                    <a:pt x="6114" y="153749"/>
                    <a:pt x="13658" y="153749"/>
                  </a:cubicBezTo>
                  <a:lnTo>
                    <a:pt x="125703" y="153749"/>
                  </a:lnTo>
                  <a:cubicBezTo>
                    <a:pt x="133248" y="153749"/>
                    <a:pt x="139362" y="147634"/>
                    <a:pt x="139362" y="140090"/>
                  </a:cubicBezTo>
                  <a:lnTo>
                    <a:pt x="139362" y="13658"/>
                  </a:lnTo>
                  <a:cubicBezTo>
                    <a:pt x="139362" y="6114"/>
                    <a:pt x="133248" y="0"/>
                    <a:pt x="125703" y="0"/>
                  </a:cubicBezTo>
                  <a:close/>
                  <a:moveTo>
                    <a:pt x="112387" y="125883"/>
                  </a:moveTo>
                  <a:lnTo>
                    <a:pt x="27865" y="125883"/>
                  </a:lnTo>
                  <a:lnTo>
                    <a:pt x="27865" y="26975"/>
                  </a:lnTo>
                  <a:lnTo>
                    <a:pt x="112387" y="26975"/>
                  </a:lnTo>
                  <a:lnTo>
                    <a:pt x="112387" y="125883"/>
                  </a:lnTo>
                  <a:lnTo>
                    <a:pt x="112387" y="125883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7B879D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" name="Google Shape;1854;p72">
              <a:extLst>
                <a:ext uri="{FF2B5EF4-FFF2-40B4-BE49-F238E27FC236}">
                  <a16:creationId xmlns:a16="http://schemas.microsoft.com/office/drawing/2014/main" id="{F2F5BAA4-9086-FFB3-DBB1-4E6541832F93}"/>
                </a:ext>
              </a:extLst>
            </p:cNvPr>
            <p:cNvSpPr/>
            <p:nvPr/>
          </p:nvSpPr>
          <p:spPr>
            <a:xfrm>
              <a:off x="3367197" y="2541349"/>
              <a:ext cx="335667" cy="26975"/>
            </a:xfrm>
            <a:custGeom>
              <a:avLst/>
              <a:gdLst/>
              <a:ahLst/>
              <a:cxnLst/>
              <a:rect l="l" t="t" r="r" b="b"/>
              <a:pathLst>
                <a:path w="335667" h="26975" extrusionOk="0">
                  <a:moveTo>
                    <a:pt x="322005" y="0"/>
                  </a:moveTo>
                  <a:lnTo>
                    <a:pt x="13923" y="0"/>
                  </a:lnTo>
                  <a:cubicBezTo>
                    <a:pt x="6631" y="0"/>
                    <a:pt x="337" y="5593"/>
                    <a:pt x="13" y="12876"/>
                  </a:cubicBezTo>
                  <a:cubicBezTo>
                    <a:pt x="-328" y="20600"/>
                    <a:pt x="5912" y="26975"/>
                    <a:pt x="13663" y="26975"/>
                  </a:cubicBezTo>
                  <a:lnTo>
                    <a:pt x="321744" y="26975"/>
                  </a:lnTo>
                  <a:cubicBezTo>
                    <a:pt x="329037" y="26975"/>
                    <a:pt x="335331" y="21382"/>
                    <a:pt x="335655" y="14099"/>
                  </a:cubicBezTo>
                  <a:cubicBezTo>
                    <a:pt x="335996" y="6375"/>
                    <a:pt x="329756" y="0"/>
                    <a:pt x="32200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7B879D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" name="Google Shape;1855;p72">
              <a:extLst>
                <a:ext uri="{FF2B5EF4-FFF2-40B4-BE49-F238E27FC236}">
                  <a16:creationId xmlns:a16="http://schemas.microsoft.com/office/drawing/2014/main" id="{20104CB4-0F52-1E08-0E59-650D4F8F20AA}"/>
                </a:ext>
              </a:extLst>
            </p:cNvPr>
            <p:cNvSpPr/>
            <p:nvPr/>
          </p:nvSpPr>
          <p:spPr>
            <a:xfrm>
              <a:off x="3558674" y="2608787"/>
              <a:ext cx="143012" cy="26975"/>
            </a:xfrm>
            <a:custGeom>
              <a:avLst/>
              <a:gdLst/>
              <a:ahLst/>
              <a:cxnLst/>
              <a:rect l="l" t="t" r="r" b="b"/>
              <a:pathLst>
                <a:path w="143012" h="26975" extrusionOk="0">
                  <a:moveTo>
                    <a:pt x="129521" y="0"/>
                  </a:moveTo>
                  <a:lnTo>
                    <a:pt x="13915" y="0"/>
                  </a:lnTo>
                  <a:cubicBezTo>
                    <a:pt x="6632" y="0"/>
                    <a:pt x="337" y="5602"/>
                    <a:pt x="14" y="12876"/>
                  </a:cubicBezTo>
                  <a:cubicBezTo>
                    <a:pt x="-328" y="20600"/>
                    <a:pt x="5840" y="26975"/>
                    <a:pt x="13492" y="26975"/>
                  </a:cubicBezTo>
                  <a:lnTo>
                    <a:pt x="129098" y="26975"/>
                  </a:lnTo>
                  <a:cubicBezTo>
                    <a:pt x="136381" y="26975"/>
                    <a:pt x="142675" y="21373"/>
                    <a:pt x="142999" y="14099"/>
                  </a:cubicBezTo>
                  <a:cubicBezTo>
                    <a:pt x="143341" y="6375"/>
                    <a:pt x="137173" y="0"/>
                    <a:pt x="12952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7B879D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" name="Google Shape;1856;p72">
              <a:extLst>
                <a:ext uri="{FF2B5EF4-FFF2-40B4-BE49-F238E27FC236}">
                  <a16:creationId xmlns:a16="http://schemas.microsoft.com/office/drawing/2014/main" id="{D3DF48D8-3A3B-E0F9-ED71-A4DD3B5EA6F7}"/>
                </a:ext>
              </a:extLst>
            </p:cNvPr>
            <p:cNvSpPr/>
            <p:nvPr/>
          </p:nvSpPr>
          <p:spPr>
            <a:xfrm>
              <a:off x="3558674" y="2667233"/>
              <a:ext cx="143012" cy="26975"/>
            </a:xfrm>
            <a:custGeom>
              <a:avLst/>
              <a:gdLst/>
              <a:ahLst/>
              <a:cxnLst/>
              <a:rect l="l" t="t" r="r" b="b"/>
              <a:pathLst>
                <a:path w="143012" h="26975" extrusionOk="0">
                  <a:moveTo>
                    <a:pt x="129521" y="0"/>
                  </a:moveTo>
                  <a:lnTo>
                    <a:pt x="13915" y="0"/>
                  </a:lnTo>
                  <a:cubicBezTo>
                    <a:pt x="6632" y="0"/>
                    <a:pt x="337" y="5602"/>
                    <a:pt x="14" y="12876"/>
                  </a:cubicBezTo>
                  <a:cubicBezTo>
                    <a:pt x="-328" y="20600"/>
                    <a:pt x="5840" y="26975"/>
                    <a:pt x="13492" y="26975"/>
                  </a:cubicBezTo>
                  <a:lnTo>
                    <a:pt x="129098" y="26975"/>
                  </a:lnTo>
                  <a:cubicBezTo>
                    <a:pt x="136381" y="26975"/>
                    <a:pt x="142675" y="21373"/>
                    <a:pt x="142999" y="14099"/>
                  </a:cubicBezTo>
                  <a:cubicBezTo>
                    <a:pt x="143341" y="6375"/>
                    <a:pt x="137173" y="0"/>
                    <a:pt x="12952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7B879D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" name="Google Shape;1857;p72">
              <a:extLst>
                <a:ext uri="{FF2B5EF4-FFF2-40B4-BE49-F238E27FC236}">
                  <a16:creationId xmlns:a16="http://schemas.microsoft.com/office/drawing/2014/main" id="{5020A1B9-E31F-A8AF-10EE-7B894491D520}"/>
                </a:ext>
              </a:extLst>
            </p:cNvPr>
            <p:cNvSpPr/>
            <p:nvPr/>
          </p:nvSpPr>
          <p:spPr>
            <a:xfrm>
              <a:off x="3558674" y="2726578"/>
              <a:ext cx="143012" cy="26975"/>
            </a:xfrm>
            <a:custGeom>
              <a:avLst/>
              <a:gdLst/>
              <a:ahLst/>
              <a:cxnLst/>
              <a:rect l="l" t="t" r="r" b="b"/>
              <a:pathLst>
                <a:path w="143012" h="26975" extrusionOk="0">
                  <a:moveTo>
                    <a:pt x="129521" y="0"/>
                  </a:moveTo>
                  <a:lnTo>
                    <a:pt x="13915" y="0"/>
                  </a:lnTo>
                  <a:cubicBezTo>
                    <a:pt x="6632" y="0"/>
                    <a:pt x="337" y="5602"/>
                    <a:pt x="14" y="12876"/>
                  </a:cubicBezTo>
                  <a:cubicBezTo>
                    <a:pt x="-328" y="20600"/>
                    <a:pt x="5840" y="26975"/>
                    <a:pt x="13492" y="26975"/>
                  </a:cubicBezTo>
                  <a:lnTo>
                    <a:pt x="129098" y="26975"/>
                  </a:lnTo>
                  <a:cubicBezTo>
                    <a:pt x="136381" y="26975"/>
                    <a:pt x="142675" y="21373"/>
                    <a:pt x="142999" y="14099"/>
                  </a:cubicBezTo>
                  <a:cubicBezTo>
                    <a:pt x="143341" y="6375"/>
                    <a:pt x="137173" y="0"/>
                    <a:pt x="12952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7B879D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51" name="Google Shape;1813;p72">
            <a:extLst>
              <a:ext uri="{FF2B5EF4-FFF2-40B4-BE49-F238E27FC236}">
                <a16:creationId xmlns:a16="http://schemas.microsoft.com/office/drawing/2014/main" id="{5F55CC2A-10D1-EC7A-286B-951EB977EA39}"/>
              </a:ext>
            </a:extLst>
          </p:cNvPr>
          <p:cNvGrpSpPr/>
          <p:nvPr/>
        </p:nvGrpSpPr>
        <p:grpSpPr>
          <a:xfrm>
            <a:off x="6586798" y="2561855"/>
            <a:ext cx="372255" cy="460373"/>
            <a:chOff x="3892792" y="2978345"/>
            <a:chExt cx="372255" cy="460373"/>
          </a:xfrm>
        </p:grpSpPr>
        <p:sp>
          <p:nvSpPr>
            <p:cNvPr id="52" name="Google Shape;1814;p72">
              <a:extLst>
                <a:ext uri="{FF2B5EF4-FFF2-40B4-BE49-F238E27FC236}">
                  <a16:creationId xmlns:a16="http://schemas.microsoft.com/office/drawing/2014/main" id="{A04D1E1D-74AF-7D5A-5099-662055521A2C}"/>
                </a:ext>
              </a:extLst>
            </p:cNvPr>
            <p:cNvSpPr/>
            <p:nvPr/>
          </p:nvSpPr>
          <p:spPr>
            <a:xfrm>
              <a:off x="3892792" y="2978345"/>
              <a:ext cx="372255" cy="460373"/>
            </a:xfrm>
            <a:custGeom>
              <a:avLst/>
              <a:gdLst/>
              <a:ahLst/>
              <a:cxnLst/>
              <a:rect l="l" t="t" r="r" b="b"/>
              <a:pathLst>
                <a:path w="372255" h="460373" extrusionOk="0">
                  <a:moveTo>
                    <a:pt x="358498" y="47656"/>
                  </a:moveTo>
                  <a:lnTo>
                    <a:pt x="321003" y="47656"/>
                  </a:lnTo>
                  <a:lnTo>
                    <a:pt x="321003" y="13757"/>
                  </a:lnTo>
                  <a:cubicBezTo>
                    <a:pt x="321003" y="6159"/>
                    <a:pt x="314843" y="0"/>
                    <a:pt x="307245" y="0"/>
                  </a:cubicBezTo>
                  <a:lnTo>
                    <a:pt x="13640" y="0"/>
                  </a:lnTo>
                  <a:cubicBezTo>
                    <a:pt x="6105" y="0"/>
                    <a:pt x="0" y="6159"/>
                    <a:pt x="0" y="13748"/>
                  </a:cubicBezTo>
                  <a:lnTo>
                    <a:pt x="0" y="398969"/>
                  </a:lnTo>
                  <a:cubicBezTo>
                    <a:pt x="0" y="406558"/>
                    <a:pt x="6105" y="412718"/>
                    <a:pt x="13640" y="412718"/>
                  </a:cubicBezTo>
                  <a:lnTo>
                    <a:pt x="51253" y="412718"/>
                  </a:lnTo>
                  <a:lnTo>
                    <a:pt x="51253" y="446616"/>
                  </a:lnTo>
                  <a:cubicBezTo>
                    <a:pt x="51253" y="454214"/>
                    <a:pt x="57412" y="460373"/>
                    <a:pt x="65010" y="460373"/>
                  </a:cubicBezTo>
                  <a:lnTo>
                    <a:pt x="358498" y="460373"/>
                  </a:lnTo>
                  <a:cubicBezTo>
                    <a:pt x="366105" y="460373"/>
                    <a:pt x="372255" y="454214"/>
                    <a:pt x="372255" y="446625"/>
                  </a:cubicBezTo>
                  <a:lnTo>
                    <a:pt x="372255" y="61404"/>
                  </a:lnTo>
                  <a:cubicBezTo>
                    <a:pt x="372255" y="53815"/>
                    <a:pt x="366096" y="47656"/>
                    <a:pt x="358498" y="47656"/>
                  </a:cubicBezTo>
                  <a:close/>
                  <a:moveTo>
                    <a:pt x="52152" y="60514"/>
                  </a:moveTo>
                  <a:lnTo>
                    <a:pt x="52152" y="384843"/>
                  </a:lnTo>
                  <a:lnTo>
                    <a:pt x="27874" y="384843"/>
                  </a:lnTo>
                  <a:lnTo>
                    <a:pt x="27874" y="26975"/>
                  </a:lnTo>
                  <a:lnTo>
                    <a:pt x="293128" y="26975"/>
                  </a:lnTo>
                  <a:lnTo>
                    <a:pt x="293128" y="46757"/>
                  </a:lnTo>
                  <a:lnTo>
                    <a:pt x="65909" y="46757"/>
                  </a:lnTo>
                  <a:cubicBezTo>
                    <a:pt x="58311" y="46757"/>
                    <a:pt x="52152" y="52916"/>
                    <a:pt x="52152" y="60514"/>
                  </a:cubicBezTo>
                  <a:close/>
                  <a:moveTo>
                    <a:pt x="345280" y="432499"/>
                  </a:moveTo>
                  <a:lnTo>
                    <a:pt x="79127" y="432499"/>
                  </a:lnTo>
                  <a:lnTo>
                    <a:pt x="79127" y="74631"/>
                  </a:lnTo>
                  <a:lnTo>
                    <a:pt x="345280" y="74631"/>
                  </a:lnTo>
                  <a:lnTo>
                    <a:pt x="345280" y="432499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7B879D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" name="Google Shape;1815;p72">
              <a:extLst>
                <a:ext uri="{FF2B5EF4-FFF2-40B4-BE49-F238E27FC236}">
                  <a16:creationId xmlns:a16="http://schemas.microsoft.com/office/drawing/2014/main" id="{53AB681C-E68E-DD4B-FCD6-EFCCF5E76F21}"/>
                </a:ext>
              </a:extLst>
            </p:cNvPr>
            <p:cNvSpPr/>
            <p:nvPr/>
          </p:nvSpPr>
          <p:spPr>
            <a:xfrm>
              <a:off x="4006278" y="3109443"/>
              <a:ext cx="159159" cy="159166"/>
            </a:xfrm>
            <a:custGeom>
              <a:avLst/>
              <a:gdLst/>
              <a:ahLst/>
              <a:cxnLst/>
              <a:rect l="l" t="t" r="r" b="b"/>
              <a:pathLst>
                <a:path w="159159" h="159166" extrusionOk="0">
                  <a:moveTo>
                    <a:pt x="145402" y="65819"/>
                  </a:moveTo>
                  <a:lnTo>
                    <a:pt x="93331" y="65819"/>
                  </a:lnTo>
                  <a:lnTo>
                    <a:pt x="93331" y="13757"/>
                  </a:lnTo>
                  <a:cubicBezTo>
                    <a:pt x="93331" y="6159"/>
                    <a:pt x="87163" y="0"/>
                    <a:pt x="79565" y="0"/>
                  </a:cubicBezTo>
                  <a:cubicBezTo>
                    <a:pt x="35164" y="0"/>
                    <a:pt x="-865" y="36569"/>
                    <a:pt x="16" y="81168"/>
                  </a:cubicBezTo>
                  <a:cubicBezTo>
                    <a:pt x="843" y="123105"/>
                    <a:pt x="34562" y="157507"/>
                    <a:pt x="76472" y="159108"/>
                  </a:cubicBezTo>
                  <a:cubicBezTo>
                    <a:pt x="121763" y="160834"/>
                    <a:pt x="159159" y="124490"/>
                    <a:pt x="159159" y="79576"/>
                  </a:cubicBezTo>
                  <a:cubicBezTo>
                    <a:pt x="159159" y="71987"/>
                    <a:pt x="153009" y="65819"/>
                    <a:pt x="145402" y="65819"/>
                  </a:cubicBezTo>
                  <a:close/>
                  <a:moveTo>
                    <a:pt x="80114" y="132016"/>
                  </a:moveTo>
                  <a:cubicBezTo>
                    <a:pt x="51403" y="132016"/>
                    <a:pt x="28052" y="108655"/>
                    <a:pt x="28052" y="79936"/>
                  </a:cubicBezTo>
                  <a:cubicBezTo>
                    <a:pt x="28052" y="56000"/>
                    <a:pt x="44300" y="35769"/>
                    <a:pt x="66356" y="29717"/>
                  </a:cubicBezTo>
                  <a:lnTo>
                    <a:pt x="66356" y="79936"/>
                  </a:lnTo>
                  <a:cubicBezTo>
                    <a:pt x="66356" y="87534"/>
                    <a:pt x="72516" y="93693"/>
                    <a:pt x="80114" y="93693"/>
                  </a:cubicBezTo>
                  <a:lnTo>
                    <a:pt x="130341" y="93693"/>
                  </a:lnTo>
                  <a:cubicBezTo>
                    <a:pt x="124299" y="115759"/>
                    <a:pt x="104076" y="132016"/>
                    <a:pt x="80114" y="13201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7B879D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" name="Google Shape;1816;p72">
              <a:extLst>
                <a:ext uri="{FF2B5EF4-FFF2-40B4-BE49-F238E27FC236}">
                  <a16:creationId xmlns:a16="http://schemas.microsoft.com/office/drawing/2014/main" id="{DACBE6F2-2AE1-3CAE-44AB-DC72F462720D}"/>
                </a:ext>
              </a:extLst>
            </p:cNvPr>
            <p:cNvSpPr/>
            <p:nvPr/>
          </p:nvSpPr>
          <p:spPr>
            <a:xfrm>
              <a:off x="4110399" y="3072038"/>
              <a:ext cx="93342" cy="93333"/>
            </a:xfrm>
            <a:custGeom>
              <a:avLst/>
              <a:gdLst/>
              <a:ahLst/>
              <a:cxnLst/>
              <a:rect l="l" t="t" r="r" b="b"/>
              <a:pathLst>
                <a:path w="93342" h="93333" extrusionOk="0">
                  <a:moveTo>
                    <a:pt x="13865" y="0"/>
                  </a:moveTo>
                  <a:cubicBezTo>
                    <a:pt x="6222" y="-9"/>
                    <a:pt x="0" y="6114"/>
                    <a:pt x="0" y="13757"/>
                  </a:cubicBezTo>
                  <a:lnTo>
                    <a:pt x="0" y="79576"/>
                  </a:lnTo>
                  <a:cubicBezTo>
                    <a:pt x="0" y="87174"/>
                    <a:pt x="6150" y="93334"/>
                    <a:pt x="13757" y="93334"/>
                  </a:cubicBezTo>
                  <a:lnTo>
                    <a:pt x="79585" y="93334"/>
                  </a:lnTo>
                  <a:cubicBezTo>
                    <a:pt x="87102" y="93334"/>
                    <a:pt x="93325" y="87309"/>
                    <a:pt x="93342" y="79792"/>
                  </a:cubicBezTo>
                  <a:cubicBezTo>
                    <a:pt x="93459" y="35499"/>
                    <a:pt x="57394" y="54"/>
                    <a:pt x="13865" y="0"/>
                  </a:cubicBezTo>
                  <a:close/>
                  <a:moveTo>
                    <a:pt x="26975" y="65459"/>
                  </a:moveTo>
                  <a:lnTo>
                    <a:pt x="26975" y="28998"/>
                  </a:lnTo>
                  <a:cubicBezTo>
                    <a:pt x="44653" y="33845"/>
                    <a:pt x="58590" y="47782"/>
                    <a:pt x="63445" y="65459"/>
                  </a:cubicBezTo>
                  <a:lnTo>
                    <a:pt x="26975" y="65459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7B879D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" name="Google Shape;1817;p72">
              <a:extLst>
                <a:ext uri="{FF2B5EF4-FFF2-40B4-BE49-F238E27FC236}">
                  <a16:creationId xmlns:a16="http://schemas.microsoft.com/office/drawing/2014/main" id="{07752173-86B9-745A-D98C-C996B6485977}"/>
                </a:ext>
              </a:extLst>
            </p:cNvPr>
            <p:cNvSpPr/>
            <p:nvPr/>
          </p:nvSpPr>
          <p:spPr>
            <a:xfrm>
              <a:off x="3994309" y="3299347"/>
              <a:ext cx="218010" cy="27874"/>
            </a:xfrm>
            <a:custGeom>
              <a:avLst/>
              <a:gdLst/>
              <a:ahLst/>
              <a:cxnLst/>
              <a:rect l="l" t="t" r="r" b="b"/>
              <a:pathLst>
                <a:path w="218010" h="27874" extrusionOk="0">
                  <a:moveTo>
                    <a:pt x="217606" y="10502"/>
                  </a:moveTo>
                  <a:cubicBezTo>
                    <a:pt x="216140" y="4262"/>
                    <a:pt x="210331" y="0"/>
                    <a:pt x="203920" y="0"/>
                  </a:cubicBezTo>
                  <a:lnTo>
                    <a:pt x="13756" y="0"/>
                  </a:lnTo>
                  <a:cubicBezTo>
                    <a:pt x="5034" y="0"/>
                    <a:pt x="-1773" y="8209"/>
                    <a:pt x="412" y="17399"/>
                  </a:cubicBezTo>
                  <a:cubicBezTo>
                    <a:pt x="1896" y="23630"/>
                    <a:pt x="7686" y="27874"/>
                    <a:pt x="14088" y="27874"/>
                  </a:cubicBezTo>
                  <a:lnTo>
                    <a:pt x="204253" y="27874"/>
                  </a:lnTo>
                  <a:cubicBezTo>
                    <a:pt x="212948" y="27874"/>
                    <a:pt x="219773" y="19701"/>
                    <a:pt x="217606" y="10502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7B879D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" name="Google Shape;1818;p72">
              <a:extLst>
                <a:ext uri="{FF2B5EF4-FFF2-40B4-BE49-F238E27FC236}">
                  <a16:creationId xmlns:a16="http://schemas.microsoft.com/office/drawing/2014/main" id="{E87706B5-5BE6-D9B3-3CAD-7F7C852E0ABD}"/>
                </a:ext>
              </a:extLst>
            </p:cNvPr>
            <p:cNvSpPr/>
            <p:nvPr/>
          </p:nvSpPr>
          <p:spPr>
            <a:xfrm>
              <a:off x="3994308" y="3351499"/>
              <a:ext cx="218020" cy="27874"/>
            </a:xfrm>
            <a:custGeom>
              <a:avLst/>
              <a:gdLst/>
              <a:ahLst/>
              <a:cxnLst/>
              <a:rect l="l" t="t" r="r" b="b"/>
              <a:pathLst>
                <a:path w="218020" h="27874" extrusionOk="0">
                  <a:moveTo>
                    <a:pt x="217606" y="10502"/>
                  </a:moveTo>
                  <a:cubicBezTo>
                    <a:pt x="216141" y="4262"/>
                    <a:pt x="210332" y="0"/>
                    <a:pt x="203921" y="0"/>
                  </a:cubicBezTo>
                  <a:lnTo>
                    <a:pt x="13756" y="0"/>
                  </a:lnTo>
                  <a:cubicBezTo>
                    <a:pt x="4989" y="0"/>
                    <a:pt x="-1808" y="8290"/>
                    <a:pt x="431" y="17471"/>
                  </a:cubicBezTo>
                  <a:cubicBezTo>
                    <a:pt x="1941" y="23666"/>
                    <a:pt x="7723" y="27874"/>
                    <a:pt x="14098" y="27874"/>
                  </a:cubicBezTo>
                  <a:lnTo>
                    <a:pt x="204263" y="27874"/>
                  </a:lnTo>
                  <a:cubicBezTo>
                    <a:pt x="212958" y="27874"/>
                    <a:pt x="219782" y="19701"/>
                    <a:pt x="217615" y="10502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7B879D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57" name="Conector de Seta Reta 56">
            <a:extLst>
              <a:ext uri="{FF2B5EF4-FFF2-40B4-BE49-F238E27FC236}">
                <a16:creationId xmlns:a16="http://schemas.microsoft.com/office/drawing/2014/main" id="{BF563D22-22EA-E2C6-C60B-B69CCE724E2D}"/>
              </a:ext>
            </a:extLst>
          </p:cNvPr>
          <p:cNvCxnSpPr>
            <a:cxnSpLocks/>
          </p:cNvCxnSpPr>
          <p:nvPr/>
        </p:nvCxnSpPr>
        <p:spPr>
          <a:xfrm>
            <a:off x="6152182" y="2805980"/>
            <a:ext cx="365703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0710448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91">
          <a:extLst>
            <a:ext uri="{FF2B5EF4-FFF2-40B4-BE49-F238E27FC236}">
              <a16:creationId xmlns:a16="http://schemas.microsoft.com/office/drawing/2014/main" id="{F76CDEE9-EB0C-9F37-4F7C-646E52E857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83" name="Gráfico 982">
            <a:extLst>
              <a:ext uri="{FF2B5EF4-FFF2-40B4-BE49-F238E27FC236}">
                <a16:creationId xmlns:a16="http://schemas.microsoft.com/office/drawing/2014/main" id="{71EC4D8F-3D95-21E6-8730-14DECDBED5D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471287" y="-176981"/>
            <a:ext cx="10434025" cy="5320297"/>
          </a:xfrm>
          <a:prstGeom prst="rect">
            <a:avLst/>
          </a:prstGeom>
        </p:spPr>
      </p:pic>
      <p:sp>
        <p:nvSpPr>
          <p:cNvPr id="2" name="Google Shape;932;p37">
            <a:extLst>
              <a:ext uri="{FF2B5EF4-FFF2-40B4-BE49-F238E27FC236}">
                <a16:creationId xmlns:a16="http://schemas.microsoft.com/office/drawing/2014/main" id="{39D4ABE6-C922-B591-922B-9475D537D592}"/>
              </a:ext>
            </a:extLst>
          </p:cNvPr>
          <p:cNvSpPr txBox="1">
            <a:spLocks/>
          </p:cNvSpPr>
          <p:nvPr/>
        </p:nvSpPr>
        <p:spPr>
          <a:xfrm>
            <a:off x="7194305" y="528340"/>
            <a:ext cx="1661894" cy="2259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None/>
              <a:defRPr sz="28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None/>
              <a:defRPr sz="28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None/>
              <a:defRPr sz="28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None/>
              <a:defRPr sz="28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None/>
              <a:defRPr sz="28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None/>
              <a:defRPr sz="28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None/>
              <a:defRPr sz="28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None/>
              <a:defRPr sz="28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None/>
              <a:defRPr sz="28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r>
              <a:rPr lang="pt-BR" sz="600" b="0" dirty="0">
                <a:solidFill>
                  <a:srgbClr val="186E66"/>
                </a:solidFill>
                <a:latin typeface="+mj-lt"/>
                <a:cs typeface="Arial" panose="020B0604020202020204" pitchFamily="34" charset="0"/>
              </a:rPr>
              <a:t>Há mais de 60 anos pensando o Brasil</a:t>
            </a:r>
          </a:p>
        </p:txBody>
      </p:sp>
      <p:sp>
        <p:nvSpPr>
          <p:cNvPr id="3" name="Google Shape;936;p37">
            <a:extLst>
              <a:ext uri="{FF2B5EF4-FFF2-40B4-BE49-F238E27FC236}">
                <a16:creationId xmlns:a16="http://schemas.microsoft.com/office/drawing/2014/main" id="{0650D19E-4A34-22BB-4757-D69508ADF2E9}"/>
              </a:ext>
            </a:extLst>
          </p:cNvPr>
          <p:cNvSpPr/>
          <p:nvPr/>
        </p:nvSpPr>
        <p:spPr>
          <a:xfrm flipH="1">
            <a:off x="7861193" y="4721150"/>
            <a:ext cx="1282656" cy="422165"/>
          </a:xfrm>
          <a:prstGeom prst="round1Rect">
            <a:avLst>
              <a:gd name="adj" fmla="val 50000"/>
            </a:avLst>
          </a:prstGeom>
          <a:solidFill>
            <a:srgbClr val="1B204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latin typeface="Maven Pro"/>
              <a:ea typeface="Maven Pro"/>
              <a:cs typeface="Maven Pro"/>
              <a:sym typeface="Maven Pro"/>
            </a:endParaRPr>
          </a:p>
        </p:txBody>
      </p:sp>
      <p:sp>
        <p:nvSpPr>
          <p:cNvPr id="4" name="Google Shape;937;p37">
            <a:extLst>
              <a:ext uri="{FF2B5EF4-FFF2-40B4-BE49-F238E27FC236}">
                <a16:creationId xmlns:a16="http://schemas.microsoft.com/office/drawing/2014/main" id="{081B30D8-79B5-CEC7-1049-AF1C8F3E6441}"/>
              </a:ext>
            </a:extLst>
          </p:cNvPr>
          <p:cNvSpPr/>
          <p:nvPr/>
        </p:nvSpPr>
        <p:spPr>
          <a:xfrm flipH="1">
            <a:off x="7588727" y="4912884"/>
            <a:ext cx="1555123" cy="230496"/>
          </a:xfrm>
          <a:prstGeom prst="round1Rect">
            <a:avLst>
              <a:gd name="adj" fmla="val 50000"/>
            </a:avLst>
          </a:prstGeom>
          <a:gradFill flip="none" rotWithShape="1">
            <a:gsLst>
              <a:gs pos="63000">
                <a:srgbClr val="06D1D7"/>
              </a:gs>
              <a:gs pos="33000">
                <a:srgbClr val="23A295"/>
              </a:gs>
              <a:gs pos="0">
                <a:srgbClr val="57F6A2"/>
              </a:gs>
              <a:gs pos="100000">
                <a:srgbClr val="1B2048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latin typeface="Maven Pro"/>
              <a:ea typeface="Maven Pro"/>
              <a:cs typeface="Maven Pro"/>
              <a:sym typeface="Maven Pro"/>
            </a:endParaRPr>
          </a:p>
        </p:txBody>
      </p:sp>
      <p:grpSp>
        <p:nvGrpSpPr>
          <p:cNvPr id="5" name="Google Shape;938;p37">
            <a:extLst>
              <a:ext uri="{FF2B5EF4-FFF2-40B4-BE49-F238E27FC236}">
                <a16:creationId xmlns:a16="http://schemas.microsoft.com/office/drawing/2014/main" id="{5A070F34-AA9B-C67B-0F9A-80B58E2C084B}"/>
              </a:ext>
            </a:extLst>
          </p:cNvPr>
          <p:cNvGrpSpPr/>
          <p:nvPr/>
        </p:nvGrpSpPr>
        <p:grpSpPr>
          <a:xfrm>
            <a:off x="8644350" y="4276582"/>
            <a:ext cx="423698" cy="551579"/>
            <a:chOff x="7631225" y="2241175"/>
            <a:chExt cx="986125" cy="2095500"/>
          </a:xfrm>
          <a:gradFill>
            <a:gsLst>
              <a:gs pos="53000">
                <a:srgbClr val="23A295"/>
              </a:gs>
              <a:gs pos="0">
                <a:srgbClr val="57F6A2"/>
              </a:gs>
              <a:gs pos="100000">
                <a:srgbClr val="1B2048"/>
              </a:gs>
            </a:gsLst>
            <a:lin ang="5400000" scaled="1"/>
          </a:gradFill>
        </p:grpSpPr>
        <p:cxnSp>
          <p:nvCxnSpPr>
            <p:cNvPr id="6" name="Google Shape;939;p37">
              <a:extLst>
                <a:ext uri="{FF2B5EF4-FFF2-40B4-BE49-F238E27FC236}">
                  <a16:creationId xmlns:a16="http://schemas.microsoft.com/office/drawing/2014/main" id="{E52D3B04-3169-DDF9-3522-01D09C196D70}"/>
                </a:ext>
              </a:extLst>
            </p:cNvPr>
            <p:cNvCxnSpPr/>
            <p:nvPr/>
          </p:nvCxnSpPr>
          <p:spPr>
            <a:xfrm>
              <a:off x="7631225" y="2241175"/>
              <a:ext cx="0" cy="2095500"/>
            </a:xfrm>
            <a:prstGeom prst="straightConnector1">
              <a:avLst/>
            </a:prstGeom>
            <a:grpFill/>
            <a:ln w="9525" cap="flat" cmpd="sng">
              <a:solidFill>
                <a:srgbClr val="1AB0A9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7" name="Google Shape;940;p37">
              <a:extLst>
                <a:ext uri="{FF2B5EF4-FFF2-40B4-BE49-F238E27FC236}">
                  <a16:creationId xmlns:a16="http://schemas.microsoft.com/office/drawing/2014/main" id="{65B27809-C3FE-6C1E-E578-1CD3F43F8C0E}"/>
                </a:ext>
              </a:extLst>
            </p:cNvPr>
            <p:cNvCxnSpPr/>
            <p:nvPr/>
          </p:nvCxnSpPr>
          <p:spPr>
            <a:xfrm>
              <a:off x="7707081" y="2241175"/>
              <a:ext cx="0" cy="2095500"/>
            </a:xfrm>
            <a:prstGeom prst="straightConnector1">
              <a:avLst/>
            </a:prstGeom>
            <a:grpFill/>
            <a:ln w="9525" cap="flat" cmpd="sng">
              <a:solidFill>
                <a:srgbClr val="1AB0A9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8" name="Google Shape;941;p37">
              <a:extLst>
                <a:ext uri="{FF2B5EF4-FFF2-40B4-BE49-F238E27FC236}">
                  <a16:creationId xmlns:a16="http://schemas.microsoft.com/office/drawing/2014/main" id="{30F79078-23E4-CEFC-AAB0-E391F05EF61D}"/>
                </a:ext>
              </a:extLst>
            </p:cNvPr>
            <p:cNvCxnSpPr/>
            <p:nvPr/>
          </p:nvCxnSpPr>
          <p:spPr>
            <a:xfrm>
              <a:off x="7782937" y="2241175"/>
              <a:ext cx="0" cy="2095500"/>
            </a:xfrm>
            <a:prstGeom prst="straightConnector1">
              <a:avLst/>
            </a:prstGeom>
            <a:grpFill/>
            <a:ln w="9525" cap="flat" cmpd="sng">
              <a:solidFill>
                <a:srgbClr val="1AB0A9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9" name="Google Shape;942;p37">
              <a:extLst>
                <a:ext uri="{FF2B5EF4-FFF2-40B4-BE49-F238E27FC236}">
                  <a16:creationId xmlns:a16="http://schemas.microsoft.com/office/drawing/2014/main" id="{E76A7EB0-1811-1F0D-938A-45CA1ED7A4D5}"/>
                </a:ext>
              </a:extLst>
            </p:cNvPr>
            <p:cNvCxnSpPr/>
            <p:nvPr/>
          </p:nvCxnSpPr>
          <p:spPr>
            <a:xfrm>
              <a:off x="7858792" y="2241175"/>
              <a:ext cx="0" cy="2095500"/>
            </a:xfrm>
            <a:prstGeom prst="straightConnector1">
              <a:avLst/>
            </a:prstGeom>
            <a:grpFill/>
            <a:ln w="9525" cap="flat" cmpd="sng">
              <a:solidFill>
                <a:srgbClr val="1AB0A9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0" name="Google Shape;943;p37">
              <a:extLst>
                <a:ext uri="{FF2B5EF4-FFF2-40B4-BE49-F238E27FC236}">
                  <a16:creationId xmlns:a16="http://schemas.microsoft.com/office/drawing/2014/main" id="{89158E04-C62C-90FB-B553-C8F1614A1667}"/>
                </a:ext>
              </a:extLst>
            </p:cNvPr>
            <p:cNvCxnSpPr/>
            <p:nvPr/>
          </p:nvCxnSpPr>
          <p:spPr>
            <a:xfrm>
              <a:off x="8010504" y="2241175"/>
              <a:ext cx="0" cy="2095500"/>
            </a:xfrm>
            <a:prstGeom prst="straightConnector1">
              <a:avLst/>
            </a:prstGeom>
            <a:grpFill/>
            <a:ln w="9525" cap="flat" cmpd="sng">
              <a:solidFill>
                <a:srgbClr val="1AB0A9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1" name="Google Shape;944;p37">
              <a:extLst>
                <a:ext uri="{FF2B5EF4-FFF2-40B4-BE49-F238E27FC236}">
                  <a16:creationId xmlns:a16="http://schemas.microsoft.com/office/drawing/2014/main" id="{B6E6D022-4487-EC38-4276-337C0BDDF45A}"/>
                </a:ext>
              </a:extLst>
            </p:cNvPr>
            <p:cNvCxnSpPr/>
            <p:nvPr/>
          </p:nvCxnSpPr>
          <p:spPr>
            <a:xfrm>
              <a:off x="8162215" y="2241175"/>
              <a:ext cx="0" cy="2095500"/>
            </a:xfrm>
            <a:prstGeom prst="straightConnector1">
              <a:avLst/>
            </a:prstGeom>
            <a:grpFill/>
            <a:ln w="9525" cap="flat" cmpd="sng">
              <a:solidFill>
                <a:srgbClr val="1AB0A9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2" name="Google Shape;945;p37">
              <a:extLst>
                <a:ext uri="{FF2B5EF4-FFF2-40B4-BE49-F238E27FC236}">
                  <a16:creationId xmlns:a16="http://schemas.microsoft.com/office/drawing/2014/main" id="{2A5FD008-0400-A859-EAFA-E5C4ECB57ADC}"/>
                </a:ext>
              </a:extLst>
            </p:cNvPr>
            <p:cNvCxnSpPr/>
            <p:nvPr/>
          </p:nvCxnSpPr>
          <p:spPr>
            <a:xfrm>
              <a:off x="8313927" y="2241175"/>
              <a:ext cx="0" cy="2095500"/>
            </a:xfrm>
            <a:prstGeom prst="straightConnector1">
              <a:avLst/>
            </a:prstGeom>
            <a:grpFill/>
            <a:ln w="9525" cap="flat" cmpd="sng">
              <a:solidFill>
                <a:srgbClr val="1AB0A9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3" name="Google Shape;946;p37">
              <a:extLst>
                <a:ext uri="{FF2B5EF4-FFF2-40B4-BE49-F238E27FC236}">
                  <a16:creationId xmlns:a16="http://schemas.microsoft.com/office/drawing/2014/main" id="{CB79CAAF-3E4B-C1CE-4D56-808F38387D81}"/>
                </a:ext>
              </a:extLst>
            </p:cNvPr>
            <p:cNvCxnSpPr/>
            <p:nvPr/>
          </p:nvCxnSpPr>
          <p:spPr>
            <a:xfrm>
              <a:off x="7934648" y="2241175"/>
              <a:ext cx="0" cy="2095500"/>
            </a:xfrm>
            <a:prstGeom prst="straightConnector1">
              <a:avLst/>
            </a:prstGeom>
            <a:grpFill/>
            <a:ln w="9525" cap="flat" cmpd="sng">
              <a:solidFill>
                <a:srgbClr val="1AB0A9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4" name="Google Shape;947;p37">
              <a:extLst>
                <a:ext uri="{FF2B5EF4-FFF2-40B4-BE49-F238E27FC236}">
                  <a16:creationId xmlns:a16="http://schemas.microsoft.com/office/drawing/2014/main" id="{C94107F0-50C2-7825-01F5-C7080225B5C7}"/>
                </a:ext>
              </a:extLst>
            </p:cNvPr>
            <p:cNvCxnSpPr/>
            <p:nvPr/>
          </p:nvCxnSpPr>
          <p:spPr>
            <a:xfrm>
              <a:off x="8086360" y="2241175"/>
              <a:ext cx="0" cy="2095500"/>
            </a:xfrm>
            <a:prstGeom prst="straightConnector1">
              <a:avLst/>
            </a:prstGeom>
            <a:grpFill/>
            <a:ln w="9525" cap="flat" cmpd="sng">
              <a:solidFill>
                <a:srgbClr val="1AB0A9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5" name="Google Shape;948;p37">
              <a:extLst>
                <a:ext uri="{FF2B5EF4-FFF2-40B4-BE49-F238E27FC236}">
                  <a16:creationId xmlns:a16="http://schemas.microsoft.com/office/drawing/2014/main" id="{BD038CB6-C1E8-3524-E513-4916A227AB0E}"/>
                </a:ext>
              </a:extLst>
            </p:cNvPr>
            <p:cNvCxnSpPr/>
            <p:nvPr/>
          </p:nvCxnSpPr>
          <p:spPr>
            <a:xfrm>
              <a:off x="8238071" y="2241175"/>
              <a:ext cx="0" cy="2095500"/>
            </a:xfrm>
            <a:prstGeom prst="straightConnector1">
              <a:avLst/>
            </a:prstGeom>
            <a:grpFill/>
            <a:ln w="9525" cap="flat" cmpd="sng">
              <a:solidFill>
                <a:srgbClr val="1AB0A9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6" name="Google Shape;949;p37">
              <a:extLst>
                <a:ext uri="{FF2B5EF4-FFF2-40B4-BE49-F238E27FC236}">
                  <a16:creationId xmlns:a16="http://schemas.microsoft.com/office/drawing/2014/main" id="{85851402-FA57-BC59-222B-D1A7AA12939C}"/>
                </a:ext>
              </a:extLst>
            </p:cNvPr>
            <p:cNvCxnSpPr/>
            <p:nvPr/>
          </p:nvCxnSpPr>
          <p:spPr>
            <a:xfrm>
              <a:off x="8389783" y="2241175"/>
              <a:ext cx="0" cy="2095500"/>
            </a:xfrm>
            <a:prstGeom prst="straightConnector1">
              <a:avLst/>
            </a:prstGeom>
            <a:grpFill/>
            <a:ln w="9525" cap="flat" cmpd="sng">
              <a:solidFill>
                <a:srgbClr val="1AB0A9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7" name="Google Shape;950;p37">
              <a:extLst>
                <a:ext uri="{FF2B5EF4-FFF2-40B4-BE49-F238E27FC236}">
                  <a16:creationId xmlns:a16="http://schemas.microsoft.com/office/drawing/2014/main" id="{DBA54566-1BA5-A3AE-FB84-7AA559B69400}"/>
                </a:ext>
              </a:extLst>
            </p:cNvPr>
            <p:cNvCxnSpPr/>
            <p:nvPr/>
          </p:nvCxnSpPr>
          <p:spPr>
            <a:xfrm>
              <a:off x="8465638" y="2241175"/>
              <a:ext cx="0" cy="2095500"/>
            </a:xfrm>
            <a:prstGeom prst="straightConnector1">
              <a:avLst/>
            </a:prstGeom>
            <a:grpFill/>
            <a:ln w="9525" cap="flat" cmpd="sng">
              <a:solidFill>
                <a:srgbClr val="1AB0A9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8" name="Google Shape;951;p37">
              <a:extLst>
                <a:ext uri="{FF2B5EF4-FFF2-40B4-BE49-F238E27FC236}">
                  <a16:creationId xmlns:a16="http://schemas.microsoft.com/office/drawing/2014/main" id="{68E2DAF3-8ADB-9581-9949-8FC1169B6A88}"/>
                </a:ext>
              </a:extLst>
            </p:cNvPr>
            <p:cNvCxnSpPr/>
            <p:nvPr/>
          </p:nvCxnSpPr>
          <p:spPr>
            <a:xfrm>
              <a:off x="8541494" y="2241175"/>
              <a:ext cx="0" cy="2095500"/>
            </a:xfrm>
            <a:prstGeom prst="straightConnector1">
              <a:avLst/>
            </a:prstGeom>
            <a:grpFill/>
            <a:ln w="9525" cap="flat" cmpd="sng">
              <a:solidFill>
                <a:srgbClr val="1AB0A9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9" name="Google Shape;952;p37">
              <a:extLst>
                <a:ext uri="{FF2B5EF4-FFF2-40B4-BE49-F238E27FC236}">
                  <a16:creationId xmlns:a16="http://schemas.microsoft.com/office/drawing/2014/main" id="{C7611278-2861-51A3-473C-198DA038166D}"/>
                </a:ext>
              </a:extLst>
            </p:cNvPr>
            <p:cNvCxnSpPr/>
            <p:nvPr/>
          </p:nvCxnSpPr>
          <p:spPr>
            <a:xfrm>
              <a:off x="8617350" y="2241175"/>
              <a:ext cx="0" cy="2095500"/>
            </a:xfrm>
            <a:prstGeom prst="straightConnector1">
              <a:avLst/>
            </a:prstGeom>
            <a:grpFill/>
            <a:ln w="9525" cap="flat" cmpd="sng">
              <a:solidFill>
                <a:srgbClr val="1AB0A9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20" name="Google Shape;954;p37">
            <a:extLst>
              <a:ext uri="{FF2B5EF4-FFF2-40B4-BE49-F238E27FC236}">
                <a16:creationId xmlns:a16="http://schemas.microsoft.com/office/drawing/2014/main" id="{42C092D5-684A-B092-034B-4321F3D9BFDC}"/>
              </a:ext>
            </a:extLst>
          </p:cNvPr>
          <p:cNvSpPr/>
          <p:nvPr/>
        </p:nvSpPr>
        <p:spPr>
          <a:xfrm>
            <a:off x="0" y="4680042"/>
            <a:ext cx="922564" cy="463274"/>
          </a:xfrm>
          <a:prstGeom prst="rect">
            <a:avLst/>
          </a:prstGeom>
          <a:gradFill>
            <a:gsLst>
              <a:gs pos="33000">
                <a:srgbClr val="23A295"/>
              </a:gs>
              <a:gs pos="0">
                <a:srgbClr val="57F6A2"/>
              </a:gs>
              <a:gs pos="100000">
                <a:srgbClr val="1B2048"/>
              </a:gs>
            </a:gsLst>
            <a:path path="circle">
              <a:fillToRect l="100000" t="100000"/>
            </a:path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dirty="0">
              <a:latin typeface="Maven Pro"/>
              <a:ea typeface="Maven Pro"/>
              <a:cs typeface="Maven Pro"/>
              <a:sym typeface="Maven Pro"/>
            </a:endParaRPr>
          </a:p>
        </p:txBody>
      </p:sp>
      <p:sp>
        <p:nvSpPr>
          <p:cNvPr id="21" name="Google Shape;955;p37">
            <a:extLst>
              <a:ext uri="{FF2B5EF4-FFF2-40B4-BE49-F238E27FC236}">
                <a16:creationId xmlns:a16="http://schemas.microsoft.com/office/drawing/2014/main" id="{F9E1F40D-94E7-01E0-D4CF-DD03CE04C73C}"/>
              </a:ext>
            </a:extLst>
          </p:cNvPr>
          <p:cNvSpPr/>
          <p:nvPr/>
        </p:nvSpPr>
        <p:spPr>
          <a:xfrm>
            <a:off x="0" y="4912883"/>
            <a:ext cx="1663658" cy="230641"/>
          </a:xfrm>
          <a:prstGeom prst="round1Rect">
            <a:avLst>
              <a:gd name="adj" fmla="val 50000"/>
            </a:avLst>
          </a:prstGeom>
          <a:solidFill>
            <a:srgbClr val="1B204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latin typeface="Maven Pro"/>
              <a:ea typeface="Maven Pro"/>
              <a:cs typeface="Maven Pro"/>
              <a:sym typeface="Maven Pro"/>
            </a:endParaRPr>
          </a:p>
        </p:txBody>
      </p:sp>
      <p:grpSp>
        <p:nvGrpSpPr>
          <p:cNvPr id="22" name="Agrupar 21">
            <a:extLst>
              <a:ext uri="{FF2B5EF4-FFF2-40B4-BE49-F238E27FC236}">
                <a16:creationId xmlns:a16="http://schemas.microsoft.com/office/drawing/2014/main" id="{AAAC341B-0B1F-EADA-E265-6D8E60A1EA10}"/>
              </a:ext>
            </a:extLst>
          </p:cNvPr>
          <p:cNvGrpSpPr/>
          <p:nvPr/>
        </p:nvGrpSpPr>
        <p:grpSpPr>
          <a:xfrm>
            <a:off x="7070035" y="156184"/>
            <a:ext cx="1722295" cy="405506"/>
            <a:chOff x="4782913" y="272045"/>
            <a:chExt cx="3752189" cy="883435"/>
          </a:xfrm>
        </p:grpSpPr>
        <p:pic>
          <p:nvPicPr>
            <p:cNvPr id="23" name="Imagem 22" descr="Interface gráfica do usuário, Texto&#10;&#10;O conteúdo gerado por IA pode estar incorreto.">
              <a:extLst>
                <a:ext uri="{FF2B5EF4-FFF2-40B4-BE49-F238E27FC236}">
                  <a16:creationId xmlns:a16="http://schemas.microsoft.com/office/drawing/2014/main" id="{0C4EC81F-6A36-F4A0-1E4F-174136E594B9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4782913" y="272045"/>
              <a:ext cx="3752189" cy="883435"/>
            </a:xfrm>
            <a:prstGeom prst="rect">
              <a:avLst/>
            </a:prstGeom>
          </p:spPr>
        </p:pic>
        <p:cxnSp>
          <p:nvCxnSpPr>
            <p:cNvPr id="24" name="Conector reto 23">
              <a:extLst>
                <a:ext uri="{FF2B5EF4-FFF2-40B4-BE49-F238E27FC236}">
                  <a16:creationId xmlns:a16="http://schemas.microsoft.com/office/drawing/2014/main" id="{7BCE2C4E-657C-99C9-36B7-973CDC27CC43}"/>
                </a:ext>
              </a:extLst>
            </p:cNvPr>
            <p:cNvCxnSpPr>
              <a:cxnSpLocks/>
            </p:cNvCxnSpPr>
            <p:nvPr/>
          </p:nvCxnSpPr>
          <p:spPr>
            <a:xfrm>
              <a:off x="5253460" y="1066595"/>
              <a:ext cx="3264536" cy="16228"/>
            </a:xfrm>
            <a:prstGeom prst="line">
              <a:avLst/>
            </a:prstGeom>
            <a:ln>
              <a:solidFill>
                <a:srgbClr val="00445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5" name="Google Shape;936;p37">
            <a:extLst>
              <a:ext uri="{FF2B5EF4-FFF2-40B4-BE49-F238E27FC236}">
                <a16:creationId xmlns:a16="http://schemas.microsoft.com/office/drawing/2014/main" id="{B115C675-5F72-6EB7-8146-B7741B0B5AE4}"/>
              </a:ext>
            </a:extLst>
          </p:cNvPr>
          <p:cNvSpPr/>
          <p:nvPr/>
        </p:nvSpPr>
        <p:spPr>
          <a:xfrm rot="16200000" flipH="1" flipV="1">
            <a:off x="-26331" y="5857"/>
            <a:ext cx="636272" cy="583606"/>
          </a:xfrm>
          <a:custGeom>
            <a:avLst/>
            <a:gdLst>
              <a:gd name="connsiteX0" fmla="*/ 0 w 1440059"/>
              <a:gd name="connsiteY0" fmla="*/ 0 h 583600"/>
              <a:gd name="connsiteX1" fmla="*/ 1148259 w 1440059"/>
              <a:gd name="connsiteY1" fmla="*/ 0 h 583600"/>
              <a:gd name="connsiteX2" fmla="*/ 1440059 w 1440059"/>
              <a:gd name="connsiteY2" fmla="*/ 291800 h 583600"/>
              <a:gd name="connsiteX3" fmla="*/ 1440059 w 1440059"/>
              <a:gd name="connsiteY3" fmla="*/ 583600 h 583600"/>
              <a:gd name="connsiteX4" fmla="*/ 0 w 1440059"/>
              <a:gd name="connsiteY4" fmla="*/ 583600 h 583600"/>
              <a:gd name="connsiteX5" fmla="*/ 0 w 1440059"/>
              <a:gd name="connsiteY5" fmla="*/ 0 h 583600"/>
              <a:gd name="connsiteX0" fmla="*/ 612059 w 1440059"/>
              <a:gd name="connsiteY0" fmla="*/ 0 h 583603"/>
              <a:gd name="connsiteX1" fmla="*/ 1148259 w 1440059"/>
              <a:gd name="connsiteY1" fmla="*/ 3 h 583603"/>
              <a:gd name="connsiteX2" fmla="*/ 1440059 w 1440059"/>
              <a:gd name="connsiteY2" fmla="*/ 291803 h 583603"/>
              <a:gd name="connsiteX3" fmla="*/ 1440059 w 1440059"/>
              <a:gd name="connsiteY3" fmla="*/ 583603 h 583603"/>
              <a:gd name="connsiteX4" fmla="*/ 0 w 1440059"/>
              <a:gd name="connsiteY4" fmla="*/ 583603 h 583603"/>
              <a:gd name="connsiteX5" fmla="*/ 612059 w 1440059"/>
              <a:gd name="connsiteY5" fmla="*/ 0 h 583603"/>
              <a:gd name="connsiteX0" fmla="*/ 0 w 828000"/>
              <a:gd name="connsiteY0" fmla="*/ 0 h 583603"/>
              <a:gd name="connsiteX1" fmla="*/ 536200 w 828000"/>
              <a:gd name="connsiteY1" fmla="*/ 3 h 583603"/>
              <a:gd name="connsiteX2" fmla="*/ 828000 w 828000"/>
              <a:gd name="connsiteY2" fmla="*/ 291803 h 583603"/>
              <a:gd name="connsiteX3" fmla="*/ 828000 w 828000"/>
              <a:gd name="connsiteY3" fmla="*/ 583603 h 583603"/>
              <a:gd name="connsiteX4" fmla="*/ 191728 w 828000"/>
              <a:gd name="connsiteY4" fmla="*/ 576229 h 583603"/>
              <a:gd name="connsiteX5" fmla="*/ 0 w 828000"/>
              <a:gd name="connsiteY5" fmla="*/ 0 h 583603"/>
              <a:gd name="connsiteX0" fmla="*/ 14749 w 636272"/>
              <a:gd name="connsiteY0" fmla="*/ 0 h 583606"/>
              <a:gd name="connsiteX1" fmla="*/ 344472 w 636272"/>
              <a:gd name="connsiteY1" fmla="*/ 6 h 583606"/>
              <a:gd name="connsiteX2" fmla="*/ 636272 w 636272"/>
              <a:gd name="connsiteY2" fmla="*/ 291806 h 583606"/>
              <a:gd name="connsiteX3" fmla="*/ 636272 w 636272"/>
              <a:gd name="connsiteY3" fmla="*/ 583606 h 583606"/>
              <a:gd name="connsiteX4" fmla="*/ 0 w 636272"/>
              <a:gd name="connsiteY4" fmla="*/ 576232 h 583606"/>
              <a:gd name="connsiteX5" fmla="*/ 14749 w 636272"/>
              <a:gd name="connsiteY5" fmla="*/ 0 h 5836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36272" h="583606">
                <a:moveTo>
                  <a:pt x="14749" y="0"/>
                </a:moveTo>
                <a:lnTo>
                  <a:pt x="344472" y="6"/>
                </a:lnTo>
                <a:cubicBezTo>
                  <a:pt x="505629" y="6"/>
                  <a:pt x="636272" y="130649"/>
                  <a:pt x="636272" y="291806"/>
                </a:cubicBezTo>
                <a:lnTo>
                  <a:pt x="636272" y="583606"/>
                </a:lnTo>
                <a:lnTo>
                  <a:pt x="0" y="576232"/>
                </a:lnTo>
                <a:lnTo>
                  <a:pt x="14749" y="0"/>
                </a:lnTo>
                <a:close/>
              </a:path>
            </a:pathLst>
          </a:custGeom>
          <a:solidFill>
            <a:srgbClr val="1B204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latin typeface="Maven Pro"/>
              <a:ea typeface="Maven Pro"/>
              <a:cs typeface="Maven Pro"/>
              <a:sym typeface="Maven Pro"/>
            </a:endParaRPr>
          </a:p>
        </p:txBody>
      </p:sp>
      <p:sp>
        <p:nvSpPr>
          <p:cNvPr id="26" name="Google Shape;937;p37">
            <a:extLst>
              <a:ext uri="{FF2B5EF4-FFF2-40B4-BE49-F238E27FC236}">
                <a16:creationId xmlns:a16="http://schemas.microsoft.com/office/drawing/2014/main" id="{A3403672-2C90-2B35-E73B-9882B28452B4}"/>
              </a:ext>
            </a:extLst>
          </p:cNvPr>
          <p:cNvSpPr/>
          <p:nvPr/>
        </p:nvSpPr>
        <p:spPr>
          <a:xfrm rot="16200000" flipH="1" flipV="1">
            <a:off x="-223281" y="212082"/>
            <a:ext cx="765195" cy="318641"/>
          </a:xfrm>
          <a:custGeom>
            <a:avLst/>
            <a:gdLst>
              <a:gd name="connsiteX0" fmla="*/ 0 w 1745961"/>
              <a:gd name="connsiteY0" fmla="*/ 0 h 318637"/>
              <a:gd name="connsiteX1" fmla="*/ 1586643 w 1745961"/>
              <a:gd name="connsiteY1" fmla="*/ 0 h 318637"/>
              <a:gd name="connsiteX2" fmla="*/ 1745962 w 1745961"/>
              <a:gd name="connsiteY2" fmla="*/ 159319 h 318637"/>
              <a:gd name="connsiteX3" fmla="*/ 1745961 w 1745961"/>
              <a:gd name="connsiteY3" fmla="*/ 318637 h 318637"/>
              <a:gd name="connsiteX4" fmla="*/ 0 w 1745961"/>
              <a:gd name="connsiteY4" fmla="*/ 318637 h 318637"/>
              <a:gd name="connsiteX5" fmla="*/ 0 w 1745961"/>
              <a:gd name="connsiteY5" fmla="*/ 0 h 318637"/>
              <a:gd name="connsiteX0" fmla="*/ 980768 w 1745962"/>
              <a:gd name="connsiteY0" fmla="*/ 0 h 318637"/>
              <a:gd name="connsiteX1" fmla="*/ 1586643 w 1745962"/>
              <a:gd name="connsiteY1" fmla="*/ 0 h 318637"/>
              <a:gd name="connsiteX2" fmla="*/ 1745962 w 1745962"/>
              <a:gd name="connsiteY2" fmla="*/ 159319 h 318637"/>
              <a:gd name="connsiteX3" fmla="*/ 1745961 w 1745962"/>
              <a:gd name="connsiteY3" fmla="*/ 318637 h 318637"/>
              <a:gd name="connsiteX4" fmla="*/ 0 w 1745962"/>
              <a:gd name="connsiteY4" fmla="*/ 318637 h 318637"/>
              <a:gd name="connsiteX5" fmla="*/ 980768 w 1745962"/>
              <a:gd name="connsiteY5" fmla="*/ 0 h 318637"/>
              <a:gd name="connsiteX0" fmla="*/ 1 w 765195"/>
              <a:gd name="connsiteY0" fmla="*/ 0 h 318641"/>
              <a:gd name="connsiteX1" fmla="*/ 605876 w 765195"/>
              <a:gd name="connsiteY1" fmla="*/ 0 h 318641"/>
              <a:gd name="connsiteX2" fmla="*/ 765195 w 765195"/>
              <a:gd name="connsiteY2" fmla="*/ 159319 h 318641"/>
              <a:gd name="connsiteX3" fmla="*/ 765194 w 765195"/>
              <a:gd name="connsiteY3" fmla="*/ 318637 h 318641"/>
              <a:gd name="connsiteX4" fmla="*/ 0 w 765195"/>
              <a:gd name="connsiteY4" fmla="*/ 318641 h 318641"/>
              <a:gd name="connsiteX5" fmla="*/ 1 w 765195"/>
              <a:gd name="connsiteY5" fmla="*/ 0 h 3186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765195" h="318641">
                <a:moveTo>
                  <a:pt x="1" y="0"/>
                </a:moveTo>
                <a:lnTo>
                  <a:pt x="605876" y="0"/>
                </a:lnTo>
                <a:cubicBezTo>
                  <a:pt x="693865" y="0"/>
                  <a:pt x="765195" y="71330"/>
                  <a:pt x="765195" y="159319"/>
                </a:cubicBezTo>
                <a:cubicBezTo>
                  <a:pt x="765195" y="212425"/>
                  <a:pt x="765194" y="265531"/>
                  <a:pt x="765194" y="318637"/>
                </a:cubicBezTo>
                <a:lnTo>
                  <a:pt x="0" y="318641"/>
                </a:lnTo>
                <a:cubicBezTo>
                  <a:pt x="0" y="212427"/>
                  <a:pt x="1" y="106214"/>
                  <a:pt x="1" y="0"/>
                </a:cubicBezTo>
                <a:close/>
              </a:path>
            </a:pathLst>
          </a:custGeom>
          <a:gradFill flip="none" rotWithShape="1">
            <a:gsLst>
              <a:gs pos="63000">
                <a:srgbClr val="06D1D7"/>
              </a:gs>
              <a:gs pos="33000">
                <a:srgbClr val="23A295"/>
              </a:gs>
              <a:gs pos="0">
                <a:srgbClr val="57F6A2"/>
              </a:gs>
              <a:gs pos="100000">
                <a:srgbClr val="1B2048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latin typeface="Maven Pro"/>
              <a:ea typeface="Maven Pro"/>
              <a:cs typeface="Maven Pro"/>
              <a:sym typeface="Maven Pro"/>
            </a:endParaRPr>
          </a:p>
        </p:txBody>
      </p:sp>
      <p:grpSp>
        <p:nvGrpSpPr>
          <p:cNvPr id="28" name="Google Shape;938;p37">
            <a:extLst>
              <a:ext uri="{FF2B5EF4-FFF2-40B4-BE49-F238E27FC236}">
                <a16:creationId xmlns:a16="http://schemas.microsoft.com/office/drawing/2014/main" id="{A63C137D-DA54-E2BB-311E-E9E0E8CE2EA6}"/>
              </a:ext>
            </a:extLst>
          </p:cNvPr>
          <p:cNvGrpSpPr/>
          <p:nvPr/>
        </p:nvGrpSpPr>
        <p:grpSpPr>
          <a:xfrm rot="16200000">
            <a:off x="720348" y="-178200"/>
            <a:ext cx="368002" cy="860760"/>
            <a:chOff x="8238071" y="2241175"/>
            <a:chExt cx="379279" cy="2095500"/>
          </a:xfrm>
          <a:gradFill>
            <a:gsLst>
              <a:gs pos="53000">
                <a:srgbClr val="23A295"/>
              </a:gs>
              <a:gs pos="0">
                <a:srgbClr val="57F6A2"/>
              </a:gs>
              <a:gs pos="100000">
                <a:srgbClr val="1B2048"/>
              </a:gs>
            </a:gsLst>
            <a:lin ang="5400000" scaled="1"/>
          </a:gradFill>
        </p:grpSpPr>
        <p:cxnSp>
          <p:nvCxnSpPr>
            <p:cNvPr id="29" name="Google Shape;945;p37">
              <a:extLst>
                <a:ext uri="{FF2B5EF4-FFF2-40B4-BE49-F238E27FC236}">
                  <a16:creationId xmlns:a16="http://schemas.microsoft.com/office/drawing/2014/main" id="{60377BF9-CB88-53AF-D749-23064B945699}"/>
                </a:ext>
              </a:extLst>
            </p:cNvPr>
            <p:cNvCxnSpPr/>
            <p:nvPr/>
          </p:nvCxnSpPr>
          <p:spPr>
            <a:xfrm>
              <a:off x="8313927" y="2241175"/>
              <a:ext cx="0" cy="2095500"/>
            </a:xfrm>
            <a:prstGeom prst="straightConnector1">
              <a:avLst/>
            </a:prstGeom>
            <a:grpFill/>
            <a:ln w="9525" cap="flat" cmpd="sng">
              <a:solidFill>
                <a:srgbClr val="1AB0A9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0" name="Google Shape;948;p37">
              <a:extLst>
                <a:ext uri="{FF2B5EF4-FFF2-40B4-BE49-F238E27FC236}">
                  <a16:creationId xmlns:a16="http://schemas.microsoft.com/office/drawing/2014/main" id="{3B6C3F03-B0C4-BCFE-332F-23DBB502A167}"/>
                </a:ext>
              </a:extLst>
            </p:cNvPr>
            <p:cNvCxnSpPr/>
            <p:nvPr/>
          </p:nvCxnSpPr>
          <p:spPr>
            <a:xfrm>
              <a:off x="8238071" y="2241175"/>
              <a:ext cx="0" cy="2095500"/>
            </a:xfrm>
            <a:prstGeom prst="straightConnector1">
              <a:avLst/>
            </a:prstGeom>
            <a:grpFill/>
            <a:ln w="9525" cap="flat" cmpd="sng">
              <a:solidFill>
                <a:srgbClr val="1AB0A9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1" name="Google Shape;949;p37">
              <a:extLst>
                <a:ext uri="{FF2B5EF4-FFF2-40B4-BE49-F238E27FC236}">
                  <a16:creationId xmlns:a16="http://schemas.microsoft.com/office/drawing/2014/main" id="{D0DDE808-9B1B-4FF1-4839-85085C36807A}"/>
                </a:ext>
              </a:extLst>
            </p:cNvPr>
            <p:cNvCxnSpPr/>
            <p:nvPr/>
          </p:nvCxnSpPr>
          <p:spPr>
            <a:xfrm>
              <a:off x="8389783" y="2241175"/>
              <a:ext cx="0" cy="2095500"/>
            </a:xfrm>
            <a:prstGeom prst="straightConnector1">
              <a:avLst/>
            </a:prstGeom>
            <a:grpFill/>
            <a:ln w="9525" cap="flat" cmpd="sng">
              <a:solidFill>
                <a:srgbClr val="1AB0A9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2" name="Google Shape;950;p37">
              <a:extLst>
                <a:ext uri="{FF2B5EF4-FFF2-40B4-BE49-F238E27FC236}">
                  <a16:creationId xmlns:a16="http://schemas.microsoft.com/office/drawing/2014/main" id="{D8697340-60A1-B747-85C2-741496300C1B}"/>
                </a:ext>
              </a:extLst>
            </p:cNvPr>
            <p:cNvCxnSpPr/>
            <p:nvPr/>
          </p:nvCxnSpPr>
          <p:spPr>
            <a:xfrm>
              <a:off x="8465638" y="2241175"/>
              <a:ext cx="0" cy="2095500"/>
            </a:xfrm>
            <a:prstGeom prst="straightConnector1">
              <a:avLst/>
            </a:prstGeom>
            <a:grpFill/>
            <a:ln w="9525" cap="flat" cmpd="sng">
              <a:solidFill>
                <a:srgbClr val="1AB0A9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3" name="Google Shape;951;p37">
              <a:extLst>
                <a:ext uri="{FF2B5EF4-FFF2-40B4-BE49-F238E27FC236}">
                  <a16:creationId xmlns:a16="http://schemas.microsoft.com/office/drawing/2014/main" id="{193F55B1-9AE8-8E3D-9CD5-A1B3818FEC6F}"/>
                </a:ext>
              </a:extLst>
            </p:cNvPr>
            <p:cNvCxnSpPr/>
            <p:nvPr/>
          </p:nvCxnSpPr>
          <p:spPr>
            <a:xfrm>
              <a:off x="8541494" y="2241175"/>
              <a:ext cx="0" cy="2095500"/>
            </a:xfrm>
            <a:prstGeom prst="straightConnector1">
              <a:avLst/>
            </a:prstGeom>
            <a:grpFill/>
            <a:ln w="9525" cap="flat" cmpd="sng">
              <a:solidFill>
                <a:srgbClr val="1AB0A9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4" name="Google Shape;952;p37">
              <a:extLst>
                <a:ext uri="{FF2B5EF4-FFF2-40B4-BE49-F238E27FC236}">
                  <a16:creationId xmlns:a16="http://schemas.microsoft.com/office/drawing/2014/main" id="{010BBE99-4683-03F4-6E08-4E93BB1D0F44}"/>
                </a:ext>
              </a:extLst>
            </p:cNvPr>
            <p:cNvCxnSpPr/>
            <p:nvPr/>
          </p:nvCxnSpPr>
          <p:spPr>
            <a:xfrm>
              <a:off x="8617350" y="2241175"/>
              <a:ext cx="0" cy="2095500"/>
            </a:xfrm>
            <a:prstGeom prst="straightConnector1">
              <a:avLst/>
            </a:prstGeom>
            <a:grpFill/>
            <a:ln w="9525" cap="flat" cmpd="sng">
              <a:solidFill>
                <a:srgbClr val="1AB0A9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35" name="Título 1">
            <a:extLst>
              <a:ext uri="{FF2B5EF4-FFF2-40B4-BE49-F238E27FC236}">
                <a16:creationId xmlns:a16="http://schemas.microsoft.com/office/drawing/2014/main" id="{656413B3-3060-0A30-AE71-F8D0EDCCB8D6}"/>
              </a:ext>
            </a:extLst>
          </p:cNvPr>
          <p:cNvSpPr txBox="1">
            <a:spLocks/>
          </p:cNvSpPr>
          <p:nvPr/>
        </p:nvSpPr>
        <p:spPr>
          <a:xfrm>
            <a:off x="737108" y="504150"/>
            <a:ext cx="8467638" cy="4554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Montserrat"/>
              <a:buNone/>
              <a:defRPr sz="52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Montserrat"/>
              <a:buNone/>
              <a:defRPr sz="52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Montserrat"/>
              <a:buNone/>
              <a:defRPr sz="52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Montserrat"/>
              <a:buNone/>
              <a:defRPr sz="52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Montserrat"/>
              <a:buNone/>
              <a:defRPr sz="52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Montserrat"/>
              <a:buNone/>
              <a:defRPr sz="52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Montserrat"/>
              <a:buNone/>
              <a:defRPr sz="52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Montserrat"/>
              <a:buNone/>
              <a:defRPr sz="52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Montserrat"/>
              <a:buNone/>
              <a:defRPr sz="52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algn="l"/>
            <a:r>
              <a:rPr lang="pt-BR" sz="2000" dirty="0">
                <a:latin typeface="+mj-lt"/>
                <a:cs typeface="Arial" panose="020B0604020202020204" pitchFamily="34" charset="0"/>
              </a:rPr>
              <a:t>Classificação híbrida e auditável</a:t>
            </a:r>
          </a:p>
        </p:txBody>
      </p:sp>
      <p:sp>
        <p:nvSpPr>
          <p:cNvPr id="36" name="Subtítulo 2">
            <a:extLst>
              <a:ext uri="{FF2B5EF4-FFF2-40B4-BE49-F238E27FC236}">
                <a16:creationId xmlns:a16="http://schemas.microsoft.com/office/drawing/2014/main" id="{1A13D4D1-631D-D552-D50A-FB0DCBAF6C16}"/>
              </a:ext>
            </a:extLst>
          </p:cNvPr>
          <p:cNvSpPr>
            <a:spLocks noGrp="1"/>
          </p:cNvSpPr>
          <p:nvPr>
            <p:ph type="subTitle" idx="4294967295"/>
          </p:nvPr>
        </p:nvSpPr>
        <p:spPr>
          <a:xfrm>
            <a:off x="583608" y="1395073"/>
            <a:ext cx="3412659" cy="3284762"/>
          </a:xfrm>
          <a:prstGeom prst="rect">
            <a:avLst/>
          </a:prstGeom>
        </p:spPr>
        <p:txBody>
          <a:bodyPr>
            <a:normAutofit fontScale="92500" lnSpcReduction="20000"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/>
              <a:t>Primeira camada: regras regex determinísticas.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/>
              <a:t>As regras identificam evidências lexicais associadas a categorias recorrentes. Categorias frequentes: </a:t>
            </a:r>
          </a:p>
          <a:p>
            <a:pPr defTabSz="358775"/>
            <a:r>
              <a:rPr lang="pt-BR" dirty="0"/>
              <a:t> 	- tráfico de drogas; </a:t>
            </a:r>
          </a:p>
          <a:p>
            <a:pPr defTabSz="358775"/>
            <a:r>
              <a:rPr lang="pt-BR" dirty="0"/>
              <a:t> 	- crimes ambientais; </a:t>
            </a:r>
          </a:p>
          <a:p>
            <a:pPr defTabSz="358775"/>
            <a:r>
              <a:rPr lang="pt-BR" dirty="0"/>
              <a:t> 	- corrupção; </a:t>
            </a:r>
          </a:p>
          <a:p>
            <a:pPr defTabSz="358775"/>
            <a:r>
              <a:rPr lang="pt-BR" dirty="0"/>
              <a:t> 	- contrabando; </a:t>
            </a:r>
          </a:p>
          <a:p>
            <a:pPr defTabSz="358775"/>
            <a:r>
              <a:rPr lang="pt-BR" dirty="0"/>
              <a:t> 	- crimes contra crianças; </a:t>
            </a:r>
          </a:p>
          <a:p>
            <a:pPr defTabSz="358775"/>
            <a:r>
              <a:rPr lang="pt-BR" dirty="0"/>
              <a:t> 	- lavagem de dinheiro; </a:t>
            </a:r>
          </a:p>
          <a:p>
            <a:pPr defTabSz="358775"/>
            <a:r>
              <a:rPr lang="pt-BR" dirty="0"/>
              <a:t> 	- falsificações; </a:t>
            </a:r>
          </a:p>
          <a:p>
            <a:pPr defTabSz="358775"/>
            <a:r>
              <a:rPr lang="pt-BR" dirty="0"/>
              <a:t> 	- fraudes previdenciárias.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/>
              <a:t>Limiar operacional padrão: </a:t>
            </a:r>
            <a:r>
              <a:rPr lang="pt-BR" b="1" dirty="0"/>
              <a:t>0,85</a:t>
            </a:r>
            <a:r>
              <a:rPr lang="pt-BR" dirty="0"/>
              <a:t>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/>
              <a:t>Casos abaixo do limiar são encaminhados à LLM.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/>
              <a:t>A LLM opera com taxonomia fechada e resposta estruturada em JSON.</a:t>
            </a:r>
            <a:endParaRPr lang="pt-BR" dirty="0">
              <a:solidFill>
                <a:schemeClr val="bg1"/>
              </a:solidFill>
              <a:latin typeface="+mj-lt"/>
            </a:endParaRPr>
          </a:p>
        </p:txBody>
      </p:sp>
      <p:cxnSp>
        <p:nvCxnSpPr>
          <p:cNvPr id="40" name="Conector reto 39">
            <a:extLst>
              <a:ext uri="{FF2B5EF4-FFF2-40B4-BE49-F238E27FC236}">
                <a16:creationId xmlns:a16="http://schemas.microsoft.com/office/drawing/2014/main" id="{C951B4E9-8ECF-6C3A-63D6-787B3010219C}"/>
              </a:ext>
            </a:extLst>
          </p:cNvPr>
          <p:cNvCxnSpPr>
            <a:cxnSpLocks/>
          </p:cNvCxnSpPr>
          <p:nvPr/>
        </p:nvCxnSpPr>
        <p:spPr>
          <a:xfrm>
            <a:off x="-5" y="1114607"/>
            <a:ext cx="2796961" cy="0"/>
          </a:xfrm>
          <a:prstGeom prst="line">
            <a:avLst/>
          </a:prstGeom>
          <a:ln>
            <a:solidFill>
              <a:srgbClr val="00445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Google Shape;937;p37">
            <a:extLst>
              <a:ext uri="{FF2B5EF4-FFF2-40B4-BE49-F238E27FC236}">
                <a16:creationId xmlns:a16="http://schemas.microsoft.com/office/drawing/2014/main" id="{3AD3F2B0-617F-49FE-28E2-2B940A347234}"/>
              </a:ext>
            </a:extLst>
          </p:cNvPr>
          <p:cNvSpPr/>
          <p:nvPr/>
        </p:nvSpPr>
        <p:spPr>
          <a:xfrm flipH="1" flipV="1">
            <a:off x="8773117" y="52"/>
            <a:ext cx="369846" cy="249032"/>
          </a:xfrm>
          <a:custGeom>
            <a:avLst/>
            <a:gdLst>
              <a:gd name="connsiteX0" fmla="*/ 0 w 1414234"/>
              <a:gd name="connsiteY0" fmla="*/ 0 h 258097"/>
              <a:gd name="connsiteX1" fmla="*/ 1285186 w 1414234"/>
              <a:gd name="connsiteY1" fmla="*/ 0 h 258097"/>
              <a:gd name="connsiteX2" fmla="*/ 1414235 w 1414234"/>
              <a:gd name="connsiteY2" fmla="*/ 129049 h 258097"/>
              <a:gd name="connsiteX3" fmla="*/ 1414234 w 1414234"/>
              <a:gd name="connsiteY3" fmla="*/ 258097 h 258097"/>
              <a:gd name="connsiteX4" fmla="*/ 0 w 1414234"/>
              <a:gd name="connsiteY4" fmla="*/ 258097 h 258097"/>
              <a:gd name="connsiteX5" fmla="*/ 0 w 1414234"/>
              <a:gd name="connsiteY5" fmla="*/ 0 h 258097"/>
              <a:gd name="connsiteX0" fmla="*/ 0 w 1414235"/>
              <a:gd name="connsiteY0" fmla="*/ 0 h 258097"/>
              <a:gd name="connsiteX1" fmla="*/ 1285186 w 1414235"/>
              <a:gd name="connsiteY1" fmla="*/ 0 h 258097"/>
              <a:gd name="connsiteX2" fmla="*/ 1414235 w 1414235"/>
              <a:gd name="connsiteY2" fmla="*/ 129049 h 258097"/>
              <a:gd name="connsiteX3" fmla="*/ 1414234 w 1414235"/>
              <a:gd name="connsiteY3" fmla="*/ 258097 h 258097"/>
              <a:gd name="connsiteX4" fmla="*/ 243348 w 1414235"/>
              <a:gd name="connsiteY4" fmla="*/ 258097 h 258097"/>
              <a:gd name="connsiteX5" fmla="*/ 0 w 1414235"/>
              <a:gd name="connsiteY5" fmla="*/ 0 h 258097"/>
              <a:gd name="connsiteX0" fmla="*/ 0 w 1178260"/>
              <a:gd name="connsiteY0" fmla="*/ 7374 h 258097"/>
              <a:gd name="connsiteX1" fmla="*/ 1049211 w 1178260"/>
              <a:gd name="connsiteY1" fmla="*/ 0 h 258097"/>
              <a:gd name="connsiteX2" fmla="*/ 1178260 w 1178260"/>
              <a:gd name="connsiteY2" fmla="*/ 129049 h 258097"/>
              <a:gd name="connsiteX3" fmla="*/ 1178259 w 1178260"/>
              <a:gd name="connsiteY3" fmla="*/ 258097 h 258097"/>
              <a:gd name="connsiteX4" fmla="*/ 7373 w 1178260"/>
              <a:gd name="connsiteY4" fmla="*/ 258097 h 258097"/>
              <a:gd name="connsiteX5" fmla="*/ 0 w 1178260"/>
              <a:gd name="connsiteY5" fmla="*/ 7374 h 258097"/>
              <a:gd name="connsiteX0" fmla="*/ 0 w 1178260"/>
              <a:gd name="connsiteY0" fmla="*/ 7374 h 265471"/>
              <a:gd name="connsiteX1" fmla="*/ 1049211 w 1178260"/>
              <a:gd name="connsiteY1" fmla="*/ 0 h 265471"/>
              <a:gd name="connsiteX2" fmla="*/ 1178260 w 1178260"/>
              <a:gd name="connsiteY2" fmla="*/ 129049 h 265471"/>
              <a:gd name="connsiteX3" fmla="*/ 1178259 w 1178260"/>
              <a:gd name="connsiteY3" fmla="*/ 258097 h 265471"/>
              <a:gd name="connsiteX4" fmla="*/ 619431 w 1178260"/>
              <a:gd name="connsiteY4" fmla="*/ 265471 h 265471"/>
              <a:gd name="connsiteX5" fmla="*/ 0 w 1178260"/>
              <a:gd name="connsiteY5" fmla="*/ 7374 h 265471"/>
              <a:gd name="connsiteX0" fmla="*/ 0 w 566202"/>
              <a:gd name="connsiteY0" fmla="*/ 0 h 280219"/>
              <a:gd name="connsiteX1" fmla="*/ 437153 w 566202"/>
              <a:gd name="connsiteY1" fmla="*/ 14748 h 280219"/>
              <a:gd name="connsiteX2" fmla="*/ 566202 w 566202"/>
              <a:gd name="connsiteY2" fmla="*/ 143797 h 280219"/>
              <a:gd name="connsiteX3" fmla="*/ 566201 w 566202"/>
              <a:gd name="connsiteY3" fmla="*/ 272845 h 280219"/>
              <a:gd name="connsiteX4" fmla="*/ 7373 w 566202"/>
              <a:gd name="connsiteY4" fmla="*/ 280219 h 280219"/>
              <a:gd name="connsiteX5" fmla="*/ 0 w 566202"/>
              <a:gd name="connsiteY5" fmla="*/ 0 h 280219"/>
              <a:gd name="connsiteX0" fmla="*/ 0 w 566202"/>
              <a:gd name="connsiteY0" fmla="*/ 0 h 280219"/>
              <a:gd name="connsiteX1" fmla="*/ 437153 w 566202"/>
              <a:gd name="connsiteY1" fmla="*/ 14748 h 280219"/>
              <a:gd name="connsiteX2" fmla="*/ 566202 w 566202"/>
              <a:gd name="connsiteY2" fmla="*/ 143797 h 280219"/>
              <a:gd name="connsiteX3" fmla="*/ 566201 w 566202"/>
              <a:gd name="connsiteY3" fmla="*/ 272845 h 280219"/>
              <a:gd name="connsiteX4" fmla="*/ 58992 w 566202"/>
              <a:gd name="connsiteY4" fmla="*/ 280219 h 280219"/>
              <a:gd name="connsiteX5" fmla="*/ 0 w 566202"/>
              <a:gd name="connsiteY5" fmla="*/ 0 h 280219"/>
              <a:gd name="connsiteX0" fmla="*/ 0 w 566202"/>
              <a:gd name="connsiteY0" fmla="*/ 0 h 272845"/>
              <a:gd name="connsiteX1" fmla="*/ 437153 w 566202"/>
              <a:gd name="connsiteY1" fmla="*/ 14748 h 272845"/>
              <a:gd name="connsiteX2" fmla="*/ 566202 w 566202"/>
              <a:gd name="connsiteY2" fmla="*/ 143797 h 272845"/>
              <a:gd name="connsiteX3" fmla="*/ 566201 w 566202"/>
              <a:gd name="connsiteY3" fmla="*/ 272845 h 272845"/>
              <a:gd name="connsiteX4" fmla="*/ 209118 w 566202"/>
              <a:gd name="connsiteY4" fmla="*/ 262022 h 272845"/>
              <a:gd name="connsiteX5" fmla="*/ 0 w 566202"/>
              <a:gd name="connsiteY5" fmla="*/ 0 h 272845"/>
              <a:gd name="connsiteX0" fmla="*/ 0 w 366035"/>
              <a:gd name="connsiteY0" fmla="*/ 0 h 272845"/>
              <a:gd name="connsiteX1" fmla="*/ 236986 w 366035"/>
              <a:gd name="connsiteY1" fmla="*/ 14748 h 272845"/>
              <a:gd name="connsiteX2" fmla="*/ 366035 w 366035"/>
              <a:gd name="connsiteY2" fmla="*/ 143797 h 272845"/>
              <a:gd name="connsiteX3" fmla="*/ 366034 w 366035"/>
              <a:gd name="connsiteY3" fmla="*/ 272845 h 272845"/>
              <a:gd name="connsiteX4" fmla="*/ 8951 w 366035"/>
              <a:gd name="connsiteY4" fmla="*/ 262022 h 272845"/>
              <a:gd name="connsiteX5" fmla="*/ 0 w 366035"/>
              <a:gd name="connsiteY5" fmla="*/ 0 h 272845"/>
              <a:gd name="connsiteX0" fmla="*/ 0 w 366035"/>
              <a:gd name="connsiteY0" fmla="*/ 0 h 272845"/>
              <a:gd name="connsiteX1" fmla="*/ 236986 w 366035"/>
              <a:gd name="connsiteY1" fmla="*/ 14748 h 272845"/>
              <a:gd name="connsiteX2" fmla="*/ 366035 w 366035"/>
              <a:gd name="connsiteY2" fmla="*/ 143797 h 272845"/>
              <a:gd name="connsiteX3" fmla="*/ 366034 w 366035"/>
              <a:gd name="connsiteY3" fmla="*/ 272845 h 272845"/>
              <a:gd name="connsiteX4" fmla="*/ 99438 w 366035"/>
              <a:gd name="connsiteY4" fmla="*/ 247734 h 272845"/>
              <a:gd name="connsiteX5" fmla="*/ 0 w 366035"/>
              <a:gd name="connsiteY5" fmla="*/ 0 h 272845"/>
              <a:gd name="connsiteX0" fmla="*/ 0 w 366035"/>
              <a:gd name="connsiteY0" fmla="*/ 0 h 272845"/>
              <a:gd name="connsiteX1" fmla="*/ 236986 w 366035"/>
              <a:gd name="connsiteY1" fmla="*/ 14748 h 272845"/>
              <a:gd name="connsiteX2" fmla="*/ 366035 w 366035"/>
              <a:gd name="connsiteY2" fmla="*/ 143797 h 272845"/>
              <a:gd name="connsiteX3" fmla="*/ 366034 w 366035"/>
              <a:gd name="connsiteY3" fmla="*/ 272845 h 272845"/>
              <a:gd name="connsiteX4" fmla="*/ 25619 w 366035"/>
              <a:gd name="connsiteY4" fmla="*/ 259641 h 272845"/>
              <a:gd name="connsiteX5" fmla="*/ 0 w 366035"/>
              <a:gd name="connsiteY5" fmla="*/ 0 h 272845"/>
              <a:gd name="connsiteX0" fmla="*/ 5337 w 340416"/>
              <a:gd name="connsiteY0" fmla="*/ 0 h 268083"/>
              <a:gd name="connsiteX1" fmla="*/ 211367 w 340416"/>
              <a:gd name="connsiteY1" fmla="*/ 9986 h 268083"/>
              <a:gd name="connsiteX2" fmla="*/ 340416 w 340416"/>
              <a:gd name="connsiteY2" fmla="*/ 139035 h 268083"/>
              <a:gd name="connsiteX3" fmla="*/ 340415 w 340416"/>
              <a:gd name="connsiteY3" fmla="*/ 268083 h 268083"/>
              <a:gd name="connsiteX4" fmla="*/ 0 w 340416"/>
              <a:gd name="connsiteY4" fmla="*/ 254879 h 268083"/>
              <a:gd name="connsiteX5" fmla="*/ 5337 w 340416"/>
              <a:gd name="connsiteY5" fmla="*/ 0 h 268083"/>
              <a:gd name="connsiteX0" fmla="*/ 5337 w 353901"/>
              <a:gd name="connsiteY0" fmla="*/ 0 h 254879"/>
              <a:gd name="connsiteX1" fmla="*/ 211367 w 353901"/>
              <a:gd name="connsiteY1" fmla="*/ 9986 h 254879"/>
              <a:gd name="connsiteX2" fmla="*/ 340416 w 353901"/>
              <a:gd name="connsiteY2" fmla="*/ 139035 h 254879"/>
              <a:gd name="connsiteX3" fmla="*/ 349940 w 353901"/>
              <a:gd name="connsiteY3" fmla="*/ 253795 h 254879"/>
              <a:gd name="connsiteX4" fmla="*/ 0 w 353901"/>
              <a:gd name="connsiteY4" fmla="*/ 254879 h 254879"/>
              <a:gd name="connsiteX5" fmla="*/ 5337 w 353901"/>
              <a:gd name="connsiteY5" fmla="*/ 0 h 254879"/>
              <a:gd name="connsiteX0" fmla="*/ 7718 w 356282"/>
              <a:gd name="connsiteY0" fmla="*/ 0 h 253795"/>
              <a:gd name="connsiteX1" fmla="*/ 213748 w 356282"/>
              <a:gd name="connsiteY1" fmla="*/ 9986 h 253795"/>
              <a:gd name="connsiteX2" fmla="*/ 342797 w 356282"/>
              <a:gd name="connsiteY2" fmla="*/ 139035 h 253795"/>
              <a:gd name="connsiteX3" fmla="*/ 352321 w 356282"/>
              <a:gd name="connsiteY3" fmla="*/ 253795 h 253795"/>
              <a:gd name="connsiteX4" fmla="*/ 0 w 356282"/>
              <a:gd name="connsiteY4" fmla="*/ 226304 h 253795"/>
              <a:gd name="connsiteX5" fmla="*/ 7718 w 356282"/>
              <a:gd name="connsiteY5" fmla="*/ 0 h 253795"/>
              <a:gd name="connsiteX0" fmla="*/ 574 w 349138"/>
              <a:gd name="connsiteY0" fmla="*/ 0 h 257260"/>
              <a:gd name="connsiteX1" fmla="*/ 206604 w 349138"/>
              <a:gd name="connsiteY1" fmla="*/ 9986 h 257260"/>
              <a:gd name="connsiteX2" fmla="*/ 335653 w 349138"/>
              <a:gd name="connsiteY2" fmla="*/ 139035 h 257260"/>
              <a:gd name="connsiteX3" fmla="*/ 345177 w 349138"/>
              <a:gd name="connsiteY3" fmla="*/ 253795 h 257260"/>
              <a:gd name="connsiteX4" fmla="*/ 0 w 349138"/>
              <a:gd name="connsiteY4" fmla="*/ 257260 h 257260"/>
              <a:gd name="connsiteX5" fmla="*/ 574 w 349138"/>
              <a:gd name="connsiteY5" fmla="*/ 0 h 257260"/>
              <a:gd name="connsiteX0" fmla="*/ 574 w 359486"/>
              <a:gd name="connsiteY0" fmla="*/ 0 h 257260"/>
              <a:gd name="connsiteX1" fmla="*/ 206604 w 359486"/>
              <a:gd name="connsiteY1" fmla="*/ 9986 h 257260"/>
              <a:gd name="connsiteX2" fmla="*/ 335653 w 359486"/>
              <a:gd name="connsiteY2" fmla="*/ 139035 h 257260"/>
              <a:gd name="connsiteX3" fmla="*/ 359464 w 359486"/>
              <a:gd name="connsiteY3" fmla="*/ 253795 h 257260"/>
              <a:gd name="connsiteX4" fmla="*/ 0 w 359486"/>
              <a:gd name="connsiteY4" fmla="*/ 257260 h 257260"/>
              <a:gd name="connsiteX5" fmla="*/ 574 w 359486"/>
              <a:gd name="connsiteY5" fmla="*/ 0 h 257260"/>
              <a:gd name="connsiteX0" fmla="*/ 574 w 359486"/>
              <a:gd name="connsiteY0" fmla="*/ 0 h 257260"/>
              <a:gd name="connsiteX1" fmla="*/ 206604 w 359486"/>
              <a:gd name="connsiteY1" fmla="*/ 9986 h 257260"/>
              <a:gd name="connsiteX2" fmla="*/ 335653 w 359486"/>
              <a:gd name="connsiteY2" fmla="*/ 110460 h 257260"/>
              <a:gd name="connsiteX3" fmla="*/ 359464 w 359486"/>
              <a:gd name="connsiteY3" fmla="*/ 253795 h 257260"/>
              <a:gd name="connsiteX4" fmla="*/ 0 w 359486"/>
              <a:gd name="connsiteY4" fmla="*/ 257260 h 257260"/>
              <a:gd name="connsiteX5" fmla="*/ 574 w 359486"/>
              <a:gd name="connsiteY5" fmla="*/ 0 h 257260"/>
              <a:gd name="connsiteX0" fmla="*/ 574 w 365269"/>
              <a:gd name="connsiteY0" fmla="*/ 0 h 257260"/>
              <a:gd name="connsiteX1" fmla="*/ 206604 w 365269"/>
              <a:gd name="connsiteY1" fmla="*/ 9986 h 257260"/>
              <a:gd name="connsiteX2" fmla="*/ 359464 w 365269"/>
              <a:gd name="connsiteY2" fmla="*/ 253795 h 257260"/>
              <a:gd name="connsiteX3" fmla="*/ 0 w 365269"/>
              <a:gd name="connsiteY3" fmla="*/ 257260 h 257260"/>
              <a:gd name="connsiteX4" fmla="*/ 574 w 365269"/>
              <a:gd name="connsiteY4" fmla="*/ 0 h 257260"/>
              <a:gd name="connsiteX0" fmla="*/ 574 w 369846"/>
              <a:gd name="connsiteY0" fmla="*/ 0 h 257260"/>
              <a:gd name="connsiteX1" fmla="*/ 206604 w 369846"/>
              <a:gd name="connsiteY1" fmla="*/ 9986 h 257260"/>
              <a:gd name="connsiteX2" fmla="*/ 359464 w 369846"/>
              <a:gd name="connsiteY2" fmla="*/ 253795 h 257260"/>
              <a:gd name="connsiteX3" fmla="*/ 0 w 369846"/>
              <a:gd name="connsiteY3" fmla="*/ 257260 h 257260"/>
              <a:gd name="connsiteX4" fmla="*/ 574 w 369846"/>
              <a:gd name="connsiteY4" fmla="*/ 0 h 257260"/>
              <a:gd name="connsiteX0" fmla="*/ 574 w 369846"/>
              <a:gd name="connsiteY0" fmla="*/ 0 h 252497"/>
              <a:gd name="connsiteX1" fmla="*/ 206604 w 369846"/>
              <a:gd name="connsiteY1" fmla="*/ 5223 h 252497"/>
              <a:gd name="connsiteX2" fmla="*/ 359464 w 369846"/>
              <a:gd name="connsiteY2" fmla="*/ 249032 h 252497"/>
              <a:gd name="connsiteX3" fmla="*/ 0 w 369846"/>
              <a:gd name="connsiteY3" fmla="*/ 252497 h 252497"/>
              <a:gd name="connsiteX4" fmla="*/ 574 w 369846"/>
              <a:gd name="connsiteY4" fmla="*/ 0 h 252497"/>
              <a:gd name="connsiteX0" fmla="*/ 574 w 369846"/>
              <a:gd name="connsiteY0" fmla="*/ 0 h 249032"/>
              <a:gd name="connsiteX1" fmla="*/ 206604 w 369846"/>
              <a:gd name="connsiteY1" fmla="*/ 5223 h 249032"/>
              <a:gd name="connsiteX2" fmla="*/ 359464 w 369846"/>
              <a:gd name="connsiteY2" fmla="*/ 249032 h 249032"/>
              <a:gd name="connsiteX3" fmla="*/ 0 w 369846"/>
              <a:gd name="connsiteY3" fmla="*/ 245353 h 249032"/>
              <a:gd name="connsiteX4" fmla="*/ 574 w 369846"/>
              <a:gd name="connsiteY4" fmla="*/ 0 h 2490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69846" h="249032">
                <a:moveTo>
                  <a:pt x="574" y="0"/>
                </a:moveTo>
                <a:lnTo>
                  <a:pt x="206604" y="5223"/>
                </a:lnTo>
                <a:cubicBezTo>
                  <a:pt x="342619" y="42759"/>
                  <a:pt x="393898" y="207820"/>
                  <a:pt x="359464" y="249032"/>
                </a:cubicBezTo>
                <a:lnTo>
                  <a:pt x="0" y="245353"/>
                </a:lnTo>
                <a:cubicBezTo>
                  <a:pt x="191" y="159600"/>
                  <a:pt x="383" y="85753"/>
                  <a:pt x="574" y="0"/>
                </a:cubicBezTo>
                <a:close/>
              </a:path>
            </a:pathLst>
          </a:custGeom>
          <a:gradFill flip="none" rotWithShape="1">
            <a:gsLst>
              <a:gs pos="63000">
                <a:srgbClr val="06D1D7"/>
              </a:gs>
              <a:gs pos="33000">
                <a:srgbClr val="23A295"/>
              </a:gs>
              <a:gs pos="0">
                <a:srgbClr val="57F6A2"/>
              </a:gs>
              <a:gs pos="100000">
                <a:srgbClr val="1B2048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latin typeface="Maven Pro"/>
              <a:ea typeface="Maven Pro"/>
              <a:cs typeface="Maven Pro"/>
              <a:sym typeface="Maven Pro"/>
            </a:endParaRPr>
          </a:p>
        </p:txBody>
      </p:sp>
      <p:pic>
        <p:nvPicPr>
          <p:cNvPr id="58" name="Imagem 57">
            <a:extLst>
              <a:ext uri="{FF2B5EF4-FFF2-40B4-BE49-F238E27FC236}">
                <a16:creationId xmlns:a16="http://schemas.microsoft.com/office/drawing/2014/main" id="{3673B5D5-E75A-EAF6-887F-B573291ECC80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25020" t="9344" r="12142" b="50244"/>
          <a:stretch>
            <a:fillRect/>
          </a:stretch>
        </p:blipFill>
        <p:spPr>
          <a:xfrm>
            <a:off x="4000492" y="1727278"/>
            <a:ext cx="4445856" cy="15442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228501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91">
          <a:extLst>
            <a:ext uri="{FF2B5EF4-FFF2-40B4-BE49-F238E27FC236}">
              <a16:creationId xmlns:a16="http://schemas.microsoft.com/office/drawing/2014/main" id="{B854E0CF-12A3-CE62-A825-D9F573BFA2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83" name="Gráfico 982">
            <a:extLst>
              <a:ext uri="{FF2B5EF4-FFF2-40B4-BE49-F238E27FC236}">
                <a16:creationId xmlns:a16="http://schemas.microsoft.com/office/drawing/2014/main" id="{CC3D1121-FE4A-0C73-FC0D-D557B3D6DA8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471287" y="-176981"/>
            <a:ext cx="10434025" cy="5320297"/>
          </a:xfrm>
          <a:prstGeom prst="rect">
            <a:avLst/>
          </a:prstGeom>
        </p:spPr>
      </p:pic>
      <p:sp>
        <p:nvSpPr>
          <p:cNvPr id="2" name="Google Shape;932;p37">
            <a:extLst>
              <a:ext uri="{FF2B5EF4-FFF2-40B4-BE49-F238E27FC236}">
                <a16:creationId xmlns:a16="http://schemas.microsoft.com/office/drawing/2014/main" id="{33B793E1-DB71-2A60-7CF8-4BEDB42BBA2D}"/>
              </a:ext>
            </a:extLst>
          </p:cNvPr>
          <p:cNvSpPr txBox="1">
            <a:spLocks/>
          </p:cNvSpPr>
          <p:nvPr/>
        </p:nvSpPr>
        <p:spPr>
          <a:xfrm>
            <a:off x="7194305" y="528340"/>
            <a:ext cx="1661894" cy="2259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None/>
              <a:defRPr sz="28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None/>
              <a:defRPr sz="28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None/>
              <a:defRPr sz="28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None/>
              <a:defRPr sz="28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None/>
              <a:defRPr sz="28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None/>
              <a:defRPr sz="28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None/>
              <a:defRPr sz="28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None/>
              <a:defRPr sz="28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None/>
              <a:defRPr sz="28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r>
              <a:rPr lang="pt-BR" sz="600" b="0" dirty="0">
                <a:solidFill>
                  <a:srgbClr val="186E66"/>
                </a:solidFill>
                <a:latin typeface="+mj-lt"/>
                <a:cs typeface="Arial" panose="020B0604020202020204" pitchFamily="34" charset="0"/>
              </a:rPr>
              <a:t>Há mais de 60 anos pensando o Brasil</a:t>
            </a:r>
          </a:p>
        </p:txBody>
      </p:sp>
      <p:sp>
        <p:nvSpPr>
          <p:cNvPr id="3" name="Google Shape;936;p37">
            <a:extLst>
              <a:ext uri="{FF2B5EF4-FFF2-40B4-BE49-F238E27FC236}">
                <a16:creationId xmlns:a16="http://schemas.microsoft.com/office/drawing/2014/main" id="{1C59C418-C45F-0391-3B14-75779EA3D933}"/>
              </a:ext>
            </a:extLst>
          </p:cNvPr>
          <p:cNvSpPr/>
          <p:nvPr/>
        </p:nvSpPr>
        <p:spPr>
          <a:xfrm flipH="1">
            <a:off x="7861193" y="4721150"/>
            <a:ext cx="1282656" cy="422165"/>
          </a:xfrm>
          <a:prstGeom prst="round1Rect">
            <a:avLst>
              <a:gd name="adj" fmla="val 50000"/>
            </a:avLst>
          </a:prstGeom>
          <a:solidFill>
            <a:srgbClr val="1B204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latin typeface="Maven Pro"/>
              <a:ea typeface="Maven Pro"/>
              <a:cs typeface="Maven Pro"/>
              <a:sym typeface="Maven Pro"/>
            </a:endParaRPr>
          </a:p>
        </p:txBody>
      </p:sp>
      <p:sp>
        <p:nvSpPr>
          <p:cNvPr id="4" name="Google Shape;937;p37">
            <a:extLst>
              <a:ext uri="{FF2B5EF4-FFF2-40B4-BE49-F238E27FC236}">
                <a16:creationId xmlns:a16="http://schemas.microsoft.com/office/drawing/2014/main" id="{74FF7AC5-7F38-56D5-272E-936AF299E94D}"/>
              </a:ext>
            </a:extLst>
          </p:cNvPr>
          <p:cNvSpPr/>
          <p:nvPr/>
        </p:nvSpPr>
        <p:spPr>
          <a:xfrm flipH="1">
            <a:off x="7588727" y="4912884"/>
            <a:ext cx="1555123" cy="230496"/>
          </a:xfrm>
          <a:prstGeom prst="round1Rect">
            <a:avLst>
              <a:gd name="adj" fmla="val 50000"/>
            </a:avLst>
          </a:prstGeom>
          <a:gradFill flip="none" rotWithShape="1">
            <a:gsLst>
              <a:gs pos="63000">
                <a:srgbClr val="06D1D7"/>
              </a:gs>
              <a:gs pos="33000">
                <a:srgbClr val="23A295"/>
              </a:gs>
              <a:gs pos="0">
                <a:srgbClr val="57F6A2"/>
              </a:gs>
              <a:gs pos="100000">
                <a:srgbClr val="1B2048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latin typeface="Maven Pro"/>
              <a:ea typeface="Maven Pro"/>
              <a:cs typeface="Maven Pro"/>
              <a:sym typeface="Maven Pro"/>
            </a:endParaRPr>
          </a:p>
        </p:txBody>
      </p:sp>
      <p:grpSp>
        <p:nvGrpSpPr>
          <p:cNvPr id="5" name="Google Shape;938;p37">
            <a:extLst>
              <a:ext uri="{FF2B5EF4-FFF2-40B4-BE49-F238E27FC236}">
                <a16:creationId xmlns:a16="http://schemas.microsoft.com/office/drawing/2014/main" id="{D352D2D7-90B5-7BD7-E24C-67F1A5C9A6E1}"/>
              </a:ext>
            </a:extLst>
          </p:cNvPr>
          <p:cNvGrpSpPr/>
          <p:nvPr/>
        </p:nvGrpSpPr>
        <p:grpSpPr>
          <a:xfrm>
            <a:off x="8644350" y="4276582"/>
            <a:ext cx="423698" cy="551579"/>
            <a:chOff x="7631225" y="2241175"/>
            <a:chExt cx="986125" cy="2095500"/>
          </a:xfrm>
          <a:gradFill>
            <a:gsLst>
              <a:gs pos="53000">
                <a:srgbClr val="23A295"/>
              </a:gs>
              <a:gs pos="0">
                <a:srgbClr val="57F6A2"/>
              </a:gs>
              <a:gs pos="100000">
                <a:srgbClr val="1B2048"/>
              </a:gs>
            </a:gsLst>
            <a:lin ang="5400000" scaled="1"/>
          </a:gradFill>
        </p:grpSpPr>
        <p:cxnSp>
          <p:nvCxnSpPr>
            <p:cNvPr id="6" name="Google Shape;939;p37">
              <a:extLst>
                <a:ext uri="{FF2B5EF4-FFF2-40B4-BE49-F238E27FC236}">
                  <a16:creationId xmlns:a16="http://schemas.microsoft.com/office/drawing/2014/main" id="{448B6A51-C842-A615-0891-4771B7E647AD}"/>
                </a:ext>
              </a:extLst>
            </p:cNvPr>
            <p:cNvCxnSpPr/>
            <p:nvPr/>
          </p:nvCxnSpPr>
          <p:spPr>
            <a:xfrm>
              <a:off x="7631225" y="2241175"/>
              <a:ext cx="0" cy="2095500"/>
            </a:xfrm>
            <a:prstGeom prst="straightConnector1">
              <a:avLst/>
            </a:prstGeom>
            <a:grpFill/>
            <a:ln w="9525" cap="flat" cmpd="sng">
              <a:solidFill>
                <a:srgbClr val="1AB0A9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7" name="Google Shape;940;p37">
              <a:extLst>
                <a:ext uri="{FF2B5EF4-FFF2-40B4-BE49-F238E27FC236}">
                  <a16:creationId xmlns:a16="http://schemas.microsoft.com/office/drawing/2014/main" id="{695F5039-81D6-2F66-B293-15BB29C24404}"/>
                </a:ext>
              </a:extLst>
            </p:cNvPr>
            <p:cNvCxnSpPr/>
            <p:nvPr/>
          </p:nvCxnSpPr>
          <p:spPr>
            <a:xfrm>
              <a:off x="7707081" y="2241175"/>
              <a:ext cx="0" cy="2095500"/>
            </a:xfrm>
            <a:prstGeom prst="straightConnector1">
              <a:avLst/>
            </a:prstGeom>
            <a:grpFill/>
            <a:ln w="9525" cap="flat" cmpd="sng">
              <a:solidFill>
                <a:srgbClr val="1AB0A9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8" name="Google Shape;941;p37">
              <a:extLst>
                <a:ext uri="{FF2B5EF4-FFF2-40B4-BE49-F238E27FC236}">
                  <a16:creationId xmlns:a16="http://schemas.microsoft.com/office/drawing/2014/main" id="{23702EBE-E646-4DB2-5B50-D3DB16E34CB4}"/>
                </a:ext>
              </a:extLst>
            </p:cNvPr>
            <p:cNvCxnSpPr/>
            <p:nvPr/>
          </p:nvCxnSpPr>
          <p:spPr>
            <a:xfrm>
              <a:off x="7782937" y="2241175"/>
              <a:ext cx="0" cy="2095500"/>
            </a:xfrm>
            <a:prstGeom prst="straightConnector1">
              <a:avLst/>
            </a:prstGeom>
            <a:grpFill/>
            <a:ln w="9525" cap="flat" cmpd="sng">
              <a:solidFill>
                <a:srgbClr val="1AB0A9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9" name="Google Shape;942;p37">
              <a:extLst>
                <a:ext uri="{FF2B5EF4-FFF2-40B4-BE49-F238E27FC236}">
                  <a16:creationId xmlns:a16="http://schemas.microsoft.com/office/drawing/2014/main" id="{F404481E-2CC5-951D-0079-6128D253BD81}"/>
                </a:ext>
              </a:extLst>
            </p:cNvPr>
            <p:cNvCxnSpPr/>
            <p:nvPr/>
          </p:nvCxnSpPr>
          <p:spPr>
            <a:xfrm>
              <a:off x="7858792" y="2241175"/>
              <a:ext cx="0" cy="2095500"/>
            </a:xfrm>
            <a:prstGeom prst="straightConnector1">
              <a:avLst/>
            </a:prstGeom>
            <a:grpFill/>
            <a:ln w="9525" cap="flat" cmpd="sng">
              <a:solidFill>
                <a:srgbClr val="1AB0A9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0" name="Google Shape;943;p37">
              <a:extLst>
                <a:ext uri="{FF2B5EF4-FFF2-40B4-BE49-F238E27FC236}">
                  <a16:creationId xmlns:a16="http://schemas.microsoft.com/office/drawing/2014/main" id="{102B32A1-BD0B-02A9-EF37-60E4D4E60858}"/>
                </a:ext>
              </a:extLst>
            </p:cNvPr>
            <p:cNvCxnSpPr/>
            <p:nvPr/>
          </p:nvCxnSpPr>
          <p:spPr>
            <a:xfrm>
              <a:off x="8010504" y="2241175"/>
              <a:ext cx="0" cy="2095500"/>
            </a:xfrm>
            <a:prstGeom prst="straightConnector1">
              <a:avLst/>
            </a:prstGeom>
            <a:grpFill/>
            <a:ln w="9525" cap="flat" cmpd="sng">
              <a:solidFill>
                <a:srgbClr val="1AB0A9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1" name="Google Shape;944;p37">
              <a:extLst>
                <a:ext uri="{FF2B5EF4-FFF2-40B4-BE49-F238E27FC236}">
                  <a16:creationId xmlns:a16="http://schemas.microsoft.com/office/drawing/2014/main" id="{1711BE90-251F-5787-5BB0-8AD6134A6739}"/>
                </a:ext>
              </a:extLst>
            </p:cNvPr>
            <p:cNvCxnSpPr/>
            <p:nvPr/>
          </p:nvCxnSpPr>
          <p:spPr>
            <a:xfrm>
              <a:off x="8162215" y="2241175"/>
              <a:ext cx="0" cy="2095500"/>
            </a:xfrm>
            <a:prstGeom prst="straightConnector1">
              <a:avLst/>
            </a:prstGeom>
            <a:grpFill/>
            <a:ln w="9525" cap="flat" cmpd="sng">
              <a:solidFill>
                <a:srgbClr val="1AB0A9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2" name="Google Shape;945;p37">
              <a:extLst>
                <a:ext uri="{FF2B5EF4-FFF2-40B4-BE49-F238E27FC236}">
                  <a16:creationId xmlns:a16="http://schemas.microsoft.com/office/drawing/2014/main" id="{4E5B719E-A072-5E1A-3749-8E2F9B12AE41}"/>
                </a:ext>
              </a:extLst>
            </p:cNvPr>
            <p:cNvCxnSpPr/>
            <p:nvPr/>
          </p:nvCxnSpPr>
          <p:spPr>
            <a:xfrm>
              <a:off x="8313927" y="2241175"/>
              <a:ext cx="0" cy="2095500"/>
            </a:xfrm>
            <a:prstGeom prst="straightConnector1">
              <a:avLst/>
            </a:prstGeom>
            <a:grpFill/>
            <a:ln w="9525" cap="flat" cmpd="sng">
              <a:solidFill>
                <a:srgbClr val="1AB0A9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3" name="Google Shape;946;p37">
              <a:extLst>
                <a:ext uri="{FF2B5EF4-FFF2-40B4-BE49-F238E27FC236}">
                  <a16:creationId xmlns:a16="http://schemas.microsoft.com/office/drawing/2014/main" id="{EAE2A04B-6B8B-C3A2-F5E4-9FD96CA43925}"/>
                </a:ext>
              </a:extLst>
            </p:cNvPr>
            <p:cNvCxnSpPr/>
            <p:nvPr/>
          </p:nvCxnSpPr>
          <p:spPr>
            <a:xfrm>
              <a:off x="7934648" y="2241175"/>
              <a:ext cx="0" cy="2095500"/>
            </a:xfrm>
            <a:prstGeom prst="straightConnector1">
              <a:avLst/>
            </a:prstGeom>
            <a:grpFill/>
            <a:ln w="9525" cap="flat" cmpd="sng">
              <a:solidFill>
                <a:srgbClr val="1AB0A9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4" name="Google Shape;947;p37">
              <a:extLst>
                <a:ext uri="{FF2B5EF4-FFF2-40B4-BE49-F238E27FC236}">
                  <a16:creationId xmlns:a16="http://schemas.microsoft.com/office/drawing/2014/main" id="{76998866-3DD1-3EA1-B8C3-A71939AFED58}"/>
                </a:ext>
              </a:extLst>
            </p:cNvPr>
            <p:cNvCxnSpPr/>
            <p:nvPr/>
          </p:nvCxnSpPr>
          <p:spPr>
            <a:xfrm>
              <a:off x="8086360" y="2241175"/>
              <a:ext cx="0" cy="2095500"/>
            </a:xfrm>
            <a:prstGeom prst="straightConnector1">
              <a:avLst/>
            </a:prstGeom>
            <a:grpFill/>
            <a:ln w="9525" cap="flat" cmpd="sng">
              <a:solidFill>
                <a:srgbClr val="1AB0A9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5" name="Google Shape;948;p37">
              <a:extLst>
                <a:ext uri="{FF2B5EF4-FFF2-40B4-BE49-F238E27FC236}">
                  <a16:creationId xmlns:a16="http://schemas.microsoft.com/office/drawing/2014/main" id="{6F4F6E6B-779B-2C17-05F6-DF98679E6E05}"/>
                </a:ext>
              </a:extLst>
            </p:cNvPr>
            <p:cNvCxnSpPr/>
            <p:nvPr/>
          </p:nvCxnSpPr>
          <p:spPr>
            <a:xfrm>
              <a:off x="8238071" y="2241175"/>
              <a:ext cx="0" cy="2095500"/>
            </a:xfrm>
            <a:prstGeom prst="straightConnector1">
              <a:avLst/>
            </a:prstGeom>
            <a:grpFill/>
            <a:ln w="9525" cap="flat" cmpd="sng">
              <a:solidFill>
                <a:srgbClr val="1AB0A9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6" name="Google Shape;949;p37">
              <a:extLst>
                <a:ext uri="{FF2B5EF4-FFF2-40B4-BE49-F238E27FC236}">
                  <a16:creationId xmlns:a16="http://schemas.microsoft.com/office/drawing/2014/main" id="{EF2B8656-19A8-9C68-C386-3783233C1865}"/>
                </a:ext>
              </a:extLst>
            </p:cNvPr>
            <p:cNvCxnSpPr/>
            <p:nvPr/>
          </p:nvCxnSpPr>
          <p:spPr>
            <a:xfrm>
              <a:off x="8389783" y="2241175"/>
              <a:ext cx="0" cy="2095500"/>
            </a:xfrm>
            <a:prstGeom prst="straightConnector1">
              <a:avLst/>
            </a:prstGeom>
            <a:grpFill/>
            <a:ln w="9525" cap="flat" cmpd="sng">
              <a:solidFill>
                <a:srgbClr val="1AB0A9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7" name="Google Shape;950;p37">
              <a:extLst>
                <a:ext uri="{FF2B5EF4-FFF2-40B4-BE49-F238E27FC236}">
                  <a16:creationId xmlns:a16="http://schemas.microsoft.com/office/drawing/2014/main" id="{FAF41709-69CE-C5EC-B98E-43A13F2FCC25}"/>
                </a:ext>
              </a:extLst>
            </p:cNvPr>
            <p:cNvCxnSpPr/>
            <p:nvPr/>
          </p:nvCxnSpPr>
          <p:spPr>
            <a:xfrm>
              <a:off x="8465638" y="2241175"/>
              <a:ext cx="0" cy="2095500"/>
            </a:xfrm>
            <a:prstGeom prst="straightConnector1">
              <a:avLst/>
            </a:prstGeom>
            <a:grpFill/>
            <a:ln w="9525" cap="flat" cmpd="sng">
              <a:solidFill>
                <a:srgbClr val="1AB0A9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8" name="Google Shape;951;p37">
              <a:extLst>
                <a:ext uri="{FF2B5EF4-FFF2-40B4-BE49-F238E27FC236}">
                  <a16:creationId xmlns:a16="http://schemas.microsoft.com/office/drawing/2014/main" id="{F1EA7B5C-096D-7108-1734-8106E8501799}"/>
                </a:ext>
              </a:extLst>
            </p:cNvPr>
            <p:cNvCxnSpPr/>
            <p:nvPr/>
          </p:nvCxnSpPr>
          <p:spPr>
            <a:xfrm>
              <a:off x="8541494" y="2241175"/>
              <a:ext cx="0" cy="2095500"/>
            </a:xfrm>
            <a:prstGeom prst="straightConnector1">
              <a:avLst/>
            </a:prstGeom>
            <a:grpFill/>
            <a:ln w="9525" cap="flat" cmpd="sng">
              <a:solidFill>
                <a:srgbClr val="1AB0A9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9" name="Google Shape;952;p37">
              <a:extLst>
                <a:ext uri="{FF2B5EF4-FFF2-40B4-BE49-F238E27FC236}">
                  <a16:creationId xmlns:a16="http://schemas.microsoft.com/office/drawing/2014/main" id="{2050CCD1-9114-FC84-01CE-57A0B83044DF}"/>
                </a:ext>
              </a:extLst>
            </p:cNvPr>
            <p:cNvCxnSpPr/>
            <p:nvPr/>
          </p:nvCxnSpPr>
          <p:spPr>
            <a:xfrm>
              <a:off x="8617350" y="2241175"/>
              <a:ext cx="0" cy="2095500"/>
            </a:xfrm>
            <a:prstGeom prst="straightConnector1">
              <a:avLst/>
            </a:prstGeom>
            <a:grpFill/>
            <a:ln w="9525" cap="flat" cmpd="sng">
              <a:solidFill>
                <a:srgbClr val="1AB0A9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20" name="Google Shape;954;p37">
            <a:extLst>
              <a:ext uri="{FF2B5EF4-FFF2-40B4-BE49-F238E27FC236}">
                <a16:creationId xmlns:a16="http://schemas.microsoft.com/office/drawing/2014/main" id="{EE328FBB-170A-8107-D566-65315A86BAF3}"/>
              </a:ext>
            </a:extLst>
          </p:cNvPr>
          <p:cNvSpPr/>
          <p:nvPr/>
        </p:nvSpPr>
        <p:spPr>
          <a:xfrm>
            <a:off x="0" y="4680042"/>
            <a:ext cx="922564" cy="463274"/>
          </a:xfrm>
          <a:prstGeom prst="rect">
            <a:avLst/>
          </a:prstGeom>
          <a:gradFill>
            <a:gsLst>
              <a:gs pos="33000">
                <a:srgbClr val="23A295"/>
              </a:gs>
              <a:gs pos="0">
                <a:srgbClr val="57F6A2"/>
              </a:gs>
              <a:gs pos="100000">
                <a:srgbClr val="1B2048"/>
              </a:gs>
            </a:gsLst>
            <a:path path="circle">
              <a:fillToRect l="100000" t="100000"/>
            </a:path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dirty="0">
              <a:latin typeface="Maven Pro"/>
              <a:ea typeface="Maven Pro"/>
              <a:cs typeface="Maven Pro"/>
              <a:sym typeface="Maven Pro"/>
            </a:endParaRPr>
          </a:p>
        </p:txBody>
      </p:sp>
      <p:sp>
        <p:nvSpPr>
          <p:cNvPr id="21" name="Google Shape;955;p37">
            <a:extLst>
              <a:ext uri="{FF2B5EF4-FFF2-40B4-BE49-F238E27FC236}">
                <a16:creationId xmlns:a16="http://schemas.microsoft.com/office/drawing/2014/main" id="{41B0647C-FAC3-CE7A-8CB4-5649DDF906DA}"/>
              </a:ext>
            </a:extLst>
          </p:cNvPr>
          <p:cNvSpPr/>
          <p:nvPr/>
        </p:nvSpPr>
        <p:spPr>
          <a:xfrm>
            <a:off x="0" y="4912883"/>
            <a:ext cx="1663658" cy="230641"/>
          </a:xfrm>
          <a:prstGeom prst="round1Rect">
            <a:avLst>
              <a:gd name="adj" fmla="val 50000"/>
            </a:avLst>
          </a:prstGeom>
          <a:solidFill>
            <a:srgbClr val="1B204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latin typeface="Maven Pro"/>
              <a:ea typeface="Maven Pro"/>
              <a:cs typeface="Maven Pro"/>
              <a:sym typeface="Maven Pro"/>
            </a:endParaRPr>
          </a:p>
        </p:txBody>
      </p:sp>
      <p:grpSp>
        <p:nvGrpSpPr>
          <p:cNvPr id="22" name="Agrupar 21">
            <a:extLst>
              <a:ext uri="{FF2B5EF4-FFF2-40B4-BE49-F238E27FC236}">
                <a16:creationId xmlns:a16="http://schemas.microsoft.com/office/drawing/2014/main" id="{85FA5395-5CCA-6852-8A24-2F948FA950AD}"/>
              </a:ext>
            </a:extLst>
          </p:cNvPr>
          <p:cNvGrpSpPr/>
          <p:nvPr/>
        </p:nvGrpSpPr>
        <p:grpSpPr>
          <a:xfrm>
            <a:off x="7070035" y="156184"/>
            <a:ext cx="1722295" cy="405506"/>
            <a:chOff x="4782913" y="272045"/>
            <a:chExt cx="3752189" cy="883435"/>
          </a:xfrm>
        </p:grpSpPr>
        <p:pic>
          <p:nvPicPr>
            <p:cNvPr id="23" name="Imagem 22" descr="Interface gráfica do usuário, Texto&#10;&#10;O conteúdo gerado por IA pode estar incorreto.">
              <a:extLst>
                <a:ext uri="{FF2B5EF4-FFF2-40B4-BE49-F238E27FC236}">
                  <a16:creationId xmlns:a16="http://schemas.microsoft.com/office/drawing/2014/main" id="{131EAE83-17DE-A4F2-C038-7E205BCDF47D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4782913" y="272045"/>
              <a:ext cx="3752189" cy="883435"/>
            </a:xfrm>
            <a:prstGeom prst="rect">
              <a:avLst/>
            </a:prstGeom>
          </p:spPr>
        </p:pic>
        <p:cxnSp>
          <p:nvCxnSpPr>
            <p:cNvPr id="24" name="Conector reto 23">
              <a:extLst>
                <a:ext uri="{FF2B5EF4-FFF2-40B4-BE49-F238E27FC236}">
                  <a16:creationId xmlns:a16="http://schemas.microsoft.com/office/drawing/2014/main" id="{3787CFF9-AA9D-DB9C-A79B-C6C6182A8653}"/>
                </a:ext>
              </a:extLst>
            </p:cNvPr>
            <p:cNvCxnSpPr>
              <a:cxnSpLocks/>
            </p:cNvCxnSpPr>
            <p:nvPr/>
          </p:nvCxnSpPr>
          <p:spPr>
            <a:xfrm>
              <a:off x="5253460" y="1066595"/>
              <a:ext cx="3264536" cy="16228"/>
            </a:xfrm>
            <a:prstGeom prst="line">
              <a:avLst/>
            </a:prstGeom>
            <a:ln>
              <a:solidFill>
                <a:srgbClr val="00445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5" name="Google Shape;936;p37">
            <a:extLst>
              <a:ext uri="{FF2B5EF4-FFF2-40B4-BE49-F238E27FC236}">
                <a16:creationId xmlns:a16="http://schemas.microsoft.com/office/drawing/2014/main" id="{4DD55E89-945A-6A4E-B5F5-AF588D574ECE}"/>
              </a:ext>
            </a:extLst>
          </p:cNvPr>
          <p:cNvSpPr/>
          <p:nvPr/>
        </p:nvSpPr>
        <p:spPr>
          <a:xfrm rot="16200000" flipH="1" flipV="1">
            <a:off x="-26331" y="5857"/>
            <a:ext cx="636272" cy="583606"/>
          </a:xfrm>
          <a:custGeom>
            <a:avLst/>
            <a:gdLst>
              <a:gd name="connsiteX0" fmla="*/ 0 w 1440059"/>
              <a:gd name="connsiteY0" fmla="*/ 0 h 583600"/>
              <a:gd name="connsiteX1" fmla="*/ 1148259 w 1440059"/>
              <a:gd name="connsiteY1" fmla="*/ 0 h 583600"/>
              <a:gd name="connsiteX2" fmla="*/ 1440059 w 1440059"/>
              <a:gd name="connsiteY2" fmla="*/ 291800 h 583600"/>
              <a:gd name="connsiteX3" fmla="*/ 1440059 w 1440059"/>
              <a:gd name="connsiteY3" fmla="*/ 583600 h 583600"/>
              <a:gd name="connsiteX4" fmla="*/ 0 w 1440059"/>
              <a:gd name="connsiteY4" fmla="*/ 583600 h 583600"/>
              <a:gd name="connsiteX5" fmla="*/ 0 w 1440059"/>
              <a:gd name="connsiteY5" fmla="*/ 0 h 583600"/>
              <a:gd name="connsiteX0" fmla="*/ 612059 w 1440059"/>
              <a:gd name="connsiteY0" fmla="*/ 0 h 583603"/>
              <a:gd name="connsiteX1" fmla="*/ 1148259 w 1440059"/>
              <a:gd name="connsiteY1" fmla="*/ 3 h 583603"/>
              <a:gd name="connsiteX2" fmla="*/ 1440059 w 1440059"/>
              <a:gd name="connsiteY2" fmla="*/ 291803 h 583603"/>
              <a:gd name="connsiteX3" fmla="*/ 1440059 w 1440059"/>
              <a:gd name="connsiteY3" fmla="*/ 583603 h 583603"/>
              <a:gd name="connsiteX4" fmla="*/ 0 w 1440059"/>
              <a:gd name="connsiteY4" fmla="*/ 583603 h 583603"/>
              <a:gd name="connsiteX5" fmla="*/ 612059 w 1440059"/>
              <a:gd name="connsiteY5" fmla="*/ 0 h 583603"/>
              <a:gd name="connsiteX0" fmla="*/ 0 w 828000"/>
              <a:gd name="connsiteY0" fmla="*/ 0 h 583603"/>
              <a:gd name="connsiteX1" fmla="*/ 536200 w 828000"/>
              <a:gd name="connsiteY1" fmla="*/ 3 h 583603"/>
              <a:gd name="connsiteX2" fmla="*/ 828000 w 828000"/>
              <a:gd name="connsiteY2" fmla="*/ 291803 h 583603"/>
              <a:gd name="connsiteX3" fmla="*/ 828000 w 828000"/>
              <a:gd name="connsiteY3" fmla="*/ 583603 h 583603"/>
              <a:gd name="connsiteX4" fmla="*/ 191728 w 828000"/>
              <a:gd name="connsiteY4" fmla="*/ 576229 h 583603"/>
              <a:gd name="connsiteX5" fmla="*/ 0 w 828000"/>
              <a:gd name="connsiteY5" fmla="*/ 0 h 583603"/>
              <a:gd name="connsiteX0" fmla="*/ 14749 w 636272"/>
              <a:gd name="connsiteY0" fmla="*/ 0 h 583606"/>
              <a:gd name="connsiteX1" fmla="*/ 344472 w 636272"/>
              <a:gd name="connsiteY1" fmla="*/ 6 h 583606"/>
              <a:gd name="connsiteX2" fmla="*/ 636272 w 636272"/>
              <a:gd name="connsiteY2" fmla="*/ 291806 h 583606"/>
              <a:gd name="connsiteX3" fmla="*/ 636272 w 636272"/>
              <a:gd name="connsiteY3" fmla="*/ 583606 h 583606"/>
              <a:gd name="connsiteX4" fmla="*/ 0 w 636272"/>
              <a:gd name="connsiteY4" fmla="*/ 576232 h 583606"/>
              <a:gd name="connsiteX5" fmla="*/ 14749 w 636272"/>
              <a:gd name="connsiteY5" fmla="*/ 0 h 5836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36272" h="583606">
                <a:moveTo>
                  <a:pt x="14749" y="0"/>
                </a:moveTo>
                <a:lnTo>
                  <a:pt x="344472" y="6"/>
                </a:lnTo>
                <a:cubicBezTo>
                  <a:pt x="505629" y="6"/>
                  <a:pt x="636272" y="130649"/>
                  <a:pt x="636272" y="291806"/>
                </a:cubicBezTo>
                <a:lnTo>
                  <a:pt x="636272" y="583606"/>
                </a:lnTo>
                <a:lnTo>
                  <a:pt x="0" y="576232"/>
                </a:lnTo>
                <a:lnTo>
                  <a:pt x="14749" y="0"/>
                </a:lnTo>
                <a:close/>
              </a:path>
            </a:pathLst>
          </a:custGeom>
          <a:solidFill>
            <a:srgbClr val="1B204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latin typeface="Maven Pro"/>
              <a:ea typeface="Maven Pro"/>
              <a:cs typeface="Maven Pro"/>
              <a:sym typeface="Maven Pro"/>
            </a:endParaRPr>
          </a:p>
        </p:txBody>
      </p:sp>
      <p:sp>
        <p:nvSpPr>
          <p:cNvPr id="26" name="Google Shape;937;p37">
            <a:extLst>
              <a:ext uri="{FF2B5EF4-FFF2-40B4-BE49-F238E27FC236}">
                <a16:creationId xmlns:a16="http://schemas.microsoft.com/office/drawing/2014/main" id="{938A74B5-EC91-E66D-8081-164196049758}"/>
              </a:ext>
            </a:extLst>
          </p:cNvPr>
          <p:cNvSpPr/>
          <p:nvPr/>
        </p:nvSpPr>
        <p:spPr>
          <a:xfrm rot="16200000" flipH="1" flipV="1">
            <a:off x="-223281" y="212082"/>
            <a:ext cx="765195" cy="318641"/>
          </a:xfrm>
          <a:custGeom>
            <a:avLst/>
            <a:gdLst>
              <a:gd name="connsiteX0" fmla="*/ 0 w 1745961"/>
              <a:gd name="connsiteY0" fmla="*/ 0 h 318637"/>
              <a:gd name="connsiteX1" fmla="*/ 1586643 w 1745961"/>
              <a:gd name="connsiteY1" fmla="*/ 0 h 318637"/>
              <a:gd name="connsiteX2" fmla="*/ 1745962 w 1745961"/>
              <a:gd name="connsiteY2" fmla="*/ 159319 h 318637"/>
              <a:gd name="connsiteX3" fmla="*/ 1745961 w 1745961"/>
              <a:gd name="connsiteY3" fmla="*/ 318637 h 318637"/>
              <a:gd name="connsiteX4" fmla="*/ 0 w 1745961"/>
              <a:gd name="connsiteY4" fmla="*/ 318637 h 318637"/>
              <a:gd name="connsiteX5" fmla="*/ 0 w 1745961"/>
              <a:gd name="connsiteY5" fmla="*/ 0 h 318637"/>
              <a:gd name="connsiteX0" fmla="*/ 980768 w 1745962"/>
              <a:gd name="connsiteY0" fmla="*/ 0 h 318637"/>
              <a:gd name="connsiteX1" fmla="*/ 1586643 w 1745962"/>
              <a:gd name="connsiteY1" fmla="*/ 0 h 318637"/>
              <a:gd name="connsiteX2" fmla="*/ 1745962 w 1745962"/>
              <a:gd name="connsiteY2" fmla="*/ 159319 h 318637"/>
              <a:gd name="connsiteX3" fmla="*/ 1745961 w 1745962"/>
              <a:gd name="connsiteY3" fmla="*/ 318637 h 318637"/>
              <a:gd name="connsiteX4" fmla="*/ 0 w 1745962"/>
              <a:gd name="connsiteY4" fmla="*/ 318637 h 318637"/>
              <a:gd name="connsiteX5" fmla="*/ 980768 w 1745962"/>
              <a:gd name="connsiteY5" fmla="*/ 0 h 318637"/>
              <a:gd name="connsiteX0" fmla="*/ 1 w 765195"/>
              <a:gd name="connsiteY0" fmla="*/ 0 h 318641"/>
              <a:gd name="connsiteX1" fmla="*/ 605876 w 765195"/>
              <a:gd name="connsiteY1" fmla="*/ 0 h 318641"/>
              <a:gd name="connsiteX2" fmla="*/ 765195 w 765195"/>
              <a:gd name="connsiteY2" fmla="*/ 159319 h 318641"/>
              <a:gd name="connsiteX3" fmla="*/ 765194 w 765195"/>
              <a:gd name="connsiteY3" fmla="*/ 318637 h 318641"/>
              <a:gd name="connsiteX4" fmla="*/ 0 w 765195"/>
              <a:gd name="connsiteY4" fmla="*/ 318641 h 318641"/>
              <a:gd name="connsiteX5" fmla="*/ 1 w 765195"/>
              <a:gd name="connsiteY5" fmla="*/ 0 h 3186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765195" h="318641">
                <a:moveTo>
                  <a:pt x="1" y="0"/>
                </a:moveTo>
                <a:lnTo>
                  <a:pt x="605876" y="0"/>
                </a:lnTo>
                <a:cubicBezTo>
                  <a:pt x="693865" y="0"/>
                  <a:pt x="765195" y="71330"/>
                  <a:pt x="765195" y="159319"/>
                </a:cubicBezTo>
                <a:cubicBezTo>
                  <a:pt x="765195" y="212425"/>
                  <a:pt x="765194" y="265531"/>
                  <a:pt x="765194" y="318637"/>
                </a:cubicBezTo>
                <a:lnTo>
                  <a:pt x="0" y="318641"/>
                </a:lnTo>
                <a:cubicBezTo>
                  <a:pt x="0" y="212427"/>
                  <a:pt x="1" y="106214"/>
                  <a:pt x="1" y="0"/>
                </a:cubicBezTo>
                <a:close/>
              </a:path>
            </a:pathLst>
          </a:custGeom>
          <a:gradFill flip="none" rotWithShape="1">
            <a:gsLst>
              <a:gs pos="63000">
                <a:srgbClr val="06D1D7"/>
              </a:gs>
              <a:gs pos="33000">
                <a:srgbClr val="23A295"/>
              </a:gs>
              <a:gs pos="0">
                <a:srgbClr val="57F6A2"/>
              </a:gs>
              <a:gs pos="100000">
                <a:srgbClr val="1B2048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latin typeface="Maven Pro"/>
              <a:ea typeface="Maven Pro"/>
              <a:cs typeface="Maven Pro"/>
              <a:sym typeface="Maven Pro"/>
            </a:endParaRPr>
          </a:p>
        </p:txBody>
      </p:sp>
      <p:grpSp>
        <p:nvGrpSpPr>
          <p:cNvPr id="28" name="Google Shape;938;p37">
            <a:extLst>
              <a:ext uri="{FF2B5EF4-FFF2-40B4-BE49-F238E27FC236}">
                <a16:creationId xmlns:a16="http://schemas.microsoft.com/office/drawing/2014/main" id="{8A4AB27E-2DA7-389E-AC36-850107C547B1}"/>
              </a:ext>
            </a:extLst>
          </p:cNvPr>
          <p:cNvGrpSpPr/>
          <p:nvPr/>
        </p:nvGrpSpPr>
        <p:grpSpPr>
          <a:xfrm rot="16200000">
            <a:off x="720348" y="-178200"/>
            <a:ext cx="368002" cy="860760"/>
            <a:chOff x="8238071" y="2241175"/>
            <a:chExt cx="379279" cy="2095500"/>
          </a:xfrm>
          <a:gradFill>
            <a:gsLst>
              <a:gs pos="53000">
                <a:srgbClr val="23A295"/>
              </a:gs>
              <a:gs pos="0">
                <a:srgbClr val="57F6A2"/>
              </a:gs>
              <a:gs pos="100000">
                <a:srgbClr val="1B2048"/>
              </a:gs>
            </a:gsLst>
            <a:lin ang="5400000" scaled="1"/>
          </a:gradFill>
        </p:grpSpPr>
        <p:cxnSp>
          <p:nvCxnSpPr>
            <p:cNvPr id="29" name="Google Shape;945;p37">
              <a:extLst>
                <a:ext uri="{FF2B5EF4-FFF2-40B4-BE49-F238E27FC236}">
                  <a16:creationId xmlns:a16="http://schemas.microsoft.com/office/drawing/2014/main" id="{1FBBF62F-B325-27D5-380E-1DACD1058A65}"/>
                </a:ext>
              </a:extLst>
            </p:cNvPr>
            <p:cNvCxnSpPr/>
            <p:nvPr/>
          </p:nvCxnSpPr>
          <p:spPr>
            <a:xfrm>
              <a:off x="8313927" y="2241175"/>
              <a:ext cx="0" cy="2095500"/>
            </a:xfrm>
            <a:prstGeom prst="straightConnector1">
              <a:avLst/>
            </a:prstGeom>
            <a:grpFill/>
            <a:ln w="9525" cap="flat" cmpd="sng">
              <a:solidFill>
                <a:srgbClr val="1AB0A9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0" name="Google Shape;948;p37">
              <a:extLst>
                <a:ext uri="{FF2B5EF4-FFF2-40B4-BE49-F238E27FC236}">
                  <a16:creationId xmlns:a16="http://schemas.microsoft.com/office/drawing/2014/main" id="{3AAC05D1-C47A-2E8C-E81C-A3A5A4077AEA}"/>
                </a:ext>
              </a:extLst>
            </p:cNvPr>
            <p:cNvCxnSpPr/>
            <p:nvPr/>
          </p:nvCxnSpPr>
          <p:spPr>
            <a:xfrm>
              <a:off x="8238071" y="2241175"/>
              <a:ext cx="0" cy="2095500"/>
            </a:xfrm>
            <a:prstGeom prst="straightConnector1">
              <a:avLst/>
            </a:prstGeom>
            <a:grpFill/>
            <a:ln w="9525" cap="flat" cmpd="sng">
              <a:solidFill>
                <a:srgbClr val="1AB0A9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1" name="Google Shape;949;p37">
              <a:extLst>
                <a:ext uri="{FF2B5EF4-FFF2-40B4-BE49-F238E27FC236}">
                  <a16:creationId xmlns:a16="http://schemas.microsoft.com/office/drawing/2014/main" id="{B3A452B1-C981-71BE-B406-F47575B069CD}"/>
                </a:ext>
              </a:extLst>
            </p:cNvPr>
            <p:cNvCxnSpPr/>
            <p:nvPr/>
          </p:nvCxnSpPr>
          <p:spPr>
            <a:xfrm>
              <a:off x="8389783" y="2241175"/>
              <a:ext cx="0" cy="2095500"/>
            </a:xfrm>
            <a:prstGeom prst="straightConnector1">
              <a:avLst/>
            </a:prstGeom>
            <a:grpFill/>
            <a:ln w="9525" cap="flat" cmpd="sng">
              <a:solidFill>
                <a:srgbClr val="1AB0A9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2" name="Google Shape;950;p37">
              <a:extLst>
                <a:ext uri="{FF2B5EF4-FFF2-40B4-BE49-F238E27FC236}">
                  <a16:creationId xmlns:a16="http://schemas.microsoft.com/office/drawing/2014/main" id="{9C938AF2-13DB-1C95-8E47-CEF6DCBE5AAF}"/>
                </a:ext>
              </a:extLst>
            </p:cNvPr>
            <p:cNvCxnSpPr/>
            <p:nvPr/>
          </p:nvCxnSpPr>
          <p:spPr>
            <a:xfrm>
              <a:off x="8465638" y="2241175"/>
              <a:ext cx="0" cy="2095500"/>
            </a:xfrm>
            <a:prstGeom prst="straightConnector1">
              <a:avLst/>
            </a:prstGeom>
            <a:grpFill/>
            <a:ln w="9525" cap="flat" cmpd="sng">
              <a:solidFill>
                <a:srgbClr val="1AB0A9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3" name="Google Shape;951;p37">
              <a:extLst>
                <a:ext uri="{FF2B5EF4-FFF2-40B4-BE49-F238E27FC236}">
                  <a16:creationId xmlns:a16="http://schemas.microsoft.com/office/drawing/2014/main" id="{D2248151-EE46-9A4C-8257-398888C80DF8}"/>
                </a:ext>
              </a:extLst>
            </p:cNvPr>
            <p:cNvCxnSpPr/>
            <p:nvPr/>
          </p:nvCxnSpPr>
          <p:spPr>
            <a:xfrm>
              <a:off x="8541494" y="2241175"/>
              <a:ext cx="0" cy="2095500"/>
            </a:xfrm>
            <a:prstGeom prst="straightConnector1">
              <a:avLst/>
            </a:prstGeom>
            <a:grpFill/>
            <a:ln w="9525" cap="flat" cmpd="sng">
              <a:solidFill>
                <a:srgbClr val="1AB0A9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4" name="Google Shape;952;p37">
              <a:extLst>
                <a:ext uri="{FF2B5EF4-FFF2-40B4-BE49-F238E27FC236}">
                  <a16:creationId xmlns:a16="http://schemas.microsoft.com/office/drawing/2014/main" id="{9BF97A1E-91BD-E1AB-A145-1B155E8E2140}"/>
                </a:ext>
              </a:extLst>
            </p:cNvPr>
            <p:cNvCxnSpPr/>
            <p:nvPr/>
          </p:nvCxnSpPr>
          <p:spPr>
            <a:xfrm>
              <a:off x="8617350" y="2241175"/>
              <a:ext cx="0" cy="2095500"/>
            </a:xfrm>
            <a:prstGeom prst="straightConnector1">
              <a:avLst/>
            </a:prstGeom>
            <a:grpFill/>
            <a:ln w="9525" cap="flat" cmpd="sng">
              <a:solidFill>
                <a:srgbClr val="1AB0A9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35" name="Título 1">
            <a:extLst>
              <a:ext uri="{FF2B5EF4-FFF2-40B4-BE49-F238E27FC236}">
                <a16:creationId xmlns:a16="http://schemas.microsoft.com/office/drawing/2014/main" id="{AF58B020-9E52-7B3C-5BAB-EC433AA85275}"/>
              </a:ext>
            </a:extLst>
          </p:cNvPr>
          <p:cNvSpPr txBox="1">
            <a:spLocks/>
          </p:cNvSpPr>
          <p:nvPr/>
        </p:nvSpPr>
        <p:spPr>
          <a:xfrm>
            <a:off x="675324" y="706826"/>
            <a:ext cx="8467638" cy="4554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Montserrat"/>
              <a:buNone/>
              <a:defRPr sz="52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Montserrat"/>
              <a:buNone/>
              <a:defRPr sz="52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Montserrat"/>
              <a:buNone/>
              <a:defRPr sz="52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Montserrat"/>
              <a:buNone/>
              <a:defRPr sz="52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Montserrat"/>
              <a:buNone/>
              <a:defRPr sz="52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Montserrat"/>
              <a:buNone/>
              <a:defRPr sz="52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Montserrat"/>
              <a:buNone/>
              <a:defRPr sz="52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Montserrat"/>
              <a:buNone/>
              <a:defRPr sz="52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Montserrat"/>
              <a:buNone/>
              <a:defRPr sz="52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algn="l"/>
            <a:r>
              <a:rPr lang="pt-BR" sz="2000" dirty="0">
                <a:latin typeface="+mj-lt"/>
                <a:cs typeface="Arial" panose="020B0604020202020204" pitchFamily="34" charset="0"/>
              </a:rPr>
              <a:t>Distribuição por fonte da classificação</a:t>
            </a:r>
          </a:p>
        </p:txBody>
      </p:sp>
      <p:sp>
        <p:nvSpPr>
          <p:cNvPr id="36" name="Subtítulo 2">
            <a:extLst>
              <a:ext uri="{FF2B5EF4-FFF2-40B4-BE49-F238E27FC236}">
                <a16:creationId xmlns:a16="http://schemas.microsoft.com/office/drawing/2014/main" id="{60198E20-1F1F-3497-950E-C9BA72DDE2CB}"/>
              </a:ext>
            </a:extLst>
          </p:cNvPr>
          <p:cNvSpPr>
            <a:spLocks noGrp="1"/>
          </p:cNvSpPr>
          <p:nvPr>
            <p:ph type="subTitle" idx="4294967295"/>
          </p:nvPr>
        </p:nvSpPr>
        <p:spPr>
          <a:xfrm>
            <a:off x="583608" y="1395073"/>
            <a:ext cx="3412659" cy="3284762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/>
              <a:t>A maior parte do corpus foi resolvida pela camada determinística.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/>
              <a:t>A LLM atuou como camada residual.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/>
              <a:t>O resultado sustenta a proposta de reduzir custo e preservar rastreabilidade.</a:t>
            </a:r>
            <a:br>
              <a:rPr lang="pt-BR" dirty="0"/>
            </a:br>
            <a:endParaRPr lang="pt-BR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>
                <a:solidFill>
                  <a:schemeClr val="bg1"/>
                </a:solidFill>
                <a:latin typeface="+mj-lt"/>
              </a:rPr>
              <a:t>Esse resultado foi alcançado depois de 60 rodadas com aprendizado.</a:t>
            </a:r>
          </a:p>
        </p:txBody>
      </p:sp>
      <p:cxnSp>
        <p:nvCxnSpPr>
          <p:cNvPr id="40" name="Conector reto 39">
            <a:extLst>
              <a:ext uri="{FF2B5EF4-FFF2-40B4-BE49-F238E27FC236}">
                <a16:creationId xmlns:a16="http://schemas.microsoft.com/office/drawing/2014/main" id="{5A5C7747-E956-0CDE-4D28-D241783A9C56}"/>
              </a:ext>
            </a:extLst>
          </p:cNvPr>
          <p:cNvCxnSpPr>
            <a:cxnSpLocks/>
          </p:cNvCxnSpPr>
          <p:nvPr/>
        </p:nvCxnSpPr>
        <p:spPr>
          <a:xfrm>
            <a:off x="-5" y="1114607"/>
            <a:ext cx="2796961" cy="0"/>
          </a:xfrm>
          <a:prstGeom prst="line">
            <a:avLst/>
          </a:prstGeom>
          <a:ln>
            <a:solidFill>
              <a:srgbClr val="00445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Google Shape;937;p37">
            <a:extLst>
              <a:ext uri="{FF2B5EF4-FFF2-40B4-BE49-F238E27FC236}">
                <a16:creationId xmlns:a16="http://schemas.microsoft.com/office/drawing/2014/main" id="{ADD99E6C-AF3E-F46E-4078-1263919BFAF3}"/>
              </a:ext>
            </a:extLst>
          </p:cNvPr>
          <p:cNvSpPr/>
          <p:nvPr/>
        </p:nvSpPr>
        <p:spPr>
          <a:xfrm flipH="1" flipV="1">
            <a:off x="8773117" y="52"/>
            <a:ext cx="369846" cy="249032"/>
          </a:xfrm>
          <a:custGeom>
            <a:avLst/>
            <a:gdLst>
              <a:gd name="connsiteX0" fmla="*/ 0 w 1414234"/>
              <a:gd name="connsiteY0" fmla="*/ 0 h 258097"/>
              <a:gd name="connsiteX1" fmla="*/ 1285186 w 1414234"/>
              <a:gd name="connsiteY1" fmla="*/ 0 h 258097"/>
              <a:gd name="connsiteX2" fmla="*/ 1414235 w 1414234"/>
              <a:gd name="connsiteY2" fmla="*/ 129049 h 258097"/>
              <a:gd name="connsiteX3" fmla="*/ 1414234 w 1414234"/>
              <a:gd name="connsiteY3" fmla="*/ 258097 h 258097"/>
              <a:gd name="connsiteX4" fmla="*/ 0 w 1414234"/>
              <a:gd name="connsiteY4" fmla="*/ 258097 h 258097"/>
              <a:gd name="connsiteX5" fmla="*/ 0 w 1414234"/>
              <a:gd name="connsiteY5" fmla="*/ 0 h 258097"/>
              <a:gd name="connsiteX0" fmla="*/ 0 w 1414235"/>
              <a:gd name="connsiteY0" fmla="*/ 0 h 258097"/>
              <a:gd name="connsiteX1" fmla="*/ 1285186 w 1414235"/>
              <a:gd name="connsiteY1" fmla="*/ 0 h 258097"/>
              <a:gd name="connsiteX2" fmla="*/ 1414235 w 1414235"/>
              <a:gd name="connsiteY2" fmla="*/ 129049 h 258097"/>
              <a:gd name="connsiteX3" fmla="*/ 1414234 w 1414235"/>
              <a:gd name="connsiteY3" fmla="*/ 258097 h 258097"/>
              <a:gd name="connsiteX4" fmla="*/ 243348 w 1414235"/>
              <a:gd name="connsiteY4" fmla="*/ 258097 h 258097"/>
              <a:gd name="connsiteX5" fmla="*/ 0 w 1414235"/>
              <a:gd name="connsiteY5" fmla="*/ 0 h 258097"/>
              <a:gd name="connsiteX0" fmla="*/ 0 w 1178260"/>
              <a:gd name="connsiteY0" fmla="*/ 7374 h 258097"/>
              <a:gd name="connsiteX1" fmla="*/ 1049211 w 1178260"/>
              <a:gd name="connsiteY1" fmla="*/ 0 h 258097"/>
              <a:gd name="connsiteX2" fmla="*/ 1178260 w 1178260"/>
              <a:gd name="connsiteY2" fmla="*/ 129049 h 258097"/>
              <a:gd name="connsiteX3" fmla="*/ 1178259 w 1178260"/>
              <a:gd name="connsiteY3" fmla="*/ 258097 h 258097"/>
              <a:gd name="connsiteX4" fmla="*/ 7373 w 1178260"/>
              <a:gd name="connsiteY4" fmla="*/ 258097 h 258097"/>
              <a:gd name="connsiteX5" fmla="*/ 0 w 1178260"/>
              <a:gd name="connsiteY5" fmla="*/ 7374 h 258097"/>
              <a:gd name="connsiteX0" fmla="*/ 0 w 1178260"/>
              <a:gd name="connsiteY0" fmla="*/ 7374 h 265471"/>
              <a:gd name="connsiteX1" fmla="*/ 1049211 w 1178260"/>
              <a:gd name="connsiteY1" fmla="*/ 0 h 265471"/>
              <a:gd name="connsiteX2" fmla="*/ 1178260 w 1178260"/>
              <a:gd name="connsiteY2" fmla="*/ 129049 h 265471"/>
              <a:gd name="connsiteX3" fmla="*/ 1178259 w 1178260"/>
              <a:gd name="connsiteY3" fmla="*/ 258097 h 265471"/>
              <a:gd name="connsiteX4" fmla="*/ 619431 w 1178260"/>
              <a:gd name="connsiteY4" fmla="*/ 265471 h 265471"/>
              <a:gd name="connsiteX5" fmla="*/ 0 w 1178260"/>
              <a:gd name="connsiteY5" fmla="*/ 7374 h 265471"/>
              <a:gd name="connsiteX0" fmla="*/ 0 w 566202"/>
              <a:gd name="connsiteY0" fmla="*/ 0 h 280219"/>
              <a:gd name="connsiteX1" fmla="*/ 437153 w 566202"/>
              <a:gd name="connsiteY1" fmla="*/ 14748 h 280219"/>
              <a:gd name="connsiteX2" fmla="*/ 566202 w 566202"/>
              <a:gd name="connsiteY2" fmla="*/ 143797 h 280219"/>
              <a:gd name="connsiteX3" fmla="*/ 566201 w 566202"/>
              <a:gd name="connsiteY3" fmla="*/ 272845 h 280219"/>
              <a:gd name="connsiteX4" fmla="*/ 7373 w 566202"/>
              <a:gd name="connsiteY4" fmla="*/ 280219 h 280219"/>
              <a:gd name="connsiteX5" fmla="*/ 0 w 566202"/>
              <a:gd name="connsiteY5" fmla="*/ 0 h 280219"/>
              <a:gd name="connsiteX0" fmla="*/ 0 w 566202"/>
              <a:gd name="connsiteY0" fmla="*/ 0 h 280219"/>
              <a:gd name="connsiteX1" fmla="*/ 437153 w 566202"/>
              <a:gd name="connsiteY1" fmla="*/ 14748 h 280219"/>
              <a:gd name="connsiteX2" fmla="*/ 566202 w 566202"/>
              <a:gd name="connsiteY2" fmla="*/ 143797 h 280219"/>
              <a:gd name="connsiteX3" fmla="*/ 566201 w 566202"/>
              <a:gd name="connsiteY3" fmla="*/ 272845 h 280219"/>
              <a:gd name="connsiteX4" fmla="*/ 58992 w 566202"/>
              <a:gd name="connsiteY4" fmla="*/ 280219 h 280219"/>
              <a:gd name="connsiteX5" fmla="*/ 0 w 566202"/>
              <a:gd name="connsiteY5" fmla="*/ 0 h 280219"/>
              <a:gd name="connsiteX0" fmla="*/ 0 w 566202"/>
              <a:gd name="connsiteY0" fmla="*/ 0 h 272845"/>
              <a:gd name="connsiteX1" fmla="*/ 437153 w 566202"/>
              <a:gd name="connsiteY1" fmla="*/ 14748 h 272845"/>
              <a:gd name="connsiteX2" fmla="*/ 566202 w 566202"/>
              <a:gd name="connsiteY2" fmla="*/ 143797 h 272845"/>
              <a:gd name="connsiteX3" fmla="*/ 566201 w 566202"/>
              <a:gd name="connsiteY3" fmla="*/ 272845 h 272845"/>
              <a:gd name="connsiteX4" fmla="*/ 209118 w 566202"/>
              <a:gd name="connsiteY4" fmla="*/ 262022 h 272845"/>
              <a:gd name="connsiteX5" fmla="*/ 0 w 566202"/>
              <a:gd name="connsiteY5" fmla="*/ 0 h 272845"/>
              <a:gd name="connsiteX0" fmla="*/ 0 w 366035"/>
              <a:gd name="connsiteY0" fmla="*/ 0 h 272845"/>
              <a:gd name="connsiteX1" fmla="*/ 236986 w 366035"/>
              <a:gd name="connsiteY1" fmla="*/ 14748 h 272845"/>
              <a:gd name="connsiteX2" fmla="*/ 366035 w 366035"/>
              <a:gd name="connsiteY2" fmla="*/ 143797 h 272845"/>
              <a:gd name="connsiteX3" fmla="*/ 366034 w 366035"/>
              <a:gd name="connsiteY3" fmla="*/ 272845 h 272845"/>
              <a:gd name="connsiteX4" fmla="*/ 8951 w 366035"/>
              <a:gd name="connsiteY4" fmla="*/ 262022 h 272845"/>
              <a:gd name="connsiteX5" fmla="*/ 0 w 366035"/>
              <a:gd name="connsiteY5" fmla="*/ 0 h 272845"/>
              <a:gd name="connsiteX0" fmla="*/ 0 w 366035"/>
              <a:gd name="connsiteY0" fmla="*/ 0 h 272845"/>
              <a:gd name="connsiteX1" fmla="*/ 236986 w 366035"/>
              <a:gd name="connsiteY1" fmla="*/ 14748 h 272845"/>
              <a:gd name="connsiteX2" fmla="*/ 366035 w 366035"/>
              <a:gd name="connsiteY2" fmla="*/ 143797 h 272845"/>
              <a:gd name="connsiteX3" fmla="*/ 366034 w 366035"/>
              <a:gd name="connsiteY3" fmla="*/ 272845 h 272845"/>
              <a:gd name="connsiteX4" fmla="*/ 99438 w 366035"/>
              <a:gd name="connsiteY4" fmla="*/ 247734 h 272845"/>
              <a:gd name="connsiteX5" fmla="*/ 0 w 366035"/>
              <a:gd name="connsiteY5" fmla="*/ 0 h 272845"/>
              <a:gd name="connsiteX0" fmla="*/ 0 w 366035"/>
              <a:gd name="connsiteY0" fmla="*/ 0 h 272845"/>
              <a:gd name="connsiteX1" fmla="*/ 236986 w 366035"/>
              <a:gd name="connsiteY1" fmla="*/ 14748 h 272845"/>
              <a:gd name="connsiteX2" fmla="*/ 366035 w 366035"/>
              <a:gd name="connsiteY2" fmla="*/ 143797 h 272845"/>
              <a:gd name="connsiteX3" fmla="*/ 366034 w 366035"/>
              <a:gd name="connsiteY3" fmla="*/ 272845 h 272845"/>
              <a:gd name="connsiteX4" fmla="*/ 25619 w 366035"/>
              <a:gd name="connsiteY4" fmla="*/ 259641 h 272845"/>
              <a:gd name="connsiteX5" fmla="*/ 0 w 366035"/>
              <a:gd name="connsiteY5" fmla="*/ 0 h 272845"/>
              <a:gd name="connsiteX0" fmla="*/ 5337 w 340416"/>
              <a:gd name="connsiteY0" fmla="*/ 0 h 268083"/>
              <a:gd name="connsiteX1" fmla="*/ 211367 w 340416"/>
              <a:gd name="connsiteY1" fmla="*/ 9986 h 268083"/>
              <a:gd name="connsiteX2" fmla="*/ 340416 w 340416"/>
              <a:gd name="connsiteY2" fmla="*/ 139035 h 268083"/>
              <a:gd name="connsiteX3" fmla="*/ 340415 w 340416"/>
              <a:gd name="connsiteY3" fmla="*/ 268083 h 268083"/>
              <a:gd name="connsiteX4" fmla="*/ 0 w 340416"/>
              <a:gd name="connsiteY4" fmla="*/ 254879 h 268083"/>
              <a:gd name="connsiteX5" fmla="*/ 5337 w 340416"/>
              <a:gd name="connsiteY5" fmla="*/ 0 h 268083"/>
              <a:gd name="connsiteX0" fmla="*/ 5337 w 353901"/>
              <a:gd name="connsiteY0" fmla="*/ 0 h 254879"/>
              <a:gd name="connsiteX1" fmla="*/ 211367 w 353901"/>
              <a:gd name="connsiteY1" fmla="*/ 9986 h 254879"/>
              <a:gd name="connsiteX2" fmla="*/ 340416 w 353901"/>
              <a:gd name="connsiteY2" fmla="*/ 139035 h 254879"/>
              <a:gd name="connsiteX3" fmla="*/ 349940 w 353901"/>
              <a:gd name="connsiteY3" fmla="*/ 253795 h 254879"/>
              <a:gd name="connsiteX4" fmla="*/ 0 w 353901"/>
              <a:gd name="connsiteY4" fmla="*/ 254879 h 254879"/>
              <a:gd name="connsiteX5" fmla="*/ 5337 w 353901"/>
              <a:gd name="connsiteY5" fmla="*/ 0 h 254879"/>
              <a:gd name="connsiteX0" fmla="*/ 7718 w 356282"/>
              <a:gd name="connsiteY0" fmla="*/ 0 h 253795"/>
              <a:gd name="connsiteX1" fmla="*/ 213748 w 356282"/>
              <a:gd name="connsiteY1" fmla="*/ 9986 h 253795"/>
              <a:gd name="connsiteX2" fmla="*/ 342797 w 356282"/>
              <a:gd name="connsiteY2" fmla="*/ 139035 h 253795"/>
              <a:gd name="connsiteX3" fmla="*/ 352321 w 356282"/>
              <a:gd name="connsiteY3" fmla="*/ 253795 h 253795"/>
              <a:gd name="connsiteX4" fmla="*/ 0 w 356282"/>
              <a:gd name="connsiteY4" fmla="*/ 226304 h 253795"/>
              <a:gd name="connsiteX5" fmla="*/ 7718 w 356282"/>
              <a:gd name="connsiteY5" fmla="*/ 0 h 253795"/>
              <a:gd name="connsiteX0" fmla="*/ 574 w 349138"/>
              <a:gd name="connsiteY0" fmla="*/ 0 h 257260"/>
              <a:gd name="connsiteX1" fmla="*/ 206604 w 349138"/>
              <a:gd name="connsiteY1" fmla="*/ 9986 h 257260"/>
              <a:gd name="connsiteX2" fmla="*/ 335653 w 349138"/>
              <a:gd name="connsiteY2" fmla="*/ 139035 h 257260"/>
              <a:gd name="connsiteX3" fmla="*/ 345177 w 349138"/>
              <a:gd name="connsiteY3" fmla="*/ 253795 h 257260"/>
              <a:gd name="connsiteX4" fmla="*/ 0 w 349138"/>
              <a:gd name="connsiteY4" fmla="*/ 257260 h 257260"/>
              <a:gd name="connsiteX5" fmla="*/ 574 w 349138"/>
              <a:gd name="connsiteY5" fmla="*/ 0 h 257260"/>
              <a:gd name="connsiteX0" fmla="*/ 574 w 359486"/>
              <a:gd name="connsiteY0" fmla="*/ 0 h 257260"/>
              <a:gd name="connsiteX1" fmla="*/ 206604 w 359486"/>
              <a:gd name="connsiteY1" fmla="*/ 9986 h 257260"/>
              <a:gd name="connsiteX2" fmla="*/ 335653 w 359486"/>
              <a:gd name="connsiteY2" fmla="*/ 139035 h 257260"/>
              <a:gd name="connsiteX3" fmla="*/ 359464 w 359486"/>
              <a:gd name="connsiteY3" fmla="*/ 253795 h 257260"/>
              <a:gd name="connsiteX4" fmla="*/ 0 w 359486"/>
              <a:gd name="connsiteY4" fmla="*/ 257260 h 257260"/>
              <a:gd name="connsiteX5" fmla="*/ 574 w 359486"/>
              <a:gd name="connsiteY5" fmla="*/ 0 h 257260"/>
              <a:gd name="connsiteX0" fmla="*/ 574 w 359486"/>
              <a:gd name="connsiteY0" fmla="*/ 0 h 257260"/>
              <a:gd name="connsiteX1" fmla="*/ 206604 w 359486"/>
              <a:gd name="connsiteY1" fmla="*/ 9986 h 257260"/>
              <a:gd name="connsiteX2" fmla="*/ 335653 w 359486"/>
              <a:gd name="connsiteY2" fmla="*/ 110460 h 257260"/>
              <a:gd name="connsiteX3" fmla="*/ 359464 w 359486"/>
              <a:gd name="connsiteY3" fmla="*/ 253795 h 257260"/>
              <a:gd name="connsiteX4" fmla="*/ 0 w 359486"/>
              <a:gd name="connsiteY4" fmla="*/ 257260 h 257260"/>
              <a:gd name="connsiteX5" fmla="*/ 574 w 359486"/>
              <a:gd name="connsiteY5" fmla="*/ 0 h 257260"/>
              <a:gd name="connsiteX0" fmla="*/ 574 w 365269"/>
              <a:gd name="connsiteY0" fmla="*/ 0 h 257260"/>
              <a:gd name="connsiteX1" fmla="*/ 206604 w 365269"/>
              <a:gd name="connsiteY1" fmla="*/ 9986 h 257260"/>
              <a:gd name="connsiteX2" fmla="*/ 359464 w 365269"/>
              <a:gd name="connsiteY2" fmla="*/ 253795 h 257260"/>
              <a:gd name="connsiteX3" fmla="*/ 0 w 365269"/>
              <a:gd name="connsiteY3" fmla="*/ 257260 h 257260"/>
              <a:gd name="connsiteX4" fmla="*/ 574 w 365269"/>
              <a:gd name="connsiteY4" fmla="*/ 0 h 257260"/>
              <a:gd name="connsiteX0" fmla="*/ 574 w 369846"/>
              <a:gd name="connsiteY0" fmla="*/ 0 h 257260"/>
              <a:gd name="connsiteX1" fmla="*/ 206604 w 369846"/>
              <a:gd name="connsiteY1" fmla="*/ 9986 h 257260"/>
              <a:gd name="connsiteX2" fmla="*/ 359464 w 369846"/>
              <a:gd name="connsiteY2" fmla="*/ 253795 h 257260"/>
              <a:gd name="connsiteX3" fmla="*/ 0 w 369846"/>
              <a:gd name="connsiteY3" fmla="*/ 257260 h 257260"/>
              <a:gd name="connsiteX4" fmla="*/ 574 w 369846"/>
              <a:gd name="connsiteY4" fmla="*/ 0 h 257260"/>
              <a:gd name="connsiteX0" fmla="*/ 574 w 369846"/>
              <a:gd name="connsiteY0" fmla="*/ 0 h 252497"/>
              <a:gd name="connsiteX1" fmla="*/ 206604 w 369846"/>
              <a:gd name="connsiteY1" fmla="*/ 5223 h 252497"/>
              <a:gd name="connsiteX2" fmla="*/ 359464 w 369846"/>
              <a:gd name="connsiteY2" fmla="*/ 249032 h 252497"/>
              <a:gd name="connsiteX3" fmla="*/ 0 w 369846"/>
              <a:gd name="connsiteY3" fmla="*/ 252497 h 252497"/>
              <a:gd name="connsiteX4" fmla="*/ 574 w 369846"/>
              <a:gd name="connsiteY4" fmla="*/ 0 h 252497"/>
              <a:gd name="connsiteX0" fmla="*/ 574 w 369846"/>
              <a:gd name="connsiteY0" fmla="*/ 0 h 249032"/>
              <a:gd name="connsiteX1" fmla="*/ 206604 w 369846"/>
              <a:gd name="connsiteY1" fmla="*/ 5223 h 249032"/>
              <a:gd name="connsiteX2" fmla="*/ 359464 w 369846"/>
              <a:gd name="connsiteY2" fmla="*/ 249032 h 249032"/>
              <a:gd name="connsiteX3" fmla="*/ 0 w 369846"/>
              <a:gd name="connsiteY3" fmla="*/ 245353 h 249032"/>
              <a:gd name="connsiteX4" fmla="*/ 574 w 369846"/>
              <a:gd name="connsiteY4" fmla="*/ 0 h 2490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69846" h="249032">
                <a:moveTo>
                  <a:pt x="574" y="0"/>
                </a:moveTo>
                <a:lnTo>
                  <a:pt x="206604" y="5223"/>
                </a:lnTo>
                <a:cubicBezTo>
                  <a:pt x="342619" y="42759"/>
                  <a:pt x="393898" y="207820"/>
                  <a:pt x="359464" y="249032"/>
                </a:cubicBezTo>
                <a:lnTo>
                  <a:pt x="0" y="245353"/>
                </a:lnTo>
                <a:cubicBezTo>
                  <a:pt x="191" y="159600"/>
                  <a:pt x="383" y="85753"/>
                  <a:pt x="574" y="0"/>
                </a:cubicBezTo>
                <a:close/>
              </a:path>
            </a:pathLst>
          </a:custGeom>
          <a:gradFill flip="none" rotWithShape="1">
            <a:gsLst>
              <a:gs pos="63000">
                <a:srgbClr val="06D1D7"/>
              </a:gs>
              <a:gs pos="33000">
                <a:srgbClr val="23A295"/>
              </a:gs>
              <a:gs pos="0">
                <a:srgbClr val="57F6A2"/>
              </a:gs>
              <a:gs pos="100000">
                <a:srgbClr val="1B2048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latin typeface="Maven Pro"/>
              <a:ea typeface="Maven Pro"/>
              <a:cs typeface="Maven Pro"/>
              <a:sym typeface="Maven Pro"/>
            </a:endParaRPr>
          </a:p>
        </p:txBody>
      </p:sp>
      <p:graphicFrame>
        <p:nvGraphicFramePr>
          <p:cNvPr id="37" name="Tabela 36">
            <a:extLst>
              <a:ext uri="{FF2B5EF4-FFF2-40B4-BE49-F238E27FC236}">
                <a16:creationId xmlns:a16="http://schemas.microsoft.com/office/drawing/2014/main" id="{0CCD3844-EA11-EF2C-D8F5-B056B42008C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59563287"/>
              </p:ext>
            </p:extLst>
          </p:nvPr>
        </p:nvGraphicFramePr>
        <p:xfrm>
          <a:off x="4584579" y="1892774"/>
          <a:ext cx="4092363" cy="1473636"/>
        </p:xfrm>
        <a:graphic>
          <a:graphicData uri="http://schemas.openxmlformats.org/drawingml/2006/table">
            <a:tbl>
              <a:tblPr/>
              <a:tblGrid>
                <a:gridCol w="1364121">
                  <a:extLst>
                    <a:ext uri="{9D8B030D-6E8A-4147-A177-3AD203B41FA5}">
                      <a16:colId xmlns:a16="http://schemas.microsoft.com/office/drawing/2014/main" val="1909643005"/>
                    </a:ext>
                  </a:extLst>
                </a:gridCol>
                <a:gridCol w="1364121">
                  <a:extLst>
                    <a:ext uri="{9D8B030D-6E8A-4147-A177-3AD203B41FA5}">
                      <a16:colId xmlns:a16="http://schemas.microsoft.com/office/drawing/2014/main" val="3319091693"/>
                    </a:ext>
                  </a:extLst>
                </a:gridCol>
                <a:gridCol w="1364121">
                  <a:extLst>
                    <a:ext uri="{9D8B030D-6E8A-4147-A177-3AD203B41FA5}">
                      <a16:colId xmlns:a16="http://schemas.microsoft.com/office/drawing/2014/main" val="3256457247"/>
                    </a:ext>
                  </a:extLst>
                </a:gridCol>
              </a:tblGrid>
              <a:tr h="31849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PT"/>
                        <a:t>Fonte da classificação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pt-PT"/>
                        <a:t>Notícias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pt-PT"/>
                        <a:t>Participação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02314983"/>
                  </a:ext>
                </a:extLst>
              </a:tr>
              <a:tr h="31849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PT" dirty="0"/>
                        <a:t>Regex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pt-PT"/>
                        <a:t>7.891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pt-PT"/>
                        <a:t>98,0%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9466552"/>
                  </a:ext>
                </a:extLst>
              </a:tr>
              <a:tr h="31849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PT"/>
                        <a:t>LLM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pt-PT"/>
                        <a:t>164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pt-PT"/>
                        <a:t>2,0%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89551734"/>
                  </a:ext>
                </a:extLst>
              </a:tr>
              <a:tr h="31849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PT"/>
                        <a:t>Total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pt-PT"/>
                        <a:t>8.055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pt-PT" dirty="0"/>
                        <a:t>100,0%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0920925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5877091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91">
          <a:extLst>
            <a:ext uri="{FF2B5EF4-FFF2-40B4-BE49-F238E27FC236}">
              <a16:creationId xmlns:a16="http://schemas.microsoft.com/office/drawing/2014/main" id="{1AF46B97-8083-AA16-ED14-57AF6F449C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83" name="Gráfico 982">
            <a:extLst>
              <a:ext uri="{FF2B5EF4-FFF2-40B4-BE49-F238E27FC236}">
                <a16:creationId xmlns:a16="http://schemas.microsoft.com/office/drawing/2014/main" id="{441D1BBB-4679-C0CE-432D-35D6973A902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471287" y="-176981"/>
            <a:ext cx="10434025" cy="5320297"/>
          </a:xfrm>
          <a:prstGeom prst="rect">
            <a:avLst/>
          </a:prstGeom>
        </p:spPr>
      </p:pic>
      <p:sp>
        <p:nvSpPr>
          <p:cNvPr id="2" name="Google Shape;932;p37">
            <a:extLst>
              <a:ext uri="{FF2B5EF4-FFF2-40B4-BE49-F238E27FC236}">
                <a16:creationId xmlns:a16="http://schemas.microsoft.com/office/drawing/2014/main" id="{6D76BFB1-F1DD-AF89-3A2F-B1816756581A}"/>
              </a:ext>
            </a:extLst>
          </p:cNvPr>
          <p:cNvSpPr txBox="1">
            <a:spLocks/>
          </p:cNvSpPr>
          <p:nvPr/>
        </p:nvSpPr>
        <p:spPr>
          <a:xfrm>
            <a:off x="7194305" y="528340"/>
            <a:ext cx="1661894" cy="2259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None/>
              <a:defRPr sz="28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None/>
              <a:defRPr sz="28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None/>
              <a:defRPr sz="28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None/>
              <a:defRPr sz="28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None/>
              <a:defRPr sz="28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None/>
              <a:defRPr sz="28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None/>
              <a:defRPr sz="28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None/>
              <a:defRPr sz="28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None/>
              <a:defRPr sz="28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r>
              <a:rPr lang="pt-BR" sz="600" b="0" dirty="0">
                <a:solidFill>
                  <a:srgbClr val="186E66"/>
                </a:solidFill>
                <a:latin typeface="+mj-lt"/>
                <a:cs typeface="Arial" panose="020B0604020202020204" pitchFamily="34" charset="0"/>
              </a:rPr>
              <a:t>Há mais de 60 anos pensando o Brasil</a:t>
            </a:r>
          </a:p>
        </p:txBody>
      </p:sp>
      <p:sp>
        <p:nvSpPr>
          <p:cNvPr id="3" name="Google Shape;936;p37">
            <a:extLst>
              <a:ext uri="{FF2B5EF4-FFF2-40B4-BE49-F238E27FC236}">
                <a16:creationId xmlns:a16="http://schemas.microsoft.com/office/drawing/2014/main" id="{1CA6BA5D-8B75-721C-0A51-EB790CFA7080}"/>
              </a:ext>
            </a:extLst>
          </p:cNvPr>
          <p:cNvSpPr/>
          <p:nvPr/>
        </p:nvSpPr>
        <p:spPr>
          <a:xfrm flipH="1">
            <a:off x="7861193" y="4721150"/>
            <a:ext cx="1282656" cy="422165"/>
          </a:xfrm>
          <a:prstGeom prst="round1Rect">
            <a:avLst>
              <a:gd name="adj" fmla="val 50000"/>
            </a:avLst>
          </a:prstGeom>
          <a:solidFill>
            <a:srgbClr val="1B204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latin typeface="Maven Pro"/>
              <a:ea typeface="Maven Pro"/>
              <a:cs typeface="Maven Pro"/>
              <a:sym typeface="Maven Pro"/>
            </a:endParaRPr>
          </a:p>
        </p:txBody>
      </p:sp>
      <p:sp>
        <p:nvSpPr>
          <p:cNvPr id="4" name="Google Shape;937;p37">
            <a:extLst>
              <a:ext uri="{FF2B5EF4-FFF2-40B4-BE49-F238E27FC236}">
                <a16:creationId xmlns:a16="http://schemas.microsoft.com/office/drawing/2014/main" id="{EE21FCDD-E71B-DFEA-6551-09DF000CB355}"/>
              </a:ext>
            </a:extLst>
          </p:cNvPr>
          <p:cNvSpPr/>
          <p:nvPr/>
        </p:nvSpPr>
        <p:spPr>
          <a:xfrm flipH="1">
            <a:off x="7588727" y="4912884"/>
            <a:ext cx="1555123" cy="230496"/>
          </a:xfrm>
          <a:prstGeom prst="round1Rect">
            <a:avLst>
              <a:gd name="adj" fmla="val 50000"/>
            </a:avLst>
          </a:prstGeom>
          <a:gradFill flip="none" rotWithShape="1">
            <a:gsLst>
              <a:gs pos="63000">
                <a:srgbClr val="06D1D7"/>
              </a:gs>
              <a:gs pos="33000">
                <a:srgbClr val="23A295"/>
              </a:gs>
              <a:gs pos="0">
                <a:srgbClr val="57F6A2"/>
              </a:gs>
              <a:gs pos="100000">
                <a:srgbClr val="1B2048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latin typeface="Maven Pro"/>
              <a:ea typeface="Maven Pro"/>
              <a:cs typeface="Maven Pro"/>
              <a:sym typeface="Maven Pro"/>
            </a:endParaRPr>
          </a:p>
        </p:txBody>
      </p:sp>
      <p:grpSp>
        <p:nvGrpSpPr>
          <p:cNvPr id="5" name="Google Shape;938;p37">
            <a:extLst>
              <a:ext uri="{FF2B5EF4-FFF2-40B4-BE49-F238E27FC236}">
                <a16:creationId xmlns:a16="http://schemas.microsoft.com/office/drawing/2014/main" id="{B2767635-F723-5F68-53DB-F23CF1E94456}"/>
              </a:ext>
            </a:extLst>
          </p:cNvPr>
          <p:cNvGrpSpPr/>
          <p:nvPr/>
        </p:nvGrpSpPr>
        <p:grpSpPr>
          <a:xfrm>
            <a:off x="8644350" y="4276582"/>
            <a:ext cx="423698" cy="551579"/>
            <a:chOff x="7631225" y="2241175"/>
            <a:chExt cx="986125" cy="2095500"/>
          </a:xfrm>
          <a:gradFill>
            <a:gsLst>
              <a:gs pos="53000">
                <a:srgbClr val="23A295"/>
              </a:gs>
              <a:gs pos="0">
                <a:srgbClr val="57F6A2"/>
              </a:gs>
              <a:gs pos="100000">
                <a:srgbClr val="1B2048"/>
              </a:gs>
            </a:gsLst>
            <a:lin ang="5400000" scaled="1"/>
          </a:gradFill>
        </p:grpSpPr>
        <p:cxnSp>
          <p:nvCxnSpPr>
            <p:cNvPr id="6" name="Google Shape;939;p37">
              <a:extLst>
                <a:ext uri="{FF2B5EF4-FFF2-40B4-BE49-F238E27FC236}">
                  <a16:creationId xmlns:a16="http://schemas.microsoft.com/office/drawing/2014/main" id="{BD3D738C-E383-3C08-F219-248D5F04338D}"/>
                </a:ext>
              </a:extLst>
            </p:cNvPr>
            <p:cNvCxnSpPr/>
            <p:nvPr/>
          </p:nvCxnSpPr>
          <p:spPr>
            <a:xfrm>
              <a:off x="7631225" y="2241175"/>
              <a:ext cx="0" cy="2095500"/>
            </a:xfrm>
            <a:prstGeom prst="straightConnector1">
              <a:avLst/>
            </a:prstGeom>
            <a:grpFill/>
            <a:ln w="9525" cap="flat" cmpd="sng">
              <a:solidFill>
                <a:srgbClr val="1AB0A9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7" name="Google Shape;940;p37">
              <a:extLst>
                <a:ext uri="{FF2B5EF4-FFF2-40B4-BE49-F238E27FC236}">
                  <a16:creationId xmlns:a16="http://schemas.microsoft.com/office/drawing/2014/main" id="{33483540-99BD-29CF-7A52-962B7065B987}"/>
                </a:ext>
              </a:extLst>
            </p:cNvPr>
            <p:cNvCxnSpPr/>
            <p:nvPr/>
          </p:nvCxnSpPr>
          <p:spPr>
            <a:xfrm>
              <a:off x="7707081" y="2241175"/>
              <a:ext cx="0" cy="2095500"/>
            </a:xfrm>
            <a:prstGeom prst="straightConnector1">
              <a:avLst/>
            </a:prstGeom>
            <a:grpFill/>
            <a:ln w="9525" cap="flat" cmpd="sng">
              <a:solidFill>
                <a:srgbClr val="1AB0A9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8" name="Google Shape;941;p37">
              <a:extLst>
                <a:ext uri="{FF2B5EF4-FFF2-40B4-BE49-F238E27FC236}">
                  <a16:creationId xmlns:a16="http://schemas.microsoft.com/office/drawing/2014/main" id="{10BF4E21-1C70-ADED-AE58-AA014AE883C1}"/>
                </a:ext>
              </a:extLst>
            </p:cNvPr>
            <p:cNvCxnSpPr/>
            <p:nvPr/>
          </p:nvCxnSpPr>
          <p:spPr>
            <a:xfrm>
              <a:off x="7782937" y="2241175"/>
              <a:ext cx="0" cy="2095500"/>
            </a:xfrm>
            <a:prstGeom prst="straightConnector1">
              <a:avLst/>
            </a:prstGeom>
            <a:grpFill/>
            <a:ln w="9525" cap="flat" cmpd="sng">
              <a:solidFill>
                <a:srgbClr val="1AB0A9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9" name="Google Shape;942;p37">
              <a:extLst>
                <a:ext uri="{FF2B5EF4-FFF2-40B4-BE49-F238E27FC236}">
                  <a16:creationId xmlns:a16="http://schemas.microsoft.com/office/drawing/2014/main" id="{17869F25-3269-5DC2-ED69-6ED94CC74B74}"/>
                </a:ext>
              </a:extLst>
            </p:cNvPr>
            <p:cNvCxnSpPr/>
            <p:nvPr/>
          </p:nvCxnSpPr>
          <p:spPr>
            <a:xfrm>
              <a:off x="7858792" y="2241175"/>
              <a:ext cx="0" cy="2095500"/>
            </a:xfrm>
            <a:prstGeom prst="straightConnector1">
              <a:avLst/>
            </a:prstGeom>
            <a:grpFill/>
            <a:ln w="9525" cap="flat" cmpd="sng">
              <a:solidFill>
                <a:srgbClr val="1AB0A9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0" name="Google Shape;943;p37">
              <a:extLst>
                <a:ext uri="{FF2B5EF4-FFF2-40B4-BE49-F238E27FC236}">
                  <a16:creationId xmlns:a16="http://schemas.microsoft.com/office/drawing/2014/main" id="{9ABAE2C8-15BB-5191-9D86-A71C55D68873}"/>
                </a:ext>
              </a:extLst>
            </p:cNvPr>
            <p:cNvCxnSpPr/>
            <p:nvPr/>
          </p:nvCxnSpPr>
          <p:spPr>
            <a:xfrm>
              <a:off x="8010504" y="2241175"/>
              <a:ext cx="0" cy="2095500"/>
            </a:xfrm>
            <a:prstGeom prst="straightConnector1">
              <a:avLst/>
            </a:prstGeom>
            <a:grpFill/>
            <a:ln w="9525" cap="flat" cmpd="sng">
              <a:solidFill>
                <a:srgbClr val="1AB0A9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1" name="Google Shape;944;p37">
              <a:extLst>
                <a:ext uri="{FF2B5EF4-FFF2-40B4-BE49-F238E27FC236}">
                  <a16:creationId xmlns:a16="http://schemas.microsoft.com/office/drawing/2014/main" id="{475661F6-D446-0414-5A6B-7FE8B93AFDB7}"/>
                </a:ext>
              </a:extLst>
            </p:cNvPr>
            <p:cNvCxnSpPr/>
            <p:nvPr/>
          </p:nvCxnSpPr>
          <p:spPr>
            <a:xfrm>
              <a:off x="8162215" y="2241175"/>
              <a:ext cx="0" cy="2095500"/>
            </a:xfrm>
            <a:prstGeom prst="straightConnector1">
              <a:avLst/>
            </a:prstGeom>
            <a:grpFill/>
            <a:ln w="9525" cap="flat" cmpd="sng">
              <a:solidFill>
                <a:srgbClr val="1AB0A9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2" name="Google Shape;945;p37">
              <a:extLst>
                <a:ext uri="{FF2B5EF4-FFF2-40B4-BE49-F238E27FC236}">
                  <a16:creationId xmlns:a16="http://schemas.microsoft.com/office/drawing/2014/main" id="{8191CBAB-5184-361A-841F-F67D0D6D76CB}"/>
                </a:ext>
              </a:extLst>
            </p:cNvPr>
            <p:cNvCxnSpPr/>
            <p:nvPr/>
          </p:nvCxnSpPr>
          <p:spPr>
            <a:xfrm>
              <a:off x="8313927" y="2241175"/>
              <a:ext cx="0" cy="2095500"/>
            </a:xfrm>
            <a:prstGeom prst="straightConnector1">
              <a:avLst/>
            </a:prstGeom>
            <a:grpFill/>
            <a:ln w="9525" cap="flat" cmpd="sng">
              <a:solidFill>
                <a:srgbClr val="1AB0A9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3" name="Google Shape;946;p37">
              <a:extLst>
                <a:ext uri="{FF2B5EF4-FFF2-40B4-BE49-F238E27FC236}">
                  <a16:creationId xmlns:a16="http://schemas.microsoft.com/office/drawing/2014/main" id="{159CAC38-FDFB-F459-ED98-20741B6F2280}"/>
                </a:ext>
              </a:extLst>
            </p:cNvPr>
            <p:cNvCxnSpPr/>
            <p:nvPr/>
          </p:nvCxnSpPr>
          <p:spPr>
            <a:xfrm>
              <a:off x="7934648" y="2241175"/>
              <a:ext cx="0" cy="2095500"/>
            </a:xfrm>
            <a:prstGeom prst="straightConnector1">
              <a:avLst/>
            </a:prstGeom>
            <a:grpFill/>
            <a:ln w="9525" cap="flat" cmpd="sng">
              <a:solidFill>
                <a:srgbClr val="1AB0A9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4" name="Google Shape;947;p37">
              <a:extLst>
                <a:ext uri="{FF2B5EF4-FFF2-40B4-BE49-F238E27FC236}">
                  <a16:creationId xmlns:a16="http://schemas.microsoft.com/office/drawing/2014/main" id="{1181B9C2-17F9-444C-2BC5-699FD3EB0B5C}"/>
                </a:ext>
              </a:extLst>
            </p:cNvPr>
            <p:cNvCxnSpPr/>
            <p:nvPr/>
          </p:nvCxnSpPr>
          <p:spPr>
            <a:xfrm>
              <a:off x="8086360" y="2241175"/>
              <a:ext cx="0" cy="2095500"/>
            </a:xfrm>
            <a:prstGeom prst="straightConnector1">
              <a:avLst/>
            </a:prstGeom>
            <a:grpFill/>
            <a:ln w="9525" cap="flat" cmpd="sng">
              <a:solidFill>
                <a:srgbClr val="1AB0A9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5" name="Google Shape;948;p37">
              <a:extLst>
                <a:ext uri="{FF2B5EF4-FFF2-40B4-BE49-F238E27FC236}">
                  <a16:creationId xmlns:a16="http://schemas.microsoft.com/office/drawing/2014/main" id="{82345FD0-9950-F085-04BA-9077E82CE4BA}"/>
                </a:ext>
              </a:extLst>
            </p:cNvPr>
            <p:cNvCxnSpPr/>
            <p:nvPr/>
          </p:nvCxnSpPr>
          <p:spPr>
            <a:xfrm>
              <a:off x="8238071" y="2241175"/>
              <a:ext cx="0" cy="2095500"/>
            </a:xfrm>
            <a:prstGeom prst="straightConnector1">
              <a:avLst/>
            </a:prstGeom>
            <a:grpFill/>
            <a:ln w="9525" cap="flat" cmpd="sng">
              <a:solidFill>
                <a:srgbClr val="1AB0A9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6" name="Google Shape;949;p37">
              <a:extLst>
                <a:ext uri="{FF2B5EF4-FFF2-40B4-BE49-F238E27FC236}">
                  <a16:creationId xmlns:a16="http://schemas.microsoft.com/office/drawing/2014/main" id="{F7D38E4B-EF3A-7BD2-E3C3-3F7F82D6BF28}"/>
                </a:ext>
              </a:extLst>
            </p:cNvPr>
            <p:cNvCxnSpPr/>
            <p:nvPr/>
          </p:nvCxnSpPr>
          <p:spPr>
            <a:xfrm>
              <a:off x="8389783" y="2241175"/>
              <a:ext cx="0" cy="2095500"/>
            </a:xfrm>
            <a:prstGeom prst="straightConnector1">
              <a:avLst/>
            </a:prstGeom>
            <a:grpFill/>
            <a:ln w="9525" cap="flat" cmpd="sng">
              <a:solidFill>
                <a:srgbClr val="1AB0A9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7" name="Google Shape;950;p37">
              <a:extLst>
                <a:ext uri="{FF2B5EF4-FFF2-40B4-BE49-F238E27FC236}">
                  <a16:creationId xmlns:a16="http://schemas.microsoft.com/office/drawing/2014/main" id="{3A89EAF9-887A-63A4-9792-F3586B5732D2}"/>
                </a:ext>
              </a:extLst>
            </p:cNvPr>
            <p:cNvCxnSpPr/>
            <p:nvPr/>
          </p:nvCxnSpPr>
          <p:spPr>
            <a:xfrm>
              <a:off x="8465638" y="2241175"/>
              <a:ext cx="0" cy="2095500"/>
            </a:xfrm>
            <a:prstGeom prst="straightConnector1">
              <a:avLst/>
            </a:prstGeom>
            <a:grpFill/>
            <a:ln w="9525" cap="flat" cmpd="sng">
              <a:solidFill>
                <a:srgbClr val="1AB0A9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8" name="Google Shape;951;p37">
              <a:extLst>
                <a:ext uri="{FF2B5EF4-FFF2-40B4-BE49-F238E27FC236}">
                  <a16:creationId xmlns:a16="http://schemas.microsoft.com/office/drawing/2014/main" id="{2250B8AA-98BE-2175-E28C-F2BFE52B2936}"/>
                </a:ext>
              </a:extLst>
            </p:cNvPr>
            <p:cNvCxnSpPr/>
            <p:nvPr/>
          </p:nvCxnSpPr>
          <p:spPr>
            <a:xfrm>
              <a:off x="8541494" y="2241175"/>
              <a:ext cx="0" cy="2095500"/>
            </a:xfrm>
            <a:prstGeom prst="straightConnector1">
              <a:avLst/>
            </a:prstGeom>
            <a:grpFill/>
            <a:ln w="9525" cap="flat" cmpd="sng">
              <a:solidFill>
                <a:srgbClr val="1AB0A9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9" name="Google Shape;952;p37">
              <a:extLst>
                <a:ext uri="{FF2B5EF4-FFF2-40B4-BE49-F238E27FC236}">
                  <a16:creationId xmlns:a16="http://schemas.microsoft.com/office/drawing/2014/main" id="{91B18BFF-F321-FDFD-0CC0-0077E891C076}"/>
                </a:ext>
              </a:extLst>
            </p:cNvPr>
            <p:cNvCxnSpPr/>
            <p:nvPr/>
          </p:nvCxnSpPr>
          <p:spPr>
            <a:xfrm>
              <a:off x="8617350" y="2241175"/>
              <a:ext cx="0" cy="2095500"/>
            </a:xfrm>
            <a:prstGeom prst="straightConnector1">
              <a:avLst/>
            </a:prstGeom>
            <a:grpFill/>
            <a:ln w="9525" cap="flat" cmpd="sng">
              <a:solidFill>
                <a:srgbClr val="1AB0A9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20" name="Google Shape;954;p37">
            <a:extLst>
              <a:ext uri="{FF2B5EF4-FFF2-40B4-BE49-F238E27FC236}">
                <a16:creationId xmlns:a16="http://schemas.microsoft.com/office/drawing/2014/main" id="{E87449C6-B8C8-F52D-6A48-5CADC3B5D6EA}"/>
              </a:ext>
            </a:extLst>
          </p:cNvPr>
          <p:cNvSpPr/>
          <p:nvPr/>
        </p:nvSpPr>
        <p:spPr>
          <a:xfrm>
            <a:off x="0" y="4680042"/>
            <a:ext cx="922564" cy="463274"/>
          </a:xfrm>
          <a:prstGeom prst="rect">
            <a:avLst/>
          </a:prstGeom>
          <a:gradFill>
            <a:gsLst>
              <a:gs pos="33000">
                <a:srgbClr val="23A295"/>
              </a:gs>
              <a:gs pos="0">
                <a:srgbClr val="57F6A2"/>
              </a:gs>
              <a:gs pos="100000">
                <a:srgbClr val="1B2048"/>
              </a:gs>
            </a:gsLst>
            <a:path path="circle">
              <a:fillToRect l="100000" t="100000"/>
            </a:path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dirty="0">
              <a:latin typeface="Maven Pro"/>
              <a:ea typeface="Maven Pro"/>
              <a:cs typeface="Maven Pro"/>
              <a:sym typeface="Maven Pro"/>
            </a:endParaRPr>
          </a:p>
        </p:txBody>
      </p:sp>
      <p:sp>
        <p:nvSpPr>
          <p:cNvPr id="21" name="Google Shape;955;p37">
            <a:extLst>
              <a:ext uri="{FF2B5EF4-FFF2-40B4-BE49-F238E27FC236}">
                <a16:creationId xmlns:a16="http://schemas.microsoft.com/office/drawing/2014/main" id="{AEBBBC0C-9CA9-A369-18A7-1EEB9AD756E2}"/>
              </a:ext>
            </a:extLst>
          </p:cNvPr>
          <p:cNvSpPr/>
          <p:nvPr/>
        </p:nvSpPr>
        <p:spPr>
          <a:xfrm>
            <a:off x="0" y="4912883"/>
            <a:ext cx="1663658" cy="230641"/>
          </a:xfrm>
          <a:prstGeom prst="round1Rect">
            <a:avLst>
              <a:gd name="adj" fmla="val 50000"/>
            </a:avLst>
          </a:prstGeom>
          <a:solidFill>
            <a:srgbClr val="1B204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latin typeface="Maven Pro"/>
              <a:ea typeface="Maven Pro"/>
              <a:cs typeface="Maven Pro"/>
              <a:sym typeface="Maven Pro"/>
            </a:endParaRPr>
          </a:p>
        </p:txBody>
      </p:sp>
      <p:grpSp>
        <p:nvGrpSpPr>
          <p:cNvPr id="22" name="Agrupar 21">
            <a:extLst>
              <a:ext uri="{FF2B5EF4-FFF2-40B4-BE49-F238E27FC236}">
                <a16:creationId xmlns:a16="http://schemas.microsoft.com/office/drawing/2014/main" id="{31CB0604-2DB6-0A67-ABC7-C1D0BAE20AA5}"/>
              </a:ext>
            </a:extLst>
          </p:cNvPr>
          <p:cNvGrpSpPr/>
          <p:nvPr/>
        </p:nvGrpSpPr>
        <p:grpSpPr>
          <a:xfrm>
            <a:off x="7070035" y="156184"/>
            <a:ext cx="1722295" cy="405506"/>
            <a:chOff x="4782913" y="272045"/>
            <a:chExt cx="3752189" cy="883435"/>
          </a:xfrm>
        </p:grpSpPr>
        <p:pic>
          <p:nvPicPr>
            <p:cNvPr id="23" name="Imagem 22" descr="Interface gráfica do usuário, Texto&#10;&#10;O conteúdo gerado por IA pode estar incorreto.">
              <a:extLst>
                <a:ext uri="{FF2B5EF4-FFF2-40B4-BE49-F238E27FC236}">
                  <a16:creationId xmlns:a16="http://schemas.microsoft.com/office/drawing/2014/main" id="{F83E2A4C-FE34-63B4-A9D6-A1916D98DD5E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4782913" y="272045"/>
              <a:ext cx="3752189" cy="883435"/>
            </a:xfrm>
            <a:prstGeom prst="rect">
              <a:avLst/>
            </a:prstGeom>
          </p:spPr>
        </p:pic>
        <p:cxnSp>
          <p:nvCxnSpPr>
            <p:cNvPr id="24" name="Conector reto 23">
              <a:extLst>
                <a:ext uri="{FF2B5EF4-FFF2-40B4-BE49-F238E27FC236}">
                  <a16:creationId xmlns:a16="http://schemas.microsoft.com/office/drawing/2014/main" id="{8C84D1EF-4649-6473-2C92-84D04BEC476E}"/>
                </a:ext>
              </a:extLst>
            </p:cNvPr>
            <p:cNvCxnSpPr>
              <a:cxnSpLocks/>
            </p:cNvCxnSpPr>
            <p:nvPr/>
          </p:nvCxnSpPr>
          <p:spPr>
            <a:xfrm>
              <a:off x="5253460" y="1066595"/>
              <a:ext cx="3264536" cy="16228"/>
            </a:xfrm>
            <a:prstGeom prst="line">
              <a:avLst/>
            </a:prstGeom>
            <a:ln>
              <a:solidFill>
                <a:srgbClr val="00445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5" name="Google Shape;936;p37">
            <a:extLst>
              <a:ext uri="{FF2B5EF4-FFF2-40B4-BE49-F238E27FC236}">
                <a16:creationId xmlns:a16="http://schemas.microsoft.com/office/drawing/2014/main" id="{E8DCF6BC-C127-636A-C440-7791722F9E58}"/>
              </a:ext>
            </a:extLst>
          </p:cNvPr>
          <p:cNvSpPr/>
          <p:nvPr/>
        </p:nvSpPr>
        <p:spPr>
          <a:xfrm rot="16200000" flipH="1" flipV="1">
            <a:off x="-26331" y="5857"/>
            <a:ext cx="636272" cy="583606"/>
          </a:xfrm>
          <a:custGeom>
            <a:avLst/>
            <a:gdLst>
              <a:gd name="connsiteX0" fmla="*/ 0 w 1440059"/>
              <a:gd name="connsiteY0" fmla="*/ 0 h 583600"/>
              <a:gd name="connsiteX1" fmla="*/ 1148259 w 1440059"/>
              <a:gd name="connsiteY1" fmla="*/ 0 h 583600"/>
              <a:gd name="connsiteX2" fmla="*/ 1440059 w 1440059"/>
              <a:gd name="connsiteY2" fmla="*/ 291800 h 583600"/>
              <a:gd name="connsiteX3" fmla="*/ 1440059 w 1440059"/>
              <a:gd name="connsiteY3" fmla="*/ 583600 h 583600"/>
              <a:gd name="connsiteX4" fmla="*/ 0 w 1440059"/>
              <a:gd name="connsiteY4" fmla="*/ 583600 h 583600"/>
              <a:gd name="connsiteX5" fmla="*/ 0 w 1440059"/>
              <a:gd name="connsiteY5" fmla="*/ 0 h 583600"/>
              <a:gd name="connsiteX0" fmla="*/ 612059 w 1440059"/>
              <a:gd name="connsiteY0" fmla="*/ 0 h 583603"/>
              <a:gd name="connsiteX1" fmla="*/ 1148259 w 1440059"/>
              <a:gd name="connsiteY1" fmla="*/ 3 h 583603"/>
              <a:gd name="connsiteX2" fmla="*/ 1440059 w 1440059"/>
              <a:gd name="connsiteY2" fmla="*/ 291803 h 583603"/>
              <a:gd name="connsiteX3" fmla="*/ 1440059 w 1440059"/>
              <a:gd name="connsiteY3" fmla="*/ 583603 h 583603"/>
              <a:gd name="connsiteX4" fmla="*/ 0 w 1440059"/>
              <a:gd name="connsiteY4" fmla="*/ 583603 h 583603"/>
              <a:gd name="connsiteX5" fmla="*/ 612059 w 1440059"/>
              <a:gd name="connsiteY5" fmla="*/ 0 h 583603"/>
              <a:gd name="connsiteX0" fmla="*/ 0 w 828000"/>
              <a:gd name="connsiteY0" fmla="*/ 0 h 583603"/>
              <a:gd name="connsiteX1" fmla="*/ 536200 w 828000"/>
              <a:gd name="connsiteY1" fmla="*/ 3 h 583603"/>
              <a:gd name="connsiteX2" fmla="*/ 828000 w 828000"/>
              <a:gd name="connsiteY2" fmla="*/ 291803 h 583603"/>
              <a:gd name="connsiteX3" fmla="*/ 828000 w 828000"/>
              <a:gd name="connsiteY3" fmla="*/ 583603 h 583603"/>
              <a:gd name="connsiteX4" fmla="*/ 191728 w 828000"/>
              <a:gd name="connsiteY4" fmla="*/ 576229 h 583603"/>
              <a:gd name="connsiteX5" fmla="*/ 0 w 828000"/>
              <a:gd name="connsiteY5" fmla="*/ 0 h 583603"/>
              <a:gd name="connsiteX0" fmla="*/ 14749 w 636272"/>
              <a:gd name="connsiteY0" fmla="*/ 0 h 583606"/>
              <a:gd name="connsiteX1" fmla="*/ 344472 w 636272"/>
              <a:gd name="connsiteY1" fmla="*/ 6 h 583606"/>
              <a:gd name="connsiteX2" fmla="*/ 636272 w 636272"/>
              <a:gd name="connsiteY2" fmla="*/ 291806 h 583606"/>
              <a:gd name="connsiteX3" fmla="*/ 636272 w 636272"/>
              <a:gd name="connsiteY3" fmla="*/ 583606 h 583606"/>
              <a:gd name="connsiteX4" fmla="*/ 0 w 636272"/>
              <a:gd name="connsiteY4" fmla="*/ 576232 h 583606"/>
              <a:gd name="connsiteX5" fmla="*/ 14749 w 636272"/>
              <a:gd name="connsiteY5" fmla="*/ 0 h 5836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36272" h="583606">
                <a:moveTo>
                  <a:pt x="14749" y="0"/>
                </a:moveTo>
                <a:lnTo>
                  <a:pt x="344472" y="6"/>
                </a:lnTo>
                <a:cubicBezTo>
                  <a:pt x="505629" y="6"/>
                  <a:pt x="636272" y="130649"/>
                  <a:pt x="636272" y="291806"/>
                </a:cubicBezTo>
                <a:lnTo>
                  <a:pt x="636272" y="583606"/>
                </a:lnTo>
                <a:lnTo>
                  <a:pt x="0" y="576232"/>
                </a:lnTo>
                <a:lnTo>
                  <a:pt x="14749" y="0"/>
                </a:lnTo>
                <a:close/>
              </a:path>
            </a:pathLst>
          </a:custGeom>
          <a:solidFill>
            <a:srgbClr val="1B204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latin typeface="Maven Pro"/>
              <a:ea typeface="Maven Pro"/>
              <a:cs typeface="Maven Pro"/>
              <a:sym typeface="Maven Pro"/>
            </a:endParaRPr>
          </a:p>
        </p:txBody>
      </p:sp>
      <p:sp>
        <p:nvSpPr>
          <p:cNvPr id="26" name="Google Shape;937;p37">
            <a:extLst>
              <a:ext uri="{FF2B5EF4-FFF2-40B4-BE49-F238E27FC236}">
                <a16:creationId xmlns:a16="http://schemas.microsoft.com/office/drawing/2014/main" id="{AC9567DA-2C30-655A-7676-0A09752DAA37}"/>
              </a:ext>
            </a:extLst>
          </p:cNvPr>
          <p:cNvSpPr/>
          <p:nvPr/>
        </p:nvSpPr>
        <p:spPr>
          <a:xfrm rot="16200000" flipH="1" flipV="1">
            <a:off x="-223281" y="212082"/>
            <a:ext cx="765195" cy="318641"/>
          </a:xfrm>
          <a:custGeom>
            <a:avLst/>
            <a:gdLst>
              <a:gd name="connsiteX0" fmla="*/ 0 w 1745961"/>
              <a:gd name="connsiteY0" fmla="*/ 0 h 318637"/>
              <a:gd name="connsiteX1" fmla="*/ 1586643 w 1745961"/>
              <a:gd name="connsiteY1" fmla="*/ 0 h 318637"/>
              <a:gd name="connsiteX2" fmla="*/ 1745962 w 1745961"/>
              <a:gd name="connsiteY2" fmla="*/ 159319 h 318637"/>
              <a:gd name="connsiteX3" fmla="*/ 1745961 w 1745961"/>
              <a:gd name="connsiteY3" fmla="*/ 318637 h 318637"/>
              <a:gd name="connsiteX4" fmla="*/ 0 w 1745961"/>
              <a:gd name="connsiteY4" fmla="*/ 318637 h 318637"/>
              <a:gd name="connsiteX5" fmla="*/ 0 w 1745961"/>
              <a:gd name="connsiteY5" fmla="*/ 0 h 318637"/>
              <a:gd name="connsiteX0" fmla="*/ 980768 w 1745962"/>
              <a:gd name="connsiteY0" fmla="*/ 0 h 318637"/>
              <a:gd name="connsiteX1" fmla="*/ 1586643 w 1745962"/>
              <a:gd name="connsiteY1" fmla="*/ 0 h 318637"/>
              <a:gd name="connsiteX2" fmla="*/ 1745962 w 1745962"/>
              <a:gd name="connsiteY2" fmla="*/ 159319 h 318637"/>
              <a:gd name="connsiteX3" fmla="*/ 1745961 w 1745962"/>
              <a:gd name="connsiteY3" fmla="*/ 318637 h 318637"/>
              <a:gd name="connsiteX4" fmla="*/ 0 w 1745962"/>
              <a:gd name="connsiteY4" fmla="*/ 318637 h 318637"/>
              <a:gd name="connsiteX5" fmla="*/ 980768 w 1745962"/>
              <a:gd name="connsiteY5" fmla="*/ 0 h 318637"/>
              <a:gd name="connsiteX0" fmla="*/ 1 w 765195"/>
              <a:gd name="connsiteY0" fmla="*/ 0 h 318641"/>
              <a:gd name="connsiteX1" fmla="*/ 605876 w 765195"/>
              <a:gd name="connsiteY1" fmla="*/ 0 h 318641"/>
              <a:gd name="connsiteX2" fmla="*/ 765195 w 765195"/>
              <a:gd name="connsiteY2" fmla="*/ 159319 h 318641"/>
              <a:gd name="connsiteX3" fmla="*/ 765194 w 765195"/>
              <a:gd name="connsiteY3" fmla="*/ 318637 h 318641"/>
              <a:gd name="connsiteX4" fmla="*/ 0 w 765195"/>
              <a:gd name="connsiteY4" fmla="*/ 318641 h 318641"/>
              <a:gd name="connsiteX5" fmla="*/ 1 w 765195"/>
              <a:gd name="connsiteY5" fmla="*/ 0 h 3186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765195" h="318641">
                <a:moveTo>
                  <a:pt x="1" y="0"/>
                </a:moveTo>
                <a:lnTo>
                  <a:pt x="605876" y="0"/>
                </a:lnTo>
                <a:cubicBezTo>
                  <a:pt x="693865" y="0"/>
                  <a:pt x="765195" y="71330"/>
                  <a:pt x="765195" y="159319"/>
                </a:cubicBezTo>
                <a:cubicBezTo>
                  <a:pt x="765195" y="212425"/>
                  <a:pt x="765194" y="265531"/>
                  <a:pt x="765194" y="318637"/>
                </a:cubicBezTo>
                <a:lnTo>
                  <a:pt x="0" y="318641"/>
                </a:lnTo>
                <a:cubicBezTo>
                  <a:pt x="0" y="212427"/>
                  <a:pt x="1" y="106214"/>
                  <a:pt x="1" y="0"/>
                </a:cubicBezTo>
                <a:close/>
              </a:path>
            </a:pathLst>
          </a:custGeom>
          <a:gradFill flip="none" rotWithShape="1">
            <a:gsLst>
              <a:gs pos="63000">
                <a:srgbClr val="06D1D7"/>
              </a:gs>
              <a:gs pos="33000">
                <a:srgbClr val="23A295"/>
              </a:gs>
              <a:gs pos="0">
                <a:srgbClr val="57F6A2"/>
              </a:gs>
              <a:gs pos="100000">
                <a:srgbClr val="1B2048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latin typeface="Maven Pro"/>
              <a:ea typeface="Maven Pro"/>
              <a:cs typeface="Maven Pro"/>
              <a:sym typeface="Maven Pro"/>
            </a:endParaRPr>
          </a:p>
        </p:txBody>
      </p:sp>
      <p:grpSp>
        <p:nvGrpSpPr>
          <p:cNvPr id="28" name="Google Shape;938;p37">
            <a:extLst>
              <a:ext uri="{FF2B5EF4-FFF2-40B4-BE49-F238E27FC236}">
                <a16:creationId xmlns:a16="http://schemas.microsoft.com/office/drawing/2014/main" id="{B7B1152B-D7C7-31FF-560A-6722A51AC23C}"/>
              </a:ext>
            </a:extLst>
          </p:cNvPr>
          <p:cNvGrpSpPr/>
          <p:nvPr/>
        </p:nvGrpSpPr>
        <p:grpSpPr>
          <a:xfrm rot="16200000">
            <a:off x="720348" y="-178200"/>
            <a:ext cx="368002" cy="860760"/>
            <a:chOff x="8238071" y="2241175"/>
            <a:chExt cx="379279" cy="2095500"/>
          </a:xfrm>
          <a:gradFill>
            <a:gsLst>
              <a:gs pos="53000">
                <a:srgbClr val="23A295"/>
              </a:gs>
              <a:gs pos="0">
                <a:srgbClr val="57F6A2"/>
              </a:gs>
              <a:gs pos="100000">
                <a:srgbClr val="1B2048"/>
              </a:gs>
            </a:gsLst>
            <a:lin ang="5400000" scaled="1"/>
          </a:gradFill>
        </p:grpSpPr>
        <p:cxnSp>
          <p:nvCxnSpPr>
            <p:cNvPr id="29" name="Google Shape;945;p37">
              <a:extLst>
                <a:ext uri="{FF2B5EF4-FFF2-40B4-BE49-F238E27FC236}">
                  <a16:creationId xmlns:a16="http://schemas.microsoft.com/office/drawing/2014/main" id="{4CA94762-E2A0-E461-4A87-3D3EC556BC24}"/>
                </a:ext>
              </a:extLst>
            </p:cNvPr>
            <p:cNvCxnSpPr/>
            <p:nvPr/>
          </p:nvCxnSpPr>
          <p:spPr>
            <a:xfrm>
              <a:off x="8313927" y="2241175"/>
              <a:ext cx="0" cy="2095500"/>
            </a:xfrm>
            <a:prstGeom prst="straightConnector1">
              <a:avLst/>
            </a:prstGeom>
            <a:grpFill/>
            <a:ln w="9525" cap="flat" cmpd="sng">
              <a:solidFill>
                <a:srgbClr val="1AB0A9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0" name="Google Shape;948;p37">
              <a:extLst>
                <a:ext uri="{FF2B5EF4-FFF2-40B4-BE49-F238E27FC236}">
                  <a16:creationId xmlns:a16="http://schemas.microsoft.com/office/drawing/2014/main" id="{0A6C65DB-AA11-5A4E-470B-525DA9346D96}"/>
                </a:ext>
              </a:extLst>
            </p:cNvPr>
            <p:cNvCxnSpPr/>
            <p:nvPr/>
          </p:nvCxnSpPr>
          <p:spPr>
            <a:xfrm>
              <a:off x="8238071" y="2241175"/>
              <a:ext cx="0" cy="2095500"/>
            </a:xfrm>
            <a:prstGeom prst="straightConnector1">
              <a:avLst/>
            </a:prstGeom>
            <a:grpFill/>
            <a:ln w="9525" cap="flat" cmpd="sng">
              <a:solidFill>
                <a:srgbClr val="1AB0A9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1" name="Google Shape;949;p37">
              <a:extLst>
                <a:ext uri="{FF2B5EF4-FFF2-40B4-BE49-F238E27FC236}">
                  <a16:creationId xmlns:a16="http://schemas.microsoft.com/office/drawing/2014/main" id="{0B7251F1-75E2-E75C-C7ED-F233F878C35F}"/>
                </a:ext>
              </a:extLst>
            </p:cNvPr>
            <p:cNvCxnSpPr/>
            <p:nvPr/>
          </p:nvCxnSpPr>
          <p:spPr>
            <a:xfrm>
              <a:off x="8389783" y="2241175"/>
              <a:ext cx="0" cy="2095500"/>
            </a:xfrm>
            <a:prstGeom prst="straightConnector1">
              <a:avLst/>
            </a:prstGeom>
            <a:grpFill/>
            <a:ln w="9525" cap="flat" cmpd="sng">
              <a:solidFill>
                <a:srgbClr val="1AB0A9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2" name="Google Shape;950;p37">
              <a:extLst>
                <a:ext uri="{FF2B5EF4-FFF2-40B4-BE49-F238E27FC236}">
                  <a16:creationId xmlns:a16="http://schemas.microsoft.com/office/drawing/2014/main" id="{7256FB52-79A9-59C2-9A0B-6C3D3D0EA4D0}"/>
                </a:ext>
              </a:extLst>
            </p:cNvPr>
            <p:cNvCxnSpPr/>
            <p:nvPr/>
          </p:nvCxnSpPr>
          <p:spPr>
            <a:xfrm>
              <a:off x="8465638" y="2241175"/>
              <a:ext cx="0" cy="2095500"/>
            </a:xfrm>
            <a:prstGeom prst="straightConnector1">
              <a:avLst/>
            </a:prstGeom>
            <a:grpFill/>
            <a:ln w="9525" cap="flat" cmpd="sng">
              <a:solidFill>
                <a:srgbClr val="1AB0A9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3" name="Google Shape;951;p37">
              <a:extLst>
                <a:ext uri="{FF2B5EF4-FFF2-40B4-BE49-F238E27FC236}">
                  <a16:creationId xmlns:a16="http://schemas.microsoft.com/office/drawing/2014/main" id="{1C5A3D45-63D6-942A-57B1-5E9A295B856E}"/>
                </a:ext>
              </a:extLst>
            </p:cNvPr>
            <p:cNvCxnSpPr/>
            <p:nvPr/>
          </p:nvCxnSpPr>
          <p:spPr>
            <a:xfrm>
              <a:off x="8541494" y="2241175"/>
              <a:ext cx="0" cy="2095500"/>
            </a:xfrm>
            <a:prstGeom prst="straightConnector1">
              <a:avLst/>
            </a:prstGeom>
            <a:grpFill/>
            <a:ln w="9525" cap="flat" cmpd="sng">
              <a:solidFill>
                <a:srgbClr val="1AB0A9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4" name="Google Shape;952;p37">
              <a:extLst>
                <a:ext uri="{FF2B5EF4-FFF2-40B4-BE49-F238E27FC236}">
                  <a16:creationId xmlns:a16="http://schemas.microsoft.com/office/drawing/2014/main" id="{91108E4A-6929-DE57-99B6-DC1A36739999}"/>
                </a:ext>
              </a:extLst>
            </p:cNvPr>
            <p:cNvCxnSpPr/>
            <p:nvPr/>
          </p:nvCxnSpPr>
          <p:spPr>
            <a:xfrm>
              <a:off x="8617350" y="2241175"/>
              <a:ext cx="0" cy="2095500"/>
            </a:xfrm>
            <a:prstGeom prst="straightConnector1">
              <a:avLst/>
            </a:prstGeom>
            <a:grpFill/>
            <a:ln w="9525" cap="flat" cmpd="sng">
              <a:solidFill>
                <a:srgbClr val="1AB0A9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35" name="Título 1">
            <a:extLst>
              <a:ext uri="{FF2B5EF4-FFF2-40B4-BE49-F238E27FC236}">
                <a16:creationId xmlns:a16="http://schemas.microsoft.com/office/drawing/2014/main" id="{E7735632-11ED-EEA3-F22F-FF18685AA52D}"/>
              </a:ext>
            </a:extLst>
          </p:cNvPr>
          <p:cNvSpPr txBox="1">
            <a:spLocks/>
          </p:cNvSpPr>
          <p:nvPr/>
        </p:nvSpPr>
        <p:spPr>
          <a:xfrm>
            <a:off x="737108" y="504150"/>
            <a:ext cx="8467638" cy="4554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Montserrat"/>
              <a:buNone/>
              <a:defRPr sz="52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Montserrat"/>
              <a:buNone/>
              <a:defRPr sz="52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Montserrat"/>
              <a:buNone/>
              <a:defRPr sz="52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Montserrat"/>
              <a:buNone/>
              <a:defRPr sz="52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Montserrat"/>
              <a:buNone/>
              <a:defRPr sz="52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Montserrat"/>
              <a:buNone/>
              <a:defRPr sz="52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Montserrat"/>
              <a:buNone/>
              <a:defRPr sz="52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Montserrat"/>
              <a:buNone/>
              <a:defRPr sz="52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Montserrat"/>
              <a:buNone/>
              <a:defRPr sz="52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algn="l"/>
            <a:r>
              <a:rPr lang="pt-BR" sz="2000" dirty="0">
                <a:latin typeface="+mj-lt"/>
                <a:cs typeface="Arial" panose="020B0604020202020204" pitchFamily="34" charset="0"/>
              </a:rPr>
              <a:t>Ciclo de aprendizado contínuo</a:t>
            </a:r>
          </a:p>
        </p:txBody>
      </p:sp>
      <p:sp>
        <p:nvSpPr>
          <p:cNvPr id="36" name="Subtítulo 2">
            <a:extLst>
              <a:ext uri="{FF2B5EF4-FFF2-40B4-BE49-F238E27FC236}">
                <a16:creationId xmlns:a16="http://schemas.microsoft.com/office/drawing/2014/main" id="{7686877D-9146-834B-D82D-34D9768CD0EC}"/>
              </a:ext>
            </a:extLst>
          </p:cNvPr>
          <p:cNvSpPr>
            <a:spLocks noGrp="1"/>
          </p:cNvSpPr>
          <p:nvPr>
            <p:ph type="subTitle" idx="4294967295"/>
          </p:nvPr>
        </p:nvSpPr>
        <p:spPr>
          <a:xfrm>
            <a:off x="583608" y="1395073"/>
            <a:ext cx="3412659" cy="3284762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/>
              <a:t>A LLM resolve casos não cobertos pelas regras.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/>
              <a:t>A resposta da LLM gera evidências textuais estruturadas.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/>
              <a:t>A pipeline extrai padrões candidatos.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/>
              <a:t>As regras candidatas são filtradas.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/>
              <a:t>Regras aprovadas entram na próxima execução.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/>
              <a:t>Casos semelhantes passam a ser resolvidos localmente.</a:t>
            </a:r>
            <a:endParaRPr lang="pt-BR" dirty="0">
              <a:solidFill>
                <a:schemeClr val="bg1"/>
              </a:solidFill>
              <a:latin typeface="+mj-lt"/>
            </a:endParaRPr>
          </a:p>
        </p:txBody>
      </p:sp>
      <p:cxnSp>
        <p:nvCxnSpPr>
          <p:cNvPr id="40" name="Conector reto 39">
            <a:extLst>
              <a:ext uri="{FF2B5EF4-FFF2-40B4-BE49-F238E27FC236}">
                <a16:creationId xmlns:a16="http://schemas.microsoft.com/office/drawing/2014/main" id="{663A89B4-7799-BD2F-047D-FE7325DFC068}"/>
              </a:ext>
            </a:extLst>
          </p:cNvPr>
          <p:cNvCxnSpPr>
            <a:cxnSpLocks/>
          </p:cNvCxnSpPr>
          <p:nvPr/>
        </p:nvCxnSpPr>
        <p:spPr>
          <a:xfrm>
            <a:off x="-5" y="1114607"/>
            <a:ext cx="2796961" cy="0"/>
          </a:xfrm>
          <a:prstGeom prst="line">
            <a:avLst/>
          </a:prstGeom>
          <a:ln>
            <a:solidFill>
              <a:srgbClr val="00445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Google Shape;937;p37">
            <a:extLst>
              <a:ext uri="{FF2B5EF4-FFF2-40B4-BE49-F238E27FC236}">
                <a16:creationId xmlns:a16="http://schemas.microsoft.com/office/drawing/2014/main" id="{DE0C8348-74C5-67A7-32B2-E6DECC2910C9}"/>
              </a:ext>
            </a:extLst>
          </p:cNvPr>
          <p:cNvSpPr/>
          <p:nvPr/>
        </p:nvSpPr>
        <p:spPr>
          <a:xfrm flipH="1" flipV="1">
            <a:off x="8773117" y="52"/>
            <a:ext cx="369846" cy="249032"/>
          </a:xfrm>
          <a:custGeom>
            <a:avLst/>
            <a:gdLst>
              <a:gd name="connsiteX0" fmla="*/ 0 w 1414234"/>
              <a:gd name="connsiteY0" fmla="*/ 0 h 258097"/>
              <a:gd name="connsiteX1" fmla="*/ 1285186 w 1414234"/>
              <a:gd name="connsiteY1" fmla="*/ 0 h 258097"/>
              <a:gd name="connsiteX2" fmla="*/ 1414235 w 1414234"/>
              <a:gd name="connsiteY2" fmla="*/ 129049 h 258097"/>
              <a:gd name="connsiteX3" fmla="*/ 1414234 w 1414234"/>
              <a:gd name="connsiteY3" fmla="*/ 258097 h 258097"/>
              <a:gd name="connsiteX4" fmla="*/ 0 w 1414234"/>
              <a:gd name="connsiteY4" fmla="*/ 258097 h 258097"/>
              <a:gd name="connsiteX5" fmla="*/ 0 w 1414234"/>
              <a:gd name="connsiteY5" fmla="*/ 0 h 258097"/>
              <a:gd name="connsiteX0" fmla="*/ 0 w 1414235"/>
              <a:gd name="connsiteY0" fmla="*/ 0 h 258097"/>
              <a:gd name="connsiteX1" fmla="*/ 1285186 w 1414235"/>
              <a:gd name="connsiteY1" fmla="*/ 0 h 258097"/>
              <a:gd name="connsiteX2" fmla="*/ 1414235 w 1414235"/>
              <a:gd name="connsiteY2" fmla="*/ 129049 h 258097"/>
              <a:gd name="connsiteX3" fmla="*/ 1414234 w 1414235"/>
              <a:gd name="connsiteY3" fmla="*/ 258097 h 258097"/>
              <a:gd name="connsiteX4" fmla="*/ 243348 w 1414235"/>
              <a:gd name="connsiteY4" fmla="*/ 258097 h 258097"/>
              <a:gd name="connsiteX5" fmla="*/ 0 w 1414235"/>
              <a:gd name="connsiteY5" fmla="*/ 0 h 258097"/>
              <a:gd name="connsiteX0" fmla="*/ 0 w 1178260"/>
              <a:gd name="connsiteY0" fmla="*/ 7374 h 258097"/>
              <a:gd name="connsiteX1" fmla="*/ 1049211 w 1178260"/>
              <a:gd name="connsiteY1" fmla="*/ 0 h 258097"/>
              <a:gd name="connsiteX2" fmla="*/ 1178260 w 1178260"/>
              <a:gd name="connsiteY2" fmla="*/ 129049 h 258097"/>
              <a:gd name="connsiteX3" fmla="*/ 1178259 w 1178260"/>
              <a:gd name="connsiteY3" fmla="*/ 258097 h 258097"/>
              <a:gd name="connsiteX4" fmla="*/ 7373 w 1178260"/>
              <a:gd name="connsiteY4" fmla="*/ 258097 h 258097"/>
              <a:gd name="connsiteX5" fmla="*/ 0 w 1178260"/>
              <a:gd name="connsiteY5" fmla="*/ 7374 h 258097"/>
              <a:gd name="connsiteX0" fmla="*/ 0 w 1178260"/>
              <a:gd name="connsiteY0" fmla="*/ 7374 h 265471"/>
              <a:gd name="connsiteX1" fmla="*/ 1049211 w 1178260"/>
              <a:gd name="connsiteY1" fmla="*/ 0 h 265471"/>
              <a:gd name="connsiteX2" fmla="*/ 1178260 w 1178260"/>
              <a:gd name="connsiteY2" fmla="*/ 129049 h 265471"/>
              <a:gd name="connsiteX3" fmla="*/ 1178259 w 1178260"/>
              <a:gd name="connsiteY3" fmla="*/ 258097 h 265471"/>
              <a:gd name="connsiteX4" fmla="*/ 619431 w 1178260"/>
              <a:gd name="connsiteY4" fmla="*/ 265471 h 265471"/>
              <a:gd name="connsiteX5" fmla="*/ 0 w 1178260"/>
              <a:gd name="connsiteY5" fmla="*/ 7374 h 265471"/>
              <a:gd name="connsiteX0" fmla="*/ 0 w 566202"/>
              <a:gd name="connsiteY0" fmla="*/ 0 h 280219"/>
              <a:gd name="connsiteX1" fmla="*/ 437153 w 566202"/>
              <a:gd name="connsiteY1" fmla="*/ 14748 h 280219"/>
              <a:gd name="connsiteX2" fmla="*/ 566202 w 566202"/>
              <a:gd name="connsiteY2" fmla="*/ 143797 h 280219"/>
              <a:gd name="connsiteX3" fmla="*/ 566201 w 566202"/>
              <a:gd name="connsiteY3" fmla="*/ 272845 h 280219"/>
              <a:gd name="connsiteX4" fmla="*/ 7373 w 566202"/>
              <a:gd name="connsiteY4" fmla="*/ 280219 h 280219"/>
              <a:gd name="connsiteX5" fmla="*/ 0 w 566202"/>
              <a:gd name="connsiteY5" fmla="*/ 0 h 280219"/>
              <a:gd name="connsiteX0" fmla="*/ 0 w 566202"/>
              <a:gd name="connsiteY0" fmla="*/ 0 h 280219"/>
              <a:gd name="connsiteX1" fmla="*/ 437153 w 566202"/>
              <a:gd name="connsiteY1" fmla="*/ 14748 h 280219"/>
              <a:gd name="connsiteX2" fmla="*/ 566202 w 566202"/>
              <a:gd name="connsiteY2" fmla="*/ 143797 h 280219"/>
              <a:gd name="connsiteX3" fmla="*/ 566201 w 566202"/>
              <a:gd name="connsiteY3" fmla="*/ 272845 h 280219"/>
              <a:gd name="connsiteX4" fmla="*/ 58992 w 566202"/>
              <a:gd name="connsiteY4" fmla="*/ 280219 h 280219"/>
              <a:gd name="connsiteX5" fmla="*/ 0 w 566202"/>
              <a:gd name="connsiteY5" fmla="*/ 0 h 280219"/>
              <a:gd name="connsiteX0" fmla="*/ 0 w 566202"/>
              <a:gd name="connsiteY0" fmla="*/ 0 h 272845"/>
              <a:gd name="connsiteX1" fmla="*/ 437153 w 566202"/>
              <a:gd name="connsiteY1" fmla="*/ 14748 h 272845"/>
              <a:gd name="connsiteX2" fmla="*/ 566202 w 566202"/>
              <a:gd name="connsiteY2" fmla="*/ 143797 h 272845"/>
              <a:gd name="connsiteX3" fmla="*/ 566201 w 566202"/>
              <a:gd name="connsiteY3" fmla="*/ 272845 h 272845"/>
              <a:gd name="connsiteX4" fmla="*/ 209118 w 566202"/>
              <a:gd name="connsiteY4" fmla="*/ 262022 h 272845"/>
              <a:gd name="connsiteX5" fmla="*/ 0 w 566202"/>
              <a:gd name="connsiteY5" fmla="*/ 0 h 272845"/>
              <a:gd name="connsiteX0" fmla="*/ 0 w 366035"/>
              <a:gd name="connsiteY0" fmla="*/ 0 h 272845"/>
              <a:gd name="connsiteX1" fmla="*/ 236986 w 366035"/>
              <a:gd name="connsiteY1" fmla="*/ 14748 h 272845"/>
              <a:gd name="connsiteX2" fmla="*/ 366035 w 366035"/>
              <a:gd name="connsiteY2" fmla="*/ 143797 h 272845"/>
              <a:gd name="connsiteX3" fmla="*/ 366034 w 366035"/>
              <a:gd name="connsiteY3" fmla="*/ 272845 h 272845"/>
              <a:gd name="connsiteX4" fmla="*/ 8951 w 366035"/>
              <a:gd name="connsiteY4" fmla="*/ 262022 h 272845"/>
              <a:gd name="connsiteX5" fmla="*/ 0 w 366035"/>
              <a:gd name="connsiteY5" fmla="*/ 0 h 272845"/>
              <a:gd name="connsiteX0" fmla="*/ 0 w 366035"/>
              <a:gd name="connsiteY0" fmla="*/ 0 h 272845"/>
              <a:gd name="connsiteX1" fmla="*/ 236986 w 366035"/>
              <a:gd name="connsiteY1" fmla="*/ 14748 h 272845"/>
              <a:gd name="connsiteX2" fmla="*/ 366035 w 366035"/>
              <a:gd name="connsiteY2" fmla="*/ 143797 h 272845"/>
              <a:gd name="connsiteX3" fmla="*/ 366034 w 366035"/>
              <a:gd name="connsiteY3" fmla="*/ 272845 h 272845"/>
              <a:gd name="connsiteX4" fmla="*/ 99438 w 366035"/>
              <a:gd name="connsiteY4" fmla="*/ 247734 h 272845"/>
              <a:gd name="connsiteX5" fmla="*/ 0 w 366035"/>
              <a:gd name="connsiteY5" fmla="*/ 0 h 272845"/>
              <a:gd name="connsiteX0" fmla="*/ 0 w 366035"/>
              <a:gd name="connsiteY0" fmla="*/ 0 h 272845"/>
              <a:gd name="connsiteX1" fmla="*/ 236986 w 366035"/>
              <a:gd name="connsiteY1" fmla="*/ 14748 h 272845"/>
              <a:gd name="connsiteX2" fmla="*/ 366035 w 366035"/>
              <a:gd name="connsiteY2" fmla="*/ 143797 h 272845"/>
              <a:gd name="connsiteX3" fmla="*/ 366034 w 366035"/>
              <a:gd name="connsiteY3" fmla="*/ 272845 h 272845"/>
              <a:gd name="connsiteX4" fmla="*/ 25619 w 366035"/>
              <a:gd name="connsiteY4" fmla="*/ 259641 h 272845"/>
              <a:gd name="connsiteX5" fmla="*/ 0 w 366035"/>
              <a:gd name="connsiteY5" fmla="*/ 0 h 272845"/>
              <a:gd name="connsiteX0" fmla="*/ 5337 w 340416"/>
              <a:gd name="connsiteY0" fmla="*/ 0 h 268083"/>
              <a:gd name="connsiteX1" fmla="*/ 211367 w 340416"/>
              <a:gd name="connsiteY1" fmla="*/ 9986 h 268083"/>
              <a:gd name="connsiteX2" fmla="*/ 340416 w 340416"/>
              <a:gd name="connsiteY2" fmla="*/ 139035 h 268083"/>
              <a:gd name="connsiteX3" fmla="*/ 340415 w 340416"/>
              <a:gd name="connsiteY3" fmla="*/ 268083 h 268083"/>
              <a:gd name="connsiteX4" fmla="*/ 0 w 340416"/>
              <a:gd name="connsiteY4" fmla="*/ 254879 h 268083"/>
              <a:gd name="connsiteX5" fmla="*/ 5337 w 340416"/>
              <a:gd name="connsiteY5" fmla="*/ 0 h 268083"/>
              <a:gd name="connsiteX0" fmla="*/ 5337 w 353901"/>
              <a:gd name="connsiteY0" fmla="*/ 0 h 254879"/>
              <a:gd name="connsiteX1" fmla="*/ 211367 w 353901"/>
              <a:gd name="connsiteY1" fmla="*/ 9986 h 254879"/>
              <a:gd name="connsiteX2" fmla="*/ 340416 w 353901"/>
              <a:gd name="connsiteY2" fmla="*/ 139035 h 254879"/>
              <a:gd name="connsiteX3" fmla="*/ 349940 w 353901"/>
              <a:gd name="connsiteY3" fmla="*/ 253795 h 254879"/>
              <a:gd name="connsiteX4" fmla="*/ 0 w 353901"/>
              <a:gd name="connsiteY4" fmla="*/ 254879 h 254879"/>
              <a:gd name="connsiteX5" fmla="*/ 5337 w 353901"/>
              <a:gd name="connsiteY5" fmla="*/ 0 h 254879"/>
              <a:gd name="connsiteX0" fmla="*/ 7718 w 356282"/>
              <a:gd name="connsiteY0" fmla="*/ 0 h 253795"/>
              <a:gd name="connsiteX1" fmla="*/ 213748 w 356282"/>
              <a:gd name="connsiteY1" fmla="*/ 9986 h 253795"/>
              <a:gd name="connsiteX2" fmla="*/ 342797 w 356282"/>
              <a:gd name="connsiteY2" fmla="*/ 139035 h 253795"/>
              <a:gd name="connsiteX3" fmla="*/ 352321 w 356282"/>
              <a:gd name="connsiteY3" fmla="*/ 253795 h 253795"/>
              <a:gd name="connsiteX4" fmla="*/ 0 w 356282"/>
              <a:gd name="connsiteY4" fmla="*/ 226304 h 253795"/>
              <a:gd name="connsiteX5" fmla="*/ 7718 w 356282"/>
              <a:gd name="connsiteY5" fmla="*/ 0 h 253795"/>
              <a:gd name="connsiteX0" fmla="*/ 574 w 349138"/>
              <a:gd name="connsiteY0" fmla="*/ 0 h 257260"/>
              <a:gd name="connsiteX1" fmla="*/ 206604 w 349138"/>
              <a:gd name="connsiteY1" fmla="*/ 9986 h 257260"/>
              <a:gd name="connsiteX2" fmla="*/ 335653 w 349138"/>
              <a:gd name="connsiteY2" fmla="*/ 139035 h 257260"/>
              <a:gd name="connsiteX3" fmla="*/ 345177 w 349138"/>
              <a:gd name="connsiteY3" fmla="*/ 253795 h 257260"/>
              <a:gd name="connsiteX4" fmla="*/ 0 w 349138"/>
              <a:gd name="connsiteY4" fmla="*/ 257260 h 257260"/>
              <a:gd name="connsiteX5" fmla="*/ 574 w 349138"/>
              <a:gd name="connsiteY5" fmla="*/ 0 h 257260"/>
              <a:gd name="connsiteX0" fmla="*/ 574 w 359486"/>
              <a:gd name="connsiteY0" fmla="*/ 0 h 257260"/>
              <a:gd name="connsiteX1" fmla="*/ 206604 w 359486"/>
              <a:gd name="connsiteY1" fmla="*/ 9986 h 257260"/>
              <a:gd name="connsiteX2" fmla="*/ 335653 w 359486"/>
              <a:gd name="connsiteY2" fmla="*/ 139035 h 257260"/>
              <a:gd name="connsiteX3" fmla="*/ 359464 w 359486"/>
              <a:gd name="connsiteY3" fmla="*/ 253795 h 257260"/>
              <a:gd name="connsiteX4" fmla="*/ 0 w 359486"/>
              <a:gd name="connsiteY4" fmla="*/ 257260 h 257260"/>
              <a:gd name="connsiteX5" fmla="*/ 574 w 359486"/>
              <a:gd name="connsiteY5" fmla="*/ 0 h 257260"/>
              <a:gd name="connsiteX0" fmla="*/ 574 w 359486"/>
              <a:gd name="connsiteY0" fmla="*/ 0 h 257260"/>
              <a:gd name="connsiteX1" fmla="*/ 206604 w 359486"/>
              <a:gd name="connsiteY1" fmla="*/ 9986 h 257260"/>
              <a:gd name="connsiteX2" fmla="*/ 335653 w 359486"/>
              <a:gd name="connsiteY2" fmla="*/ 110460 h 257260"/>
              <a:gd name="connsiteX3" fmla="*/ 359464 w 359486"/>
              <a:gd name="connsiteY3" fmla="*/ 253795 h 257260"/>
              <a:gd name="connsiteX4" fmla="*/ 0 w 359486"/>
              <a:gd name="connsiteY4" fmla="*/ 257260 h 257260"/>
              <a:gd name="connsiteX5" fmla="*/ 574 w 359486"/>
              <a:gd name="connsiteY5" fmla="*/ 0 h 257260"/>
              <a:gd name="connsiteX0" fmla="*/ 574 w 365269"/>
              <a:gd name="connsiteY0" fmla="*/ 0 h 257260"/>
              <a:gd name="connsiteX1" fmla="*/ 206604 w 365269"/>
              <a:gd name="connsiteY1" fmla="*/ 9986 h 257260"/>
              <a:gd name="connsiteX2" fmla="*/ 359464 w 365269"/>
              <a:gd name="connsiteY2" fmla="*/ 253795 h 257260"/>
              <a:gd name="connsiteX3" fmla="*/ 0 w 365269"/>
              <a:gd name="connsiteY3" fmla="*/ 257260 h 257260"/>
              <a:gd name="connsiteX4" fmla="*/ 574 w 365269"/>
              <a:gd name="connsiteY4" fmla="*/ 0 h 257260"/>
              <a:gd name="connsiteX0" fmla="*/ 574 w 369846"/>
              <a:gd name="connsiteY0" fmla="*/ 0 h 257260"/>
              <a:gd name="connsiteX1" fmla="*/ 206604 w 369846"/>
              <a:gd name="connsiteY1" fmla="*/ 9986 h 257260"/>
              <a:gd name="connsiteX2" fmla="*/ 359464 w 369846"/>
              <a:gd name="connsiteY2" fmla="*/ 253795 h 257260"/>
              <a:gd name="connsiteX3" fmla="*/ 0 w 369846"/>
              <a:gd name="connsiteY3" fmla="*/ 257260 h 257260"/>
              <a:gd name="connsiteX4" fmla="*/ 574 w 369846"/>
              <a:gd name="connsiteY4" fmla="*/ 0 h 257260"/>
              <a:gd name="connsiteX0" fmla="*/ 574 w 369846"/>
              <a:gd name="connsiteY0" fmla="*/ 0 h 252497"/>
              <a:gd name="connsiteX1" fmla="*/ 206604 w 369846"/>
              <a:gd name="connsiteY1" fmla="*/ 5223 h 252497"/>
              <a:gd name="connsiteX2" fmla="*/ 359464 w 369846"/>
              <a:gd name="connsiteY2" fmla="*/ 249032 h 252497"/>
              <a:gd name="connsiteX3" fmla="*/ 0 w 369846"/>
              <a:gd name="connsiteY3" fmla="*/ 252497 h 252497"/>
              <a:gd name="connsiteX4" fmla="*/ 574 w 369846"/>
              <a:gd name="connsiteY4" fmla="*/ 0 h 252497"/>
              <a:gd name="connsiteX0" fmla="*/ 574 w 369846"/>
              <a:gd name="connsiteY0" fmla="*/ 0 h 249032"/>
              <a:gd name="connsiteX1" fmla="*/ 206604 w 369846"/>
              <a:gd name="connsiteY1" fmla="*/ 5223 h 249032"/>
              <a:gd name="connsiteX2" fmla="*/ 359464 w 369846"/>
              <a:gd name="connsiteY2" fmla="*/ 249032 h 249032"/>
              <a:gd name="connsiteX3" fmla="*/ 0 w 369846"/>
              <a:gd name="connsiteY3" fmla="*/ 245353 h 249032"/>
              <a:gd name="connsiteX4" fmla="*/ 574 w 369846"/>
              <a:gd name="connsiteY4" fmla="*/ 0 h 2490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69846" h="249032">
                <a:moveTo>
                  <a:pt x="574" y="0"/>
                </a:moveTo>
                <a:lnTo>
                  <a:pt x="206604" y="5223"/>
                </a:lnTo>
                <a:cubicBezTo>
                  <a:pt x="342619" y="42759"/>
                  <a:pt x="393898" y="207820"/>
                  <a:pt x="359464" y="249032"/>
                </a:cubicBezTo>
                <a:lnTo>
                  <a:pt x="0" y="245353"/>
                </a:lnTo>
                <a:cubicBezTo>
                  <a:pt x="191" y="159600"/>
                  <a:pt x="383" y="85753"/>
                  <a:pt x="574" y="0"/>
                </a:cubicBezTo>
                <a:close/>
              </a:path>
            </a:pathLst>
          </a:custGeom>
          <a:gradFill flip="none" rotWithShape="1">
            <a:gsLst>
              <a:gs pos="63000">
                <a:srgbClr val="06D1D7"/>
              </a:gs>
              <a:gs pos="33000">
                <a:srgbClr val="23A295"/>
              </a:gs>
              <a:gs pos="0">
                <a:srgbClr val="57F6A2"/>
              </a:gs>
              <a:gs pos="100000">
                <a:srgbClr val="1B2048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latin typeface="Maven Pro"/>
              <a:ea typeface="Maven Pro"/>
              <a:cs typeface="Maven Pro"/>
              <a:sym typeface="Maven Pro"/>
            </a:endParaRPr>
          </a:p>
        </p:txBody>
      </p:sp>
      <p:pic>
        <p:nvPicPr>
          <p:cNvPr id="58" name="Imagem 57">
            <a:extLst>
              <a:ext uri="{FF2B5EF4-FFF2-40B4-BE49-F238E27FC236}">
                <a16:creationId xmlns:a16="http://schemas.microsoft.com/office/drawing/2014/main" id="{100EB384-F4F9-29A9-12AB-CF706D21AE98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-506" t="-1310" r="7618" b="-519"/>
          <a:stretch>
            <a:fillRect/>
          </a:stretch>
        </p:blipFill>
        <p:spPr>
          <a:xfrm>
            <a:off x="4203549" y="1369246"/>
            <a:ext cx="4473393" cy="26486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395063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91">
          <a:extLst>
            <a:ext uri="{FF2B5EF4-FFF2-40B4-BE49-F238E27FC236}">
              <a16:creationId xmlns:a16="http://schemas.microsoft.com/office/drawing/2014/main" id="{B0F0C081-BFD7-9F68-B574-EEC8B2763A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83" name="Gráfico 982">
            <a:extLst>
              <a:ext uri="{FF2B5EF4-FFF2-40B4-BE49-F238E27FC236}">
                <a16:creationId xmlns:a16="http://schemas.microsoft.com/office/drawing/2014/main" id="{7536326A-0F0F-3CFB-9FC9-BE94381EFDA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471287" y="-176981"/>
            <a:ext cx="10434025" cy="5320297"/>
          </a:xfrm>
          <a:prstGeom prst="rect">
            <a:avLst/>
          </a:prstGeom>
        </p:spPr>
      </p:pic>
      <p:sp>
        <p:nvSpPr>
          <p:cNvPr id="2" name="Google Shape;932;p37">
            <a:extLst>
              <a:ext uri="{FF2B5EF4-FFF2-40B4-BE49-F238E27FC236}">
                <a16:creationId xmlns:a16="http://schemas.microsoft.com/office/drawing/2014/main" id="{DA635DCC-1133-9A4C-57A4-EDA97FD7A940}"/>
              </a:ext>
            </a:extLst>
          </p:cNvPr>
          <p:cNvSpPr txBox="1">
            <a:spLocks/>
          </p:cNvSpPr>
          <p:nvPr/>
        </p:nvSpPr>
        <p:spPr>
          <a:xfrm>
            <a:off x="7194305" y="528340"/>
            <a:ext cx="1661894" cy="2259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None/>
              <a:defRPr sz="28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None/>
              <a:defRPr sz="28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None/>
              <a:defRPr sz="28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None/>
              <a:defRPr sz="28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None/>
              <a:defRPr sz="28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None/>
              <a:defRPr sz="28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None/>
              <a:defRPr sz="28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None/>
              <a:defRPr sz="28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None/>
              <a:defRPr sz="28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r>
              <a:rPr lang="pt-BR" sz="600" b="0" dirty="0">
                <a:solidFill>
                  <a:srgbClr val="186E66"/>
                </a:solidFill>
                <a:latin typeface="+mj-lt"/>
                <a:cs typeface="Arial" panose="020B0604020202020204" pitchFamily="34" charset="0"/>
              </a:rPr>
              <a:t>Há mais de 60 anos pensando o Brasil</a:t>
            </a:r>
          </a:p>
        </p:txBody>
      </p:sp>
      <p:sp>
        <p:nvSpPr>
          <p:cNvPr id="3" name="Google Shape;936;p37">
            <a:extLst>
              <a:ext uri="{FF2B5EF4-FFF2-40B4-BE49-F238E27FC236}">
                <a16:creationId xmlns:a16="http://schemas.microsoft.com/office/drawing/2014/main" id="{D01F89AA-F0ED-7533-69E8-812654FDDCD7}"/>
              </a:ext>
            </a:extLst>
          </p:cNvPr>
          <p:cNvSpPr/>
          <p:nvPr/>
        </p:nvSpPr>
        <p:spPr>
          <a:xfrm flipH="1">
            <a:off x="7861193" y="4721150"/>
            <a:ext cx="1282656" cy="422165"/>
          </a:xfrm>
          <a:prstGeom prst="round1Rect">
            <a:avLst>
              <a:gd name="adj" fmla="val 50000"/>
            </a:avLst>
          </a:prstGeom>
          <a:solidFill>
            <a:srgbClr val="1B204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latin typeface="Maven Pro"/>
              <a:ea typeface="Maven Pro"/>
              <a:cs typeface="Maven Pro"/>
              <a:sym typeface="Maven Pro"/>
            </a:endParaRPr>
          </a:p>
        </p:txBody>
      </p:sp>
      <p:sp>
        <p:nvSpPr>
          <p:cNvPr id="4" name="Google Shape;937;p37">
            <a:extLst>
              <a:ext uri="{FF2B5EF4-FFF2-40B4-BE49-F238E27FC236}">
                <a16:creationId xmlns:a16="http://schemas.microsoft.com/office/drawing/2014/main" id="{37628818-270D-1CF4-1FF5-753600DCA6EB}"/>
              </a:ext>
            </a:extLst>
          </p:cNvPr>
          <p:cNvSpPr/>
          <p:nvPr/>
        </p:nvSpPr>
        <p:spPr>
          <a:xfrm flipH="1">
            <a:off x="7588727" y="4912884"/>
            <a:ext cx="1555123" cy="230496"/>
          </a:xfrm>
          <a:prstGeom prst="round1Rect">
            <a:avLst>
              <a:gd name="adj" fmla="val 50000"/>
            </a:avLst>
          </a:prstGeom>
          <a:gradFill flip="none" rotWithShape="1">
            <a:gsLst>
              <a:gs pos="63000">
                <a:srgbClr val="06D1D7"/>
              </a:gs>
              <a:gs pos="33000">
                <a:srgbClr val="23A295"/>
              </a:gs>
              <a:gs pos="0">
                <a:srgbClr val="57F6A2"/>
              </a:gs>
              <a:gs pos="100000">
                <a:srgbClr val="1B2048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latin typeface="Maven Pro"/>
              <a:ea typeface="Maven Pro"/>
              <a:cs typeface="Maven Pro"/>
              <a:sym typeface="Maven Pro"/>
            </a:endParaRPr>
          </a:p>
        </p:txBody>
      </p:sp>
      <p:grpSp>
        <p:nvGrpSpPr>
          <p:cNvPr id="5" name="Google Shape;938;p37">
            <a:extLst>
              <a:ext uri="{FF2B5EF4-FFF2-40B4-BE49-F238E27FC236}">
                <a16:creationId xmlns:a16="http://schemas.microsoft.com/office/drawing/2014/main" id="{DF53730D-08F5-1FDA-F1F7-A1401132560E}"/>
              </a:ext>
            </a:extLst>
          </p:cNvPr>
          <p:cNvGrpSpPr/>
          <p:nvPr/>
        </p:nvGrpSpPr>
        <p:grpSpPr>
          <a:xfrm>
            <a:off x="8644350" y="4276582"/>
            <a:ext cx="423698" cy="551579"/>
            <a:chOff x="7631225" y="2241175"/>
            <a:chExt cx="986125" cy="2095500"/>
          </a:xfrm>
          <a:gradFill>
            <a:gsLst>
              <a:gs pos="53000">
                <a:srgbClr val="23A295"/>
              </a:gs>
              <a:gs pos="0">
                <a:srgbClr val="57F6A2"/>
              </a:gs>
              <a:gs pos="100000">
                <a:srgbClr val="1B2048"/>
              </a:gs>
            </a:gsLst>
            <a:lin ang="5400000" scaled="1"/>
          </a:gradFill>
        </p:grpSpPr>
        <p:cxnSp>
          <p:nvCxnSpPr>
            <p:cNvPr id="6" name="Google Shape;939;p37">
              <a:extLst>
                <a:ext uri="{FF2B5EF4-FFF2-40B4-BE49-F238E27FC236}">
                  <a16:creationId xmlns:a16="http://schemas.microsoft.com/office/drawing/2014/main" id="{A2EC8827-3673-56D6-A588-4D4A85AFB207}"/>
                </a:ext>
              </a:extLst>
            </p:cNvPr>
            <p:cNvCxnSpPr/>
            <p:nvPr/>
          </p:nvCxnSpPr>
          <p:spPr>
            <a:xfrm>
              <a:off x="7631225" y="2241175"/>
              <a:ext cx="0" cy="2095500"/>
            </a:xfrm>
            <a:prstGeom prst="straightConnector1">
              <a:avLst/>
            </a:prstGeom>
            <a:grpFill/>
            <a:ln w="9525" cap="flat" cmpd="sng">
              <a:solidFill>
                <a:srgbClr val="1AB0A9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7" name="Google Shape;940;p37">
              <a:extLst>
                <a:ext uri="{FF2B5EF4-FFF2-40B4-BE49-F238E27FC236}">
                  <a16:creationId xmlns:a16="http://schemas.microsoft.com/office/drawing/2014/main" id="{7073A4D8-7BFD-4CDB-35D8-89AD3F4FCE69}"/>
                </a:ext>
              </a:extLst>
            </p:cNvPr>
            <p:cNvCxnSpPr/>
            <p:nvPr/>
          </p:nvCxnSpPr>
          <p:spPr>
            <a:xfrm>
              <a:off x="7707081" y="2241175"/>
              <a:ext cx="0" cy="2095500"/>
            </a:xfrm>
            <a:prstGeom prst="straightConnector1">
              <a:avLst/>
            </a:prstGeom>
            <a:grpFill/>
            <a:ln w="9525" cap="flat" cmpd="sng">
              <a:solidFill>
                <a:srgbClr val="1AB0A9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8" name="Google Shape;941;p37">
              <a:extLst>
                <a:ext uri="{FF2B5EF4-FFF2-40B4-BE49-F238E27FC236}">
                  <a16:creationId xmlns:a16="http://schemas.microsoft.com/office/drawing/2014/main" id="{65C5BC9D-CD49-8F75-4050-8E14DFA75A77}"/>
                </a:ext>
              </a:extLst>
            </p:cNvPr>
            <p:cNvCxnSpPr/>
            <p:nvPr/>
          </p:nvCxnSpPr>
          <p:spPr>
            <a:xfrm>
              <a:off x="7782937" y="2241175"/>
              <a:ext cx="0" cy="2095500"/>
            </a:xfrm>
            <a:prstGeom prst="straightConnector1">
              <a:avLst/>
            </a:prstGeom>
            <a:grpFill/>
            <a:ln w="9525" cap="flat" cmpd="sng">
              <a:solidFill>
                <a:srgbClr val="1AB0A9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9" name="Google Shape;942;p37">
              <a:extLst>
                <a:ext uri="{FF2B5EF4-FFF2-40B4-BE49-F238E27FC236}">
                  <a16:creationId xmlns:a16="http://schemas.microsoft.com/office/drawing/2014/main" id="{38B87771-F43A-90AC-500C-C20AC10A3216}"/>
                </a:ext>
              </a:extLst>
            </p:cNvPr>
            <p:cNvCxnSpPr/>
            <p:nvPr/>
          </p:nvCxnSpPr>
          <p:spPr>
            <a:xfrm>
              <a:off x="7858792" y="2241175"/>
              <a:ext cx="0" cy="2095500"/>
            </a:xfrm>
            <a:prstGeom prst="straightConnector1">
              <a:avLst/>
            </a:prstGeom>
            <a:grpFill/>
            <a:ln w="9525" cap="flat" cmpd="sng">
              <a:solidFill>
                <a:srgbClr val="1AB0A9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0" name="Google Shape;943;p37">
              <a:extLst>
                <a:ext uri="{FF2B5EF4-FFF2-40B4-BE49-F238E27FC236}">
                  <a16:creationId xmlns:a16="http://schemas.microsoft.com/office/drawing/2014/main" id="{41B247C2-A281-EE53-FFC7-89843E73EC22}"/>
                </a:ext>
              </a:extLst>
            </p:cNvPr>
            <p:cNvCxnSpPr/>
            <p:nvPr/>
          </p:nvCxnSpPr>
          <p:spPr>
            <a:xfrm>
              <a:off x="8010504" y="2241175"/>
              <a:ext cx="0" cy="2095500"/>
            </a:xfrm>
            <a:prstGeom prst="straightConnector1">
              <a:avLst/>
            </a:prstGeom>
            <a:grpFill/>
            <a:ln w="9525" cap="flat" cmpd="sng">
              <a:solidFill>
                <a:srgbClr val="1AB0A9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1" name="Google Shape;944;p37">
              <a:extLst>
                <a:ext uri="{FF2B5EF4-FFF2-40B4-BE49-F238E27FC236}">
                  <a16:creationId xmlns:a16="http://schemas.microsoft.com/office/drawing/2014/main" id="{B4222D92-CF20-9005-A149-034849B8BAD9}"/>
                </a:ext>
              </a:extLst>
            </p:cNvPr>
            <p:cNvCxnSpPr/>
            <p:nvPr/>
          </p:nvCxnSpPr>
          <p:spPr>
            <a:xfrm>
              <a:off x="8162215" y="2241175"/>
              <a:ext cx="0" cy="2095500"/>
            </a:xfrm>
            <a:prstGeom prst="straightConnector1">
              <a:avLst/>
            </a:prstGeom>
            <a:grpFill/>
            <a:ln w="9525" cap="flat" cmpd="sng">
              <a:solidFill>
                <a:srgbClr val="1AB0A9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2" name="Google Shape;945;p37">
              <a:extLst>
                <a:ext uri="{FF2B5EF4-FFF2-40B4-BE49-F238E27FC236}">
                  <a16:creationId xmlns:a16="http://schemas.microsoft.com/office/drawing/2014/main" id="{65A9BD16-5BF4-AB91-4F18-0D3019B8332D}"/>
                </a:ext>
              </a:extLst>
            </p:cNvPr>
            <p:cNvCxnSpPr/>
            <p:nvPr/>
          </p:nvCxnSpPr>
          <p:spPr>
            <a:xfrm>
              <a:off x="8313927" y="2241175"/>
              <a:ext cx="0" cy="2095500"/>
            </a:xfrm>
            <a:prstGeom prst="straightConnector1">
              <a:avLst/>
            </a:prstGeom>
            <a:grpFill/>
            <a:ln w="9525" cap="flat" cmpd="sng">
              <a:solidFill>
                <a:srgbClr val="1AB0A9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3" name="Google Shape;946;p37">
              <a:extLst>
                <a:ext uri="{FF2B5EF4-FFF2-40B4-BE49-F238E27FC236}">
                  <a16:creationId xmlns:a16="http://schemas.microsoft.com/office/drawing/2014/main" id="{A1B296EF-BD30-3377-8E60-22A4E406CD3B}"/>
                </a:ext>
              </a:extLst>
            </p:cNvPr>
            <p:cNvCxnSpPr/>
            <p:nvPr/>
          </p:nvCxnSpPr>
          <p:spPr>
            <a:xfrm>
              <a:off x="7934648" y="2241175"/>
              <a:ext cx="0" cy="2095500"/>
            </a:xfrm>
            <a:prstGeom prst="straightConnector1">
              <a:avLst/>
            </a:prstGeom>
            <a:grpFill/>
            <a:ln w="9525" cap="flat" cmpd="sng">
              <a:solidFill>
                <a:srgbClr val="1AB0A9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4" name="Google Shape;947;p37">
              <a:extLst>
                <a:ext uri="{FF2B5EF4-FFF2-40B4-BE49-F238E27FC236}">
                  <a16:creationId xmlns:a16="http://schemas.microsoft.com/office/drawing/2014/main" id="{7E4997AD-61FD-89CE-718D-D9978146E2D3}"/>
                </a:ext>
              </a:extLst>
            </p:cNvPr>
            <p:cNvCxnSpPr/>
            <p:nvPr/>
          </p:nvCxnSpPr>
          <p:spPr>
            <a:xfrm>
              <a:off x="8086360" y="2241175"/>
              <a:ext cx="0" cy="2095500"/>
            </a:xfrm>
            <a:prstGeom prst="straightConnector1">
              <a:avLst/>
            </a:prstGeom>
            <a:grpFill/>
            <a:ln w="9525" cap="flat" cmpd="sng">
              <a:solidFill>
                <a:srgbClr val="1AB0A9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5" name="Google Shape;948;p37">
              <a:extLst>
                <a:ext uri="{FF2B5EF4-FFF2-40B4-BE49-F238E27FC236}">
                  <a16:creationId xmlns:a16="http://schemas.microsoft.com/office/drawing/2014/main" id="{3CD1DC90-40F3-00AC-98C8-A20D4E7909E4}"/>
                </a:ext>
              </a:extLst>
            </p:cNvPr>
            <p:cNvCxnSpPr/>
            <p:nvPr/>
          </p:nvCxnSpPr>
          <p:spPr>
            <a:xfrm>
              <a:off x="8238071" y="2241175"/>
              <a:ext cx="0" cy="2095500"/>
            </a:xfrm>
            <a:prstGeom prst="straightConnector1">
              <a:avLst/>
            </a:prstGeom>
            <a:grpFill/>
            <a:ln w="9525" cap="flat" cmpd="sng">
              <a:solidFill>
                <a:srgbClr val="1AB0A9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6" name="Google Shape;949;p37">
              <a:extLst>
                <a:ext uri="{FF2B5EF4-FFF2-40B4-BE49-F238E27FC236}">
                  <a16:creationId xmlns:a16="http://schemas.microsoft.com/office/drawing/2014/main" id="{3E55BBEC-CE85-47A9-CF43-51CA8405CB86}"/>
                </a:ext>
              </a:extLst>
            </p:cNvPr>
            <p:cNvCxnSpPr/>
            <p:nvPr/>
          </p:nvCxnSpPr>
          <p:spPr>
            <a:xfrm>
              <a:off x="8389783" y="2241175"/>
              <a:ext cx="0" cy="2095500"/>
            </a:xfrm>
            <a:prstGeom prst="straightConnector1">
              <a:avLst/>
            </a:prstGeom>
            <a:grpFill/>
            <a:ln w="9525" cap="flat" cmpd="sng">
              <a:solidFill>
                <a:srgbClr val="1AB0A9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7" name="Google Shape;950;p37">
              <a:extLst>
                <a:ext uri="{FF2B5EF4-FFF2-40B4-BE49-F238E27FC236}">
                  <a16:creationId xmlns:a16="http://schemas.microsoft.com/office/drawing/2014/main" id="{4F0CDE09-23D5-1501-3E1E-FC541548D8C7}"/>
                </a:ext>
              </a:extLst>
            </p:cNvPr>
            <p:cNvCxnSpPr/>
            <p:nvPr/>
          </p:nvCxnSpPr>
          <p:spPr>
            <a:xfrm>
              <a:off x="8465638" y="2241175"/>
              <a:ext cx="0" cy="2095500"/>
            </a:xfrm>
            <a:prstGeom prst="straightConnector1">
              <a:avLst/>
            </a:prstGeom>
            <a:grpFill/>
            <a:ln w="9525" cap="flat" cmpd="sng">
              <a:solidFill>
                <a:srgbClr val="1AB0A9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8" name="Google Shape;951;p37">
              <a:extLst>
                <a:ext uri="{FF2B5EF4-FFF2-40B4-BE49-F238E27FC236}">
                  <a16:creationId xmlns:a16="http://schemas.microsoft.com/office/drawing/2014/main" id="{BFFAC8A8-096E-BDA3-9703-43BC50ED32D4}"/>
                </a:ext>
              </a:extLst>
            </p:cNvPr>
            <p:cNvCxnSpPr/>
            <p:nvPr/>
          </p:nvCxnSpPr>
          <p:spPr>
            <a:xfrm>
              <a:off x="8541494" y="2241175"/>
              <a:ext cx="0" cy="2095500"/>
            </a:xfrm>
            <a:prstGeom prst="straightConnector1">
              <a:avLst/>
            </a:prstGeom>
            <a:grpFill/>
            <a:ln w="9525" cap="flat" cmpd="sng">
              <a:solidFill>
                <a:srgbClr val="1AB0A9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9" name="Google Shape;952;p37">
              <a:extLst>
                <a:ext uri="{FF2B5EF4-FFF2-40B4-BE49-F238E27FC236}">
                  <a16:creationId xmlns:a16="http://schemas.microsoft.com/office/drawing/2014/main" id="{98ADD0F3-6311-B58D-36E4-25BF0475E3B5}"/>
                </a:ext>
              </a:extLst>
            </p:cNvPr>
            <p:cNvCxnSpPr/>
            <p:nvPr/>
          </p:nvCxnSpPr>
          <p:spPr>
            <a:xfrm>
              <a:off x="8617350" y="2241175"/>
              <a:ext cx="0" cy="2095500"/>
            </a:xfrm>
            <a:prstGeom prst="straightConnector1">
              <a:avLst/>
            </a:prstGeom>
            <a:grpFill/>
            <a:ln w="9525" cap="flat" cmpd="sng">
              <a:solidFill>
                <a:srgbClr val="1AB0A9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20" name="Google Shape;954;p37">
            <a:extLst>
              <a:ext uri="{FF2B5EF4-FFF2-40B4-BE49-F238E27FC236}">
                <a16:creationId xmlns:a16="http://schemas.microsoft.com/office/drawing/2014/main" id="{10FDF820-6155-E006-63CB-D035800FC851}"/>
              </a:ext>
            </a:extLst>
          </p:cNvPr>
          <p:cNvSpPr/>
          <p:nvPr/>
        </p:nvSpPr>
        <p:spPr>
          <a:xfrm>
            <a:off x="0" y="4680042"/>
            <a:ext cx="922564" cy="463274"/>
          </a:xfrm>
          <a:prstGeom prst="rect">
            <a:avLst/>
          </a:prstGeom>
          <a:gradFill>
            <a:gsLst>
              <a:gs pos="33000">
                <a:srgbClr val="23A295"/>
              </a:gs>
              <a:gs pos="0">
                <a:srgbClr val="57F6A2"/>
              </a:gs>
              <a:gs pos="100000">
                <a:srgbClr val="1B2048"/>
              </a:gs>
            </a:gsLst>
            <a:path path="circle">
              <a:fillToRect l="100000" t="100000"/>
            </a:path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dirty="0">
              <a:latin typeface="Maven Pro"/>
              <a:ea typeface="Maven Pro"/>
              <a:cs typeface="Maven Pro"/>
              <a:sym typeface="Maven Pro"/>
            </a:endParaRPr>
          </a:p>
        </p:txBody>
      </p:sp>
      <p:sp>
        <p:nvSpPr>
          <p:cNvPr id="21" name="Google Shape;955;p37">
            <a:extLst>
              <a:ext uri="{FF2B5EF4-FFF2-40B4-BE49-F238E27FC236}">
                <a16:creationId xmlns:a16="http://schemas.microsoft.com/office/drawing/2014/main" id="{45E6B9AC-3881-6FE4-FFF3-AABCE333F22A}"/>
              </a:ext>
            </a:extLst>
          </p:cNvPr>
          <p:cNvSpPr/>
          <p:nvPr/>
        </p:nvSpPr>
        <p:spPr>
          <a:xfrm>
            <a:off x="0" y="4912883"/>
            <a:ext cx="1663658" cy="230641"/>
          </a:xfrm>
          <a:prstGeom prst="round1Rect">
            <a:avLst>
              <a:gd name="adj" fmla="val 50000"/>
            </a:avLst>
          </a:prstGeom>
          <a:solidFill>
            <a:srgbClr val="1B204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latin typeface="Maven Pro"/>
              <a:ea typeface="Maven Pro"/>
              <a:cs typeface="Maven Pro"/>
              <a:sym typeface="Maven Pro"/>
            </a:endParaRPr>
          </a:p>
        </p:txBody>
      </p:sp>
      <p:grpSp>
        <p:nvGrpSpPr>
          <p:cNvPr id="22" name="Agrupar 21">
            <a:extLst>
              <a:ext uri="{FF2B5EF4-FFF2-40B4-BE49-F238E27FC236}">
                <a16:creationId xmlns:a16="http://schemas.microsoft.com/office/drawing/2014/main" id="{249968B1-66A9-4CE3-D001-C6AF42D1655E}"/>
              </a:ext>
            </a:extLst>
          </p:cNvPr>
          <p:cNvGrpSpPr/>
          <p:nvPr/>
        </p:nvGrpSpPr>
        <p:grpSpPr>
          <a:xfrm>
            <a:off x="7070035" y="156184"/>
            <a:ext cx="1722295" cy="405506"/>
            <a:chOff x="4782913" y="272045"/>
            <a:chExt cx="3752189" cy="883435"/>
          </a:xfrm>
        </p:grpSpPr>
        <p:pic>
          <p:nvPicPr>
            <p:cNvPr id="23" name="Imagem 22" descr="Interface gráfica do usuário, Texto&#10;&#10;O conteúdo gerado por IA pode estar incorreto.">
              <a:extLst>
                <a:ext uri="{FF2B5EF4-FFF2-40B4-BE49-F238E27FC236}">
                  <a16:creationId xmlns:a16="http://schemas.microsoft.com/office/drawing/2014/main" id="{26E976ED-A7D3-2712-B7B7-2BD408012514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4782913" y="272045"/>
              <a:ext cx="3752189" cy="883435"/>
            </a:xfrm>
            <a:prstGeom prst="rect">
              <a:avLst/>
            </a:prstGeom>
          </p:spPr>
        </p:pic>
        <p:cxnSp>
          <p:nvCxnSpPr>
            <p:cNvPr id="24" name="Conector reto 23">
              <a:extLst>
                <a:ext uri="{FF2B5EF4-FFF2-40B4-BE49-F238E27FC236}">
                  <a16:creationId xmlns:a16="http://schemas.microsoft.com/office/drawing/2014/main" id="{D95C1B9A-54CE-22B7-714B-86FC095D0FA7}"/>
                </a:ext>
              </a:extLst>
            </p:cNvPr>
            <p:cNvCxnSpPr>
              <a:cxnSpLocks/>
            </p:cNvCxnSpPr>
            <p:nvPr/>
          </p:nvCxnSpPr>
          <p:spPr>
            <a:xfrm>
              <a:off x="5253460" y="1066595"/>
              <a:ext cx="3264536" cy="16228"/>
            </a:xfrm>
            <a:prstGeom prst="line">
              <a:avLst/>
            </a:prstGeom>
            <a:ln>
              <a:solidFill>
                <a:srgbClr val="00445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5" name="Google Shape;936;p37">
            <a:extLst>
              <a:ext uri="{FF2B5EF4-FFF2-40B4-BE49-F238E27FC236}">
                <a16:creationId xmlns:a16="http://schemas.microsoft.com/office/drawing/2014/main" id="{61702BB0-409F-592B-E8D8-ABA0EF55B56A}"/>
              </a:ext>
            </a:extLst>
          </p:cNvPr>
          <p:cNvSpPr/>
          <p:nvPr/>
        </p:nvSpPr>
        <p:spPr>
          <a:xfrm rot="16200000" flipH="1" flipV="1">
            <a:off x="-26331" y="5857"/>
            <a:ext cx="636272" cy="583606"/>
          </a:xfrm>
          <a:custGeom>
            <a:avLst/>
            <a:gdLst>
              <a:gd name="connsiteX0" fmla="*/ 0 w 1440059"/>
              <a:gd name="connsiteY0" fmla="*/ 0 h 583600"/>
              <a:gd name="connsiteX1" fmla="*/ 1148259 w 1440059"/>
              <a:gd name="connsiteY1" fmla="*/ 0 h 583600"/>
              <a:gd name="connsiteX2" fmla="*/ 1440059 w 1440059"/>
              <a:gd name="connsiteY2" fmla="*/ 291800 h 583600"/>
              <a:gd name="connsiteX3" fmla="*/ 1440059 w 1440059"/>
              <a:gd name="connsiteY3" fmla="*/ 583600 h 583600"/>
              <a:gd name="connsiteX4" fmla="*/ 0 w 1440059"/>
              <a:gd name="connsiteY4" fmla="*/ 583600 h 583600"/>
              <a:gd name="connsiteX5" fmla="*/ 0 w 1440059"/>
              <a:gd name="connsiteY5" fmla="*/ 0 h 583600"/>
              <a:gd name="connsiteX0" fmla="*/ 612059 w 1440059"/>
              <a:gd name="connsiteY0" fmla="*/ 0 h 583603"/>
              <a:gd name="connsiteX1" fmla="*/ 1148259 w 1440059"/>
              <a:gd name="connsiteY1" fmla="*/ 3 h 583603"/>
              <a:gd name="connsiteX2" fmla="*/ 1440059 w 1440059"/>
              <a:gd name="connsiteY2" fmla="*/ 291803 h 583603"/>
              <a:gd name="connsiteX3" fmla="*/ 1440059 w 1440059"/>
              <a:gd name="connsiteY3" fmla="*/ 583603 h 583603"/>
              <a:gd name="connsiteX4" fmla="*/ 0 w 1440059"/>
              <a:gd name="connsiteY4" fmla="*/ 583603 h 583603"/>
              <a:gd name="connsiteX5" fmla="*/ 612059 w 1440059"/>
              <a:gd name="connsiteY5" fmla="*/ 0 h 583603"/>
              <a:gd name="connsiteX0" fmla="*/ 0 w 828000"/>
              <a:gd name="connsiteY0" fmla="*/ 0 h 583603"/>
              <a:gd name="connsiteX1" fmla="*/ 536200 w 828000"/>
              <a:gd name="connsiteY1" fmla="*/ 3 h 583603"/>
              <a:gd name="connsiteX2" fmla="*/ 828000 w 828000"/>
              <a:gd name="connsiteY2" fmla="*/ 291803 h 583603"/>
              <a:gd name="connsiteX3" fmla="*/ 828000 w 828000"/>
              <a:gd name="connsiteY3" fmla="*/ 583603 h 583603"/>
              <a:gd name="connsiteX4" fmla="*/ 191728 w 828000"/>
              <a:gd name="connsiteY4" fmla="*/ 576229 h 583603"/>
              <a:gd name="connsiteX5" fmla="*/ 0 w 828000"/>
              <a:gd name="connsiteY5" fmla="*/ 0 h 583603"/>
              <a:gd name="connsiteX0" fmla="*/ 14749 w 636272"/>
              <a:gd name="connsiteY0" fmla="*/ 0 h 583606"/>
              <a:gd name="connsiteX1" fmla="*/ 344472 w 636272"/>
              <a:gd name="connsiteY1" fmla="*/ 6 h 583606"/>
              <a:gd name="connsiteX2" fmla="*/ 636272 w 636272"/>
              <a:gd name="connsiteY2" fmla="*/ 291806 h 583606"/>
              <a:gd name="connsiteX3" fmla="*/ 636272 w 636272"/>
              <a:gd name="connsiteY3" fmla="*/ 583606 h 583606"/>
              <a:gd name="connsiteX4" fmla="*/ 0 w 636272"/>
              <a:gd name="connsiteY4" fmla="*/ 576232 h 583606"/>
              <a:gd name="connsiteX5" fmla="*/ 14749 w 636272"/>
              <a:gd name="connsiteY5" fmla="*/ 0 h 5836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36272" h="583606">
                <a:moveTo>
                  <a:pt x="14749" y="0"/>
                </a:moveTo>
                <a:lnTo>
                  <a:pt x="344472" y="6"/>
                </a:lnTo>
                <a:cubicBezTo>
                  <a:pt x="505629" y="6"/>
                  <a:pt x="636272" y="130649"/>
                  <a:pt x="636272" y="291806"/>
                </a:cubicBezTo>
                <a:lnTo>
                  <a:pt x="636272" y="583606"/>
                </a:lnTo>
                <a:lnTo>
                  <a:pt x="0" y="576232"/>
                </a:lnTo>
                <a:lnTo>
                  <a:pt x="14749" y="0"/>
                </a:lnTo>
                <a:close/>
              </a:path>
            </a:pathLst>
          </a:custGeom>
          <a:solidFill>
            <a:srgbClr val="1B204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latin typeface="Maven Pro"/>
              <a:ea typeface="Maven Pro"/>
              <a:cs typeface="Maven Pro"/>
              <a:sym typeface="Maven Pro"/>
            </a:endParaRPr>
          </a:p>
        </p:txBody>
      </p:sp>
      <p:sp>
        <p:nvSpPr>
          <p:cNvPr id="26" name="Google Shape;937;p37">
            <a:extLst>
              <a:ext uri="{FF2B5EF4-FFF2-40B4-BE49-F238E27FC236}">
                <a16:creationId xmlns:a16="http://schemas.microsoft.com/office/drawing/2014/main" id="{97CD9871-540D-8E2C-DE2C-975CE9F6D076}"/>
              </a:ext>
            </a:extLst>
          </p:cNvPr>
          <p:cNvSpPr/>
          <p:nvPr/>
        </p:nvSpPr>
        <p:spPr>
          <a:xfrm rot="16200000" flipH="1" flipV="1">
            <a:off x="-223281" y="212082"/>
            <a:ext cx="765195" cy="318641"/>
          </a:xfrm>
          <a:custGeom>
            <a:avLst/>
            <a:gdLst>
              <a:gd name="connsiteX0" fmla="*/ 0 w 1745961"/>
              <a:gd name="connsiteY0" fmla="*/ 0 h 318637"/>
              <a:gd name="connsiteX1" fmla="*/ 1586643 w 1745961"/>
              <a:gd name="connsiteY1" fmla="*/ 0 h 318637"/>
              <a:gd name="connsiteX2" fmla="*/ 1745962 w 1745961"/>
              <a:gd name="connsiteY2" fmla="*/ 159319 h 318637"/>
              <a:gd name="connsiteX3" fmla="*/ 1745961 w 1745961"/>
              <a:gd name="connsiteY3" fmla="*/ 318637 h 318637"/>
              <a:gd name="connsiteX4" fmla="*/ 0 w 1745961"/>
              <a:gd name="connsiteY4" fmla="*/ 318637 h 318637"/>
              <a:gd name="connsiteX5" fmla="*/ 0 w 1745961"/>
              <a:gd name="connsiteY5" fmla="*/ 0 h 318637"/>
              <a:gd name="connsiteX0" fmla="*/ 980768 w 1745962"/>
              <a:gd name="connsiteY0" fmla="*/ 0 h 318637"/>
              <a:gd name="connsiteX1" fmla="*/ 1586643 w 1745962"/>
              <a:gd name="connsiteY1" fmla="*/ 0 h 318637"/>
              <a:gd name="connsiteX2" fmla="*/ 1745962 w 1745962"/>
              <a:gd name="connsiteY2" fmla="*/ 159319 h 318637"/>
              <a:gd name="connsiteX3" fmla="*/ 1745961 w 1745962"/>
              <a:gd name="connsiteY3" fmla="*/ 318637 h 318637"/>
              <a:gd name="connsiteX4" fmla="*/ 0 w 1745962"/>
              <a:gd name="connsiteY4" fmla="*/ 318637 h 318637"/>
              <a:gd name="connsiteX5" fmla="*/ 980768 w 1745962"/>
              <a:gd name="connsiteY5" fmla="*/ 0 h 318637"/>
              <a:gd name="connsiteX0" fmla="*/ 1 w 765195"/>
              <a:gd name="connsiteY0" fmla="*/ 0 h 318641"/>
              <a:gd name="connsiteX1" fmla="*/ 605876 w 765195"/>
              <a:gd name="connsiteY1" fmla="*/ 0 h 318641"/>
              <a:gd name="connsiteX2" fmla="*/ 765195 w 765195"/>
              <a:gd name="connsiteY2" fmla="*/ 159319 h 318641"/>
              <a:gd name="connsiteX3" fmla="*/ 765194 w 765195"/>
              <a:gd name="connsiteY3" fmla="*/ 318637 h 318641"/>
              <a:gd name="connsiteX4" fmla="*/ 0 w 765195"/>
              <a:gd name="connsiteY4" fmla="*/ 318641 h 318641"/>
              <a:gd name="connsiteX5" fmla="*/ 1 w 765195"/>
              <a:gd name="connsiteY5" fmla="*/ 0 h 3186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765195" h="318641">
                <a:moveTo>
                  <a:pt x="1" y="0"/>
                </a:moveTo>
                <a:lnTo>
                  <a:pt x="605876" y="0"/>
                </a:lnTo>
                <a:cubicBezTo>
                  <a:pt x="693865" y="0"/>
                  <a:pt x="765195" y="71330"/>
                  <a:pt x="765195" y="159319"/>
                </a:cubicBezTo>
                <a:cubicBezTo>
                  <a:pt x="765195" y="212425"/>
                  <a:pt x="765194" y="265531"/>
                  <a:pt x="765194" y="318637"/>
                </a:cubicBezTo>
                <a:lnTo>
                  <a:pt x="0" y="318641"/>
                </a:lnTo>
                <a:cubicBezTo>
                  <a:pt x="0" y="212427"/>
                  <a:pt x="1" y="106214"/>
                  <a:pt x="1" y="0"/>
                </a:cubicBezTo>
                <a:close/>
              </a:path>
            </a:pathLst>
          </a:custGeom>
          <a:gradFill flip="none" rotWithShape="1">
            <a:gsLst>
              <a:gs pos="63000">
                <a:srgbClr val="06D1D7"/>
              </a:gs>
              <a:gs pos="33000">
                <a:srgbClr val="23A295"/>
              </a:gs>
              <a:gs pos="0">
                <a:srgbClr val="57F6A2"/>
              </a:gs>
              <a:gs pos="100000">
                <a:srgbClr val="1B2048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latin typeface="Maven Pro"/>
              <a:ea typeface="Maven Pro"/>
              <a:cs typeface="Maven Pro"/>
              <a:sym typeface="Maven Pro"/>
            </a:endParaRPr>
          </a:p>
        </p:txBody>
      </p:sp>
      <p:grpSp>
        <p:nvGrpSpPr>
          <p:cNvPr id="28" name="Google Shape;938;p37">
            <a:extLst>
              <a:ext uri="{FF2B5EF4-FFF2-40B4-BE49-F238E27FC236}">
                <a16:creationId xmlns:a16="http://schemas.microsoft.com/office/drawing/2014/main" id="{F79B9B6B-29C5-00A8-6326-26ADB2C28C62}"/>
              </a:ext>
            </a:extLst>
          </p:cNvPr>
          <p:cNvGrpSpPr/>
          <p:nvPr/>
        </p:nvGrpSpPr>
        <p:grpSpPr>
          <a:xfrm rot="16200000">
            <a:off x="720348" y="-178200"/>
            <a:ext cx="368002" cy="860760"/>
            <a:chOff x="8238071" y="2241175"/>
            <a:chExt cx="379279" cy="2095500"/>
          </a:xfrm>
          <a:gradFill>
            <a:gsLst>
              <a:gs pos="53000">
                <a:srgbClr val="23A295"/>
              </a:gs>
              <a:gs pos="0">
                <a:srgbClr val="57F6A2"/>
              </a:gs>
              <a:gs pos="100000">
                <a:srgbClr val="1B2048"/>
              </a:gs>
            </a:gsLst>
            <a:lin ang="5400000" scaled="1"/>
          </a:gradFill>
        </p:grpSpPr>
        <p:cxnSp>
          <p:nvCxnSpPr>
            <p:cNvPr id="29" name="Google Shape;945;p37">
              <a:extLst>
                <a:ext uri="{FF2B5EF4-FFF2-40B4-BE49-F238E27FC236}">
                  <a16:creationId xmlns:a16="http://schemas.microsoft.com/office/drawing/2014/main" id="{7CA1CDD5-203B-E1D2-5C2B-455563F6BDC4}"/>
                </a:ext>
              </a:extLst>
            </p:cNvPr>
            <p:cNvCxnSpPr/>
            <p:nvPr/>
          </p:nvCxnSpPr>
          <p:spPr>
            <a:xfrm>
              <a:off x="8313927" y="2241175"/>
              <a:ext cx="0" cy="2095500"/>
            </a:xfrm>
            <a:prstGeom prst="straightConnector1">
              <a:avLst/>
            </a:prstGeom>
            <a:grpFill/>
            <a:ln w="9525" cap="flat" cmpd="sng">
              <a:solidFill>
                <a:srgbClr val="1AB0A9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0" name="Google Shape;948;p37">
              <a:extLst>
                <a:ext uri="{FF2B5EF4-FFF2-40B4-BE49-F238E27FC236}">
                  <a16:creationId xmlns:a16="http://schemas.microsoft.com/office/drawing/2014/main" id="{0E9BE4FC-C704-40C7-8585-A54F1B254CD5}"/>
                </a:ext>
              </a:extLst>
            </p:cNvPr>
            <p:cNvCxnSpPr/>
            <p:nvPr/>
          </p:nvCxnSpPr>
          <p:spPr>
            <a:xfrm>
              <a:off x="8238071" y="2241175"/>
              <a:ext cx="0" cy="2095500"/>
            </a:xfrm>
            <a:prstGeom prst="straightConnector1">
              <a:avLst/>
            </a:prstGeom>
            <a:grpFill/>
            <a:ln w="9525" cap="flat" cmpd="sng">
              <a:solidFill>
                <a:srgbClr val="1AB0A9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1" name="Google Shape;949;p37">
              <a:extLst>
                <a:ext uri="{FF2B5EF4-FFF2-40B4-BE49-F238E27FC236}">
                  <a16:creationId xmlns:a16="http://schemas.microsoft.com/office/drawing/2014/main" id="{09E54C7A-BF46-53C7-EA43-880DFBF6E665}"/>
                </a:ext>
              </a:extLst>
            </p:cNvPr>
            <p:cNvCxnSpPr/>
            <p:nvPr/>
          </p:nvCxnSpPr>
          <p:spPr>
            <a:xfrm>
              <a:off x="8389783" y="2241175"/>
              <a:ext cx="0" cy="2095500"/>
            </a:xfrm>
            <a:prstGeom prst="straightConnector1">
              <a:avLst/>
            </a:prstGeom>
            <a:grpFill/>
            <a:ln w="9525" cap="flat" cmpd="sng">
              <a:solidFill>
                <a:srgbClr val="1AB0A9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2" name="Google Shape;950;p37">
              <a:extLst>
                <a:ext uri="{FF2B5EF4-FFF2-40B4-BE49-F238E27FC236}">
                  <a16:creationId xmlns:a16="http://schemas.microsoft.com/office/drawing/2014/main" id="{A8AF6FD2-A79D-276F-C3E7-2BBF08F78BCE}"/>
                </a:ext>
              </a:extLst>
            </p:cNvPr>
            <p:cNvCxnSpPr/>
            <p:nvPr/>
          </p:nvCxnSpPr>
          <p:spPr>
            <a:xfrm>
              <a:off x="8465638" y="2241175"/>
              <a:ext cx="0" cy="2095500"/>
            </a:xfrm>
            <a:prstGeom prst="straightConnector1">
              <a:avLst/>
            </a:prstGeom>
            <a:grpFill/>
            <a:ln w="9525" cap="flat" cmpd="sng">
              <a:solidFill>
                <a:srgbClr val="1AB0A9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3" name="Google Shape;951;p37">
              <a:extLst>
                <a:ext uri="{FF2B5EF4-FFF2-40B4-BE49-F238E27FC236}">
                  <a16:creationId xmlns:a16="http://schemas.microsoft.com/office/drawing/2014/main" id="{9B56B448-61C9-A732-6D45-AA93F3A755E3}"/>
                </a:ext>
              </a:extLst>
            </p:cNvPr>
            <p:cNvCxnSpPr/>
            <p:nvPr/>
          </p:nvCxnSpPr>
          <p:spPr>
            <a:xfrm>
              <a:off x="8541494" y="2241175"/>
              <a:ext cx="0" cy="2095500"/>
            </a:xfrm>
            <a:prstGeom prst="straightConnector1">
              <a:avLst/>
            </a:prstGeom>
            <a:grpFill/>
            <a:ln w="9525" cap="flat" cmpd="sng">
              <a:solidFill>
                <a:srgbClr val="1AB0A9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4" name="Google Shape;952;p37">
              <a:extLst>
                <a:ext uri="{FF2B5EF4-FFF2-40B4-BE49-F238E27FC236}">
                  <a16:creationId xmlns:a16="http://schemas.microsoft.com/office/drawing/2014/main" id="{38DEB286-917F-4DF3-F607-051B975549DC}"/>
                </a:ext>
              </a:extLst>
            </p:cNvPr>
            <p:cNvCxnSpPr/>
            <p:nvPr/>
          </p:nvCxnSpPr>
          <p:spPr>
            <a:xfrm>
              <a:off x="8617350" y="2241175"/>
              <a:ext cx="0" cy="2095500"/>
            </a:xfrm>
            <a:prstGeom prst="straightConnector1">
              <a:avLst/>
            </a:prstGeom>
            <a:grpFill/>
            <a:ln w="9525" cap="flat" cmpd="sng">
              <a:solidFill>
                <a:srgbClr val="1AB0A9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35" name="Título 1">
            <a:extLst>
              <a:ext uri="{FF2B5EF4-FFF2-40B4-BE49-F238E27FC236}">
                <a16:creationId xmlns:a16="http://schemas.microsoft.com/office/drawing/2014/main" id="{E2BDD946-0CCF-CD90-3AB8-3F093D09BBBB}"/>
              </a:ext>
            </a:extLst>
          </p:cNvPr>
          <p:cNvSpPr txBox="1">
            <a:spLocks/>
          </p:cNvSpPr>
          <p:nvPr/>
        </p:nvSpPr>
        <p:spPr>
          <a:xfrm>
            <a:off x="737108" y="504150"/>
            <a:ext cx="8467638" cy="4554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Montserrat"/>
              <a:buNone/>
              <a:defRPr sz="52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Montserrat"/>
              <a:buNone/>
              <a:defRPr sz="52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Montserrat"/>
              <a:buNone/>
              <a:defRPr sz="52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Montserrat"/>
              <a:buNone/>
              <a:defRPr sz="52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Montserrat"/>
              <a:buNone/>
              <a:defRPr sz="52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Montserrat"/>
              <a:buNone/>
              <a:defRPr sz="52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Montserrat"/>
              <a:buNone/>
              <a:defRPr sz="52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Montserrat"/>
              <a:buNone/>
              <a:defRPr sz="52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Montserrat"/>
              <a:buNone/>
              <a:defRPr sz="52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algn="l"/>
            <a:r>
              <a:rPr lang="pt-BR" sz="2000" dirty="0">
                <a:latin typeface="+mj-lt"/>
                <a:cs typeface="Arial" panose="020B0604020202020204" pitchFamily="34" charset="0"/>
              </a:rPr>
              <a:t>Auditabilidade das decisões classificatórias</a:t>
            </a:r>
          </a:p>
        </p:txBody>
      </p:sp>
      <p:cxnSp>
        <p:nvCxnSpPr>
          <p:cNvPr id="40" name="Conector reto 39">
            <a:extLst>
              <a:ext uri="{FF2B5EF4-FFF2-40B4-BE49-F238E27FC236}">
                <a16:creationId xmlns:a16="http://schemas.microsoft.com/office/drawing/2014/main" id="{D79D874C-6F95-71B7-1FA8-08D0A6F42279}"/>
              </a:ext>
            </a:extLst>
          </p:cNvPr>
          <p:cNvCxnSpPr>
            <a:cxnSpLocks/>
          </p:cNvCxnSpPr>
          <p:nvPr/>
        </p:nvCxnSpPr>
        <p:spPr>
          <a:xfrm>
            <a:off x="-5" y="1114607"/>
            <a:ext cx="2796961" cy="0"/>
          </a:xfrm>
          <a:prstGeom prst="line">
            <a:avLst/>
          </a:prstGeom>
          <a:ln>
            <a:solidFill>
              <a:srgbClr val="00445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Google Shape;937;p37">
            <a:extLst>
              <a:ext uri="{FF2B5EF4-FFF2-40B4-BE49-F238E27FC236}">
                <a16:creationId xmlns:a16="http://schemas.microsoft.com/office/drawing/2014/main" id="{8C95829A-6CA5-0F19-FF52-5C1B6684EC6C}"/>
              </a:ext>
            </a:extLst>
          </p:cNvPr>
          <p:cNvSpPr/>
          <p:nvPr/>
        </p:nvSpPr>
        <p:spPr>
          <a:xfrm flipH="1" flipV="1">
            <a:off x="8773117" y="52"/>
            <a:ext cx="369846" cy="249032"/>
          </a:xfrm>
          <a:custGeom>
            <a:avLst/>
            <a:gdLst>
              <a:gd name="connsiteX0" fmla="*/ 0 w 1414234"/>
              <a:gd name="connsiteY0" fmla="*/ 0 h 258097"/>
              <a:gd name="connsiteX1" fmla="*/ 1285186 w 1414234"/>
              <a:gd name="connsiteY1" fmla="*/ 0 h 258097"/>
              <a:gd name="connsiteX2" fmla="*/ 1414235 w 1414234"/>
              <a:gd name="connsiteY2" fmla="*/ 129049 h 258097"/>
              <a:gd name="connsiteX3" fmla="*/ 1414234 w 1414234"/>
              <a:gd name="connsiteY3" fmla="*/ 258097 h 258097"/>
              <a:gd name="connsiteX4" fmla="*/ 0 w 1414234"/>
              <a:gd name="connsiteY4" fmla="*/ 258097 h 258097"/>
              <a:gd name="connsiteX5" fmla="*/ 0 w 1414234"/>
              <a:gd name="connsiteY5" fmla="*/ 0 h 258097"/>
              <a:gd name="connsiteX0" fmla="*/ 0 w 1414235"/>
              <a:gd name="connsiteY0" fmla="*/ 0 h 258097"/>
              <a:gd name="connsiteX1" fmla="*/ 1285186 w 1414235"/>
              <a:gd name="connsiteY1" fmla="*/ 0 h 258097"/>
              <a:gd name="connsiteX2" fmla="*/ 1414235 w 1414235"/>
              <a:gd name="connsiteY2" fmla="*/ 129049 h 258097"/>
              <a:gd name="connsiteX3" fmla="*/ 1414234 w 1414235"/>
              <a:gd name="connsiteY3" fmla="*/ 258097 h 258097"/>
              <a:gd name="connsiteX4" fmla="*/ 243348 w 1414235"/>
              <a:gd name="connsiteY4" fmla="*/ 258097 h 258097"/>
              <a:gd name="connsiteX5" fmla="*/ 0 w 1414235"/>
              <a:gd name="connsiteY5" fmla="*/ 0 h 258097"/>
              <a:gd name="connsiteX0" fmla="*/ 0 w 1178260"/>
              <a:gd name="connsiteY0" fmla="*/ 7374 h 258097"/>
              <a:gd name="connsiteX1" fmla="*/ 1049211 w 1178260"/>
              <a:gd name="connsiteY1" fmla="*/ 0 h 258097"/>
              <a:gd name="connsiteX2" fmla="*/ 1178260 w 1178260"/>
              <a:gd name="connsiteY2" fmla="*/ 129049 h 258097"/>
              <a:gd name="connsiteX3" fmla="*/ 1178259 w 1178260"/>
              <a:gd name="connsiteY3" fmla="*/ 258097 h 258097"/>
              <a:gd name="connsiteX4" fmla="*/ 7373 w 1178260"/>
              <a:gd name="connsiteY4" fmla="*/ 258097 h 258097"/>
              <a:gd name="connsiteX5" fmla="*/ 0 w 1178260"/>
              <a:gd name="connsiteY5" fmla="*/ 7374 h 258097"/>
              <a:gd name="connsiteX0" fmla="*/ 0 w 1178260"/>
              <a:gd name="connsiteY0" fmla="*/ 7374 h 265471"/>
              <a:gd name="connsiteX1" fmla="*/ 1049211 w 1178260"/>
              <a:gd name="connsiteY1" fmla="*/ 0 h 265471"/>
              <a:gd name="connsiteX2" fmla="*/ 1178260 w 1178260"/>
              <a:gd name="connsiteY2" fmla="*/ 129049 h 265471"/>
              <a:gd name="connsiteX3" fmla="*/ 1178259 w 1178260"/>
              <a:gd name="connsiteY3" fmla="*/ 258097 h 265471"/>
              <a:gd name="connsiteX4" fmla="*/ 619431 w 1178260"/>
              <a:gd name="connsiteY4" fmla="*/ 265471 h 265471"/>
              <a:gd name="connsiteX5" fmla="*/ 0 w 1178260"/>
              <a:gd name="connsiteY5" fmla="*/ 7374 h 265471"/>
              <a:gd name="connsiteX0" fmla="*/ 0 w 566202"/>
              <a:gd name="connsiteY0" fmla="*/ 0 h 280219"/>
              <a:gd name="connsiteX1" fmla="*/ 437153 w 566202"/>
              <a:gd name="connsiteY1" fmla="*/ 14748 h 280219"/>
              <a:gd name="connsiteX2" fmla="*/ 566202 w 566202"/>
              <a:gd name="connsiteY2" fmla="*/ 143797 h 280219"/>
              <a:gd name="connsiteX3" fmla="*/ 566201 w 566202"/>
              <a:gd name="connsiteY3" fmla="*/ 272845 h 280219"/>
              <a:gd name="connsiteX4" fmla="*/ 7373 w 566202"/>
              <a:gd name="connsiteY4" fmla="*/ 280219 h 280219"/>
              <a:gd name="connsiteX5" fmla="*/ 0 w 566202"/>
              <a:gd name="connsiteY5" fmla="*/ 0 h 280219"/>
              <a:gd name="connsiteX0" fmla="*/ 0 w 566202"/>
              <a:gd name="connsiteY0" fmla="*/ 0 h 280219"/>
              <a:gd name="connsiteX1" fmla="*/ 437153 w 566202"/>
              <a:gd name="connsiteY1" fmla="*/ 14748 h 280219"/>
              <a:gd name="connsiteX2" fmla="*/ 566202 w 566202"/>
              <a:gd name="connsiteY2" fmla="*/ 143797 h 280219"/>
              <a:gd name="connsiteX3" fmla="*/ 566201 w 566202"/>
              <a:gd name="connsiteY3" fmla="*/ 272845 h 280219"/>
              <a:gd name="connsiteX4" fmla="*/ 58992 w 566202"/>
              <a:gd name="connsiteY4" fmla="*/ 280219 h 280219"/>
              <a:gd name="connsiteX5" fmla="*/ 0 w 566202"/>
              <a:gd name="connsiteY5" fmla="*/ 0 h 280219"/>
              <a:gd name="connsiteX0" fmla="*/ 0 w 566202"/>
              <a:gd name="connsiteY0" fmla="*/ 0 h 272845"/>
              <a:gd name="connsiteX1" fmla="*/ 437153 w 566202"/>
              <a:gd name="connsiteY1" fmla="*/ 14748 h 272845"/>
              <a:gd name="connsiteX2" fmla="*/ 566202 w 566202"/>
              <a:gd name="connsiteY2" fmla="*/ 143797 h 272845"/>
              <a:gd name="connsiteX3" fmla="*/ 566201 w 566202"/>
              <a:gd name="connsiteY3" fmla="*/ 272845 h 272845"/>
              <a:gd name="connsiteX4" fmla="*/ 209118 w 566202"/>
              <a:gd name="connsiteY4" fmla="*/ 262022 h 272845"/>
              <a:gd name="connsiteX5" fmla="*/ 0 w 566202"/>
              <a:gd name="connsiteY5" fmla="*/ 0 h 272845"/>
              <a:gd name="connsiteX0" fmla="*/ 0 w 366035"/>
              <a:gd name="connsiteY0" fmla="*/ 0 h 272845"/>
              <a:gd name="connsiteX1" fmla="*/ 236986 w 366035"/>
              <a:gd name="connsiteY1" fmla="*/ 14748 h 272845"/>
              <a:gd name="connsiteX2" fmla="*/ 366035 w 366035"/>
              <a:gd name="connsiteY2" fmla="*/ 143797 h 272845"/>
              <a:gd name="connsiteX3" fmla="*/ 366034 w 366035"/>
              <a:gd name="connsiteY3" fmla="*/ 272845 h 272845"/>
              <a:gd name="connsiteX4" fmla="*/ 8951 w 366035"/>
              <a:gd name="connsiteY4" fmla="*/ 262022 h 272845"/>
              <a:gd name="connsiteX5" fmla="*/ 0 w 366035"/>
              <a:gd name="connsiteY5" fmla="*/ 0 h 272845"/>
              <a:gd name="connsiteX0" fmla="*/ 0 w 366035"/>
              <a:gd name="connsiteY0" fmla="*/ 0 h 272845"/>
              <a:gd name="connsiteX1" fmla="*/ 236986 w 366035"/>
              <a:gd name="connsiteY1" fmla="*/ 14748 h 272845"/>
              <a:gd name="connsiteX2" fmla="*/ 366035 w 366035"/>
              <a:gd name="connsiteY2" fmla="*/ 143797 h 272845"/>
              <a:gd name="connsiteX3" fmla="*/ 366034 w 366035"/>
              <a:gd name="connsiteY3" fmla="*/ 272845 h 272845"/>
              <a:gd name="connsiteX4" fmla="*/ 99438 w 366035"/>
              <a:gd name="connsiteY4" fmla="*/ 247734 h 272845"/>
              <a:gd name="connsiteX5" fmla="*/ 0 w 366035"/>
              <a:gd name="connsiteY5" fmla="*/ 0 h 272845"/>
              <a:gd name="connsiteX0" fmla="*/ 0 w 366035"/>
              <a:gd name="connsiteY0" fmla="*/ 0 h 272845"/>
              <a:gd name="connsiteX1" fmla="*/ 236986 w 366035"/>
              <a:gd name="connsiteY1" fmla="*/ 14748 h 272845"/>
              <a:gd name="connsiteX2" fmla="*/ 366035 w 366035"/>
              <a:gd name="connsiteY2" fmla="*/ 143797 h 272845"/>
              <a:gd name="connsiteX3" fmla="*/ 366034 w 366035"/>
              <a:gd name="connsiteY3" fmla="*/ 272845 h 272845"/>
              <a:gd name="connsiteX4" fmla="*/ 25619 w 366035"/>
              <a:gd name="connsiteY4" fmla="*/ 259641 h 272845"/>
              <a:gd name="connsiteX5" fmla="*/ 0 w 366035"/>
              <a:gd name="connsiteY5" fmla="*/ 0 h 272845"/>
              <a:gd name="connsiteX0" fmla="*/ 5337 w 340416"/>
              <a:gd name="connsiteY0" fmla="*/ 0 h 268083"/>
              <a:gd name="connsiteX1" fmla="*/ 211367 w 340416"/>
              <a:gd name="connsiteY1" fmla="*/ 9986 h 268083"/>
              <a:gd name="connsiteX2" fmla="*/ 340416 w 340416"/>
              <a:gd name="connsiteY2" fmla="*/ 139035 h 268083"/>
              <a:gd name="connsiteX3" fmla="*/ 340415 w 340416"/>
              <a:gd name="connsiteY3" fmla="*/ 268083 h 268083"/>
              <a:gd name="connsiteX4" fmla="*/ 0 w 340416"/>
              <a:gd name="connsiteY4" fmla="*/ 254879 h 268083"/>
              <a:gd name="connsiteX5" fmla="*/ 5337 w 340416"/>
              <a:gd name="connsiteY5" fmla="*/ 0 h 268083"/>
              <a:gd name="connsiteX0" fmla="*/ 5337 w 353901"/>
              <a:gd name="connsiteY0" fmla="*/ 0 h 254879"/>
              <a:gd name="connsiteX1" fmla="*/ 211367 w 353901"/>
              <a:gd name="connsiteY1" fmla="*/ 9986 h 254879"/>
              <a:gd name="connsiteX2" fmla="*/ 340416 w 353901"/>
              <a:gd name="connsiteY2" fmla="*/ 139035 h 254879"/>
              <a:gd name="connsiteX3" fmla="*/ 349940 w 353901"/>
              <a:gd name="connsiteY3" fmla="*/ 253795 h 254879"/>
              <a:gd name="connsiteX4" fmla="*/ 0 w 353901"/>
              <a:gd name="connsiteY4" fmla="*/ 254879 h 254879"/>
              <a:gd name="connsiteX5" fmla="*/ 5337 w 353901"/>
              <a:gd name="connsiteY5" fmla="*/ 0 h 254879"/>
              <a:gd name="connsiteX0" fmla="*/ 7718 w 356282"/>
              <a:gd name="connsiteY0" fmla="*/ 0 h 253795"/>
              <a:gd name="connsiteX1" fmla="*/ 213748 w 356282"/>
              <a:gd name="connsiteY1" fmla="*/ 9986 h 253795"/>
              <a:gd name="connsiteX2" fmla="*/ 342797 w 356282"/>
              <a:gd name="connsiteY2" fmla="*/ 139035 h 253795"/>
              <a:gd name="connsiteX3" fmla="*/ 352321 w 356282"/>
              <a:gd name="connsiteY3" fmla="*/ 253795 h 253795"/>
              <a:gd name="connsiteX4" fmla="*/ 0 w 356282"/>
              <a:gd name="connsiteY4" fmla="*/ 226304 h 253795"/>
              <a:gd name="connsiteX5" fmla="*/ 7718 w 356282"/>
              <a:gd name="connsiteY5" fmla="*/ 0 h 253795"/>
              <a:gd name="connsiteX0" fmla="*/ 574 w 349138"/>
              <a:gd name="connsiteY0" fmla="*/ 0 h 257260"/>
              <a:gd name="connsiteX1" fmla="*/ 206604 w 349138"/>
              <a:gd name="connsiteY1" fmla="*/ 9986 h 257260"/>
              <a:gd name="connsiteX2" fmla="*/ 335653 w 349138"/>
              <a:gd name="connsiteY2" fmla="*/ 139035 h 257260"/>
              <a:gd name="connsiteX3" fmla="*/ 345177 w 349138"/>
              <a:gd name="connsiteY3" fmla="*/ 253795 h 257260"/>
              <a:gd name="connsiteX4" fmla="*/ 0 w 349138"/>
              <a:gd name="connsiteY4" fmla="*/ 257260 h 257260"/>
              <a:gd name="connsiteX5" fmla="*/ 574 w 349138"/>
              <a:gd name="connsiteY5" fmla="*/ 0 h 257260"/>
              <a:gd name="connsiteX0" fmla="*/ 574 w 359486"/>
              <a:gd name="connsiteY0" fmla="*/ 0 h 257260"/>
              <a:gd name="connsiteX1" fmla="*/ 206604 w 359486"/>
              <a:gd name="connsiteY1" fmla="*/ 9986 h 257260"/>
              <a:gd name="connsiteX2" fmla="*/ 335653 w 359486"/>
              <a:gd name="connsiteY2" fmla="*/ 139035 h 257260"/>
              <a:gd name="connsiteX3" fmla="*/ 359464 w 359486"/>
              <a:gd name="connsiteY3" fmla="*/ 253795 h 257260"/>
              <a:gd name="connsiteX4" fmla="*/ 0 w 359486"/>
              <a:gd name="connsiteY4" fmla="*/ 257260 h 257260"/>
              <a:gd name="connsiteX5" fmla="*/ 574 w 359486"/>
              <a:gd name="connsiteY5" fmla="*/ 0 h 257260"/>
              <a:gd name="connsiteX0" fmla="*/ 574 w 359486"/>
              <a:gd name="connsiteY0" fmla="*/ 0 h 257260"/>
              <a:gd name="connsiteX1" fmla="*/ 206604 w 359486"/>
              <a:gd name="connsiteY1" fmla="*/ 9986 h 257260"/>
              <a:gd name="connsiteX2" fmla="*/ 335653 w 359486"/>
              <a:gd name="connsiteY2" fmla="*/ 110460 h 257260"/>
              <a:gd name="connsiteX3" fmla="*/ 359464 w 359486"/>
              <a:gd name="connsiteY3" fmla="*/ 253795 h 257260"/>
              <a:gd name="connsiteX4" fmla="*/ 0 w 359486"/>
              <a:gd name="connsiteY4" fmla="*/ 257260 h 257260"/>
              <a:gd name="connsiteX5" fmla="*/ 574 w 359486"/>
              <a:gd name="connsiteY5" fmla="*/ 0 h 257260"/>
              <a:gd name="connsiteX0" fmla="*/ 574 w 365269"/>
              <a:gd name="connsiteY0" fmla="*/ 0 h 257260"/>
              <a:gd name="connsiteX1" fmla="*/ 206604 w 365269"/>
              <a:gd name="connsiteY1" fmla="*/ 9986 h 257260"/>
              <a:gd name="connsiteX2" fmla="*/ 359464 w 365269"/>
              <a:gd name="connsiteY2" fmla="*/ 253795 h 257260"/>
              <a:gd name="connsiteX3" fmla="*/ 0 w 365269"/>
              <a:gd name="connsiteY3" fmla="*/ 257260 h 257260"/>
              <a:gd name="connsiteX4" fmla="*/ 574 w 365269"/>
              <a:gd name="connsiteY4" fmla="*/ 0 h 257260"/>
              <a:gd name="connsiteX0" fmla="*/ 574 w 369846"/>
              <a:gd name="connsiteY0" fmla="*/ 0 h 257260"/>
              <a:gd name="connsiteX1" fmla="*/ 206604 w 369846"/>
              <a:gd name="connsiteY1" fmla="*/ 9986 h 257260"/>
              <a:gd name="connsiteX2" fmla="*/ 359464 w 369846"/>
              <a:gd name="connsiteY2" fmla="*/ 253795 h 257260"/>
              <a:gd name="connsiteX3" fmla="*/ 0 w 369846"/>
              <a:gd name="connsiteY3" fmla="*/ 257260 h 257260"/>
              <a:gd name="connsiteX4" fmla="*/ 574 w 369846"/>
              <a:gd name="connsiteY4" fmla="*/ 0 h 257260"/>
              <a:gd name="connsiteX0" fmla="*/ 574 w 369846"/>
              <a:gd name="connsiteY0" fmla="*/ 0 h 252497"/>
              <a:gd name="connsiteX1" fmla="*/ 206604 w 369846"/>
              <a:gd name="connsiteY1" fmla="*/ 5223 h 252497"/>
              <a:gd name="connsiteX2" fmla="*/ 359464 w 369846"/>
              <a:gd name="connsiteY2" fmla="*/ 249032 h 252497"/>
              <a:gd name="connsiteX3" fmla="*/ 0 w 369846"/>
              <a:gd name="connsiteY3" fmla="*/ 252497 h 252497"/>
              <a:gd name="connsiteX4" fmla="*/ 574 w 369846"/>
              <a:gd name="connsiteY4" fmla="*/ 0 h 252497"/>
              <a:gd name="connsiteX0" fmla="*/ 574 w 369846"/>
              <a:gd name="connsiteY0" fmla="*/ 0 h 249032"/>
              <a:gd name="connsiteX1" fmla="*/ 206604 w 369846"/>
              <a:gd name="connsiteY1" fmla="*/ 5223 h 249032"/>
              <a:gd name="connsiteX2" fmla="*/ 359464 w 369846"/>
              <a:gd name="connsiteY2" fmla="*/ 249032 h 249032"/>
              <a:gd name="connsiteX3" fmla="*/ 0 w 369846"/>
              <a:gd name="connsiteY3" fmla="*/ 245353 h 249032"/>
              <a:gd name="connsiteX4" fmla="*/ 574 w 369846"/>
              <a:gd name="connsiteY4" fmla="*/ 0 h 2490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69846" h="249032">
                <a:moveTo>
                  <a:pt x="574" y="0"/>
                </a:moveTo>
                <a:lnTo>
                  <a:pt x="206604" y="5223"/>
                </a:lnTo>
                <a:cubicBezTo>
                  <a:pt x="342619" y="42759"/>
                  <a:pt x="393898" y="207820"/>
                  <a:pt x="359464" y="249032"/>
                </a:cubicBezTo>
                <a:lnTo>
                  <a:pt x="0" y="245353"/>
                </a:lnTo>
                <a:cubicBezTo>
                  <a:pt x="191" y="159600"/>
                  <a:pt x="383" y="85753"/>
                  <a:pt x="574" y="0"/>
                </a:cubicBezTo>
                <a:close/>
              </a:path>
            </a:pathLst>
          </a:custGeom>
          <a:gradFill flip="none" rotWithShape="1">
            <a:gsLst>
              <a:gs pos="63000">
                <a:srgbClr val="06D1D7"/>
              </a:gs>
              <a:gs pos="33000">
                <a:srgbClr val="23A295"/>
              </a:gs>
              <a:gs pos="0">
                <a:srgbClr val="57F6A2"/>
              </a:gs>
              <a:gs pos="100000">
                <a:srgbClr val="1B2048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latin typeface="Maven Pro"/>
              <a:ea typeface="Maven Pro"/>
              <a:cs typeface="Maven Pro"/>
              <a:sym typeface="Maven Pro"/>
            </a:endParaRPr>
          </a:p>
        </p:txBody>
      </p:sp>
      <p:graphicFrame>
        <p:nvGraphicFramePr>
          <p:cNvPr id="37" name="Tabela 36">
            <a:extLst>
              <a:ext uri="{FF2B5EF4-FFF2-40B4-BE49-F238E27FC236}">
                <a16:creationId xmlns:a16="http://schemas.microsoft.com/office/drawing/2014/main" id="{8606764D-D4ED-C1E7-EC6E-146BC69A616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73547938"/>
              </p:ext>
            </p:extLst>
          </p:nvPr>
        </p:nvGraphicFramePr>
        <p:xfrm>
          <a:off x="757650" y="1795046"/>
          <a:ext cx="7886700" cy="1737360"/>
        </p:xfrm>
        <a:graphic>
          <a:graphicData uri="http://schemas.openxmlformats.org/drawingml/2006/table">
            <a:tbl>
              <a:tblPr/>
              <a:tblGrid>
                <a:gridCol w="3943350">
                  <a:extLst>
                    <a:ext uri="{9D8B030D-6E8A-4147-A177-3AD203B41FA5}">
                      <a16:colId xmlns:a16="http://schemas.microsoft.com/office/drawing/2014/main" val="2241419168"/>
                    </a:ext>
                  </a:extLst>
                </a:gridCol>
                <a:gridCol w="3943350">
                  <a:extLst>
                    <a:ext uri="{9D8B030D-6E8A-4147-A177-3AD203B41FA5}">
                      <a16:colId xmlns:a16="http://schemas.microsoft.com/office/drawing/2014/main" val="387538442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PT" dirty="0"/>
                        <a:t>Caso resolvido por regex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PT"/>
                        <a:t>Caso encaminhado à LLM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33453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PT"/>
                        <a:t>Crimes ambientais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PT"/>
                        <a:t>Comércio ilegal de medicamentos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4627115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PT"/>
                        <a:t>Evidências lexicais explícitas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/>
                        <a:t>Vocabulário menos aderente às regras iniciais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33598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dirty="0"/>
                        <a:t>Ex.: garimpo ilegal, madeira ilegal, terra indígena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/>
                        <a:t>Ex.: produtos farmacêuticos, emagrecimento, introdução ilícita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4474599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PT"/>
                        <a:t>Sem chamada à LLM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PT" dirty="0"/>
                        <a:t>Classificação semântica controlada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3605659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6982768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91">
          <a:extLst>
            <a:ext uri="{FF2B5EF4-FFF2-40B4-BE49-F238E27FC236}">
              <a16:creationId xmlns:a16="http://schemas.microsoft.com/office/drawing/2014/main" id="{CDEE510B-22E2-2156-3B9A-1C9DFCDF3D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83" name="Gráfico 982">
            <a:extLst>
              <a:ext uri="{FF2B5EF4-FFF2-40B4-BE49-F238E27FC236}">
                <a16:creationId xmlns:a16="http://schemas.microsoft.com/office/drawing/2014/main" id="{97045FAE-67EA-CDB2-BD6D-95AE7E74E12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471287" y="-176981"/>
            <a:ext cx="10434025" cy="5320297"/>
          </a:xfrm>
          <a:prstGeom prst="rect">
            <a:avLst/>
          </a:prstGeom>
        </p:spPr>
      </p:pic>
      <p:sp>
        <p:nvSpPr>
          <p:cNvPr id="2" name="Google Shape;932;p37">
            <a:extLst>
              <a:ext uri="{FF2B5EF4-FFF2-40B4-BE49-F238E27FC236}">
                <a16:creationId xmlns:a16="http://schemas.microsoft.com/office/drawing/2014/main" id="{F934756F-45B4-BF00-25E2-087C91D59525}"/>
              </a:ext>
            </a:extLst>
          </p:cNvPr>
          <p:cNvSpPr txBox="1">
            <a:spLocks/>
          </p:cNvSpPr>
          <p:nvPr/>
        </p:nvSpPr>
        <p:spPr>
          <a:xfrm>
            <a:off x="7194305" y="528340"/>
            <a:ext cx="1661894" cy="2259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None/>
              <a:defRPr sz="28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None/>
              <a:defRPr sz="28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None/>
              <a:defRPr sz="28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None/>
              <a:defRPr sz="28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None/>
              <a:defRPr sz="28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None/>
              <a:defRPr sz="28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None/>
              <a:defRPr sz="28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None/>
              <a:defRPr sz="28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None/>
              <a:defRPr sz="28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r>
              <a:rPr lang="pt-BR" sz="600" b="0" dirty="0">
                <a:solidFill>
                  <a:srgbClr val="186E66"/>
                </a:solidFill>
                <a:latin typeface="+mj-lt"/>
                <a:cs typeface="Arial" panose="020B0604020202020204" pitchFamily="34" charset="0"/>
              </a:rPr>
              <a:t>Há mais de 60 anos pensando o Brasil</a:t>
            </a:r>
          </a:p>
        </p:txBody>
      </p:sp>
      <p:sp>
        <p:nvSpPr>
          <p:cNvPr id="3" name="Google Shape;936;p37">
            <a:extLst>
              <a:ext uri="{FF2B5EF4-FFF2-40B4-BE49-F238E27FC236}">
                <a16:creationId xmlns:a16="http://schemas.microsoft.com/office/drawing/2014/main" id="{AC27FACD-4332-ECC5-F4F8-054A10C5A1A1}"/>
              </a:ext>
            </a:extLst>
          </p:cNvPr>
          <p:cNvSpPr/>
          <p:nvPr/>
        </p:nvSpPr>
        <p:spPr>
          <a:xfrm flipH="1">
            <a:off x="7861193" y="4721150"/>
            <a:ext cx="1282656" cy="422165"/>
          </a:xfrm>
          <a:prstGeom prst="round1Rect">
            <a:avLst>
              <a:gd name="adj" fmla="val 50000"/>
            </a:avLst>
          </a:prstGeom>
          <a:solidFill>
            <a:srgbClr val="1B204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latin typeface="Maven Pro"/>
              <a:ea typeface="Maven Pro"/>
              <a:cs typeface="Maven Pro"/>
              <a:sym typeface="Maven Pro"/>
            </a:endParaRPr>
          </a:p>
        </p:txBody>
      </p:sp>
      <p:sp>
        <p:nvSpPr>
          <p:cNvPr id="4" name="Google Shape;937;p37">
            <a:extLst>
              <a:ext uri="{FF2B5EF4-FFF2-40B4-BE49-F238E27FC236}">
                <a16:creationId xmlns:a16="http://schemas.microsoft.com/office/drawing/2014/main" id="{67290C73-A1A0-2613-ACAC-8E688028E5ED}"/>
              </a:ext>
            </a:extLst>
          </p:cNvPr>
          <p:cNvSpPr/>
          <p:nvPr/>
        </p:nvSpPr>
        <p:spPr>
          <a:xfrm flipH="1">
            <a:off x="7588727" y="4912884"/>
            <a:ext cx="1555123" cy="230496"/>
          </a:xfrm>
          <a:prstGeom prst="round1Rect">
            <a:avLst>
              <a:gd name="adj" fmla="val 50000"/>
            </a:avLst>
          </a:prstGeom>
          <a:gradFill flip="none" rotWithShape="1">
            <a:gsLst>
              <a:gs pos="63000">
                <a:srgbClr val="06D1D7"/>
              </a:gs>
              <a:gs pos="33000">
                <a:srgbClr val="23A295"/>
              </a:gs>
              <a:gs pos="0">
                <a:srgbClr val="57F6A2"/>
              </a:gs>
              <a:gs pos="100000">
                <a:srgbClr val="1B2048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latin typeface="Maven Pro"/>
              <a:ea typeface="Maven Pro"/>
              <a:cs typeface="Maven Pro"/>
              <a:sym typeface="Maven Pro"/>
            </a:endParaRPr>
          </a:p>
        </p:txBody>
      </p:sp>
      <p:grpSp>
        <p:nvGrpSpPr>
          <p:cNvPr id="5" name="Google Shape;938;p37">
            <a:extLst>
              <a:ext uri="{FF2B5EF4-FFF2-40B4-BE49-F238E27FC236}">
                <a16:creationId xmlns:a16="http://schemas.microsoft.com/office/drawing/2014/main" id="{B8A6F30D-84B8-214E-652E-21B05D50D094}"/>
              </a:ext>
            </a:extLst>
          </p:cNvPr>
          <p:cNvGrpSpPr/>
          <p:nvPr/>
        </p:nvGrpSpPr>
        <p:grpSpPr>
          <a:xfrm>
            <a:off x="8644350" y="4276582"/>
            <a:ext cx="423698" cy="551579"/>
            <a:chOff x="7631225" y="2241175"/>
            <a:chExt cx="986125" cy="2095500"/>
          </a:xfrm>
          <a:gradFill>
            <a:gsLst>
              <a:gs pos="53000">
                <a:srgbClr val="23A295"/>
              </a:gs>
              <a:gs pos="0">
                <a:srgbClr val="57F6A2"/>
              </a:gs>
              <a:gs pos="100000">
                <a:srgbClr val="1B2048"/>
              </a:gs>
            </a:gsLst>
            <a:lin ang="5400000" scaled="1"/>
          </a:gradFill>
        </p:grpSpPr>
        <p:cxnSp>
          <p:nvCxnSpPr>
            <p:cNvPr id="6" name="Google Shape;939;p37">
              <a:extLst>
                <a:ext uri="{FF2B5EF4-FFF2-40B4-BE49-F238E27FC236}">
                  <a16:creationId xmlns:a16="http://schemas.microsoft.com/office/drawing/2014/main" id="{CC41D056-8E9A-19FC-D29F-4C66B0CEF990}"/>
                </a:ext>
              </a:extLst>
            </p:cNvPr>
            <p:cNvCxnSpPr/>
            <p:nvPr/>
          </p:nvCxnSpPr>
          <p:spPr>
            <a:xfrm>
              <a:off x="7631225" y="2241175"/>
              <a:ext cx="0" cy="2095500"/>
            </a:xfrm>
            <a:prstGeom prst="straightConnector1">
              <a:avLst/>
            </a:prstGeom>
            <a:grpFill/>
            <a:ln w="9525" cap="flat" cmpd="sng">
              <a:solidFill>
                <a:srgbClr val="1AB0A9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7" name="Google Shape;940;p37">
              <a:extLst>
                <a:ext uri="{FF2B5EF4-FFF2-40B4-BE49-F238E27FC236}">
                  <a16:creationId xmlns:a16="http://schemas.microsoft.com/office/drawing/2014/main" id="{9F747F5A-39A9-71FA-D6DD-F87DE3C1CF39}"/>
                </a:ext>
              </a:extLst>
            </p:cNvPr>
            <p:cNvCxnSpPr/>
            <p:nvPr/>
          </p:nvCxnSpPr>
          <p:spPr>
            <a:xfrm>
              <a:off x="7707081" y="2241175"/>
              <a:ext cx="0" cy="2095500"/>
            </a:xfrm>
            <a:prstGeom prst="straightConnector1">
              <a:avLst/>
            </a:prstGeom>
            <a:grpFill/>
            <a:ln w="9525" cap="flat" cmpd="sng">
              <a:solidFill>
                <a:srgbClr val="1AB0A9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8" name="Google Shape;941;p37">
              <a:extLst>
                <a:ext uri="{FF2B5EF4-FFF2-40B4-BE49-F238E27FC236}">
                  <a16:creationId xmlns:a16="http://schemas.microsoft.com/office/drawing/2014/main" id="{E521AAA5-8CA7-3124-75A8-C8AAD84EF95D}"/>
                </a:ext>
              </a:extLst>
            </p:cNvPr>
            <p:cNvCxnSpPr/>
            <p:nvPr/>
          </p:nvCxnSpPr>
          <p:spPr>
            <a:xfrm>
              <a:off x="7782937" y="2241175"/>
              <a:ext cx="0" cy="2095500"/>
            </a:xfrm>
            <a:prstGeom prst="straightConnector1">
              <a:avLst/>
            </a:prstGeom>
            <a:grpFill/>
            <a:ln w="9525" cap="flat" cmpd="sng">
              <a:solidFill>
                <a:srgbClr val="1AB0A9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9" name="Google Shape;942;p37">
              <a:extLst>
                <a:ext uri="{FF2B5EF4-FFF2-40B4-BE49-F238E27FC236}">
                  <a16:creationId xmlns:a16="http://schemas.microsoft.com/office/drawing/2014/main" id="{4EA20652-23B9-8B10-79E6-F669F9FDDC18}"/>
                </a:ext>
              </a:extLst>
            </p:cNvPr>
            <p:cNvCxnSpPr/>
            <p:nvPr/>
          </p:nvCxnSpPr>
          <p:spPr>
            <a:xfrm>
              <a:off x="7858792" y="2241175"/>
              <a:ext cx="0" cy="2095500"/>
            </a:xfrm>
            <a:prstGeom prst="straightConnector1">
              <a:avLst/>
            </a:prstGeom>
            <a:grpFill/>
            <a:ln w="9525" cap="flat" cmpd="sng">
              <a:solidFill>
                <a:srgbClr val="1AB0A9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0" name="Google Shape;943;p37">
              <a:extLst>
                <a:ext uri="{FF2B5EF4-FFF2-40B4-BE49-F238E27FC236}">
                  <a16:creationId xmlns:a16="http://schemas.microsoft.com/office/drawing/2014/main" id="{D76E2C75-BDBC-B281-6FEB-F2A0342F6257}"/>
                </a:ext>
              </a:extLst>
            </p:cNvPr>
            <p:cNvCxnSpPr/>
            <p:nvPr/>
          </p:nvCxnSpPr>
          <p:spPr>
            <a:xfrm>
              <a:off x="8010504" y="2241175"/>
              <a:ext cx="0" cy="2095500"/>
            </a:xfrm>
            <a:prstGeom prst="straightConnector1">
              <a:avLst/>
            </a:prstGeom>
            <a:grpFill/>
            <a:ln w="9525" cap="flat" cmpd="sng">
              <a:solidFill>
                <a:srgbClr val="1AB0A9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1" name="Google Shape;944;p37">
              <a:extLst>
                <a:ext uri="{FF2B5EF4-FFF2-40B4-BE49-F238E27FC236}">
                  <a16:creationId xmlns:a16="http://schemas.microsoft.com/office/drawing/2014/main" id="{B509B432-1385-6553-5810-A4061144DE99}"/>
                </a:ext>
              </a:extLst>
            </p:cNvPr>
            <p:cNvCxnSpPr/>
            <p:nvPr/>
          </p:nvCxnSpPr>
          <p:spPr>
            <a:xfrm>
              <a:off x="8162215" y="2241175"/>
              <a:ext cx="0" cy="2095500"/>
            </a:xfrm>
            <a:prstGeom prst="straightConnector1">
              <a:avLst/>
            </a:prstGeom>
            <a:grpFill/>
            <a:ln w="9525" cap="flat" cmpd="sng">
              <a:solidFill>
                <a:srgbClr val="1AB0A9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2" name="Google Shape;945;p37">
              <a:extLst>
                <a:ext uri="{FF2B5EF4-FFF2-40B4-BE49-F238E27FC236}">
                  <a16:creationId xmlns:a16="http://schemas.microsoft.com/office/drawing/2014/main" id="{8A7E0509-9D0A-A462-2A96-38A4FD54B74C}"/>
                </a:ext>
              </a:extLst>
            </p:cNvPr>
            <p:cNvCxnSpPr/>
            <p:nvPr/>
          </p:nvCxnSpPr>
          <p:spPr>
            <a:xfrm>
              <a:off x="8313927" y="2241175"/>
              <a:ext cx="0" cy="2095500"/>
            </a:xfrm>
            <a:prstGeom prst="straightConnector1">
              <a:avLst/>
            </a:prstGeom>
            <a:grpFill/>
            <a:ln w="9525" cap="flat" cmpd="sng">
              <a:solidFill>
                <a:srgbClr val="1AB0A9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3" name="Google Shape;946;p37">
              <a:extLst>
                <a:ext uri="{FF2B5EF4-FFF2-40B4-BE49-F238E27FC236}">
                  <a16:creationId xmlns:a16="http://schemas.microsoft.com/office/drawing/2014/main" id="{D25B8B1E-3106-2D74-C391-21876EE18C2A}"/>
                </a:ext>
              </a:extLst>
            </p:cNvPr>
            <p:cNvCxnSpPr/>
            <p:nvPr/>
          </p:nvCxnSpPr>
          <p:spPr>
            <a:xfrm>
              <a:off x="7934648" y="2241175"/>
              <a:ext cx="0" cy="2095500"/>
            </a:xfrm>
            <a:prstGeom prst="straightConnector1">
              <a:avLst/>
            </a:prstGeom>
            <a:grpFill/>
            <a:ln w="9525" cap="flat" cmpd="sng">
              <a:solidFill>
                <a:srgbClr val="1AB0A9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4" name="Google Shape;947;p37">
              <a:extLst>
                <a:ext uri="{FF2B5EF4-FFF2-40B4-BE49-F238E27FC236}">
                  <a16:creationId xmlns:a16="http://schemas.microsoft.com/office/drawing/2014/main" id="{B88E6F54-69CF-3019-94BA-B77688173963}"/>
                </a:ext>
              </a:extLst>
            </p:cNvPr>
            <p:cNvCxnSpPr/>
            <p:nvPr/>
          </p:nvCxnSpPr>
          <p:spPr>
            <a:xfrm>
              <a:off x="8086360" y="2241175"/>
              <a:ext cx="0" cy="2095500"/>
            </a:xfrm>
            <a:prstGeom prst="straightConnector1">
              <a:avLst/>
            </a:prstGeom>
            <a:grpFill/>
            <a:ln w="9525" cap="flat" cmpd="sng">
              <a:solidFill>
                <a:srgbClr val="1AB0A9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5" name="Google Shape;948;p37">
              <a:extLst>
                <a:ext uri="{FF2B5EF4-FFF2-40B4-BE49-F238E27FC236}">
                  <a16:creationId xmlns:a16="http://schemas.microsoft.com/office/drawing/2014/main" id="{552080F7-ACE6-8668-4A51-47259B9EDD10}"/>
                </a:ext>
              </a:extLst>
            </p:cNvPr>
            <p:cNvCxnSpPr/>
            <p:nvPr/>
          </p:nvCxnSpPr>
          <p:spPr>
            <a:xfrm>
              <a:off x="8238071" y="2241175"/>
              <a:ext cx="0" cy="2095500"/>
            </a:xfrm>
            <a:prstGeom prst="straightConnector1">
              <a:avLst/>
            </a:prstGeom>
            <a:grpFill/>
            <a:ln w="9525" cap="flat" cmpd="sng">
              <a:solidFill>
                <a:srgbClr val="1AB0A9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6" name="Google Shape;949;p37">
              <a:extLst>
                <a:ext uri="{FF2B5EF4-FFF2-40B4-BE49-F238E27FC236}">
                  <a16:creationId xmlns:a16="http://schemas.microsoft.com/office/drawing/2014/main" id="{632804EF-519D-9A1C-0B48-3B9EC8A3391D}"/>
                </a:ext>
              </a:extLst>
            </p:cNvPr>
            <p:cNvCxnSpPr/>
            <p:nvPr/>
          </p:nvCxnSpPr>
          <p:spPr>
            <a:xfrm>
              <a:off x="8389783" y="2241175"/>
              <a:ext cx="0" cy="2095500"/>
            </a:xfrm>
            <a:prstGeom prst="straightConnector1">
              <a:avLst/>
            </a:prstGeom>
            <a:grpFill/>
            <a:ln w="9525" cap="flat" cmpd="sng">
              <a:solidFill>
                <a:srgbClr val="1AB0A9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7" name="Google Shape;950;p37">
              <a:extLst>
                <a:ext uri="{FF2B5EF4-FFF2-40B4-BE49-F238E27FC236}">
                  <a16:creationId xmlns:a16="http://schemas.microsoft.com/office/drawing/2014/main" id="{1D4AA588-CFDE-01B7-C30F-675D03A95E61}"/>
                </a:ext>
              </a:extLst>
            </p:cNvPr>
            <p:cNvCxnSpPr/>
            <p:nvPr/>
          </p:nvCxnSpPr>
          <p:spPr>
            <a:xfrm>
              <a:off x="8465638" y="2241175"/>
              <a:ext cx="0" cy="2095500"/>
            </a:xfrm>
            <a:prstGeom prst="straightConnector1">
              <a:avLst/>
            </a:prstGeom>
            <a:grpFill/>
            <a:ln w="9525" cap="flat" cmpd="sng">
              <a:solidFill>
                <a:srgbClr val="1AB0A9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8" name="Google Shape;951;p37">
              <a:extLst>
                <a:ext uri="{FF2B5EF4-FFF2-40B4-BE49-F238E27FC236}">
                  <a16:creationId xmlns:a16="http://schemas.microsoft.com/office/drawing/2014/main" id="{0ECFF48F-93E6-7241-D197-1F6BCE52D265}"/>
                </a:ext>
              </a:extLst>
            </p:cNvPr>
            <p:cNvCxnSpPr/>
            <p:nvPr/>
          </p:nvCxnSpPr>
          <p:spPr>
            <a:xfrm>
              <a:off x="8541494" y="2241175"/>
              <a:ext cx="0" cy="2095500"/>
            </a:xfrm>
            <a:prstGeom prst="straightConnector1">
              <a:avLst/>
            </a:prstGeom>
            <a:grpFill/>
            <a:ln w="9525" cap="flat" cmpd="sng">
              <a:solidFill>
                <a:srgbClr val="1AB0A9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9" name="Google Shape;952;p37">
              <a:extLst>
                <a:ext uri="{FF2B5EF4-FFF2-40B4-BE49-F238E27FC236}">
                  <a16:creationId xmlns:a16="http://schemas.microsoft.com/office/drawing/2014/main" id="{CA331A6D-497D-ADC2-E517-277A62257BFA}"/>
                </a:ext>
              </a:extLst>
            </p:cNvPr>
            <p:cNvCxnSpPr/>
            <p:nvPr/>
          </p:nvCxnSpPr>
          <p:spPr>
            <a:xfrm>
              <a:off x="8617350" y="2241175"/>
              <a:ext cx="0" cy="2095500"/>
            </a:xfrm>
            <a:prstGeom prst="straightConnector1">
              <a:avLst/>
            </a:prstGeom>
            <a:grpFill/>
            <a:ln w="9525" cap="flat" cmpd="sng">
              <a:solidFill>
                <a:srgbClr val="1AB0A9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20" name="Google Shape;954;p37">
            <a:extLst>
              <a:ext uri="{FF2B5EF4-FFF2-40B4-BE49-F238E27FC236}">
                <a16:creationId xmlns:a16="http://schemas.microsoft.com/office/drawing/2014/main" id="{8F77AA2E-2DBC-B81F-7955-1641582E695D}"/>
              </a:ext>
            </a:extLst>
          </p:cNvPr>
          <p:cNvSpPr/>
          <p:nvPr/>
        </p:nvSpPr>
        <p:spPr>
          <a:xfrm>
            <a:off x="0" y="4680042"/>
            <a:ext cx="922564" cy="463274"/>
          </a:xfrm>
          <a:prstGeom prst="rect">
            <a:avLst/>
          </a:prstGeom>
          <a:gradFill>
            <a:gsLst>
              <a:gs pos="33000">
                <a:srgbClr val="23A295"/>
              </a:gs>
              <a:gs pos="0">
                <a:srgbClr val="57F6A2"/>
              </a:gs>
              <a:gs pos="100000">
                <a:srgbClr val="1B2048"/>
              </a:gs>
            </a:gsLst>
            <a:path path="circle">
              <a:fillToRect l="100000" t="100000"/>
            </a:path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dirty="0">
              <a:latin typeface="Maven Pro"/>
              <a:ea typeface="Maven Pro"/>
              <a:cs typeface="Maven Pro"/>
              <a:sym typeface="Maven Pro"/>
            </a:endParaRPr>
          </a:p>
        </p:txBody>
      </p:sp>
      <p:sp>
        <p:nvSpPr>
          <p:cNvPr id="21" name="Google Shape;955;p37">
            <a:extLst>
              <a:ext uri="{FF2B5EF4-FFF2-40B4-BE49-F238E27FC236}">
                <a16:creationId xmlns:a16="http://schemas.microsoft.com/office/drawing/2014/main" id="{A90D578B-201C-F4DC-142D-C29397D5EE33}"/>
              </a:ext>
            </a:extLst>
          </p:cNvPr>
          <p:cNvSpPr/>
          <p:nvPr/>
        </p:nvSpPr>
        <p:spPr>
          <a:xfrm>
            <a:off x="0" y="4912883"/>
            <a:ext cx="1663658" cy="230641"/>
          </a:xfrm>
          <a:prstGeom prst="round1Rect">
            <a:avLst>
              <a:gd name="adj" fmla="val 50000"/>
            </a:avLst>
          </a:prstGeom>
          <a:solidFill>
            <a:srgbClr val="1B204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latin typeface="Maven Pro"/>
              <a:ea typeface="Maven Pro"/>
              <a:cs typeface="Maven Pro"/>
              <a:sym typeface="Maven Pro"/>
            </a:endParaRPr>
          </a:p>
        </p:txBody>
      </p:sp>
      <p:grpSp>
        <p:nvGrpSpPr>
          <p:cNvPr id="22" name="Agrupar 21">
            <a:extLst>
              <a:ext uri="{FF2B5EF4-FFF2-40B4-BE49-F238E27FC236}">
                <a16:creationId xmlns:a16="http://schemas.microsoft.com/office/drawing/2014/main" id="{1989CE71-C095-81D7-2D81-6597C9D40550}"/>
              </a:ext>
            </a:extLst>
          </p:cNvPr>
          <p:cNvGrpSpPr/>
          <p:nvPr/>
        </p:nvGrpSpPr>
        <p:grpSpPr>
          <a:xfrm>
            <a:off x="7070035" y="156184"/>
            <a:ext cx="1722295" cy="405506"/>
            <a:chOff x="4782913" y="272045"/>
            <a:chExt cx="3752189" cy="883435"/>
          </a:xfrm>
        </p:grpSpPr>
        <p:pic>
          <p:nvPicPr>
            <p:cNvPr id="23" name="Imagem 22" descr="Interface gráfica do usuário, Texto&#10;&#10;O conteúdo gerado por IA pode estar incorreto.">
              <a:extLst>
                <a:ext uri="{FF2B5EF4-FFF2-40B4-BE49-F238E27FC236}">
                  <a16:creationId xmlns:a16="http://schemas.microsoft.com/office/drawing/2014/main" id="{CED70DF0-3302-6BCD-E4C3-6EB0A828EFAC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4782913" y="272045"/>
              <a:ext cx="3752189" cy="883435"/>
            </a:xfrm>
            <a:prstGeom prst="rect">
              <a:avLst/>
            </a:prstGeom>
          </p:spPr>
        </p:pic>
        <p:cxnSp>
          <p:nvCxnSpPr>
            <p:cNvPr id="24" name="Conector reto 23">
              <a:extLst>
                <a:ext uri="{FF2B5EF4-FFF2-40B4-BE49-F238E27FC236}">
                  <a16:creationId xmlns:a16="http://schemas.microsoft.com/office/drawing/2014/main" id="{6F7ED0F7-0289-9E15-EF27-946DBD799411}"/>
                </a:ext>
              </a:extLst>
            </p:cNvPr>
            <p:cNvCxnSpPr>
              <a:cxnSpLocks/>
            </p:cNvCxnSpPr>
            <p:nvPr/>
          </p:nvCxnSpPr>
          <p:spPr>
            <a:xfrm>
              <a:off x="5253460" y="1066595"/>
              <a:ext cx="3264536" cy="16228"/>
            </a:xfrm>
            <a:prstGeom prst="line">
              <a:avLst/>
            </a:prstGeom>
            <a:ln>
              <a:solidFill>
                <a:srgbClr val="00445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5" name="Google Shape;936;p37">
            <a:extLst>
              <a:ext uri="{FF2B5EF4-FFF2-40B4-BE49-F238E27FC236}">
                <a16:creationId xmlns:a16="http://schemas.microsoft.com/office/drawing/2014/main" id="{DB4540F3-335E-CE56-353F-D0A2307B7DEB}"/>
              </a:ext>
            </a:extLst>
          </p:cNvPr>
          <p:cNvSpPr/>
          <p:nvPr/>
        </p:nvSpPr>
        <p:spPr>
          <a:xfrm rot="16200000" flipH="1" flipV="1">
            <a:off x="-26331" y="5857"/>
            <a:ext cx="636272" cy="583606"/>
          </a:xfrm>
          <a:custGeom>
            <a:avLst/>
            <a:gdLst>
              <a:gd name="connsiteX0" fmla="*/ 0 w 1440059"/>
              <a:gd name="connsiteY0" fmla="*/ 0 h 583600"/>
              <a:gd name="connsiteX1" fmla="*/ 1148259 w 1440059"/>
              <a:gd name="connsiteY1" fmla="*/ 0 h 583600"/>
              <a:gd name="connsiteX2" fmla="*/ 1440059 w 1440059"/>
              <a:gd name="connsiteY2" fmla="*/ 291800 h 583600"/>
              <a:gd name="connsiteX3" fmla="*/ 1440059 w 1440059"/>
              <a:gd name="connsiteY3" fmla="*/ 583600 h 583600"/>
              <a:gd name="connsiteX4" fmla="*/ 0 w 1440059"/>
              <a:gd name="connsiteY4" fmla="*/ 583600 h 583600"/>
              <a:gd name="connsiteX5" fmla="*/ 0 w 1440059"/>
              <a:gd name="connsiteY5" fmla="*/ 0 h 583600"/>
              <a:gd name="connsiteX0" fmla="*/ 612059 w 1440059"/>
              <a:gd name="connsiteY0" fmla="*/ 0 h 583603"/>
              <a:gd name="connsiteX1" fmla="*/ 1148259 w 1440059"/>
              <a:gd name="connsiteY1" fmla="*/ 3 h 583603"/>
              <a:gd name="connsiteX2" fmla="*/ 1440059 w 1440059"/>
              <a:gd name="connsiteY2" fmla="*/ 291803 h 583603"/>
              <a:gd name="connsiteX3" fmla="*/ 1440059 w 1440059"/>
              <a:gd name="connsiteY3" fmla="*/ 583603 h 583603"/>
              <a:gd name="connsiteX4" fmla="*/ 0 w 1440059"/>
              <a:gd name="connsiteY4" fmla="*/ 583603 h 583603"/>
              <a:gd name="connsiteX5" fmla="*/ 612059 w 1440059"/>
              <a:gd name="connsiteY5" fmla="*/ 0 h 583603"/>
              <a:gd name="connsiteX0" fmla="*/ 0 w 828000"/>
              <a:gd name="connsiteY0" fmla="*/ 0 h 583603"/>
              <a:gd name="connsiteX1" fmla="*/ 536200 w 828000"/>
              <a:gd name="connsiteY1" fmla="*/ 3 h 583603"/>
              <a:gd name="connsiteX2" fmla="*/ 828000 w 828000"/>
              <a:gd name="connsiteY2" fmla="*/ 291803 h 583603"/>
              <a:gd name="connsiteX3" fmla="*/ 828000 w 828000"/>
              <a:gd name="connsiteY3" fmla="*/ 583603 h 583603"/>
              <a:gd name="connsiteX4" fmla="*/ 191728 w 828000"/>
              <a:gd name="connsiteY4" fmla="*/ 576229 h 583603"/>
              <a:gd name="connsiteX5" fmla="*/ 0 w 828000"/>
              <a:gd name="connsiteY5" fmla="*/ 0 h 583603"/>
              <a:gd name="connsiteX0" fmla="*/ 14749 w 636272"/>
              <a:gd name="connsiteY0" fmla="*/ 0 h 583606"/>
              <a:gd name="connsiteX1" fmla="*/ 344472 w 636272"/>
              <a:gd name="connsiteY1" fmla="*/ 6 h 583606"/>
              <a:gd name="connsiteX2" fmla="*/ 636272 w 636272"/>
              <a:gd name="connsiteY2" fmla="*/ 291806 h 583606"/>
              <a:gd name="connsiteX3" fmla="*/ 636272 w 636272"/>
              <a:gd name="connsiteY3" fmla="*/ 583606 h 583606"/>
              <a:gd name="connsiteX4" fmla="*/ 0 w 636272"/>
              <a:gd name="connsiteY4" fmla="*/ 576232 h 583606"/>
              <a:gd name="connsiteX5" fmla="*/ 14749 w 636272"/>
              <a:gd name="connsiteY5" fmla="*/ 0 h 5836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36272" h="583606">
                <a:moveTo>
                  <a:pt x="14749" y="0"/>
                </a:moveTo>
                <a:lnTo>
                  <a:pt x="344472" y="6"/>
                </a:lnTo>
                <a:cubicBezTo>
                  <a:pt x="505629" y="6"/>
                  <a:pt x="636272" y="130649"/>
                  <a:pt x="636272" y="291806"/>
                </a:cubicBezTo>
                <a:lnTo>
                  <a:pt x="636272" y="583606"/>
                </a:lnTo>
                <a:lnTo>
                  <a:pt x="0" y="576232"/>
                </a:lnTo>
                <a:lnTo>
                  <a:pt x="14749" y="0"/>
                </a:lnTo>
                <a:close/>
              </a:path>
            </a:pathLst>
          </a:custGeom>
          <a:solidFill>
            <a:srgbClr val="1B204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latin typeface="Maven Pro"/>
              <a:ea typeface="Maven Pro"/>
              <a:cs typeface="Maven Pro"/>
              <a:sym typeface="Maven Pro"/>
            </a:endParaRPr>
          </a:p>
        </p:txBody>
      </p:sp>
      <p:sp>
        <p:nvSpPr>
          <p:cNvPr id="26" name="Google Shape;937;p37">
            <a:extLst>
              <a:ext uri="{FF2B5EF4-FFF2-40B4-BE49-F238E27FC236}">
                <a16:creationId xmlns:a16="http://schemas.microsoft.com/office/drawing/2014/main" id="{EA57A5DA-DF11-256C-FD5C-71AC9794084B}"/>
              </a:ext>
            </a:extLst>
          </p:cNvPr>
          <p:cNvSpPr/>
          <p:nvPr/>
        </p:nvSpPr>
        <p:spPr>
          <a:xfrm rot="16200000" flipH="1" flipV="1">
            <a:off x="-223281" y="212082"/>
            <a:ext cx="765195" cy="318641"/>
          </a:xfrm>
          <a:custGeom>
            <a:avLst/>
            <a:gdLst>
              <a:gd name="connsiteX0" fmla="*/ 0 w 1745961"/>
              <a:gd name="connsiteY0" fmla="*/ 0 h 318637"/>
              <a:gd name="connsiteX1" fmla="*/ 1586643 w 1745961"/>
              <a:gd name="connsiteY1" fmla="*/ 0 h 318637"/>
              <a:gd name="connsiteX2" fmla="*/ 1745962 w 1745961"/>
              <a:gd name="connsiteY2" fmla="*/ 159319 h 318637"/>
              <a:gd name="connsiteX3" fmla="*/ 1745961 w 1745961"/>
              <a:gd name="connsiteY3" fmla="*/ 318637 h 318637"/>
              <a:gd name="connsiteX4" fmla="*/ 0 w 1745961"/>
              <a:gd name="connsiteY4" fmla="*/ 318637 h 318637"/>
              <a:gd name="connsiteX5" fmla="*/ 0 w 1745961"/>
              <a:gd name="connsiteY5" fmla="*/ 0 h 318637"/>
              <a:gd name="connsiteX0" fmla="*/ 980768 w 1745962"/>
              <a:gd name="connsiteY0" fmla="*/ 0 h 318637"/>
              <a:gd name="connsiteX1" fmla="*/ 1586643 w 1745962"/>
              <a:gd name="connsiteY1" fmla="*/ 0 h 318637"/>
              <a:gd name="connsiteX2" fmla="*/ 1745962 w 1745962"/>
              <a:gd name="connsiteY2" fmla="*/ 159319 h 318637"/>
              <a:gd name="connsiteX3" fmla="*/ 1745961 w 1745962"/>
              <a:gd name="connsiteY3" fmla="*/ 318637 h 318637"/>
              <a:gd name="connsiteX4" fmla="*/ 0 w 1745962"/>
              <a:gd name="connsiteY4" fmla="*/ 318637 h 318637"/>
              <a:gd name="connsiteX5" fmla="*/ 980768 w 1745962"/>
              <a:gd name="connsiteY5" fmla="*/ 0 h 318637"/>
              <a:gd name="connsiteX0" fmla="*/ 1 w 765195"/>
              <a:gd name="connsiteY0" fmla="*/ 0 h 318641"/>
              <a:gd name="connsiteX1" fmla="*/ 605876 w 765195"/>
              <a:gd name="connsiteY1" fmla="*/ 0 h 318641"/>
              <a:gd name="connsiteX2" fmla="*/ 765195 w 765195"/>
              <a:gd name="connsiteY2" fmla="*/ 159319 h 318641"/>
              <a:gd name="connsiteX3" fmla="*/ 765194 w 765195"/>
              <a:gd name="connsiteY3" fmla="*/ 318637 h 318641"/>
              <a:gd name="connsiteX4" fmla="*/ 0 w 765195"/>
              <a:gd name="connsiteY4" fmla="*/ 318641 h 318641"/>
              <a:gd name="connsiteX5" fmla="*/ 1 w 765195"/>
              <a:gd name="connsiteY5" fmla="*/ 0 h 3186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765195" h="318641">
                <a:moveTo>
                  <a:pt x="1" y="0"/>
                </a:moveTo>
                <a:lnTo>
                  <a:pt x="605876" y="0"/>
                </a:lnTo>
                <a:cubicBezTo>
                  <a:pt x="693865" y="0"/>
                  <a:pt x="765195" y="71330"/>
                  <a:pt x="765195" y="159319"/>
                </a:cubicBezTo>
                <a:cubicBezTo>
                  <a:pt x="765195" y="212425"/>
                  <a:pt x="765194" y="265531"/>
                  <a:pt x="765194" y="318637"/>
                </a:cubicBezTo>
                <a:lnTo>
                  <a:pt x="0" y="318641"/>
                </a:lnTo>
                <a:cubicBezTo>
                  <a:pt x="0" y="212427"/>
                  <a:pt x="1" y="106214"/>
                  <a:pt x="1" y="0"/>
                </a:cubicBezTo>
                <a:close/>
              </a:path>
            </a:pathLst>
          </a:custGeom>
          <a:gradFill flip="none" rotWithShape="1">
            <a:gsLst>
              <a:gs pos="63000">
                <a:srgbClr val="06D1D7"/>
              </a:gs>
              <a:gs pos="33000">
                <a:srgbClr val="23A295"/>
              </a:gs>
              <a:gs pos="0">
                <a:srgbClr val="57F6A2"/>
              </a:gs>
              <a:gs pos="100000">
                <a:srgbClr val="1B2048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latin typeface="Maven Pro"/>
              <a:ea typeface="Maven Pro"/>
              <a:cs typeface="Maven Pro"/>
              <a:sym typeface="Maven Pro"/>
            </a:endParaRPr>
          </a:p>
        </p:txBody>
      </p:sp>
      <p:grpSp>
        <p:nvGrpSpPr>
          <p:cNvPr id="28" name="Google Shape;938;p37">
            <a:extLst>
              <a:ext uri="{FF2B5EF4-FFF2-40B4-BE49-F238E27FC236}">
                <a16:creationId xmlns:a16="http://schemas.microsoft.com/office/drawing/2014/main" id="{6EB16733-8D6A-D7BC-A191-17FF561557EE}"/>
              </a:ext>
            </a:extLst>
          </p:cNvPr>
          <p:cNvGrpSpPr/>
          <p:nvPr/>
        </p:nvGrpSpPr>
        <p:grpSpPr>
          <a:xfrm rot="16200000">
            <a:off x="720348" y="-178200"/>
            <a:ext cx="368002" cy="860760"/>
            <a:chOff x="8238071" y="2241175"/>
            <a:chExt cx="379279" cy="2095500"/>
          </a:xfrm>
          <a:gradFill>
            <a:gsLst>
              <a:gs pos="53000">
                <a:srgbClr val="23A295"/>
              </a:gs>
              <a:gs pos="0">
                <a:srgbClr val="57F6A2"/>
              </a:gs>
              <a:gs pos="100000">
                <a:srgbClr val="1B2048"/>
              </a:gs>
            </a:gsLst>
            <a:lin ang="5400000" scaled="1"/>
          </a:gradFill>
        </p:grpSpPr>
        <p:cxnSp>
          <p:nvCxnSpPr>
            <p:cNvPr id="29" name="Google Shape;945;p37">
              <a:extLst>
                <a:ext uri="{FF2B5EF4-FFF2-40B4-BE49-F238E27FC236}">
                  <a16:creationId xmlns:a16="http://schemas.microsoft.com/office/drawing/2014/main" id="{A4F5AB03-BC64-A1C8-68DF-AA5EDCF7047B}"/>
                </a:ext>
              </a:extLst>
            </p:cNvPr>
            <p:cNvCxnSpPr/>
            <p:nvPr/>
          </p:nvCxnSpPr>
          <p:spPr>
            <a:xfrm>
              <a:off x="8313927" y="2241175"/>
              <a:ext cx="0" cy="2095500"/>
            </a:xfrm>
            <a:prstGeom prst="straightConnector1">
              <a:avLst/>
            </a:prstGeom>
            <a:grpFill/>
            <a:ln w="9525" cap="flat" cmpd="sng">
              <a:solidFill>
                <a:srgbClr val="1AB0A9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0" name="Google Shape;948;p37">
              <a:extLst>
                <a:ext uri="{FF2B5EF4-FFF2-40B4-BE49-F238E27FC236}">
                  <a16:creationId xmlns:a16="http://schemas.microsoft.com/office/drawing/2014/main" id="{97376E6C-AE2C-DD00-65FF-E9330579F243}"/>
                </a:ext>
              </a:extLst>
            </p:cNvPr>
            <p:cNvCxnSpPr/>
            <p:nvPr/>
          </p:nvCxnSpPr>
          <p:spPr>
            <a:xfrm>
              <a:off x="8238071" y="2241175"/>
              <a:ext cx="0" cy="2095500"/>
            </a:xfrm>
            <a:prstGeom prst="straightConnector1">
              <a:avLst/>
            </a:prstGeom>
            <a:grpFill/>
            <a:ln w="9525" cap="flat" cmpd="sng">
              <a:solidFill>
                <a:srgbClr val="1AB0A9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1" name="Google Shape;949;p37">
              <a:extLst>
                <a:ext uri="{FF2B5EF4-FFF2-40B4-BE49-F238E27FC236}">
                  <a16:creationId xmlns:a16="http://schemas.microsoft.com/office/drawing/2014/main" id="{172A655B-E7AF-0562-7023-BC6B736F9680}"/>
                </a:ext>
              </a:extLst>
            </p:cNvPr>
            <p:cNvCxnSpPr/>
            <p:nvPr/>
          </p:nvCxnSpPr>
          <p:spPr>
            <a:xfrm>
              <a:off x="8389783" y="2241175"/>
              <a:ext cx="0" cy="2095500"/>
            </a:xfrm>
            <a:prstGeom prst="straightConnector1">
              <a:avLst/>
            </a:prstGeom>
            <a:grpFill/>
            <a:ln w="9525" cap="flat" cmpd="sng">
              <a:solidFill>
                <a:srgbClr val="1AB0A9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2" name="Google Shape;950;p37">
              <a:extLst>
                <a:ext uri="{FF2B5EF4-FFF2-40B4-BE49-F238E27FC236}">
                  <a16:creationId xmlns:a16="http://schemas.microsoft.com/office/drawing/2014/main" id="{31E8276E-D83A-C388-DD7F-656B0A223ECD}"/>
                </a:ext>
              </a:extLst>
            </p:cNvPr>
            <p:cNvCxnSpPr/>
            <p:nvPr/>
          </p:nvCxnSpPr>
          <p:spPr>
            <a:xfrm>
              <a:off x="8465638" y="2241175"/>
              <a:ext cx="0" cy="2095500"/>
            </a:xfrm>
            <a:prstGeom prst="straightConnector1">
              <a:avLst/>
            </a:prstGeom>
            <a:grpFill/>
            <a:ln w="9525" cap="flat" cmpd="sng">
              <a:solidFill>
                <a:srgbClr val="1AB0A9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3" name="Google Shape;951;p37">
              <a:extLst>
                <a:ext uri="{FF2B5EF4-FFF2-40B4-BE49-F238E27FC236}">
                  <a16:creationId xmlns:a16="http://schemas.microsoft.com/office/drawing/2014/main" id="{B8FE00DD-1358-882E-6006-27AC86AF54E2}"/>
                </a:ext>
              </a:extLst>
            </p:cNvPr>
            <p:cNvCxnSpPr/>
            <p:nvPr/>
          </p:nvCxnSpPr>
          <p:spPr>
            <a:xfrm>
              <a:off x="8541494" y="2241175"/>
              <a:ext cx="0" cy="2095500"/>
            </a:xfrm>
            <a:prstGeom prst="straightConnector1">
              <a:avLst/>
            </a:prstGeom>
            <a:grpFill/>
            <a:ln w="9525" cap="flat" cmpd="sng">
              <a:solidFill>
                <a:srgbClr val="1AB0A9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4" name="Google Shape;952;p37">
              <a:extLst>
                <a:ext uri="{FF2B5EF4-FFF2-40B4-BE49-F238E27FC236}">
                  <a16:creationId xmlns:a16="http://schemas.microsoft.com/office/drawing/2014/main" id="{129A7D06-60D2-6298-A241-4F519C981D15}"/>
                </a:ext>
              </a:extLst>
            </p:cNvPr>
            <p:cNvCxnSpPr/>
            <p:nvPr/>
          </p:nvCxnSpPr>
          <p:spPr>
            <a:xfrm>
              <a:off x="8617350" y="2241175"/>
              <a:ext cx="0" cy="2095500"/>
            </a:xfrm>
            <a:prstGeom prst="straightConnector1">
              <a:avLst/>
            </a:prstGeom>
            <a:grpFill/>
            <a:ln w="9525" cap="flat" cmpd="sng">
              <a:solidFill>
                <a:srgbClr val="1AB0A9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35" name="Título 1">
            <a:extLst>
              <a:ext uri="{FF2B5EF4-FFF2-40B4-BE49-F238E27FC236}">
                <a16:creationId xmlns:a16="http://schemas.microsoft.com/office/drawing/2014/main" id="{A52D570D-A975-F6C2-EA1F-0603A5268A4A}"/>
              </a:ext>
            </a:extLst>
          </p:cNvPr>
          <p:cNvSpPr txBox="1">
            <a:spLocks/>
          </p:cNvSpPr>
          <p:nvPr/>
        </p:nvSpPr>
        <p:spPr>
          <a:xfrm>
            <a:off x="737108" y="504150"/>
            <a:ext cx="8467638" cy="4554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Montserrat"/>
              <a:buNone/>
              <a:defRPr sz="52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Montserrat"/>
              <a:buNone/>
              <a:defRPr sz="52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Montserrat"/>
              <a:buNone/>
              <a:defRPr sz="52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Montserrat"/>
              <a:buNone/>
              <a:defRPr sz="52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Montserrat"/>
              <a:buNone/>
              <a:defRPr sz="52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Montserrat"/>
              <a:buNone/>
              <a:defRPr sz="52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Montserrat"/>
              <a:buNone/>
              <a:defRPr sz="52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Montserrat"/>
              <a:buNone/>
              <a:defRPr sz="52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Montserrat"/>
              <a:buNone/>
              <a:defRPr sz="52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algn="l"/>
            <a:r>
              <a:rPr lang="pt-BR" sz="2000" dirty="0">
                <a:latin typeface="+mj-lt"/>
                <a:cs typeface="Arial" panose="020B0604020202020204" pitchFamily="34" charset="0"/>
              </a:rPr>
              <a:t>Clusterização semântica e estabilidade dos agrupamentos</a:t>
            </a:r>
          </a:p>
        </p:txBody>
      </p:sp>
      <p:sp>
        <p:nvSpPr>
          <p:cNvPr id="36" name="Subtítulo 2">
            <a:extLst>
              <a:ext uri="{FF2B5EF4-FFF2-40B4-BE49-F238E27FC236}">
                <a16:creationId xmlns:a16="http://schemas.microsoft.com/office/drawing/2014/main" id="{286A0AAF-39B7-5159-DAA3-FB589C8581B5}"/>
              </a:ext>
            </a:extLst>
          </p:cNvPr>
          <p:cNvSpPr>
            <a:spLocks noGrp="1"/>
          </p:cNvSpPr>
          <p:nvPr>
            <p:ph type="subTitle" idx="4294967295"/>
          </p:nvPr>
        </p:nvSpPr>
        <p:spPr>
          <a:xfrm>
            <a:off x="583608" y="1395073"/>
            <a:ext cx="3412659" cy="3284762"/>
          </a:xfrm>
          <a:prstGeom prst="rect">
            <a:avLst/>
          </a:prstGeom>
        </p:spPr>
        <p:txBody>
          <a:bodyPr>
            <a:normAutofit fontScale="92500" lnSpcReduction="10000"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/>
              <a:t>Após a classificação, os textos são convertidos em representações vetoriais.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/>
              <a:t>Foram usadas três representações:</a:t>
            </a:r>
          </a:p>
          <a:p>
            <a:pPr lvl="2" defTabSz="358775"/>
            <a:r>
              <a:rPr lang="pt-BR" dirty="0"/>
              <a:t>	- texto integral;</a:t>
            </a:r>
          </a:p>
          <a:p>
            <a:pPr defTabSz="358775"/>
            <a:r>
              <a:rPr lang="pt-BR" dirty="0"/>
              <a:t>	- texto resumido;</a:t>
            </a:r>
          </a:p>
          <a:p>
            <a:pPr defTabSz="358775"/>
            <a:r>
              <a:rPr lang="pt-BR" dirty="0"/>
              <a:t>	- representação híbrida.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/>
              <a:t>Vetorização por TF-IDF com </a:t>
            </a:r>
            <a:r>
              <a:rPr lang="pt-BR" dirty="0" err="1"/>
              <a:t>unigramas</a:t>
            </a:r>
            <a:r>
              <a:rPr lang="pt-BR" dirty="0"/>
              <a:t> e bigramas.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/>
              <a:t>Redução de dimensionalidade por SVD.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/>
              <a:t>Clusterização principal com </a:t>
            </a:r>
            <a:r>
              <a:rPr lang="pt-BR" dirty="0" err="1"/>
              <a:t>Mini-Batch</a:t>
            </a:r>
            <a:r>
              <a:rPr lang="pt-BR" dirty="0"/>
              <a:t> K-</a:t>
            </a:r>
            <a:r>
              <a:rPr lang="pt-BR" dirty="0" err="1"/>
              <a:t>means</a:t>
            </a:r>
            <a:r>
              <a:rPr lang="pt-BR" dirty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/>
              <a:t>HDBSCAN usado como camada diagnóstica.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/>
              <a:t>Consenso entre especificações para identificar pares semanticamente estáveis.</a:t>
            </a:r>
            <a:endParaRPr lang="pt-BR" dirty="0">
              <a:solidFill>
                <a:schemeClr val="bg1"/>
              </a:solidFill>
              <a:latin typeface="+mj-lt"/>
            </a:endParaRPr>
          </a:p>
        </p:txBody>
      </p:sp>
      <p:cxnSp>
        <p:nvCxnSpPr>
          <p:cNvPr id="40" name="Conector reto 39">
            <a:extLst>
              <a:ext uri="{FF2B5EF4-FFF2-40B4-BE49-F238E27FC236}">
                <a16:creationId xmlns:a16="http://schemas.microsoft.com/office/drawing/2014/main" id="{C7D4EA98-BF1C-8543-B228-5315CBA39002}"/>
              </a:ext>
            </a:extLst>
          </p:cNvPr>
          <p:cNvCxnSpPr>
            <a:cxnSpLocks/>
          </p:cNvCxnSpPr>
          <p:nvPr/>
        </p:nvCxnSpPr>
        <p:spPr>
          <a:xfrm>
            <a:off x="-5" y="1114607"/>
            <a:ext cx="2796961" cy="0"/>
          </a:xfrm>
          <a:prstGeom prst="line">
            <a:avLst/>
          </a:prstGeom>
          <a:ln>
            <a:solidFill>
              <a:srgbClr val="00445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Google Shape;937;p37">
            <a:extLst>
              <a:ext uri="{FF2B5EF4-FFF2-40B4-BE49-F238E27FC236}">
                <a16:creationId xmlns:a16="http://schemas.microsoft.com/office/drawing/2014/main" id="{3DBFA456-AD8D-AEA6-4AD5-6BD2141671C4}"/>
              </a:ext>
            </a:extLst>
          </p:cNvPr>
          <p:cNvSpPr/>
          <p:nvPr/>
        </p:nvSpPr>
        <p:spPr>
          <a:xfrm flipH="1" flipV="1">
            <a:off x="8773117" y="52"/>
            <a:ext cx="369846" cy="249032"/>
          </a:xfrm>
          <a:custGeom>
            <a:avLst/>
            <a:gdLst>
              <a:gd name="connsiteX0" fmla="*/ 0 w 1414234"/>
              <a:gd name="connsiteY0" fmla="*/ 0 h 258097"/>
              <a:gd name="connsiteX1" fmla="*/ 1285186 w 1414234"/>
              <a:gd name="connsiteY1" fmla="*/ 0 h 258097"/>
              <a:gd name="connsiteX2" fmla="*/ 1414235 w 1414234"/>
              <a:gd name="connsiteY2" fmla="*/ 129049 h 258097"/>
              <a:gd name="connsiteX3" fmla="*/ 1414234 w 1414234"/>
              <a:gd name="connsiteY3" fmla="*/ 258097 h 258097"/>
              <a:gd name="connsiteX4" fmla="*/ 0 w 1414234"/>
              <a:gd name="connsiteY4" fmla="*/ 258097 h 258097"/>
              <a:gd name="connsiteX5" fmla="*/ 0 w 1414234"/>
              <a:gd name="connsiteY5" fmla="*/ 0 h 258097"/>
              <a:gd name="connsiteX0" fmla="*/ 0 w 1414235"/>
              <a:gd name="connsiteY0" fmla="*/ 0 h 258097"/>
              <a:gd name="connsiteX1" fmla="*/ 1285186 w 1414235"/>
              <a:gd name="connsiteY1" fmla="*/ 0 h 258097"/>
              <a:gd name="connsiteX2" fmla="*/ 1414235 w 1414235"/>
              <a:gd name="connsiteY2" fmla="*/ 129049 h 258097"/>
              <a:gd name="connsiteX3" fmla="*/ 1414234 w 1414235"/>
              <a:gd name="connsiteY3" fmla="*/ 258097 h 258097"/>
              <a:gd name="connsiteX4" fmla="*/ 243348 w 1414235"/>
              <a:gd name="connsiteY4" fmla="*/ 258097 h 258097"/>
              <a:gd name="connsiteX5" fmla="*/ 0 w 1414235"/>
              <a:gd name="connsiteY5" fmla="*/ 0 h 258097"/>
              <a:gd name="connsiteX0" fmla="*/ 0 w 1178260"/>
              <a:gd name="connsiteY0" fmla="*/ 7374 h 258097"/>
              <a:gd name="connsiteX1" fmla="*/ 1049211 w 1178260"/>
              <a:gd name="connsiteY1" fmla="*/ 0 h 258097"/>
              <a:gd name="connsiteX2" fmla="*/ 1178260 w 1178260"/>
              <a:gd name="connsiteY2" fmla="*/ 129049 h 258097"/>
              <a:gd name="connsiteX3" fmla="*/ 1178259 w 1178260"/>
              <a:gd name="connsiteY3" fmla="*/ 258097 h 258097"/>
              <a:gd name="connsiteX4" fmla="*/ 7373 w 1178260"/>
              <a:gd name="connsiteY4" fmla="*/ 258097 h 258097"/>
              <a:gd name="connsiteX5" fmla="*/ 0 w 1178260"/>
              <a:gd name="connsiteY5" fmla="*/ 7374 h 258097"/>
              <a:gd name="connsiteX0" fmla="*/ 0 w 1178260"/>
              <a:gd name="connsiteY0" fmla="*/ 7374 h 265471"/>
              <a:gd name="connsiteX1" fmla="*/ 1049211 w 1178260"/>
              <a:gd name="connsiteY1" fmla="*/ 0 h 265471"/>
              <a:gd name="connsiteX2" fmla="*/ 1178260 w 1178260"/>
              <a:gd name="connsiteY2" fmla="*/ 129049 h 265471"/>
              <a:gd name="connsiteX3" fmla="*/ 1178259 w 1178260"/>
              <a:gd name="connsiteY3" fmla="*/ 258097 h 265471"/>
              <a:gd name="connsiteX4" fmla="*/ 619431 w 1178260"/>
              <a:gd name="connsiteY4" fmla="*/ 265471 h 265471"/>
              <a:gd name="connsiteX5" fmla="*/ 0 w 1178260"/>
              <a:gd name="connsiteY5" fmla="*/ 7374 h 265471"/>
              <a:gd name="connsiteX0" fmla="*/ 0 w 566202"/>
              <a:gd name="connsiteY0" fmla="*/ 0 h 280219"/>
              <a:gd name="connsiteX1" fmla="*/ 437153 w 566202"/>
              <a:gd name="connsiteY1" fmla="*/ 14748 h 280219"/>
              <a:gd name="connsiteX2" fmla="*/ 566202 w 566202"/>
              <a:gd name="connsiteY2" fmla="*/ 143797 h 280219"/>
              <a:gd name="connsiteX3" fmla="*/ 566201 w 566202"/>
              <a:gd name="connsiteY3" fmla="*/ 272845 h 280219"/>
              <a:gd name="connsiteX4" fmla="*/ 7373 w 566202"/>
              <a:gd name="connsiteY4" fmla="*/ 280219 h 280219"/>
              <a:gd name="connsiteX5" fmla="*/ 0 w 566202"/>
              <a:gd name="connsiteY5" fmla="*/ 0 h 280219"/>
              <a:gd name="connsiteX0" fmla="*/ 0 w 566202"/>
              <a:gd name="connsiteY0" fmla="*/ 0 h 280219"/>
              <a:gd name="connsiteX1" fmla="*/ 437153 w 566202"/>
              <a:gd name="connsiteY1" fmla="*/ 14748 h 280219"/>
              <a:gd name="connsiteX2" fmla="*/ 566202 w 566202"/>
              <a:gd name="connsiteY2" fmla="*/ 143797 h 280219"/>
              <a:gd name="connsiteX3" fmla="*/ 566201 w 566202"/>
              <a:gd name="connsiteY3" fmla="*/ 272845 h 280219"/>
              <a:gd name="connsiteX4" fmla="*/ 58992 w 566202"/>
              <a:gd name="connsiteY4" fmla="*/ 280219 h 280219"/>
              <a:gd name="connsiteX5" fmla="*/ 0 w 566202"/>
              <a:gd name="connsiteY5" fmla="*/ 0 h 280219"/>
              <a:gd name="connsiteX0" fmla="*/ 0 w 566202"/>
              <a:gd name="connsiteY0" fmla="*/ 0 h 272845"/>
              <a:gd name="connsiteX1" fmla="*/ 437153 w 566202"/>
              <a:gd name="connsiteY1" fmla="*/ 14748 h 272845"/>
              <a:gd name="connsiteX2" fmla="*/ 566202 w 566202"/>
              <a:gd name="connsiteY2" fmla="*/ 143797 h 272845"/>
              <a:gd name="connsiteX3" fmla="*/ 566201 w 566202"/>
              <a:gd name="connsiteY3" fmla="*/ 272845 h 272845"/>
              <a:gd name="connsiteX4" fmla="*/ 209118 w 566202"/>
              <a:gd name="connsiteY4" fmla="*/ 262022 h 272845"/>
              <a:gd name="connsiteX5" fmla="*/ 0 w 566202"/>
              <a:gd name="connsiteY5" fmla="*/ 0 h 272845"/>
              <a:gd name="connsiteX0" fmla="*/ 0 w 366035"/>
              <a:gd name="connsiteY0" fmla="*/ 0 h 272845"/>
              <a:gd name="connsiteX1" fmla="*/ 236986 w 366035"/>
              <a:gd name="connsiteY1" fmla="*/ 14748 h 272845"/>
              <a:gd name="connsiteX2" fmla="*/ 366035 w 366035"/>
              <a:gd name="connsiteY2" fmla="*/ 143797 h 272845"/>
              <a:gd name="connsiteX3" fmla="*/ 366034 w 366035"/>
              <a:gd name="connsiteY3" fmla="*/ 272845 h 272845"/>
              <a:gd name="connsiteX4" fmla="*/ 8951 w 366035"/>
              <a:gd name="connsiteY4" fmla="*/ 262022 h 272845"/>
              <a:gd name="connsiteX5" fmla="*/ 0 w 366035"/>
              <a:gd name="connsiteY5" fmla="*/ 0 h 272845"/>
              <a:gd name="connsiteX0" fmla="*/ 0 w 366035"/>
              <a:gd name="connsiteY0" fmla="*/ 0 h 272845"/>
              <a:gd name="connsiteX1" fmla="*/ 236986 w 366035"/>
              <a:gd name="connsiteY1" fmla="*/ 14748 h 272845"/>
              <a:gd name="connsiteX2" fmla="*/ 366035 w 366035"/>
              <a:gd name="connsiteY2" fmla="*/ 143797 h 272845"/>
              <a:gd name="connsiteX3" fmla="*/ 366034 w 366035"/>
              <a:gd name="connsiteY3" fmla="*/ 272845 h 272845"/>
              <a:gd name="connsiteX4" fmla="*/ 99438 w 366035"/>
              <a:gd name="connsiteY4" fmla="*/ 247734 h 272845"/>
              <a:gd name="connsiteX5" fmla="*/ 0 w 366035"/>
              <a:gd name="connsiteY5" fmla="*/ 0 h 272845"/>
              <a:gd name="connsiteX0" fmla="*/ 0 w 366035"/>
              <a:gd name="connsiteY0" fmla="*/ 0 h 272845"/>
              <a:gd name="connsiteX1" fmla="*/ 236986 w 366035"/>
              <a:gd name="connsiteY1" fmla="*/ 14748 h 272845"/>
              <a:gd name="connsiteX2" fmla="*/ 366035 w 366035"/>
              <a:gd name="connsiteY2" fmla="*/ 143797 h 272845"/>
              <a:gd name="connsiteX3" fmla="*/ 366034 w 366035"/>
              <a:gd name="connsiteY3" fmla="*/ 272845 h 272845"/>
              <a:gd name="connsiteX4" fmla="*/ 25619 w 366035"/>
              <a:gd name="connsiteY4" fmla="*/ 259641 h 272845"/>
              <a:gd name="connsiteX5" fmla="*/ 0 w 366035"/>
              <a:gd name="connsiteY5" fmla="*/ 0 h 272845"/>
              <a:gd name="connsiteX0" fmla="*/ 5337 w 340416"/>
              <a:gd name="connsiteY0" fmla="*/ 0 h 268083"/>
              <a:gd name="connsiteX1" fmla="*/ 211367 w 340416"/>
              <a:gd name="connsiteY1" fmla="*/ 9986 h 268083"/>
              <a:gd name="connsiteX2" fmla="*/ 340416 w 340416"/>
              <a:gd name="connsiteY2" fmla="*/ 139035 h 268083"/>
              <a:gd name="connsiteX3" fmla="*/ 340415 w 340416"/>
              <a:gd name="connsiteY3" fmla="*/ 268083 h 268083"/>
              <a:gd name="connsiteX4" fmla="*/ 0 w 340416"/>
              <a:gd name="connsiteY4" fmla="*/ 254879 h 268083"/>
              <a:gd name="connsiteX5" fmla="*/ 5337 w 340416"/>
              <a:gd name="connsiteY5" fmla="*/ 0 h 268083"/>
              <a:gd name="connsiteX0" fmla="*/ 5337 w 353901"/>
              <a:gd name="connsiteY0" fmla="*/ 0 h 254879"/>
              <a:gd name="connsiteX1" fmla="*/ 211367 w 353901"/>
              <a:gd name="connsiteY1" fmla="*/ 9986 h 254879"/>
              <a:gd name="connsiteX2" fmla="*/ 340416 w 353901"/>
              <a:gd name="connsiteY2" fmla="*/ 139035 h 254879"/>
              <a:gd name="connsiteX3" fmla="*/ 349940 w 353901"/>
              <a:gd name="connsiteY3" fmla="*/ 253795 h 254879"/>
              <a:gd name="connsiteX4" fmla="*/ 0 w 353901"/>
              <a:gd name="connsiteY4" fmla="*/ 254879 h 254879"/>
              <a:gd name="connsiteX5" fmla="*/ 5337 w 353901"/>
              <a:gd name="connsiteY5" fmla="*/ 0 h 254879"/>
              <a:gd name="connsiteX0" fmla="*/ 7718 w 356282"/>
              <a:gd name="connsiteY0" fmla="*/ 0 h 253795"/>
              <a:gd name="connsiteX1" fmla="*/ 213748 w 356282"/>
              <a:gd name="connsiteY1" fmla="*/ 9986 h 253795"/>
              <a:gd name="connsiteX2" fmla="*/ 342797 w 356282"/>
              <a:gd name="connsiteY2" fmla="*/ 139035 h 253795"/>
              <a:gd name="connsiteX3" fmla="*/ 352321 w 356282"/>
              <a:gd name="connsiteY3" fmla="*/ 253795 h 253795"/>
              <a:gd name="connsiteX4" fmla="*/ 0 w 356282"/>
              <a:gd name="connsiteY4" fmla="*/ 226304 h 253795"/>
              <a:gd name="connsiteX5" fmla="*/ 7718 w 356282"/>
              <a:gd name="connsiteY5" fmla="*/ 0 h 253795"/>
              <a:gd name="connsiteX0" fmla="*/ 574 w 349138"/>
              <a:gd name="connsiteY0" fmla="*/ 0 h 257260"/>
              <a:gd name="connsiteX1" fmla="*/ 206604 w 349138"/>
              <a:gd name="connsiteY1" fmla="*/ 9986 h 257260"/>
              <a:gd name="connsiteX2" fmla="*/ 335653 w 349138"/>
              <a:gd name="connsiteY2" fmla="*/ 139035 h 257260"/>
              <a:gd name="connsiteX3" fmla="*/ 345177 w 349138"/>
              <a:gd name="connsiteY3" fmla="*/ 253795 h 257260"/>
              <a:gd name="connsiteX4" fmla="*/ 0 w 349138"/>
              <a:gd name="connsiteY4" fmla="*/ 257260 h 257260"/>
              <a:gd name="connsiteX5" fmla="*/ 574 w 349138"/>
              <a:gd name="connsiteY5" fmla="*/ 0 h 257260"/>
              <a:gd name="connsiteX0" fmla="*/ 574 w 359486"/>
              <a:gd name="connsiteY0" fmla="*/ 0 h 257260"/>
              <a:gd name="connsiteX1" fmla="*/ 206604 w 359486"/>
              <a:gd name="connsiteY1" fmla="*/ 9986 h 257260"/>
              <a:gd name="connsiteX2" fmla="*/ 335653 w 359486"/>
              <a:gd name="connsiteY2" fmla="*/ 139035 h 257260"/>
              <a:gd name="connsiteX3" fmla="*/ 359464 w 359486"/>
              <a:gd name="connsiteY3" fmla="*/ 253795 h 257260"/>
              <a:gd name="connsiteX4" fmla="*/ 0 w 359486"/>
              <a:gd name="connsiteY4" fmla="*/ 257260 h 257260"/>
              <a:gd name="connsiteX5" fmla="*/ 574 w 359486"/>
              <a:gd name="connsiteY5" fmla="*/ 0 h 257260"/>
              <a:gd name="connsiteX0" fmla="*/ 574 w 359486"/>
              <a:gd name="connsiteY0" fmla="*/ 0 h 257260"/>
              <a:gd name="connsiteX1" fmla="*/ 206604 w 359486"/>
              <a:gd name="connsiteY1" fmla="*/ 9986 h 257260"/>
              <a:gd name="connsiteX2" fmla="*/ 335653 w 359486"/>
              <a:gd name="connsiteY2" fmla="*/ 110460 h 257260"/>
              <a:gd name="connsiteX3" fmla="*/ 359464 w 359486"/>
              <a:gd name="connsiteY3" fmla="*/ 253795 h 257260"/>
              <a:gd name="connsiteX4" fmla="*/ 0 w 359486"/>
              <a:gd name="connsiteY4" fmla="*/ 257260 h 257260"/>
              <a:gd name="connsiteX5" fmla="*/ 574 w 359486"/>
              <a:gd name="connsiteY5" fmla="*/ 0 h 257260"/>
              <a:gd name="connsiteX0" fmla="*/ 574 w 365269"/>
              <a:gd name="connsiteY0" fmla="*/ 0 h 257260"/>
              <a:gd name="connsiteX1" fmla="*/ 206604 w 365269"/>
              <a:gd name="connsiteY1" fmla="*/ 9986 h 257260"/>
              <a:gd name="connsiteX2" fmla="*/ 359464 w 365269"/>
              <a:gd name="connsiteY2" fmla="*/ 253795 h 257260"/>
              <a:gd name="connsiteX3" fmla="*/ 0 w 365269"/>
              <a:gd name="connsiteY3" fmla="*/ 257260 h 257260"/>
              <a:gd name="connsiteX4" fmla="*/ 574 w 365269"/>
              <a:gd name="connsiteY4" fmla="*/ 0 h 257260"/>
              <a:gd name="connsiteX0" fmla="*/ 574 w 369846"/>
              <a:gd name="connsiteY0" fmla="*/ 0 h 257260"/>
              <a:gd name="connsiteX1" fmla="*/ 206604 w 369846"/>
              <a:gd name="connsiteY1" fmla="*/ 9986 h 257260"/>
              <a:gd name="connsiteX2" fmla="*/ 359464 w 369846"/>
              <a:gd name="connsiteY2" fmla="*/ 253795 h 257260"/>
              <a:gd name="connsiteX3" fmla="*/ 0 w 369846"/>
              <a:gd name="connsiteY3" fmla="*/ 257260 h 257260"/>
              <a:gd name="connsiteX4" fmla="*/ 574 w 369846"/>
              <a:gd name="connsiteY4" fmla="*/ 0 h 257260"/>
              <a:gd name="connsiteX0" fmla="*/ 574 w 369846"/>
              <a:gd name="connsiteY0" fmla="*/ 0 h 252497"/>
              <a:gd name="connsiteX1" fmla="*/ 206604 w 369846"/>
              <a:gd name="connsiteY1" fmla="*/ 5223 h 252497"/>
              <a:gd name="connsiteX2" fmla="*/ 359464 w 369846"/>
              <a:gd name="connsiteY2" fmla="*/ 249032 h 252497"/>
              <a:gd name="connsiteX3" fmla="*/ 0 w 369846"/>
              <a:gd name="connsiteY3" fmla="*/ 252497 h 252497"/>
              <a:gd name="connsiteX4" fmla="*/ 574 w 369846"/>
              <a:gd name="connsiteY4" fmla="*/ 0 h 252497"/>
              <a:gd name="connsiteX0" fmla="*/ 574 w 369846"/>
              <a:gd name="connsiteY0" fmla="*/ 0 h 249032"/>
              <a:gd name="connsiteX1" fmla="*/ 206604 w 369846"/>
              <a:gd name="connsiteY1" fmla="*/ 5223 h 249032"/>
              <a:gd name="connsiteX2" fmla="*/ 359464 w 369846"/>
              <a:gd name="connsiteY2" fmla="*/ 249032 h 249032"/>
              <a:gd name="connsiteX3" fmla="*/ 0 w 369846"/>
              <a:gd name="connsiteY3" fmla="*/ 245353 h 249032"/>
              <a:gd name="connsiteX4" fmla="*/ 574 w 369846"/>
              <a:gd name="connsiteY4" fmla="*/ 0 h 2490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69846" h="249032">
                <a:moveTo>
                  <a:pt x="574" y="0"/>
                </a:moveTo>
                <a:lnTo>
                  <a:pt x="206604" y="5223"/>
                </a:lnTo>
                <a:cubicBezTo>
                  <a:pt x="342619" y="42759"/>
                  <a:pt x="393898" y="207820"/>
                  <a:pt x="359464" y="249032"/>
                </a:cubicBezTo>
                <a:lnTo>
                  <a:pt x="0" y="245353"/>
                </a:lnTo>
                <a:cubicBezTo>
                  <a:pt x="191" y="159600"/>
                  <a:pt x="383" y="85753"/>
                  <a:pt x="574" y="0"/>
                </a:cubicBezTo>
                <a:close/>
              </a:path>
            </a:pathLst>
          </a:custGeom>
          <a:gradFill flip="none" rotWithShape="1">
            <a:gsLst>
              <a:gs pos="63000">
                <a:srgbClr val="06D1D7"/>
              </a:gs>
              <a:gs pos="33000">
                <a:srgbClr val="23A295"/>
              </a:gs>
              <a:gs pos="0">
                <a:srgbClr val="57F6A2"/>
              </a:gs>
              <a:gs pos="100000">
                <a:srgbClr val="1B2048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latin typeface="Maven Pro"/>
              <a:ea typeface="Maven Pro"/>
              <a:cs typeface="Maven Pro"/>
              <a:sym typeface="Maven Pro"/>
            </a:endParaRPr>
          </a:p>
        </p:txBody>
      </p:sp>
      <p:pic>
        <p:nvPicPr>
          <p:cNvPr id="38" name="Imagem 37">
            <a:extLst>
              <a:ext uri="{FF2B5EF4-FFF2-40B4-BE49-F238E27FC236}">
                <a16:creationId xmlns:a16="http://schemas.microsoft.com/office/drawing/2014/main" id="{97B97675-44ED-5627-9C82-4E8CC0CAE2D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93872" y="1553646"/>
            <a:ext cx="5076571" cy="25382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75472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91">
          <a:extLst>
            <a:ext uri="{FF2B5EF4-FFF2-40B4-BE49-F238E27FC236}">
              <a16:creationId xmlns:a16="http://schemas.microsoft.com/office/drawing/2014/main" id="{6FF70040-947C-D3FA-400C-F97BB69FEC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83" name="Gráfico 982">
            <a:extLst>
              <a:ext uri="{FF2B5EF4-FFF2-40B4-BE49-F238E27FC236}">
                <a16:creationId xmlns:a16="http://schemas.microsoft.com/office/drawing/2014/main" id="{485F8544-DFC2-250A-FC66-457721648BD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471287" y="-176981"/>
            <a:ext cx="10434025" cy="5320297"/>
          </a:xfrm>
          <a:prstGeom prst="rect">
            <a:avLst/>
          </a:prstGeom>
        </p:spPr>
      </p:pic>
      <p:sp>
        <p:nvSpPr>
          <p:cNvPr id="2" name="Google Shape;932;p37">
            <a:extLst>
              <a:ext uri="{FF2B5EF4-FFF2-40B4-BE49-F238E27FC236}">
                <a16:creationId xmlns:a16="http://schemas.microsoft.com/office/drawing/2014/main" id="{D255DBCE-145A-9C51-8B3B-06F39D5CD75E}"/>
              </a:ext>
            </a:extLst>
          </p:cNvPr>
          <p:cNvSpPr txBox="1">
            <a:spLocks/>
          </p:cNvSpPr>
          <p:nvPr/>
        </p:nvSpPr>
        <p:spPr>
          <a:xfrm>
            <a:off x="7194305" y="528340"/>
            <a:ext cx="1661894" cy="2259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None/>
              <a:defRPr sz="28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None/>
              <a:defRPr sz="28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None/>
              <a:defRPr sz="28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None/>
              <a:defRPr sz="28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None/>
              <a:defRPr sz="28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None/>
              <a:defRPr sz="28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None/>
              <a:defRPr sz="28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None/>
              <a:defRPr sz="28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None/>
              <a:defRPr sz="28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r>
              <a:rPr lang="pt-BR" sz="600" b="0" dirty="0">
                <a:solidFill>
                  <a:srgbClr val="186E66"/>
                </a:solidFill>
                <a:latin typeface="+mj-lt"/>
                <a:cs typeface="Arial" panose="020B0604020202020204" pitchFamily="34" charset="0"/>
              </a:rPr>
              <a:t>Há mais de 60 anos pensando o Brasil</a:t>
            </a:r>
          </a:p>
        </p:txBody>
      </p:sp>
      <p:sp>
        <p:nvSpPr>
          <p:cNvPr id="3" name="Google Shape;936;p37">
            <a:extLst>
              <a:ext uri="{FF2B5EF4-FFF2-40B4-BE49-F238E27FC236}">
                <a16:creationId xmlns:a16="http://schemas.microsoft.com/office/drawing/2014/main" id="{C5A86173-1DBB-E7D8-08FA-5233113EC58B}"/>
              </a:ext>
            </a:extLst>
          </p:cNvPr>
          <p:cNvSpPr/>
          <p:nvPr/>
        </p:nvSpPr>
        <p:spPr>
          <a:xfrm flipH="1">
            <a:off x="7861193" y="4721150"/>
            <a:ext cx="1282656" cy="422165"/>
          </a:xfrm>
          <a:prstGeom prst="round1Rect">
            <a:avLst>
              <a:gd name="adj" fmla="val 50000"/>
            </a:avLst>
          </a:prstGeom>
          <a:solidFill>
            <a:srgbClr val="1B204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latin typeface="Maven Pro"/>
              <a:ea typeface="Maven Pro"/>
              <a:cs typeface="Maven Pro"/>
              <a:sym typeface="Maven Pro"/>
            </a:endParaRPr>
          </a:p>
        </p:txBody>
      </p:sp>
      <p:sp>
        <p:nvSpPr>
          <p:cNvPr id="4" name="Google Shape;937;p37">
            <a:extLst>
              <a:ext uri="{FF2B5EF4-FFF2-40B4-BE49-F238E27FC236}">
                <a16:creationId xmlns:a16="http://schemas.microsoft.com/office/drawing/2014/main" id="{4215551B-B4D9-0044-C107-F21013DC4C63}"/>
              </a:ext>
            </a:extLst>
          </p:cNvPr>
          <p:cNvSpPr/>
          <p:nvPr/>
        </p:nvSpPr>
        <p:spPr>
          <a:xfrm flipH="1">
            <a:off x="7588727" y="4912884"/>
            <a:ext cx="1555123" cy="230496"/>
          </a:xfrm>
          <a:prstGeom prst="round1Rect">
            <a:avLst>
              <a:gd name="adj" fmla="val 50000"/>
            </a:avLst>
          </a:prstGeom>
          <a:gradFill flip="none" rotWithShape="1">
            <a:gsLst>
              <a:gs pos="63000">
                <a:srgbClr val="06D1D7"/>
              </a:gs>
              <a:gs pos="33000">
                <a:srgbClr val="23A295"/>
              </a:gs>
              <a:gs pos="0">
                <a:srgbClr val="57F6A2"/>
              </a:gs>
              <a:gs pos="100000">
                <a:srgbClr val="1B2048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latin typeface="Maven Pro"/>
              <a:ea typeface="Maven Pro"/>
              <a:cs typeface="Maven Pro"/>
              <a:sym typeface="Maven Pro"/>
            </a:endParaRPr>
          </a:p>
        </p:txBody>
      </p:sp>
      <p:grpSp>
        <p:nvGrpSpPr>
          <p:cNvPr id="5" name="Google Shape;938;p37">
            <a:extLst>
              <a:ext uri="{FF2B5EF4-FFF2-40B4-BE49-F238E27FC236}">
                <a16:creationId xmlns:a16="http://schemas.microsoft.com/office/drawing/2014/main" id="{603C6D73-4887-9D5A-33AA-993A25F3A2E8}"/>
              </a:ext>
            </a:extLst>
          </p:cNvPr>
          <p:cNvGrpSpPr/>
          <p:nvPr/>
        </p:nvGrpSpPr>
        <p:grpSpPr>
          <a:xfrm>
            <a:off x="8644350" y="4276582"/>
            <a:ext cx="423698" cy="551579"/>
            <a:chOff x="7631225" y="2241175"/>
            <a:chExt cx="986125" cy="2095500"/>
          </a:xfrm>
          <a:gradFill>
            <a:gsLst>
              <a:gs pos="53000">
                <a:srgbClr val="23A295"/>
              </a:gs>
              <a:gs pos="0">
                <a:srgbClr val="57F6A2"/>
              </a:gs>
              <a:gs pos="100000">
                <a:srgbClr val="1B2048"/>
              </a:gs>
            </a:gsLst>
            <a:lin ang="5400000" scaled="1"/>
          </a:gradFill>
        </p:grpSpPr>
        <p:cxnSp>
          <p:nvCxnSpPr>
            <p:cNvPr id="6" name="Google Shape;939;p37">
              <a:extLst>
                <a:ext uri="{FF2B5EF4-FFF2-40B4-BE49-F238E27FC236}">
                  <a16:creationId xmlns:a16="http://schemas.microsoft.com/office/drawing/2014/main" id="{FD816225-8156-5749-06E6-B6E43F165F0E}"/>
                </a:ext>
              </a:extLst>
            </p:cNvPr>
            <p:cNvCxnSpPr/>
            <p:nvPr/>
          </p:nvCxnSpPr>
          <p:spPr>
            <a:xfrm>
              <a:off x="7631225" y="2241175"/>
              <a:ext cx="0" cy="2095500"/>
            </a:xfrm>
            <a:prstGeom prst="straightConnector1">
              <a:avLst/>
            </a:prstGeom>
            <a:grpFill/>
            <a:ln w="9525" cap="flat" cmpd="sng">
              <a:solidFill>
                <a:srgbClr val="1AB0A9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7" name="Google Shape;940;p37">
              <a:extLst>
                <a:ext uri="{FF2B5EF4-FFF2-40B4-BE49-F238E27FC236}">
                  <a16:creationId xmlns:a16="http://schemas.microsoft.com/office/drawing/2014/main" id="{E54C9B35-6AA7-7FA5-83E0-D2418552788C}"/>
                </a:ext>
              </a:extLst>
            </p:cNvPr>
            <p:cNvCxnSpPr/>
            <p:nvPr/>
          </p:nvCxnSpPr>
          <p:spPr>
            <a:xfrm>
              <a:off x="7707081" y="2241175"/>
              <a:ext cx="0" cy="2095500"/>
            </a:xfrm>
            <a:prstGeom prst="straightConnector1">
              <a:avLst/>
            </a:prstGeom>
            <a:grpFill/>
            <a:ln w="9525" cap="flat" cmpd="sng">
              <a:solidFill>
                <a:srgbClr val="1AB0A9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8" name="Google Shape;941;p37">
              <a:extLst>
                <a:ext uri="{FF2B5EF4-FFF2-40B4-BE49-F238E27FC236}">
                  <a16:creationId xmlns:a16="http://schemas.microsoft.com/office/drawing/2014/main" id="{0A5A3547-DAC7-8A54-A348-3C1BBEE041B3}"/>
                </a:ext>
              </a:extLst>
            </p:cNvPr>
            <p:cNvCxnSpPr/>
            <p:nvPr/>
          </p:nvCxnSpPr>
          <p:spPr>
            <a:xfrm>
              <a:off x="7782937" y="2241175"/>
              <a:ext cx="0" cy="2095500"/>
            </a:xfrm>
            <a:prstGeom prst="straightConnector1">
              <a:avLst/>
            </a:prstGeom>
            <a:grpFill/>
            <a:ln w="9525" cap="flat" cmpd="sng">
              <a:solidFill>
                <a:srgbClr val="1AB0A9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9" name="Google Shape;942;p37">
              <a:extLst>
                <a:ext uri="{FF2B5EF4-FFF2-40B4-BE49-F238E27FC236}">
                  <a16:creationId xmlns:a16="http://schemas.microsoft.com/office/drawing/2014/main" id="{CE2F4E74-5A6F-25D7-E546-022126C4730B}"/>
                </a:ext>
              </a:extLst>
            </p:cNvPr>
            <p:cNvCxnSpPr/>
            <p:nvPr/>
          </p:nvCxnSpPr>
          <p:spPr>
            <a:xfrm>
              <a:off x="7858792" y="2241175"/>
              <a:ext cx="0" cy="2095500"/>
            </a:xfrm>
            <a:prstGeom prst="straightConnector1">
              <a:avLst/>
            </a:prstGeom>
            <a:grpFill/>
            <a:ln w="9525" cap="flat" cmpd="sng">
              <a:solidFill>
                <a:srgbClr val="1AB0A9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0" name="Google Shape;943;p37">
              <a:extLst>
                <a:ext uri="{FF2B5EF4-FFF2-40B4-BE49-F238E27FC236}">
                  <a16:creationId xmlns:a16="http://schemas.microsoft.com/office/drawing/2014/main" id="{03A14954-D6A7-28D9-8432-8F29CB2F21FD}"/>
                </a:ext>
              </a:extLst>
            </p:cNvPr>
            <p:cNvCxnSpPr/>
            <p:nvPr/>
          </p:nvCxnSpPr>
          <p:spPr>
            <a:xfrm>
              <a:off x="8010504" y="2241175"/>
              <a:ext cx="0" cy="2095500"/>
            </a:xfrm>
            <a:prstGeom prst="straightConnector1">
              <a:avLst/>
            </a:prstGeom>
            <a:grpFill/>
            <a:ln w="9525" cap="flat" cmpd="sng">
              <a:solidFill>
                <a:srgbClr val="1AB0A9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1" name="Google Shape;944;p37">
              <a:extLst>
                <a:ext uri="{FF2B5EF4-FFF2-40B4-BE49-F238E27FC236}">
                  <a16:creationId xmlns:a16="http://schemas.microsoft.com/office/drawing/2014/main" id="{29095262-7498-5609-FCE3-7575F3A5504C}"/>
                </a:ext>
              </a:extLst>
            </p:cNvPr>
            <p:cNvCxnSpPr/>
            <p:nvPr/>
          </p:nvCxnSpPr>
          <p:spPr>
            <a:xfrm>
              <a:off x="8162215" y="2241175"/>
              <a:ext cx="0" cy="2095500"/>
            </a:xfrm>
            <a:prstGeom prst="straightConnector1">
              <a:avLst/>
            </a:prstGeom>
            <a:grpFill/>
            <a:ln w="9525" cap="flat" cmpd="sng">
              <a:solidFill>
                <a:srgbClr val="1AB0A9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2" name="Google Shape;945;p37">
              <a:extLst>
                <a:ext uri="{FF2B5EF4-FFF2-40B4-BE49-F238E27FC236}">
                  <a16:creationId xmlns:a16="http://schemas.microsoft.com/office/drawing/2014/main" id="{F259CEE3-8060-4C4E-9D2D-7D3D5EF030B5}"/>
                </a:ext>
              </a:extLst>
            </p:cNvPr>
            <p:cNvCxnSpPr/>
            <p:nvPr/>
          </p:nvCxnSpPr>
          <p:spPr>
            <a:xfrm>
              <a:off x="8313927" y="2241175"/>
              <a:ext cx="0" cy="2095500"/>
            </a:xfrm>
            <a:prstGeom prst="straightConnector1">
              <a:avLst/>
            </a:prstGeom>
            <a:grpFill/>
            <a:ln w="9525" cap="flat" cmpd="sng">
              <a:solidFill>
                <a:srgbClr val="1AB0A9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3" name="Google Shape;946;p37">
              <a:extLst>
                <a:ext uri="{FF2B5EF4-FFF2-40B4-BE49-F238E27FC236}">
                  <a16:creationId xmlns:a16="http://schemas.microsoft.com/office/drawing/2014/main" id="{372E5B4B-4D15-9941-6791-0D154CF44165}"/>
                </a:ext>
              </a:extLst>
            </p:cNvPr>
            <p:cNvCxnSpPr/>
            <p:nvPr/>
          </p:nvCxnSpPr>
          <p:spPr>
            <a:xfrm>
              <a:off x="7934648" y="2241175"/>
              <a:ext cx="0" cy="2095500"/>
            </a:xfrm>
            <a:prstGeom prst="straightConnector1">
              <a:avLst/>
            </a:prstGeom>
            <a:grpFill/>
            <a:ln w="9525" cap="flat" cmpd="sng">
              <a:solidFill>
                <a:srgbClr val="1AB0A9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4" name="Google Shape;947;p37">
              <a:extLst>
                <a:ext uri="{FF2B5EF4-FFF2-40B4-BE49-F238E27FC236}">
                  <a16:creationId xmlns:a16="http://schemas.microsoft.com/office/drawing/2014/main" id="{AE8ED686-7964-0496-7FA4-24F3264126D6}"/>
                </a:ext>
              </a:extLst>
            </p:cNvPr>
            <p:cNvCxnSpPr/>
            <p:nvPr/>
          </p:nvCxnSpPr>
          <p:spPr>
            <a:xfrm>
              <a:off x="8086360" y="2241175"/>
              <a:ext cx="0" cy="2095500"/>
            </a:xfrm>
            <a:prstGeom prst="straightConnector1">
              <a:avLst/>
            </a:prstGeom>
            <a:grpFill/>
            <a:ln w="9525" cap="flat" cmpd="sng">
              <a:solidFill>
                <a:srgbClr val="1AB0A9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5" name="Google Shape;948;p37">
              <a:extLst>
                <a:ext uri="{FF2B5EF4-FFF2-40B4-BE49-F238E27FC236}">
                  <a16:creationId xmlns:a16="http://schemas.microsoft.com/office/drawing/2014/main" id="{47B37AC8-2A09-859B-3B2A-81DF8A673053}"/>
                </a:ext>
              </a:extLst>
            </p:cNvPr>
            <p:cNvCxnSpPr/>
            <p:nvPr/>
          </p:nvCxnSpPr>
          <p:spPr>
            <a:xfrm>
              <a:off x="8238071" y="2241175"/>
              <a:ext cx="0" cy="2095500"/>
            </a:xfrm>
            <a:prstGeom prst="straightConnector1">
              <a:avLst/>
            </a:prstGeom>
            <a:grpFill/>
            <a:ln w="9525" cap="flat" cmpd="sng">
              <a:solidFill>
                <a:srgbClr val="1AB0A9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6" name="Google Shape;949;p37">
              <a:extLst>
                <a:ext uri="{FF2B5EF4-FFF2-40B4-BE49-F238E27FC236}">
                  <a16:creationId xmlns:a16="http://schemas.microsoft.com/office/drawing/2014/main" id="{EF721041-A3D6-511A-A92F-4BF5460A6CCC}"/>
                </a:ext>
              </a:extLst>
            </p:cNvPr>
            <p:cNvCxnSpPr/>
            <p:nvPr/>
          </p:nvCxnSpPr>
          <p:spPr>
            <a:xfrm>
              <a:off x="8389783" y="2241175"/>
              <a:ext cx="0" cy="2095500"/>
            </a:xfrm>
            <a:prstGeom prst="straightConnector1">
              <a:avLst/>
            </a:prstGeom>
            <a:grpFill/>
            <a:ln w="9525" cap="flat" cmpd="sng">
              <a:solidFill>
                <a:srgbClr val="1AB0A9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7" name="Google Shape;950;p37">
              <a:extLst>
                <a:ext uri="{FF2B5EF4-FFF2-40B4-BE49-F238E27FC236}">
                  <a16:creationId xmlns:a16="http://schemas.microsoft.com/office/drawing/2014/main" id="{D2A01275-A09F-22FE-EA8D-DE7FC4974A97}"/>
                </a:ext>
              </a:extLst>
            </p:cNvPr>
            <p:cNvCxnSpPr/>
            <p:nvPr/>
          </p:nvCxnSpPr>
          <p:spPr>
            <a:xfrm>
              <a:off x="8465638" y="2241175"/>
              <a:ext cx="0" cy="2095500"/>
            </a:xfrm>
            <a:prstGeom prst="straightConnector1">
              <a:avLst/>
            </a:prstGeom>
            <a:grpFill/>
            <a:ln w="9525" cap="flat" cmpd="sng">
              <a:solidFill>
                <a:srgbClr val="1AB0A9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8" name="Google Shape;951;p37">
              <a:extLst>
                <a:ext uri="{FF2B5EF4-FFF2-40B4-BE49-F238E27FC236}">
                  <a16:creationId xmlns:a16="http://schemas.microsoft.com/office/drawing/2014/main" id="{1BB5B44C-95C3-A5CD-5176-15EA3C487DF9}"/>
                </a:ext>
              </a:extLst>
            </p:cNvPr>
            <p:cNvCxnSpPr/>
            <p:nvPr/>
          </p:nvCxnSpPr>
          <p:spPr>
            <a:xfrm>
              <a:off x="8541494" y="2241175"/>
              <a:ext cx="0" cy="2095500"/>
            </a:xfrm>
            <a:prstGeom prst="straightConnector1">
              <a:avLst/>
            </a:prstGeom>
            <a:grpFill/>
            <a:ln w="9525" cap="flat" cmpd="sng">
              <a:solidFill>
                <a:srgbClr val="1AB0A9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9" name="Google Shape;952;p37">
              <a:extLst>
                <a:ext uri="{FF2B5EF4-FFF2-40B4-BE49-F238E27FC236}">
                  <a16:creationId xmlns:a16="http://schemas.microsoft.com/office/drawing/2014/main" id="{6129A624-74E3-3A94-61CA-9770EA706859}"/>
                </a:ext>
              </a:extLst>
            </p:cNvPr>
            <p:cNvCxnSpPr/>
            <p:nvPr/>
          </p:nvCxnSpPr>
          <p:spPr>
            <a:xfrm>
              <a:off x="8617350" y="2241175"/>
              <a:ext cx="0" cy="2095500"/>
            </a:xfrm>
            <a:prstGeom prst="straightConnector1">
              <a:avLst/>
            </a:prstGeom>
            <a:grpFill/>
            <a:ln w="9525" cap="flat" cmpd="sng">
              <a:solidFill>
                <a:srgbClr val="1AB0A9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20" name="Google Shape;954;p37">
            <a:extLst>
              <a:ext uri="{FF2B5EF4-FFF2-40B4-BE49-F238E27FC236}">
                <a16:creationId xmlns:a16="http://schemas.microsoft.com/office/drawing/2014/main" id="{51532F0F-7759-E1F8-5FF4-07F8EFF91DBA}"/>
              </a:ext>
            </a:extLst>
          </p:cNvPr>
          <p:cNvSpPr/>
          <p:nvPr/>
        </p:nvSpPr>
        <p:spPr>
          <a:xfrm>
            <a:off x="0" y="4680042"/>
            <a:ext cx="922564" cy="463274"/>
          </a:xfrm>
          <a:prstGeom prst="rect">
            <a:avLst/>
          </a:prstGeom>
          <a:gradFill>
            <a:gsLst>
              <a:gs pos="33000">
                <a:srgbClr val="23A295"/>
              </a:gs>
              <a:gs pos="0">
                <a:srgbClr val="57F6A2"/>
              </a:gs>
              <a:gs pos="100000">
                <a:srgbClr val="1B2048"/>
              </a:gs>
            </a:gsLst>
            <a:path path="circle">
              <a:fillToRect l="100000" t="100000"/>
            </a:path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dirty="0">
              <a:latin typeface="Maven Pro"/>
              <a:ea typeface="Maven Pro"/>
              <a:cs typeface="Maven Pro"/>
              <a:sym typeface="Maven Pro"/>
            </a:endParaRPr>
          </a:p>
        </p:txBody>
      </p:sp>
      <p:sp>
        <p:nvSpPr>
          <p:cNvPr id="21" name="Google Shape;955;p37">
            <a:extLst>
              <a:ext uri="{FF2B5EF4-FFF2-40B4-BE49-F238E27FC236}">
                <a16:creationId xmlns:a16="http://schemas.microsoft.com/office/drawing/2014/main" id="{0DCCE8C8-823F-78B3-9443-4D46EDAFE659}"/>
              </a:ext>
            </a:extLst>
          </p:cNvPr>
          <p:cNvSpPr/>
          <p:nvPr/>
        </p:nvSpPr>
        <p:spPr>
          <a:xfrm>
            <a:off x="0" y="-10656"/>
            <a:ext cx="8021014" cy="5154155"/>
          </a:xfrm>
          <a:prstGeom prst="round1Rect">
            <a:avLst>
              <a:gd name="adj" fmla="val 50000"/>
            </a:avLst>
          </a:prstGeom>
          <a:solidFill>
            <a:srgbClr val="1B204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latin typeface="Maven Pro"/>
              <a:ea typeface="Maven Pro"/>
              <a:cs typeface="Maven Pro"/>
              <a:sym typeface="Maven Pro"/>
            </a:endParaRPr>
          </a:p>
        </p:txBody>
      </p:sp>
      <p:grpSp>
        <p:nvGrpSpPr>
          <p:cNvPr id="22" name="Agrupar 21">
            <a:extLst>
              <a:ext uri="{FF2B5EF4-FFF2-40B4-BE49-F238E27FC236}">
                <a16:creationId xmlns:a16="http://schemas.microsoft.com/office/drawing/2014/main" id="{1EA58E12-E5D2-9C22-8976-96EF1170F43E}"/>
              </a:ext>
            </a:extLst>
          </p:cNvPr>
          <p:cNvGrpSpPr/>
          <p:nvPr/>
        </p:nvGrpSpPr>
        <p:grpSpPr>
          <a:xfrm>
            <a:off x="7070035" y="156184"/>
            <a:ext cx="1722295" cy="405506"/>
            <a:chOff x="4782913" y="272045"/>
            <a:chExt cx="3752189" cy="883435"/>
          </a:xfrm>
        </p:grpSpPr>
        <p:pic>
          <p:nvPicPr>
            <p:cNvPr id="23" name="Imagem 22" descr="Interface gráfica do usuário, Texto&#10;&#10;O conteúdo gerado por IA pode estar incorreto.">
              <a:extLst>
                <a:ext uri="{FF2B5EF4-FFF2-40B4-BE49-F238E27FC236}">
                  <a16:creationId xmlns:a16="http://schemas.microsoft.com/office/drawing/2014/main" id="{0D1084AF-DF63-3CFD-3606-44B2B008514C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4782913" y="272045"/>
              <a:ext cx="3752189" cy="883435"/>
            </a:xfrm>
            <a:prstGeom prst="rect">
              <a:avLst/>
            </a:prstGeom>
          </p:spPr>
        </p:pic>
        <p:cxnSp>
          <p:nvCxnSpPr>
            <p:cNvPr id="24" name="Conector reto 23">
              <a:extLst>
                <a:ext uri="{FF2B5EF4-FFF2-40B4-BE49-F238E27FC236}">
                  <a16:creationId xmlns:a16="http://schemas.microsoft.com/office/drawing/2014/main" id="{9BC16E26-AF2B-BA06-7CAB-E4091F3202F7}"/>
                </a:ext>
              </a:extLst>
            </p:cNvPr>
            <p:cNvCxnSpPr>
              <a:cxnSpLocks/>
            </p:cNvCxnSpPr>
            <p:nvPr/>
          </p:nvCxnSpPr>
          <p:spPr>
            <a:xfrm>
              <a:off x="5253460" y="1066595"/>
              <a:ext cx="3264536" cy="16228"/>
            </a:xfrm>
            <a:prstGeom prst="line">
              <a:avLst/>
            </a:prstGeom>
            <a:ln>
              <a:solidFill>
                <a:srgbClr val="00445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6" name="Google Shape;937;p37">
            <a:extLst>
              <a:ext uri="{FF2B5EF4-FFF2-40B4-BE49-F238E27FC236}">
                <a16:creationId xmlns:a16="http://schemas.microsoft.com/office/drawing/2014/main" id="{A4E00A1E-4AC8-1C55-ED62-2161FC417401}"/>
              </a:ext>
            </a:extLst>
          </p:cNvPr>
          <p:cNvSpPr/>
          <p:nvPr/>
        </p:nvSpPr>
        <p:spPr>
          <a:xfrm rot="16200000" flipH="1" flipV="1">
            <a:off x="-223281" y="212082"/>
            <a:ext cx="765195" cy="318641"/>
          </a:xfrm>
          <a:custGeom>
            <a:avLst/>
            <a:gdLst>
              <a:gd name="connsiteX0" fmla="*/ 0 w 1745961"/>
              <a:gd name="connsiteY0" fmla="*/ 0 h 318637"/>
              <a:gd name="connsiteX1" fmla="*/ 1586643 w 1745961"/>
              <a:gd name="connsiteY1" fmla="*/ 0 h 318637"/>
              <a:gd name="connsiteX2" fmla="*/ 1745962 w 1745961"/>
              <a:gd name="connsiteY2" fmla="*/ 159319 h 318637"/>
              <a:gd name="connsiteX3" fmla="*/ 1745961 w 1745961"/>
              <a:gd name="connsiteY3" fmla="*/ 318637 h 318637"/>
              <a:gd name="connsiteX4" fmla="*/ 0 w 1745961"/>
              <a:gd name="connsiteY4" fmla="*/ 318637 h 318637"/>
              <a:gd name="connsiteX5" fmla="*/ 0 w 1745961"/>
              <a:gd name="connsiteY5" fmla="*/ 0 h 318637"/>
              <a:gd name="connsiteX0" fmla="*/ 980768 w 1745962"/>
              <a:gd name="connsiteY0" fmla="*/ 0 h 318637"/>
              <a:gd name="connsiteX1" fmla="*/ 1586643 w 1745962"/>
              <a:gd name="connsiteY1" fmla="*/ 0 h 318637"/>
              <a:gd name="connsiteX2" fmla="*/ 1745962 w 1745962"/>
              <a:gd name="connsiteY2" fmla="*/ 159319 h 318637"/>
              <a:gd name="connsiteX3" fmla="*/ 1745961 w 1745962"/>
              <a:gd name="connsiteY3" fmla="*/ 318637 h 318637"/>
              <a:gd name="connsiteX4" fmla="*/ 0 w 1745962"/>
              <a:gd name="connsiteY4" fmla="*/ 318637 h 318637"/>
              <a:gd name="connsiteX5" fmla="*/ 980768 w 1745962"/>
              <a:gd name="connsiteY5" fmla="*/ 0 h 318637"/>
              <a:gd name="connsiteX0" fmla="*/ 1 w 765195"/>
              <a:gd name="connsiteY0" fmla="*/ 0 h 318641"/>
              <a:gd name="connsiteX1" fmla="*/ 605876 w 765195"/>
              <a:gd name="connsiteY1" fmla="*/ 0 h 318641"/>
              <a:gd name="connsiteX2" fmla="*/ 765195 w 765195"/>
              <a:gd name="connsiteY2" fmla="*/ 159319 h 318641"/>
              <a:gd name="connsiteX3" fmla="*/ 765194 w 765195"/>
              <a:gd name="connsiteY3" fmla="*/ 318637 h 318641"/>
              <a:gd name="connsiteX4" fmla="*/ 0 w 765195"/>
              <a:gd name="connsiteY4" fmla="*/ 318641 h 318641"/>
              <a:gd name="connsiteX5" fmla="*/ 1 w 765195"/>
              <a:gd name="connsiteY5" fmla="*/ 0 h 3186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765195" h="318641">
                <a:moveTo>
                  <a:pt x="1" y="0"/>
                </a:moveTo>
                <a:lnTo>
                  <a:pt x="605876" y="0"/>
                </a:lnTo>
                <a:cubicBezTo>
                  <a:pt x="693865" y="0"/>
                  <a:pt x="765195" y="71330"/>
                  <a:pt x="765195" y="159319"/>
                </a:cubicBezTo>
                <a:cubicBezTo>
                  <a:pt x="765195" y="212425"/>
                  <a:pt x="765194" y="265531"/>
                  <a:pt x="765194" y="318637"/>
                </a:cubicBezTo>
                <a:lnTo>
                  <a:pt x="0" y="318641"/>
                </a:lnTo>
                <a:cubicBezTo>
                  <a:pt x="0" y="212427"/>
                  <a:pt x="1" y="106214"/>
                  <a:pt x="1" y="0"/>
                </a:cubicBezTo>
                <a:close/>
              </a:path>
            </a:pathLst>
          </a:custGeom>
          <a:gradFill flip="none" rotWithShape="1">
            <a:gsLst>
              <a:gs pos="63000">
                <a:srgbClr val="06D1D7"/>
              </a:gs>
              <a:gs pos="33000">
                <a:srgbClr val="23A295"/>
              </a:gs>
              <a:gs pos="0">
                <a:srgbClr val="57F6A2"/>
              </a:gs>
              <a:gs pos="100000">
                <a:srgbClr val="1B2048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latin typeface="Maven Pro"/>
              <a:ea typeface="Maven Pro"/>
              <a:cs typeface="Maven Pro"/>
              <a:sym typeface="Maven Pro"/>
            </a:endParaRPr>
          </a:p>
        </p:txBody>
      </p:sp>
      <p:sp>
        <p:nvSpPr>
          <p:cNvPr id="27" name="Google Shape;937;p37">
            <a:extLst>
              <a:ext uri="{FF2B5EF4-FFF2-40B4-BE49-F238E27FC236}">
                <a16:creationId xmlns:a16="http://schemas.microsoft.com/office/drawing/2014/main" id="{C829D4AA-5DBE-5D5E-3137-3FC24808AC00}"/>
              </a:ext>
            </a:extLst>
          </p:cNvPr>
          <p:cNvSpPr/>
          <p:nvPr/>
        </p:nvSpPr>
        <p:spPr>
          <a:xfrm flipH="1" flipV="1">
            <a:off x="8773117" y="52"/>
            <a:ext cx="369846" cy="249032"/>
          </a:xfrm>
          <a:custGeom>
            <a:avLst/>
            <a:gdLst>
              <a:gd name="connsiteX0" fmla="*/ 0 w 1414234"/>
              <a:gd name="connsiteY0" fmla="*/ 0 h 258097"/>
              <a:gd name="connsiteX1" fmla="*/ 1285186 w 1414234"/>
              <a:gd name="connsiteY1" fmla="*/ 0 h 258097"/>
              <a:gd name="connsiteX2" fmla="*/ 1414235 w 1414234"/>
              <a:gd name="connsiteY2" fmla="*/ 129049 h 258097"/>
              <a:gd name="connsiteX3" fmla="*/ 1414234 w 1414234"/>
              <a:gd name="connsiteY3" fmla="*/ 258097 h 258097"/>
              <a:gd name="connsiteX4" fmla="*/ 0 w 1414234"/>
              <a:gd name="connsiteY4" fmla="*/ 258097 h 258097"/>
              <a:gd name="connsiteX5" fmla="*/ 0 w 1414234"/>
              <a:gd name="connsiteY5" fmla="*/ 0 h 258097"/>
              <a:gd name="connsiteX0" fmla="*/ 0 w 1414235"/>
              <a:gd name="connsiteY0" fmla="*/ 0 h 258097"/>
              <a:gd name="connsiteX1" fmla="*/ 1285186 w 1414235"/>
              <a:gd name="connsiteY1" fmla="*/ 0 h 258097"/>
              <a:gd name="connsiteX2" fmla="*/ 1414235 w 1414235"/>
              <a:gd name="connsiteY2" fmla="*/ 129049 h 258097"/>
              <a:gd name="connsiteX3" fmla="*/ 1414234 w 1414235"/>
              <a:gd name="connsiteY3" fmla="*/ 258097 h 258097"/>
              <a:gd name="connsiteX4" fmla="*/ 243348 w 1414235"/>
              <a:gd name="connsiteY4" fmla="*/ 258097 h 258097"/>
              <a:gd name="connsiteX5" fmla="*/ 0 w 1414235"/>
              <a:gd name="connsiteY5" fmla="*/ 0 h 258097"/>
              <a:gd name="connsiteX0" fmla="*/ 0 w 1178260"/>
              <a:gd name="connsiteY0" fmla="*/ 7374 h 258097"/>
              <a:gd name="connsiteX1" fmla="*/ 1049211 w 1178260"/>
              <a:gd name="connsiteY1" fmla="*/ 0 h 258097"/>
              <a:gd name="connsiteX2" fmla="*/ 1178260 w 1178260"/>
              <a:gd name="connsiteY2" fmla="*/ 129049 h 258097"/>
              <a:gd name="connsiteX3" fmla="*/ 1178259 w 1178260"/>
              <a:gd name="connsiteY3" fmla="*/ 258097 h 258097"/>
              <a:gd name="connsiteX4" fmla="*/ 7373 w 1178260"/>
              <a:gd name="connsiteY4" fmla="*/ 258097 h 258097"/>
              <a:gd name="connsiteX5" fmla="*/ 0 w 1178260"/>
              <a:gd name="connsiteY5" fmla="*/ 7374 h 258097"/>
              <a:gd name="connsiteX0" fmla="*/ 0 w 1178260"/>
              <a:gd name="connsiteY0" fmla="*/ 7374 h 265471"/>
              <a:gd name="connsiteX1" fmla="*/ 1049211 w 1178260"/>
              <a:gd name="connsiteY1" fmla="*/ 0 h 265471"/>
              <a:gd name="connsiteX2" fmla="*/ 1178260 w 1178260"/>
              <a:gd name="connsiteY2" fmla="*/ 129049 h 265471"/>
              <a:gd name="connsiteX3" fmla="*/ 1178259 w 1178260"/>
              <a:gd name="connsiteY3" fmla="*/ 258097 h 265471"/>
              <a:gd name="connsiteX4" fmla="*/ 619431 w 1178260"/>
              <a:gd name="connsiteY4" fmla="*/ 265471 h 265471"/>
              <a:gd name="connsiteX5" fmla="*/ 0 w 1178260"/>
              <a:gd name="connsiteY5" fmla="*/ 7374 h 265471"/>
              <a:gd name="connsiteX0" fmla="*/ 0 w 566202"/>
              <a:gd name="connsiteY0" fmla="*/ 0 h 280219"/>
              <a:gd name="connsiteX1" fmla="*/ 437153 w 566202"/>
              <a:gd name="connsiteY1" fmla="*/ 14748 h 280219"/>
              <a:gd name="connsiteX2" fmla="*/ 566202 w 566202"/>
              <a:gd name="connsiteY2" fmla="*/ 143797 h 280219"/>
              <a:gd name="connsiteX3" fmla="*/ 566201 w 566202"/>
              <a:gd name="connsiteY3" fmla="*/ 272845 h 280219"/>
              <a:gd name="connsiteX4" fmla="*/ 7373 w 566202"/>
              <a:gd name="connsiteY4" fmla="*/ 280219 h 280219"/>
              <a:gd name="connsiteX5" fmla="*/ 0 w 566202"/>
              <a:gd name="connsiteY5" fmla="*/ 0 h 280219"/>
              <a:gd name="connsiteX0" fmla="*/ 0 w 566202"/>
              <a:gd name="connsiteY0" fmla="*/ 0 h 280219"/>
              <a:gd name="connsiteX1" fmla="*/ 437153 w 566202"/>
              <a:gd name="connsiteY1" fmla="*/ 14748 h 280219"/>
              <a:gd name="connsiteX2" fmla="*/ 566202 w 566202"/>
              <a:gd name="connsiteY2" fmla="*/ 143797 h 280219"/>
              <a:gd name="connsiteX3" fmla="*/ 566201 w 566202"/>
              <a:gd name="connsiteY3" fmla="*/ 272845 h 280219"/>
              <a:gd name="connsiteX4" fmla="*/ 58992 w 566202"/>
              <a:gd name="connsiteY4" fmla="*/ 280219 h 280219"/>
              <a:gd name="connsiteX5" fmla="*/ 0 w 566202"/>
              <a:gd name="connsiteY5" fmla="*/ 0 h 280219"/>
              <a:gd name="connsiteX0" fmla="*/ 0 w 566202"/>
              <a:gd name="connsiteY0" fmla="*/ 0 h 272845"/>
              <a:gd name="connsiteX1" fmla="*/ 437153 w 566202"/>
              <a:gd name="connsiteY1" fmla="*/ 14748 h 272845"/>
              <a:gd name="connsiteX2" fmla="*/ 566202 w 566202"/>
              <a:gd name="connsiteY2" fmla="*/ 143797 h 272845"/>
              <a:gd name="connsiteX3" fmla="*/ 566201 w 566202"/>
              <a:gd name="connsiteY3" fmla="*/ 272845 h 272845"/>
              <a:gd name="connsiteX4" fmla="*/ 209118 w 566202"/>
              <a:gd name="connsiteY4" fmla="*/ 262022 h 272845"/>
              <a:gd name="connsiteX5" fmla="*/ 0 w 566202"/>
              <a:gd name="connsiteY5" fmla="*/ 0 h 272845"/>
              <a:gd name="connsiteX0" fmla="*/ 0 w 366035"/>
              <a:gd name="connsiteY0" fmla="*/ 0 h 272845"/>
              <a:gd name="connsiteX1" fmla="*/ 236986 w 366035"/>
              <a:gd name="connsiteY1" fmla="*/ 14748 h 272845"/>
              <a:gd name="connsiteX2" fmla="*/ 366035 w 366035"/>
              <a:gd name="connsiteY2" fmla="*/ 143797 h 272845"/>
              <a:gd name="connsiteX3" fmla="*/ 366034 w 366035"/>
              <a:gd name="connsiteY3" fmla="*/ 272845 h 272845"/>
              <a:gd name="connsiteX4" fmla="*/ 8951 w 366035"/>
              <a:gd name="connsiteY4" fmla="*/ 262022 h 272845"/>
              <a:gd name="connsiteX5" fmla="*/ 0 w 366035"/>
              <a:gd name="connsiteY5" fmla="*/ 0 h 272845"/>
              <a:gd name="connsiteX0" fmla="*/ 0 w 366035"/>
              <a:gd name="connsiteY0" fmla="*/ 0 h 272845"/>
              <a:gd name="connsiteX1" fmla="*/ 236986 w 366035"/>
              <a:gd name="connsiteY1" fmla="*/ 14748 h 272845"/>
              <a:gd name="connsiteX2" fmla="*/ 366035 w 366035"/>
              <a:gd name="connsiteY2" fmla="*/ 143797 h 272845"/>
              <a:gd name="connsiteX3" fmla="*/ 366034 w 366035"/>
              <a:gd name="connsiteY3" fmla="*/ 272845 h 272845"/>
              <a:gd name="connsiteX4" fmla="*/ 99438 w 366035"/>
              <a:gd name="connsiteY4" fmla="*/ 247734 h 272845"/>
              <a:gd name="connsiteX5" fmla="*/ 0 w 366035"/>
              <a:gd name="connsiteY5" fmla="*/ 0 h 272845"/>
              <a:gd name="connsiteX0" fmla="*/ 0 w 366035"/>
              <a:gd name="connsiteY0" fmla="*/ 0 h 272845"/>
              <a:gd name="connsiteX1" fmla="*/ 236986 w 366035"/>
              <a:gd name="connsiteY1" fmla="*/ 14748 h 272845"/>
              <a:gd name="connsiteX2" fmla="*/ 366035 w 366035"/>
              <a:gd name="connsiteY2" fmla="*/ 143797 h 272845"/>
              <a:gd name="connsiteX3" fmla="*/ 366034 w 366035"/>
              <a:gd name="connsiteY3" fmla="*/ 272845 h 272845"/>
              <a:gd name="connsiteX4" fmla="*/ 25619 w 366035"/>
              <a:gd name="connsiteY4" fmla="*/ 259641 h 272845"/>
              <a:gd name="connsiteX5" fmla="*/ 0 w 366035"/>
              <a:gd name="connsiteY5" fmla="*/ 0 h 272845"/>
              <a:gd name="connsiteX0" fmla="*/ 5337 w 340416"/>
              <a:gd name="connsiteY0" fmla="*/ 0 h 268083"/>
              <a:gd name="connsiteX1" fmla="*/ 211367 w 340416"/>
              <a:gd name="connsiteY1" fmla="*/ 9986 h 268083"/>
              <a:gd name="connsiteX2" fmla="*/ 340416 w 340416"/>
              <a:gd name="connsiteY2" fmla="*/ 139035 h 268083"/>
              <a:gd name="connsiteX3" fmla="*/ 340415 w 340416"/>
              <a:gd name="connsiteY3" fmla="*/ 268083 h 268083"/>
              <a:gd name="connsiteX4" fmla="*/ 0 w 340416"/>
              <a:gd name="connsiteY4" fmla="*/ 254879 h 268083"/>
              <a:gd name="connsiteX5" fmla="*/ 5337 w 340416"/>
              <a:gd name="connsiteY5" fmla="*/ 0 h 268083"/>
              <a:gd name="connsiteX0" fmla="*/ 5337 w 353901"/>
              <a:gd name="connsiteY0" fmla="*/ 0 h 254879"/>
              <a:gd name="connsiteX1" fmla="*/ 211367 w 353901"/>
              <a:gd name="connsiteY1" fmla="*/ 9986 h 254879"/>
              <a:gd name="connsiteX2" fmla="*/ 340416 w 353901"/>
              <a:gd name="connsiteY2" fmla="*/ 139035 h 254879"/>
              <a:gd name="connsiteX3" fmla="*/ 349940 w 353901"/>
              <a:gd name="connsiteY3" fmla="*/ 253795 h 254879"/>
              <a:gd name="connsiteX4" fmla="*/ 0 w 353901"/>
              <a:gd name="connsiteY4" fmla="*/ 254879 h 254879"/>
              <a:gd name="connsiteX5" fmla="*/ 5337 w 353901"/>
              <a:gd name="connsiteY5" fmla="*/ 0 h 254879"/>
              <a:gd name="connsiteX0" fmla="*/ 7718 w 356282"/>
              <a:gd name="connsiteY0" fmla="*/ 0 h 253795"/>
              <a:gd name="connsiteX1" fmla="*/ 213748 w 356282"/>
              <a:gd name="connsiteY1" fmla="*/ 9986 h 253795"/>
              <a:gd name="connsiteX2" fmla="*/ 342797 w 356282"/>
              <a:gd name="connsiteY2" fmla="*/ 139035 h 253795"/>
              <a:gd name="connsiteX3" fmla="*/ 352321 w 356282"/>
              <a:gd name="connsiteY3" fmla="*/ 253795 h 253795"/>
              <a:gd name="connsiteX4" fmla="*/ 0 w 356282"/>
              <a:gd name="connsiteY4" fmla="*/ 226304 h 253795"/>
              <a:gd name="connsiteX5" fmla="*/ 7718 w 356282"/>
              <a:gd name="connsiteY5" fmla="*/ 0 h 253795"/>
              <a:gd name="connsiteX0" fmla="*/ 574 w 349138"/>
              <a:gd name="connsiteY0" fmla="*/ 0 h 257260"/>
              <a:gd name="connsiteX1" fmla="*/ 206604 w 349138"/>
              <a:gd name="connsiteY1" fmla="*/ 9986 h 257260"/>
              <a:gd name="connsiteX2" fmla="*/ 335653 w 349138"/>
              <a:gd name="connsiteY2" fmla="*/ 139035 h 257260"/>
              <a:gd name="connsiteX3" fmla="*/ 345177 w 349138"/>
              <a:gd name="connsiteY3" fmla="*/ 253795 h 257260"/>
              <a:gd name="connsiteX4" fmla="*/ 0 w 349138"/>
              <a:gd name="connsiteY4" fmla="*/ 257260 h 257260"/>
              <a:gd name="connsiteX5" fmla="*/ 574 w 349138"/>
              <a:gd name="connsiteY5" fmla="*/ 0 h 257260"/>
              <a:gd name="connsiteX0" fmla="*/ 574 w 359486"/>
              <a:gd name="connsiteY0" fmla="*/ 0 h 257260"/>
              <a:gd name="connsiteX1" fmla="*/ 206604 w 359486"/>
              <a:gd name="connsiteY1" fmla="*/ 9986 h 257260"/>
              <a:gd name="connsiteX2" fmla="*/ 335653 w 359486"/>
              <a:gd name="connsiteY2" fmla="*/ 139035 h 257260"/>
              <a:gd name="connsiteX3" fmla="*/ 359464 w 359486"/>
              <a:gd name="connsiteY3" fmla="*/ 253795 h 257260"/>
              <a:gd name="connsiteX4" fmla="*/ 0 w 359486"/>
              <a:gd name="connsiteY4" fmla="*/ 257260 h 257260"/>
              <a:gd name="connsiteX5" fmla="*/ 574 w 359486"/>
              <a:gd name="connsiteY5" fmla="*/ 0 h 257260"/>
              <a:gd name="connsiteX0" fmla="*/ 574 w 359486"/>
              <a:gd name="connsiteY0" fmla="*/ 0 h 257260"/>
              <a:gd name="connsiteX1" fmla="*/ 206604 w 359486"/>
              <a:gd name="connsiteY1" fmla="*/ 9986 h 257260"/>
              <a:gd name="connsiteX2" fmla="*/ 335653 w 359486"/>
              <a:gd name="connsiteY2" fmla="*/ 110460 h 257260"/>
              <a:gd name="connsiteX3" fmla="*/ 359464 w 359486"/>
              <a:gd name="connsiteY3" fmla="*/ 253795 h 257260"/>
              <a:gd name="connsiteX4" fmla="*/ 0 w 359486"/>
              <a:gd name="connsiteY4" fmla="*/ 257260 h 257260"/>
              <a:gd name="connsiteX5" fmla="*/ 574 w 359486"/>
              <a:gd name="connsiteY5" fmla="*/ 0 h 257260"/>
              <a:gd name="connsiteX0" fmla="*/ 574 w 365269"/>
              <a:gd name="connsiteY0" fmla="*/ 0 h 257260"/>
              <a:gd name="connsiteX1" fmla="*/ 206604 w 365269"/>
              <a:gd name="connsiteY1" fmla="*/ 9986 h 257260"/>
              <a:gd name="connsiteX2" fmla="*/ 359464 w 365269"/>
              <a:gd name="connsiteY2" fmla="*/ 253795 h 257260"/>
              <a:gd name="connsiteX3" fmla="*/ 0 w 365269"/>
              <a:gd name="connsiteY3" fmla="*/ 257260 h 257260"/>
              <a:gd name="connsiteX4" fmla="*/ 574 w 365269"/>
              <a:gd name="connsiteY4" fmla="*/ 0 h 257260"/>
              <a:gd name="connsiteX0" fmla="*/ 574 w 369846"/>
              <a:gd name="connsiteY0" fmla="*/ 0 h 257260"/>
              <a:gd name="connsiteX1" fmla="*/ 206604 w 369846"/>
              <a:gd name="connsiteY1" fmla="*/ 9986 h 257260"/>
              <a:gd name="connsiteX2" fmla="*/ 359464 w 369846"/>
              <a:gd name="connsiteY2" fmla="*/ 253795 h 257260"/>
              <a:gd name="connsiteX3" fmla="*/ 0 w 369846"/>
              <a:gd name="connsiteY3" fmla="*/ 257260 h 257260"/>
              <a:gd name="connsiteX4" fmla="*/ 574 w 369846"/>
              <a:gd name="connsiteY4" fmla="*/ 0 h 257260"/>
              <a:gd name="connsiteX0" fmla="*/ 574 w 369846"/>
              <a:gd name="connsiteY0" fmla="*/ 0 h 252497"/>
              <a:gd name="connsiteX1" fmla="*/ 206604 w 369846"/>
              <a:gd name="connsiteY1" fmla="*/ 5223 h 252497"/>
              <a:gd name="connsiteX2" fmla="*/ 359464 w 369846"/>
              <a:gd name="connsiteY2" fmla="*/ 249032 h 252497"/>
              <a:gd name="connsiteX3" fmla="*/ 0 w 369846"/>
              <a:gd name="connsiteY3" fmla="*/ 252497 h 252497"/>
              <a:gd name="connsiteX4" fmla="*/ 574 w 369846"/>
              <a:gd name="connsiteY4" fmla="*/ 0 h 252497"/>
              <a:gd name="connsiteX0" fmla="*/ 574 w 369846"/>
              <a:gd name="connsiteY0" fmla="*/ 0 h 249032"/>
              <a:gd name="connsiteX1" fmla="*/ 206604 w 369846"/>
              <a:gd name="connsiteY1" fmla="*/ 5223 h 249032"/>
              <a:gd name="connsiteX2" fmla="*/ 359464 w 369846"/>
              <a:gd name="connsiteY2" fmla="*/ 249032 h 249032"/>
              <a:gd name="connsiteX3" fmla="*/ 0 w 369846"/>
              <a:gd name="connsiteY3" fmla="*/ 245353 h 249032"/>
              <a:gd name="connsiteX4" fmla="*/ 574 w 369846"/>
              <a:gd name="connsiteY4" fmla="*/ 0 h 2490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69846" h="249032">
                <a:moveTo>
                  <a:pt x="574" y="0"/>
                </a:moveTo>
                <a:lnTo>
                  <a:pt x="206604" y="5223"/>
                </a:lnTo>
                <a:cubicBezTo>
                  <a:pt x="342619" y="42759"/>
                  <a:pt x="393898" y="207820"/>
                  <a:pt x="359464" y="249032"/>
                </a:cubicBezTo>
                <a:lnTo>
                  <a:pt x="0" y="245353"/>
                </a:lnTo>
                <a:cubicBezTo>
                  <a:pt x="191" y="159600"/>
                  <a:pt x="383" y="85753"/>
                  <a:pt x="574" y="0"/>
                </a:cubicBezTo>
                <a:close/>
              </a:path>
            </a:pathLst>
          </a:custGeom>
          <a:gradFill flip="none" rotWithShape="1">
            <a:gsLst>
              <a:gs pos="63000">
                <a:srgbClr val="06D1D7"/>
              </a:gs>
              <a:gs pos="33000">
                <a:srgbClr val="23A295"/>
              </a:gs>
              <a:gs pos="0">
                <a:srgbClr val="57F6A2"/>
              </a:gs>
              <a:gs pos="100000">
                <a:srgbClr val="1B2048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latin typeface="Maven Pro"/>
              <a:ea typeface="Maven Pro"/>
              <a:cs typeface="Maven Pro"/>
              <a:sym typeface="Maven Pro"/>
            </a:endParaRPr>
          </a:p>
        </p:txBody>
      </p:sp>
      <p:sp>
        <p:nvSpPr>
          <p:cNvPr id="36" name="Título 1">
            <a:extLst>
              <a:ext uri="{FF2B5EF4-FFF2-40B4-BE49-F238E27FC236}">
                <a16:creationId xmlns:a16="http://schemas.microsoft.com/office/drawing/2014/main" id="{04BC7B1F-CE99-7A7C-8916-C005F33C4822}"/>
              </a:ext>
            </a:extLst>
          </p:cNvPr>
          <p:cNvSpPr txBox="1">
            <a:spLocks/>
          </p:cNvSpPr>
          <p:nvPr/>
        </p:nvSpPr>
        <p:spPr>
          <a:xfrm>
            <a:off x="356686" y="446167"/>
            <a:ext cx="6837619" cy="7651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Montserrat"/>
              <a:buNone/>
              <a:defRPr sz="52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Montserrat"/>
              <a:buNone/>
              <a:defRPr sz="52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Montserrat"/>
              <a:buNone/>
              <a:defRPr sz="52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Montserrat"/>
              <a:buNone/>
              <a:defRPr sz="52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Montserrat"/>
              <a:buNone/>
              <a:defRPr sz="52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Montserrat"/>
              <a:buNone/>
              <a:defRPr sz="52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Montserrat"/>
              <a:buNone/>
              <a:defRPr sz="52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Montserrat"/>
              <a:buNone/>
              <a:defRPr sz="52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Montserrat"/>
              <a:buNone/>
              <a:defRPr sz="52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algn="l"/>
            <a:r>
              <a:rPr lang="pt-BR" sz="3200" dirty="0">
                <a:solidFill>
                  <a:schemeClr val="bg2"/>
                </a:solidFill>
                <a:latin typeface="+mj-lt"/>
                <a:cs typeface="Arial" panose="020B0604020202020204" pitchFamily="34" charset="0"/>
              </a:rPr>
              <a:t>RESULTADOS</a:t>
            </a:r>
          </a:p>
        </p:txBody>
      </p:sp>
      <p:cxnSp>
        <p:nvCxnSpPr>
          <p:cNvPr id="37" name="Conector reto 36">
            <a:extLst>
              <a:ext uri="{FF2B5EF4-FFF2-40B4-BE49-F238E27FC236}">
                <a16:creationId xmlns:a16="http://schemas.microsoft.com/office/drawing/2014/main" id="{FD82EDB5-E4D0-F4DB-801E-390DE5286292}"/>
              </a:ext>
            </a:extLst>
          </p:cNvPr>
          <p:cNvCxnSpPr>
            <a:cxnSpLocks/>
          </p:cNvCxnSpPr>
          <p:nvPr/>
        </p:nvCxnSpPr>
        <p:spPr>
          <a:xfrm>
            <a:off x="-5" y="1165521"/>
            <a:ext cx="3581405" cy="0"/>
          </a:xfrm>
          <a:prstGeom prst="line">
            <a:avLst/>
          </a:prstGeom>
          <a:ln/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38" name="Google Shape;997;p39">
            <a:extLst>
              <a:ext uri="{FF2B5EF4-FFF2-40B4-BE49-F238E27FC236}">
                <a16:creationId xmlns:a16="http://schemas.microsoft.com/office/drawing/2014/main" id="{0895A39B-9E77-D9A9-D51E-4A82A6076639}"/>
              </a:ext>
            </a:extLst>
          </p:cNvPr>
          <p:cNvSpPr txBox="1">
            <a:spLocks/>
          </p:cNvSpPr>
          <p:nvPr/>
        </p:nvSpPr>
        <p:spPr>
          <a:xfrm>
            <a:off x="831829" y="1302734"/>
            <a:ext cx="5774380" cy="3110239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1800" dirty="0">
                <a:solidFill>
                  <a:schemeClr val="bg2"/>
                </a:solidFill>
                <a:latin typeface="+mj-lt"/>
              </a:rPr>
              <a:t>Síntese geral dos resultados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1800" dirty="0">
                <a:solidFill>
                  <a:schemeClr val="bg2"/>
                </a:solidFill>
                <a:latin typeface="+mj-lt"/>
              </a:rPr>
              <a:t>Principais clusters canônicos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1800" dirty="0">
                <a:solidFill>
                  <a:schemeClr val="bg2"/>
                </a:solidFill>
                <a:latin typeface="+mj-lt"/>
              </a:rPr>
              <a:t>Maiores clusters e termos fortes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1800" dirty="0">
                <a:solidFill>
                  <a:schemeClr val="bg2"/>
                </a:solidFill>
                <a:latin typeface="+mj-lt"/>
              </a:rPr>
              <a:t>Frequência anual das categorias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1800" dirty="0">
                <a:solidFill>
                  <a:schemeClr val="bg2"/>
                </a:solidFill>
                <a:latin typeface="+mj-lt"/>
              </a:rPr>
              <a:t>Leitura substantiva dos principais achados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1800" dirty="0">
                <a:solidFill>
                  <a:schemeClr val="bg2"/>
                </a:solidFill>
                <a:latin typeface="+mj-lt"/>
              </a:rPr>
              <a:t>HDBSCAN, ruído e consenso</a:t>
            </a:r>
          </a:p>
        </p:txBody>
      </p:sp>
    </p:spTree>
    <p:extLst>
      <p:ext uri="{BB962C8B-B14F-4D97-AF65-F5344CB8AC3E}">
        <p14:creationId xmlns:p14="http://schemas.microsoft.com/office/powerpoint/2010/main" val="352364842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91">
          <a:extLst>
            <a:ext uri="{FF2B5EF4-FFF2-40B4-BE49-F238E27FC236}">
              <a16:creationId xmlns:a16="http://schemas.microsoft.com/office/drawing/2014/main" id="{FAF9D08F-9A4C-7841-579A-D320A252F9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83" name="Gráfico 982">
            <a:extLst>
              <a:ext uri="{FF2B5EF4-FFF2-40B4-BE49-F238E27FC236}">
                <a16:creationId xmlns:a16="http://schemas.microsoft.com/office/drawing/2014/main" id="{0DF7EDD7-1949-D83C-5DD0-3E49DD90CD2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471287" y="-176981"/>
            <a:ext cx="10434025" cy="5320297"/>
          </a:xfrm>
          <a:prstGeom prst="rect">
            <a:avLst/>
          </a:prstGeom>
        </p:spPr>
      </p:pic>
      <p:sp>
        <p:nvSpPr>
          <p:cNvPr id="2" name="Google Shape;932;p37">
            <a:extLst>
              <a:ext uri="{FF2B5EF4-FFF2-40B4-BE49-F238E27FC236}">
                <a16:creationId xmlns:a16="http://schemas.microsoft.com/office/drawing/2014/main" id="{8916CC58-D09E-D1ED-94C8-CCBA63C8301B}"/>
              </a:ext>
            </a:extLst>
          </p:cNvPr>
          <p:cNvSpPr txBox="1">
            <a:spLocks/>
          </p:cNvSpPr>
          <p:nvPr/>
        </p:nvSpPr>
        <p:spPr>
          <a:xfrm>
            <a:off x="7194305" y="528340"/>
            <a:ext cx="1661894" cy="2259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None/>
              <a:defRPr sz="28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None/>
              <a:defRPr sz="28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None/>
              <a:defRPr sz="28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None/>
              <a:defRPr sz="28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None/>
              <a:defRPr sz="28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None/>
              <a:defRPr sz="28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None/>
              <a:defRPr sz="28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None/>
              <a:defRPr sz="28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None/>
              <a:defRPr sz="28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r>
              <a:rPr lang="pt-BR" sz="600" b="0" dirty="0">
                <a:solidFill>
                  <a:srgbClr val="186E66"/>
                </a:solidFill>
                <a:latin typeface="+mj-lt"/>
                <a:cs typeface="Arial" panose="020B0604020202020204" pitchFamily="34" charset="0"/>
              </a:rPr>
              <a:t>Há mais de 60 anos pensando o Brasil</a:t>
            </a:r>
          </a:p>
        </p:txBody>
      </p:sp>
      <p:sp>
        <p:nvSpPr>
          <p:cNvPr id="3" name="Google Shape;936;p37">
            <a:extLst>
              <a:ext uri="{FF2B5EF4-FFF2-40B4-BE49-F238E27FC236}">
                <a16:creationId xmlns:a16="http://schemas.microsoft.com/office/drawing/2014/main" id="{F9A985DF-5F8D-529F-D8C2-5E217A75534D}"/>
              </a:ext>
            </a:extLst>
          </p:cNvPr>
          <p:cNvSpPr/>
          <p:nvPr/>
        </p:nvSpPr>
        <p:spPr>
          <a:xfrm flipH="1">
            <a:off x="7861193" y="4721150"/>
            <a:ext cx="1282656" cy="422165"/>
          </a:xfrm>
          <a:prstGeom prst="round1Rect">
            <a:avLst>
              <a:gd name="adj" fmla="val 50000"/>
            </a:avLst>
          </a:prstGeom>
          <a:solidFill>
            <a:srgbClr val="1B204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latin typeface="Maven Pro"/>
              <a:ea typeface="Maven Pro"/>
              <a:cs typeface="Maven Pro"/>
              <a:sym typeface="Maven Pro"/>
            </a:endParaRPr>
          </a:p>
        </p:txBody>
      </p:sp>
      <p:sp>
        <p:nvSpPr>
          <p:cNvPr id="4" name="Google Shape;937;p37">
            <a:extLst>
              <a:ext uri="{FF2B5EF4-FFF2-40B4-BE49-F238E27FC236}">
                <a16:creationId xmlns:a16="http://schemas.microsoft.com/office/drawing/2014/main" id="{4A08CE86-CB8B-A11B-8714-ACC9B29D2112}"/>
              </a:ext>
            </a:extLst>
          </p:cNvPr>
          <p:cNvSpPr/>
          <p:nvPr/>
        </p:nvSpPr>
        <p:spPr>
          <a:xfrm flipH="1">
            <a:off x="7588727" y="4912884"/>
            <a:ext cx="1555123" cy="230496"/>
          </a:xfrm>
          <a:prstGeom prst="round1Rect">
            <a:avLst>
              <a:gd name="adj" fmla="val 50000"/>
            </a:avLst>
          </a:prstGeom>
          <a:gradFill flip="none" rotWithShape="1">
            <a:gsLst>
              <a:gs pos="63000">
                <a:srgbClr val="06D1D7"/>
              </a:gs>
              <a:gs pos="33000">
                <a:srgbClr val="23A295"/>
              </a:gs>
              <a:gs pos="0">
                <a:srgbClr val="57F6A2"/>
              </a:gs>
              <a:gs pos="100000">
                <a:srgbClr val="1B2048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latin typeface="Maven Pro"/>
              <a:ea typeface="Maven Pro"/>
              <a:cs typeface="Maven Pro"/>
              <a:sym typeface="Maven Pro"/>
            </a:endParaRPr>
          </a:p>
        </p:txBody>
      </p:sp>
      <p:grpSp>
        <p:nvGrpSpPr>
          <p:cNvPr id="5" name="Google Shape;938;p37">
            <a:extLst>
              <a:ext uri="{FF2B5EF4-FFF2-40B4-BE49-F238E27FC236}">
                <a16:creationId xmlns:a16="http://schemas.microsoft.com/office/drawing/2014/main" id="{9F60C78E-CC47-EAF3-9231-CD6A093DA66F}"/>
              </a:ext>
            </a:extLst>
          </p:cNvPr>
          <p:cNvGrpSpPr/>
          <p:nvPr/>
        </p:nvGrpSpPr>
        <p:grpSpPr>
          <a:xfrm>
            <a:off x="8644350" y="4276582"/>
            <a:ext cx="423698" cy="551579"/>
            <a:chOff x="7631225" y="2241175"/>
            <a:chExt cx="986125" cy="2095500"/>
          </a:xfrm>
          <a:gradFill>
            <a:gsLst>
              <a:gs pos="53000">
                <a:srgbClr val="23A295"/>
              </a:gs>
              <a:gs pos="0">
                <a:srgbClr val="57F6A2"/>
              </a:gs>
              <a:gs pos="100000">
                <a:srgbClr val="1B2048"/>
              </a:gs>
            </a:gsLst>
            <a:lin ang="5400000" scaled="1"/>
          </a:gradFill>
        </p:grpSpPr>
        <p:cxnSp>
          <p:nvCxnSpPr>
            <p:cNvPr id="6" name="Google Shape;939;p37">
              <a:extLst>
                <a:ext uri="{FF2B5EF4-FFF2-40B4-BE49-F238E27FC236}">
                  <a16:creationId xmlns:a16="http://schemas.microsoft.com/office/drawing/2014/main" id="{58ABE1A0-9235-956E-991C-10BEFE9BC740}"/>
                </a:ext>
              </a:extLst>
            </p:cNvPr>
            <p:cNvCxnSpPr/>
            <p:nvPr/>
          </p:nvCxnSpPr>
          <p:spPr>
            <a:xfrm>
              <a:off x="7631225" y="2241175"/>
              <a:ext cx="0" cy="2095500"/>
            </a:xfrm>
            <a:prstGeom prst="straightConnector1">
              <a:avLst/>
            </a:prstGeom>
            <a:grpFill/>
            <a:ln w="9525" cap="flat" cmpd="sng">
              <a:solidFill>
                <a:srgbClr val="1AB0A9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7" name="Google Shape;940;p37">
              <a:extLst>
                <a:ext uri="{FF2B5EF4-FFF2-40B4-BE49-F238E27FC236}">
                  <a16:creationId xmlns:a16="http://schemas.microsoft.com/office/drawing/2014/main" id="{A9E32496-D5DD-5087-3588-864432FCE224}"/>
                </a:ext>
              </a:extLst>
            </p:cNvPr>
            <p:cNvCxnSpPr/>
            <p:nvPr/>
          </p:nvCxnSpPr>
          <p:spPr>
            <a:xfrm>
              <a:off x="7707081" y="2241175"/>
              <a:ext cx="0" cy="2095500"/>
            </a:xfrm>
            <a:prstGeom prst="straightConnector1">
              <a:avLst/>
            </a:prstGeom>
            <a:grpFill/>
            <a:ln w="9525" cap="flat" cmpd="sng">
              <a:solidFill>
                <a:srgbClr val="1AB0A9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8" name="Google Shape;941;p37">
              <a:extLst>
                <a:ext uri="{FF2B5EF4-FFF2-40B4-BE49-F238E27FC236}">
                  <a16:creationId xmlns:a16="http://schemas.microsoft.com/office/drawing/2014/main" id="{03CA4963-63C5-F450-5155-F3036BF16169}"/>
                </a:ext>
              </a:extLst>
            </p:cNvPr>
            <p:cNvCxnSpPr/>
            <p:nvPr/>
          </p:nvCxnSpPr>
          <p:spPr>
            <a:xfrm>
              <a:off x="7782937" y="2241175"/>
              <a:ext cx="0" cy="2095500"/>
            </a:xfrm>
            <a:prstGeom prst="straightConnector1">
              <a:avLst/>
            </a:prstGeom>
            <a:grpFill/>
            <a:ln w="9525" cap="flat" cmpd="sng">
              <a:solidFill>
                <a:srgbClr val="1AB0A9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9" name="Google Shape;942;p37">
              <a:extLst>
                <a:ext uri="{FF2B5EF4-FFF2-40B4-BE49-F238E27FC236}">
                  <a16:creationId xmlns:a16="http://schemas.microsoft.com/office/drawing/2014/main" id="{7403E419-AFEF-76CC-68AA-E724D8529AE6}"/>
                </a:ext>
              </a:extLst>
            </p:cNvPr>
            <p:cNvCxnSpPr/>
            <p:nvPr/>
          </p:nvCxnSpPr>
          <p:spPr>
            <a:xfrm>
              <a:off x="7858792" y="2241175"/>
              <a:ext cx="0" cy="2095500"/>
            </a:xfrm>
            <a:prstGeom prst="straightConnector1">
              <a:avLst/>
            </a:prstGeom>
            <a:grpFill/>
            <a:ln w="9525" cap="flat" cmpd="sng">
              <a:solidFill>
                <a:srgbClr val="1AB0A9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0" name="Google Shape;943;p37">
              <a:extLst>
                <a:ext uri="{FF2B5EF4-FFF2-40B4-BE49-F238E27FC236}">
                  <a16:creationId xmlns:a16="http://schemas.microsoft.com/office/drawing/2014/main" id="{CBB9E78F-A9C9-E370-F469-D8F494F49084}"/>
                </a:ext>
              </a:extLst>
            </p:cNvPr>
            <p:cNvCxnSpPr/>
            <p:nvPr/>
          </p:nvCxnSpPr>
          <p:spPr>
            <a:xfrm>
              <a:off x="8010504" y="2241175"/>
              <a:ext cx="0" cy="2095500"/>
            </a:xfrm>
            <a:prstGeom prst="straightConnector1">
              <a:avLst/>
            </a:prstGeom>
            <a:grpFill/>
            <a:ln w="9525" cap="flat" cmpd="sng">
              <a:solidFill>
                <a:srgbClr val="1AB0A9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1" name="Google Shape;944;p37">
              <a:extLst>
                <a:ext uri="{FF2B5EF4-FFF2-40B4-BE49-F238E27FC236}">
                  <a16:creationId xmlns:a16="http://schemas.microsoft.com/office/drawing/2014/main" id="{1986E4AE-EC7F-2F0F-E568-045D081D05E2}"/>
                </a:ext>
              </a:extLst>
            </p:cNvPr>
            <p:cNvCxnSpPr/>
            <p:nvPr/>
          </p:nvCxnSpPr>
          <p:spPr>
            <a:xfrm>
              <a:off x="8162215" y="2241175"/>
              <a:ext cx="0" cy="2095500"/>
            </a:xfrm>
            <a:prstGeom prst="straightConnector1">
              <a:avLst/>
            </a:prstGeom>
            <a:grpFill/>
            <a:ln w="9525" cap="flat" cmpd="sng">
              <a:solidFill>
                <a:srgbClr val="1AB0A9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2" name="Google Shape;945;p37">
              <a:extLst>
                <a:ext uri="{FF2B5EF4-FFF2-40B4-BE49-F238E27FC236}">
                  <a16:creationId xmlns:a16="http://schemas.microsoft.com/office/drawing/2014/main" id="{6FD8BB54-2C50-0636-2665-4ED9BDF145DB}"/>
                </a:ext>
              </a:extLst>
            </p:cNvPr>
            <p:cNvCxnSpPr/>
            <p:nvPr/>
          </p:nvCxnSpPr>
          <p:spPr>
            <a:xfrm>
              <a:off x="8313927" y="2241175"/>
              <a:ext cx="0" cy="2095500"/>
            </a:xfrm>
            <a:prstGeom prst="straightConnector1">
              <a:avLst/>
            </a:prstGeom>
            <a:grpFill/>
            <a:ln w="9525" cap="flat" cmpd="sng">
              <a:solidFill>
                <a:srgbClr val="1AB0A9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3" name="Google Shape;946;p37">
              <a:extLst>
                <a:ext uri="{FF2B5EF4-FFF2-40B4-BE49-F238E27FC236}">
                  <a16:creationId xmlns:a16="http://schemas.microsoft.com/office/drawing/2014/main" id="{03693DA3-E90E-7BAB-294C-1920925ACCEA}"/>
                </a:ext>
              </a:extLst>
            </p:cNvPr>
            <p:cNvCxnSpPr/>
            <p:nvPr/>
          </p:nvCxnSpPr>
          <p:spPr>
            <a:xfrm>
              <a:off x="7934648" y="2241175"/>
              <a:ext cx="0" cy="2095500"/>
            </a:xfrm>
            <a:prstGeom prst="straightConnector1">
              <a:avLst/>
            </a:prstGeom>
            <a:grpFill/>
            <a:ln w="9525" cap="flat" cmpd="sng">
              <a:solidFill>
                <a:srgbClr val="1AB0A9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4" name="Google Shape;947;p37">
              <a:extLst>
                <a:ext uri="{FF2B5EF4-FFF2-40B4-BE49-F238E27FC236}">
                  <a16:creationId xmlns:a16="http://schemas.microsoft.com/office/drawing/2014/main" id="{F2BE72D4-819B-0740-785B-D01DA85442B0}"/>
                </a:ext>
              </a:extLst>
            </p:cNvPr>
            <p:cNvCxnSpPr/>
            <p:nvPr/>
          </p:nvCxnSpPr>
          <p:spPr>
            <a:xfrm>
              <a:off x="8086360" y="2241175"/>
              <a:ext cx="0" cy="2095500"/>
            </a:xfrm>
            <a:prstGeom prst="straightConnector1">
              <a:avLst/>
            </a:prstGeom>
            <a:grpFill/>
            <a:ln w="9525" cap="flat" cmpd="sng">
              <a:solidFill>
                <a:srgbClr val="1AB0A9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5" name="Google Shape;948;p37">
              <a:extLst>
                <a:ext uri="{FF2B5EF4-FFF2-40B4-BE49-F238E27FC236}">
                  <a16:creationId xmlns:a16="http://schemas.microsoft.com/office/drawing/2014/main" id="{D17068C1-0A2F-3441-18CB-CB6A315D4DFE}"/>
                </a:ext>
              </a:extLst>
            </p:cNvPr>
            <p:cNvCxnSpPr/>
            <p:nvPr/>
          </p:nvCxnSpPr>
          <p:spPr>
            <a:xfrm>
              <a:off x="8238071" y="2241175"/>
              <a:ext cx="0" cy="2095500"/>
            </a:xfrm>
            <a:prstGeom prst="straightConnector1">
              <a:avLst/>
            </a:prstGeom>
            <a:grpFill/>
            <a:ln w="9525" cap="flat" cmpd="sng">
              <a:solidFill>
                <a:srgbClr val="1AB0A9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6" name="Google Shape;949;p37">
              <a:extLst>
                <a:ext uri="{FF2B5EF4-FFF2-40B4-BE49-F238E27FC236}">
                  <a16:creationId xmlns:a16="http://schemas.microsoft.com/office/drawing/2014/main" id="{05EB9023-60C7-68F6-3E64-BA034F5D5DC9}"/>
                </a:ext>
              </a:extLst>
            </p:cNvPr>
            <p:cNvCxnSpPr/>
            <p:nvPr/>
          </p:nvCxnSpPr>
          <p:spPr>
            <a:xfrm>
              <a:off x="8389783" y="2241175"/>
              <a:ext cx="0" cy="2095500"/>
            </a:xfrm>
            <a:prstGeom prst="straightConnector1">
              <a:avLst/>
            </a:prstGeom>
            <a:grpFill/>
            <a:ln w="9525" cap="flat" cmpd="sng">
              <a:solidFill>
                <a:srgbClr val="1AB0A9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7" name="Google Shape;950;p37">
              <a:extLst>
                <a:ext uri="{FF2B5EF4-FFF2-40B4-BE49-F238E27FC236}">
                  <a16:creationId xmlns:a16="http://schemas.microsoft.com/office/drawing/2014/main" id="{1A52D10F-2020-90D1-E545-F5A762311C21}"/>
                </a:ext>
              </a:extLst>
            </p:cNvPr>
            <p:cNvCxnSpPr/>
            <p:nvPr/>
          </p:nvCxnSpPr>
          <p:spPr>
            <a:xfrm>
              <a:off x="8465638" y="2241175"/>
              <a:ext cx="0" cy="2095500"/>
            </a:xfrm>
            <a:prstGeom prst="straightConnector1">
              <a:avLst/>
            </a:prstGeom>
            <a:grpFill/>
            <a:ln w="9525" cap="flat" cmpd="sng">
              <a:solidFill>
                <a:srgbClr val="1AB0A9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8" name="Google Shape;951;p37">
              <a:extLst>
                <a:ext uri="{FF2B5EF4-FFF2-40B4-BE49-F238E27FC236}">
                  <a16:creationId xmlns:a16="http://schemas.microsoft.com/office/drawing/2014/main" id="{68117476-FDEC-6D9D-3B88-58F0AB993696}"/>
                </a:ext>
              </a:extLst>
            </p:cNvPr>
            <p:cNvCxnSpPr/>
            <p:nvPr/>
          </p:nvCxnSpPr>
          <p:spPr>
            <a:xfrm>
              <a:off x="8541494" y="2241175"/>
              <a:ext cx="0" cy="2095500"/>
            </a:xfrm>
            <a:prstGeom prst="straightConnector1">
              <a:avLst/>
            </a:prstGeom>
            <a:grpFill/>
            <a:ln w="9525" cap="flat" cmpd="sng">
              <a:solidFill>
                <a:srgbClr val="1AB0A9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9" name="Google Shape;952;p37">
              <a:extLst>
                <a:ext uri="{FF2B5EF4-FFF2-40B4-BE49-F238E27FC236}">
                  <a16:creationId xmlns:a16="http://schemas.microsoft.com/office/drawing/2014/main" id="{69600121-B5ED-D4C9-71A3-5BE837F7C4FD}"/>
                </a:ext>
              </a:extLst>
            </p:cNvPr>
            <p:cNvCxnSpPr/>
            <p:nvPr/>
          </p:nvCxnSpPr>
          <p:spPr>
            <a:xfrm>
              <a:off x="8617350" y="2241175"/>
              <a:ext cx="0" cy="2095500"/>
            </a:xfrm>
            <a:prstGeom prst="straightConnector1">
              <a:avLst/>
            </a:prstGeom>
            <a:grpFill/>
            <a:ln w="9525" cap="flat" cmpd="sng">
              <a:solidFill>
                <a:srgbClr val="1AB0A9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20" name="Google Shape;954;p37">
            <a:extLst>
              <a:ext uri="{FF2B5EF4-FFF2-40B4-BE49-F238E27FC236}">
                <a16:creationId xmlns:a16="http://schemas.microsoft.com/office/drawing/2014/main" id="{4C71043D-F753-56BA-6E77-57ABEB3B1C37}"/>
              </a:ext>
            </a:extLst>
          </p:cNvPr>
          <p:cNvSpPr/>
          <p:nvPr/>
        </p:nvSpPr>
        <p:spPr>
          <a:xfrm>
            <a:off x="0" y="4680042"/>
            <a:ext cx="922564" cy="463274"/>
          </a:xfrm>
          <a:prstGeom prst="rect">
            <a:avLst/>
          </a:prstGeom>
          <a:gradFill>
            <a:gsLst>
              <a:gs pos="33000">
                <a:srgbClr val="23A295"/>
              </a:gs>
              <a:gs pos="0">
                <a:srgbClr val="57F6A2"/>
              </a:gs>
              <a:gs pos="100000">
                <a:srgbClr val="1B2048"/>
              </a:gs>
            </a:gsLst>
            <a:path path="circle">
              <a:fillToRect l="100000" t="100000"/>
            </a:path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dirty="0">
              <a:latin typeface="Maven Pro"/>
              <a:ea typeface="Maven Pro"/>
              <a:cs typeface="Maven Pro"/>
              <a:sym typeface="Maven Pro"/>
            </a:endParaRPr>
          </a:p>
        </p:txBody>
      </p:sp>
      <p:sp>
        <p:nvSpPr>
          <p:cNvPr id="21" name="Google Shape;955;p37">
            <a:extLst>
              <a:ext uri="{FF2B5EF4-FFF2-40B4-BE49-F238E27FC236}">
                <a16:creationId xmlns:a16="http://schemas.microsoft.com/office/drawing/2014/main" id="{8EDE5E73-C3F8-45ED-EBE6-1FBC1C3C747A}"/>
              </a:ext>
            </a:extLst>
          </p:cNvPr>
          <p:cNvSpPr/>
          <p:nvPr/>
        </p:nvSpPr>
        <p:spPr>
          <a:xfrm>
            <a:off x="0" y="4912883"/>
            <a:ext cx="1663658" cy="230641"/>
          </a:xfrm>
          <a:prstGeom prst="round1Rect">
            <a:avLst>
              <a:gd name="adj" fmla="val 50000"/>
            </a:avLst>
          </a:prstGeom>
          <a:solidFill>
            <a:srgbClr val="1B204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latin typeface="Maven Pro"/>
              <a:ea typeface="Maven Pro"/>
              <a:cs typeface="Maven Pro"/>
              <a:sym typeface="Maven Pro"/>
            </a:endParaRPr>
          </a:p>
        </p:txBody>
      </p:sp>
      <p:grpSp>
        <p:nvGrpSpPr>
          <p:cNvPr id="22" name="Agrupar 21">
            <a:extLst>
              <a:ext uri="{FF2B5EF4-FFF2-40B4-BE49-F238E27FC236}">
                <a16:creationId xmlns:a16="http://schemas.microsoft.com/office/drawing/2014/main" id="{DDD1DEAE-1C19-2BB3-3879-713CF01E708C}"/>
              </a:ext>
            </a:extLst>
          </p:cNvPr>
          <p:cNvGrpSpPr/>
          <p:nvPr/>
        </p:nvGrpSpPr>
        <p:grpSpPr>
          <a:xfrm>
            <a:off x="7070035" y="156184"/>
            <a:ext cx="1722295" cy="405506"/>
            <a:chOff x="4782913" y="272045"/>
            <a:chExt cx="3752189" cy="883435"/>
          </a:xfrm>
        </p:grpSpPr>
        <p:pic>
          <p:nvPicPr>
            <p:cNvPr id="23" name="Imagem 22" descr="Interface gráfica do usuário, Texto&#10;&#10;O conteúdo gerado por IA pode estar incorreto.">
              <a:extLst>
                <a:ext uri="{FF2B5EF4-FFF2-40B4-BE49-F238E27FC236}">
                  <a16:creationId xmlns:a16="http://schemas.microsoft.com/office/drawing/2014/main" id="{C5F201C9-8A6C-D0B8-2728-D3B1C054E560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4782913" y="272045"/>
              <a:ext cx="3752189" cy="883435"/>
            </a:xfrm>
            <a:prstGeom prst="rect">
              <a:avLst/>
            </a:prstGeom>
          </p:spPr>
        </p:pic>
        <p:cxnSp>
          <p:nvCxnSpPr>
            <p:cNvPr id="24" name="Conector reto 23">
              <a:extLst>
                <a:ext uri="{FF2B5EF4-FFF2-40B4-BE49-F238E27FC236}">
                  <a16:creationId xmlns:a16="http://schemas.microsoft.com/office/drawing/2014/main" id="{699246F0-B71E-F899-C1C1-F8E9F370B7C5}"/>
                </a:ext>
              </a:extLst>
            </p:cNvPr>
            <p:cNvCxnSpPr>
              <a:cxnSpLocks/>
            </p:cNvCxnSpPr>
            <p:nvPr/>
          </p:nvCxnSpPr>
          <p:spPr>
            <a:xfrm>
              <a:off x="5253460" y="1066595"/>
              <a:ext cx="3264536" cy="16228"/>
            </a:xfrm>
            <a:prstGeom prst="line">
              <a:avLst/>
            </a:prstGeom>
            <a:ln>
              <a:solidFill>
                <a:srgbClr val="00445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5" name="Google Shape;936;p37">
            <a:extLst>
              <a:ext uri="{FF2B5EF4-FFF2-40B4-BE49-F238E27FC236}">
                <a16:creationId xmlns:a16="http://schemas.microsoft.com/office/drawing/2014/main" id="{7D512306-68E8-260C-CB23-10738637CC51}"/>
              </a:ext>
            </a:extLst>
          </p:cNvPr>
          <p:cNvSpPr/>
          <p:nvPr/>
        </p:nvSpPr>
        <p:spPr>
          <a:xfrm rot="16200000" flipH="1" flipV="1">
            <a:off x="-26331" y="5857"/>
            <a:ext cx="636272" cy="583606"/>
          </a:xfrm>
          <a:custGeom>
            <a:avLst/>
            <a:gdLst>
              <a:gd name="connsiteX0" fmla="*/ 0 w 1440059"/>
              <a:gd name="connsiteY0" fmla="*/ 0 h 583600"/>
              <a:gd name="connsiteX1" fmla="*/ 1148259 w 1440059"/>
              <a:gd name="connsiteY1" fmla="*/ 0 h 583600"/>
              <a:gd name="connsiteX2" fmla="*/ 1440059 w 1440059"/>
              <a:gd name="connsiteY2" fmla="*/ 291800 h 583600"/>
              <a:gd name="connsiteX3" fmla="*/ 1440059 w 1440059"/>
              <a:gd name="connsiteY3" fmla="*/ 583600 h 583600"/>
              <a:gd name="connsiteX4" fmla="*/ 0 w 1440059"/>
              <a:gd name="connsiteY4" fmla="*/ 583600 h 583600"/>
              <a:gd name="connsiteX5" fmla="*/ 0 w 1440059"/>
              <a:gd name="connsiteY5" fmla="*/ 0 h 583600"/>
              <a:gd name="connsiteX0" fmla="*/ 612059 w 1440059"/>
              <a:gd name="connsiteY0" fmla="*/ 0 h 583603"/>
              <a:gd name="connsiteX1" fmla="*/ 1148259 w 1440059"/>
              <a:gd name="connsiteY1" fmla="*/ 3 h 583603"/>
              <a:gd name="connsiteX2" fmla="*/ 1440059 w 1440059"/>
              <a:gd name="connsiteY2" fmla="*/ 291803 h 583603"/>
              <a:gd name="connsiteX3" fmla="*/ 1440059 w 1440059"/>
              <a:gd name="connsiteY3" fmla="*/ 583603 h 583603"/>
              <a:gd name="connsiteX4" fmla="*/ 0 w 1440059"/>
              <a:gd name="connsiteY4" fmla="*/ 583603 h 583603"/>
              <a:gd name="connsiteX5" fmla="*/ 612059 w 1440059"/>
              <a:gd name="connsiteY5" fmla="*/ 0 h 583603"/>
              <a:gd name="connsiteX0" fmla="*/ 0 w 828000"/>
              <a:gd name="connsiteY0" fmla="*/ 0 h 583603"/>
              <a:gd name="connsiteX1" fmla="*/ 536200 w 828000"/>
              <a:gd name="connsiteY1" fmla="*/ 3 h 583603"/>
              <a:gd name="connsiteX2" fmla="*/ 828000 w 828000"/>
              <a:gd name="connsiteY2" fmla="*/ 291803 h 583603"/>
              <a:gd name="connsiteX3" fmla="*/ 828000 w 828000"/>
              <a:gd name="connsiteY3" fmla="*/ 583603 h 583603"/>
              <a:gd name="connsiteX4" fmla="*/ 191728 w 828000"/>
              <a:gd name="connsiteY4" fmla="*/ 576229 h 583603"/>
              <a:gd name="connsiteX5" fmla="*/ 0 w 828000"/>
              <a:gd name="connsiteY5" fmla="*/ 0 h 583603"/>
              <a:gd name="connsiteX0" fmla="*/ 14749 w 636272"/>
              <a:gd name="connsiteY0" fmla="*/ 0 h 583606"/>
              <a:gd name="connsiteX1" fmla="*/ 344472 w 636272"/>
              <a:gd name="connsiteY1" fmla="*/ 6 h 583606"/>
              <a:gd name="connsiteX2" fmla="*/ 636272 w 636272"/>
              <a:gd name="connsiteY2" fmla="*/ 291806 h 583606"/>
              <a:gd name="connsiteX3" fmla="*/ 636272 w 636272"/>
              <a:gd name="connsiteY3" fmla="*/ 583606 h 583606"/>
              <a:gd name="connsiteX4" fmla="*/ 0 w 636272"/>
              <a:gd name="connsiteY4" fmla="*/ 576232 h 583606"/>
              <a:gd name="connsiteX5" fmla="*/ 14749 w 636272"/>
              <a:gd name="connsiteY5" fmla="*/ 0 h 5836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36272" h="583606">
                <a:moveTo>
                  <a:pt x="14749" y="0"/>
                </a:moveTo>
                <a:lnTo>
                  <a:pt x="344472" y="6"/>
                </a:lnTo>
                <a:cubicBezTo>
                  <a:pt x="505629" y="6"/>
                  <a:pt x="636272" y="130649"/>
                  <a:pt x="636272" y="291806"/>
                </a:cubicBezTo>
                <a:lnTo>
                  <a:pt x="636272" y="583606"/>
                </a:lnTo>
                <a:lnTo>
                  <a:pt x="0" y="576232"/>
                </a:lnTo>
                <a:lnTo>
                  <a:pt x="14749" y="0"/>
                </a:lnTo>
                <a:close/>
              </a:path>
            </a:pathLst>
          </a:custGeom>
          <a:solidFill>
            <a:srgbClr val="1B204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latin typeface="Maven Pro"/>
              <a:ea typeface="Maven Pro"/>
              <a:cs typeface="Maven Pro"/>
              <a:sym typeface="Maven Pro"/>
            </a:endParaRPr>
          </a:p>
        </p:txBody>
      </p:sp>
      <p:sp>
        <p:nvSpPr>
          <p:cNvPr id="26" name="Google Shape;937;p37">
            <a:extLst>
              <a:ext uri="{FF2B5EF4-FFF2-40B4-BE49-F238E27FC236}">
                <a16:creationId xmlns:a16="http://schemas.microsoft.com/office/drawing/2014/main" id="{A2F604F4-4298-690A-3763-DF4DF172AD4A}"/>
              </a:ext>
            </a:extLst>
          </p:cNvPr>
          <p:cNvSpPr/>
          <p:nvPr/>
        </p:nvSpPr>
        <p:spPr>
          <a:xfrm rot="16200000" flipH="1" flipV="1">
            <a:off x="-223281" y="212082"/>
            <a:ext cx="765195" cy="318641"/>
          </a:xfrm>
          <a:custGeom>
            <a:avLst/>
            <a:gdLst>
              <a:gd name="connsiteX0" fmla="*/ 0 w 1745961"/>
              <a:gd name="connsiteY0" fmla="*/ 0 h 318637"/>
              <a:gd name="connsiteX1" fmla="*/ 1586643 w 1745961"/>
              <a:gd name="connsiteY1" fmla="*/ 0 h 318637"/>
              <a:gd name="connsiteX2" fmla="*/ 1745962 w 1745961"/>
              <a:gd name="connsiteY2" fmla="*/ 159319 h 318637"/>
              <a:gd name="connsiteX3" fmla="*/ 1745961 w 1745961"/>
              <a:gd name="connsiteY3" fmla="*/ 318637 h 318637"/>
              <a:gd name="connsiteX4" fmla="*/ 0 w 1745961"/>
              <a:gd name="connsiteY4" fmla="*/ 318637 h 318637"/>
              <a:gd name="connsiteX5" fmla="*/ 0 w 1745961"/>
              <a:gd name="connsiteY5" fmla="*/ 0 h 318637"/>
              <a:gd name="connsiteX0" fmla="*/ 980768 w 1745962"/>
              <a:gd name="connsiteY0" fmla="*/ 0 h 318637"/>
              <a:gd name="connsiteX1" fmla="*/ 1586643 w 1745962"/>
              <a:gd name="connsiteY1" fmla="*/ 0 h 318637"/>
              <a:gd name="connsiteX2" fmla="*/ 1745962 w 1745962"/>
              <a:gd name="connsiteY2" fmla="*/ 159319 h 318637"/>
              <a:gd name="connsiteX3" fmla="*/ 1745961 w 1745962"/>
              <a:gd name="connsiteY3" fmla="*/ 318637 h 318637"/>
              <a:gd name="connsiteX4" fmla="*/ 0 w 1745962"/>
              <a:gd name="connsiteY4" fmla="*/ 318637 h 318637"/>
              <a:gd name="connsiteX5" fmla="*/ 980768 w 1745962"/>
              <a:gd name="connsiteY5" fmla="*/ 0 h 318637"/>
              <a:gd name="connsiteX0" fmla="*/ 1 w 765195"/>
              <a:gd name="connsiteY0" fmla="*/ 0 h 318641"/>
              <a:gd name="connsiteX1" fmla="*/ 605876 w 765195"/>
              <a:gd name="connsiteY1" fmla="*/ 0 h 318641"/>
              <a:gd name="connsiteX2" fmla="*/ 765195 w 765195"/>
              <a:gd name="connsiteY2" fmla="*/ 159319 h 318641"/>
              <a:gd name="connsiteX3" fmla="*/ 765194 w 765195"/>
              <a:gd name="connsiteY3" fmla="*/ 318637 h 318641"/>
              <a:gd name="connsiteX4" fmla="*/ 0 w 765195"/>
              <a:gd name="connsiteY4" fmla="*/ 318641 h 318641"/>
              <a:gd name="connsiteX5" fmla="*/ 1 w 765195"/>
              <a:gd name="connsiteY5" fmla="*/ 0 h 3186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765195" h="318641">
                <a:moveTo>
                  <a:pt x="1" y="0"/>
                </a:moveTo>
                <a:lnTo>
                  <a:pt x="605876" y="0"/>
                </a:lnTo>
                <a:cubicBezTo>
                  <a:pt x="693865" y="0"/>
                  <a:pt x="765195" y="71330"/>
                  <a:pt x="765195" y="159319"/>
                </a:cubicBezTo>
                <a:cubicBezTo>
                  <a:pt x="765195" y="212425"/>
                  <a:pt x="765194" y="265531"/>
                  <a:pt x="765194" y="318637"/>
                </a:cubicBezTo>
                <a:lnTo>
                  <a:pt x="0" y="318641"/>
                </a:lnTo>
                <a:cubicBezTo>
                  <a:pt x="0" y="212427"/>
                  <a:pt x="1" y="106214"/>
                  <a:pt x="1" y="0"/>
                </a:cubicBezTo>
                <a:close/>
              </a:path>
            </a:pathLst>
          </a:custGeom>
          <a:gradFill flip="none" rotWithShape="1">
            <a:gsLst>
              <a:gs pos="63000">
                <a:srgbClr val="06D1D7"/>
              </a:gs>
              <a:gs pos="33000">
                <a:srgbClr val="23A295"/>
              </a:gs>
              <a:gs pos="0">
                <a:srgbClr val="57F6A2"/>
              </a:gs>
              <a:gs pos="100000">
                <a:srgbClr val="1B2048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latin typeface="Maven Pro"/>
              <a:ea typeface="Maven Pro"/>
              <a:cs typeface="Maven Pro"/>
              <a:sym typeface="Maven Pro"/>
            </a:endParaRPr>
          </a:p>
        </p:txBody>
      </p:sp>
      <p:grpSp>
        <p:nvGrpSpPr>
          <p:cNvPr id="28" name="Google Shape;938;p37">
            <a:extLst>
              <a:ext uri="{FF2B5EF4-FFF2-40B4-BE49-F238E27FC236}">
                <a16:creationId xmlns:a16="http://schemas.microsoft.com/office/drawing/2014/main" id="{F8D73179-5B95-0E10-9CF9-D8B8BAF51891}"/>
              </a:ext>
            </a:extLst>
          </p:cNvPr>
          <p:cNvGrpSpPr/>
          <p:nvPr/>
        </p:nvGrpSpPr>
        <p:grpSpPr>
          <a:xfrm rot="16200000">
            <a:off x="720348" y="-178200"/>
            <a:ext cx="368002" cy="860760"/>
            <a:chOff x="8238071" y="2241175"/>
            <a:chExt cx="379279" cy="2095500"/>
          </a:xfrm>
          <a:gradFill>
            <a:gsLst>
              <a:gs pos="53000">
                <a:srgbClr val="23A295"/>
              </a:gs>
              <a:gs pos="0">
                <a:srgbClr val="57F6A2"/>
              </a:gs>
              <a:gs pos="100000">
                <a:srgbClr val="1B2048"/>
              </a:gs>
            </a:gsLst>
            <a:lin ang="5400000" scaled="1"/>
          </a:gradFill>
        </p:grpSpPr>
        <p:cxnSp>
          <p:nvCxnSpPr>
            <p:cNvPr id="29" name="Google Shape;945;p37">
              <a:extLst>
                <a:ext uri="{FF2B5EF4-FFF2-40B4-BE49-F238E27FC236}">
                  <a16:creationId xmlns:a16="http://schemas.microsoft.com/office/drawing/2014/main" id="{A6B387D0-A086-4FAF-3F74-08ABC671C79C}"/>
                </a:ext>
              </a:extLst>
            </p:cNvPr>
            <p:cNvCxnSpPr/>
            <p:nvPr/>
          </p:nvCxnSpPr>
          <p:spPr>
            <a:xfrm>
              <a:off x="8313927" y="2241175"/>
              <a:ext cx="0" cy="2095500"/>
            </a:xfrm>
            <a:prstGeom prst="straightConnector1">
              <a:avLst/>
            </a:prstGeom>
            <a:grpFill/>
            <a:ln w="9525" cap="flat" cmpd="sng">
              <a:solidFill>
                <a:srgbClr val="1AB0A9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0" name="Google Shape;948;p37">
              <a:extLst>
                <a:ext uri="{FF2B5EF4-FFF2-40B4-BE49-F238E27FC236}">
                  <a16:creationId xmlns:a16="http://schemas.microsoft.com/office/drawing/2014/main" id="{69434643-4D4F-3FBA-C137-D4623F6B90FF}"/>
                </a:ext>
              </a:extLst>
            </p:cNvPr>
            <p:cNvCxnSpPr/>
            <p:nvPr/>
          </p:nvCxnSpPr>
          <p:spPr>
            <a:xfrm>
              <a:off x="8238071" y="2241175"/>
              <a:ext cx="0" cy="2095500"/>
            </a:xfrm>
            <a:prstGeom prst="straightConnector1">
              <a:avLst/>
            </a:prstGeom>
            <a:grpFill/>
            <a:ln w="9525" cap="flat" cmpd="sng">
              <a:solidFill>
                <a:srgbClr val="1AB0A9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1" name="Google Shape;949;p37">
              <a:extLst>
                <a:ext uri="{FF2B5EF4-FFF2-40B4-BE49-F238E27FC236}">
                  <a16:creationId xmlns:a16="http://schemas.microsoft.com/office/drawing/2014/main" id="{B3147318-8456-490F-41DC-4F53D6627E97}"/>
                </a:ext>
              </a:extLst>
            </p:cNvPr>
            <p:cNvCxnSpPr/>
            <p:nvPr/>
          </p:nvCxnSpPr>
          <p:spPr>
            <a:xfrm>
              <a:off x="8389783" y="2241175"/>
              <a:ext cx="0" cy="2095500"/>
            </a:xfrm>
            <a:prstGeom prst="straightConnector1">
              <a:avLst/>
            </a:prstGeom>
            <a:grpFill/>
            <a:ln w="9525" cap="flat" cmpd="sng">
              <a:solidFill>
                <a:srgbClr val="1AB0A9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2" name="Google Shape;950;p37">
              <a:extLst>
                <a:ext uri="{FF2B5EF4-FFF2-40B4-BE49-F238E27FC236}">
                  <a16:creationId xmlns:a16="http://schemas.microsoft.com/office/drawing/2014/main" id="{735D2950-8721-3BB6-C13D-C7506F1CC3B5}"/>
                </a:ext>
              </a:extLst>
            </p:cNvPr>
            <p:cNvCxnSpPr/>
            <p:nvPr/>
          </p:nvCxnSpPr>
          <p:spPr>
            <a:xfrm>
              <a:off x="8465638" y="2241175"/>
              <a:ext cx="0" cy="2095500"/>
            </a:xfrm>
            <a:prstGeom prst="straightConnector1">
              <a:avLst/>
            </a:prstGeom>
            <a:grpFill/>
            <a:ln w="9525" cap="flat" cmpd="sng">
              <a:solidFill>
                <a:srgbClr val="1AB0A9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3" name="Google Shape;951;p37">
              <a:extLst>
                <a:ext uri="{FF2B5EF4-FFF2-40B4-BE49-F238E27FC236}">
                  <a16:creationId xmlns:a16="http://schemas.microsoft.com/office/drawing/2014/main" id="{4378B1EF-A32C-8966-0C18-869B0BB7F9AE}"/>
                </a:ext>
              </a:extLst>
            </p:cNvPr>
            <p:cNvCxnSpPr/>
            <p:nvPr/>
          </p:nvCxnSpPr>
          <p:spPr>
            <a:xfrm>
              <a:off x="8541494" y="2241175"/>
              <a:ext cx="0" cy="2095500"/>
            </a:xfrm>
            <a:prstGeom prst="straightConnector1">
              <a:avLst/>
            </a:prstGeom>
            <a:grpFill/>
            <a:ln w="9525" cap="flat" cmpd="sng">
              <a:solidFill>
                <a:srgbClr val="1AB0A9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4" name="Google Shape;952;p37">
              <a:extLst>
                <a:ext uri="{FF2B5EF4-FFF2-40B4-BE49-F238E27FC236}">
                  <a16:creationId xmlns:a16="http://schemas.microsoft.com/office/drawing/2014/main" id="{D5AE0834-D200-7F87-01FF-4412E6CCC9BB}"/>
                </a:ext>
              </a:extLst>
            </p:cNvPr>
            <p:cNvCxnSpPr/>
            <p:nvPr/>
          </p:nvCxnSpPr>
          <p:spPr>
            <a:xfrm>
              <a:off x="8617350" y="2241175"/>
              <a:ext cx="0" cy="2095500"/>
            </a:xfrm>
            <a:prstGeom prst="straightConnector1">
              <a:avLst/>
            </a:prstGeom>
            <a:grpFill/>
            <a:ln w="9525" cap="flat" cmpd="sng">
              <a:solidFill>
                <a:srgbClr val="1AB0A9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35" name="Título 1">
            <a:extLst>
              <a:ext uri="{FF2B5EF4-FFF2-40B4-BE49-F238E27FC236}">
                <a16:creationId xmlns:a16="http://schemas.microsoft.com/office/drawing/2014/main" id="{1F015E27-5F83-C34C-9184-5BA9A30177C2}"/>
              </a:ext>
            </a:extLst>
          </p:cNvPr>
          <p:cNvSpPr txBox="1">
            <a:spLocks/>
          </p:cNvSpPr>
          <p:nvPr/>
        </p:nvSpPr>
        <p:spPr>
          <a:xfrm>
            <a:off x="737108" y="504150"/>
            <a:ext cx="8467638" cy="4554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Montserrat"/>
              <a:buNone/>
              <a:defRPr sz="52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Montserrat"/>
              <a:buNone/>
              <a:defRPr sz="52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Montserrat"/>
              <a:buNone/>
              <a:defRPr sz="52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Montserrat"/>
              <a:buNone/>
              <a:defRPr sz="52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Montserrat"/>
              <a:buNone/>
              <a:defRPr sz="52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Montserrat"/>
              <a:buNone/>
              <a:defRPr sz="52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Montserrat"/>
              <a:buNone/>
              <a:defRPr sz="52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Montserrat"/>
              <a:buNone/>
              <a:defRPr sz="52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Montserrat"/>
              <a:buNone/>
              <a:defRPr sz="52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algn="l"/>
            <a:r>
              <a:rPr lang="pt-BR" sz="2000" dirty="0">
                <a:latin typeface="+mj-lt"/>
                <a:cs typeface="Arial" panose="020B0604020202020204" pitchFamily="34" charset="0"/>
              </a:rPr>
              <a:t>organização temática, temporal e semântica</a:t>
            </a:r>
          </a:p>
        </p:txBody>
      </p:sp>
      <p:sp>
        <p:nvSpPr>
          <p:cNvPr id="36" name="Subtítulo 2">
            <a:extLst>
              <a:ext uri="{FF2B5EF4-FFF2-40B4-BE49-F238E27FC236}">
                <a16:creationId xmlns:a16="http://schemas.microsoft.com/office/drawing/2014/main" id="{1FB5B2AE-DC12-FA13-CA2D-2D9C5DC64A5C}"/>
              </a:ext>
            </a:extLst>
          </p:cNvPr>
          <p:cNvSpPr>
            <a:spLocks noGrp="1"/>
          </p:cNvSpPr>
          <p:nvPr>
            <p:ph type="subTitle" idx="4294967295"/>
          </p:nvPr>
        </p:nvSpPr>
        <p:spPr>
          <a:xfrm>
            <a:off x="583608" y="1395073"/>
            <a:ext cx="7984942" cy="3284762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/>
              <a:t>A pipeline transformou notícias públicas da PF em uma base analítica estruturada.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/>
              <a:t>Os resultados permitem observar:</a:t>
            </a:r>
          </a:p>
          <a:p>
            <a:pPr defTabSz="358775"/>
            <a:r>
              <a:rPr lang="pt-BR" dirty="0"/>
              <a:t> 	- temas mais recorrentes;</a:t>
            </a:r>
          </a:p>
          <a:p>
            <a:pPr defTabSz="358775"/>
            <a:r>
              <a:rPr lang="pt-BR" dirty="0"/>
              <a:t> 	- variações anuais de visibilidade;</a:t>
            </a:r>
          </a:p>
          <a:p>
            <a:pPr defTabSz="358775"/>
            <a:r>
              <a:rPr lang="pt-BR" dirty="0"/>
              <a:t> 	- clusters canônicos;</a:t>
            </a:r>
          </a:p>
          <a:p>
            <a:pPr defTabSz="358775"/>
            <a:r>
              <a:rPr lang="pt-BR" dirty="0"/>
              <a:t> 	- agrupamentos semânticos;</a:t>
            </a:r>
          </a:p>
          <a:p>
            <a:pPr defTabSz="358775"/>
            <a:r>
              <a:rPr lang="pt-BR" dirty="0"/>
              <a:t> 	- estabilidade entre diferentes representações textuais.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/>
              <a:t>A maior parte das classificações foi resolvida pela camada determinística.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/>
              <a:t>A LLM atuou apenas como camada residual, em casos ambíguos ou não cobertos pelas regras.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/>
              <a:t>Os resultados devem ser lidos como evidências sobre atuação publicizada, não como medida direta de incidência criminal ou produtividade policial.</a:t>
            </a:r>
            <a:endParaRPr lang="pt-BR" dirty="0">
              <a:solidFill>
                <a:schemeClr val="bg1"/>
              </a:solidFill>
              <a:latin typeface="+mj-lt"/>
            </a:endParaRPr>
          </a:p>
        </p:txBody>
      </p:sp>
      <p:cxnSp>
        <p:nvCxnSpPr>
          <p:cNvPr id="40" name="Conector reto 39">
            <a:extLst>
              <a:ext uri="{FF2B5EF4-FFF2-40B4-BE49-F238E27FC236}">
                <a16:creationId xmlns:a16="http://schemas.microsoft.com/office/drawing/2014/main" id="{5252372F-1511-A760-EBF2-A1D8BED7ED15}"/>
              </a:ext>
            </a:extLst>
          </p:cNvPr>
          <p:cNvCxnSpPr>
            <a:cxnSpLocks/>
          </p:cNvCxnSpPr>
          <p:nvPr/>
        </p:nvCxnSpPr>
        <p:spPr>
          <a:xfrm>
            <a:off x="-5" y="1114607"/>
            <a:ext cx="2796961" cy="0"/>
          </a:xfrm>
          <a:prstGeom prst="line">
            <a:avLst/>
          </a:prstGeom>
          <a:ln>
            <a:solidFill>
              <a:srgbClr val="00445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Google Shape;937;p37">
            <a:extLst>
              <a:ext uri="{FF2B5EF4-FFF2-40B4-BE49-F238E27FC236}">
                <a16:creationId xmlns:a16="http://schemas.microsoft.com/office/drawing/2014/main" id="{004FD933-A426-F0B8-153E-71E4580F9C2E}"/>
              </a:ext>
            </a:extLst>
          </p:cNvPr>
          <p:cNvSpPr/>
          <p:nvPr/>
        </p:nvSpPr>
        <p:spPr>
          <a:xfrm flipH="1" flipV="1">
            <a:off x="8773117" y="52"/>
            <a:ext cx="369846" cy="249032"/>
          </a:xfrm>
          <a:custGeom>
            <a:avLst/>
            <a:gdLst>
              <a:gd name="connsiteX0" fmla="*/ 0 w 1414234"/>
              <a:gd name="connsiteY0" fmla="*/ 0 h 258097"/>
              <a:gd name="connsiteX1" fmla="*/ 1285186 w 1414234"/>
              <a:gd name="connsiteY1" fmla="*/ 0 h 258097"/>
              <a:gd name="connsiteX2" fmla="*/ 1414235 w 1414234"/>
              <a:gd name="connsiteY2" fmla="*/ 129049 h 258097"/>
              <a:gd name="connsiteX3" fmla="*/ 1414234 w 1414234"/>
              <a:gd name="connsiteY3" fmla="*/ 258097 h 258097"/>
              <a:gd name="connsiteX4" fmla="*/ 0 w 1414234"/>
              <a:gd name="connsiteY4" fmla="*/ 258097 h 258097"/>
              <a:gd name="connsiteX5" fmla="*/ 0 w 1414234"/>
              <a:gd name="connsiteY5" fmla="*/ 0 h 258097"/>
              <a:gd name="connsiteX0" fmla="*/ 0 w 1414235"/>
              <a:gd name="connsiteY0" fmla="*/ 0 h 258097"/>
              <a:gd name="connsiteX1" fmla="*/ 1285186 w 1414235"/>
              <a:gd name="connsiteY1" fmla="*/ 0 h 258097"/>
              <a:gd name="connsiteX2" fmla="*/ 1414235 w 1414235"/>
              <a:gd name="connsiteY2" fmla="*/ 129049 h 258097"/>
              <a:gd name="connsiteX3" fmla="*/ 1414234 w 1414235"/>
              <a:gd name="connsiteY3" fmla="*/ 258097 h 258097"/>
              <a:gd name="connsiteX4" fmla="*/ 243348 w 1414235"/>
              <a:gd name="connsiteY4" fmla="*/ 258097 h 258097"/>
              <a:gd name="connsiteX5" fmla="*/ 0 w 1414235"/>
              <a:gd name="connsiteY5" fmla="*/ 0 h 258097"/>
              <a:gd name="connsiteX0" fmla="*/ 0 w 1178260"/>
              <a:gd name="connsiteY0" fmla="*/ 7374 h 258097"/>
              <a:gd name="connsiteX1" fmla="*/ 1049211 w 1178260"/>
              <a:gd name="connsiteY1" fmla="*/ 0 h 258097"/>
              <a:gd name="connsiteX2" fmla="*/ 1178260 w 1178260"/>
              <a:gd name="connsiteY2" fmla="*/ 129049 h 258097"/>
              <a:gd name="connsiteX3" fmla="*/ 1178259 w 1178260"/>
              <a:gd name="connsiteY3" fmla="*/ 258097 h 258097"/>
              <a:gd name="connsiteX4" fmla="*/ 7373 w 1178260"/>
              <a:gd name="connsiteY4" fmla="*/ 258097 h 258097"/>
              <a:gd name="connsiteX5" fmla="*/ 0 w 1178260"/>
              <a:gd name="connsiteY5" fmla="*/ 7374 h 258097"/>
              <a:gd name="connsiteX0" fmla="*/ 0 w 1178260"/>
              <a:gd name="connsiteY0" fmla="*/ 7374 h 265471"/>
              <a:gd name="connsiteX1" fmla="*/ 1049211 w 1178260"/>
              <a:gd name="connsiteY1" fmla="*/ 0 h 265471"/>
              <a:gd name="connsiteX2" fmla="*/ 1178260 w 1178260"/>
              <a:gd name="connsiteY2" fmla="*/ 129049 h 265471"/>
              <a:gd name="connsiteX3" fmla="*/ 1178259 w 1178260"/>
              <a:gd name="connsiteY3" fmla="*/ 258097 h 265471"/>
              <a:gd name="connsiteX4" fmla="*/ 619431 w 1178260"/>
              <a:gd name="connsiteY4" fmla="*/ 265471 h 265471"/>
              <a:gd name="connsiteX5" fmla="*/ 0 w 1178260"/>
              <a:gd name="connsiteY5" fmla="*/ 7374 h 265471"/>
              <a:gd name="connsiteX0" fmla="*/ 0 w 566202"/>
              <a:gd name="connsiteY0" fmla="*/ 0 h 280219"/>
              <a:gd name="connsiteX1" fmla="*/ 437153 w 566202"/>
              <a:gd name="connsiteY1" fmla="*/ 14748 h 280219"/>
              <a:gd name="connsiteX2" fmla="*/ 566202 w 566202"/>
              <a:gd name="connsiteY2" fmla="*/ 143797 h 280219"/>
              <a:gd name="connsiteX3" fmla="*/ 566201 w 566202"/>
              <a:gd name="connsiteY3" fmla="*/ 272845 h 280219"/>
              <a:gd name="connsiteX4" fmla="*/ 7373 w 566202"/>
              <a:gd name="connsiteY4" fmla="*/ 280219 h 280219"/>
              <a:gd name="connsiteX5" fmla="*/ 0 w 566202"/>
              <a:gd name="connsiteY5" fmla="*/ 0 h 280219"/>
              <a:gd name="connsiteX0" fmla="*/ 0 w 566202"/>
              <a:gd name="connsiteY0" fmla="*/ 0 h 280219"/>
              <a:gd name="connsiteX1" fmla="*/ 437153 w 566202"/>
              <a:gd name="connsiteY1" fmla="*/ 14748 h 280219"/>
              <a:gd name="connsiteX2" fmla="*/ 566202 w 566202"/>
              <a:gd name="connsiteY2" fmla="*/ 143797 h 280219"/>
              <a:gd name="connsiteX3" fmla="*/ 566201 w 566202"/>
              <a:gd name="connsiteY3" fmla="*/ 272845 h 280219"/>
              <a:gd name="connsiteX4" fmla="*/ 58992 w 566202"/>
              <a:gd name="connsiteY4" fmla="*/ 280219 h 280219"/>
              <a:gd name="connsiteX5" fmla="*/ 0 w 566202"/>
              <a:gd name="connsiteY5" fmla="*/ 0 h 280219"/>
              <a:gd name="connsiteX0" fmla="*/ 0 w 566202"/>
              <a:gd name="connsiteY0" fmla="*/ 0 h 272845"/>
              <a:gd name="connsiteX1" fmla="*/ 437153 w 566202"/>
              <a:gd name="connsiteY1" fmla="*/ 14748 h 272845"/>
              <a:gd name="connsiteX2" fmla="*/ 566202 w 566202"/>
              <a:gd name="connsiteY2" fmla="*/ 143797 h 272845"/>
              <a:gd name="connsiteX3" fmla="*/ 566201 w 566202"/>
              <a:gd name="connsiteY3" fmla="*/ 272845 h 272845"/>
              <a:gd name="connsiteX4" fmla="*/ 209118 w 566202"/>
              <a:gd name="connsiteY4" fmla="*/ 262022 h 272845"/>
              <a:gd name="connsiteX5" fmla="*/ 0 w 566202"/>
              <a:gd name="connsiteY5" fmla="*/ 0 h 272845"/>
              <a:gd name="connsiteX0" fmla="*/ 0 w 366035"/>
              <a:gd name="connsiteY0" fmla="*/ 0 h 272845"/>
              <a:gd name="connsiteX1" fmla="*/ 236986 w 366035"/>
              <a:gd name="connsiteY1" fmla="*/ 14748 h 272845"/>
              <a:gd name="connsiteX2" fmla="*/ 366035 w 366035"/>
              <a:gd name="connsiteY2" fmla="*/ 143797 h 272845"/>
              <a:gd name="connsiteX3" fmla="*/ 366034 w 366035"/>
              <a:gd name="connsiteY3" fmla="*/ 272845 h 272845"/>
              <a:gd name="connsiteX4" fmla="*/ 8951 w 366035"/>
              <a:gd name="connsiteY4" fmla="*/ 262022 h 272845"/>
              <a:gd name="connsiteX5" fmla="*/ 0 w 366035"/>
              <a:gd name="connsiteY5" fmla="*/ 0 h 272845"/>
              <a:gd name="connsiteX0" fmla="*/ 0 w 366035"/>
              <a:gd name="connsiteY0" fmla="*/ 0 h 272845"/>
              <a:gd name="connsiteX1" fmla="*/ 236986 w 366035"/>
              <a:gd name="connsiteY1" fmla="*/ 14748 h 272845"/>
              <a:gd name="connsiteX2" fmla="*/ 366035 w 366035"/>
              <a:gd name="connsiteY2" fmla="*/ 143797 h 272845"/>
              <a:gd name="connsiteX3" fmla="*/ 366034 w 366035"/>
              <a:gd name="connsiteY3" fmla="*/ 272845 h 272845"/>
              <a:gd name="connsiteX4" fmla="*/ 99438 w 366035"/>
              <a:gd name="connsiteY4" fmla="*/ 247734 h 272845"/>
              <a:gd name="connsiteX5" fmla="*/ 0 w 366035"/>
              <a:gd name="connsiteY5" fmla="*/ 0 h 272845"/>
              <a:gd name="connsiteX0" fmla="*/ 0 w 366035"/>
              <a:gd name="connsiteY0" fmla="*/ 0 h 272845"/>
              <a:gd name="connsiteX1" fmla="*/ 236986 w 366035"/>
              <a:gd name="connsiteY1" fmla="*/ 14748 h 272845"/>
              <a:gd name="connsiteX2" fmla="*/ 366035 w 366035"/>
              <a:gd name="connsiteY2" fmla="*/ 143797 h 272845"/>
              <a:gd name="connsiteX3" fmla="*/ 366034 w 366035"/>
              <a:gd name="connsiteY3" fmla="*/ 272845 h 272845"/>
              <a:gd name="connsiteX4" fmla="*/ 25619 w 366035"/>
              <a:gd name="connsiteY4" fmla="*/ 259641 h 272845"/>
              <a:gd name="connsiteX5" fmla="*/ 0 w 366035"/>
              <a:gd name="connsiteY5" fmla="*/ 0 h 272845"/>
              <a:gd name="connsiteX0" fmla="*/ 5337 w 340416"/>
              <a:gd name="connsiteY0" fmla="*/ 0 h 268083"/>
              <a:gd name="connsiteX1" fmla="*/ 211367 w 340416"/>
              <a:gd name="connsiteY1" fmla="*/ 9986 h 268083"/>
              <a:gd name="connsiteX2" fmla="*/ 340416 w 340416"/>
              <a:gd name="connsiteY2" fmla="*/ 139035 h 268083"/>
              <a:gd name="connsiteX3" fmla="*/ 340415 w 340416"/>
              <a:gd name="connsiteY3" fmla="*/ 268083 h 268083"/>
              <a:gd name="connsiteX4" fmla="*/ 0 w 340416"/>
              <a:gd name="connsiteY4" fmla="*/ 254879 h 268083"/>
              <a:gd name="connsiteX5" fmla="*/ 5337 w 340416"/>
              <a:gd name="connsiteY5" fmla="*/ 0 h 268083"/>
              <a:gd name="connsiteX0" fmla="*/ 5337 w 353901"/>
              <a:gd name="connsiteY0" fmla="*/ 0 h 254879"/>
              <a:gd name="connsiteX1" fmla="*/ 211367 w 353901"/>
              <a:gd name="connsiteY1" fmla="*/ 9986 h 254879"/>
              <a:gd name="connsiteX2" fmla="*/ 340416 w 353901"/>
              <a:gd name="connsiteY2" fmla="*/ 139035 h 254879"/>
              <a:gd name="connsiteX3" fmla="*/ 349940 w 353901"/>
              <a:gd name="connsiteY3" fmla="*/ 253795 h 254879"/>
              <a:gd name="connsiteX4" fmla="*/ 0 w 353901"/>
              <a:gd name="connsiteY4" fmla="*/ 254879 h 254879"/>
              <a:gd name="connsiteX5" fmla="*/ 5337 w 353901"/>
              <a:gd name="connsiteY5" fmla="*/ 0 h 254879"/>
              <a:gd name="connsiteX0" fmla="*/ 7718 w 356282"/>
              <a:gd name="connsiteY0" fmla="*/ 0 h 253795"/>
              <a:gd name="connsiteX1" fmla="*/ 213748 w 356282"/>
              <a:gd name="connsiteY1" fmla="*/ 9986 h 253795"/>
              <a:gd name="connsiteX2" fmla="*/ 342797 w 356282"/>
              <a:gd name="connsiteY2" fmla="*/ 139035 h 253795"/>
              <a:gd name="connsiteX3" fmla="*/ 352321 w 356282"/>
              <a:gd name="connsiteY3" fmla="*/ 253795 h 253795"/>
              <a:gd name="connsiteX4" fmla="*/ 0 w 356282"/>
              <a:gd name="connsiteY4" fmla="*/ 226304 h 253795"/>
              <a:gd name="connsiteX5" fmla="*/ 7718 w 356282"/>
              <a:gd name="connsiteY5" fmla="*/ 0 h 253795"/>
              <a:gd name="connsiteX0" fmla="*/ 574 w 349138"/>
              <a:gd name="connsiteY0" fmla="*/ 0 h 257260"/>
              <a:gd name="connsiteX1" fmla="*/ 206604 w 349138"/>
              <a:gd name="connsiteY1" fmla="*/ 9986 h 257260"/>
              <a:gd name="connsiteX2" fmla="*/ 335653 w 349138"/>
              <a:gd name="connsiteY2" fmla="*/ 139035 h 257260"/>
              <a:gd name="connsiteX3" fmla="*/ 345177 w 349138"/>
              <a:gd name="connsiteY3" fmla="*/ 253795 h 257260"/>
              <a:gd name="connsiteX4" fmla="*/ 0 w 349138"/>
              <a:gd name="connsiteY4" fmla="*/ 257260 h 257260"/>
              <a:gd name="connsiteX5" fmla="*/ 574 w 349138"/>
              <a:gd name="connsiteY5" fmla="*/ 0 h 257260"/>
              <a:gd name="connsiteX0" fmla="*/ 574 w 359486"/>
              <a:gd name="connsiteY0" fmla="*/ 0 h 257260"/>
              <a:gd name="connsiteX1" fmla="*/ 206604 w 359486"/>
              <a:gd name="connsiteY1" fmla="*/ 9986 h 257260"/>
              <a:gd name="connsiteX2" fmla="*/ 335653 w 359486"/>
              <a:gd name="connsiteY2" fmla="*/ 139035 h 257260"/>
              <a:gd name="connsiteX3" fmla="*/ 359464 w 359486"/>
              <a:gd name="connsiteY3" fmla="*/ 253795 h 257260"/>
              <a:gd name="connsiteX4" fmla="*/ 0 w 359486"/>
              <a:gd name="connsiteY4" fmla="*/ 257260 h 257260"/>
              <a:gd name="connsiteX5" fmla="*/ 574 w 359486"/>
              <a:gd name="connsiteY5" fmla="*/ 0 h 257260"/>
              <a:gd name="connsiteX0" fmla="*/ 574 w 359486"/>
              <a:gd name="connsiteY0" fmla="*/ 0 h 257260"/>
              <a:gd name="connsiteX1" fmla="*/ 206604 w 359486"/>
              <a:gd name="connsiteY1" fmla="*/ 9986 h 257260"/>
              <a:gd name="connsiteX2" fmla="*/ 335653 w 359486"/>
              <a:gd name="connsiteY2" fmla="*/ 110460 h 257260"/>
              <a:gd name="connsiteX3" fmla="*/ 359464 w 359486"/>
              <a:gd name="connsiteY3" fmla="*/ 253795 h 257260"/>
              <a:gd name="connsiteX4" fmla="*/ 0 w 359486"/>
              <a:gd name="connsiteY4" fmla="*/ 257260 h 257260"/>
              <a:gd name="connsiteX5" fmla="*/ 574 w 359486"/>
              <a:gd name="connsiteY5" fmla="*/ 0 h 257260"/>
              <a:gd name="connsiteX0" fmla="*/ 574 w 365269"/>
              <a:gd name="connsiteY0" fmla="*/ 0 h 257260"/>
              <a:gd name="connsiteX1" fmla="*/ 206604 w 365269"/>
              <a:gd name="connsiteY1" fmla="*/ 9986 h 257260"/>
              <a:gd name="connsiteX2" fmla="*/ 359464 w 365269"/>
              <a:gd name="connsiteY2" fmla="*/ 253795 h 257260"/>
              <a:gd name="connsiteX3" fmla="*/ 0 w 365269"/>
              <a:gd name="connsiteY3" fmla="*/ 257260 h 257260"/>
              <a:gd name="connsiteX4" fmla="*/ 574 w 365269"/>
              <a:gd name="connsiteY4" fmla="*/ 0 h 257260"/>
              <a:gd name="connsiteX0" fmla="*/ 574 w 369846"/>
              <a:gd name="connsiteY0" fmla="*/ 0 h 257260"/>
              <a:gd name="connsiteX1" fmla="*/ 206604 w 369846"/>
              <a:gd name="connsiteY1" fmla="*/ 9986 h 257260"/>
              <a:gd name="connsiteX2" fmla="*/ 359464 w 369846"/>
              <a:gd name="connsiteY2" fmla="*/ 253795 h 257260"/>
              <a:gd name="connsiteX3" fmla="*/ 0 w 369846"/>
              <a:gd name="connsiteY3" fmla="*/ 257260 h 257260"/>
              <a:gd name="connsiteX4" fmla="*/ 574 w 369846"/>
              <a:gd name="connsiteY4" fmla="*/ 0 h 257260"/>
              <a:gd name="connsiteX0" fmla="*/ 574 w 369846"/>
              <a:gd name="connsiteY0" fmla="*/ 0 h 252497"/>
              <a:gd name="connsiteX1" fmla="*/ 206604 w 369846"/>
              <a:gd name="connsiteY1" fmla="*/ 5223 h 252497"/>
              <a:gd name="connsiteX2" fmla="*/ 359464 w 369846"/>
              <a:gd name="connsiteY2" fmla="*/ 249032 h 252497"/>
              <a:gd name="connsiteX3" fmla="*/ 0 w 369846"/>
              <a:gd name="connsiteY3" fmla="*/ 252497 h 252497"/>
              <a:gd name="connsiteX4" fmla="*/ 574 w 369846"/>
              <a:gd name="connsiteY4" fmla="*/ 0 h 252497"/>
              <a:gd name="connsiteX0" fmla="*/ 574 w 369846"/>
              <a:gd name="connsiteY0" fmla="*/ 0 h 249032"/>
              <a:gd name="connsiteX1" fmla="*/ 206604 w 369846"/>
              <a:gd name="connsiteY1" fmla="*/ 5223 h 249032"/>
              <a:gd name="connsiteX2" fmla="*/ 359464 w 369846"/>
              <a:gd name="connsiteY2" fmla="*/ 249032 h 249032"/>
              <a:gd name="connsiteX3" fmla="*/ 0 w 369846"/>
              <a:gd name="connsiteY3" fmla="*/ 245353 h 249032"/>
              <a:gd name="connsiteX4" fmla="*/ 574 w 369846"/>
              <a:gd name="connsiteY4" fmla="*/ 0 h 2490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69846" h="249032">
                <a:moveTo>
                  <a:pt x="574" y="0"/>
                </a:moveTo>
                <a:lnTo>
                  <a:pt x="206604" y="5223"/>
                </a:lnTo>
                <a:cubicBezTo>
                  <a:pt x="342619" y="42759"/>
                  <a:pt x="393898" y="207820"/>
                  <a:pt x="359464" y="249032"/>
                </a:cubicBezTo>
                <a:lnTo>
                  <a:pt x="0" y="245353"/>
                </a:lnTo>
                <a:cubicBezTo>
                  <a:pt x="191" y="159600"/>
                  <a:pt x="383" y="85753"/>
                  <a:pt x="574" y="0"/>
                </a:cubicBezTo>
                <a:close/>
              </a:path>
            </a:pathLst>
          </a:custGeom>
          <a:gradFill flip="none" rotWithShape="1">
            <a:gsLst>
              <a:gs pos="63000">
                <a:srgbClr val="06D1D7"/>
              </a:gs>
              <a:gs pos="33000">
                <a:srgbClr val="23A295"/>
              </a:gs>
              <a:gs pos="0">
                <a:srgbClr val="57F6A2"/>
              </a:gs>
              <a:gs pos="100000">
                <a:srgbClr val="1B2048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latin typeface="Maven Pro"/>
              <a:ea typeface="Maven Pro"/>
              <a:cs typeface="Maven Pro"/>
              <a:sym typeface="Maven Pro"/>
            </a:endParaRPr>
          </a:p>
        </p:txBody>
      </p:sp>
    </p:spTree>
    <p:extLst>
      <p:ext uri="{BB962C8B-B14F-4D97-AF65-F5344CB8AC3E}">
        <p14:creationId xmlns:p14="http://schemas.microsoft.com/office/powerpoint/2010/main" val="245204113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91">
          <a:extLst>
            <a:ext uri="{FF2B5EF4-FFF2-40B4-BE49-F238E27FC236}">
              <a16:creationId xmlns:a16="http://schemas.microsoft.com/office/drawing/2014/main" id="{450E850B-388F-F445-8A5C-255BD9A943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83" name="Gráfico 982">
            <a:extLst>
              <a:ext uri="{FF2B5EF4-FFF2-40B4-BE49-F238E27FC236}">
                <a16:creationId xmlns:a16="http://schemas.microsoft.com/office/drawing/2014/main" id="{6349C858-2AC3-C8EF-A7C8-CFC63FD3D23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471287" y="-176981"/>
            <a:ext cx="10434025" cy="5320297"/>
          </a:xfrm>
          <a:prstGeom prst="rect">
            <a:avLst/>
          </a:prstGeom>
        </p:spPr>
      </p:pic>
      <p:sp>
        <p:nvSpPr>
          <p:cNvPr id="2" name="Google Shape;932;p37">
            <a:extLst>
              <a:ext uri="{FF2B5EF4-FFF2-40B4-BE49-F238E27FC236}">
                <a16:creationId xmlns:a16="http://schemas.microsoft.com/office/drawing/2014/main" id="{6B321B5E-1279-90E2-FF86-1E3F8E65B9C2}"/>
              </a:ext>
            </a:extLst>
          </p:cNvPr>
          <p:cNvSpPr txBox="1">
            <a:spLocks/>
          </p:cNvSpPr>
          <p:nvPr/>
        </p:nvSpPr>
        <p:spPr>
          <a:xfrm>
            <a:off x="7194305" y="528340"/>
            <a:ext cx="1661894" cy="2259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None/>
              <a:defRPr sz="28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None/>
              <a:defRPr sz="28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None/>
              <a:defRPr sz="28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None/>
              <a:defRPr sz="28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None/>
              <a:defRPr sz="28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None/>
              <a:defRPr sz="28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None/>
              <a:defRPr sz="28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None/>
              <a:defRPr sz="28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None/>
              <a:defRPr sz="28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r>
              <a:rPr lang="pt-BR" sz="600" b="0" dirty="0">
                <a:solidFill>
                  <a:srgbClr val="186E66"/>
                </a:solidFill>
                <a:latin typeface="+mj-lt"/>
                <a:cs typeface="Arial" panose="020B0604020202020204" pitchFamily="34" charset="0"/>
              </a:rPr>
              <a:t>Há mais de 60 anos pensando o Brasil</a:t>
            </a:r>
          </a:p>
        </p:txBody>
      </p:sp>
      <p:sp>
        <p:nvSpPr>
          <p:cNvPr id="3" name="Google Shape;936;p37">
            <a:extLst>
              <a:ext uri="{FF2B5EF4-FFF2-40B4-BE49-F238E27FC236}">
                <a16:creationId xmlns:a16="http://schemas.microsoft.com/office/drawing/2014/main" id="{5F4CDD1A-A5E8-FBE1-D6A1-A9DFF230FEDC}"/>
              </a:ext>
            </a:extLst>
          </p:cNvPr>
          <p:cNvSpPr/>
          <p:nvPr/>
        </p:nvSpPr>
        <p:spPr>
          <a:xfrm flipH="1">
            <a:off x="7861193" y="4721150"/>
            <a:ext cx="1282656" cy="422165"/>
          </a:xfrm>
          <a:prstGeom prst="round1Rect">
            <a:avLst>
              <a:gd name="adj" fmla="val 50000"/>
            </a:avLst>
          </a:prstGeom>
          <a:solidFill>
            <a:srgbClr val="1B204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latin typeface="Maven Pro"/>
              <a:ea typeface="Maven Pro"/>
              <a:cs typeface="Maven Pro"/>
              <a:sym typeface="Maven Pro"/>
            </a:endParaRPr>
          </a:p>
        </p:txBody>
      </p:sp>
      <p:sp>
        <p:nvSpPr>
          <p:cNvPr id="4" name="Google Shape;937;p37">
            <a:extLst>
              <a:ext uri="{FF2B5EF4-FFF2-40B4-BE49-F238E27FC236}">
                <a16:creationId xmlns:a16="http://schemas.microsoft.com/office/drawing/2014/main" id="{05BBC64F-07C7-6385-F91E-0E1454B464DE}"/>
              </a:ext>
            </a:extLst>
          </p:cNvPr>
          <p:cNvSpPr/>
          <p:nvPr/>
        </p:nvSpPr>
        <p:spPr>
          <a:xfrm flipH="1">
            <a:off x="7588727" y="4912884"/>
            <a:ext cx="1555123" cy="230496"/>
          </a:xfrm>
          <a:prstGeom prst="round1Rect">
            <a:avLst>
              <a:gd name="adj" fmla="val 50000"/>
            </a:avLst>
          </a:prstGeom>
          <a:gradFill flip="none" rotWithShape="1">
            <a:gsLst>
              <a:gs pos="63000">
                <a:srgbClr val="06D1D7"/>
              </a:gs>
              <a:gs pos="33000">
                <a:srgbClr val="23A295"/>
              </a:gs>
              <a:gs pos="0">
                <a:srgbClr val="57F6A2"/>
              </a:gs>
              <a:gs pos="100000">
                <a:srgbClr val="1B2048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latin typeface="Maven Pro"/>
              <a:ea typeface="Maven Pro"/>
              <a:cs typeface="Maven Pro"/>
              <a:sym typeface="Maven Pro"/>
            </a:endParaRPr>
          </a:p>
        </p:txBody>
      </p:sp>
      <p:grpSp>
        <p:nvGrpSpPr>
          <p:cNvPr id="5" name="Google Shape;938;p37">
            <a:extLst>
              <a:ext uri="{FF2B5EF4-FFF2-40B4-BE49-F238E27FC236}">
                <a16:creationId xmlns:a16="http://schemas.microsoft.com/office/drawing/2014/main" id="{AEA569B2-AD71-9880-328C-B1EA6FA1FA2B}"/>
              </a:ext>
            </a:extLst>
          </p:cNvPr>
          <p:cNvGrpSpPr/>
          <p:nvPr/>
        </p:nvGrpSpPr>
        <p:grpSpPr>
          <a:xfrm>
            <a:off x="8644350" y="4276582"/>
            <a:ext cx="423698" cy="551579"/>
            <a:chOff x="7631225" y="2241175"/>
            <a:chExt cx="986125" cy="2095500"/>
          </a:xfrm>
          <a:gradFill>
            <a:gsLst>
              <a:gs pos="53000">
                <a:srgbClr val="23A295"/>
              </a:gs>
              <a:gs pos="0">
                <a:srgbClr val="57F6A2"/>
              </a:gs>
              <a:gs pos="100000">
                <a:srgbClr val="1B2048"/>
              </a:gs>
            </a:gsLst>
            <a:lin ang="5400000" scaled="1"/>
          </a:gradFill>
        </p:grpSpPr>
        <p:cxnSp>
          <p:nvCxnSpPr>
            <p:cNvPr id="6" name="Google Shape;939;p37">
              <a:extLst>
                <a:ext uri="{FF2B5EF4-FFF2-40B4-BE49-F238E27FC236}">
                  <a16:creationId xmlns:a16="http://schemas.microsoft.com/office/drawing/2014/main" id="{C0C76A39-E160-DE69-DC08-0515E6127A26}"/>
                </a:ext>
              </a:extLst>
            </p:cNvPr>
            <p:cNvCxnSpPr/>
            <p:nvPr/>
          </p:nvCxnSpPr>
          <p:spPr>
            <a:xfrm>
              <a:off x="7631225" y="2241175"/>
              <a:ext cx="0" cy="2095500"/>
            </a:xfrm>
            <a:prstGeom prst="straightConnector1">
              <a:avLst/>
            </a:prstGeom>
            <a:grpFill/>
            <a:ln w="9525" cap="flat" cmpd="sng">
              <a:solidFill>
                <a:srgbClr val="1AB0A9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7" name="Google Shape;940;p37">
              <a:extLst>
                <a:ext uri="{FF2B5EF4-FFF2-40B4-BE49-F238E27FC236}">
                  <a16:creationId xmlns:a16="http://schemas.microsoft.com/office/drawing/2014/main" id="{DB4F6727-DBFA-4A75-AAF5-02ACADB96F4B}"/>
                </a:ext>
              </a:extLst>
            </p:cNvPr>
            <p:cNvCxnSpPr/>
            <p:nvPr/>
          </p:nvCxnSpPr>
          <p:spPr>
            <a:xfrm>
              <a:off x="7707081" y="2241175"/>
              <a:ext cx="0" cy="2095500"/>
            </a:xfrm>
            <a:prstGeom prst="straightConnector1">
              <a:avLst/>
            </a:prstGeom>
            <a:grpFill/>
            <a:ln w="9525" cap="flat" cmpd="sng">
              <a:solidFill>
                <a:srgbClr val="1AB0A9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8" name="Google Shape;941;p37">
              <a:extLst>
                <a:ext uri="{FF2B5EF4-FFF2-40B4-BE49-F238E27FC236}">
                  <a16:creationId xmlns:a16="http://schemas.microsoft.com/office/drawing/2014/main" id="{3B14EF9C-B231-558C-9CDE-E5E548CF5803}"/>
                </a:ext>
              </a:extLst>
            </p:cNvPr>
            <p:cNvCxnSpPr/>
            <p:nvPr/>
          </p:nvCxnSpPr>
          <p:spPr>
            <a:xfrm>
              <a:off x="7782937" y="2241175"/>
              <a:ext cx="0" cy="2095500"/>
            </a:xfrm>
            <a:prstGeom prst="straightConnector1">
              <a:avLst/>
            </a:prstGeom>
            <a:grpFill/>
            <a:ln w="9525" cap="flat" cmpd="sng">
              <a:solidFill>
                <a:srgbClr val="1AB0A9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9" name="Google Shape;942;p37">
              <a:extLst>
                <a:ext uri="{FF2B5EF4-FFF2-40B4-BE49-F238E27FC236}">
                  <a16:creationId xmlns:a16="http://schemas.microsoft.com/office/drawing/2014/main" id="{9B6445BF-9683-F9C8-4126-D72C8FCF20D8}"/>
                </a:ext>
              </a:extLst>
            </p:cNvPr>
            <p:cNvCxnSpPr/>
            <p:nvPr/>
          </p:nvCxnSpPr>
          <p:spPr>
            <a:xfrm>
              <a:off x="7858792" y="2241175"/>
              <a:ext cx="0" cy="2095500"/>
            </a:xfrm>
            <a:prstGeom prst="straightConnector1">
              <a:avLst/>
            </a:prstGeom>
            <a:grpFill/>
            <a:ln w="9525" cap="flat" cmpd="sng">
              <a:solidFill>
                <a:srgbClr val="1AB0A9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0" name="Google Shape;943;p37">
              <a:extLst>
                <a:ext uri="{FF2B5EF4-FFF2-40B4-BE49-F238E27FC236}">
                  <a16:creationId xmlns:a16="http://schemas.microsoft.com/office/drawing/2014/main" id="{17E6EBE7-C24A-52CB-03F1-A146A90577F3}"/>
                </a:ext>
              </a:extLst>
            </p:cNvPr>
            <p:cNvCxnSpPr/>
            <p:nvPr/>
          </p:nvCxnSpPr>
          <p:spPr>
            <a:xfrm>
              <a:off x="8010504" y="2241175"/>
              <a:ext cx="0" cy="2095500"/>
            </a:xfrm>
            <a:prstGeom prst="straightConnector1">
              <a:avLst/>
            </a:prstGeom>
            <a:grpFill/>
            <a:ln w="9525" cap="flat" cmpd="sng">
              <a:solidFill>
                <a:srgbClr val="1AB0A9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1" name="Google Shape;944;p37">
              <a:extLst>
                <a:ext uri="{FF2B5EF4-FFF2-40B4-BE49-F238E27FC236}">
                  <a16:creationId xmlns:a16="http://schemas.microsoft.com/office/drawing/2014/main" id="{E1A16A94-4ADD-70D2-1978-4F953A2DC661}"/>
                </a:ext>
              </a:extLst>
            </p:cNvPr>
            <p:cNvCxnSpPr/>
            <p:nvPr/>
          </p:nvCxnSpPr>
          <p:spPr>
            <a:xfrm>
              <a:off x="8162215" y="2241175"/>
              <a:ext cx="0" cy="2095500"/>
            </a:xfrm>
            <a:prstGeom prst="straightConnector1">
              <a:avLst/>
            </a:prstGeom>
            <a:grpFill/>
            <a:ln w="9525" cap="flat" cmpd="sng">
              <a:solidFill>
                <a:srgbClr val="1AB0A9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2" name="Google Shape;945;p37">
              <a:extLst>
                <a:ext uri="{FF2B5EF4-FFF2-40B4-BE49-F238E27FC236}">
                  <a16:creationId xmlns:a16="http://schemas.microsoft.com/office/drawing/2014/main" id="{1FF74D4D-529D-3E99-E3A9-2D06AFB79341}"/>
                </a:ext>
              </a:extLst>
            </p:cNvPr>
            <p:cNvCxnSpPr/>
            <p:nvPr/>
          </p:nvCxnSpPr>
          <p:spPr>
            <a:xfrm>
              <a:off x="8313927" y="2241175"/>
              <a:ext cx="0" cy="2095500"/>
            </a:xfrm>
            <a:prstGeom prst="straightConnector1">
              <a:avLst/>
            </a:prstGeom>
            <a:grpFill/>
            <a:ln w="9525" cap="flat" cmpd="sng">
              <a:solidFill>
                <a:srgbClr val="1AB0A9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3" name="Google Shape;946;p37">
              <a:extLst>
                <a:ext uri="{FF2B5EF4-FFF2-40B4-BE49-F238E27FC236}">
                  <a16:creationId xmlns:a16="http://schemas.microsoft.com/office/drawing/2014/main" id="{5A877F55-0F05-E2B9-93E4-434DD807875D}"/>
                </a:ext>
              </a:extLst>
            </p:cNvPr>
            <p:cNvCxnSpPr/>
            <p:nvPr/>
          </p:nvCxnSpPr>
          <p:spPr>
            <a:xfrm>
              <a:off x="7934648" y="2241175"/>
              <a:ext cx="0" cy="2095500"/>
            </a:xfrm>
            <a:prstGeom prst="straightConnector1">
              <a:avLst/>
            </a:prstGeom>
            <a:grpFill/>
            <a:ln w="9525" cap="flat" cmpd="sng">
              <a:solidFill>
                <a:srgbClr val="1AB0A9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4" name="Google Shape;947;p37">
              <a:extLst>
                <a:ext uri="{FF2B5EF4-FFF2-40B4-BE49-F238E27FC236}">
                  <a16:creationId xmlns:a16="http://schemas.microsoft.com/office/drawing/2014/main" id="{2453AC11-DEDB-CB60-B975-AECC60EE1297}"/>
                </a:ext>
              </a:extLst>
            </p:cNvPr>
            <p:cNvCxnSpPr/>
            <p:nvPr/>
          </p:nvCxnSpPr>
          <p:spPr>
            <a:xfrm>
              <a:off x="8086360" y="2241175"/>
              <a:ext cx="0" cy="2095500"/>
            </a:xfrm>
            <a:prstGeom prst="straightConnector1">
              <a:avLst/>
            </a:prstGeom>
            <a:grpFill/>
            <a:ln w="9525" cap="flat" cmpd="sng">
              <a:solidFill>
                <a:srgbClr val="1AB0A9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5" name="Google Shape;948;p37">
              <a:extLst>
                <a:ext uri="{FF2B5EF4-FFF2-40B4-BE49-F238E27FC236}">
                  <a16:creationId xmlns:a16="http://schemas.microsoft.com/office/drawing/2014/main" id="{3D5FECB4-5AE8-C872-6686-57C724799D86}"/>
                </a:ext>
              </a:extLst>
            </p:cNvPr>
            <p:cNvCxnSpPr/>
            <p:nvPr/>
          </p:nvCxnSpPr>
          <p:spPr>
            <a:xfrm>
              <a:off x="8238071" y="2241175"/>
              <a:ext cx="0" cy="2095500"/>
            </a:xfrm>
            <a:prstGeom prst="straightConnector1">
              <a:avLst/>
            </a:prstGeom>
            <a:grpFill/>
            <a:ln w="9525" cap="flat" cmpd="sng">
              <a:solidFill>
                <a:srgbClr val="1AB0A9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6" name="Google Shape;949;p37">
              <a:extLst>
                <a:ext uri="{FF2B5EF4-FFF2-40B4-BE49-F238E27FC236}">
                  <a16:creationId xmlns:a16="http://schemas.microsoft.com/office/drawing/2014/main" id="{0E8AAEB8-92C7-2528-8603-F5141ECB50CF}"/>
                </a:ext>
              </a:extLst>
            </p:cNvPr>
            <p:cNvCxnSpPr/>
            <p:nvPr/>
          </p:nvCxnSpPr>
          <p:spPr>
            <a:xfrm>
              <a:off x="8389783" y="2241175"/>
              <a:ext cx="0" cy="2095500"/>
            </a:xfrm>
            <a:prstGeom prst="straightConnector1">
              <a:avLst/>
            </a:prstGeom>
            <a:grpFill/>
            <a:ln w="9525" cap="flat" cmpd="sng">
              <a:solidFill>
                <a:srgbClr val="1AB0A9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7" name="Google Shape;950;p37">
              <a:extLst>
                <a:ext uri="{FF2B5EF4-FFF2-40B4-BE49-F238E27FC236}">
                  <a16:creationId xmlns:a16="http://schemas.microsoft.com/office/drawing/2014/main" id="{6F9A7C63-091F-4076-D464-3CFB9A278A54}"/>
                </a:ext>
              </a:extLst>
            </p:cNvPr>
            <p:cNvCxnSpPr/>
            <p:nvPr/>
          </p:nvCxnSpPr>
          <p:spPr>
            <a:xfrm>
              <a:off x="8465638" y="2241175"/>
              <a:ext cx="0" cy="2095500"/>
            </a:xfrm>
            <a:prstGeom prst="straightConnector1">
              <a:avLst/>
            </a:prstGeom>
            <a:grpFill/>
            <a:ln w="9525" cap="flat" cmpd="sng">
              <a:solidFill>
                <a:srgbClr val="1AB0A9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8" name="Google Shape;951;p37">
              <a:extLst>
                <a:ext uri="{FF2B5EF4-FFF2-40B4-BE49-F238E27FC236}">
                  <a16:creationId xmlns:a16="http://schemas.microsoft.com/office/drawing/2014/main" id="{C0B73B44-833B-DDE7-1127-58505CB7BB26}"/>
                </a:ext>
              </a:extLst>
            </p:cNvPr>
            <p:cNvCxnSpPr/>
            <p:nvPr/>
          </p:nvCxnSpPr>
          <p:spPr>
            <a:xfrm>
              <a:off x="8541494" y="2241175"/>
              <a:ext cx="0" cy="2095500"/>
            </a:xfrm>
            <a:prstGeom prst="straightConnector1">
              <a:avLst/>
            </a:prstGeom>
            <a:grpFill/>
            <a:ln w="9525" cap="flat" cmpd="sng">
              <a:solidFill>
                <a:srgbClr val="1AB0A9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9" name="Google Shape;952;p37">
              <a:extLst>
                <a:ext uri="{FF2B5EF4-FFF2-40B4-BE49-F238E27FC236}">
                  <a16:creationId xmlns:a16="http://schemas.microsoft.com/office/drawing/2014/main" id="{06E5E0AD-4855-B002-34A2-78D92D9725FE}"/>
                </a:ext>
              </a:extLst>
            </p:cNvPr>
            <p:cNvCxnSpPr/>
            <p:nvPr/>
          </p:nvCxnSpPr>
          <p:spPr>
            <a:xfrm>
              <a:off x="8617350" y="2241175"/>
              <a:ext cx="0" cy="2095500"/>
            </a:xfrm>
            <a:prstGeom prst="straightConnector1">
              <a:avLst/>
            </a:prstGeom>
            <a:grpFill/>
            <a:ln w="9525" cap="flat" cmpd="sng">
              <a:solidFill>
                <a:srgbClr val="1AB0A9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20" name="Google Shape;954;p37">
            <a:extLst>
              <a:ext uri="{FF2B5EF4-FFF2-40B4-BE49-F238E27FC236}">
                <a16:creationId xmlns:a16="http://schemas.microsoft.com/office/drawing/2014/main" id="{E5BFF62E-ADB0-80AA-9C24-BFA49466E6BD}"/>
              </a:ext>
            </a:extLst>
          </p:cNvPr>
          <p:cNvSpPr/>
          <p:nvPr/>
        </p:nvSpPr>
        <p:spPr>
          <a:xfrm>
            <a:off x="0" y="4680042"/>
            <a:ext cx="922564" cy="463274"/>
          </a:xfrm>
          <a:prstGeom prst="rect">
            <a:avLst/>
          </a:prstGeom>
          <a:gradFill>
            <a:gsLst>
              <a:gs pos="33000">
                <a:srgbClr val="23A295"/>
              </a:gs>
              <a:gs pos="0">
                <a:srgbClr val="57F6A2"/>
              </a:gs>
              <a:gs pos="100000">
                <a:srgbClr val="1B2048"/>
              </a:gs>
            </a:gsLst>
            <a:path path="circle">
              <a:fillToRect l="100000" t="100000"/>
            </a:path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dirty="0">
              <a:latin typeface="Maven Pro"/>
              <a:ea typeface="Maven Pro"/>
              <a:cs typeface="Maven Pro"/>
              <a:sym typeface="Maven Pro"/>
            </a:endParaRPr>
          </a:p>
        </p:txBody>
      </p:sp>
      <p:sp>
        <p:nvSpPr>
          <p:cNvPr id="21" name="Google Shape;955;p37">
            <a:extLst>
              <a:ext uri="{FF2B5EF4-FFF2-40B4-BE49-F238E27FC236}">
                <a16:creationId xmlns:a16="http://schemas.microsoft.com/office/drawing/2014/main" id="{F3F8E288-809C-2A69-173E-0F9B69EA21B6}"/>
              </a:ext>
            </a:extLst>
          </p:cNvPr>
          <p:cNvSpPr/>
          <p:nvPr/>
        </p:nvSpPr>
        <p:spPr>
          <a:xfrm>
            <a:off x="0" y="4912883"/>
            <a:ext cx="1663658" cy="230641"/>
          </a:xfrm>
          <a:prstGeom prst="round1Rect">
            <a:avLst>
              <a:gd name="adj" fmla="val 50000"/>
            </a:avLst>
          </a:prstGeom>
          <a:solidFill>
            <a:srgbClr val="1B204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latin typeface="Maven Pro"/>
              <a:ea typeface="Maven Pro"/>
              <a:cs typeface="Maven Pro"/>
              <a:sym typeface="Maven Pro"/>
            </a:endParaRPr>
          </a:p>
        </p:txBody>
      </p:sp>
      <p:grpSp>
        <p:nvGrpSpPr>
          <p:cNvPr id="22" name="Agrupar 21">
            <a:extLst>
              <a:ext uri="{FF2B5EF4-FFF2-40B4-BE49-F238E27FC236}">
                <a16:creationId xmlns:a16="http://schemas.microsoft.com/office/drawing/2014/main" id="{81DEEDEB-B34C-471E-A8A8-C997DC13A55D}"/>
              </a:ext>
            </a:extLst>
          </p:cNvPr>
          <p:cNvGrpSpPr/>
          <p:nvPr/>
        </p:nvGrpSpPr>
        <p:grpSpPr>
          <a:xfrm>
            <a:off x="7070035" y="156184"/>
            <a:ext cx="1722295" cy="405506"/>
            <a:chOff x="4782913" y="272045"/>
            <a:chExt cx="3752189" cy="883435"/>
          </a:xfrm>
        </p:grpSpPr>
        <p:pic>
          <p:nvPicPr>
            <p:cNvPr id="23" name="Imagem 22" descr="Interface gráfica do usuário, Texto&#10;&#10;O conteúdo gerado por IA pode estar incorreto.">
              <a:extLst>
                <a:ext uri="{FF2B5EF4-FFF2-40B4-BE49-F238E27FC236}">
                  <a16:creationId xmlns:a16="http://schemas.microsoft.com/office/drawing/2014/main" id="{A963E54A-B050-81DD-4FAB-70689BB783A7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4782913" y="272045"/>
              <a:ext cx="3752189" cy="883435"/>
            </a:xfrm>
            <a:prstGeom prst="rect">
              <a:avLst/>
            </a:prstGeom>
          </p:spPr>
        </p:pic>
        <p:cxnSp>
          <p:nvCxnSpPr>
            <p:cNvPr id="24" name="Conector reto 23">
              <a:extLst>
                <a:ext uri="{FF2B5EF4-FFF2-40B4-BE49-F238E27FC236}">
                  <a16:creationId xmlns:a16="http://schemas.microsoft.com/office/drawing/2014/main" id="{CDDF7032-AEF7-66E0-6D92-9FC9FB8815B5}"/>
                </a:ext>
              </a:extLst>
            </p:cNvPr>
            <p:cNvCxnSpPr>
              <a:cxnSpLocks/>
            </p:cNvCxnSpPr>
            <p:nvPr/>
          </p:nvCxnSpPr>
          <p:spPr>
            <a:xfrm>
              <a:off x="5253460" y="1066595"/>
              <a:ext cx="3264536" cy="16228"/>
            </a:xfrm>
            <a:prstGeom prst="line">
              <a:avLst/>
            </a:prstGeom>
            <a:ln>
              <a:solidFill>
                <a:srgbClr val="00445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5" name="Google Shape;936;p37">
            <a:extLst>
              <a:ext uri="{FF2B5EF4-FFF2-40B4-BE49-F238E27FC236}">
                <a16:creationId xmlns:a16="http://schemas.microsoft.com/office/drawing/2014/main" id="{F3242FF4-72CB-EFD8-6166-160DEDCC2B76}"/>
              </a:ext>
            </a:extLst>
          </p:cNvPr>
          <p:cNvSpPr/>
          <p:nvPr/>
        </p:nvSpPr>
        <p:spPr>
          <a:xfrm rot="16200000" flipH="1" flipV="1">
            <a:off x="-26331" y="5857"/>
            <a:ext cx="636272" cy="583606"/>
          </a:xfrm>
          <a:custGeom>
            <a:avLst/>
            <a:gdLst>
              <a:gd name="connsiteX0" fmla="*/ 0 w 1440059"/>
              <a:gd name="connsiteY0" fmla="*/ 0 h 583600"/>
              <a:gd name="connsiteX1" fmla="*/ 1148259 w 1440059"/>
              <a:gd name="connsiteY1" fmla="*/ 0 h 583600"/>
              <a:gd name="connsiteX2" fmla="*/ 1440059 w 1440059"/>
              <a:gd name="connsiteY2" fmla="*/ 291800 h 583600"/>
              <a:gd name="connsiteX3" fmla="*/ 1440059 w 1440059"/>
              <a:gd name="connsiteY3" fmla="*/ 583600 h 583600"/>
              <a:gd name="connsiteX4" fmla="*/ 0 w 1440059"/>
              <a:gd name="connsiteY4" fmla="*/ 583600 h 583600"/>
              <a:gd name="connsiteX5" fmla="*/ 0 w 1440059"/>
              <a:gd name="connsiteY5" fmla="*/ 0 h 583600"/>
              <a:gd name="connsiteX0" fmla="*/ 612059 w 1440059"/>
              <a:gd name="connsiteY0" fmla="*/ 0 h 583603"/>
              <a:gd name="connsiteX1" fmla="*/ 1148259 w 1440059"/>
              <a:gd name="connsiteY1" fmla="*/ 3 h 583603"/>
              <a:gd name="connsiteX2" fmla="*/ 1440059 w 1440059"/>
              <a:gd name="connsiteY2" fmla="*/ 291803 h 583603"/>
              <a:gd name="connsiteX3" fmla="*/ 1440059 w 1440059"/>
              <a:gd name="connsiteY3" fmla="*/ 583603 h 583603"/>
              <a:gd name="connsiteX4" fmla="*/ 0 w 1440059"/>
              <a:gd name="connsiteY4" fmla="*/ 583603 h 583603"/>
              <a:gd name="connsiteX5" fmla="*/ 612059 w 1440059"/>
              <a:gd name="connsiteY5" fmla="*/ 0 h 583603"/>
              <a:gd name="connsiteX0" fmla="*/ 0 w 828000"/>
              <a:gd name="connsiteY0" fmla="*/ 0 h 583603"/>
              <a:gd name="connsiteX1" fmla="*/ 536200 w 828000"/>
              <a:gd name="connsiteY1" fmla="*/ 3 h 583603"/>
              <a:gd name="connsiteX2" fmla="*/ 828000 w 828000"/>
              <a:gd name="connsiteY2" fmla="*/ 291803 h 583603"/>
              <a:gd name="connsiteX3" fmla="*/ 828000 w 828000"/>
              <a:gd name="connsiteY3" fmla="*/ 583603 h 583603"/>
              <a:gd name="connsiteX4" fmla="*/ 191728 w 828000"/>
              <a:gd name="connsiteY4" fmla="*/ 576229 h 583603"/>
              <a:gd name="connsiteX5" fmla="*/ 0 w 828000"/>
              <a:gd name="connsiteY5" fmla="*/ 0 h 583603"/>
              <a:gd name="connsiteX0" fmla="*/ 14749 w 636272"/>
              <a:gd name="connsiteY0" fmla="*/ 0 h 583606"/>
              <a:gd name="connsiteX1" fmla="*/ 344472 w 636272"/>
              <a:gd name="connsiteY1" fmla="*/ 6 h 583606"/>
              <a:gd name="connsiteX2" fmla="*/ 636272 w 636272"/>
              <a:gd name="connsiteY2" fmla="*/ 291806 h 583606"/>
              <a:gd name="connsiteX3" fmla="*/ 636272 w 636272"/>
              <a:gd name="connsiteY3" fmla="*/ 583606 h 583606"/>
              <a:gd name="connsiteX4" fmla="*/ 0 w 636272"/>
              <a:gd name="connsiteY4" fmla="*/ 576232 h 583606"/>
              <a:gd name="connsiteX5" fmla="*/ 14749 w 636272"/>
              <a:gd name="connsiteY5" fmla="*/ 0 h 5836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36272" h="583606">
                <a:moveTo>
                  <a:pt x="14749" y="0"/>
                </a:moveTo>
                <a:lnTo>
                  <a:pt x="344472" y="6"/>
                </a:lnTo>
                <a:cubicBezTo>
                  <a:pt x="505629" y="6"/>
                  <a:pt x="636272" y="130649"/>
                  <a:pt x="636272" y="291806"/>
                </a:cubicBezTo>
                <a:lnTo>
                  <a:pt x="636272" y="583606"/>
                </a:lnTo>
                <a:lnTo>
                  <a:pt x="0" y="576232"/>
                </a:lnTo>
                <a:lnTo>
                  <a:pt x="14749" y="0"/>
                </a:lnTo>
                <a:close/>
              </a:path>
            </a:pathLst>
          </a:custGeom>
          <a:solidFill>
            <a:srgbClr val="1B204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latin typeface="Maven Pro"/>
              <a:ea typeface="Maven Pro"/>
              <a:cs typeface="Maven Pro"/>
              <a:sym typeface="Maven Pro"/>
            </a:endParaRPr>
          </a:p>
        </p:txBody>
      </p:sp>
      <p:sp>
        <p:nvSpPr>
          <p:cNvPr id="26" name="Google Shape;937;p37">
            <a:extLst>
              <a:ext uri="{FF2B5EF4-FFF2-40B4-BE49-F238E27FC236}">
                <a16:creationId xmlns:a16="http://schemas.microsoft.com/office/drawing/2014/main" id="{15D460C3-2C96-E7BA-BCDE-7DFD655C75D1}"/>
              </a:ext>
            </a:extLst>
          </p:cNvPr>
          <p:cNvSpPr/>
          <p:nvPr/>
        </p:nvSpPr>
        <p:spPr>
          <a:xfrm rot="16200000" flipH="1" flipV="1">
            <a:off x="-223281" y="212082"/>
            <a:ext cx="765195" cy="318641"/>
          </a:xfrm>
          <a:custGeom>
            <a:avLst/>
            <a:gdLst>
              <a:gd name="connsiteX0" fmla="*/ 0 w 1745961"/>
              <a:gd name="connsiteY0" fmla="*/ 0 h 318637"/>
              <a:gd name="connsiteX1" fmla="*/ 1586643 w 1745961"/>
              <a:gd name="connsiteY1" fmla="*/ 0 h 318637"/>
              <a:gd name="connsiteX2" fmla="*/ 1745962 w 1745961"/>
              <a:gd name="connsiteY2" fmla="*/ 159319 h 318637"/>
              <a:gd name="connsiteX3" fmla="*/ 1745961 w 1745961"/>
              <a:gd name="connsiteY3" fmla="*/ 318637 h 318637"/>
              <a:gd name="connsiteX4" fmla="*/ 0 w 1745961"/>
              <a:gd name="connsiteY4" fmla="*/ 318637 h 318637"/>
              <a:gd name="connsiteX5" fmla="*/ 0 w 1745961"/>
              <a:gd name="connsiteY5" fmla="*/ 0 h 318637"/>
              <a:gd name="connsiteX0" fmla="*/ 980768 w 1745962"/>
              <a:gd name="connsiteY0" fmla="*/ 0 h 318637"/>
              <a:gd name="connsiteX1" fmla="*/ 1586643 w 1745962"/>
              <a:gd name="connsiteY1" fmla="*/ 0 h 318637"/>
              <a:gd name="connsiteX2" fmla="*/ 1745962 w 1745962"/>
              <a:gd name="connsiteY2" fmla="*/ 159319 h 318637"/>
              <a:gd name="connsiteX3" fmla="*/ 1745961 w 1745962"/>
              <a:gd name="connsiteY3" fmla="*/ 318637 h 318637"/>
              <a:gd name="connsiteX4" fmla="*/ 0 w 1745962"/>
              <a:gd name="connsiteY4" fmla="*/ 318637 h 318637"/>
              <a:gd name="connsiteX5" fmla="*/ 980768 w 1745962"/>
              <a:gd name="connsiteY5" fmla="*/ 0 h 318637"/>
              <a:gd name="connsiteX0" fmla="*/ 1 w 765195"/>
              <a:gd name="connsiteY0" fmla="*/ 0 h 318641"/>
              <a:gd name="connsiteX1" fmla="*/ 605876 w 765195"/>
              <a:gd name="connsiteY1" fmla="*/ 0 h 318641"/>
              <a:gd name="connsiteX2" fmla="*/ 765195 w 765195"/>
              <a:gd name="connsiteY2" fmla="*/ 159319 h 318641"/>
              <a:gd name="connsiteX3" fmla="*/ 765194 w 765195"/>
              <a:gd name="connsiteY3" fmla="*/ 318637 h 318641"/>
              <a:gd name="connsiteX4" fmla="*/ 0 w 765195"/>
              <a:gd name="connsiteY4" fmla="*/ 318641 h 318641"/>
              <a:gd name="connsiteX5" fmla="*/ 1 w 765195"/>
              <a:gd name="connsiteY5" fmla="*/ 0 h 3186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765195" h="318641">
                <a:moveTo>
                  <a:pt x="1" y="0"/>
                </a:moveTo>
                <a:lnTo>
                  <a:pt x="605876" y="0"/>
                </a:lnTo>
                <a:cubicBezTo>
                  <a:pt x="693865" y="0"/>
                  <a:pt x="765195" y="71330"/>
                  <a:pt x="765195" y="159319"/>
                </a:cubicBezTo>
                <a:cubicBezTo>
                  <a:pt x="765195" y="212425"/>
                  <a:pt x="765194" y="265531"/>
                  <a:pt x="765194" y="318637"/>
                </a:cubicBezTo>
                <a:lnTo>
                  <a:pt x="0" y="318641"/>
                </a:lnTo>
                <a:cubicBezTo>
                  <a:pt x="0" y="212427"/>
                  <a:pt x="1" y="106214"/>
                  <a:pt x="1" y="0"/>
                </a:cubicBezTo>
                <a:close/>
              </a:path>
            </a:pathLst>
          </a:custGeom>
          <a:gradFill flip="none" rotWithShape="1">
            <a:gsLst>
              <a:gs pos="63000">
                <a:srgbClr val="06D1D7"/>
              </a:gs>
              <a:gs pos="33000">
                <a:srgbClr val="23A295"/>
              </a:gs>
              <a:gs pos="0">
                <a:srgbClr val="57F6A2"/>
              </a:gs>
              <a:gs pos="100000">
                <a:srgbClr val="1B2048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latin typeface="Maven Pro"/>
              <a:ea typeface="Maven Pro"/>
              <a:cs typeface="Maven Pro"/>
              <a:sym typeface="Maven Pro"/>
            </a:endParaRPr>
          </a:p>
        </p:txBody>
      </p:sp>
      <p:grpSp>
        <p:nvGrpSpPr>
          <p:cNvPr id="28" name="Google Shape;938;p37">
            <a:extLst>
              <a:ext uri="{FF2B5EF4-FFF2-40B4-BE49-F238E27FC236}">
                <a16:creationId xmlns:a16="http://schemas.microsoft.com/office/drawing/2014/main" id="{B3345B21-66EE-7E12-D756-62F355832881}"/>
              </a:ext>
            </a:extLst>
          </p:cNvPr>
          <p:cNvGrpSpPr/>
          <p:nvPr/>
        </p:nvGrpSpPr>
        <p:grpSpPr>
          <a:xfrm rot="16200000">
            <a:off x="720348" y="-178200"/>
            <a:ext cx="368002" cy="860760"/>
            <a:chOff x="8238071" y="2241175"/>
            <a:chExt cx="379279" cy="2095500"/>
          </a:xfrm>
          <a:gradFill>
            <a:gsLst>
              <a:gs pos="53000">
                <a:srgbClr val="23A295"/>
              </a:gs>
              <a:gs pos="0">
                <a:srgbClr val="57F6A2"/>
              </a:gs>
              <a:gs pos="100000">
                <a:srgbClr val="1B2048"/>
              </a:gs>
            </a:gsLst>
            <a:lin ang="5400000" scaled="1"/>
          </a:gradFill>
        </p:grpSpPr>
        <p:cxnSp>
          <p:nvCxnSpPr>
            <p:cNvPr id="29" name="Google Shape;945;p37">
              <a:extLst>
                <a:ext uri="{FF2B5EF4-FFF2-40B4-BE49-F238E27FC236}">
                  <a16:creationId xmlns:a16="http://schemas.microsoft.com/office/drawing/2014/main" id="{E0D4750C-2716-6EB9-1D50-7F1482F2F4D6}"/>
                </a:ext>
              </a:extLst>
            </p:cNvPr>
            <p:cNvCxnSpPr/>
            <p:nvPr/>
          </p:nvCxnSpPr>
          <p:spPr>
            <a:xfrm>
              <a:off x="8313927" y="2241175"/>
              <a:ext cx="0" cy="2095500"/>
            </a:xfrm>
            <a:prstGeom prst="straightConnector1">
              <a:avLst/>
            </a:prstGeom>
            <a:grpFill/>
            <a:ln w="9525" cap="flat" cmpd="sng">
              <a:solidFill>
                <a:srgbClr val="1AB0A9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0" name="Google Shape;948;p37">
              <a:extLst>
                <a:ext uri="{FF2B5EF4-FFF2-40B4-BE49-F238E27FC236}">
                  <a16:creationId xmlns:a16="http://schemas.microsoft.com/office/drawing/2014/main" id="{29698244-37DA-AD3B-3A63-B0C8FA820D87}"/>
                </a:ext>
              </a:extLst>
            </p:cNvPr>
            <p:cNvCxnSpPr/>
            <p:nvPr/>
          </p:nvCxnSpPr>
          <p:spPr>
            <a:xfrm>
              <a:off x="8238071" y="2241175"/>
              <a:ext cx="0" cy="2095500"/>
            </a:xfrm>
            <a:prstGeom prst="straightConnector1">
              <a:avLst/>
            </a:prstGeom>
            <a:grpFill/>
            <a:ln w="9525" cap="flat" cmpd="sng">
              <a:solidFill>
                <a:srgbClr val="1AB0A9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1" name="Google Shape;949;p37">
              <a:extLst>
                <a:ext uri="{FF2B5EF4-FFF2-40B4-BE49-F238E27FC236}">
                  <a16:creationId xmlns:a16="http://schemas.microsoft.com/office/drawing/2014/main" id="{76411C4B-4081-A42A-D93A-B3DB1DE6FCA8}"/>
                </a:ext>
              </a:extLst>
            </p:cNvPr>
            <p:cNvCxnSpPr/>
            <p:nvPr/>
          </p:nvCxnSpPr>
          <p:spPr>
            <a:xfrm>
              <a:off x="8389783" y="2241175"/>
              <a:ext cx="0" cy="2095500"/>
            </a:xfrm>
            <a:prstGeom prst="straightConnector1">
              <a:avLst/>
            </a:prstGeom>
            <a:grpFill/>
            <a:ln w="9525" cap="flat" cmpd="sng">
              <a:solidFill>
                <a:srgbClr val="1AB0A9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2" name="Google Shape;950;p37">
              <a:extLst>
                <a:ext uri="{FF2B5EF4-FFF2-40B4-BE49-F238E27FC236}">
                  <a16:creationId xmlns:a16="http://schemas.microsoft.com/office/drawing/2014/main" id="{C4BD382D-A488-4369-B768-4F36440219ED}"/>
                </a:ext>
              </a:extLst>
            </p:cNvPr>
            <p:cNvCxnSpPr/>
            <p:nvPr/>
          </p:nvCxnSpPr>
          <p:spPr>
            <a:xfrm>
              <a:off x="8465638" y="2241175"/>
              <a:ext cx="0" cy="2095500"/>
            </a:xfrm>
            <a:prstGeom prst="straightConnector1">
              <a:avLst/>
            </a:prstGeom>
            <a:grpFill/>
            <a:ln w="9525" cap="flat" cmpd="sng">
              <a:solidFill>
                <a:srgbClr val="1AB0A9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3" name="Google Shape;951;p37">
              <a:extLst>
                <a:ext uri="{FF2B5EF4-FFF2-40B4-BE49-F238E27FC236}">
                  <a16:creationId xmlns:a16="http://schemas.microsoft.com/office/drawing/2014/main" id="{95F14B78-33A2-5D6E-91B7-04ACF719A3B1}"/>
                </a:ext>
              </a:extLst>
            </p:cNvPr>
            <p:cNvCxnSpPr/>
            <p:nvPr/>
          </p:nvCxnSpPr>
          <p:spPr>
            <a:xfrm>
              <a:off x="8541494" y="2241175"/>
              <a:ext cx="0" cy="2095500"/>
            </a:xfrm>
            <a:prstGeom prst="straightConnector1">
              <a:avLst/>
            </a:prstGeom>
            <a:grpFill/>
            <a:ln w="9525" cap="flat" cmpd="sng">
              <a:solidFill>
                <a:srgbClr val="1AB0A9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4" name="Google Shape;952;p37">
              <a:extLst>
                <a:ext uri="{FF2B5EF4-FFF2-40B4-BE49-F238E27FC236}">
                  <a16:creationId xmlns:a16="http://schemas.microsoft.com/office/drawing/2014/main" id="{4D3973A8-5F84-42B0-F411-683CB3CB0626}"/>
                </a:ext>
              </a:extLst>
            </p:cNvPr>
            <p:cNvCxnSpPr/>
            <p:nvPr/>
          </p:nvCxnSpPr>
          <p:spPr>
            <a:xfrm>
              <a:off x="8617350" y="2241175"/>
              <a:ext cx="0" cy="2095500"/>
            </a:xfrm>
            <a:prstGeom prst="straightConnector1">
              <a:avLst/>
            </a:prstGeom>
            <a:grpFill/>
            <a:ln w="9525" cap="flat" cmpd="sng">
              <a:solidFill>
                <a:srgbClr val="1AB0A9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35" name="Título 1">
            <a:extLst>
              <a:ext uri="{FF2B5EF4-FFF2-40B4-BE49-F238E27FC236}">
                <a16:creationId xmlns:a16="http://schemas.microsoft.com/office/drawing/2014/main" id="{45857552-560E-5826-3086-E15640F50F68}"/>
              </a:ext>
            </a:extLst>
          </p:cNvPr>
          <p:cNvSpPr txBox="1">
            <a:spLocks/>
          </p:cNvSpPr>
          <p:nvPr/>
        </p:nvSpPr>
        <p:spPr>
          <a:xfrm>
            <a:off x="737108" y="504150"/>
            <a:ext cx="8467638" cy="4554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Montserrat"/>
              <a:buNone/>
              <a:defRPr sz="52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Montserrat"/>
              <a:buNone/>
              <a:defRPr sz="52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Montserrat"/>
              <a:buNone/>
              <a:defRPr sz="52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Montserrat"/>
              <a:buNone/>
              <a:defRPr sz="52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Montserrat"/>
              <a:buNone/>
              <a:defRPr sz="52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Montserrat"/>
              <a:buNone/>
              <a:defRPr sz="52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Montserrat"/>
              <a:buNone/>
              <a:defRPr sz="52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Montserrat"/>
              <a:buNone/>
              <a:defRPr sz="52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Montserrat"/>
              <a:buNone/>
              <a:defRPr sz="52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algn="l"/>
            <a:r>
              <a:rPr lang="pt-BR" sz="2000" dirty="0">
                <a:latin typeface="+mj-lt"/>
                <a:cs typeface="Arial" panose="020B0604020202020204" pitchFamily="34" charset="0"/>
              </a:rPr>
              <a:t>Principais clusters canônicos nas notícias da PF</a:t>
            </a:r>
          </a:p>
        </p:txBody>
      </p:sp>
      <p:sp>
        <p:nvSpPr>
          <p:cNvPr id="36" name="Subtítulo 2">
            <a:extLst>
              <a:ext uri="{FF2B5EF4-FFF2-40B4-BE49-F238E27FC236}">
                <a16:creationId xmlns:a16="http://schemas.microsoft.com/office/drawing/2014/main" id="{02821165-00C1-DA7C-7DF1-379A2A6F325B}"/>
              </a:ext>
            </a:extLst>
          </p:cNvPr>
          <p:cNvSpPr>
            <a:spLocks noGrp="1"/>
          </p:cNvSpPr>
          <p:nvPr>
            <p:ph type="subTitle" idx="4294967295"/>
          </p:nvPr>
        </p:nvSpPr>
        <p:spPr>
          <a:xfrm>
            <a:off x="583609" y="1395073"/>
            <a:ext cx="3982108" cy="3284762"/>
          </a:xfrm>
          <a:prstGeom prst="rect">
            <a:avLst/>
          </a:prstGeom>
        </p:spPr>
        <p:txBody>
          <a:bodyPr>
            <a:normAutofit fontScale="92500" lnSpcReduction="10000"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/>
              <a:t>Os clusters canônicos consolidam categorias temáticas, evidências textuais e padronização de rótulos.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/>
              <a:t>A distribuição mostra concentração em poucos eixos substantivos.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/>
              <a:t>Os grupos de maior visibilidade são: </a:t>
            </a:r>
          </a:p>
          <a:p>
            <a:pPr defTabSz="358775">
              <a:tabLst>
                <a:tab pos="358775" algn="l"/>
              </a:tabLst>
            </a:pPr>
            <a:r>
              <a:rPr lang="pt-BR" dirty="0"/>
              <a:t>	- crimes contra crianças; </a:t>
            </a:r>
          </a:p>
          <a:p>
            <a:pPr defTabSz="358775">
              <a:tabLst>
                <a:tab pos="358775" algn="l"/>
              </a:tabLst>
            </a:pPr>
            <a:r>
              <a:rPr lang="pt-BR" dirty="0"/>
              <a:t>	- tráfico de drogas; </a:t>
            </a:r>
          </a:p>
          <a:p>
            <a:pPr defTabSz="358775">
              <a:tabLst>
                <a:tab pos="358775" algn="l"/>
              </a:tabLst>
            </a:pPr>
            <a:r>
              <a:rPr lang="pt-BR" dirty="0"/>
              <a:t>	- corrupção/desvio; </a:t>
            </a:r>
          </a:p>
          <a:p>
            <a:pPr defTabSz="358775">
              <a:tabLst>
                <a:tab pos="358775" algn="l"/>
              </a:tabLst>
            </a:pPr>
            <a:r>
              <a:rPr lang="pt-BR" dirty="0"/>
              <a:t>	- crimes ambientais; </a:t>
            </a:r>
          </a:p>
          <a:p>
            <a:pPr defTabSz="358775">
              <a:tabLst>
                <a:tab pos="358775" algn="l"/>
              </a:tabLst>
            </a:pPr>
            <a:r>
              <a:rPr lang="pt-BR" dirty="0"/>
              <a:t>	- falsificações; </a:t>
            </a:r>
          </a:p>
          <a:p>
            <a:pPr defTabSz="358775">
              <a:tabLst>
                <a:tab pos="358775" algn="l"/>
              </a:tabLst>
            </a:pPr>
            <a:r>
              <a:rPr lang="pt-BR" dirty="0"/>
              <a:t>	- contrabando/descaminho; </a:t>
            </a:r>
          </a:p>
          <a:p>
            <a:pPr defTabSz="358775">
              <a:tabLst>
                <a:tab pos="358775" algn="l"/>
              </a:tabLst>
            </a:pPr>
            <a:r>
              <a:rPr lang="pt-BR" dirty="0"/>
              <a:t>	- lavagem de dinheiro; </a:t>
            </a:r>
          </a:p>
          <a:p>
            <a:pPr defTabSz="358775">
              <a:tabLst>
                <a:tab pos="358775" algn="l"/>
              </a:tabLst>
            </a:pPr>
            <a:r>
              <a:rPr lang="pt-BR" dirty="0"/>
              <a:t>	- fraude previdenciária.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/>
              <a:t>A comunicação pública da PF não se distribui aleatoriamente entre muitos temas de peso semelhante.</a:t>
            </a:r>
            <a:endParaRPr lang="pt-BR" dirty="0">
              <a:solidFill>
                <a:schemeClr val="bg1"/>
              </a:solidFill>
              <a:latin typeface="+mj-lt"/>
            </a:endParaRPr>
          </a:p>
        </p:txBody>
      </p:sp>
      <p:cxnSp>
        <p:nvCxnSpPr>
          <p:cNvPr id="40" name="Conector reto 39">
            <a:extLst>
              <a:ext uri="{FF2B5EF4-FFF2-40B4-BE49-F238E27FC236}">
                <a16:creationId xmlns:a16="http://schemas.microsoft.com/office/drawing/2014/main" id="{19A917EA-AD1C-A94B-B0E6-DF9403C0C7E8}"/>
              </a:ext>
            </a:extLst>
          </p:cNvPr>
          <p:cNvCxnSpPr>
            <a:cxnSpLocks/>
          </p:cNvCxnSpPr>
          <p:nvPr/>
        </p:nvCxnSpPr>
        <p:spPr>
          <a:xfrm>
            <a:off x="-5" y="1114607"/>
            <a:ext cx="2796961" cy="0"/>
          </a:xfrm>
          <a:prstGeom prst="line">
            <a:avLst/>
          </a:prstGeom>
          <a:ln>
            <a:solidFill>
              <a:srgbClr val="00445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Google Shape;937;p37">
            <a:extLst>
              <a:ext uri="{FF2B5EF4-FFF2-40B4-BE49-F238E27FC236}">
                <a16:creationId xmlns:a16="http://schemas.microsoft.com/office/drawing/2014/main" id="{7587AA23-6863-AC11-2E27-AF6B296F2203}"/>
              </a:ext>
            </a:extLst>
          </p:cNvPr>
          <p:cNvSpPr/>
          <p:nvPr/>
        </p:nvSpPr>
        <p:spPr>
          <a:xfrm flipH="1" flipV="1">
            <a:off x="8773117" y="52"/>
            <a:ext cx="369846" cy="249032"/>
          </a:xfrm>
          <a:custGeom>
            <a:avLst/>
            <a:gdLst>
              <a:gd name="connsiteX0" fmla="*/ 0 w 1414234"/>
              <a:gd name="connsiteY0" fmla="*/ 0 h 258097"/>
              <a:gd name="connsiteX1" fmla="*/ 1285186 w 1414234"/>
              <a:gd name="connsiteY1" fmla="*/ 0 h 258097"/>
              <a:gd name="connsiteX2" fmla="*/ 1414235 w 1414234"/>
              <a:gd name="connsiteY2" fmla="*/ 129049 h 258097"/>
              <a:gd name="connsiteX3" fmla="*/ 1414234 w 1414234"/>
              <a:gd name="connsiteY3" fmla="*/ 258097 h 258097"/>
              <a:gd name="connsiteX4" fmla="*/ 0 w 1414234"/>
              <a:gd name="connsiteY4" fmla="*/ 258097 h 258097"/>
              <a:gd name="connsiteX5" fmla="*/ 0 w 1414234"/>
              <a:gd name="connsiteY5" fmla="*/ 0 h 258097"/>
              <a:gd name="connsiteX0" fmla="*/ 0 w 1414235"/>
              <a:gd name="connsiteY0" fmla="*/ 0 h 258097"/>
              <a:gd name="connsiteX1" fmla="*/ 1285186 w 1414235"/>
              <a:gd name="connsiteY1" fmla="*/ 0 h 258097"/>
              <a:gd name="connsiteX2" fmla="*/ 1414235 w 1414235"/>
              <a:gd name="connsiteY2" fmla="*/ 129049 h 258097"/>
              <a:gd name="connsiteX3" fmla="*/ 1414234 w 1414235"/>
              <a:gd name="connsiteY3" fmla="*/ 258097 h 258097"/>
              <a:gd name="connsiteX4" fmla="*/ 243348 w 1414235"/>
              <a:gd name="connsiteY4" fmla="*/ 258097 h 258097"/>
              <a:gd name="connsiteX5" fmla="*/ 0 w 1414235"/>
              <a:gd name="connsiteY5" fmla="*/ 0 h 258097"/>
              <a:gd name="connsiteX0" fmla="*/ 0 w 1178260"/>
              <a:gd name="connsiteY0" fmla="*/ 7374 h 258097"/>
              <a:gd name="connsiteX1" fmla="*/ 1049211 w 1178260"/>
              <a:gd name="connsiteY1" fmla="*/ 0 h 258097"/>
              <a:gd name="connsiteX2" fmla="*/ 1178260 w 1178260"/>
              <a:gd name="connsiteY2" fmla="*/ 129049 h 258097"/>
              <a:gd name="connsiteX3" fmla="*/ 1178259 w 1178260"/>
              <a:gd name="connsiteY3" fmla="*/ 258097 h 258097"/>
              <a:gd name="connsiteX4" fmla="*/ 7373 w 1178260"/>
              <a:gd name="connsiteY4" fmla="*/ 258097 h 258097"/>
              <a:gd name="connsiteX5" fmla="*/ 0 w 1178260"/>
              <a:gd name="connsiteY5" fmla="*/ 7374 h 258097"/>
              <a:gd name="connsiteX0" fmla="*/ 0 w 1178260"/>
              <a:gd name="connsiteY0" fmla="*/ 7374 h 265471"/>
              <a:gd name="connsiteX1" fmla="*/ 1049211 w 1178260"/>
              <a:gd name="connsiteY1" fmla="*/ 0 h 265471"/>
              <a:gd name="connsiteX2" fmla="*/ 1178260 w 1178260"/>
              <a:gd name="connsiteY2" fmla="*/ 129049 h 265471"/>
              <a:gd name="connsiteX3" fmla="*/ 1178259 w 1178260"/>
              <a:gd name="connsiteY3" fmla="*/ 258097 h 265471"/>
              <a:gd name="connsiteX4" fmla="*/ 619431 w 1178260"/>
              <a:gd name="connsiteY4" fmla="*/ 265471 h 265471"/>
              <a:gd name="connsiteX5" fmla="*/ 0 w 1178260"/>
              <a:gd name="connsiteY5" fmla="*/ 7374 h 265471"/>
              <a:gd name="connsiteX0" fmla="*/ 0 w 566202"/>
              <a:gd name="connsiteY0" fmla="*/ 0 h 280219"/>
              <a:gd name="connsiteX1" fmla="*/ 437153 w 566202"/>
              <a:gd name="connsiteY1" fmla="*/ 14748 h 280219"/>
              <a:gd name="connsiteX2" fmla="*/ 566202 w 566202"/>
              <a:gd name="connsiteY2" fmla="*/ 143797 h 280219"/>
              <a:gd name="connsiteX3" fmla="*/ 566201 w 566202"/>
              <a:gd name="connsiteY3" fmla="*/ 272845 h 280219"/>
              <a:gd name="connsiteX4" fmla="*/ 7373 w 566202"/>
              <a:gd name="connsiteY4" fmla="*/ 280219 h 280219"/>
              <a:gd name="connsiteX5" fmla="*/ 0 w 566202"/>
              <a:gd name="connsiteY5" fmla="*/ 0 h 280219"/>
              <a:gd name="connsiteX0" fmla="*/ 0 w 566202"/>
              <a:gd name="connsiteY0" fmla="*/ 0 h 280219"/>
              <a:gd name="connsiteX1" fmla="*/ 437153 w 566202"/>
              <a:gd name="connsiteY1" fmla="*/ 14748 h 280219"/>
              <a:gd name="connsiteX2" fmla="*/ 566202 w 566202"/>
              <a:gd name="connsiteY2" fmla="*/ 143797 h 280219"/>
              <a:gd name="connsiteX3" fmla="*/ 566201 w 566202"/>
              <a:gd name="connsiteY3" fmla="*/ 272845 h 280219"/>
              <a:gd name="connsiteX4" fmla="*/ 58992 w 566202"/>
              <a:gd name="connsiteY4" fmla="*/ 280219 h 280219"/>
              <a:gd name="connsiteX5" fmla="*/ 0 w 566202"/>
              <a:gd name="connsiteY5" fmla="*/ 0 h 280219"/>
              <a:gd name="connsiteX0" fmla="*/ 0 w 566202"/>
              <a:gd name="connsiteY0" fmla="*/ 0 h 272845"/>
              <a:gd name="connsiteX1" fmla="*/ 437153 w 566202"/>
              <a:gd name="connsiteY1" fmla="*/ 14748 h 272845"/>
              <a:gd name="connsiteX2" fmla="*/ 566202 w 566202"/>
              <a:gd name="connsiteY2" fmla="*/ 143797 h 272845"/>
              <a:gd name="connsiteX3" fmla="*/ 566201 w 566202"/>
              <a:gd name="connsiteY3" fmla="*/ 272845 h 272845"/>
              <a:gd name="connsiteX4" fmla="*/ 209118 w 566202"/>
              <a:gd name="connsiteY4" fmla="*/ 262022 h 272845"/>
              <a:gd name="connsiteX5" fmla="*/ 0 w 566202"/>
              <a:gd name="connsiteY5" fmla="*/ 0 h 272845"/>
              <a:gd name="connsiteX0" fmla="*/ 0 w 366035"/>
              <a:gd name="connsiteY0" fmla="*/ 0 h 272845"/>
              <a:gd name="connsiteX1" fmla="*/ 236986 w 366035"/>
              <a:gd name="connsiteY1" fmla="*/ 14748 h 272845"/>
              <a:gd name="connsiteX2" fmla="*/ 366035 w 366035"/>
              <a:gd name="connsiteY2" fmla="*/ 143797 h 272845"/>
              <a:gd name="connsiteX3" fmla="*/ 366034 w 366035"/>
              <a:gd name="connsiteY3" fmla="*/ 272845 h 272845"/>
              <a:gd name="connsiteX4" fmla="*/ 8951 w 366035"/>
              <a:gd name="connsiteY4" fmla="*/ 262022 h 272845"/>
              <a:gd name="connsiteX5" fmla="*/ 0 w 366035"/>
              <a:gd name="connsiteY5" fmla="*/ 0 h 272845"/>
              <a:gd name="connsiteX0" fmla="*/ 0 w 366035"/>
              <a:gd name="connsiteY0" fmla="*/ 0 h 272845"/>
              <a:gd name="connsiteX1" fmla="*/ 236986 w 366035"/>
              <a:gd name="connsiteY1" fmla="*/ 14748 h 272845"/>
              <a:gd name="connsiteX2" fmla="*/ 366035 w 366035"/>
              <a:gd name="connsiteY2" fmla="*/ 143797 h 272845"/>
              <a:gd name="connsiteX3" fmla="*/ 366034 w 366035"/>
              <a:gd name="connsiteY3" fmla="*/ 272845 h 272845"/>
              <a:gd name="connsiteX4" fmla="*/ 99438 w 366035"/>
              <a:gd name="connsiteY4" fmla="*/ 247734 h 272845"/>
              <a:gd name="connsiteX5" fmla="*/ 0 w 366035"/>
              <a:gd name="connsiteY5" fmla="*/ 0 h 272845"/>
              <a:gd name="connsiteX0" fmla="*/ 0 w 366035"/>
              <a:gd name="connsiteY0" fmla="*/ 0 h 272845"/>
              <a:gd name="connsiteX1" fmla="*/ 236986 w 366035"/>
              <a:gd name="connsiteY1" fmla="*/ 14748 h 272845"/>
              <a:gd name="connsiteX2" fmla="*/ 366035 w 366035"/>
              <a:gd name="connsiteY2" fmla="*/ 143797 h 272845"/>
              <a:gd name="connsiteX3" fmla="*/ 366034 w 366035"/>
              <a:gd name="connsiteY3" fmla="*/ 272845 h 272845"/>
              <a:gd name="connsiteX4" fmla="*/ 25619 w 366035"/>
              <a:gd name="connsiteY4" fmla="*/ 259641 h 272845"/>
              <a:gd name="connsiteX5" fmla="*/ 0 w 366035"/>
              <a:gd name="connsiteY5" fmla="*/ 0 h 272845"/>
              <a:gd name="connsiteX0" fmla="*/ 5337 w 340416"/>
              <a:gd name="connsiteY0" fmla="*/ 0 h 268083"/>
              <a:gd name="connsiteX1" fmla="*/ 211367 w 340416"/>
              <a:gd name="connsiteY1" fmla="*/ 9986 h 268083"/>
              <a:gd name="connsiteX2" fmla="*/ 340416 w 340416"/>
              <a:gd name="connsiteY2" fmla="*/ 139035 h 268083"/>
              <a:gd name="connsiteX3" fmla="*/ 340415 w 340416"/>
              <a:gd name="connsiteY3" fmla="*/ 268083 h 268083"/>
              <a:gd name="connsiteX4" fmla="*/ 0 w 340416"/>
              <a:gd name="connsiteY4" fmla="*/ 254879 h 268083"/>
              <a:gd name="connsiteX5" fmla="*/ 5337 w 340416"/>
              <a:gd name="connsiteY5" fmla="*/ 0 h 268083"/>
              <a:gd name="connsiteX0" fmla="*/ 5337 w 353901"/>
              <a:gd name="connsiteY0" fmla="*/ 0 h 254879"/>
              <a:gd name="connsiteX1" fmla="*/ 211367 w 353901"/>
              <a:gd name="connsiteY1" fmla="*/ 9986 h 254879"/>
              <a:gd name="connsiteX2" fmla="*/ 340416 w 353901"/>
              <a:gd name="connsiteY2" fmla="*/ 139035 h 254879"/>
              <a:gd name="connsiteX3" fmla="*/ 349940 w 353901"/>
              <a:gd name="connsiteY3" fmla="*/ 253795 h 254879"/>
              <a:gd name="connsiteX4" fmla="*/ 0 w 353901"/>
              <a:gd name="connsiteY4" fmla="*/ 254879 h 254879"/>
              <a:gd name="connsiteX5" fmla="*/ 5337 w 353901"/>
              <a:gd name="connsiteY5" fmla="*/ 0 h 254879"/>
              <a:gd name="connsiteX0" fmla="*/ 7718 w 356282"/>
              <a:gd name="connsiteY0" fmla="*/ 0 h 253795"/>
              <a:gd name="connsiteX1" fmla="*/ 213748 w 356282"/>
              <a:gd name="connsiteY1" fmla="*/ 9986 h 253795"/>
              <a:gd name="connsiteX2" fmla="*/ 342797 w 356282"/>
              <a:gd name="connsiteY2" fmla="*/ 139035 h 253795"/>
              <a:gd name="connsiteX3" fmla="*/ 352321 w 356282"/>
              <a:gd name="connsiteY3" fmla="*/ 253795 h 253795"/>
              <a:gd name="connsiteX4" fmla="*/ 0 w 356282"/>
              <a:gd name="connsiteY4" fmla="*/ 226304 h 253795"/>
              <a:gd name="connsiteX5" fmla="*/ 7718 w 356282"/>
              <a:gd name="connsiteY5" fmla="*/ 0 h 253795"/>
              <a:gd name="connsiteX0" fmla="*/ 574 w 349138"/>
              <a:gd name="connsiteY0" fmla="*/ 0 h 257260"/>
              <a:gd name="connsiteX1" fmla="*/ 206604 w 349138"/>
              <a:gd name="connsiteY1" fmla="*/ 9986 h 257260"/>
              <a:gd name="connsiteX2" fmla="*/ 335653 w 349138"/>
              <a:gd name="connsiteY2" fmla="*/ 139035 h 257260"/>
              <a:gd name="connsiteX3" fmla="*/ 345177 w 349138"/>
              <a:gd name="connsiteY3" fmla="*/ 253795 h 257260"/>
              <a:gd name="connsiteX4" fmla="*/ 0 w 349138"/>
              <a:gd name="connsiteY4" fmla="*/ 257260 h 257260"/>
              <a:gd name="connsiteX5" fmla="*/ 574 w 349138"/>
              <a:gd name="connsiteY5" fmla="*/ 0 h 257260"/>
              <a:gd name="connsiteX0" fmla="*/ 574 w 359486"/>
              <a:gd name="connsiteY0" fmla="*/ 0 h 257260"/>
              <a:gd name="connsiteX1" fmla="*/ 206604 w 359486"/>
              <a:gd name="connsiteY1" fmla="*/ 9986 h 257260"/>
              <a:gd name="connsiteX2" fmla="*/ 335653 w 359486"/>
              <a:gd name="connsiteY2" fmla="*/ 139035 h 257260"/>
              <a:gd name="connsiteX3" fmla="*/ 359464 w 359486"/>
              <a:gd name="connsiteY3" fmla="*/ 253795 h 257260"/>
              <a:gd name="connsiteX4" fmla="*/ 0 w 359486"/>
              <a:gd name="connsiteY4" fmla="*/ 257260 h 257260"/>
              <a:gd name="connsiteX5" fmla="*/ 574 w 359486"/>
              <a:gd name="connsiteY5" fmla="*/ 0 h 257260"/>
              <a:gd name="connsiteX0" fmla="*/ 574 w 359486"/>
              <a:gd name="connsiteY0" fmla="*/ 0 h 257260"/>
              <a:gd name="connsiteX1" fmla="*/ 206604 w 359486"/>
              <a:gd name="connsiteY1" fmla="*/ 9986 h 257260"/>
              <a:gd name="connsiteX2" fmla="*/ 335653 w 359486"/>
              <a:gd name="connsiteY2" fmla="*/ 110460 h 257260"/>
              <a:gd name="connsiteX3" fmla="*/ 359464 w 359486"/>
              <a:gd name="connsiteY3" fmla="*/ 253795 h 257260"/>
              <a:gd name="connsiteX4" fmla="*/ 0 w 359486"/>
              <a:gd name="connsiteY4" fmla="*/ 257260 h 257260"/>
              <a:gd name="connsiteX5" fmla="*/ 574 w 359486"/>
              <a:gd name="connsiteY5" fmla="*/ 0 h 257260"/>
              <a:gd name="connsiteX0" fmla="*/ 574 w 365269"/>
              <a:gd name="connsiteY0" fmla="*/ 0 h 257260"/>
              <a:gd name="connsiteX1" fmla="*/ 206604 w 365269"/>
              <a:gd name="connsiteY1" fmla="*/ 9986 h 257260"/>
              <a:gd name="connsiteX2" fmla="*/ 359464 w 365269"/>
              <a:gd name="connsiteY2" fmla="*/ 253795 h 257260"/>
              <a:gd name="connsiteX3" fmla="*/ 0 w 365269"/>
              <a:gd name="connsiteY3" fmla="*/ 257260 h 257260"/>
              <a:gd name="connsiteX4" fmla="*/ 574 w 365269"/>
              <a:gd name="connsiteY4" fmla="*/ 0 h 257260"/>
              <a:gd name="connsiteX0" fmla="*/ 574 w 369846"/>
              <a:gd name="connsiteY0" fmla="*/ 0 h 257260"/>
              <a:gd name="connsiteX1" fmla="*/ 206604 w 369846"/>
              <a:gd name="connsiteY1" fmla="*/ 9986 h 257260"/>
              <a:gd name="connsiteX2" fmla="*/ 359464 w 369846"/>
              <a:gd name="connsiteY2" fmla="*/ 253795 h 257260"/>
              <a:gd name="connsiteX3" fmla="*/ 0 w 369846"/>
              <a:gd name="connsiteY3" fmla="*/ 257260 h 257260"/>
              <a:gd name="connsiteX4" fmla="*/ 574 w 369846"/>
              <a:gd name="connsiteY4" fmla="*/ 0 h 257260"/>
              <a:gd name="connsiteX0" fmla="*/ 574 w 369846"/>
              <a:gd name="connsiteY0" fmla="*/ 0 h 252497"/>
              <a:gd name="connsiteX1" fmla="*/ 206604 w 369846"/>
              <a:gd name="connsiteY1" fmla="*/ 5223 h 252497"/>
              <a:gd name="connsiteX2" fmla="*/ 359464 w 369846"/>
              <a:gd name="connsiteY2" fmla="*/ 249032 h 252497"/>
              <a:gd name="connsiteX3" fmla="*/ 0 w 369846"/>
              <a:gd name="connsiteY3" fmla="*/ 252497 h 252497"/>
              <a:gd name="connsiteX4" fmla="*/ 574 w 369846"/>
              <a:gd name="connsiteY4" fmla="*/ 0 h 252497"/>
              <a:gd name="connsiteX0" fmla="*/ 574 w 369846"/>
              <a:gd name="connsiteY0" fmla="*/ 0 h 249032"/>
              <a:gd name="connsiteX1" fmla="*/ 206604 w 369846"/>
              <a:gd name="connsiteY1" fmla="*/ 5223 h 249032"/>
              <a:gd name="connsiteX2" fmla="*/ 359464 w 369846"/>
              <a:gd name="connsiteY2" fmla="*/ 249032 h 249032"/>
              <a:gd name="connsiteX3" fmla="*/ 0 w 369846"/>
              <a:gd name="connsiteY3" fmla="*/ 245353 h 249032"/>
              <a:gd name="connsiteX4" fmla="*/ 574 w 369846"/>
              <a:gd name="connsiteY4" fmla="*/ 0 h 2490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69846" h="249032">
                <a:moveTo>
                  <a:pt x="574" y="0"/>
                </a:moveTo>
                <a:lnTo>
                  <a:pt x="206604" y="5223"/>
                </a:lnTo>
                <a:cubicBezTo>
                  <a:pt x="342619" y="42759"/>
                  <a:pt x="393898" y="207820"/>
                  <a:pt x="359464" y="249032"/>
                </a:cubicBezTo>
                <a:lnTo>
                  <a:pt x="0" y="245353"/>
                </a:lnTo>
                <a:cubicBezTo>
                  <a:pt x="191" y="159600"/>
                  <a:pt x="383" y="85753"/>
                  <a:pt x="574" y="0"/>
                </a:cubicBezTo>
                <a:close/>
              </a:path>
            </a:pathLst>
          </a:custGeom>
          <a:gradFill flip="none" rotWithShape="1">
            <a:gsLst>
              <a:gs pos="63000">
                <a:srgbClr val="06D1D7"/>
              </a:gs>
              <a:gs pos="33000">
                <a:srgbClr val="23A295"/>
              </a:gs>
              <a:gs pos="0">
                <a:srgbClr val="57F6A2"/>
              </a:gs>
              <a:gs pos="100000">
                <a:srgbClr val="1B2048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latin typeface="Maven Pro"/>
              <a:ea typeface="Maven Pro"/>
              <a:cs typeface="Maven Pro"/>
              <a:sym typeface="Maven Pro"/>
            </a:endParaRPr>
          </a:p>
        </p:txBody>
      </p:sp>
      <p:pic>
        <p:nvPicPr>
          <p:cNvPr id="38" name="Imagem 37">
            <a:extLst>
              <a:ext uri="{FF2B5EF4-FFF2-40B4-BE49-F238E27FC236}">
                <a16:creationId xmlns:a16="http://schemas.microsoft.com/office/drawing/2014/main" id="{EE6D58AF-381C-0581-4F8B-5FEFF180A99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75290" y="1321926"/>
            <a:ext cx="4576463" cy="32304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793209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91">
          <a:extLst>
            <a:ext uri="{FF2B5EF4-FFF2-40B4-BE49-F238E27FC236}">
              <a16:creationId xmlns:a16="http://schemas.microsoft.com/office/drawing/2014/main" id="{AB06028B-43EA-5C64-42E7-B758017BDF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83" name="Gráfico 982">
            <a:extLst>
              <a:ext uri="{FF2B5EF4-FFF2-40B4-BE49-F238E27FC236}">
                <a16:creationId xmlns:a16="http://schemas.microsoft.com/office/drawing/2014/main" id="{5F884A9B-374A-9164-22B2-703D0CE8E59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471287" y="-176981"/>
            <a:ext cx="10434025" cy="5320297"/>
          </a:xfrm>
          <a:prstGeom prst="rect">
            <a:avLst/>
          </a:prstGeom>
        </p:spPr>
      </p:pic>
      <p:sp>
        <p:nvSpPr>
          <p:cNvPr id="2" name="Google Shape;932;p37">
            <a:extLst>
              <a:ext uri="{FF2B5EF4-FFF2-40B4-BE49-F238E27FC236}">
                <a16:creationId xmlns:a16="http://schemas.microsoft.com/office/drawing/2014/main" id="{DE5D4C7A-29F8-CC5F-DF6F-D1FAACAB98B3}"/>
              </a:ext>
            </a:extLst>
          </p:cNvPr>
          <p:cNvSpPr txBox="1">
            <a:spLocks/>
          </p:cNvSpPr>
          <p:nvPr/>
        </p:nvSpPr>
        <p:spPr>
          <a:xfrm>
            <a:off x="7194305" y="528340"/>
            <a:ext cx="1661894" cy="2259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None/>
              <a:defRPr sz="28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None/>
              <a:defRPr sz="28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None/>
              <a:defRPr sz="28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None/>
              <a:defRPr sz="28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None/>
              <a:defRPr sz="28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None/>
              <a:defRPr sz="28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None/>
              <a:defRPr sz="28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None/>
              <a:defRPr sz="28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None/>
              <a:defRPr sz="28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r>
              <a:rPr lang="pt-BR" sz="600" b="0" dirty="0">
                <a:solidFill>
                  <a:srgbClr val="186E66"/>
                </a:solidFill>
                <a:latin typeface="+mj-lt"/>
                <a:cs typeface="Arial" panose="020B0604020202020204" pitchFamily="34" charset="0"/>
              </a:rPr>
              <a:t>Há mais de 60 anos pensando o Brasil</a:t>
            </a:r>
          </a:p>
        </p:txBody>
      </p:sp>
      <p:sp>
        <p:nvSpPr>
          <p:cNvPr id="3" name="Google Shape;936;p37">
            <a:extLst>
              <a:ext uri="{FF2B5EF4-FFF2-40B4-BE49-F238E27FC236}">
                <a16:creationId xmlns:a16="http://schemas.microsoft.com/office/drawing/2014/main" id="{1E4A39F7-FA7A-CB06-7573-3BACD85C2EE3}"/>
              </a:ext>
            </a:extLst>
          </p:cNvPr>
          <p:cNvSpPr/>
          <p:nvPr/>
        </p:nvSpPr>
        <p:spPr>
          <a:xfrm flipH="1">
            <a:off x="7861193" y="4721150"/>
            <a:ext cx="1282656" cy="422165"/>
          </a:xfrm>
          <a:prstGeom prst="round1Rect">
            <a:avLst>
              <a:gd name="adj" fmla="val 50000"/>
            </a:avLst>
          </a:prstGeom>
          <a:solidFill>
            <a:srgbClr val="1B204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latin typeface="Maven Pro"/>
              <a:ea typeface="Maven Pro"/>
              <a:cs typeface="Maven Pro"/>
              <a:sym typeface="Maven Pro"/>
            </a:endParaRPr>
          </a:p>
        </p:txBody>
      </p:sp>
      <p:sp>
        <p:nvSpPr>
          <p:cNvPr id="4" name="Google Shape;937;p37">
            <a:extLst>
              <a:ext uri="{FF2B5EF4-FFF2-40B4-BE49-F238E27FC236}">
                <a16:creationId xmlns:a16="http://schemas.microsoft.com/office/drawing/2014/main" id="{40618092-E556-0F5F-C0AC-1C76F2887CB7}"/>
              </a:ext>
            </a:extLst>
          </p:cNvPr>
          <p:cNvSpPr/>
          <p:nvPr/>
        </p:nvSpPr>
        <p:spPr>
          <a:xfrm flipH="1">
            <a:off x="7588727" y="4912884"/>
            <a:ext cx="1555123" cy="230496"/>
          </a:xfrm>
          <a:prstGeom prst="round1Rect">
            <a:avLst>
              <a:gd name="adj" fmla="val 50000"/>
            </a:avLst>
          </a:prstGeom>
          <a:gradFill flip="none" rotWithShape="1">
            <a:gsLst>
              <a:gs pos="63000">
                <a:srgbClr val="06D1D7"/>
              </a:gs>
              <a:gs pos="33000">
                <a:srgbClr val="23A295"/>
              </a:gs>
              <a:gs pos="0">
                <a:srgbClr val="57F6A2"/>
              </a:gs>
              <a:gs pos="100000">
                <a:srgbClr val="1B2048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latin typeface="Maven Pro"/>
              <a:ea typeface="Maven Pro"/>
              <a:cs typeface="Maven Pro"/>
              <a:sym typeface="Maven Pro"/>
            </a:endParaRPr>
          </a:p>
        </p:txBody>
      </p:sp>
      <p:grpSp>
        <p:nvGrpSpPr>
          <p:cNvPr id="5" name="Google Shape;938;p37">
            <a:extLst>
              <a:ext uri="{FF2B5EF4-FFF2-40B4-BE49-F238E27FC236}">
                <a16:creationId xmlns:a16="http://schemas.microsoft.com/office/drawing/2014/main" id="{CC4AACAD-36A7-FD00-58BB-74841835D6C3}"/>
              </a:ext>
            </a:extLst>
          </p:cNvPr>
          <p:cNvGrpSpPr/>
          <p:nvPr/>
        </p:nvGrpSpPr>
        <p:grpSpPr>
          <a:xfrm>
            <a:off x="8644350" y="4276582"/>
            <a:ext cx="423698" cy="551579"/>
            <a:chOff x="7631225" y="2241175"/>
            <a:chExt cx="986125" cy="2095500"/>
          </a:xfrm>
          <a:gradFill>
            <a:gsLst>
              <a:gs pos="53000">
                <a:srgbClr val="23A295"/>
              </a:gs>
              <a:gs pos="0">
                <a:srgbClr val="57F6A2"/>
              </a:gs>
              <a:gs pos="100000">
                <a:srgbClr val="1B2048"/>
              </a:gs>
            </a:gsLst>
            <a:lin ang="5400000" scaled="1"/>
          </a:gradFill>
        </p:grpSpPr>
        <p:cxnSp>
          <p:nvCxnSpPr>
            <p:cNvPr id="6" name="Google Shape;939;p37">
              <a:extLst>
                <a:ext uri="{FF2B5EF4-FFF2-40B4-BE49-F238E27FC236}">
                  <a16:creationId xmlns:a16="http://schemas.microsoft.com/office/drawing/2014/main" id="{DBB873C2-A536-69D1-CC85-915F0E291AA4}"/>
                </a:ext>
              </a:extLst>
            </p:cNvPr>
            <p:cNvCxnSpPr/>
            <p:nvPr/>
          </p:nvCxnSpPr>
          <p:spPr>
            <a:xfrm>
              <a:off x="7631225" y="2241175"/>
              <a:ext cx="0" cy="2095500"/>
            </a:xfrm>
            <a:prstGeom prst="straightConnector1">
              <a:avLst/>
            </a:prstGeom>
            <a:grpFill/>
            <a:ln w="9525" cap="flat" cmpd="sng">
              <a:solidFill>
                <a:srgbClr val="1AB0A9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7" name="Google Shape;940;p37">
              <a:extLst>
                <a:ext uri="{FF2B5EF4-FFF2-40B4-BE49-F238E27FC236}">
                  <a16:creationId xmlns:a16="http://schemas.microsoft.com/office/drawing/2014/main" id="{F4F6311A-4AE1-2228-223F-AFCA45548578}"/>
                </a:ext>
              </a:extLst>
            </p:cNvPr>
            <p:cNvCxnSpPr/>
            <p:nvPr/>
          </p:nvCxnSpPr>
          <p:spPr>
            <a:xfrm>
              <a:off x="7707081" y="2241175"/>
              <a:ext cx="0" cy="2095500"/>
            </a:xfrm>
            <a:prstGeom prst="straightConnector1">
              <a:avLst/>
            </a:prstGeom>
            <a:grpFill/>
            <a:ln w="9525" cap="flat" cmpd="sng">
              <a:solidFill>
                <a:srgbClr val="1AB0A9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8" name="Google Shape;941;p37">
              <a:extLst>
                <a:ext uri="{FF2B5EF4-FFF2-40B4-BE49-F238E27FC236}">
                  <a16:creationId xmlns:a16="http://schemas.microsoft.com/office/drawing/2014/main" id="{F382A7B1-8050-C9C2-769B-0BEE9B982D5F}"/>
                </a:ext>
              </a:extLst>
            </p:cNvPr>
            <p:cNvCxnSpPr/>
            <p:nvPr/>
          </p:nvCxnSpPr>
          <p:spPr>
            <a:xfrm>
              <a:off x="7782937" y="2241175"/>
              <a:ext cx="0" cy="2095500"/>
            </a:xfrm>
            <a:prstGeom prst="straightConnector1">
              <a:avLst/>
            </a:prstGeom>
            <a:grpFill/>
            <a:ln w="9525" cap="flat" cmpd="sng">
              <a:solidFill>
                <a:srgbClr val="1AB0A9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9" name="Google Shape;942;p37">
              <a:extLst>
                <a:ext uri="{FF2B5EF4-FFF2-40B4-BE49-F238E27FC236}">
                  <a16:creationId xmlns:a16="http://schemas.microsoft.com/office/drawing/2014/main" id="{C75C7C75-5E1B-018E-9F92-7F3E50FF0A00}"/>
                </a:ext>
              </a:extLst>
            </p:cNvPr>
            <p:cNvCxnSpPr/>
            <p:nvPr/>
          </p:nvCxnSpPr>
          <p:spPr>
            <a:xfrm>
              <a:off x="7858792" y="2241175"/>
              <a:ext cx="0" cy="2095500"/>
            </a:xfrm>
            <a:prstGeom prst="straightConnector1">
              <a:avLst/>
            </a:prstGeom>
            <a:grpFill/>
            <a:ln w="9525" cap="flat" cmpd="sng">
              <a:solidFill>
                <a:srgbClr val="1AB0A9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0" name="Google Shape;943;p37">
              <a:extLst>
                <a:ext uri="{FF2B5EF4-FFF2-40B4-BE49-F238E27FC236}">
                  <a16:creationId xmlns:a16="http://schemas.microsoft.com/office/drawing/2014/main" id="{3E48D575-0A65-8F7D-3715-471197084694}"/>
                </a:ext>
              </a:extLst>
            </p:cNvPr>
            <p:cNvCxnSpPr/>
            <p:nvPr/>
          </p:nvCxnSpPr>
          <p:spPr>
            <a:xfrm>
              <a:off x="8010504" y="2241175"/>
              <a:ext cx="0" cy="2095500"/>
            </a:xfrm>
            <a:prstGeom prst="straightConnector1">
              <a:avLst/>
            </a:prstGeom>
            <a:grpFill/>
            <a:ln w="9525" cap="flat" cmpd="sng">
              <a:solidFill>
                <a:srgbClr val="1AB0A9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1" name="Google Shape;944;p37">
              <a:extLst>
                <a:ext uri="{FF2B5EF4-FFF2-40B4-BE49-F238E27FC236}">
                  <a16:creationId xmlns:a16="http://schemas.microsoft.com/office/drawing/2014/main" id="{22587851-1A2D-6076-EAAD-A59590B9BE3A}"/>
                </a:ext>
              </a:extLst>
            </p:cNvPr>
            <p:cNvCxnSpPr/>
            <p:nvPr/>
          </p:nvCxnSpPr>
          <p:spPr>
            <a:xfrm>
              <a:off x="8162215" y="2241175"/>
              <a:ext cx="0" cy="2095500"/>
            </a:xfrm>
            <a:prstGeom prst="straightConnector1">
              <a:avLst/>
            </a:prstGeom>
            <a:grpFill/>
            <a:ln w="9525" cap="flat" cmpd="sng">
              <a:solidFill>
                <a:srgbClr val="1AB0A9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2" name="Google Shape;945;p37">
              <a:extLst>
                <a:ext uri="{FF2B5EF4-FFF2-40B4-BE49-F238E27FC236}">
                  <a16:creationId xmlns:a16="http://schemas.microsoft.com/office/drawing/2014/main" id="{E3D9B545-675E-7C8E-8867-822F6C9D6E7A}"/>
                </a:ext>
              </a:extLst>
            </p:cNvPr>
            <p:cNvCxnSpPr/>
            <p:nvPr/>
          </p:nvCxnSpPr>
          <p:spPr>
            <a:xfrm>
              <a:off x="8313927" y="2241175"/>
              <a:ext cx="0" cy="2095500"/>
            </a:xfrm>
            <a:prstGeom prst="straightConnector1">
              <a:avLst/>
            </a:prstGeom>
            <a:grpFill/>
            <a:ln w="9525" cap="flat" cmpd="sng">
              <a:solidFill>
                <a:srgbClr val="1AB0A9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3" name="Google Shape;946;p37">
              <a:extLst>
                <a:ext uri="{FF2B5EF4-FFF2-40B4-BE49-F238E27FC236}">
                  <a16:creationId xmlns:a16="http://schemas.microsoft.com/office/drawing/2014/main" id="{6D770C54-3E52-8F43-03B4-A5F0FEE7DD01}"/>
                </a:ext>
              </a:extLst>
            </p:cNvPr>
            <p:cNvCxnSpPr/>
            <p:nvPr/>
          </p:nvCxnSpPr>
          <p:spPr>
            <a:xfrm>
              <a:off x="7934648" y="2241175"/>
              <a:ext cx="0" cy="2095500"/>
            </a:xfrm>
            <a:prstGeom prst="straightConnector1">
              <a:avLst/>
            </a:prstGeom>
            <a:grpFill/>
            <a:ln w="9525" cap="flat" cmpd="sng">
              <a:solidFill>
                <a:srgbClr val="1AB0A9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4" name="Google Shape;947;p37">
              <a:extLst>
                <a:ext uri="{FF2B5EF4-FFF2-40B4-BE49-F238E27FC236}">
                  <a16:creationId xmlns:a16="http://schemas.microsoft.com/office/drawing/2014/main" id="{EB37BF9F-96BE-11F1-BE08-CE4A3394E904}"/>
                </a:ext>
              </a:extLst>
            </p:cNvPr>
            <p:cNvCxnSpPr/>
            <p:nvPr/>
          </p:nvCxnSpPr>
          <p:spPr>
            <a:xfrm>
              <a:off x="8086360" y="2241175"/>
              <a:ext cx="0" cy="2095500"/>
            </a:xfrm>
            <a:prstGeom prst="straightConnector1">
              <a:avLst/>
            </a:prstGeom>
            <a:grpFill/>
            <a:ln w="9525" cap="flat" cmpd="sng">
              <a:solidFill>
                <a:srgbClr val="1AB0A9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5" name="Google Shape;948;p37">
              <a:extLst>
                <a:ext uri="{FF2B5EF4-FFF2-40B4-BE49-F238E27FC236}">
                  <a16:creationId xmlns:a16="http://schemas.microsoft.com/office/drawing/2014/main" id="{118DE1F0-2DFC-BB06-BFC9-7D422E1356F6}"/>
                </a:ext>
              </a:extLst>
            </p:cNvPr>
            <p:cNvCxnSpPr/>
            <p:nvPr/>
          </p:nvCxnSpPr>
          <p:spPr>
            <a:xfrm>
              <a:off x="8238071" y="2241175"/>
              <a:ext cx="0" cy="2095500"/>
            </a:xfrm>
            <a:prstGeom prst="straightConnector1">
              <a:avLst/>
            </a:prstGeom>
            <a:grpFill/>
            <a:ln w="9525" cap="flat" cmpd="sng">
              <a:solidFill>
                <a:srgbClr val="1AB0A9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6" name="Google Shape;949;p37">
              <a:extLst>
                <a:ext uri="{FF2B5EF4-FFF2-40B4-BE49-F238E27FC236}">
                  <a16:creationId xmlns:a16="http://schemas.microsoft.com/office/drawing/2014/main" id="{511D59C6-C08F-68DC-3BCB-DDE388A3E3A4}"/>
                </a:ext>
              </a:extLst>
            </p:cNvPr>
            <p:cNvCxnSpPr/>
            <p:nvPr/>
          </p:nvCxnSpPr>
          <p:spPr>
            <a:xfrm>
              <a:off x="8389783" y="2241175"/>
              <a:ext cx="0" cy="2095500"/>
            </a:xfrm>
            <a:prstGeom prst="straightConnector1">
              <a:avLst/>
            </a:prstGeom>
            <a:grpFill/>
            <a:ln w="9525" cap="flat" cmpd="sng">
              <a:solidFill>
                <a:srgbClr val="1AB0A9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7" name="Google Shape;950;p37">
              <a:extLst>
                <a:ext uri="{FF2B5EF4-FFF2-40B4-BE49-F238E27FC236}">
                  <a16:creationId xmlns:a16="http://schemas.microsoft.com/office/drawing/2014/main" id="{E788DFE0-AB68-3DC8-BDE5-5585C1EA475A}"/>
                </a:ext>
              </a:extLst>
            </p:cNvPr>
            <p:cNvCxnSpPr/>
            <p:nvPr/>
          </p:nvCxnSpPr>
          <p:spPr>
            <a:xfrm>
              <a:off x="8465638" y="2241175"/>
              <a:ext cx="0" cy="2095500"/>
            </a:xfrm>
            <a:prstGeom prst="straightConnector1">
              <a:avLst/>
            </a:prstGeom>
            <a:grpFill/>
            <a:ln w="9525" cap="flat" cmpd="sng">
              <a:solidFill>
                <a:srgbClr val="1AB0A9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8" name="Google Shape;951;p37">
              <a:extLst>
                <a:ext uri="{FF2B5EF4-FFF2-40B4-BE49-F238E27FC236}">
                  <a16:creationId xmlns:a16="http://schemas.microsoft.com/office/drawing/2014/main" id="{B55B0D8D-A9FD-FC4A-C93B-CA5F2A59811D}"/>
                </a:ext>
              </a:extLst>
            </p:cNvPr>
            <p:cNvCxnSpPr/>
            <p:nvPr/>
          </p:nvCxnSpPr>
          <p:spPr>
            <a:xfrm>
              <a:off x="8541494" y="2241175"/>
              <a:ext cx="0" cy="2095500"/>
            </a:xfrm>
            <a:prstGeom prst="straightConnector1">
              <a:avLst/>
            </a:prstGeom>
            <a:grpFill/>
            <a:ln w="9525" cap="flat" cmpd="sng">
              <a:solidFill>
                <a:srgbClr val="1AB0A9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9" name="Google Shape;952;p37">
              <a:extLst>
                <a:ext uri="{FF2B5EF4-FFF2-40B4-BE49-F238E27FC236}">
                  <a16:creationId xmlns:a16="http://schemas.microsoft.com/office/drawing/2014/main" id="{3A05D59D-6637-3E14-1064-A74513581AFF}"/>
                </a:ext>
              </a:extLst>
            </p:cNvPr>
            <p:cNvCxnSpPr/>
            <p:nvPr/>
          </p:nvCxnSpPr>
          <p:spPr>
            <a:xfrm>
              <a:off x="8617350" y="2241175"/>
              <a:ext cx="0" cy="2095500"/>
            </a:xfrm>
            <a:prstGeom prst="straightConnector1">
              <a:avLst/>
            </a:prstGeom>
            <a:grpFill/>
            <a:ln w="9525" cap="flat" cmpd="sng">
              <a:solidFill>
                <a:srgbClr val="1AB0A9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20" name="Google Shape;954;p37">
            <a:extLst>
              <a:ext uri="{FF2B5EF4-FFF2-40B4-BE49-F238E27FC236}">
                <a16:creationId xmlns:a16="http://schemas.microsoft.com/office/drawing/2014/main" id="{E3C5859C-AFB5-71A6-CEFC-B0869F509811}"/>
              </a:ext>
            </a:extLst>
          </p:cNvPr>
          <p:cNvSpPr/>
          <p:nvPr/>
        </p:nvSpPr>
        <p:spPr>
          <a:xfrm>
            <a:off x="0" y="4680042"/>
            <a:ext cx="922564" cy="463274"/>
          </a:xfrm>
          <a:prstGeom prst="rect">
            <a:avLst/>
          </a:prstGeom>
          <a:gradFill>
            <a:gsLst>
              <a:gs pos="33000">
                <a:srgbClr val="23A295"/>
              </a:gs>
              <a:gs pos="0">
                <a:srgbClr val="57F6A2"/>
              </a:gs>
              <a:gs pos="100000">
                <a:srgbClr val="1B2048"/>
              </a:gs>
            </a:gsLst>
            <a:path path="circle">
              <a:fillToRect l="100000" t="100000"/>
            </a:path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dirty="0">
              <a:latin typeface="Maven Pro"/>
              <a:ea typeface="Maven Pro"/>
              <a:cs typeface="Maven Pro"/>
              <a:sym typeface="Maven Pro"/>
            </a:endParaRPr>
          </a:p>
        </p:txBody>
      </p:sp>
      <p:sp>
        <p:nvSpPr>
          <p:cNvPr id="21" name="Google Shape;955;p37">
            <a:extLst>
              <a:ext uri="{FF2B5EF4-FFF2-40B4-BE49-F238E27FC236}">
                <a16:creationId xmlns:a16="http://schemas.microsoft.com/office/drawing/2014/main" id="{0FA9A5C9-5D87-0B4D-BFAD-C2806BACB052}"/>
              </a:ext>
            </a:extLst>
          </p:cNvPr>
          <p:cNvSpPr/>
          <p:nvPr/>
        </p:nvSpPr>
        <p:spPr>
          <a:xfrm>
            <a:off x="0" y="4912883"/>
            <a:ext cx="1663658" cy="230641"/>
          </a:xfrm>
          <a:prstGeom prst="round1Rect">
            <a:avLst>
              <a:gd name="adj" fmla="val 50000"/>
            </a:avLst>
          </a:prstGeom>
          <a:solidFill>
            <a:srgbClr val="1B204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latin typeface="Maven Pro"/>
              <a:ea typeface="Maven Pro"/>
              <a:cs typeface="Maven Pro"/>
              <a:sym typeface="Maven Pro"/>
            </a:endParaRPr>
          </a:p>
        </p:txBody>
      </p:sp>
      <p:grpSp>
        <p:nvGrpSpPr>
          <p:cNvPr id="22" name="Agrupar 21">
            <a:extLst>
              <a:ext uri="{FF2B5EF4-FFF2-40B4-BE49-F238E27FC236}">
                <a16:creationId xmlns:a16="http://schemas.microsoft.com/office/drawing/2014/main" id="{D8A1133F-5BE3-0C80-05A4-6D38A8096B5E}"/>
              </a:ext>
            </a:extLst>
          </p:cNvPr>
          <p:cNvGrpSpPr/>
          <p:nvPr/>
        </p:nvGrpSpPr>
        <p:grpSpPr>
          <a:xfrm>
            <a:off x="7070035" y="156184"/>
            <a:ext cx="1722295" cy="405506"/>
            <a:chOff x="4782913" y="272045"/>
            <a:chExt cx="3752189" cy="883435"/>
          </a:xfrm>
        </p:grpSpPr>
        <p:pic>
          <p:nvPicPr>
            <p:cNvPr id="23" name="Imagem 22" descr="Interface gráfica do usuário, Texto&#10;&#10;O conteúdo gerado por IA pode estar incorreto.">
              <a:extLst>
                <a:ext uri="{FF2B5EF4-FFF2-40B4-BE49-F238E27FC236}">
                  <a16:creationId xmlns:a16="http://schemas.microsoft.com/office/drawing/2014/main" id="{1FC62FDE-C73B-555C-D48C-5619A883223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4782913" y="272045"/>
              <a:ext cx="3752189" cy="883435"/>
            </a:xfrm>
            <a:prstGeom prst="rect">
              <a:avLst/>
            </a:prstGeom>
          </p:spPr>
        </p:pic>
        <p:cxnSp>
          <p:nvCxnSpPr>
            <p:cNvPr id="24" name="Conector reto 23">
              <a:extLst>
                <a:ext uri="{FF2B5EF4-FFF2-40B4-BE49-F238E27FC236}">
                  <a16:creationId xmlns:a16="http://schemas.microsoft.com/office/drawing/2014/main" id="{6D53E631-C7D9-52DF-DA04-C3F5CCB730C5}"/>
                </a:ext>
              </a:extLst>
            </p:cNvPr>
            <p:cNvCxnSpPr>
              <a:cxnSpLocks/>
            </p:cNvCxnSpPr>
            <p:nvPr/>
          </p:nvCxnSpPr>
          <p:spPr>
            <a:xfrm>
              <a:off x="5253460" y="1066595"/>
              <a:ext cx="3264536" cy="16228"/>
            </a:xfrm>
            <a:prstGeom prst="line">
              <a:avLst/>
            </a:prstGeom>
            <a:ln>
              <a:solidFill>
                <a:srgbClr val="00445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5" name="Google Shape;936;p37">
            <a:extLst>
              <a:ext uri="{FF2B5EF4-FFF2-40B4-BE49-F238E27FC236}">
                <a16:creationId xmlns:a16="http://schemas.microsoft.com/office/drawing/2014/main" id="{D27FF901-C1A8-E765-DFAA-D96AC07F95CF}"/>
              </a:ext>
            </a:extLst>
          </p:cNvPr>
          <p:cNvSpPr/>
          <p:nvPr/>
        </p:nvSpPr>
        <p:spPr>
          <a:xfrm rot="16200000" flipH="1" flipV="1">
            <a:off x="-26331" y="5857"/>
            <a:ext cx="636272" cy="583606"/>
          </a:xfrm>
          <a:custGeom>
            <a:avLst/>
            <a:gdLst>
              <a:gd name="connsiteX0" fmla="*/ 0 w 1440059"/>
              <a:gd name="connsiteY0" fmla="*/ 0 h 583600"/>
              <a:gd name="connsiteX1" fmla="*/ 1148259 w 1440059"/>
              <a:gd name="connsiteY1" fmla="*/ 0 h 583600"/>
              <a:gd name="connsiteX2" fmla="*/ 1440059 w 1440059"/>
              <a:gd name="connsiteY2" fmla="*/ 291800 h 583600"/>
              <a:gd name="connsiteX3" fmla="*/ 1440059 w 1440059"/>
              <a:gd name="connsiteY3" fmla="*/ 583600 h 583600"/>
              <a:gd name="connsiteX4" fmla="*/ 0 w 1440059"/>
              <a:gd name="connsiteY4" fmla="*/ 583600 h 583600"/>
              <a:gd name="connsiteX5" fmla="*/ 0 w 1440059"/>
              <a:gd name="connsiteY5" fmla="*/ 0 h 583600"/>
              <a:gd name="connsiteX0" fmla="*/ 612059 w 1440059"/>
              <a:gd name="connsiteY0" fmla="*/ 0 h 583603"/>
              <a:gd name="connsiteX1" fmla="*/ 1148259 w 1440059"/>
              <a:gd name="connsiteY1" fmla="*/ 3 h 583603"/>
              <a:gd name="connsiteX2" fmla="*/ 1440059 w 1440059"/>
              <a:gd name="connsiteY2" fmla="*/ 291803 h 583603"/>
              <a:gd name="connsiteX3" fmla="*/ 1440059 w 1440059"/>
              <a:gd name="connsiteY3" fmla="*/ 583603 h 583603"/>
              <a:gd name="connsiteX4" fmla="*/ 0 w 1440059"/>
              <a:gd name="connsiteY4" fmla="*/ 583603 h 583603"/>
              <a:gd name="connsiteX5" fmla="*/ 612059 w 1440059"/>
              <a:gd name="connsiteY5" fmla="*/ 0 h 583603"/>
              <a:gd name="connsiteX0" fmla="*/ 0 w 828000"/>
              <a:gd name="connsiteY0" fmla="*/ 0 h 583603"/>
              <a:gd name="connsiteX1" fmla="*/ 536200 w 828000"/>
              <a:gd name="connsiteY1" fmla="*/ 3 h 583603"/>
              <a:gd name="connsiteX2" fmla="*/ 828000 w 828000"/>
              <a:gd name="connsiteY2" fmla="*/ 291803 h 583603"/>
              <a:gd name="connsiteX3" fmla="*/ 828000 w 828000"/>
              <a:gd name="connsiteY3" fmla="*/ 583603 h 583603"/>
              <a:gd name="connsiteX4" fmla="*/ 191728 w 828000"/>
              <a:gd name="connsiteY4" fmla="*/ 576229 h 583603"/>
              <a:gd name="connsiteX5" fmla="*/ 0 w 828000"/>
              <a:gd name="connsiteY5" fmla="*/ 0 h 583603"/>
              <a:gd name="connsiteX0" fmla="*/ 14749 w 636272"/>
              <a:gd name="connsiteY0" fmla="*/ 0 h 583606"/>
              <a:gd name="connsiteX1" fmla="*/ 344472 w 636272"/>
              <a:gd name="connsiteY1" fmla="*/ 6 h 583606"/>
              <a:gd name="connsiteX2" fmla="*/ 636272 w 636272"/>
              <a:gd name="connsiteY2" fmla="*/ 291806 h 583606"/>
              <a:gd name="connsiteX3" fmla="*/ 636272 w 636272"/>
              <a:gd name="connsiteY3" fmla="*/ 583606 h 583606"/>
              <a:gd name="connsiteX4" fmla="*/ 0 w 636272"/>
              <a:gd name="connsiteY4" fmla="*/ 576232 h 583606"/>
              <a:gd name="connsiteX5" fmla="*/ 14749 w 636272"/>
              <a:gd name="connsiteY5" fmla="*/ 0 h 5836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36272" h="583606">
                <a:moveTo>
                  <a:pt x="14749" y="0"/>
                </a:moveTo>
                <a:lnTo>
                  <a:pt x="344472" y="6"/>
                </a:lnTo>
                <a:cubicBezTo>
                  <a:pt x="505629" y="6"/>
                  <a:pt x="636272" y="130649"/>
                  <a:pt x="636272" y="291806"/>
                </a:cubicBezTo>
                <a:lnTo>
                  <a:pt x="636272" y="583606"/>
                </a:lnTo>
                <a:lnTo>
                  <a:pt x="0" y="576232"/>
                </a:lnTo>
                <a:lnTo>
                  <a:pt x="14749" y="0"/>
                </a:lnTo>
                <a:close/>
              </a:path>
            </a:pathLst>
          </a:custGeom>
          <a:solidFill>
            <a:srgbClr val="1B204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latin typeface="Maven Pro"/>
              <a:ea typeface="Maven Pro"/>
              <a:cs typeface="Maven Pro"/>
              <a:sym typeface="Maven Pro"/>
            </a:endParaRPr>
          </a:p>
        </p:txBody>
      </p:sp>
      <p:sp>
        <p:nvSpPr>
          <p:cNvPr id="26" name="Google Shape;937;p37">
            <a:extLst>
              <a:ext uri="{FF2B5EF4-FFF2-40B4-BE49-F238E27FC236}">
                <a16:creationId xmlns:a16="http://schemas.microsoft.com/office/drawing/2014/main" id="{2C3F4A1A-B2B3-C07B-07D7-5D7596BDC805}"/>
              </a:ext>
            </a:extLst>
          </p:cNvPr>
          <p:cNvSpPr/>
          <p:nvPr/>
        </p:nvSpPr>
        <p:spPr>
          <a:xfrm rot="16200000" flipH="1" flipV="1">
            <a:off x="-223281" y="212082"/>
            <a:ext cx="765195" cy="318641"/>
          </a:xfrm>
          <a:custGeom>
            <a:avLst/>
            <a:gdLst>
              <a:gd name="connsiteX0" fmla="*/ 0 w 1745961"/>
              <a:gd name="connsiteY0" fmla="*/ 0 h 318637"/>
              <a:gd name="connsiteX1" fmla="*/ 1586643 w 1745961"/>
              <a:gd name="connsiteY1" fmla="*/ 0 h 318637"/>
              <a:gd name="connsiteX2" fmla="*/ 1745962 w 1745961"/>
              <a:gd name="connsiteY2" fmla="*/ 159319 h 318637"/>
              <a:gd name="connsiteX3" fmla="*/ 1745961 w 1745961"/>
              <a:gd name="connsiteY3" fmla="*/ 318637 h 318637"/>
              <a:gd name="connsiteX4" fmla="*/ 0 w 1745961"/>
              <a:gd name="connsiteY4" fmla="*/ 318637 h 318637"/>
              <a:gd name="connsiteX5" fmla="*/ 0 w 1745961"/>
              <a:gd name="connsiteY5" fmla="*/ 0 h 318637"/>
              <a:gd name="connsiteX0" fmla="*/ 980768 w 1745962"/>
              <a:gd name="connsiteY0" fmla="*/ 0 h 318637"/>
              <a:gd name="connsiteX1" fmla="*/ 1586643 w 1745962"/>
              <a:gd name="connsiteY1" fmla="*/ 0 h 318637"/>
              <a:gd name="connsiteX2" fmla="*/ 1745962 w 1745962"/>
              <a:gd name="connsiteY2" fmla="*/ 159319 h 318637"/>
              <a:gd name="connsiteX3" fmla="*/ 1745961 w 1745962"/>
              <a:gd name="connsiteY3" fmla="*/ 318637 h 318637"/>
              <a:gd name="connsiteX4" fmla="*/ 0 w 1745962"/>
              <a:gd name="connsiteY4" fmla="*/ 318637 h 318637"/>
              <a:gd name="connsiteX5" fmla="*/ 980768 w 1745962"/>
              <a:gd name="connsiteY5" fmla="*/ 0 h 318637"/>
              <a:gd name="connsiteX0" fmla="*/ 1 w 765195"/>
              <a:gd name="connsiteY0" fmla="*/ 0 h 318641"/>
              <a:gd name="connsiteX1" fmla="*/ 605876 w 765195"/>
              <a:gd name="connsiteY1" fmla="*/ 0 h 318641"/>
              <a:gd name="connsiteX2" fmla="*/ 765195 w 765195"/>
              <a:gd name="connsiteY2" fmla="*/ 159319 h 318641"/>
              <a:gd name="connsiteX3" fmla="*/ 765194 w 765195"/>
              <a:gd name="connsiteY3" fmla="*/ 318637 h 318641"/>
              <a:gd name="connsiteX4" fmla="*/ 0 w 765195"/>
              <a:gd name="connsiteY4" fmla="*/ 318641 h 318641"/>
              <a:gd name="connsiteX5" fmla="*/ 1 w 765195"/>
              <a:gd name="connsiteY5" fmla="*/ 0 h 3186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765195" h="318641">
                <a:moveTo>
                  <a:pt x="1" y="0"/>
                </a:moveTo>
                <a:lnTo>
                  <a:pt x="605876" y="0"/>
                </a:lnTo>
                <a:cubicBezTo>
                  <a:pt x="693865" y="0"/>
                  <a:pt x="765195" y="71330"/>
                  <a:pt x="765195" y="159319"/>
                </a:cubicBezTo>
                <a:cubicBezTo>
                  <a:pt x="765195" y="212425"/>
                  <a:pt x="765194" y="265531"/>
                  <a:pt x="765194" y="318637"/>
                </a:cubicBezTo>
                <a:lnTo>
                  <a:pt x="0" y="318641"/>
                </a:lnTo>
                <a:cubicBezTo>
                  <a:pt x="0" y="212427"/>
                  <a:pt x="1" y="106214"/>
                  <a:pt x="1" y="0"/>
                </a:cubicBezTo>
                <a:close/>
              </a:path>
            </a:pathLst>
          </a:custGeom>
          <a:gradFill flip="none" rotWithShape="1">
            <a:gsLst>
              <a:gs pos="63000">
                <a:srgbClr val="06D1D7"/>
              </a:gs>
              <a:gs pos="33000">
                <a:srgbClr val="23A295"/>
              </a:gs>
              <a:gs pos="0">
                <a:srgbClr val="57F6A2"/>
              </a:gs>
              <a:gs pos="100000">
                <a:srgbClr val="1B2048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latin typeface="Maven Pro"/>
              <a:ea typeface="Maven Pro"/>
              <a:cs typeface="Maven Pro"/>
              <a:sym typeface="Maven Pro"/>
            </a:endParaRPr>
          </a:p>
        </p:txBody>
      </p:sp>
      <p:grpSp>
        <p:nvGrpSpPr>
          <p:cNvPr id="28" name="Google Shape;938;p37">
            <a:extLst>
              <a:ext uri="{FF2B5EF4-FFF2-40B4-BE49-F238E27FC236}">
                <a16:creationId xmlns:a16="http://schemas.microsoft.com/office/drawing/2014/main" id="{12CB22B5-47B1-1338-82DF-CFFA48BEF567}"/>
              </a:ext>
            </a:extLst>
          </p:cNvPr>
          <p:cNvGrpSpPr/>
          <p:nvPr/>
        </p:nvGrpSpPr>
        <p:grpSpPr>
          <a:xfrm rot="16200000">
            <a:off x="720348" y="-178200"/>
            <a:ext cx="368002" cy="860760"/>
            <a:chOff x="8238071" y="2241175"/>
            <a:chExt cx="379279" cy="2095500"/>
          </a:xfrm>
          <a:gradFill>
            <a:gsLst>
              <a:gs pos="53000">
                <a:srgbClr val="23A295"/>
              </a:gs>
              <a:gs pos="0">
                <a:srgbClr val="57F6A2"/>
              </a:gs>
              <a:gs pos="100000">
                <a:srgbClr val="1B2048"/>
              </a:gs>
            </a:gsLst>
            <a:lin ang="5400000" scaled="1"/>
          </a:gradFill>
        </p:grpSpPr>
        <p:cxnSp>
          <p:nvCxnSpPr>
            <p:cNvPr id="29" name="Google Shape;945;p37">
              <a:extLst>
                <a:ext uri="{FF2B5EF4-FFF2-40B4-BE49-F238E27FC236}">
                  <a16:creationId xmlns:a16="http://schemas.microsoft.com/office/drawing/2014/main" id="{E3E7AB49-94A1-74D3-BA25-CD8725538F44}"/>
                </a:ext>
              </a:extLst>
            </p:cNvPr>
            <p:cNvCxnSpPr/>
            <p:nvPr/>
          </p:nvCxnSpPr>
          <p:spPr>
            <a:xfrm>
              <a:off x="8313927" y="2241175"/>
              <a:ext cx="0" cy="2095500"/>
            </a:xfrm>
            <a:prstGeom prst="straightConnector1">
              <a:avLst/>
            </a:prstGeom>
            <a:grpFill/>
            <a:ln w="9525" cap="flat" cmpd="sng">
              <a:solidFill>
                <a:srgbClr val="1AB0A9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0" name="Google Shape;948;p37">
              <a:extLst>
                <a:ext uri="{FF2B5EF4-FFF2-40B4-BE49-F238E27FC236}">
                  <a16:creationId xmlns:a16="http://schemas.microsoft.com/office/drawing/2014/main" id="{20F0050C-AA96-95EC-DE58-A65B435A02DF}"/>
                </a:ext>
              </a:extLst>
            </p:cNvPr>
            <p:cNvCxnSpPr/>
            <p:nvPr/>
          </p:nvCxnSpPr>
          <p:spPr>
            <a:xfrm>
              <a:off x="8238071" y="2241175"/>
              <a:ext cx="0" cy="2095500"/>
            </a:xfrm>
            <a:prstGeom prst="straightConnector1">
              <a:avLst/>
            </a:prstGeom>
            <a:grpFill/>
            <a:ln w="9525" cap="flat" cmpd="sng">
              <a:solidFill>
                <a:srgbClr val="1AB0A9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1" name="Google Shape;949;p37">
              <a:extLst>
                <a:ext uri="{FF2B5EF4-FFF2-40B4-BE49-F238E27FC236}">
                  <a16:creationId xmlns:a16="http://schemas.microsoft.com/office/drawing/2014/main" id="{3E00FAB1-9E50-4E2B-F221-8FCF986A4645}"/>
                </a:ext>
              </a:extLst>
            </p:cNvPr>
            <p:cNvCxnSpPr/>
            <p:nvPr/>
          </p:nvCxnSpPr>
          <p:spPr>
            <a:xfrm>
              <a:off x="8389783" y="2241175"/>
              <a:ext cx="0" cy="2095500"/>
            </a:xfrm>
            <a:prstGeom prst="straightConnector1">
              <a:avLst/>
            </a:prstGeom>
            <a:grpFill/>
            <a:ln w="9525" cap="flat" cmpd="sng">
              <a:solidFill>
                <a:srgbClr val="1AB0A9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2" name="Google Shape;950;p37">
              <a:extLst>
                <a:ext uri="{FF2B5EF4-FFF2-40B4-BE49-F238E27FC236}">
                  <a16:creationId xmlns:a16="http://schemas.microsoft.com/office/drawing/2014/main" id="{893F6326-428B-2525-F66A-7DE3001A8615}"/>
                </a:ext>
              </a:extLst>
            </p:cNvPr>
            <p:cNvCxnSpPr/>
            <p:nvPr/>
          </p:nvCxnSpPr>
          <p:spPr>
            <a:xfrm>
              <a:off x="8465638" y="2241175"/>
              <a:ext cx="0" cy="2095500"/>
            </a:xfrm>
            <a:prstGeom prst="straightConnector1">
              <a:avLst/>
            </a:prstGeom>
            <a:grpFill/>
            <a:ln w="9525" cap="flat" cmpd="sng">
              <a:solidFill>
                <a:srgbClr val="1AB0A9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3" name="Google Shape;951;p37">
              <a:extLst>
                <a:ext uri="{FF2B5EF4-FFF2-40B4-BE49-F238E27FC236}">
                  <a16:creationId xmlns:a16="http://schemas.microsoft.com/office/drawing/2014/main" id="{1F9C84B0-F357-8199-87CC-B267D17C3946}"/>
                </a:ext>
              </a:extLst>
            </p:cNvPr>
            <p:cNvCxnSpPr/>
            <p:nvPr/>
          </p:nvCxnSpPr>
          <p:spPr>
            <a:xfrm>
              <a:off x="8541494" y="2241175"/>
              <a:ext cx="0" cy="2095500"/>
            </a:xfrm>
            <a:prstGeom prst="straightConnector1">
              <a:avLst/>
            </a:prstGeom>
            <a:grpFill/>
            <a:ln w="9525" cap="flat" cmpd="sng">
              <a:solidFill>
                <a:srgbClr val="1AB0A9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4" name="Google Shape;952;p37">
              <a:extLst>
                <a:ext uri="{FF2B5EF4-FFF2-40B4-BE49-F238E27FC236}">
                  <a16:creationId xmlns:a16="http://schemas.microsoft.com/office/drawing/2014/main" id="{53D84469-9D3E-1CF4-FCB5-1D95C9230454}"/>
                </a:ext>
              </a:extLst>
            </p:cNvPr>
            <p:cNvCxnSpPr/>
            <p:nvPr/>
          </p:nvCxnSpPr>
          <p:spPr>
            <a:xfrm>
              <a:off x="8617350" y="2241175"/>
              <a:ext cx="0" cy="2095500"/>
            </a:xfrm>
            <a:prstGeom prst="straightConnector1">
              <a:avLst/>
            </a:prstGeom>
            <a:grpFill/>
            <a:ln w="9525" cap="flat" cmpd="sng">
              <a:solidFill>
                <a:srgbClr val="1AB0A9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35" name="Título 1">
            <a:extLst>
              <a:ext uri="{FF2B5EF4-FFF2-40B4-BE49-F238E27FC236}">
                <a16:creationId xmlns:a16="http://schemas.microsoft.com/office/drawing/2014/main" id="{C939AD2D-39B9-15F5-0B7A-51591E17B061}"/>
              </a:ext>
            </a:extLst>
          </p:cNvPr>
          <p:cNvSpPr txBox="1">
            <a:spLocks/>
          </p:cNvSpPr>
          <p:nvPr/>
        </p:nvSpPr>
        <p:spPr>
          <a:xfrm>
            <a:off x="737108" y="504150"/>
            <a:ext cx="8467638" cy="4554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Montserrat"/>
              <a:buNone/>
              <a:defRPr sz="52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Montserrat"/>
              <a:buNone/>
              <a:defRPr sz="52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Montserrat"/>
              <a:buNone/>
              <a:defRPr sz="52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Montserrat"/>
              <a:buNone/>
              <a:defRPr sz="52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Montserrat"/>
              <a:buNone/>
              <a:defRPr sz="52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Montserrat"/>
              <a:buNone/>
              <a:defRPr sz="52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Montserrat"/>
              <a:buNone/>
              <a:defRPr sz="52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Montserrat"/>
              <a:buNone/>
              <a:defRPr sz="52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Montserrat"/>
              <a:buNone/>
              <a:defRPr sz="52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algn="l"/>
            <a:r>
              <a:rPr lang="pt-BR" sz="2000" dirty="0">
                <a:latin typeface="+mj-lt"/>
                <a:cs typeface="Arial" panose="020B0604020202020204" pitchFamily="34" charset="0"/>
              </a:rPr>
              <a:t>Clusters canônicos: volume, persistência e evidências textuais</a:t>
            </a:r>
          </a:p>
        </p:txBody>
      </p:sp>
      <p:cxnSp>
        <p:nvCxnSpPr>
          <p:cNvPr id="40" name="Conector reto 39">
            <a:extLst>
              <a:ext uri="{FF2B5EF4-FFF2-40B4-BE49-F238E27FC236}">
                <a16:creationId xmlns:a16="http://schemas.microsoft.com/office/drawing/2014/main" id="{E5DA0CCB-52B8-6926-6003-771A54E74376}"/>
              </a:ext>
            </a:extLst>
          </p:cNvPr>
          <p:cNvCxnSpPr>
            <a:cxnSpLocks/>
          </p:cNvCxnSpPr>
          <p:nvPr/>
        </p:nvCxnSpPr>
        <p:spPr>
          <a:xfrm>
            <a:off x="-5" y="1114607"/>
            <a:ext cx="2796961" cy="0"/>
          </a:xfrm>
          <a:prstGeom prst="line">
            <a:avLst/>
          </a:prstGeom>
          <a:ln>
            <a:solidFill>
              <a:srgbClr val="00445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Google Shape;937;p37">
            <a:extLst>
              <a:ext uri="{FF2B5EF4-FFF2-40B4-BE49-F238E27FC236}">
                <a16:creationId xmlns:a16="http://schemas.microsoft.com/office/drawing/2014/main" id="{7A7E0C01-09BF-3F14-45D5-E22007273E6F}"/>
              </a:ext>
            </a:extLst>
          </p:cNvPr>
          <p:cNvSpPr/>
          <p:nvPr/>
        </p:nvSpPr>
        <p:spPr>
          <a:xfrm flipH="1" flipV="1">
            <a:off x="8773117" y="52"/>
            <a:ext cx="369846" cy="249032"/>
          </a:xfrm>
          <a:custGeom>
            <a:avLst/>
            <a:gdLst>
              <a:gd name="connsiteX0" fmla="*/ 0 w 1414234"/>
              <a:gd name="connsiteY0" fmla="*/ 0 h 258097"/>
              <a:gd name="connsiteX1" fmla="*/ 1285186 w 1414234"/>
              <a:gd name="connsiteY1" fmla="*/ 0 h 258097"/>
              <a:gd name="connsiteX2" fmla="*/ 1414235 w 1414234"/>
              <a:gd name="connsiteY2" fmla="*/ 129049 h 258097"/>
              <a:gd name="connsiteX3" fmla="*/ 1414234 w 1414234"/>
              <a:gd name="connsiteY3" fmla="*/ 258097 h 258097"/>
              <a:gd name="connsiteX4" fmla="*/ 0 w 1414234"/>
              <a:gd name="connsiteY4" fmla="*/ 258097 h 258097"/>
              <a:gd name="connsiteX5" fmla="*/ 0 w 1414234"/>
              <a:gd name="connsiteY5" fmla="*/ 0 h 258097"/>
              <a:gd name="connsiteX0" fmla="*/ 0 w 1414235"/>
              <a:gd name="connsiteY0" fmla="*/ 0 h 258097"/>
              <a:gd name="connsiteX1" fmla="*/ 1285186 w 1414235"/>
              <a:gd name="connsiteY1" fmla="*/ 0 h 258097"/>
              <a:gd name="connsiteX2" fmla="*/ 1414235 w 1414235"/>
              <a:gd name="connsiteY2" fmla="*/ 129049 h 258097"/>
              <a:gd name="connsiteX3" fmla="*/ 1414234 w 1414235"/>
              <a:gd name="connsiteY3" fmla="*/ 258097 h 258097"/>
              <a:gd name="connsiteX4" fmla="*/ 243348 w 1414235"/>
              <a:gd name="connsiteY4" fmla="*/ 258097 h 258097"/>
              <a:gd name="connsiteX5" fmla="*/ 0 w 1414235"/>
              <a:gd name="connsiteY5" fmla="*/ 0 h 258097"/>
              <a:gd name="connsiteX0" fmla="*/ 0 w 1178260"/>
              <a:gd name="connsiteY0" fmla="*/ 7374 h 258097"/>
              <a:gd name="connsiteX1" fmla="*/ 1049211 w 1178260"/>
              <a:gd name="connsiteY1" fmla="*/ 0 h 258097"/>
              <a:gd name="connsiteX2" fmla="*/ 1178260 w 1178260"/>
              <a:gd name="connsiteY2" fmla="*/ 129049 h 258097"/>
              <a:gd name="connsiteX3" fmla="*/ 1178259 w 1178260"/>
              <a:gd name="connsiteY3" fmla="*/ 258097 h 258097"/>
              <a:gd name="connsiteX4" fmla="*/ 7373 w 1178260"/>
              <a:gd name="connsiteY4" fmla="*/ 258097 h 258097"/>
              <a:gd name="connsiteX5" fmla="*/ 0 w 1178260"/>
              <a:gd name="connsiteY5" fmla="*/ 7374 h 258097"/>
              <a:gd name="connsiteX0" fmla="*/ 0 w 1178260"/>
              <a:gd name="connsiteY0" fmla="*/ 7374 h 265471"/>
              <a:gd name="connsiteX1" fmla="*/ 1049211 w 1178260"/>
              <a:gd name="connsiteY1" fmla="*/ 0 h 265471"/>
              <a:gd name="connsiteX2" fmla="*/ 1178260 w 1178260"/>
              <a:gd name="connsiteY2" fmla="*/ 129049 h 265471"/>
              <a:gd name="connsiteX3" fmla="*/ 1178259 w 1178260"/>
              <a:gd name="connsiteY3" fmla="*/ 258097 h 265471"/>
              <a:gd name="connsiteX4" fmla="*/ 619431 w 1178260"/>
              <a:gd name="connsiteY4" fmla="*/ 265471 h 265471"/>
              <a:gd name="connsiteX5" fmla="*/ 0 w 1178260"/>
              <a:gd name="connsiteY5" fmla="*/ 7374 h 265471"/>
              <a:gd name="connsiteX0" fmla="*/ 0 w 566202"/>
              <a:gd name="connsiteY0" fmla="*/ 0 h 280219"/>
              <a:gd name="connsiteX1" fmla="*/ 437153 w 566202"/>
              <a:gd name="connsiteY1" fmla="*/ 14748 h 280219"/>
              <a:gd name="connsiteX2" fmla="*/ 566202 w 566202"/>
              <a:gd name="connsiteY2" fmla="*/ 143797 h 280219"/>
              <a:gd name="connsiteX3" fmla="*/ 566201 w 566202"/>
              <a:gd name="connsiteY3" fmla="*/ 272845 h 280219"/>
              <a:gd name="connsiteX4" fmla="*/ 7373 w 566202"/>
              <a:gd name="connsiteY4" fmla="*/ 280219 h 280219"/>
              <a:gd name="connsiteX5" fmla="*/ 0 w 566202"/>
              <a:gd name="connsiteY5" fmla="*/ 0 h 280219"/>
              <a:gd name="connsiteX0" fmla="*/ 0 w 566202"/>
              <a:gd name="connsiteY0" fmla="*/ 0 h 280219"/>
              <a:gd name="connsiteX1" fmla="*/ 437153 w 566202"/>
              <a:gd name="connsiteY1" fmla="*/ 14748 h 280219"/>
              <a:gd name="connsiteX2" fmla="*/ 566202 w 566202"/>
              <a:gd name="connsiteY2" fmla="*/ 143797 h 280219"/>
              <a:gd name="connsiteX3" fmla="*/ 566201 w 566202"/>
              <a:gd name="connsiteY3" fmla="*/ 272845 h 280219"/>
              <a:gd name="connsiteX4" fmla="*/ 58992 w 566202"/>
              <a:gd name="connsiteY4" fmla="*/ 280219 h 280219"/>
              <a:gd name="connsiteX5" fmla="*/ 0 w 566202"/>
              <a:gd name="connsiteY5" fmla="*/ 0 h 280219"/>
              <a:gd name="connsiteX0" fmla="*/ 0 w 566202"/>
              <a:gd name="connsiteY0" fmla="*/ 0 h 272845"/>
              <a:gd name="connsiteX1" fmla="*/ 437153 w 566202"/>
              <a:gd name="connsiteY1" fmla="*/ 14748 h 272845"/>
              <a:gd name="connsiteX2" fmla="*/ 566202 w 566202"/>
              <a:gd name="connsiteY2" fmla="*/ 143797 h 272845"/>
              <a:gd name="connsiteX3" fmla="*/ 566201 w 566202"/>
              <a:gd name="connsiteY3" fmla="*/ 272845 h 272845"/>
              <a:gd name="connsiteX4" fmla="*/ 209118 w 566202"/>
              <a:gd name="connsiteY4" fmla="*/ 262022 h 272845"/>
              <a:gd name="connsiteX5" fmla="*/ 0 w 566202"/>
              <a:gd name="connsiteY5" fmla="*/ 0 h 272845"/>
              <a:gd name="connsiteX0" fmla="*/ 0 w 366035"/>
              <a:gd name="connsiteY0" fmla="*/ 0 h 272845"/>
              <a:gd name="connsiteX1" fmla="*/ 236986 w 366035"/>
              <a:gd name="connsiteY1" fmla="*/ 14748 h 272845"/>
              <a:gd name="connsiteX2" fmla="*/ 366035 w 366035"/>
              <a:gd name="connsiteY2" fmla="*/ 143797 h 272845"/>
              <a:gd name="connsiteX3" fmla="*/ 366034 w 366035"/>
              <a:gd name="connsiteY3" fmla="*/ 272845 h 272845"/>
              <a:gd name="connsiteX4" fmla="*/ 8951 w 366035"/>
              <a:gd name="connsiteY4" fmla="*/ 262022 h 272845"/>
              <a:gd name="connsiteX5" fmla="*/ 0 w 366035"/>
              <a:gd name="connsiteY5" fmla="*/ 0 h 272845"/>
              <a:gd name="connsiteX0" fmla="*/ 0 w 366035"/>
              <a:gd name="connsiteY0" fmla="*/ 0 h 272845"/>
              <a:gd name="connsiteX1" fmla="*/ 236986 w 366035"/>
              <a:gd name="connsiteY1" fmla="*/ 14748 h 272845"/>
              <a:gd name="connsiteX2" fmla="*/ 366035 w 366035"/>
              <a:gd name="connsiteY2" fmla="*/ 143797 h 272845"/>
              <a:gd name="connsiteX3" fmla="*/ 366034 w 366035"/>
              <a:gd name="connsiteY3" fmla="*/ 272845 h 272845"/>
              <a:gd name="connsiteX4" fmla="*/ 99438 w 366035"/>
              <a:gd name="connsiteY4" fmla="*/ 247734 h 272845"/>
              <a:gd name="connsiteX5" fmla="*/ 0 w 366035"/>
              <a:gd name="connsiteY5" fmla="*/ 0 h 272845"/>
              <a:gd name="connsiteX0" fmla="*/ 0 w 366035"/>
              <a:gd name="connsiteY0" fmla="*/ 0 h 272845"/>
              <a:gd name="connsiteX1" fmla="*/ 236986 w 366035"/>
              <a:gd name="connsiteY1" fmla="*/ 14748 h 272845"/>
              <a:gd name="connsiteX2" fmla="*/ 366035 w 366035"/>
              <a:gd name="connsiteY2" fmla="*/ 143797 h 272845"/>
              <a:gd name="connsiteX3" fmla="*/ 366034 w 366035"/>
              <a:gd name="connsiteY3" fmla="*/ 272845 h 272845"/>
              <a:gd name="connsiteX4" fmla="*/ 25619 w 366035"/>
              <a:gd name="connsiteY4" fmla="*/ 259641 h 272845"/>
              <a:gd name="connsiteX5" fmla="*/ 0 w 366035"/>
              <a:gd name="connsiteY5" fmla="*/ 0 h 272845"/>
              <a:gd name="connsiteX0" fmla="*/ 5337 w 340416"/>
              <a:gd name="connsiteY0" fmla="*/ 0 h 268083"/>
              <a:gd name="connsiteX1" fmla="*/ 211367 w 340416"/>
              <a:gd name="connsiteY1" fmla="*/ 9986 h 268083"/>
              <a:gd name="connsiteX2" fmla="*/ 340416 w 340416"/>
              <a:gd name="connsiteY2" fmla="*/ 139035 h 268083"/>
              <a:gd name="connsiteX3" fmla="*/ 340415 w 340416"/>
              <a:gd name="connsiteY3" fmla="*/ 268083 h 268083"/>
              <a:gd name="connsiteX4" fmla="*/ 0 w 340416"/>
              <a:gd name="connsiteY4" fmla="*/ 254879 h 268083"/>
              <a:gd name="connsiteX5" fmla="*/ 5337 w 340416"/>
              <a:gd name="connsiteY5" fmla="*/ 0 h 268083"/>
              <a:gd name="connsiteX0" fmla="*/ 5337 w 353901"/>
              <a:gd name="connsiteY0" fmla="*/ 0 h 254879"/>
              <a:gd name="connsiteX1" fmla="*/ 211367 w 353901"/>
              <a:gd name="connsiteY1" fmla="*/ 9986 h 254879"/>
              <a:gd name="connsiteX2" fmla="*/ 340416 w 353901"/>
              <a:gd name="connsiteY2" fmla="*/ 139035 h 254879"/>
              <a:gd name="connsiteX3" fmla="*/ 349940 w 353901"/>
              <a:gd name="connsiteY3" fmla="*/ 253795 h 254879"/>
              <a:gd name="connsiteX4" fmla="*/ 0 w 353901"/>
              <a:gd name="connsiteY4" fmla="*/ 254879 h 254879"/>
              <a:gd name="connsiteX5" fmla="*/ 5337 w 353901"/>
              <a:gd name="connsiteY5" fmla="*/ 0 h 254879"/>
              <a:gd name="connsiteX0" fmla="*/ 7718 w 356282"/>
              <a:gd name="connsiteY0" fmla="*/ 0 h 253795"/>
              <a:gd name="connsiteX1" fmla="*/ 213748 w 356282"/>
              <a:gd name="connsiteY1" fmla="*/ 9986 h 253795"/>
              <a:gd name="connsiteX2" fmla="*/ 342797 w 356282"/>
              <a:gd name="connsiteY2" fmla="*/ 139035 h 253795"/>
              <a:gd name="connsiteX3" fmla="*/ 352321 w 356282"/>
              <a:gd name="connsiteY3" fmla="*/ 253795 h 253795"/>
              <a:gd name="connsiteX4" fmla="*/ 0 w 356282"/>
              <a:gd name="connsiteY4" fmla="*/ 226304 h 253795"/>
              <a:gd name="connsiteX5" fmla="*/ 7718 w 356282"/>
              <a:gd name="connsiteY5" fmla="*/ 0 h 253795"/>
              <a:gd name="connsiteX0" fmla="*/ 574 w 349138"/>
              <a:gd name="connsiteY0" fmla="*/ 0 h 257260"/>
              <a:gd name="connsiteX1" fmla="*/ 206604 w 349138"/>
              <a:gd name="connsiteY1" fmla="*/ 9986 h 257260"/>
              <a:gd name="connsiteX2" fmla="*/ 335653 w 349138"/>
              <a:gd name="connsiteY2" fmla="*/ 139035 h 257260"/>
              <a:gd name="connsiteX3" fmla="*/ 345177 w 349138"/>
              <a:gd name="connsiteY3" fmla="*/ 253795 h 257260"/>
              <a:gd name="connsiteX4" fmla="*/ 0 w 349138"/>
              <a:gd name="connsiteY4" fmla="*/ 257260 h 257260"/>
              <a:gd name="connsiteX5" fmla="*/ 574 w 349138"/>
              <a:gd name="connsiteY5" fmla="*/ 0 h 257260"/>
              <a:gd name="connsiteX0" fmla="*/ 574 w 359486"/>
              <a:gd name="connsiteY0" fmla="*/ 0 h 257260"/>
              <a:gd name="connsiteX1" fmla="*/ 206604 w 359486"/>
              <a:gd name="connsiteY1" fmla="*/ 9986 h 257260"/>
              <a:gd name="connsiteX2" fmla="*/ 335653 w 359486"/>
              <a:gd name="connsiteY2" fmla="*/ 139035 h 257260"/>
              <a:gd name="connsiteX3" fmla="*/ 359464 w 359486"/>
              <a:gd name="connsiteY3" fmla="*/ 253795 h 257260"/>
              <a:gd name="connsiteX4" fmla="*/ 0 w 359486"/>
              <a:gd name="connsiteY4" fmla="*/ 257260 h 257260"/>
              <a:gd name="connsiteX5" fmla="*/ 574 w 359486"/>
              <a:gd name="connsiteY5" fmla="*/ 0 h 257260"/>
              <a:gd name="connsiteX0" fmla="*/ 574 w 359486"/>
              <a:gd name="connsiteY0" fmla="*/ 0 h 257260"/>
              <a:gd name="connsiteX1" fmla="*/ 206604 w 359486"/>
              <a:gd name="connsiteY1" fmla="*/ 9986 h 257260"/>
              <a:gd name="connsiteX2" fmla="*/ 335653 w 359486"/>
              <a:gd name="connsiteY2" fmla="*/ 110460 h 257260"/>
              <a:gd name="connsiteX3" fmla="*/ 359464 w 359486"/>
              <a:gd name="connsiteY3" fmla="*/ 253795 h 257260"/>
              <a:gd name="connsiteX4" fmla="*/ 0 w 359486"/>
              <a:gd name="connsiteY4" fmla="*/ 257260 h 257260"/>
              <a:gd name="connsiteX5" fmla="*/ 574 w 359486"/>
              <a:gd name="connsiteY5" fmla="*/ 0 h 257260"/>
              <a:gd name="connsiteX0" fmla="*/ 574 w 365269"/>
              <a:gd name="connsiteY0" fmla="*/ 0 h 257260"/>
              <a:gd name="connsiteX1" fmla="*/ 206604 w 365269"/>
              <a:gd name="connsiteY1" fmla="*/ 9986 h 257260"/>
              <a:gd name="connsiteX2" fmla="*/ 359464 w 365269"/>
              <a:gd name="connsiteY2" fmla="*/ 253795 h 257260"/>
              <a:gd name="connsiteX3" fmla="*/ 0 w 365269"/>
              <a:gd name="connsiteY3" fmla="*/ 257260 h 257260"/>
              <a:gd name="connsiteX4" fmla="*/ 574 w 365269"/>
              <a:gd name="connsiteY4" fmla="*/ 0 h 257260"/>
              <a:gd name="connsiteX0" fmla="*/ 574 w 369846"/>
              <a:gd name="connsiteY0" fmla="*/ 0 h 257260"/>
              <a:gd name="connsiteX1" fmla="*/ 206604 w 369846"/>
              <a:gd name="connsiteY1" fmla="*/ 9986 h 257260"/>
              <a:gd name="connsiteX2" fmla="*/ 359464 w 369846"/>
              <a:gd name="connsiteY2" fmla="*/ 253795 h 257260"/>
              <a:gd name="connsiteX3" fmla="*/ 0 w 369846"/>
              <a:gd name="connsiteY3" fmla="*/ 257260 h 257260"/>
              <a:gd name="connsiteX4" fmla="*/ 574 w 369846"/>
              <a:gd name="connsiteY4" fmla="*/ 0 h 257260"/>
              <a:gd name="connsiteX0" fmla="*/ 574 w 369846"/>
              <a:gd name="connsiteY0" fmla="*/ 0 h 252497"/>
              <a:gd name="connsiteX1" fmla="*/ 206604 w 369846"/>
              <a:gd name="connsiteY1" fmla="*/ 5223 h 252497"/>
              <a:gd name="connsiteX2" fmla="*/ 359464 w 369846"/>
              <a:gd name="connsiteY2" fmla="*/ 249032 h 252497"/>
              <a:gd name="connsiteX3" fmla="*/ 0 w 369846"/>
              <a:gd name="connsiteY3" fmla="*/ 252497 h 252497"/>
              <a:gd name="connsiteX4" fmla="*/ 574 w 369846"/>
              <a:gd name="connsiteY4" fmla="*/ 0 h 252497"/>
              <a:gd name="connsiteX0" fmla="*/ 574 w 369846"/>
              <a:gd name="connsiteY0" fmla="*/ 0 h 249032"/>
              <a:gd name="connsiteX1" fmla="*/ 206604 w 369846"/>
              <a:gd name="connsiteY1" fmla="*/ 5223 h 249032"/>
              <a:gd name="connsiteX2" fmla="*/ 359464 w 369846"/>
              <a:gd name="connsiteY2" fmla="*/ 249032 h 249032"/>
              <a:gd name="connsiteX3" fmla="*/ 0 w 369846"/>
              <a:gd name="connsiteY3" fmla="*/ 245353 h 249032"/>
              <a:gd name="connsiteX4" fmla="*/ 574 w 369846"/>
              <a:gd name="connsiteY4" fmla="*/ 0 h 2490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69846" h="249032">
                <a:moveTo>
                  <a:pt x="574" y="0"/>
                </a:moveTo>
                <a:lnTo>
                  <a:pt x="206604" y="5223"/>
                </a:lnTo>
                <a:cubicBezTo>
                  <a:pt x="342619" y="42759"/>
                  <a:pt x="393898" y="207820"/>
                  <a:pt x="359464" y="249032"/>
                </a:cubicBezTo>
                <a:lnTo>
                  <a:pt x="0" y="245353"/>
                </a:lnTo>
                <a:cubicBezTo>
                  <a:pt x="191" y="159600"/>
                  <a:pt x="383" y="85753"/>
                  <a:pt x="574" y="0"/>
                </a:cubicBezTo>
                <a:close/>
              </a:path>
            </a:pathLst>
          </a:custGeom>
          <a:gradFill flip="none" rotWithShape="1">
            <a:gsLst>
              <a:gs pos="63000">
                <a:srgbClr val="06D1D7"/>
              </a:gs>
              <a:gs pos="33000">
                <a:srgbClr val="23A295"/>
              </a:gs>
              <a:gs pos="0">
                <a:srgbClr val="57F6A2"/>
              </a:gs>
              <a:gs pos="100000">
                <a:srgbClr val="1B2048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latin typeface="Maven Pro"/>
              <a:ea typeface="Maven Pro"/>
              <a:cs typeface="Maven Pro"/>
              <a:sym typeface="Maven Pro"/>
            </a:endParaRPr>
          </a:p>
        </p:txBody>
      </p:sp>
      <p:graphicFrame>
        <p:nvGraphicFramePr>
          <p:cNvPr id="37" name="Tabela 36">
            <a:extLst>
              <a:ext uri="{FF2B5EF4-FFF2-40B4-BE49-F238E27FC236}">
                <a16:creationId xmlns:a16="http://schemas.microsoft.com/office/drawing/2014/main" id="{F735EECF-D690-31F2-CA83-7A5C8017695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20891495"/>
              </p:ext>
            </p:extLst>
          </p:nvPr>
        </p:nvGraphicFramePr>
        <p:xfrm>
          <a:off x="922564" y="1370016"/>
          <a:ext cx="7510237" cy="1702672"/>
        </p:xfrm>
        <a:graphic>
          <a:graphicData uri="http://schemas.openxmlformats.org/drawingml/2006/table">
            <a:tbl>
              <a:tblPr/>
              <a:tblGrid>
                <a:gridCol w="2233809">
                  <a:extLst>
                    <a:ext uri="{9D8B030D-6E8A-4147-A177-3AD203B41FA5}">
                      <a16:colId xmlns:a16="http://schemas.microsoft.com/office/drawing/2014/main" val="2452451451"/>
                    </a:ext>
                  </a:extLst>
                </a:gridCol>
                <a:gridCol w="704427">
                  <a:extLst>
                    <a:ext uri="{9D8B030D-6E8A-4147-A177-3AD203B41FA5}">
                      <a16:colId xmlns:a16="http://schemas.microsoft.com/office/drawing/2014/main" val="3985951120"/>
                    </a:ext>
                  </a:extLst>
                </a:gridCol>
                <a:gridCol w="968587">
                  <a:extLst>
                    <a:ext uri="{9D8B030D-6E8A-4147-A177-3AD203B41FA5}">
                      <a16:colId xmlns:a16="http://schemas.microsoft.com/office/drawing/2014/main" val="3415857052"/>
                    </a:ext>
                  </a:extLst>
                </a:gridCol>
                <a:gridCol w="3603414">
                  <a:extLst>
                    <a:ext uri="{9D8B030D-6E8A-4147-A177-3AD203B41FA5}">
                      <a16:colId xmlns:a16="http://schemas.microsoft.com/office/drawing/2014/main" val="4185383523"/>
                    </a:ext>
                  </a:extLst>
                </a:gridCol>
              </a:tblGrid>
              <a:tr h="1897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PT" sz="1000"/>
                        <a:t>Categoria</a:t>
                      </a:r>
                    </a:p>
                  </a:txBody>
                  <a:tcPr marL="66578" marR="66578" marT="33289" marB="3328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pt-PT" sz="1000"/>
                        <a:t>Notícias</a:t>
                      </a:r>
                    </a:p>
                  </a:txBody>
                  <a:tcPr marL="66578" marR="66578" marT="33289" marB="3328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pt-PT" sz="1000"/>
                        <a:t>Anos ativos</a:t>
                      </a:r>
                    </a:p>
                  </a:txBody>
                  <a:tcPr marL="66578" marR="66578" marT="33289" marB="3328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PT" sz="1000"/>
                        <a:t>Evidências textuais</a:t>
                      </a:r>
                    </a:p>
                  </a:txBody>
                  <a:tcPr marL="66578" marR="66578" marT="33289" marB="3328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04064587"/>
                  </a:ext>
                </a:extLst>
              </a:tr>
              <a:tr h="32172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PT" sz="1000"/>
                        <a:t>Crimes contra crianças</a:t>
                      </a:r>
                    </a:p>
                  </a:txBody>
                  <a:tcPr marL="66578" marR="66578" marT="33289" marB="3328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pt-PT" sz="1000"/>
                        <a:t>1.289</a:t>
                      </a:r>
                    </a:p>
                  </a:txBody>
                  <a:tcPr marL="66578" marR="66578" marT="33289" marB="3328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pt-PT" sz="1000"/>
                        <a:t>8</a:t>
                      </a:r>
                    </a:p>
                  </a:txBody>
                  <a:tcPr marL="66578" marR="66578" marT="33289" marB="3328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000"/>
                        <a:t>pornografia infantil; abuso sexual; exploração sexual</a:t>
                      </a:r>
                    </a:p>
                  </a:txBody>
                  <a:tcPr marL="66578" marR="66578" marT="33289" marB="3328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74356534"/>
                  </a:ext>
                </a:extLst>
              </a:tr>
              <a:tr h="23574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PT" sz="1000"/>
                        <a:t>Tráfico de drogas</a:t>
                      </a:r>
                    </a:p>
                  </a:txBody>
                  <a:tcPr marL="66578" marR="66578" marT="33289" marB="3328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pt-PT" sz="1000"/>
                        <a:t>1.235</a:t>
                      </a:r>
                    </a:p>
                  </a:txBody>
                  <a:tcPr marL="66578" marR="66578" marT="33289" marB="3328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pt-PT" sz="1000"/>
                        <a:t>9</a:t>
                      </a:r>
                    </a:p>
                  </a:txBody>
                  <a:tcPr marL="66578" marR="66578" marT="33289" marB="3328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PT" sz="1000"/>
                        <a:t>cocaína; maconha; entorpecentes; fronteira</a:t>
                      </a:r>
                    </a:p>
                  </a:txBody>
                  <a:tcPr marL="66578" marR="66578" marT="33289" marB="3328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57118246"/>
                  </a:ext>
                </a:extLst>
              </a:tr>
              <a:tr h="23574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PT" sz="1000"/>
                        <a:t>Corrupção/desvio</a:t>
                      </a:r>
                    </a:p>
                  </a:txBody>
                  <a:tcPr marL="66578" marR="66578" marT="33289" marB="3328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pt-PT" sz="1000"/>
                        <a:t>1.154</a:t>
                      </a:r>
                    </a:p>
                  </a:txBody>
                  <a:tcPr marL="66578" marR="66578" marT="33289" marB="3328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pt-PT" sz="1000"/>
                        <a:t>9</a:t>
                      </a:r>
                    </a:p>
                  </a:txBody>
                  <a:tcPr marL="66578" marR="66578" marT="33289" marB="3328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000"/>
                        <a:t>licitação; vantagem indevida; verbas públicas</a:t>
                      </a:r>
                    </a:p>
                  </a:txBody>
                  <a:tcPr marL="66578" marR="66578" marT="33289" marB="3328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42907471"/>
                  </a:ext>
                </a:extLst>
              </a:tr>
              <a:tr h="23574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PT" sz="1000" dirty="0"/>
                        <a:t>Crimes ambientais</a:t>
                      </a:r>
                    </a:p>
                  </a:txBody>
                  <a:tcPr marL="66578" marR="66578" marT="33289" marB="3328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pt-PT" sz="1000"/>
                        <a:t>682</a:t>
                      </a:r>
                    </a:p>
                  </a:txBody>
                  <a:tcPr marL="66578" marR="66578" marT="33289" marB="3328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pt-PT" sz="1000"/>
                        <a:t>8</a:t>
                      </a:r>
                    </a:p>
                  </a:txBody>
                  <a:tcPr marL="66578" marR="66578" marT="33289" marB="3328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000"/>
                        <a:t>garimpo ilegal; desmatamento; madeira ilegal</a:t>
                      </a:r>
                    </a:p>
                  </a:txBody>
                  <a:tcPr marL="66578" marR="66578" marT="33289" marB="3328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4320095"/>
                  </a:ext>
                </a:extLst>
              </a:tr>
              <a:tr h="23574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PT" sz="1000"/>
                        <a:t>Falsificações</a:t>
                      </a:r>
                    </a:p>
                  </a:txBody>
                  <a:tcPr marL="66578" marR="66578" marT="33289" marB="3328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pt-PT" sz="1000"/>
                        <a:t>523</a:t>
                      </a:r>
                    </a:p>
                  </a:txBody>
                  <a:tcPr marL="66578" marR="66578" marT="33289" marB="3328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pt-PT" sz="1000"/>
                        <a:t>8</a:t>
                      </a:r>
                    </a:p>
                  </a:txBody>
                  <a:tcPr marL="66578" marR="66578" marT="33289" marB="3328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000"/>
                        <a:t>documento falso; moeda falsa; identidade falsa</a:t>
                      </a:r>
                    </a:p>
                  </a:txBody>
                  <a:tcPr marL="66578" marR="66578" marT="33289" marB="3328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12047455"/>
                  </a:ext>
                </a:extLst>
              </a:tr>
              <a:tr h="1897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PT" sz="1000"/>
                        <a:t>Contrabando/descaminho</a:t>
                      </a:r>
                    </a:p>
                  </a:txBody>
                  <a:tcPr marL="66578" marR="66578" marT="33289" marB="3328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pt-PT" sz="1000"/>
                        <a:t>517</a:t>
                      </a:r>
                    </a:p>
                  </a:txBody>
                  <a:tcPr marL="66578" marR="66578" marT="33289" marB="3328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pt-PT" sz="1000"/>
                        <a:t>8</a:t>
                      </a:r>
                    </a:p>
                  </a:txBody>
                  <a:tcPr marL="66578" marR="66578" marT="33289" marB="3328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PT" sz="1000" dirty="0"/>
                        <a:t>cigarros; mercadoria estrangeira; fronteira</a:t>
                      </a:r>
                    </a:p>
                  </a:txBody>
                  <a:tcPr marL="66578" marR="66578" marT="33289" marB="3328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94045805"/>
                  </a:ext>
                </a:extLst>
              </a:tr>
            </a:tbl>
          </a:graphicData>
        </a:graphic>
      </p:graphicFrame>
      <p:sp>
        <p:nvSpPr>
          <p:cNvPr id="41" name="CaixaDeTexto 40">
            <a:extLst>
              <a:ext uri="{FF2B5EF4-FFF2-40B4-BE49-F238E27FC236}">
                <a16:creationId xmlns:a16="http://schemas.microsoft.com/office/drawing/2014/main" id="{01E4470C-9FAA-2CAD-B61C-A58002C8A2D5}"/>
              </a:ext>
            </a:extLst>
          </p:cNvPr>
          <p:cNvSpPr txBox="1"/>
          <p:nvPr/>
        </p:nvSpPr>
        <p:spPr>
          <a:xfrm>
            <a:off x="831829" y="3245375"/>
            <a:ext cx="7757786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1200" dirty="0"/>
              <a:t>A execução consolidada gerou </a:t>
            </a:r>
            <a:r>
              <a:rPr lang="pt-BR" sz="1200" b="1" dirty="0"/>
              <a:t>38 clusters canônicos</a:t>
            </a:r>
            <a:r>
              <a:rPr lang="pt-BR" sz="1200" dirty="0"/>
              <a:t>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1200" dirty="0"/>
              <a:t>Os maiores grupos combinam volume, persistência temporal e evidências lexicais fortes.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1200" dirty="0"/>
              <a:t>Os termos fortes ajudam a tornar a classificação auditável.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1200" dirty="0"/>
              <a:t>A tabela mostra não apenas o tamanho dos grupos, mas também os sinais textuais que sustentam cada agregação</a:t>
            </a:r>
            <a:endParaRPr lang="pt-PT" sz="1200" dirty="0"/>
          </a:p>
        </p:txBody>
      </p:sp>
    </p:spTree>
    <p:extLst>
      <p:ext uri="{BB962C8B-B14F-4D97-AF65-F5344CB8AC3E}">
        <p14:creationId xmlns:p14="http://schemas.microsoft.com/office/powerpoint/2010/main" val="250176165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91">
          <a:extLst>
            <a:ext uri="{FF2B5EF4-FFF2-40B4-BE49-F238E27FC236}">
              <a16:creationId xmlns:a16="http://schemas.microsoft.com/office/drawing/2014/main" id="{0308A6EF-AA94-F49A-2C46-4BA1BFBD40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83" name="Gráfico 982">
            <a:extLst>
              <a:ext uri="{FF2B5EF4-FFF2-40B4-BE49-F238E27FC236}">
                <a16:creationId xmlns:a16="http://schemas.microsoft.com/office/drawing/2014/main" id="{6626EEDF-627D-F589-7F49-4777F664F7F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471287" y="-176981"/>
            <a:ext cx="10434025" cy="5320297"/>
          </a:xfrm>
          <a:prstGeom prst="rect">
            <a:avLst/>
          </a:prstGeom>
        </p:spPr>
      </p:pic>
      <p:sp>
        <p:nvSpPr>
          <p:cNvPr id="2" name="Google Shape;932;p37">
            <a:extLst>
              <a:ext uri="{FF2B5EF4-FFF2-40B4-BE49-F238E27FC236}">
                <a16:creationId xmlns:a16="http://schemas.microsoft.com/office/drawing/2014/main" id="{730CA4EB-AFC5-6D12-A661-CE654052580D}"/>
              </a:ext>
            </a:extLst>
          </p:cNvPr>
          <p:cNvSpPr txBox="1">
            <a:spLocks/>
          </p:cNvSpPr>
          <p:nvPr/>
        </p:nvSpPr>
        <p:spPr>
          <a:xfrm>
            <a:off x="7194305" y="528340"/>
            <a:ext cx="1661894" cy="2259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None/>
              <a:defRPr sz="28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None/>
              <a:defRPr sz="28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None/>
              <a:defRPr sz="28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None/>
              <a:defRPr sz="28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None/>
              <a:defRPr sz="28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None/>
              <a:defRPr sz="28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None/>
              <a:defRPr sz="28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None/>
              <a:defRPr sz="28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None/>
              <a:defRPr sz="28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r>
              <a:rPr lang="pt-BR" sz="600" b="0" dirty="0">
                <a:solidFill>
                  <a:srgbClr val="186E66"/>
                </a:solidFill>
                <a:latin typeface="+mj-lt"/>
                <a:cs typeface="Arial" panose="020B0604020202020204" pitchFamily="34" charset="0"/>
              </a:rPr>
              <a:t>Há mais de 60 anos pensando o Brasil</a:t>
            </a:r>
          </a:p>
        </p:txBody>
      </p:sp>
      <p:sp>
        <p:nvSpPr>
          <p:cNvPr id="3" name="Google Shape;936;p37">
            <a:extLst>
              <a:ext uri="{FF2B5EF4-FFF2-40B4-BE49-F238E27FC236}">
                <a16:creationId xmlns:a16="http://schemas.microsoft.com/office/drawing/2014/main" id="{C18B5631-1B11-D339-5153-F0F7D182C83F}"/>
              </a:ext>
            </a:extLst>
          </p:cNvPr>
          <p:cNvSpPr/>
          <p:nvPr/>
        </p:nvSpPr>
        <p:spPr>
          <a:xfrm flipH="1">
            <a:off x="7861193" y="4721150"/>
            <a:ext cx="1282656" cy="422165"/>
          </a:xfrm>
          <a:prstGeom prst="round1Rect">
            <a:avLst>
              <a:gd name="adj" fmla="val 50000"/>
            </a:avLst>
          </a:prstGeom>
          <a:solidFill>
            <a:srgbClr val="1B204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latin typeface="Maven Pro"/>
              <a:ea typeface="Maven Pro"/>
              <a:cs typeface="Maven Pro"/>
              <a:sym typeface="Maven Pro"/>
            </a:endParaRPr>
          </a:p>
        </p:txBody>
      </p:sp>
      <p:sp>
        <p:nvSpPr>
          <p:cNvPr id="4" name="Google Shape;937;p37">
            <a:extLst>
              <a:ext uri="{FF2B5EF4-FFF2-40B4-BE49-F238E27FC236}">
                <a16:creationId xmlns:a16="http://schemas.microsoft.com/office/drawing/2014/main" id="{3EB39A7C-00A8-242F-9AE5-824C84DEC9AE}"/>
              </a:ext>
            </a:extLst>
          </p:cNvPr>
          <p:cNvSpPr/>
          <p:nvPr/>
        </p:nvSpPr>
        <p:spPr>
          <a:xfrm flipH="1">
            <a:off x="7588727" y="4912884"/>
            <a:ext cx="1555123" cy="230496"/>
          </a:xfrm>
          <a:prstGeom prst="round1Rect">
            <a:avLst>
              <a:gd name="adj" fmla="val 50000"/>
            </a:avLst>
          </a:prstGeom>
          <a:gradFill flip="none" rotWithShape="1">
            <a:gsLst>
              <a:gs pos="63000">
                <a:srgbClr val="06D1D7"/>
              </a:gs>
              <a:gs pos="33000">
                <a:srgbClr val="23A295"/>
              </a:gs>
              <a:gs pos="0">
                <a:srgbClr val="57F6A2"/>
              </a:gs>
              <a:gs pos="100000">
                <a:srgbClr val="1B2048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latin typeface="Maven Pro"/>
              <a:ea typeface="Maven Pro"/>
              <a:cs typeface="Maven Pro"/>
              <a:sym typeface="Maven Pro"/>
            </a:endParaRPr>
          </a:p>
        </p:txBody>
      </p:sp>
      <p:grpSp>
        <p:nvGrpSpPr>
          <p:cNvPr id="5" name="Google Shape;938;p37">
            <a:extLst>
              <a:ext uri="{FF2B5EF4-FFF2-40B4-BE49-F238E27FC236}">
                <a16:creationId xmlns:a16="http://schemas.microsoft.com/office/drawing/2014/main" id="{85FE8E11-17E0-AFF2-2634-BE69991447F7}"/>
              </a:ext>
            </a:extLst>
          </p:cNvPr>
          <p:cNvGrpSpPr/>
          <p:nvPr/>
        </p:nvGrpSpPr>
        <p:grpSpPr>
          <a:xfrm>
            <a:off x="8644350" y="4276582"/>
            <a:ext cx="423698" cy="551579"/>
            <a:chOff x="7631225" y="2241175"/>
            <a:chExt cx="986125" cy="2095500"/>
          </a:xfrm>
          <a:gradFill>
            <a:gsLst>
              <a:gs pos="53000">
                <a:srgbClr val="23A295"/>
              </a:gs>
              <a:gs pos="0">
                <a:srgbClr val="57F6A2"/>
              </a:gs>
              <a:gs pos="100000">
                <a:srgbClr val="1B2048"/>
              </a:gs>
            </a:gsLst>
            <a:lin ang="5400000" scaled="1"/>
          </a:gradFill>
        </p:grpSpPr>
        <p:cxnSp>
          <p:nvCxnSpPr>
            <p:cNvPr id="6" name="Google Shape;939;p37">
              <a:extLst>
                <a:ext uri="{FF2B5EF4-FFF2-40B4-BE49-F238E27FC236}">
                  <a16:creationId xmlns:a16="http://schemas.microsoft.com/office/drawing/2014/main" id="{20DF82BB-49DD-275D-D50F-4CA7BDBA9F77}"/>
                </a:ext>
              </a:extLst>
            </p:cNvPr>
            <p:cNvCxnSpPr/>
            <p:nvPr/>
          </p:nvCxnSpPr>
          <p:spPr>
            <a:xfrm>
              <a:off x="7631225" y="2241175"/>
              <a:ext cx="0" cy="2095500"/>
            </a:xfrm>
            <a:prstGeom prst="straightConnector1">
              <a:avLst/>
            </a:prstGeom>
            <a:grpFill/>
            <a:ln w="9525" cap="flat" cmpd="sng">
              <a:solidFill>
                <a:srgbClr val="1AB0A9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7" name="Google Shape;940;p37">
              <a:extLst>
                <a:ext uri="{FF2B5EF4-FFF2-40B4-BE49-F238E27FC236}">
                  <a16:creationId xmlns:a16="http://schemas.microsoft.com/office/drawing/2014/main" id="{3024C428-45F6-7D3D-3F2B-02A6EE1EFC0D}"/>
                </a:ext>
              </a:extLst>
            </p:cNvPr>
            <p:cNvCxnSpPr/>
            <p:nvPr/>
          </p:nvCxnSpPr>
          <p:spPr>
            <a:xfrm>
              <a:off x="7707081" y="2241175"/>
              <a:ext cx="0" cy="2095500"/>
            </a:xfrm>
            <a:prstGeom prst="straightConnector1">
              <a:avLst/>
            </a:prstGeom>
            <a:grpFill/>
            <a:ln w="9525" cap="flat" cmpd="sng">
              <a:solidFill>
                <a:srgbClr val="1AB0A9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8" name="Google Shape;941;p37">
              <a:extLst>
                <a:ext uri="{FF2B5EF4-FFF2-40B4-BE49-F238E27FC236}">
                  <a16:creationId xmlns:a16="http://schemas.microsoft.com/office/drawing/2014/main" id="{6B1A92A7-699C-9EE0-3344-BA1188DB07EC}"/>
                </a:ext>
              </a:extLst>
            </p:cNvPr>
            <p:cNvCxnSpPr/>
            <p:nvPr/>
          </p:nvCxnSpPr>
          <p:spPr>
            <a:xfrm>
              <a:off x="7782937" y="2241175"/>
              <a:ext cx="0" cy="2095500"/>
            </a:xfrm>
            <a:prstGeom prst="straightConnector1">
              <a:avLst/>
            </a:prstGeom>
            <a:grpFill/>
            <a:ln w="9525" cap="flat" cmpd="sng">
              <a:solidFill>
                <a:srgbClr val="1AB0A9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9" name="Google Shape;942;p37">
              <a:extLst>
                <a:ext uri="{FF2B5EF4-FFF2-40B4-BE49-F238E27FC236}">
                  <a16:creationId xmlns:a16="http://schemas.microsoft.com/office/drawing/2014/main" id="{82ED4500-5A6C-F2C6-F923-5716F218EDC7}"/>
                </a:ext>
              </a:extLst>
            </p:cNvPr>
            <p:cNvCxnSpPr/>
            <p:nvPr/>
          </p:nvCxnSpPr>
          <p:spPr>
            <a:xfrm>
              <a:off x="7858792" y="2241175"/>
              <a:ext cx="0" cy="2095500"/>
            </a:xfrm>
            <a:prstGeom prst="straightConnector1">
              <a:avLst/>
            </a:prstGeom>
            <a:grpFill/>
            <a:ln w="9525" cap="flat" cmpd="sng">
              <a:solidFill>
                <a:srgbClr val="1AB0A9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0" name="Google Shape;943;p37">
              <a:extLst>
                <a:ext uri="{FF2B5EF4-FFF2-40B4-BE49-F238E27FC236}">
                  <a16:creationId xmlns:a16="http://schemas.microsoft.com/office/drawing/2014/main" id="{51A81888-CDC6-D97B-62E2-D46F88495F38}"/>
                </a:ext>
              </a:extLst>
            </p:cNvPr>
            <p:cNvCxnSpPr/>
            <p:nvPr/>
          </p:nvCxnSpPr>
          <p:spPr>
            <a:xfrm>
              <a:off x="8010504" y="2241175"/>
              <a:ext cx="0" cy="2095500"/>
            </a:xfrm>
            <a:prstGeom prst="straightConnector1">
              <a:avLst/>
            </a:prstGeom>
            <a:grpFill/>
            <a:ln w="9525" cap="flat" cmpd="sng">
              <a:solidFill>
                <a:srgbClr val="1AB0A9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1" name="Google Shape;944;p37">
              <a:extLst>
                <a:ext uri="{FF2B5EF4-FFF2-40B4-BE49-F238E27FC236}">
                  <a16:creationId xmlns:a16="http://schemas.microsoft.com/office/drawing/2014/main" id="{B489BEF3-A1C3-C1FD-0D88-58CB1E9D0571}"/>
                </a:ext>
              </a:extLst>
            </p:cNvPr>
            <p:cNvCxnSpPr/>
            <p:nvPr/>
          </p:nvCxnSpPr>
          <p:spPr>
            <a:xfrm>
              <a:off x="8162215" y="2241175"/>
              <a:ext cx="0" cy="2095500"/>
            </a:xfrm>
            <a:prstGeom prst="straightConnector1">
              <a:avLst/>
            </a:prstGeom>
            <a:grpFill/>
            <a:ln w="9525" cap="flat" cmpd="sng">
              <a:solidFill>
                <a:srgbClr val="1AB0A9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2" name="Google Shape;945;p37">
              <a:extLst>
                <a:ext uri="{FF2B5EF4-FFF2-40B4-BE49-F238E27FC236}">
                  <a16:creationId xmlns:a16="http://schemas.microsoft.com/office/drawing/2014/main" id="{F76ECBF8-4719-7394-8F0C-0FA47E71F192}"/>
                </a:ext>
              </a:extLst>
            </p:cNvPr>
            <p:cNvCxnSpPr/>
            <p:nvPr/>
          </p:nvCxnSpPr>
          <p:spPr>
            <a:xfrm>
              <a:off x="8313927" y="2241175"/>
              <a:ext cx="0" cy="2095500"/>
            </a:xfrm>
            <a:prstGeom prst="straightConnector1">
              <a:avLst/>
            </a:prstGeom>
            <a:grpFill/>
            <a:ln w="9525" cap="flat" cmpd="sng">
              <a:solidFill>
                <a:srgbClr val="1AB0A9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3" name="Google Shape;946;p37">
              <a:extLst>
                <a:ext uri="{FF2B5EF4-FFF2-40B4-BE49-F238E27FC236}">
                  <a16:creationId xmlns:a16="http://schemas.microsoft.com/office/drawing/2014/main" id="{116FED91-8ED1-A147-AD7D-959F227E862E}"/>
                </a:ext>
              </a:extLst>
            </p:cNvPr>
            <p:cNvCxnSpPr/>
            <p:nvPr/>
          </p:nvCxnSpPr>
          <p:spPr>
            <a:xfrm>
              <a:off x="7934648" y="2241175"/>
              <a:ext cx="0" cy="2095500"/>
            </a:xfrm>
            <a:prstGeom prst="straightConnector1">
              <a:avLst/>
            </a:prstGeom>
            <a:grpFill/>
            <a:ln w="9525" cap="flat" cmpd="sng">
              <a:solidFill>
                <a:srgbClr val="1AB0A9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4" name="Google Shape;947;p37">
              <a:extLst>
                <a:ext uri="{FF2B5EF4-FFF2-40B4-BE49-F238E27FC236}">
                  <a16:creationId xmlns:a16="http://schemas.microsoft.com/office/drawing/2014/main" id="{F314515A-CE0C-9F35-8C1D-12B867D9EA68}"/>
                </a:ext>
              </a:extLst>
            </p:cNvPr>
            <p:cNvCxnSpPr/>
            <p:nvPr/>
          </p:nvCxnSpPr>
          <p:spPr>
            <a:xfrm>
              <a:off x="8086360" y="2241175"/>
              <a:ext cx="0" cy="2095500"/>
            </a:xfrm>
            <a:prstGeom prst="straightConnector1">
              <a:avLst/>
            </a:prstGeom>
            <a:grpFill/>
            <a:ln w="9525" cap="flat" cmpd="sng">
              <a:solidFill>
                <a:srgbClr val="1AB0A9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5" name="Google Shape;948;p37">
              <a:extLst>
                <a:ext uri="{FF2B5EF4-FFF2-40B4-BE49-F238E27FC236}">
                  <a16:creationId xmlns:a16="http://schemas.microsoft.com/office/drawing/2014/main" id="{DFBEAC84-1374-5C27-914C-4433FCD51A01}"/>
                </a:ext>
              </a:extLst>
            </p:cNvPr>
            <p:cNvCxnSpPr/>
            <p:nvPr/>
          </p:nvCxnSpPr>
          <p:spPr>
            <a:xfrm>
              <a:off x="8238071" y="2241175"/>
              <a:ext cx="0" cy="2095500"/>
            </a:xfrm>
            <a:prstGeom prst="straightConnector1">
              <a:avLst/>
            </a:prstGeom>
            <a:grpFill/>
            <a:ln w="9525" cap="flat" cmpd="sng">
              <a:solidFill>
                <a:srgbClr val="1AB0A9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6" name="Google Shape;949;p37">
              <a:extLst>
                <a:ext uri="{FF2B5EF4-FFF2-40B4-BE49-F238E27FC236}">
                  <a16:creationId xmlns:a16="http://schemas.microsoft.com/office/drawing/2014/main" id="{3983E6BD-7B67-2020-C5DE-B0D4F5A63608}"/>
                </a:ext>
              </a:extLst>
            </p:cNvPr>
            <p:cNvCxnSpPr/>
            <p:nvPr/>
          </p:nvCxnSpPr>
          <p:spPr>
            <a:xfrm>
              <a:off x="8389783" y="2241175"/>
              <a:ext cx="0" cy="2095500"/>
            </a:xfrm>
            <a:prstGeom prst="straightConnector1">
              <a:avLst/>
            </a:prstGeom>
            <a:grpFill/>
            <a:ln w="9525" cap="flat" cmpd="sng">
              <a:solidFill>
                <a:srgbClr val="1AB0A9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7" name="Google Shape;950;p37">
              <a:extLst>
                <a:ext uri="{FF2B5EF4-FFF2-40B4-BE49-F238E27FC236}">
                  <a16:creationId xmlns:a16="http://schemas.microsoft.com/office/drawing/2014/main" id="{4CE0177D-9276-6576-16D7-098514EE1416}"/>
                </a:ext>
              </a:extLst>
            </p:cNvPr>
            <p:cNvCxnSpPr/>
            <p:nvPr/>
          </p:nvCxnSpPr>
          <p:spPr>
            <a:xfrm>
              <a:off x="8465638" y="2241175"/>
              <a:ext cx="0" cy="2095500"/>
            </a:xfrm>
            <a:prstGeom prst="straightConnector1">
              <a:avLst/>
            </a:prstGeom>
            <a:grpFill/>
            <a:ln w="9525" cap="flat" cmpd="sng">
              <a:solidFill>
                <a:srgbClr val="1AB0A9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8" name="Google Shape;951;p37">
              <a:extLst>
                <a:ext uri="{FF2B5EF4-FFF2-40B4-BE49-F238E27FC236}">
                  <a16:creationId xmlns:a16="http://schemas.microsoft.com/office/drawing/2014/main" id="{0EA668E2-C100-1A66-7716-6CFE69CAA7A2}"/>
                </a:ext>
              </a:extLst>
            </p:cNvPr>
            <p:cNvCxnSpPr/>
            <p:nvPr/>
          </p:nvCxnSpPr>
          <p:spPr>
            <a:xfrm>
              <a:off x="8541494" y="2241175"/>
              <a:ext cx="0" cy="2095500"/>
            </a:xfrm>
            <a:prstGeom prst="straightConnector1">
              <a:avLst/>
            </a:prstGeom>
            <a:grpFill/>
            <a:ln w="9525" cap="flat" cmpd="sng">
              <a:solidFill>
                <a:srgbClr val="1AB0A9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9" name="Google Shape;952;p37">
              <a:extLst>
                <a:ext uri="{FF2B5EF4-FFF2-40B4-BE49-F238E27FC236}">
                  <a16:creationId xmlns:a16="http://schemas.microsoft.com/office/drawing/2014/main" id="{AF002B1B-5F4C-B7C0-975D-7D1D34D599B2}"/>
                </a:ext>
              </a:extLst>
            </p:cNvPr>
            <p:cNvCxnSpPr/>
            <p:nvPr/>
          </p:nvCxnSpPr>
          <p:spPr>
            <a:xfrm>
              <a:off x="8617350" y="2241175"/>
              <a:ext cx="0" cy="2095500"/>
            </a:xfrm>
            <a:prstGeom prst="straightConnector1">
              <a:avLst/>
            </a:prstGeom>
            <a:grpFill/>
            <a:ln w="9525" cap="flat" cmpd="sng">
              <a:solidFill>
                <a:srgbClr val="1AB0A9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20" name="Google Shape;954;p37">
            <a:extLst>
              <a:ext uri="{FF2B5EF4-FFF2-40B4-BE49-F238E27FC236}">
                <a16:creationId xmlns:a16="http://schemas.microsoft.com/office/drawing/2014/main" id="{5C46F209-512E-6AD0-0EFC-5A4553B21778}"/>
              </a:ext>
            </a:extLst>
          </p:cNvPr>
          <p:cNvSpPr/>
          <p:nvPr/>
        </p:nvSpPr>
        <p:spPr>
          <a:xfrm>
            <a:off x="0" y="4680042"/>
            <a:ext cx="922564" cy="463274"/>
          </a:xfrm>
          <a:prstGeom prst="rect">
            <a:avLst/>
          </a:prstGeom>
          <a:gradFill>
            <a:gsLst>
              <a:gs pos="33000">
                <a:srgbClr val="23A295"/>
              </a:gs>
              <a:gs pos="0">
                <a:srgbClr val="57F6A2"/>
              </a:gs>
              <a:gs pos="100000">
                <a:srgbClr val="1B2048"/>
              </a:gs>
            </a:gsLst>
            <a:path path="circle">
              <a:fillToRect l="100000" t="100000"/>
            </a:path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dirty="0">
              <a:latin typeface="Maven Pro"/>
              <a:ea typeface="Maven Pro"/>
              <a:cs typeface="Maven Pro"/>
              <a:sym typeface="Maven Pro"/>
            </a:endParaRPr>
          </a:p>
        </p:txBody>
      </p:sp>
      <p:sp>
        <p:nvSpPr>
          <p:cNvPr id="21" name="Google Shape;955;p37">
            <a:extLst>
              <a:ext uri="{FF2B5EF4-FFF2-40B4-BE49-F238E27FC236}">
                <a16:creationId xmlns:a16="http://schemas.microsoft.com/office/drawing/2014/main" id="{E064B976-2E8B-0C21-FC18-14AFA52ADFDD}"/>
              </a:ext>
            </a:extLst>
          </p:cNvPr>
          <p:cNvSpPr/>
          <p:nvPr/>
        </p:nvSpPr>
        <p:spPr>
          <a:xfrm>
            <a:off x="0" y="4912883"/>
            <a:ext cx="1663658" cy="230641"/>
          </a:xfrm>
          <a:prstGeom prst="round1Rect">
            <a:avLst>
              <a:gd name="adj" fmla="val 50000"/>
            </a:avLst>
          </a:prstGeom>
          <a:solidFill>
            <a:srgbClr val="1B204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latin typeface="Maven Pro"/>
              <a:ea typeface="Maven Pro"/>
              <a:cs typeface="Maven Pro"/>
              <a:sym typeface="Maven Pro"/>
            </a:endParaRPr>
          </a:p>
        </p:txBody>
      </p:sp>
      <p:grpSp>
        <p:nvGrpSpPr>
          <p:cNvPr id="22" name="Agrupar 21">
            <a:extLst>
              <a:ext uri="{FF2B5EF4-FFF2-40B4-BE49-F238E27FC236}">
                <a16:creationId xmlns:a16="http://schemas.microsoft.com/office/drawing/2014/main" id="{D288E6D2-25AA-3433-E4FF-EF64D9763766}"/>
              </a:ext>
            </a:extLst>
          </p:cNvPr>
          <p:cNvGrpSpPr/>
          <p:nvPr/>
        </p:nvGrpSpPr>
        <p:grpSpPr>
          <a:xfrm>
            <a:off x="7070035" y="156184"/>
            <a:ext cx="1722295" cy="405506"/>
            <a:chOff x="4782913" y="272045"/>
            <a:chExt cx="3752189" cy="883435"/>
          </a:xfrm>
        </p:grpSpPr>
        <p:pic>
          <p:nvPicPr>
            <p:cNvPr id="23" name="Imagem 22" descr="Interface gráfica do usuário, Texto&#10;&#10;O conteúdo gerado por IA pode estar incorreto.">
              <a:extLst>
                <a:ext uri="{FF2B5EF4-FFF2-40B4-BE49-F238E27FC236}">
                  <a16:creationId xmlns:a16="http://schemas.microsoft.com/office/drawing/2014/main" id="{2A91D292-0D09-A250-E22D-8B7CAF734B3D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4782913" y="272045"/>
              <a:ext cx="3752189" cy="883435"/>
            </a:xfrm>
            <a:prstGeom prst="rect">
              <a:avLst/>
            </a:prstGeom>
          </p:spPr>
        </p:pic>
        <p:cxnSp>
          <p:nvCxnSpPr>
            <p:cNvPr id="24" name="Conector reto 23">
              <a:extLst>
                <a:ext uri="{FF2B5EF4-FFF2-40B4-BE49-F238E27FC236}">
                  <a16:creationId xmlns:a16="http://schemas.microsoft.com/office/drawing/2014/main" id="{8608F9BA-2F54-0BA8-FA1D-F727A14EC7B8}"/>
                </a:ext>
              </a:extLst>
            </p:cNvPr>
            <p:cNvCxnSpPr>
              <a:cxnSpLocks/>
            </p:cNvCxnSpPr>
            <p:nvPr/>
          </p:nvCxnSpPr>
          <p:spPr>
            <a:xfrm>
              <a:off x="5253460" y="1066595"/>
              <a:ext cx="3264536" cy="16228"/>
            </a:xfrm>
            <a:prstGeom prst="line">
              <a:avLst/>
            </a:prstGeom>
            <a:ln>
              <a:solidFill>
                <a:srgbClr val="00445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5" name="Google Shape;936;p37">
            <a:extLst>
              <a:ext uri="{FF2B5EF4-FFF2-40B4-BE49-F238E27FC236}">
                <a16:creationId xmlns:a16="http://schemas.microsoft.com/office/drawing/2014/main" id="{325AE92F-0507-775F-6FE1-F30BF0AF686D}"/>
              </a:ext>
            </a:extLst>
          </p:cNvPr>
          <p:cNvSpPr/>
          <p:nvPr/>
        </p:nvSpPr>
        <p:spPr>
          <a:xfrm rot="16200000" flipH="1" flipV="1">
            <a:off x="-26331" y="5857"/>
            <a:ext cx="636272" cy="583606"/>
          </a:xfrm>
          <a:custGeom>
            <a:avLst/>
            <a:gdLst>
              <a:gd name="connsiteX0" fmla="*/ 0 w 1440059"/>
              <a:gd name="connsiteY0" fmla="*/ 0 h 583600"/>
              <a:gd name="connsiteX1" fmla="*/ 1148259 w 1440059"/>
              <a:gd name="connsiteY1" fmla="*/ 0 h 583600"/>
              <a:gd name="connsiteX2" fmla="*/ 1440059 w 1440059"/>
              <a:gd name="connsiteY2" fmla="*/ 291800 h 583600"/>
              <a:gd name="connsiteX3" fmla="*/ 1440059 w 1440059"/>
              <a:gd name="connsiteY3" fmla="*/ 583600 h 583600"/>
              <a:gd name="connsiteX4" fmla="*/ 0 w 1440059"/>
              <a:gd name="connsiteY4" fmla="*/ 583600 h 583600"/>
              <a:gd name="connsiteX5" fmla="*/ 0 w 1440059"/>
              <a:gd name="connsiteY5" fmla="*/ 0 h 583600"/>
              <a:gd name="connsiteX0" fmla="*/ 612059 w 1440059"/>
              <a:gd name="connsiteY0" fmla="*/ 0 h 583603"/>
              <a:gd name="connsiteX1" fmla="*/ 1148259 w 1440059"/>
              <a:gd name="connsiteY1" fmla="*/ 3 h 583603"/>
              <a:gd name="connsiteX2" fmla="*/ 1440059 w 1440059"/>
              <a:gd name="connsiteY2" fmla="*/ 291803 h 583603"/>
              <a:gd name="connsiteX3" fmla="*/ 1440059 w 1440059"/>
              <a:gd name="connsiteY3" fmla="*/ 583603 h 583603"/>
              <a:gd name="connsiteX4" fmla="*/ 0 w 1440059"/>
              <a:gd name="connsiteY4" fmla="*/ 583603 h 583603"/>
              <a:gd name="connsiteX5" fmla="*/ 612059 w 1440059"/>
              <a:gd name="connsiteY5" fmla="*/ 0 h 583603"/>
              <a:gd name="connsiteX0" fmla="*/ 0 w 828000"/>
              <a:gd name="connsiteY0" fmla="*/ 0 h 583603"/>
              <a:gd name="connsiteX1" fmla="*/ 536200 w 828000"/>
              <a:gd name="connsiteY1" fmla="*/ 3 h 583603"/>
              <a:gd name="connsiteX2" fmla="*/ 828000 w 828000"/>
              <a:gd name="connsiteY2" fmla="*/ 291803 h 583603"/>
              <a:gd name="connsiteX3" fmla="*/ 828000 w 828000"/>
              <a:gd name="connsiteY3" fmla="*/ 583603 h 583603"/>
              <a:gd name="connsiteX4" fmla="*/ 191728 w 828000"/>
              <a:gd name="connsiteY4" fmla="*/ 576229 h 583603"/>
              <a:gd name="connsiteX5" fmla="*/ 0 w 828000"/>
              <a:gd name="connsiteY5" fmla="*/ 0 h 583603"/>
              <a:gd name="connsiteX0" fmla="*/ 14749 w 636272"/>
              <a:gd name="connsiteY0" fmla="*/ 0 h 583606"/>
              <a:gd name="connsiteX1" fmla="*/ 344472 w 636272"/>
              <a:gd name="connsiteY1" fmla="*/ 6 h 583606"/>
              <a:gd name="connsiteX2" fmla="*/ 636272 w 636272"/>
              <a:gd name="connsiteY2" fmla="*/ 291806 h 583606"/>
              <a:gd name="connsiteX3" fmla="*/ 636272 w 636272"/>
              <a:gd name="connsiteY3" fmla="*/ 583606 h 583606"/>
              <a:gd name="connsiteX4" fmla="*/ 0 w 636272"/>
              <a:gd name="connsiteY4" fmla="*/ 576232 h 583606"/>
              <a:gd name="connsiteX5" fmla="*/ 14749 w 636272"/>
              <a:gd name="connsiteY5" fmla="*/ 0 h 5836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36272" h="583606">
                <a:moveTo>
                  <a:pt x="14749" y="0"/>
                </a:moveTo>
                <a:lnTo>
                  <a:pt x="344472" y="6"/>
                </a:lnTo>
                <a:cubicBezTo>
                  <a:pt x="505629" y="6"/>
                  <a:pt x="636272" y="130649"/>
                  <a:pt x="636272" y="291806"/>
                </a:cubicBezTo>
                <a:lnTo>
                  <a:pt x="636272" y="583606"/>
                </a:lnTo>
                <a:lnTo>
                  <a:pt x="0" y="576232"/>
                </a:lnTo>
                <a:lnTo>
                  <a:pt x="14749" y="0"/>
                </a:lnTo>
                <a:close/>
              </a:path>
            </a:pathLst>
          </a:custGeom>
          <a:solidFill>
            <a:srgbClr val="1B204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latin typeface="Maven Pro"/>
              <a:ea typeface="Maven Pro"/>
              <a:cs typeface="Maven Pro"/>
              <a:sym typeface="Maven Pro"/>
            </a:endParaRPr>
          </a:p>
        </p:txBody>
      </p:sp>
      <p:sp>
        <p:nvSpPr>
          <p:cNvPr id="26" name="Google Shape;937;p37">
            <a:extLst>
              <a:ext uri="{FF2B5EF4-FFF2-40B4-BE49-F238E27FC236}">
                <a16:creationId xmlns:a16="http://schemas.microsoft.com/office/drawing/2014/main" id="{668C35E8-5E48-BBEE-0177-4F45A9F55C16}"/>
              </a:ext>
            </a:extLst>
          </p:cNvPr>
          <p:cNvSpPr/>
          <p:nvPr/>
        </p:nvSpPr>
        <p:spPr>
          <a:xfrm rot="16200000" flipH="1" flipV="1">
            <a:off x="-223281" y="212082"/>
            <a:ext cx="765195" cy="318641"/>
          </a:xfrm>
          <a:custGeom>
            <a:avLst/>
            <a:gdLst>
              <a:gd name="connsiteX0" fmla="*/ 0 w 1745961"/>
              <a:gd name="connsiteY0" fmla="*/ 0 h 318637"/>
              <a:gd name="connsiteX1" fmla="*/ 1586643 w 1745961"/>
              <a:gd name="connsiteY1" fmla="*/ 0 h 318637"/>
              <a:gd name="connsiteX2" fmla="*/ 1745962 w 1745961"/>
              <a:gd name="connsiteY2" fmla="*/ 159319 h 318637"/>
              <a:gd name="connsiteX3" fmla="*/ 1745961 w 1745961"/>
              <a:gd name="connsiteY3" fmla="*/ 318637 h 318637"/>
              <a:gd name="connsiteX4" fmla="*/ 0 w 1745961"/>
              <a:gd name="connsiteY4" fmla="*/ 318637 h 318637"/>
              <a:gd name="connsiteX5" fmla="*/ 0 w 1745961"/>
              <a:gd name="connsiteY5" fmla="*/ 0 h 318637"/>
              <a:gd name="connsiteX0" fmla="*/ 980768 w 1745962"/>
              <a:gd name="connsiteY0" fmla="*/ 0 h 318637"/>
              <a:gd name="connsiteX1" fmla="*/ 1586643 w 1745962"/>
              <a:gd name="connsiteY1" fmla="*/ 0 h 318637"/>
              <a:gd name="connsiteX2" fmla="*/ 1745962 w 1745962"/>
              <a:gd name="connsiteY2" fmla="*/ 159319 h 318637"/>
              <a:gd name="connsiteX3" fmla="*/ 1745961 w 1745962"/>
              <a:gd name="connsiteY3" fmla="*/ 318637 h 318637"/>
              <a:gd name="connsiteX4" fmla="*/ 0 w 1745962"/>
              <a:gd name="connsiteY4" fmla="*/ 318637 h 318637"/>
              <a:gd name="connsiteX5" fmla="*/ 980768 w 1745962"/>
              <a:gd name="connsiteY5" fmla="*/ 0 h 318637"/>
              <a:gd name="connsiteX0" fmla="*/ 1 w 765195"/>
              <a:gd name="connsiteY0" fmla="*/ 0 h 318641"/>
              <a:gd name="connsiteX1" fmla="*/ 605876 w 765195"/>
              <a:gd name="connsiteY1" fmla="*/ 0 h 318641"/>
              <a:gd name="connsiteX2" fmla="*/ 765195 w 765195"/>
              <a:gd name="connsiteY2" fmla="*/ 159319 h 318641"/>
              <a:gd name="connsiteX3" fmla="*/ 765194 w 765195"/>
              <a:gd name="connsiteY3" fmla="*/ 318637 h 318641"/>
              <a:gd name="connsiteX4" fmla="*/ 0 w 765195"/>
              <a:gd name="connsiteY4" fmla="*/ 318641 h 318641"/>
              <a:gd name="connsiteX5" fmla="*/ 1 w 765195"/>
              <a:gd name="connsiteY5" fmla="*/ 0 h 3186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765195" h="318641">
                <a:moveTo>
                  <a:pt x="1" y="0"/>
                </a:moveTo>
                <a:lnTo>
                  <a:pt x="605876" y="0"/>
                </a:lnTo>
                <a:cubicBezTo>
                  <a:pt x="693865" y="0"/>
                  <a:pt x="765195" y="71330"/>
                  <a:pt x="765195" y="159319"/>
                </a:cubicBezTo>
                <a:cubicBezTo>
                  <a:pt x="765195" y="212425"/>
                  <a:pt x="765194" y="265531"/>
                  <a:pt x="765194" y="318637"/>
                </a:cubicBezTo>
                <a:lnTo>
                  <a:pt x="0" y="318641"/>
                </a:lnTo>
                <a:cubicBezTo>
                  <a:pt x="0" y="212427"/>
                  <a:pt x="1" y="106214"/>
                  <a:pt x="1" y="0"/>
                </a:cubicBezTo>
                <a:close/>
              </a:path>
            </a:pathLst>
          </a:custGeom>
          <a:gradFill flip="none" rotWithShape="1">
            <a:gsLst>
              <a:gs pos="63000">
                <a:srgbClr val="06D1D7"/>
              </a:gs>
              <a:gs pos="33000">
                <a:srgbClr val="23A295"/>
              </a:gs>
              <a:gs pos="0">
                <a:srgbClr val="57F6A2"/>
              </a:gs>
              <a:gs pos="100000">
                <a:srgbClr val="1B2048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latin typeface="Maven Pro"/>
              <a:ea typeface="Maven Pro"/>
              <a:cs typeface="Maven Pro"/>
              <a:sym typeface="Maven Pro"/>
            </a:endParaRPr>
          </a:p>
        </p:txBody>
      </p:sp>
      <p:grpSp>
        <p:nvGrpSpPr>
          <p:cNvPr id="28" name="Google Shape;938;p37">
            <a:extLst>
              <a:ext uri="{FF2B5EF4-FFF2-40B4-BE49-F238E27FC236}">
                <a16:creationId xmlns:a16="http://schemas.microsoft.com/office/drawing/2014/main" id="{36338397-D3DB-4ACF-16DA-FF8A6F0AEA81}"/>
              </a:ext>
            </a:extLst>
          </p:cNvPr>
          <p:cNvGrpSpPr/>
          <p:nvPr/>
        </p:nvGrpSpPr>
        <p:grpSpPr>
          <a:xfrm rot="16200000">
            <a:off x="720348" y="-178200"/>
            <a:ext cx="368002" cy="860760"/>
            <a:chOff x="8238071" y="2241175"/>
            <a:chExt cx="379279" cy="2095500"/>
          </a:xfrm>
          <a:gradFill>
            <a:gsLst>
              <a:gs pos="53000">
                <a:srgbClr val="23A295"/>
              </a:gs>
              <a:gs pos="0">
                <a:srgbClr val="57F6A2"/>
              </a:gs>
              <a:gs pos="100000">
                <a:srgbClr val="1B2048"/>
              </a:gs>
            </a:gsLst>
            <a:lin ang="5400000" scaled="1"/>
          </a:gradFill>
        </p:grpSpPr>
        <p:cxnSp>
          <p:nvCxnSpPr>
            <p:cNvPr id="29" name="Google Shape;945;p37">
              <a:extLst>
                <a:ext uri="{FF2B5EF4-FFF2-40B4-BE49-F238E27FC236}">
                  <a16:creationId xmlns:a16="http://schemas.microsoft.com/office/drawing/2014/main" id="{56EF218D-65F1-A690-962A-066089F7F992}"/>
                </a:ext>
              </a:extLst>
            </p:cNvPr>
            <p:cNvCxnSpPr/>
            <p:nvPr/>
          </p:nvCxnSpPr>
          <p:spPr>
            <a:xfrm>
              <a:off x="8313927" y="2241175"/>
              <a:ext cx="0" cy="2095500"/>
            </a:xfrm>
            <a:prstGeom prst="straightConnector1">
              <a:avLst/>
            </a:prstGeom>
            <a:grpFill/>
            <a:ln w="9525" cap="flat" cmpd="sng">
              <a:solidFill>
                <a:srgbClr val="1AB0A9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0" name="Google Shape;948;p37">
              <a:extLst>
                <a:ext uri="{FF2B5EF4-FFF2-40B4-BE49-F238E27FC236}">
                  <a16:creationId xmlns:a16="http://schemas.microsoft.com/office/drawing/2014/main" id="{5BAF6098-CC66-9CDE-7C41-4C7CB89A0260}"/>
                </a:ext>
              </a:extLst>
            </p:cNvPr>
            <p:cNvCxnSpPr/>
            <p:nvPr/>
          </p:nvCxnSpPr>
          <p:spPr>
            <a:xfrm>
              <a:off x="8238071" y="2241175"/>
              <a:ext cx="0" cy="2095500"/>
            </a:xfrm>
            <a:prstGeom prst="straightConnector1">
              <a:avLst/>
            </a:prstGeom>
            <a:grpFill/>
            <a:ln w="9525" cap="flat" cmpd="sng">
              <a:solidFill>
                <a:srgbClr val="1AB0A9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1" name="Google Shape;949;p37">
              <a:extLst>
                <a:ext uri="{FF2B5EF4-FFF2-40B4-BE49-F238E27FC236}">
                  <a16:creationId xmlns:a16="http://schemas.microsoft.com/office/drawing/2014/main" id="{DCF0D8D9-67FA-02BA-9005-070B4C665078}"/>
                </a:ext>
              </a:extLst>
            </p:cNvPr>
            <p:cNvCxnSpPr/>
            <p:nvPr/>
          </p:nvCxnSpPr>
          <p:spPr>
            <a:xfrm>
              <a:off x="8389783" y="2241175"/>
              <a:ext cx="0" cy="2095500"/>
            </a:xfrm>
            <a:prstGeom prst="straightConnector1">
              <a:avLst/>
            </a:prstGeom>
            <a:grpFill/>
            <a:ln w="9525" cap="flat" cmpd="sng">
              <a:solidFill>
                <a:srgbClr val="1AB0A9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2" name="Google Shape;950;p37">
              <a:extLst>
                <a:ext uri="{FF2B5EF4-FFF2-40B4-BE49-F238E27FC236}">
                  <a16:creationId xmlns:a16="http://schemas.microsoft.com/office/drawing/2014/main" id="{4ECDF49D-4554-934E-57B4-B9F15D369EAC}"/>
                </a:ext>
              </a:extLst>
            </p:cNvPr>
            <p:cNvCxnSpPr/>
            <p:nvPr/>
          </p:nvCxnSpPr>
          <p:spPr>
            <a:xfrm>
              <a:off x="8465638" y="2241175"/>
              <a:ext cx="0" cy="2095500"/>
            </a:xfrm>
            <a:prstGeom prst="straightConnector1">
              <a:avLst/>
            </a:prstGeom>
            <a:grpFill/>
            <a:ln w="9525" cap="flat" cmpd="sng">
              <a:solidFill>
                <a:srgbClr val="1AB0A9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3" name="Google Shape;951;p37">
              <a:extLst>
                <a:ext uri="{FF2B5EF4-FFF2-40B4-BE49-F238E27FC236}">
                  <a16:creationId xmlns:a16="http://schemas.microsoft.com/office/drawing/2014/main" id="{EBCFC5F1-73CA-2966-E0FC-E862957E2241}"/>
                </a:ext>
              </a:extLst>
            </p:cNvPr>
            <p:cNvCxnSpPr/>
            <p:nvPr/>
          </p:nvCxnSpPr>
          <p:spPr>
            <a:xfrm>
              <a:off x="8541494" y="2241175"/>
              <a:ext cx="0" cy="2095500"/>
            </a:xfrm>
            <a:prstGeom prst="straightConnector1">
              <a:avLst/>
            </a:prstGeom>
            <a:grpFill/>
            <a:ln w="9525" cap="flat" cmpd="sng">
              <a:solidFill>
                <a:srgbClr val="1AB0A9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4" name="Google Shape;952;p37">
              <a:extLst>
                <a:ext uri="{FF2B5EF4-FFF2-40B4-BE49-F238E27FC236}">
                  <a16:creationId xmlns:a16="http://schemas.microsoft.com/office/drawing/2014/main" id="{BDD25A27-07B1-84EF-7FED-CC48C9E2E147}"/>
                </a:ext>
              </a:extLst>
            </p:cNvPr>
            <p:cNvCxnSpPr/>
            <p:nvPr/>
          </p:nvCxnSpPr>
          <p:spPr>
            <a:xfrm>
              <a:off x="8617350" y="2241175"/>
              <a:ext cx="0" cy="2095500"/>
            </a:xfrm>
            <a:prstGeom prst="straightConnector1">
              <a:avLst/>
            </a:prstGeom>
            <a:grpFill/>
            <a:ln w="9525" cap="flat" cmpd="sng">
              <a:solidFill>
                <a:srgbClr val="1AB0A9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35" name="Título 1">
            <a:extLst>
              <a:ext uri="{FF2B5EF4-FFF2-40B4-BE49-F238E27FC236}">
                <a16:creationId xmlns:a16="http://schemas.microsoft.com/office/drawing/2014/main" id="{6C872E41-14B1-67B0-7131-F6B6256137E4}"/>
              </a:ext>
            </a:extLst>
          </p:cNvPr>
          <p:cNvSpPr txBox="1">
            <a:spLocks/>
          </p:cNvSpPr>
          <p:nvPr/>
        </p:nvSpPr>
        <p:spPr>
          <a:xfrm>
            <a:off x="737108" y="504150"/>
            <a:ext cx="8467638" cy="4554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Montserrat"/>
              <a:buNone/>
              <a:defRPr sz="52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Montserrat"/>
              <a:buNone/>
              <a:defRPr sz="52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Montserrat"/>
              <a:buNone/>
              <a:defRPr sz="52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Montserrat"/>
              <a:buNone/>
              <a:defRPr sz="52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Montserrat"/>
              <a:buNone/>
              <a:defRPr sz="52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Montserrat"/>
              <a:buNone/>
              <a:defRPr sz="52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Montserrat"/>
              <a:buNone/>
              <a:defRPr sz="52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Montserrat"/>
              <a:buNone/>
              <a:defRPr sz="52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Montserrat"/>
              <a:buNone/>
              <a:defRPr sz="52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algn="l"/>
            <a:r>
              <a:rPr lang="pt-BR" sz="2000" dirty="0">
                <a:latin typeface="+mj-lt"/>
                <a:cs typeface="Arial" panose="020B0604020202020204" pitchFamily="34" charset="0"/>
              </a:rPr>
              <a:t>Variação anual da visibilidade temática</a:t>
            </a:r>
          </a:p>
        </p:txBody>
      </p:sp>
      <p:cxnSp>
        <p:nvCxnSpPr>
          <p:cNvPr id="40" name="Conector reto 39">
            <a:extLst>
              <a:ext uri="{FF2B5EF4-FFF2-40B4-BE49-F238E27FC236}">
                <a16:creationId xmlns:a16="http://schemas.microsoft.com/office/drawing/2014/main" id="{8F53FDB3-E230-09B1-F6B2-8ACCF640E3BB}"/>
              </a:ext>
            </a:extLst>
          </p:cNvPr>
          <p:cNvCxnSpPr>
            <a:cxnSpLocks/>
          </p:cNvCxnSpPr>
          <p:nvPr/>
        </p:nvCxnSpPr>
        <p:spPr>
          <a:xfrm>
            <a:off x="-5" y="1114607"/>
            <a:ext cx="2796961" cy="0"/>
          </a:xfrm>
          <a:prstGeom prst="line">
            <a:avLst/>
          </a:prstGeom>
          <a:ln>
            <a:solidFill>
              <a:srgbClr val="00445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Google Shape;937;p37">
            <a:extLst>
              <a:ext uri="{FF2B5EF4-FFF2-40B4-BE49-F238E27FC236}">
                <a16:creationId xmlns:a16="http://schemas.microsoft.com/office/drawing/2014/main" id="{0ED926E8-3A17-45A0-02E5-C1814C6F09B9}"/>
              </a:ext>
            </a:extLst>
          </p:cNvPr>
          <p:cNvSpPr/>
          <p:nvPr/>
        </p:nvSpPr>
        <p:spPr>
          <a:xfrm flipH="1" flipV="1">
            <a:off x="8773117" y="52"/>
            <a:ext cx="369846" cy="249032"/>
          </a:xfrm>
          <a:custGeom>
            <a:avLst/>
            <a:gdLst>
              <a:gd name="connsiteX0" fmla="*/ 0 w 1414234"/>
              <a:gd name="connsiteY0" fmla="*/ 0 h 258097"/>
              <a:gd name="connsiteX1" fmla="*/ 1285186 w 1414234"/>
              <a:gd name="connsiteY1" fmla="*/ 0 h 258097"/>
              <a:gd name="connsiteX2" fmla="*/ 1414235 w 1414234"/>
              <a:gd name="connsiteY2" fmla="*/ 129049 h 258097"/>
              <a:gd name="connsiteX3" fmla="*/ 1414234 w 1414234"/>
              <a:gd name="connsiteY3" fmla="*/ 258097 h 258097"/>
              <a:gd name="connsiteX4" fmla="*/ 0 w 1414234"/>
              <a:gd name="connsiteY4" fmla="*/ 258097 h 258097"/>
              <a:gd name="connsiteX5" fmla="*/ 0 w 1414234"/>
              <a:gd name="connsiteY5" fmla="*/ 0 h 258097"/>
              <a:gd name="connsiteX0" fmla="*/ 0 w 1414235"/>
              <a:gd name="connsiteY0" fmla="*/ 0 h 258097"/>
              <a:gd name="connsiteX1" fmla="*/ 1285186 w 1414235"/>
              <a:gd name="connsiteY1" fmla="*/ 0 h 258097"/>
              <a:gd name="connsiteX2" fmla="*/ 1414235 w 1414235"/>
              <a:gd name="connsiteY2" fmla="*/ 129049 h 258097"/>
              <a:gd name="connsiteX3" fmla="*/ 1414234 w 1414235"/>
              <a:gd name="connsiteY3" fmla="*/ 258097 h 258097"/>
              <a:gd name="connsiteX4" fmla="*/ 243348 w 1414235"/>
              <a:gd name="connsiteY4" fmla="*/ 258097 h 258097"/>
              <a:gd name="connsiteX5" fmla="*/ 0 w 1414235"/>
              <a:gd name="connsiteY5" fmla="*/ 0 h 258097"/>
              <a:gd name="connsiteX0" fmla="*/ 0 w 1178260"/>
              <a:gd name="connsiteY0" fmla="*/ 7374 h 258097"/>
              <a:gd name="connsiteX1" fmla="*/ 1049211 w 1178260"/>
              <a:gd name="connsiteY1" fmla="*/ 0 h 258097"/>
              <a:gd name="connsiteX2" fmla="*/ 1178260 w 1178260"/>
              <a:gd name="connsiteY2" fmla="*/ 129049 h 258097"/>
              <a:gd name="connsiteX3" fmla="*/ 1178259 w 1178260"/>
              <a:gd name="connsiteY3" fmla="*/ 258097 h 258097"/>
              <a:gd name="connsiteX4" fmla="*/ 7373 w 1178260"/>
              <a:gd name="connsiteY4" fmla="*/ 258097 h 258097"/>
              <a:gd name="connsiteX5" fmla="*/ 0 w 1178260"/>
              <a:gd name="connsiteY5" fmla="*/ 7374 h 258097"/>
              <a:gd name="connsiteX0" fmla="*/ 0 w 1178260"/>
              <a:gd name="connsiteY0" fmla="*/ 7374 h 265471"/>
              <a:gd name="connsiteX1" fmla="*/ 1049211 w 1178260"/>
              <a:gd name="connsiteY1" fmla="*/ 0 h 265471"/>
              <a:gd name="connsiteX2" fmla="*/ 1178260 w 1178260"/>
              <a:gd name="connsiteY2" fmla="*/ 129049 h 265471"/>
              <a:gd name="connsiteX3" fmla="*/ 1178259 w 1178260"/>
              <a:gd name="connsiteY3" fmla="*/ 258097 h 265471"/>
              <a:gd name="connsiteX4" fmla="*/ 619431 w 1178260"/>
              <a:gd name="connsiteY4" fmla="*/ 265471 h 265471"/>
              <a:gd name="connsiteX5" fmla="*/ 0 w 1178260"/>
              <a:gd name="connsiteY5" fmla="*/ 7374 h 265471"/>
              <a:gd name="connsiteX0" fmla="*/ 0 w 566202"/>
              <a:gd name="connsiteY0" fmla="*/ 0 h 280219"/>
              <a:gd name="connsiteX1" fmla="*/ 437153 w 566202"/>
              <a:gd name="connsiteY1" fmla="*/ 14748 h 280219"/>
              <a:gd name="connsiteX2" fmla="*/ 566202 w 566202"/>
              <a:gd name="connsiteY2" fmla="*/ 143797 h 280219"/>
              <a:gd name="connsiteX3" fmla="*/ 566201 w 566202"/>
              <a:gd name="connsiteY3" fmla="*/ 272845 h 280219"/>
              <a:gd name="connsiteX4" fmla="*/ 7373 w 566202"/>
              <a:gd name="connsiteY4" fmla="*/ 280219 h 280219"/>
              <a:gd name="connsiteX5" fmla="*/ 0 w 566202"/>
              <a:gd name="connsiteY5" fmla="*/ 0 h 280219"/>
              <a:gd name="connsiteX0" fmla="*/ 0 w 566202"/>
              <a:gd name="connsiteY0" fmla="*/ 0 h 280219"/>
              <a:gd name="connsiteX1" fmla="*/ 437153 w 566202"/>
              <a:gd name="connsiteY1" fmla="*/ 14748 h 280219"/>
              <a:gd name="connsiteX2" fmla="*/ 566202 w 566202"/>
              <a:gd name="connsiteY2" fmla="*/ 143797 h 280219"/>
              <a:gd name="connsiteX3" fmla="*/ 566201 w 566202"/>
              <a:gd name="connsiteY3" fmla="*/ 272845 h 280219"/>
              <a:gd name="connsiteX4" fmla="*/ 58992 w 566202"/>
              <a:gd name="connsiteY4" fmla="*/ 280219 h 280219"/>
              <a:gd name="connsiteX5" fmla="*/ 0 w 566202"/>
              <a:gd name="connsiteY5" fmla="*/ 0 h 280219"/>
              <a:gd name="connsiteX0" fmla="*/ 0 w 566202"/>
              <a:gd name="connsiteY0" fmla="*/ 0 h 272845"/>
              <a:gd name="connsiteX1" fmla="*/ 437153 w 566202"/>
              <a:gd name="connsiteY1" fmla="*/ 14748 h 272845"/>
              <a:gd name="connsiteX2" fmla="*/ 566202 w 566202"/>
              <a:gd name="connsiteY2" fmla="*/ 143797 h 272845"/>
              <a:gd name="connsiteX3" fmla="*/ 566201 w 566202"/>
              <a:gd name="connsiteY3" fmla="*/ 272845 h 272845"/>
              <a:gd name="connsiteX4" fmla="*/ 209118 w 566202"/>
              <a:gd name="connsiteY4" fmla="*/ 262022 h 272845"/>
              <a:gd name="connsiteX5" fmla="*/ 0 w 566202"/>
              <a:gd name="connsiteY5" fmla="*/ 0 h 272845"/>
              <a:gd name="connsiteX0" fmla="*/ 0 w 366035"/>
              <a:gd name="connsiteY0" fmla="*/ 0 h 272845"/>
              <a:gd name="connsiteX1" fmla="*/ 236986 w 366035"/>
              <a:gd name="connsiteY1" fmla="*/ 14748 h 272845"/>
              <a:gd name="connsiteX2" fmla="*/ 366035 w 366035"/>
              <a:gd name="connsiteY2" fmla="*/ 143797 h 272845"/>
              <a:gd name="connsiteX3" fmla="*/ 366034 w 366035"/>
              <a:gd name="connsiteY3" fmla="*/ 272845 h 272845"/>
              <a:gd name="connsiteX4" fmla="*/ 8951 w 366035"/>
              <a:gd name="connsiteY4" fmla="*/ 262022 h 272845"/>
              <a:gd name="connsiteX5" fmla="*/ 0 w 366035"/>
              <a:gd name="connsiteY5" fmla="*/ 0 h 272845"/>
              <a:gd name="connsiteX0" fmla="*/ 0 w 366035"/>
              <a:gd name="connsiteY0" fmla="*/ 0 h 272845"/>
              <a:gd name="connsiteX1" fmla="*/ 236986 w 366035"/>
              <a:gd name="connsiteY1" fmla="*/ 14748 h 272845"/>
              <a:gd name="connsiteX2" fmla="*/ 366035 w 366035"/>
              <a:gd name="connsiteY2" fmla="*/ 143797 h 272845"/>
              <a:gd name="connsiteX3" fmla="*/ 366034 w 366035"/>
              <a:gd name="connsiteY3" fmla="*/ 272845 h 272845"/>
              <a:gd name="connsiteX4" fmla="*/ 99438 w 366035"/>
              <a:gd name="connsiteY4" fmla="*/ 247734 h 272845"/>
              <a:gd name="connsiteX5" fmla="*/ 0 w 366035"/>
              <a:gd name="connsiteY5" fmla="*/ 0 h 272845"/>
              <a:gd name="connsiteX0" fmla="*/ 0 w 366035"/>
              <a:gd name="connsiteY0" fmla="*/ 0 h 272845"/>
              <a:gd name="connsiteX1" fmla="*/ 236986 w 366035"/>
              <a:gd name="connsiteY1" fmla="*/ 14748 h 272845"/>
              <a:gd name="connsiteX2" fmla="*/ 366035 w 366035"/>
              <a:gd name="connsiteY2" fmla="*/ 143797 h 272845"/>
              <a:gd name="connsiteX3" fmla="*/ 366034 w 366035"/>
              <a:gd name="connsiteY3" fmla="*/ 272845 h 272845"/>
              <a:gd name="connsiteX4" fmla="*/ 25619 w 366035"/>
              <a:gd name="connsiteY4" fmla="*/ 259641 h 272845"/>
              <a:gd name="connsiteX5" fmla="*/ 0 w 366035"/>
              <a:gd name="connsiteY5" fmla="*/ 0 h 272845"/>
              <a:gd name="connsiteX0" fmla="*/ 5337 w 340416"/>
              <a:gd name="connsiteY0" fmla="*/ 0 h 268083"/>
              <a:gd name="connsiteX1" fmla="*/ 211367 w 340416"/>
              <a:gd name="connsiteY1" fmla="*/ 9986 h 268083"/>
              <a:gd name="connsiteX2" fmla="*/ 340416 w 340416"/>
              <a:gd name="connsiteY2" fmla="*/ 139035 h 268083"/>
              <a:gd name="connsiteX3" fmla="*/ 340415 w 340416"/>
              <a:gd name="connsiteY3" fmla="*/ 268083 h 268083"/>
              <a:gd name="connsiteX4" fmla="*/ 0 w 340416"/>
              <a:gd name="connsiteY4" fmla="*/ 254879 h 268083"/>
              <a:gd name="connsiteX5" fmla="*/ 5337 w 340416"/>
              <a:gd name="connsiteY5" fmla="*/ 0 h 268083"/>
              <a:gd name="connsiteX0" fmla="*/ 5337 w 353901"/>
              <a:gd name="connsiteY0" fmla="*/ 0 h 254879"/>
              <a:gd name="connsiteX1" fmla="*/ 211367 w 353901"/>
              <a:gd name="connsiteY1" fmla="*/ 9986 h 254879"/>
              <a:gd name="connsiteX2" fmla="*/ 340416 w 353901"/>
              <a:gd name="connsiteY2" fmla="*/ 139035 h 254879"/>
              <a:gd name="connsiteX3" fmla="*/ 349940 w 353901"/>
              <a:gd name="connsiteY3" fmla="*/ 253795 h 254879"/>
              <a:gd name="connsiteX4" fmla="*/ 0 w 353901"/>
              <a:gd name="connsiteY4" fmla="*/ 254879 h 254879"/>
              <a:gd name="connsiteX5" fmla="*/ 5337 w 353901"/>
              <a:gd name="connsiteY5" fmla="*/ 0 h 254879"/>
              <a:gd name="connsiteX0" fmla="*/ 7718 w 356282"/>
              <a:gd name="connsiteY0" fmla="*/ 0 h 253795"/>
              <a:gd name="connsiteX1" fmla="*/ 213748 w 356282"/>
              <a:gd name="connsiteY1" fmla="*/ 9986 h 253795"/>
              <a:gd name="connsiteX2" fmla="*/ 342797 w 356282"/>
              <a:gd name="connsiteY2" fmla="*/ 139035 h 253795"/>
              <a:gd name="connsiteX3" fmla="*/ 352321 w 356282"/>
              <a:gd name="connsiteY3" fmla="*/ 253795 h 253795"/>
              <a:gd name="connsiteX4" fmla="*/ 0 w 356282"/>
              <a:gd name="connsiteY4" fmla="*/ 226304 h 253795"/>
              <a:gd name="connsiteX5" fmla="*/ 7718 w 356282"/>
              <a:gd name="connsiteY5" fmla="*/ 0 h 253795"/>
              <a:gd name="connsiteX0" fmla="*/ 574 w 349138"/>
              <a:gd name="connsiteY0" fmla="*/ 0 h 257260"/>
              <a:gd name="connsiteX1" fmla="*/ 206604 w 349138"/>
              <a:gd name="connsiteY1" fmla="*/ 9986 h 257260"/>
              <a:gd name="connsiteX2" fmla="*/ 335653 w 349138"/>
              <a:gd name="connsiteY2" fmla="*/ 139035 h 257260"/>
              <a:gd name="connsiteX3" fmla="*/ 345177 w 349138"/>
              <a:gd name="connsiteY3" fmla="*/ 253795 h 257260"/>
              <a:gd name="connsiteX4" fmla="*/ 0 w 349138"/>
              <a:gd name="connsiteY4" fmla="*/ 257260 h 257260"/>
              <a:gd name="connsiteX5" fmla="*/ 574 w 349138"/>
              <a:gd name="connsiteY5" fmla="*/ 0 h 257260"/>
              <a:gd name="connsiteX0" fmla="*/ 574 w 359486"/>
              <a:gd name="connsiteY0" fmla="*/ 0 h 257260"/>
              <a:gd name="connsiteX1" fmla="*/ 206604 w 359486"/>
              <a:gd name="connsiteY1" fmla="*/ 9986 h 257260"/>
              <a:gd name="connsiteX2" fmla="*/ 335653 w 359486"/>
              <a:gd name="connsiteY2" fmla="*/ 139035 h 257260"/>
              <a:gd name="connsiteX3" fmla="*/ 359464 w 359486"/>
              <a:gd name="connsiteY3" fmla="*/ 253795 h 257260"/>
              <a:gd name="connsiteX4" fmla="*/ 0 w 359486"/>
              <a:gd name="connsiteY4" fmla="*/ 257260 h 257260"/>
              <a:gd name="connsiteX5" fmla="*/ 574 w 359486"/>
              <a:gd name="connsiteY5" fmla="*/ 0 h 257260"/>
              <a:gd name="connsiteX0" fmla="*/ 574 w 359486"/>
              <a:gd name="connsiteY0" fmla="*/ 0 h 257260"/>
              <a:gd name="connsiteX1" fmla="*/ 206604 w 359486"/>
              <a:gd name="connsiteY1" fmla="*/ 9986 h 257260"/>
              <a:gd name="connsiteX2" fmla="*/ 335653 w 359486"/>
              <a:gd name="connsiteY2" fmla="*/ 110460 h 257260"/>
              <a:gd name="connsiteX3" fmla="*/ 359464 w 359486"/>
              <a:gd name="connsiteY3" fmla="*/ 253795 h 257260"/>
              <a:gd name="connsiteX4" fmla="*/ 0 w 359486"/>
              <a:gd name="connsiteY4" fmla="*/ 257260 h 257260"/>
              <a:gd name="connsiteX5" fmla="*/ 574 w 359486"/>
              <a:gd name="connsiteY5" fmla="*/ 0 h 257260"/>
              <a:gd name="connsiteX0" fmla="*/ 574 w 365269"/>
              <a:gd name="connsiteY0" fmla="*/ 0 h 257260"/>
              <a:gd name="connsiteX1" fmla="*/ 206604 w 365269"/>
              <a:gd name="connsiteY1" fmla="*/ 9986 h 257260"/>
              <a:gd name="connsiteX2" fmla="*/ 359464 w 365269"/>
              <a:gd name="connsiteY2" fmla="*/ 253795 h 257260"/>
              <a:gd name="connsiteX3" fmla="*/ 0 w 365269"/>
              <a:gd name="connsiteY3" fmla="*/ 257260 h 257260"/>
              <a:gd name="connsiteX4" fmla="*/ 574 w 365269"/>
              <a:gd name="connsiteY4" fmla="*/ 0 h 257260"/>
              <a:gd name="connsiteX0" fmla="*/ 574 w 369846"/>
              <a:gd name="connsiteY0" fmla="*/ 0 h 257260"/>
              <a:gd name="connsiteX1" fmla="*/ 206604 w 369846"/>
              <a:gd name="connsiteY1" fmla="*/ 9986 h 257260"/>
              <a:gd name="connsiteX2" fmla="*/ 359464 w 369846"/>
              <a:gd name="connsiteY2" fmla="*/ 253795 h 257260"/>
              <a:gd name="connsiteX3" fmla="*/ 0 w 369846"/>
              <a:gd name="connsiteY3" fmla="*/ 257260 h 257260"/>
              <a:gd name="connsiteX4" fmla="*/ 574 w 369846"/>
              <a:gd name="connsiteY4" fmla="*/ 0 h 257260"/>
              <a:gd name="connsiteX0" fmla="*/ 574 w 369846"/>
              <a:gd name="connsiteY0" fmla="*/ 0 h 252497"/>
              <a:gd name="connsiteX1" fmla="*/ 206604 w 369846"/>
              <a:gd name="connsiteY1" fmla="*/ 5223 h 252497"/>
              <a:gd name="connsiteX2" fmla="*/ 359464 w 369846"/>
              <a:gd name="connsiteY2" fmla="*/ 249032 h 252497"/>
              <a:gd name="connsiteX3" fmla="*/ 0 w 369846"/>
              <a:gd name="connsiteY3" fmla="*/ 252497 h 252497"/>
              <a:gd name="connsiteX4" fmla="*/ 574 w 369846"/>
              <a:gd name="connsiteY4" fmla="*/ 0 h 252497"/>
              <a:gd name="connsiteX0" fmla="*/ 574 w 369846"/>
              <a:gd name="connsiteY0" fmla="*/ 0 h 249032"/>
              <a:gd name="connsiteX1" fmla="*/ 206604 w 369846"/>
              <a:gd name="connsiteY1" fmla="*/ 5223 h 249032"/>
              <a:gd name="connsiteX2" fmla="*/ 359464 w 369846"/>
              <a:gd name="connsiteY2" fmla="*/ 249032 h 249032"/>
              <a:gd name="connsiteX3" fmla="*/ 0 w 369846"/>
              <a:gd name="connsiteY3" fmla="*/ 245353 h 249032"/>
              <a:gd name="connsiteX4" fmla="*/ 574 w 369846"/>
              <a:gd name="connsiteY4" fmla="*/ 0 h 2490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69846" h="249032">
                <a:moveTo>
                  <a:pt x="574" y="0"/>
                </a:moveTo>
                <a:lnTo>
                  <a:pt x="206604" y="5223"/>
                </a:lnTo>
                <a:cubicBezTo>
                  <a:pt x="342619" y="42759"/>
                  <a:pt x="393898" y="207820"/>
                  <a:pt x="359464" y="249032"/>
                </a:cubicBezTo>
                <a:lnTo>
                  <a:pt x="0" y="245353"/>
                </a:lnTo>
                <a:cubicBezTo>
                  <a:pt x="191" y="159600"/>
                  <a:pt x="383" y="85753"/>
                  <a:pt x="574" y="0"/>
                </a:cubicBezTo>
                <a:close/>
              </a:path>
            </a:pathLst>
          </a:custGeom>
          <a:gradFill flip="none" rotWithShape="1">
            <a:gsLst>
              <a:gs pos="63000">
                <a:srgbClr val="06D1D7"/>
              </a:gs>
              <a:gs pos="33000">
                <a:srgbClr val="23A295"/>
              </a:gs>
              <a:gs pos="0">
                <a:srgbClr val="57F6A2"/>
              </a:gs>
              <a:gs pos="100000">
                <a:srgbClr val="1B2048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latin typeface="Maven Pro"/>
              <a:ea typeface="Maven Pro"/>
              <a:cs typeface="Maven Pro"/>
              <a:sym typeface="Maven Pro"/>
            </a:endParaRPr>
          </a:p>
        </p:txBody>
      </p:sp>
      <p:pic>
        <p:nvPicPr>
          <p:cNvPr id="39" name="Imagem 38">
            <a:extLst>
              <a:ext uri="{FF2B5EF4-FFF2-40B4-BE49-F238E27FC236}">
                <a16:creationId xmlns:a16="http://schemas.microsoft.com/office/drawing/2014/main" id="{C6ABAB50-B617-3D43-43EB-FCC67F4A9C2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931982" y="1174726"/>
            <a:ext cx="5580945" cy="37417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801082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91">
          <a:extLst>
            <a:ext uri="{FF2B5EF4-FFF2-40B4-BE49-F238E27FC236}">
              <a16:creationId xmlns:a16="http://schemas.microsoft.com/office/drawing/2014/main" id="{1D262387-C8A1-25F9-6C3E-AF80FC55AE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83" name="Gráfico 982">
            <a:extLst>
              <a:ext uri="{FF2B5EF4-FFF2-40B4-BE49-F238E27FC236}">
                <a16:creationId xmlns:a16="http://schemas.microsoft.com/office/drawing/2014/main" id="{5665AD78-8A7F-A64A-47D4-75223B77C18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471287" y="-176981"/>
            <a:ext cx="10434025" cy="5320297"/>
          </a:xfrm>
          <a:prstGeom prst="rect">
            <a:avLst/>
          </a:prstGeom>
        </p:spPr>
      </p:pic>
      <p:sp>
        <p:nvSpPr>
          <p:cNvPr id="2" name="Google Shape;932;p37">
            <a:extLst>
              <a:ext uri="{FF2B5EF4-FFF2-40B4-BE49-F238E27FC236}">
                <a16:creationId xmlns:a16="http://schemas.microsoft.com/office/drawing/2014/main" id="{D610AF86-2707-B41A-FB9F-D9987E8FAEB7}"/>
              </a:ext>
            </a:extLst>
          </p:cNvPr>
          <p:cNvSpPr txBox="1">
            <a:spLocks/>
          </p:cNvSpPr>
          <p:nvPr/>
        </p:nvSpPr>
        <p:spPr>
          <a:xfrm>
            <a:off x="7194305" y="528340"/>
            <a:ext cx="1661894" cy="2259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None/>
              <a:defRPr sz="28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None/>
              <a:defRPr sz="28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None/>
              <a:defRPr sz="28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None/>
              <a:defRPr sz="28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None/>
              <a:defRPr sz="28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None/>
              <a:defRPr sz="28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None/>
              <a:defRPr sz="28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None/>
              <a:defRPr sz="28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None/>
              <a:defRPr sz="28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r>
              <a:rPr lang="pt-BR" sz="600" b="0" dirty="0">
                <a:solidFill>
                  <a:srgbClr val="186E66"/>
                </a:solidFill>
                <a:latin typeface="+mj-lt"/>
                <a:cs typeface="Arial" panose="020B0604020202020204" pitchFamily="34" charset="0"/>
              </a:rPr>
              <a:t>Há mais de 60 anos pensando o Brasil</a:t>
            </a:r>
          </a:p>
        </p:txBody>
      </p:sp>
      <p:sp>
        <p:nvSpPr>
          <p:cNvPr id="3" name="Google Shape;936;p37">
            <a:extLst>
              <a:ext uri="{FF2B5EF4-FFF2-40B4-BE49-F238E27FC236}">
                <a16:creationId xmlns:a16="http://schemas.microsoft.com/office/drawing/2014/main" id="{DF3F7134-61F4-938B-65F9-7CBB68CD6E6A}"/>
              </a:ext>
            </a:extLst>
          </p:cNvPr>
          <p:cNvSpPr/>
          <p:nvPr/>
        </p:nvSpPr>
        <p:spPr>
          <a:xfrm flipH="1">
            <a:off x="7861193" y="4721150"/>
            <a:ext cx="1282656" cy="422165"/>
          </a:xfrm>
          <a:prstGeom prst="round1Rect">
            <a:avLst>
              <a:gd name="adj" fmla="val 50000"/>
            </a:avLst>
          </a:prstGeom>
          <a:solidFill>
            <a:srgbClr val="1B204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latin typeface="Maven Pro"/>
              <a:ea typeface="Maven Pro"/>
              <a:cs typeface="Maven Pro"/>
              <a:sym typeface="Maven Pro"/>
            </a:endParaRPr>
          </a:p>
        </p:txBody>
      </p:sp>
      <p:sp>
        <p:nvSpPr>
          <p:cNvPr id="4" name="Google Shape;937;p37">
            <a:extLst>
              <a:ext uri="{FF2B5EF4-FFF2-40B4-BE49-F238E27FC236}">
                <a16:creationId xmlns:a16="http://schemas.microsoft.com/office/drawing/2014/main" id="{AE6CE4D6-D642-3568-8EF0-D6A164DFB3A4}"/>
              </a:ext>
            </a:extLst>
          </p:cNvPr>
          <p:cNvSpPr/>
          <p:nvPr/>
        </p:nvSpPr>
        <p:spPr>
          <a:xfrm flipH="1">
            <a:off x="7588727" y="4912884"/>
            <a:ext cx="1555123" cy="230496"/>
          </a:xfrm>
          <a:prstGeom prst="round1Rect">
            <a:avLst>
              <a:gd name="adj" fmla="val 50000"/>
            </a:avLst>
          </a:prstGeom>
          <a:gradFill flip="none" rotWithShape="1">
            <a:gsLst>
              <a:gs pos="63000">
                <a:srgbClr val="06D1D7"/>
              </a:gs>
              <a:gs pos="33000">
                <a:srgbClr val="23A295"/>
              </a:gs>
              <a:gs pos="0">
                <a:srgbClr val="57F6A2"/>
              </a:gs>
              <a:gs pos="100000">
                <a:srgbClr val="1B2048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latin typeface="Maven Pro"/>
              <a:ea typeface="Maven Pro"/>
              <a:cs typeface="Maven Pro"/>
              <a:sym typeface="Maven Pro"/>
            </a:endParaRPr>
          </a:p>
        </p:txBody>
      </p:sp>
      <p:grpSp>
        <p:nvGrpSpPr>
          <p:cNvPr id="5" name="Google Shape;938;p37">
            <a:extLst>
              <a:ext uri="{FF2B5EF4-FFF2-40B4-BE49-F238E27FC236}">
                <a16:creationId xmlns:a16="http://schemas.microsoft.com/office/drawing/2014/main" id="{1CE91194-75A9-271B-122D-26E211FC067A}"/>
              </a:ext>
            </a:extLst>
          </p:cNvPr>
          <p:cNvGrpSpPr/>
          <p:nvPr/>
        </p:nvGrpSpPr>
        <p:grpSpPr>
          <a:xfrm>
            <a:off x="8644350" y="4276582"/>
            <a:ext cx="423698" cy="551579"/>
            <a:chOff x="7631225" y="2241175"/>
            <a:chExt cx="986125" cy="2095500"/>
          </a:xfrm>
          <a:gradFill>
            <a:gsLst>
              <a:gs pos="53000">
                <a:srgbClr val="23A295"/>
              </a:gs>
              <a:gs pos="0">
                <a:srgbClr val="57F6A2"/>
              </a:gs>
              <a:gs pos="100000">
                <a:srgbClr val="1B2048"/>
              </a:gs>
            </a:gsLst>
            <a:lin ang="5400000" scaled="1"/>
          </a:gradFill>
        </p:grpSpPr>
        <p:cxnSp>
          <p:nvCxnSpPr>
            <p:cNvPr id="6" name="Google Shape;939;p37">
              <a:extLst>
                <a:ext uri="{FF2B5EF4-FFF2-40B4-BE49-F238E27FC236}">
                  <a16:creationId xmlns:a16="http://schemas.microsoft.com/office/drawing/2014/main" id="{4619EAC3-236E-A63C-3638-BE22237E6F39}"/>
                </a:ext>
              </a:extLst>
            </p:cNvPr>
            <p:cNvCxnSpPr/>
            <p:nvPr/>
          </p:nvCxnSpPr>
          <p:spPr>
            <a:xfrm>
              <a:off x="7631225" y="2241175"/>
              <a:ext cx="0" cy="2095500"/>
            </a:xfrm>
            <a:prstGeom prst="straightConnector1">
              <a:avLst/>
            </a:prstGeom>
            <a:grpFill/>
            <a:ln w="9525" cap="flat" cmpd="sng">
              <a:solidFill>
                <a:srgbClr val="1AB0A9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7" name="Google Shape;940;p37">
              <a:extLst>
                <a:ext uri="{FF2B5EF4-FFF2-40B4-BE49-F238E27FC236}">
                  <a16:creationId xmlns:a16="http://schemas.microsoft.com/office/drawing/2014/main" id="{AC50A2C5-32DB-72F7-D3BF-772B17950783}"/>
                </a:ext>
              </a:extLst>
            </p:cNvPr>
            <p:cNvCxnSpPr/>
            <p:nvPr/>
          </p:nvCxnSpPr>
          <p:spPr>
            <a:xfrm>
              <a:off x="7707081" y="2241175"/>
              <a:ext cx="0" cy="2095500"/>
            </a:xfrm>
            <a:prstGeom prst="straightConnector1">
              <a:avLst/>
            </a:prstGeom>
            <a:grpFill/>
            <a:ln w="9525" cap="flat" cmpd="sng">
              <a:solidFill>
                <a:srgbClr val="1AB0A9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8" name="Google Shape;941;p37">
              <a:extLst>
                <a:ext uri="{FF2B5EF4-FFF2-40B4-BE49-F238E27FC236}">
                  <a16:creationId xmlns:a16="http://schemas.microsoft.com/office/drawing/2014/main" id="{D9007F00-2D30-6AAD-BF31-7C2CFB09A158}"/>
                </a:ext>
              </a:extLst>
            </p:cNvPr>
            <p:cNvCxnSpPr/>
            <p:nvPr/>
          </p:nvCxnSpPr>
          <p:spPr>
            <a:xfrm>
              <a:off x="7782937" y="2241175"/>
              <a:ext cx="0" cy="2095500"/>
            </a:xfrm>
            <a:prstGeom prst="straightConnector1">
              <a:avLst/>
            </a:prstGeom>
            <a:grpFill/>
            <a:ln w="9525" cap="flat" cmpd="sng">
              <a:solidFill>
                <a:srgbClr val="1AB0A9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9" name="Google Shape;942;p37">
              <a:extLst>
                <a:ext uri="{FF2B5EF4-FFF2-40B4-BE49-F238E27FC236}">
                  <a16:creationId xmlns:a16="http://schemas.microsoft.com/office/drawing/2014/main" id="{84A36C9E-7C78-E11C-32AC-EA07F25E1C58}"/>
                </a:ext>
              </a:extLst>
            </p:cNvPr>
            <p:cNvCxnSpPr/>
            <p:nvPr/>
          </p:nvCxnSpPr>
          <p:spPr>
            <a:xfrm>
              <a:off x="7858792" y="2241175"/>
              <a:ext cx="0" cy="2095500"/>
            </a:xfrm>
            <a:prstGeom prst="straightConnector1">
              <a:avLst/>
            </a:prstGeom>
            <a:grpFill/>
            <a:ln w="9525" cap="flat" cmpd="sng">
              <a:solidFill>
                <a:srgbClr val="1AB0A9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0" name="Google Shape;943;p37">
              <a:extLst>
                <a:ext uri="{FF2B5EF4-FFF2-40B4-BE49-F238E27FC236}">
                  <a16:creationId xmlns:a16="http://schemas.microsoft.com/office/drawing/2014/main" id="{B4B1E0E9-50DE-BF3B-9218-DBB35A38B761}"/>
                </a:ext>
              </a:extLst>
            </p:cNvPr>
            <p:cNvCxnSpPr/>
            <p:nvPr/>
          </p:nvCxnSpPr>
          <p:spPr>
            <a:xfrm>
              <a:off x="8010504" y="2241175"/>
              <a:ext cx="0" cy="2095500"/>
            </a:xfrm>
            <a:prstGeom prst="straightConnector1">
              <a:avLst/>
            </a:prstGeom>
            <a:grpFill/>
            <a:ln w="9525" cap="flat" cmpd="sng">
              <a:solidFill>
                <a:srgbClr val="1AB0A9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1" name="Google Shape;944;p37">
              <a:extLst>
                <a:ext uri="{FF2B5EF4-FFF2-40B4-BE49-F238E27FC236}">
                  <a16:creationId xmlns:a16="http://schemas.microsoft.com/office/drawing/2014/main" id="{D1DAD31F-25C9-56CB-875B-1272524710B6}"/>
                </a:ext>
              </a:extLst>
            </p:cNvPr>
            <p:cNvCxnSpPr/>
            <p:nvPr/>
          </p:nvCxnSpPr>
          <p:spPr>
            <a:xfrm>
              <a:off x="8162215" y="2241175"/>
              <a:ext cx="0" cy="2095500"/>
            </a:xfrm>
            <a:prstGeom prst="straightConnector1">
              <a:avLst/>
            </a:prstGeom>
            <a:grpFill/>
            <a:ln w="9525" cap="flat" cmpd="sng">
              <a:solidFill>
                <a:srgbClr val="1AB0A9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2" name="Google Shape;945;p37">
              <a:extLst>
                <a:ext uri="{FF2B5EF4-FFF2-40B4-BE49-F238E27FC236}">
                  <a16:creationId xmlns:a16="http://schemas.microsoft.com/office/drawing/2014/main" id="{C67797F8-420C-9101-42BC-62EDB1D66720}"/>
                </a:ext>
              </a:extLst>
            </p:cNvPr>
            <p:cNvCxnSpPr/>
            <p:nvPr/>
          </p:nvCxnSpPr>
          <p:spPr>
            <a:xfrm>
              <a:off x="8313927" y="2241175"/>
              <a:ext cx="0" cy="2095500"/>
            </a:xfrm>
            <a:prstGeom prst="straightConnector1">
              <a:avLst/>
            </a:prstGeom>
            <a:grpFill/>
            <a:ln w="9525" cap="flat" cmpd="sng">
              <a:solidFill>
                <a:srgbClr val="1AB0A9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3" name="Google Shape;946;p37">
              <a:extLst>
                <a:ext uri="{FF2B5EF4-FFF2-40B4-BE49-F238E27FC236}">
                  <a16:creationId xmlns:a16="http://schemas.microsoft.com/office/drawing/2014/main" id="{A3037121-836D-F336-B096-FB4E0AD133F7}"/>
                </a:ext>
              </a:extLst>
            </p:cNvPr>
            <p:cNvCxnSpPr/>
            <p:nvPr/>
          </p:nvCxnSpPr>
          <p:spPr>
            <a:xfrm>
              <a:off x="7934648" y="2241175"/>
              <a:ext cx="0" cy="2095500"/>
            </a:xfrm>
            <a:prstGeom prst="straightConnector1">
              <a:avLst/>
            </a:prstGeom>
            <a:grpFill/>
            <a:ln w="9525" cap="flat" cmpd="sng">
              <a:solidFill>
                <a:srgbClr val="1AB0A9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4" name="Google Shape;947;p37">
              <a:extLst>
                <a:ext uri="{FF2B5EF4-FFF2-40B4-BE49-F238E27FC236}">
                  <a16:creationId xmlns:a16="http://schemas.microsoft.com/office/drawing/2014/main" id="{27E5A68B-E10F-6D2F-0604-4B9998CFAC46}"/>
                </a:ext>
              </a:extLst>
            </p:cNvPr>
            <p:cNvCxnSpPr/>
            <p:nvPr/>
          </p:nvCxnSpPr>
          <p:spPr>
            <a:xfrm>
              <a:off x="8086360" y="2241175"/>
              <a:ext cx="0" cy="2095500"/>
            </a:xfrm>
            <a:prstGeom prst="straightConnector1">
              <a:avLst/>
            </a:prstGeom>
            <a:grpFill/>
            <a:ln w="9525" cap="flat" cmpd="sng">
              <a:solidFill>
                <a:srgbClr val="1AB0A9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5" name="Google Shape;948;p37">
              <a:extLst>
                <a:ext uri="{FF2B5EF4-FFF2-40B4-BE49-F238E27FC236}">
                  <a16:creationId xmlns:a16="http://schemas.microsoft.com/office/drawing/2014/main" id="{BE34896D-7934-78C0-EBE4-59F1131C4AD0}"/>
                </a:ext>
              </a:extLst>
            </p:cNvPr>
            <p:cNvCxnSpPr/>
            <p:nvPr/>
          </p:nvCxnSpPr>
          <p:spPr>
            <a:xfrm>
              <a:off x="8238071" y="2241175"/>
              <a:ext cx="0" cy="2095500"/>
            </a:xfrm>
            <a:prstGeom prst="straightConnector1">
              <a:avLst/>
            </a:prstGeom>
            <a:grpFill/>
            <a:ln w="9525" cap="flat" cmpd="sng">
              <a:solidFill>
                <a:srgbClr val="1AB0A9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6" name="Google Shape;949;p37">
              <a:extLst>
                <a:ext uri="{FF2B5EF4-FFF2-40B4-BE49-F238E27FC236}">
                  <a16:creationId xmlns:a16="http://schemas.microsoft.com/office/drawing/2014/main" id="{6876637E-59E6-CD9E-2A32-F86764972F00}"/>
                </a:ext>
              </a:extLst>
            </p:cNvPr>
            <p:cNvCxnSpPr/>
            <p:nvPr/>
          </p:nvCxnSpPr>
          <p:spPr>
            <a:xfrm>
              <a:off x="8389783" y="2241175"/>
              <a:ext cx="0" cy="2095500"/>
            </a:xfrm>
            <a:prstGeom prst="straightConnector1">
              <a:avLst/>
            </a:prstGeom>
            <a:grpFill/>
            <a:ln w="9525" cap="flat" cmpd="sng">
              <a:solidFill>
                <a:srgbClr val="1AB0A9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7" name="Google Shape;950;p37">
              <a:extLst>
                <a:ext uri="{FF2B5EF4-FFF2-40B4-BE49-F238E27FC236}">
                  <a16:creationId xmlns:a16="http://schemas.microsoft.com/office/drawing/2014/main" id="{5C4BF154-E2C2-8EEB-5B16-74FB524F3C44}"/>
                </a:ext>
              </a:extLst>
            </p:cNvPr>
            <p:cNvCxnSpPr/>
            <p:nvPr/>
          </p:nvCxnSpPr>
          <p:spPr>
            <a:xfrm>
              <a:off x="8465638" y="2241175"/>
              <a:ext cx="0" cy="2095500"/>
            </a:xfrm>
            <a:prstGeom prst="straightConnector1">
              <a:avLst/>
            </a:prstGeom>
            <a:grpFill/>
            <a:ln w="9525" cap="flat" cmpd="sng">
              <a:solidFill>
                <a:srgbClr val="1AB0A9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8" name="Google Shape;951;p37">
              <a:extLst>
                <a:ext uri="{FF2B5EF4-FFF2-40B4-BE49-F238E27FC236}">
                  <a16:creationId xmlns:a16="http://schemas.microsoft.com/office/drawing/2014/main" id="{B634E892-B688-E3DE-3880-2A7E8C3D4A2D}"/>
                </a:ext>
              </a:extLst>
            </p:cNvPr>
            <p:cNvCxnSpPr/>
            <p:nvPr/>
          </p:nvCxnSpPr>
          <p:spPr>
            <a:xfrm>
              <a:off x="8541494" y="2241175"/>
              <a:ext cx="0" cy="2095500"/>
            </a:xfrm>
            <a:prstGeom prst="straightConnector1">
              <a:avLst/>
            </a:prstGeom>
            <a:grpFill/>
            <a:ln w="9525" cap="flat" cmpd="sng">
              <a:solidFill>
                <a:srgbClr val="1AB0A9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9" name="Google Shape;952;p37">
              <a:extLst>
                <a:ext uri="{FF2B5EF4-FFF2-40B4-BE49-F238E27FC236}">
                  <a16:creationId xmlns:a16="http://schemas.microsoft.com/office/drawing/2014/main" id="{BA975088-EC7D-65BB-F8E7-47C80060E8AF}"/>
                </a:ext>
              </a:extLst>
            </p:cNvPr>
            <p:cNvCxnSpPr/>
            <p:nvPr/>
          </p:nvCxnSpPr>
          <p:spPr>
            <a:xfrm>
              <a:off x="8617350" y="2241175"/>
              <a:ext cx="0" cy="2095500"/>
            </a:xfrm>
            <a:prstGeom prst="straightConnector1">
              <a:avLst/>
            </a:prstGeom>
            <a:grpFill/>
            <a:ln w="9525" cap="flat" cmpd="sng">
              <a:solidFill>
                <a:srgbClr val="1AB0A9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20" name="Google Shape;954;p37">
            <a:extLst>
              <a:ext uri="{FF2B5EF4-FFF2-40B4-BE49-F238E27FC236}">
                <a16:creationId xmlns:a16="http://schemas.microsoft.com/office/drawing/2014/main" id="{DDADD5BC-C731-AECE-8C7A-230CF72DFC80}"/>
              </a:ext>
            </a:extLst>
          </p:cNvPr>
          <p:cNvSpPr/>
          <p:nvPr/>
        </p:nvSpPr>
        <p:spPr>
          <a:xfrm>
            <a:off x="0" y="4680042"/>
            <a:ext cx="922564" cy="463274"/>
          </a:xfrm>
          <a:prstGeom prst="rect">
            <a:avLst/>
          </a:prstGeom>
          <a:gradFill>
            <a:gsLst>
              <a:gs pos="33000">
                <a:srgbClr val="23A295"/>
              </a:gs>
              <a:gs pos="0">
                <a:srgbClr val="57F6A2"/>
              </a:gs>
              <a:gs pos="100000">
                <a:srgbClr val="1B2048"/>
              </a:gs>
            </a:gsLst>
            <a:path path="circle">
              <a:fillToRect l="100000" t="100000"/>
            </a:path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dirty="0">
              <a:latin typeface="Maven Pro"/>
              <a:ea typeface="Maven Pro"/>
              <a:cs typeface="Maven Pro"/>
              <a:sym typeface="Maven Pro"/>
            </a:endParaRPr>
          </a:p>
        </p:txBody>
      </p:sp>
      <p:sp>
        <p:nvSpPr>
          <p:cNvPr id="21" name="Google Shape;955;p37">
            <a:extLst>
              <a:ext uri="{FF2B5EF4-FFF2-40B4-BE49-F238E27FC236}">
                <a16:creationId xmlns:a16="http://schemas.microsoft.com/office/drawing/2014/main" id="{85575EA4-E636-BFB9-4E0A-0C1E53B96B98}"/>
              </a:ext>
            </a:extLst>
          </p:cNvPr>
          <p:cNvSpPr/>
          <p:nvPr/>
        </p:nvSpPr>
        <p:spPr>
          <a:xfrm>
            <a:off x="0" y="4912883"/>
            <a:ext cx="1663658" cy="230641"/>
          </a:xfrm>
          <a:prstGeom prst="round1Rect">
            <a:avLst>
              <a:gd name="adj" fmla="val 50000"/>
            </a:avLst>
          </a:prstGeom>
          <a:solidFill>
            <a:srgbClr val="1B204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latin typeface="Maven Pro"/>
              <a:ea typeface="Maven Pro"/>
              <a:cs typeface="Maven Pro"/>
              <a:sym typeface="Maven Pro"/>
            </a:endParaRPr>
          </a:p>
        </p:txBody>
      </p:sp>
      <p:grpSp>
        <p:nvGrpSpPr>
          <p:cNvPr id="22" name="Agrupar 21">
            <a:extLst>
              <a:ext uri="{FF2B5EF4-FFF2-40B4-BE49-F238E27FC236}">
                <a16:creationId xmlns:a16="http://schemas.microsoft.com/office/drawing/2014/main" id="{04AFDAA0-3C1A-539C-9E39-349E56245F80}"/>
              </a:ext>
            </a:extLst>
          </p:cNvPr>
          <p:cNvGrpSpPr/>
          <p:nvPr/>
        </p:nvGrpSpPr>
        <p:grpSpPr>
          <a:xfrm>
            <a:off x="7070035" y="156184"/>
            <a:ext cx="1722295" cy="405506"/>
            <a:chOff x="4782913" y="272045"/>
            <a:chExt cx="3752189" cy="883435"/>
          </a:xfrm>
        </p:grpSpPr>
        <p:pic>
          <p:nvPicPr>
            <p:cNvPr id="23" name="Imagem 22" descr="Interface gráfica do usuário, Texto&#10;&#10;O conteúdo gerado por IA pode estar incorreto.">
              <a:extLst>
                <a:ext uri="{FF2B5EF4-FFF2-40B4-BE49-F238E27FC236}">
                  <a16:creationId xmlns:a16="http://schemas.microsoft.com/office/drawing/2014/main" id="{8FDC4EFB-FECF-D36B-EC12-D347E3F26866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4782913" y="272045"/>
              <a:ext cx="3752189" cy="883435"/>
            </a:xfrm>
            <a:prstGeom prst="rect">
              <a:avLst/>
            </a:prstGeom>
          </p:spPr>
        </p:pic>
        <p:cxnSp>
          <p:nvCxnSpPr>
            <p:cNvPr id="24" name="Conector reto 23">
              <a:extLst>
                <a:ext uri="{FF2B5EF4-FFF2-40B4-BE49-F238E27FC236}">
                  <a16:creationId xmlns:a16="http://schemas.microsoft.com/office/drawing/2014/main" id="{9F267CBD-CA45-2CC3-3043-3F1C39BF440A}"/>
                </a:ext>
              </a:extLst>
            </p:cNvPr>
            <p:cNvCxnSpPr>
              <a:cxnSpLocks/>
            </p:cNvCxnSpPr>
            <p:nvPr/>
          </p:nvCxnSpPr>
          <p:spPr>
            <a:xfrm>
              <a:off x="5253460" y="1066595"/>
              <a:ext cx="3264536" cy="16228"/>
            </a:xfrm>
            <a:prstGeom prst="line">
              <a:avLst/>
            </a:prstGeom>
            <a:ln>
              <a:solidFill>
                <a:srgbClr val="00445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5" name="Google Shape;936;p37">
            <a:extLst>
              <a:ext uri="{FF2B5EF4-FFF2-40B4-BE49-F238E27FC236}">
                <a16:creationId xmlns:a16="http://schemas.microsoft.com/office/drawing/2014/main" id="{1073072A-2FB0-A63F-8EB5-4FF6E16EAF6A}"/>
              </a:ext>
            </a:extLst>
          </p:cNvPr>
          <p:cNvSpPr/>
          <p:nvPr/>
        </p:nvSpPr>
        <p:spPr>
          <a:xfrm rot="16200000" flipH="1" flipV="1">
            <a:off x="-26331" y="5857"/>
            <a:ext cx="636272" cy="583606"/>
          </a:xfrm>
          <a:custGeom>
            <a:avLst/>
            <a:gdLst>
              <a:gd name="connsiteX0" fmla="*/ 0 w 1440059"/>
              <a:gd name="connsiteY0" fmla="*/ 0 h 583600"/>
              <a:gd name="connsiteX1" fmla="*/ 1148259 w 1440059"/>
              <a:gd name="connsiteY1" fmla="*/ 0 h 583600"/>
              <a:gd name="connsiteX2" fmla="*/ 1440059 w 1440059"/>
              <a:gd name="connsiteY2" fmla="*/ 291800 h 583600"/>
              <a:gd name="connsiteX3" fmla="*/ 1440059 w 1440059"/>
              <a:gd name="connsiteY3" fmla="*/ 583600 h 583600"/>
              <a:gd name="connsiteX4" fmla="*/ 0 w 1440059"/>
              <a:gd name="connsiteY4" fmla="*/ 583600 h 583600"/>
              <a:gd name="connsiteX5" fmla="*/ 0 w 1440059"/>
              <a:gd name="connsiteY5" fmla="*/ 0 h 583600"/>
              <a:gd name="connsiteX0" fmla="*/ 612059 w 1440059"/>
              <a:gd name="connsiteY0" fmla="*/ 0 h 583603"/>
              <a:gd name="connsiteX1" fmla="*/ 1148259 w 1440059"/>
              <a:gd name="connsiteY1" fmla="*/ 3 h 583603"/>
              <a:gd name="connsiteX2" fmla="*/ 1440059 w 1440059"/>
              <a:gd name="connsiteY2" fmla="*/ 291803 h 583603"/>
              <a:gd name="connsiteX3" fmla="*/ 1440059 w 1440059"/>
              <a:gd name="connsiteY3" fmla="*/ 583603 h 583603"/>
              <a:gd name="connsiteX4" fmla="*/ 0 w 1440059"/>
              <a:gd name="connsiteY4" fmla="*/ 583603 h 583603"/>
              <a:gd name="connsiteX5" fmla="*/ 612059 w 1440059"/>
              <a:gd name="connsiteY5" fmla="*/ 0 h 583603"/>
              <a:gd name="connsiteX0" fmla="*/ 0 w 828000"/>
              <a:gd name="connsiteY0" fmla="*/ 0 h 583603"/>
              <a:gd name="connsiteX1" fmla="*/ 536200 w 828000"/>
              <a:gd name="connsiteY1" fmla="*/ 3 h 583603"/>
              <a:gd name="connsiteX2" fmla="*/ 828000 w 828000"/>
              <a:gd name="connsiteY2" fmla="*/ 291803 h 583603"/>
              <a:gd name="connsiteX3" fmla="*/ 828000 w 828000"/>
              <a:gd name="connsiteY3" fmla="*/ 583603 h 583603"/>
              <a:gd name="connsiteX4" fmla="*/ 191728 w 828000"/>
              <a:gd name="connsiteY4" fmla="*/ 576229 h 583603"/>
              <a:gd name="connsiteX5" fmla="*/ 0 w 828000"/>
              <a:gd name="connsiteY5" fmla="*/ 0 h 583603"/>
              <a:gd name="connsiteX0" fmla="*/ 14749 w 636272"/>
              <a:gd name="connsiteY0" fmla="*/ 0 h 583606"/>
              <a:gd name="connsiteX1" fmla="*/ 344472 w 636272"/>
              <a:gd name="connsiteY1" fmla="*/ 6 h 583606"/>
              <a:gd name="connsiteX2" fmla="*/ 636272 w 636272"/>
              <a:gd name="connsiteY2" fmla="*/ 291806 h 583606"/>
              <a:gd name="connsiteX3" fmla="*/ 636272 w 636272"/>
              <a:gd name="connsiteY3" fmla="*/ 583606 h 583606"/>
              <a:gd name="connsiteX4" fmla="*/ 0 w 636272"/>
              <a:gd name="connsiteY4" fmla="*/ 576232 h 583606"/>
              <a:gd name="connsiteX5" fmla="*/ 14749 w 636272"/>
              <a:gd name="connsiteY5" fmla="*/ 0 h 5836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36272" h="583606">
                <a:moveTo>
                  <a:pt x="14749" y="0"/>
                </a:moveTo>
                <a:lnTo>
                  <a:pt x="344472" y="6"/>
                </a:lnTo>
                <a:cubicBezTo>
                  <a:pt x="505629" y="6"/>
                  <a:pt x="636272" y="130649"/>
                  <a:pt x="636272" y="291806"/>
                </a:cubicBezTo>
                <a:lnTo>
                  <a:pt x="636272" y="583606"/>
                </a:lnTo>
                <a:lnTo>
                  <a:pt x="0" y="576232"/>
                </a:lnTo>
                <a:lnTo>
                  <a:pt x="14749" y="0"/>
                </a:lnTo>
                <a:close/>
              </a:path>
            </a:pathLst>
          </a:custGeom>
          <a:solidFill>
            <a:srgbClr val="1B204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latin typeface="Maven Pro"/>
              <a:ea typeface="Maven Pro"/>
              <a:cs typeface="Maven Pro"/>
              <a:sym typeface="Maven Pro"/>
            </a:endParaRPr>
          </a:p>
        </p:txBody>
      </p:sp>
      <p:sp>
        <p:nvSpPr>
          <p:cNvPr id="26" name="Google Shape;937;p37">
            <a:extLst>
              <a:ext uri="{FF2B5EF4-FFF2-40B4-BE49-F238E27FC236}">
                <a16:creationId xmlns:a16="http://schemas.microsoft.com/office/drawing/2014/main" id="{A03B07C5-F9C4-573C-08D3-9130DEF8E035}"/>
              </a:ext>
            </a:extLst>
          </p:cNvPr>
          <p:cNvSpPr/>
          <p:nvPr/>
        </p:nvSpPr>
        <p:spPr>
          <a:xfrm rot="16200000" flipH="1" flipV="1">
            <a:off x="-223281" y="212082"/>
            <a:ext cx="765195" cy="318641"/>
          </a:xfrm>
          <a:custGeom>
            <a:avLst/>
            <a:gdLst>
              <a:gd name="connsiteX0" fmla="*/ 0 w 1745961"/>
              <a:gd name="connsiteY0" fmla="*/ 0 h 318637"/>
              <a:gd name="connsiteX1" fmla="*/ 1586643 w 1745961"/>
              <a:gd name="connsiteY1" fmla="*/ 0 h 318637"/>
              <a:gd name="connsiteX2" fmla="*/ 1745962 w 1745961"/>
              <a:gd name="connsiteY2" fmla="*/ 159319 h 318637"/>
              <a:gd name="connsiteX3" fmla="*/ 1745961 w 1745961"/>
              <a:gd name="connsiteY3" fmla="*/ 318637 h 318637"/>
              <a:gd name="connsiteX4" fmla="*/ 0 w 1745961"/>
              <a:gd name="connsiteY4" fmla="*/ 318637 h 318637"/>
              <a:gd name="connsiteX5" fmla="*/ 0 w 1745961"/>
              <a:gd name="connsiteY5" fmla="*/ 0 h 318637"/>
              <a:gd name="connsiteX0" fmla="*/ 980768 w 1745962"/>
              <a:gd name="connsiteY0" fmla="*/ 0 h 318637"/>
              <a:gd name="connsiteX1" fmla="*/ 1586643 w 1745962"/>
              <a:gd name="connsiteY1" fmla="*/ 0 h 318637"/>
              <a:gd name="connsiteX2" fmla="*/ 1745962 w 1745962"/>
              <a:gd name="connsiteY2" fmla="*/ 159319 h 318637"/>
              <a:gd name="connsiteX3" fmla="*/ 1745961 w 1745962"/>
              <a:gd name="connsiteY3" fmla="*/ 318637 h 318637"/>
              <a:gd name="connsiteX4" fmla="*/ 0 w 1745962"/>
              <a:gd name="connsiteY4" fmla="*/ 318637 h 318637"/>
              <a:gd name="connsiteX5" fmla="*/ 980768 w 1745962"/>
              <a:gd name="connsiteY5" fmla="*/ 0 h 318637"/>
              <a:gd name="connsiteX0" fmla="*/ 1 w 765195"/>
              <a:gd name="connsiteY0" fmla="*/ 0 h 318641"/>
              <a:gd name="connsiteX1" fmla="*/ 605876 w 765195"/>
              <a:gd name="connsiteY1" fmla="*/ 0 h 318641"/>
              <a:gd name="connsiteX2" fmla="*/ 765195 w 765195"/>
              <a:gd name="connsiteY2" fmla="*/ 159319 h 318641"/>
              <a:gd name="connsiteX3" fmla="*/ 765194 w 765195"/>
              <a:gd name="connsiteY3" fmla="*/ 318637 h 318641"/>
              <a:gd name="connsiteX4" fmla="*/ 0 w 765195"/>
              <a:gd name="connsiteY4" fmla="*/ 318641 h 318641"/>
              <a:gd name="connsiteX5" fmla="*/ 1 w 765195"/>
              <a:gd name="connsiteY5" fmla="*/ 0 h 3186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765195" h="318641">
                <a:moveTo>
                  <a:pt x="1" y="0"/>
                </a:moveTo>
                <a:lnTo>
                  <a:pt x="605876" y="0"/>
                </a:lnTo>
                <a:cubicBezTo>
                  <a:pt x="693865" y="0"/>
                  <a:pt x="765195" y="71330"/>
                  <a:pt x="765195" y="159319"/>
                </a:cubicBezTo>
                <a:cubicBezTo>
                  <a:pt x="765195" y="212425"/>
                  <a:pt x="765194" y="265531"/>
                  <a:pt x="765194" y="318637"/>
                </a:cubicBezTo>
                <a:lnTo>
                  <a:pt x="0" y="318641"/>
                </a:lnTo>
                <a:cubicBezTo>
                  <a:pt x="0" y="212427"/>
                  <a:pt x="1" y="106214"/>
                  <a:pt x="1" y="0"/>
                </a:cubicBezTo>
                <a:close/>
              </a:path>
            </a:pathLst>
          </a:custGeom>
          <a:gradFill flip="none" rotWithShape="1">
            <a:gsLst>
              <a:gs pos="63000">
                <a:srgbClr val="06D1D7"/>
              </a:gs>
              <a:gs pos="33000">
                <a:srgbClr val="23A295"/>
              </a:gs>
              <a:gs pos="0">
                <a:srgbClr val="57F6A2"/>
              </a:gs>
              <a:gs pos="100000">
                <a:srgbClr val="1B2048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latin typeface="Maven Pro"/>
              <a:ea typeface="Maven Pro"/>
              <a:cs typeface="Maven Pro"/>
              <a:sym typeface="Maven Pro"/>
            </a:endParaRPr>
          </a:p>
        </p:txBody>
      </p:sp>
      <p:grpSp>
        <p:nvGrpSpPr>
          <p:cNvPr id="28" name="Google Shape;938;p37">
            <a:extLst>
              <a:ext uri="{FF2B5EF4-FFF2-40B4-BE49-F238E27FC236}">
                <a16:creationId xmlns:a16="http://schemas.microsoft.com/office/drawing/2014/main" id="{EA22FEB2-052D-19F3-33B2-9973F6DD15C0}"/>
              </a:ext>
            </a:extLst>
          </p:cNvPr>
          <p:cNvGrpSpPr/>
          <p:nvPr/>
        </p:nvGrpSpPr>
        <p:grpSpPr>
          <a:xfrm rot="16200000">
            <a:off x="720348" y="-178200"/>
            <a:ext cx="368002" cy="860760"/>
            <a:chOff x="8238071" y="2241175"/>
            <a:chExt cx="379279" cy="2095500"/>
          </a:xfrm>
          <a:gradFill>
            <a:gsLst>
              <a:gs pos="53000">
                <a:srgbClr val="23A295"/>
              </a:gs>
              <a:gs pos="0">
                <a:srgbClr val="57F6A2"/>
              </a:gs>
              <a:gs pos="100000">
                <a:srgbClr val="1B2048"/>
              </a:gs>
            </a:gsLst>
            <a:lin ang="5400000" scaled="1"/>
          </a:gradFill>
        </p:grpSpPr>
        <p:cxnSp>
          <p:nvCxnSpPr>
            <p:cNvPr id="29" name="Google Shape;945;p37">
              <a:extLst>
                <a:ext uri="{FF2B5EF4-FFF2-40B4-BE49-F238E27FC236}">
                  <a16:creationId xmlns:a16="http://schemas.microsoft.com/office/drawing/2014/main" id="{6CD9EDE2-52F0-0DC6-C23E-6F6B2D069189}"/>
                </a:ext>
              </a:extLst>
            </p:cNvPr>
            <p:cNvCxnSpPr/>
            <p:nvPr/>
          </p:nvCxnSpPr>
          <p:spPr>
            <a:xfrm>
              <a:off x="8313927" y="2241175"/>
              <a:ext cx="0" cy="2095500"/>
            </a:xfrm>
            <a:prstGeom prst="straightConnector1">
              <a:avLst/>
            </a:prstGeom>
            <a:grpFill/>
            <a:ln w="9525" cap="flat" cmpd="sng">
              <a:solidFill>
                <a:srgbClr val="1AB0A9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0" name="Google Shape;948;p37">
              <a:extLst>
                <a:ext uri="{FF2B5EF4-FFF2-40B4-BE49-F238E27FC236}">
                  <a16:creationId xmlns:a16="http://schemas.microsoft.com/office/drawing/2014/main" id="{A44C4B98-0D72-CD82-DC9F-237A466576F1}"/>
                </a:ext>
              </a:extLst>
            </p:cNvPr>
            <p:cNvCxnSpPr/>
            <p:nvPr/>
          </p:nvCxnSpPr>
          <p:spPr>
            <a:xfrm>
              <a:off x="8238071" y="2241175"/>
              <a:ext cx="0" cy="2095500"/>
            </a:xfrm>
            <a:prstGeom prst="straightConnector1">
              <a:avLst/>
            </a:prstGeom>
            <a:grpFill/>
            <a:ln w="9525" cap="flat" cmpd="sng">
              <a:solidFill>
                <a:srgbClr val="1AB0A9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1" name="Google Shape;949;p37">
              <a:extLst>
                <a:ext uri="{FF2B5EF4-FFF2-40B4-BE49-F238E27FC236}">
                  <a16:creationId xmlns:a16="http://schemas.microsoft.com/office/drawing/2014/main" id="{C5B9708D-1C1B-2002-6C4F-55780837BAB5}"/>
                </a:ext>
              </a:extLst>
            </p:cNvPr>
            <p:cNvCxnSpPr/>
            <p:nvPr/>
          </p:nvCxnSpPr>
          <p:spPr>
            <a:xfrm>
              <a:off x="8389783" y="2241175"/>
              <a:ext cx="0" cy="2095500"/>
            </a:xfrm>
            <a:prstGeom prst="straightConnector1">
              <a:avLst/>
            </a:prstGeom>
            <a:grpFill/>
            <a:ln w="9525" cap="flat" cmpd="sng">
              <a:solidFill>
                <a:srgbClr val="1AB0A9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2" name="Google Shape;950;p37">
              <a:extLst>
                <a:ext uri="{FF2B5EF4-FFF2-40B4-BE49-F238E27FC236}">
                  <a16:creationId xmlns:a16="http://schemas.microsoft.com/office/drawing/2014/main" id="{77C0CF9D-A1F6-7EFB-95D5-FA27240E8599}"/>
                </a:ext>
              </a:extLst>
            </p:cNvPr>
            <p:cNvCxnSpPr/>
            <p:nvPr/>
          </p:nvCxnSpPr>
          <p:spPr>
            <a:xfrm>
              <a:off x="8465638" y="2241175"/>
              <a:ext cx="0" cy="2095500"/>
            </a:xfrm>
            <a:prstGeom prst="straightConnector1">
              <a:avLst/>
            </a:prstGeom>
            <a:grpFill/>
            <a:ln w="9525" cap="flat" cmpd="sng">
              <a:solidFill>
                <a:srgbClr val="1AB0A9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3" name="Google Shape;951;p37">
              <a:extLst>
                <a:ext uri="{FF2B5EF4-FFF2-40B4-BE49-F238E27FC236}">
                  <a16:creationId xmlns:a16="http://schemas.microsoft.com/office/drawing/2014/main" id="{F281A358-063E-ACD6-A509-4AFEA3BC70B6}"/>
                </a:ext>
              </a:extLst>
            </p:cNvPr>
            <p:cNvCxnSpPr/>
            <p:nvPr/>
          </p:nvCxnSpPr>
          <p:spPr>
            <a:xfrm>
              <a:off x="8541494" y="2241175"/>
              <a:ext cx="0" cy="2095500"/>
            </a:xfrm>
            <a:prstGeom prst="straightConnector1">
              <a:avLst/>
            </a:prstGeom>
            <a:grpFill/>
            <a:ln w="9525" cap="flat" cmpd="sng">
              <a:solidFill>
                <a:srgbClr val="1AB0A9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4" name="Google Shape;952;p37">
              <a:extLst>
                <a:ext uri="{FF2B5EF4-FFF2-40B4-BE49-F238E27FC236}">
                  <a16:creationId xmlns:a16="http://schemas.microsoft.com/office/drawing/2014/main" id="{E8093146-C25C-6508-0BF1-6B115D289B84}"/>
                </a:ext>
              </a:extLst>
            </p:cNvPr>
            <p:cNvCxnSpPr/>
            <p:nvPr/>
          </p:nvCxnSpPr>
          <p:spPr>
            <a:xfrm>
              <a:off x="8617350" y="2241175"/>
              <a:ext cx="0" cy="2095500"/>
            </a:xfrm>
            <a:prstGeom prst="straightConnector1">
              <a:avLst/>
            </a:prstGeom>
            <a:grpFill/>
            <a:ln w="9525" cap="flat" cmpd="sng">
              <a:solidFill>
                <a:srgbClr val="1AB0A9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35" name="Título 1">
            <a:extLst>
              <a:ext uri="{FF2B5EF4-FFF2-40B4-BE49-F238E27FC236}">
                <a16:creationId xmlns:a16="http://schemas.microsoft.com/office/drawing/2014/main" id="{3AFE730F-32C5-768D-81F7-3AF91E4EB685}"/>
              </a:ext>
            </a:extLst>
          </p:cNvPr>
          <p:cNvSpPr txBox="1">
            <a:spLocks/>
          </p:cNvSpPr>
          <p:nvPr/>
        </p:nvSpPr>
        <p:spPr>
          <a:xfrm>
            <a:off x="737108" y="504150"/>
            <a:ext cx="8467638" cy="4554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Montserrat"/>
              <a:buNone/>
              <a:defRPr sz="52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Montserrat"/>
              <a:buNone/>
              <a:defRPr sz="52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Montserrat"/>
              <a:buNone/>
              <a:defRPr sz="52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Montserrat"/>
              <a:buNone/>
              <a:defRPr sz="52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Montserrat"/>
              <a:buNone/>
              <a:defRPr sz="52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Montserrat"/>
              <a:buNone/>
              <a:defRPr sz="52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Montserrat"/>
              <a:buNone/>
              <a:defRPr sz="52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Montserrat"/>
              <a:buNone/>
              <a:defRPr sz="52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Montserrat"/>
              <a:buNone/>
              <a:defRPr sz="52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algn="l"/>
            <a:r>
              <a:rPr lang="pt-BR" sz="2000" dirty="0">
                <a:latin typeface="+mj-lt"/>
                <a:cs typeface="Arial" panose="020B0604020202020204" pitchFamily="34" charset="0"/>
              </a:rPr>
              <a:t>Interpretação dos principais padrões</a:t>
            </a:r>
          </a:p>
        </p:txBody>
      </p:sp>
      <p:cxnSp>
        <p:nvCxnSpPr>
          <p:cNvPr id="40" name="Conector reto 39">
            <a:extLst>
              <a:ext uri="{FF2B5EF4-FFF2-40B4-BE49-F238E27FC236}">
                <a16:creationId xmlns:a16="http://schemas.microsoft.com/office/drawing/2014/main" id="{A961F8B1-D059-D5B4-D83E-195BDC7CC435}"/>
              </a:ext>
            </a:extLst>
          </p:cNvPr>
          <p:cNvCxnSpPr>
            <a:cxnSpLocks/>
          </p:cNvCxnSpPr>
          <p:nvPr/>
        </p:nvCxnSpPr>
        <p:spPr>
          <a:xfrm>
            <a:off x="-5" y="1114607"/>
            <a:ext cx="2796961" cy="0"/>
          </a:xfrm>
          <a:prstGeom prst="line">
            <a:avLst/>
          </a:prstGeom>
          <a:ln>
            <a:solidFill>
              <a:srgbClr val="00445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Google Shape;937;p37">
            <a:extLst>
              <a:ext uri="{FF2B5EF4-FFF2-40B4-BE49-F238E27FC236}">
                <a16:creationId xmlns:a16="http://schemas.microsoft.com/office/drawing/2014/main" id="{B4AAA47C-66B8-7808-67D3-4BB309C3CB38}"/>
              </a:ext>
            </a:extLst>
          </p:cNvPr>
          <p:cNvSpPr/>
          <p:nvPr/>
        </p:nvSpPr>
        <p:spPr>
          <a:xfrm flipH="1" flipV="1">
            <a:off x="8773117" y="52"/>
            <a:ext cx="369846" cy="249032"/>
          </a:xfrm>
          <a:custGeom>
            <a:avLst/>
            <a:gdLst>
              <a:gd name="connsiteX0" fmla="*/ 0 w 1414234"/>
              <a:gd name="connsiteY0" fmla="*/ 0 h 258097"/>
              <a:gd name="connsiteX1" fmla="*/ 1285186 w 1414234"/>
              <a:gd name="connsiteY1" fmla="*/ 0 h 258097"/>
              <a:gd name="connsiteX2" fmla="*/ 1414235 w 1414234"/>
              <a:gd name="connsiteY2" fmla="*/ 129049 h 258097"/>
              <a:gd name="connsiteX3" fmla="*/ 1414234 w 1414234"/>
              <a:gd name="connsiteY3" fmla="*/ 258097 h 258097"/>
              <a:gd name="connsiteX4" fmla="*/ 0 w 1414234"/>
              <a:gd name="connsiteY4" fmla="*/ 258097 h 258097"/>
              <a:gd name="connsiteX5" fmla="*/ 0 w 1414234"/>
              <a:gd name="connsiteY5" fmla="*/ 0 h 258097"/>
              <a:gd name="connsiteX0" fmla="*/ 0 w 1414235"/>
              <a:gd name="connsiteY0" fmla="*/ 0 h 258097"/>
              <a:gd name="connsiteX1" fmla="*/ 1285186 w 1414235"/>
              <a:gd name="connsiteY1" fmla="*/ 0 h 258097"/>
              <a:gd name="connsiteX2" fmla="*/ 1414235 w 1414235"/>
              <a:gd name="connsiteY2" fmla="*/ 129049 h 258097"/>
              <a:gd name="connsiteX3" fmla="*/ 1414234 w 1414235"/>
              <a:gd name="connsiteY3" fmla="*/ 258097 h 258097"/>
              <a:gd name="connsiteX4" fmla="*/ 243348 w 1414235"/>
              <a:gd name="connsiteY4" fmla="*/ 258097 h 258097"/>
              <a:gd name="connsiteX5" fmla="*/ 0 w 1414235"/>
              <a:gd name="connsiteY5" fmla="*/ 0 h 258097"/>
              <a:gd name="connsiteX0" fmla="*/ 0 w 1178260"/>
              <a:gd name="connsiteY0" fmla="*/ 7374 h 258097"/>
              <a:gd name="connsiteX1" fmla="*/ 1049211 w 1178260"/>
              <a:gd name="connsiteY1" fmla="*/ 0 h 258097"/>
              <a:gd name="connsiteX2" fmla="*/ 1178260 w 1178260"/>
              <a:gd name="connsiteY2" fmla="*/ 129049 h 258097"/>
              <a:gd name="connsiteX3" fmla="*/ 1178259 w 1178260"/>
              <a:gd name="connsiteY3" fmla="*/ 258097 h 258097"/>
              <a:gd name="connsiteX4" fmla="*/ 7373 w 1178260"/>
              <a:gd name="connsiteY4" fmla="*/ 258097 h 258097"/>
              <a:gd name="connsiteX5" fmla="*/ 0 w 1178260"/>
              <a:gd name="connsiteY5" fmla="*/ 7374 h 258097"/>
              <a:gd name="connsiteX0" fmla="*/ 0 w 1178260"/>
              <a:gd name="connsiteY0" fmla="*/ 7374 h 265471"/>
              <a:gd name="connsiteX1" fmla="*/ 1049211 w 1178260"/>
              <a:gd name="connsiteY1" fmla="*/ 0 h 265471"/>
              <a:gd name="connsiteX2" fmla="*/ 1178260 w 1178260"/>
              <a:gd name="connsiteY2" fmla="*/ 129049 h 265471"/>
              <a:gd name="connsiteX3" fmla="*/ 1178259 w 1178260"/>
              <a:gd name="connsiteY3" fmla="*/ 258097 h 265471"/>
              <a:gd name="connsiteX4" fmla="*/ 619431 w 1178260"/>
              <a:gd name="connsiteY4" fmla="*/ 265471 h 265471"/>
              <a:gd name="connsiteX5" fmla="*/ 0 w 1178260"/>
              <a:gd name="connsiteY5" fmla="*/ 7374 h 265471"/>
              <a:gd name="connsiteX0" fmla="*/ 0 w 566202"/>
              <a:gd name="connsiteY0" fmla="*/ 0 h 280219"/>
              <a:gd name="connsiteX1" fmla="*/ 437153 w 566202"/>
              <a:gd name="connsiteY1" fmla="*/ 14748 h 280219"/>
              <a:gd name="connsiteX2" fmla="*/ 566202 w 566202"/>
              <a:gd name="connsiteY2" fmla="*/ 143797 h 280219"/>
              <a:gd name="connsiteX3" fmla="*/ 566201 w 566202"/>
              <a:gd name="connsiteY3" fmla="*/ 272845 h 280219"/>
              <a:gd name="connsiteX4" fmla="*/ 7373 w 566202"/>
              <a:gd name="connsiteY4" fmla="*/ 280219 h 280219"/>
              <a:gd name="connsiteX5" fmla="*/ 0 w 566202"/>
              <a:gd name="connsiteY5" fmla="*/ 0 h 280219"/>
              <a:gd name="connsiteX0" fmla="*/ 0 w 566202"/>
              <a:gd name="connsiteY0" fmla="*/ 0 h 280219"/>
              <a:gd name="connsiteX1" fmla="*/ 437153 w 566202"/>
              <a:gd name="connsiteY1" fmla="*/ 14748 h 280219"/>
              <a:gd name="connsiteX2" fmla="*/ 566202 w 566202"/>
              <a:gd name="connsiteY2" fmla="*/ 143797 h 280219"/>
              <a:gd name="connsiteX3" fmla="*/ 566201 w 566202"/>
              <a:gd name="connsiteY3" fmla="*/ 272845 h 280219"/>
              <a:gd name="connsiteX4" fmla="*/ 58992 w 566202"/>
              <a:gd name="connsiteY4" fmla="*/ 280219 h 280219"/>
              <a:gd name="connsiteX5" fmla="*/ 0 w 566202"/>
              <a:gd name="connsiteY5" fmla="*/ 0 h 280219"/>
              <a:gd name="connsiteX0" fmla="*/ 0 w 566202"/>
              <a:gd name="connsiteY0" fmla="*/ 0 h 272845"/>
              <a:gd name="connsiteX1" fmla="*/ 437153 w 566202"/>
              <a:gd name="connsiteY1" fmla="*/ 14748 h 272845"/>
              <a:gd name="connsiteX2" fmla="*/ 566202 w 566202"/>
              <a:gd name="connsiteY2" fmla="*/ 143797 h 272845"/>
              <a:gd name="connsiteX3" fmla="*/ 566201 w 566202"/>
              <a:gd name="connsiteY3" fmla="*/ 272845 h 272845"/>
              <a:gd name="connsiteX4" fmla="*/ 209118 w 566202"/>
              <a:gd name="connsiteY4" fmla="*/ 262022 h 272845"/>
              <a:gd name="connsiteX5" fmla="*/ 0 w 566202"/>
              <a:gd name="connsiteY5" fmla="*/ 0 h 272845"/>
              <a:gd name="connsiteX0" fmla="*/ 0 w 366035"/>
              <a:gd name="connsiteY0" fmla="*/ 0 h 272845"/>
              <a:gd name="connsiteX1" fmla="*/ 236986 w 366035"/>
              <a:gd name="connsiteY1" fmla="*/ 14748 h 272845"/>
              <a:gd name="connsiteX2" fmla="*/ 366035 w 366035"/>
              <a:gd name="connsiteY2" fmla="*/ 143797 h 272845"/>
              <a:gd name="connsiteX3" fmla="*/ 366034 w 366035"/>
              <a:gd name="connsiteY3" fmla="*/ 272845 h 272845"/>
              <a:gd name="connsiteX4" fmla="*/ 8951 w 366035"/>
              <a:gd name="connsiteY4" fmla="*/ 262022 h 272845"/>
              <a:gd name="connsiteX5" fmla="*/ 0 w 366035"/>
              <a:gd name="connsiteY5" fmla="*/ 0 h 272845"/>
              <a:gd name="connsiteX0" fmla="*/ 0 w 366035"/>
              <a:gd name="connsiteY0" fmla="*/ 0 h 272845"/>
              <a:gd name="connsiteX1" fmla="*/ 236986 w 366035"/>
              <a:gd name="connsiteY1" fmla="*/ 14748 h 272845"/>
              <a:gd name="connsiteX2" fmla="*/ 366035 w 366035"/>
              <a:gd name="connsiteY2" fmla="*/ 143797 h 272845"/>
              <a:gd name="connsiteX3" fmla="*/ 366034 w 366035"/>
              <a:gd name="connsiteY3" fmla="*/ 272845 h 272845"/>
              <a:gd name="connsiteX4" fmla="*/ 99438 w 366035"/>
              <a:gd name="connsiteY4" fmla="*/ 247734 h 272845"/>
              <a:gd name="connsiteX5" fmla="*/ 0 w 366035"/>
              <a:gd name="connsiteY5" fmla="*/ 0 h 272845"/>
              <a:gd name="connsiteX0" fmla="*/ 0 w 366035"/>
              <a:gd name="connsiteY0" fmla="*/ 0 h 272845"/>
              <a:gd name="connsiteX1" fmla="*/ 236986 w 366035"/>
              <a:gd name="connsiteY1" fmla="*/ 14748 h 272845"/>
              <a:gd name="connsiteX2" fmla="*/ 366035 w 366035"/>
              <a:gd name="connsiteY2" fmla="*/ 143797 h 272845"/>
              <a:gd name="connsiteX3" fmla="*/ 366034 w 366035"/>
              <a:gd name="connsiteY3" fmla="*/ 272845 h 272845"/>
              <a:gd name="connsiteX4" fmla="*/ 25619 w 366035"/>
              <a:gd name="connsiteY4" fmla="*/ 259641 h 272845"/>
              <a:gd name="connsiteX5" fmla="*/ 0 w 366035"/>
              <a:gd name="connsiteY5" fmla="*/ 0 h 272845"/>
              <a:gd name="connsiteX0" fmla="*/ 5337 w 340416"/>
              <a:gd name="connsiteY0" fmla="*/ 0 h 268083"/>
              <a:gd name="connsiteX1" fmla="*/ 211367 w 340416"/>
              <a:gd name="connsiteY1" fmla="*/ 9986 h 268083"/>
              <a:gd name="connsiteX2" fmla="*/ 340416 w 340416"/>
              <a:gd name="connsiteY2" fmla="*/ 139035 h 268083"/>
              <a:gd name="connsiteX3" fmla="*/ 340415 w 340416"/>
              <a:gd name="connsiteY3" fmla="*/ 268083 h 268083"/>
              <a:gd name="connsiteX4" fmla="*/ 0 w 340416"/>
              <a:gd name="connsiteY4" fmla="*/ 254879 h 268083"/>
              <a:gd name="connsiteX5" fmla="*/ 5337 w 340416"/>
              <a:gd name="connsiteY5" fmla="*/ 0 h 268083"/>
              <a:gd name="connsiteX0" fmla="*/ 5337 w 353901"/>
              <a:gd name="connsiteY0" fmla="*/ 0 h 254879"/>
              <a:gd name="connsiteX1" fmla="*/ 211367 w 353901"/>
              <a:gd name="connsiteY1" fmla="*/ 9986 h 254879"/>
              <a:gd name="connsiteX2" fmla="*/ 340416 w 353901"/>
              <a:gd name="connsiteY2" fmla="*/ 139035 h 254879"/>
              <a:gd name="connsiteX3" fmla="*/ 349940 w 353901"/>
              <a:gd name="connsiteY3" fmla="*/ 253795 h 254879"/>
              <a:gd name="connsiteX4" fmla="*/ 0 w 353901"/>
              <a:gd name="connsiteY4" fmla="*/ 254879 h 254879"/>
              <a:gd name="connsiteX5" fmla="*/ 5337 w 353901"/>
              <a:gd name="connsiteY5" fmla="*/ 0 h 254879"/>
              <a:gd name="connsiteX0" fmla="*/ 7718 w 356282"/>
              <a:gd name="connsiteY0" fmla="*/ 0 h 253795"/>
              <a:gd name="connsiteX1" fmla="*/ 213748 w 356282"/>
              <a:gd name="connsiteY1" fmla="*/ 9986 h 253795"/>
              <a:gd name="connsiteX2" fmla="*/ 342797 w 356282"/>
              <a:gd name="connsiteY2" fmla="*/ 139035 h 253795"/>
              <a:gd name="connsiteX3" fmla="*/ 352321 w 356282"/>
              <a:gd name="connsiteY3" fmla="*/ 253795 h 253795"/>
              <a:gd name="connsiteX4" fmla="*/ 0 w 356282"/>
              <a:gd name="connsiteY4" fmla="*/ 226304 h 253795"/>
              <a:gd name="connsiteX5" fmla="*/ 7718 w 356282"/>
              <a:gd name="connsiteY5" fmla="*/ 0 h 253795"/>
              <a:gd name="connsiteX0" fmla="*/ 574 w 349138"/>
              <a:gd name="connsiteY0" fmla="*/ 0 h 257260"/>
              <a:gd name="connsiteX1" fmla="*/ 206604 w 349138"/>
              <a:gd name="connsiteY1" fmla="*/ 9986 h 257260"/>
              <a:gd name="connsiteX2" fmla="*/ 335653 w 349138"/>
              <a:gd name="connsiteY2" fmla="*/ 139035 h 257260"/>
              <a:gd name="connsiteX3" fmla="*/ 345177 w 349138"/>
              <a:gd name="connsiteY3" fmla="*/ 253795 h 257260"/>
              <a:gd name="connsiteX4" fmla="*/ 0 w 349138"/>
              <a:gd name="connsiteY4" fmla="*/ 257260 h 257260"/>
              <a:gd name="connsiteX5" fmla="*/ 574 w 349138"/>
              <a:gd name="connsiteY5" fmla="*/ 0 h 257260"/>
              <a:gd name="connsiteX0" fmla="*/ 574 w 359486"/>
              <a:gd name="connsiteY0" fmla="*/ 0 h 257260"/>
              <a:gd name="connsiteX1" fmla="*/ 206604 w 359486"/>
              <a:gd name="connsiteY1" fmla="*/ 9986 h 257260"/>
              <a:gd name="connsiteX2" fmla="*/ 335653 w 359486"/>
              <a:gd name="connsiteY2" fmla="*/ 139035 h 257260"/>
              <a:gd name="connsiteX3" fmla="*/ 359464 w 359486"/>
              <a:gd name="connsiteY3" fmla="*/ 253795 h 257260"/>
              <a:gd name="connsiteX4" fmla="*/ 0 w 359486"/>
              <a:gd name="connsiteY4" fmla="*/ 257260 h 257260"/>
              <a:gd name="connsiteX5" fmla="*/ 574 w 359486"/>
              <a:gd name="connsiteY5" fmla="*/ 0 h 257260"/>
              <a:gd name="connsiteX0" fmla="*/ 574 w 359486"/>
              <a:gd name="connsiteY0" fmla="*/ 0 h 257260"/>
              <a:gd name="connsiteX1" fmla="*/ 206604 w 359486"/>
              <a:gd name="connsiteY1" fmla="*/ 9986 h 257260"/>
              <a:gd name="connsiteX2" fmla="*/ 335653 w 359486"/>
              <a:gd name="connsiteY2" fmla="*/ 110460 h 257260"/>
              <a:gd name="connsiteX3" fmla="*/ 359464 w 359486"/>
              <a:gd name="connsiteY3" fmla="*/ 253795 h 257260"/>
              <a:gd name="connsiteX4" fmla="*/ 0 w 359486"/>
              <a:gd name="connsiteY4" fmla="*/ 257260 h 257260"/>
              <a:gd name="connsiteX5" fmla="*/ 574 w 359486"/>
              <a:gd name="connsiteY5" fmla="*/ 0 h 257260"/>
              <a:gd name="connsiteX0" fmla="*/ 574 w 365269"/>
              <a:gd name="connsiteY0" fmla="*/ 0 h 257260"/>
              <a:gd name="connsiteX1" fmla="*/ 206604 w 365269"/>
              <a:gd name="connsiteY1" fmla="*/ 9986 h 257260"/>
              <a:gd name="connsiteX2" fmla="*/ 359464 w 365269"/>
              <a:gd name="connsiteY2" fmla="*/ 253795 h 257260"/>
              <a:gd name="connsiteX3" fmla="*/ 0 w 365269"/>
              <a:gd name="connsiteY3" fmla="*/ 257260 h 257260"/>
              <a:gd name="connsiteX4" fmla="*/ 574 w 365269"/>
              <a:gd name="connsiteY4" fmla="*/ 0 h 257260"/>
              <a:gd name="connsiteX0" fmla="*/ 574 w 369846"/>
              <a:gd name="connsiteY0" fmla="*/ 0 h 257260"/>
              <a:gd name="connsiteX1" fmla="*/ 206604 w 369846"/>
              <a:gd name="connsiteY1" fmla="*/ 9986 h 257260"/>
              <a:gd name="connsiteX2" fmla="*/ 359464 w 369846"/>
              <a:gd name="connsiteY2" fmla="*/ 253795 h 257260"/>
              <a:gd name="connsiteX3" fmla="*/ 0 w 369846"/>
              <a:gd name="connsiteY3" fmla="*/ 257260 h 257260"/>
              <a:gd name="connsiteX4" fmla="*/ 574 w 369846"/>
              <a:gd name="connsiteY4" fmla="*/ 0 h 257260"/>
              <a:gd name="connsiteX0" fmla="*/ 574 w 369846"/>
              <a:gd name="connsiteY0" fmla="*/ 0 h 252497"/>
              <a:gd name="connsiteX1" fmla="*/ 206604 w 369846"/>
              <a:gd name="connsiteY1" fmla="*/ 5223 h 252497"/>
              <a:gd name="connsiteX2" fmla="*/ 359464 w 369846"/>
              <a:gd name="connsiteY2" fmla="*/ 249032 h 252497"/>
              <a:gd name="connsiteX3" fmla="*/ 0 w 369846"/>
              <a:gd name="connsiteY3" fmla="*/ 252497 h 252497"/>
              <a:gd name="connsiteX4" fmla="*/ 574 w 369846"/>
              <a:gd name="connsiteY4" fmla="*/ 0 h 252497"/>
              <a:gd name="connsiteX0" fmla="*/ 574 w 369846"/>
              <a:gd name="connsiteY0" fmla="*/ 0 h 249032"/>
              <a:gd name="connsiteX1" fmla="*/ 206604 w 369846"/>
              <a:gd name="connsiteY1" fmla="*/ 5223 h 249032"/>
              <a:gd name="connsiteX2" fmla="*/ 359464 w 369846"/>
              <a:gd name="connsiteY2" fmla="*/ 249032 h 249032"/>
              <a:gd name="connsiteX3" fmla="*/ 0 w 369846"/>
              <a:gd name="connsiteY3" fmla="*/ 245353 h 249032"/>
              <a:gd name="connsiteX4" fmla="*/ 574 w 369846"/>
              <a:gd name="connsiteY4" fmla="*/ 0 h 2490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69846" h="249032">
                <a:moveTo>
                  <a:pt x="574" y="0"/>
                </a:moveTo>
                <a:lnTo>
                  <a:pt x="206604" y="5223"/>
                </a:lnTo>
                <a:cubicBezTo>
                  <a:pt x="342619" y="42759"/>
                  <a:pt x="393898" y="207820"/>
                  <a:pt x="359464" y="249032"/>
                </a:cubicBezTo>
                <a:lnTo>
                  <a:pt x="0" y="245353"/>
                </a:lnTo>
                <a:cubicBezTo>
                  <a:pt x="191" y="159600"/>
                  <a:pt x="383" y="85753"/>
                  <a:pt x="574" y="0"/>
                </a:cubicBezTo>
                <a:close/>
              </a:path>
            </a:pathLst>
          </a:custGeom>
          <a:gradFill flip="none" rotWithShape="1">
            <a:gsLst>
              <a:gs pos="63000">
                <a:srgbClr val="06D1D7"/>
              </a:gs>
              <a:gs pos="33000">
                <a:srgbClr val="23A295"/>
              </a:gs>
              <a:gs pos="0">
                <a:srgbClr val="57F6A2"/>
              </a:gs>
              <a:gs pos="100000">
                <a:srgbClr val="1B2048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latin typeface="Maven Pro"/>
              <a:ea typeface="Maven Pro"/>
              <a:cs typeface="Maven Pro"/>
              <a:sym typeface="Maven Pro"/>
            </a:endParaRPr>
          </a:p>
        </p:txBody>
      </p:sp>
      <p:graphicFrame>
        <p:nvGraphicFramePr>
          <p:cNvPr id="37" name="Tabela 36">
            <a:extLst>
              <a:ext uri="{FF2B5EF4-FFF2-40B4-BE49-F238E27FC236}">
                <a16:creationId xmlns:a16="http://schemas.microsoft.com/office/drawing/2014/main" id="{1CF5B400-00AE-F306-C0E6-41D7317ADCF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27589898"/>
              </p:ext>
            </p:extLst>
          </p:nvPr>
        </p:nvGraphicFramePr>
        <p:xfrm>
          <a:off x="628649" y="1644809"/>
          <a:ext cx="8276437" cy="2072640"/>
        </p:xfrm>
        <a:graphic>
          <a:graphicData uri="http://schemas.openxmlformats.org/drawingml/2006/table">
            <a:tbl>
              <a:tblPr/>
              <a:tblGrid>
                <a:gridCol w="2233261">
                  <a:extLst>
                    <a:ext uri="{9D8B030D-6E8A-4147-A177-3AD203B41FA5}">
                      <a16:colId xmlns:a16="http://schemas.microsoft.com/office/drawing/2014/main" val="2394877719"/>
                    </a:ext>
                  </a:extLst>
                </a:gridCol>
                <a:gridCol w="6043176">
                  <a:extLst>
                    <a:ext uri="{9D8B030D-6E8A-4147-A177-3AD203B41FA5}">
                      <a16:colId xmlns:a16="http://schemas.microsoft.com/office/drawing/2014/main" val="319150454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PT"/>
                        <a:t>Eixo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PT"/>
                        <a:t>Interpretação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6949548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PT" dirty="0"/>
                        <a:t>Crimes contra crianças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dirty="0"/>
                        <a:t>Forte crescimento em 2024 e 2025; associado a vocabulário padronizado e operações comunicadas sobre crimes digitais e exploração sexual infantil.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7316195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PT"/>
                        <a:t>Tráfico de drogas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dirty="0"/>
                        <a:t>Tema persistente; envolve apreensões, rotas, aeroportos, fronteiras e transporte de entorpecentes.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9589963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PT" dirty="0"/>
                        <a:t>Corrupção/desvio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dirty="0"/>
                        <a:t>Grupo expressivo; reúne fraudes em licitações, verbas públicas, vantagem indevida e agentes públicos.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6019697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1234215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91">
          <a:extLst>
            <a:ext uri="{FF2B5EF4-FFF2-40B4-BE49-F238E27FC236}">
              <a16:creationId xmlns:a16="http://schemas.microsoft.com/office/drawing/2014/main" id="{F4EAB64B-61D2-7E13-2D4C-771FE9E4D0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83" name="Gráfico 982">
            <a:extLst>
              <a:ext uri="{FF2B5EF4-FFF2-40B4-BE49-F238E27FC236}">
                <a16:creationId xmlns:a16="http://schemas.microsoft.com/office/drawing/2014/main" id="{48056812-14CE-ADD7-C344-311A068142D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471287" y="-176981"/>
            <a:ext cx="10434025" cy="5320297"/>
          </a:xfrm>
          <a:prstGeom prst="rect">
            <a:avLst/>
          </a:prstGeom>
        </p:spPr>
      </p:pic>
      <p:sp>
        <p:nvSpPr>
          <p:cNvPr id="2" name="Google Shape;932;p37">
            <a:extLst>
              <a:ext uri="{FF2B5EF4-FFF2-40B4-BE49-F238E27FC236}">
                <a16:creationId xmlns:a16="http://schemas.microsoft.com/office/drawing/2014/main" id="{5F77EA16-E300-6FA0-BE61-76A160A4B4AD}"/>
              </a:ext>
            </a:extLst>
          </p:cNvPr>
          <p:cNvSpPr txBox="1">
            <a:spLocks/>
          </p:cNvSpPr>
          <p:nvPr/>
        </p:nvSpPr>
        <p:spPr>
          <a:xfrm>
            <a:off x="7194305" y="528340"/>
            <a:ext cx="1661894" cy="2259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None/>
              <a:defRPr sz="28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None/>
              <a:defRPr sz="28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None/>
              <a:defRPr sz="28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None/>
              <a:defRPr sz="28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None/>
              <a:defRPr sz="28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None/>
              <a:defRPr sz="28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None/>
              <a:defRPr sz="28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None/>
              <a:defRPr sz="28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None/>
              <a:defRPr sz="28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r>
              <a:rPr lang="pt-BR" sz="600" b="0" dirty="0">
                <a:solidFill>
                  <a:srgbClr val="186E66"/>
                </a:solidFill>
                <a:latin typeface="+mj-lt"/>
                <a:cs typeface="Arial" panose="020B0604020202020204" pitchFamily="34" charset="0"/>
              </a:rPr>
              <a:t>Há mais de 60 anos pensando o Brasil</a:t>
            </a:r>
          </a:p>
        </p:txBody>
      </p:sp>
      <p:sp>
        <p:nvSpPr>
          <p:cNvPr id="3" name="Google Shape;936;p37">
            <a:extLst>
              <a:ext uri="{FF2B5EF4-FFF2-40B4-BE49-F238E27FC236}">
                <a16:creationId xmlns:a16="http://schemas.microsoft.com/office/drawing/2014/main" id="{54CFD039-99FA-4E9A-6A5B-73E9F882E8B3}"/>
              </a:ext>
            </a:extLst>
          </p:cNvPr>
          <p:cNvSpPr/>
          <p:nvPr/>
        </p:nvSpPr>
        <p:spPr>
          <a:xfrm flipH="1">
            <a:off x="7861193" y="4721150"/>
            <a:ext cx="1282656" cy="422165"/>
          </a:xfrm>
          <a:prstGeom prst="round1Rect">
            <a:avLst>
              <a:gd name="adj" fmla="val 50000"/>
            </a:avLst>
          </a:prstGeom>
          <a:solidFill>
            <a:srgbClr val="1B204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latin typeface="Maven Pro"/>
              <a:ea typeface="Maven Pro"/>
              <a:cs typeface="Maven Pro"/>
              <a:sym typeface="Maven Pro"/>
            </a:endParaRPr>
          </a:p>
        </p:txBody>
      </p:sp>
      <p:sp>
        <p:nvSpPr>
          <p:cNvPr id="4" name="Google Shape;937;p37">
            <a:extLst>
              <a:ext uri="{FF2B5EF4-FFF2-40B4-BE49-F238E27FC236}">
                <a16:creationId xmlns:a16="http://schemas.microsoft.com/office/drawing/2014/main" id="{523F2C8E-FD66-8E7A-1DAC-9F85E05243B3}"/>
              </a:ext>
            </a:extLst>
          </p:cNvPr>
          <p:cNvSpPr/>
          <p:nvPr/>
        </p:nvSpPr>
        <p:spPr>
          <a:xfrm flipH="1">
            <a:off x="7588727" y="4912884"/>
            <a:ext cx="1555123" cy="230496"/>
          </a:xfrm>
          <a:prstGeom prst="round1Rect">
            <a:avLst>
              <a:gd name="adj" fmla="val 50000"/>
            </a:avLst>
          </a:prstGeom>
          <a:gradFill flip="none" rotWithShape="1">
            <a:gsLst>
              <a:gs pos="63000">
                <a:srgbClr val="06D1D7"/>
              </a:gs>
              <a:gs pos="33000">
                <a:srgbClr val="23A295"/>
              </a:gs>
              <a:gs pos="0">
                <a:srgbClr val="57F6A2"/>
              </a:gs>
              <a:gs pos="100000">
                <a:srgbClr val="1B2048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latin typeface="Maven Pro"/>
              <a:ea typeface="Maven Pro"/>
              <a:cs typeface="Maven Pro"/>
              <a:sym typeface="Maven Pro"/>
            </a:endParaRPr>
          </a:p>
        </p:txBody>
      </p:sp>
      <p:grpSp>
        <p:nvGrpSpPr>
          <p:cNvPr id="5" name="Google Shape;938;p37">
            <a:extLst>
              <a:ext uri="{FF2B5EF4-FFF2-40B4-BE49-F238E27FC236}">
                <a16:creationId xmlns:a16="http://schemas.microsoft.com/office/drawing/2014/main" id="{A93DAA9E-1270-8F2B-DFE4-4B83AE85E047}"/>
              </a:ext>
            </a:extLst>
          </p:cNvPr>
          <p:cNvGrpSpPr/>
          <p:nvPr/>
        </p:nvGrpSpPr>
        <p:grpSpPr>
          <a:xfrm>
            <a:off x="8644350" y="4276582"/>
            <a:ext cx="423698" cy="551579"/>
            <a:chOff x="7631225" y="2241175"/>
            <a:chExt cx="986125" cy="2095500"/>
          </a:xfrm>
          <a:gradFill>
            <a:gsLst>
              <a:gs pos="53000">
                <a:srgbClr val="23A295"/>
              </a:gs>
              <a:gs pos="0">
                <a:srgbClr val="57F6A2"/>
              </a:gs>
              <a:gs pos="100000">
                <a:srgbClr val="1B2048"/>
              </a:gs>
            </a:gsLst>
            <a:lin ang="5400000" scaled="1"/>
          </a:gradFill>
        </p:grpSpPr>
        <p:cxnSp>
          <p:nvCxnSpPr>
            <p:cNvPr id="6" name="Google Shape;939;p37">
              <a:extLst>
                <a:ext uri="{FF2B5EF4-FFF2-40B4-BE49-F238E27FC236}">
                  <a16:creationId xmlns:a16="http://schemas.microsoft.com/office/drawing/2014/main" id="{DDC01C5B-3388-2BE5-EB51-79F04C5BAF1A}"/>
                </a:ext>
              </a:extLst>
            </p:cNvPr>
            <p:cNvCxnSpPr/>
            <p:nvPr/>
          </p:nvCxnSpPr>
          <p:spPr>
            <a:xfrm>
              <a:off x="7631225" y="2241175"/>
              <a:ext cx="0" cy="2095500"/>
            </a:xfrm>
            <a:prstGeom prst="straightConnector1">
              <a:avLst/>
            </a:prstGeom>
            <a:grpFill/>
            <a:ln w="9525" cap="flat" cmpd="sng">
              <a:solidFill>
                <a:srgbClr val="1AB0A9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7" name="Google Shape;940;p37">
              <a:extLst>
                <a:ext uri="{FF2B5EF4-FFF2-40B4-BE49-F238E27FC236}">
                  <a16:creationId xmlns:a16="http://schemas.microsoft.com/office/drawing/2014/main" id="{8DD81D5F-FC55-F61D-3971-24CD73A5F18C}"/>
                </a:ext>
              </a:extLst>
            </p:cNvPr>
            <p:cNvCxnSpPr/>
            <p:nvPr/>
          </p:nvCxnSpPr>
          <p:spPr>
            <a:xfrm>
              <a:off x="7707081" y="2241175"/>
              <a:ext cx="0" cy="2095500"/>
            </a:xfrm>
            <a:prstGeom prst="straightConnector1">
              <a:avLst/>
            </a:prstGeom>
            <a:grpFill/>
            <a:ln w="9525" cap="flat" cmpd="sng">
              <a:solidFill>
                <a:srgbClr val="1AB0A9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8" name="Google Shape;941;p37">
              <a:extLst>
                <a:ext uri="{FF2B5EF4-FFF2-40B4-BE49-F238E27FC236}">
                  <a16:creationId xmlns:a16="http://schemas.microsoft.com/office/drawing/2014/main" id="{E3F237B7-57DD-A905-A795-401C9C4A162D}"/>
                </a:ext>
              </a:extLst>
            </p:cNvPr>
            <p:cNvCxnSpPr/>
            <p:nvPr/>
          </p:nvCxnSpPr>
          <p:spPr>
            <a:xfrm>
              <a:off x="7782937" y="2241175"/>
              <a:ext cx="0" cy="2095500"/>
            </a:xfrm>
            <a:prstGeom prst="straightConnector1">
              <a:avLst/>
            </a:prstGeom>
            <a:grpFill/>
            <a:ln w="9525" cap="flat" cmpd="sng">
              <a:solidFill>
                <a:srgbClr val="1AB0A9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9" name="Google Shape;942;p37">
              <a:extLst>
                <a:ext uri="{FF2B5EF4-FFF2-40B4-BE49-F238E27FC236}">
                  <a16:creationId xmlns:a16="http://schemas.microsoft.com/office/drawing/2014/main" id="{5E7C7680-3E3F-2628-F99C-1B0969D23CB8}"/>
                </a:ext>
              </a:extLst>
            </p:cNvPr>
            <p:cNvCxnSpPr/>
            <p:nvPr/>
          </p:nvCxnSpPr>
          <p:spPr>
            <a:xfrm>
              <a:off x="7858792" y="2241175"/>
              <a:ext cx="0" cy="2095500"/>
            </a:xfrm>
            <a:prstGeom prst="straightConnector1">
              <a:avLst/>
            </a:prstGeom>
            <a:grpFill/>
            <a:ln w="9525" cap="flat" cmpd="sng">
              <a:solidFill>
                <a:srgbClr val="1AB0A9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0" name="Google Shape;943;p37">
              <a:extLst>
                <a:ext uri="{FF2B5EF4-FFF2-40B4-BE49-F238E27FC236}">
                  <a16:creationId xmlns:a16="http://schemas.microsoft.com/office/drawing/2014/main" id="{DA61C8F5-29C1-72B9-DA94-ACAE7483B451}"/>
                </a:ext>
              </a:extLst>
            </p:cNvPr>
            <p:cNvCxnSpPr/>
            <p:nvPr/>
          </p:nvCxnSpPr>
          <p:spPr>
            <a:xfrm>
              <a:off x="8010504" y="2241175"/>
              <a:ext cx="0" cy="2095500"/>
            </a:xfrm>
            <a:prstGeom prst="straightConnector1">
              <a:avLst/>
            </a:prstGeom>
            <a:grpFill/>
            <a:ln w="9525" cap="flat" cmpd="sng">
              <a:solidFill>
                <a:srgbClr val="1AB0A9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1" name="Google Shape;944;p37">
              <a:extLst>
                <a:ext uri="{FF2B5EF4-FFF2-40B4-BE49-F238E27FC236}">
                  <a16:creationId xmlns:a16="http://schemas.microsoft.com/office/drawing/2014/main" id="{A83EF3AA-3E69-9FDA-3D51-13E664F349A9}"/>
                </a:ext>
              </a:extLst>
            </p:cNvPr>
            <p:cNvCxnSpPr/>
            <p:nvPr/>
          </p:nvCxnSpPr>
          <p:spPr>
            <a:xfrm>
              <a:off x="8162215" y="2241175"/>
              <a:ext cx="0" cy="2095500"/>
            </a:xfrm>
            <a:prstGeom prst="straightConnector1">
              <a:avLst/>
            </a:prstGeom>
            <a:grpFill/>
            <a:ln w="9525" cap="flat" cmpd="sng">
              <a:solidFill>
                <a:srgbClr val="1AB0A9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2" name="Google Shape;945;p37">
              <a:extLst>
                <a:ext uri="{FF2B5EF4-FFF2-40B4-BE49-F238E27FC236}">
                  <a16:creationId xmlns:a16="http://schemas.microsoft.com/office/drawing/2014/main" id="{6F2A5D27-C8BA-23DC-6F0D-C5FE7A2E60FE}"/>
                </a:ext>
              </a:extLst>
            </p:cNvPr>
            <p:cNvCxnSpPr/>
            <p:nvPr/>
          </p:nvCxnSpPr>
          <p:spPr>
            <a:xfrm>
              <a:off x="8313927" y="2241175"/>
              <a:ext cx="0" cy="2095500"/>
            </a:xfrm>
            <a:prstGeom prst="straightConnector1">
              <a:avLst/>
            </a:prstGeom>
            <a:grpFill/>
            <a:ln w="9525" cap="flat" cmpd="sng">
              <a:solidFill>
                <a:srgbClr val="1AB0A9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3" name="Google Shape;946;p37">
              <a:extLst>
                <a:ext uri="{FF2B5EF4-FFF2-40B4-BE49-F238E27FC236}">
                  <a16:creationId xmlns:a16="http://schemas.microsoft.com/office/drawing/2014/main" id="{ED085898-2DB1-7FCD-4030-AF8BC908DA62}"/>
                </a:ext>
              </a:extLst>
            </p:cNvPr>
            <p:cNvCxnSpPr/>
            <p:nvPr/>
          </p:nvCxnSpPr>
          <p:spPr>
            <a:xfrm>
              <a:off x="7934648" y="2241175"/>
              <a:ext cx="0" cy="2095500"/>
            </a:xfrm>
            <a:prstGeom prst="straightConnector1">
              <a:avLst/>
            </a:prstGeom>
            <a:grpFill/>
            <a:ln w="9525" cap="flat" cmpd="sng">
              <a:solidFill>
                <a:srgbClr val="1AB0A9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4" name="Google Shape;947;p37">
              <a:extLst>
                <a:ext uri="{FF2B5EF4-FFF2-40B4-BE49-F238E27FC236}">
                  <a16:creationId xmlns:a16="http://schemas.microsoft.com/office/drawing/2014/main" id="{BB3CCA67-FF4C-9893-1BBE-8A48AC0D609C}"/>
                </a:ext>
              </a:extLst>
            </p:cNvPr>
            <p:cNvCxnSpPr/>
            <p:nvPr/>
          </p:nvCxnSpPr>
          <p:spPr>
            <a:xfrm>
              <a:off x="8086360" y="2241175"/>
              <a:ext cx="0" cy="2095500"/>
            </a:xfrm>
            <a:prstGeom prst="straightConnector1">
              <a:avLst/>
            </a:prstGeom>
            <a:grpFill/>
            <a:ln w="9525" cap="flat" cmpd="sng">
              <a:solidFill>
                <a:srgbClr val="1AB0A9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5" name="Google Shape;948;p37">
              <a:extLst>
                <a:ext uri="{FF2B5EF4-FFF2-40B4-BE49-F238E27FC236}">
                  <a16:creationId xmlns:a16="http://schemas.microsoft.com/office/drawing/2014/main" id="{00C508F1-B9BA-0F08-DFC7-7B28513DD147}"/>
                </a:ext>
              </a:extLst>
            </p:cNvPr>
            <p:cNvCxnSpPr/>
            <p:nvPr/>
          </p:nvCxnSpPr>
          <p:spPr>
            <a:xfrm>
              <a:off x="8238071" y="2241175"/>
              <a:ext cx="0" cy="2095500"/>
            </a:xfrm>
            <a:prstGeom prst="straightConnector1">
              <a:avLst/>
            </a:prstGeom>
            <a:grpFill/>
            <a:ln w="9525" cap="flat" cmpd="sng">
              <a:solidFill>
                <a:srgbClr val="1AB0A9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6" name="Google Shape;949;p37">
              <a:extLst>
                <a:ext uri="{FF2B5EF4-FFF2-40B4-BE49-F238E27FC236}">
                  <a16:creationId xmlns:a16="http://schemas.microsoft.com/office/drawing/2014/main" id="{922E9708-F2A0-37BE-848F-C84794989C9B}"/>
                </a:ext>
              </a:extLst>
            </p:cNvPr>
            <p:cNvCxnSpPr/>
            <p:nvPr/>
          </p:nvCxnSpPr>
          <p:spPr>
            <a:xfrm>
              <a:off x="8389783" y="2241175"/>
              <a:ext cx="0" cy="2095500"/>
            </a:xfrm>
            <a:prstGeom prst="straightConnector1">
              <a:avLst/>
            </a:prstGeom>
            <a:grpFill/>
            <a:ln w="9525" cap="flat" cmpd="sng">
              <a:solidFill>
                <a:srgbClr val="1AB0A9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7" name="Google Shape;950;p37">
              <a:extLst>
                <a:ext uri="{FF2B5EF4-FFF2-40B4-BE49-F238E27FC236}">
                  <a16:creationId xmlns:a16="http://schemas.microsoft.com/office/drawing/2014/main" id="{3518EDA1-5F58-9AED-24F3-CD0F31E3BF50}"/>
                </a:ext>
              </a:extLst>
            </p:cNvPr>
            <p:cNvCxnSpPr/>
            <p:nvPr/>
          </p:nvCxnSpPr>
          <p:spPr>
            <a:xfrm>
              <a:off x="8465638" y="2241175"/>
              <a:ext cx="0" cy="2095500"/>
            </a:xfrm>
            <a:prstGeom prst="straightConnector1">
              <a:avLst/>
            </a:prstGeom>
            <a:grpFill/>
            <a:ln w="9525" cap="flat" cmpd="sng">
              <a:solidFill>
                <a:srgbClr val="1AB0A9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8" name="Google Shape;951;p37">
              <a:extLst>
                <a:ext uri="{FF2B5EF4-FFF2-40B4-BE49-F238E27FC236}">
                  <a16:creationId xmlns:a16="http://schemas.microsoft.com/office/drawing/2014/main" id="{63C3563D-EDAB-F536-1656-813DFCEDB21A}"/>
                </a:ext>
              </a:extLst>
            </p:cNvPr>
            <p:cNvCxnSpPr/>
            <p:nvPr/>
          </p:nvCxnSpPr>
          <p:spPr>
            <a:xfrm>
              <a:off x="8541494" y="2241175"/>
              <a:ext cx="0" cy="2095500"/>
            </a:xfrm>
            <a:prstGeom prst="straightConnector1">
              <a:avLst/>
            </a:prstGeom>
            <a:grpFill/>
            <a:ln w="9525" cap="flat" cmpd="sng">
              <a:solidFill>
                <a:srgbClr val="1AB0A9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9" name="Google Shape;952;p37">
              <a:extLst>
                <a:ext uri="{FF2B5EF4-FFF2-40B4-BE49-F238E27FC236}">
                  <a16:creationId xmlns:a16="http://schemas.microsoft.com/office/drawing/2014/main" id="{95503A2E-5C9C-F7B8-17CA-5A026F61A920}"/>
                </a:ext>
              </a:extLst>
            </p:cNvPr>
            <p:cNvCxnSpPr/>
            <p:nvPr/>
          </p:nvCxnSpPr>
          <p:spPr>
            <a:xfrm>
              <a:off x="8617350" y="2241175"/>
              <a:ext cx="0" cy="2095500"/>
            </a:xfrm>
            <a:prstGeom prst="straightConnector1">
              <a:avLst/>
            </a:prstGeom>
            <a:grpFill/>
            <a:ln w="9525" cap="flat" cmpd="sng">
              <a:solidFill>
                <a:srgbClr val="1AB0A9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20" name="Google Shape;954;p37">
            <a:extLst>
              <a:ext uri="{FF2B5EF4-FFF2-40B4-BE49-F238E27FC236}">
                <a16:creationId xmlns:a16="http://schemas.microsoft.com/office/drawing/2014/main" id="{35A56549-DEA0-4CB8-BC42-31081412DC04}"/>
              </a:ext>
            </a:extLst>
          </p:cNvPr>
          <p:cNvSpPr/>
          <p:nvPr/>
        </p:nvSpPr>
        <p:spPr>
          <a:xfrm>
            <a:off x="0" y="4680042"/>
            <a:ext cx="922564" cy="463274"/>
          </a:xfrm>
          <a:prstGeom prst="rect">
            <a:avLst/>
          </a:prstGeom>
          <a:gradFill>
            <a:gsLst>
              <a:gs pos="33000">
                <a:srgbClr val="23A295"/>
              </a:gs>
              <a:gs pos="0">
                <a:srgbClr val="57F6A2"/>
              </a:gs>
              <a:gs pos="100000">
                <a:srgbClr val="1B2048"/>
              </a:gs>
            </a:gsLst>
            <a:path path="circle">
              <a:fillToRect l="100000" t="100000"/>
            </a:path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dirty="0">
              <a:latin typeface="Maven Pro"/>
              <a:ea typeface="Maven Pro"/>
              <a:cs typeface="Maven Pro"/>
              <a:sym typeface="Maven Pro"/>
            </a:endParaRPr>
          </a:p>
        </p:txBody>
      </p:sp>
      <p:sp>
        <p:nvSpPr>
          <p:cNvPr id="21" name="Google Shape;955;p37">
            <a:extLst>
              <a:ext uri="{FF2B5EF4-FFF2-40B4-BE49-F238E27FC236}">
                <a16:creationId xmlns:a16="http://schemas.microsoft.com/office/drawing/2014/main" id="{71E4C572-D02A-DB95-6315-347687B66B0B}"/>
              </a:ext>
            </a:extLst>
          </p:cNvPr>
          <p:cNvSpPr/>
          <p:nvPr/>
        </p:nvSpPr>
        <p:spPr>
          <a:xfrm>
            <a:off x="0" y="4912883"/>
            <a:ext cx="1663658" cy="230641"/>
          </a:xfrm>
          <a:prstGeom prst="round1Rect">
            <a:avLst>
              <a:gd name="adj" fmla="val 50000"/>
            </a:avLst>
          </a:prstGeom>
          <a:solidFill>
            <a:srgbClr val="1B204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latin typeface="Maven Pro"/>
              <a:ea typeface="Maven Pro"/>
              <a:cs typeface="Maven Pro"/>
              <a:sym typeface="Maven Pro"/>
            </a:endParaRPr>
          </a:p>
        </p:txBody>
      </p:sp>
      <p:grpSp>
        <p:nvGrpSpPr>
          <p:cNvPr id="22" name="Agrupar 21">
            <a:extLst>
              <a:ext uri="{FF2B5EF4-FFF2-40B4-BE49-F238E27FC236}">
                <a16:creationId xmlns:a16="http://schemas.microsoft.com/office/drawing/2014/main" id="{2204FAB9-9648-FDFE-2A9F-E3B90DD2511B}"/>
              </a:ext>
            </a:extLst>
          </p:cNvPr>
          <p:cNvGrpSpPr/>
          <p:nvPr/>
        </p:nvGrpSpPr>
        <p:grpSpPr>
          <a:xfrm>
            <a:off x="7070035" y="156184"/>
            <a:ext cx="1722295" cy="405506"/>
            <a:chOff x="4782913" y="272045"/>
            <a:chExt cx="3752189" cy="883435"/>
          </a:xfrm>
        </p:grpSpPr>
        <p:pic>
          <p:nvPicPr>
            <p:cNvPr id="23" name="Imagem 22" descr="Interface gráfica do usuário, Texto&#10;&#10;O conteúdo gerado por IA pode estar incorreto.">
              <a:extLst>
                <a:ext uri="{FF2B5EF4-FFF2-40B4-BE49-F238E27FC236}">
                  <a16:creationId xmlns:a16="http://schemas.microsoft.com/office/drawing/2014/main" id="{32B922A1-1A3B-E9A6-9D48-5EDDEDEBD74E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4782913" y="272045"/>
              <a:ext cx="3752189" cy="883435"/>
            </a:xfrm>
            <a:prstGeom prst="rect">
              <a:avLst/>
            </a:prstGeom>
          </p:spPr>
        </p:pic>
        <p:cxnSp>
          <p:nvCxnSpPr>
            <p:cNvPr id="24" name="Conector reto 23">
              <a:extLst>
                <a:ext uri="{FF2B5EF4-FFF2-40B4-BE49-F238E27FC236}">
                  <a16:creationId xmlns:a16="http://schemas.microsoft.com/office/drawing/2014/main" id="{1CEF58F9-21FF-EBEB-02CE-2FCB49A02AB2}"/>
                </a:ext>
              </a:extLst>
            </p:cNvPr>
            <p:cNvCxnSpPr>
              <a:cxnSpLocks/>
            </p:cNvCxnSpPr>
            <p:nvPr/>
          </p:nvCxnSpPr>
          <p:spPr>
            <a:xfrm>
              <a:off x="5253460" y="1066595"/>
              <a:ext cx="3264536" cy="16228"/>
            </a:xfrm>
            <a:prstGeom prst="line">
              <a:avLst/>
            </a:prstGeom>
            <a:ln>
              <a:solidFill>
                <a:srgbClr val="00445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5" name="Google Shape;936;p37">
            <a:extLst>
              <a:ext uri="{FF2B5EF4-FFF2-40B4-BE49-F238E27FC236}">
                <a16:creationId xmlns:a16="http://schemas.microsoft.com/office/drawing/2014/main" id="{1B023604-B56C-7A12-9012-92FC076C2B9C}"/>
              </a:ext>
            </a:extLst>
          </p:cNvPr>
          <p:cNvSpPr/>
          <p:nvPr/>
        </p:nvSpPr>
        <p:spPr>
          <a:xfrm rot="16200000" flipH="1" flipV="1">
            <a:off x="-26331" y="5857"/>
            <a:ext cx="636272" cy="583606"/>
          </a:xfrm>
          <a:custGeom>
            <a:avLst/>
            <a:gdLst>
              <a:gd name="connsiteX0" fmla="*/ 0 w 1440059"/>
              <a:gd name="connsiteY0" fmla="*/ 0 h 583600"/>
              <a:gd name="connsiteX1" fmla="*/ 1148259 w 1440059"/>
              <a:gd name="connsiteY1" fmla="*/ 0 h 583600"/>
              <a:gd name="connsiteX2" fmla="*/ 1440059 w 1440059"/>
              <a:gd name="connsiteY2" fmla="*/ 291800 h 583600"/>
              <a:gd name="connsiteX3" fmla="*/ 1440059 w 1440059"/>
              <a:gd name="connsiteY3" fmla="*/ 583600 h 583600"/>
              <a:gd name="connsiteX4" fmla="*/ 0 w 1440059"/>
              <a:gd name="connsiteY4" fmla="*/ 583600 h 583600"/>
              <a:gd name="connsiteX5" fmla="*/ 0 w 1440059"/>
              <a:gd name="connsiteY5" fmla="*/ 0 h 583600"/>
              <a:gd name="connsiteX0" fmla="*/ 612059 w 1440059"/>
              <a:gd name="connsiteY0" fmla="*/ 0 h 583603"/>
              <a:gd name="connsiteX1" fmla="*/ 1148259 w 1440059"/>
              <a:gd name="connsiteY1" fmla="*/ 3 h 583603"/>
              <a:gd name="connsiteX2" fmla="*/ 1440059 w 1440059"/>
              <a:gd name="connsiteY2" fmla="*/ 291803 h 583603"/>
              <a:gd name="connsiteX3" fmla="*/ 1440059 w 1440059"/>
              <a:gd name="connsiteY3" fmla="*/ 583603 h 583603"/>
              <a:gd name="connsiteX4" fmla="*/ 0 w 1440059"/>
              <a:gd name="connsiteY4" fmla="*/ 583603 h 583603"/>
              <a:gd name="connsiteX5" fmla="*/ 612059 w 1440059"/>
              <a:gd name="connsiteY5" fmla="*/ 0 h 583603"/>
              <a:gd name="connsiteX0" fmla="*/ 0 w 828000"/>
              <a:gd name="connsiteY0" fmla="*/ 0 h 583603"/>
              <a:gd name="connsiteX1" fmla="*/ 536200 w 828000"/>
              <a:gd name="connsiteY1" fmla="*/ 3 h 583603"/>
              <a:gd name="connsiteX2" fmla="*/ 828000 w 828000"/>
              <a:gd name="connsiteY2" fmla="*/ 291803 h 583603"/>
              <a:gd name="connsiteX3" fmla="*/ 828000 w 828000"/>
              <a:gd name="connsiteY3" fmla="*/ 583603 h 583603"/>
              <a:gd name="connsiteX4" fmla="*/ 191728 w 828000"/>
              <a:gd name="connsiteY4" fmla="*/ 576229 h 583603"/>
              <a:gd name="connsiteX5" fmla="*/ 0 w 828000"/>
              <a:gd name="connsiteY5" fmla="*/ 0 h 583603"/>
              <a:gd name="connsiteX0" fmla="*/ 14749 w 636272"/>
              <a:gd name="connsiteY0" fmla="*/ 0 h 583606"/>
              <a:gd name="connsiteX1" fmla="*/ 344472 w 636272"/>
              <a:gd name="connsiteY1" fmla="*/ 6 h 583606"/>
              <a:gd name="connsiteX2" fmla="*/ 636272 w 636272"/>
              <a:gd name="connsiteY2" fmla="*/ 291806 h 583606"/>
              <a:gd name="connsiteX3" fmla="*/ 636272 w 636272"/>
              <a:gd name="connsiteY3" fmla="*/ 583606 h 583606"/>
              <a:gd name="connsiteX4" fmla="*/ 0 w 636272"/>
              <a:gd name="connsiteY4" fmla="*/ 576232 h 583606"/>
              <a:gd name="connsiteX5" fmla="*/ 14749 w 636272"/>
              <a:gd name="connsiteY5" fmla="*/ 0 h 5836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36272" h="583606">
                <a:moveTo>
                  <a:pt x="14749" y="0"/>
                </a:moveTo>
                <a:lnTo>
                  <a:pt x="344472" y="6"/>
                </a:lnTo>
                <a:cubicBezTo>
                  <a:pt x="505629" y="6"/>
                  <a:pt x="636272" y="130649"/>
                  <a:pt x="636272" y="291806"/>
                </a:cubicBezTo>
                <a:lnTo>
                  <a:pt x="636272" y="583606"/>
                </a:lnTo>
                <a:lnTo>
                  <a:pt x="0" y="576232"/>
                </a:lnTo>
                <a:lnTo>
                  <a:pt x="14749" y="0"/>
                </a:lnTo>
                <a:close/>
              </a:path>
            </a:pathLst>
          </a:custGeom>
          <a:solidFill>
            <a:srgbClr val="1B204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latin typeface="Maven Pro"/>
              <a:ea typeface="Maven Pro"/>
              <a:cs typeface="Maven Pro"/>
              <a:sym typeface="Maven Pro"/>
            </a:endParaRPr>
          </a:p>
        </p:txBody>
      </p:sp>
      <p:sp>
        <p:nvSpPr>
          <p:cNvPr id="26" name="Google Shape;937;p37">
            <a:extLst>
              <a:ext uri="{FF2B5EF4-FFF2-40B4-BE49-F238E27FC236}">
                <a16:creationId xmlns:a16="http://schemas.microsoft.com/office/drawing/2014/main" id="{84885B0F-F1D4-0398-38A5-88F3455F9730}"/>
              </a:ext>
            </a:extLst>
          </p:cNvPr>
          <p:cNvSpPr/>
          <p:nvPr/>
        </p:nvSpPr>
        <p:spPr>
          <a:xfrm rot="16200000" flipH="1" flipV="1">
            <a:off x="-223281" y="212082"/>
            <a:ext cx="765195" cy="318641"/>
          </a:xfrm>
          <a:custGeom>
            <a:avLst/>
            <a:gdLst>
              <a:gd name="connsiteX0" fmla="*/ 0 w 1745961"/>
              <a:gd name="connsiteY0" fmla="*/ 0 h 318637"/>
              <a:gd name="connsiteX1" fmla="*/ 1586643 w 1745961"/>
              <a:gd name="connsiteY1" fmla="*/ 0 h 318637"/>
              <a:gd name="connsiteX2" fmla="*/ 1745962 w 1745961"/>
              <a:gd name="connsiteY2" fmla="*/ 159319 h 318637"/>
              <a:gd name="connsiteX3" fmla="*/ 1745961 w 1745961"/>
              <a:gd name="connsiteY3" fmla="*/ 318637 h 318637"/>
              <a:gd name="connsiteX4" fmla="*/ 0 w 1745961"/>
              <a:gd name="connsiteY4" fmla="*/ 318637 h 318637"/>
              <a:gd name="connsiteX5" fmla="*/ 0 w 1745961"/>
              <a:gd name="connsiteY5" fmla="*/ 0 h 318637"/>
              <a:gd name="connsiteX0" fmla="*/ 980768 w 1745962"/>
              <a:gd name="connsiteY0" fmla="*/ 0 h 318637"/>
              <a:gd name="connsiteX1" fmla="*/ 1586643 w 1745962"/>
              <a:gd name="connsiteY1" fmla="*/ 0 h 318637"/>
              <a:gd name="connsiteX2" fmla="*/ 1745962 w 1745962"/>
              <a:gd name="connsiteY2" fmla="*/ 159319 h 318637"/>
              <a:gd name="connsiteX3" fmla="*/ 1745961 w 1745962"/>
              <a:gd name="connsiteY3" fmla="*/ 318637 h 318637"/>
              <a:gd name="connsiteX4" fmla="*/ 0 w 1745962"/>
              <a:gd name="connsiteY4" fmla="*/ 318637 h 318637"/>
              <a:gd name="connsiteX5" fmla="*/ 980768 w 1745962"/>
              <a:gd name="connsiteY5" fmla="*/ 0 h 318637"/>
              <a:gd name="connsiteX0" fmla="*/ 1 w 765195"/>
              <a:gd name="connsiteY0" fmla="*/ 0 h 318641"/>
              <a:gd name="connsiteX1" fmla="*/ 605876 w 765195"/>
              <a:gd name="connsiteY1" fmla="*/ 0 h 318641"/>
              <a:gd name="connsiteX2" fmla="*/ 765195 w 765195"/>
              <a:gd name="connsiteY2" fmla="*/ 159319 h 318641"/>
              <a:gd name="connsiteX3" fmla="*/ 765194 w 765195"/>
              <a:gd name="connsiteY3" fmla="*/ 318637 h 318641"/>
              <a:gd name="connsiteX4" fmla="*/ 0 w 765195"/>
              <a:gd name="connsiteY4" fmla="*/ 318641 h 318641"/>
              <a:gd name="connsiteX5" fmla="*/ 1 w 765195"/>
              <a:gd name="connsiteY5" fmla="*/ 0 h 3186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765195" h="318641">
                <a:moveTo>
                  <a:pt x="1" y="0"/>
                </a:moveTo>
                <a:lnTo>
                  <a:pt x="605876" y="0"/>
                </a:lnTo>
                <a:cubicBezTo>
                  <a:pt x="693865" y="0"/>
                  <a:pt x="765195" y="71330"/>
                  <a:pt x="765195" y="159319"/>
                </a:cubicBezTo>
                <a:cubicBezTo>
                  <a:pt x="765195" y="212425"/>
                  <a:pt x="765194" y="265531"/>
                  <a:pt x="765194" y="318637"/>
                </a:cubicBezTo>
                <a:lnTo>
                  <a:pt x="0" y="318641"/>
                </a:lnTo>
                <a:cubicBezTo>
                  <a:pt x="0" y="212427"/>
                  <a:pt x="1" y="106214"/>
                  <a:pt x="1" y="0"/>
                </a:cubicBezTo>
                <a:close/>
              </a:path>
            </a:pathLst>
          </a:custGeom>
          <a:gradFill flip="none" rotWithShape="1">
            <a:gsLst>
              <a:gs pos="63000">
                <a:srgbClr val="06D1D7"/>
              </a:gs>
              <a:gs pos="33000">
                <a:srgbClr val="23A295"/>
              </a:gs>
              <a:gs pos="0">
                <a:srgbClr val="57F6A2"/>
              </a:gs>
              <a:gs pos="100000">
                <a:srgbClr val="1B2048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latin typeface="Maven Pro"/>
              <a:ea typeface="Maven Pro"/>
              <a:cs typeface="Maven Pro"/>
              <a:sym typeface="Maven Pro"/>
            </a:endParaRPr>
          </a:p>
        </p:txBody>
      </p:sp>
      <p:grpSp>
        <p:nvGrpSpPr>
          <p:cNvPr id="28" name="Google Shape;938;p37">
            <a:extLst>
              <a:ext uri="{FF2B5EF4-FFF2-40B4-BE49-F238E27FC236}">
                <a16:creationId xmlns:a16="http://schemas.microsoft.com/office/drawing/2014/main" id="{BE490C5A-18CB-0BF3-0DCB-CFA9BA639EC1}"/>
              </a:ext>
            </a:extLst>
          </p:cNvPr>
          <p:cNvGrpSpPr/>
          <p:nvPr/>
        </p:nvGrpSpPr>
        <p:grpSpPr>
          <a:xfrm rot="16200000">
            <a:off x="720348" y="-178200"/>
            <a:ext cx="368002" cy="860760"/>
            <a:chOff x="8238071" y="2241175"/>
            <a:chExt cx="379279" cy="2095500"/>
          </a:xfrm>
          <a:gradFill>
            <a:gsLst>
              <a:gs pos="53000">
                <a:srgbClr val="23A295"/>
              </a:gs>
              <a:gs pos="0">
                <a:srgbClr val="57F6A2"/>
              </a:gs>
              <a:gs pos="100000">
                <a:srgbClr val="1B2048"/>
              </a:gs>
            </a:gsLst>
            <a:lin ang="5400000" scaled="1"/>
          </a:gradFill>
        </p:grpSpPr>
        <p:cxnSp>
          <p:nvCxnSpPr>
            <p:cNvPr id="29" name="Google Shape;945;p37">
              <a:extLst>
                <a:ext uri="{FF2B5EF4-FFF2-40B4-BE49-F238E27FC236}">
                  <a16:creationId xmlns:a16="http://schemas.microsoft.com/office/drawing/2014/main" id="{866AF588-1970-5EBE-4217-FEC080CF81F3}"/>
                </a:ext>
              </a:extLst>
            </p:cNvPr>
            <p:cNvCxnSpPr/>
            <p:nvPr/>
          </p:nvCxnSpPr>
          <p:spPr>
            <a:xfrm>
              <a:off x="8313927" y="2241175"/>
              <a:ext cx="0" cy="2095500"/>
            </a:xfrm>
            <a:prstGeom prst="straightConnector1">
              <a:avLst/>
            </a:prstGeom>
            <a:grpFill/>
            <a:ln w="9525" cap="flat" cmpd="sng">
              <a:solidFill>
                <a:srgbClr val="1AB0A9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0" name="Google Shape;948;p37">
              <a:extLst>
                <a:ext uri="{FF2B5EF4-FFF2-40B4-BE49-F238E27FC236}">
                  <a16:creationId xmlns:a16="http://schemas.microsoft.com/office/drawing/2014/main" id="{447275D3-42EA-652D-2372-3F173C886BEB}"/>
                </a:ext>
              </a:extLst>
            </p:cNvPr>
            <p:cNvCxnSpPr/>
            <p:nvPr/>
          </p:nvCxnSpPr>
          <p:spPr>
            <a:xfrm>
              <a:off x="8238071" y="2241175"/>
              <a:ext cx="0" cy="2095500"/>
            </a:xfrm>
            <a:prstGeom prst="straightConnector1">
              <a:avLst/>
            </a:prstGeom>
            <a:grpFill/>
            <a:ln w="9525" cap="flat" cmpd="sng">
              <a:solidFill>
                <a:srgbClr val="1AB0A9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1" name="Google Shape;949;p37">
              <a:extLst>
                <a:ext uri="{FF2B5EF4-FFF2-40B4-BE49-F238E27FC236}">
                  <a16:creationId xmlns:a16="http://schemas.microsoft.com/office/drawing/2014/main" id="{E315726E-5BE8-A0A7-3747-253FEAEC53F8}"/>
                </a:ext>
              </a:extLst>
            </p:cNvPr>
            <p:cNvCxnSpPr/>
            <p:nvPr/>
          </p:nvCxnSpPr>
          <p:spPr>
            <a:xfrm>
              <a:off x="8389783" y="2241175"/>
              <a:ext cx="0" cy="2095500"/>
            </a:xfrm>
            <a:prstGeom prst="straightConnector1">
              <a:avLst/>
            </a:prstGeom>
            <a:grpFill/>
            <a:ln w="9525" cap="flat" cmpd="sng">
              <a:solidFill>
                <a:srgbClr val="1AB0A9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2" name="Google Shape;950;p37">
              <a:extLst>
                <a:ext uri="{FF2B5EF4-FFF2-40B4-BE49-F238E27FC236}">
                  <a16:creationId xmlns:a16="http://schemas.microsoft.com/office/drawing/2014/main" id="{770E9586-EB56-D8D1-EA92-30FCA1EFC87A}"/>
                </a:ext>
              </a:extLst>
            </p:cNvPr>
            <p:cNvCxnSpPr/>
            <p:nvPr/>
          </p:nvCxnSpPr>
          <p:spPr>
            <a:xfrm>
              <a:off x="8465638" y="2241175"/>
              <a:ext cx="0" cy="2095500"/>
            </a:xfrm>
            <a:prstGeom prst="straightConnector1">
              <a:avLst/>
            </a:prstGeom>
            <a:grpFill/>
            <a:ln w="9525" cap="flat" cmpd="sng">
              <a:solidFill>
                <a:srgbClr val="1AB0A9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3" name="Google Shape;951;p37">
              <a:extLst>
                <a:ext uri="{FF2B5EF4-FFF2-40B4-BE49-F238E27FC236}">
                  <a16:creationId xmlns:a16="http://schemas.microsoft.com/office/drawing/2014/main" id="{2CE25494-1984-4E91-AC1D-2DFA0E8A54D8}"/>
                </a:ext>
              </a:extLst>
            </p:cNvPr>
            <p:cNvCxnSpPr/>
            <p:nvPr/>
          </p:nvCxnSpPr>
          <p:spPr>
            <a:xfrm>
              <a:off x="8541494" y="2241175"/>
              <a:ext cx="0" cy="2095500"/>
            </a:xfrm>
            <a:prstGeom prst="straightConnector1">
              <a:avLst/>
            </a:prstGeom>
            <a:grpFill/>
            <a:ln w="9525" cap="flat" cmpd="sng">
              <a:solidFill>
                <a:srgbClr val="1AB0A9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4" name="Google Shape;952;p37">
              <a:extLst>
                <a:ext uri="{FF2B5EF4-FFF2-40B4-BE49-F238E27FC236}">
                  <a16:creationId xmlns:a16="http://schemas.microsoft.com/office/drawing/2014/main" id="{AFAB7AA5-0696-659B-F9A3-9C0424711B7A}"/>
                </a:ext>
              </a:extLst>
            </p:cNvPr>
            <p:cNvCxnSpPr/>
            <p:nvPr/>
          </p:nvCxnSpPr>
          <p:spPr>
            <a:xfrm>
              <a:off x="8617350" y="2241175"/>
              <a:ext cx="0" cy="2095500"/>
            </a:xfrm>
            <a:prstGeom prst="straightConnector1">
              <a:avLst/>
            </a:prstGeom>
            <a:grpFill/>
            <a:ln w="9525" cap="flat" cmpd="sng">
              <a:solidFill>
                <a:srgbClr val="1AB0A9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35" name="Título 1">
            <a:extLst>
              <a:ext uri="{FF2B5EF4-FFF2-40B4-BE49-F238E27FC236}">
                <a16:creationId xmlns:a16="http://schemas.microsoft.com/office/drawing/2014/main" id="{6509D55D-88DC-A5CA-B194-4BFD6CD3ACF9}"/>
              </a:ext>
            </a:extLst>
          </p:cNvPr>
          <p:cNvSpPr txBox="1">
            <a:spLocks/>
          </p:cNvSpPr>
          <p:nvPr/>
        </p:nvSpPr>
        <p:spPr>
          <a:xfrm>
            <a:off x="737108" y="504150"/>
            <a:ext cx="8467638" cy="4554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Montserrat"/>
              <a:buNone/>
              <a:defRPr sz="52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Montserrat"/>
              <a:buNone/>
              <a:defRPr sz="52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Montserrat"/>
              <a:buNone/>
              <a:defRPr sz="52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Montserrat"/>
              <a:buNone/>
              <a:defRPr sz="52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Montserrat"/>
              <a:buNone/>
              <a:defRPr sz="52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Montserrat"/>
              <a:buNone/>
              <a:defRPr sz="52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Montserrat"/>
              <a:buNone/>
              <a:defRPr sz="52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Montserrat"/>
              <a:buNone/>
              <a:defRPr sz="52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Montserrat"/>
              <a:buNone/>
              <a:defRPr sz="52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algn="l"/>
            <a:r>
              <a:rPr lang="pt-BR" sz="2000" dirty="0">
                <a:latin typeface="+mj-lt"/>
                <a:cs typeface="Arial" panose="020B0604020202020204" pitchFamily="34" charset="0"/>
              </a:rPr>
              <a:t>HDBSCAN, ruído e estabilidade semântica</a:t>
            </a:r>
          </a:p>
        </p:txBody>
      </p:sp>
      <p:cxnSp>
        <p:nvCxnSpPr>
          <p:cNvPr id="40" name="Conector reto 39">
            <a:extLst>
              <a:ext uri="{FF2B5EF4-FFF2-40B4-BE49-F238E27FC236}">
                <a16:creationId xmlns:a16="http://schemas.microsoft.com/office/drawing/2014/main" id="{F1D6C383-DF6E-45DF-B7BD-39901AD3C2B4}"/>
              </a:ext>
            </a:extLst>
          </p:cNvPr>
          <p:cNvCxnSpPr>
            <a:cxnSpLocks/>
          </p:cNvCxnSpPr>
          <p:nvPr/>
        </p:nvCxnSpPr>
        <p:spPr>
          <a:xfrm>
            <a:off x="-5" y="1114607"/>
            <a:ext cx="2796961" cy="0"/>
          </a:xfrm>
          <a:prstGeom prst="line">
            <a:avLst/>
          </a:prstGeom>
          <a:ln>
            <a:solidFill>
              <a:srgbClr val="00445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Google Shape;937;p37">
            <a:extLst>
              <a:ext uri="{FF2B5EF4-FFF2-40B4-BE49-F238E27FC236}">
                <a16:creationId xmlns:a16="http://schemas.microsoft.com/office/drawing/2014/main" id="{69DB2E1D-3D12-2D35-5DFD-B054FAE6374C}"/>
              </a:ext>
            </a:extLst>
          </p:cNvPr>
          <p:cNvSpPr/>
          <p:nvPr/>
        </p:nvSpPr>
        <p:spPr>
          <a:xfrm flipH="1" flipV="1">
            <a:off x="8773117" y="52"/>
            <a:ext cx="369846" cy="249032"/>
          </a:xfrm>
          <a:custGeom>
            <a:avLst/>
            <a:gdLst>
              <a:gd name="connsiteX0" fmla="*/ 0 w 1414234"/>
              <a:gd name="connsiteY0" fmla="*/ 0 h 258097"/>
              <a:gd name="connsiteX1" fmla="*/ 1285186 w 1414234"/>
              <a:gd name="connsiteY1" fmla="*/ 0 h 258097"/>
              <a:gd name="connsiteX2" fmla="*/ 1414235 w 1414234"/>
              <a:gd name="connsiteY2" fmla="*/ 129049 h 258097"/>
              <a:gd name="connsiteX3" fmla="*/ 1414234 w 1414234"/>
              <a:gd name="connsiteY3" fmla="*/ 258097 h 258097"/>
              <a:gd name="connsiteX4" fmla="*/ 0 w 1414234"/>
              <a:gd name="connsiteY4" fmla="*/ 258097 h 258097"/>
              <a:gd name="connsiteX5" fmla="*/ 0 w 1414234"/>
              <a:gd name="connsiteY5" fmla="*/ 0 h 258097"/>
              <a:gd name="connsiteX0" fmla="*/ 0 w 1414235"/>
              <a:gd name="connsiteY0" fmla="*/ 0 h 258097"/>
              <a:gd name="connsiteX1" fmla="*/ 1285186 w 1414235"/>
              <a:gd name="connsiteY1" fmla="*/ 0 h 258097"/>
              <a:gd name="connsiteX2" fmla="*/ 1414235 w 1414235"/>
              <a:gd name="connsiteY2" fmla="*/ 129049 h 258097"/>
              <a:gd name="connsiteX3" fmla="*/ 1414234 w 1414235"/>
              <a:gd name="connsiteY3" fmla="*/ 258097 h 258097"/>
              <a:gd name="connsiteX4" fmla="*/ 243348 w 1414235"/>
              <a:gd name="connsiteY4" fmla="*/ 258097 h 258097"/>
              <a:gd name="connsiteX5" fmla="*/ 0 w 1414235"/>
              <a:gd name="connsiteY5" fmla="*/ 0 h 258097"/>
              <a:gd name="connsiteX0" fmla="*/ 0 w 1178260"/>
              <a:gd name="connsiteY0" fmla="*/ 7374 h 258097"/>
              <a:gd name="connsiteX1" fmla="*/ 1049211 w 1178260"/>
              <a:gd name="connsiteY1" fmla="*/ 0 h 258097"/>
              <a:gd name="connsiteX2" fmla="*/ 1178260 w 1178260"/>
              <a:gd name="connsiteY2" fmla="*/ 129049 h 258097"/>
              <a:gd name="connsiteX3" fmla="*/ 1178259 w 1178260"/>
              <a:gd name="connsiteY3" fmla="*/ 258097 h 258097"/>
              <a:gd name="connsiteX4" fmla="*/ 7373 w 1178260"/>
              <a:gd name="connsiteY4" fmla="*/ 258097 h 258097"/>
              <a:gd name="connsiteX5" fmla="*/ 0 w 1178260"/>
              <a:gd name="connsiteY5" fmla="*/ 7374 h 258097"/>
              <a:gd name="connsiteX0" fmla="*/ 0 w 1178260"/>
              <a:gd name="connsiteY0" fmla="*/ 7374 h 265471"/>
              <a:gd name="connsiteX1" fmla="*/ 1049211 w 1178260"/>
              <a:gd name="connsiteY1" fmla="*/ 0 h 265471"/>
              <a:gd name="connsiteX2" fmla="*/ 1178260 w 1178260"/>
              <a:gd name="connsiteY2" fmla="*/ 129049 h 265471"/>
              <a:gd name="connsiteX3" fmla="*/ 1178259 w 1178260"/>
              <a:gd name="connsiteY3" fmla="*/ 258097 h 265471"/>
              <a:gd name="connsiteX4" fmla="*/ 619431 w 1178260"/>
              <a:gd name="connsiteY4" fmla="*/ 265471 h 265471"/>
              <a:gd name="connsiteX5" fmla="*/ 0 w 1178260"/>
              <a:gd name="connsiteY5" fmla="*/ 7374 h 265471"/>
              <a:gd name="connsiteX0" fmla="*/ 0 w 566202"/>
              <a:gd name="connsiteY0" fmla="*/ 0 h 280219"/>
              <a:gd name="connsiteX1" fmla="*/ 437153 w 566202"/>
              <a:gd name="connsiteY1" fmla="*/ 14748 h 280219"/>
              <a:gd name="connsiteX2" fmla="*/ 566202 w 566202"/>
              <a:gd name="connsiteY2" fmla="*/ 143797 h 280219"/>
              <a:gd name="connsiteX3" fmla="*/ 566201 w 566202"/>
              <a:gd name="connsiteY3" fmla="*/ 272845 h 280219"/>
              <a:gd name="connsiteX4" fmla="*/ 7373 w 566202"/>
              <a:gd name="connsiteY4" fmla="*/ 280219 h 280219"/>
              <a:gd name="connsiteX5" fmla="*/ 0 w 566202"/>
              <a:gd name="connsiteY5" fmla="*/ 0 h 280219"/>
              <a:gd name="connsiteX0" fmla="*/ 0 w 566202"/>
              <a:gd name="connsiteY0" fmla="*/ 0 h 280219"/>
              <a:gd name="connsiteX1" fmla="*/ 437153 w 566202"/>
              <a:gd name="connsiteY1" fmla="*/ 14748 h 280219"/>
              <a:gd name="connsiteX2" fmla="*/ 566202 w 566202"/>
              <a:gd name="connsiteY2" fmla="*/ 143797 h 280219"/>
              <a:gd name="connsiteX3" fmla="*/ 566201 w 566202"/>
              <a:gd name="connsiteY3" fmla="*/ 272845 h 280219"/>
              <a:gd name="connsiteX4" fmla="*/ 58992 w 566202"/>
              <a:gd name="connsiteY4" fmla="*/ 280219 h 280219"/>
              <a:gd name="connsiteX5" fmla="*/ 0 w 566202"/>
              <a:gd name="connsiteY5" fmla="*/ 0 h 280219"/>
              <a:gd name="connsiteX0" fmla="*/ 0 w 566202"/>
              <a:gd name="connsiteY0" fmla="*/ 0 h 272845"/>
              <a:gd name="connsiteX1" fmla="*/ 437153 w 566202"/>
              <a:gd name="connsiteY1" fmla="*/ 14748 h 272845"/>
              <a:gd name="connsiteX2" fmla="*/ 566202 w 566202"/>
              <a:gd name="connsiteY2" fmla="*/ 143797 h 272845"/>
              <a:gd name="connsiteX3" fmla="*/ 566201 w 566202"/>
              <a:gd name="connsiteY3" fmla="*/ 272845 h 272845"/>
              <a:gd name="connsiteX4" fmla="*/ 209118 w 566202"/>
              <a:gd name="connsiteY4" fmla="*/ 262022 h 272845"/>
              <a:gd name="connsiteX5" fmla="*/ 0 w 566202"/>
              <a:gd name="connsiteY5" fmla="*/ 0 h 272845"/>
              <a:gd name="connsiteX0" fmla="*/ 0 w 366035"/>
              <a:gd name="connsiteY0" fmla="*/ 0 h 272845"/>
              <a:gd name="connsiteX1" fmla="*/ 236986 w 366035"/>
              <a:gd name="connsiteY1" fmla="*/ 14748 h 272845"/>
              <a:gd name="connsiteX2" fmla="*/ 366035 w 366035"/>
              <a:gd name="connsiteY2" fmla="*/ 143797 h 272845"/>
              <a:gd name="connsiteX3" fmla="*/ 366034 w 366035"/>
              <a:gd name="connsiteY3" fmla="*/ 272845 h 272845"/>
              <a:gd name="connsiteX4" fmla="*/ 8951 w 366035"/>
              <a:gd name="connsiteY4" fmla="*/ 262022 h 272845"/>
              <a:gd name="connsiteX5" fmla="*/ 0 w 366035"/>
              <a:gd name="connsiteY5" fmla="*/ 0 h 272845"/>
              <a:gd name="connsiteX0" fmla="*/ 0 w 366035"/>
              <a:gd name="connsiteY0" fmla="*/ 0 h 272845"/>
              <a:gd name="connsiteX1" fmla="*/ 236986 w 366035"/>
              <a:gd name="connsiteY1" fmla="*/ 14748 h 272845"/>
              <a:gd name="connsiteX2" fmla="*/ 366035 w 366035"/>
              <a:gd name="connsiteY2" fmla="*/ 143797 h 272845"/>
              <a:gd name="connsiteX3" fmla="*/ 366034 w 366035"/>
              <a:gd name="connsiteY3" fmla="*/ 272845 h 272845"/>
              <a:gd name="connsiteX4" fmla="*/ 99438 w 366035"/>
              <a:gd name="connsiteY4" fmla="*/ 247734 h 272845"/>
              <a:gd name="connsiteX5" fmla="*/ 0 w 366035"/>
              <a:gd name="connsiteY5" fmla="*/ 0 h 272845"/>
              <a:gd name="connsiteX0" fmla="*/ 0 w 366035"/>
              <a:gd name="connsiteY0" fmla="*/ 0 h 272845"/>
              <a:gd name="connsiteX1" fmla="*/ 236986 w 366035"/>
              <a:gd name="connsiteY1" fmla="*/ 14748 h 272845"/>
              <a:gd name="connsiteX2" fmla="*/ 366035 w 366035"/>
              <a:gd name="connsiteY2" fmla="*/ 143797 h 272845"/>
              <a:gd name="connsiteX3" fmla="*/ 366034 w 366035"/>
              <a:gd name="connsiteY3" fmla="*/ 272845 h 272845"/>
              <a:gd name="connsiteX4" fmla="*/ 25619 w 366035"/>
              <a:gd name="connsiteY4" fmla="*/ 259641 h 272845"/>
              <a:gd name="connsiteX5" fmla="*/ 0 w 366035"/>
              <a:gd name="connsiteY5" fmla="*/ 0 h 272845"/>
              <a:gd name="connsiteX0" fmla="*/ 5337 w 340416"/>
              <a:gd name="connsiteY0" fmla="*/ 0 h 268083"/>
              <a:gd name="connsiteX1" fmla="*/ 211367 w 340416"/>
              <a:gd name="connsiteY1" fmla="*/ 9986 h 268083"/>
              <a:gd name="connsiteX2" fmla="*/ 340416 w 340416"/>
              <a:gd name="connsiteY2" fmla="*/ 139035 h 268083"/>
              <a:gd name="connsiteX3" fmla="*/ 340415 w 340416"/>
              <a:gd name="connsiteY3" fmla="*/ 268083 h 268083"/>
              <a:gd name="connsiteX4" fmla="*/ 0 w 340416"/>
              <a:gd name="connsiteY4" fmla="*/ 254879 h 268083"/>
              <a:gd name="connsiteX5" fmla="*/ 5337 w 340416"/>
              <a:gd name="connsiteY5" fmla="*/ 0 h 268083"/>
              <a:gd name="connsiteX0" fmla="*/ 5337 w 353901"/>
              <a:gd name="connsiteY0" fmla="*/ 0 h 254879"/>
              <a:gd name="connsiteX1" fmla="*/ 211367 w 353901"/>
              <a:gd name="connsiteY1" fmla="*/ 9986 h 254879"/>
              <a:gd name="connsiteX2" fmla="*/ 340416 w 353901"/>
              <a:gd name="connsiteY2" fmla="*/ 139035 h 254879"/>
              <a:gd name="connsiteX3" fmla="*/ 349940 w 353901"/>
              <a:gd name="connsiteY3" fmla="*/ 253795 h 254879"/>
              <a:gd name="connsiteX4" fmla="*/ 0 w 353901"/>
              <a:gd name="connsiteY4" fmla="*/ 254879 h 254879"/>
              <a:gd name="connsiteX5" fmla="*/ 5337 w 353901"/>
              <a:gd name="connsiteY5" fmla="*/ 0 h 254879"/>
              <a:gd name="connsiteX0" fmla="*/ 7718 w 356282"/>
              <a:gd name="connsiteY0" fmla="*/ 0 h 253795"/>
              <a:gd name="connsiteX1" fmla="*/ 213748 w 356282"/>
              <a:gd name="connsiteY1" fmla="*/ 9986 h 253795"/>
              <a:gd name="connsiteX2" fmla="*/ 342797 w 356282"/>
              <a:gd name="connsiteY2" fmla="*/ 139035 h 253795"/>
              <a:gd name="connsiteX3" fmla="*/ 352321 w 356282"/>
              <a:gd name="connsiteY3" fmla="*/ 253795 h 253795"/>
              <a:gd name="connsiteX4" fmla="*/ 0 w 356282"/>
              <a:gd name="connsiteY4" fmla="*/ 226304 h 253795"/>
              <a:gd name="connsiteX5" fmla="*/ 7718 w 356282"/>
              <a:gd name="connsiteY5" fmla="*/ 0 h 253795"/>
              <a:gd name="connsiteX0" fmla="*/ 574 w 349138"/>
              <a:gd name="connsiteY0" fmla="*/ 0 h 257260"/>
              <a:gd name="connsiteX1" fmla="*/ 206604 w 349138"/>
              <a:gd name="connsiteY1" fmla="*/ 9986 h 257260"/>
              <a:gd name="connsiteX2" fmla="*/ 335653 w 349138"/>
              <a:gd name="connsiteY2" fmla="*/ 139035 h 257260"/>
              <a:gd name="connsiteX3" fmla="*/ 345177 w 349138"/>
              <a:gd name="connsiteY3" fmla="*/ 253795 h 257260"/>
              <a:gd name="connsiteX4" fmla="*/ 0 w 349138"/>
              <a:gd name="connsiteY4" fmla="*/ 257260 h 257260"/>
              <a:gd name="connsiteX5" fmla="*/ 574 w 349138"/>
              <a:gd name="connsiteY5" fmla="*/ 0 h 257260"/>
              <a:gd name="connsiteX0" fmla="*/ 574 w 359486"/>
              <a:gd name="connsiteY0" fmla="*/ 0 h 257260"/>
              <a:gd name="connsiteX1" fmla="*/ 206604 w 359486"/>
              <a:gd name="connsiteY1" fmla="*/ 9986 h 257260"/>
              <a:gd name="connsiteX2" fmla="*/ 335653 w 359486"/>
              <a:gd name="connsiteY2" fmla="*/ 139035 h 257260"/>
              <a:gd name="connsiteX3" fmla="*/ 359464 w 359486"/>
              <a:gd name="connsiteY3" fmla="*/ 253795 h 257260"/>
              <a:gd name="connsiteX4" fmla="*/ 0 w 359486"/>
              <a:gd name="connsiteY4" fmla="*/ 257260 h 257260"/>
              <a:gd name="connsiteX5" fmla="*/ 574 w 359486"/>
              <a:gd name="connsiteY5" fmla="*/ 0 h 257260"/>
              <a:gd name="connsiteX0" fmla="*/ 574 w 359486"/>
              <a:gd name="connsiteY0" fmla="*/ 0 h 257260"/>
              <a:gd name="connsiteX1" fmla="*/ 206604 w 359486"/>
              <a:gd name="connsiteY1" fmla="*/ 9986 h 257260"/>
              <a:gd name="connsiteX2" fmla="*/ 335653 w 359486"/>
              <a:gd name="connsiteY2" fmla="*/ 110460 h 257260"/>
              <a:gd name="connsiteX3" fmla="*/ 359464 w 359486"/>
              <a:gd name="connsiteY3" fmla="*/ 253795 h 257260"/>
              <a:gd name="connsiteX4" fmla="*/ 0 w 359486"/>
              <a:gd name="connsiteY4" fmla="*/ 257260 h 257260"/>
              <a:gd name="connsiteX5" fmla="*/ 574 w 359486"/>
              <a:gd name="connsiteY5" fmla="*/ 0 h 257260"/>
              <a:gd name="connsiteX0" fmla="*/ 574 w 365269"/>
              <a:gd name="connsiteY0" fmla="*/ 0 h 257260"/>
              <a:gd name="connsiteX1" fmla="*/ 206604 w 365269"/>
              <a:gd name="connsiteY1" fmla="*/ 9986 h 257260"/>
              <a:gd name="connsiteX2" fmla="*/ 359464 w 365269"/>
              <a:gd name="connsiteY2" fmla="*/ 253795 h 257260"/>
              <a:gd name="connsiteX3" fmla="*/ 0 w 365269"/>
              <a:gd name="connsiteY3" fmla="*/ 257260 h 257260"/>
              <a:gd name="connsiteX4" fmla="*/ 574 w 365269"/>
              <a:gd name="connsiteY4" fmla="*/ 0 h 257260"/>
              <a:gd name="connsiteX0" fmla="*/ 574 w 369846"/>
              <a:gd name="connsiteY0" fmla="*/ 0 h 257260"/>
              <a:gd name="connsiteX1" fmla="*/ 206604 w 369846"/>
              <a:gd name="connsiteY1" fmla="*/ 9986 h 257260"/>
              <a:gd name="connsiteX2" fmla="*/ 359464 w 369846"/>
              <a:gd name="connsiteY2" fmla="*/ 253795 h 257260"/>
              <a:gd name="connsiteX3" fmla="*/ 0 w 369846"/>
              <a:gd name="connsiteY3" fmla="*/ 257260 h 257260"/>
              <a:gd name="connsiteX4" fmla="*/ 574 w 369846"/>
              <a:gd name="connsiteY4" fmla="*/ 0 h 257260"/>
              <a:gd name="connsiteX0" fmla="*/ 574 w 369846"/>
              <a:gd name="connsiteY0" fmla="*/ 0 h 252497"/>
              <a:gd name="connsiteX1" fmla="*/ 206604 w 369846"/>
              <a:gd name="connsiteY1" fmla="*/ 5223 h 252497"/>
              <a:gd name="connsiteX2" fmla="*/ 359464 w 369846"/>
              <a:gd name="connsiteY2" fmla="*/ 249032 h 252497"/>
              <a:gd name="connsiteX3" fmla="*/ 0 w 369846"/>
              <a:gd name="connsiteY3" fmla="*/ 252497 h 252497"/>
              <a:gd name="connsiteX4" fmla="*/ 574 w 369846"/>
              <a:gd name="connsiteY4" fmla="*/ 0 h 252497"/>
              <a:gd name="connsiteX0" fmla="*/ 574 w 369846"/>
              <a:gd name="connsiteY0" fmla="*/ 0 h 249032"/>
              <a:gd name="connsiteX1" fmla="*/ 206604 w 369846"/>
              <a:gd name="connsiteY1" fmla="*/ 5223 h 249032"/>
              <a:gd name="connsiteX2" fmla="*/ 359464 w 369846"/>
              <a:gd name="connsiteY2" fmla="*/ 249032 h 249032"/>
              <a:gd name="connsiteX3" fmla="*/ 0 w 369846"/>
              <a:gd name="connsiteY3" fmla="*/ 245353 h 249032"/>
              <a:gd name="connsiteX4" fmla="*/ 574 w 369846"/>
              <a:gd name="connsiteY4" fmla="*/ 0 h 2490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69846" h="249032">
                <a:moveTo>
                  <a:pt x="574" y="0"/>
                </a:moveTo>
                <a:lnTo>
                  <a:pt x="206604" y="5223"/>
                </a:lnTo>
                <a:cubicBezTo>
                  <a:pt x="342619" y="42759"/>
                  <a:pt x="393898" y="207820"/>
                  <a:pt x="359464" y="249032"/>
                </a:cubicBezTo>
                <a:lnTo>
                  <a:pt x="0" y="245353"/>
                </a:lnTo>
                <a:cubicBezTo>
                  <a:pt x="191" y="159600"/>
                  <a:pt x="383" y="85753"/>
                  <a:pt x="574" y="0"/>
                </a:cubicBezTo>
                <a:close/>
              </a:path>
            </a:pathLst>
          </a:custGeom>
          <a:gradFill flip="none" rotWithShape="1">
            <a:gsLst>
              <a:gs pos="63000">
                <a:srgbClr val="06D1D7"/>
              </a:gs>
              <a:gs pos="33000">
                <a:srgbClr val="23A295"/>
              </a:gs>
              <a:gs pos="0">
                <a:srgbClr val="57F6A2"/>
              </a:gs>
              <a:gs pos="100000">
                <a:srgbClr val="1B2048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latin typeface="Maven Pro"/>
              <a:ea typeface="Maven Pro"/>
              <a:cs typeface="Maven Pro"/>
              <a:sym typeface="Maven Pro"/>
            </a:endParaRPr>
          </a:p>
        </p:txBody>
      </p:sp>
      <p:sp>
        <p:nvSpPr>
          <p:cNvPr id="41" name="CaixaDeTexto 40">
            <a:extLst>
              <a:ext uri="{FF2B5EF4-FFF2-40B4-BE49-F238E27FC236}">
                <a16:creationId xmlns:a16="http://schemas.microsoft.com/office/drawing/2014/main" id="{99C3506E-F590-1F89-19F8-1A65850B0F4A}"/>
              </a:ext>
            </a:extLst>
          </p:cNvPr>
          <p:cNvSpPr txBox="1"/>
          <p:nvPr/>
        </p:nvSpPr>
        <p:spPr>
          <a:xfrm>
            <a:off x="756048" y="1371037"/>
            <a:ext cx="4017878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1200" dirty="0"/>
              <a:t>O </a:t>
            </a:r>
            <a:r>
              <a:rPr lang="pt-BR" sz="1200" dirty="0" err="1"/>
              <a:t>Mini-Batch</a:t>
            </a:r>
            <a:r>
              <a:rPr lang="pt-BR" sz="1200" dirty="0"/>
              <a:t> K-</a:t>
            </a:r>
            <a:r>
              <a:rPr lang="pt-BR" sz="1200" dirty="0" err="1"/>
              <a:t>means</a:t>
            </a:r>
            <a:r>
              <a:rPr lang="pt-BR" sz="1200" dirty="0"/>
              <a:t> foi usado como método operacional principal.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1200" dirty="0"/>
              <a:t>O HDBSCAN foi usado como camada diagnóstica.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1200" dirty="0"/>
              <a:t>E identifica grupos densos e documentos tratados como ruído.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pt-BR" sz="12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pt-BR" sz="12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pt-BR" sz="12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1200" dirty="0"/>
              <a:t>A representação híbrida teve melhor capacidade de agrupamento.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1200" dirty="0"/>
              <a:t>O HDBSCAN é útil para diagnóstico, mas inadequado como classificador final isolado.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1200" dirty="0"/>
              <a:t>O consenso entre especificações ajuda a identificar pares de notícias semanticamente estáveis.</a:t>
            </a:r>
            <a:endParaRPr lang="pt-PT" sz="1200" dirty="0"/>
          </a:p>
        </p:txBody>
      </p:sp>
      <p:pic>
        <p:nvPicPr>
          <p:cNvPr id="39" name="Imagem 38">
            <a:extLst>
              <a:ext uri="{FF2B5EF4-FFF2-40B4-BE49-F238E27FC236}">
                <a16:creationId xmlns:a16="http://schemas.microsoft.com/office/drawing/2014/main" id="{E709E3C5-E380-0E43-2986-CE222EAAC5EB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r="4999"/>
          <a:stretch>
            <a:fillRect/>
          </a:stretch>
        </p:blipFill>
        <p:spPr>
          <a:xfrm>
            <a:off x="4904295" y="1395526"/>
            <a:ext cx="4163753" cy="22462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467831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91">
          <a:extLst>
            <a:ext uri="{FF2B5EF4-FFF2-40B4-BE49-F238E27FC236}">
              <a16:creationId xmlns:a16="http://schemas.microsoft.com/office/drawing/2014/main" id="{38171DC7-F799-19DD-31FF-432B0A600E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83" name="Gráfico 982">
            <a:extLst>
              <a:ext uri="{FF2B5EF4-FFF2-40B4-BE49-F238E27FC236}">
                <a16:creationId xmlns:a16="http://schemas.microsoft.com/office/drawing/2014/main" id="{27CF6A5F-284E-6D25-1D85-5B9C9F3BBB0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471287" y="-176981"/>
            <a:ext cx="10434025" cy="5320297"/>
          </a:xfrm>
          <a:prstGeom prst="rect">
            <a:avLst/>
          </a:prstGeom>
        </p:spPr>
      </p:pic>
      <p:sp>
        <p:nvSpPr>
          <p:cNvPr id="2" name="Google Shape;932;p37">
            <a:extLst>
              <a:ext uri="{FF2B5EF4-FFF2-40B4-BE49-F238E27FC236}">
                <a16:creationId xmlns:a16="http://schemas.microsoft.com/office/drawing/2014/main" id="{54827D49-B2B8-346B-E15D-F7F3305F0839}"/>
              </a:ext>
            </a:extLst>
          </p:cNvPr>
          <p:cNvSpPr txBox="1">
            <a:spLocks/>
          </p:cNvSpPr>
          <p:nvPr/>
        </p:nvSpPr>
        <p:spPr>
          <a:xfrm>
            <a:off x="7194305" y="528340"/>
            <a:ext cx="1661894" cy="2259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None/>
              <a:defRPr sz="28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None/>
              <a:defRPr sz="28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None/>
              <a:defRPr sz="28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None/>
              <a:defRPr sz="28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None/>
              <a:defRPr sz="28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None/>
              <a:defRPr sz="28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None/>
              <a:defRPr sz="28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None/>
              <a:defRPr sz="28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None/>
              <a:defRPr sz="28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r>
              <a:rPr lang="pt-BR" sz="600" b="0" dirty="0">
                <a:solidFill>
                  <a:srgbClr val="186E66"/>
                </a:solidFill>
                <a:latin typeface="+mj-lt"/>
                <a:cs typeface="Arial" panose="020B0604020202020204" pitchFamily="34" charset="0"/>
              </a:rPr>
              <a:t>Há mais de 60 anos pensando o Brasil</a:t>
            </a:r>
          </a:p>
        </p:txBody>
      </p:sp>
      <p:sp>
        <p:nvSpPr>
          <p:cNvPr id="3" name="Google Shape;936;p37">
            <a:extLst>
              <a:ext uri="{FF2B5EF4-FFF2-40B4-BE49-F238E27FC236}">
                <a16:creationId xmlns:a16="http://schemas.microsoft.com/office/drawing/2014/main" id="{FC510258-81E7-1A2C-FADD-2E7A1897F2CA}"/>
              </a:ext>
            </a:extLst>
          </p:cNvPr>
          <p:cNvSpPr/>
          <p:nvPr/>
        </p:nvSpPr>
        <p:spPr>
          <a:xfrm flipH="1">
            <a:off x="7861193" y="4721150"/>
            <a:ext cx="1282656" cy="422165"/>
          </a:xfrm>
          <a:prstGeom prst="round1Rect">
            <a:avLst>
              <a:gd name="adj" fmla="val 50000"/>
            </a:avLst>
          </a:prstGeom>
          <a:solidFill>
            <a:srgbClr val="1B204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latin typeface="Maven Pro"/>
              <a:ea typeface="Maven Pro"/>
              <a:cs typeface="Maven Pro"/>
              <a:sym typeface="Maven Pro"/>
            </a:endParaRPr>
          </a:p>
        </p:txBody>
      </p:sp>
      <p:sp>
        <p:nvSpPr>
          <p:cNvPr id="4" name="Google Shape;937;p37">
            <a:extLst>
              <a:ext uri="{FF2B5EF4-FFF2-40B4-BE49-F238E27FC236}">
                <a16:creationId xmlns:a16="http://schemas.microsoft.com/office/drawing/2014/main" id="{E2E6772C-4749-B8F7-C8B1-59BCCBD8CF5C}"/>
              </a:ext>
            </a:extLst>
          </p:cNvPr>
          <p:cNvSpPr/>
          <p:nvPr/>
        </p:nvSpPr>
        <p:spPr>
          <a:xfrm flipH="1">
            <a:off x="7588727" y="4912884"/>
            <a:ext cx="1555123" cy="230496"/>
          </a:xfrm>
          <a:prstGeom prst="round1Rect">
            <a:avLst>
              <a:gd name="adj" fmla="val 50000"/>
            </a:avLst>
          </a:prstGeom>
          <a:gradFill flip="none" rotWithShape="1">
            <a:gsLst>
              <a:gs pos="63000">
                <a:srgbClr val="06D1D7"/>
              </a:gs>
              <a:gs pos="33000">
                <a:srgbClr val="23A295"/>
              </a:gs>
              <a:gs pos="0">
                <a:srgbClr val="57F6A2"/>
              </a:gs>
              <a:gs pos="100000">
                <a:srgbClr val="1B2048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latin typeface="Maven Pro"/>
              <a:ea typeface="Maven Pro"/>
              <a:cs typeface="Maven Pro"/>
              <a:sym typeface="Maven Pro"/>
            </a:endParaRPr>
          </a:p>
        </p:txBody>
      </p:sp>
      <p:grpSp>
        <p:nvGrpSpPr>
          <p:cNvPr id="5" name="Google Shape;938;p37">
            <a:extLst>
              <a:ext uri="{FF2B5EF4-FFF2-40B4-BE49-F238E27FC236}">
                <a16:creationId xmlns:a16="http://schemas.microsoft.com/office/drawing/2014/main" id="{B92807B9-755A-0866-8B72-7915755D3AEF}"/>
              </a:ext>
            </a:extLst>
          </p:cNvPr>
          <p:cNvGrpSpPr/>
          <p:nvPr/>
        </p:nvGrpSpPr>
        <p:grpSpPr>
          <a:xfrm>
            <a:off x="8644350" y="4276582"/>
            <a:ext cx="423698" cy="551579"/>
            <a:chOff x="7631225" y="2241175"/>
            <a:chExt cx="986125" cy="2095500"/>
          </a:xfrm>
          <a:gradFill>
            <a:gsLst>
              <a:gs pos="53000">
                <a:srgbClr val="23A295"/>
              </a:gs>
              <a:gs pos="0">
                <a:srgbClr val="57F6A2"/>
              </a:gs>
              <a:gs pos="100000">
                <a:srgbClr val="1B2048"/>
              </a:gs>
            </a:gsLst>
            <a:lin ang="5400000" scaled="1"/>
          </a:gradFill>
        </p:grpSpPr>
        <p:cxnSp>
          <p:nvCxnSpPr>
            <p:cNvPr id="6" name="Google Shape;939;p37">
              <a:extLst>
                <a:ext uri="{FF2B5EF4-FFF2-40B4-BE49-F238E27FC236}">
                  <a16:creationId xmlns:a16="http://schemas.microsoft.com/office/drawing/2014/main" id="{2436B648-8DEB-0859-BAB1-AEEC64F3ACEB}"/>
                </a:ext>
              </a:extLst>
            </p:cNvPr>
            <p:cNvCxnSpPr/>
            <p:nvPr/>
          </p:nvCxnSpPr>
          <p:spPr>
            <a:xfrm>
              <a:off x="7631225" y="2241175"/>
              <a:ext cx="0" cy="2095500"/>
            </a:xfrm>
            <a:prstGeom prst="straightConnector1">
              <a:avLst/>
            </a:prstGeom>
            <a:grpFill/>
            <a:ln w="9525" cap="flat" cmpd="sng">
              <a:solidFill>
                <a:srgbClr val="1AB0A9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7" name="Google Shape;940;p37">
              <a:extLst>
                <a:ext uri="{FF2B5EF4-FFF2-40B4-BE49-F238E27FC236}">
                  <a16:creationId xmlns:a16="http://schemas.microsoft.com/office/drawing/2014/main" id="{7C94AA5E-EC7E-0DF8-CE2C-017502E92713}"/>
                </a:ext>
              </a:extLst>
            </p:cNvPr>
            <p:cNvCxnSpPr/>
            <p:nvPr/>
          </p:nvCxnSpPr>
          <p:spPr>
            <a:xfrm>
              <a:off x="7707081" y="2241175"/>
              <a:ext cx="0" cy="2095500"/>
            </a:xfrm>
            <a:prstGeom prst="straightConnector1">
              <a:avLst/>
            </a:prstGeom>
            <a:grpFill/>
            <a:ln w="9525" cap="flat" cmpd="sng">
              <a:solidFill>
                <a:srgbClr val="1AB0A9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8" name="Google Shape;941;p37">
              <a:extLst>
                <a:ext uri="{FF2B5EF4-FFF2-40B4-BE49-F238E27FC236}">
                  <a16:creationId xmlns:a16="http://schemas.microsoft.com/office/drawing/2014/main" id="{05FC612F-E04D-ECEF-6304-96EBE5AB27DB}"/>
                </a:ext>
              </a:extLst>
            </p:cNvPr>
            <p:cNvCxnSpPr/>
            <p:nvPr/>
          </p:nvCxnSpPr>
          <p:spPr>
            <a:xfrm>
              <a:off x="7782937" y="2241175"/>
              <a:ext cx="0" cy="2095500"/>
            </a:xfrm>
            <a:prstGeom prst="straightConnector1">
              <a:avLst/>
            </a:prstGeom>
            <a:grpFill/>
            <a:ln w="9525" cap="flat" cmpd="sng">
              <a:solidFill>
                <a:srgbClr val="1AB0A9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9" name="Google Shape;942;p37">
              <a:extLst>
                <a:ext uri="{FF2B5EF4-FFF2-40B4-BE49-F238E27FC236}">
                  <a16:creationId xmlns:a16="http://schemas.microsoft.com/office/drawing/2014/main" id="{EA917E43-0D3C-252F-4BA2-3D0B5DB625D5}"/>
                </a:ext>
              </a:extLst>
            </p:cNvPr>
            <p:cNvCxnSpPr/>
            <p:nvPr/>
          </p:nvCxnSpPr>
          <p:spPr>
            <a:xfrm>
              <a:off x="7858792" y="2241175"/>
              <a:ext cx="0" cy="2095500"/>
            </a:xfrm>
            <a:prstGeom prst="straightConnector1">
              <a:avLst/>
            </a:prstGeom>
            <a:grpFill/>
            <a:ln w="9525" cap="flat" cmpd="sng">
              <a:solidFill>
                <a:srgbClr val="1AB0A9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0" name="Google Shape;943;p37">
              <a:extLst>
                <a:ext uri="{FF2B5EF4-FFF2-40B4-BE49-F238E27FC236}">
                  <a16:creationId xmlns:a16="http://schemas.microsoft.com/office/drawing/2014/main" id="{74CBD16A-B9C6-A261-51DA-560594D029ED}"/>
                </a:ext>
              </a:extLst>
            </p:cNvPr>
            <p:cNvCxnSpPr/>
            <p:nvPr/>
          </p:nvCxnSpPr>
          <p:spPr>
            <a:xfrm>
              <a:off x="8010504" y="2241175"/>
              <a:ext cx="0" cy="2095500"/>
            </a:xfrm>
            <a:prstGeom prst="straightConnector1">
              <a:avLst/>
            </a:prstGeom>
            <a:grpFill/>
            <a:ln w="9525" cap="flat" cmpd="sng">
              <a:solidFill>
                <a:srgbClr val="1AB0A9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1" name="Google Shape;944;p37">
              <a:extLst>
                <a:ext uri="{FF2B5EF4-FFF2-40B4-BE49-F238E27FC236}">
                  <a16:creationId xmlns:a16="http://schemas.microsoft.com/office/drawing/2014/main" id="{B2DE0A6B-3487-FE31-2C50-7E5813B01D59}"/>
                </a:ext>
              </a:extLst>
            </p:cNvPr>
            <p:cNvCxnSpPr/>
            <p:nvPr/>
          </p:nvCxnSpPr>
          <p:spPr>
            <a:xfrm>
              <a:off x="8162215" y="2241175"/>
              <a:ext cx="0" cy="2095500"/>
            </a:xfrm>
            <a:prstGeom prst="straightConnector1">
              <a:avLst/>
            </a:prstGeom>
            <a:grpFill/>
            <a:ln w="9525" cap="flat" cmpd="sng">
              <a:solidFill>
                <a:srgbClr val="1AB0A9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2" name="Google Shape;945;p37">
              <a:extLst>
                <a:ext uri="{FF2B5EF4-FFF2-40B4-BE49-F238E27FC236}">
                  <a16:creationId xmlns:a16="http://schemas.microsoft.com/office/drawing/2014/main" id="{C50C87AB-DBFC-0B3F-4920-4D04F9DD2FFF}"/>
                </a:ext>
              </a:extLst>
            </p:cNvPr>
            <p:cNvCxnSpPr/>
            <p:nvPr/>
          </p:nvCxnSpPr>
          <p:spPr>
            <a:xfrm>
              <a:off x="8313927" y="2241175"/>
              <a:ext cx="0" cy="2095500"/>
            </a:xfrm>
            <a:prstGeom prst="straightConnector1">
              <a:avLst/>
            </a:prstGeom>
            <a:grpFill/>
            <a:ln w="9525" cap="flat" cmpd="sng">
              <a:solidFill>
                <a:srgbClr val="1AB0A9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3" name="Google Shape;946;p37">
              <a:extLst>
                <a:ext uri="{FF2B5EF4-FFF2-40B4-BE49-F238E27FC236}">
                  <a16:creationId xmlns:a16="http://schemas.microsoft.com/office/drawing/2014/main" id="{D1343221-29FE-6251-2DC4-E1313F550979}"/>
                </a:ext>
              </a:extLst>
            </p:cNvPr>
            <p:cNvCxnSpPr/>
            <p:nvPr/>
          </p:nvCxnSpPr>
          <p:spPr>
            <a:xfrm>
              <a:off x="7934648" y="2241175"/>
              <a:ext cx="0" cy="2095500"/>
            </a:xfrm>
            <a:prstGeom prst="straightConnector1">
              <a:avLst/>
            </a:prstGeom>
            <a:grpFill/>
            <a:ln w="9525" cap="flat" cmpd="sng">
              <a:solidFill>
                <a:srgbClr val="1AB0A9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4" name="Google Shape;947;p37">
              <a:extLst>
                <a:ext uri="{FF2B5EF4-FFF2-40B4-BE49-F238E27FC236}">
                  <a16:creationId xmlns:a16="http://schemas.microsoft.com/office/drawing/2014/main" id="{DD38163F-371A-A40E-5BA7-13579E9428E7}"/>
                </a:ext>
              </a:extLst>
            </p:cNvPr>
            <p:cNvCxnSpPr/>
            <p:nvPr/>
          </p:nvCxnSpPr>
          <p:spPr>
            <a:xfrm>
              <a:off x="8086360" y="2241175"/>
              <a:ext cx="0" cy="2095500"/>
            </a:xfrm>
            <a:prstGeom prst="straightConnector1">
              <a:avLst/>
            </a:prstGeom>
            <a:grpFill/>
            <a:ln w="9525" cap="flat" cmpd="sng">
              <a:solidFill>
                <a:srgbClr val="1AB0A9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5" name="Google Shape;948;p37">
              <a:extLst>
                <a:ext uri="{FF2B5EF4-FFF2-40B4-BE49-F238E27FC236}">
                  <a16:creationId xmlns:a16="http://schemas.microsoft.com/office/drawing/2014/main" id="{CB637709-AB88-AD0A-20F3-03ED11ADAF3D}"/>
                </a:ext>
              </a:extLst>
            </p:cNvPr>
            <p:cNvCxnSpPr/>
            <p:nvPr/>
          </p:nvCxnSpPr>
          <p:spPr>
            <a:xfrm>
              <a:off x="8238071" y="2241175"/>
              <a:ext cx="0" cy="2095500"/>
            </a:xfrm>
            <a:prstGeom prst="straightConnector1">
              <a:avLst/>
            </a:prstGeom>
            <a:grpFill/>
            <a:ln w="9525" cap="flat" cmpd="sng">
              <a:solidFill>
                <a:srgbClr val="1AB0A9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6" name="Google Shape;949;p37">
              <a:extLst>
                <a:ext uri="{FF2B5EF4-FFF2-40B4-BE49-F238E27FC236}">
                  <a16:creationId xmlns:a16="http://schemas.microsoft.com/office/drawing/2014/main" id="{0250C337-91BF-38F7-416B-166868DADA61}"/>
                </a:ext>
              </a:extLst>
            </p:cNvPr>
            <p:cNvCxnSpPr/>
            <p:nvPr/>
          </p:nvCxnSpPr>
          <p:spPr>
            <a:xfrm>
              <a:off x="8389783" y="2241175"/>
              <a:ext cx="0" cy="2095500"/>
            </a:xfrm>
            <a:prstGeom prst="straightConnector1">
              <a:avLst/>
            </a:prstGeom>
            <a:grpFill/>
            <a:ln w="9525" cap="flat" cmpd="sng">
              <a:solidFill>
                <a:srgbClr val="1AB0A9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7" name="Google Shape;950;p37">
              <a:extLst>
                <a:ext uri="{FF2B5EF4-FFF2-40B4-BE49-F238E27FC236}">
                  <a16:creationId xmlns:a16="http://schemas.microsoft.com/office/drawing/2014/main" id="{C364F2F8-DB4E-082C-86E0-26BAA09C5637}"/>
                </a:ext>
              </a:extLst>
            </p:cNvPr>
            <p:cNvCxnSpPr/>
            <p:nvPr/>
          </p:nvCxnSpPr>
          <p:spPr>
            <a:xfrm>
              <a:off x="8465638" y="2241175"/>
              <a:ext cx="0" cy="2095500"/>
            </a:xfrm>
            <a:prstGeom prst="straightConnector1">
              <a:avLst/>
            </a:prstGeom>
            <a:grpFill/>
            <a:ln w="9525" cap="flat" cmpd="sng">
              <a:solidFill>
                <a:srgbClr val="1AB0A9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8" name="Google Shape;951;p37">
              <a:extLst>
                <a:ext uri="{FF2B5EF4-FFF2-40B4-BE49-F238E27FC236}">
                  <a16:creationId xmlns:a16="http://schemas.microsoft.com/office/drawing/2014/main" id="{FFE6963E-9AAE-193C-7788-00D4ABEB855B}"/>
                </a:ext>
              </a:extLst>
            </p:cNvPr>
            <p:cNvCxnSpPr/>
            <p:nvPr/>
          </p:nvCxnSpPr>
          <p:spPr>
            <a:xfrm>
              <a:off x="8541494" y="2241175"/>
              <a:ext cx="0" cy="2095500"/>
            </a:xfrm>
            <a:prstGeom prst="straightConnector1">
              <a:avLst/>
            </a:prstGeom>
            <a:grpFill/>
            <a:ln w="9525" cap="flat" cmpd="sng">
              <a:solidFill>
                <a:srgbClr val="1AB0A9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9" name="Google Shape;952;p37">
              <a:extLst>
                <a:ext uri="{FF2B5EF4-FFF2-40B4-BE49-F238E27FC236}">
                  <a16:creationId xmlns:a16="http://schemas.microsoft.com/office/drawing/2014/main" id="{651F4DD2-C7D9-B441-31AB-C7ED34695951}"/>
                </a:ext>
              </a:extLst>
            </p:cNvPr>
            <p:cNvCxnSpPr/>
            <p:nvPr/>
          </p:nvCxnSpPr>
          <p:spPr>
            <a:xfrm>
              <a:off x="8617350" y="2241175"/>
              <a:ext cx="0" cy="2095500"/>
            </a:xfrm>
            <a:prstGeom prst="straightConnector1">
              <a:avLst/>
            </a:prstGeom>
            <a:grpFill/>
            <a:ln w="9525" cap="flat" cmpd="sng">
              <a:solidFill>
                <a:srgbClr val="1AB0A9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20" name="Google Shape;954;p37">
            <a:extLst>
              <a:ext uri="{FF2B5EF4-FFF2-40B4-BE49-F238E27FC236}">
                <a16:creationId xmlns:a16="http://schemas.microsoft.com/office/drawing/2014/main" id="{340D8FEF-3B23-8F50-7931-444F152A8689}"/>
              </a:ext>
            </a:extLst>
          </p:cNvPr>
          <p:cNvSpPr/>
          <p:nvPr/>
        </p:nvSpPr>
        <p:spPr>
          <a:xfrm>
            <a:off x="0" y="4680042"/>
            <a:ext cx="922564" cy="463274"/>
          </a:xfrm>
          <a:prstGeom prst="rect">
            <a:avLst/>
          </a:prstGeom>
          <a:gradFill>
            <a:gsLst>
              <a:gs pos="33000">
                <a:srgbClr val="23A295"/>
              </a:gs>
              <a:gs pos="0">
                <a:srgbClr val="57F6A2"/>
              </a:gs>
              <a:gs pos="100000">
                <a:srgbClr val="1B2048"/>
              </a:gs>
            </a:gsLst>
            <a:path path="circle">
              <a:fillToRect l="100000" t="100000"/>
            </a:path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dirty="0">
              <a:latin typeface="Maven Pro"/>
              <a:ea typeface="Maven Pro"/>
              <a:cs typeface="Maven Pro"/>
              <a:sym typeface="Maven Pro"/>
            </a:endParaRPr>
          </a:p>
        </p:txBody>
      </p:sp>
      <p:sp>
        <p:nvSpPr>
          <p:cNvPr id="21" name="Google Shape;955;p37">
            <a:extLst>
              <a:ext uri="{FF2B5EF4-FFF2-40B4-BE49-F238E27FC236}">
                <a16:creationId xmlns:a16="http://schemas.microsoft.com/office/drawing/2014/main" id="{CF610119-5A02-D978-6EC9-858878409B24}"/>
              </a:ext>
            </a:extLst>
          </p:cNvPr>
          <p:cNvSpPr/>
          <p:nvPr/>
        </p:nvSpPr>
        <p:spPr>
          <a:xfrm>
            <a:off x="0" y="-10656"/>
            <a:ext cx="8021014" cy="5154155"/>
          </a:xfrm>
          <a:prstGeom prst="round1Rect">
            <a:avLst>
              <a:gd name="adj" fmla="val 50000"/>
            </a:avLst>
          </a:prstGeom>
          <a:solidFill>
            <a:srgbClr val="1B204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latin typeface="Maven Pro"/>
              <a:ea typeface="Maven Pro"/>
              <a:cs typeface="Maven Pro"/>
              <a:sym typeface="Maven Pro"/>
            </a:endParaRPr>
          </a:p>
        </p:txBody>
      </p:sp>
      <p:grpSp>
        <p:nvGrpSpPr>
          <p:cNvPr id="22" name="Agrupar 21">
            <a:extLst>
              <a:ext uri="{FF2B5EF4-FFF2-40B4-BE49-F238E27FC236}">
                <a16:creationId xmlns:a16="http://schemas.microsoft.com/office/drawing/2014/main" id="{75F6C0B8-53D6-0AB3-0279-230F3EC86BBF}"/>
              </a:ext>
            </a:extLst>
          </p:cNvPr>
          <p:cNvGrpSpPr/>
          <p:nvPr/>
        </p:nvGrpSpPr>
        <p:grpSpPr>
          <a:xfrm>
            <a:off x="7070035" y="156184"/>
            <a:ext cx="1722295" cy="405506"/>
            <a:chOff x="4782913" y="272045"/>
            <a:chExt cx="3752189" cy="883435"/>
          </a:xfrm>
        </p:grpSpPr>
        <p:pic>
          <p:nvPicPr>
            <p:cNvPr id="23" name="Imagem 22" descr="Interface gráfica do usuário, Texto&#10;&#10;O conteúdo gerado por IA pode estar incorreto.">
              <a:extLst>
                <a:ext uri="{FF2B5EF4-FFF2-40B4-BE49-F238E27FC236}">
                  <a16:creationId xmlns:a16="http://schemas.microsoft.com/office/drawing/2014/main" id="{7C5E9D3E-39BD-5D59-BE31-23F2E8E31779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4782913" y="272045"/>
              <a:ext cx="3752189" cy="883435"/>
            </a:xfrm>
            <a:prstGeom prst="rect">
              <a:avLst/>
            </a:prstGeom>
          </p:spPr>
        </p:pic>
        <p:cxnSp>
          <p:nvCxnSpPr>
            <p:cNvPr id="24" name="Conector reto 23">
              <a:extLst>
                <a:ext uri="{FF2B5EF4-FFF2-40B4-BE49-F238E27FC236}">
                  <a16:creationId xmlns:a16="http://schemas.microsoft.com/office/drawing/2014/main" id="{08A1A806-B43A-8C3B-EE71-ABA5068A25B4}"/>
                </a:ext>
              </a:extLst>
            </p:cNvPr>
            <p:cNvCxnSpPr>
              <a:cxnSpLocks/>
            </p:cNvCxnSpPr>
            <p:nvPr/>
          </p:nvCxnSpPr>
          <p:spPr>
            <a:xfrm>
              <a:off x="5253460" y="1066595"/>
              <a:ext cx="3264536" cy="16228"/>
            </a:xfrm>
            <a:prstGeom prst="line">
              <a:avLst/>
            </a:prstGeom>
            <a:ln>
              <a:solidFill>
                <a:srgbClr val="00445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6" name="Google Shape;937;p37">
            <a:extLst>
              <a:ext uri="{FF2B5EF4-FFF2-40B4-BE49-F238E27FC236}">
                <a16:creationId xmlns:a16="http://schemas.microsoft.com/office/drawing/2014/main" id="{53A6A59D-4902-65FE-AF40-484EEC8DB350}"/>
              </a:ext>
            </a:extLst>
          </p:cNvPr>
          <p:cNvSpPr/>
          <p:nvPr/>
        </p:nvSpPr>
        <p:spPr>
          <a:xfrm rot="16200000" flipH="1" flipV="1">
            <a:off x="-223281" y="212082"/>
            <a:ext cx="765195" cy="318641"/>
          </a:xfrm>
          <a:custGeom>
            <a:avLst/>
            <a:gdLst>
              <a:gd name="connsiteX0" fmla="*/ 0 w 1745961"/>
              <a:gd name="connsiteY0" fmla="*/ 0 h 318637"/>
              <a:gd name="connsiteX1" fmla="*/ 1586643 w 1745961"/>
              <a:gd name="connsiteY1" fmla="*/ 0 h 318637"/>
              <a:gd name="connsiteX2" fmla="*/ 1745962 w 1745961"/>
              <a:gd name="connsiteY2" fmla="*/ 159319 h 318637"/>
              <a:gd name="connsiteX3" fmla="*/ 1745961 w 1745961"/>
              <a:gd name="connsiteY3" fmla="*/ 318637 h 318637"/>
              <a:gd name="connsiteX4" fmla="*/ 0 w 1745961"/>
              <a:gd name="connsiteY4" fmla="*/ 318637 h 318637"/>
              <a:gd name="connsiteX5" fmla="*/ 0 w 1745961"/>
              <a:gd name="connsiteY5" fmla="*/ 0 h 318637"/>
              <a:gd name="connsiteX0" fmla="*/ 980768 w 1745962"/>
              <a:gd name="connsiteY0" fmla="*/ 0 h 318637"/>
              <a:gd name="connsiteX1" fmla="*/ 1586643 w 1745962"/>
              <a:gd name="connsiteY1" fmla="*/ 0 h 318637"/>
              <a:gd name="connsiteX2" fmla="*/ 1745962 w 1745962"/>
              <a:gd name="connsiteY2" fmla="*/ 159319 h 318637"/>
              <a:gd name="connsiteX3" fmla="*/ 1745961 w 1745962"/>
              <a:gd name="connsiteY3" fmla="*/ 318637 h 318637"/>
              <a:gd name="connsiteX4" fmla="*/ 0 w 1745962"/>
              <a:gd name="connsiteY4" fmla="*/ 318637 h 318637"/>
              <a:gd name="connsiteX5" fmla="*/ 980768 w 1745962"/>
              <a:gd name="connsiteY5" fmla="*/ 0 h 318637"/>
              <a:gd name="connsiteX0" fmla="*/ 1 w 765195"/>
              <a:gd name="connsiteY0" fmla="*/ 0 h 318641"/>
              <a:gd name="connsiteX1" fmla="*/ 605876 w 765195"/>
              <a:gd name="connsiteY1" fmla="*/ 0 h 318641"/>
              <a:gd name="connsiteX2" fmla="*/ 765195 w 765195"/>
              <a:gd name="connsiteY2" fmla="*/ 159319 h 318641"/>
              <a:gd name="connsiteX3" fmla="*/ 765194 w 765195"/>
              <a:gd name="connsiteY3" fmla="*/ 318637 h 318641"/>
              <a:gd name="connsiteX4" fmla="*/ 0 w 765195"/>
              <a:gd name="connsiteY4" fmla="*/ 318641 h 318641"/>
              <a:gd name="connsiteX5" fmla="*/ 1 w 765195"/>
              <a:gd name="connsiteY5" fmla="*/ 0 h 3186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765195" h="318641">
                <a:moveTo>
                  <a:pt x="1" y="0"/>
                </a:moveTo>
                <a:lnTo>
                  <a:pt x="605876" y="0"/>
                </a:lnTo>
                <a:cubicBezTo>
                  <a:pt x="693865" y="0"/>
                  <a:pt x="765195" y="71330"/>
                  <a:pt x="765195" y="159319"/>
                </a:cubicBezTo>
                <a:cubicBezTo>
                  <a:pt x="765195" y="212425"/>
                  <a:pt x="765194" y="265531"/>
                  <a:pt x="765194" y="318637"/>
                </a:cubicBezTo>
                <a:lnTo>
                  <a:pt x="0" y="318641"/>
                </a:lnTo>
                <a:cubicBezTo>
                  <a:pt x="0" y="212427"/>
                  <a:pt x="1" y="106214"/>
                  <a:pt x="1" y="0"/>
                </a:cubicBezTo>
                <a:close/>
              </a:path>
            </a:pathLst>
          </a:custGeom>
          <a:gradFill flip="none" rotWithShape="1">
            <a:gsLst>
              <a:gs pos="63000">
                <a:srgbClr val="06D1D7"/>
              </a:gs>
              <a:gs pos="33000">
                <a:srgbClr val="23A295"/>
              </a:gs>
              <a:gs pos="0">
                <a:srgbClr val="57F6A2"/>
              </a:gs>
              <a:gs pos="100000">
                <a:srgbClr val="1B2048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latin typeface="Maven Pro"/>
              <a:ea typeface="Maven Pro"/>
              <a:cs typeface="Maven Pro"/>
              <a:sym typeface="Maven Pro"/>
            </a:endParaRPr>
          </a:p>
        </p:txBody>
      </p:sp>
      <p:sp>
        <p:nvSpPr>
          <p:cNvPr id="27" name="Google Shape;937;p37">
            <a:extLst>
              <a:ext uri="{FF2B5EF4-FFF2-40B4-BE49-F238E27FC236}">
                <a16:creationId xmlns:a16="http://schemas.microsoft.com/office/drawing/2014/main" id="{8093B0A3-7ACE-0946-C3A3-17EF34C50CC1}"/>
              </a:ext>
            </a:extLst>
          </p:cNvPr>
          <p:cNvSpPr/>
          <p:nvPr/>
        </p:nvSpPr>
        <p:spPr>
          <a:xfrm flipH="1" flipV="1">
            <a:off x="8773117" y="52"/>
            <a:ext cx="369846" cy="249032"/>
          </a:xfrm>
          <a:custGeom>
            <a:avLst/>
            <a:gdLst>
              <a:gd name="connsiteX0" fmla="*/ 0 w 1414234"/>
              <a:gd name="connsiteY0" fmla="*/ 0 h 258097"/>
              <a:gd name="connsiteX1" fmla="*/ 1285186 w 1414234"/>
              <a:gd name="connsiteY1" fmla="*/ 0 h 258097"/>
              <a:gd name="connsiteX2" fmla="*/ 1414235 w 1414234"/>
              <a:gd name="connsiteY2" fmla="*/ 129049 h 258097"/>
              <a:gd name="connsiteX3" fmla="*/ 1414234 w 1414234"/>
              <a:gd name="connsiteY3" fmla="*/ 258097 h 258097"/>
              <a:gd name="connsiteX4" fmla="*/ 0 w 1414234"/>
              <a:gd name="connsiteY4" fmla="*/ 258097 h 258097"/>
              <a:gd name="connsiteX5" fmla="*/ 0 w 1414234"/>
              <a:gd name="connsiteY5" fmla="*/ 0 h 258097"/>
              <a:gd name="connsiteX0" fmla="*/ 0 w 1414235"/>
              <a:gd name="connsiteY0" fmla="*/ 0 h 258097"/>
              <a:gd name="connsiteX1" fmla="*/ 1285186 w 1414235"/>
              <a:gd name="connsiteY1" fmla="*/ 0 h 258097"/>
              <a:gd name="connsiteX2" fmla="*/ 1414235 w 1414235"/>
              <a:gd name="connsiteY2" fmla="*/ 129049 h 258097"/>
              <a:gd name="connsiteX3" fmla="*/ 1414234 w 1414235"/>
              <a:gd name="connsiteY3" fmla="*/ 258097 h 258097"/>
              <a:gd name="connsiteX4" fmla="*/ 243348 w 1414235"/>
              <a:gd name="connsiteY4" fmla="*/ 258097 h 258097"/>
              <a:gd name="connsiteX5" fmla="*/ 0 w 1414235"/>
              <a:gd name="connsiteY5" fmla="*/ 0 h 258097"/>
              <a:gd name="connsiteX0" fmla="*/ 0 w 1178260"/>
              <a:gd name="connsiteY0" fmla="*/ 7374 h 258097"/>
              <a:gd name="connsiteX1" fmla="*/ 1049211 w 1178260"/>
              <a:gd name="connsiteY1" fmla="*/ 0 h 258097"/>
              <a:gd name="connsiteX2" fmla="*/ 1178260 w 1178260"/>
              <a:gd name="connsiteY2" fmla="*/ 129049 h 258097"/>
              <a:gd name="connsiteX3" fmla="*/ 1178259 w 1178260"/>
              <a:gd name="connsiteY3" fmla="*/ 258097 h 258097"/>
              <a:gd name="connsiteX4" fmla="*/ 7373 w 1178260"/>
              <a:gd name="connsiteY4" fmla="*/ 258097 h 258097"/>
              <a:gd name="connsiteX5" fmla="*/ 0 w 1178260"/>
              <a:gd name="connsiteY5" fmla="*/ 7374 h 258097"/>
              <a:gd name="connsiteX0" fmla="*/ 0 w 1178260"/>
              <a:gd name="connsiteY0" fmla="*/ 7374 h 265471"/>
              <a:gd name="connsiteX1" fmla="*/ 1049211 w 1178260"/>
              <a:gd name="connsiteY1" fmla="*/ 0 h 265471"/>
              <a:gd name="connsiteX2" fmla="*/ 1178260 w 1178260"/>
              <a:gd name="connsiteY2" fmla="*/ 129049 h 265471"/>
              <a:gd name="connsiteX3" fmla="*/ 1178259 w 1178260"/>
              <a:gd name="connsiteY3" fmla="*/ 258097 h 265471"/>
              <a:gd name="connsiteX4" fmla="*/ 619431 w 1178260"/>
              <a:gd name="connsiteY4" fmla="*/ 265471 h 265471"/>
              <a:gd name="connsiteX5" fmla="*/ 0 w 1178260"/>
              <a:gd name="connsiteY5" fmla="*/ 7374 h 265471"/>
              <a:gd name="connsiteX0" fmla="*/ 0 w 566202"/>
              <a:gd name="connsiteY0" fmla="*/ 0 h 280219"/>
              <a:gd name="connsiteX1" fmla="*/ 437153 w 566202"/>
              <a:gd name="connsiteY1" fmla="*/ 14748 h 280219"/>
              <a:gd name="connsiteX2" fmla="*/ 566202 w 566202"/>
              <a:gd name="connsiteY2" fmla="*/ 143797 h 280219"/>
              <a:gd name="connsiteX3" fmla="*/ 566201 w 566202"/>
              <a:gd name="connsiteY3" fmla="*/ 272845 h 280219"/>
              <a:gd name="connsiteX4" fmla="*/ 7373 w 566202"/>
              <a:gd name="connsiteY4" fmla="*/ 280219 h 280219"/>
              <a:gd name="connsiteX5" fmla="*/ 0 w 566202"/>
              <a:gd name="connsiteY5" fmla="*/ 0 h 280219"/>
              <a:gd name="connsiteX0" fmla="*/ 0 w 566202"/>
              <a:gd name="connsiteY0" fmla="*/ 0 h 280219"/>
              <a:gd name="connsiteX1" fmla="*/ 437153 w 566202"/>
              <a:gd name="connsiteY1" fmla="*/ 14748 h 280219"/>
              <a:gd name="connsiteX2" fmla="*/ 566202 w 566202"/>
              <a:gd name="connsiteY2" fmla="*/ 143797 h 280219"/>
              <a:gd name="connsiteX3" fmla="*/ 566201 w 566202"/>
              <a:gd name="connsiteY3" fmla="*/ 272845 h 280219"/>
              <a:gd name="connsiteX4" fmla="*/ 58992 w 566202"/>
              <a:gd name="connsiteY4" fmla="*/ 280219 h 280219"/>
              <a:gd name="connsiteX5" fmla="*/ 0 w 566202"/>
              <a:gd name="connsiteY5" fmla="*/ 0 h 280219"/>
              <a:gd name="connsiteX0" fmla="*/ 0 w 566202"/>
              <a:gd name="connsiteY0" fmla="*/ 0 h 272845"/>
              <a:gd name="connsiteX1" fmla="*/ 437153 w 566202"/>
              <a:gd name="connsiteY1" fmla="*/ 14748 h 272845"/>
              <a:gd name="connsiteX2" fmla="*/ 566202 w 566202"/>
              <a:gd name="connsiteY2" fmla="*/ 143797 h 272845"/>
              <a:gd name="connsiteX3" fmla="*/ 566201 w 566202"/>
              <a:gd name="connsiteY3" fmla="*/ 272845 h 272845"/>
              <a:gd name="connsiteX4" fmla="*/ 209118 w 566202"/>
              <a:gd name="connsiteY4" fmla="*/ 262022 h 272845"/>
              <a:gd name="connsiteX5" fmla="*/ 0 w 566202"/>
              <a:gd name="connsiteY5" fmla="*/ 0 h 272845"/>
              <a:gd name="connsiteX0" fmla="*/ 0 w 366035"/>
              <a:gd name="connsiteY0" fmla="*/ 0 h 272845"/>
              <a:gd name="connsiteX1" fmla="*/ 236986 w 366035"/>
              <a:gd name="connsiteY1" fmla="*/ 14748 h 272845"/>
              <a:gd name="connsiteX2" fmla="*/ 366035 w 366035"/>
              <a:gd name="connsiteY2" fmla="*/ 143797 h 272845"/>
              <a:gd name="connsiteX3" fmla="*/ 366034 w 366035"/>
              <a:gd name="connsiteY3" fmla="*/ 272845 h 272845"/>
              <a:gd name="connsiteX4" fmla="*/ 8951 w 366035"/>
              <a:gd name="connsiteY4" fmla="*/ 262022 h 272845"/>
              <a:gd name="connsiteX5" fmla="*/ 0 w 366035"/>
              <a:gd name="connsiteY5" fmla="*/ 0 h 272845"/>
              <a:gd name="connsiteX0" fmla="*/ 0 w 366035"/>
              <a:gd name="connsiteY0" fmla="*/ 0 h 272845"/>
              <a:gd name="connsiteX1" fmla="*/ 236986 w 366035"/>
              <a:gd name="connsiteY1" fmla="*/ 14748 h 272845"/>
              <a:gd name="connsiteX2" fmla="*/ 366035 w 366035"/>
              <a:gd name="connsiteY2" fmla="*/ 143797 h 272845"/>
              <a:gd name="connsiteX3" fmla="*/ 366034 w 366035"/>
              <a:gd name="connsiteY3" fmla="*/ 272845 h 272845"/>
              <a:gd name="connsiteX4" fmla="*/ 99438 w 366035"/>
              <a:gd name="connsiteY4" fmla="*/ 247734 h 272845"/>
              <a:gd name="connsiteX5" fmla="*/ 0 w 366035"/>
              <a:gd name="connsiteY5" fmla="*/ 0 h 272845"/>
              <a:gd name="connsiteX0" fmla="*/ 0 w 366035"/>
              <a:gd name="connsiteY0" fmla="*/ 0 h 272845"/>
              <a:gd name="connsiteX1" fmla="*/ 236986 w 366035"/>
              <a:gd name="connsiteY1" fmla="*/ 14748 h 272845"/>
              <a:gd name="connsiteX2" fmla="*/ 366035 w 366035"/>
              <a:gd name="connsiteY2" fmla="*/ 143797 h 272845"/>
              <a:gd name="connsiteX3" fmla="*/ 366034 w 366035"/>
              <a:gd name="connsiteY3" fmla="*/ 272845 h 272845"/>
              <a:gd name="connsiteX4" fmla="*/ 25619 w 366035"/>
              <a:gd name="connsiteY4" fmla="*/ 259641 h 272845"/>
              <a:gd name="connsiteX5" fmla="*/ 0 w 366035"/>
              <a:gd name="connsiteY5" fmla="*/ 0 h 272845"/>
              <a:gd name="connsiteX0" fmla="*/ 5337 w 340416"/>
              <a:gd name="connsiteY0" fmla="*/ 0 h 268083"/>
              <a:gd name="connsiteX1" fmla="*/ 211367 w 340416"/>
              <a:gd name="connsiteY1" fmla="*/ 9986 h 268083"/>
              <a:gd name="connsiteX2" fmla="*/ 340416 w 340416"/>
              <a:gd name="connsiteY2" fmla="*/ 139035 h 268083"/>
              <a:gd name="connsiteX3" fmla="*/ 340415 w 340416"/>
              <a:gd name="connsiteY3" fmla="*/ 268083 h 268083"/>
              <a:gd name="connsiteX4" fmla="*/ 0 w 340416"/>
              <a:gd name="connsiteY4" fmla="*/ 254879 h 268083"/>
              <a:gd name="connsiteX5" fmla="*/ 5337 w 340416"/>
              <a:gd name="connsiteY5" fmla="*/ 0 h 268083"/>
              <a:gd name="connsiteX0" fmla="*/ 5337 w 353901"/>
              <a:gd name="connsiteY0" fmla="*/ 0 h 254879"/>
              <a:gd name="connsiteX1" fmla="*/ 211367 w 353901"/>
              <a:gd name="connsiteY1" fmla="*/ 9986 h 254879"/>
              <a:gd name="connsiteX2" fmla="*/ 340416 w 353901"/>
              <a:gd name="connsiteY2" fmla="*/ 139035 h 254879"/>
              <a:gd name="connsiteX3" fmla="*/ 349940 w 353901"/>
              <a:gd name="connsiteY3" fmla="*/ 253795 h 254879"/>
              <a:gd name="connsiteX4" fmla="*/ 0 w 353901"/>
              <a:gd name="connsiteY4" fmla="*/ 254879 h 254879"/>
              <a:gd name="connsiteX5" fmla="*/ 5337 w 353901"/>
              <a:gd name="connsiteY5" fmla="*/ 0 h 254879"/>
              <a:gd name="connsiteX0" fmla="*/ 7718 w 356282"/>
              <a:gd name="connsiteY0" fmla="*/ 0 h 253795"/>
              <a:gd name="connsiteX1" fmla="*/ 213748 w 356282"/>
              <a:gd name="connsiteY1" fmla="*/ 9986 h 253795"/>
              <a:gd name="connsiteX2" fmla="*/ 342797 w 356282"/>
              <a:gd name="connsiteY2" fmla="*/ 139035 h 253795"/>
              <a:gd name="connsiteX3" fmla="*/ 352321 w 356282"/>
              <a:gd name="connsiteY3" fmla="*/ 253795 h 253795"/>
              <a:gd name="connsiteX4" fmla="*/ 0 w 356282"/>
              <a:gd name="connsiteY4" fmla="*/ 226304 h 253795"/>
              <a:gd name="connsiteX5" fmla="*/ 7718 w 356282"/>
              <a:gd name="connsiteY5" fmla="*/ 0 h 253795"/>
              <a:gd name="connsiteX0" fmla="*/ 574 w 349138"/>
              <a:gd name="connsiteY0" fmla="*/ 0 h 257260"/>
              <a:gd name="connsiteX1" fmla="*/ 206604 w 349138"/>
              <a:gd name="connsiteY1" fmla="*/ 9986 h 257260"/>
              <a:gd name="connsiteX2" fmla="*/ 335653 w 349138"/>
              <a:gd name="connsiteY2" fmla="*/ 139035 h 257260"/>
              <a:gd name="connsiteX3" fmla="*/ 345177 w 349138"/>
              <a:gd name="connsiteY3" fmla="*/ 253795 h 257260"/>
              <a:gd name="connsiteX4" fmla="*/ 0 w 349138"/>
              <a:gd name="connsiteY4" fmla="*/ 257260 h 257260"/>
              <a:gd name="connsiteX5" fmla="*/ 574 w 349138"/>
              <a:gd name="connsiteY5" fmla="*/ 0 h 257260"/>
              <a:gd name="connsiteX0" fmla="*/ 574 w 359486"/>
              <a:gd name="connsiteY0" fmla="*/ 0 h 257260"/>
              <a:gd name="connsiteX1" fmla="*/ 206604 w 359486"/>
              <a:gd name="connsiteY1" fmla="*/ 9986 h 257260"/>
              <a:gd name="connsiteX2" fmla="*/ 335653 w 359486"/>
              <a:gd name="connsiteY2" fmla="*/ 139035 h 257260"/>
              <a:gd name="connsiteX3" fmla="*/ 359464 w 359486"/>
              <a:gd name="connsiteY3" fmla="*/ 253795 h 257260"/>
              <a:gd name="connsiteX4" fmla="*/ 0 w 359486"/>
              <a:gd name="connsiteY4" fmla="*/ 257260 h 257260"/>
              <a:gd name="connsiteX5" fmla="*/ 574 w 359486"/>
              <a:gd name="connsiteY5" fmla="*/ 0 h 257260"/>
              <a:gd name="connsiteX0" fmla="*/ 574 w 359486"/>
              <a:gd name="connsiteY0" fmla="*/ 0 h 257260"/>
              <a:gd name="connsiteX1" fmla="*/ 206604 w 359486"/>
              <a:gd name="connsiteY1" fmla="*/ 9986 h 257260"/>
              <a:gd name="connsiteX2" fmla="*/ 335653 w 359486"/>
              <a:gd name="connsiteY2" fmla="*/ 110460 h 257260"/>
              <a:gd name="connsiteX3" fmla="*/ 359464 w 359486"/>
              <a:gd name="connsiteY3" fmla="*/ 253795 h 257260"/>
              <a:gd name="connsiteX4" fmla="*/ 0 w 359486"/>
              <a:gd name="connsiteY4" fmla="*/ 257260 h 257260"/>
              <a:gd name="connsiteX5" fmla="*/ 574 w 359486"/>
              <a:gd name="connsiteY5" fmla="*/ 0 h 257260"/>
              <a:gd name="connsiteX0" fmla="*/ 574 w 365269"/>
              <a:gd name="connsiteY0" fmla="*/ 0 h 257260"/>
              <a:gd name="connsiteX1" fmla="*/ 206604 w 365269"/>
              <a:gd name="connsiteY1" fmla="*/ 9986 h 257260"/>
              <a:gd name="connsiteX2" fmla="*/ 359464 w 365269"/>
              <a:gd name="connsiteY2" fmla="*/ 253795 h 257260"/>
              <a:gd name="connsiteX3" fmla="*/ 0 w 365269"/>
              <a:gd name="connsiteY3" fmla="*/ 257260 h 257260"/>
              <a:gd name="connsiteX4" fmla="*/ 574 w 365269"/>
              <a:gd name="connsiteY4" fmla="*/ 0 h 257260"/>
              <a:gd name="connsiteX0" fmla="*/ 574 w 369846"/>
              <a:gd name="connsiteY0" fmla="*/ 0 h 257260"/>
              <a:gd name="connsiteX1" fmla="*/ 206604 w 369846"/>
              <a:gd name="connsiteY1" fmla="*/ 9986 h 257260"/>
              <a:gd name="connsiteX2" fmla="*/ 359464 w 369846"/>
              <a:gd name="connsiteY2" fmla="*/ 253795 h 257260"/>
              <a:gd name="connsiteX3" fmla="*/ 0 w 369846"/>
              <a:gd name="connsiteY3" fmla="*/ 257260 h 257260"/>
              <a:gd name="connsiteX4" fmla="*/ 574 w 369846"/>
              <a:gd name="connsiteY4" fmla="*/ 0 h 257260"/>
              <a:gd name="connsiteX0" fmla="*/ 574 w 369846"/>
              <a:gd name="connsiteY0" fmla="*/ 0 h 252497"/>
              <a:gd name="connsiteX1" fmla="*/ 206604 w 369846"/>
              <a:gd name="connsiteY1" fmla="*/ 5223 h 252497"/>
              <a:gd name="connsiteX2" fmla="*/ 359464 w 369846"/>
              <a:gd name="connsiteY2" fmla="*/ 249032 h 252497"/>
              <a:gd name="connsiteX3" fmla="*/ 0 w 369846"/>
              <a:gd name="connsiteY3" fmla="*/ 252497 h 252497"/>
              <a:gd name="connsiteX4" fmla="*/ 574 w 369846"/>
              <a:gd name="connsiteY4" fmla="*/ 0 h 252497"/>
              <a:gd name="connsiteX0" fmla="*/ 574 w 369846"/>
              <a:gd name="connsiteY0" fmla="*/ 0 h 249032"/>
              <a:gd name="connsiteX1" fmla="*/ 206604 w 369846"/>
              <a:gd name="connsiteY1" fmla="*/ 5223 h 249032"/>
              <a:gd name="connsiteX2" fmla="*/ 359464 w 369846"/>
              <a:gd name="connsiteY2" fmla="*/ 249032 h 249032"/>
              <a:gd name="connsiteX3" fmla="*/ 0 w 369846"/>
              <a:gd name="connsiteY3" fmla="*/ 245353 h 249032"/>
              <a:gd name="connsiteX4" fmla="*/ 574 w 369846"/>
              <a:gd name="connsiteY4" fmla="*/ 0 h 2490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69846" h="249032">
                <a:moveTo>
                  <a:pt x="574" y="0"/>
                </a:moveTo>
                <a:lnTo>
                  <a:pt x="206604" y="5223"/>
                </a:lnTo>
                <a:cubicBezTo>
                  <a:pt x="342619" y="42759"/>
                  <a:pt x="393898" y="207820"/>
                  <a:pt x="359464" y="249032"/>
                </a:cubicBezTo>
                <a:lnTo>
                  <a:pt x="0" y="245353"/>
                </a:lnTo>
                <a:cubicBezTo>
                  <a:pt x="191" y="159600"/>
                  <a:pt x="383" y="85753"/>
                  <a:pt x="574" y="0"/>
                </a:cubicBezTo>
                <a:close/>
              </a:path>
            </a:pathLst>
          </a:custGeom>
          <a:gradFill flip="none" rotWithShape="1">
            <a:gsLst>
              <a:gs pos="63000">
                <a:srgbClr val="06D1D7"/>
              </a:gs>
              <a:gs pos="33000">
                <a:srgbClr val="23A295"/>
              </a:gs>
              <a:gs pos="0">
                <a:srgbClr val="57F6A2"/>
              </a:gs>
              <a:gs pos="100000">
                <a:srgbClr val="1B2048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latin typeface="Maven Pro"/>
              <a:ea typeface="Maven Pro"/>
              <a:cs typeface="Maven Pro"/>
              <a:sym typeface="Maven Pro"/>
            </a:endParaRPr>
          </a:p>
        </p:txBody>
      </p:sp>
      <p:sp>
        <p:nvSpPr>
          <p:cNvPr id="36" name="Título 1">
            <a:extLst>
              <a:ext uri="{FF2B5EF4-FFF2-40B4-BE49-F238E27FC236}">
                <a16:creationId xmlns:a16="http://schemas.microsoft.com/office/drawing/2014/main" id="{8DDC0A08-E59B-B917-E78F-13FA8F380AC0}"/>
              </a:ext>
            </a:extLst>
          </p:cNvPr>
          <p:cNvSpPr txBox="1">
            <a:spLocks/>
          </p:cNvSpPr>
          <p:nvPr/>
        </p:nvSpPr>
        <p:spPr>
          <a:xfrm>
            <a:off x="356686" y="446167"/>
            <a:ext cx="6837619" cy="7651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Montserrat"/>
              <a:buNone/>
              <a:defRPr sz="52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Montserrat"/>
              <a:buNone/>
              <a:defRPr sz="52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Montserrat"/>
              <a:buNone/>
              <a:defRPr sz="52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Montserrat"/>
              <a:buNone/>
              <a:defRPr sz="52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Montserrat"/>
              <a:buNone/>
              <a:defRPr sz="52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Montserrat"/>
              <a:buNone/>
              <a:defRPr sz="52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Montserrat"/>
              <a:buNone/>
              <a:defRPr sz="52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Montserrat"/>
              <a:buNone/>
              <a:defRPr sz="52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Montserrat"/>
              <a:buNone/>
              <a:defRPr sz="52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algn="l"/>
            <a:r>
              <a:rPr lang="pt-BR" sz="3200" dirty="0">
                <a:solidFill>
                  <a:schemeClr val="bg2"/>
                </a:solidFill>
                <a:latin typeface="+mj-lt"/>
                <a:cs typeface="Arial" panose="020B0604020202020204" pitchFamily="34" charset="0"/>
              </a:rPr>
              <a:t>DISCUSSÃO</a:t>
            </a:r>
          </a:p>
        </p:txBody>
      </p:sp>
      <p:cxnSp>
        <p:nvCxnSpPr>
          <p:cNvPr id="37" name="Conector reto 36">
            <a:extLst>
              <a:ext uri="{FF2B5EF4-FFF2-40B4-BE49-F238E27FC236}">
                <a16:creationId xmlns:a16="http://schemas.microsoft.com/office/drawing/2014/main" id="{72325013-63B2-241F-0CB1-49FDA3F06BEF}"/>
              </a:ext>
            </a:extLst>
          </p:cNvPr>
          <p:cNvCxnSpPr>
            <a:cxnSpLocks/>
          </p:cNvCxnSpPr>
          <p:nvPr/>
        </p:nvCxnSpPr>
        <p:spPr>
          <a:xfrm>
            <a:off x="-5" y="1165521"/>
            <a:ext cx="3581405" cy="0"/>
          </a:xfrm>
          <a:prstGeom prst="line">
            <a:avLst/>
          </a:prstGeom>
          <a:ln/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38" name="Google Shape;997;p39">
            <a:extLst>
              <a:ext uri="{FF2B5EF4-FFF2-40B4-BE49-F238E27FC236}">
                <a16:creationId xmlns:a16="http://schemas.microsoft.com/office/drawing/2014/main" id="{48F61CCE-AE5C-4814-1159-37A5A13704CD}"/>
              </a:ext>
            </a:extLst>
          </p:cNvPr>
          <p:cNvSpPr txBox="1">
            <a:spLocks/>
          </p:cNvSpPr>
          <p:nvPr/>
        </p:nvSpPr>
        <p:spPr>
          <a:xfrm>
            <a:off x="831829" y="1302734"/>
            <a:ext cx="6673024" cy="3110239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1800" dirty="0">
                <a:solidFill>
                  <a:schemeClr val="bg2"/>
                </a:solidFill>
                <a:latin typeface="+mj-lt"/>
              </a:rPr>
              <a:t>Uso controlado de </a:t>
            </a:r>
            <a:r>
              <a:rPr lang="pt-BR" sz="1800" dirty="0" err="1">
                <a:solidFill>
                  <a:schemeClr val="bg2"/>
                </a:solidFill>
                <a:latin typeface="+mj-lt"/>
              </a:rPr>
              <a:t>LLMs</a:t>
            </a:r>
            <a:r>
              <a:rPr lang="pt-BR" sz="1800" dirty="0">
                <a:solidFill>
                  <a:schemeClr val="bg2"/>
                </a:solidFill>
                <a:latin typeface="+mj-lt"/>
              </a:rPr>
              <a:t> em pipelines auditáveis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1800" dirty="0">
                <a:solidFill>
                  <a:schemeClr val="bg2"/>
                </a:solidFill>
                <a:latin typeface="+mj-lt"/>
              </a:rPr>
              <a:t>Atuação publicizada da PF: interpretação substantiva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1800" dirty="0">
                <a:solidFill>
                  <a:schemeClr val="bg2"/>
                </a:solidFill>
                <a:latin typeface="+mj-lt"/>
              </a:rPr>
              <a:t>Limites de interpretação dos resultados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1800" dirty="0">
                <a:solidFill>
                  <a:schemeClr val="bg2"/>
                </a:solidFill>
                <a:latin typeface="+mj-lt"/>
              </a:rPr>
              <a:t>Usos futuros e agenda de pesquisa</a:t>
            </a:r>
          </a:p>
        </p:txBody>
      </p:sp>
    </p:spTree>
    <p:extLst>
      <p:ext uri="{BB962C8B-B14F-4D97-AF65-F5344CB8AC3E}">
        <p14:creationId xmlns:p14="http://schemas.microsoft.com/office/powerpoint/2010/main" val="426658399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91">
          <a:extLst>
            <a:ext uri="{FF2B5EF4-FFF2-40B4-BE49-F238E27FC236}">
              <a16:creationId xmlns:a16="http://schemas.microsoft.com/office/drawing/2014/main" id="{2DF370DC-F4DF-EE09-1210-BF0E9925BD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83" name="Gráfico 982">
            <a:extLst>
              <a:ext uri="{FF2B5EF4-FFF2-40B4-BE49-F238E27FC236}">
                <a16:creationId xmlns:a16="http://schemas.microsoft.com/office/drawing/2014/main" id="{61487EBA-31C4-951F-5863-60D943285C9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471287" y="-176981"/>
            <a:ext cx="10434025" cy="5320297"/>
          </a:xfrm>
          <a:prstGeom prst="rect">
            <a:avLst/>
          </a:prstGeom>
        </p:spPr>
      </p:pic>
      <p:sp>
        <p:nvSpPr>
          <p:cNvPr id="2" name="Google Shape;932;p37">
            <a:extLst>
              <a:ext uri="{FF2B5EF4-FFF2-40B4-BE49-F238E27FC236}">
                <a16:creationId xmlns:a16="http://schemas.microsoft.com/office/drawing/2014/main" id="{1D20D5BF-F6E4-877E-2765-A0CF5E874F67}"/>
              </a:ext>
            </a:extLst>
          </p:cNvPr>
          <p:cNvSpPr txBox="1">
            <a:spLocks/>
          </p:cNvSpPr>
          <p:nvPr/>
        </p:nvSpPr>
        <p:spPr>
          <a:xfrm>
            <a:off x="7194305" y="528340"/>
            <a:ext cx="1661894" cy="2259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None/>
              <a:defRPr sz="28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None/>
              <a:defRPr sz="28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None/>
              <a:defRPr sz="28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None/>
              <a:defRPr sz="28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None/>
              <a:defRPr sz="28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None/>
              <a:defRPr sz="28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None/>
              <a:defRPr sz="28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None/>
              <a:defRPr sz="28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None/>
              <a:defRPr sz="28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r>
              <a:rPr lang="pt-BR" sz="600" b="0" dirty="0">
                <a:solidFill>
                  <a:srgbClr val="186E66"/>
                </a:solidFill>
                <a:latin typeface="+mj-lt"/>
                <a:cs typeface="Arial" panose="020B0604020202020204" pitchFamily="34" charset="0"/>
              </a:rPr>
              <a:t>Há mais de 60 anos pensando o Brasil</a:t>
            </a:r>
          </a:p>
        </p:txBody>
      </p:sp>
      <p:sp>
        <p:nvSpPr>
          <p:cNvPr id="3" name="Google Shape;936;p37">
            <a:extLst>
              <a:ext uri="{FF2B5EF4-FFF2-40B4-BE49-F238E27FC236}">
                <a16:creationId xmlns:a16="http://schemas.microsoft.com/office/drawing/2014/main" id="{8A3A74C6-F064-F2A2-1071-542785FB12BA}"/>
              </a:ext>
            </a:extLst>
          </p:cNvPr>
          <p:cNvSpPr/>
          <p:nvPr/>
        </p:nvSpPr>
        <p:spPr>
          <a:xfrm flipH="1">
            <a:off x="7861193" y="4721150"/>
            <a:ext cx="1282656" cy="422165"/>
          </a:xfrm>
          <a:prstGeom prst="round1Rect">
            <a:avLst>
              <a:gd name="adj" fmla="val 50000"/>
            </a:avLst>
          </a:prstGeom>
          <a:solidFill>
            <a:srgbClr val="1B204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latin typeface="Maven Pro"/>
              <a:ea typeface="Maven Pro"/>
              <a:cs typeface="Maven Pro"/>
              <a:sym typeface="Maven Pro"/>
            </a:endParaRPr>
          </a:p>
        </p:txBody>
      </p:sp>
      <p:sp>
        <p:nvSpPr>
          <p:cNvPr id="4" name="Google Shape;937;p37">
            <a:extLst>
              <a:ext uri="{FF2B5EF4-FFF2-40B4-BE49-F238E27FC236}">
                <a16:creationId xmlns:a16="http://schemas.microsoft.com/office/drawing/2014/main" id="{E3A9F0B3-8806-D60F-058C-9D14DD705229}"/>
              </a:ext>
            </a:extLst>
          </p:cNvPr>
          <p:cNvSpPr/>
          <p:nvPr/>
        </p:nvSpPr>
        <p:spPr>
          <a:xfrm flipH="1">
            <a:off x="7588727" y="4912884"/>
            <a:ext cx="1555123" cy="230496"/>
          </a:xfrm>
          <a:prstGeom prst="round1Rect">
            <a:avLst>
              <a:gd name="adj" fmla="val 50000"/>
            </a:avLst>
          </a:prstGeom>
          <a:gradFill flip="none" rotWithShape="1">
            <a:gsLst>
              <a:gs pos="63000">
                <a:srgbClr val="06D1D7"/>
              </a:gs>
              <a:gs pos="33000">
                <a:srgbClr val="23A295"/>
              </a:gs>
              <a:gs pos="0">
                <a:srgbClr val="57F6A2"/>
              </a:gs>
              <a:gs pos="100000">
                <a:srgbClr val="1B2048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latin typeface="Maven Pro"/>
              <a:ea typeface="Maven Pro"/>
              <a:cs typeface="Maven Pro"/>
              <a:sym typeface="Maven Pro"/>
            </a:endParaRPr>
          </a:p>
        </p:txBody>
      </p:sp>
      <p:grpSp>
        <p:nvGrpSpPr>
          <p:cNvPr id="5" name="Google Shape;938;p37">
            <a:extLst>
              <a:ext uri="{FF2B5EF4-FFF2-40B4-BE49-F238E27FC236}">
                <a16:creationId xmlns:a16="http://schemas.microsoft.com/office/drawing/2014/main" id="{7DE4CA7B-9194-BD1A-3A37-21EB482D6423}"/>
              </a:ext>
            </a:extLst>
          </p:cNvPr>
          <p:cNvGrpSpPr/>
          <p:nvPr/>
        </p:nvGrpSpPr>
        <p:grpSpPr>
          <a:xfrm>
            <a:off x="8644350" y="4276582"/>
            <a:ext cx="423698" cy="551579"/>
            <a:chOff x="7631225" y="2241175"/>
            <a:chExt cx="986125" cy="2095500"/>
          </a:xfrm>
          <a:gradFill>
            <a:gsLst>
              <a:gs pos="53000">
                <a:srgbClr val="23A295"/>
              </a:gs>
              <a:gs pos="0">
                <a:srgbClr val="57F6A2"/>
              </a:gs>
              <a:gs pos="100000">
                <a:srgbClr val="1B2048"/>
              </a:gs>
            </a:gsLst>
            <a:lin ang="5400000" scaled="1"/>
          </a:gradFill>
        </p:grpSpPr>
        <p:cxnSp>
          <p:nvCxnSpPr>
            <p:cNvPr id="6" name="Google Shape;939;p37">
              <a:extLst>
                <a:ext uri="{FF2B5EF4-FFF2-40B4-BE49-F238E27FC236}">
                  <a16:creationId xmlns:a16="http://schemas.microsoft.com/office/drawing/2014/main" id="{0B24A41C-DCF0-DC59-2D4E-0A550874437C}"/>
                </a:ext>
              </a:extLst>
            </p:cNvPr>
            <p:cNvCxnSpPr/>
            <p:nvPr/>
          </p:nvCxnSpPr>
          <p:spPr>
            <a:xfrm>
              <a:off x="7631225" y="2241175"/>
              <a:ext cx="0" cy="2095500"/>
            </a:xfrm>
            <a:prstGeom prst="straightConnector1">
              <a:avLst/>
            </a:prstGeom>
            <a:grpFill/>
            <a:ln w="9525" cap="flat" cmpd="sng">
              <a:solidFill>
                <a:srgbClr val="1AB0A9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7" name="Google Shape;940;p37">
              <a:extLst>
                <a:ext uri="{FF2B5EF4-FFF2-40B4-BE49-F238E27FC236}">
                  <a16:creationId xmlns:a16="http://schemas.microsoft.com/office/drawing/2014/main" id="{DDC36A9A-D42B-CE5E-FEAB-1FBC651AAC53}"/>
                </a:ext>
              </a:extLst>
            </p:cNvPr>
            <p:cNvCxnSpPr/>
            <p:nvPr/>
          </p:nvCxnSpPr>
          <p:spPr>
            <a:xfrm>
              <a:off x="7707081" y="2241175"/>
              <a:ext cx="0" cy="2095500"/>
            </a:xfrm>
            <a:prstGeom prst="straightConnector1">
              <a:avLst/>
            </a:prstGeom>
            <a:grpFill/>
            <a:ln w="9525" cap="flat" cmpd="sng">
              <a:solidFill>
                <a:srgbClr val="1AB0A9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8" name="Google Shape;941;p37">
              <a:extLst>
                <a:ext uri="{FF2B5EF4-FFF2-40B4-BE49-F238E27FC236}">
                  <a16:creationId xmlns:a16="http://schemas.microsoft.com/office/drawing/2014/main" id="{F0D3AAF7-D09D-F907-9D60-7467AA36EB96}"/>
                </a:ext>
              </a:extLst>
            </p:cNvPr>
            <p:cNvCxnSpPr/>
            <p:nvPr/>
          </p:nvCxnSpPr>
          <p:spPr>
            <a:xfrm>
              <a:off x="7782937" y="2241175"/>
              <a:ext cx="0" cy="2095500"/>
            </a:xfrm>
            <a:prstGeom prst="straightConnector1">
              <a:avLst/>
            </a:prstGeom>
            <a:grpFill/>
            <a:ln w="9525" cap="flat" cmpd="sng">
              <a:solidFill>
                <a:srgbClr val="1AB0A9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9" name="Google Shape;942;p37">
              <a:extLst>
                <a:ext uri="{FF2B5EF4-FFF2-40B4-BE49-F238E27FC236}">
                  <a16:creationId xmlns:a16="http://schemas.microsoft.com/office/drawing/2014/main" id="{A82D381F-2746-3C69-2605-7149E60CBFC7}"/>
                </a:ext>
              </a:extLst>
            </p:cNvPr>
            <p:cNvCxnSpPr/>
            <p:nvPr/>
          </p:nvCxnSpPr>
          <p:spPr>
            <a:xfrm>
              <a:off x="7858792" y="2241175"/>
              <a:ext cx="0" cy="2095500"/>
            </a:xfrm>
            <a:prstGeom prst="straightConnector1">
              <a:avLst/>
            </a:prstGeom>
            <a:grpFill/>
            <a:ln w="9525" cap="flat" cmpd="sng">
              <a:solidFill>
                <a:srgbClr val="1AB0A9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0" name="Google Shape;943;p37">
              <a:extLst>
                <a:ext uri="{FF2B5EF4-FFF2-40B4-BE49-F238E27FC236}">
                  <a16:creationId xmlns:a16="http://schemas.microsoft.com/office/drawing/2014/main" id="{EE351CC6-8A09-17FF-6FCC-6636FC35822F}"/>
                </a:ext>
              </a:extLst>
            </p:cNvPr>
            <p:cNvCxnSpPr/>
            <p:nvPr/>
          </p:nvCxnSpPr>
          <p:spPr>
            <a:xfrm>
              <a:off x="8010504" y="2241175"/>
              <a:ext cx="0" cy="2095500"/>
            </a:xfrm>
            <a:prstGeom prst="straightConnector1">
              <a:avLst/>
            </a:prstGeom>
            <a:grpFill/>
            <a:ln w="9525" cap="flat" cmpd="sng">
              <a:solidFill>
                <a:srgbClr val="1AB0A9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1" name="Google Shape;944;p37">
              <a:extLst>
                <a:ext uri="{FF2B5EF4-FFF2-40B4-BE49-F238E27FC236}">
                  <a16:creationId xmlns:a16="http://schemas.microsoft.com/office/drawing/2014/main" id="{DDD89FA5-551C-EDB6-AC5E-E75B3569AC43}"/>
                </a:ext>
              </a:extLst>
            </p:cNvPr>
            <p:cNvCxnSpPr/>
            <p:nvPr/>
          </p:nvCxnSpPr>
          <p:spPr>
            <a:xfrm>
              <a:off x="8162215" y="2241175"/>
              <a:ext cx="0" cy="2095500"/>
            </a:xfrm>
            <a:prstGeom prst="straightConnector1">
              <a:avLst/>
            </a:prstGeom>
            <a:grpFill/>
            <a:ln w="9525" cap="flat" cmpd="sng">
              <a:solidFill>
                <a:srgbClr val="1AB0A9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2" name="Google Shape;945;p37">
              <a:extLst>
                <a:ext uri="{FF2B5EF4-FFF2-40B4-BE49-F238E27FC236}">
                  <a16:creationId xmlns:a16="http://schemas.microsoft.com/office/drawing/2014/main" id="{87E399A6-04BD-CC81-181F-7099C93BDEC1}"/>
                </a:ext>
              </a:extLst>
            </p:cNvPr>
            <p:cNvCxnSpPr/>
            <p:nvPr/>
          </p:nvCxnSpPr>
          <p:spPr>
            <a:xfrm>
              <a:off x="8313927" y="2241175"/>
              <a:ext cx="0" cy="2095500"/>
            </a:xfrm>
            <a:prstGeom prst="straightConnector1">
              <a:avLst/>
            </a:prstGeom>
            <a:grpFill/>
            <a:ln w="9525" cap="flat" cmpd="sng">
              <a:solidFill>
                <a:srgbClr val="1AB0A9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3" name="Google Shape;946;p37">
              <a:extLst>
                <a:ext uri="{FF2B5EF4-FFF2-40B4-BE49-F238E27FC236}">
                  <a16:creationId xmlns:a16="http://schemas.microsoft.com/office/drawing/2014/main" id="{F382F6A4-15F5-A469-8E9A-D441EF25CEAE}"/>
                </a:ext>
              </a:extLst>
            </p:cNvPr>
            <p:cNvCxnSpPr/>
            <p:nvPr/>
          </p:nvCxnSpPr>
          <p:spPr>
            <a:xfrm>
              <a:off x="7934648" y="2241175"/>
              <a:ext cx="0" cy="2095500"/>
            </a:xfrm>
            <a:prstGeom prst="straightConnector1">
              <a:avLst/>
            </a:prstGeom>
            <a:grpFill/>
            <a:ln w="9525" cap="flat" cmpd="sng">
              <a:solidFill>
                <a:srgbClr val="1AB0A9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4" name="Google Shape;947;p37">
              <a:extLst>
                <a:ext uri="{FF2B5EF4-FFF2-40B4-BE49-F238E27FC236}">
                  <a16:creationId xmlns:a16="http://schemas.microsoft.com/office/drawing/2014/main" id="{570A9156-571B-0805-C9DF-C6CB9FB7CD58}"/>
                </a:ext>
              </a:extLst>
            </p:cNvPr>
            <p:cNvCxnSpPr/>
            <p:nvPr/>
          </p:nvCxnSpPr>
          <p:spPr>
            <a:xfrm>
              <a:off x="8086360" y="2241175"/>
              <a:ext cx="0" cy="2095500"/>
            </a:xfrm>
            <a:prstGeom prst="straightConnector1">
              <a:avLst/>
            </a:prstGeom>
            <a:grpFill/>
            <a:ln w="9525" cap="flat" cmpd="sng">
              <a:solidFill>
                <a:srgbClr val="1AB0A9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5" name="Google Shape;948;p37">
              <a:extLst>
                <a:ext uri="{FF2B5EF4-FFF2-40B4-BE49-F238E27FC236}">
                  <a16:creationId xmlns:a16="http://schemas.microsoft.com/office/drawing/2014/main" id="{2F0B5BF8-943E-3291-199D-781B22221A33}"/>
                </a:ext>
              </a:extLst>
            </p:cNvPr>
            <p:cNvCxnSpPr/>
            <p:nvPr/>
          </p:nvCxnSpPr>
          <p:spPr>
            <a:xfrm>
              <a:off x="8238071" y="2241175"/>
              <a:ext cx="0" cy="2095500"/>
            </a:xfrm>
            <a:prstGeom prst="straightConnector1">
              <a:avLst/>
            </a:prstGeom>
            <a:grpFill/>
            <a:ln w="9525" cap="flat" cmpd="sng">
              <a:solidFill>
                <a:srgbClr val="1AB0A9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6" name="Google Shape;949;p37">
              <a:extLst>
                <a:ext uri="{FF2B5EF4-FFF2-40B4-BE49-F238E27FC236}">
                  <a16:creationId xmlns:a16="http://schemas.microsoft.com/office/drawing/2014/main" id="{84BF0BE4-32CC-4E75-15C8-1812C436DF2B}"/>
                </a:ext>
              </a:extLst>
            </p:cNvPr>
            <p:cNvCxnSpPr/>
            <p:nvPr/>
          </p:nvCxnSpPr>
          <p:spPr>
            <a:xfrm>
              <a:off x="8389783" y="2241175"/>
              <a:ext cx="0" cy="2095500"/>
            </a:xfrm>
            <a:prstGeom prst="straightConnector1">
              <a:avLst/>
            </a:prstGeom>
            <a:grpFill/>
            <a:ln w="9525" cap="flat" cmpd="sng">
              <a:solidFill>
                <a:srgbClr val="1AB0A9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7" name="Google Shape;950;p37">
              <a:extLst>
                <a:ext uri="{FF2B5EF4-FFF2-40B4-BE49-F238E27FC236}">
                  <a16:creationId xmlns:a16="http://schemas.microsoft.com/office/drawing/2014/main" id="{B7882ACB-2F06-B178-D204-30C2D82FF8DA}"/>
                </a:ext>
              </a:extLst>
            </p:cNvPr>
            <p:cNvCxnSpPr/>
            <p:nvPr/>
          </p:nvCxnSpPr>
          <p:spPr>
            <a:xfrm>
              <a:off x="8465638" y="2241175"/>
              <a:ext cx="0" cy="2095500"/>
            </a:xfrm>
            <a:prstGeom prst="straightConnector1">
              <a:avLst/>
            </a:prstGeom>
            <a:grpFill/>
            <a:ln w="9525" cap="flat" cmpd="sng">
              <a:solidFill>
                <a:srgbClr val="1AB0A9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8" name="Google Shape;951;p37">
              <a:extLst>
                <a:ext uri="{FF2B5EF4-FFF2-40B4-BE49-F238E27FC236}">
                  <a16:creationId xmlns:a16="http://schemas.microsoft.com/office/drawing/2014/main" id="{4849D1FF-C709-E648-8F8C-068ECAC4787D}"/>
                </a:ext>
              </a:extLst>
            </p:cNvPr>
            <p:cNvCxnSpPr/>
            <p:nvPr/>
          </p:nvCxnSpPr>
          <p:spPr>
            <a:xfrm>
              <a:off x="8541494" y="2241175"/>
              <a:ext cx="0" cy="2095500"/>
            </a:xfrm>
            <a:prstGeom prst="straightConnector1">
              <a:avLst/>
            </a:prstGeom>
            <a:grpFill/>
            <a:ln w="9525" cap="flat" cmpd="sng">
              <a:solidFill>
                <a:srgbClr val="1AB0A9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9" name="Google Shape;952;p37">
              <a:extLst>
                <a:ext uri="{FF2B5EF4-FFF2-40B4-BE49-F238E27FC236}">
                  <a16:creationId xmlns:a16="http://schemas.microsoft.com/office/drawing/2014/main" id="{99D10A96-53B4-0410-A7B4-FCCBDB1599B4}"/>
                </a:ext>
              </a:extLst>
            </p:cNvPr>
            <p:cNvCxnSpPr/>
            <p:nvPr/>
          </p:nvCxnSpPr>
          <p:spPr>
            <a:xfrm>
              <a:off x="8617350" y="2241175"/>
              <a:ext cx="0" cy="2095500"/>
            </a:xfrm>
            <a:prstGeom prst="straightConnector1">
              <a:avLst/>
            </a:prstGeom>
            <a:grpFill/>
            <a:ln w="9525" cap="flat" cmpd="sng">
              <a:solidFill>
                <a:srgbClr val="1AB0A9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20" name="Google Shape;954;p37">
            <a:extLst>
              <a:ext uri="{FF2B5EF4-FFF2-40B4-BE49-F238E27FC236}">
                <a16:creationId xmlns:a16="http://schemas.microsoft.com/office/drawing/2014/main" id="{0034C023-8653-0BB6-130D-565A5D726647}"/>
              </a:ext>
            </a:extLst>
          </p:cNvPr>
          <p:cNvSpPr/>
          <p:nvPr/>
        </p:nvSpPr>
        <p:spPr>
          <a:xfrm>
            <a:off x="0" y="4680042"/>
            <a:ext cx="922564" cy="463274"/>
          </a:xfrm>
          <a:prstGeom prst="rect">
            <a:avLst/>
          </a:prstGeom>
          <a:gradFill>
            <a:gsLst>
              <a:gs pos="33000">
                <a:srgbClr val="23A295"/>
              </a:gs>
              <a:gs pos="0">
                <a:srgbClr val="57F6A2"/>
              </a:gs>
              <a:gs pos="100000">
                <a:srgbClr val="1B2048"/>
              </a:gs>
            </a:gsLst>
            <a:path path="circle">
              <a:fillToRect l="100000" t="100000"/>
            </a:path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dirty="0">
              <a:latin typeface="Maven Pro"/>
              <a:ea typeface="Maven Pro"/>
              <a:cs typeface="Maven Pro"/>
              <a:sym typeface="Maven Pro"/>
            </a:endParaRPr>
          </a:p>
        </p:txBody>
      </p:sp>
      <p:sp>
        <p:nvSpPr>
          <p:cNvPr id="21" name="Google Shape;955;p37">
            <a:extLst>
              <a:ext uri="{FF2B5EF4-FFF2-40B4-BE49-F238E27FC236}">
                <a16:creationId xmlns:a16="http://schemas.microsoft.com/office/drawing/2014/main" id="{087703DE-B947-DA46-89A1-B23B1E8530B7}"/>
              </a:ext>
            </a:extLst>
          </p:cNvPr>
          <p:cNvSpPr/>
          <p:nvPr/>
        </p:nvSpPr>
        <p:spPr>
          <a:xfrm>
            <a:off x="0" y="4912883"/>
            <a:ext cx="1663658" cy="230641"/>
          </a:xfrm>
          <a:prstGeom prst="round1Rect">
            <a:avLst>
              <a:gd name="adj" fmla="val 50000"/>
            </a:avLst>
          </a:prstGeom>
          <a:solidFill>
            <a:srgbClr val="1B204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latin typeface="Maven Pro"/>
              <a:ea typeface="Maven Pro"/>
              <a:cs typeface="Maven Pro"/>
              <a:sym typeface="Maven Pro"/>
            </a:endParaRPr>
          </a:p>
        </p:txBody>
      </p:sp>
      <p:grpSp>
        <p:nvGrpSpPr>
          <p:cNvPr id="22" name="Agrupar 21">
            <a:extLst>
              <a:ext uri="{FF2B5EF4-FFF2-40B4-BE49-F238E27FC236}">
                <a16:creationId xmlns:a16="http://schemas.microsoft.com/office/drawing/2014/main" id="{B5EC29C6-2A75-E1C4-F002-08DABF3D412B}"/>
              </a:ext>
            </a:extLst>
          </p:cNvPr>
          <p:cNvGrpSpPr/>
          <p:nvPr/>
        </p:nvGrpSpPr>
        <p:grpSpPr>
          <a:xfrm>
            <a:off x="7070035" y="156184"/>
            <a:ext cx="1722295" cy="405506"/>
            <a:chOff x="4782913" y="272045"/>
            <a:chExt cx="3752189" cy="883435"/>
          </a:xfrm>
        </p:grpSpPr>
        <p:pic>
          <p:nvPicPr>
            <p:cNvPr id="23" name="Imagem 22" descr="Interface gráfica do usuário, Texto&#10;&#10;O conteúdo gerado por IA pode estar incorreto.">
              <a:extLst>
                <a:ext uri="{FF2B5EF4-FFF2-40B4-BE49-F238E27FC236}">
                  <a16:creationId xmlns:a16="http://schemas.microsoft.com/office/drawing/2014/main" id="{ADFECF0D-A6EA-76BD-AE56-03C539E17FDE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4782913" y="272045"/>
              <a:ext cx="3752189" cy="883435"/>
            </a:xfrm>
            <a:prstGeom prst="rect">
              <a:avLst/>
            </a:prstGeom>
          </p:spPr>
        </p:pic>
        <p:cxnSp>
          <p:nvCxnSpPr>
            <p:cNvPr id="24" name="Conector reto 23">
              <a:extLst>
                <a:ext uri="{FF2B5EF4-FFF2-40B4-BE49-F238E27FC236}">
                  <a16:creationId xmlns:a16="http://schemas.microsoft.com/office/drawing/2014/main" id="{8C02D919-6077-0ACD-2D01-803B2A255482}"/>
                </a:ext>
              </a:extLst>
            </p:cNvPr>
            <p:cNvCxnSpPr>
              <a:cxnSpLocks/>
            </p:cNvCxnSpPr>
            <p:nvPr/>
          </p:nvCxnSpPr>
          <p:spPr>
            <a:xfrm>
              <a:off x="5253460" y="1066595"/>
              <a:ext cx="3264536" cy="16228"/>
            </a:xfrm>
            <a:prstGeom prst="line">
              <a:avLst/>
            </a:prstGeom>
            <a:ln>
              <a:solidFill>
                <a:srgbClr val="00445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5" name="Google Shape;936;p37">
            <a:extLst>
              <a:ext uri="{FF2B5EF4-FFF2-40B4-BE49-F238E27FC236}">
                <a16:creationId xmlns:a16="http://schemas.microsoft.com/office/drawing/2014/main" id="{7D46D193-8504-677A-310B-AC6F0B0423F3}"/>
              </a:ext>
            </a:extLst>
          </p:cNvPr>
          <p:cNvSpPr/>
          <p:nvPr/>
        </p:nvSpPr>
        <p:spPr>
          <a:xfrm rot="16200000" flipH="1" flipV="1">
            <a:off x="-26331" y="5857"/>
            <a:ext cx="636272" cy="583606"/>
          </a:xfrm>
          <a:custGeom>
            <a:avLst/>
            <a:gdLst>
              <a:gd name="connsiteX0" fmla="*/ 0 w 1440059"/>
              <a:gd name="connsiteY0" fmla="*/ 0 h 583600"/>
              <a:gd name="connsiteX1" fmla="*/ 1148259 w 1440059"/>
              <a:gd name="connsiteY1" fmla="*/ 0 h 583600"/>
              <a:gd name="connsiteX2" fmla="*/ 1440059 w 1440059"/>
              <a:gd name="connsiteY2" fmla="*/ 291800 h 583600"/>
              <a:gd name="connsiteX3" fmla="*/ 1440059 w 1440059"/>
              <a:gd name="connsiteY3" fmla="*/ 583600 h 583600"/>
              <a:gd name="connsiteX4" fmla="*/ 0 w 1440059"/>
              <a:gd name="connsiteY4" fmla="*/ 583600 h 583600"/>
              <a:gd name="connsiteX5" fmla="*/ 0 w 1440059"/>
              <a:gd name="connsiteY5" fmla="*/ 0 h 583600"/>
              <a:gd name="connsiteX0" fmla="*/ 612059 w 1440059"/>
              <a:gd name="connsiteY0" fmla="*/ 0 h 583603"/>
              <a:gd name="connsiteX1" fmla="*/ 1148259 w 1440059"/>
              <a:gd name="connsiteY1" fmla="*/ 3 h 583603"/>
              <a:gd name="connsiteX2" fmla="*/ 1440059 w 1440059"/>
              <a:gd name="connsiteY2" fmla="*/ 291803 h 583603"/>
              <a:gd name="connsiteX3" fmla="*/ 1440059 w 1440059"/>
              <a:gd name="connsiteY3" fmla="*/ 583603 h 583603"/>
              <a:gd name="connsiteX4" fmla="*/ 0 w 1440059"/>
              <a:gd name="connsiteY4" fmla="*/ 583603 h 583603"/>
              <a:gd name="connsiteX5" fmla="*/ 612059 w 1440059"/>
              <a:gd name="connsiteY5" fmla="*/ 0 h 583603"/>
              <a:gd name="connsiteX0" fmla="*/ 0 w 828000"/>
              <a:gd name="connsiteY0" fmla="*/ 0 h 583603"/>
              <a:gd name="connsiteX1" fmla="*/ 536200 w 828000"/>
              <a:gd name="connsiteY1" fmla="*/ 3 h 583603"/>
              <a:gd name="connsiteX2" fmla="*/ 828000 w 828000"/>
              <a:gd name="connsiteY2" fmla="*/ 291803 h 583603"/>
              <a:gd name="connsiteX3" fmla="*/ 828000 w 828000"/>
              <a:gd name="connsiteY3" fmla="*/ 583603 h 583603"/>
              <a:gd name="connsiteX4" fmla="*/ 191728 w 828000"/>
              <a:gd name="connsiteY4" fmla="*/ 576229 h 583603"/>
              <a:gd name="connsiteX5" fmla="*/ 0 w 828000"/>
              <a:gd name="connsiteY5" fmla="*/ 0 h 583603"/>
              <a:gd name="connsiteX0" fmla="*/ 14749 w 636272"/>
              <a:gd name="connsiteY0" fmla="*/ 0 h 583606"/>
              <a:gd name="connsiteX1" fmla="*/ 344472 w 636272"/>
              <a:gd name="connsiteY1" fmla="*/ 6 h 583606"/>
              <a:gd name="connsiteX2" fmla="*/ 636272 w 636272"/>
              <a:gd name="connsiteY2" fmla="*/ 291806 h 583606"/>
              <a:gd name="connsiteX3" fmla="*/ 636272 w 636272"/>
              <a:gd name="connsiteY3" fmla="*/ 583606 h 583606"/>
              <a:gd name="connsiteX4" fmla="*/ 0 w 636272"/>
              <a:gd name="connsiteY4" fmla="*/ 576232 h 583606"/>
              <a:gd name="connsiteX5" fmla="*/ 14749 w 636272"/>
              <a:gd name="connsiteY5" fmla="*/ 0 h 5836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36272" h="583606">
                <a:moveTo>
                  <a:pt x="14749" y="0"/>
                </a:moveTo>
                <a:lnTo>
                  <a:pt x="344472" y="6"/>
                </a:lnTo>
                <a:cubicBezTo>
                  <a:pt x="505629" y="6"/>
                  <a:pt x="636272" y="130649"/>
                  <a:pt x="636272" y="291806"/>
                </a:cubicBezTo>
                <a:lnTo>
                  <a:pt x="636272" y="583606"/>
                </a:lnTo>
                <a:lnTo>
                  <a:pt x="0" y="576232"/>
                </a:lnTo>
                <a:lnTo>
                  <a:pt x="14749" y="0"/>
                </a:lnTo>
                <a:close/>
              </a:path>
            </a:pathLst>
          </a:custGeom>
          <a:solidFill>
            <a:srgbClr val="1B204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latin typeface="Maven Pro"/>
              <a:ea typeface="Maven Pro"/>
              <a:cs typeface="Maven Pro"/>
              <a:sym typeface="Maven Pro"/>
            </a:endParaRPr>
          </a:p>
        </p:txBody>
      </p:sp>
      <p:sp>
        <p:nvSpPr>
          <p:cNvPr id="26" name="Google Shape;937;p37">
            <a:extLst>
              <a:ext uri="{FF2B5EF4-FFF2-40B4-BE49-F238E27FC236}">
                <a16:creationId xmlns:a16="http://schemas.microsoft.com/office/drawing/2014/main" id="{A19C694A-1EAE-5DEA-53AA-4BD2B7759672}"/>
              </a:ext>
            </a:extLst>
          </p:cNvPr>
          <p:cNvSpPr/>
          <p:nvPr/>
        </p:nvSpPr>
        <p:spPr>
          <a:xfrm rot="16200000" flipH="1" flipV="1">
            <a:off x="-223281" y="212082"/>
            <a:ext cx="765195" cy="318641"/>
          </a:xfrm>
          <a:custGeom>
            <a:avLst/>
            <a:gdLst>
              <a:gd name="connsiteX0" fmla="*/ 0 w 1745961"/>
              <a:gd name="connsiteY0" fmla="*/ 0 h 318637"/>
              <a:gd name="connsiteX1" fmla="*/ 1586643 w 1745961"/>
              <a:gd name="connsiteY1" fmla="*/ 0 h 318637"/>
              <a:gd name="connsiteX2" fmla="*/ 1745962 w 1745961"/>
              <a:gd name="connsiteY2" fmla="*/ 159319 h 318637"/>
              <a:gd name="connsiteX3" fmla="*/ 1745961 w 1745961"/>
              <a:gd name="connsiteY3" fmla="*/ 318637 h 318637"/>
              <a:gd name="connsiteX4" fmla="*/ 0 w 1745961"/>
              <a:gd name="connsiteY4" fmla="*/ 318637 h 318637"/>
              <a:gd name="connsiteX5" fmla="*/ 0 w 1745961"/>
              <a:gd name="connsiteY5" fmla="*/ 0 h 318637"/>
              <a:gd name="connsiteX0" fmla="*/ 980768 w 1745962"/>
              <a:gd name="connsiteY0" fmla="*/ 0 h 318637"/>
              <a:gd name="connsiteX1" fmla="*/ 1586643 w 1745962"/>
              <a:gd name="connsiteY1" fmla="*/ 0 h 318637"/>
              <a:gd name="connsiteX2" fmla="*/ 1745962 w 1745962"/>
              <a:gd name="connsiteY2" fmla="*/ 159319 h 318637"/>
              <a:gd name="connsiteX3" fmla="*/ 1745961 w 1745962"/>
              <a:gd name="connsiteY3" fmla="*/ 318637 h 318637"/>
              <a:gd name="connsiteX4" fmla="*/ 0 w 1745962"/>
              <a:gd name="connsiteY4" fmla="*/ 318637 h 318637"/>
              <a:gd name="connsiteX5" fmla="*/ 980768 w 1745962"/>
              <a:gd name="connsiteY5" fmla="*/ 0 h 318637"/>
              <a:gd name="connsiteX0" fmla="*/ 1 w 765195"/>
              <a:gd name="connsiteY0" fmla="*/ 0 h 318641"/>
              <a:gd name="connsiteX1" fmla="*/ 605876 w 765195"/>
              <a:gd name="connsiteY1" fmla="*/ 0 h 318641"/>
              <a:gd name="connsiteX2" fmla="*/ 765195 w 765195"/>
              <a:gd name="connsiteY2" fmla="*/ 159319 h 318641"/>
              <a:gd name="connsiteX3" fmla="*/ 765194 w 765195"/>
              <a:gd name="connsiteY3" fmla="*/ 318637 h 318641"/>
              <a:gd name="connsiteX4" fmla="*/ 0 w 765195"/>
              <a:gd name="connsiteY4" fmla="*/ 318641 h 318641"/>
              <a:gd name="connsiteX5" fmla="*/ 1 w 765195"/>
              <a:gd name="connsiteY5" fmla="*/ 0 h 3186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765195" h="318641">
                <a:moveTo>
                  <a:pt x="1" y="0"/>
                </a:moveTo>
                <a:lnTo>
                  <a:pt x="605876" y="0"/>
                </a:lnTo>
                <a:cubicBezTo>
                  <a:pt x="693865" y="0"/>
                  <a:pt x="765195" y="71330"/>
                  <a:pt x="765195" y="159319"/>
                </a:cubicBezTo>
                <a:cubicBezTo>
                  <a:pt x="765195" y="212425"/>
                  <a:pt x="765194" y="265531"/>
                  <a:pt x="765194" y="318637"/>
                </a:cubicBezTo>
                <a:lnTo>
                  <a:pt x="0" y="318641"/>
                </a:lnTo>
                <a:cubicBezTo>
                  <a:pt x="0" y="212427"/>
                  <a:pt x="1" y="106214"/>
                  <a:pt x="1" y="0"/>
                </a:cubicBezTo>
                <a:close/>
              </a:path>
            </a:pathLst>
          </a:custGeom>
          <a:gradFill flip="none" rotWithShape="1">
            <a:gsLst>
              <a:gs pos="63000">
                <a:srgbClr val="06D1D7"/>
              </a:gs>
              <a:gs pos="33000">
                <a:srgbClr val="23A295"/>
              </a:gs>
              <a:gs pos="0">
                <a:srgbClr val="57F6A2"/>
              </a:gs>
              <a:gs pos="100000">
                <a:srgbClr val="1B2048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latin typeface="Maven Pro"/>
              <a:ea typeface="Maven Pro"/>
              <a:cs typeface="Maven Pro"/>
              <a:sym typeface="Maven Pro"/>
            </a:endParaRPr>
          </a:p>
        </p:txBody>
      </p:sp>
      <p:grpSp>
        <p:nvGrpSpPr>
          <p:cNvPr id="28" name="Google Shape;938;p37">
            <a:extLst>
              <a:ext uri="{FF2B5EF4-FFF2-40B4-BE49-F238E27FC236}">
                <a16:creationId xmlns:a16="http://schemas.microsoft.com/office/drawing/2014/main" id="{C2D6353E-3A7C-C2AB-9F49-F8FCC01D52A1}"/>
              </a:ext>
            </a:extLst>
          </p:cNvPr>
          <p:cNvGrpSpPr/>
          <p:nvPr/>
        </p:nvGrpSpPr>
        <p:grpSpPr>
          <a:xfrm rot="16200000">
            <a:off x="720348" y="-178200"/>
            <a:ext cx="368002" cy="860760"/>
            <a:chOff x="8238071" y="2241175"/>
            <a:chExt cx="379279" cy="2095500"/>
          </a:xfrm>
          <a:gradFill>
            <a:gsLst>
              <a:gs pos="53000">
                <a:srgbClr val="23A295"/>
              </a:gs>
              <a:gs pos="0">
                <a:srgbClr val="57F6A2"/>
              </a:gs>
              <a:gs pos="100000">
                <a:srgbClr val="1B2048"/>
              </a:gs>
            </a:gsLst>
            <a:lin ang="5400000" scaled="1"/>
          </a:gradFill>
        </p:grpSpPr>
        <p:cxnSp>
          <p:nvCxnSpPr>
            <p:cNvPr id="29" name="Google Shape;945;p37">
              <a:extLst>
                <a:ext uri="{FF2B5EF4-FFF2-40B4-BE49-F238E27FC236}">
                  <a16:creationId xmlns:a16="http://schemas.microsoft.com/office/drawing/2014/main" id="{5DACC579-B890-25F0-FFD8-D964353B60BB}"/>
                </a:ext>
              </a:extLst>
            </p:cNvPr>
            <p:cNvCxnSpPr/>
            <p:nvPr/>
          </p:nvCxnSpPr>
          <p:spPr>
            <a:xfrm>
              <a:off x="8313927" y="2241175"/>
              <a:ext cx="0" cy="2095500"/>
            </a:xfrm>
            <a:prstGeom prst="straightConnector1">
              <a:avLst/>
            </a:prstGeom>
            <a:grpFill/>
            <a:ln w="9525" cap="flat" cmpd="sng">
              <a:solidFill>
                <a:srgbClr val="1AB0A9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0" name="Google Shape;948;p37">
              <a:extLst>
                <a:ext uri="{FF2B5EF4-FFF2-40B4-BE49-F238E27FC236}">
                  <a16:creationId xmlns:a16="http://schemas.microsoft.com/office/drawing/2014/main" id="{19570B13-8469-30A7-618F-BF3000F71DFA}"/>
                </a:ext>
              </a:extLst>
            </p:cNvPr>
            <p:cNvCxnSpPr/>
            <p:nvPr/>
          </p:nvCxnSpPr>
          <p:spPr>
            <a:xfrm>
              <a:off x="8238071" y="2241175"/>
              <a:ext cx="0" cy="2095500"/>
            </a:xfrm>
            <a:prstGeom prst="straightConnector1">
              <a:avLst/>
            </a:prstGeom>
            <a:grpFill/>
            <a:ln w="9525" cap="flat" cmpd="sng">
              <a:solidFill>
                <a:srgbClr val="1AB0A9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1" name="Google Shape;949;p37">
              <a:extLst>
                <a:ext uri="{FF2B5EF4-FFF2-40B4-BE49-F238E27FC236}">
                  <a16:creationId xmlns:a16="http://schemas.microsoft.com/office/drawing/2014/main" id="{9ED5ECE4-B20A-BC8C-CEAA-D9C1A0A6FD2C}"/>
                </a:ext>
              </a:extLst>
            </p:cNvPr>
            <p:cNvCxnSpPr/>
            <p:nvPr/>
          </p:nvCxnSpPr>
          <p:spPr>
            <a:xfrm>
              <a:off x="8389783" y="2241175"/>
              <a:ext cx="0" cy="2095500"/>
            </a:xfrm>
            <a:prstGeom prst="straightConnector1">
              <a:avLst/>
            </a:prstGeom>
            <a:grpFill/>
            <a:ln w="9525" cap="flat" cmpd="sng">
              <a:solidFill>
                <a:srgbClr val="1AB0A9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2" name="Google Shape;950;p37">
              <a:extLst>
                <a:ext uri="{FF2B5EF4-FFF2-40B4-BE49-F238E27FC236}">
                  <a16:creationId xmlns:a16="http://schemas.microsoft.com/office/drawing/2014/main" id="{8FFF8516-45FE-0C91-B037-523A00D71450}"/>
                </a:ext>
              </a:extLst>
            </p:cNvPr>
            <p:cNvCxnSpPr/>
            <p:nvPr/>
          </p:nvCxnSpPr>
          <p:spPr>
            <a:xfrm>
              <a:off x="8465638" y="2241175"/>
              <a:ext cx="0" cy="2095500"/>
            </a:xfrm>
            <a:prstGeom prst="straightConnector1">
              <a:avLst/>
            </a:prstGeom>
            <a:grpFill/>
            <a:ln w="9525" cap="flat" cmpd="sng">
              <a:solidFill>
                <a:srgbClr val="1AB0A9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3" name="Google Shape;951;p37">
              <a:extLst>
                <a:ext uri="{FF2B5EF4-FFF2-40B4-BE49-F238E27FC236}">
                  <a16:creationId xmlns:a16="http://schemas.microsoft.com/office/drawing/2014/main" id="{CCEED9E2-BBCE-425D-E052-F5B155A9274D}"/>
                </a:ext>
              </a:extLst>
            </p:cNvPr>
            <p:cNvCxnSpPr/>
            <p:nvPr/>
          </p:nvCxnSpPr>
          <p:spPr>
            <a:xfrm>
              <a:off x="8541494" y="2241175"/>
              <a:ext cx="0" cy="2095500"/>
            </a:xfrm>
            <a:prstGeom prst="straightConnector1">
              <a:avLst/>
            </a:prstGeom>
            <a:grpFill/>
            <a:ln w="9525" cap="flat" cmpd="sng">
              <a:solidFill>
                <a:srgbClr val="1AB0A9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4" name="Google Shape;952;p37">
              <a:extLst>
                <a:ext uri="{FF2B5EF4-FFF2-40B4-BE49-F238E27FC236}">
                  <a16:creationId xmlns:a16="http://schemas.microsoft.com/office/drawing/2014/main" id="{C4B376EA-D60B-05DC-304B-99F9642A5FF5}"/>
                </a:ext>
              </a:extLst>
            </p:cNvPr>
            <p:cNvCxnSpPr/>
            <p:nvPr/>
          </p:nvCxnSpPr>
          <p:spPr>
            <a:xfrm>
              <a:off x="8617350" y="2241175"/>
              <a:ext cx="0" cy="2095500"/>
            </a:xfrm>
            <a:prstGeom prst="straightConnector1">
              <a:avLst/>
            </a:prstGeom>
            <a:grpFill/>
            <a:ln w="9525" cap="flat" cmpd="sng">
              <a:solidFill>
                <a:srgbClr val="1AB0A9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35" name="Título 1">
            <a:extLst>
              <a:ext uri="{FF2B5EF4-FFF2-40B4-BE49-F238E27FC236}">
                <a16:creationId xmlns:a16="http://schemas.microsoft.com/office/drawing/2014/main" id="{DAD34736-0F4D-56B7-9C61-110240ECA29D}"/>
              </a:ext>
            </a:extLst>
          </p:cNvPr>
          <p:cNvSpPr txBox="1">
            <a:spLocks/>
          </p:cNvSpPr>
          <p:nvPr/>
        </p:nvSpPr>
        <p:spPr>
          <a:xfrm>
            <a:off x="737108" y="504150"/>
            <a:ext cx="8467638" cy="4554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Montserrat"/>
              <a:buNone/>
              <a:defRPr sz="52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Montserrat"/>
              <a:buNone/>
              <a:defRPr sz="52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Montserrat"/>
              <a:buNone/>
              <a:defRPr sz="52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Montserrat"/>
              <a:buNone/>
              <a:defRPr sz="52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Montserrat"/>
              <a:buNone/>
              <a:defRPr sz="52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Montserrat"/>
              <a:buNone/>
              <a:defRPr sz="52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Montserrat"/>
              <a:buNone/>
              <a:defRPr sz="52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Montserrat"/>
              <a:buNone/>
              <a:defRPr sz="52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Montserrat"/>
              <a:buNone/>
              <a:defRPr sz="52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algn="l"/>
            <a:r>
              <a:rPr lang="pt-BR" sz="2000" dirty="0">
                <a:latin typeface="+mj-lt"/>
                <a:cs typeface="Arial" panose="020B0604020202020204" pitchFamily="34" charset="0"/>
              </a:rPr>
              <a:t>Uso controlado de </a:t>
            </a:r>
            <a:r>
              <a:rPr lang="pt-BR" sz="2000" dirty="0" err="1">
                <a:latin typeface="+mj-lt"/>
                <a:cs typeface="Arial" panose="020B0604020202020204" pitchFamily="34" charset="0"/>
              </a:rPr>
              <a:t>LLMs</a:t>
            </a:r>
            <a:r>
              <a:rPr lang="pt-BR" sz="2000" dirty="0">
                <a:latin typeface="+mj-lt"/>
                <a:cs typeface="Arial" panose="020B0604020202020204" pitchFamily="34" charset="0"/>
              </a:rPr>
              <a:t> em pipelines auditáveis</a:t>
            </a:r>
          </a:p>
        </p:txBody>
      </p:sp>
      <p:cxnSp>
        <p:nvCxnSpPr>
          <p:cNvPr id="40" name="Conector reto 39">
            <a:extLst>
              <a:ext uri="{FF2B5EF4-FFF2-40B4-BE49-F238E27FC236}">
                <a16:creationId xmlns:a16="http://schemas.microsoft.com/office/drawing/2014/main" id="{DACC9EB9-146C-A2C3-E81D-B8ECEAEC86DE}"/>
              </a:ext>
            </a:extLst>
          </p:cNvPr>
          <p:cNvCxnSpPr>
            <a:cxnSpLocks/>
          </p:cNvCxnSpPr>
          <p:nvPr/>
        </p:nvCxnSpPr>
        <p:spPr>
          <a:xfrm>
            <a:off x="-5" y="1114607"/>
            <a:ext cx="2796961" cy="0"/>
          </a:xfrm>
          <a:prstGeom prst="line">
            <a:avLst/>
          </a:prstGeom>
          <a:ln>
            <a:solidFill>
              <a:srgbClr val="00445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Google Shape;937;p37">
            <a:extLst>
              <a:ext uri="{FF2B5EF4-FFF2-40B4-BE49-F238E27FC236}">
                <a16:creationId xmlns:a16="http://schemas.microsoft.com/office/drawing/2014/main" id="{1AA3C1F5-6FFB-979F-B39B-E4BB95D986B7}"/>
              </a:ext>
            </a:extLst>
          </p:cNvPr>
          <p:cNvSpPr/>
          <p:nvPr/>
        </p:nvSpPr>
        <p:spPr>
          <a:xfrm flipH="1" flipV="1">
            <a:off x="8773117" y="52"/>
            <a:ext cx="369846" cy="249032"/>
          </a:xfrm>
          <a:custGeom>
            <a:avLst/>
            <a:gdLst>
              <a:gd name="connsiteX0" fmla="*/ 0 w 1414234"/>
              <a:gd name="connsiteY0" fmla="*/ 0 h 258097"/>
              <a:gd name="connsiteX1" fmla="*/ 1285186 w 1414234"/>
              <a:gd name="connsiteY1" fmla="*/ 0 h 258097"/>
              <a:gd name="connsiteX2" fmla="*/ 1414235 w 1414234"/>
              <a:gd name="connsiteY2" fmla="*/ 129049 h 258097"/>
              <a:gd name="connsiteX3" fmla="*/ 1414234 w 1414234"/>
              <a:gd name="connsiteY3" fmla="*/ 258097 h 258097"/>
              <a:gd name="connsiteX4" fmla="*/ 0 w 1414234"/>
              <a:gd name="connsiteY4" fmla="*/ 258097 h 258097"/>
              <a:gd name="connsiteX5" fmla="*/ 0 w 1414234"/>
              <a:gd name="connsiteY5" fmla="*/ 0 h 258097"/>
              <a:gd name="connsiteX0" fmla="*/ 0 w 1414235"/>
              <a:gd name="connsiteY0" fmla="*/ 0 h 258097"/>
              <a:gd name="connsiteX1" fmla="*/ 1285186 w 1414235"/>
              <a:gd name="connsiteY1" fmla="*/ 0 h 258097"/>
              <a:gd name="connsiteX2" fmla="*/ 1414235 w 1414235"/>
              <a:gd name="connsiteY2" fmla="*/ 129049 h 258097"/>
              <a:gd name="connsiteX3" fmla="*/ 1414234 w 1414235"/>
              <a:gd name="connsiteY3" fmla="*/ 258097 h 258097"/>
              <a:gd name="connsiteX4" fmla="*/ 243348 w 1414235"/>
              <a:gd name="connsiteY4" fmla="*/ 258097 h 258097"/>
              <a:gd name="connsiteX5" fmla="*/ 0 w 1414235"/>
              <a:gd name="connsiteY5" fmla="*/ 0 h 258097"/>
              <a:gd name="connsiteX0" fmla="*/ 0 w 1178260"/>
              <a:gd name="connsiteY0" fmla="*/ 7374 h 258097"/>
              <a:gd name="connsiteX1" fmla="*/ 1049211 w 1178260"/>
              <a:gd name="connsiteY1" fmla="*/ 0 h 258097"/>
              <a:gd name="connsiteX2" fmla="*/ 1178260 w 1178260"/>
              <a:gd name="connsiteY2" fmla="*/ 129049 h 258097"/>
              <a:gd name="connsiteX3" fmla="*/ 1178259 w 1178260"/>
              <a:gd name="connsiteY3" fmla="*/ 258097 h 258097"/>
              <a:gd name="connsiteX4" fmla="*/ 7373 w 1178260"/>
              <a:gd name="connsiteY4" fmla="*/ 258097 h 258097"/>
              <a:gd name="connsiteX5" fmla="*/ 0 w 1178260"/>
              <a:gd name="connsiteY5" fmla="*/ 7374 h 258097"/>
              <a:gd name="connsiteX0" fmla="*/ 0 w 1178260"/>
              <a:gd name="connsiteY0" fmla="*/ 7374 h 265471"/>
              <a:gd name="connsiteX1" fmla="*/ 1049211 w 1178260"/>
              <a:gd name="connsiteY1" fmla="*/ 0 h 265471"/>
              <a:gd name="connsiteX2" fmla="*/ 1178260 w 1178260"/>
              <a:gd name="connsiteY2" fmla="*/ 129049 h 265471"/>
              <a:gd name="connsiteX3" fmla="*/ 1178259 w 1178260"/>
              <a:gd name="connsiteY3" fmla="*/ 258097 h 265471"/>
              <a:gd name="connsiteX4" fmla="*/ 619431 w 1178260"/>
              <a:gd name="connsiteY4" fmla="*/ 265471 h 265471"/>
              <a:gd name="connsiteX5" fmla="*/ 0 w 1178260"/>
              <a:gd name="connsiteY5" fmla="*/ 7374 h 265471"/>
              <a:gd name="connsiteX0" fmla="*/ 0 w 566202"/>
              <a:gd name="connsiteY0" fmla="*/ 0 h 280219"/>
              <a:gd name="connsiteX1" fmla="*/ 437153 w 566202"/>
              <a:gd name="connsiteY1" fmla="*/ 14748 h 280219"/>
              <a:gd name="connsiteX2" fmla="*/ 566202 w 566202"/>
              <a:gd name="connsiteY2" fmla="*/ 143797 h 280219"/>
              <a:gd name="connsiteX3" fmla="*/ 566201 w 566202"/>
              <a:gd name="connsiteY3" fmla="*/ 272845 h 280219"/>
              <a:gd name="connsiteX4" fmla="*/ 7373 w 566202"/>
              <a:gd name="connsiteY4" fmla="*/ 280219 h 280219"/>
              <a:gd name="connsiteX5" fmla="*/ 0 w 566202"/>
              <a:gd name="connsiteY5" fmla="*/ 0 h 280219"/>
              <a:gd name="connsiteX0" fmla="*/ 0 w 566202"/>
              <a:gd name="connsiteY0" fmla="*/ 0 h 280219"/>
              <a:gd name="connsiteX1" fmla="*/ 437153 w 566202"/>
              <a:gd name="connsiteY1" fmla="*/ 14748 h 280219"/>
              <a:gd name="connsiteX2" fmla="*/ 566202 w 566202"/>
              <a:gd name="connsiteY2" fmla="*/ 143797 h 280219"/>
              <a:gd name="connsiteX3" fmla="*/ 566201 w 566202"/>
              <a:gd name="connsiteY3" fmla="*/ 272845 h 280219"/>
              <a:gd name="connsiteX4" fmla="*/ 58992 w 566202"/>
              <a:gd name="connsiteY4" fmla="*/ 280219 h 280219"/>
              <a:gd name="connsiteX5" fmla="*/ 0 w 566202"/>
              <a:gd name="connsiteY5" fmla="*/ 0 h 280219"/>
              <a:gd name="connsiteX0" fmla="*/ 0 w 566202"/>
              <a:gd name="connsiteY0" fmla="*/ 0 h 272845"/>
              <a:gd name="connsiteX1" fmla="*/ 437153 w 566202"/>
              <a:gd name="connsiteY1" fmla="*/ 14748 h 272845"/>
              <a:gd name="connsiteX2" fmla="*/ 566202 w 566202"/>
              <a:gd name="connsiteY2" fmla="*/ 143797 h 272845"/>
              <a:gd name="connsiteX3" fmla="*/ 566201 w 566202"/>
              <a:gd name="connsiteY3" fmla="*/ 272845 h 272845"/>
              <a:gd name="connsiteX4" fmla="*/ 209118 w 566202"/>
              <a:gd name="connsiteY4" fmla="*/ 262022 h 272845"/>
              <a:gd name="connsiteX5" fmla="*/ 0 w 566202"/>
              <a:gd name="connsiteY5" fmla="*/ 0 h 272845"/>
              <a:gd name="connsiteX0" fmla="*/ 0 w 366035"/>
              <a:gd name="connsiteY0" fmla="*/ 0 h 272845"/>
              <a:gd name="connsiteX1" fmla="*/ 236986 w 366035"/>
              <a:gd name="connsiteY1" fmla="*/ 14748 h 272845"/>
              <a:gd name="connsiteX2" fmla="*/ 366035 w 366035"/>
              <a:gd name="connsiteY2" fmla="*/ 143797 h 272845"/>
              <a:gd name="connsiteX3" fmla="*/ 366034 w 366035"/>
              <a:gd name="connsiteY3" fmla="*/ 272845 h 272845"/>
              <a:gd name="connsiteX4" fmla="*/ 8951 w 366035"/>
              <a:gd name="connsiteY4" fmla="*/ 262022 h 272845"/>
              <a:gd name="connsiteX5" fmla="*/ 0 w 366035"/>
              <a:gd name="connsiteY5" fmla="*/ 0 h 272845"/>
              <a:gd name="connsiteX0" fmla="*/ 0 w 366035"/>
              <a:gd name="connsiteY0" fmla="*/ 0 h 272845"/>
              <a:gd name="connsiteX1" fmla="*/ 236986 w 366035"/>
              <a:gd name="connsiteY1" fmla="*/ 14748 h 272845"/>
              <a:gd name="connsiteX2" fmla="*/ 366035 w 366035"/>
              <a:gd name="connsiteY2" fmla="*/ 143797 h 272845"/>
              <a:gd name="connsiteX3" fmla="*/ 366034 w 366035"/>
              <a:gd name="connsiteY3" fmla="*/ 272845 h 272845"/>
              <a:gd name="connsiteX4" fmla="*/ 99438 w 366035"/>
              <a:gd name="connsiteY4" fmla="*/ 247734 h 272845"/>
              <a:gd name="connsiteX5" fmla="*/ 0 w 366035"/>
              <a:gd name="connsiteY5" fmla="*/ 0 h 272845"/>
              <a:gd name="connsiteX0" fmla="*/ 0 w 366035"/>
              <a:gd name="connsiteY0" fmla="*/ 0 h 272845"/>
              <a:gd name="connsiteX1" fmla="*/ 236986 w 366035"/>
              <a:gd name="connsiteY1" fmla="*/ 14748 h 272845"/>
              <a:gd name="connsiteX2" fmla="*/ 366035 w 366035"/>
              <a:gd name="connsiteY2" fmla="*/ 143797 h 272845"/>
              <a:gd name="connsiteX3" fmla="*/ 366034 w 366035"/>
              <a:gd name="connsiteY3" fmla="*/ 272845 h 272845"/>
              <a:gd name="connsiteX4" fmla="*/ 25619 w 366035"/>
              <a:gd name="connsiteY4" fmla="*/ 259641 h 272845"/>
              <a:gd name="connsiteX5" fmla="*/ 0 w 366035"/>
              <a:gd name="connsiteY5" fmla="*/ 0 h 272845"/>
              <a:gd name="connsiteX0" fmla="*/ 5337 w 340416"/>
              <a:gd name="connsiteY0" fmla="*/ 0 h 268083"/>
              <a:gd name="connsiteX1" fmla="*/ 211367 w 340416"/>
              <a:gd name="connsiteY1" fmla="*/ 9986 h 268083"/>
              <a:gd name="connsiteX2" fmla="*/ 340416 w 340416"/>
              <a:gd name="connsiteY2" fmla="*/ 139035 h 268083"/>
              <a:gd name="connsiteX3" fmla="*/ 340415 w 340416"/>
              <a:gd name="connsiteY3" fmla="*/ 268083 h 268083"/>
              <a:gd name="connsiteX4" fmla="*/ 0 w 340416"/>
              <a:gd name="connsiteY4" fmla="*/ 254879 h 268083"/>
              <a:gd name="connsiteX5" fmla="*/ 5337 w 340416"/>
              <a:gd name="connsiteY5" fmla="*/ 0 h 268083"/>
              <a:gd name="connsiteX0" fmla="*/ 5337 w 353901"/>
              <a:gd name="connsiteY0" fmla="*/ 0 h 254879"/>
              <a:gd name="connsiteX1" fmla="*/ 211367 w 353901"/>
              <a:gd name="connsiteY1" fmla="*/ 9986 h 254879"/>
              <a:gd name="connsiteX2" fmla="*/ 340416 w 353901"/>
              <a:gd name="connsiteY2" fmla="*/ 139035 h 254879"/>
              <a:gd name="connsiteX3" fmla="*/ 349940 w 353901"/>
              <a:gd name="connsiteY3" fmla="*/ 253795 h 254879"/>
              <a:gd name="connsiteX4" fmla="*/ 0 w 353901"/>
              <a:gd name="connsiteY4" fmla="*/ 254879 h 254879"/>
              <a:gd name="connsiteX5" fmla="*/ 5337 w 353901"/>
              <a:gd name="connsiteY5" fmla="*/ 0 h 254879"/>
              <a:gd name="connsiteX0" fmla="*/ 7718 w 356282"/>
              <a:gd name="connsiteY0" fmla="*/ 0 h 253795"/>
              <a:gd name="connsiteX1" fmla="*/ 213748 w 356282"/>
              <a:gd name="connsiteY1" fmla="*/ 9986 h 253795"/>
              <a:gd name="connsiteX2" fmla="*/ 342797 w 356282"/>
              <a:gd name="connsiteY2" fmla="*/ 139035 h 253795"/>
              <a:gd name="connsiteX3" fmla="*/ 352321 w 356282"/>
              <a:gd name="connsiteY3" fmla="*/ 253795 h 253795"/>
              <a:gd name="connsiteX4" fmla="*/ 0 w 356282"/>
              <a:gd name="connsiteY4" fmla="*/ 226304 h 253795"/>
              <a:gd name="connsiteX5" fmla="*/ 7718 w 356282"/>
              <a:gd name="connsiteY5" fmla="*/ 0 h 253795"/>
              <a:gd name="connsiteX0" fmla="*/ 574 w 349138"/>
              <a:gd name="connsiteY0" fmla="*/ 0 h 257260"/>
              <a:gd name="connsiteX1" fmla="*/ 206604 w 349138"/>
              <a:gd name="connsiteY1" fmla="*/ 9986 h 257260"/>
              <a:gd name="connsiteX2" fmla="*/ 335653 w 349138"/>
              <a:gd name="connsiteY2" fmla="*/ 139035 h 257260"/>
              <a:gd name="connsiteX3" fmla="*/ 345177 w 349138"/>
              <a:gd name="connsiteY3" fmla="*/ 253795 h 257260"/>
              <a:gd name="connsiteX4" fmla="*/ 0 w 349138"/>
              <a:gd name="connsiteY4" fmla="*/ 257260 h 257260"/>
              <a:gd name="connsiteX5" fmla="*/ 574 w 349138"/>
              <a:gd name="connsiteY5" fmla="*/ 0 h 257260"/>
              <a:gd name="connsiteX0" fmla="*/ 574 w 359486"/>
              <a:gd name="connsiteY0" fmla="*/ 0 h 257260"/>
              <a:gd name="connsiteX1" fmla="*/ 206604 w 359486"/>
              <a:gd name="connsiteY1" fmla="*/ 9986 h 257260"/>
              <a:gd name="connsiteX2" fmla="*/ 335653 w 359486"/>
              <a:gd name="connsiteY2" fmla="*/ 139035 h 257260"/>
              <a:gd name="connsiteX3" fmla="*/ 359464 w 359486"/>
              <a:gd name="connsiteY3" fmla="*/ 253795 h 257260"/>
              <a:gd name="connsiteX4" fmla="*/ 0 w 359486"/>
              <a:gd name="connsiteY4" fmla="*/ 257260 h 257260"/>
              <a:gd name="connsiteX5" fmla="*/ 574 w 359486"/>
              <a:gd name="connsiteY5" fmla="*/ 0 h 257260"/>
              <a:gd name="connsiteX0" fmla="*/ 574 w 359486"/>
              <a:gd name="connsiteY0" fmla="*/ 0 h 257260"/>
              <a:gd name="connsiteX1" fmla="*/ 206604 w 359486"/>
              <a:gd name="connsiteY1" fmla="*/ 9986 h 257260"/>
              <a:gd name="connsiteX2" fmla="*/ 335653 w 359486"/>
              <a:gd name="connsiteY2" fmla="*/ 110460 h 257260"/>
              <a:gd name="connsiteX3" fmla="*/ 359464 w 359486"/>
              <a:gd name="connsiteY3" fmla="*/ 253795 h 257260"/>
              <a:gd name="connsiteX4" fmla="*/ 0 w 359486"/>
              <a:gd name="connsiteY4" fmla="*/ 257260 h 257260"/>
              <a:gd name="connsiteX5" fmla="*/ 574 w 359486"/>
              <a:gd name="connsiteY5" fmla="*/ 0 h 257260"/>
              <a:gd name="connsiteX0" fmla="*/ 574 w 365269"/>
              <a:gd name="connsiteY0" fmla="*/ 0 h 257260"/>
              <a:gd name="connsiteX1" fmla="*/ 206604 w 365269"/>
              <a:gd name="connsiteY1" fmla="*/ 9986 h 257260"/>
              <a:gd name="connsiteX2" fmla="*/ 359464 w 365269"/>
              <a:gd name="connsiteY2" fmla="*/ 253795 h 257260"/>
              <a:gd name="connsiteX3" fmla="*/ 0 w 365269"/>
              <a:gd name="connsiteY3" fmla="*/ 257260 h 257260"/>
              <a:gd name="connsiteX4" fmla="*/ 574 w 365269"/>
              <a:gd name="connsiteY4" fmla="*/ 0 h 257260"/>
              <a:gd name="connsiteX0" fmla="*/ 574 w 369846"/>
              <a:gd name="connsiteY0" fmla="*/ 0 h 257260"/>
              <a:gd name="connsiteX1" fmla="*/ 206604 w 369846"/>
              <a:gd name="connsiteY1" fmla="*/ 9986 h 257260"/>
              <a:gd name="connsiteX2" fmla="*/ 359464 w 369846"/>
              <a:gd name="connsiteY2" fmla="*/ 253795 h 257260"/>
              <a:gd name="connsiteX3" fmla="*/ 0 w 369846"/>
              <a:gd name="connsiteY3" fmla="*/ 257260 h 257260"/>
              <a:gd name="connsiteX4" fmla="*/ 574 w 369846"/>
              <a:gd name="connsiteY4" fmla="*/ 0 h 257260"/>
              <a:gd name="connsiteX0" fmla="*/ 574 w 369846"/>
              <a:gd name="connsiteY0" fmla="*/ 0 h 252497"/>
              <a:gd name="connsiteX1" fmla="*/ 206604 w 369846"/>
              <a:gd name="connsiteY1" fmla="*/ 5223 h 252497"/>
              <a:gd name="connsiteX2" fmla="*/ 359464 w 369846"/>
              <a:gd name="connsiteY2" fmla="*/ 249032 h 252497"/>
              <a:gd name="connsiteX3" fmla="*/ 0 w 369846"/>
              <a:gd name="connsiteY3" fmla="*/ 252497 h 252497"/>
              <a:gd name="connsiteX4" fmla="*/ 574 w 369846"/>
              <a:gd name="connsiteY4" fmla="*/ 0 h 252497"/>
              <a:gd name="connsiteX0" fmla="*/ 574 w 369846"/>
              <a:gd name="connsiteY0" fmla="*/ 0 h 249032"/>
              <a:gd name="connsiteX1" fmla="*/ 206604 w 369846"/>
              <a:gd name="connsiteY1" fmla="*/ 5223 h 249032"/>
              <a:gd name="connsiteX2" fmla="*/ 359464 w 369846"/>
              <a:gd name="connsiteY2" fmla="*/ 249032 h 249032"/>
              <a:gd name="connsiteX3" fmla="*/ 0 w 369846"/>
              <a:gd name="connsiteY3" fmla="*/ 245353 h 249032"/>
              <a:gd name="connsiteX4" fmla="*/ 574 w 369846"/>
              <a:gd name="connsiteY4" fmla="*/ 0 h 2490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69846" h="249032">
                <a:moveTo>
                  <a:pt x="574" y="0"/>
                </a:moveTo>
                <a:lnTo>
                  <a:pt x="206604" y="5223"/>
                </a:lnTo>
                <a:cubicBezTo>
                  <a:pt x="342619" y="42759"/>
                  <a:pt x="393898" y="207820"/>
                  <a:pt x="359464" y="249032"/>
                </a:cubicBezTo>
                <a:lnTo>
                  <a:pt x="0" y="245353"/>
                </a:lnTo>
                <a:cubicBezTo>
                  <a:pt x="191" y="159600"/>
                  <a:pt x="383" y="85753"/>
                  <a:pt x="574" y="0"/>
                </a:cubicBezTo>
                <a:close/>
              </a:path>
            </a:pathLst>
          </a:custGeom>
          <a:gradFill flip="none" rotWithShape="1">
            <a:gsLst>
              <a:gs pos="63000">
                <a:srgbClr val="06D1D7"/>
              </a:gs>
              <a:gs pos="33000">
                <a:srgbClr val="23A295"/>
              </a:gs>
              <a:gs pos="0">
                <a:srgbClr val="57F6A2"/>
              </a:gs>
              <a:gs pos="100000">
                <a:srgbClr val="1B2048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latin typeface="Maven Pro"/>
              <a:ea typeface="Maven Pro"/>
              <a:cs typeface="Maven Pro"/>
              <a:sym typeface="Maven Pro"/>
            </a:endParaRPr>
          </a:p>
        </p:txBody>
      </p:sp>
      <p:sp>
        <p:nvSpPr>
          <p:cNvPr id="41" name="CaixaDeTexto 40">
            <a:extLst>
              <a:ext uri="{FF2B5EF4-FFF2-40B4-BE49-F238E27FC236}">
                <a16:creationId xmlns:a16="http://schemas.microsoft.com/office/drawing/2014/main" id="{91838891-1881-D1DF-D01B-CD67E00B5A46}"/>
              </a:ext>
            </a:extLst>
          </p:cNvPr>
          <p:cNvSpPr txBox="1"/>
          <p:nvPr/>
        </p:nvSpPr>
        <p:spPr>
          <a:xfrm>
            <a:off x="756048" y="1371037"/>
            <a:ext cx="7888302" cy="28281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sz="1200" dirty="0"/>
              <a:t>A principal contribuição não está apenas em classificar notícias, mas em propor uma arquitetura rastreável e reprodutível.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sz="1200" dirty="0"/>
              <a:t>A LLM não atua como classificador universal.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sz="1200" dirty="0"/>
              <a:t>O modelo é acionado apenas em casos ambíguos, incompletos ou não cobertos por regras determinísticas.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sz="1200" dirty="0"/>
              <a:t>A classificação passa a ter duas fontes explícitas:</a:t>
            </a:r>
          </a:p>
          <a:p>
            <a:pPr defTabSz="358775">
              <a:lnSpc>
                <a:spcPct val="150000"/>
              </a:lnSpc>
            </a:pPr>
            <a:r>
              <a:rPr lang="pt-BR" sz="1200" b="1" dirty="0"/>
              <a:t> 	- regex</a:t>
            </a:r>
            <a:r>
              <a:rPr lang="pt-BR" sz="1200" dirty="0"/>
              <a:t>, para decisões determinísticas;</a:t>
            </a:r>
          </a:p>
          <a:p>
            <a:pPr defTabSz="358775">
              <a:lnSpc>
                <a:spcPct val="150000"/>
              </a:lnSpc>
            </a:pPr>
            <a:r>
              <a:rPr lang="pt-BR" sz="1200" b="1" dirty="0"/>
              <a:t> 	- LLM</a:t>
            </a:r>
            <a:r>
              <a:rPr lang="pt-BR" sz="1200" dirty="0"/>
              <a:t>, para inferências semânticas controladas.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sz="1200" dirty="0"/>
              <a:t>Essa separação permite avaliar quais resultados dependem de regras estáveis e quais exigiram interpretação probabilística.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sz="1200" dirty="0"/>
              <a:t>A arquitetura reduz custo, dependência externa e instabilidade em reprocessamentos futuros.</a:t>
            </a:r>
            <a:endParaRPr lang="pt-PT" sz="1200" dirty="0"/>
          </a:p>
        </p:txBody>
      </p:sp>
    </p:spTree>
    <p:extLst>
      <p:ext uri="{BB962C8B-B14F-4D97-AF65-F5344CB8AC3E}">
        <p14:creationId xmlns:p14="http://schemas.microsoft.com/office/powerpoint/2010/main" val="63926826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91">
          <a:extLst>
            <a:ext uri="{FF2B5EF4-FFF2-40B4-BE49-F238E27FC236}">
              <a16:creationId xmlns:a16="http://schemas.microsoft.com/office/drawing/2014/main" id="{0CC0EF07-A4B6-FB2F-D4AE-6198B3DFF3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83" name="Gráfico 982">
            <a:extLst>
              <a:ext uri="{FF2B5EF4-FFF2-40B4-BE49-F238E27FC236}">
                <a16:creationId xmlns:a16="http://schemas.microsoft.com/office/drawing/2014/main" id="{20AFAB7E-0BFC-2DF5-3D80-C291E059FF7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471287" y="-176981"/>
            <a:ext cx="10434025" cy="5320297"/>
          </a:xfrm>
          <a:prstGeom prst="rect">
            <a:avLst/>
          </a:prstGeom>
        </p:spPr>
      </p:pic>
      <p:sp>
        <p:nvSpPr>
          <p:cNvPr id="2" name="Google Shape;932;p37">
            <a:extLst>
              <a:ext uri="{FF2B5EF4-FFF2-40B4-BE49-F238E27FC236}">
                <a16:creationId xmlns:a16="http://schemas.microsoft.com/office/drawing/2014/main" id="{08C181D4-0D14-E4EB-1262-62E5AEF3502A}"/>
              </a:ext>
            </a:extLst>
          </p:cNvPr>
          <p:cNvSpPr txBox="1">
            <a:spLocks/>
          </p:cNvSpPr>
          <p:nvPr/>
        </p:nvSpPr>
        <p:spPr>
          <a:xfrm>
            <a:off x="7194305" y="528340"/>
            <a:ext cx="1661894" cy="2259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None/>
              <a:defRPr sz="28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None/>
              <a:defRPr sz="28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None/>
              <a:defRPr sz="28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None/>
              <a:defRPr sz="28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None/>
              <a:defRPr sz="28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None/>
              <a:defRPr sz="28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None/>
              <a:defRPr sz="28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None/>
              <a:defRPr sz="28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None/>
              <a:defRPr sz="28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r>
              <a:rPr lang="pt-BR" sz="600" b="0" dirty="0">
                <a:solidFill>
                  <a:srgbClr val="186E66"/>
                </a:solidFill>
                <a:latin typeface="+mj-lt"/>
                <a:cs typeface="Arial" panose="020B0604020202020204" pitchFamily="34" charset="0"/>
              </a:rPr>
              <a:t>Há mais de 60 anos pensando o Brasil</a:t>
            </a:r>
          </a:p>
        </p:txBody>
      </p:sp>
      <p:sp>
        <p:nvSpPr>
          <p:cNvPr id="3" name="Google Shape;936;p37">
            <a:extLst>
              <a:ext uri="{FF2B5EF4-FFF2-40B4-BE49-F238E27FC236}">
                <a16:creationId xmlns:a16="http://schemas.microsoft.com/office/drawing/2014/main" id="{890965ED-6ACA-73F9-CC95-DE79D36F8E96}"/>
              </a:ext>
            </a:extLst>
          </p:cNvPr>
          <p:cNvSpPr/>
          <p:nvPr/>
        </p:nvSpPr>
        <p:spPr>
          <a:xfrm flipH="1">
            <a:off x="7861193" y="4721150"/>
            <a:ext cx="1282656" cy="422165"/>
          </a:xfrm>
          <a:prstGeom prst="round1Rect">
            <a:avLst>
              <a:gd name="adj" fmla="val 50000"/>
            </a:avLst>
          </a:prstGeom>
          <a:solidFill>
            <a:srgbClr val="1B204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latin typeface="Maven Pro"/>
              <a:ea typeface="Maven Pro"/>
              <a:cs typeface="Maven Pro"/>
              <a:sym typeface="Maven Pro"/>
            </a:endParaRPr>
          </a:p>
        </p:txBody>
      </p:sp>
      <p:sp>
        <p:nvSpPr>
          <p:cNvPr id="4" name="Google Shape;937;p37">
            <a:extLst>
              <a:ext uri="{FF2B5EF4-FFF2-40B4-BE49-F238E27FC236}">
                <a16:creationId xmlns:a16="http://schemas.microsoft.com/office/drawing/2014/main" id="{CF167F3C-7DA5-BDBA-088E-0C1401C1055C}"/>
              </a:ext>
            </a:extLst>
          </p:cNvPr>
          <p:cNvSpPr/>
          <p:nvPr/>
        </p:nvSpPr>
        <p:spPr>
          <a:xfrm flipH="1">
            <a:off x="7588727" y="4912884"/>
            <a:ext cx="1555123" cy="230496"/>
          </a:xfrm>
          <a:prstGeom prst="round1Rect">
            <a:avLst>
              <a:gd name="adj" fmla="val 50000"/>
            </a:avLst>
          </a:prstGeom>
          <a:gradFill flip="none" rotWithShape="1">
            <a:gsLst>
              <a:gs pos="63000">
                <a:srgbClr val="06D1D7"/>
              </a:gs>
              <a:gs pos="33000">
                <a:srgbClr val="23A295"/>
              </a:gs>
              <a:gs pos="0">
                <a:srgbClr val="57F6A2"/>
              </a:gs>
              <a:gs pos="100000">
                <a:srgbClr val="1B2048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latin typeface="Maven Pro"/>
              <a:ea typeface="Maven Pro"/>
              <a:cs typeface="Maven Pro"/>
              <a:sym typeface="Maven Pro"/>
            </a:endParaRPr>
          </a:p>
        </p:txBody>
      </p:sp>
      <p:grpSp>
        <p:nvGrpSpPr>
          <p:cNvPr id="5" name="Google Shape;938;p37">
            <a:extLst>
              <a:ext uri="{FF2B5EF4-FFF2-40B4-BE49-F238E27FC236}">
                <a16:creationId xmlns:a16="http://schemas.microsoft.com/office/drawing/2014/main" id="{FF10318F-FA32-873B-975B-8D4D222EAA01}"/>
              </a:ext>
            </a:extLst>
          </p:cNvPr>
          <p:cNvGrpSpPr/>
          <p:nvPr/>
        </p:nvGrpSpPr>
        <p:grpSpPr>
          <a:xfrm>
            <a:off x="8644350" y="4276582"/>
            <a:ext cx="423698" cy="551579"/>
            <a:chOff x="7631225" y="2241175"/>
            <a:chExt cx="986125" cy="2095500"/>
          </a:xfrm>
          <a:gradFill>
            <a:gsLst>
              <a:gs pos="53000">
                <a:srgbClr val="23A295"/>
              </a:gs>
              <a:gs pos="0">
                <a:srgbClr val="57F6A2"/>
              </a:gs>
              <a:gs pos="100000">
                <a:srgbClr val="1B2048"/>
              </a:gs>
            </a:gsLst>
            <a:lin ang="5400000" scaled="1"/>
          </a:gradFill>
        </p:grpSpPr>
        <p:cxnSp>
          <p:nvCxnSpPr>
            <p:cNvPr id="6" name="Google Shape;939;p37">
              <a:extLst>
                <a:ext uri="{FF2B5EF4-FFF2-40B4-BE49-F238E27FC236}">
                  <a16:creationId xmlns:a16="http://schemas.microsoft.com/office/drawing/2014/main" id="{998B9CAF-4ED6-2EBE-0A50-A65CD0924DA9}"/>
                </a:ext>
              </a:extLst>
            </p:cNvPr>
            <p:cNvCxnSpPr/>
            <p:nvPr/>
          </p:nvCxnSpPr>
          <p:spPr>
            <a:xfrm>
              <a:off x="7631225" y="2241175"/>
              <a:ext cx="0" cy="2095500"/>
            </a:xfrm>
            <a:prstGeom prst="straightConnector1">
              <a:avLst/>
            </a:prstGeom>
            <a:grpFill/>
            <a:ln w="9525" cap="flat" cmpd="sng">
              <a:solidFill>
                <a:srgbClr val="1AB0A9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7" name="Google Shape;940;p37">
              <a:extLst>
                <a:ext uri="{FF2B5EF4-FFF2-40B4-BE49-F238E27FC236}">
                  <a16:creationId xmlns:a16="http://schemas.microsoft.com/office/drawing/2014/main" id="{974FFEC2-3E15-6E94-AE82-7270244BB3EC}"/>
                </a:ext>
              </a:extLst>
            </p:cNvPr>
            <p:cNvCxnSpPr/>
            <p:nvPr/>
          </p:nvCxnSpPr>
          <p:spPr>
            <a:xfrm>
              <a:off x="7707081" y="2241175"/>
              <a:ext cx="0" cy="2095500"/>
            </a:xfrm>
            <a:prstGeom prst="straightConnector1">
              <a:avLst/>
            </a:prstGeom>
            <a:grpFill/>
            <a:ln w="9525" cap="flat" cmpd="sng">
              <a:solidFill>
                <a:srgbClr val="1AB0A9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8" name="Google Shape;941;p37">
              <a:extLst>
                <a:ext uri="{FF2B5EF4-FFF2-40B4-BE49-F238E27FC236}">
                  <a16:creationId xmlns:a16="http://schemas.microsoft.com/office/drawing/2014/main" id="{C67E5FF0-EB8C-EFF5-EFB3-BF1E6C4F12CE}"/>
                </a:ext>
              </a:extLst>
            </p:cNvPr>
            <p:cNvCxnSpPr/>
            <p:nvPr/>
          </p:nvCxnSpPr>
          <p:spPr>
            <a:xfrm>
              <a:off x="7782937" y="2241175"/>
              <a:ext cx="0" cy="2095500"/>
            </a:xfrm>
            <a:prstGeom prst="straightConnector1">
              <a:avLst/>
            </a:prstGeom>
            <a:grpFill/>
            <a:ln w="9525" cap="flat" cmpd="sng">
              <a:solidFill>
                <a:srgbClr val="1AB0A9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9" name="Google Shape;942;p37">
              <a:extLst>
                <a:ext uri="{FF2B5EF4-FFF2-40B4-BE49-F238E27FC236}">
                  <a16:creationId xmlns:a16="http://schemas.microsoft.com/office/drawing/2014/main" id="{4BEE9FD4-EE13-E67D-6059-7436C4FACC82}"/>
                </a:ext>
              </a:extLst>
            </p:cNvPr>
            <p:cNvCxnSpPr/>
            <p:nvPr/>
          </p:nvCxnSpPr>
          <p:spPr>
            <a:xfrm>
              <a:off x="7858792" y="2241175"/>
              <a:ext cx="0" cy="2095500"/>
            </a:xfrm>
            <a:prstGeom prst="straightConnector1">
              <a:avLst/>
            </a:prstGeom>
            <a:grpFill/>
            <a:ln w="9525" cap="flat" cmpd="sng">
              <a:solidFill>
                <a:srgbClr val="1AB0A9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0" name="Google Shape;943;p37">
              <a:extLst>
                <a:ext uri="{FF2B5EF4-FFF2-40B4-BE49-F238E27FC236}">
                  <a16:creationId xmlns:a16="http://schemas.microsoft.com/office/drawing/2014/main" id="{7F769683-0851-4B83-CF7C-837B3EAEDA73}"/>
                </a:ext>
              </a:extLst>
            </p:cNvPr>
            <p:cNvCxnSpPr/>
            <p:nvPr/>
          </p:nvCxnSpPr>
          <p:spPr>
            <a:xfrm>
              <a:off x="8010504" y="2241175"/>
              <a:ext cx="0" cy="2095500"/>
            </a:xfrm>
            <a:prstGeom prst="straightConnector1">
              <a:avLst/>
            </a:prstGeom>
            <a:grpFill/>
            <a:ln w="9525" cap="flat" cmpd="sng">
              <a:solidFill>
                <a:srgbClr val="1AB0A9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1" name="Google Shape;944;p37">
              <a:extLst>
                <a:ext uri="{FF2B5EF4-FFF2-40B4-BE49-F238E27FC236}">
                  <a16:creationId xmlns:a16="http://schemas.microsoft.com/office/drawing/2014/main" id="{4A8F0714-9C00-38C8-E7D9-D379464330FF}"/>
                </a:ext>
              </a:extLst>
            </p:cNvPr>
            <p:cNvCxnSpPr/>
            <p:nvPr/>
          </p:nvCxnSpPr>
          <p:spPr>
            <a:xfrm>
              <a:off x="8162215" y="2241175"/>
              <a:ext cx="0" cy="2095500"/>
            </a:xfrm>
            <a:prstGeom prst="straightConnector1">
              <a:avLst/>
            </a:prstGeom>
            <a:grpFill/>
            <a:ln w="9525" cap="flat" cmpd="sng">
              <a:solidFill>
                <a:srgbClr val="1AB0A9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2" name="Google Shape;945;p37">
              <a:extLst>
                <a:ext uri="{FF2B5EF4-FFF2-40B4-BE49-F238E27FC236}">
                  <a16:creationId xmlns:a16="http://schemas.microsoft.com/office/drawing/2014/main" id="{C73CFFC1-CDF3-9EE9-F9C1-CDC6D6D03F82}"/>
                </a:ext>
              </a:extLst>
            </p:cNvPr>
            <p:cNvCxnSpPr/>
            <p:nvPr/>
          </p:nvCxnSpPr>
          <p:spPr>
            <a:xfrm>
              <a:off x="8313927" y="2241175"/>
              <a:ext cx="0" cy="2095500"/>
            </a:xfrm>
            <a:prstGeom prst="straightConnector1">
              <a:avLst/>
            </a:prstGeom>
            <a:grpFill/>
            <a:ln w="9525" cap="flat" cmpd="sng">
              <a:solidFill>
                <a:srgbClr val="1AB0A9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3" name="Google Shape;946;p37">
              <a:extLst>
                <a:ext uri="{FF2B5EF4-FFF2-40B4-BE49-F238E27FC236}">
                  <a16:creationId xmlns:a16="http://schemas.microsoft.com/office/drawing/2014/main" id="{00F77257-D48E-D15E-4B0E-EC281B47E3E5}"/>
                </a:ext>
              </a:extLst>
            </p:cNvPr>
            <p:cNvCxnSpPr/>
            <p:nvPr/>
          </p:nvCxnSpPr>
          <p:spPr>
            <a:xfrm>
              <a:off x="7934648" y="2241175"/>
              <a:ext cx="0" cy="2095500"/>
            </a:xfrm>
            <a:prstGeom prst="straightConnector1">
              <a:avLst/>
            </a:prstGeom>
            <a:grpFill/>
            <a:ln w="9525" cap="flat" cmpd="sng">
              <a:solidFill>
                <a:srgbClr val="1AB0A9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4" name="Google Shape;947;p37">
              <a:extLst>
                <a:ext uri="{FF2B5EF4-FFF2-40B4-BE49-F238E27FC236}">
                  <a16:creationId xmlns:a16="http://schemas.microsoft.com/office/drawing/2014/main" id="{1FEE0BBF-F965-859E-34CD-44268F069F78}"/>
                </a:ext>
              </a:extLst>
            </p:cNvPr>
            <p:cNvCxnSpPr/>
            <p:nvPr/>
          </p:nvCxnSpPr>
          <p:spPr>
            <a:xfrm>
              <a:off x="8086360" y="2241175"/>
              <a:ext cx="0" cy="2095500"/>
            </a:xfrm>
            <a:prstGeom prst="straightConnector1">
              <a:avLst/>
            </a:prstGeom>
            <a:grpFill/>
            <a:ln w="9525" cap="flat" cmpd="sng">
              <a:solidFill>
                <a:srgbClr val="1AB0A9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5" name="Google Shape;948;p37">
              <a:extLst>
                <a:ext uri="{FF2B5EF4-FFF2-40B4-BE49-F238E27FC236}">
                  <a16:creationId xmlns:a16="http://schemas.microsoft.com/office/drawing/2014/main" id="{23F607BD-CC70-CA64-1D21-D94DB5B7A47E}"/>
                </a:ext>
              </a:extLst>
            </p:cNvPr>
            <p:cNvCxnSpPr/>
            <p:nvPr/>
          </p:nvCxnSpPr>
          <p:spPr>
            <a:xfrm>
              <a:off x="8238071" y="2241175"/>
              <a:ext cx="0" cy="2095500"/>
            </a:xfrm>
            <a:prstGeom prst="straightConnector1">
              <a:avLst/>
            </a:prstGeom>
            <a:grpFill/>
            <a:ln w="9525" cap="flat" cmpd="sng">
              <a:solidFill>
                <a:srgbClr val="1AB0A9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6" name="Google Shape;949;p37">
              <a:extLst>
                <a:ext uri="{FF2B5EF4-FFF2-40B4-BE49-F238E27FC236}">
                  <a16:creationId xmlns:a16="http://schemas.microsoft.com/office/drawing/2014/main" id="{3897AB15-4537-225C-CD87-F61FE4072C85}"/>
                </a:ext>
              </a:extLst>
            </p:cNvPr>
            <p:cNvCxnSpPr/>
            <p:nvPr/>
          </p:nvCxnSpPr>
          <p:spPr>
            <a:xfrm>
              <a:off x="8389783" y="2241175"/>
              <a:ext cx="0" cy="2095500"/>
            </a:xfrm>
            <a:prstGeom prst="straightConnector1">
              <a:avLst/>
            </a:prstGeom>
            <a:grpFill/>
            <a:ln w="9525" cap="flat" cmpd="sng">
              <a:solidFill>
                <a:srgbClr val="1AB0A9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7" name="Google Shape;950;p37">
              <a:extLst>
                <a:ext uri="{FF2B5EF4-FFF2-40B4-BE49-F238E27FC236}">
                  <a16:creationId xmlns:a16="http://schemas.microsoft.com/office/drawing/2014/main" id="{9D2F14CC-7DDB-03CA-C62F-08E4B919B0A2}"/>
                </a:ext>
              </a:extLst>
            </p:cNvPr>
            <p:cNvCxnSpPr/>
            <p:nvPr/>
          </p:nvCxnSpPr>
          <p:spPr>
            <a:xfrm>
              <a:off x="8465638" y="2241175"/>
              <a:ext cx="0" cy="2095500"/>
            </a:xfrm>
            <a:prstGeom prst="straightConnector1">
              <a:avLst/>
            </a:prstGeom>
            <a:grpFill/>
            <a:ln w="9525" cap="flat" cmpd="sng">
              <a:solidFill>
                <a:srgbClr val="1AB0A9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8" name="Google Shape;951;p37">
              <a:extLst>
                <a:ext uri="{FF2B5EF4-FFF2-40B4-BE49-F238E27FC236}">
                  <a16:creationId xmlns:a16="http://schemas.microsoft.com/office/drawing/2014/main" id="{92BABAFA-2FD9-0AFD-2925-12F2E6BCC639}"/>
                </a:ext>
              </a:extLst>
            </p:cNvPr>
            <p:cNvCxnSpPr/>
            <p:nvPr/>
          </p:nvCxnSpPr>
          <p:spPr>
            <a:xfrm>
              <a:off x="8541494" y="2241175"/>
              <a:ext cx="0" cy="2095500"/>
            </a:xfrm>
            <a:prstGeom prst="straightConnector1">
              <a:avLst/>
            </a:prstGeom>
            <a:grpFill/>
            <a:ln w="9525" cap="flat" cmpd="sng">
              <a:solidFill>
                <a:srgbClr val="1AB0A9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9" name="Google Shape;952;p37">
              <a:extLst>
                <a:ext uri="{FF2B5EF4-FFF2-40B4-BE49-F238E27FC236}">
                  <a16:creationId xmlns:a16="http://schemas.microsoft.com/office/drawing/2014/main" id="{38946141-86A5-EEA1-67F5-BAAEC1FDE95E}"/>
                </a:ext>
              </a:extLst>
            </p:cNvPr>
            <p:cNvCxnSpPr/>
            <p:nvPr/>
          </p:nvCxnSpPr>
          <p:spPr>
            <a:xfrm>
              <a:off x="8617350" y="2241175"/>
              <a:ext cx="0" cy="2095500"/>
            </a:xfrm>
            <a:prstGeom prst="straightConnector1">
              <a:avLst/>
            </a:prstGeom>
            <a:grpFill/>
            <a:ln w="9525" cap="flat" cmpd="sng">
              <a:solidFill>
                <a:srgbClr val="1AB0A9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20" name="Google Shape;954;p37">
            <a:extLst>
              <a:ext uri="{FF2B5EF4-FFF2-40B4-BE49-F238E27FC236}">
                <a16:creationId xmlns:a16="http://schemas.microsoft.com/office/drawing/2014/main" id="{343E3B80-64C5-C222-BA06-C26E531D125B}"/>
              </a:ext>
            </a:extLst>
          </p:cNvPr>
          <p:cNvSpPr/>
          <p:nvPr/>
        </p:nvSpPr>
        <p:spPr>
          <a:xfrm>
            <a:off x="0" y="4680042"/>
            <a:ext cx="922564" cy="463274"/>
          </a:xfrm>
          <a:prstGeom prst="rect">
            <a:avLst/>
          </a:prstGeom>
          <a:gradFill>
            <a:gsLst>
              <a:gs pos="33000">
                <a:srgbClr val="23A295"/>
              </a:gs>
              <a:gs pos="0">
                <a:srgbClr val="57F6A2"/>
              </a:gs>
              <a:gs pos="100000">
                <a:srgbClr val="1B2048"/>
              </a:gs>
            </a:gsLst>
            <a:path path="circle">
              <a:fillToRect l="100000" t="100000"/>
            </a:path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dirty="0">
              <a:latin typeface="Maven Pro"/>
              <a:ea typeface="Maven Pro"/>
              <a:cs typeface="Maven Pro"/>
              <a:sym typeface="Maven Pro"/>
            </a:endParaRPr>
          </a:p>
        </p:txBody>
      </p:sp>
      <p:sp>
        <p:nvSpPr>
          <p:cNvPr id="21" name="Google Shape;955;p37">
            <a:extLst>
              <a:ext uri="{FF2B5EF4-FFF2-40B4-BE49-F238E27FC236}">
                <a16:creationId xmlns:a16="http://schemas.microsoft.com/office/drawing/2014/main" id="{8A4B2ADB-4385-6421-29DC-D8F25B0F2FE9}"/>
              </a:ext>
            </a:extLst>
          </p:cNvPr>
          <p:cNvSpPr/>
          <p:nvPr/>
        </p:nvSpPr>
        <p:spPr>
          <a:xfrm>
            <a:off x="0" y="4912883"/>
            <a:ext cx="1663658" cy="230641"/>
          </a:xfrm>
          <a:prstGeom prst="round1Rect">
            <a:avLst>
              <a:gd name="adj" fmla="val 50000"/>
            </a:avLst>
          </a:prstGeom>
          <a:solidFill>
            <a:srgbClr val="1B204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latin typeface="Maven Pro"/>
              <a:ea typeface="Maven Pro"/>
              <a:cs typeface="Maven Pro"/>
              <a:sym typeface="Maven Pro"/>
            </a:endParaRPr>
          </a:p>
        </p:txBody>
      </p:sp>
      <p:grpSp>
        <p:nvGrpSpPr>
          <p:cNvPr id="22" name="Agrupar 21">
            <a:extLst>
              <a:ext uri="{FF2B5EF4-FFF2-40B4-BE49-F238E27FC236}">
                <a16:creationId xmlns:a16="http://schemas.microsoft.com/office/drawing/2014/main" id="{37802EE3-8A28-FB94-A5F9-C0A13849E0DD}"/>
              </a:ext>
            </a:extLst>
          </p:cNvPr>
          <p:cNvGrpSpPr/>
          <p:nvPr/>
        </p:nvGrpSpPr>
        <p:grpSpPr>
          <a:xfrm>
            <a:off x="7070035" y="156184"/>
            <a:ext cx="1722295" cy="405506"/>
            <a:chOff x="4782913" y="272045"/>
            <a:chExt cx="3752189" cy="883435"/>
          </a:xfrm>
        </p:grpSpPr>
        <p:pic>
          <p:nvPicPr>
            <p:cNvPr id="23" name="Imagem 22" descr="Interface gráfica do usuário, Texto&#10;&#10;O conteúdo gerado por IA pode estar incorreto.">
              <a:extLst>
                <a:ext uri="{FF2B5EF4-FFF2-40B4-BE49-F238E27FC236}">
                  <a16:creationId xmlns:a16="http://schemas.microsoft.com/office/drawing/2014/main" id="{17189636-D10E-0C24-9D2D-0B5B3D9CC910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4782913" y="272045"/>
              <a:ext cx="3752189" cy="883435"/>
            </a:xfrm>
            <a:prstGeom prst="rect">
              <a:avLst/>
            </a:prstGeom>
          </p:spPr>
        </p:pic>
        <p:cxnSp>
          <p:nvCxnSpPr>
            <p:cNvPr id="24" name="Conector reto 23">
              <a:extLst>
                <a:ext uri="{FF2B5EF4-FFF2-40B4-BE49-F238E27FC236}">
                  <a16:creationId xmlns:a16="http://schemas.microsoft.com/office/drawing/2014/main" id="{D2FD5E0B-3C9B-CEEE-7CB2-25EDA0881D26}"/>
                </a:ext>
              </a:extLst>
            </p:cNvPr>
            <p:cNvCxnSpPr>
              <a:cxnSpLocks/>
            </p:cNvCxnSpPr>
            <p:nvPr/>
          </p:nvCxnSpPr>
          <p:spPr>
            <a:xfrm>
              <a:off x="5253460" y="1066595"/>
              <a:ext cx="3264536" cy="16228"/>
            </a:xfrm>
            <a:prstGeom prst="line">
              <a:avLst/>
            </a:prstGeom>
            <a:ln>
              <a:solidFill>
                <a:srgbClr val="00445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5" name="Google Shape;936;p37">
            <a:extLst>
              <a:ext uri="{FF2B5EF4-FFF2-40B4-BE49-F238E27FC236}">
                <a16:creationId xmlns:a16="http://schemas.microsoft.com/office/drawing/2014/main" id="{7C4482E1-DB04-F875-52D6-23F704AFD995}"/>
              </a:ext>
            </a:extLst>
          </p:cNvPr>
          <p:cNvSpPr/>
          <p:nvPr/>
        </p:nvSpPr>
        <p:spPr>
          <a:xfrm rot="16200000" flipH="1" flipV="1">
            <a:off x="-26331" y="5857"/>
            <a:ext cx="636272" cy="583606"/>
          </a:xfrm>
          <a:custGeom>
            <a:avLst/>
            <a:gdLst>
              <a:gd name="connsiteX0" fmla="*/ 0 w 1440059"/>
              <a:gd name="connsiteY0" fmla="*/ 0 h 583600"/>
              <a:gd name="connsiteX1" fmla="*/ 1148259 w 1440059"/>
              <a:gd name="connsiteY1" fmla="*/ 0 h 583600"/>
              <a:gd name="connsiteX2" fmla="*/ 1440059 w 1440059"/>
              <a:gd name="connsiteY2" fmla="*/ 291800 h 583600"/>
              <a:gd name="connsiteX3" fmla="*/ 1440059 w 1440059"/>
              <a:gd name="connsiteY3" fmla="*/ 583600 h 583600"/>
              <a:gd name="connsiteX4" fmla="*/ 0 w 1440059"/>
              <a:gd name="connsiteY4" fmla="*/ 583600 h 583600"/>
              <a:gd name="connsiteX5" fmla="*/ 0 w 1440059"/>
              <a:gd name="connsiteY5" fmla="*/ 0 h 583600"/>
              <a:gd name="connsiteX0" fmla="*/ 612059 w 1440059"/>
              <a:gd name="connsiteY0" fmla="*/ 0 h 583603"/>
              <a:gd name="connsiteX1" fmla="*/ 1148259 w 1440059"/>
              <a:gd name="connsiteY1" fmla="*/ 3 h 583603"/>
              <a:gd name="connsiteX2" fmla="*/ 1440059 w 1440059"/>
              <a:gd name="connsiteY2" fmla="*/ 291803 h 583603"/>
              <a:gd name="connsiteX3" fmla="*/ 1440059 w 1440059"/>
              <a:gd name="connsiteY3" fmla="*/ 583603 h 583603"/>
              <a:gd name="connsiteX4" fmla="*/ 0 w 1440059"/>
              <a:gd name="connsiteY4" fmla="*/ 583603 h 583603"/>
              <a:gd name="connsiteX5" fmla="*/ 612059 w 1440059"/>
              <a:gd name="connsiteY5" fmla="*/ 0 h 583603"/>
              <a:gd name="connsiteX0" fmla="*/ 0 w 828000"/>
              <a:gd name="connsiteY0" fmla="*/ 0 h 583603"/>
              <a:gd name="connsiteX1" fmla="*/ 536200 w 828000"/>
              <a:gd name="connsiteY1" fmla="*/ 3 h 583603"/>
              <a:gd name="connsiteX2" fmla="*/ 828000 w 828000"/>
              <a:gd name="connsiteY2" fmla="*/ 291803 h 583603"/>
              <a:gd name="connsiteX3" fmla="*/ 828000 w 828000"/>
              <a:gd name="connsiteY3" fmla="*/ 583603 h 583603"/>
              <a:gd name="connsiteX4" fmla="*/ 191728 w 828000"/>
              <a:gd name="connsiteY4" fmla="*/ 576229 h 583603"/>
              <a:gd name="connsiteX5" fmla="*/ 0 w 828000"/>
              <a:gd name="connsiteY5" fmla="*/ 0 h 583603"/>
              <a:gd name="connsiteX0" fmla="*/ 14749 w 636272"/>
              <a:gd name="connsiteY0" fmla="*/ 0 h 583606"/>
              <a:gd name="connsiteX1" fmla="*/ 344472 w 636272"/>
              <a:gd name="connsiteY1" fmla="*/ 6 h 583606"/>
              <a:gd name="connsiteX2" fmla="*/ 636272 w 636272"/>
              <a:gd name="connsiteY2" fmla="*/ 291806 h 583606"/>
              <a:gd name="connsiteX3" fmla="*/ 636272 w 636272"/>
              <a:gd name="connsiteY3" fmla="*/ 583606 h 583606"/>
              <a:gd name="connsiteX4" fmla="*/ 0 w 636272"/>
              <a:gd name="connsiteY4" fmla="*/ 576232 h 583606"/>
              <a:gd name="connsiteX5" fmla="*/ 14749 w 636272"/>
              <a:gd name="connsiteY5" fmla="*/ 0 h 5836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36272" h="583606">
                <a:moveTo>
                  <a:pt x="14749" y="0"/>
                </a:moveTo>
                <a:lnTo>
                  <a:pt x="344472" y="6"/>
                </a:lnTo>
                <a:cubicBezTo>
                  <a:pt x="505629" y="6"/>
                  <a:pt x="636272" y="130649"/>
                  <a:pt x="636272" y="291806"/>
                </a:cubicBezTo>
                <a:lnTo>
                  <a:pt x="636272" y="583606"/>
                </a:lnTo>
                <a:lnTo>
                  <a:pt x="0" y="576232"/>
                </a:lnTo>
                <a:lnTo>
                  <a:pt x="14749" y="0"/>
                </a:lnTo>
                <a:close/>
              </a:path>
            </a:pathLst>
          </a:custGeom>
          <a:solidFill>
            <a:srgbClr val="1B204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latin typeface="Maven Pro"/>
              <a:ea typeface="Maven Pro"/>
              <a:cs typeface="Maven Pro"/>
              <a:sym typeface="Maven Pro"/>
            </a:endParaRPr>
          </a:p>
        </p:txBody>
      </p:sp>
      <p:sp>
        <p:nvSpPr>
          <p:cNvPr id="26" name="Google Shape;937;p37">
            <a:extLst>
              <a:ext uri="{FF2B5EF4-FFF2-40B4-BE49-F238E27FC236}">
                <a16:creationId xmlns:a16="http://schemas.microsoft.com/office/drawing/2014/main" id="{F20A3B36-9BB4-C0EF-3DB0-081384979BE5}"/>
              </a:ext>
            </a:extLst>
          </p:cNvPr>
          <p:cNvSpPr/>
          <p:nvPr/>
        </p:nvSpPr>
        <p:spPr>
          <a:xfrm rot="16200000" flipH="1" flipV="1">
            <a:off x="-223281" y="212082"/>
            <a:ext cx="765195" cy="318641"/>
          </a:xfrm>
          <a:custGeom>
            <a:avLst/>
            <a:gdLst>
              <a:gd name="connsiteX0" fmla="*/ 0 w 1745961"/>
              <a:gd name="connsiteY0" fmla="*/ 0 h 318637"/>
              <a:gd name="connsiteX1" fmla="*/ 1586643 w 1745961"/>
              <a:gd name="connsiteY1" fmla="*/ 0 h 318637"/>
              <a:gd name="connsiteX2" fmla="*/ 1745962 w 1745961"/>
              <a:gd name="connsiteY2" fmla="*/ 159319 h 318637"/>
              <a:gd name="connsiteX3" fmla="*/ 1745961 w 1745961"/>
              <a:gd name="connsiteY3" fmla="*/ 318637 h 318637"/>
              <a:gd name="connsiteX4" fmla="*/ 0 w 1745961"/>
              <a:gd name="connsiteY4" fmla="*/ 318637 h 318637"/>
              <a:gd name="connsiteX5" fmla="*/ 0 w 1745961"/>
              <a:gd name="connsiteY5" fmla="*/ 0 h 318637"/>
              <a:gd name="connsiteX0" fmla="*/ 980768 w 1745962"/>
              <a:gd name="connsiteY0" fmla="*/ 0 h 318637"/>
              <a:gd name="connsiteX1" fmla="*/ 1586643 w 1745962"/>
              <a:gd name="connsiteY1" fmla="*/ 0 h 318637"/>
              <a:gd name="connsiteX2" fmla="*/ 1745962 w 1745962"/>
              <a:gd name="connsiteY2" fmla="*/ 159319 h 318637"/>
              <a:gd name="connsiteX3" fmla="*/ 1745961 w 1745962"/>
              <a:gd name="connsiteY3" fmla="*/ 318637 h 318637"/>
              <a:gd name="connsiteX4" fmla="*/ 0 w 1745962"/>
              <a:gd name="connsiteY4" fmla="*/ 318637 h 318637"/>
              <a:gd name="connsiteX5" fmla="*/ 980768 w 1745962"/>
              <a:gd name="connsiteY5" fmla="*/ 0 h 318637"/>
              <a:gd name="connsiteX0" fmla="*/ 1 w 765195"/>
              <a:gd name="connsiteY0" fmla="*/ 0 h 318641"/>
              <a:gd name="connsiteX1" fmla="*/ 605876 w 765195"/>
              <a:gd name="connsiteY1" fmla="*/ 0 h 318641"/>
              <a:gd name="connsiteX2" fmla="*/ 765195 w 765195"/>
              <a:gd name="connsiteY2" fmla="*/ 159319 h 318641"/>
              <a:gd name="connsiteX3" fmla="*/ 765194 w 765195"/>
              <a:gd name="connsiteY3" fmla="*/ 318637 h 318641"/>
              <a:gd name="connsiteX4" fmla="*/ 0 w 765195"/>
              <a:gd name="connsiteY4" fmla="*/ 318641 h 318641"/>
              <a:gd name="connsiteX5" fmla="*/ 1 w 765195"/>
              <a:gd name="connsiteY5" fmla="*/ 0 h 3186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765195" h="318641">
                <a:moveTo>
                  <a:pt x="1" y="0"/>
                </a:moveTo>
                <a:lnTo>
                  <a:pt x="605876" y="0"/>
                </a:lnTo>
                <a:cubicBezTo>
                  <a:pt x="693865" y="0"/>
                  <a:pt x="765195" y="71330"/>
                  <a:pt x="765195" y="159319"/>
                </a:cubicBezTo>
                <a:cubicBezTo>
                  <a:pt x="765195" y="212425"/>
                  <a:pt x="765194" y="265531"/>
                  <a:pt x="765194" y="318637"/>
                </a:cubicBezTo>
                <a:lnTo>
                  <a:pt x="0" y="318641"/>
                </a:lnTo>
                <a:cubicBezTo>
                  <a:pt x="0" y="212427"/>
                  <a:pt x="1" y="106214"/>
                  <a:pt x="1" y="0"/>
                </a:cubicBezTo>
                <a:close/>
              </a:path>
            </a:pathLst>
          </a:custGeom>
          <a:gradFill flip="none" rotWithShape="1">
            <a:gsLst>
              <a:gs pos="63000">
                <a:srgbClr val="06D1D7"/>
              </a:gs>
              <a:gs pos="33000">
                <a:srgbClr val="23A295"/>
              </a:gs>
              <a:gs pos="0">
                <a:srgbClr val="57F6A2"/>
              </a:gs>
              <a:gs pos="100000">
                <a:srgbClr val="1B2048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latin typeface="Maven Pro"/>
              <a:ea typeface="Maven Pro"/>
              <a:cs typeface="Maven Pro"/>
              <a:sym typeface="Maven Pro"/>
            </a:endParaRPr>
          </a:p>
        </p:txBody>
      </p:sp>
      <p:grpSp>
        <p:nvGrpSpPr>
          <p:cNvPr id="28" name="Google Shape;938;p37">
            <a:extLst>
              <a:ext uri="{FF2B5EF4-FFF2-40B4-BE49-F238E27FC236}">
                <a16:creationId xmlns:a16="http://schemas.microsoft.com/office/drawing/2014/main" id="{5469B70A-3D34-DBAB-33FD-98C990C40D55}"/>
              </a:ext>
            </a:extLst>
          </p:cNvPr>
          <p:cNvGrpSpPr/>
          <p:nvPr/>
        </p:nvGrpSpPr>
        <p:grpSpPr>
          <a:xfrm rot="16200000">
            <a:off x="720348" y="-178200"/>
            <a:ext cx="368002" cy="860760"/>
            <a:chOff x="8238071" y="2241175"/>
            <a:chExt cx="379279" cy="2095500"/>
          </a:xfrm>
          <a:gradFill>
            <a:gsLst>
              <a:gs pos="53000">
                <a:srgbClr val="23A295"/>
              </a:gs>
              <a:gs pos="0">
                <a:srgbClr val="57F6A2"/>
              </a:gs>
              <a:gs pos="100000">
                <a:srgbClr val="1B2048"/>
              </a:gs>
            </a:gsLst>
            <a:lin ang="5400000" scaled="1"/>
          </a:gradFill>
        </p:grpSpPr>
        <p:cxnSp>
          <p:nvCxnSpPr>
            <p:cNvPr id="29" name="Google Shape;945;p37">
              <a:extLst>
                <a:ext uri="{FF2B5EF4-FFF2-40B4-BE49-F238E27FC236}">
                  <a16:creationId xmlns:a16="http://schemas.microsoft.com/office/drawing/2014/main" id="{354E7EFA-1620-9798-F4FA-3D83EC2D752E}"/>
                </a:ext>
              </a:extLst>
            </p:cNvPr>
            <p:cNvCxnSpPr/>
            <p:nvPr/>
          </p:nvCxnSpPr>
          <p:spPr>
            <a:xfrm>
              <a:off x="8313927" y="2241175"/>
              <a:ext cx="0" cy="2095500"/>
            </a:xfrm>
            <a:prstGeom prst="straightConnector1">
              <a:avLst/>
            </a:prstGeom>
            <a:grpFill/>
            <a:ln w="9525" cap="flat" cmpd="sng">
              <a:solidFill>
                <a:srgbClr val="1AB0A9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0" name="Google Shape;948;p37">
              <a:extLst>
                <a:ext uri="{FF2B5EF4-FFF2-40B4-BE49-F238E27FC236}">
                  <a16:creationId xmlns:a16="http://schemas.microsoft.com/office/drawing/2014/main" id="{4910850E-50FB-6672-87B6-C7441B1C51D9}"/>
                </a:ext>
              </a:extLst>
            </p:cNvPr>
            <p:cNvCxnSpPr/>
            <p:nvPr/>
          </p:nvCxnSpPr>
          <p:spPr>
            <a:xfrm>
              <a:off x="8238071" y="2241175"/>
              <a:ext cx="0" cy="2095500"/>
            </a:xfrm>
            <a:prstGeom prst="straightConnector1">
              <a:avLst/>
            </a:prstGeom>
            <a:grpFill/>
            <a:ln w="9525" cap="flat" cmpd="sng">
              <a:solidFill>
                <a:srgbClr val="1AB0A9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1" name="Google Shape;949;p37">
              <a:extLst>
                <a:ext uri="{FF2B5EF4-FFF2-40B4-BE49-F238E27FC236}">
                  <a16:creationId xmlns:a16="http://schemas.microsoft.com/office/drawing/2014/main" id="{0C6926AE-F5A8-9A9E-921F-9FB14FD0E86F}"/>
                </a:ext>
              </a:extLst>
            </p:cNvPr>
            <p:cNvCxnSpPr/>
            <p:nvPr/>
          </p:nvCxnSpPr>
          <p:spPr>
            <a:xfrm>
              <a:off x="8389783" y="2241175"/>
              <a:ext cx="0" cy="2095500"/>
            </a:xfrm>
            <a:prstGeom prst="straightConnector1">
              <a:avLst/>
            </a:prstGeom>
            <a:grpFill/>
            <a:ln w="9525" cap="flat" cmpd="sng">
              <a:solidFill>
                <a:srgbClr val="1AB0A9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2" name="Google Shape;950;p37">
              <a:extLst>
                <a:ext uri="{FF2B5EF4-FFF2-40B4-BE49-F238E27FC236}">
                  <a16:creationId xmlns:a16="http://schemas.microsoft.com/office/drawing/2014/main" id="{BE9DC27B-88AA-A663-4268-C42230E1519B}"/>
                </a:ext>
              </a:extLst>
            </p:cNvPr>
            <p:cNvCxnSpPr/>
            <p:nvPr/>
          </p:nvCxnSpPr>
          <p:spPr>
            <a:xfrm>
              <a:off x="8465638" y="2241175"/>
              <a:ext cx="0" cy="2095500"/>
            </a:xfrm>
            <a:prstGeom prst="straightConnector1">
              <a:avLst/>
            </a:prstGeom>
            <a:grpFill/>
            <a:ln w="9525" cap="flat" cmpd="sng">
              <a:solidFill>
                <a:srgbClr val="1AB0A9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3" name="Google Shape;951;p37">
              <a:extLst>
                <a:ext uri="{FF2B5EF4-FFF2-40B4-BE49-F238E27FC236}">
                  <a16:creationId xmlns:a16="http://schemas.microsoft.com/office/drawing/2014/main" id="{77D1DB97-75F4-4D60-2168-3AB03A3BEE2C}"/>
                </a:ext>
              </a:extLst>
            </p:cNvPr>
            <p:cNvCxnSpPr/>
            <p:nvPr/>
          </p:nvCxnSpPr>
          <p:spPr>
            <a:xfrm>
              <a:off x="8541494" y="2241175"/>
              <a:ext cx="0" cy="2095500"/>
            </a:xfrm>
            <a:prstGeom prst="straightConnector1">
              <a:avLst/>
            </a:prstGeom>
            <a:grpFill/>
            <a:ln w="9525" cap="flat" cmpd="sng">
              <a:solidFill>
                <a:srgbClr val="1AB0A9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4" name="Google Shape;952;p37">
              <a:extLst>
                <a:ext uri="{FF2B5EF4-FFF2-40B4-BE49-F238E27FC236}">
                  <a16:creationId xmlns:a16="http://schemas.microsoft.com/office/drawing/2014/main" id="{1138B123-EFBF-3E93-8DCB-5E46D628165F}"/>
                </a:ext>
              </a:extLst>
            </p:cNvPr>
            <p:cNvCxnSpPr/>
            <p:nvPr/>
          </p:nvCxnSpPr>
          <p:spPr>
            <a:xfrm>
              <a:off x="8617350" y="2241175"/>
              <a:ext cx="0" cy="2095500"/>
            </a:xfrm>
            <a:prstGeom prst="straightConnector1">
              <a:avLst/>
            </a:prstGeom>
            <a:grpFill/>
            <a:ln w="9525" cap="flat" cmpd="sng">
              <a:solidFill>
                <a:srgbClr val="1AB0A9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35" name="Título 1">
            <a:extLst>
              <a:ext uri="{FF2B5EF4-FFF2-40B4-BE49-F238E27FC236}">
                <a16:creationId xmlns:a16="http://schemas.microsoft.com/office/drawing/2014/main" id="{00B4DBE1-BF1E-9F07-9180-2BCC2667D830}"/>
              </a:ext>
            </a:extLst>
          </p:cNvPr>
          <p:cNvSpPr txBox="1">
            <a:spLocks/>
          </p:cNvSpPr>
          <p:nvPr/>
        </p:nvSpPr>
        <p:spPr>
          <a:xfrm>
            <a:off x="473968" y="698694"/>
            <a:ext cx="8467638" cy="4554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Montserrat"/>
              <a:buNone/>
              <a:defRPr sz="52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Montserrat"/>
              <a:buNone/>
              <a:defRPr sz="52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Montserrat"/>
              <a:buNone/>
              <a:defRPr sz="52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Montserrat"/>
              <a:buNone/>
              <a:defRPr sz="52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Montserrat"/>
              <a:buNone/>
              <a:defRPr sz="52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Montserrat"/>
              <a:buNone/>
              <a:defRPr sz="52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Montserrat"/>
              <a:buNone/>
              <a:defRPr sz="52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Montserrat"/>
              <a:buNone/>
              <a:defRPr sz="52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Montserrat"/>
              <a:buNone/>
              <a:defRPr sz="52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algn="l"/>
            <a:r>
              <a:rPr lang="pt-BR" sz="2000" dirty="0">
                <a:latin typeface="+mj-lt"/>
                <a:cs typeface="Arial" panose="020B0604020202020204" pitchFamily="34" charset="0"/>
              </a:rPr>
              <a:t>O que os resultados indicam sobre a atuação publicizada da PF</a:t>
            </a:r>
          </a:p>
        </p:txBody>
      </p:sp>
      <p:cxnSp>
        <p:nvCxnSpPr>
          <p:cNvPr id="40" name="Conector reto 39">
            <a:extLst>
              <a:ext uri="{FF2B5EF4-FFF2-40B4-BE49-F238E27FC236}">
                <a16:creationId xmlns:a16="http://schemas.microsoft.com/office/drawing/2014/main" id="{3CFC11EA-BA26-082F-F58C-D2F199000F9E}"/>
              </a:ext>
            </a:extLst>
          </p:cNvPr>
          <p:cNvCxnSpPr>
            <a:cxnSpLocks/>
          </p:cNvCxnSpPr>
          <p:nvPr/>
        </p:nvCxnSpPr>
        <p:spPr>
          <a:xfrm>
            <a:off x="-5" y="1114607"/>
            <a:ext cx="2796961" cy="0"/>
          </a:xfrm>
          <a:prstGeom prst="line">
            <a:avLst/>
          </a:prstGeom>
          <a:ln>
            <a:solidFill>
              <a:srgbClr val="00445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Google Shape;937;p37">
            <a:extLst>
              <a:ext uri="{FF2B5EF4-FFF2-40B4-BE49-F238E27FC236}">
                <a16:creationId xmlns:a16="http://schemas.microsoft.com/office/drawing/2014/main" id="{FA796E4E-6CB5-5F39-A676-C5E08D80B5BE}"/>
              </a:ext>
            </a:extLst>
          </p:cNvPr>
          <p:cNvSpPr/>
          <p:nvPr/>
        </p:nvSpPr>
        <p:spPr>
          <a:xfrm flipH="1" flipV="1">
            <a:off x="8773117" y="52"/>
            <a:ext cx="369846" cy="249032"/>
          </a:xfrm>
          <a:custGeom>
            <a:avLst/>
            <a:gdLst>
              <a:gd name="connsiteX0" fmla="*/ 0 w 1414234"/>
              <a:gd name="connsiteY0" fmla="*/ 0 h 258097"/>
              <a:gd name="connsiteX1" fmla="*/ 1285186 w 1414234"/>
              <a:gd name="connsiteY1" fmla="*/ 0 h 258097"/>
              <a:gd name="connsiteX2" fmla="*/ 1414235 w 1414234"/>
              <a:gd name="connsiteY2" fmla="*/ 129049 h 258097"/>
              <a:gd name="connsiteX3" fmla="*/ 1414234 w 1414234"/>
              <a:gd name="connsiteY3" fmla="*/ 258097 h 258097"/>
              <a:gd name="connsiteX4" fmla="*/ 0 w 1414234"/>
              <a:gd name="connsiteY4" fmla="*/ 258097 h 258097"/>
              <a:gd name="connsiteX5" fmla="*/ 0 w 1414234"/>
              <a:gd name="connsiteY5" fmla="*/ 0 h 258097"/>
              <a:gd name="connsiteX0" fmla="*/ 0 w 1414235"/>
              <a:gd name="connsiteY0" fmla="*/ 0 h 258097"/>
              <a:gd name="connsiteX1" fmla="*/ 1285186 w 1414235"/>
              <a:gd name="connsiteY1" fmla="*/ 0 h 258097"/>
              <a:gd name="connsiteX2" fmla="*/ 1414235 w 1414235"/>
              <a:gd name="connsiteY2" fmla="*/ 129049 h 258097"/>
              <a:gd name="connsiteX3" fmla="*/ 1414234 w 1414235"/>
              <a:gd name="connsiteY3" fmla="*/ 258097 h 258097"/>
              <a:gd name="connsiteX4" fmla="*/ 243348 w 1414235"/>
              <a:gd name="connsiteY4" fmla="*/ 258097 h 258097"/>
              <a:gd name="connsiteX5" fmla="*/ 0 w 1414235"/>
              <a:gd name="connsiteY5" fmla="*/ 0 h 258097"/>
              <a:gd name="connsiteX0" fmla="*/ 0 w 1178260"/>
              <a:gd name="connsiteY0" fmla="*/ 7374 h 258097"/>
              <a:gd name="connsiteX1" fmla="*/ 1049211 w 1178260"/>
              <a:gd name="connsiteY1" fmla="*/ 0 h 258097"/>
              <a:gd name="connsiteX2" fmla="*/ 1178260 w 1178260"/>
              <a:gd name="connsiteY2" fmla="*/ 129049 h 258097"/>
              <a:gd name="connsiteX3" fmla="*/ 1178259 w 1178260"/>
              <a:gd name="connsiteY3" fmla="*/ 258097 h 258097"/>
              <a:gd name="connsiteX4" fmla="*/ 7373 w 1178260"/>
              <a:gd name="connsiteY4" fmla="*/ 258097 h 258097"/>
              <a:gd name="connsiteX5" fmla="*/ 0 w 1178260"/>
              <a:gd name="connsiteY5" fmla="*/ 7374 h 258097"/>
              <a:gd name="connsiteX0" fmla="*/ 0 w 1178260"/>
              <a:gd name="connsiteY0" fmla="*/ 7374 h 265471"/>
              <a:gd name="connsiteX1" fmla="*/ 1049211 w 1178260"/>
              <a:gd name="connsiteY1" fmla="*/ 0 h 265471"/>
              <a:gd name="connsiteX2" fmla="*/ 1178260 w 1178260"/>
              <a:gd name="connsiteY2" fmla="*/ 129049 h 265471"/>
              <a:gd name="connsiteX3" fmla="*/ 1178259 w 1178260"/>
              <a:gd name="connsiteY3" fmla="*/ 258097 h 265471"/>
              <a:gd name="connsiteX4" fmla="*/ 619431 w 1178260"/>
              <a:gd name="connsiteY4" fmla="*/ 265471 h 265471"/>
              <a:gd name="connsiteX5" fmla="*/ 0 w 1178260"/>
              <a:gd name="connsiteY5" fmla="*/ 7374 h 265471"/>
              <a:gd name="connsiteX0" fmla="*/ 0 w 566202"/>
              <a:gd name="connsiteY0" fmla="*/ 0 h 280219"/>
              <a:gd name="connsiteX1" fmla="*/ 437153 w 566202"/>
              <a:gd name="connsiteY1" fmla="*/ 14748 h 280219"/>
              <a:gd name="connsiteX2" fmla="*/ 566202 w 566202"/>
              <a:gd name="connsiteY2" fmla="*/ 143797 h 280219"/>
              <a:gd name="connsiteX3" fmla="*/ 566201 w 566202"/>
              <a:gd name="connsiteY3" fmla="*/ 272845 h 280219"/>
              <a:gd name="connsiteX4" fmla="*/ 7373 w 566202"/>
              <a:gd name="connsiteY4" fmla="*/ 280219 h 280219"/>
              <a:gd name="connsiteX5" fmla="*/ 0 w 566202"/>
              <a:gd name="connsiteY5" fmla="*/ 0 h 280219"/>
              <a:gd name="connsiteX0" fmla="*/ 0 w 566202"/>
              <a:gd name="connsiteY0" fmla="*/ 0 h 280219"/>
              <a:gd name="connsiteX1" fmla="*/ 437153 w 566202"/>
              <a:gd name="connsiteY1" fmla="*/ 14748 h 280219"/>
              <a:gd name="connsiteX2" fmla="*/ 566202 w 566202"/>
              <a:gd name="connsiteY2" fmla="*/ 143797 h 280219"/>
              <a:gd name="connsiteX3" fmla="*/ 566201 w 566202"/>
              <a:gd name="connsiteY3" fmla="*/ 272845 h 280219"/>
              <a:gd name="connsiteX4" fmla="*/ 58992 w 566202"/>
              <a:gd name="connsiteY4" fmla="*/ 280219 h 280219"/>
              <a:gd name="connsiteX5" fmla="*/ 0 w 566202"/>
              <a:gd name="connsiteY5" fmla="*/ 0 h 280219"/>
              <a:gd name="connsiteX0" fmla="*/ 0 w 566202"/>
              <a:gd name="connsiteY0" fmla="*/ 0 h 272845"/>
              <a:gd name="connsiteX1" fmla="*/ 437153 w 566202"/>
              <a:gd name="connsiteY1" fmla="*/ 14748 h 272845"/>
              <a:gd name="connsiteX2" fmla="*/ 566202 w 566202"/>
              <a:gd name="connsiteY2" fmla="*/ 143797 h 272845"/>
              <a:gd name="connsiteX3" fmla="*/ 566201 w 566202"/>
              <a:gd name="connsiteY3" fmla="*/ 272845 h 272845"/>
              <a:gd name="connsiteX4" fmla="*/ 209118 w 566202"/>
              <a:gd name="connsiteY4" fmla="*/ 262022 h 272845"/>
              <a:gd name="connsiteX5" fmla="*/ 0 w 566202"/>
              <a:gd name="connsiteY5" fmla="*/ 0 h 272845"/>
              <a:gd name="connsiteX0" fmla="*/ 0 w 366035"/>
              <a:gd name="connsiteY0" fmla="*/ 0 h 272845"/>
              <a:gd name="connsiteX1" fmla="*/ 236986 w 366035"/>
              <a:gd name="connsiteY1" fmla="*/ 14748 h 272845"/>
              <a:gd name="connsiteX2" fmla="*/ 366035 w 366035"/>
              <a:gd name="connsiteY2" fmla="*/ 143797 h 272845"/>
              <a:gd name="connsiteX3" fmla="*/ 366034 w 366035"/>
              <a:gd name="connsiteY3" fmla="*/ 272845 h 272845"/>
              <a:gd name="connsiteX4" fmla="*/ 8951 w 366035"/>
              <a:gd name="connsiteY4" fmla="*/ 262022 h 272845"/>
              <a:gd name="connsiteX5" fmla="*/ 0 w 366035"/>
              <a:gd name="connsiteY5" fmla="*/ 0 h 272845"/>
              <a:gd name="connsiteX0" fmla="*/ 0 w 366035"/>
              <a:gd name="connsiteY0" fmla="*/ 0 h 272845"/>
              <a:gd name="connsiteX1" fmla="*/ 236986 w 366035"/>
              <a:gd name="connsiteY1" fmla="*/ 14748 h 272845"/>
              <a:gd name="connsiteX2" fmla="*/ 366035 w 366035"/>
              <a:gd name="connsiteY2" fmla="*/ 143797 h 272845"/>
              <a:gd name="connsiteX3" fmla="*/ 366034 w 366035"/>
              <a:gd name="connsiteY3" fmla="*/ 272845 h 272845"/>
              <a:gd name="connsiteX4" fmla="*/ 99438 w 366035"/>
              <a:gd name="connsiteY4" fmla="*/ 247734 h 272845"/>
              <a:gd name="connsiteX5" fmla="*/ 0 w 366035"/>
              <a:gd name="connsiteY5" fmla="*/ 0 h 272845"/>
              <a:gd name="connsiteX0" fmla="*/ 0 w 366035"/>
              <a:gd name="connsiteY0" fmla="*/ 0 h 272845"/>
              <a:gd name="connsiteX1" fmla="*/ 236986 w 366035"/>
              <a:gd name="connsiteY1" fmla="*/ 14748 h 272845"/>
              <a:gd name="connsiteX2" fmla="*/ 366035 w 366035"/>
              <a:gd name="connsiteY2" fmla="*/ 143797 h 272845"/>
              <a:gd name="connsiteX3" fmla="*/ 366034 w 366035"/>
              <a:gd name="connsiteY3" fmla="*/ 272845 h 272845"/>
              <a:gd name="connsiteX4" fmla="*/ 25619 w 366035"/>
              <a:gd name="connsiteY4" fmla="*/ 259641 h 272845"/>
              <a:gd name="connsiteX5" fmla="*/ 0 w 366035"/>
              <a:gd name="connsiteY5" fmla="*/ 0 h 272845"/>
              <a:gd name="connsiteX0" fmla="*/ 5337 w 340416"/>
              <a:gd name="connsiteY0" fmla="*/ 0 h 268083"/>
              <a:gd name="connsiteX1" fmla="*/ 211367 w 340416"/>
              <a:gd name="connsiteY1" fmla="*/ 9986 h 268083"/>
              <a:gd name="connsiteX2" fmla="*/ 340416 w 340416"/>
              <a:gd name="connsiteY2" fmla="*/ 139035 h 268083"/>
              <a:gd name="connsiteX3" fmla="*/ 340415 w 340416"/>
              <a:gd name="connsiteY3" fmla="*/ 268083 h 268083"/>
              <a:gd name="connsiteX4" fmla="*/ 0 w 340416"/>
              <a:gd name="connsiteY4" fmla="*/ 254879 h 268083"/>
              <a:gd name="connsiteX5" fmla="*/ 5337 w 340416"/>
              <a:gd name="connsiteY5" fmla="*/ 0 h 268083"/>
              <a:gd name="connsiteX0" fmla="*/ 5337 w 353901"/>
              <a:gd name="connsiteY0" fmla="*/ 0 h 254879"/>
              <a:gd name="connsiteX1" fmla="*/ 211367 w 353901"/>
              <a:gd name="connsiteY1" fmla="*/ 9986 h 254879"/>
              <a:gd name="connsiteX2" fmla="*/ 340416 w 353901"/>
              <a:gd name="connsiteY2" fmla="*/ 139035 h 254879"/>
              <a:gd name="connsiteX3" fmla="*/ 349940 w 353901"/>
              <a:gd name="connsiteY3" fmla="*/ 253795 h 254879"/>
              <a:gd name="connsiteX4" fmla="*/ 0 w 353901"/>
              <a:gd name="connsiteY4" fmla="*/ 254879 h 254879"/>
              <a:gd name="connsiteX5" fmla="*/ 5337 w 353901"/>
              <a:gd name="connsiteY5" fmla="*/ 0 h 254879"/>
              <a:gd name="connsiteX0" fmla="*/ 7718 w 356282"/>
              <a:gd name="connsiteY0" fmla="*/ 0 h 253795"/>
              <a:gd name="connsiteX1" fmla="*/ 213748 w 356282"/>
              <a:gd name="connsiteY1" fmla="*/ 9986 h 253795"/>
              <a:gd name="connsiteX2" fmla="*/ 342797 w 356282"/>
              <a:gd name="connsiteY2" fmla="*/ 139035 h 253795"/>
              <a:gd name="connsiteX3" fmla="*/ 352321 w 356282"/>
              <a:gd name="connsiteY3" fmla="*/ 253795 h 253795"/>
              <a:gd name="connsiteX4" fmla="*/ 0 w 356282"/>
              <a:gd name="connsiteY4" fmla="*/ 226304 h 253795"/>
              <a:gd name="connsiteX5" fmla="*/ 7718 w 356282"/>
              <a:gd name="connsiteY5" fmla="*/ 0 h 253795"/>
              <a:gd name="connsiteX0" fmla="*/ 574 w 349138"/>
              <a:gd name="connsiteY0" fmla="*/ 0 h 257260"/>
              <a:gd name="connsiteX1" fmla="*/ 206604 w 349138"/>
              <a:gd name="connsiteY1" fmla="*/ 9986 h 257260"/>
              <a:gd name="connsiteX2" fmla="*/ 335653 w 349138"/>
              <a:gd name="connsiteY2" fmla="*/ 139035 h 257260"/>
              <a:gd name="connsiteX3" fmla="*/ 345177 w 349138"/>
              <a:gd name="connsiteY3" fmla="*/ 253795 h 257260"/>
              <a:gd name="connsiteX4" fmla="*/ 0 w 349138"/>
              <a:gd name="connsiteY4" fmla="*/ 257260 h 257260"/>
              <a:gd name="connsiteX5" fmla="*/ 574 w 349138"/>
              <a:gd name="connsiteY5" fmla="*/ 0 h 257260"/>
              <a:gd name="connsiteX0" fmla="*/ 574 w 359486"/>
              <a:gd name="connsiteY0" fmla="*/ 0 h 257260"/>
              <a:gd name="connsiteX1" fmla="*/ 206604 w 359486"/>
              <a:gd name="connsiteY1" fmla="*/ 9986 h 257260"/>
              <a:gd name="connsiteX2" fmla="*/ 335653 w 359486"/>
              <a:gd name="connsiteY2" fmla="*/ 139035 h 257260"/>
              <a:gd name="connsiteX3" fmla="*/ 359464 w 359486"/>
              <a:gd name="connsiteY3" fmla="*/ 253795 h 257260"/>
              <a:gd name="connsiteX4" fmla="*/ 0 w 359486"/>
              <a:gd name="connsiteY4" fmla="*/ 257260 h 257260"/>
              <a:gd name="connsiteX5" fmla="*/ 574 w 359486"/>
              <a:gd name="connsiteY5" fmla="*/ 0 h 257260"/>
              <a:gd name="connsiteX0" fmla="*/ 574 w 359486"/>
              <a:gd name="connsiteY0" fmla="*/ 0 h 257260"/>
              <a:gd name="connsiteX1" fmla="*/ 206604 w 359486"/>
              <a:gd name="connsiteY1" fmla="*/ 9986 h 257260"/>
              <a:gd name="connsiteX2" fmla="*/ 335653 w 359486"/>
              <a:gd name="connsiteY2" fmla="*/ 110460 h 257260"/>
              <a:gd name="connsiteX3" fmla="*/ 359464 w 359486"/>
              <a:gd name="connsiteY3" fmla="*/ 253795 h 257260"/>
              <a:gd name="connsiteX4" fmla="*/ 0 w 359486"/>
              <a:gd name="connsiteY4" fmla="*/ 257260 h 257260"/>
              <a:gd name="connsiteX5" fmla="*/ 574 w 359486"/>
              <a:gd name="connsiteY5" fmla="*/ 0 h 257260"/>
              <a:gd name="connsiteX0" fmla="*/ 574 w 365269"/>
              <a:gd name="connsiteY0" fmla="*/ 0 h 257260"/>
              <a:gd name="connsiteX1" fmla="*/ 206604 w 365269"/>
              <a:gd name="connsiteY1" fmla="*/ 9986 h 257260"/>
              <a:gd name="connsiteX2" fmla="*/ 359464 w 365269"/>
              <a:gd name="connsiteY2" fmla="*/ 253795 h 257260"/>
              <a:gd name="connsiteX3" fmla="*/ 0 w 365269"/>
              <a:gd name="connsiteY3" fmla="*/ 257260 h 257260"/>
              <a:gd name="connsiteX4" fmla="*/ 574 w 365269"/>
              <a:gd name="connsiteY4" fmla="*/ 0 h 257260"/>
              <a:gd name="connsiteX0" fmla="*/ 574 w 369846"/>
              <a:gd name="connsiteY0" fmla="*/ 0 h 257260"/>
              <a:gd name="connsiteX1" fmla="*/ 206604 w 369846"/>
              <a:gd name="connsiteY1" fmla="*/ 9986 h 257260"/>
              <a:gd name="connsiteX2" fmla="*/ 359464 w 369846"/>
              <a:gd name="connsiteY2" fmla="*/ 253795 h 257260"/>
              <a:gd name="connsiteX3" fmla="*/ 0 w 369846"/>
              <a:gd name="connsiteY3" fmla="*/ 257260 h 257260"/>
              <a:gd name="connsiteX4" fmla="*/ 574 w 369846"/>
              <a:gd name="connsiteY4" fmla="*/ 0 h 257260"/>
              <a:gd name="connsiteX0" fmla="*/ 574 w 369846"/>
              <a:gd name="connsiteY0" fmla="*/ 0 h 252497"/>
              <a:gd name="connsiteX1" fmla="*/ 206604 w 369846"/>
              <a:gd name="connsiteY1" fmla="*/ 5223 h 252497"/>
              <a:gd name="connsiteX2" fmla="*/ 359464 w 369846"/>
              <a:gd name="connsiteY2" fmla="*/ 249032 h 252497"/>
              <a:gd name="connsiteX3" fmla="*/ 0 w 369846"/>
              <a:gd name="connsiteY3" fmla="*/ 252497 h 252497"/>
              <a:gd name="connsiteX4" fmla="*/ 574 w 369846"/>
              <a:gd name="connsiteY4" fmla="*/ 0 h 252497"/>
              <a:gd name="connsiteX0" fmla="*/ 574 w 369846"/>
              <a:gd name="connsiteY0" fmla="*/ 0 h 249032"/>
              <a:gd name="connsiteX1" fmla="*/ 206604 w 369846"/>
              <a:gd name="connsiteY1" fmla="*/ 5223 h 249032"/>
              <a:gd name="connsiteX2" fmla="*/ 359464 w 369846"/>
              <a:gd name="connsiteY2" fmla="*/ 249032 h 249032"/>
              <a:gd name="connsiteX3" fmla="*/ 0 w 369846"/>
              <a:gd name="connsiteY3" fmla="*/ 245353 h 249032"/>
              <a:gd name="connsiteX4" fmla="*/ 574 w 369846"/>
              <a:gd name="connsiteY4" fmla="*/ 0 h 2490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69846" h="249032">
                <a:moveTo>
                  <a:pt x="574" y="0"/>
                </a:moveTo>
                <a:lnTo>
                  <a:pt x="206604" y="5223"/>
                </a:lnTo>
                <a:cubicBezTo>
                  <a:pt x="342619" y="42759"/>
                  <a:pt x="393898" y="207820"/>
                  <a:pt x="359464" y="249032"/>
                </a:cubicBezTo>
                <a:lnTo>
                  <a:pt x="0" y="245353"/>
                </a:lnTo>
                <a:cubicBezTo>
                  <a:pt x="191" y="159600"/>
                  <a:pt x="383" y="85753"/>
                  <a:pt x="574" y="0"/>
                </a:cubicBezTo>
                <a:close/>
              </a:path>
            </a:pathLst>
          </a:custGeom>
          <a:gradFill flip="none" rotWithShape="1">
            <a:gsLst>
              <a:gs pos="63000">
                <a:srgbClr val="06D1D7"/>
              </a:gs>
              <a:gs pos="33000">
                <a:srgbClr val="23A295"/>
              </a:gs>
              <a:gs pos="0">
                <a:srgbClr val="57F6A2"/>
              </a:gs>
              <a:gs pos="100000">
                <a:srgbClr val="1B2048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latin typeface="Maven Pro"/>
              <a:ea typeface="Maven Pro"/>
              <a:cs typeface="Maven Pro"/>
              <a:sym typeface="Maven Pro"/>
            </a:endParaRPr>
          </a:p>
        </p:txBody>
      </p:sp>
      <p:sp>
        <p:nvSpPr>
          <p:cNvPr id="41" name="CaixaDeTexto 40">
            <a:extLst>
              <a:ext uri="{FF2B5EF4-FFF2-40B4-BE49-F238E27FC236}">
                <a16:creationId xmlns:a16="http://schemas.microsoft.com/office/drawing/2014/main" id="{C5C6AF63-38ED-DA17-49FC-A14C63CBFF86}"/>
              </a:ext>
            </a:extLst>
          </p:cNvPr>
          <p:cNvSpPr txBox="1"/>
          <p:nvPr/>
        </p:nvSpPr>
        <p:spPr>
          <a:xfrm>
            <a:off x="756048" y="1371037"/>
            <a:ext cx="7888302" cy="33821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sz="1200" dirty="0"/>
              <a:t>Os resultados apontam temas centrais na comunicação pública da Polícia Federal:</a:t>
            </a:r>
          </a:p>
          <a:p>
            <a:pPr lvl="1" defTabSz="358775">
              <a:lnSpc>
                <a:spcPct val="150000"/>
              </a:lnSpc>
            </a:pPr>
            <a:r>
              <a:rPr lang="pt-BR" sz="1200" dirty="0"/>
              <a:t>	- crimes contra crianças;</a:t>
            </a:r>
          </a:p>
          <a:p>
            <a:pPr lvl="1" defTabSz="358775">
              <a:lnSpc>
                <a:spcPct val="150000"/>
              </a:lnSpc>
            </a:pPr>
            <a:r>
              <a:rPr lang="pt-BR" sz="1200" dirty="0"/>
              <a:t>	- tráfico de drogas;</a:t>
            </a:r>
          </a:p>
          <a:p>
            <a:pPr lvl="1" defTabSz="358775">
              <a:lnSpc>
                <a:spcPct val="150000"/>
              </a:lnSpc>
            </a:pPr>
            <a:r>
              <a:rPr lang="pt-BR" sz="1200" dirty="0"/>
              <a:t>	- corrupção e desvios;</a:t>
            </a:r>
          </a:p>
          <a:p>
            <a:pPr lvl="1" defTabSz="358775">
              <a:lnSpc>
                <a:spcPct val="150000"/>
              </a:lnSpc>
            </a:pPr>
            <a:r>
              <a:rPr lang="pt-BR" sz="1200" dirty="0"/>
              <a:t>	- crimes ambientais;</a:t>
            </a:r>
          </a:p>
          <a:p>
            <a:pPr lvl="1" defTabSz="358775">
              <a:lnSpc>
                <a:spcPct val="150000"/>
              </a:lnSpc>
            </a:pPr>
            <a:r>
              <a:rPr lang="pt-BR" sz="1200" dirty="0"/>
              <a:t>	- falsificações;</a:t>
            </a:r>
          </a:p>
          <a:p>
            <a:pPr lvl="1" defTabSz="358775">
              <a:lnSpc>
                <a:spcPct val="150000"/>
              </a:lnSpc>
            </a:pPr>
            <a:r>
              <a:rPr lang="pt-BR" sz="1200" dirty="0"/>
              <a:t>	- contrabando e descaminho.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sz="1200" dirty="0"/>
              <a:t>Esses temas aparecem de forma recorrente nos clusters canônicos e nas séries anuais.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sz="1200" dirty="0"/>
              <a:t>A base permite observar padrões de </a:t>
            </a:r>
            <a:r>
              <a:rPr lang="pt-BR" sz="1200" b="1" dirty="0"/>
              <a:t>visibilidade institucional.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sz="1200" dirty="0"/>
              <a:t>A frequência de uma categoria no portal não equivale automaticamente à incidência real do crime.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sz="1200" dirty="0"/>
              <a:t>O objeto analisado é a </a:t>
            </a:r>
            <a:r>
              <a:rPr lang="pt-BR" sz="1200" b="1" dirty="0"/>
              <a:t>atuação publicada</a:t>
            </a:r>
            <a:r>
              <a:rPr lang="pt-BR" sz="1200" dirty="0"/>
              <a:t>, isto é, aquilo que a instituição comunica, padroniza e disponibiliza ao público.</a:t>
            </a:r>
            <a:endParaRPr lang="pt-PT" sz="1200" dirty="0"/>
          </a:p>
        </p:txBody>
      </p:sp>
    </p:spTree>
    <p:extLst>
      <p:ext uri="{BB962C8B-B14F-4D97-AF65-F5344CB8AC3E}">
        <p14:creationId xmlns:p14="http://schemas.microsoft.com/office/powerpoint/2010/main" val="123748318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91">
          <a:extLst>
            <a:ext uri="{FF2B5EF4-FFF2-40B4-BE49-F238E27FC236}">
              <a16:creationId xmlns:a16="http://schemas.microsoft.com/office/drawing/2014/main" id="{96333C81-CD6D-C139-5A1D-65FFDEA818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83" name="Gráfico 982">
            <a:extLst>
              <a:ext uri="{FF2B5EF4-FFF2-40B4-BE49-F238E27FC236}">
                <a16:creationId xmlns:a16="http://schemas.microsoft.com/office/drawing/2014/main" id="{A25D9FAE-9E02-A126-2D43-563F23FA0DE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471287" y="-176981"/>
            <a:ext cx="10434025" cy="5320297"/>
          </a:xfrm>
          <a:prstGeom prst="rect">
            <a:avLst/>
          </a:prstGeom>
        </p:spPr>
      </p:pic>
      <p:sp>
        <p:nvSpPr>
          <p:cNvPr id="2" name="Google Shape;932;p37">
            <a:extLst>
              <a:ext uri="{FF2B5EF4-FFF2-40B4-BE49-F238E27FC236}">
                <a16:creationId xmlns:a16="http://schemas.microsoft.com/office/drawing/2014/main" id="{BDED2C83-E957-C981-4DAF-C406BD94C48F}"/>
              </a:ext>
            </a:extLst>
          </p:cNvPr>
          <p:cNvSpPr txBox="1">
            <a:spLocks/>
          </p:cNvSpPr>
          <p:nvPr/>
        </p:nvSpPr>
        <p:spPr>
          <a:xfrm>
            <a:off x="7194305" y="528340"/>
            <a:ext cx="1661894" cy="2259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None/>
              <a:defRPr sz="28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None/>
              <a:defRPr sz="28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None/>
              <a:defRPr sz="28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None/>
              <a:defRPr sz="28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None/>
              <a:defRPr sz="28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None/>
              <a:defRPr sz="28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None/>
              <a:defRPr sz="28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None/>
              <a:defRPr sz="28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None/>
              <a:defRPr sz="28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r>
              <a:rPr lang="pt-BR" sz="600" b="0" dirty="0">
                <a:solidFill>
                  <a:srgbClr val="186E66"/>
                </a:solidFill>
                <a:latin typeface="+mj-lt"/>
                <a:cs typeface="Arial" panose="020B0604020202020204" pitchFamily="34" charset="0"/>
              </a:rPr>
              <a:t>Há mais de 60 anos pensando o Brasil</a:t>
            </a:r>
          </a:p>
        </p:txBody>
      </p:sp>
      <p:sp>
        <p:nvSpPr>
          <p:cNvPr id="3" name="Google Shape;936;p37">
            <a:extLst>
              <a:ext uri="{FF2B5EF4-FFF2-40B4-BE49-F238E27FC236}">
                <a16:creationId xmlns:a16="http://schemas.microsoft.com/office/drawing/2014/main" id="{23028ED2-E4C4-4567-11A1-1EF512CEFFBB}"/>
              </a:ext>
            </a:extLst>
          </p:cNvPr>
          <p:cNvSpPr/>
          <p:nvPr/>
        </p:nvSpPr>
        <p:spPr>
          <a:xfrm flipH="1">
            <a:off x="7861193" y="4721150"/>
            <a:ext cx="1282656" cy="422165"/>
          </a:xfrm>
          <a:prstGeom prst="round1Rect">
            <a:avLst>
              <a:gd name="adj" fmla="val 50000"/>
            </a:avLst>
          </a:prstGeom>
          <a:solidFill>
            <a:srgbClr val="1B204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latin typeface="Maven Pro"/>
              <a:ea typeface="Maven Pro"/>
              <a:cs typeface="Maven Pro"/>
              <a:sym typeface="Maven Pro"/>
            </a:endParaRPr>
          </a:p>
        </p:txBody>
      </p:sp>
      <p:sp>
        <p:nvSpPr>
          <p:cNvPr id="4" name="Google Shape;937;p37">
            <a:extLst>
              <a:ext uri="{FF2B5EF4-FFF2-40B4-BE49-F238E27FC236}">
                <a16:creationId xmlns:a16="http://schemas.microsoft.com/office/drawing/2014/main" id="{1EE59145-1F54-202A-8091-08F40379F447}"/>
              </a:ext>
            </a:extLst>
          </p:cNvPr>
          <p:cNvSpPr/>
          <p:nvPr/>
        </p:nvSpPr>
        <p:spPr>
          <a:xfrm flipH="1">
            <a:off x="7588727" y="4912884"/>
            <a:ext cx="1555123" cy="230496"/>
          </a:xfrm>
          <a:prstGeom prst="round1Rect">
            <a:avLst>
              <a:gd name="adj" fmla="val 50000"/>
            </a:avLst>
          </a:prstGeom>
          <a:gradFill flip="none" rotWithShape="1">
            <a:gsLst>
              <a:gs pos="63000">
                <a:srgbClr val="06D1D7"/>
              </a:gs>
              <a:gs pos="33000">
                <a:srgbClr val="23A295"/>
              </a:gs>
              <a:gs pos="0">
                <a:srgbClr val="57F6A2"/>
              </a:gs>
              <a:gs pos="100000">
                <a:srgbClr val="1B2048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latin typeface="Maven Pro"/>
              <a:ea typeface="Maven Pro"/>
              <a:cs typeface="Maven Pro"/>
              <a:sym typeface="Maven Pro"/>
            </a:endParaRPr>
          </a:p>
        </p:txBody>
      </p:sp>
      <p:grpSp>
        <p:nvGrpSpPr>
          <p:cNvPr id="5" name="Google Shape;938;p37">
            <a:extLst>
              <a:ext uri="{FF2B5EF4-FFF2-40B4-BE49-F238E27FC236}">
                <a16:creationId xmlns:a16="http://schemas.microsoft.com/office/drawing/2014/main" id="{AB0667B8-40ED-A735-670C-44C929B032A3}"/>
              </a:ext>
            </a:extLst>
          </p:cNvPr>
          <p:cNvGrpSpPr/>
          <p:nvPr/>
        </p:nvGrpSpPr>
        <p:grpSpPr>
          <a:xfrm>
            <a:off x="8644350" y="4276582"/>
            <a:ext cx="423698" cy="551579"/>
            <a:chOff x="7631225" y="2241175"/>
            <a:chExt cx="986125" cy="2095500"/>
          </a:xfrm>
          <a:gradFill>
            <a:gsLst>
              <a:gs pos="53000">
                <a:srgbClr val="23A295"/>
              </a:gs>
              <a:gs pos="0">
                <a:srgbClr val="57F6A2"/>
              </a:gs>
              <a:gs pos="100000">
                <a:srgbClr val="1B2048"/>
              </a:gs>
            </a:gsLst>
            <a:lin ang="5400000" scaled="1"/>
          </a:gradFill>
        </p:grpSpPr>
        <p:cxnSp>
          <p:nvCxnSpPr>
            <p:cNvPr id="6" name="Google Shape;939;p37">
              <a:extLst>
                <a:ext uri="{FF2B5EF4-FFF2-40B4-BE49-F238E27FC236}">
                  <a16:creationId xmlns:a16="http://schemas.microsoft.com/office/drawing/2014/main" id="{274B471D-C8EC-E197-E975-4C72467B484B}"/>
                </a:ext>
              </a:extLst>
            </p:cNvPr>
            <p:cNvCxnSpPr/>
            <p:nvPr/>
          </p:nvCxnSpPr>
          <p:spPr>
            <a:xfrm>
              <a:off x="7631225" y="2241175"/>
              <a:ext cx="0" cy="2095500"/>
            </a:xfrm>
            <a:prstGeom prst="straightConnector1">
              <a:avLst/>
            </a:prstGeom>
            <a:grpFill/>
            <a:ln w="9525" cap="flat" cmpd="sng">
              <a:solidFill>
                <a:srgbClr val="1AB0A9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7" name="Google Shape;940;p37">
              <a:extLst>
                <a:ext uri="{FF2B5EF4-FFF2-40B4-BE49-F238E27FC236}">
                  <a16:creationId xmlns:a16="http://schemas.microsoft.com/office/drawing/2014/main" id="{534525D3-5CFD-789D-5EA8-F811E54A84F2}"/>
                </a:ext>
              </a:extLst>
            </p:cNvPr>
            <p:cNvCxnSpPr/>
            <p:nvPr/>
          </p:nvCxnSpPr>
          <p:spPr>
            <a:xfrm>
              <a:off x="7707081" y="2241175"/>
              <a:ext cx="0" cy="2095500"/>
            </a:xfrm>
            <a:prstGeom prst="straightConnector1">
              <a:avLst/>
            </a:prstGeom>
            <a:grpFill/>
            <a:ln w="9525" cap="flat" cmpd="sng">
              <a:solidFill>
                <a:srgbClr val="1AB0A9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8" name="Google Shape;941;p37">
              <a:extLst>
                <a:ext uri="{FF2B5EF4-FFF2-40B4-BE49-F238E27FC236}">
                  <a16:creationId xmlns:a16="http://schemas.microsoft.com/office/drawing/2014/main" id="{54330E32-C85A-C647-2BB5-BE74FC01D7A4}"/>
                </a:ext>
              </a:extLst>
            </p:cNvPr>
            <p:cNvCxnSpPr/>
            <p:nvPr/>
          </p:nvCxnSpPr>
          <p:spPr>
            <a:xfrm>
              <a:off x="7782937" y="2241175"/>
              <a:ext cx="0" cy="2095500"/>
            </a:xfrm>
            <a:prstGeom prst="straightConnector1">
              <a:avLst/>
            </a:prstGeom>
            <a:grpFill/>
            <a:ln w="9525" cap="flat" cmpd="sng">
              <a:solidFill>
                <a:srgbClr val="1AB0A9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9" name="Google Shape;942;p37">
              <a:extLst>
                <a:ext uri="{FF2B5EF4-FFF2-40B4-BE49-F238E27FC236}">
                  <a16:creationId xmlns:a16="http://schemas.microsoft.com/office/drawing/2014/main" id="{D4972DC6-C40E-947B-AD7C-13237BF3457A}"/>
                </a:ext>
              </a:extLst>
            </p:cNvPr>
            <p:cNvCxnSpPr/>
            <p:nvPr/>
          </p:nvCxnSpPr>
          <p:spPr>
            <a:xfrm>
              <a:off x="7858792" y="2241175"/>
              <a:ext cx="0" cy="2095500"/>
            </a:xfrm>
            <a:prstGeom prst="straightConnector1">
              <a:avLst/>
            </a:prstGeom>
            <a:grpFill/>
            <a:ln w="9525" cap="flat" cmpd="sng">
              <a:solidFill>
                <a:srgbClr val="1AB0A9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0" name="Google Shape;943;p37">
              <a:extLst>
                <a:ext uri="{FF2B5EF4-FFF2-40B4-BE49-F238E27FC236}">
                  <a16:creationId xmlns:a16="http://schemas.microsoft.com/office/drawing/2014/main" id="{99AE963B-6E75-3ADF-D5B0-366689CCBD07}"/>
                </a:ext>
              </a:extLst>
            </p:cNvPr>
            <p:cNvCxnSpPr/>
            <p:nvPr/>
          </p:nvCxnSpPr>
          <p:spPr>
            <a:xfrm>
              <a:off x="8010504" y="2241175"/>
              <a:ext cx="0" cy="2095500"/>
            </a:xfrm>
            <a:prstGeom prst="straightConnector1">
              <a:avLst/>
            </a:prstGeom>
            <a:grpFill/>
            <a:ln w="9525" cap="flat" cmpd="sng">
              <a:solidFill>
                <a:srgbClr val="1AB0A9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1" name="Google Shape;944;p37">
              <a:extLst>
                <a:ext uri="{FF2B5EF4-FFF2-40B4-BE49-F238E27FC236}">
                  <a16:creationId xmlns:a16="http://schemas.microsoft.com/office/drawing/2014/main" id="{A40F0F03-7357-25E8-6D3F-4242CFE112B1}"/>
                </a:ext>
              </a:extLst>
            </p:cNvPr>
            <p:cNvCxnSpPr/>
            <p:nvPr/>
          </p:nvCxnSpPr>
          <p:spPr>
            <a:xfrm>
              <a:off x="8162215" y="2241175"/>
              <a:ext cx="0" cy="2095500"/>
            </a:xfrm>
            <a:prstGeom prst="straightConnector1">
              <a:avLst/>
            </a:prstGeom>
            <a:grpFill/>
            <a:ln w="9525" cap="flat" cmpd="sng">
              <a:solidFill>
                <a:srgbClr val="1AB0A9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2" name="Google Shape;945;p37">
              <a:extLst>
                <a:ext uri="{FF2B5EF4-FFF2-40B4-BE49-F238E27FC236}">
                  <a16:creationId xmlns:a16="http://schemas.microsoft.com/office/drawing/2014/main" id="{632CEEE8-8C35-8D9C-EECA-36A06E1A65C9}"/>
                </a:ext>
              </a:extLst>
            </p:cNvPr>
            <p:cNvCxnSpPr/>
            <p:nvPr/>
          </p:nvCxnSpPr>
          <p:spPr>
            <a:xfrm>
              <a:off x="8313927" y="2241175"/>
              <a:ext cx="0" cy="2095500"/>
            </a:xfrm>
            <a:prstGeom prst="straightConnector1">
              <a:avLst/>
            </a:prstGeom>
            <a:grpFill/>
            <a:ln w="9525" cap="flat" cmpd="sng">
              <a:solidFill>
                <a:srgbClr val="1AB0A9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3" name="Google Shape;946;p37">
              <a:extLst>
                <a:ext uri="{FF2B5EF4-FFF2-40B4-BE49-F238E27FC236}">
                  <a16:creationId xmlns:a16="http://schemas.microsoft.com/office/drawing/2014/main" id="{5E2F4D28-52A9-0DD8-B508-936CAFDBCAE0}"/>
                </a:ext>
              </a:extLst>
            </p:cNvPr>
            <p:cNvCxnSpPr/>
            <p:nvPr/>
          </p:nvCxnSpPr>
          <p:spPr>
            <a:xfrm>
              <a:off x="7934648" y="2241175"/>
              <a:ext cx="0" cy="2095500"/>
            </a:xfrm>
            <a:prstGeom prst="straightConnector1">
              <a:avLst/>
            </a:prstGeom>
            <a:grpFill/>
            <a:ln w="9525" cap="flat" cmpd="sng">
              <a:solidFill>
                <a:srgbClr val="1AB0A9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4" name="Google Shape;947;p37">
              <a:extLst>
                <a:ext uri="{FF2B5EF4-FFF2-40B4-BE49-F238E27FC236}">
                  <a16:creationId xmlns:a16="http://schemas.microsoft.com/office/drawing/2014/main" id="{723D3F12-5A4B-D689-5FC2-9F9A761126AB}"/>
                </a:ext>
              </a:extLst>
            </p:cNvPr>
            <p:cNvCxnSpPr/>
            <p:nvPr/>
          </p:nvCxnSpPr>
          <p:spPr>
            <a:xfrm>
              <a:off x="8086360" y="2241175"/>
              <a:ext cx="0" cy="2095500"/>
            </a:xfrm>
            <a:prstGeom prst="straightConnector1">
              <a:avLst/>
            </a:prstGeom>
            <a:grpFill/>
            <a:ln w="9525" cap="flat" cmpd="sng">
              <a:solidFill>
                <a:srgbClr val="1AB0A9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5" name="Google Shape;948;p37">
              <a:extLst>
                <a:ext uri="{FF2B5EF4-FFF2-40B4-BE49-F238E27FC236}">
                  <a16:creationId xmlns:a16="http://schemas.microsoft.com/office/drawing/2014/main" id="{4963838E-EEE1-124D-E5D4-E01DE35154AA}"/>
                </a:ext>
              </a:extLst>
            </p:cNvPr>
            <p:cNvCxnSpPr/>
            <p:nvPr/>
          </p:nvCxnSpPr>
          <p:spPr>
            <a:xfrm>
              <a:off x="8238071" y="2241175"/>
              <a:ext cx="0" cy="2095500"/>
            </a:xfrm>
            <a:prstGeom prst="straightConnector1">
              <a:avLst/>
            </a:prstGeom>
            <a:grpFill/>
            <a:ln w="9525" cap="flat" cmpd="sng">
              <a:solidFill>
                <a:srgbClr val="1AB0A9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6" name="Google Shape;949;p37">
              <a:extLst>
                <a:ext uri="{FF2B5EF4-FFF2-40B4-BE49-F238E27FC236}">
                  <a16:creationId xmlns:a16="http://schemas.microsoft.com/office/drawing/2014/main" id="{D4BFC327-981C-16AE-E797-88FD927221C3}"/>
                </a:ext>
              </a:extLst>
            </p:cNvPr>
            <p:cNvCxnSpPr/>
            <p:nvPr/>
          </p:nvCxnSpPr>
          <p:spPr>
            <a:xfrm>
              <a:off x="8389783" y="2241175"/>
              <a:ext cx="0" cy="2095500"/>
            </a:xfrm>
            <a:prstGeom prst="straightConnector1">
              <a:avLst/>
            </a:prstGeom>
            <a:grpFill/>
            <a:ln w="9525" cap="flat" cmpd="sng">
              <a:solidFill>
                <a:srgbClr val="1AB0A9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7" name="Google Shape;950;p37">
              <a:extLst>
                <a:ext uri="{FF2B5EF4-FFF2-40B4-BE49-F238E27FC236}">
                  <a16:creationId xmlns:a16="http://schemas.microsoft.com/office/drawing/2014/main" id="{B1779675-5746-6931-1862-1ED000FE3B1F}"/>
                </a:ext>
              </a:extLst>
            </p:cNvPr>
            <p:cNvCxnSpPr/>
            <p:nvPr/>
          </p:nvCxnSpPr>
          <p:spPr>
            <a:xfrm>
              <a:off x="8465638" y="2241175"/>
              <a:ext cx="0" cy="2095500"/>
            </a:xfrm>
            <a:prstGeom prst="straightConnector1">
              <a:avLst/>
            </a:prstGeom>
            <a:grpFill/>
            <a:ln w="9525" cap="flat" cmpd="sng">
              <a:solidFill>
                <a:srgbClr val="1AB0A9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8" name="Google Shape;951;p37">
              <a:extLst>
                <a:ext uri="{FF2B5EF4-FFF2-40B4-BE49-F238E27FC236}">
                  <a16:creationId xmlns:a16="http://schemas.microsoft.com/office/drawing/2014/main" id="{66EC1CA9-5683-6986-2C96-C1A6953DAFFB}"/>
                </a:ext>
              </a:extLst>
            </p:cNvPr>
            <p:cNvCxnSpPr/>
            <p:nvPr/>
          </p:nvCxnSpPr>
          <p:spPr>
            <a:xfrm>
              <a:off x="8541494" y="2241175"/>
              <a:ext cx="0" cy="2095500"/>
            </a:xfrm>
            <a:prstGeom prst="straightConnector1">
              <a:avLst/>
            </a:prstGeom>
            <a:grpFill/>
            <a:ln w="9525" cap="flat" cmpd="sng">
              <a:solidFill>
                <a:srgbClr val="1AB0A9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9" name="Google Shape;952;p37">
              <a:extLst>
                <a:ext uri="{FF2B5EF4-FFF2-40B4-BE49-F238E27FC236}">
                  <a16:creationId xmlns:a16="http://schemas.microsoft.com/office/drawing/2014/main" id="{A4DBAA98-AD86-0C02-59DD-5F130471A893}"/>
                </a:ext>
              </a:extLst>
            </p:cNvPr>
            <p:cNvCxnSpPr/>
            <p:nvPr/>
          </p:nvCxnSpPr>
          <p:spPr>
            <a:xfrm>
              <a:off x="8617350" y="2241175"/>
              <a:ext cx="0" cy="2095500"/>
            </a:xfrm>
            <a:prstGeom prst="straightConnector1">
              <a:avLst/>
            </a:prstGeom>
            <a:grpFill/>
            <a:ln w="9525" cap="flat" cmpd="sng">
              <a:solidFill>
                <a:srgbClr val="1AB0A9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20" name="Google Shape;954;p37">
            <a:extLst>
              <a:ext uri="{FF2B5EF4-FFF2-40B4-BE49-F238E27FC236}">
                <a16:creationId xmlns:a16="http://schemas.microsoft.com/office/drawing/2014/main" id="{74471854-C163-7DA7-A4FF-AAFD04B25E99}"/>
              </a:ext>
            </a:extLst>
          </p:cNvPr>
          <p:cNvSpPr/>
          <p:nvPr/>
        </p:nvSpPr>
        <p:spPr>
          <a:xfrm>
            <a:off x="0" y="4680042"/>
            <a:ext cx="922564" cy="463274"/>
          </a:xfrm>
          <a:prstGeom prst="rect">
            <a:avLst/>
          </a:prstGeom>
          <a:gradFill>
            <a:gsLst>
              <a:gs pos="33000">
                <a:srgbClr val="23A295"/>
              </a:gs>
              <a:gs pos="0">
                <a:srgbClr val="57F6A2"/>
              </a:gs>
              <a:gs pos="100000">
                <a:srgbClr val="1B2048"/>
              </a:gs>
            </a:gsLst>
            <a:path path="circle">
              <a:fillToRect l="100000" t="100000"/>
            </a:path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dirty="0">
              <a:latin typeface="Maven Pro"/>
              <a:ea typeface="Maven Pro"/>
              <a:cs typeface="Maven Pro"/>
              <a:sym typeface="Maven Pro"/>
            </a:endParaRPr>
          </a:p>
        </p:txBody>
      </p:sp>
      <p:sp>
        <p:nvSpPr>
          <p:cNvPr id="21" name="Google Shape;955;p37">
            <a:extLst>
              <a:ext uri="{FF2B5EF4-FFF2-40B4-BE49-F238E27FC236}">
                <a16:creationId xmlns:a16="http://schemas.microsoft.com/office/drawing/2014/main" id="{ABA02016-874D-15D2-3A4D-9C77EE42905A}"/>
              </a:ext>
            </a:extLst>
          </p:cNvPr>
          <p:cNvSpPr/>
          <p:nvPr/>
        </p:nvSpPr>
        <p:spPr>
          <a:xfrm>
            <a:off x="0" y="4912883"/>
            <a:ext cx="1663658" cy="230641"/>
          </a:xfrm>
          <a:prstGeom prst="round1Rect">
            <a:avLst>
              <a:gd name="adj" fmla="val 50000"/>
            </a:avLst>
          </a:prstGeom>
          <a:solidFill>
            <a:srgbClr val="1B204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latin typeface="Maven Pro"/>
              <a:ea typeface="Maven Pro"/>
              <a:cs typeface="Maven Pro"/>
              <a:sym typeface="Maven Pro"/>
            </a:endParaRPr>
          </a:p>
        </p:txBody>
      </p:sp>
      <p:grpSp>
        <p:nvGrpSpPr>
          <p:cNvPr id="22" name="Agrupar 21">
            <a:extLst>
              <a:ext uri="{FF2B5EF4-FFF2-40B4-BE49-F238E27FC236}">
                <a16:creationId xmlns:a16="http://schemas.microsoft.com/office/drawing/2014/main" id="{84B697BB-7004-09A7-365F-F89EE26D814D}"/>
              </a:ext>
            </a:extLst>
          </p:cNvPr>
          <p:cNvGrpSpPr/>
          <p:nvPr/>
        </p:nvGrpSpPr>
        <p:grpSpPr>
          <a:xfrm>
            <a:off x="7070035" y="156184"/>
            <a:ext cx="1722295" cy="405506"/>
            <a:chOff x="4782913" y="272045"/>
            <a:chExt cx="3752189" cy="883435"/>
          </a:xfrm>
        </p:grpSpPr>
        <p:pic>
          <p:nvPicPr>
            <p:cNvPr id="23" name="Imagem 22" descr="Interface gráfica do usuário, Texto&#10;&#10;O conteúdo gerado por IA pode estar incorreto.">
              <a:extLst>
                <a:ext uri="{FF2B5EF4-FFF2-40B4-BE49-F238E27FC236}">
                  <a16:creationId xmlns:a16="http://schemas.microsoft.com/office/drawing/2014/main" id="{8A94FD3E-F298-4B90-B42F-64B4B8CA7425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4782913" y="272045"/>
              <a:ext cx="3752189" cy="883435"/>
            </a:xfrm>
            <a:prstGeom prst="rect">
              <a:avLst/>
            </a:prstGeom>
          </p:spPr>
        </p:pic>
        <p:cxnSp>
          <p:nvCxnSpPr>
            <p:cNvPr id="24" name="Conector reto 23">
              <a:extLst>
                <a:ext uri="{FF2B5EF4-FFF2-40B4-BE49-F238E27FC236}">
                  <a16:creationId xmlns:a16="http://schemas.microsoft.com/office/drawing/2014/main" id="{9939BBCF-0893-F938-5953-4BF3B32D6914}"/>
                </a:ext>
              </a:extLst>
            </p:cNvPr>
            <p:cNvCxnSpPr>
              <a:cxnSpLocks/>
            </p:cNvCxnSpPr>
            <p:nvPr/>
          </p:nvCxnSpPr>
          <p:spPr>
            <a:xfrm>
              <a:off x="5253460" y="1066595"/>
              <a:ext cx="3264536" cy="16228"/>
            </a:xfrm>
            <a:prstGeom prst="line">
              <a:avLst/>
            </a:prstGeom>
            <a:ln>
              <a:solidFill>
                <a:srgbClr val="00445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5" name="Google Shape;936;p37">
            <a:extLst>
              <a:ext uri="{FF2B5EF4-FFF2-40B4-BE49-F238E27FC236}">
                <a16:creationId xmlns:a16="http://schemas.microsoft.com/office/drawing/2014/main" id="{41B76DB0-3DF9-A2BB-EBA8-D96DA3DED21E}"/>
              </a:ext>
            </a:extLst>
          </p:cNvPr>
          <p:cNvSpPr/>
          <p:nvPr/>
        </p:nvSpPr>
        <p:spPr>
          <a:xfrm rot="16200000" flipH="1" flipV="1">
            <a:off x="-26331" y="5857"/>
            <a:ext cx="636272" cy="583606"/>
          </a:xfrm>
          <a:custGeom>
            <a:avLst/>
            <a:gdLst>
              <a:gd name="connsiteX0" fmla="*/ 0 w 1440059"/>
              <a:gd name="connsiteY0" fmla="*/ 0 h 583600"/>
              <a:gd name="connsiteX1" fmla="*/ 1148259 w 1440059"/>
              <a:gd name="connsiteY1" fmla="*/ 0 h 583600"/>
              <a:gd name="connsiteX2" fmla="*/ 1440059 w 1440059"/>
              <a:gd name="connsiteY2" fmla="*/ 291800 h 583600"/>
              <a:gd name="connsiteX3" fmla="*/ 1440059 w 1440059"/>
              <a:gd name="connsiteY3" fmla="*/ 583600 h 583600"/>
              <a:gd name="connsiteX4" fmla="*/ 0 w 1440059"/>
              <a:gd name="connsiteY4" fmla="*/ 583600 h 583600"/>
              <a:gd name="connsiteX5" fmla="*/ 0 w 1440059"/>
              <a:gd name="connsiteY5" fmla="*/ 0 h 583600"/>
              <a:gd name="connsiteX0" fmla="*/ 612059 w 1440059"/>
              <a:gd name="connsiteY0" fmla="*/ 0 h 583603"/>
              <a:gd name="connsiteX1" fmla="*/ 1148259 w 1440059"/>
              <a:gd name="connsiteY1" fmla="*/ 3 h 583603"/>
              <a:gd name="connsiteX2" fmla="*/ 1440059 w 1440059"/>
              <a:gd name="connsiteY2" fmla="*/ 291803 h 583603"/>
              <a:gd name="connsiteX3" fmla="*/ 1440059 w 1440059"/>
              <a:gd name="connsiteY3" fmla="*/ 583603 h 583603"/>
              <a:gd name="connsiteX4" fmla="*/ 0 w 1440059"/>
              <a:gd name="connsiteY4" fmla="*/ 583603 h 583603"/>
              <a:gd name="connsiteX5" fmla="*/ 612059 w 1440059"/>
              <a:gd name="connsiteY5" fmla="*/ 0 h 583603"/>
              <a:gd name="connsiteX0" fmla="*/ 0 w 828000"/>
              <a:gd name="connsiteY0" fmla="*/ 0 h 583603"/>
              <a:gd name="connsiteX1" fmla="*/ 536200 w 828000"/>
              <a:gd name="connsiteY1" fmla="*/ 3 h 583603"/>
              <a:gd name="connsiteX2" fmla="*/ 828000 w 828000"/>
              <a:gd name="connsiteY2" fmla="*/ 291803 h 583603"/>
              <a:gd name="connsiteX3" fmla="*/ 828000 w 828000"/>
              <a:gd name="connsiteY3" fmla="*/ 583603 h 583603"/>
              <a:gd name="connsiteX4" fmla="*/ 191728 w 828000"/>
              <a:gd name="connsiteY4" fmla="*/ 576229 h 583603"/>
              <a:gd name="connsiteX5" fmla="*/ 0 w 828000"/>
              <a:gd name="connsiteY5" fmla="*/ 0 h 583603"/>
              <a:gd name="connsiteX0" fmla="*/ 14749 w 636272"/>
              <a:gd name="connsiteY0" fmla="*/ 0 h 583606"/>
              <a:gd name="connsiteX1" fmla="*/ 344472 w 636272"/>
              <a:gd name="connsiteY1" fmla="*/ 6 h 583606"/>
              <a:gd name="connsiteX2" fmla="*/ 636272 w 636272"/>
              <a:gd name="connsiteY2" fmla="*/ 291806 h 583606"/>
              <a:gd name="connsiteX3" fmla="*/ 636272 w 636272"/>
              <a:gd name="connsiteY3" fmla="*/ 583606 h 583606"/>
              <a:gd name="connsiteX4" fmla="*/ 0 w 636272"/>
              <a:gd name="connsiteY4" fmla="*/ 576232 h 583606"/>
              <a:gd name="connsiteX5" fmla="*/ 14749 w 636272"/>
              <a:gd name="connsiteY5" fmla="*/ 0 h 5836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36272" h="583606">
                <a:moveTo>
                  <a:pt x="14749" y="0"/>
                </a:moveTo>
                <a:lnTo>
                  <a:pt x="344472" y="6"/>
                </a:lnTo>
                <a:cubicBezTo>
                  <a:pt x="505629" y="6"/>
                  <a:pt x="636272" y="130649"/>
                  <a:pt x="636272" y="291806"/>
                </a:cubicBezTo>
                <a:lnTo>
                  <a:pt x="636272" y="583606"/>
                </a:lnTo>
                <a:lnTo>
                  <a:pt x="0" y="576232"/>
                </a:lnTo>
                <a:lnTo>
                  <a:pt x="14749" y="0"/>
                </a:lnTo>
                <a:close/>
              </a:path>
            </a:pathLst>
          </a:custGeom>
          <a:solidFill>
            <a:srgbClr val="1B204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latin typeface="Maven Pro"/>
              <a:ea typeface="Maven Pro"/>
              <a:cs typeface="Maven Pro"/>
              <a:sym typeface="Maven Pro"/>
            </a:endParaRPr>
          </a:p>
        </p:txBody>
      </p:sp>
      <p:sp>
        <p:nvSpPr>
          <p:cNvPr id="26" name="Google Shape;937;p37">
            <a:extLst>
              <a:ext uri="{FF2B5EF4-FFF2-40B4-BE49-F238E27FC236}">
                <a16:creationId xmlns:a16="http://schemas.microsoft.com/office/drawing/2014/main" id="{B3238EEF-8908-158F-9A33-03CED2FC19A9}"/>
              </a:ext>
            </a:extLst>
          </p:cNvPr>
          <p:cNvSpPr/>
          <p:nvPr/>
        </p:nvSpPr>
        <p:spPr>
          <a:xfrm rot="16200000" flipH="1" flipV="1">
            <a:off x="-223281" y="212082"/>
            <a:ext cx="765195" cy="318641"/>
          </a:xfrm>
          <a:custGeom>
            <a:avLst/>
            <a:gdLst>
              <a:gd name="connsiteX0" fmla="*/ 0 w 1745961"/>
              <a:gd name="connsiteY0" fmla="*/ 0 h 318637"/>
              <a:gd name="connsiteX1" fmla="*/ 1586643 w 1745961"/>
              <a:gd name="connsiteY1" fmla="*/ 0 h 318637"/>
              <a:gd name="connsiteX2" fmla="*/ 1745962 w 1745961"/>
              <a:gd name="connsiteY2" fmla="*/ 159319 h 318637"/>
              <a:gd name="connsiteX3" fmla="*/ 1745961 w 1745961"/>
              <a:gd name="connsiteY3" fmla="*/ 318637 h 318637"/>
              <a:gd name="connsiteX4" fmla="*/ 0 w 1745961"/>
              <a:gd name="connsiteY4" fmla="*/ 318637 h 318637"/>
              <a:gd name="connsiteX5" fmla="*/ 0 w 1745961"/>
              <a:gd name="connsiteY5" fmla="*/ 0 h 318637"/>
              <a:gd name="connsiteX0" fmla="*/ 980768 w 1745962"/>
              <a:gd name="connsiteY0" fmla="*/ 0 h 318637"/>
              <a:gd name="connsiteX1" fmla="*/ 1586643 w 1745962"/>
              <a:gd name="connsiteY1" fmla="*/ 0 h 318637"/>
              <a:gd name="connsiteX2" fmla="*/ 1745962 w 1745962"/>
              <a:gd name="connsiteY2" fmla="*/ 159319 h 318637"/>
              <a:gd name="connsiteX3" fmla="*/ 1745961 w 1745962"/>
              <a:gd name="connsiteY3" fmla="*/ 318637 h 318637"/>
              <a:gd name="connsiteX4" fmla="*/ 0 w 1745962"/>
              <a:gd name="connsiteY4" fmla="*/ 318637 h 318637"/>
              <a:gd name="connsiteX5" fmla="*/ 980768 w 1745962"/>
              <a:gd name="connsiteY5" fmla="*/ 0 h 318637"/>
              <a:gd name="connsiteX0" fmla="*/ 1 w 765195"/>
              <a:gd name="connsiteY0" fmla="*/ 0 h 318641"/>
              <a:gd name="connsiteX1" fmla="*/ 605876 w 765195"/>
              <a:gd name="connsiteY1" fmla="*/ 0 h 318641"/>
              <a:gd name="connsiteX2" fmla="*/ 765195 w 765195"/>
              <a:gd name="connsiteY2" fmla="*/ 159319 h 318641"/>
              <a:gd name="connsiteX3" fmla="*/ 765194 w 765195"/>
              <a:gd name="connsiteY3" fmla="*/ 318637 h 318641"/>
              <a:gd name="connsiteX4" fmla="*/ 0 w 765195"/>
              <a:gd name="connsiteY4" fmla="*/ 318641 h 318641"/>
              <a:gd name="connsiteX5" fmla="*/ 1 w 765195"/>
              <a:gd name="connsiteY5" fmla="*/ 0 h 3186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765195" h="318641">
                <a:moveTo>
                  <a:pt x="1" y="0"/>
                </a:moveTo>
                <a:lnTo>
                  <a:pt x="605876" y="0"/>
                </a:lnTo>
                <a:cubicBezTo>
                  <a:pt x="693865" y="0"/>
                  <a:pt x="765195" y="71330"/>
                  <a:pt x="765195" y="159319"/>
                </a:cubicBezTo>
                <a:cubicBezTo>
                  <a:pt x="765195" y="212425"/>
                  <a:pt x="765194" y="265531"/>
                  <a:pt x="765194" y="318637"/>
                </a:cubicBezTo>
                <a:lnTo>
                  <a:pt x="0" y="318641"/>
                </a:lnTo>
                <a:cubicBezTo>
                  <a:pt x="0" y="212427"/>
                  <a:pt x="1" y="106214"/>
                  <a:pt x="1" y="0"/>
                </a:cubicBezTo>
                <a:close/>
              </a:path>
            </a:pathLst>
          </a:custGeom>
          <a:gradFill flip="none" rotWithShape="1">
            <a:gsLst>
              <a:gs pos="63000">
                <a:srgbClr val="06D1D7"/>
              </a:gs>
              <a:gs pos="33000">
                <a:srgbClr val="23A295"/>
              </a:gs>
              <a:gs pos="0">
                <a:srgbClr val="57F6A2"/>
              </a:gs>
              <a:gs pos="100000">
                <a:srgbClr val="1B2048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latin typeface="Maven Pro"/>
              <a:ea typeface="Maven Pro"/>
              <a:cs typeface="Maven Pro"/>
              <a:sym typeface="Maven Pro"/>
            </a:endParaRPr>
          </a:p>
        </p:txBody>
      </p:sp>
      <p:grpSp>
        <p:nvGrpSpPr>
          <p:cNvPr id="28" name="Google Shape;938;p37">
            <a:extLst>
              <a:ext uri="{FF2B5EF4-FFF2-40B4-BE49-F238E27FC236}">
                <a16:creationId xmlns:a16="http://schemas.microsoft.com/office/drawing/2014/main" id="{3763DD1C-484F-137A-6DAF-A2CAD61C7397}"/>
              </a:ext>
            </a:extLst>
          </p:cNvPr>
          <p:cNvGrpSpPr/>
          <p:nvPr/>
        </p:nvGrpSpPr>
        <p:grpSpPr>
          <a:xfrm rot="16200000">
            <a:off x="720348" y="-178200"/>
            <a:ext cx="368002" cy="860760"/>
            <a:chOff x="8238071" y="2241175"/>
            <a:chExt cx="379279" cy="2095500"/>
          </a:xfrm>
          <a:gradFill>
            <a:gsLst>
              <a:gs pos="53000">
                <a:srgbClr val="23A295"/>
              </a:gs>
              <a:gs pos="0">
                <a:srgbClr val="57F6A2"/>
              </a:gs>
              <a:gs pos="100000">
                <a:srgbClr val="1B2048"/>
              </a:gs>
            </a:gsLst>
            <a:lin ang="5400000" scaled="1"/>
          </a:gradFill>
        </p:grpSpPr>
        <p:cxnSp>
          <p:nvCxnSpPr>
            <p:cNvPr id="29" name="Google Shape;945;p37">
              <a:extLst>
                <a:ext uri="{FF2B5EF4-FFF2-40B4-BE49-F238E27FC236}">
                  <a16:creationId xmlns:a16="http://schemas.microsoft.com/office/drawing/2014/main" id="{BB5BCB90-1C26-19BE-00DA-34B15C0EA15A}"/>
                </a:ext>
              </a:extLst>
            </p:cNvPr>
            <p:cNvCxnSpPr/>
            <p:nvPr/>
          </p:nvCxnSpPr>
          <p:spPr>
            <a:xfrm>
              <a:off x="8313927" y="2241175"/>
              <a:ext cx="0" cy="2095500"/>
            </a:xfrm>
            <a:prstGeom prst="straightConnector1">
              <a:avLst/>
            </a:prstGeom>
            <a:grpFill/>
            <a:ln w="9525" cap="flat" cmpd="sng">
              <a:solidFill>
                <a:srgbClr val="1AB0A9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0" name="Google Shape;948;p37">
              <a:extLst>
                <a:ext uri="{FF2B5EF4-FFF2-40B4-BE49-F238E27FC236}">
                  <a16:creationId xmlns:a16="http://schemas.microsoft.com/office/drawing/2014/main" id="{52F9D976-8DFC-3E2A-80B9-4B307404BE90}"/>
                </a:ext>
              </a:extLst>
            </p:cNvPr>
            <p:cNvCxnSpPr/>
            <p:nvPr/>
          </p:nvCxnSpPr>
          <p:spPr>
            <a:xfrm>
              <a:off x="8238071" y="2241175"/>
              <a:ext cx="0" cy="2095500"/>
            </a:xfrm>
            <a:prstGeom prst="straightConnector1">
              <a:avLst/>
            </a:prstGeom>
            <a:grpFill/>
            <a:ln w="9525" cap="flat" cmpd="sng">
              <a:solidFill>
                <a:srgbClr val="1AB0A9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1" name="Google Shape;949;p37">
              <a:extLst>
                <a:ext uri="{FF2B5EF4-FFF2-40B4-BE49-F238E27FC236}">
                  <a16:creationId xmlns:a16="http://schemas.microsoft.com/office/drawing/2014/main" id="{E0751D72-5041-99F6-3F86-66920797BCC6}"/>
                </a:ext>
              </a:extLst>
            </p:cNvPr>
            <p:cNvCxnSpPr/>
            <p:nvPr/>
          </p:nvCxnSpPr>
          <p:spPr>
            <a:xfrm>
              <a:off x="8389783" y="2241175"/>
              <a:ext cx="0" cy="2095500"/>
            </a:xfrm>
            <a:prstGeom prst="straightConnector1">
              <a:avLst/>
            </a:prstGeom>
            <a:grpFill/>
            <a:ln w="9525" cap="flat" cmpd="sng">
              <a:solidFill>
                <a:srgbClr val="1AB0A9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2" name="Google Shape;950;p37">
              <a:extLst>
                <a:ext uri="{FF2B5EF4-FFF2-40B4-BE49-F238E27FC236}">
                  <a16:creationId xmlns:a16="http://schemas.microsoft.com/office/drawing/2014/main" id="{7523EE2C-E1AB-4A25-9A82-B0ADC60C36E2}"/>
                </a:ext>
              </a:extLst>
            </p:cNvPr>
            <p:cNvCxnSpPr/>
            <p:nvPr/>
          </p:nvCxnSpPr>
          <p:spPr>
            <a:xfrm>
              <a:off x="8465638" y="2241175"/>
              <a:ext cx="0" cy="2095500"/>
            </a:xfrm>
            <a:prstGeom prst="straightConnector1">
              <a:avLst/>
            </a:prstGeom>
            <a:grpFill/>
            <a:ln w="9525" cap="flat" cmpd="sng">
              <a:solidFill>
                <a:srgbClr val="1AB0A9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3" name="Google Shape;951;p37">
              <a:extLst>
                <a:ext uri="{FF2B5EF4-FFF2-40B4-BE49-F238E27FC236}">
                  <a16:creationId xmlns:a16="http://schemas.microsoft.com/office/drawing/2014/main" id="{4697D191-9D0C-390B-3F58-2BB153950D16}"/>
                </a:ext>
              </a:extLst>
            </p:cNvPr>
            <p:cNvCxnSpPr/>
            <p:nvPr/>
          </p:nvCxnSpPr>
          <p:spPr>
            <a:xfrm>
              <a:off x="8541494" y="2241175"/>
              <a:ext cx="0" cy="2095500"/>
            </a:xfrm>
            <a:prstGeom prst="straightConnector1">
              <a:avLst/>
            </a:prstGeom>
            <a:grpFill/>
            <a:ln w="9525" cap="flat" cmpd="sng">
              <a:solidFill>
                <a:srgbClr val="1AB0A9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4" name="Google Shape;952;p37">
              <a:extLst>
                <a:ext uri="{FF2B5EF4-FFF2-40B4-BE49-F238E27FC236}">
                  <a16:creationId xmlns:a16="http://schemas.microsoft.com/office/drawing/2014/main" id="{A55190AF-F500-4559-4CC7-DBA187B855F7}"/>
                </a:ext>
              </a:extLst>
            </p:cNvPr>
            <p:cNvCxnSpPr/>
            <p:nvPr/>
          </p:nvCxnSpPr>
          <p:spPr>
            <a:xfrm>
              <a:off x="8617350" y="2241175"/>
              <a:ext cx="0" cy="2095500"/>
            </a:xfrm>
            <a:prstGeom prst="straightConnector1">
              <a:avLst/>
            </a:prstGeom>
            <a:grpFill/>
            <a:ln w="9525" cap="flat" cmpd="sng">
              <a:solidFill>
                <a:srgbClr val="1AB0A9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35" name="Título 1">
            <a:extLst>
              <a:ext uri="{FF2B5EF4-FFF2-40B4-BE49-F238E27FC236}">
                <a16:creationId xmlns:a16="http://schemas.microsoft.com/office/drawing/2014/main" id="{D8C36C7E-CDCB-F0A7-0984-7B0CA8A4F4A7}"/>
              </a:ext>
            </a:extLst>
          </p:cNvPr>
          <p:cNvSpPr txBox="1">
            <a:spLocks/>
          </p:cNvSpPr>
          <p:nvPr/>
        </p:nvSpPr>
        <p:spPr>
          <a:xfrm>
            <a:off x="473968" y="698694"/>
            <a:ext cx="8467638" cy="4554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Montserrat"/>
              <a:buNone/>
              <a:defRPr sz="52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Montserrat"/>
              <a:buNone/>
              <a:defRPr sz="52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Montserrat"/>
              <a:buNone/>
              <a:defRPr sz="52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Montserrat"/>
              <a:buNone/>
              <a:defRPr sz="52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Montserrat"/>
              <a:buNone/>
              <a:defRPr sz="52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Montserrat"/>
              <a:buNone/>
              <a:defRPr sz="52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Montserrat"/>
              <a:buNone/>
              <a:defRPr sz="52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Montserrat"/>
              <a:buNone/>
              <a:defRPr sz="52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Montserrat"/>
              <a:buNone/>
              <a:defRPr sz="52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algn="l"/>
            <a:r>
              <a:rPr lang="pt-BR" sz="2000" dirty="0">
                <a:latin typeface="+mj-lt"/>
                <a:cs typeface="Arial" panose="020B0604020202020204" pitchFamily="34" charset="0"/>
              </a:rPr>
              <a:t>Limites de interpretação dos resultados</a:t>
            </a:r>
          </a:p>
        </p:txBody>
      </p:sp>
      <p:cxnSp>
        <p:nvCxnSpPr>
          <p:cNvPr id="40" name="Conector reto 39">
            <a:extLst>
              <a:ext uri="{FF2B5EF4-FFF2-40B4-BE49-F238E27FC236}">
                <a16:creationId xmlns:a16="http://schemas.microsoft.com/office/drawing/2014/main" id="{0DEC5C50-F1C5-B342-16E2-C36588BE9CC3}"/>
              </a:ext>
            </a:extLst>
          </p:cNvPr>
          <p:cNvCxnSpPr>
            <a:cxnSpLocks/>
          </p:cNvCxnSpPr>
          <p:nvPr/>
        </p:nvCxnSpPr>
        <p:spPr>
          <a:xfrm>
            <a:off x="-5" y="1114607"/>
            <a:ext cx="2796961" cy="0"/>
          </a:xfrm>
          <a:prstGeom prst="line">
            <a:avLst/>
          </a:prstGeom>
          <a:ln>
            <a:solidFill>
              <a:srgbClr val="00445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Google Shape;937;p37">
            <a:extLst>
              <a:ext uri="{FF2B5EF4-FFF2-40B4-BE49-F238E27FC236}">
                <a16:creationId xmlns:a16="http://schemas.microsoft.com/office/drawing/2014/main" id="{723EA48F-759C-625E-2514-DE10E2BEC694}"/>
              </a:ext>
            </a:extLst>
          </p:cNvPr>
          <p:cNvSpPr/>
          <p:nvPr/>
        </p:nvSpPr>
        <p:spPr>
          <a:xfrm flipH="1" flipV="1">
            <a:off x="8773117" y="52"/>
            <a:ext cx="369846" cy="249032"/>
          </a:xfrm>
          <a:custGeom>
            <a:avLst/>
            <a:gdLst>
              <a:gd name="connsiteX0" fmla="*/ 0 w 1414234"/>
              <a:gd name="connsiteY0" fmla="*/ 0 h 258097"/>
              <a:gd name="connsiteX1" fmla="*/ 1285186 w 1414234"/>
              <a:gd name="connsiteY1" fmla="*/ 0 h 258097"/>
              <a:gd name="connsiteX2" fmla="*/ 1414235 w 1414234"/>
              <a:gd name="connsiteY2" fmla="*/ 129049 h 258097"/>
              <a:gd name="connsiteX3" fmla="*/ 1414234 w 1414234"/>
              <a:gd name="connsiteY3" fmla="*/ 258097 h 258097"/>
              <a:gd name="connsiteX4" fmla="*/ 0 w 1414234"/>
              <a:gd name="connsiteY4" fmla="*/ 258097 h 258097"/>
              <a:gd name="connsiteX5" fmla="*/ 0 w 1414234"/>
              <a:gd name="connsiteY5" fmla="*/ 0 h 258097"/>
              <a:gd name="connsiteX0" fmla="*/ 0 w 1414235"/>
              <a:gd name="connsiteY0" fmla="*/ 0 h 258097"/>
              <a:gd name="connsiteX1" fmla="*/ 1285186 w 1414235"/>
              <a:gd name="connsiteY1" fmla="*/ 0 h 258097"/>
              <a:gd name="connsiteX2" fmla="*/ 1414235 w 1414235"/>
              <a:gd name="connsiteY2" fmla="*/ 129049 h 258097"/>
              <a:gd name="connsiteX3" fmla="*/ 1414234 w 1414235"/>
              <a:gd name="connsiteY3" fmla="*/ 258097 h 258097"/>
              <a:gd name="connsiteX4" fmla="*/ 243348 w 1414235"/>
              <a:gd name="connsiteY4" fmla="*/ 258097 h 258097"/>
              <a:gd name="connsiteX5" fmla="*/ 0 w 1414235"/>
              <a:gd name="connsiteY5" fmla="*/ 0 h 258097"/>
              <a:gd name="connsiteX0" fmla="*/ 0 w 1178260"/>
              <a:gd name="connsiteY0" fmla="*/ 7374 h 258097"/>
              <a:gd name="connsiteX1" fmla="*/ 1049211 w 1178260"/>
              <a:gd name="connsiteY1" fmla="*/ 0 h 258097"/>
              <a:gd name="connsiteX2" fmla="*/ 1178260 w 1178260"/>
              <a:gd name="connsiteY2" fmla="*/ 129049 h 258097"/>
              <a:gd name="connsiteX3" fmla="*/ 1178259 w 1178260"/>
              <a:gd name="connsiteY3" fmla="*/ 258097 h 258097"/>
              <a:gd name="connsiteX4" fmla="*/ 7373 w 1178260"/>
              <a:gd name="connsiteY4" fmla="*/ 258097 h 258097"/>
              <a:gd name="connsiteX5" fmla="*/ 0 w 1178260"/>
              <a:gd name="connsiteY5" fmla="*/ 7374 h 258097"/>
              <a:gd name="connsiteX0" fmla="*/ 0 w 1178260"/>
              <a:gd name="connsiteY0" fmla="*/ 7374 h 265471"/>
              <a:gd name="connsiteX1" fmla="*/ 1049211 w 1178260"/>
              <a:gd name="connsiteY1" fmla="*/ 0 h 265471"/>
              <a:gd name="connsiteX2" fmla="*/ 1178260 w 1178260"/>
              <a:gd name="connsiteY2" fmla="*/ 129049 h 265471"/>
              <a:gd name="connsiteX3" fmla="*/ 1178259 w 1178260"/>
              <a:gd name="connsiteY3" fmla="*/ 258097 h 265471"/>
              <a:gd name="connsiteX4" fmla="*/ 619431 w 1178260"/>
              <a:gd name="connsiteY4" fmla="*/ 265471 h 265471"/>
              <a:gd name="connsiteX5" fmla="*/ 0 w 1178260"/>
              <a:gd name="connsiteY5" fmla="*/ 7374 h 265471"/>
              <a:gd name="connsiteX0" fmla="*/ 0 w 566202"/>
              <a:gd name="connsiteY0" fmla="*/ 0 h 280219"/>
              <a:gd name="connsiteX1" fmla="*/ 437153 w 566202"/>
              <a:gd name="connsiteY1" fmla="*/ 14748 h 280219"/>
              <a:gd name="connsiteX2" fmla="*/ 566202 w 566202"/>
              <a:gd name="connsiteY2" fmla="*/ 143797 h 280219"/>
              <a:gd name="connsiteX3" fmla="*/ 566201 w 566202"/>
              <a:gd name="connsiteY3" fmla="*/ 272845 h 280219"/>
              <a:gd name="connsiteX4" fmla="*/ 7373 w 566202"/>
              <a:gd name="connsiteY4" fmla="*/ 280219 h 280219"/>
              <a:gd name="connsiteX5" fmla="*/ 0 w 566202"/>
              <a:gd name="connsiteY5" fmla="*/ 0 h 280219"/>
              <a:gd name="connsiteX0" fmla="*/ 0 w 566202"/>
              <a:gd name="connsiteY0" fmla="*/ 0 h 280219"/>
              <a:gd name="connsiteX1" fmla="*/ 437153 w 566202"/>
              <a:gd name="connsiteY1" fmla="*/ 14748 h 280219"/>
              <a:gd name="connsiteX2" fmla="*/ 566202 w 566202"/>
              <a:gd name="connsiteY2" fmla="*/ 143797 h 280219"/>
              <a:gd name="connsiteX3" fmla="*/ 566201 w 566202"/>
              <a:gd name="connsiteY3" fmla="*/ 272845 h 280219"/>
              <a:gd name="connsiteX4" fmla="*/ 58992 w 566202"/>
              <a:gd name="connsiteY4" fmla="*/ 280219 h 280219"/>
              <a:gd name="connsiteX5" fmla="*/ 0 w 566202"/>
              <a:gd name="connsiteY5" fmla="*/ 0 h 280219"/>
              <a:gd name="connsiteX0" fmla="*/ 0 w 566202"/>
              <a:gd name="connsiteY0" fmla="*/ 0 h 272845"/>
              <a:gd name="connsiteX1" fmla="*/ 437153 w 566202"/>
              <a:gd name="connsiteY1" fmla="*/ 14748 h 272845"/>
              <a:gd name="connsiteX2" fmla="*/ 566202 w 566202"/>
              <a:gd name="connsiteY2" fmla="*/ 143797 h 272845"/>
              <a:gd name="connsiteX3" fmla="*/ 566201 w 566202"/>
              <a:gd name="connsiteY3" fmla="*/ 272845 h 272845"/>
              <a:gd name="connsiteX4" fmla="*/ 209118 w 566202"/>
              <a:gd name="connsiteY4" fmla="*/ 262022 h 272845"/>
              <a:gd name="connsiteX5" fmla="*/ 0 w 566202"/>
              <a:gd name="connsiteY5" fmla="*/ 0 h 272845"/>
              <a:gd name="connsiteX0" fmla="*/ 0 w 366035"/>
              <a:gd name="connsiteY0" fmla="*/ 0 h 272845"/>
              <a:gd name="connsiteX1" fmla="*/ 236986 w 366035"/>
              <a:gd name="connsiteY1" fmla="*/ 14748 h 272845"/>
              <a:gd name="connsiteX2" fmla="*/ 366035 w 366035"/>
              <a:gd name="connsiteY2" fmla="*/ 143797 h 272845"/>
              <a:gd name="connsiteX3" fmla="*/ 366034 w 366035"/>
              <a:gd name="connsiteY3" fmla="*/ 272845 h 272845"/>
              <a:gd name="connsiteX4" fmla="*/ 8951 w 366035"/>
              <a:gd name="connsiteY4" fmla="*/ 262022 h 272845"/>
              <a:gd name="connsiteX5" fmla="*/ 0 w 366035"/>
              <a:gd name="connsiteY5" fmla="*/ 0 h 272845"/>
              <a:gd name="connsiteX0" fmla="*/ 0 w 366035"/>
              <a:gd name="connsiteY0" fmla="*/ 0 h 272845"/>
              <a:gd name="connsiteX1" fmla="*/ 236986 w 366035"/>
              <a:gd name="connsiteY1" fmla="*/ 14748 h 272845"/>
              <a:gd name="connsiteX2" fmla="*/ 366035 w 366035"/>
              <a:gd name="connsiteY2" fmla="*/ 143797 h 272845"/>
              <a:gd name="connsiteX3" fmla="*/ 366034 w 366035"/>
              <a:gd name="connsiteY3" fmla="*/ 272845 h 272845"/>
              <a:gd name="connsiteX4" fmla="*/ 99438 w 366035"/>
              <a:gd name="connsiteY4" fmla="*/ 247734 h 272845"/>
              <a:gd name="connsiteX5" fmla="*/ 0 w 366035"/>
              <a:gd name="connsiteY5" fmla="*/ 0 h 272845"/>
              <a:gd name="connsiteX0" fmla="*/ 0 w 366035"/>
              <a:gd name="connsiteY0" fmla="*/ 0 h 272845"/>
              <a:gd name="connsiteX1" fmla="*/ 236986 w 366035"/>
              <a:gd name="connsiteY1" fmla="*/ 14748 h 272845"/>
              <a:gd name="connsiteX2" fmla="*/ 366035 w 366035"/>
              <a:gd name="connsiteY2" fmla="*/ 143797 h 272845"/>
              <a:gd name="connsiteX3" fmla="*/ 366034 w 366035"/>
              <a:gd name="connsiteY3" fmla="*/ 272845 h 272845"/>
              <a:gd name="connsiteX4" fmla="*/ 25619 w 366035"/>
              <a:gd name="connsiteY4" fmla="*/ 259641 h 272845"/>
              <a:gd name="connsiteX5" fmla="*/ 0 w 366035"/>
              <a:gd name="connsiteY5" fmla="*/ 0 h 272845"/>
              <a:gd name="connsiteX0" fmla="*/ 5337 w 340416"/>
              <a:gd name="connsiteY0" fmla="*/ 0 h 268083"/>
              <a:gd name="connsiteX1" fmla="*/ 211367 w 340416"/>
              <a:gd name="connsiteY1" fmla="*/ 9986 h 268083"/>
              <a:gd name="connsiteX2" fmla="*/ 340416 w 340416"/>
              <a:gd name="connsiteY2" fmla="*/ 139035 h 268083"/>
              <a:gd name="connsiteX3" fmla="*/ 340415 w 340416"/>
              <a:gd name="connsiteY3" fmla="*/ 268083 h 268083"/>
              <a:gd name="connsiteX4" fmla="*/ 0 w 340416"/>
              <a:gd name="connsiteY4" fmla="*/ 254879 h 268083"/>
              <a:gd name="connsiteX5" fmla="*/ 5337 w 340416"/>
              <a:gd name="connsiteY5" fmla="*/ 0 h 268083"/>
              <a:gd name="connsiteX0" fmla="*/ 5337 w 353901"/>
              <a:gd name="connsiteY0" fmla="*/ 0 h 254879"/>
              <a:gd name="connsiteX1" fmla="*/ 211367 w 353901"/>
              <a:gd name="connsiteY1" fmla="*/ 9986 h 254879"/>
              <a:gd name="connsiteX2" fmla="*/ 340416 w 353901"/>
              <a:gd name="connsiteY2" fmla="*/ 139035 h 254879"/>
              <a:gd name="connsiteX3" fmla="*/ 349940 w 353901"/>
              <a:gd name="connsiteY3" fmla="*/ 253795 h 254879"/>
              <a:gd name="connsiteX4" fmla="*/ 0 w 353901"/>
              <a:gd name="connsiteY4" fmla="*/ 254879 h 254879"/>
              <a:gd name="connsiteX5" fmla="*/ 5337 w 353901"/>
              <a:gd name="connsiteY5" fmla="*/ 0 h 254879"/>
              <a:gd name="connsiteX0" fmla="*/ 7718 w 356282"/>
              <a:gd name="connsiteY0" fmla="*/ 0 h 253795"/>
              <a:gd name="connsiteX1" fmla="*/ 213748 w 356282"/>
              <a:gd name="connsiteY1" fmla="*/ 9986 h 253795"/>
              <a:gd name="connsiteX2" fmla="*/ 342797 w 356282"/>
              <a:gd name="connsiteY2" fmla="*/ 139035 h 253795"/>
              <a:gd name="connsiteX3" fmla="*/ 352321 w 356282"/>
              <a:gd name="connsiteY3" fmla="*/ 253795 h 253795"/>
              <a:gd name="connsiteX4" fmla="*/ 0 w 356282"/>
              <a:gd name="connsiteY4" fmla="*/ 226304 h 253795"/>
              <a:gd name="connsiteX5" fmla="*/ 7718 w 356282"/>
              <a:gd name="connsiteY5" fmla="*/ 0 h 253795"/>
              <a:gd name="connsiteX0" fmla="*/ 574 w 349138"/>
              <a:gd name="connsiteY0" fmla="*/ 0 h 257260"/>
              <a:gd name="connsiteX1" fmla="*/ 206604 w 349138"/>
              <a:gd name="connsiteY1" fmla="*/ 9986 h 257260"/>
              <a:gd name="connsiteX2" fmla="*/ 335653 w 349138"/>
              <a:gd name="connsiteY2" fmla="*/ 139035 h 257260"/>
              <a:gd name="connsiteX3" fmla="*/ 345177 w 349138"/>
              <a:gd name="connsiteY3" fmla="*/ 253795 h 257260"/>
              <a:gd name="connsiteX4" fmla="*/ 0 w 349138"/>
              <a:gd name="connsiteY4" fmla="*/ 257260 h 257260"/>
              <a:gd name="connsiteX5" fmla="*/ 574 w 349138"/>
              <a:gd name="connsiteY5" fmla="*/ 0 h 257260"/>
              <a:gd name="connsiteX0" fmla="*/ 574 w 359486"/>
              <a:gd name="connsiteY0" fmla="*/ 0 h 257260"/>
              <a:gd name="connsiteX1" fmla="*/ 206604 w 359486"/>
              <a:gd name="connsiteY1" fmla="*/ 9986 h 257260"/>
              <a:gd name="connsiteX2" fmla="*/ 335653 w 359486"/>
              <a:gd name="connsiteY2" fmla="*/ 139035 h 257260"/>
              <a:gd name="connsiteX3" fmla="*/ 359464 w 359486"/>
              <a:gd name="connsiteY3" fmla="*/ 253795 h 257260"/>
              <a:gd name="connsiteX4" fmla="*/ 0 w 359486"/>
              <a:gd name="connsiteY4" fmla="*/ 257260 h 257260"/>
              <a:gd name="connsiteX5" fmla="*/ 574 w 359486"/>
              <a:gd name="connsiteY5" fmla="*/ 0 h 257260"/>
              <a:gd name="connsiteX0" fmla="*/ 574 w 359486"/>
              <a:gd name="connsiteY0" fmla="*/ 0 h 257260"/>
              <a:gd name="connsiteX1" fmla="*/ 206604 w 359486"/>
              <a:gd name="connsiteY1" fmla="*/ 9986 h 257260"/>
              <a:gd name="connsiteX2" fmla="*/ 335653 w 359486"/>
              <a:gd name="connsiteY2" fmla="*/ 110460 h 257260"/>
              <a:gd name="connsiteX3" fmla="*/ 359464 w 359486"/>
              <a:gd name="connsiteY3" fmla="*/ 253795 h 257260"/>
              <a:gd name="connsiteX4" fmla="*/ 0 w 359486"/>
              <a:gd name="connsiteY4" fmla="*/ 257260 h 257260"/>
              <a:gd name="connsiteX5" fmla="*/ 574 w 359486"/>
              <a:gd name="connsiteY5" fmla="*/ 0 h 257260"/>
              <a:gd name="connsiteX0" fmla="*/ 574 w 365269"/>
              <a:gd name="connsiteY0" fmla="*/ 0 h 257260"/>
              <a:gd name="connsiteX1" fmla="*/ 206604 w 365269"/>
              <a:gd name="connsiteY1" fmla="*/ 9986 h 257260"/>
              <a:gd name="connsiteX2" fmla="*/ 359464 w 365269"/>
              <a:gd name="connsiteY2" fmla="*/ 253795 h 257260"/>
              <a:gd name="connsiteX3" fmla="*/ 0 w 365269"/>
              <a:gd name="connsiteY3" fmla="*/ 257260 h 257260"/>
              <a:gd name="connsiteX4" fmla="*/ 574 w 365269"/>
              <a:gd name="connsiteY4" fmla="*/ 0 h 257260"/>
              <a:gd name="connsiteX0" fmla="*/ 574 w 369846"/>
              <a:gd name="connsiteY0" fmla="*/ 0 h 257260"/>
              <a:gd name="connsiteX1" fmla="*/ 206604 w 369846"/>
              <a:gd name="connsiteY1" fmla="*/ 9986 h 257260"/>
              <a:gd name="connsiteX2" fmla="*/ 359464 w 369846"/>
              <a:gd name="connsiteY2" fmla="*/ 253795 h 257260"/>
              <a:gd name="connsiteX3" fmla="*/ 0 w 369846"/>
              <a:gd name="connsiteY3" fmla="*/ 257260 h 257260"/>
              <a:gd name="connsiteX4" fmla="*/ 574 w 369846"/>
              <a:gd name="connsiteY4" fmla="*/ 0 h 257260"/>
              <a:gd name="connsiteX0" fmla="*/ 574 w 369846"/>
              <a:gd name="connsiteY0" fmla="*/ 0 h 252497"/>
              <a:gd name="connsiteX1" fmla="*/ 206604 w 369846"/>
              <a:gd name="connsiteY1" fmla="*/ 5223 h 252497"/>
              <a:gd name="connsiteX2" fmla="*/ 359464 w 369846"/>
              <a:gd name="connsiteY2" fmla="*/ 249032 h 252497"/>
              <a:gd name="connsiteX3" fmla="*/ 0 w 369846"/>
              <a:gd name="connsiteY3" fmla="*/ 252497 h 252497"/>
              <a:gd name="connsiteX4" fmla="*/ 574 w 369846"/>
              <a:gd name="connsiteY4" fmla="*/ 0 h 252497"/>
              <a:gd name="connsiteX0" fmla="*/ 574 w 369846"/>
              <a:gd name="connsiteY0" fmla="*/ 0 h 249032"/>
              <a:gd name="connsiteX1" fmla="*/ 206604 w 369846"/>
              <a:gd name="connsiteY1" fmla="*/ 5223 h 249032"/>
              <a:gd name="connsiteX2" fmla="*/ 359464 w 369846"/>
              <a:gd name="connsiteY2" fmla="*/ 249032 h 249032"/>
              <a:gd name="connsiteX3" fmla="*/ 0 w 369846"/>
              <a:gd name="connsiteY3" fmla="*/ 245353 h 249032"/>
              <a:gd name="connsiteX4" fmla="*/ 574 w 369846"/>
              <a:gd name="connsiteY4" fmla="*/ 0 h 2490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69846" h="249032">
                <a:moveTo>
                  <a:pt x="574" y="0"/>
                </a:moveTo>
                <a:lnTo>
                  <a:pt x="206604" y="5223"/>
                </a:lnTo>
                <a:cubicBezTo>
                  <a:pt x="342619" y="42759"/>
                  <a:pt x="393898" y="207820"/>
                  <a:pt x="359464" y="249032"/>
                </a:cubicBezTo>
                <a:lnTo>
                  <a:pt x="0" y="245353"/>
                </a:lnTo>
                <a:cubicBezTo>
                  <a:pt x="191" y="159600"/>
                  <a:pt x="383" y="85753"/>
                  <a:pt x="574" y="0"/>
                </a:cubicBezTo>
                <a:close/>
              </a:path>
            </a:pathLst>
          </a:custGeom>
          <a:gradFill flip="none" rotWithShape="1">
            <a:gsLst>
              <a:gs pos="63000">
                <a:srgbClr val="06D1D7"/>
              </a:gs>
              <a:gs pos="33000">
                <a:srgbClr val="23A295"/>
              </a:gs>
              <a:gs pos="0">
                <a:srgbClr val="57F6A2"/>
              </a:gs>
              <a:gs pos="100000">
                <a:srgbClr val="1B2048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latin typeface="Maven Pro"/>
              <a:ea typeface="Maven Pro"/>
              <a:cs typeface="Maven Pro"/>
              <a:sym typeface="Maven Pro"/>
            </a:endParaRPr>
          </a:p>
        </p:txBody>
      </p:sp>
      <p:sp>
        <p:nvSpPr>
          <p:cNvPr id="41" name="CaixaDeTexto 40">
            <a:extLst>
              <a:ext uri="{FF2B5EF4-FFF2-40B4-BE49-F238E27FC236}">
                <a16:creationId xmlns:a16="http://schemas.microsoft.com/office/drawing/2014/main" id="{C62695D7-6CBD-EACE-9B4D-44B478BD6337}"/>
              </a:ext>
            </a:extLst>
          </p:cNvPr>
          <p:cNvSpPr txBox="1"/>
          <p:nvPr/>
        </p:nvSpPr>
        <p:spPr>
          <a:xfrm>
            <a:off x="756048" y="1371037"/>
            <a:ext cx="7888302" cy="22741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sz="1200" dirty="0"/>
              <a:t>A unidade de análise é a notícia, não a operação, o inquérito ou a ocorrência criminal.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sz="1200" dirty="0"/>
              <a:t>Uma mesma operação pode gerar várias notícias.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sz="1200" dirty="0"/>
              <a:t>Uma notícia pode reunir múltiplos crimes, atores e ações operacionais.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sz="1200" dirty="0"/>
              <a:t>As frequências são sensíveis a escolhas editoriais, campanhas institucionais e padrões de comunicação.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sz="1200" dirty="0"/>
              <a:t>O estudo não realiza uma comparação exaustiva entre diferentes </a:t>
            </a:r>
            <a:r>
              <a:rPr lang="pt-BR" sz="1200" dirty="0" err="1"/>
              <a:t>LLMs</a:t>
            </a:r>
            <a:r>
              <a:rPr lang="pt-BR" sz="1200" dirty="0"/>
              <a:t>, prompts, modelos comerciais, modelos locais e taxonomias.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sz="1200" dirty="0"/>
              <a:t>O ano de 2026 deve ser lido como parcial, pois a coleta vai apenas até </a:t>
            </a:r>
            <a:r>
              <a:rPr lang="pt-BR" sz="1200" b="1" dirty="0"/>
              <a:t>08/05/2026.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sz="1200" dirty="0"/>
              <a:t>Comparações anuais exigem cuidado ou normalização por período de cobertura.</a:t>
            </a:r>
            <a:endParaRPr lang="pt-PT" sz="1200" dirty="0"/>
          </a:p>
        </p:txBody>
      </p:sp>
    </p:spTree>
    <p:extLst>
      <p:ext uri="{BB962C8B-B14F-4D97-AF65-F5344CB8AC3E}">
        <p14:creationId xmlns:p14="http://schemas.microsoft.com/office/powerpoint/2010/main" val="172148994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91">
          <a:extLst>
            <a:ext uri="{FF2B5EF4-FFF2-40B4-BE49-F238E27FC236}">
              <a16:creationId xmlns:a16="http://schemas.microsoft.com/office/drawing/2014/main" id="{43725E3B-C05F-E650-6CDF-99F1294A60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83" name="Gráfico 982">
            <a:extLst>
              <a:ext uri="{FF2B5EF4-FFF2-40B4-BE49-F238E27FC236}">
                <a16:creationId xmlns:a16="http://schemas.microsoft.com/office/drawing/2014/main" id="{1E11BE14-63BF-1921-80B4-730E74B1807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471287" y="-176981"/>
            <a:ext cx="10434025" cy="5320297"/>
          </a:xfrm>
          <a:prstGeom prst="rect">
            <a:avLst/>
          </a:prstGeom>
        </p:spPr>
      </p:pic>
      <p:sp>
        <p:nvSpPr>
          <p:cNvPr id="2" name="Google Shape;932;p37">
            <a:extLst>
              <a:ext uri="{FF2B5EF4-FFF2-40B4-BE49-F238E27FC236}">
                <a16:creationId xmlns:a16="http://schemas.microsoft.com/office/drawing/2014/main" id="{1476A0A4-4DC9-E448-60AA-A22E47EEB604}"/>
              </a:ext>
            </a:extLst>
          </p:cNvPr>
          <p:cNvSpPr txBox="1">
            <a:spLocks/>
          </p:cNvSpPr>
          <p:nvPr/>
        </p:nvSpPr>
        <p:spPr>
          <a:xfrm>
            <a:off x="7194305" y="528340"/>
            <a:ext cx="1661894" cy="2259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None/>
              <a:defRPr sz="28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None/>
              <a:defRPr sz="28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None/>
              <a:defRPr sz="28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None/>
              <a:defRPr sz="28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None/>
              <a:defRPr sz="28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None/>
              <a:defRPr sz="28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None/>
              <a:defRPr sz="28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None/>
              <a:defRPr sz="28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None/>
              <a:defRPr sz="28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r>
              <a:rPr lang="pt-BR" sz="600" b="0" dirty="0">
                <a:solidFill>
                  <a:srgbClr val="186E66"/>
                </a:solidFill>
                <a:latin typeface="+mj-lt"/>
                <a:cs typeface="Arial" panose="020B0604020202020204" pitchFamily="34" charset="0"/>
              </a:rPr>
              <a:t>Há mais de 60 anos pensando o Brasil</a:t>
            </a:r>
          </a:p>
        </p:txBody>
      </p:sp>
      <p:sp>
        <p:nvSpPr>
          <p:cNvPr id="3" name="Google Shape;936;p37">
            <a:extLst>
              <a:ext uri="{FF2B5EF4-FFF2-40B4-BE49-F238E27FC236}">
                <a16:creationId xmlns:a16="http://schemas.microsoft.com/office/drawing/2014/main" id="{D08772AE-F94C-D75B-30F9-EA1229648199}"/>
              </a:ext>
            </a:extLst>
          </p:cNvPr>
          <p:cNvSpPr/>
          <p:nvPr/>
        </p:nvSpPr>
        <p:spPr>
          <a:xfrm flipH="1">
            <a:off x="7861193" y="4721150"/>
            <a:ext cx="1282656" cy="422165"/>
          </a:xfrm>
          <a:prstGeom prst="round1Rect">
            <a:avLst>
              <a:gd name="adj" fmla="val 50000"/>
            </a:avLst>
          </a:prstGeom>
          <a:solidFill>
            <a:srgbClr val="1B204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latin typeface="Maven Pro"/>
              <a:ea typeface="Maven Pro"/>
              <a:cs typeface="Maven Pro"/>
              <a:sym typeface="Maven Pro"/>
            </a:endParaRPr>
          </a:p>
        </p:txBody>
      </p:sp>
      <p:sp>
        <p:nvSpPr>
          <p:cNvPr id="4" name="Google Shape;937;p37">
            <a:extLst>
              <a:ext uri="{FF2B5EF4-FFF2-40B4-BE49-F238E27FC236}">
                <a16:creationId xmlns:a16="http://schemas.microsoft.com/office/drawing/2014/main" id="{6FFADA4F-82F6-1964-97C0-6C7CC654C445}"/>
              </a:ext>
            </a:extLst>
          </p:cNvPr>
          <p:cNvSpPr/>
          <p:nvPr/>
        </p:nvSpPr>
        <p:spPr>
          <a:xfrm flipH="1">
            <a:off x="7588727" y="4912884"/>
            <a:ext cx="1555123" cy="230496"/>
          </a:xfrm>
          <a:prstGeom prst="round1Rect">
            <a:avLst>
              <a:gd name="adj" fmla="val 50000"/>
            </a:avLst>
          </a:prstGeom>
          <a:gradFill flip="none" rotWithShape="1">
            <a:gsLst>
              <a:gs pos="63000">
                <a:srgbClr val="06D1D7"/>
              </a:gs>
              <a:gs pos="33000">
                <a:srgbClr val="23A295"/>
              </a:gs>
              <a:gs pos="0">
                <a:srgbClr val="57F6A2"/>
              </a:gs>
              <a:gs pos="100000">
                <a:srgbClr val="1B2048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latin typeface="Maven Pro"/>
              <a:ea typeface="Maven Pro"/>
              <a:cs typeface="Maven Pro"/>
              <a:sym typeface="Maven Pro"/>
            </a:endParaRPr>
          </a:p>
        </p:txBody>
      </p:sp>
      <p:grpSp>
        <p:nvGrpSpPr>
          <p:cNvPr id="5" name="Google Shape;938;p37">
            <a:extLst>
              <a:ext uri="{FF2B5EF4-FFF2-40B4-BE49-F238E27FC236}">
                <a16:creationId xmlns:a16="http://schemas.microsoft.com/office/drawing/2014/main" id="{FFFEBE8A-A83F-1ECD-D6CA-05E5AD228ABD}"/>
              </a:ext>
            </a:extLst>
          </p:cNvPr>
          <p:cNvGrpSpPr/>
          <p:nvPr/>
        </p:nvGrpSpPr>
        <p:grpSpPr>
          <a:xfrm>
            <a:off x="8644350" y="4276582"/>
            <a:ext cx="423698" cy="551579"/>
            <a:chOff x="7631225" y="2241175"/>
            <a:chExt cx="986125" cy="2095500"/>
          </a:xfrm>
          <a:gradFill>
            <a:gsLst>
              <a:gs pos="53000">
                <a:srgbClr val="23A295"/>
              </a:gs>
              <a:gs pos="0">
                <a:srgbClr val="57F6A2"/>
              </a:gs>
              <a:gs pos="100000">
                <a:srgbClr val="1B2048"/>
              </a:gs>
            </a:gsLst>
            <a:lin ang="5400000" scaled="1"/>
          </a:gradFill>
        </p:grpSpPr>
        <p:cxnSp>
          <p:nvCxnSpPr>
            <p:cNvPr id="6" name="Google Shape;939;p37">
              <a:extLst>
                <a:ext uri="{FF2B5EF4-FFF2-40B4-BE49-F238E27FC236}">
                  <a16:creationId xmlns:a16="http://schemas.microsoft.com/office/drawing/2014/main" id="{DE12CCCE-992C-81CB-B1A6-11DE9704AFB1}"/>
                </a:ext>
              </a:extLst>
            </p:cNvPr>
            <p:cNvCxnSpPr/>
            <p:nvPr/>
          </p:nvCxnSpPr>
          <p:spPr>
            <a:xfrm>
              <a:off x="7631225" y="2241175"/>
              <a:ext cx="0" cy="2095500"/>
            </a:xfrm>
            <a:prstGeom prst="straightConnector1">
              <a:avLst/>
            </a:prstGeom>
            <a:grpFill/>
            <a:ln w="9525" cap="flat" cmpd="sng">
              <a:solidFill>
                <a:srgbClr val="1AB0A9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7" name="Google Shape;940;p37">
              <a:extLst>
                <a:ext uri="{FF2B5EF4-FFF2-40B4-BE49-F238E27FC236}">
                  <a16:creationId xmlns:a16="http://schemas.microsoft.com/office/drawing/2014/main" id="{B744BD39-C08F-B47F-2078-66838E308AF0}"/>
                </a:ext>
              </a:extLst>
            </p:cNvPr>
            <p:cNvCxnSpPr/>
            <p:nvPr/>
          </p:nvCxnSpPr>
          <p:spPr>
            <a:xfrm>
              <a:off x="7707081" y="2241175"/>
              <a:ext cx="0" cy="2095500"/>
            </a:xfrm>
            <a:prstGeom prst="straightConnector1">
              <a:avLst/>
            </a:prstGeom>
            <a:grpFill/>
            <a:ln w="9525" cap="flat" cmpd="sng">
              <a:solidFill>
                <a:srgbClr val="1AB0A9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8" name="Google Shape;941;p37">
              <a:extLst>
                <a:ext uri="{FF2B5EF4-FFF2-40B4-BE49-F238E27FC236}">
                  <a16:creationId xmlns:a16="http://schemas.microsoft.com/office/drawing/2014/main" id="{F9141C03-F54F-EBDB-3A3A-E9772BF7444F}"/>
                </a:ext>
              </a:extLst>
            </p:cNvPr>
            <p:cNvCxnSpPr/>
            <p:nvPr/>
          </p:nvCxnSpPr>
          <p:spPr>
            <a:xfrm>
              <a:off x="7782937" y="2241175"/>
              <a:ext cx="0" cy="2095500"/>
            </a:xfrm>
            <a:prstGeom prst="straightConnector1">
              <a:avLst/>
            </a:prstGeom>
            <a:grpFill/>
            <a:ln w="9525" cap="flat" cmpd="sng">
              <a:solidFill>
                <a:srgbClr val="1AB0A9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9" name="Google Shape;942;p37">
              <a:extLst>
                <a:ext uri="{FF2B5EF4-FFF2-40B4-BE49-F238E27FC236}">
                  <a16:creationId xmlns:a16="http://schemas.microsoft.com/office/drawing/2014/main" id="{458946CF-B7BC-7B0D-EE55-926ABE479E17}"/>
                </a:ext>
              </a:extLst>
            </p:cNvPr>
            <p:cNvCxnSpPr/>
            <p:nvPr/>
          </p:nvCxnSpPr>
          <p:spPr>
            <a:xfrm>
              <a:off x="7858792" y="2241175"/>
              <a:ext cx="0" cy="2095500"/>
            </a:xfrm>
            <a:prstGeom prst="straightConnector1">
              <a:avLst/>
            </a:prstGeom>
            <a:grpFill/>
            <a:ln w="9525" cap="flat" cmpd="sng">
              <a:solidFill>
                <a:srgbClr val="1AB0A9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0" name="Google Shape;943;p37">
              <a:extLst>
                <a:ext uri="{FF2B5EF4-FFF2-40B4-BE49-F238E27FC236}">
                  <a16:creationId xmlns:a16="http://schemas.microsoft.com/office/drawing/2014/main" id="{209D5FFA-31EA-E5A9-45F9-4D896D528F0B}"/>
                </a:ext>
              </a:extLst>
            </p:cNvPr>
            <p:cNvCxnSpPr/>
            <p:nvPr/>
          </p:nvCxnSpPr>
          <p:spPr>
            <a:xfrm>
              <a:off x="8010504" y="2241175"/>
              <a:ext cx="0" cy="2095500"/>
            </a:xfrm>
            <a:prstGeom prst="straightConnector1">
              <a:avLst/>
            </a:prstGeom>
            <a:grpFill/>
            <a:ln w="9525" cap="flat" cmpd="sng">
              <a:solidFill>
                <a:srgbClr val="1AB0A9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1" name="Google Shape;944;p37">
              <a:extLst>
                <a:ext uri="{FF2B5EF4-FFF2-40B4-BE49-F238E27FC236}">
                  <a16:creationId xmlns:a16="http://schemas.microsoft.com/office/drawing/2014/main" id="{8BBC229C-EB28-C7E6-B4CF-6473C66F7F2E}"/>
                </a:ext>
              </a:extLst>
            </p:cNvPr>
            <p:cNvCxnSpPr/>
            <p:nvPr/>
          </p:nvCxnSpPr>
          <p:spPr>
            <a:xfrm>
              <a:off x="8162215" y="2241175"/>
              <a:ext cx="0" cy="2095500"/>
            </a:xfrm>
            <a:prstGeom prst="straightConnector1">
              <a:avLst/>
            </a:prstGeom>
            <a:grpFill/>
            <a:ln w="9525" cap="flat" cmpd="sng">
              <a:solidFill>
                <a:srgbClr val="1AB0A9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2" name="Google Shape;945;p37">
              <a:extLst>
                <a:ext uri="{FF2B5EF4-FFF2-40B4-BE49-F238E27FC236}">
                  <a16:creationId xmlns:a16="http://schemas.microsoft.com/office/drawing/2014/main" id="{39056413-C98D-8392-D7C1-349BB275EB4F}"/>
                </a:ext>
              </a:extLst>
            </p:cNvPr>
            <p:cNvCxnSpPr/>
            <p:nvPr/>
          </p:nvCxnSpPr>
          <p:spPr>
            <a:xfrm>
              <a:off x="8313927" y="2241175"/>
              <a:ext cx="0" cy="2095500"/>
            </a:xfrm>
            <a:prstGeom prst="straightConnector1">
              <a:avLst/>
            </a:prstGeom>
            <a:grpFill/>
            <a:ln w="9525" cap="flat" cmpd="sng">
              <a:solidFill>
                <a:srgbClr val="1AB0A9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3" name="Google Shape;946;p37">
              <a:extLst>
                <a:ext uri="{FF2B5EF4-FFF2-40B4-BE49-F238E27FC236}">
                  <a16:creationId xmlns:a16="http://schemas.microsoft.com/office/drawing/2014/main" id="{23BE05E0-E210-40B2-8B3E-D12419151685}"/>
                </a:ext>
              </a:extLst>
            </p:cNvPr>
            <p:cNvCxnSpPr/>
            <p:nvPr/>
          </p:nvCxnSpPr>
          <p:spPr>
            <a:xfrm>
              <a:off x="7934648" y="2241175"/>
              <a:ext cx="0" cy="2095500"/>
            </a:xfrm>
            <a:prstGeom prst="straightConnector1">
              <a:avLst/>
            </a:prstGeom>
            <a:grpFill/>
            <a:ln w="9525" cap="flat" cmpd="sng">
              <a:solidFill>
                <a:srgbClr val="1AB0A9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4" name="Google Shape;947;p37">
              <a:extLst>
                <a:ext uri="{FF2B5EF4-FFF2-40B4-BE49-F238E27FC236}">
                  <a16:creationId xmlns:a16="http://schemas.microsoft.com/office/drawing/2014/main" id="{DA1892AE-3764-CF1E-0977-52E297BD933A}"/>
                </a:ext>
              </a:extLst>
            </p:cNvPr>
            <p:cNvCxnSpPr/>
            <p:nvPr/>
          </p:nvCxnSpPr>
          <p:spPr>
            <a:xfrm>
              <a:off x="8086360" y="2241175"/>
              <a:ext cx="0" cy="2095500"/>
            </a:xfrm>
            <a:prstGeom prst="straightConnector1">
              <a:avLst/>
            </a:prstGeom>
            <a:grpFill/>
            <a:ln w="9525" cap="flat" cmpd="sng">
              <a:solidFill>
                <a:srgbClr val="1AB0A9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5" name="Google Shape;948;p37">
              <a:extLst>
                <a:ext uri="{FF2B5EF4-FFF2-40B4-BE49-F238E27FC236}">
                  <a16:creationId xmlns:a16="http://schemas.microsoft.com/office/drawing/2014/main" id="{D86DD668-5D4A-921E-2D0A-1B19CD5AD5A5}"/>
                </a:ext>
              </a:extLst>
            </p:cNvPr>
            <p:cNvCxnSpPr/>
            <p:nvPr/>
          </p:nvCxnSpPr>
          <p:spPr>
            <a:xfrm>
              <a:off x="8238071" y="2241175"/>
              <a:ext cx="0" cy="2095500"/>
            </a:xfrm>
            <a:prstGeom prst="straightConnector1">
              <a:avLst/>
            </a:prstGeom>
            <a:grpFill/>
            <a:ln w="9525" cap="flat" cmpd="sng">
              <a:solidFill>
                <a:srgbClr val="1AB0A9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6" name="Google Shape;949;p37">
              <a:extLst>
                <a:ext uri="{FF2B5EF4-FFF2-40B4-BE49-F238E27FC236}">
                  <a16:creationId xmlns:a16="http://schemas.microsoft.com/office/drawing/2014/main" id="{915E9473-A402-D267-8741-5E05927C7DD5}"/>
                </a:ext>
              </a:extLst>
            </p:cNvPr>
            <p:cNvCxnSpPr/>
            <p:nvPr/>
          </p:nvCxnSpPr>
          <p:spPr>
            <a:xfrm>
              <a:off x="8389783" y="2241175"/>
              <a:ext cx="0" cy="2095500"/>
            </a:xfrm>
            <a:prstGeom prst="straightConnector1">
              <a:avLst/>
            </a:prstGeom>
            <a:grpFill/>
            <a:ln w="9525" cap="flat" cmpd="sng">
              <a:solidFill>
                <a:srgbClr val="1AB0A9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7" name="Google Shape;950;p37">
              <a:extLst>
                <a:ext uri="{FF2B5EF4-FFF2-40B4-BE49-F238E27FC236}">
                  <a16:creationId xmlns:a16="http://schemas.microsoft.com/office/drawing/2014/main" id="{477DA2C1-BBC8-09E8-9DF4-5AF04DEB189E}"/>
                </a:ext>
              </a:extLst>
            </p:cNvPr>
            <p:cNvCxnSpPr/>
            <p:nvPr/>
          </p:nvCxnSpPr>
          <p:spPr>
            <a:xfrm>
              <a:off x="8465638" y="2241175"/>
              <a:ext cx="0" cy="2095500"/>
            </a:xfrm>
            <a:prstGeom prst="straightConnector1">
              <a:avLst/>
            </a:prstGeom>
            <a:grpFill/>
            <a:ln w="9525" cap="flat" cmpd="sng">
              <a:solidFill>
                <a:srgbClr val="1AB0A9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8" name="Google Shape;951;p37">
              <a:extLst>
                <a:ext uri="{FF2B5EF4-FFF2-40B4-BE49-F238E27FC236}">
                  <a16:creationId xmlns:a16="http://schemas.microsoft.com/office/drawing/2014/main" id="{08D28A08-69A7-7CFB-C715-46E2F107FC66}"/>
                </a:ext>
              </a:extLst>
            </p:cNvPr>
            <p:cNvCxnSpPr/>
            <p:nvPr/>
          </p:nvCxnSpPr>
          <p:spPr>
            <a:xfrm>
              <a:off x="8541494" y="2241175"/>
              <a:ext cx="0" cy="2095500"/>
            </a:xfrm>
            <a:prstGeom prst="straightConnector1">
              <a:avLst/>
            </a:prstGeom>
            <a:grpFill/>
            <a:ln w="9525" cap="flat" cmpd="sng">
              <a:solidFill>
                <a:srgbClr val="1AB0A9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9" name="Google Shape;952;p37">
              <a:extLst>
                <a:ext uri="{FF2B5EF4-FFF2-40B4-BE49-F238E27FC236}">
                  <a16:creationId xmlns:a16="http://schemas.microsoft.com/office/drawing/2014/main" id="{2479D14B-1067-53A0-2C14-36FC0BA26F7C}"/>
                </a:ext>
              </a:extLst>
            </p:cNvPr>
            <p:cNvCxnSpPr/>
            <p:nvPr/>
          </p:nvCxnSpPr>
          <p:spPr>
            <a:xfrm>
              <a:off x="8617350" y="2241175"/>
              <a:ext cx="0" cy="2095500"/>
            </a:xfrm>
            <a:prstGeom prst="straightConnector1">
              <a:avLst/>
            </a:prstGeom>
            <a:grpFill/>
            <a:ln w="9525" cap="flat" cmpd="sng">
              <a:solidFill>
                <a:srgbClr val="1AB0A9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20" name="Google Shape;954;p37">
            <a:extLst>
              <a:ext uri="{FF2B5EF4-FFF2-40B4-BE49-F238E27FC236}">
                <a16:creationId xmlns:a16="http://schemas.microsoft.com/office/drawing/2014/main" id="{4AD07110-4C16-CB5F-FC0D-994359C9DA0E}"/>
              </a:ext>
            </a:extLst>
          </p:cNvPr>
          <p:cNvSpPr/>
          <p:nvPr/>
        </p:nvSpPr>
        <p:spPr>
          <a:xfrm>
            <a:off x="0" y="4680042"/>
            <a:ext cx="922564" cy="463274"/>
          </a:xfrm>
          <a:prstGeom prst="rect">
            <a:avLst/>
          </a:prstGeom>
          <a:gradFill>
            <a:gsLst>
              <a:gs pos="33000">
                <a:srgbClr val="23A295"/>
              </a:gs>
              <a:gs pos="0">
                <a:srgbClr val="57F6A2"/>
              </a:gs>
              <a:gs pos="100000">
                <a:srgbClr val="1B2048"/>
              </a:gs>
            </a:gsLst>
            <a:path path="circle">
              <a:fillToRect l="100000" t="100000"/>
            </a:path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dirty="0">
              <a:latin typeface="Maven Pro"/>
              <a:ea typeface="Maven Pro"/>
              <a:cs typeface="Maven Pro"/>
              <a:sym typeface="Maven Pro"/>
            </a:endParaRPr>
          </a:p>
        </p:txBody>
      </p:sp>
      <p:sp>
        <p:nvSpPr>
          <p:cNvPr id="21" name="Google Shape;955;p37">
            <a:extLst>
              <a:ext uri="{FF2B5EF4-FFF2-40B4-BE49-F238E27FC236}">
                <a16:creationId xmlns:a16="http://schemas.microsoft.com/office/drawing/2014/main" id="{1E71063A-9CF4-B784-8B80-77ED8E80F863}"/>
              </a:ext>
            </a:extLst>
          </p:cNvPr>
          <p:cNvSpPr/>
          <p:nvPr/>
        </p:nvSpPr>
        <p:spPr>
          <a:xfrm>
            <a:off x="0" y="4912883"/>
            <a:ext cx="1663658" cy="230641"/>
          </a:xfrm>
          <a:prstGeom prst="round1Rect">
            <a:avLst>
              <a:gd name="adj" fmla="val 50000"/>
            </a:avLst>
          </a:prstGeom>
          <a:solidFill>
            <a:srgbClr val="1B204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latin typeface="Maven Pro"/>
              <a:ea typeface="Maven Pro"/>
              <a:cs typeface="Maven Pro"/>
              <a:sym typeface="Maven Pro"/>
            </a:endParaRPr>
          </a:p>
        </p:txBody>
      </p:sp>
      <p:grpSp>
        <p:nvGrpSpPr>
          <p:cNvPr id="22" name="Agrupar 21">
            <a:extLst>
              <a:ext uri="{FF2B5EF4-FFF2-40B4-BE49-F238E27FC236}">
                <a16:creationId xmlns:a16="http://schemas.microsoft.com/office/drawing/2014/main" id="{06190362-4398-2CF3-007F-9F15BC6D4E4E}"/>
              </a:ext>
            </a:extLst>
          </p:cNvPr>
          <p:cNvGrpSpPr/>
          <p:nvPr/>
        </p:nvGrpSpPr>
        <p:grpSpPr>
          <a:xfrm>
            <a:off x="7070035" y="156184"/>
            <a:ext cx="1722295" cy="405506"/>
            <a:chOff x="4782913" y="272045"/>
            <a:chExt cx="3752189" cy="883435"/>
          </a:xfrm>
        </p:grpSpPr>
        <p:pic>
          <p:nvPicPr>
            <p:cNvPr id="23" name="Imagem 22" descr="Interface gráfica do usuário, Texto&#10;&#10;O conteúdo gerado por IA pode estar incorreto.">
              <a:extLst>
                <a:ext uri="{FF2B5EF4-FFF2-40B4-BE49-F238E27FC236}">
                  <a16:creationId xmlns:a16="http://schemas.microsoft.com/office/drawing/2014/main" id="{EF69E196-01E0-8075-49BD-67E693F02694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4782913" y="272045"/>
              <a:ext cx="3752189" cy="883435"/>
            </a:xfrm>
            <a:prstGeom prst="rect">
              <a:avLst/>
            </a:prstGeom>
          </p:spPr>
        </p:pic>
        <p:cxnSp>
          <p:nvCxnSpPr>
            <p:cNvPr id="24" name="Conector reto 23">
              <a:extLst>
                <a:ext uri="{FF2B5EF4-FFF2-40B4-BE49-F238E27FC236}">
                  <a16:creationId xmlns:a16="http://schemas.microsoft.com/office/drawing/2014/main" id="{ED08BE03-C289-AA74-7AA4-76003BF1A63C}"/>
                </a:ext>
              </a:extLst>
            </p:cNvPr>
            <p:cNvCxnSpPr>
              <a:cxnSpLocks/>
            </p:cNvCxnSpPr>
            <p:nvPr/>
          </p:nvCxnSpPr>
          <p:spPr>
            <a:xfrm>
              <a:off x="5253460" y="1066595"/>
              <a:ext cx="3264536" cy="16228"/>
            </a:xfrm>
            <a:prstGeom prst="line">
              <a:avLst/>
            </a:prstGeom>
            <a:ln>
              <a:solidFill>
                <a:srgbClr val="00445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5" name="Google Shape;936;p37">
            <a:extLst>
              <a:ext uri="{FF2B5EF4-FFF2-40B4-BE49-F238E27FC236}">
                <a16:creationId xmlns:a16="http://schemas.microsoft.com/office/drawing/2014/main" id="{75DA7956-FAEC-BF48-F1D6-5B13319B6695}"/>
              </a:ext>
            </a:extLst>
          </p:cNvPr>
          <p:cNvSpPr/>
          <p:nvPr/>
        </p:nvSpPr>
        <p:spPr>
          <a:xfrm rot="16200000" flipH="1" flipV="1">
            <a:off x="-26331" y="5857"/>
            <a:ext cx="636272" cy="583606"/>
          </a:xfrm>
          <a:custGeom>
            <a:avLst/>
            <a:gdLst>
              <a:gd name="connsiteX0" fmla="*/ 0 w 1440059"/>
              <a:gd name="connsiteY0" fmla="*/ 0 h 583600"/>
              <a:gd name="connsiteX1" fmla="*/ 1148259 w 1440059"/>
              <a:gd name="connsiteY1" fmla="*/ 0 h 583600"/>
              <a:gd name="connsiteX2" fmla="*/ 1440059 w 1440059"/>
              <a:gd name="connsiteY2" fmla="*/ 291800 h 583600"/>
              <a:gd name="connsiteX3" fmla="*/ 1440059 w 1440059"/>
              <a:gd name="connsiteY3" fmla="*/ 583600 h 583600"/>
              <a:gd name="connsiteX4" fmla="*/ 0 w 1440059"/>
              <a:gd name="connsiteY4" fmla="*/ 583600 h 583600"/>
              <a:gd name="connsiteX5" fmla="*/ 0 w 1440059"/>
              <a:gd name="connsiteY5" fmla="*/ 0 h 583600"/>
              <a:gd name="connsiteX0" fmla="*/ 612059 w 1440059"/>
              <a:gd name="connsiteY0" fmla="*/ 0 h 583603"/>
              <a:gd name="connsiteX1" fmla="*/ 1148259 w 1440059"/>
              <a:gd name="connsiteY1" fmla="*/ 3 h 583603"/>
              <a:gd name="connsiteX2" fmla="*/ 1440059 w 1440059"/>
              <a:gd name="connsiteY2" fmla="*/ 291803 h 583603"/>
              <a:gd name="connsiteX3" fmla="*/ 1440059 w 1440059"/>
              <a:gd name="connsiteY3" fmla="*/ 583603 h 583603"/>
              <a:gd name="connsiteX4" fmla="*/ 0 w 1440059"/>
              <a:gd name="connsiteY4" fmla="*/ 583603 h 583603"/>
              <a:gd name="connsiteX5" fmla="*/ 612059 w 1440059"/>
              <a:gd name="connsiteY5" fmla="*/ 0 h 583603"/>
              <a:gd name="connsiteX0" fmla="*/ 0 w 828000"/>
              <a:gd name="connsiteY0" fmla="*/ 0 h 583603"/>
              <a:gd name="connsiteX1" fmla="*/ 536200 w 828000"/>
              <a:gd name="connsiteY1" fmla="*/ 3 h 583603"/>
              <a:gd name="connsiteX2" fmla="*/ 828000 w 828000"/>
              <a:gd name="connsiteY2" fmla="*/ 291803 h 583603"/>
              <a:gd name="connsiteX3" fmla="*/ 828000 w 828000"/>
              <a:gd name="connsiteY3" fmla="*/ 583603 h 583603"/>
              <a:gd name="connsiteX4" fmla="*/ 191728 w 828000"/>
              <a:gd name="connsiteY4" fmla="*/ 576229 h 583603"/>
              <a:gd name="connsiteX5" fmla="*/ 0 w 828000"/>
              <a:gd name="connsiteY5" fmla="*/ 0 h 583603"/>
              <a:gd name="connsiteX0" fmla="*/ 14749 w 636272"/>
              <a:gd name="connsiteY0" fmla="*/ 0 h 583606"/>
              <a:gd name="connsiteX1" fmla="*/ 344472 w 636272"/>
              <a:gd name="connsiteY1" fmla="*/ 6 h 583606"/>
              <a:gd name="connsiteX2" fmla="*/ 636272 w 636272"/>
              <a:gd name="connsiteY2" fmla="*/ 291806 h 583606"/>
              <a:gd name="connsiteX3" fmla="*/ 636272 w 636272"/>
              <a:gd name="connsiteY3" fmla="*/ 583606 h 583606"/>
              <a:gd name="connsiteX4" fmla="*/ 0 w 636272"/>
              <a:gd name="connsiteY4" fmla="*/ 576232 h 583606"/>
              <a:gd name="connsiteX5" fmla="*/ 14749 w 636272"/>
              <a:gd name="connsiteY5" fmla="*/ 0 h 5836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36272" h="583606">
                <a:moveTo>
                  <a:pt x="14749" y="0"/>
                </a:moveTo>
                <a:lnTo>
                  <a:pt x="344472" y="6"/>
                </a:lnTo>
                <a:cubicBezTo>
                  <a:pt x="505629" y="6"/>
                  <a:pt x="636272" y="130649"/>
                  <a:pt x="636272" y="291806"/>
                </a:cubicBezTo>
                <a:lnTo>
                  <a:pt x="636272" y="583606"/>
                </a:lnTo>
                <a:lnTo>
                  <a:pt x="0" y="576232"/>
                </a:lnTo>
                <a:lnTo>
                  <a:pt x="14749" y="0"/>
                </a:lnTo>
                <a:close/>
              </a:path>
            </a:pathLst>
          </a:custGeom>
          <a:solidFill>
            <a:srgbClr val="1B204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latin typeface="Maven Pro"/>
              <a:ea typeface="Maven Pro"/>
              <a:cs typeface="Maven Pro"/>
              <a:sym typeface="Maven Pro"/>
            </a:endParaRPr>
          </a:p>
        </p:txBody>
      </p:sp>
      <p:sp>
        <p:nvSpPr>
          <p:cNvPr id="26" name="Google Shape;937;p37">
            <a:extLst>
              <a:ext uri="{FF2B5EF4-FFF2-40B4-BE49-F238E27FC236}">
                <a16:creationId xmlns:a16="http://schemas.microsoft.com/office/drawing/2014/main" id="{70A347B4-DB21-BBC3-B3CA-3A907C9AA650}"/>
              </a:ext>
            </a:extLst>
          </p:cNvPr>
          <p:cNvSpPr/>
          <p:nvPr/>
        </p:nvSpPr>
        <p:spPr>
          <a:xfrm rot="16200000" flipH="1" flipV="1">
            <a:off x="-223281" y="212082"/>
            <a:ext cx="765195" cy="318641"/>
          </a:xfrm>
          <a:custGeom>
            <a:avLst/>
            <a:gdLst>
              <a:gd name="connsiteX0" fmla="*/ 0 w 1745961"/>
              <a:gd name="connsiteY0" fmla="*/ 0 h 318637"/>
              <a:gd name="connsiteX1" fmla="*/ 1586643 w 1745961"/>
              <a:gd name="connsiteY1" fmla="*/ 0 h 318637"/>
              <a:gd name="connsiteX2" fmla="*/ 1745962 w 1745961"/>
              <a:gd name="connsiteY2" fmla="*/ 159319 h 318637"/>
              <a:gd name="connsiteX3" fmla="*/ 1745961 w 1745961"/>
              <a:gd name="connsiteY3" fmla="*/ 318637 h 318637"/>
              <a:gd name="connsiteX4" fmla="*/ 0 w 1745961"/>
              <a:gd name="connsiteY4" fmla="*/ 318637 h 318637"/>
              <a:gd name="connsiteX5" fmla="*/ 0 w 1745961"/>
              <a:gd name="connsiteY5" fmla="*/ 0 h 318637"/>
              <a:gd name="connsiteX0" fmla="*/ 980768 w 1745962"/>
              <a:gd name="connsiteY0" fmla="*/ 0 h 318637"/>
              <a:gd name="connsiteX1" fmla="*/ 1586643 w 1745962"/>
              <a:gd name="connsiteY1" fmla="*/ 0 h 318637"/>
              <a:gd name="connsiteX2" fmla="*/ 1745962 w 1745962"/>
              <a:gd name="connsiteY2" fmla="*/ 159319 h 318637"/>
              <a:gd name="connsiteX3" fmla="*/ 1745961 w 1745962"/>
              <a:gd name="connsiteY3" fmla="*/ 318637 h 318637"/>
              <a:gd name="connsiteX4" fmla="*/ 0 w 1745962"/>
              <a:gd name="connsiteY4" fmla="*/ 318637 h 318637"/>
              <a:gd name="connsiteX5" fmla="*/ 980768 w 1745962"/>
              <a:gd name="connsiteY5" fmla="*/ 0 h 318637"/>
              <a:gd name="connsiteX0" fmla="*/ 1 w 765195"/>
              <a:gd name="connsiteY0" fmla="*/ 0 h 318641"/>
              <a:gd name="connsiteX1" fmla="*/ 605876 w 765195"/>
              <a:gd name="connsiteY1" fmla="*/ 0 h 318641"/>
              <a:gd name="connsiteX2" fmla="*/ 765195 w 765195"/>
              <a:gd name="connsiteY2" fmla="*/ 159319 h 318641"/>
              <a:gd name="connsiteX3" fmla="*/ 765194 w 765195"/>
              <a:gd name="connsiteY3" fmla="*/ 318637 h 318641"/>
              <a:gd name="connsiteX4" fmla="*/ 0 w 765195"/>
              <a:gd name="connsiteY4" fmla="*/ 318641 h 318641"/>
              <a:gd name="connsiteX5" fmla="*/ 1 w 765195"/>
              <a:gd name="connsiteY5" fmla="*/ 0 h 3186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765195" h="318641">
                <a:moveTo>
                  <a:pt x="1" y="0"/>
                </a:moveTo>
                <a:lnTo>
                  <a:pt x="605876" y="0"/>
                </a:lnTo>
                <a:cubicBezTo>
                  <a:pt x="693865" y="0"/>
                  <a:pt x="765195" y="71330"/>
                  <a:pt x="765195" y="159319"/>
                </a:cubicBezTo>
                <a:cubicBezTo>
                  <a:pt x="765195" y="212425"/>
                  <a:pt x="765194" y="265531"/>
                  <a:pt x="765194" y="318637"/>
                </a:cubicBezTo>
                <a:lnTo>
                  <a:pt x="0" y="318641"/>
                </a:lnTo>
                <a:cubicBezTo>
                  <a:pt x="0" y="212427"/>
                  <a:pt x="1" y="106214"/>
                  <a:pt x="1" y="0"/>
                </a:cubicBezTo>
                <a:close/>
              </a:path>
            </a:pathLst>
          </a:custGeom>
          <a:gradFill flip="none" rotWithShape="1">
            <a:gsLst>
              <a:gs pos="63000">
                <a:srgbClr val="06D1D7"/>
              </a:gs>
              <a:gs pos="33000">
                <a:srgbClr val="23A295"/>
              </a:gs>
              <a:gs pos="0">
                <a:srgbClr val="57F6A2"/>
              </a:gs>
              <a:gs pos="100000">
                <a:srgbClr val="1B2048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latin typeface="Maven Pro"/>
              <a:ea typeface="Maven Pro"/>
              <a:cs typeface="Maven Pro"/>
              <a:sym typeface="Maven Pro"/>
            </a:endParaRPr>
          </a:p>
        </p:txBody>
      </p:sp>
      <p:grpSp>
        <p:nvGrpSpPr>
          <p:cNvPr id="28" name="Google Shape;938;p37">
            <a:extLst>
              <a:ext uri="{FF2B5EF4-FFF2-40B4-BE49-F238E27FC236}">
                <a16:creationId xmlns:a16="http://schemas.microsoft.com/office/drawing/2014/main" id="{14F165E0-A71A-108F-4322-439BD87CB253}"/>
              </a:ext>
            </a:extLst>
          </p:cNvPr>
          <p:cNvGrpSpPr/>
          <p:nvPr/>
        </p:nvGrpSpPr>
        <p:grpSpPr>
          <a:xfrm rot="16200000">
            <a:off x="720348" y="-178200"/>
            <a:ext cx="368002" cy="860760"/>
            <a:chOff x="8238071" y="2241175"/>
            <a:chExt cx="379279" cy="2095500"/>
          </a:xfrm>
          <a:gradFill>
            <a:gsLst>
              <a:gs pos="53000">
                <a:srgbClr val="23A295"/>
              </a:gs>
              <a:gs pos="0">
                <a:srgbClr val="57F6A2"/>
              </a:gs>
              <a:gs pos="100000">
                <a:srgbClr val="1B2048"/>
              </a:gs>
            </a:gsLst>
            <a:lin ang="5400000" scaled="1"/>
          </a:gradFill>
        </p:grpSpPr>
        <p:cxnSp>
          <p:nvCxnSpPr>
            <p:cNvPr id="29" name="Google Shape;945;p37">
              <a:extLst>
                <a:ext uri="{FF2B5EF4-FFF2-40B4-BE49-F238E27FC236}">
                  <a16:creationId xmlns:a16="http://schemas.microsoft.com/office/drawing/2014/main" id="{3C0B9506-DDD0-3BD1-2EB3-7C0DA553CA35}"/>
                </a:ext>
              </a:extLst>
            </p:cNvPr>
            <p:cNvCxnSpPr/>
            <p:nvPr/>
          </p:nvCxnSpPr>
          <p:spPr>
            <a:xfrm>
              <a:off x="8313927" y="2241175"/>
              <a:ext cx="0" cy="2095500"/>
            </a:xfrm>
            <a:prstGeom prst="straightConnector1">
              <a:avLst/>
            </a:prstGeom>
            <a:grpFill/>
            <a:ln w="9525" cap="flat" cmpd="sng">
              <a:solidFill>
                <a:srgbClr val="1AB0A9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0" name="Google Shape;948;p37">
              <a:extLst>
                <a:ext uri="{FF2B5EF4-FFF2-40B4-BE49-F238E27FC236}">
                  <a16:creationId xmlns:a16="http://schemas.microsoft.com/office/drawing/2014/main" id="{6718D4A8-9F47-3F6A-7CB3-4B9DCCB9F914}"/>
                </a:ext>
              </a:extLst>
            </p:cNvPr>
            <p:cNvCxnSpPr/>
            <p:nvPr/>
          </p:nvCxnSpPr>
          <p:spPr>
            <a:xfrm>
              <a:off x="8238071" y="2241175"/>
              <a:ext cx="0" cy="2095500"/>
            </a:xfrm>
            <a:prstGeom prst="straightConnector1">
              <a:avLst/>
            </a:prstGeom>
            <a:grpFill/>
            <a:ln w="9525" cap="flat" cmpd="sng">
              <a:solidFill>
                <a:srgbClr val="1AB0A9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1" name="Google Shape;949;p37">
              <a:extLst>
                <a:ext uri="{FF2B5EF4-FFF2-40B4-BE49-F238E27FC236}">
                  <a16:creationId xmlns:a16="http://schemas.microsoft.com/office/drawing/2014/main" id="{A9FBD15A-17DD-FF40-959D-A9ABA3CBD843}"/>
                </a:ext>
              </a:extLst>
            </p:cNvPr>
            <p:cNvCxnSpPr/>
            <p:nvPr/>
          </p:nvCxnSpPr>
          <p:spPr>
            <a:xfrm>
              <a:off x="8389783" y="2241175"/>
              <a:ext cx="0" cy="2095500"/>
            </a:xfrm>
            <a:prstGeom prst="straightConnector1">
              <a:avLst/>
            </a:prstGeom>
            <a:grpFill/>
            <a:ln w="9525" cap="flat" cmpd="sng">
              <a:solidFill>
                <a:srgbClr val="1AB0A9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2" name="Google Shape;950;p37">
              <a:extLst>
                <a:ext uri="{FF2B5EF4-FFF2-40B4-BE49-F238E27FC236}">
                  <a16:creationId xmlns:a16="http://schemas.microsoft.com/office/drawing/2014/main" id="{614D9788-C336-4163-72FB-83BA7949E0CD}"/>
                </a:ext>
              </a:extLst>
            </p:cNvPr>
            <p:cNvCxnSpPr/>
            <p:nvPr/>
          </p:nvCxnSpPr>
          <p:spPr>
            <a:xfrm>
              <a:off x="8465638" y="2241175"/>
              <a:ext cx="0" cy="2095500"/>
            </a:xfrm>
            <a:prstGeom prst="straightConnector1">
              <a:avLst/>
            </a:prstGeom>
            <a:grpFill/>
            <a:ln w="9525" cap="flat" cmpd="sng">
              <a:solidFill>
                <a:srgbClr val="1AB0A9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3" name="Google Shape;951;p37">
              <a:extLst>
                <a:ext uri="{FF2B5EF4-FFF2-40B4-BE49-F238E27FC236}">
                  <a16:creationId xmlns:a16="http://schemas.microsoft.com/office/drawing/2014/main" id="{9A1348A6-5E0E-54E5-1AED-0FF1523B669B}"/>
                </a:ext>
              </a:extLst>
            </p:cNvPr>
            <p:cNvCxnSpPr/>
            <p:nvPr/>
          </p:nvCxnSpPr>
          <p:spPr>
            <a:xfrm>
              <a:off x="8541494" y="2241175"/>
              <a:ext cx="0" cy="2095500"/>
            </a:xfrm>
            <a:prstGeom prst="straightConnector1">
              <a:avLst/>
            </a:prstGeom>
            <a:grpFill/>
            <a:ln w="9525" cap="flat" cmpd="sng">
              <a:solidFill>
                <a:srgbClr val="1AB0A9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4" name="Google Shape;952;p37">
              <a:extLst>
                <a:ext uri="{FF2B5EF4-FFF2-40B4-BE49-F238E27FC236}">
                  <a16:creationId xmlns:a16="http://schemas.microsoft.com/office/drawing/2014/main" id="{9657C8CD-D6FE-8FBB-9769-2B239C0B812C}"/>
                </a:ext>
              </a:extLst>
            </p:cNvPr>
            <p:cNvCxnSpPr/>
            <p:nvPr/>
          </p:nvCxnSpPr>
          <p:spPr>
            <a:xfrm>
              <a:off x="8617350" y="2241175"/>
              <a:ext cx="0" cy="2095500"/>
            </a:xfrm>
            <a:prstGeom prst="straightConnector1">
              <a:avLst/>
            </a:prstGeom>
            <a:grpFill/>
            <a:ln w="9525" cap="flat" cmpd="sng">
              <a:solidFill>
                <a:srgbClr val="1AB0A9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35" name="Título 1">
            <a:extLst>
              <a:ext uri="{FF2B5EF4-FFF2-40B4-BE49-F238E27FC236}">
                <a16:creationId xmlns:a16="http://schemas.microsoft.com/office/drawing/2014/main" id="{F0EAA6E0-94A0-C8AF-FBD3-C712979DBE7F}"/>
              </a:ext>
            </a:extLst>
          </p:cNvPr>
          <p:cNvSpPr txBox="1">
            <a:spLocks/>
          </p:cNvSpPr>
          <p:nvPr/>
        </p:nvSpPr>
        <p:spPr>
          <a:xfrm>
            <a:off x="473968" y="698694"/>
            <a:ext cx="8467638" cy="4554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Montserrat"/>
              <a:buNone/>
              <a:defRPr sz="52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Montserrat"/>
              <a:buNone/>
              <a:defRPr sz="52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Montserrat"/>
              <a:buNone/>
              <a:defRPr sz="52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Montserrat"/>
              <a:buNone/>
              <a:defRPr sz="52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Montserrat"/>
              <a:buNone/>
              <a:defRPr sz="52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Montserrat"/>
              <a:buNone/>
              <a:defRPr sz="52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Montserrat"/>
              <a:buNone/>
              <a:defRPr sz="52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Montserrat"/>
              <a:buNone/>
              <a:defRPr sz="52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Montserrat"/>
              <a:buNone/>
              <a:defRPr sz="52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algn="l"/>
            <a:r>
              <a:rPr lang="pt-BR" sz="2000" dirty="0">
                <a:latin typeface="+mj-lt"/>
                <a:cs typeface="Arial" panose="020B0604020202020204" pitchFamily="34" charset="0"/>
              </a:rPr>
              <a:t>Da comunicação institucional à análise integrada</a:t>
            </a:r>
          </a:p>
        </p:txBody>
      </p:sp>
      <p:cxnSp>
        <p:nvCxnSpPr>
          <p:cNvPr id="40" name="Conector reto 39">
            <a:extLst>
              <a:ext uri="{FF2B5EF4-FFF2-40B4-BE49-F238E27FC236}">
                <a16:creationId xmlns:a16="http://schemas.microsoft.com/office/drawing/2014/main" id="{FAAE8115-4A6A-F767-E1AF-AB07216D7050}"/>
              </a:ext>
            </a:extLst>
          </p:cNvPr>
          <p:cNvCxnSpPr>
            <a:cxnSpLocks/>
          </p:cNvCxnSpPr>
          <p:nvPr/>
        </p:nvCxnSpPr>
        <p:spPr>
          <a:xfrm>
            <a:off x="-5" y="1114607"/>
            <a:ext cx="2796961" cy="0"/>
          </a:xfrm>
          <a:prstGeom prst="line">
            <a:avLst/>
          </a:prstGeom>
          <a:ln>
            <a:solidFill>
              <a:srgbClr val="00445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Google Shape;937;p37">
            <a:extLst>
              <a:ext uri="{FF2B5EF4-FFF2-40B4-BE49-F238E27FC236}">
                <a16:creationId xmlns:a16="http://schemas.microsoft.com/office/drawing/2014/main" id="{A58B503A-6AE3-0C3E-D4EB-5D5EAB296DCB}"/>
              </a:ext>
            </a:extLst>
          </p:cNvPr>
          <p:cNvSpPr/>
          <p:nvPr/>
        </p:nvSpPr>
        <p:spPr>
          <a:xfrm flipH="1" flipV="1">
            <a:off x="8773117" y="52"/>
            <a:ext cx="369846" cy="249032"/>
          </a:xfrm>
          <a:custGeom>
            <a:avLst/>
            <a:gdLst>
              <a:gd name="connsiteX0" fmla="*/ 0 w 1414234"/>
              <a:gd name="connsiteY0" fmla="*/ 0 h 258097"/>
              <a:gd name="connsiteX1" fmla="*/ 1285186 w 1414234"/>
              <a:gd name="connsiteY1" fmla="*/ 0 h 258097"/>
              <a:gd name="connsiteX2" fmla="*/ 1414235 w 1414234"/>
              <a:gd name="connsiteY2" fmla="*/ 129049 h 258097"/>
              <a:gd name="connsiteX3" fmla="*/ 1414234 w 1414234"/>
              <a:gd name="connsiteY3" fmla="*/ 258097 h 258097"/>
              <a:gd name="connsiteX4" fmla="*/ 0 w 1414234"/>
              <a:gd name="connsiteY4" fmla="*/ 258097 h 258097"/>
              <a:gd name="connsiteX5" fmla="*/ 0 w 1414234"/>
              <a:gd name="connsiteY5" fmla="*/ 0 h 258097"/>
              <a:gd name="connsiteX0" fmla="*/ 0 w 1414235"/>
              <a:gd name="connsiteY0" fmla="*/ 0 h 258097"/>
              <a:gd name="connsiteX1" fmla="*/ 1285186 w 1414235"/>
              <a:gd name="connsiteY1" fmla="*/ 0 h 258097"/>
              <a:gd name="connsiteX2" fmla="*/ 1414235 w 1414235"/>
              <a:gd name="connsiteY2" fmla="*/ 129049 h 258097"/>
              <a:gd name="connsiteX3" fmla="*/ 1414234 w 1414235"/>
              <a:gd name="connsiteY3" fmla="*/ 258097 h 258097"/>
              <a:gd name="connsiteX4" fmla="*/ 243348 w 1414235"/>
              <a:gd name="connsiteY4" fmla="*/ 258097 h 258097"/>
              <a:gd name="connsiteX5" fmla="*/ 0 w 1414235"/>
              <a:gd name="connsiteY5" fmla="*/ 0 h 258097"/>
              <a:gd name="connsiteX0" fmla="*/ 0 w 1178260"/>
              <a:gd name="connsiteY0" fmla="*/ 7374 h 258097"/>
              <a:gd name="connsiteX1" fmla="*/ 1049211 w 1178260"/>
              <a:gd name="connsiteY1" fmla="*/ 0 h 258097"/>
              <a:gd name="connsiteX2" fmla="*/ 1178260 w 1178260"/>
              <a:gd name="connsiteY2" fmla="*/ 129049 h 258097"/>
              <a:gd name="connsiteX3" fmla="*/ 1178259 w 1178260"/>
              <a:gd name="connsiteY3" fmla="*/ 258097 h 258097"/>
              <a:gd name="connsiteX4" fmla="*/ 7373 w 1178260"/>
              <a:gd name="connsiteY4" fmla="*/ 258097 h 258097"/>
              <a:gd name="connsiteX5" fmla="*/ 0 w 1178260"/>
              <a:gd name="connsiteY5" fmla="*/ 7374 h 258097"/>
              <a:gd name="connsiteX0" fmla="*/ 0 w 1178260"/>
              <a:gd name="connsiteY0" fmla="*/ 7374 h 265471"/>
              <a:gd name="connsiteX1" fmla="*/ 1049211 w 1178260"/>
              <a:gd name="connsiteY1" fmla="*/ 0 h 265471"/>
              <a:gd name="connsiteX2" fmla="*/ 1178260 w 1178260"/>
              <a:gd name="connsiteY2" fmla="*/ 129049 h 265471"/>
              <a:gd name="connsiteX3" fmla="*/ 1178259 w 1178260"/>
              <a:gd name="connsiteY3" fmla="*/ 258097 h 265471"/>
              <a:gd name="connsiteX4" fmla="*/ 619431 w 1178260"/>
              <a:gd name="connsiteY4" fmla="*/ 265471 h 265471"/>
              <a:gd name="connsiteX5" fmla="*/ 0 w 1178260"/>
              <a:gd name="connsiteY5" fmla="*/ 7374 h 265471"/>
              <a:gd name="connsiteX0" fmla="*/ 0 w 566202"/>
              <a:gd name="connsiteY0" fmla="*/ 0 h 280219"/>
              <a:gd name="connsiteX1" fmla="*/ 437153 w 566202"/>
              <a:gd name="connsiteY1" fmla="*/ 14748 h 280219"/>
              <a:gd name="connsiteX2" fmla="*/ 566202 w 566202"/>
              <a:gd name="connsiteY2" fmla="*/ 143797 h 280219"/>
              <a:gd name="connsiteX3" fmla="*/ 566201 w 566202"/>
              <a:gd name="connsiteY3" fmla="*/ 272845 h 280219"/>
              <a:gd name="connsiteX4" fmla="*/ 7373 w 566202"/>
              <a:gd name="connsiteY4" fmla="*/ 280219 h 280219"/>
              <a:gd name="connsiteX5" fmla="*/ 0 w 566202"/>
              <a:gd name="connsiteY5" fmla="*/ 0 h 280219"/>
              <a:gd name="connsiteX0" fmla="*/ 0 w 566202"/>
              <a:gd name="connsiteY0" fmla="*/ 0 h 280219"/>
              <a:gd name="connsiteX1" fmla="*/ 437153 w 566202"/>
              <a:gd name="connsiteY1" fmla="*/ 14748 h 280219"/>
              <a:gd name="connsiteX2" fmla="*/ 566202 w 566202"/>
              <a:gd name="connsiteY2" fmla="*/ 143797 h 280219"/>
              <a:gd name="connsiteX3" fmla="*/ 566201 w 566202"/>
              <a:gd name="connsiteY3" fmla="*/ 272845 h 280219"/>
              <a:gd name="connsiteX4" fmla="*/ 58992 w 566202"/>
              <a:gd name="connsiteY4" fmla="*/ 280219 h 280219"/>
              <a:gd name="connsiteX5" fmla="*/ 0 w 566202"/>
              <a:gd name="connsiteY5" fmla="*/ 0 h 280219"/>
              <a:gd name="connsiteX0" fmla="*/ 0 w 566202"/>
              <a:gd name="connsiteY0" fmla="*/ 0 h 272845"/>
              <a:gd name="connsiteX1" fmla="*/ 437153 w 566202"/>
              <a:gd name="connsiteY1" fmla="*/ 14748 h 272845"/>
              <a:gd name="connsiteX2" fmla="*/ 566202 w 566202"/>
              <a:gd name="connsiteY2" fmla="*/ 143797 h 272845"/>
              <a:gd name="connsiteX3" fmla="*/ 566201 w 566202"/>
              <a:gd name="connsiteY3" fmla="*/ 272845 h 272845"/>
              <a:gd name="connsiteX4" fmla="*/ 209118 w 566202"/>
              <a:gd name="connsiteY4" fmla="*/ 262022 h 272845"/>
              <a:gd name="connsiteX5" fmla="*/ 0 w 566202"/>
              <a:gd name="connsiteY5" fmla="*/ 0 h 272845"/>
              <a:gd name="connsiteX0" fmla="*/ 0 w 366035"/>
              <a:gd name="connsiteY0" fmla="*/ 0 h 272845"/>
              <a:gd name="connsiteX1" fmla="*/ 236986 w 366035"/>
              <a:gd name="connsiteY1" fmla="*/ 14748 h 272845"/>
              <a:gd name="connsiteX2" fmla="*/ 366035 w 366035"/>
              <a:gd name="connsiteY2" fmla="*/ 143797 h 272845"/>
              <a:gd name="connsiteX3" fmla="*/ 366034 w 366035"/>
              <a:gd name="connsiteY3" fmla="*/ 272845 h 272845"/>
              <a:gd name="connsiteX4" fmla="*/ 8951 w 366035"/>
              <a:gd name="connsiteY4" fmla="*/ 262022 h 272845"/>
              <a:gd name="connsiteX5" fmla="*/ 0 w 366035"/>
              <a:gd name="connsiteY5" fmla="*/ 0 h 272845"/>
              <a:gd name="connsiteX0" fmla="*/ 0 w 366035"/>
              <a:gd name="connsiteY0" fmla="*/ 0 h 272845"/>
              <a:gd name="connsiteX1" fmla="*/ 236986 w 366035"/>
              <a:gd name="connsiteY1" fmla="*/ 14748 h 272845"/>
              <a:gd name="connsiteX2" fmla="*/ 366035 w 366035"/>
              <a:gd name="connsiteY2" fmla="*/ 143797 h 272845"/>
              <a:gd name="connsiteX3" fmla="*/ 366034 w 366035"/>
              <a:gd name="connsiteY3" fmla="*/ 272845 h 272845"/>
              <a:gd name="connsiteX4" fmla="*/ 99438 w 366035"/>
              <a:gd name="connsiteY4" fmla="*/ 247734 h 272845"/>
              <a:gd name="connsiteX5" fmla="*/ 0 w 366035"/>
              <a:gd name="connsiteY5" fmla="*/ 0 h 272845"/>
              <a:gd name="connsiteX0" fmla="*/ 0 w 366035"/>
              <a:gd name="connsiteY0" fmla="*/ 0 h 272845"/>
              <a:gd name="connsiteX1" fmla="*/ 236986 w 366035"/>
              <a:gd name="connsiteY1" fmla="*/ 14748 h 272845"/>
              <a:gd name="connsiteX2" fmla="*/ 366035 w 366035"/>
              <a:gd name="connsiteY2" fmla="*/ 143797 h 272845"/>
              <a:gd name="connsiteX3" fmla="*/ 366034 w 366035"/>
              <a:gd name="connsiteY3" fmla="*/ 272845 h 272845"/>
              <a:gd name="connsiteX4" fmla="*/ 25619 w 366035"/>
              <a:gd name="connsiteY4" fmla="*/ 259641 h 272845"/>
              <a:gd name="connsiteX5" fmla="*/ 0 w 366035"/>
              <a:gd name="connsiteY5" fmla="*/ 0 h 272845"/>
              <a:gd name="connsiteX0" fmla="*/ 5337 w 340416"/>
              <a:gd name="connsiteY0" fmla="*/ 0 h 268083"/>
              <a:gd name="connsiteX1" fmla="*/ 211367 w 340416"/>
              <a:gd name="connsiteY1" fmla="*/ 9986 h 268083"/>
              <a:gd name="connsiteX2" fmla="*/ 340416 w 340416"/>
              <a:gd name="connsiteY2" fmla="*/ 139035 h 268083"/>
              <a:gd name="connsiteX3" fmla="*/ 340415 w 340416"/>
              <a:gd name="connsiteY3" fmla="*/ 268083 h 268083"/>
              <a:gd name="connsiteX4" fmla="*/ 0 w 340416"/>
              <a:gd name="connsiteY4" fmla="*/ 254879 h 268083"/>
              <a:gd name="connsiteX5" fmla="*/ 5337 w 340416"/>
              <a:gd name="connsiteY5" fmla="*/ 0 h 268083"/>
              <a:gd name="connsiteX0" fmla="*/ 5337 w 353901"/>
              <a:gd name="connsiteY0" fmla="*/ 0 h 254879"/>
              <a:gd name="connsiteX1" fmla="*/ 211367 w 353901"/>
              <a:gd name="connsiteY1" fmla="*/ 9986 h 254879"/>
              <a:gd name="connsiteX2" fmla="*/ 340416 w 353901"/>
              <a:gd name="connsiteY2" fmla="*/ 139035 h 254879"/>
              <a:gd name="connsiteX3" fmla="*/ 349940 w 353901"/>
              <a:gd name="connsiteY3" fmla="*/ 253795 h 254879"/>
              <a:gd name="connsiteX4" fmla="*/ 0 w 353901"/>
              <a:gd name="connsiteY4" fmla="*/ 254879 h 254879"/>
              <a:gd name="connsiteX5" fmla="*/ 5337 w 353901"/>
              <a:gd name="connsiteY5" fmla="*/ 0 h 254879"/>
              <a:gd name="connsiteX0" fmla="*/ 7718 w 356282"/>
              <a:gd name="connsiteY0" fmla="*/ 0 h 253795"/>
              <a:gd name="connsiteX1" fmla="*/ 213748 w 356282"/>
              <a:gd name="connsiteY1" fmla="*/ 9986 h 253795"/>
              <a:gd name="connsiteX2" fmla="*/ 342797 w 356282"/>
              <a:gd name="connsiteY2" fmla="*/ 139035 h 253795"/>
              <a:gd name="connsiteX3" fmla="*/ 352321 w 356282"/>
              <a:gd name="connsiteY3" fmla="*/ 253795 h 253795"/>
              <a:gd name="connsiteX4" fmla="*/ 0 w 356282"/>
              <a:gd name="connsiteY4" fmla="*/ 226304 h 253795"/>
              <a:gd name="connsiteX5" fmla="*/ 7718 w 356282"/>
              <a:gd name="connsiteY5" fmla="*/ 0 h 253795"/>
              <a:gd name="connsiteX0" fmla="*/ 574 w 349138"/>
              <a:gd name="connsiteY0" fmla="*/ 0 h 257260"/>
              <a:gd name="connsiteX1" fmla="*/ 206604 w 349138"/>
              <a:gd name="connsiteY1" fmla="*/ 9986 h 257260"/>
              <a:gd name="connsiteX2" fmla="*/ 335653 w 349138"/>
              <a:gd name="connsiteY2" fmla="*/ 139035 h 257260"/>
              <a:gd name="connsiteX3" fmla="*/ 345177 w 349138"/>
              <a:gd name="connsiteY3" fmla="*/ 253795 h 257260"/>
              <a:gd name="connsiteX4" fmla="*/ 0 w 349138"/>
              <a:gd name="connsiteY4" fmla="*/ 257260 h 257260"/>
              <a:gd name="connsiteX5" fmla="*/ 574 w 349138"/>
              <a:gd name="connsiteY5" fmla="*/ 0 h 257260"/>
              <a:gd name="connsiteX0" fmla="*/ 574 w 359486"/>
              <a:gd name="connsiteY0" fmla="*/ 0 h 257260"/>
              <a:gd name="connsiteX1" fmla="*/ 206604 w 359486"/>
              <a:gd name="connsiteY1" fmla="*/ 9986 h 257260"/>
              <a:gd name="connsiteX2" fmla="*/ 335653 w 359486"/>
              <a:gd name="connsiteY2" fmla="*/ 139035 h 257260"/>
              <a:gd name="connsiteX3" fmla="*/ 359464 w 359486"/>
              <a:gd name="connsiteY3" fmla="*/ 253795 h 257260"/>
              <a:gd name="connsiteX4" fmla="*/ 0 w 359486"/>
              <a:gd name="connsiteY4" fmla="*/ 257260 h 257260"/>
              <a:gd name="connsiteX5" fmla="*/ 574 w 359486"/>
              <a:gd name="connsiteY5" fmla="*/ 0 h 257260"/>
              <a:gd name="connsiteX0" fmla="*/ 574 w 359486"/>
              <a:gd name="connsiteY0" fmla="*/ 0 h 257260"/>
              <a:gd name="connsiteX1" fmla="*/ 206604 w 359486"/>
              <a:gd name="connsiteY1" fmla="*/ 9986 h 257260"/>
              <a:gd name="connsiteX2" fmla="*/ 335653 w 359486"/>
              <a:gd name="connsiteY2" fmla="*/ 110460 h 257260"/>
              <a:gd name="connsiteX3" fmla="*/ 359464 w 359486"/>
              <a:gd name="connsiteY3" fmla="*/ 253795 h 257260"/>
              <a:gd name="connsiteX4" fmla="*/ 0 w 359486"/>
              <a:gd name="connsiteY4" fmla="*/ 257260 h 257260"/>
              <a:gd name="connsiteX5" fmla="*/ 574 w 359486"/>
              <a:gd name="connsiteY5" fmla="*/ 0 h 257260"/>
              <a:gd name="connsiteX0" fmla="*/ 574 w 365269"/>
              <a:gd name="connsiteY0" fmla="*/ 0 h 257260"/>
              <a:gd name="connsiteX1" fmla="*/ 206604 w 365269"/>
              <a:gd name="connsiteY1" fmla="*/ 9986 h 257260"/>
              <a:gd name="connsiteX2" fmla="*/ 359464 w 365269"/>
              <a:gd name="connsiteY2" fmla="*/ 253795 h 257260"/>
              <a:gd name="connsiteX3" fmla="*/ 0 w 365269"/>
              <a:gd name="connsiteY3" fmla="*/ 257260 h 257260"/>
              <a:gd name="connsiteX4" fmla="*/ 574 w 365269"/>
              <a:gd name="connsiteY4" fmla="*/ 0 h 257260"/>
              <a:gd name="connsiteX0" fmla="*/ 574 w 369846"/>
              <a:gd name="connsiteY0" fmla="*/ 0 h 257260"/>
              <a:gd name="connsiteX1" fmla="*/ 206604 w 369846"/>
              <a:gd name="connsiteY1" fmla="*/ 9986 h 257260"/>
              <a:gd name="connsiteX2" fmla="*/ 359464 w 369846"/>
              <a:gd name="connsiteY2" fmla="*/ 253795 h 257260"/>
              <a:gd name="connsiteX3" fmla="*/ 0 w 369846"/>
              <a:gd name="connsiteY3" fmla="*/ 257260 h 257260"/>
              <a:gd name="connsiteX4" fmla="*/ 574 w 369846"/>
              <a:gd name="connsiteY4" fmla="*/ 0 h 257260"/>
              <a:gd name="connsiteX0" fmla="*/ 574 w 369846"/>
              <a:gd name="connsiteY0" fmla="*/ 0 h 252497"/>
              <a:gd name="connsiteX1" fmla="*/ 206604 w 369846"/>
              <a:gd name="connsiteY1" fmla="*/ 5223 h 252497"/>
              <a:gd name="connsiteX2" fmla="*/ 359464 w 369846"/>
              <a:gd name="connsiteY2" fmla="*/ 249032 h 252497"/>
              <a:gd name="connsiteX3" fmla="*/ 0 w 369846"/>
              <a:gd name="connsiteY3" fmla="*/ 252497 h 252497"/>
              <a:gd name="connsiteX4" fmla="*/ 574 w 369846"/>
              <a:gd name="connsiteY4" fmla="*/ 0 h 252497"/>
              <a:gd name="connsiteX0" fmla="*/ 574 w 369846"/>
              <a:gd name="connsiteY0" fmla="*/ 0 h 249032"/>
              <a:gd name="connsiteX1" fmla="*/ 206604 w 369846"/>
              <a:gd name="connsiteY1" fmla="*/ 5223 h 249032"/>
              <a:gd name="connsiteX2" fmla="*/ 359464 w 369846"/>
              <a:gd name="connsiteY2" fmla="*/ 249032 h 249032"/>
              <a:gd name="connsiteX3" fmla="*/ 0 w 369846"/>
              <a:gd name="connsiteY3" fmla="*/ 245353 h 249032"/>
              <a:gd name="connsiteX4" fmla="*/ 574 w 369846"/>
              <a:gd name="connsiteY4" fmla="*/ 0 h 2490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69846" h="249032">
                <a:moveTo>
                  <a:pt x="574" y="0"/>
                </a:moveTo>
                <a:lnTo>
                  <a:pt x="206604" y="5223"/>
                </a:lnTo>
                <a:cubicBezTo>
                  <a:pt x="342619" y="42759"/>
                  <a:pt x="393898" y="207820"/>
                  <a:pt x="359464" y="249032"/>
                </a:cubicBezTo>
                <a:lnTo>
                  <a:pt x="0" y="245353"/>
                </a:lnTo>
                <a:cubicBezTo>
                  <a:pt x="191" y="159600"/>
                  <a:pt x="383" y="85753"/>
                  <a:pt x="574" y="0"/>
                </a:cubicBezTo>
                <a:close/>
              </a:path>
            </a:pathLst>
          </a:custGeom>
          <a:gradFill flip="none" rotWithShape="1">
            <a:gsLst>
              <a:gs pos="63000">
                <a:srgbClr val="06D1D7"/>
              </a:gs>
              <a:gs pos="33000">
                <a:srgbClr val="23A295"/>
              </a:gs>
              <a:gs pos="0">
                <a:srgbClr val="57F6A2"/>
              </a:gs>
              <a:gs pos="100000">
                <a:srgbClr val="1B2048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latin typeface="Maven Pro"/>
              <a:ea typeface="Maven Pro"/>
              <a:cs typeface="Maven Pro"/>
              <a:sym typeface="Maven Pro"/>
            </a:endParaRPr>
          </a:p>
        </p:txBody>
      </p:sp>
      <p:sp>
        <p:nvSpPr>
          <p:cNvPr id="41" name="CaixaDeTexto 40">
            <a:extLst>
              <a:ext uri="{FF2B5EF4-FFF2-40B4-BE49-F238E27FC236}">
                <a16:creationId xmlns:a16="http://schemas.microsoft.com/office/drawing/2014/main" id="{A2C0B1C8-C535-0AF6-81CE-59063AB7419B}"/>
              </a:ext>
            </a:extLst>
          </p:cNvPr>
          <p:cNvSpPr txBox="1"/>
          <p:nvPr/>
        </p:nvSpPr>
        <p:spPr>
          <a:xfrm>
            <a:off x="461283" y="1444817"/>
            <a:ext cx="3521438" cy="2346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sz="1100" dirty="0"/>
              <a:t>Cruzar a base de notícias com dados administrativos:</a:t>
            </a:r>
          </a:p>
          <a:p>
            <a:pPr defTabSz="358775">
              <a:lnSpc>
                <a:spcPct val="150000"/>
              </a:lnSpc>
            </a:pPr>
            <a:r>
              <a:rPr lang="pt-BR" sz="1100" dirty="0"/>
              <a:t>	- operações;</a:t>
            </a:r>
          </a:p>
          <a:p>
            <a:pPr defTabSz="358775">
              <a:lnSpc>
                <a:spcPct val="150000"/>
              </a:lnSpc>
            </a:pPr>
            <a:r>
              <a:rPr lang="pt-BR" sz="1100" dirty="0"/>
              <a:t>	- mandados;</a:t>
            </a:r>
          </a:p>
          <a:p>
            <a:pPr defTabSz="358775">
              <a:lnSpc>
                <a:spcPct val="150000"/>
              </a:lnSpc>
            </a:pPr>
            <a:r>
              <a:rPr lang="pt-BR" sz="1100" dirty="0"/>
              <a:t>	- apreensões;</a:t>
            </a:r>
          </a:p>
          <a:p>
            <a:pPr defTabSz="358775">
              <a:lnSpc>
                <a:spcPct val="150000"/>
              </a:lnSpc>
            </a:pPr>
            <a:r>
              <a:rPr lang="pt-BR" sz="1100" dirty="0"/>
              <a:t>	- inquéritos;</a:t>
            </a:r>
          </a:p>
          <a:p>
            <a:pPr defTabSz="358775">
              <a:lnSpc>
                <a:spcPct val="150000"/>
              </a:lnSpc>
            </a:pPr>
            <a:r>
              <a:rPr lang="pt-BR" sz="1100" dirty="0"/>
              <a:t>	- orçamento;</a:t>
            </a:r>
          </a:p>
          <a:p>
            <a:pPr defTabSz="358775">
              <a:lnSpc>
                <a:spcPct val="150000"/>
              </a:lnSpc>
            </a:pPr>
            <a:r>
              <a:rPr lang="pt-BR" sz="1100" dirty="0"/>
              <a:t>	- efetivo mobilizado;</a:t>
            </a:r>
          </a:p>
          <a:p>
            <a:pPr defTabSz="358775">
              <a:lnSpc>
                <a:spcPct val="150000"/>
              </a:lnSpc>
            </a:pPr>
            <a:r>
              <a:rPr lang="pt-BR" sz="1100" dirty="0"/>
              <a:t>	- relatórios de gestão.</a:t>
            </a:r>
          </a:p>
        </p:txBody>
      </p:sp>
      <p:sp>
        <p:nvSpPr>
          <p:cNvPr id="37" name="CaixaDeTexto 36">
            <a:extLst>
              <a:ext uri="{FF2B5EF4-FFF2-40B4-BE49-F238E27FC236}">
                <a16:creationId xmlns:a16="http://schemas.microsoft.com/office/drawing/2014/main" id="{D4A4B46C-2551-DA6D-27F1-6E29325750A7}"/>
              </a:ext>
            </a:extLst>
          </p:cNvPr>
          <p:cNvSpPr txBox="1"/>
          <p:nvPr/>
        </p:nvSpPr>
        <p:spPr>
          <a:xfrm>
            <a:off x="3587790" y="1444609"/>
            <a:ext cx="5056560" cy="26001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sz="1100" dirty="0"/>
              <a:t>Aprimorar a análise territorial com normalização geográfica de estados, municípios, fronteiras, aeroportos, terras indígenas e áreas protegidas.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sz="1100" dirty="0"/>
              <a:t>Construir redes de cooperação institucional a partir dos órgãos mencionados nas notícias.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sz="1100" dirty="0"/>
              <a:t>Acompanhar mudanças discursivas ao longo do tempo, como:</a:t>
            </a:r>
          </a:p>
          <a:p>
            <a:pPr defTabSz="358775">
              <a:lnSpc>
                <a:spcPct val="150000"/>
              </a:lnSpc>
            </a:pPr>
            <a:r>
              <a:rPr lang="pt-BR" sz="1100" dirty="0"/>
              <a:t>	- crescimento de termos ligados a crimes digitais;</a:t>
            </a:r>
          </a:p>
          <a:p>
            <a:pPr defTabSz="358775">
              <a:lnSpc>
                <a:spcPct val="150000"/>
              </a:lnSpc>
            </a:pPr>
            <a:r>
              <a:rPr lang="pt-BR" sz="1100" dirty="0"/>
              <a:t>	- maior destaque a bloqueio de bens;</a:t>
            </a:r>
          </a:p>
          <a:p>
            <a:pPr defTabSz="358775">
              <a:lnSpc>
                <a:spcPct val="150000"/>
              </a:lnSpc>
            </a:pPr>
            <a:r>
              <a:rPr lang="pt-BR" sz="1100" dirty="0"/>
              <a:t>	- mudanças na linguagem sobre proteção de crianças;</a:t>
            </a:r>
          </a:p>
          <a:p>
            <a:pPr defTabSz="358775">
              <a:lnSpc>
                <a:spcPct val="150000"/>
              </a:lnSpc>
            </a:pPr>
            <a:r>
              <a:rPr lang="pt-BR" sz="1100" dirty="0"/>
              <a:t>	- aumento da centralidade de temas ambientais.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sz="1100" dirty="0"/>
              <a:t>Manter validação qualitativa e monitoramento da estabilidade das regras.</a:t>
            </a:r>
            <a:endParaRPr lang="pt-PT" sz="1100" dirty="0"/>
          </a:p>
        </p:txBody>
      </p:sp>
    </p:spTree>
    <p:extLst>
      <p:ext uri="{BB962C8B-B14F-4D97-AF65-F5344CB8AC3E}">
        <p14:creationId xmlns:p14="http://schemas.microsoft.com/office/powerpoint/2010/main" val="391799614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91">
          <a:extLst>
            <a:ext uri="{FF2B5EF4-FFF2-40B4-BE49-F238E27FC236}">
              <a16:creationId xmlns:a16="http://schemas.microsoft.com/office/drawing/2014/main" id="{51E51CDF-1ED0-5B9D-078E-27A2399D1E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83" name="Gráfico 982">
            <a:extLst>
              <a:ext uri="{FF2B5EF4-FFF2-40B4-BE49-F238E27FC236}">
                <a16:creationId xmlns:a16="http://schemas.microsoft.com/office/drawing/2014/main" id="{6AE42AEF-432C-6AFB-D998-B609DCC2110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471287" y="-176981"/>
            <a:ext cx="10434025" cy="5320297"/>
          </a:xfrm>
          <a:prstGeom prst="rect">
            <a:avLst/>
          </a:prstGeom>
        </p:spPr>
      </p:pic>
      <p:sp>
        <p:nvSpPr>
          <p:cNvPr id="2" name="Google Shape;932;p37">
            <a:extLst>
              <a:ext uri="{FF2B5EF4-FFF2-40B4-BE49-F238E27FC236}">
                <a16:creationId xmlns:a16="http://schemas.microsoft.com/office/drawing/2014/main" id="{588A2DBC-8665-9875-5139-B80C919F3250}"/>
              </a:ext>
            </a:extLst>
          </p:cNvPr>
          <p:cNvSpPr txBox="1">
            <a:spLocks/>
          </p:cNvSpPr>
          <p:nvPr/>
        </p:nvSpPr>
        <p:spPr>
          <a:xfrm>
            <a:off x="7194305" y="528340"/>
            <a:ext cx="1661894" cy="2259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None/>
              <a:defRPr sz="28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None/>
              <a:defRPr sz="28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None/>
              <a:defRPr sz="28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None/>
              <a:defRPr sz="28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None/>
              <a:defRPr sz="28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None/>
              <a:defRPr sz="28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None/>
              <a:defRPr sz="28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None/>
              <a:defRPr sz="28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None/>
              <a:defRPr sz="28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r>
              <a:rPr lang="pt-BR" sz="600" b="0" dirty="0">
                <a:solidFill>
                  <a:srgbClr val="186E66"/>
                </a:solidFill>
                <a:latin typeface="+mj-lt"/>
                <a:cs typeface="Arial" panose="020B0604020202020204" pitchFamily="34" charset="0"/>
              </a:rPr>
              <a:t>Há mais de 60 anos pensando o Brasil</a:t>
            </a:r>
          </a:p>
        </p:txBody>
      </p:sp>
      <p:sp>
        <p:nvSpPr>
          <p:cNvPr id="3" name="Google Shape;936;p37">
            <a:extLst>
              <a:ext uri="{FF2B5EF4-FFF2-40B4-BE49-F238E27FC236}">
                <a16:creationId xmlns:a16="http://schemas.microsoft.com/office/drawing/2014/main" id="{76BADB12-918F-6891-1BDD-1EE8775D3536}"/>
              </a:ext>
            </a:extLst>
          </p:cNvPr>
          <p:cNvSpPr/>
          <p:nvPr/>
        </p:nvSpPr>
        <p:spPr>
          <a:xfrm flipH="1">
            <a:off x="7861193" y="4721150"/>
            <a:ext cx="1282656" cy="422165"/>
          </a:xfrm>
          <a:prstGeom prst="round1Rect">
            <a:avLst>
              <a:gd name="adj" fmla="val 50000"/>
            </a:avLst>
          </a:prstGeom>
          <a:solidFill>
            <a:srgbClr val="1B204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latin typeface="Maven Pro"/>
              <a:ea typeface="Maven Pro"/>
              <a:cs typeface="Maven Pro"/>
              <a:sym typeface="Maven Pro"/>
            </a:endParaRPr>
          </a:p>
        </p:txBody>
      </p:sp>
      <p:sp>
        <p:nvSpPr>
          <p:cNvPr id="4" name="Google Shape;937;p37">
            <a:extLst>
              <a:ext uri="{FF2B5EF4-FFF2-40B4-BE49-F238E27FC236}">
                <a16:creationId xmlns:a16="http://schemas.microsoft.com/office/drawing/2014/main" id="{826E4DDB-E2D1-339F-E34C-FED63B871BDA}"/>
              </a:ext>
            </a:extLst>
          </p:cNvPr>
          <p:cNvSpPr/>
          <p:nvPr/>
        </p:nvSpPr>
        <p:spPr>
          <a:xfrm flipH="1">
            <a:off x="7588727" y="4912884"/>
            <a:ext cx="1555123" cy="230496"/>
          </a:xfrm>
          <a:prstGeom prst="round1Rect">
            <a:avLst>
              <a:gd name="adj" fmla="val 50000"/>
            </a:avLst>
          </a:prstGeom>
          <a:gradFill flip="none" rotWithShape="1">
            <a:gsLst>
              <a:gs pos="63000">
                <a:srgbClr val="06D1D7"/>
              </a:gs>
              <a:gs pos="33000">
                <a:srgbClr val="23A295"/>
              </a:gs>
              <a:gs pos="0">
                <a:srgbClr val="57F6A2"/>
              </a:gs>
              <a:gs pos="100000">
                <a:srgbClr val="1B2048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latin typeface="Maven Pro"/>
              <a:ea typeface="Maven Pro"/>
              <a:cs typeface="Maven Pro"/>
              <a:sym typeface="Maven Pro"/>
            </a:endParaRPr>
          </a:p>
        </p:txBody>
      </p:sp>
      <p:grpSp>
        <p:nvGrpSpPr>
          <p:cNvPr id="5" name="Google Shape;938;p37">
            <a:extLst>
              <a:ext uri="{FF2B5EF4-FFF2-40B4-BE49-F238E27FC236}">
                <a16:creationId xmlns:a16="http://schemas.microsoft.com/office/drawing/2014/main" id="{A783B551-B9FC-1928-065B-C1D67AD87D56}"/>
              </a:ext>
            </a:extLst>
          </p:cNvPr>
          <p:cNvGrpSpPr/>
          <p:nvPr/>
        </p:nvGrpSpPr>
        <p:grpSpPr>
          <a:xfrm>
            <a:off x="8644350" y="4276582"/>
            <a:ext cx="423698" cy="551579"/>
            <a:chOff x="7631225" y="2241175"/>
            <a:chExt cx="986125" cy="2095500"/>
          </a:xfrm>
          <a:gradFill>
            <a:gsLst>
              <a:gs pos="53000">
                <a:srgbClr val="23A295"/>
              </a:gs>
              <a:gs pos="0">
                <a:srgbClr val="57F6A2"/>
              </a:gs>
              <a:gs pos="100000">
                <a:srgbClr val="1B2048"/>
              </a:gs>
            </a:gsLst>
            <a:lin ang="5400000" scaled="1"/>
          </a:gradFill>
        </p:grpSpPr>
        <p:cxnSp>
          <p:nvCxnSpPr>
            <p:cNvPr id="6" name="Google Shape;939;p37">
              <a:extLst>
                <a:ext uri="{FF2B5EF4-FFF2-40B4-BE49-F238E27FC236}">
                  <a16:creationId xmlns:a16="http://schemas.microsoft.com/office/drawing/2014/main" id="{33ABCCCC-FE02-BF3F-CC2A-DA7068F08D15}"/>
                </a:ext>
              </a:extLst>
            </p:cNvPr>
            <p:cNvCxnSpPr/>
            <p:nvPr/>
          </p:nvCxnSpPr>
          <p:spPr>
            <a:xfrm>
              <a:off x="7631225" y="2241175"/>
              <a:ext cx="0" cy="2095500"/>
            </a:xfrm>
            <a:prstGeom prst="straightConnector1">
              <a:avLst/>
            </a:prstGeom>
            <a:grpFill/>
            <a:ln w="9525" cap="flat" cmpd="sng">
              <a:solidFill>
                <a:srgbClr val="1AB0A9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7" name="Google Shape;940;p37">
              <a:extLst>
                <a:ext uri="{FF2B5EF4-FFF2-40B4-BE49-F238E27FC236}">
                  <a16:creationId xmlns:a16="http://schemas.microsoft.com/office/drawing/2014/main" id="{8F6E95DF-3235-235D-6859-BAB1EA999835}"/>
                </a:ext>
              </a:extLst>
            </p:cNvPr>
            <p:cNvCxnSpPr/>
            <p:nvPr/>
          </p:nvCxnSpPr>
          <p:spPr>
            <a:xfrm>
              <a:off x="7707081" y="2241175"/>
              <a:ext cx="0" cy="2095500"/>
            </a:xfrm>
            <a:prstGeom prst="straightConnector1">
              <a:avLst/>
            </a:prstGeom>
            <a:grpFill/>
            <a:ln w="9525" cap="flat" cmpd="sng">
              <a:solidFill>
                <a:srgbClr val="1AB0A9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8" name="Google Shape;941;p37">
              <a:extLst>
                <a:ext uri="{FF2B5EF4-FFF2-40B4-BE49-F238E27FC236}">
                  <a16:creationId xmlns:a16="http://schemas.microsoft.com/office/drawing/2014/main" id="{6197CB66-0CC5-EE21-1E50-E51C85855617}"/>
                </a:ext>
              </a:extLst>
            </p:cNvPr>
            <p:cNvCxnSpPr/>
            <p:nvPr/>
          </p:nvCxnSpPr>
          <p:spPr>
            <a:xfrm>
              <a:off x="7782937" y="2241175"/>
              <a:ext cx="0" cy="2095500"/>
            </a:xfrm>
            <a:prstGeom prst="straightConnector1">
              <a:avLst/>
            </a:prstGeom>
            <a:grpFill/>
            <a:ln w="9525" cap="flat" cmpd="sng">
              <a:solidFill>
                <a:srgbClr val="1AB0A9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9" name="Google Shape;942;p37">
              <a:extLst>
                <a:ext uri="{FF2B5EF4-FFF2-40B4-BE49-F238E27FC236}">
                  <a16:creationId xmlns:a16="http://schemas.microsoft.com/office/drawing/2014/main" id="{2675C271-E9CA-E3FE-E3A1-D26D1A627A7A}"/>
                </a:ext>
              </a:extLst>
            </p:cNvPr>
            <p:cNvCxnSpPr/>
            <p:nvPr/>
          </p:nvCxnSpPr>
          <p:spPr>
            <a:xfrm>
              <a:off x="7858792" y="2241175"/>
              <a:ext cx="0" cy="2095500"/>
            </a:xfrm>
            <a:prstGeom prst="straightConnector1">
              <a:avLst/>
            </a:prstGeom>
            <a:grpFill/>
            <a:ln w="9525" cap="flat" cmpd="sng">
              <a:solidFill>
                <a:srgbClr val="1AB0A9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0" name="Google Shape;943;p37">
              <a:extLst>
                <a:ext uri="{FF2B5EF4-FFF2-40B4-BE49-F238E27FC236}">
                  <a16:creationId xmlns:a16="http://schemas.microsoft.com/office/drawing/2014/main" id="{70312A8E-86F2-9D80-5210-37239D562080}"/>
                </a:ext>
              </a:extLst>
            </p:cNvPr>
            <p:cNvCxnSpPr/>
            <p:nvPr/>
          </p:nvCxnSpPr>
          <p:spPr>
            <a:xfrm>
              <a:off x="8010504" y="2241175"/>
              <a:ext cx="0" cy="2095500"/>
            </a:xfrm>
            <a:prstGeom prst="straightConnector1">
              <a:avLst/>
            </a:prstGeom>
            <a:grpFill/>
            <a:ln w="9525" cap="flat" cmpd="sng">
              <a:solidFill>
                <a:srgbClr val="1AB0A9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1" name="Google Shape;944;p37">
              <a:extLst>
                <a:ext uri="{FF2B5EF4-FFF2-40B4-BE49-F238E27FC236}">
                  <a16:creationId xmlns:a16="http://schemas.microsoft.com/office/drawing/2014/main" id="{D4AF3149-41F3-89DD-64CD-A48B3AF56C8D}"/>
                </a:ext>
              </a:extLst>
            </p:cNvPr>
            <p:cNvCxnSpPr/>
            <p:nvPr/>
          </p:nvCxnSpPr>
          <p:spPr>
            <a:xfrm>
              <a:off x="8162215" y="2241175"/>
              <a:ext cx="0" cy="2095500"/>
            </a:xfrm>
            <a:prstGeom prst="straightConnector1">
              <a:avLst/>
            </a:prstGeom>
            <a:grpFill/>
            <a:ln w="9525" cap="flat" cmpd="sng">
              <a:solidFill>
                <a:srgbClr val="1AB0A9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2" name="Google Shape;945;p37">
              <a:extLst>
                <a:ext uri="{FF2B5EF4-FFF2-40B4-BE49-F238E27FC236}">
                  <a16:creationId xmlns:a16="http://schemas.microsoft.com/office/drawing/2014/main" id="{934EA43E-0ED7-60FF-5E8E-E59431FD5D05}"/>
                </a:ext>
              </a:extLst>
            </p:cNvPr>
            <p:cNvCxnSpPr/>
            <p:nvPr/>
          </p:nvCxnSpPr>
          <p:spPr>
            <a:xfrm>
              <a:off x="8313927" y="2241175"/>
              <a:ext cx="0" cy="2095500"/>
            </a:xfrm>
            <a:prstGeom prst="straightConnector1">
              <a:avLst/>
            </a:prstGeom>
            <a:grpFill/>
            <a:ln w="9525" cap="flat" cmpd="sng">
              <a:solidFill>
                <a:srgbClr val="1AB0A9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3" name="Google Shape;946;p37">
              <a:extLst>
                <a:ext uri="{FF2B5EF4-FFF2-40B4-BE49-F238E27FC236}">
                  <a16:creationId xmlns:a16="http://schemas.microsoft.com/office/drawing/2014/main" id="{A269BCF3-0E5A-B7FD-EBC9-A31264B4E5A3}"/>
                </a:ext>
              </a:extLst>
            </p:cNvPr>
            <p:cNvCxnSpPr/>
            <p:nvPr/>
          </p:nvCxnSpPr>
          <p:spPr>
            <a:xfrm>
              <a:off x="7934648" y="2241175"/>
              <a:ext cx="0" cy="2095500"/>
            </a:xfrm>
            <a:prstGeom prst="straightConnector1">
              <a:avLst/>
            </a:prstGeom>
            <a:grpFill/>
            <a:ln w="9525" cap="flat" cmpd="sng">
              <a:solidFill>
                <a:srgbClr val="1AB0A9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4" name="Google Shape;947;p37">
              <a:extLst>
                <a:ext uri="{FF2B5EF4-FFF2-40B4-BE49-F238E27FC236}">
                  <a16:creationId xmlns:a16="http://schemas.microsoft.com/office/drawing/2014/main" id="{B9AB08AC-E4AF-5B5B-75B9-A444E510BDBB}"/>
                </a:ext>
              </a:extLst>
            </p:cNvPr>
            <p:cNvCxnSpPr/>
            <p:nvPr/>
          </p:nvCxnSpPr>
          <p:spPr>
            <a:xfrm>
              <a:off x="8086360" y="2241175"/>
              <a:ext cx="0" cy="2095500"/>
            </a:xfrm>
            <a:prstGeom prst="straightConnector1">
              <a:avLst/>
            </a:prstGeom>
            <a:grpFill/>
            <a:ln w="9525" cap="flat" cmpd="sng">
              <a:solidFill>
                <a:srgbClr val="1AB0A9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5" name="Google Shape;948;p37">
              <a:extLst>
                <a:ext uri="{FF2B5EF4-FFF2-40B4-BE49-F238E27FC236}">
                  <a16:creationId xmlns:a16="http://schemas.microsoft.com/office/drawing/2014/main" id="{458D3D09-CCBC-88A0-FC86-96A9B6D058CA}"/>
                </a:ext>
              </a:extLst>
            </p:cNvPr>
            <p:cNvCxnSpPr/>
            <p:nvPr/>
          </p:nvCxnSpPr>
          <p:spPr>
            <a:xfrm>
              <a:off x="8238071" y="2241175"/>
              <a:ext cx="0" cy="2095500"/>
            </a:xfrm>
            <a:prstGeom prst="straightConnector1">
              <a:avLst/>
            </a:prstGeom>
            <a:grpFill/>
            <a:ln w="9525" cap="flat" cmpd="sng">
              <a:solidFill>
                <a:srgbClr val="1AB0A9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6" name="Google Shape;949;p37">
              <a:extLst>
                <a:ext uri="{FF2B5EF4-FFF2-40B4-BE49-F238E27FC236}">
                  <a16:creationId xmlns:a16="http://schemas.microsoft.com/office/drawing/2014/main" id="{56916BE6-528B-6AE9-BF53-9ECF9B9E0E7D}"/>
                </a:ext>
              </a:extLst>
            </p:cNvPr>
            <p:cNvCxnSpPr/>
            <p:nvPr/>
          </p:nvCxnSpPr>
          <p:spPr>
            <a:xfrm>
              <a:off x="8389783" y="2241175"/>
              <a:ext cx="0" cy="2095500"/>
            </a:xfrm>
            <a:prstGeom prst="straightConnector1">
              <a:avLst/>
            </a:prstGeom>
            <a:grpFill/>
            <a:ln w="9525" cap="flat" cmpd="sng">
              <a:solidFill>
                <a:srgbClr val="1AB0A9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7" name="Google Shape;950;p37">
              <a:extLst>
                <a:ext uri="{FF2B5EF4-FFF2-40B4-BE49-F238E27FC236}">
                  <a16:creationId xmlns:a16="http://schemas.microsoft.com/office/drawing/2014/main" id="{27DEF1D0-E041-B237-5554-12BA8289ED36}"/>
                </a:ext>
              </a:extLst>
            </p:cNvPr>
            <p:cNvCxnSpPr/>
            <p:nvPr/>
          </p:nvCxnSpPr>
          <p:spPr>
            <a:xfrm>
              <a:off x="8465638" y="2241175"/>
              <a:ext cx="0" cy="2095500"/>
            </a:xfrm>
            <a:prstGeom prst="straightConnector1">
              <a:avLst/>
            </a:prstGeom>
            <a:grpFill/>
            <a:ln w="9525" cap="flat" cmpd="sng">
              <a:solidFill>
                <a:srgbClr val="1AB0A9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8" name="Google Shape;951;p37">
              <a:extLst>
                <a:ext uri="{FF2B5EF4-FFF2-40B4-BE49-F238E27FC236}">
                  <a16:creationId xmlns:a16="http://schemas.microsoft.com/office/drawing/2014/main" id="{05D03BD7-ED8F-05E7-C0BE-33B27AD4844A}"/>
                </a:ext>
              </a:extLst>
            </p:cNvPr>
            <p:cNvCxnSpPr/>
            <p:nvPr/>
          </p:nvCxnSpPr>
          <p:spPr>
            <a:xfrm>
              <a:off x="8541494" y="2241175"/>
              <a:ext cx="0" cy="2095500"/>
            </a:xfrm>
            <a:prstGeom prst="straightConnector1">
              <a:avLst/>
            </a:prstGeom>
            <a:grpFill/>
            <a:ln w="9525" cap="flat" cmpd="sng">
              <a:solidFill>
                <a:srgbClr val="1AB0A9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9" name="Google Shape;952;p37">
              <a:extLst>
                <a:ext uri="{FF2B5EF4-FFF2-40B4-BE49-F238E27FC236}">
                  <a16:creationId xmlns:a16="http://schemas.microsoft.com/office/drawing/2014/main" id="{94D1C67C-0BB5-0336-F828-A4A6B14FA6A2}"/>
                </a:ext>
              </a:extLst>
            </p:cNvPr>
            <p:cNvCxnSpPr/>
            <p:nvPr/>
          </p:nvCxnSpPr>
          <p:spPr>
            <a:xfrm>
              <a:off x="8617350" y="2241175"/>
              <a:ext cx="0" cy="2095500"/>
            </a:xfrm>
            <a:prstGeom prst="straightConnector1">
              <a:avLst/>
            </a:prstGeom>
            <a:grpFill/>
            <a:ln w="9525" cap="flat" cmpd="sng">
              <a:solidFill>
                <a:srgbClr val="1AB0A9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20" name="Google Shape;954;p37">
            <a:extLst>
              <a:ext uri="{FF2B5EF4-FFF2-40B4-BE49-F238E27FC236}">
                <a16:creationId xmlns:a16="http://schemas.microsoft.com/office/drawing/2014/main" id="{E5CC4E98-0E36-8A1A-9DF2-DBA1F09B4B0B}"/>
              </a:ext>
            </a:extLst>
          </p:cNvPr>
          <p:cNvSpPr/>
          <p:nvPr/>
        </p:nvSpPr>
        <p:spPr>
          <a:xfrm>
            <a:off x="0" y="4680042"/>
            <a:ext cx="922564" cy="463274"/>
          </a:xfrm>
          <a:prstGeom prst="rect">
            <a:avLst/>
          </a:prstGeom>
          <a:gradFill>
            <a:gsLst>
              <a:gs pos="33000">
                <a:srgbClr val="23A295"/>
              </a:gs>
              <a:gs pos="0">
                <a:srgbClr val="57F6A2"/>
              </a:gs>
              <a:gs pos="100000">
                <a:srgbClr val="1B2048"/>
              </a:gs>
            </a:gsLst>
            <a:path path="circle">
              <a:fillToRect l="100000" t="100000"/>
            </a:path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dirty="0">
              <a:latin typeface="Maven Pro"/>
              <a:ea typeface="Maven Pro"/>
              <a:cs typeface="Maven Pro"/>
              <a:sym typeface="Maven Pro"/>
            </a:endParaRPr>
          </a:p>
        </p:txBody>
      </p:sp>
      <p:sp>
        <p:nvSpPr>
          <p:cNvPr id="21" name="Google Shape;955;p37">
            <a:extLst>
              <a:ext uri="{FF2B5EF4-FFF2-40B4-BE49-F238E27FC236}">
                <a16:creationId xmlns:a16="http://schemas.microsoft.com/office/drawing/2014/main" id="{4A8BDCC5-1BD6-596C-E338-04013E7E54CD}"/>
              </a:ext>
            </a:extLst>
          </p:cNvPr>
          <p:cNvSpPr/>
          <p:nvPr/>
        </p:nvSpPr>
        <p:spPr>
          <a:xfrm>
            <a:off x="0" y="4912883"/>
            <a:ext cx="1663658" cy="230641"/>
          </a:xfrm>
          <a:prstGeom prst="round1Rect">
            <a:avLst>
              <a:gd name="adj" fmla="val 50000"/>
            </a:avLst>
          </a:prstGeom>
          <a:solidFill>
            <a:srgbClr val="1B204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latin typeface="Maven Pro"/>
              <a:ea typeface="Maven Pro"/>
              <a:cs typeface="Maven Pro"/>
              <a:sym typeface="Maven Pro"/>
            </a:endParaRPr>
          </a:p>
        </p:txBody>
      </p:sp>
      <p:grpSp>
        <p:nvGrpSpPr>
          <p:cNvPr id="22" name="Agrupar 21">
            <a:extLst>
              <a:ext uri="{FF2B5EF4-FFF2-40B4-BE49-F238E27FC236}">
                <a16:creationId xmlns:a16="http://schemas.microsoft.com/office/drawing/2014/main" id="{E4C65F2C-3A05-E830-71BB-99A7D74A6835}"/>
              </a:ext>
            </a:extLst>
          </p:cNvPr>
          <p:cNvGrpSpPr/>
          <p:nvPr/>
        </p:nvGrpSpPr>
        <p:grpSpPr>
          <a:xfrm>
            <a:off x="7070035" y="156184"/>
            <a:ext cx="1722295" cy="405506"/>
            <a:chOff x="4782913" y="272045"/>
            <a:chExt cx="3752189" cy="883435"/>
          </a:xfrm>
        </p:grpSpPr>
        <p:pic>
          <p:nvPicPr>
            <p:cNvPr id="23" name="Imagem 22" descr="Interface gráfica do usuário, Texto&#10;&#10;O conteúdo gerado por IA pode estar incorreto.">
              <a:extLst>
                <a:ext uri="{FF2B5EF4-FFF2-40B4-BE49-F238E27FC236}">
                  <a16:creationId xmlns:a16="http://schemas.microsoft.com/office/drawing/2014/main" id="{310D4DA6-2DB6-C321-07D4-6A89968F77E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4782913" y="272045"/>
              <a:ext cx="3752189" cy="883435"/>
            </a:xfrm>
            <a:prstGeom prst="rect">
              <a:avLst/>
            </a:prstGeom>
          </p:spPr>
        </p:pic>
        <p:cxnSp>
          <p:nvCxnSpPr>
            <p:cNvPr id="24" name="Conector reto 23">
              <a:extLst>
                <a:ext uri="{FF2B5EF4-FFF2-40B4-BE49-F238E27FC236}">
                  <a16:creationId xmlns:a16="http://schemas.microsoft.com/office/drawing/2014/main" id="{9F6CD100-181D-E156-4CB3-FCAF61F13A6F}"/>
                </a:ext>
              </a:extLst>
            </p:cNvPr>
            <p:cNvCxnSpPr>
              <a:cxnSpLocks/>
            </p:cNvCxnSpPr>
            <p:nvPr/>
          </p:nvCxnSpPr>
          <p:spPr>
            <a:xfrm>
              <a:off x="5253460" y="1066595"/>
              <a:ext cx="3264536" cy="16228"/>
            </a:xfrm>
            <a:prstGeom prst="line">
              <a:avLst/>
            </a:prstGeom>
            <a:ln>
              <a:solidFill>
                <a:srgbClr val="00445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5" name="Google Shape;936;p37">
            <a:extLst>
              <a:ext uri="{FF2B5EF4-FFF2-40B4-BE49-F238E27FC236}">
                <a16:creationId xmlns:a16="http://schemas.microsoft.com/office/drawing/2014/main" id="{E8D773D4-01D0-8F5F-79DA-3C79C397A723}"/>
              </a:ext>
            </a:extLst>
          </p:cNvPr>
          <p:cNvSpPr/>
          <p:nvPr/>
        </p:nvSpPr>
        <p:spPr>
          <a:xfrm rot="16200000" flipH="1" flipV="1">
            <a:off x="-26331" y="5857"/>
            <a:ext cx="636272" cy="583606"/>
          </a:xfrm>
          <a:custGeom>
            <a:avLst/>
            <a:gdLst>
              <a:gd name="connsiteX0" fmla="*/ 0 w 1440059"/>
              <a:gd name="connsiteY0" fmla="*/ 0 h 583600"/>
              <a:gd name="connsiteX1" fmla="*/ 1148259 w 1440059"/>
              <a:gd name="connsiteY1" fmla="*/ 0 h 583600"/>
              <a:gd name="connsiteX2" fmla="*/ 1440059 w 1440059"/>
              <a:gd name="connsiteY2" fmla="*/ 291800 h 583600"/>
              <a:gd name="connsiteX3" fmla="*/ 1440059 w 1440059"/>
              <a:gd name="connsiteY3" fmla="*/ 583600 h 583600"/>
              <a:gd name="connsiteX4" fmla="*/ 0 w 1440059"/>
              <a:gd name="connsiteY4" fmla="*/ 583600 h 583600"/>
              <a:gd name="connsiteX5" fmla="*/ 0 w 1440059"/>
              <a:gd name="connsiteY5" fmla="*/ 0 h 583600"/>
              <a:gd name="connsiteX0" fmla="*/ 612059 w 1440059"/>
              <a:gd name="connsiteY0" fmla="*/ 0 h 583603"/>
              <a:gd name="connsiteX1" fmla="*/ 1148259 w 1440059"/>
              <a:gd name="connsiteY1" fmla="*/ 3 h 583603"/>
              <a:gd name="connsiteX2" fmla="*/ 1440059 w 1440059"/>
              <a:gd name="connsiteY2" fmla="*/ 291803 h 583603"/>
              <a:gd name="connsiteX3" fmla="*/ 1440059 w 1440059"/>
              <a:gd name="connsiteY3" fmla="*/ 583603 h 583603"/>
              <a:gd name="connsiteX4" fmla="*/ 0 w 1440059"/>
              <a:gd name="connsiteY4" fmla="*/ 583603 h 583603"/>
              <a:gd name="connsiteX5" fmla="*/ 612059 w 1440059"/>
              <a:gd name="connsiteY5" fmla="*/ 0 h 583603"/>
              <a:gd name="connsiteX0" fmla="*/ 0 w 828000"/>
              <a:gd name="connsiteY0" fmla="*/ 0 h 583603"/>
              <a:gd name="connsiteX1" fmla="*/ 536200 w 828000"/>
              <a:gd name="connsiteY1" fmla="*/ 3 h 583603"/>
              <a:gd name="connsiteX2" fmla="*/ 828000 w 828000"/>
              <a:gd name="connsiteY2" fmla="*/ 291803 h 583603"/>
              <a:gd name="connsiteX3" fmla="*/ 828000 w 828000"/>
              <a:gd name="connsiteY3" fmla="*/ 583603 h 583603"/>
              <a:gd name="connsiteX4" fmla="*/ 191728 w 828000"/>
              <a:gd name="connsiteY4" fmla="*/ 576229 h 583603"/>
              <a:gd name="connsiteX5" fmla="*/ 0 w 828000"/>
              <a:gd name="connsiteY5" fmla="*/ 0 h 583603"/>
              <a:gd name="connsiteX0" fmla="*/ 14749 w 636272"/>
              <a:gd name="connsiteY0" fmla="*/ 0 h 583606"/>
              <a:gd name="connsiteX1" fmla="*/ 344472 w 636272"/>
              <a:gd name="connsiteY1" fmla="*/ 6 h 583606"/>
              <a:gd name="connsiteX2" fmla="*/ 636272 w 636272"/>
              <a:gd name="connsiteY2" fmla="*/ 291806 h 583606"/>
              <a:gd name="connsiteX3" fmla="*/ 636272 w 636272"/>
              <a:gd name="connsiteY3" fmla="*/ 583606 h 583606"/>
              <a:gd name="connsiteX4" fmla="*/ 0 w 636272"/>
              <a:gd name="connsiteY4" fmla="*/ 576232 h 583606"/>
              <a:gd name="connsiteX5" fmla="*/ 14749 w 636272"/>
              <a:gd name="connsiteY5" fmla="*/ 0 h 5836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36272" h="583606">
                <a:moveTo>
                  <a:pt x="14749" y="0"/>
                </a:moveTo>
                <a:lnTo>
                  <a:pt x="344472" y="6"/>
                </a:lnTo>
                <a:cubicBezTo>
                  <a:pt x="505629" y="6"/>
                  <a:pt x="636272" y="130649"/>
                  <a:pt x="636272" y="291806"/>
                </a:cubicBezTo>
                <a:lnTo>
                  <a:pt x="636272" y="583606"/>
                </a:lnTo>
                <a:lnTo>
                  <a:pt x="0" y="576232"/>
                </a:lnTo>
                <a:lnTo>
                  <a:pt x="14749" y="0"/>
                </a:lnTo>
                <a:close/>
              </a:path>
            </a:pathLst>
          </a:custGeom>
          <a:solidFill>
            <a:srgbClr val="1B204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latin typeface="Maven Pro"/>
              <a:ea typeface="Maven Pro"/>
              <a:cs typeface="Maven Pro"/>
              <a:sym typeface="Maven Pro"/>
            </a:endParaRPr>
          </a:p>
        </p:txBody>
      </p:sp>
      <p:sp>
        <p:nvSpPr>
          <p:cNvPr id="26" name="Google Shape;937;p37">
            <a:extLst>
              <a:ext uri="{FF2B5EF4-FFF2-40B4-BE49-F238E27FC236}">
                <a16:creationId xmlns:a16="http://schemas.microsoft.com/office/drawing/2014/main" id="{91731DC2-00AF-5EE0-EA4C-2E0F5AF9DB24}"/>
              </a:ext>
            </a:extLst>
          </p:cNvPr>
          <p:cNvSpPr/>
          <p:nvPr/>
        </p:nvSpPr>
        <p:spPr>
          <a:xfrm rot="16200000" flipH="1" flipV="1">
            <a:off x="-223281" y="212082"/>
            <a:ext cx="765195" cy="318641"/>
          </a:xfrm>
          <a:custGeom>
            <a:avLst/>
            <a:gdLst>
              <a:gd name="connsiteX0" fmla="*/ 0 w 1745961"/>
              <a:gd name="connsiteY0" fmla="*/ 0 h 318637"/>
              <a:gd name="connsiteX1" fmla="*/ 1586643 w 1745961"/>
              <a:gd name="connsiteY1" fmla="*/ 0 h 318637"/>
              <a:gd name="connsiteX2" fmla="*/ 1745962 w 1745961"/>
              <a:gd name="connsiteY2" fmla="*/ 159319 h 318637"/>
              <a:gd name="connsiteX3" fmla="*/ 1745961 w 1745961"/>
              <a:gd name="connsiteY3" fmla="*/ 318637 h 318637"/>
              <a:gd name="connsiteX4" fmla="*/ 0 w 1745961"/>
              <a:gd name="connsiteY4" fmla="*/ 318637 h 318637"/>
              <a:gd name="connsiteX5" fmla="*/ 0 w 1745961"/>
              <a:gd name="connsiteY5" fmla="*/ 0 h 318637"/>
              <a:gd name="connsiteX0" fmla="*/ 980768 w 1745962"/>
              <a:gd name="connsiteY0" fmla="*/ 0 h 318637"/>
              <a:gd name="connsiteX1" fmla="*/ 1586643 w 1745962"/>
              <a:gd name="connsiteY1" fmla="*/ 0 h 318637"/>
              <a:gd name="connsiteX2" fmla="*/ 1745962 w 1745962"/>
              <a:gd name="connsiteY2" fmla="*/ 159319 h 318637"/>
              <a:gd name="connsiteX3" fmla="*/ 1745961 w 1745962"/>
              <a:gd name="connsiteY3" fmla="*/ 318637 h 318637"/>
              <a:gd name="connsiteX4" fmla="*/ 0 w 1745962"/>
              <a:gd name="connsiteY4" fmla="*/ 318637 h 318637"/>
              <a:gd name="connsiteX5" fmla="*/ 980768 w 1745962"/>
              <a:gd name="connsiteY5" fmla="*/ 0 h 318637"/>
              <a:gd name="connsiteX0" fmla="*/ 1 w 765195"/>
              <a:gd name="connsiteY0" fmla="*/ 0 h 318641"/>
              <a:gd name="connsiteX1" fmla="*/ 605876 w 765195"/>
              <a:gd name="connsiteY1" fmla="*/ 0 h 318641"/>
              <a:gd name="connsiteX2" fmla="*/ 765195 w 765195"/>
              <a:gd name="connsiteY2" fmla="*/ 159319 h 318641"/>
              <a:gd name="connsiteX3" fmla="*/ 765194 w 765195"/>
              <a:gd name="connsiteY3" fmla="*/ 318637 h 318641"/>
              <a:gd name="connsiteX4" fmla="*/ 0 w 765195"/>
              <a:gd name="connsiteY4" fmla="*/ 318641 h 318641"/>
              <a:gd name="connsiteX5" fmla="*/ 1 w 765195"/>
              <a:gd name="connsiteY5" fmla="*/ 0 h 3186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765195" h="318641">
                <a:moveTo>
                  <a:pt x="1" y="0"/>
                </a:moveTo>
                <a:lnTo>
                  <a:pt x="605876" y="0"/>
                </a:lnTo>
                <a:cubicBezTo>
                  <a:pt x="693865" y="0"/>
                  <a:pt x="765195" y="71330"/>
                  <a:pt x="765195" y="159319"/>
                </a:cubicBezTo>
                <a:cubicBezTo>
                  <a:pt x="765195" y="212425"/>
                  <a:pt x="765194" y="265531"/>
                  <a:pt x="765194" y="318637"/>
                </a:cubicBezTo>
                <a:lnTo>
                  <a:pt x="0" y="318641"/>
                </a:lnTo>
                <a:cubicBezTo>
                  <a:pt x="0" y="212427"/>
                  <a:pt x="1" y="106214"/>
                  <a:pt x="1" y="0"/>
                </a:cubicBezTo>
                <a:close/>
              </a:path>
            </a:pathLst>
          </a:custGeom>
          <a:gradFill flip="none" rotWithShape="1">
            <a:gsLst>
              <a:gs pos="63000">
                <a:srgbClr val="06D1D7"/>
              </a:gs>
              <a:gs pos="33000">
                <a:srgbClr val="23A295"/>
              </a:gs>
              <a:gs pos="0">
                <a:srgbClr val="57F6A2"/>
              </a:gs>
              <a:gs pos="100000">
                <a:srgbClr val="1B2048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latin typeface="Maven Pro"/>
              <a:ea typeface="Maven Pro"/>
              <a:cs typeface="Maven Pro"/>
              <a:sym typeface="Maven Pro"/>
            </a:endParaRPr>
          </a:p>
        </p:txBody>
      </p:sp>
      <p:grpSp>
        <p:nvGrpSpPr>
          <p:cNvPr id="28" name="Google Shape;938;p37">
            <a:extLst>
              <a:ext uri="{FF2B5EF4-FFF2-40B4-BE49-F238E27FC236}">
                <a16:creationId xmlns:a16="http://schemas.microsoft.com/office/drawing/2014/main" id="{0E73867A-E9F6-CD66-85BB-06D67BE2CF39}"/>
              </a:ext>
            </a:extLst>
          </p:cNvPr>
          <p:cNvGrpSpPr/>
          <p:nvPr/>
        </p:nvGrpSpPr>
        <p:grpSpPr>
          <a:xfrm rot="16200000">
            <a:off x="720348" y="-178200"/>
            <a:ext cx="368002" cy="860760"/>
            <a:chOff x="8238071" y="2241175"/>
            <a:chExt cx="379279" cy="2095500"/>
          </a:xfrm>
          <a:gradFill>
            <a:gsLst>
              <a:gs pos="53000">
                <a:srgbClr val="23A295"/>
              </a:gs>
              <a:gs pos="0">
                <a:srgbClr val="57F6A2"/>
              </a:gs>
              <a:gs pos="100000">
                <a:srgbClr val="1B2048"/>
              </a:gs>
            </a:gsLst>
            <a:lin ang="5400000" scaled="1"/>
          </a:gradFill>
        </p:grpSpPr>
        <p:cxnSp>
          <p:nvCxnSpPr>
            <p:cNvPr id="29" name="Google Shape;945;p37">
              <a:extLst>
                <a:ext uri="{FF2B5EF4-FFF2-40B4-BE49-F238E27FC236}">
                  <a16:creationId xmlns:a16="http://schemas.microsoft.com/office/drawing/2014/main" id="{F857E45F-26C6-5AEA-0D80-34CCDEB5AEF7}"/>
                </a:ext>
              </a:extLst>
            </p:cNvPr>
            <p:cNvCxnSpPr/>
            <p:nvPr/>
          </p:nvCxnSpPr>
          <p:spPr>
            <a:xfrm>
              <a:off x="8313927" y="2241175"/>
              <a:ext cx="0" cy="2095500"/>
            </a:xfrm>
            <a:prstGeom prst="straightConnector1">
              <a:avLst/>
            </a:prstGeom>
            <a:grpFill/>
            <a:ln w="9525" cap="flat" cmpd="sng">
              <a:solidFill>
                <a:srgbClr val="1AB0A9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0" name="Google Shape;948;p37">
              <a:extLst>
                <a:ext uri="{FF2B5EF4-FFF2-40B4-BE49-F238E27FC236}">
                  <a16:creationId xmlns:a16="http://schemas.microsoft.com/office/drawing/2014/main" id="{ABD512B5-ACA0-3397-9CB8-389C27822706}"/>
                </a:ext>
              </a:extLst>
            </p:cNvPr>
            <p:cNvCxnSpPr/>
            <p:nvPr/>
          </p:nvCxnSpPr>
          <p:spPr>
            <a:xfrm>
              <a:off x="8238071" y="2241175"/>
              <a:ext cx="0" cy="2095500"/>
            </a:xfrm>
            <a:prstGeom prst="straightConnector1">
              <a:avLst/>
            </a:prstGeom>
            <a:grpFill/>
            <a:ln w="9525" cap="flat" cmpd="sng">
              <a:solidFill>
                <a:srgbClr val="1AB0A9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1" name="Google Shape;949;p37">
              <a:extLst>
                <a:ext uri="{FF2B5EF4-FFF2-40B4-BE49-F238E27FC236}">
                  <a16:creationId xmlns:a16="http://schemas.microsoft.com/office/drawing/2014/main" id="{4219DF7D-C05D-A345-753C-794C85A29E1C}"/>
                </a:ext>
              </a:extLst>
            </p:cNvPr>
            <p:cNvCxnSpPr/>
            <p:nvPr/>
          </p:nvCxnSpPr>
          <p:spPr>
            <a:xfrm>
              <a:off x="8389783" y="2241175"/>
              <a:ext cx="0" cy="2095500"/>
            </a:xfrm>
            <a:prstGeom prst="straightConnector1">
              <a:avLst/>
            </a:prstGeom>
            <a:grpFill/>
            <a:ln w="9525" cap="flat" cmpd="sng">
              <a:solidFill>
                <a:srgbClr val="1AB0A9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2" name="Google Shape;950;p37">
              <a:extLst>
                <a:ext uri="{FF2B5EF4-FFF2-40B4-BE49-F238E27FC236}">
                  <a16:creationId xmlns:a16="http://schemas.microsoft.com/office/drawing/2014/main" id="{D13690CB-8718-48E0-13C5-F92FEE515657}"/>
                </a:ext>
              </a:extLst>
            </p:cNvPr>
            <p:cNvCxnSpPr/>
            <p:nvPr/>
          </p:nvCxnSpPr>
          <p:spPr>
            <a:xfrm>
              <a:off x="8465638" y="2241175"/>
              <a:ext cx="0" cy="2095500"/>
            </a:xfrm>
            <a:prstGeom prst="straightConnector1">
              <a:avLst/>
            </a:prstGeom>
            <a:grpFill/>
            <a:ln w="9525" cap="flat" cmpd="sng">
              <a:solidFill>
                <a:srgbClr val="1AB0A9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3" name="Google Shape;951;p37">
              <a:extLst>
                <a:ext uri="{FF2B5EF4-FFF2-40B4-BE49-F238E27FC236}">
                  <a16:creationId xmlns:a16="http://schemas.microsoft.com/office/drawing/2014/main" id="{CF7EB95E-61A0-691B-7849-BF1E13922FEB}"/>
                </a:ext>
              </a:extLst>
            </p:cNvPr>
            <p:cNvCxnSpPr/>
            <p:nvPr/>
          </p:nvCxnSpPr>
          <p:spPr>
            <a:xfrm>
              <a:off x="8541494" y="2241175"/>
              <a:ext cx="0" cy="2095500"/>
            </a:xfrm>
            <a:prstGeom prst="straightConnector1">
              <a:avLst/>
            </a:prstGeom>
            <a:grpFill/>
            <a:ln w="9525" cap="flat" cmpd="sng">
              <a:solidFill>
                <a:srgbClr val="1AB0A9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4" name="Google Shape;952;p37">
              <a:extLst>
                <a:ext uri="{FF2B5EF4-FFF2-40B4-BE49-F238E27FC236}">
                  <a16:creationId xmlns:a16="http://schemas.microsoft.com/office/drawing/2014/main" id="{5142754B-24AB-53F8-0B5A-5C75C9ECEAAD}"/>
                </a:ext>
              </a:extLst>
            </p:cNvPr>
            <p:cNvCxnSpPr/>
            <p:nvPr/>
          </p:nvCxnSpPr>
          <p:spPr>
            <a:xfrm>
              <a:off x="8617350" y="2241175"/>
              <a:ext cx="0" cy="2095500"/>
            </a:xfrm>
            <a:prstGeom prst="straightConnector1">
              <a:avLst/>
            </a:prstGeom>
            <a:grpFill/>
            <a:ln w="9525" cap="flat" cmpd="sng">
              <a:solidFill>
                <a:srgbClr val="1AB0A9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35" name="Título 1">
            <a:extLst>
              <a:ext uri="{FF2B5EF4-FFF2-40B4-BE49-F238E27FC236}">
                <a16:creationId xmlns:a16="http://schemas.microsoft.com/office/drawing/2014/main" id="{BF0D8C24-D6AE-F81B-6CFB-8A86A721C732}"/>
              </a:ext>
            </a:extLst>
          </p:cNvPr>
          <p:cNvSpPr txBox="1">
            <a:spLocks/>
          </p:cNvSpPr>
          <p:nvPr/>
        </p:nvSpPr>
        <p:spPr>
          <a:xfrm>
            <a:off x="473968" y="698694"/>
            <a:ext cx="8467638" cy="4554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Montserrat"/>
              <a:buNone/>
              <a:defRPr sz="52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Montserrat"/>
              <a:buNone/>
              <a:defRPr sz="52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Montserrat"/>
              <a:buNone/>
              <a:defRPr sz="52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Montserrat"/>
              <a:buNone/>
              <a:defRPr sz="52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Montserrat"/>
              <a:buNone/>
              <a:defRPr sz="52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Montserrat"/>
              <a:buNone/>
              <a:defRPr sz="52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Montserrat"/>
              <a:buNone/>
              <a:defRPr sz="52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Montserrat"/>
              <a:buNone/>
              <a:defRPr sz="52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Montserrat"/>
              <a:buNone/>
              <a:defRPr sz="52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algn="l"/>
            <a:r>
              <a:rPr lang="pt-BR" sz="2000" dirty="0">
                <a:latin typeface="+mj-lt"/>
                <a:cs typeface="Arial" panose="020B0604020202020204" pitchFamily="34" charset="0"/>
              </a:rPr>
              <a:t>Contribuições metodológicas e substantivas</a:t>
            </a:r>
          </a:p>
        </p:txBody>
      </p:sp>
      <p:cxnSp>
        <p:nvCxnSpPr>
          <p:cNvPr id="40" name="Conector reto 39">
            <a:extLst>
              <a:ext uri="{FF2B5EF4-FFF2-40B4-BE49-F238E27FC236}">
                <a16:creationId xmlns:a16="http://schemas.microsoft.com/office/drawing/2014/main" id="{14F59F06-B3B5-51A4-B783-ABA6152D83BF}"/>
              </a:ext>
            </a:extLst>
          </p:cNvPr>
          <p:cNvCxnSpPr>
            <a:cxnSpLocks/>
          </p:cNvCxnSpPr>
          <p:nvPr/>
        </p:nvCxnSpPr>
        <p:spPr>
          <a:xfrm>
            <a:off x="-5" y="1114607"/>
            <a:ext cx="2796961" cy="0"/>
          </a:xfrm>
          <a:prstGeom prst="line">
            <a:avLst/>
          </a:prstGeom>
          <a:ln>
            <a:solidFill>
              <a:srgbClr val="00445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Google Shape;937;p37">
            <a:extLst>
              <a:ext uri="{FF2B5EF4-FFF2-40B4-BE49-F238E27FC236}">
                <a16:creationId xmlns:a16="http://schemas.microsoft.com/office/drawing/2014/main" id="{3B99C35D-E6B3-7B8A-006A-5D8B1C1684FE}"/>
              </a:ext>
            </a:extLst>
          </p:cNvPr>
          <p:cNvSpPr/>
          <p:nvPr/>
        </p:nvSpPr>
        <p:spPr>
          <a:xfrm flipH="1" flipV="1">
            <a:off x="8773117" y="52"/>
            <a:ext cx="369846" cy="249032"/>
          </a:xfrm>
          <a:custGeom>
            <a:avLst/>
            <a:gdLst>
              <a:gd name="connsiteX0" fmla="*/ 0 w 1414234"/>
              <a:gd name="connsiteY0" fmla="*/ 0 h 258097"/>
              <a:gd name="connsiteX1" fmla="*/ 1285186 w 1414234"/>
              <a:gd name="connsiteY1" fmla="*/ 0 h 258097"/>
              <a:gd name="connsiteX2" fmla="*/ 1414235 w 1414234"/>
              <a:gd name="connsiteY2" fmla="*/ 129049 h 258097"/>
              <a:gd name="connsiteX3" fmla="*/ 1414234 w 1414234"/>
              <a:gd name="connsiteY3" fmla="*/ 258097 h 258097"/>
              <a:gd name="connsiteX4" fmla="*/ 0 w 1414234"/>
              <a:gd name="connsiteY4" fmla="*/ 258097 h 258097"/>
              <a:gd name="connsiteX5" fmla="*/ 0 w 1414234"/>
              <a:gd name="connsiteY5" fmla="*/ 0 h 258097"/>
              <a:gd name="connsiteX0" fmla="*/ 0 w 1414235"/>
              <a:gd name="connsiteY0" fmla="*/ 0 h 258097"/>
              <a:gd name="connsiteX1" fmla="*/ 1285186 w 1414235"/>
              <a:gd name="connsiteY1" fmla="*/ 0 h 258097"/>
              <a:gd name="connsiteX2" fmla="*/ 1414235 w 1414235"/>
              <a:gd name="connsiteY2" fmla="*/ 129049 h 258097"/>
              <a:gd name="connsiteX3" fmla="*/ 1414234 w 1414235"/>
              <a:gd name="connsiteY3" fmla="*/ 258097 h 258097"/>
              <a:gd name="connsiteX4" fmla="*/ 243348 w 1414235"/>
              <a:gd name="connsiteY4" fmla="*/ 258097 h 258097"/>
              <a:gd name="connsiteX5" fmla="*/ 0 w 1414235"/>
              <a:gd name="connsiteY5" fmla="*/ 0 h 258097"/>
              <a:gd name="connsiteX0" fmla="*/ 0 w 1178260"/>
              <a:gd name="connsiteY0" fmla="*/ 7374 h 258097"/>
              <a:gd name="connsiteX1" fmla="*/ 1049211 w 1178260"/>
              <a:gd name="connsiteY1" fmla="*/ 0 h 258097"/>
              <a:gd name="connsiteX2" fmla="*/ 1178260 w 1178260"/>
              <a:gd name="connsiteY2" fmla="*/ 129049 h 258097"/>
              <a:gd name="connsiteX3" fmla="*/ 1178259 w 1178260"/>
              <a:gd name="connsiteY3" fmla="*/ 258097 h 258097"/>
              <a:gd name="connsiteX4" fmla="*/ 7373 w 1178260"/>
              <a:gd name="connsiteY4" fmla="*/ 258097 h 258097"/>
              <a:gd name="connsiteX5" fmla="*/ 0 w 1178260"/>
              <a:gd name="connsiteY5" fmla="*/ 7374 h 258097"/>
              <a:gd name="connsiteX0" fmla="*/ 0 w 1178260"/>
              <a:gd name="connsiteY0" fmla="*/ 7374 h 265471"/>
              <a:gd name="connsiteX1" fmla="*/ 1049211 w 1178260"/>
              <a:gd name="connsiteY1" fmla="*/ 0 h 265471"/>
              <a:gd name="connsiteX2" fmla="*/ 1178260 w 1178260"/>
              <a:gd name="connsiteY2" fmla="*/ 129049 h 265471"/>
              <a:gd name="connsiteX3" fmla="*/ 1178259 w 1178260"/>
              <a:gd name="connsiteY3" fmla="*/ 258097 h 265471"/>
              <a:gd name="connsiteX4" fmla="*/ 619431 w 1178260"/>
              <a:gd name="connsiteY4" fmla="*/ 265471 h 265471"/>
              <a:gd name="connsiteX5" fmla="*/ 0 w 1178260"/>
              <a:gd name="connsiteY5" fmla="*/ 7374 h 265471"/>
              <a:gd name="connsiteX0" fmla="*/ 0 w 566202"/>
              <a:gd name="connsiteY0" fmla="*/ 0 h 280219"/>
              <a:gd name="connsiteX1" fmla="*/ 437153 w 566202"/>
              <a:gd name="connsiteY1" fmla="*/ 14748 h 280219"/>
              <a:gd name="connsiteX2" fmla="*/ 566202 w 566202"/>
              <a:gd name="connsiteY2" fmla="*/ 143797 h 280219"/>
              <a:gd name="connsiteX3" fmla="*/ 566201 w 566202"/>
              <a:gd name="connsiteY3" fmla="*/ 272845 h 280219"/>
              <a:gd name="connsiteX4" fmla="*/ 7373 w 566202"/>
              <a:gd name="connsiteY4" fmla="*/ 280219 h 280219"/>
              <a:gd name="connsiteX5" fmla="*/ 0 w 566202"/>
              <a:gd name="connsiteY5" fmla="*/ 0 h 280219"/>
              <a:gd name="connsiteX0" fmla="*/ 0 w 566202"/>
              <a:gd name="connsiteY0" fmla="*/ 0 h 280219"/>
              <a:gd name="connsiteX1" fmla="*/ 437153 w 566202"/>
              <a:gd name="connsiteY1" fmla="*/ 14748 h 280219"/>
              <a:gd name="connsiteX2" fmla="*/ 566202 w 566202"/>
              <a:gd name="connsiteY2" fmla="*/ 143797 h 280219"/>
              <a:gd name="connsiteX3" fmla="*/ 566201 w 566202"/>
              <a:gd name="connsiteY3" fmla="*/ 272845 h 280219"/>
              <a:gd name="connsiteX4" fmla="*/ 58992 w 566202"/>
              <a:gd name="connsiteY4" fmla="*/ 280219 h 280219"/>
              <a:gd name="connsiteX5" fmla="*/ 0 w 566202"/>
              <a:gd name="connsiteY5" fmla="*/ 0 h 280219"/>
              <a:gd name="connsiteX0" fmla="*/ 0 w 566202"/>
              <a:gd name="connsiteY0" fmla="*/ 0 h 272845"/>
              <a:gd name="connsiteX1" fmla="*/ 437153 w 566202"/>
              <a:gd name="connsiteY1" fmla="*/ 14748 h 272845"/>
              <a:gd name="connsiteX2" fmla="*/ 566202 w 566202"/>
              <a:gd name="connsiteY2" fmla="*/ 143797 h 272845"/>
              <a:gd name="connsiteX3" fmla="*/ 566201 w 566202"/>
              <a:gd name="connsiteY3" fmla="*/ 272845 h 272845"/>
              <a:gd name="connsiteX4" fmla="*/ 209118 w 566202"/>
              <a:gd name="connsiteY4" fmla="*/ 262022 h 272845"/>
              <a:gd name="connsiteX5" fmla="*/ 0 w 566202"/>
              <a:gd name="connsiteY5" fmla="*/ 0 h 272845"/>
              <a:gd name="connsiteX0" fmla="*/ 0 w 366035"/>
              <a:gd name="connsiteY0" fmla="*/ 0 h 272845"/>
              <a:gd name="connsiteX1" fmla="*/ 236986 w 366035"/>
              <a:gd name="connsiteY1" fmla="*/ 14748 h 272845"/>
              <a:gd name="connsiteX2" fmla="*/ 366035 w 366035"/>
              <a:gd name="connsiteY2" fmla="*/ 143797 h 272845"/>
              <a:gd name="connsiteX3" fmla="*/ 366034 w 366035"/>
              <a:gd name="connsiteY3" fmla="*/ 272845 h 272845"/>
              <a:gd name="connsiteX4" fmla="*/ 8951 w 366035"/>
              <a:gd name="connsiteY4" fmla="*/ 262022 h 272845"/>
              <a:gd name="connsiteX5" fmla="*/ 0 w 366035"/>
              <a:gd name="connsiteY5" fmla="*/ 0 h 272845"/>
              <a:gd name="connsiteX0" fmla="*/ 0 w 366035"/>
              <a:gd name="connsiteY0" fmla="*/ 0 h 272845"/>
              <a:gd name="connsiteX1" fmla="*/ 236986 w 366035"/>
              <a:gd name="connsiteY1" fmla="*/ 14748 h 272845"/>
              <a:gd name="connsiteX2" fmla="*/ 366035 w 366035"/>
              <a:gd name="connsiteY2" fmla="*/ 143797 h 272845"/>
              <a:gd name="connsiteX3" fmla="*/ 366034 w 366035"/>
              <a:gd name="connsiteY3" fmla="*/ 272845 h 272845"/>
              <a:gd name="connsiteX4" fmla="*/ 99438 w 366035"/>
              <a:gd name="connsiteY4" fmla="*/ 247734 h 272845"/>
              <a:gd name="connsiteX5" fmla="*/ 0 w 366035"/>
              <a:gd name="connsiteY5" fmla="*/ 0 h 272845"/>
              <a:gd name="connsiteX0" fmla="*/ 0 w 366035"/>
              <a:gd name="connsiteY0" fmla="*/ 0 h 272845"/>
              <a:gd name="connsiteX1" fmla="*/ 236986 w 366035"/>
              <a:gd name="connsiteY1" fmla="*/ 14748 h 272845"/>
              <a:gd name="connsiteX2" fmla="*/ 366035 w 366035"/>
              <a:gd name="connsiteY2" fmla="*/ 143797 h 272845"/>
              <a:gd name="connsiteX3" fmla="*/ 366034 w 366035"/>
              <a:gd name="connsiteY3" fmla="*/ 272845 h 272845"/>
              <a:gd name="connsiteX4" fmla="*/ 25619 w 366035"/>
              <a:gd name="connsiteY4" fmla="*/ 259641 h 272845"/>
              <a:gd name="connsiteX5" fmla="*/ 0 w 366035"/>
              <a:gd name="connsiteY5" fmla="*/ 0 h 272845"/>
              <a:gd name="connsiteX0" fmla="*/ 5337 w 340416"/>
              <a:gd name="connsiteY0" fmla="*/ 0 h 268083"/>
              <a:gd name="connsiteX1" fmla="*/ 211367 w 340416"/>
              <a:gd name="connsiteY1" fmla="*/ 9986 h 268083"/>
              <a:gd name="connsiteX2" fmla="*/ 340416 w 340416"/>
              <a:gd name="connsiteY2" fmla="*/ 139035 h 268083"/>
              <a:gd name="connsiteX3" fmla="*/ 340415 w 340416"/>
              <a:gd name="connsiteY3" fmla="*/ 268083 h 268083"/>
              <a:gd name="connsiteX4" fmla="*/ 0 w 340416"/>
              <a:gd name="connsiteY4" fmla="*/ 254879 h 268083"/>
              <a:gd name="connsiteX5" fmla="*/ 5337 w 340416"/>
              <a:gd name="connsiteY5" fmla="*/ 0 h 268083"/>
              <a:gd name="connsiteX0" fmla="*/ 5337 w 353901"/>
              <a:gd name="connsiteY0" fmla="*/ 0 h 254879"/>
              <a:gd name="connsiteX1" fmla="*/ 211367 w 353901"/>
              <a:gd name="connsiteY1" fmla="*/ 9986 h 254879"/>
              <a:gd name="connsiteX2" fmla="*/ 340416 w 353901"/>
              <a:gd name="connsiteY2" fmla="*/ 139035 h 254879"/>
              <a:gd name="connsiteX3" fmla="*/ 349940 w 353901"/>
              <a:gd name="connsiteY3" fmla="*/ 253795 h 254879"/>
              <a:gd name="connsiteX4" fmla="*/ 0 w 353901"/>
              <a:gd name="connsiteY4" fmla="*/ 254879 h 254879"/>
              <a:gd name="connsiteX5" fmla="*/ 5337 w 353901"/>
              <a:gd name="connsiteY5" fmla="*/ 0 h 254879"/>
              <a:gd name="connsiteX0" fmla="*/ 7718 w 356282"/>
              <a:gd name="connsiteY0" fmla="*/ 0 h 253795"/>
              <a:gd name="connsiteX1" fmla="*/ 213748 w 356282"/>
              <a:gd name="connsiteY1" fmla="*/ 9986 h 253795"/>
              <a:gd name="connsiteX2" fmla="*/ 342797 w 356282"/>
              <a:gd name="connsiteY2" fmla="*/ 139035 h 253795"/>
              <a:gd name="connsiteX3" fmla="*/ 352321 w 356282"/>
              <a:gd name="connsiteY3" fmla="*/ 253795 h 253795"/>
              <a:gd name="connsiteX4" fmla="*/ 0 w 356282"/>
              <a:gd name="connsiteY4" fmla="*/ 226304 h 253795"/>
              <a:gd name="connsiteX5" fmla="*/ 7718 w 356282"/>
              <a:gd name="connsiteY5" fmla="*/ 0 h 253795"/>
              <a:gd name="connsiteX0" fmla="*/ 574 w 349138"/>
              <a:gd name="connsiteY0" fmla="*/ 0 h 257260"/>
              <a:gd name="connsiteX1" fmla="*/ 206604 w 349138"/>
              <a:gd name="connsiteY1" fmla="*/ 9986 h 257260"/>
              <a:gd name="connsiteX2" fmla="*/ 335653 w 349138"/>
              <a:gd name="connsiteY2" fmla="*/ 139035 h 257260"/>
              <a:gd name="connsiteX3" fmla="*/ 345177 w 349138"/>
              <a:gd name="connsiteY3" fmla="*/ 253795 h 257260"/>
              <a:gd name="connsiteX4" fmla="*/ 0 w 349138"/>
              <a:gd name="connsiteY4" fmla="*/ 257260 h 257260"/>
              <a:gd name="connsiteX5" fmla="*/ 574 w 349138"/>
              <a:gd name="connsiteY5" fmla="*/ 0 h 257260"/>
              <a:gd name="connsiteX0" fmla="*/ 574 w 359486"/>
              <a:gd name="connsiteY0" fmla="*/ 0 h 257260"/>
              <a:gd name="connsiteX1" fmla="*/ 206604 w 359486"/>
              <a:gd name="connsiteY1" fmla="*/ 9986 h 257260"/>
              <a:gd name="connsiteX2" fmla="*/ 335653 w 359486"/>
              <a:gd name="connsiteY2" fmla="*/ 139035 h 257260"/>
              <a:gd name="connsiteX3" fmla="*/ 359464 w 359486"/>
              <a:gd name="connsiteY3" fmla="*/ 253795 h 257260"/>
              <a:gd name="connsiteX4" fmla="*/ 0 w 359486"/>
              <a:gd name="connsiteY4" fmla="*/ 257260 h 257260"/>
              <a:gd name="connsiteX5" fmla="*/ 574 w 359486"/>
              <a:gd name="connsiteY5" fmla="*/ 0 h 257260"/>
              <a:gd name="connsiteX0" fmla="*/ 574 w 359486"/>
              <a:gd name="connsiteY0" fmla="*/ 0 h 257260"/>
              <a:gd name="connsiteX1" fmla="*/ 206604 w 359486"/>
              <a:gd name="connsiteY1" fmla="*/ 9986 h 257260"/>
              <a:gd name="connsiteX2" fmla="*/ 335653 w 359486"/>
              <a:gd name="connsiteY2" fmla="*/ 110460 h 257260"/>
              <a:gd name="connsiteX3" fmla="*/ 359464 w 359486"/>
              <a:gd name="connsiteY3" fmla="*/ 253795 h 257260"/>
              <a:gd name="connsiteX4" fmla="*/ 0 w 359486"/>
              <a:gd name="connsiteY4" fmla="*/ 257260 h 257260"/>
              <a:gd name="connsiteX5" fmla="*/ 574 w 359486"/>
              <a:gd name="connsiteY5" fmla="*/ 0 h 257260"/>
              <a:gd name="connsiteX0" fmla="*/ 574 w 365269"/>
              <a:gd name="connsiteY0" fmla="*/ 0 h 257260"/>
              <a:gd name="connsiteX1" fmla="*/ 206604 w 365269"/>
              <a:gd name="connsiteY1" fmla="*/ 9986 h 257260"/>
              <a:gd name="connsiteX2" fmla="*/ 359464 w 365269"/>
              <a:gd name="connsiteY2" fmla="*/ 253795 h 257260"/>
              <a:gd name="connsiteX3" fmla="*/ 0 w 365269"/>
              <a:gd name="connsiteY3" fmla="*/ 257260 h 257260"/>
              <a:gd name="connsiteX4" fmla="*/ 574 w 365269"/>
              <a:gd name="connsiteY4" fmla="*/ 0 h 257260"/>
              <a:gd name="connsiteX0" fmla="*/ 574 w 369846"/>
              <a:gd name="connsiteY0" fmla="*/ 0 h 257260"/>
              <a:gd name="connsiteX1" fmla="*/ 206604 w 369846"/>
              <a:gd name="connsiteY1" fmla="*/ 9986 h 257260"/>
              <a:gd name="connsiteX2" fmla="*/ 359464 w 369846"/>
              <a:gd name="connsiteY2" fmla="*/ 253795 h 257260"/>
              <a:gd name="connsiteX3" fmla="*/ 0 w 369846"/>
              <a:gd name="connsiteY3" fmla="*/ 257260 h 257260"/>
              <a:gd name="connsiteX4" fmla="*/ 574 w 369846"/>
              <a:gd name="connsiteY4" fmla="*/ 0 h 257260"/>
              <a:gd name="connsiteX0" fmla="*/ 574 w 369846"/>
              <a:gd name="connsiteY0" fmla="*/ 0 h 252497"/>
              <a:gd name="connsiteX1" fmla="*/ 206604 w 369846"/>
              <a:gd name="connsiteY1" fmla="*/ 5223 h 252497"/>
              <a:gd name="connsiteX2" fmla="*/ 359464 w 369846"/>
              <a:gd name="connsiteY2" fmla="*/ 249032 h 252497"/>
              <a:gd name="connsiteX3" fmla="*/ 0 w 369846"/>
              <a:gd name="connsiteY3" fmla="*/ 252497 h 252497"/>
              <a:gd name="connsiteX4" fmla="*/ 574 w 369846"/>
              <a:gd name="connsiteY4" fmla="*/ 0 h 252497"/>
              <a:gd name="connsiteX0" fmla="*/ 574 w 369846"/>
              <a:gd name="connsiteY0" fmla="*/ 0 h 249032"/>
              <a:gd name="connsiteX1" fmla="*/ 206604 w 369846"/>
              <a:gd name="connsiteY1" fmla="*/ 5223 h 249032"/>
              <a:gd name="connsiteX2" fmla="*/ 359464 w 369846"/>
              <a:gd name="connsiteY2" fmla="*/ 249032 h 249032"/>
              <a:gd name="connsiteX3" fmla="*/ 0 w 369846"/>
              <a:gd name="connsiteY3" fmla="*/ 245353 h 249032"/>
              <a:gd name="connsiteX4" fmla="*/ 574 w 369846"/>
              <a:gd name="connsiteY4" fmla="*/ 0 h 2490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69846" h="249032">
                <a:moveTo>
                  <a:pt x="574" y="0"/>
                </a:moveTo>
                <a:lnTo>
                  <a:pt x="206604" y="5223"/>
                </a:lnTo>
                <a:cubicBezTo>
                  <a:pt x="342619" y="42759"/>
                  <a:pt x="393898" y="207820"/>
                  <a:pt x="359464" y="249032"/>
                </a:cubicBezTo>
                <a:lnTo>
                  <a:pt x="0" y="245353"/>
                </a:lnTo>
                <a:cubicBezTo>
                  <a:pt x="191" y="159600"/>
                  <a:pt x="383" y="85753"/>
                  <a:pt x="574" y="0"/>
                </a:cubicBezTo>
                <a:close/>
              </a:path>
            </a:pathLst>
          </a:custGeom>
          <a:gradFill flip="none" rotWithShape="1">
            <a:gsLst>
              <a:gs pos="63000">
                <a:srgbClr val="06D1D7"/>
              </a:gs>
              <a:gs pos="33000">
                <a:srgbClr val="23A295"/>
              </a:gs>
              <a:gs pos="0">
                <a:srgbClr val="57F6A2"/>
              </a:gs>
              <a:gs pos="100000">
                <a:srgbClr val="1B2048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latin typeface="Maven Pro"/>
              <a:ea typeface="Maven Pro"/>
              <a:cs typeface="Maven Pro"/>
              <a:sym typeface="Maven Pro"/>
            </a:endParaRPr>
          </a:p>
        </p:txBody>
      </p:sp>
      <p:sp>
        <p:nvSpPr>
          <p:cNvPr id="41" name="CaixaDeTexto 40">
            <a:extLst>
              <a:ext uri="{FF2B5EF4-FFF2-40B4-BE49-F238E27FC236}">
                <a16:creationId xmlns:a16="http://schemas.microsoft.com/office/drawing/2014/main" id="{CF67E25E-5F2F-E615-E414-C770623ABB9D}"/>
              </a:ext>
            </a:extLst>
          </p:cNvPr>
          <p:cNvSpPr txBox="1"/>
          <p:nvPr/>
        </p:nvSpPr>
        <p:spPr>
          <a:xfrm>
            <a:off x="461282" y="1444817"/>
            <a:ext cx="4110717" cy="20129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sz="1100" b="1" dirty="0"/>
              <a:t>Contribuição metodológica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sz="1050" dirty="0"/>
              <a:t>Uso seletivo de LLM em uma arquitetura híbrida.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sz="1050" dirty="0"/>
              <a:t>Redução de custo computacional e dependência externa.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sz="1050" dirty="0"/>
              <a:t>Separação clara entre decisão determinística e inferência semântica.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sz="1050" dirty="0"/>
              <a:t>Registro da fonte da classificação, permitindo auditoria e reprocessamento.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sz="1050" dirty="0"/>
              <a:t>Aprendizado contínuo por expansão de regras regex.</a:t>
            </a:r>
          </a:p>
        </p:txBody>
      </p:sp>
      <p:sp>
        <p:nvSpPr>
          <p:cNvPr id="37" name="CaixaDeTexto 36">
            <a:extLst>
              <a:ext uri="{FF2B5EF4-FFF2-40B4-BE49-F238E27FC236}">
                <a16:creationId xmlns:a16="http://schemas.microsoft.com/office/drawing/2014/main" id="{198FC0F8-2171-CD31-C0B1-BA9B8EA04FA5}"/>
              </a:ext>
            </a:extLst>
          </p:cNvPr>
          <p:cNvSpPr txBox="1"/>
          <p:nvPr/>
        </p:nvSpPr>
        <p:spPr>
          <a:xfrm>
            <a:off x="4572000" y="1444609"/>
            <a:ext cx="4072349" cy="24976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sz="1100" b="1" dirty="0"/>
              <a:t>Contribuição substantiva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sz="1050" dirty="0"/>
              <a:t>Identificação de temas recorrentes na comunicação pública da PF.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sz="1050" dirty="0"/>
              <a:t>Destaque para crimes contra crianças, tráfico de drogas, corrupção/desvio, crimes ambientais, falsificações e contrabando.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sz="1050" dirty="0"/>
              <a:t>Análise de variações temporais na visibilidade das categorias.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sz="1050" dirty="0"/>
              <a:t>Produção de clusters semânticos e clusters canônicos para síntese interpretativa.</a:t>
            </a:r>
            <a:endParaRPr lang="pt-PT" sz="1050" dirty="0"/>
          </a:p>
        </p:txBody>
      </p:sp>
    </p:spTree>
    <p:extLst>
      <p:ext uri="{BB962C8B-B14F-4D97-AF65-F5344CB8AC3E}">
        <p14:creationId xmlns:p14="http://schemas.microsoft.com/office/powerpoint/2010/main" val="2027381845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91">
          <a:extLst>
            <a:ext uri="{FF2B5EF4-FFF2-40B4-BE49-F238E27FC236}">
              <a16:creationId xmlns:a16="http://schemas.microsoft.com/office/drawing/2014/main" id="{A61B70E1-C526-0CD6-8E52-2D67A508EE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83" name="Gráfico 982">
            <a:extLst>
              <a:ext uri="{FF2B5EF4-FFF2-40B4-BE49-F238E27FC236}">
                <a16:creationId xmlns:a16="http://schemas.microsoft.com/office/drawing/2014/main" id="{B1D69A67-65F3-3E5B-4649-BB08ACB0853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471287" y="-176981"/>
            <a:ext cx="10434025" cy="5320297"/>
          </a:xfrm>
          <a:prstGeom prst="rect">
            <a:avLst/>
          </a:prstGeom>
        </p:spPr>
      </p:pic>
      <p:sp>
        <p:nvSpPr>
          <p:cNvPr id="3" name="Google Shape;936;p37">
            <a:extLst>
              <a:ext uri="{FF2B5EF4-FFF2-40B4-BE49-F238E27FC236}">
                <a16:creationId xmlns:a16="http://schemas.microsoft.com/office/drawing/2014/main" id="{99B84159-2BCB-A991-0F04-DBD02F82FB60}"/>
              </a:ext>
            </a:extLst>
          </p:cNvPr>
          <p:cNvSpPr/>
          <p:nvPr/>
        </p:nvSpPr>
        <p:spPr>
          <a:xfrm flipH="1">
            <a:off x="7861193" y="4721150"/>
            <a:ext cx="1282656" cy="422165"/>
          </a:xfrm>
          <a:prstGeom prst="round1Rect">
            <a:avLst>
              <a:gd name="adj" fmla="val 50000"/>
            </a:avLst>
          </a:prstGeom>
          <a:solidFill>
            <a:srgbClr val="1B204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latin typeface="Maven Pro"/>
              <a:ea typeface="Maven Pro"/>
              <a:cs typeface="Maven Pro"/>
              <a:sym typeface="Maven Pro"/>
            </a:endParaRPr>
          </a:p>
        </p:txBody>
      </p:sp>
      <p:sp>
        <p:nvSpPr>
          <p:cNvPr id="4" name="Google Shape;937;p37">
            <a:extLst>
              <a:ext uri="{FF2B5EF4-FFF2-40B4-BE49-F238E27FC236}">
                <a16:creationId xmlns:a16="http://schemas.microsoft.com/office/drawing/2014/main" id="{2D1C6E6D-0FDC-DA15-40F5-608DCCA6E16A}"/>
              </a:ext>
            </a:extLst>
          </p:cNvPr>
          <p:cNvSpPr/>
          <p:nvPr/>
        </p:nvSpPr>
        <p:spPr>
          <a:xfrm flipH="1">
            <a:off x="7588727" y="4912884"/>
            <a:ext cx="1555123" cy="230496"/>
          </a:xfrm>
          <a:prstGeom prst="round1Rect">
            <a:avLst>
              <a:gd name="adj" fmla="val 50000"/>
            </a:avLst>
          </a:prstGeom>
          <a:gradFill flip="none" rotWithShape="1">
            <a:gsLst>
              <a:gs pos="63000">
                <a:srgbClr val="06D1D7"/>
              </a:gs>
              <a:gs pos="33000">
                <a:srgbClr val="23A295"/>
              </a:gs>
              <a:gs pos="0">
                <a:srgbClr val="57F6A2"/>
              </a:gs>
              <a:gs pos="100000">
                <a:srgbClr val="1B2048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latin typeface="Maven Pro"/>
              <a:ea typeface="Maven Pro"/>
              <a:cs typeface="Maven Pro"/>
              <a:sym typeface="Maven Pro"/>
            </a:endParaRPr>
          </a:p>
        </p:txBody>
      </p:sp>
      <p:grpSp>
        <p:nvGrpSpPr>
          <p:cNvPr id="5" name="Google Shape;938;p37">
            <a:extLst>
              <a:ext uri="{FF2B5EF4-FFF2-40B4-BE49-F238E27FC236}">
                <a16:creationId xmlns:a16="http://schemas.microsoft.com/office/drawing/2014/main" id="{7E0BA94B-1686-17F3-3322-E1561C1D35B6}"/>
              </a:ext>
            </a:extLst>
          </p:cNvPr>
          <p:cNvGrpSpPr/>
          <p:nvPr/>
        </p:nvGrpSpPr>
        <p:grpSpPr>
          <a:xfrm>
            <a:off x="8644350" y="4276582"/>
            <a:ext cx="423698" cy="551579"/>
            <a:chOff x="7631225" y="2241175"/>
            <a:chExt cx="986125" cy="2095500"/>
          </a:xfrm>
          <a:gradFill>
            <a:gsLst>
              <a:gs pos="53000">
                <a:srgbClr val="23A295"/>
              </a:gs>
              <a:gs pos="0">
                <a:srgbClr val="57F6A2"/>
              </a:gs>
              <a:gs pos="100000">
                <a:srgbClr val="1B2048"/>
              </a:gs>
            </a:gsLst>
            <a:lin ang="5400000" scaled="1"/>
          </a:gradFill>
        </p:grpSpPr>
        <p:cxnSp>
          <p:nvCxnSpPr>
            <p:cNvPr id="6" name="Google Shape;939;p37">
              <a:extLst>
                <a:ext uri="{FF2B5EF4-FFF2-40B4-BE49-F238E27FC236}">
                  <a16:creationId xmlns:a16="http://schemas.microsoft.com/office/drawing/2014/main" id="{4BAE49AD-397C-EF2F-25B0-A2D019589247}"/>
                </a:ext>
              </a:extLst>
            </p:cNvPr>
            <p:cNvCxnSpPr/>
            <p:nvPr/>
          </p:nvCxnSpPr>
          <p:spPr>
            <a:xfrm>
              <a:off x="7631225" y="2241175"/>
              <a:ext cx="0" cy="2095500"/>
            </a:xfrm>
            <a:prstGeom prst="straightConnector1">
              <a:avLst/>
            </a:prstGeom>
            <a:grpFill/>
            <a:ln w="9525" cap="flat" cmpd="sng">
              <a:solidFill>
                <a:srgbClr val="1AB0A9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7" name="Google Shape;940;p37">
              <a:extLst>
                <a:ext uri="{FF2B5EF4-FFF2-40B4-BE49-F238E27FC236}">
                  <a16:creationId xmlns:a16="http://schemas.microsoft.com/office/drawing/2014/main" id="{B2F83C7E-643D-3D18-DD8C-EBE93FD41D57}"/>
                </a:ext>
              </a:extLst>
            </p:cNvPr>
            <p:cNvCxnSpPr/>
            <p:nvPr/>
          </p:nvCxnSpPr>
          <p:spPr>
            <a:xfrm>
              <a:off x="7707081" y="2241175"/>
              <a:ext cx="0" cy="2095500"/>
            </a:xfrm>
            <a:prstGeom prst="straightConnector1">
              <a:avLst/>
            </a:prstGeom>
            <a:grpFill/>
            <a:ln w="9525" cap="flat" cmpd="sng">
              <a:solidFill>
                <a:srgbClr val="1AB0A9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8" name="Google Shape;941;p37">
              <a:extLst>
                <a:ext uri="{FF2B5EF4-FFF2-40B4-BE49-F238E27FC236}">
                  <a16:creationId xmlns:a16="http://schemas.microsoft.com/office/drawing/2014/main" id="{999D45FC-42A9-2951-B0E9-24FA017A8457}"/>
                </a:ext>
              </a:extLst>
            </p:cNvPr>
            <p:cNvCxnSpPr/>
            <p:nvPr/>
          </p:nvCxnSpPr>
          <p:spPr>
            <a:xfrm>
              <a:off x="7782937" y="2241175"/>
              <a:ext cx="0" cy="2095500"/>
            </a:xfrm>
            <a:prstGeom prst="straightConnector1">
              <a:avLst/>
            </a:prstGeom>
            <a:grpFill/>
            <a:ln w="9525" cap="flat" cmpd="sng">
              <a:solidFill>
                <a:srgbClr val="1AB0A9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9" name="Google Shape;942;p37">
              <a:extLst>
                <a:ext uri="{FF2B5EF4-FFF2-40B4-BE49-F238E27FC236}">
                  <a16:creationId xmlns:a16="http://schemas.microsoft.com/office/drawing/2014/main" id="{9935EC24-BC39-2293-D394-12A34C07A568}"/>
                </a:ext>
              </a:extLst>
            </p:cNvPr>
            <p:cNvCxnSpPr/>
            <p:nvPr/>
          </p:nvCxnSpPr>
          <p:spPr>
            <a:xfrm>
              <a:off x="7858792" y="2241175"/>
              <a:ext cx="0" cy="2095500"/>
            </a:xfrm>
            <a:prstGeom prst="straightConnector1">
              <a:avLst/>
            </a:prstGeom>
            <a:grpFill/>
            <a:ln w="9525" cap="flat" cmpd="sng">
              <a:solidFill>
                <a:srgbClr val="1AB0A9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0" name="Google Shape;943;p37">
              <a:extLst>
                <a:ext uri="{FF2B5EF4-FFF2-40B4-BE49-F238E27FC236}">
                  <a16:creationId xmlns:a16="http://schemas.microsoft.com/office/drawing/2014/main" id="{E5D79EAB-B8C5-B16B-5055-8AD40D9101E5}"/>
                </a:ext>
              </a:extLst>
            </p:cNvPr>
            <p:cNvCxnSpPr/>
            <p:nvPr/>
          </p:nvCxnSpPr>
          <p:spPr>
            <a:xfrm>
              <a:off x="8010504" y="2241175"/>
              <a:ext cx="0" cy="2095500"/>
            </a:xfrm>
            <a:prstGeom prst="straightConnector1">
              <a:avLst/>
            </a:prstGeom>
            <a:grpFill/>
            <a:ln w="9525" cap="flat" cmpd="sng">
              <a:solidFill>
                <a:srgbClr val="1AB0A9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1" name="Google Shape;944;p37">
              <a:extLst>
                <a:ext uri="{FF2B5EF4-FFF2-40B4-BE49-F238E27FC236}">
                  <a16:creationId xmlns:a16="http://schemas.microsoft.com/office/drawing/2014/main" id="{3CEA9FE6-84C2-786F-5C87-C0A8193D7350}"/>
                </a:ext>
              </a:extLst>
            </p:cNvPr>
            <p:cNvCxnSpPr/>
            <p:nvPr/>
          </p:nvCxnSpPr>
          <p:spPr>
            <a:xfrm>
              <a:off x="8162215" y="2241175"/>
              <a:ext cx="0" cy="2095500"/>
            </a:xfrm>
            <a:prstGeom prst="straightConnector1">
              <a:avLst/>
            </a:prstGeom>
            <a:grpFill/>
            <a:ln w="9525" cap="flat" cmpd="sng">
              <a:solidFill>
                <a:srgbClr val="1AB0A9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2" name="Google Shape;945;p37">
              <a:extLst>
                <a:ext uri="{FF2B5EF4-FFF2-40B4-BE49-F238E27FC236}">
                  <a16:creationId xmlns:a16="http://schemas.microsoft.com/office/drawing/2014/main" id="{1CA0E63F-7631-F41D-DC5C-12A9E9169711}"/>
                </a:ext>
              </a:extLst>
            </p:cNvPr>
            <p:cNvCxnSpPr/>
            <p:nvPr/>
          </p:nvCxnSpPr>
          <p:spPr>
            <a:xfrm>
              <a:off x="8313927" y="2241175"/>
              <a:ext cx="0" cy="2095500"/>
            </a:xfrm>
            <a:prstGeom prst="straightConnector1">
              <a:avLst/>
            </a:prstGeom>
            <a:grpFill/>
            <a:ln w="9525" cap="flat" cmpd="sng">
              <a:solidFill>
                <a:srgbClr val="1AB0A9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3" name="Google Shape;946;p37">
              <a:extLst>
                <a:ext uri="{FF2B5EF4-FFF2-40B4-BE49-F238E27FC236}">
                  <a16:creationId xmlns:a16="http://schemas.microsoft.com/office/drawing/2014/main" id="{C319B369-A404-2ADE-E9E4-4B523688273E}"/>
                </a:ext>
              </a:extLst>
            </p:cNvPr>
            <p:cNvCxnSpPr/>
            <p:nvPr/>
          </p:nvCxnSpPr>
          <p:spPr>
            <a:xfrm>
              <a:off x="7934648" y="2241175"/>
              <a:ext cx="0" cy="2095500"/>
            </a:xfrm>
            <a:prstGeom prst="straightConnector1">
              <a:avLst/>
            </a:prstGeom>
            <a:grpFill/>
            <a:ln w="9525" cap="flat" cmpd="sng">
              <a:solidFill>
                <a:srgbClr val="1AB0A9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4" name="Google Shape;947;p37">
              <a:extLst>
                <a:ext uri="{FF2B5EF4-FFF2-40B4-BE49-F238E27FC236}">
                  <a16:creationId xmlns:a16="http://schemas.microsoft.com/office/drawing/2014/main" id="{3A8C798A-78AF-A7A8-4FD9-87E410C9DF6D}"/>
                </a:ext>
              </a:extLst>
            </p:cNvPr>
            <p:cNvCxnSpPr/>
            <p:nvPr/>
          </p:nvCxnSpPr>
          <p:spPr>
            <a:xfrm>
              <a:off x="8086360" y="2241175"/>
              <a:ext cx="0" cy="2095500"/>
            </a:xfrm>
            <a:prstGeom prst="straightConnector1">
              <a:avLst/>
            </a:prstGeom>
            <a:grpFill/>
            <a:ln w="9525" cap="flat" cmpd="sng">
              <a:solidFill>
                <a:srgbClr val="1AB0A9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5" name="Google Shape;948;p37">
              <a:extLst>
                <a:ext uri="{FF2B5EF4-FFF2-40B4-BE49-F238E27FC236}">
                  <a16:creationId xmlns:a16="http://schemas.microsoft.com/office/drawing/2014/main" id="{0C95997F-FB26-C289-8237-DB092CE8B622}"/>
                </a:ext>
              </a:extLst>
            </p:cNvPr>
            <p:cNvCxnSpPr/>
            <p:nvPr/>
          </p:nvCxnSpPr>
          <p:spPr>
            <a:xfrm>
              <a:off x="8238071" y="2241175"/>
              <a:ext cx="0" cy="2095500"/>
            </a:xfrm>
            <a:prstGeom prst="straightConnector1">
              <a:avLst/>
            </a:prstGeom>
            <a:grpFill/>
            <a:ln w="9525" cap="flat" cmpd="sng">
              <a:solidFill>
                <a:srgbClr val="1AB0A9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6" name="Google Shape;949;p37">
              <a:extLst>
                <a:ext uri="{FF2B5EF4-FFF2-40B4-BE49-F238E27FC236}">
                  <a16:creationId xmlns:a16="http://schemas.microsoft.com/office/drawing/2014/main" id="{B21312F5-FBE6-E7B6-0A71-A281B5BDEF3A}"/>
                </a:ext>
              </a:extLst>
            </p:cNvPr>
            <p:cNvCxnSpPr/>
            <p:nvPr/>
          </p:nvCxnSpPr>
          <p:spPr>
            <a:xfrm>
              <a:off x="8389783" y="2241175"/>
              <a:ext cx="0" cy="2095500"/>
            </a:xfrm>
            <a:prstGeom prst="straightConnector1">
              <a:avLst/>
            </a:prstGeom>
            <a:grpFill/>
            <a:ln w="9525" cap="flat" cmpd="sng">
              <a:solidFill>
                <a:srgbClr val="1AB0A9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7" name="Google Shape;950;p37">
              <a:extLst>
                <a:ext uri="{FF2B5EF4-FFF2-40B4-BE49-F238E27FC236}">
                  <a16:creationId xmlns:a16="http://schemas.microsoft.com/office/drawing/2014/main" id="{37A28E1E-47D4-49D4-5862-4556F42F03D8}"/>
                </a:ext>
              </a:extLst>
            </p:cNvPr>
            <p:cNvCxnSpPr/>
            <p:nvPr/>
          </p:nvCxnSpPr>
          <p:spPr>
            <a:xfrm>
              <a:off x="8465638" y="2241175"/>
              <a:ext cx="0" cy="2095500"/>
            </a:xfrm>
            <a:prstGeom prst="straightConnector1">
              <a:avLst/>
            </a:prstGeom>
            <a:grpFill/>
            <a:ln w="9525" cap="flat" cmpd="sng">
              <a:solidFill>
                <a:srgbClr val="1AB0A9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8" name="Google Shape;951;p37">
              <a:extLst>
                <a:ext uri="{FF2B5EF4-FFF2-40B4-BE49-F238E27FC236}">
                  <a16:creationId xmlns:a16="http://schemas.microsoft.com/office/drawing/2014/main" id="{EE721771-AD66-F8FC-ECE7-A468DBC6E9B7}"/>
                </a:ext>
              </a:extLst>
            </p:cNvPr>
            <p:cNvCxnSpPr/>
            <p:nvPr/>
          </p:nvCxnSpPr>
          <p:spPr>
            <a:xfrm>
              <a:off x="8541494" y="2241175"/>
              <a:ext cx="0" cy="2095500"/>
            </a:xfrm>
            <a:prstGeom prst="straightConnector1">
              <a:avLst/>
            </a:prstGeom>
            <a:grpFill/>
            <a:ln w="9525" cap="flat" cmpd="sng">
              <a:solidFill>
                <a:srgbClr val="1AB0A9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9" name="Google Shape;952;p37">
              <a:extLst>
                <a:ext uri="{FF2B5EF4-FFF2-40B4-BE49-F238E27FC236}">
                  <a16:creationId xmlns:a16="http://schemas.microsoft.com/office/drawing/2014/main" id="{1EDAB212-9FB2-3D21-A5B9-540C06D7A663}"/>
                </a:ext>
              </a:extLst>
            </p:cNvPr>
            <p:cNvCxnSpPr/>
            <p:nvPr/>
          </p:nvCxnSpPr>
          <p:spPr>
            <a:xfrm>
              <a:off x="8617350" y="2241175"/>
              <a:ext cx="0" cy="2095500"/>
            </a:xfrm>
            <a:prstGeom prst="straightConnector1">
              <a:avLst/>
            </a:prstGeom>
            <a:grpFill/>
            <a:ln w="9525" cap="flat" cmpd="sng">
              <a:solidFill>
                <a:srgbClr val="1AB0A9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20" name="Google Shape;954;p37">
            <a:extLst>
              <a:ext uri="{FF2B5EF4-FFF2-40B4-BE49-F238E27FC236}">
                <a16:creationId xmlns:a16="http://schemas.microsoft.com/office/drawing/2014/main" id="{F0BB03B4-9D9B-6920-C8BD-F104FFDD91A5}"/>
              </a:ext>
            </a:extLst>
          </p:cNvPr>
          <p:cNvSpPr/>
          <p:nvPr/>
        </p:nvSpPr>
        <p:spPr>
          <a:xfrm>
            <a:off x="0" y="4680042"/>
            <a:ext cx="922564" cy="463274"/>
          </a:xfrm>
          <a:prstGeom prst="rect">
            <a:avLst/>
          </a:prstGeom>
          <a:gradFill>
            <a:gsLst>
              <a:gs pos="33000">
                <a:srgbClr val="23A295"/>
              </a:gs>
              <a:gs pos="0">
                <a:srgbClr val="57F6A2"/>
              </a:gs>
              <a:gs pos="100000">
                <a:srgbClr val="1B2048"/>
              </a:gs>
            </a:gsLst>
            <a:path path="circle">
              <a:fillToRect l="100000" t="100000"/>
            </a:path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dirty="0">
              <a:latin typeface="Maven Pro"/>
              <a:ea typeface="Maven Pro"/>
              <a:cs typeface="Maven Pro"/>
              <a:sym typeface="Maven Pro"/>
            </a:endParaRPr>
          </a:p>
        </p:txBody>
      </p:sp>
      <p:sp>
        <p:nvSpPr>
          <p:cNvPr id="21" name="Google Shape;955;p37">
            <a:extLst>
              <a:ext uri="{FF2B5EF4-FFF2-40B4-BE49-F238E27FC236}">
                <a16:creationId xmlns:a16="http://schemas.microsoft.com/office/drawing/2014/main" id="{10A77DF5-883B-B395-9E4E-C04E30097D99}"/>
              </a:ext>
            </a:extLst>
          </p:cNvPr>
          <p:cNvSpPr/>
          <p:nvPr/>
        </p:nvSpPr>
        <p:spPr>
          <a:xfrm>
            <a:off x="0" y="4912883"/>
            <a:ext cx="1663658" cy="230641"/>
          </a:xfrm>
          <a:prstGeom prst="round1Rect">
            <a:avLst>
              <a:gd name="adj" fmla="val 50000"/>
            </a:avLst>
          </a:prstGeom>
          <a:solidFill>
            <a:srgbClr val="1B204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latin typeface="Maven Pro"/>
              <a:ea typeface="Maven Pro"/>
              <a:cs typeface="Maven Pro"/>
              <a:sym typeface="Maven Pro"/>
            </a:endParaRPr>
          </a:p>
        </p:txBody>
      </p:sp>
      <p:pic>
        <p:nvPicPr>
          <p:cNvPr id="23" name="Imagem 22" descr="Interface gráfica do usuário, Texto&#10;&#10;O conteúdo gerado por IA pode estar incorreto.">
            <a:extLst>
              <a:ext uri="{FF2B5EF4-FFF2-40B4-BE49-F238E27FC236}">
                <a16:creationId xmlns:a16="http://schemas.microsoft.com/office/drawing/2014/main" id="{8718E1C6-C2DC-8729-D0D8-CB62FFFA7AA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76164" y="313083"/>
            <a:ext cx="3214252" cy="756779"/>
          </a:xfrm>
          <a:prstGeom prst="rect">
            <a:avLst/>
          </a:prstGeom>
        </p:spPr>
      </p:pic>
      <p:sp>
        <p:nvSpPr>
          <p:cNvPr id="25" name="Google Shape;936;p37">
            <a:extLst>
              <a:ext uri="{FF2B5EF4-FFF2-40B4-BE49-F238E27FC236}">
                <a16:creationId xmlns:a16="http://schemas.microsoft.com/office/drawing/2014/main" id="{95C9C076-7A28-803D-7B6C-AE5E99F0F017}"/>
              </a:ext>
            </a:extLst>
          </p:cNvPr>
          <p:cNvSpPr/>
          <p:nvPr/>
        </p:nvSpPr>
        <p:spPr>
          <a:xfrm rot="16200000" flipH="1" flipV="1">
            <a:off x="-26331" y="5857"/>
            <a:ext cx="636272" cy="583606"/>
          </a:xfrm>
          <a:custGeom>
            <a:avLst/>
            <a:gdLst>
              <a:gd name="connsiteX0" fmla="*/ 0 w 1440059"/>
              <a:gd name="connsiteY0" fmla="*/ 0 h 583600"/>
              <a:gd name="connsiteX1" fmla="*/ 1148259 w 1440059"/>
              <a:gd name="connsiteY1" fmla="*/ 0 h 583600"/>
              <a:gd name="connsiteX2" fmla="*/ 1440059 w 1440059"/>
              <a:gd name="connsiteY2" fmla="*/ 291800 h 583600"/>
              <a:gd name="connsiteX3" fmla="*/ 1440059 w 1440059"/>
              <a:gd name="connsiteY3" fmla="*/ 583600 h 583600"/>
              <a:gd name="connsiteX4" fmla="*/ 0 w 1440059"/>
              <a:gd name="connsiteY4" fmla="*/ 583600 h 583600"/>
              <a:gd name="connsiteX5" fmla="*/ 0 w 1440059"/>
              <a:gd name="connsiteY5" fmla="*/ 0 h 583600"/>
              <a:gd name="connsiteX0" fmla="*/ 612059 w 1440059"/>
              <a:gd name="connsiteY0" fmla="*/ 0 h 583603"/>
              <a:gd name="connsiteX1" fmla="*/ 1148259 w 1440059"/>
              <a:gd name="connsiteY1" fmla="*/ 3 h 583603"/>
              <a:gd name="connsiteX2" fmla="*/ 1440059 w 1440059"/>
              <a:gd name="connsiteY2" fmla="*/ 291803 h 583603"/>
              <a:gd name="connsiteX3" fmla="*/ 1440059 w 1440059"/>
              <a:gd name="connsiteY3" fmla="*/ 583603 h 583603"/>
              <a:gd name="connsiteX4" fmla="*/ 0 w 1440059"/>
              <a:gd name="connsiteY4" fmla="*/ 583603 h 583603"/>
              <a:gd name="connsiteX5" fmla="*/ 612059 w 1440059"/>
              <a:gd name="connsiteY5" fmla="*/ 0 h 583603"/>
              <a:gd name="connsiteX0" fmla="*/ 0 w 828000"/>
              <a:gd name="connsiteY0" fmla="*/ 0 h 583603"/>
              <a:gd name="connsiteX1" fmla="*/ 536200 w 828000"/>
              <a:gd name="connsiteY1" fmla="*/ 3 h 583603"/>
              <a:gd name="connsiteX2" fmla="*/ 828000 w 828000"/>
              <a:gd name="connsiteY2" fmla="*/ 291803 h 583603"/>
              <a:gd name="connsiteX3" fmla="*/ 828000 w 828000"/>
              <a:gd name="connsiteY3" fmla="*/ 583603 h 583603"/>
              <a:gd name="connsiteX4" fmla="*/ 191728 w 828000"/>
              <a:gd name="connsiteY4" fmla="*/ 576229 h 583603"/>
              <a:gd name="connsiteX5" fmla="*/ 0 w 828000"/>
              <a:gd name="connsiteY5" fmla="*/ 0 h 583603"/>
              <a:gd name="connsiteX0" fmla="*/ 14749 w 636272"/>
              <a:gd name="connsiteY0" fmla="*/ 0 h 583606"/>
              <a:gd name="connsiteX1" fmla="*/ 344472 w 636272"/>
              <a:gd name="connsiteY1" fmla="*/ 6 h 583606"/>
              <a:gd name="connsiteX2" fmla="*/ 636272 w 636272"/>
              <a:gd name="connsiteY2" fmla="*/ 291806 h 583606"/>
              <a:gd name="connsiteX3" fmla="*/ 636272 w 636272"/>
              <a:gd name="connsiteY3" fmla="*/ 583606 h 583606"/>
              <a:gd name="connsiteX4" fmla="*/ 0 w 636272"/>
              <a:gd name="connsiteY4" fmla="*/ 576232 h 583606"/>
              <a:gd name="connsiteX5" fmla="*/ 14749 w 636272"/>
              <a:gd name="connsiteY5" fmla="*/ 0 h 5836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36272" h="583606">
                <a:moveTo>
                  <a:pt x="14749" y="0"/>
                </a:moveTo>
                <a:lnTo>
                  <a:pt x="344472" y="6"/>
                </a:lnTo>
                <a:cubicBezTo>
                  <a:pt x="505629" y="6"/>
                  <a:pt x="636272" y="130649"/>
                  <a:pt x="636272" y="291806"/>
                </a:cubicBezTo>
                <a:lnTo>
                  <a:pt x="636272" y="583606"/>
                </a:lnTo>
                <a:lnTo>
                  <a:pt x="0" y="576232"/>
                </a:lnTo>
                <a:lnTo>
                  <a:pt x="14749" y="0"/>
                </a:lnTo>
                <a:close/>
              </a:path>
            </a:pathLst>
          </a:custGeom>
          <a:solidFill>
            <a:srgbClr val="1B204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latin typeface="Maven Pro"/>
              <a:ea typeface="Maven Pro"/>
              <a:cs typeface="Maven Pro"/>
              <a:sym typeface="Maven Pro"/>
            </a:endParaRPr>
          </a:p>
        </p:txBody>
      </p:sp>
      <p:sp>
        <p:nvSpPr>
          <p:cNvPr id="26" name="Google Shape;937;p37">
            <a:extLst>
              <a:ext uri="{FF2B5EF4-FFF2-40B4-BE49-F238E27FC236}">
                <a16:creationId xmlns:a16="http://schemas.microsoft.com/office/drawing/2014/main" id="{21638D1A-A95C-D955-3701-8E4DE48C0EBB}"/>
              </a:ext>
            </a:extLst>
          </p:cNvPr>
          <p:cNvSpPr/>
          <p:nvPr/>
        </p:nvSpPr>
        <p:spPr>
          <a:xfrm rot="16200000" flipH="1" flipV="1">
            <a:off x="-223281" y="212082"/>
            <a:ext cx="765195" cy="318641"/>
          </a:xfrm>
          <a:custGeom>
            <a:avLst/>
            <a:gdLst>
              <a:gd name="connsiteX0" fmla="*/ 0 w 1745961"/>
              <a:gd name="connsiteY0" fmla="*/ 0 h 318637"/>
              <a:gd name="connsiteX1" fmla="*/ 1586643 w 1745961"/>
              <a:gd name="connsiteY1" fmla="*/ 0 h 318637"/>
              <a:gd name="connsiteX2" fmla="*/ 1745962 w 1745961"/>
              <a:gd name="connsiteY2" fmla="*/ 159319 h 318637"/>
              <a:gd name="connsiteX3" fmla="*/ 1745961 w 1745961"/>
              <a:gd name="connsiteY3" fmla="*/ 318637 h 318637"/>
              <a:gd name="connsiteX4" fmla="*/ 0 w 1745961"/>
              <a:gd name="connsiteY4" fmla="*/ 318637 h 318637"/>
              <a:gd name="connsiteX5" fmla="*/ 0 w 1745961"/>
              <a:gd name="connsiteY5" fmla="*/ 0 h 318637"/>
              <a:gd name="connsiteX0" fmla="*/ 980768 w 1745962"/>
              <a:gd name="connsiteY0" fmla="*/ 0 h 318637"/>
              <a:gd name="connsiteX1" fmla="*/ 1586643 w 1745962"/>
              <a:gd name="connsiteY1" fmla="*/ 0 h 318637"/>
              <a:gd name="connsiteX2" fmla="*/ 1745962 w 1745962"/>
              <a:gd name="connsiteY2" fmla="*/ 159319 h 318637"/>
              <a:gd name="connsiteX3" fmla="*/ 1745961 w 1745962"/>
              <a:gd name="connsiteY3" fmla="*/ 318637 h 318637"/>
              <a:gd name="connsiteX4" fmla="*/ 0 w 1745962"/>
              <a:gd name="connsiteY4" fmla="*/ 318637 h 318637"/>
              <a:gd name="connsiteX5" fmla="*/ 980768 w 1745962"/>
              <a:gd name="connsiteY5" fmla="*/ 0 h 318637"/>
              <a:gd name="connsiteX0" fmla="*/ 1 w 765195"/>
              <a:gd name="connsiteY0" fmla="*/ 0 h 318641"/>
              <a:gd name="connsiteX1" fmla="*/ 605876 w 765195"/>
              <a:gd name="connsiteY1" fmla="*/ 0 h 318641"/>
              <a:gd name="connsiteX2" fmla="*/ 765195 w 765195"/>
              <a:gd name="connsiteY2" fmla="*/ 159319 h 318641"/>
              <a:gd name="connsiteX3" fmla="*/ 765194 w 765195"/>
              <a:gd name="connsiteY3" fmla="*/ 318637 h 318641"/>
              <a:gd name="connsiteX4" fmla="*/ 0 w 765195"/>
              <a:gd name="connsiteY4" fmla="*/ 318641 h 318641"/>
              <a:gd name="connsiteX5" fmla="*/ 1 w 765195"/>
              <a:gd name="connsiteY5" fmla="*/ 0 h 3186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765195" h="318641">
                <a:moveTo>
                  <a:pt x="1" y="0"/>
                </a:moveTo>
                <a:lnTo>
                  <a:pt x="605876" y="0"/>
                </a:lnTo>
                <a:cubicBezTo>
                  <a:pt x="693865" y="0"/>
                  <a:pt x="765195" y="71330"/>
                  <a:pt x="765195" y="159319"/>
                </a:cubicBezTo>
                <a:cubicBezTo>
                  <a:pt x="765195" y="212425"/>
                  <a:pt x="765194" y="265531"/>
                  <a:pt x="765194" y="318637"/>
                </a:cubicBezTo>
                <a:lnTo>
                  <a:pt x="0" y="318641"/>
                </a:lnTo>
                <a:cubicBezTo>
                  <a:pt x="0" y="212427"/>
                  <a:pt x="1" y="106214"/>
                  <a:pt x="1" y="0"/>
                </a:cubicBezTo>
                <a:close/>
              </a:path>
            </a:pathLst>
          </a:custGeom>
          <a:gradFill flip="none" rotWithShape="1">
            <a:gsLst>
              <a:gs pos="63000">
                <a:srgbClr val="06D1D7"/>
              </a:gs>
              <a:gs pos="33000">
                <a:srgbClr val="23A295"/>
              </a:gs>
              <a:gs pos="0">
                <a:srgbClr val="57F6A2"/>
              </a:gs>
              <a:gs pos="100000">
                <a:srgbClr val="1B2048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latin typeface="Maven Pro"/>
              <a:ea typeface="Maven Pro"/>
              <a:cs typeface="Maven Pro"/>
              <a:sym typeface="Maven Pro"/>
            </a:endParaRPr>
          </a:p>
        </p:txBody>
      </p:sp>
      <p:grpSp>
        <p:nvGrpSpPr>
          <p:cNvPr id="28" name="Google Shape;938;p37">
            <a:extLst>
              <a:ext uri="{FF2B5EF4-FFF2-40B4-BE49-F238E27FC236}">
                <a16:creationId xmlns:a16="http://schemas.microsoft.com/office/drawing/2014/main" id="{7F49B1C6-65B2-C0B4-6C3C-A2EA25948509}"/>
              </a:ext>
            </a:extLst>
          </p:cNvPr>
          <p:cNvGrpSpPr/>
          <p:nvPr/>
        </p:nvGrpSpPr>
        <p:grpSpPr>
          <a:xfrm rot="16200000">
            <a:off x="720348" y="-178200"/>
            <a:ext cx="368002" cy="860760"/>
            <a:chOff x="8238071" y="2241175"/>
            <a:chExt cx="379279" cy="2095500"/>
          </a:xfrm>
          <a:gradFill>
            <a:gsLst>
              <a:gs pos="53000">
                <a:srgbClr val="23A295"/>
              </a:gs>
              <a:gs pos="0">
                <a:srgbClr val="57F6A2"/>
              </a:gs>
              <a:gs pos="100000">
                <a:srgbClr val="1B2048"/>
              </a:gs>
            </a:gsLst>
            <a:lin ang="5400000" scaled="1"/>
          </a:gradFill>
        </p:grpSpPr>
        <p:cxnSp>
          <p:nvCxnSpPr>
            <p:cNvPr id="29" name="Google Shape;945;p37">
              <a:extLst>
                <a:ext uri="{FF2B5EF4-FFF2-40B4-BE49-F238E27FC236}">
                  <a16:creationId xmlns:a16="http://schemas.microsoft.com/office/drawing/2014/main" id="{1F0ACE85-F7DD-FE88-C3E3-3EF9D5087BCE}"/>
                </a:ext>
              </a:extLst>
            </p:cNvPr>
            <p:cNvCxnSpPr/>
            <p:nvPr/>
          </p:nvCxnSpPr>
          <p:spPr>
            <a:xfrm>
              <a:off x="8313927" y="2241175"/>
              <a:ext cx="0" cy="2095500"/>
            </a:xfrm>
            <a:prstGeom prst="straightConnector1">
              <a:avLst/>
            </a:prstGeom>
            <a:grpFill/>
            <a:ln w="9525" cap="flat" cmpd="sng">
              <a:solidFill>
                <a:srgbClr val="1AB0A9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0" name="Google Shape;948;p37">
              <a:extLst>
                <a:ext uri="{FF2B5EF4-FFF2-40B4-BE49-F238E27FC236}">
                  <a16:creationId xmlns:a16="http://schemas.microsoft.com/office/drawing/2014/main" id="{7EBED03C-5240-2113-E49F-9A6F4F498869}"/>
                </a:ext>
              </a:extLst>
            </p:cNvPr>
            <p:cNvCxnSpPr/>
            <p:nvPr/>
          </p:nvCxnSpPr>
          <p:spPr>
            <a:xfrm>
              <a:off x="8238071" y="2241175"/>
              <a:ext cx="0" cy="2095500"/>
            </a:xfrm>
            <a:prstGeom prst="straightConnector1">
              <a:avLst/>
            </a:prstGeom>
            <a:grpFill/>
            <a:ln w="9525" cap="flat" cmpd="sng">
              <a:solidFill>
                <a:srgbClr val="1AB0A9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1" name="Google Shape;949;p37">
              <a:extLst>
                <a:ext uri="{FF2B5EF4-FFF2-40B4-BE49-F238E27FC236}">
                  <a16:creationId xmlns:a16="http://schemas.microsoft.com/office/drawing/2014/main" id="{DB5F2ECC-2D80-3C18-8654-E8FA30C980A8}"/>
                </a:ext>
              </a:extLst>
            </p:cNvPr>
            <p:cNvCxnSpPr/>
            <p:nvPr/>
          </p:nvCxnSpPr>
          <p:spPr>
            <a:xfrm>
              <a:off x="8389783" y="2241175"/>
              <a:ext cx="0" cy="2095500"/>
            </a:xfrm>
            <a:prstGeom prst="straightConnector1">
              <a:avLst/>
            </a:prstGeom>
            <a:grpFill/>
            <a:ln w="9525" cap="flat" cmpd="sng">
              <a:solidFill>
                <a:srgbClr val="1AB0A9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2" name="Google Shape;950;p37">
              <a:extLst>
                <a:ext uri="{FF2B5EF4-FFF2-40B4-BE49-F238E27FC236}">
                  <a16:creationId xmlns:a16="http://schemas.microsoft.com/office/drawing/2014/main" id="{9908EB33-ABAD-8308-ABA7-7AA8C8774E72}"/>
                </a:ext>
              </a:extLst>
            </p:cNvPr>
            <p:cNvCxnSpPr/>
            <p:nvPr/>
          </p:nvCxnSpPr>
          <p:spPr>
            <a:xfrm>
              <a:off x="8465638" y="2241175"/>
              <a:ext cx="0" cy="2095500"/>
            </a:xfrm>
            <a:prstGeom prst="straightConnector1">
              <a:avLst/>
            </a:prstGeom>
            <a:grpFill/>
            <a:ln w="9525" cap="flat" cmpd="sng">
              <a:solidFill>
                <a:srgbClr val="1AB0A9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3" name="Google Shape;951;p37">
              <a:extLst>
                <a:ext uri="{FF2B5EF4-FFF2-40B4-BE49-F238E27FC236}">
                  <a16:creationId xmlns:a16="http://schemas.microsoft.com/office/drawing/2014/main" id="{6DD6B9DD-5D5E-7793-2C9E-9A121C51AE36}"/>
                </a:ext>
              </a:extLst>
            </p:cNvPr>
            <p:cNvCxnSpPr/>
            <p:nvPr/>
          </p:nvCxnSpPr>
          <p:spPr>
            <a:xfrm>
              <a:off x="8541494" y="2241175"/>
              <a:ext cx="0" cy="2095500"/>
            </a:xfrm>
            <a:prstGeom prst="straightConnector1">
              <a:avLst/>
            </a:prstGeom>
            <a:grpFill/>
            <a:ln w="9525" cap="flat" cmpd="sng">
              <a:solidFill>
                <a:srgbClr val="1AB0A9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4" name="Google Shape;952;p37">
              <a:extLst>
                <a:ext uri="{FF2B5EF4-FFF2-40B4-BE49-F238E27FC236}">
                  <a16:creationId xmlns:a16="http://schemas.microsoft.com/office/drawing/2014/main" id="{F83CEBEC-7046-BD61-824A-90858FBFA099}"/>
                </a:ext>
              </a:extLst>
            </p:cNvPr>
            <p:cNvCxnSpPr/>
            <p:nvPr/>
          </p:nvCxnSpPr>
          <p:spPr>
            <a:xfrm>
              <a:off x="8617350" y="2241175"/>
              <a:ext cx="0" cy="2095500"/>
            </a:xfrm>
            <a:prstGeom prst="straightConnector1">
              <a:avLst/>
            </a:prstGeom>
            <a:grpFill/>
            <a:ln w="9525" cap="flat" cmpd="sng">
              <a:solidFill>
                <a:srgbClr val="1AB0A9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37" name="Google Shape;1695;p71">
            <a:extLst>
              <a:ext uri="{FF2B5EF4-FFF2-40B4-BE49-F238E27FC236}">
                <a16:creationId xmlns:a16="http://schemas.microsoft.com/office/drawing/2014/main" id="{D6CDC742-CED8-EA2C-23F9-718DCFEFC434}"/>
              </a:ext>
            </a:extLst>
          </p:cNvPr>
          <p:cNvSpPr txBox="1">
            <a:spLocks noGrp="1"/>
          </p:cNvSpPr>
          <p:nvPr>
            <p:ph type="subTitle" idx="4294967295"/>
          </p:nvPr>
        </p:nvSpPr>
        <p:spPr>
          <a:xfrm>
            <a:off x="1481245" y="2012263"/>
            <a:ext cx="6004091" cy="1593788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lang="en-US" sz="1600" b="1" dirty="0">
                <a:solidFill>
                  <a:schemeClr val="bg1"/>
                </a:solidFill>
                <a:latin typeface="+mj-lt"/>
              </a:rPr>
              <a:t>Você tem alguma dúvida?</a:t>
            </a:r>
            <a:endParaRPr sz="1600" b="1" dirty="0">
              <a:solidFill>
                <a:schemeClr val="bg1"/>
              </a:solidFill>
              <a:latin typeface="+mj-lt"/>
            </a:endParaRPr>
          </a:p>
          <a:p>
            <a:pPr marL="0" lvl="0" indent="0" algn="ctr">
              <a:buClr>
                <a:schemeClr val="lt1"/>
              </a:buClr>
              <a:buSzPts val="1100"/>
            </a:pPr>
            <a:br>
              <a:rPr lang="pt-BR" sz="1100" b="0" dirty="0">
                <a:solidFill>
                  <a:schemeClr val="bg1"/>
                </a:solidFill>
                <a:latin typeface="+mj-lt"/>
              </a:rPr>
            </a:br>
            <a:r>
              <a:rPr lang="pt-BR" sz="1200" dirty="0">
                <a:solidFill>
                  <a:schemeClr val="bg1"/>
                </a:solidFill>
                <a:latin typeface="+mj-lt"/>
              </a:rPr>
              <a:t>Entre em contato com: </a:t>
            </a:r>
            <a:br>
              <a:rPr lang="pt-BR" sz="1200" b="0" dirty="0">
                <a:solidFill>
                  <a:schemeClr val="bg1"/>
                </a:solidFill>
                <a:latin typeface="+mj-lt"/>
              </a:rPr>
            </a:br>
            <a:r>
              <a:rPr lang="pt-BR" sz="1200" b="0" dirty="0">
                <a:solidFill>
                  <a:schemeClr val="bg1"/>
                </a:solidFill>
                <a:latin typeface="+mj-lt"/>
              </a:rPr>
              <a:t>xxxxxxxxxx@ipea.gov.br</a:t>
            </a:r>
          </a:p>
          <a:p>
            <a:pPr marL="0" lvl="0" indent="0" algn="ctr">
              <a:buClr>
                <a:schemeClr val="lt1"/>
              </a:buClr>
              <a:buSzPts val="1100"/>
            </a:pPr>
            <a:r>
              <a:rPr lang="pt-BR" sz="1200" b="0" dirty="0">
                <a:solidFill>
                  <a:schemeClr val="bg1"/>
                </a:solidFill>
                <a:latin typeface="+mj-lt"/>
              </a:rPr>
              <a:t>Telefone: +55 61 2026- XXXX </a:t>
            </a:r>
          </a:p>
          <a:p>
            <a:pPr marL="0" lvl="0" indent="0" algn="ctr">
              <a:buClr>
                <a:schemeClr val="lt1"/>
              </a:buClr>
              <a:buSzPts val="1100"/>
            </a:pPr>
            <a:endParaRPr sz="1100" b="0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42" name="Google Shape;937;p37">
            <a:extLst>
              <a:ext uri="{FF2B5EF4-FFF2-40B4-BE49-F238E27FC236}">
                <a16:creationId xmlns:a16="http://schemas.microsoft.com/office/drawing/2014/main" id="{96F46459-1935-02DF-CDCB-0DA11E63B36B}"/>
              </a:ext>
            </a:extLst>
          </p:cNvPr>
          <p:cNvSpPr/>
          <p:nvPr/>
        </p:nvSpPr>
        <p:spPr>
          <a:xfrm flipH="1" flipV="1">
            <a:off x="8807311" y="-14236"/>
            <a:ext cx="366035" cy="272845"/>
          </a:xfrm>
          <a:custGeom>
            <a:avLst/>
            <a:gdLst>
              <a:gd name="connsiteX0" fmla="*/ 0 w 1414234"/>
              <a:gd name="connsiteY0" fmla="*/ 0 h 258097"/>
              <a:gd name="connsiteX1" fmla="*/ 1285186 w 1414234"/>
              <a:gd name="connsiteY1" fmla="*/ 0 h 258097"/>
              <a:gd name="connsiteX2" fmla="*/ 1414235 w 1414234"/>
              <a:gd name="connsiteY2" fmla="*/ 129049 h 258097"/>
              <a:gd name="connsiteX3" fmla="*/ 1414234 w 1414234"/>
              <a:gd name="connsiteY3" fmla="*/ 258097 h 258097"/>
              <a:gd name="connsiteX4" fmla="*/ 0 w 1414234"/>
              <a:gd name="connsiteY4" fmla="*/ 258097 h 258097"/>
              <a:gd name="connsiteX5" fmla="*/ 0 w 1414234"/>
              <a:gd name="connsiteY5" fmla="*/ 0 h 258097"/>
              <a:gd name="connsiteX0" fmla="*/ 0 w 1414235"/>
              <a:gd name="connsiteY0" fmla="*/ 0 h 258097"/>
              <a:gd name="connsiteX1" fmla="*/ 1285186 w 1414235"/>
              <a:gd name="connsiteY1" fmla="*/ 0 h 258097"/>
              <a:gd name="connsiteX2" fmla="*/ 1414235 w 1414235"/>
              <a:gd name="connsiteY2" fmla="*/ 129049 h 258097"/>
              <a:gd name="connsiteX3" fmla="*/ 1414234 w 1414235"/>
              <a:gd name="connsiteY3" fmla="*/ 258097 h 258097"/>
              <a:gd name="connsiteX4" fmla="*/ 243348 w 1414235"/>
              <a:gd name="connsiteY4" fmla="*/ 258097 h 258097"/>
              <a:gd name="connsiteX5" fmla="*/ 0 w 1414235"/>
              <a:gd name="connsiteY5" fmla="*/ 0 h 258097"/>
              <a:gd name="connsiteX0" fmla="*/ 0 w 1178260"/>
              <a:gd name="connsiteY0" fmla="*/ 7374 h 258097"/>
              <a:gd name="connsiteX1" fmla="*/ 1049211 w 1178260"/>
              <a:gd name="connsiteY1" fmla="*/ 0 h 258097"/>
              <a:gd name="connsiteX2" fmla="*/ 1178260 w 1178260"/>
              <a:gd name="connsiteY2" fmla="*/ 129049 h 258097"/>
              <a:gd name="connsiteX3" fmla="*/ 1178259 w 1178260"/>
              <a:gd name="connsiteY3" fmla="*/ 258097 h 258097"/>
              <a:gd name="connsiteX4" fmla="*/ 7373 w 1178260"/>
              <a:gd name="connsiteY4" fmla="*/ 258097 h 258097"/>
              <a:gd name="connsiteX5" fmla="*/ 0 w 1178260"/>
              <a:gd name="connsiteY5" fmla="*/ 7374 h 258097"/>
              <a:gd name="connsiteX0" fmla="*/ 0 w 1178260"/>
              <a:gd name="connsiteY0" fmla="*/ 7374 h 265471"/>
              <a:gd name="connsiteX1" fmla="*/ 1049211 w 1178260"/>
              <a:gd name="connsiteY1" fmla="*/ 0 h 265471"/>
              <a:gd name="connsiteX2" fmla="*/ 1178260 w 1178260"/>
              <a:gd name="connsiteY2" fmla="*/ 129049 h 265471"/>
              <a:gd name="connsiteX3" fmla="*/ 1178259 w 1178260"/>
              <a:gd name="connsiteY3" fmla="*/ 258097 h 265471"/>
              <a:gd name="connsiteX4" fmla="*/ 619431 w 1178260"/>
              <a:gd name="connsiteY4" fmla="*/ 265471 h 265471"/>
              <a:gd name="connsiteX5" fmla="*/ 0 w 1178260"/>
              <a:gd name="connsiteY5" fmla="*/ 7374 h 265471"/>
              <a:gd name="connsiteX0" fmla="*/ 0 w 566202"/>
              <a:gd name="connsiteY0" fmla="*/ 0 h 280219"/>
              <a:gd name="connsiteX1" fmla="*/ 437153 w 566202"/>
              <a:gd name="connsiteY1" fmla="*/ 14748 h 280219"/>
              <a:gd name="connsiteX2" fmla="*/ 566202 w 566202"/>
              <a:gd name="connsiteY2" fmla="*/ 143797 h 280219"/>
              <a:gd name="connsiteX3" fmla="*/ 566201 w 566202"/>
              <a:gd name="connsiteY3" fmla="*/ 272845 h 280219"/>
              <a:gd name="connsiteX4" fmla="*/ 7373 w 566202"/>
              <a:gd name="connsiteY4" fmla="*/ 280219 h 280219"/>
              <a:gd name="connsiteX5" fmla="*/ 0 w 566202"/>
              <a:gd name="connsiteY5" fmla="*/ 0 h 280219"/>
              <a:gd name="connsiteX0" fmla="*/ 0 w 566202"/>
              <a:gd name="connsiteY0" fmla="*/ 0 h 280219"/>
              <a:gd name="connsiteX1" fmla="*/ 437153 w 566202"/>
              <a:gd name="connsiteY1" fmla="*/ 14748 h 280219"/>
              <a:gd name="connsiteX2" fmla="*/ 566202 w 566202"/>
              <a:gd name="connsiteY2" fmla="*/ 143797 h 280219"/>
              <a:gd name="connsiteX3" fmla="*/ 566201 w 566202"/>
              <a:gd name="connsiteY3" fmla="*/ 272845 h 280219"/>
              <a:gd name="connsiteX4" fmla="*/ 58992 w 566202"/>
              <a:gd name="connsiteY4" fmla="*/ 280219 h 280219"/>
              <a:gd name="connsiteX5" fmla="*/ 0 w 566202"/>
              <a:gd name="connsiteY5" fmla="*/ 0 h 280219"/>
              <a:gd name="connsiteX0" fmla="*/ 0 w 566202"/>
              <a:gd name="connsiteY0" fmla="*/ 0 h 272845"/>
              <a:gd name="connsiteX1" fmla="*/ 437153 w 566202"/>
              <a:gd name="connsiteY1" fmla="*/ 14748 h 272845"/>
              <a:gd name="connsiteX2" fmla="*/ 566202 w 566202"/>
              <a:gd name="connsiteY2" fmla="*/ 143797 h 272845"/>
              <a:gd name="connsiteX3" fmla="*/ 566201 w 566202"/>
              <a:gd name="connsiteY3" fmla="*/ 272845 h 272845"/>
              <a:gd name="connsiteX4" fmla="*/ 209118 w 566202"/>
              <a:gd name="connsiteY4" fmla="*/ 262022 h 272845"/>
              <a:gd name="connsiteX5" fmla="*/ 0 w 566202"/>
              <a:gd name="connsiteY5" fmla="*/ 0 h 272845"/>
              <a:gd name="connsiteX0" fmla="*/ 0 w 366035"/>
              <a:gd name="connsiteY0" fmla="*/ 0 h 272845"/>
              <a:gd name="connsiteX1" fmla="*/ 236986 w 366035"/>
              <a:gd name="connsiteY1" fmla="*/ 14748 h 272845"/>
              <a:gd name="connsiteX2" fmla="*/ 366035 w 366035"/>
              <a:gd name="connsiteY2" fmla="*/ 143797 h 272845"/>
              <a:gd name="connsiteX3" fmla="*/ 366034 w 366035"/>
              <a:gd name="connsiteY3" fmla="*/ 272845 h 272845"/>
              <a:gd name="connsiteX4" fmla="*/ 8951 w 366035"/>
              <a:gd name="connsiteY4" fmla="*/ 262022 h 272845"/>
              <a:gd name="connsiteX5" fmla="*/ 0 w 366035"/>
              <a:gd name="connsiteY5" fmla="*/ 0 h 2728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66035" h="272845">
                <a:moveTo>
                  <a:pt x="0" y="0"/>
                </a:moveTo>
                <a:lnTo>
                  <a:pt x="236986" y="14748"/>
                </a:lnTo>
                <a:cubicBezTo>
                  <a:pt x="308258" y="14748"/>
                  <a:pt x="366035" y="72525"/>
                  <a:pt x="366035" y="143797"/>
                </a:cubicBezTo>
                <a:cubicBezTo>
                  <a:pt x="366035" y="186813"/>
                  <a:pt x="366034" y="229829"/>
                  <a:pt x="366034" y="272845"/>
                </a:cubicBezTo>
                <a:lnTo>
                  <a:pt x="8951" y="262022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63000">
                <a:srgbClr val="06D1D7"/>
              </a:gs>
              <a:gs pos="33000">
                <a:srgbClr val="23A295"/>
              </a:gs>
              <a:gs pos="0">
                <a:srgbClr val="57F6A2"/>
              </a:gs>
              <a:gs pos="100000">
                <a:srgbClr val="1B2048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latin typeface="Maven Pro"/>
              <a:ea typeface="Maven Pro"/>
              <a:cs typeface="Maven Pro"/>
              <a:sym typeface="Maven Pro"/>
            </a:endParaRPr>
          </a:p>
        </p:txBody>
      </p:sp>
      <p:grpSp>
        <p:nvGrpSpPr>
          <p:cNvPr id="40" name="Agrupar 39">
            <a:extLst>
              <a:ext uri="{FF2B5EF4-FFF2-40B4-BE49-F238E27FC236}">
                <a16:creationId xmlns:a16="http://schemas.microsoft.com/office/drawing/2014/main" id="{7E466C10-C420-B371-8968-E4F721784166}"/>
              </a:ext>
            </a:extLst>
          </p:cNvPr>
          <p:cNvGrpSpPr/>
          <p:nvPr/>
        </p:nvGrpSpPr>
        <p:grpSpPr>
          <a:xfrm>
            <a:off x="2495264" y="1408527"/>
            <a:ext cx="3976052" cy="519398"/>
            <a:chOff x="2495259" y="1408527"/>
            <a:chExt cx="3976052" cy="519398"/>
          </a:xfrm>
        </p:grpSpPr>
        <p:sp>
          <p:nvSpPr>
            <p:cNvPr id="36" name="Google Shape;1694;p71">
              <a:extLst>
                <a:ext uri="{FF2B5EF4-FFF2-40B4-BE49-F238E27FC236}">
                  <a16:creationId xmlns:a16="http://schemas.microsoft.com/office/drawing/2014/main" id="{0D91782E-8F08-73FA-9CED-40C175CF5B88}"/>
                </a:ext>
              </a:extLst>
            </p:cNvPr>
            <p:cNvSpPr txBox="1">
              <a:spLocks/>
            </p:cNvSpPr>
            <p:nvPr/>
          </p:nvSpPr>
          <p:spPr>
            <a:xfrm>
              <a:off x="2876164" y="1408527"/>
              <a:ext cx="3214252" cy="51939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b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800"/>
                <a:buFont typeface="Montserrat"/>
                <a:buNone/>
                <a:defRPr sz="2800" b="1" i="0" u="none" strike="noStrike" cap="none">
                  <a:solidFill>
                    <a:schemeClr val="dk1"/>
                  </a:solidFill>
                  <a:latin typeface="Montserrat"/>
                  <a:ea typeface="Montserrat"/>
                  <a:cs typeface="Montserrat"/>
                  <a:sym typeface="Montserrat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800"/>
                <a:buFont typeface="Montserrat"/>
                <a:buNone/>
                <a:defRPr sz="2800" b="1" i="0" u="none" strike="noStrike" cap="none">
                  <a:solidFill>
                    <a:schemeClr val="dk1"/>
                  </a:solidFill>
                  <a:latin typeface="Montserrat"/>
                  <a:ea typeface="Montserrat"/>
                  <a:cs typeface="Montserrat"/>
                  <a:sym typeface="Montserrat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800"/>
                <a:buFont typeface="Montserrat"/>
                <a:buNone/>
                <a:defRPr sz="2800" b="1" i="0" u="none" strike="noStrike" cap="none">
                  <a:solidFill>
                    <a:schemeClr val="dk1"/>
                  </a:solidFill>
                  <a:latin typeface="Montserrat"/>
                  <a:ea typeface="Montserrat"/>
                  <a:cs typeface="Montserrat"/>
                  <a:sym typeface="Montserrat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800"/>
                <a:buFont typeface="Montserrat"/>
                <a:buNone/>
                <a:defRPr sz="2800" b="1" i="0" u="none" strike="noStrike" cap="none">
                  <a:solidFill>
                    <a:schemeClr val="dk1"/>
                  </a:solidFill>
                  <a:latin typeface="Montserrat"/>
                  <a:ea typeface="Montserrat"/>
                  <a:cs typeface="Montserrat"/>
                  <a:sym typeface="Montserrat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800"/>
                <a:buFont typeface="Montserrat"/>
                <a:buNone/>
                <a:defRPr sz="2800" b="1" i="0" u="none" strike="noStrike" cap="none">
                  <a:solidFill>
                    <a:schemeClr val="dk1"/>
                  </a:solidFill>
                  <a:latin typeface="Montserrat"/>
                  <a:ea typeface="Montserrat"/>
                  <a:cs typeface="Montserrat"/>
                  <a:sym typeface="Montserrat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800"/>
                <a:buFont typeface="Montserrat"/>
                <a:buNone/>
                <a:defRPr sz="2800" b="1" i="0" u="none" strike="noStrike" cap="none">
                  <a:solidFill>
                    <a:schemeClr val="dk1"/>
                  </a:solidFill>
                  <a:latin typeface="Montserrat"/>
                  <a:ea typeface="Montserrat"/>
                  <a:cs typeface="Montserrat"/>
                  <a:sym typeface="Montserrat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800"/>
                <a:buFont typeface="Montserrat"/>
                <a:buNone/>
                <a:defRPr sz="2800" b="1" i="0" u="none" strike="noStrike" cap="none">
                  <a:solidFill>
                    <a:schemeClr val="dk1"/>
                  </a:solidFill>
                  <a:latin typeface="Montserrat"/>
                  <a:ea typeface="Montserrat"/>
                  <a:cs typeface="Montserrat"/>
                  <a:sym typeface="Montserrat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800"/>
                <a:buFont typeface="Montserrat"/>
                <a:buNone/>
                <a:defRPr sz="2800" b="1" i="0" u="none" strike="noStrike" cap="none">
                  <a:solidFill>
                    <a:schemeClr val="dk1"/>
                  </a:solidFill>
                  <a:latin typeface="Montserrat"/>
                  <a:ea typeface="Montserrat"/>
                  <a:cs typeface="Montserrat"/>
                  <a:sym typeface="Montserrat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800"/>
                <a:buFont typeface="Montserrat"/>
                <a:buNone/>
                <a:defRPr sz="2800" b="1" i="0" u="none" strike="noStrike" cap="none">
                  <a:solidFill>
                    <a:schemeClr val="dk1"/>
                  </a:solidFill>
                  <a:latin typeface="Montserrat"/>
                  <a:ea typeface="Montserrat"/>
                  <a:cs typeface="Montserrat"/>
                  <a:sym typeface="Montserrat"/>
                </a:defRPr>
              </a:lvl9pPr>
            </a:lstStyle>
            <a:p>
              <a:pPr algn="ctr"/>
              <a:r>
                <a:rPr lang="pt-BR" sz="2400" dirty="0">
                  <a:solidFill>
                    <a:schemeClr val="tx1"/>
                  </a:solidFill>
                  <a:latin typeface="+mj-lt"/>
                  <a:cs typeface="Arial" panose="020B0604020202020204" pitchFamily="34" charset="0"/>
                </a:rPr>
                <a:t>Muito obrigada!</a:t>
              </a:r>
            </a:p>
          </p:txBody>
        </p:sp>
        <p:cxnSp>
          <p:nvCxnSpPr>
            <p:cNvPr id="43" name="Conector reto 42">
              <a:extLst>
                <a:ext uri="{FF2B5EF4-FFF2-40B4-BE49-F238E27FC236}">
                  <a16:creationId xmlns:a16="http://schemas.microsoft.com/office/drawing/2014/main" id="{890290BA-4CED-8998-0A34-8E62EFD87942}"/>
                </a:ext>
              </a:extLst>
            </p:cNvPr>
            <p:cNvCxnSpPr>
              <a:cxnSpLocks/>
            </p:cNvCxnSpPr>
            <p:nvPr/>
          </p:nvCxnSpPr>
          <p:spPr>
            <a:xfrm>
              <a:off x="2495259" y="1665102"/>
              <a:ext cx="752089" cy="6249"/>
            </a:xfrm>
            <a:prstGeom prst="line">
              <a:avLst/>
            </a:prstGeom>
            <a:ln>
              <a:solidFill>
                <a:srgbClr val="00445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Conector reto 50">
              <a:extLst>
                <a:ext uri="{FF2B5EF4-FFF2-40B4-BE49-F238E27FC236}">
                  <a16:creationId xmlns:a16="http://schemas.microsoft.com/office/drawing/2014/main" id="{446A092A-EBB6-2689-640D-9956E612F08F}"/>
                </a:ext>
              </a:extLst>
            </p:cNvPr>
            <p:cNvCxnSpPr>
              <a:cxnSpLocks/>
            </p:cNvCxnSpPr>
            <p:nvPr/>
          </p:nvCxnSpPr>
          <p:spPr>
            <a:xfrm>
              <a:off x="5719222" y="1665102"/>
              <a:ext cx="752089" cy="6249"/>
            </a:xfrm>
            <a:prstGeom prst="line">
              <a:avLst/>
            </a:prstGeom>
            <a:ln>
              <a:solidFill>
                <a:srgbClr val="00445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ítulo 1">
            <a:extLst>
              <a:ext uri="{FF2B5EF4-FFF2-40B4-BE49-F238E27FC236}">
                <a16:creationId xmlns:a16="http://schemas.microsoft.com/office/drawing/2014/main" id="{2C310AD6-FA2C-CE52-23E8-25F1686DE723}"/>
              </a:ext>
            </a:extLst>
          </p:cNvPr>
          <p:cNvSpPr txBox="1">
            <a:spLocks/>
          </p:cNvSpPr>
          <p:nvPr/>
        </p:nvSpPr>
        <p:spPr>
          <a:xfrm>
            <a:off x="1823580" y="3464101"/>
            <a:ext cx="5319421" cy="4777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Montserrat"/>
              <a:buNone/>
              <a:defRPr sz="52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Montserrat"/>
              <a:buNone/>
              <a:defRPr sz="52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Montserrat"/>
              <a:buNone/>
              <a:defRPr sz="52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Montserrat"/>
              <a:buNone/>
              <a:defRPr sz="52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Montserrat"/>
              <a:buNone/>
              <a:defRPr sz="52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Montserrat"/>
              <a:buNone/>
              <a:defRPr sz="52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Montserrat"/>
              <a:buNone/>
              <a:defRPr sz="52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Montserrat"/>
              <a:buNone/>
              <a:defRPr sz="52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Montserrat"/>
              <a:buNone/>
              <a:defRPr sz="52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r>
              <a:rPr lang="pt-BR" sz="1600" dirty="0">
                <a:solidFill>
                  <a:schemeClr val="bg1"/>
                </a:solidFill>
                <a:latin typeface="+mj-lt"/>
                <a:cs typeface="Arial" panose="020B0604020202020204" pitchFamily="34" charset="0"/>
              </a:rPr>
              <a:t>Acompanhe o nosso trabalho:</a:t>
            </a:r>
          </a:p>
        </p:txBody>
      </p:sp>
      <p:pic>
        <p:nvPicPr>
          <p:cNvPr id="22" name="Imagem 21">
            <a:extLst>
              <a:ext uri="{FF2B5EF4-FFF2-40B4-BE49-F238E27FC236}">
                <a16:creationId xmlns:a16="http://schemas.microsoft.com/office/drawing/2014/main" id="{311E89AA-1D7D-9CD6-18DF-FFD92BA76248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24" t="39334" r="34987" b="41580"/>
          <a:stretch>
            <a:fillRect/>
          </a:stretch>
        </p:blipFill>
        <p:spPr>
          <a:xfrm>
            <a:off x="2124075" y="4029356"/>
            <a:ext cx="1061220" cy="334294"/>
          </a:xfrm>
          <a:prstGeom prst="rect">
            <a:avLst/>
          </a:prstGeom>
        </p:spPr>
      </p:pic>
      <p:pic>
        <p:nvPicPr>
          <p:cNvPr id="24" name="Imagem 23">
            <a:extLst>
              <a:ext uri="{FF2B5EF4-FFF2-40B4-BE49-F238E27FC236}">
                <a16:creationId xmlns:a16="http://schemas.microsoft.com/office/drawing/2014/main" id="{4FFC0DA0-F1D3-48E8-DBAA-2FA503E17628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965" r="30100" b="77875"/>
          <a:stretch>
            <a:fillRect/>
          </a:stretch>
        </p:blipFill>
        <p:spPr>
          <a:xfrm>
            <a:off x="5597623" y="4495678"/>
            <a:ext cx="1084798" cy="387513"/>
          </a:xfrm>
          <a:prstGeom prst="rect">
            <a:avLst/>
          </a:prstGeom>
        </p:spPr>
      </p:pic>
      <p:pic>
        <p:nvPicPr>
          <p:cNvPr id="27" name="Imagem 26">
            <a:extLst>
              <a:ext uri="{FF2B5EF4-FFF2-40B4-BE49-F238E27FC236}">
                <a16:creationId xmlns:a16="http://schemas.microsoft.com/office/drawing/2014/main" id="{38859C31-4763-AFB9-B32D-3800F24B03CE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2249" t="21214" b="59700"/>
          <a:stretch>
            <a:fillRect/>
          </a:stretch>
        </p:blipFill>
        <p:spPr>
          <a:xfrm>
            <a:off x="3889968" y="4029356"/>
            <a:ext cx="1186644" cy="334294"/>
          </a:xfrm>
          <a:prstGeom prst="rect">
            <a:avLst/>
          </a:prstGeom>
        </p:spPr>
      </p:pic>
      <p:pic>
        <p:nvPicPr>
          <p:cNvPr id="35" name="Imagem 34">
            <a:extLst>
              <a:ext uri="{FF2B5EF4-FFF2-40B4-BE49-F238E27FC236}">
                <a16:creationId xmlns:a16="http://schemas.microsoft.com/office/drawing/2014/main" id="{A40BE2A4-9B3B-FD72-53CE-135E7DEE7187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0450" t="58219" r="10078" b="22695"/>
          <a:stretch>
            <a:fillRect/>
          </a:stretch>
        </p:blipFill>
        <p:spPr>
          <a:xfrm>
            <a:off x="5597623" y="4029356"/>
            <a:ext cx="1041639" cy="334294"/>
          </a:xfrm>
          <a:prstGeom prst="rect">
            <a:avLst/>
          </a:prstGeom>
        </p:spPr>
      </p:pic>
      <p:pic>
        <p:nvPicPr>
          <p:cNvPr id="38" name="Imagem 37">
            <a:extLst>
              <a:ext uri="{FF2B5EF4-FFF2-40B4-BE49-F238E27FC236}">
                <a16:creationId xmlns:a16="http://schemas.microsoft.com/office/drawing/2014/main" id="{474E2B79-9B5D-9459-4D6A-E40536B0FD1F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765" t="77937" r="30300"/>
          <a:stretch>
            <a:fillRect/>
          </a:stretch>
        </p:blipFill>
        <p:spPr>
          <a:xfrm>
            <a:off x="3940891" y="4496214"/>
            <a:ext cx="1084798" cy="386441"/>
          </a:xfrm>
          <a:prstGeom prst="rect">
            <a:avLst/>
          </a:prstGeom>
        </p:spPr>
      </p:pic>
      <p:pic>
        <p:nvPicPr>
          <p:cNvPr id="39" name="Imagem 38" descr="Logotipo&#10;&#10;O conteúdo gerado por IA pode estar incorreto.">
            <a:extLst>
              <a:ext uri="{FF2B5EF4-FFF2-40B4-BE49-F238E27FC236}">
                <a16:creationId xmlns:a16="http://schemas.microsoft.com/office/drawing/2014/main" id="{8237CE98-11BE-1841-41A0-B7C252BD2BF8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6093"/>
          <a:stretch>
            <a:fillRect/>
          </a:stretch>
        </p:blipFill>
        <p:spPr>
          <a:xfrm>
            <a:off x="2116946" y="4465986"/>
            <a:ext cx="1186644" cy="4468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2663931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91">
          <a:extLst>
            <a:ext uri="{FF2B5EF4-FFF2-40B4-BE49-F238E27FC236}">
              <a16:creationId xmlns:a16="http://schemas.microsoft.com/office/drawing/2014/main" id="{CB4724CF-AF1D-8B7F-EF3F-CB6F68E051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83" name="Gráfico 982">
            <a:extLst>
              <a:ext uri="{FF2B5EF4-FFF2-40B4-BE49-F238E27FC236}">
                <a16:creationId xmlns:a16="http://schemas.microsoft.com/office/drawing/2014/main" id="{4B509749-7442-ECD9-FCC4-DFE51F37262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407492" y="-176982"/>
            <a:ext cx="10434025" cy="5320297"/>
          </a:xfrm>
          <a:prstGeom prst="rect">
            <a:avLst/>
          </a:prstGeom>
        </p:spPr>
      </p:pic>
      <p:sp>
        <p:nvSpPr>
          <p:cNvPr id="3" name="Google Shape;936;p37">
            <a:extLst>
              <a:ext uri="{FF2B5EF4-FFF2-40B4-BE49-F238E27FC236}">
                <a16:creationId xmlns:a16="http://schemas.microsoft.com/office/drawing/2014/main" id="{0D5767DC-FC2B-AD0A-5E2D-C513F1ED8AE0}"/>
              </a:ext>
            </a:extLst>
          </p:cNvPr>
          <p:cNvSpPr/>
          <p:nvPr/>
        </p:nvSpPr>
        <p:spPr>
          <a:xfrm flipH="1">
            <a:off x="7861193" y="4721150"/>
            <a:ext cx="1282656" cy="422165"/>
          </a:xfrm>
          <a:prstGeom prst="round1Rect">
            <a:avLst>
              <a:gd name="adj" fmla="val 50000"/>
            </a:avLst>
          </a:prstGeom>
          <a:solidFill>
            <a:srgbClr val="1B204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latin typeface="Maven Pro"/>
              <a:ea typeface="Maven Pro"/>
              <a:cs typeface="Maven Pro"/>
              <a:sym typeface="Maven Pro"/>
            </a:endParaRPr>
          </a:p>
        </p:txBody>
      </p:sp>
      <p:sp>
        <p:nvSpPr>
          <p:cNvPr id="4" name="Google Shape;937;p37">
            <a:extLst>
              <a:ext uri="{FF2B5EF4-FFF2-40B4-BE49-F238E27FC236}">
                <a16:creationId xmlns:a16="http://schemas.microsoft.com/office/drawing/2014/main" id="{B55B66D9-FC5B-6066-4B73-B528EE50B468}"/>
              </a:ext>
            </a:extLst>
          </p:cNvPr>
          <p:cNvSpPr/>
          <p:nvPr/>
        </p:nvSpPr>
        <p:spPr>
          <a:xfrm flipH="1">
            <a:off x="7588727" y="4912884"/>
            <a:ext cx="1555123" cy="230496"/>
          </a:xfrm>
          <a:prstGeom prst="round1Rect">
            <a:avLst>
              <a:gd name="adj" fmla="val 50000"/>
            </a:avLst>
          </a:prstGeom>
          <a:gradFill flip="none" rotWithShape="1">
            <a:gsLst>
              <a:gs pos="63000">
                <a:srgbClr val="06D1D7"/>
              </a:gs>
              <a:gs pos="33000">
                <a:srgbClr val="23A295"/>
              </a:gs>
              <a:gs pos="0">
                <a:srgbClr val="57F6A2"/>
              </a:gs>
              <a:gs pos="100000">
                <a:srgbClr val="1B2048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latin typeface="Maven Pro"/>
              <a:ea typeface="Maven Pro"/>
              <a:cs typeface="Maven Pro"/>
              <a:sym typeface="Maven Pro"/>
            </a:endParaRPr>
          </a:p>
        </p:txBody>
      </p:sp>
      <p:grpSp>
        <p:nvGrpSpPr>
          <p:cNvPr id="5" name="Google Shape;938;p37">
            <a:extLst>
              <a:ext uri="{FF2B5EF4-FFF2-40B4-BE49-F238E27FC236}">
                <a16:creationId xmlns:a16="http://schemas.microsoft.com/office/drawing/2014/main" id="{7E4047B9-8662-32F8-5BE9-C3F6732E499F}"/>
              </a:ext>
            </a:extLst>
          </p:cNvPr>
          <p:cNvGrpSpPr/>
          <p:nvPr/>
        </p:nvGrpSpPr>
        <p:grpSpPr>
          <a:xfrm>
            <a:off x="8644350" y="4276582"/>
            <a:ext cx="423698" cy="551579"/>
            <a:chOff x="7631225" y="2241175"/>
            <a:chExt cx="986125" cy="2095500"/>
          </a:xfrm>
          <a:gradFill>
            <a:gsLst>
              <a:gs pos="53000">
                <a:srgbClr val="23A295"/>
              </a:gs>
              <a:gs pos="0">
                <a:srgbClr val="57F6A2"/>
              </a:gs>
              <a:gs pos="100000">
                <a:srgbClr val="1B2048"/>
              </a:gs>
            </a:gsLst>
            <a:lin ang="5400000" scaled="1"/>
          </a:gradFill>
        </p:grpSpPr>
        <p:cxnSp>
          <p:nvCxnSpPr>
            <p:cNvPr id="6" name="Google Shape;939;p37">
              <a:extLst>
                <a:ext uri="{FF2B5EF4-FFF2-40B4-BE49-F238E27FC236}">
                  <a16:creationId xmlns:a16="http://schemas.microsoft.com/office/drawing/2014/main" id="{98D8FD1B-F323-6A11-92F7-C69F47A37E68}"/>
                </a:ext>
              </a:extLst>
            </p:cNvPr>
            <p:cNvCxnSpPr/>
            <p:nvPr/>
          </p:nvCxnSpPr>
          <p:spPr>
            <a:xfrm>
              <a:off x="7631225" y="2241175"/>
              <a:ext cx="0" cy="2095500"/>
            </a:xfrm>
            <a:prstGeom prst="straightConnector1">
              <a:avLst/>
            </a:prstGeom>
            <a:grpFill/>
            <a:ln w="9525" cap="flat" cmpd="sng">
              <a:solidFill>
                <a:srgbClr val="1AB0A9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7" name="Google Shape;940;p37">
              <a:extLst>
                <a:ext uri="{FF2B5EF4-FFF2-40B4-BE49-F238E27FC236}">
                  <a16:creationId xmlns:a16="http://schemas.microsoft.com/office/drawing/2014/main" id="{D586D8CA-A145-D5DE-C491-35D16E82E5D0}"/>
                </a:ext>
              </a:extLst>
            </p:cNvPr>
            <p:cNvCxnSpPr/>
            <p:nvPr/>
          </p:nvCxnSpPr>
          <p:spPr>
            <a:xfrm>
              <a:off x="7707081" y="2241175"/>
              <a:ext cx="0" cy="2095500"/>
            </a:xfrm>
            <a:prstGeom prst="straightConnector1">
              <a:avLst/>
            </a:prstGeom>
            <a:grpFill/>
            <a:ln w="9525" cap="flat" cmpd="sng">
              <a:solidFill>
                <a:srgbClr val="1AB0A9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8" name="Google Shape;941;p37">
              <a:extLst>
                <a:ext uri="{FF2B5EF4-FFF2-40B4-BE49-F238E27FC236}">
                  <a16:creationId xmlns:a16="http://schemas.microsoft.com/office/drawing/2014/main" id="{AE237394-B324-5607-3189-116A912C5803}"/>
                </a:ext>
              </a:extLst>
            </p:cNvPr>
            <p:cNvCxnSpPr/>
            <p:nvPr/>
          </p:nvCxnSpPr>
          <p:spPr>
            <a:xfrm>
              <a:off x="7782937" y="2241175"/>
              <a:ext cx="0" cy="2095500"/>
            </a:xfrm>
            <a:prstGeom prst="straightConnector1">
              <a:avLst/>
            </a:prstGeom>
            <a:grpFill/>
            <a:ln w="9525" cap="flat" cmpd="sng">
              <a:solidFill>
                <a:srgbClr val="1AB0A9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9" name="Google Shape;942;p37">
              <a:extLst>
                <a:ext uri="{FF2B5EF4-FFF2-40B4-BE49-F238E27FC236}">
                  <a16:creationId xmlns:a16="http://schemas.microsoft.com/office/drawing/2014/main" id="{92EE4B4F-E327-A00F-8B61-6F41A98B62B9}"/>
                </a:ext>
              </a:extLst>
            </p:cNvPr>
            <p:cNvCxnSpPr/>
            <p:nvPr/>
          </p:nvCxnSpPr>
          <p:spPr>
            <a:xfrm>
              <a:off x="7858792" y="2241175"/>
              <a:ext cx="0" cy="2095500"/>
            </a:xfrm>
            <a:prstGeom prst="straightConnector1">
              <a:avLst/>
            </a:prstGeom>
            <a:grpFill/>
            <a:ln w="9525" cap="flat" cmpd="sng">
              <a:solidFill>
                <a:srgbClr val="1AB0A9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0" name="Google Shape;943;p37">
              <a:extLst>
                <a:ext uri="{FF2B5EF4-FFF2-40B4-BE49-F238E27FC236}">
                  <a16:creationId xmlns:a16="http://schemas.microsoft.com/office/drawing/2014/main" id="{3ECD2194-3E4F-7AD0-778E-13157B3A4ADD}"/>
                </a:ext>
              </a:extLst>
            </p:cNvPr>
            <p:cNvCxnSpPr/>
            <p:nvPr/>
          </p:nvCxnSpPr>
          <p:spPr>
            <a:xfrm>
              <a:off x="8010504" y="2241175"/>
              <a:ext cx="0" cy="2095500"/>
            </a:xfrm>
            <a:prstGeom prst="straightConnector1">
              <a:avLst/>
            </a:prstGeom>
            <a:grpFill/>
            <a:ln w="9525" cap="flat" cmpd="sng">
              <a:solidFill>
                <a:srgbClr val="1AB0A9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1" name="Google Shape;944;p37">
              <a:extLst>
                <a:ext uri="{FF2B5EF4-FFF2-40B4-BE49-F238E27FC236}">
                  <a16:creationId xmlns:a16="http://schemas.microsoft.com/office/drawing/2014/main" id="{DB69D471-768C-17BD-1E63-E28B560F9875}"/>
                </a:ext>
              </a:extLst>
            </p:cNvPr>
            <p:cNvCxnSpPr/>
            <p:nvPr/>
          </p:nvCxnSpPr>
          <p:spPr>
            <a:xfrm>
              <a:off x="8162215" y="2241175"/>
              <a:ext cx="0" cy="2095500"/>
            </a:xfrm>
            <a:prstGeom prst="straightConnector1">
              <a:avLst/>
            </a:prstGeom>
            <a:grpFill/>
            <a:ln w="9525" cap="flat" cmpd="sng">
              <a:solidFill>
                <a:srgbClr val="1AB0A9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2" name="Google Shape;945;p37">
              <a:extLst>
                <a:ext uri="{FF2B5EF4-FFF2-40B4-BE49-F238E27FC236}">
                  <a16:creationId xmlns:a16="http://schemas.microsoft.com/office/drawing/2014/main" id="{5B79BAA7-2469-7701-F778-2209E79AD648}"/>
                </a:ext>
              </a:extLst>
            </p:cNvPr>
            <p:cNvCxnSpPr/>
            <p:nvPr/>
          </p:nvCxnSpPr>
          <p:spPr>
            <a:xfrm>
              <a:off x="8313927" y="2241175"/>
              <a:ext cx="0" cy="2095500"/>
            </a:xfrm>
            <a:prstGeom prst="straightConnector1">
              <a:avLst/>
            </a:prstGeom>
            <a:grpFill/>
            <a:ln w="9525" cap="flat" cmpd="sng">
              <a:solidFill>
                <a:srgbClr val="1AB0A9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3" name="Google Shape;946;p37">
              <a:extLst>
                <a:ext uri="{FF2B5EF4-FFF2-40B4-BE49-F238E27FC236}">
                  <a16:creationId xmlns:a16="http://schemas.microsoft.com/office/drawing/2014/main" id="{0FA6FC12-02B3-8A7A-70A2-D751A7A9A9F9}"/>
                </a:ext>
              </a:extLst>
            </p:cNvPr>
            <p:cNvCxnSpPr/>
            <p:nvPr/>
          </p:nvCxnSpPr>
          <p:spPr>
            <a:xfrm>
              <a:off x="7934648" y="2241175"/>
              <a:ext cx="0" cy="2095500"/>
            </a:xfrm>
            <a:prstGeom prst="straightConnector1">
              <a:avLst/>
            </a:prstGeom>
            <a:grpFill/>
            <a:ln w="9525" cap="flat" cmpd="sng">
              <a:solidFill>
                <a:srgbClr val="1AB0A9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4" name="Google Shape;947;p37">
              <a:extLst>
                <a:ext uri="{FF2B5EF4-FFF2-40B4-BE49-F238E27FC236}">
                  <a16:creationId xmlns:a16="http://schemas.microsoft.com/office/drawing/2014/main" id="{A7D79339-A3D8-91F8-56CA-C9A45432A1B9}"/>
                </a:ext>
              </a:extLst>
            </p:cNvPr>
            <p:cNvCxnSpPr/>
            <p:nvPr/>
          </p:nvCxnSpPr>
          <p:spPr>
            <a:xfrm>
              <a:off x="8086360" y="2241175"/>
              <a:ext cx="0" cy="2095500"/>
            </a:xfrm>
            <a:prstGeom prst="straightConnector1">
              <a:avLst/>
            </a:prstGeom>
            <a:grpFill/>
            <a:ln w="9525" cap="flat" cmpd="sng">
              <a:solidFill>
                <a:srgbClr val="1AB0A9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5" name="Google Shape;948;p37">
              <a:extLst>
                <a:ext uri="{FF2B5EF4-FFF2-40B4-BE49-F238E27FC236}">
                  <a16:creationId xmlns:a16="http://schemas.microsoft.com/office/drawing/2014/main" id="{1CDC0D9C-D2E0-39AD-5F4F-571B02819D9E}"/>
                </a:ext>
              </a:extLst>
            </p:cNvPr>
            <p:cNvCxnSpPr/>
            <p:nvPr/>
          </p:nvCxnSpPr>
          <p:spPr>
            <a:xfrm>
              <a:off x="8238071" y="2241175"/>
              <a:ext cx="0" cy="2095500"/>
            </a:xfrm>
            <a:prstGeom prst="straightConnector1">
              <a:avLst/>
            </a:prstGeom>
            <a:grpFill/>
            <a:ln w="9525" cap="flat" cmpd="sng">
              <a:solidFill>
                <a:srgbClr val="1AB0A9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6" name="Google Shape;949;p37">
              <a:extLst>
                <a:ext uri="{FF2B5EF4-FFF2-40B4-BE49-F238E27FC236}">
                  <a16:creationId xmlns:a16="http://schemas.microsoft.com/office/drawing/2014/main" id="{B8A0F490-58D9-35AF-C169-F25E6659666C}"/>
                </a:ext>
              </a:extLst>
            </p:cNvPr>
            <p:cNvCxnSpPr/>
            <p:nvPr/>
          </p:nvCxnSpPr>
          <p:spPr>
            <a:xfrm>
              <a:off x="8389783" y="2241175"/>
              <a:ext cx="0" cy="2095500"/>
            </a:xfrm>
            <a:prstGeom prst="straightConnector1">
              <a:avLst/>
            </a:prstGeom>
            <a:grpFill/>
            <a:ln w="9525" cap="flat" cmpd="sng">
              <a:solidFill>
                <a:srgbClr val="1AB0A9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7" name="Google Shape;950;p37">
              <a:extLst>
                <a:ext uri="{FF2B5EF4-FFF2-40B4-BE49-F238E27FC236}">
                  <a16:creationId xmlns:a16="http://schemas.microsoft.com/office/drawing/2014/main" id="{8885FD3B-C385-02BF-6F29-8A1073CA8196}"/>
                </a:ext>
              </a:extLst>
            </p:cNvPr>
            <p:cNvCxnSpPr/>
            <p:nvPr/>
          </p:nvCxnSpPr>
          <p:spPr>
            <a:xfrm>
              <a:off x="8465638" y="2241175"/>
              <a:ext cx="0" cy="2095500"/>
            </a:xfrm>
            <a:prstGeom prst="straightConnector1">
              <a:avLst/>
            </a:prstGeom>
            <a:grpFill/>
            <a:ln w="9525" cap="flat" cmpd="sng">
              <a:solidFill>
                <a:srgbClr val="1AB0A9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8" name="Google Shape;951;p37">
              <a:extLst>
                <a:ext uri="{FF2B5EF4-FFF2-40B4-BE49-F238E27FC236}">
                  <a16:creationId xmlns:a16="http://schemas.microsoft.com/office/drawing/2014/main" id="{99628182-2184-1B16-07F0-1D094A4888B6}"/>
                </a:ext>
              </a:extLst>
            </p:cNvPr>
            <p:cNvCxnSpPr/>
            <p:nvPr/>
          </p:nvCxnSpPr>
          <p:spPr>
            <a:xfrm>
              <a:off x="8541494" y="2241175"/>
              <a:ext cx="0" cy="2095500"/>
            </a:xfrm>
            <a:prstGeom prst="straightConnector1">
              <a:avLst/>
            </a:prstGeom>
            <a:grpFill/>
            <a:ln w="9525" cap="flat" cmpd="sng">
              <a:solidFill>
                <a:srgbClr val="1AB0A9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9" name="Google Shape;952;p37">
              <a:extLst>
                <a:ext uri="{FF2B5EF4-FFF2-40B4-BE49-F238E27FC236}">
                  <a16:creationId xmlns:a16="http://schemas.microsoft.com/office/drawing/2014/main" id="{75BD78A4-35EB-0494-9E77-6FCF2F4B7DB2}"/>
                </a:ext>
              </a:extLst>
            </p:cNvPr>
            <p:cNvCxnSpPr/>
            <p:nvPr/>
          </p:nvCxnSpPr>
          <p:spPr>
            <a:xfrm>
              <a:off x="8617350" y="2241175"/>
              <a:ext cx="0" cy="2095500"/>
            </a:xfrm>
            <a:prstGeom prst="straightConnector1">
              <a:avLst/>
            </a:prstGeom>
            <a:grpFill/>
            <a:ln w="9525" cap="flat" cmpd="sng">
              <a:solidFill>
                <a:srgbClr val="1AB0A9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20" name="Google Shape;954;p37">
            <a:extLst>
              <a:ext uri="{FF2B5EF4-FFF2-40B4-BE49-F238E27FC236}">
                <a16:creationId xmlns:a16="http://schemas.microsoft.com/office/drawing/2014/main" id="{BC38A112-4727-0B1B-C76E-FDA584024516}"/>
              </a:ext>
            </a:extLst>
          </p:cNvPr>
          <p:cNvSpPr/>
          <p:nvPr/>
        </p:nvSpPr>
        <p:spPr>
          <a:xfrm>
            <a:off x="0" y="4680042"/>
            <a:ext cx="922564" cy="463274"/>
          </a:xfrm>
          <a:prstGeom prst="rect">
            <a:avLst/>
          </a:prstGeom>
          <a:gradFill>
            <a:gsLst>
              <a:gs pos="33000">
                <a:srgbClr val="23A295"/>
              </a:gs>
              <a:gs pos="0">
                <a:srgbClr val="57F6A2"/>
              </a:gs>
              <a:gs pos="100000">
                <a:srgbClr val="1B2048"/>
              </a:gs>
            </a:gsLst>
            <a:path path="circle">
              <a:fillToRect l="100000" t="100000"/>
            </a:path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dirty="0">
              <a:latin typeface="Maven Pro"/>
              <a:ea typeface="Maven Pro"/>
              <a:cs typeface="Maven Pro"/>
              <a:sym typeface="Maven Pro"/>
            </a:endParaRPr>
          </a:p>
        </p:txBody>
      </p:sp>
      <p:sp>
        <p:nvSpPr>
          <p:cNvPr id="21" name="Google Shape;955;p37">
            <a:extLst>
              <a:ext uri="{FF2B5EF4-FFF2-40B4-BE49-F238E27FC236}">
                <a16:creationId xmlns:a16="http://schemas.microsoft.com/office/drawing/2014/main" id="{C1659E6E-AD8D-89B3-2FE9-D0C7D2514F53}"/>
              </a:ext>
            </a:extLst>
          </p:cNvPr>
          <p:cNvSpPr/>
          <p:nvPr/>
        </p:nvSpPr>
        <p:spPr>
          <a:xfrm>
            <a:off x="0" y="4912883"/>
            <a:ext cx="1663658" cy="230641"/>
          </a:xfrm>
          <a:prstGeom prst="round1Rect">
            <a:avLst>
              <a:gd name="adj" fmla="val 50000"/>
            </a:avLst>
          </a:prstGeom>
          <a:solidFill>
            <a:srgbClr val="1B204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latin typeface="Maven Pro"/>
              <a:ea typeface="Maven Pro"/>
              <a:cs typeface="Maven Pro"/>
              <a:sym typeface="Maven Pro"/>
            </a:endParaRPr>
          </a:p>
        </p:txBody>
      </p:sp>
      <p:sp>
        <p:nvSpPr>
          <p:cNvPr id="25" name="Google Shape;936;p37">
            <a:extLst>
              <a:ext uri="{FF2B5EF4-FFF2-40B4-BE49-F238E27FC236}">
                <a16:creationId xmlns:a16="http://schemas.microsoft.com/office/drawing/2014/main" id="{3A47C233-CBB1-EE11-6C00-52F967C8CCB6}"/>
              </a:ext>
            </a:extLst>
          </p:cNvPr>
          <p:cNvSpPr/>
          <p:nvPr/>
        </p:nvSpPr>
        <p:spPr>
          <a:xfrm rot="16200000" flipH="1" flipV="1">
            <a:off x="-26331" y="5857"/>
            <a:ext cx="636272" cy="583606"/>
          </a:xfrm>
          <a:custGeom>
            <a:avLst/>
            <a:gdLst>
              <a:gd name="connsiteX0" fmla="*/ 0 w 1440059"/>
              <a:gd name="connsiteY0" fmla="*/ 0 h 583600"/>
              <a:gd name="connsiteX1" fmla="*/ 1148259 w 1440059"/>
              <a:gd name="connsiteY1" fmla="*/ 0 h 583600"/>
              <a:gd name="connsiteX2" fmla="*/ 1440059 w 1440059"/>
              <a:gd name="connsiteY2" fmla="*/ 291800 h 583600"/>
              <a:gd name="connsiteX3" fmla="*/ 1440059 w 1440059"/>
              <a:gd name="connsiteY3" fmla="*/ 583600 h 583600"/>
              <a:gd name="connsiteX4" fmla="*/ 0 w 1440059"/>
              <a:gd name="connsiteY4" fmla="*/ 583600 h 583600"/>
              <a:gd name="connsiteX5" fmla="*/ 0 w 1440059"/>
              <a:gd name="connsiteY5" fmla="*/ 0 h 583600"/>
              <a:gd name="connsiteX0" fmla="*/ 612059 w 1440059"/>
              <a:gd name="connsiteY0" fmla="*/ 0 h 583603"/>
              <a:gd name="connsiteX1" fmla="*/ 1148259 w 1440059"/>
              <a:gd name="connsiteY1" fmla="*/ 3 h 583603"/>
              <a:gd name="connsiteX2" fmla="*/ 1440059 w 1440059"/>
              <a:gd name="connsiteY2" fmla="*/ 291803 h 583603"/>
              <a:gd name="connsiteX3" fmla="*/ 1440059 w 1440059"/>
              <a:gd name="connsiteY3" fmla="*/ 583603 h 583603"/>
              <a:gd name="connsiteX4" fmla="*/ 0 w 1440059"/>
              <a:gd name="connsiteY4" fmla="*/ 583603 h 583603"/>
              <a:gd name="connsiteX5" fmla="*/ 612059 w 1440059"/>
              <a:gd name="connsiteY5" fmla="*/ 0 h 583603"/>
              <a:gd name="connsiteX0" fmla="*/ 0 w 828000"/>
              <a:gd name="connsiteY0" fmla="*/ 0 h 583603"/>
              <a:gd name="connsiteX1" fmla="*/ 536200 w 828000"/>
              <a:gd name="connsiteY1" fmla="*/ 3 h 583603"/>
              <a:gd name="connsiteX2" fmla="*/ 828000 w 828000"/>
              <a:gd name="connsiteY2" fmla="*/ 291803 h 583603"/>
              <a:gd name="connsiteX3" fmla="*/ 828000 w 828000"/>
              <a:gd name="connsiteY3" fmla="*/ 583603 h 583603"/>
              <a:gd name="connsiteX4" fmla="*/ 191728 w 828000"/>
              <a:gd name="connsiteY4" fmla="*/ 576229 h 583603"/>
              <a:gd name="connsiteX5" fmla="*/ 0 w 828000"/>
              <a:gd name="connsiteY5" fmla="*/ 0 h 583603"/>
              <a:gd name="connsiteX0" fmla="*/ 14749 w 636272"/>
              <a:gd name="connsiteY0" fmla="*/ 0 h 583606"/>
              <a:gd name="connsiteX1" fmla="*/ 344472 w 636272"/>
              <a:gd name="connsiteY1" fmla="*/ 6 h 583606"/>
              <a:gd name="connsiteX2" fmla="*/ 636272 w 636272"/>
              <a:gd name="connsiteY2" fmla="*/ 291806 h 583606"/>
              <a:gd name="connsiteX3" fmla="*/ 636272 w 636272"/>
              <a:gd name="connsiteY3" fmla="*/ 583606 h 583606"/>
              <a:gd name="connsiteX4" fmla="*/ 0 w 636272"/>
              <a:gd name="connsiteY4" fmla="*/ 576232 h 583606"/>
              <a:gd name="connsiteX5" fmla="*/ 14749 w 636272"/>
              <a:gd name="connsiteY5" fmla="*/ 0 h 5836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36272" h="583606">
                <a:moveTo>
                  <a:pt x="14749" y="0"/>
                </a:moveTo>
                <a:lnTo>
                  <a:pt x="344472" y="6"/>
                </a:lnTo>
                <a:cubicBezTo>
                  <a:pt x="505629" y="6"/>
                  <a:pt x="636272" y="130649"/>
                  <a:pt x="636272" y="291806"/>
                </a:cubicBezTo>
                <a:lnTo>
                  <a:pt x="636272" y="583606"/>
                </a:lnTo>
                <a:lnTo>
                  <a:pt x="0" y="576232"/>
                </a:lnTo>
                <a:lnTo>
                  <a:pt x="14749" y="0"/>
                </a:lnTo>
                <a:close/>
              </a:path>
            </a:pathLst>
          </a:custGeom>
          <a:solidFill>
            <a:srgbClr val="1B204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latin typeface="Maven Pro"/>
              <a:ea typeface="Maven Pro"/>
              <a:cs typeface="Maven Pro"/>
              <a:sym typeface="Maven Pro"/>
            </a:endParaRPr>
          </a:p>
        </p:txBody>
      </p:sp>
      <p:sp>
        <p:nvSpPr>
          <p:cNvPr id="26" name="Google Shape;937;p37">
            <a:extLst>
              <a:ext uri="{FF2B5EF4-FFF2-40B4-BE49-F238E27FC236}">
                <a16:creationId xmlns:a16="http://schemas.microsoft.com/office/drawing/2014/main" id="{2326AC40-8A38-1369-69C2-981800CBF57D}"/>
              </a:ext>
            </a:extLst>
          </p:cNvPr>
          <p:cNvSpPr/>
          <p:nvPr/>
        </p:nvSpPr>
        <p:spPr>
          <a:xfrm rot="16200000" flipH="1" flipV="1">
            <a:off x="-223281" y="212082"/>
            <a:ext cx="765195" cy="318641"/>
          </a:xfrm>
          <a:custGeom>
            <a:avLst/>
            <a:gdLst>
              <a:gd name="connsiteX0" fmla="*/ 0 w 1745961"/>
              <a:gd name="connsiteY0" fmla="*/ 0 h 318637"/>
              <a:gd name="connsiteX1" fmla="*/ 1586643 w 1745961"/>
              <a:gd name="connsiteY1" fmla="*/ 0 h 318637"/>
              <a:gd name="connsiteX2" fmla="*/ 1745962 w 1745961"/>
              <a:gd name="connsiteY2" fmla="*/ 159319 h 318637"/>
              <a:gd name="connsiteX3" fmla="*/ 1745961 w 1745961"/>
              <a:gd name="connsiteY3" fmla="*/ 318637 h 318637"/>
              <a:gd name="connsiteX4" fmla="*/ 0 w 1745961"/>
              <a:gd name="connsiteY4" fmla="*/ 318637 h 318637"/>
              <a:gd name="connsiteX5" fmla="*/ 0 w 1745961"/>
              <a:gd name="connsiteY5" fmla="*/ 0 h 318637"/>
              <a:gd name="connsiteX0" fmla="*/ 980768 w 1745962"/>
              <a:gd name="connsiteY0" fmla="*/ 0 h 318637"/>
              <a:gd name="connsiteX1" fmla="*/ 1586643 w 1745962"/>
              <a:gd name="connsiteY1" fmla="*/ 0 h 318637"/>
              <a:gd name="connsiteX2" fmla="*/ 1745962 w 1745962"/>
              <a:gd name="connsiteY2" fmla="*/ 159319 h 318637"/>
              <a:gd name="connsiteX3" fmla="*/ 1745961 w 1745962"/>
              <a:gd name="connsiteY3" fmla="*/ 318637 h 318637"/>
              <a:gd name="connsiteX4" fmla="*/ 0 w 1745962"/>
              <a:gd name="connsiteY4" fmla="*/ 318637 h 318637"/>
              <a:gd name="connsiteX5" fmla="*/ 980768 w 1745962"/>
              <a:gd name="connsiteY5" fmla="*/ 0 h 318637"/>
              <a:gd name="connsiteX0" fmla="*/ 1 w 765195"/>
              <a:gd name="connsiteY0" fmla="*/ 0 h 318641"/>
              <a:gd name="connsiteX1" fmla="*/ 605876 w 765195"/>
              <a:gd name="connsiteY1" fmla="*/ 0 h 318641"/>
              <a:gd name="connsiteX2" fmla="*/ 765195 w 765195"/>
              <a:gd name="connsiteY2" fmla="*/ 159319 h 318641"/>
              <a:gd name="connsiteX3" fmla="*/ 765194 w 765195"/>
              <a:gd name="connsiteY3" fmla="*/ 318637 h 318641"/>
              <a:gd name="connsiteX4" fmla="*/ 0 w 765195"/>
              <a:gd name="connsiteY4" fmla="*/ 318641 h 318641"/>
              <a:gd name="connsiteX5" fmla="*/ 1 w 765195"/>
              <a:gd name="connsiteY5" fmla="*/ 0 h 3186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765195" h="318641">
                <a:moveTo>
                  <a:pt x="1" y="0"/>
                </a:moveTo>
                <a:lnTo>
                  <a:pt x="605876" y="0"/>
                </a:lnTo>
                <a:cubicBezTo>
                  <a:pt x="693865" y="0"/>
                  <a:pt x="765195" y="71330"/>
                  <a:pt x="765195" y="159319"/>
                </a:cubicBezTo>
                <a:cubicBezTo>
                  <a:pt x="765195" y="212425"/>
                  <a:pt x="765194" y="265531"/>
                  <a:pt x="765194" y="318637"/>
                </a:cubicBezTo>
                <a:lnTo>
                  <a:pt x="0" y="318641"/>
                </a:lnTo>
                <a:cubicBezTo>
                  <a:pt x="0" y="212427"/>
                  <a:pt x="1" y="106214"/>
                  <a:pt x="1" y="0"/>
                </a:cubicBezTo>
                <a:close/>
              </a:path>
            </a:pathLst>
          </a:custGeom>
          <a:gradFill flip="none" rotWithShape="1">
            <a:gsLst>
              <a:gs pos="63000">
                <a:srgbClr val="06D1D7"/>
              </a:gs>
              <a:gs pos="33000">
                <a:srgbClr val="23A295"/>
              </a:gs>
              <a:gs pos="0">
                <a:srgbClr val="57F6A2"/>
              </a:gs>
              <a:gs pos="100000">
                <a:srgbClr val="1B2048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latin typeface="Maven Pro"/>
              <a:ea typeface="Maven Pro"/>
              <a:cs typeface="Maven Pro"/>
              <a:sym typeface="Maven Pro"/>
            </a:endParaRPr>
          </a:p>
        </p:txBody>
      </p:sp>
      <p:grpSp>
        <p:nvGrpSpPr>
          <p:cNvPr id="28" name="Google Shape;938;p37">
            <a:extLst>
              <a:ext uri="{FF2B5EF4-FFF2-40B4-BE49-F238E27FC236}">
                <a16:creationId xmlns:a16="http://schemas.microsoft.com/office/drawing/2014/main" id="{11DF9DD0-69F1-A2D9-3963-1B8559C7A54E}"/>
              </a:ext>
            </a:extLst>
          </p:cNvPr>
          <p:cNvGrpSpPr/>
          <p:nvPr/>
        </p:nvGrpSpPr>
        <p:grpSpPr>
          <a:xfrm rot="16200000">
            <a:off x="720348" y="-178200"/>
            <a:ext cx="368002" cy="860760"/>
            <a:chOff x="8238071" y="2241175"/>
            <a:chExt cx="379279" cy="2095500"/>
          </a:xfrm>
          <a:gradFill>
            <a:gsLst>
              <a:gs pos="53000">
                <a:srgbClr val="23A295"/>
              </a:gs>
              <a:gs pos="0">
                <a:srgbClr val="57F6A2"/>
              </a:gs>
              <a:gs pos="100000">
                <a:srgbClr val="1B2048"/>
              </a:gs>
            </a:gsLst>
            <a:lin ang="5400000" scaled="1"/>
          </a:gradFill>
        </p:grpSpPr>
        <p:cxnSp>
          <p:nvCxnSpPr>
            <p:cNvPr id="29" name="Google Shape;945;p37">
              <a:extLst>
                <a:ext uri="{FF2B5EF4-FFF2-40B4-BE49-F238E27FC236}">
                  <a16:creationId xmlns:a16="http://schemas.microsoft.com/office/drawing/2014/main" id="{0099FAD6-030C-FBDE-707F-FAA5C57443A5}"/>
                </a:ext>
              </a:extLst>
            </p:cNvPr>
            <p:cNvCxnSpPr/>
            <p:nvPr/>
          </p:nvCxnSpPr>
          <p:spPr>
            <a:xfrm>
              <a:off x="8313927" y="2241175"/>
              <a:ext cx="0" cy="2095500"/>
            </a:xfrm>
            <a:prstGeom prst="straightConnector1">
              <a:avLst/>
            </a:prstGeom>
            <a:grpFill/>
            <a:ln w="9525" cap="flat" cmpd="sng">
              <a:solidFill>
                <a:srgbClr val="1AB0A9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0" name="Google Shape;948;p37">
              <a:extLst>
                <a:ext uri="{FF2B5EF4-FFF2-40B4-BE49-F238E27FC236}">
                  <a16:creationId xmlns:a16="http://schemas.microsoft.com/office/drawing/2014/main" id="{C21553F1-AB17-4E91-469B-AF165920F851}"/>
                </a:ext>
              </a:extLst>
            </p:cNvPr>
            <p:cNvCxnSpPr/>
            <p:nvPr/>
          </p:nvCxnSpPr>
          <p:spPr>
            <a:xfrm>
              <a:off x="8238071" y="2241175"/>
              <a:ext cx="0" cy="2095500"/>
            </a:xfrm>
            <a:prstGeom prst="straightConnector1">
              <a:avLst/>
            </a:prstGeom>
            <a:grpFill/>
            <a:ln w="9525" cap="flat" cmpd="sng">
              <a:solidFill>
                <a:srgbClr val="1AB0A9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1" name="Google Shape;949;p37">
              <a:extLst>
                <a:ext uri="{FF2B5EF4-FFF2-40B4-BE49-F238E27FC236}">
                  <a16:creationId xmlns:a16="http://schemas.microsoft.com/office/drawing/2014/main" id="{C94D68C2-D618-26D6-46A2-58572C2E19AF}"/>
                </a:ext>
              </a:extLst>
            </p:cNvPr>
            <p:cNvCxnSpPr/>
            <p:nvPr/>
          </p:nvCxnSpPr>
          <p:spPr>
            <a:xfrm>
              <a:off x="8389783" y="2241175"/>
              <a:ext cx="0" cy="2095500"/>
            </a:xfrm>
            <a:prstGeom prst="straightConnector1">
              <a:avLst/>
            </a:prstGeom>
            <a:grpFill/>
            <a:ln w="9525" cap="flat" cmpd="sng">
              <a:solidFill>
                <a:srgbClr val="1AB0A9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2" name="Google Shape;950;p37">
              <a:extLst>
                <a:ext uri="{FF2B5EF4-FFF2-40B4-BE49-F238E27FC236}">
                  <a16:creationId xmlns:a16="http://schemas.microsoft.com/office/drawing/2014/main" id="{84605194-E5F3-7387-ED8D-C96ACE362112}"/>
                </a:ext>
              </a:extLst>
            </p:cNvPr>
            <p:cNvCxnSpPr/>
            <p:nvPr/>
          </p:nvCxnSpPr>
          <p:spPr>
            <a:xfrm>
              <a:off x="8465638" y="2241175"/>
              <a:ext cx="0" cy="2095500"/>
            </a:xfrm>
            <a:prstGeom prst="straightConnector1">
              <a:avLst/>
            </a:prstGeom>
            <a:grpFill/>
            <a:ln w="9525" cap="flat" cmpd="sng">
              <a:solidFill>
                <a:srgbClr val="1AB0A9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3" name="Google Shape;951;p37">
              <a:extLst>
                <a:ext uri="{FF2B5EF4-FFF2-40B4-BE49-F238E27FC236}">
                  <a16:creationId xmlns:a16="http://schemas.microsoft.com/office/drawing/2014/main" id="{62B1BE05-F576-39E4-05C6-D37DB70FBFF6}"/>
                </a:ext>
              </a:extLst>
            </p:cNvPr>
            <p:cNvCxnSpPr/>
            <p:nvPr/>
          </p:nvCxnSpPr>
          <p:spPr>
            <a:xfrm>
              <a:off x="8541494" y="2241175"/>
              <a:ext cx="0" cy="2095500"/>
            </a:xfrm>
            <a:prstGeom prst="straightConnector1">
              <a:avLst/>
            </a:prstGeom>
            <a:grpFill/>
            <a:ln w="9525" cap="flat" cmpd="sng">
              <a:solidFill>
                <a:srgbClr val="1AB0A9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4" name="Google Shape;952;p37">
              <a:extLst>
                <a:ext uri="{FF2B5EF4-FFF2-40B4-BE49-F238E27FC236}">
                  <a16:creationId xmlns:a16="http://schemas.microsoft.com/office/drawing/2014/main" id="{67DA8E09-D6EE-C708-639C-2E28B29A0C77}"/>
                </a:ext>
              </a:extLst>
            </p:cNvPr>
            <p:cNvCxnSpPr/>
            <p:nvPr/>
          </p:nvCxnSpPr>
          <p:spPr>
            <a:xfrm>
              <a:off x="8617350" y="2241175"/>
              <a:ext cx="0" cy="2095500"/>
            </a:xfrm>
            <a:prstGeom prst="straightConnector1">
              <a:avLst/>
            </a:prstGeom>
            <a:grpFill/>
            <a:ln w="9525" cap="flat" cmpd="sng">
              <a:solidFill>
                <a:srgbClr val="1AB0A9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42" name="Google Shape;937;p37">
            <a:extLst>
              <a:ext uri="{FF2B5EF4-FFF2-40B4-BE49-F238E27FC236}">
                <a16:creationId xmlns:a16="http://schemas.microsoft.com/office/drawing/2014/main" id="{46991F25-3056-4543-A1CA-F2636547FE5E}"/>
              </a:ext>
            </a:extLst>
          </p:cNvPr>
          <p:cNvSpPr/>
          <p:nvPr/>
        </p:nvSpPr>
        <p:spPr>
          <a:xfrm flipH="1" flipV="1">
            <a:off x="8807311" y="-14236"/>
            <a:ext cx="366035" cy="272845"/>
          </a:xfrm>
          <a:custGeom>
            <a:avLst/>
            <a:gdLst>
              <a:gd name="connsiteX0" fmla="*/ 0 w 1414234"/>
              <a:gd name="connsiteY0" fmla="*/ 0 h 258097"/>
              <a:gd name="connsiteX1" fmla="*/ 1285186 w 1414234"/>
              <a:gd name="connsiteY1" fmla="*/ 0 h 258097"/>
              <a:gd name="connsiteX2" fmla="*/ 1414235 w 1414234"/>
              <a:gd name="connsiteY2" fmla="*/ 129049 h 258097"/>
              <a:gd name="connsiteX3" fmla="*/ 1414234 w 1414234"/>
              <a:gd name="connsiteY3" fmla="*/ 258097 h 258097"/>
              <a:gd name="connsiteX4" fmla="*/ 0 w 1414234"/>
              <a:gd name="connsiteY4" fmla="*/ 258097 h 258097"/>
              <a:gd name="connsiteX5" fmla="*/ 0 w 1414234"/>
              <a:gd name="connsiteY5" fmla="*/ 0 h 258097"/>
              <a:gd name="connsiteX0" fmla="*/ 0 w 1414235"/>
              <a:gd name="connsiteY0" fmla="*/ 0 h 258097"/>
              <a:gd name="connsiteX1" fmla="*/ 1285186 w 1414235"/>
              <a:gd name="connsiteY1" fmla="*/ 0 h 258097"/>
              <a:gd name="connsiteX2" fmla="*/ 1414235 w 1414235"/>
              <a:gd name="connsiteY2" fmla="*/ 129049 h 258097"/>
              <a:gd name="connsiteX3" fmla="*/ 1414234 w 1414235"/>
              <a:gd name="connsiteY3" fmla="*/ 258097 h 258097"/>
              <a:gd name="connsiteX4" fmla="*/ 243348 w 1414235"/>
              <a:gd name="connsiteY4" fmla="*/ 258097 h 258097"/>
              <a:gd name="connsiteX5" fmla="*/ 0 w 1414235"/>
              <a:gd name="connsiteY5" fmla="*/ 0 h 258097"/>
              <a:gd name="connsiteX0" fmla="*/ 0 w 1178260"/>
              <a:gd name="connsiteY0" fmla="*/ 7374 h 258097"/>
              <a:gd name="connsiteX1" fmla="*/ 1049211 w 1178260"/>
              <a:gd name="connsiteY1" fmla="*/ 0 h 258097"/>
              <a:gd name="connsiteX2" fmla="*/ 1178260 w 1178260"/>
              <a:gd name="connsiteY2" fmla="*/ 129049 h 258097"/>
              <a:gd name="connsiteX3" fmla="*/ 1178259 w 1178260"/>
              <a:gd name="connsiteY3" fmla="*/ 258097 h 258097"/>
              <a:gd name="connsiteX4" fmla="*/ 7373 w 1178260"/>
              <a:gd name="connsiteY4" fmla="*/ 258097 h 258097"/>
              <a:gd name="connsiteX5" fmla="*/ 0 w 1178260"/>
              <a:gd name="connsiteY5" fmla="*/ 7374 h 258097"/>
              <a:gd name="connsiteX0" fmla="*/ 0 w 1178260"/>
              <a:gd name="connsiteY0" fmla="*/ 7374 h 265471"/>
              <a:gd name="connsiteX1" fmla="*/ 1049211 w 1178260"/>
              <a:gd name="connsiteY1" fmla="*/ 0 h 265471"/>
              <a:gd name="connsiteX2" fmla="*/ 1178260 w 1178260"/>
              <a:gd name="connsiteY2" fmla="*/ 129049 h 265471"/>
              <a:gd name="connsiteX3" fmla="*/ 1178259 w 1178260"/>
              <a:gd name="connsiteY3" fmla="*/ 258097 h 265471"/>
              <a:gd name="connsiteX4" fmla="*/ 619431 w 1178260"/>
              <a:gd name="connsiteY4" fmla="*/ 265471 h 265471"/>
              <a:gd name="connsiteX5" fmla="*/ 0 w 1178260"/>
              <a:gd name="connsiteY5" fmla="*/ 7374 h 265471"/>
              <a:gd name="connsiteX0" fmla="*/ 0 w 566202"/>
              <a:gd name="connsiteY0" fmla="*/ 0 h 280219"/>
              <a:gd name="connsiteX1" fmla="*/ 437153 w 566202"/>
              <a:gd name="connsiteY1" fmla="*/ 14748 h 280219"/>
              <a:gd name="connsiteX2" fmla="*/ 566202 w 566202"/>
              <a:gd name="connsiteY2" fmla="*/ 143797 h 280219"/>
              <a:gd name="connsiteX3" fmla="*/ 566201 w 566202"/>
              <a:gd name="connsiteY3" fmla="*/ 272845 h 280219"/>
              <a:gd name="connsiteX4" fmla="*/ 7373 w 566202"/>
              <a:gd name="connsiteY4" fmla="*/ 280219 h 280219"/>
              <a:gd name="connsiteX5" fmla="*/ 0 w 566202"/>
              <a:gd name="connsiteY5" fmla="*/ 0 h 280219"/>
              <a:gd name="connsiteX0" fmla="*/ 0 w 566202"/>
              <a:gd name="connsiteY0" fmla="*/ 0 h 280219"/>
              <a:gd name="connsiteX1" fmla="*/ 437153 w 566202"/>
              <a:gd name="connsiteY1" fmla="*/ 14748 h 280219"/>
              <a:gd name="connsiteX2" fmla="*/ 566202 w 566202"/>
              <a:gd name="connsiteY2" fmla="*/ 143797 h 280219"/>
              <a:gd name="connsiteX3" fmla="*/ 566201 w 566202"/>
              <a:gd name="connsiteY3" fmla="*/ 272845 h 280219"/>
              <a:gd name="connsiteX4" fmla="*/ 58992 w 566202"/>
              <a:gd name="connsiteY4" fmla="*/ 280219 h 280219"/>
              <a:gd name="connsiteX5" fmla="*/ 0 w 566202"/>
              <a:gd name="connsiteY5" fmla="*/ 0 h 280219"/>
              <a:gd name="connsiteX0" fmla="*/ 0 w 566202"/>
              <a:gd name="connsiteY0" fmla="*/ 0 h 272845"/>
              <a:gd name="connsiteX1" fmla="*/ 437153 w 566202"/>
              <a:gd name="connsiteY1" fmla="*/ 14748 h 272845"/>
              <a:gd name="connsiteX2" fmla="*/ 566202 w 566202"/>
              <a:gd name="connsiteY2" fmla="*/ 143797 h 272845"/>
              <a:gd name="connsiteX3" fmla="*/ 566201 w 566202"/>
              <a:gd name="connsiteY3" fmla="*/ 272845 h 272845"/>
              <a:gd name="connsiteX4" fmla="*/ 209118 w 566202"/>
              <a:gd name="connsiteY4" fmla="*/ 262022 h 272845"/>
              <a:gd name="connsiteX5" fmla="*/ 0 w 566202"/>
              <a:gd name="connsiteY5" fmla="*/ 0 h 272845"/>
              <a:gd name="connsiteX0" fmla="*/ 0 w 366035"/>
              <a:gd name="connsiteY0" fmla="*/ 0 h 272845"/>
              <a:gd name="connsiteX1" fmla="*/ 236986 w 366035"/>
              <a:gd name="connsiteY1" fmla="*/ 14748 h 272845"/>
              <a:gd name="connsiteX2" fmla="*/ 366035 w 366035"/>
              <a:gd name="connsiteY2" fmla="*/ 143797 h 272845"/>
              <a:gd name="connsiteX3" fmla="*/ 366034 w 366035"/>
              <a:gd name="connsiteY3" fmla="*/ 272845 h 272845"/>
              <a:gd name="connsiteX4" fmla="*/ 8951 w 366035"/>
              <a:gd name="connsiteY4" fmla="*/ 262022 h 272845"/>
              <a:gd name="connsiteX5" fmla="*/ 0 w 366035"/>
              <a:gd name="connsiteY5" fmla="*/ 0 h 2728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66035" h="272845">
                <a:moveTo>
                  <a:pt x="0" y="0"/>
                </a:moveTo>
                <a:lnTo>
                  <a:pt x="236986" y="14748"/>
                </a:lnTo>
                <a:cubicBezTo>
                  <a:pt x="308258" y="14748"/>
                  <a:pt x="366035" y="72525"/>
                  <a:pt x="366035" y="143797"/>
                </a:cubicBezTo>
                <a:cubicBezTo>
                  <a:pt x="366035" y="186813"/>
                  <a:pt x="366034" y="229829"/>
                  <a:pt x="366034" y="272845"/>
                </a:cubicBezTo>
                <a:lnTo>
                  <a:pt x="8951" y="262022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63000">
                <a:srgbClr val="06D1D7"/>
              </a:gs>
              <a:gs pos="33000">
                <a:srgbClr val="23A295"/>
              </a:gs>
              <a:gs pos="0">
                <a:srgbClr val="57F6A2"/>
              </a:gs>
              <a:gs pos="100000">
                <a:srgbClr val="1B2048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latin typeface="Maven Pro"/>
              <a:ea typeface="Maven Pro"/>
              <a:cs typeface="Maven Pro"/>
              <a:sym typeface="Maven Pro"/>
            </a:endParaRPr>
          </a:p>
        </p:txBody>
      </p:sp>
      <p:sp>
        <p:nvSpPr>
          <p:cNvPr id="41" name="Google Shape;1736;p72">
            <a:extLst>
              <a:ext uri="{FF2B5EF4-FFF2-40B4-BE49-F238E27FC236}">
                <a16:creationId xmlns:a16="http://schemas.microsoft.com/office/drawing/2014/main" id="{54D8523D-226C-B5AD-AF7A-996AD429B86A}"/>
              </a:ext>
            </a:extLst>
          </p:cNvPr>
          <p:cNvSpPr txBox="1">
            <a:spLocks/>
          </p:cNvSpPr>
          <p:nvPr/>
        </p:nvSpPr>
        <p:spPr>
          <a:xfrm>
            <a:off x="722375" y="539500"/>
            <a:ext cx="76992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pt-BR" sz="2800" b="1" i="1" dirty="0">
                <a:solidFill>
                  <a:schemeClr val="tx1"/>
                </a:solidFill>
              </a:rPr>
              <a:t>Ícones</a:t>
            </a:r>
          </a:p>
        </p:txBody>
      </p:sp>
      <p:grpSp>
        <p:nvGrpSpPr>
          <p:cNvPr id="44" name="Google Shape;1737;p72">
            <a:extLst>
              <a:ext uri="{FF2B5EF4-FFF2-40B4-BE49-F238E27FC236}">
                <a16:creationId xmlns:a16="http://schemas.microsoft.com/office/drawing/2014/main" id="{0ED9E395-588D-B08D-9AAC-093D649CB1F4}"/>
              </a:ext>
            </a:extLst>
          </p:cNvPr>
          <p:cNvGrpSpPr/>
          <p:nvPr/>
        </p:nvGrpSpPr>
        <p:grpSpPr>
          <a:xfrm>
            <a:off x="844391" y="3837580"/>
            <a:ext cx="411809" cy="460364"/>
            <a:chOff x="2360629" y="3766015"/>
            <a:chExt cx="411809" cy="460364"/>
          </a:xfrm>
        </p:grpSpPr>
        <p:sp>
          <p:nvSpPr>
            <p:cNvPr id="45" name="Google Shape;1738;p72">
              <a:extLst>
                <a:ext uri="{FF2B5EF4-FFF2-40B4-BE49-F238E27FC236}">
                  <a16:creationId xmlns:a16="http://schemas.microsoft.com/office/drawing/2014/main" id="{74C97F07-BBB4-A9CC-1876-4FC102AF990C}"/>
                </a:ext>
              </a:extLst>
            </p:cNvPr>
            <p:cNvSpPr/>
            <p:nvPr/>
          </p:nvSpPr>
          <p:spPr>
            <a:xfrm>
              <a:off x="2360629" y="3766015"/>
              <a:ext cx="411809" cy="460364"/>
            </a:xfrm>
            <a:custGeom>
              <a:avLst/>
              <a:gdLst/>
              <a:ahLst/>
              <a:cxnLst/>
              <a:rect l="l" t="t" r="r" b="b"/>
              <a:pathLst>
                <a:path w="411809" h="460364" extrusionOk="0">
                  <a:moveTo>
                    <a:pt x="366267" y="0"/>
                  </a:moveTo>
                  <a:lnTo>
                    <a:pt x="45543" y="0"/>
                  </a:lnTo>
                  <a:cubicBezTo>
                    <a:pt x="20393" y="0"/>
                    <a:pt x="0" y="20393"/>
                    <a:pt x="0" y="45543"/>
                  </a:cubicBezTo>
                  <a:lnTo>
                    <a:pt x="0" y="414822"/>
                  </a:lnTo>
                  <a:cubicBezTo>
                    <a:pt x="0" y="439971"/>
                    <a:pt x="20393" y="460364"/>
                    <a:pt x="45543" y="460364"/>
                  </a:cubicBezTo>
                  <a:lnTo>
                    <a:pt x="366267" y="460364"/>
                  </a:lnTo>
                  <a:cubicBezTo>
                    <a:pt x="391416" y="460364"/>
                    <a:pt x="411809" y="439971"/>
                    <a:pt x="411809" y="414822"/>
                  </a:cubicBezTo>
                  <a:lnTo>
                    <a:pt x="411809" y="45543"/>
                  </a:lnTo>
                  <a:cubicBezTo>
                    <a:pt x="411809" y="20393"/>
                    <a:pt x="391416" y="0"/>
                    <a:pt x="366267" y="0"/>
                  </a:cubicBezTo>
                  <a:close/>
                  <a:moveTo>
                    <a:pt x="383935" y="415415"/>
                  </a:moveTo>
                  <a:cubicBezTo>
                    <a:pt x="383935" y="425333"/>
                    <a:pt x="375870" y="433398"/>
                    <a:pt x="365952" y="433398"/>
                  </a:cubicBezTo>
                  <a:lnTo>
                    <a:pt x="45156" y="433398"/>
                  </a:lnTo>
                  <a:cubicBezTo>
                    <a:pt x="35112" y="433398"/>
                    <a:pt x="26966" y="425252"/>
                    <a:pt x="26966" y="415208"/>
                  </a:cubicBezTo>
                  <a:lnTo>
                    <a:pt x="26966" y="46073"/>
                  </a:lnTo>
                  <a:cubicBezTo>
                    <a:pt x="26966" y="36030"/>
                    <a:pt x="35112" y="27883"/>
                    <a:pt x="45156" y="27883"/>
                  </a:cubicBezTo>
                  <a:lnTo>
                    <a:pt x="365745" y="27883"/>
                  </a:lnTo>
                  <a:cubicBezTo>
                    <a:pt x="375789" y="27883"/>
                    <a:pt x="383935" y="36030"/>
                    <a:pt x="383935" y="46073"/>
                  </a:cubicBezTo>
                  <a:lnTo>
                    <a:pt x="383935" y="415424"/>
                  </a:lnTo>
                  <a:lnTo>
                    <a:pt x="383935" y="415424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7B879D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" name="Google Shape;1739;p72">
              <a:extLst>
                <a:ext uri="{FF2B5EF4-FFF2-40B4-BE49-F238E27FC236}">
                  <a16:creationId xmlns:a16="http://schemas.microsoft.com/office/drawing/2014/main" id="{E9CE8D1B-19CE-3521-A29A-1CEF0CBCE843}"/>
                </a:ext>
              </a:extLst>
            </p:cNvPr>
            <p:cNvSpPr/>
            <p:nvPr/>
          </p:nvSpPr>
          <p:spPr>
            <a:xfrm>
              <a:off x="2408276" y="3813662"/>
              <a:ext cx="318296" cy="128580"/>
            </a:xfrm>
            <a:custGeom>
              <a:avLst/>
              <a:gdLst/>
              <a:ahLst/>
              <a:cxnLst/>
              <a:rect l="l" t="t" r="r" b="b"/>
              <a:pathLst>
                <a:path w="318296" h="128580" extrusionOk="0">
                  <a:moveTo>
                    <a:pt x="273329" y="9"/>
                  </a:moveTo>
                  <a:lnTo>
                    <a:pt x="45021" y="9"/>
                  </a:lnTo>
                  <a:cubicBezTo>
                    <a:pt x="20159" y="9"/>
                    <a:pt x="0" y="20168"/>
                    <a:pt x="0" y="45030"/>
                  </a:cubicBezTo>
                  <a:lnTo>
                    <a:pt x="0" y="83560"/>
                  </a:lnTo>
                  <a:cubicBezTo>
                    <a:pt x="0" y="108422"/>
                    <a:pt x="20159" y="128581"/>
                    <a:pt x="45021" y="128581"/>
                  </a:cubicBezTo>
                  <a:lnTo>
                    <a:pt x="273275" y="128581"/>
                  </a:lnTo>
                  <a:cubicBezTo>
                    <a:pt x="298137" y="128581"/>
                    <a:pt x="318296" y="108422"/>
                    <a:pt x="318296" y="83560"/>
                  </a:cubicBezTo>
                  <a:lnTo>
                    <a:pt x="318296" y="44985"/>
                  </a:lnTo>
                  <a:cubicBezTo>
                    <a:pt x="318296" y="20177"/>
                    <a:pt x="298119" y="0"/>
                    <a:pt x="273320" y="0"/>
                  </a:cubicBezTo>
                  <a:close/>
                  <a:moveTo>
                    <a:pt x="291330" y="83632"/>
                  </a:moveTo>
                  <a:cubicBezTo>
                    <a:pt x="291330" y="93055"/>
                    <a:pt x="283669" y="100716"/>
                    <a:pt x="274246" y="100716"/>
                  </a:cubicBezTo>
                  <a:lnTo>
                    <a:pt x="44644" y="100716"/>
                  </a:lnTo>
                  <a:cubicBezTo>
                    <a:pt x="34888" y="100716"/>
                    <a:pt x="26975" y="92803"/>
                    <a:pt x="26975" y="83047"/>
                  </a:cubicBezTo>
                  <a:lnTo>
                    <a:pt x="26975" y="44653"/>
                  </a:lnTo>
                  <a:cubicBezTo>
                    <a:pt x="26975" y="34897"/>
                    <a:pt x="34888" y="26984"/>
                    <a:pt x="44644" y="26984"/>
                  </a:cubicBezTo>
                  <a:lnTo>
                    <a:pt x="273653" y="26984"/>
                  </a:lnTo>
                  <a:cubicBezTo>
                    <a:pt x="283408" y="26984"/>
                    <a:pt x="291321" y="34897"/>
                    <a:pt x="291321" y="44653"/>
                  </a:cubicBezTo>
                  <a:lnTo>
                    <a:pt x="291321" y="83632"/>
                  </a:lnTo>
                  <a:lnTo>
                    <a:pt x="291321" y="83632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7B879D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" name="Google Shape;1740;p72">
              <a:extLst>
                <a:ext uri="{FF2B5EF4-FFF2-40B4-BE49-F238E27FC236}">
                  <a16:creationId xmlns:a16="http://schemas.microsoft.com/office/drawing/2014/main" id="{A8850300-F222-C705-04A1-AB47EF2DAD04}"/>
                </a:ext>
              </a:extLst>
            </p:cNvPr>
            <p:cNvSpPr/>
            <p:nvPr/>
          </p:nvSpPr>
          <p:spPr>
            <a:xfrm>
              <a:off x="2407682" y="3970980"/>
              <a:ext cx="95725" cy="95725"/>
            </a:xfrm>
            <a:custGeom>
              <a:avLst/>
              <a:gdLst/>
              <a:ahLst/>
              <a:cxnLst/>
              <a:rect l="l" t="t" r="r" b="b"/>
              <a:pathLst>
                <a:path w="95725" h="95725" extrusionOk="0">
                  <a:moveTo>
                    <a:pt x="47863" y="0"/>
                  </a:moveTo>
                  <a:cubicBezTo>
                    <a:pt x="21472" y="0"/>
                    <a:pt x="0" y="21472"/>
                    <a:pt x="0" y="47863"/>
                  </a:cubicBezTo>
                  <a:cubicBezTo>
                    <a:pt x="0" y="74253"/>
                    <a:pt x="21472" y="95725"/>
                    <a:pt x="47863" y="95725"/>
                  </a:cubicBezTo>
                  <a:cubicBezTo>
                    <a:pt x="74253" y="95725"/>
                    <a:pt x="95725" y="74253"/>
                    <a:pt x="95725" y="47863"/>
                  </a:cubicBezTo>
                  <a:cubicBezTo>
                    <a:pt x="95725" y="21472"/>
                    <a:pt x="74253" y="0"/>
                    <a:pt x="47863" y="0"/>
                  </a:cubicBezTo>
                  <a:close/>
                  <a:moveTo>
                    <a:pt x="47863" y="68373"/>
                  </a:moveTo>
                  <a:cubicBezTo>
                    <a:pt x="36551" y="68373"/>
                    <a:pt x="27353" y="59174"/>
                    <a:pt x="27353" y="47863"/>
                  </a:cubicBezTo>
                  <a:cubicBezTo>
                    <a:pt x="27353" y="36551"/>
                    <a:pt x="36551" y="27353"/>
                    <a:pt x="47863" y="27353"/>
                  </a:cubicBezTo>
                  <a:cubicBezTo>
                    <a:pt x="59174" y="27353"/>
                    <a:pt x="68373" y="36551"/>
                    <a:pt x="68373" y="47863"/>
                  </a:cubicBezTo>
                  <a:cubicBezTo>
                    <a:pt x="68373" y="59174"/>
                    <a:pt x="59174" y="68373"/>
                    <a:pt x="47863" y="68373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7B879D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" name="Google Shape;1741;p72">
              <a:extLst>
                <a:ext uri="{FF2B5EF4-FFF2-40B4-BE49-F238E27FC236}">
                  <a16:creationId xmlns:a16="http://schemas.microsoft.com/office/drawing/2014/main" id="{E3C4F7D2-1D39-2AD4-7BF4-DB44EC779D34}"/>
                </a:ext>
              </a:extLst>
            </p:cNvPr>
            <p:cNvSpPr/>
            <p:nvPr/>
          </p:nvSpPr>
          <p:spPr>
            <a:xfrm>
              <a:off x="2519143" y="3970980"/>
              <a:ext cx="95725" cy="95725"/>
            </a:xfrm>
            <a:custGeom>
              <a:avLst/>
              <a:gdLst/>
              <a:ahLst/>
              <a:cxnLst/>
              <a:rect l="l" t="t" r="r" b="b"/>
              <a:pathLst>
                <a:path w="95725" h="95725" extrusionOk="0">
                  <a:moveTo>
                    <a:pt x="47863" y="0"/>
                  </a:moveTo>
                  <a:cubicBezTo>
                    <a:pt x="21472" y="0"/>
                    <a:pt x="0" y="21472"/>
                    <a:pt x="0" y="47863"/>
                  </a:cubicBezTo>
                  <a:cubicBezTo>
                    <a:pt x="0" y="74253"/>
                    <a:pt x="21472" y="95725"/>
                    <a:pt x="47863" y="95725"/>
                  </a:cubicBezTo>
                  <a:cubicBezTo>
                    <a:pt x="74253" y="95725"/>
                    <a:pt x="95725" y="74253"/>
                    <a:pt x="95725" y="47863"/>
                  </a:cubicBezTo>
                  <a:cubicBezTo>
                    <a:pt x="95725" y="21472"/>
                    <a:pt x="74253" y="0"/>
                    <a:pt x="47863" y="0"/>
                  </a:cubicBezTo>
                  <a:close/>
                  <a:moveTo>
                    <a:pt x="47863" y="68373"/>
                  </a:moveTo>
                  <a:cubicBezTo>
                    <a:pt x="36551" y="68373"/>
                    <a:pt x="27353" y="59174"/>
                    <a:pt x="27353" y="47863"/>
                  </a:cubicBezTo>
                  <a:cubicBezTo>
                    <a:pt x="27353" y="36551"/>
                    <a:pt x="36551" y="27353"/>
                    <a:pt x="47863" y="27353"/>
                  </a:cubicBezTo>
                  <a:cubicBezTo>
                    <a:pt x="59174" y="27353"/>
                    <a:pt x="68373" y="36551"/>
                    <a:pt x="68373" y="47863"/>
                  </a:cubicBezTo>
                  <a:cubicBezTo>
                    <a:pt x="68373" y="59174"/>
                    <a:pt x="59174" y="68373"/>
                    <a:pt x="47863" y="68373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7B879D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" name="Google Shape;1742;p72">
              <a:extLst>
                <a:ext uri="{FF2B5EF4-FFF2-40B4-BE49-F238E27FC236}">
                  <a16:creationId xmlns:a16="http://schemas.microsoft.com/office/drawing/2014/main" id="{E5E6C2A5-A8B1-3005-3414-B74679052392}"/>
                </a:ext>
              </a:extLst>
            </p:cNvPr>
            <p:cNvSpPr/>
            <p:nvPr/>
          </p:nvSpPr>
          <p:spPr>
            <a:xfrm>
              <a:off x="2407682" y="4081128"/>
              <a:ext cx="95725" cy="95725"/>
            </a:xfrm>
            <a:custGeom>
              <a:avLst/>
              <a:gdLst/>
              <a:ahLst/>
              <a:cxnLst/>
              <a:rect l="l" t="t" r="r" b="b"/>
              <a:pathLst>
                <a:path w="95725" h="95725" extrusionOk="0">
                  <a:moveTo>
                    <a:pt x="47863" y="0"/>
                  </a:moveTo>
                  <a:cubicBezTo>
                    <a:pt x="21472" y="0"/>
                    <a:pt x="0" y="21472"/>
                    <a:pt x="0" y="47863"/>
                  </a:cubicBezTo>
                  <a:cubicBezTo>
                    <a:pt x="0" y="74253"/>
                    <a:pt x="21472" y="95725"/>
                    <a:pt x="47863" y="95725"/>
                  </a:cubicBezTo>
                  <a:cubicBezTo>
                    <a:pt x="74253" y="95725"/>
                    <a:pt x="95725" y="74253"/>
                    <a:pt x="95725" y="47863"/>
                  </a:cubicBezTo>
                  <a:cubicBezTo>
                    <a:pt x="95725" y="21472"/>
                    <a:pt x="74253" y="0"/>
                    <a:pt x="47863" y="0"/>
                  </a:cubicBezTo>
                  <a:close/>
                  <a:moveTo>
                    <a:pt x="47863" y="68373"/>
                  </a:moveTo>
                  <a:cubicBezTo>
                    <a:pt x="36551" y="68373"/>
                    <a:pt x="27353" y="59174"/>
                    <a:pt x="27353" y="47863"/>
                  </a:cubicBezTo>
                  <a:cubicBezTo>
                    <a:pt x="27353" y="36551"/>
                    <a:pt x="36551" y="27353"/>
                    <a:pt x="47863" y="27353"/>
                  </a:cubicBezTo>
                  <a:cubicBezTo>
                    <a:pt x="59174" y="27353"/>
                    <a:pt x="68373" y="36551"/>
                    <a:pt x="68373" y="47863"/>
                  </a:cubicBezTo>
                  <a:cubicBezTo>
                    <a:pt x="68373" y="59174"/>
                    <a:pt x="59174" y="68373"/>
                    <a:pt x="47863" y="68373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7B879D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" name="Google Shape;1743;p72">
              <a:extLst>
                <a:ext uri="{FF2B5EF4-FFF2-40B4-BE49-F238E27FC236}">
                  <a16:creationId xmlns:a16="http://schemas.microsoft.com/office/drawing/2014/main" id="{BCC889A5-F5D0-E126-F402-D9F0717B3332}"/>
                </a:ext>
              </a:extLst>
            </p:cNvPr>
            <p:cNvSpPr/>
            <p:nvPr/>
          </p:nvSpPr>
          <p:spPr>
            <a:xfrm>
              <a:off x="2519143" y="4081128"/>
              <a:ext cx="95725" cy="95725"/>
            </a:xfrm>
            <a:custGeom>
              <a:avLst/>
              <a:gdLst/>
              <a:ahLst/>
              <a:cxnLst/>
              <a:rect l="l" t="t" r="r" b="b"/>
              <a:pathLst>
                <a:path w="95725" h="95725" extrusionOk="0">
                  <a:moveTo>
                    <a:pt x="47863" y="0"/>
                  </a:moveTo>
                  <a:cubicBezTo>
                    <a:pt x="21472" y="0"/>
                    <a:pt x="0" y="21472"/>
                    <a:pt x="0" y="47863"/>
                  </a:cubicBezTo>
                  <a:cubicBezTo>
                    <a:pt x="0" y="74253"/>
                    <a:pt x="21472" y="95725"/>
                    <a:pt x="47863" y="95725"/>
                  </a:cubicBezTo>
                  <a:cubicBezTo>
                    <a:pt x="74253" y="95725"/>
                    <a:pt x="95725" y="74253"/>
                    <a:pt x="95725" y="47863"/>
                  </a:cubicBezTo>
                  <a:cubicBezTo>
                    <a:pt x="95725" y="21472"/>
                    <a:pt x="74253" y="0"/>
                    <a:pt x="47863" y="0"/>
                  </a:cubicBezTo>
                  <a:close/>
                  <a:moveTo>
                    <a:pt x="47863" y="68373"/>
                  </a:moveTo>
                  <a:cubicBezTo>
                    <a:pt x="36551" y="68373"/>
                    <a:pt x="27353" y="59174"/>
                    <a:pt x="27353" y="47863"/>
                  </a:cubicBezTo>
                  <a:cubicBezTo>
                    <a:pt x="27353" y="36551"/>
                    <a:pt x="36551" y="27353"/>
                    <a:pt x="47863" y="27353"/>
                  </a:cubicBezTo>
                  <a:cubicBezTo>
                    <a:pt x="59174" y="27353"/>
                    <a:pt x="68373" y="36551"/>
                    <a:pt x="68373" y="47863"/>
                  </a:cubicBezTo>
                  <a:cubicBezTo>
                    <a:pt x="68373" y="59174"/>
                    <a:pt x="59174" y="68373"/>
                    <a:pt x="47863" y="68373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7B879D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" name="Google Shape;1744;p72">
              <a:extLst>
                <a:ext uri="{FF2B5EF4-FFF2-40B4-BE49-F238E27FC236}">
                  <a16:creationId xmlns:a16="http://schemas.microsoft.com/office/drawing/2014/main" id="{99F5FAE3-DE61-0458-B980-6A704E0AEF8D}"/>
                </a:ext>
              </a:extLst>
            </p:cNvPr>
            <p:cNvSpPr/>
            <p:nvPr/>
          </p:nvSpPr>
          <p:spPr>
            <a:xfrm>
              <a:off x="2630370" y="3971016"/>
              <a:ext cx="95302" cy="205909"/>
            </a:xfrm>
            <a:custGeom>
              <a:avLst/>
              <a:gdLst/>
              <a:ahLst/>
              <a:cxnLst/>
              <a:rect l="l" t="t" r="r" b="b"/>
              <a:pathLst>
                <a:path w="95302" h="205909" extrusionOk="0">
                  <a:moveTo>
                    <a:pt x="53788" y="9"/>
                  </a:moveTo>
                  <a:lnTo>
                    <a:pt x="41703" y="9"/>
                  </a:lnTo>
                  <a:cubicBezTo>
                    <a:pt x="18667" y="9"/>
                    <a:pt x="0" y="18685"/>
                    <a:pt x="0" y="41712"/>
                  </a:cubicBezTo>
                  <a:lnTo>
                    <a:pt x="0" y="164206"/>
                  </a:lnTo>
                  <a:cubicBezTo>
                    <a:pt x="0" y="187243"/>
                    <a:pt x="18676" y="205909"/>
                    <a:pt x="41703" y="205909"/>
                  </a:cubicBezTo>
                  <a:lnTo>
                    <a:pt x="53599" y="205909"/>
                  </a:lnTo>
                  <a:cubicBezTo>
                    <a:pt x="76636" y="205909"/>
                    <a:pt x="95303" y="187234"/>
                    <a:pt x="95303" y="164206"/>
                  </a:cubicBezTo>
                  <a:lnTo>
                    <a:pt x="95303" y="41712"/>
                  </a:lnTo>
                  <a:cubicBezTo>
                    <a:pt x="95303" y="18712"/>
                    <a:pt x="76672" y="0"/>
                    <a:pt x="53779" y="0"/>
                  </a:cubicBezTo>
                  <a:close/>
                  <a:moveTo>
                    <a:pt x="53986" y="178044"/>
                  </a:moveTo>
                  <a:lnTo>
                    <a:pt x="41335" y="178044"/>
                  </a:lnTo>
                  <a:cubicBezTo>
                    <a:pt x="33404" y="178044"/>
                    <a:pt x="26984" y="171615"/>
                    <a:pt x="26984" y="163693"/>
                  </a:cubicBezTo>
                  <a:lnTo>
                    <a:pt x="26984" y="41344"/>
                  </a:lnTo>
                  <a:cubicBezTo>
                    <a:pt x="26984" y="33413"/>
                    <a:pt x="33413" y="26993"/>
                    <a:pt x="41335" y="26993"/>
                  </a:cubicBezTo>
                  <a:lnTo>
                    <a:pt x="53986" y="26993"/>
                  </a:lnTo>
                  <a:cubicBezTo>
                    <a:pt x="61917" y="26993"/>
                    <a:pt x="68337" y="33422"/>
                    <a:pt x="68337" y="41344"/>
                  </a:cubicBezTo>
                  <a:lnTo>
                    <a:pt x="68337" y="163693"/>
                  </a:lnTo>
                  <a:cubicBezTo>
                    <a:pt x="68337" y="171624"/>
                    <a:pt x="61908" y="178044"/>
                    <a:pt x="53986" y="178044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7B879D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53" name="Google Shape;1745;p72">
            <a:extLst>
              <a:ext uri="{FF2B5EF4-FFF2-40B4-BE49-F238E27FC236}">
                <a16:creationId xmlns:a16="http://schemas.microsoft.com/office/drawing/2014/main" id="{489AA22E-0502-104D-6C3B-573582A2810C}"/>
              </a:ext>
            </a:extLst>
          </p:cNvPr>
          <p:cNvGrpSpPr/>
          <p:nvPr/>
        </p:nvGrpSpPr>
        <p:grpSpPr>
          <a:xfrm>
            <a:off x="1601329" y="3860554"/>
            <a:ext cx="460544" cy="414416"/>
            <a:chOff x="3015196" y="3812870"/>
            <a:chExt cx="460544" cy="414416"/>
          </a:xfrm>
        </p:grpSpPr>
        <p:sp>
          <p:nvSpPr>
            <p:cNvPr id="54" name="Google Shape;1746;p72">
              <a:extLst>
                <a:ext uri="{FF2B5EF4-FFF2-40B4-BE49-F238E27FC236}">
                  <a16:creationId xmlns:a16="http://schemas.microsoft.com/office/drawing/2014/main" id="{6970A88E-83A7-EDA2-23D2-96D6E12DA494}"/>
                </a:ext>
              </a:extLst>
            </p:cNvPr>
            <p:cNvSpPr/>
            <p:nvPr/>
          </p:nvSpPr>
          <p:spPr>
            <a:xfrm>
              <a:off x="3015196" y="3812870"/>
              <a:ext cx="460544" cy="414416"/>
            </a:xfrm>
            <a:custGeom>
              <a:avLst/>
              <a:gdLst/>
              <a:ahLst/>
              <a:cxnLst/>
              <a:rect l="l" t="t" r="r" b="b"/>
              <a:pathLst>
                <a:path w="460544" h="414416" extrusionOk="0">
                  <a:moveTo>
                    <a:pt x="460383" y="136395"/>
                  </a:moveTo>
                  <a:cubicBezTo>
                    <a:pt x="460383" y="128823"/>
                    <a:pt x="454241" y="122691"/>
                    <a:pt x="446679" y="122691"/>
                  </a:cubicBezTo>
                  <a:cubicBezTo>
                    <a:pt x="439117" y="122691"/>
                    <a:pt x="432976" y="128823"/>
                    <a:pt x="432976" y="136395"/>
                  </a:cubicBezTo>
                  <a:cubicBezTo>
                    <a:pt x="432337" y="139649"/>
                    <a:pt x="437472" y="168459"/>
                    <a:pt x="411666" y="188978"/>
                  </a:cubicBezTo>
                  <a:cubicBezTo>
                    <a:pt x="399554" y="130388"/>
                    <a:pt x="347555" y="86221"/>
                    <a:pt x="285432" y="86221"/>
                  </a:cubicBezTo>
                  <a:lnTo>
                    <a:pt x="197907" y="86221"/>
                  </a:lnTo>
                  <a:cubicBezTo>
                    <a:pt x="190803" y="37504"/>
                    <a:pt x="149136" y="0"/>
                    <a:pt x="98953" y="0"/>
                  </a:cubicBezTo>
                  <a:cubicBezTo>
                    <a:pt x="90510" y="0"/>
                    <a:pt x="83623" y="6942"/>
                    <a:pt x="83623" y="15484"/>
                  </a:cubicBezTo>
                  <a:lnTo>
                    <a:pt x="83623" y="116181"/>
                  </a:lnTo>
                  <a:cubicBezTo>
                    <a:pt x="68130" y="129192"/>
                    <a:pt x="55613" y="145917"/>
                    <a:pt x="47476" y="165348"/>
                  </a:cubicBezTo>
                  <a:lnTo>
                    <a:pt x="13712" y="165348"/>
                  </a:lnTo>
                  <a:cubicBezTo>
                    <a:pt x="6141" y="165348"/>
                    <a:pt x="0" y="171489"/>
                    <a:pt x="0" y="179060"/>
                  </a:cubicBezTo>
                  <a:lnTo>
                    <a:pt x="0" y="243350"/>
                  </a:lnTo>
                  <a:cubicBezTo>
                    <a:pt x="0" y="250921"/>
                    <a:pt x="6141" y="257063"/>
                    <a:pt x="13712" y="257063"/>
                  </a:cubicBezTo>
                  <a:lnTo>
                    <a:pt x="44194" y="257063"/>
                  </a:lnTo>
                  <a:cubicBezTo>
                    <a:pt x="52808" y="282509"/>
                    <a:pt x="68930" y="303972"/>
                    <a:pt x="89674" y="319222"/>
                  </a:cubicBezTo>
                  <a:lnTo>
                    <a:pt x="101525" y="402674"/>
                  </a:lnTo>
                  <a:cubicBezTo>
                    <a:pt x="102478" y="409409"/>
                    <a:pt x="108251" y="414417"/>
                    <a:pt x="115048" y="414417"/>
                  </a:cubicBezTo>
                  <a:lnTo>
                    <a:pt x="162542" y="414417"/>
                  </a:lnTo>
                  <a:cubicBezTo>
                    <a:pt x="170113" y="414417"/>
                    <a:pt x="176237" y="408303"/>
                    <a:pt x="176237" y="400768"/>
                  </a:cubicBezTo>
                  <a:lnTo>
                    <a:pt x="176237" y="344282"/>
                  </a:lnTo>
                  <a:lnTo>
                    <a:pt x="267053" y="344282"/>
                  </a:lnTo>
                  <a:lnTo>
                    <a:pt x="267053" y="400705"/>
                  </a:lnTo>
                  <a:cubicBezTo>
                    <a:pt x="267053" y="408276"/>
                    <a:pt x="273194" y="414417"/>
                    <a:pt x="280765" y="414417"/>
                  </a:cubicBezTo>
                  <a:lnTo>
                    <a:pt x="327378" y="414417"/>
                  </a:lnTo>
                  <a:cubicBezTo>
                    <a:pt x="334202" y="414417"/>
                    <a:pt x="339993" y="409391"/>
                    <a:pt x="340946" y="402647"/>
                  </a:cubicBezTo>
                  <a:lnTo>
                    <a:pt x="351898" y="325516"/>
                  </a:lnTo>
                  <a:cubicBezTo>
                    <a:pt x="388062" y="303667"/>
                    <a:pt x="412673" y="264544"/>
                    <a:pt x="414246" y="219684"/>
                  </a:cubicBezTo>
                  <a:cubicBezTo>
                    <a:pt x="465885" y="193644"/>
                    <a:pt x="460374" y="138489"/>
                    <a:pt x="460374" y="136395"/>
                  </a:cubicBezTo>
                  <a:close/>
                  <a:moveTo>
                    <a:pt x="111515" y="29205"/>
                  </a:moveTo>
                  <a:cubicBezTo>
                    <a:pt x="141268" y="34150"/>
                    <a:pt x="164997" y="57151"/>
                    <a:pt x="171013" y="86536"/>
                  </a:cubicBezTo>
                  <a:cubicBezTo>
                    <a:pt x="168360" y="86805"/>
                    <a:pt x="142086" y="84423"/>
                    <a:pt x="111515" y="98854"/>
                  </a:cubicBezTo>
                  <a:cubicBezTo>
                    <a:pt x="111515" y="98854"/>
                    <a:pt x="111515" y="29205"/>
                    <a:pt x="111515" y="29205"/>
                  </a:cubicBezTo>
                  <a:close/>
                  <a:moveTo>
                    <a:pt x="148380" y="387442"/>
                  </a:moveTo>
                  <a:lnTo>
                    <a:pt x="127331" y="387442"/>
                  </a:lnTo>
                  <a:lnTo>
                    <a:pt x="119994" y="335785"/>
                  </a:lnTo>
                  <a:cubicBezTo>
                    <a:pt x="129039" y="339265"/>
                    <a:pt x="138544" y="341755"/>
                    <a:pt x="148380" y="343131"/>
                  </a:cubicBezTo>
                  <a:lnTo>
                    <a:pt x="148380" y="387442"/>
                  </a:lnTo>
                  <a:close/>
                  <a:moveTo>
                    <a:pt x="315095" y="387442"/>
                  </a:moveTo>
                  <a:lnTo>
                    <a:pt x="294046" y="387442"/>
                  </a:lnTo>
                  <a:lnTo>
                    <a:pt x="294046" y="344075"/>
                  </a:lnTo>
                  <a:cubicBezTo>
                    <a:pt x="303685" y="343410"/>
                    <a:pt x="313036" y="341683"/>
                    <a:pt x="321974" y="338995"/>
                  </a:cubicBezTo>
                  <a:lnTo>
                    <a:pt x="315095" y="387451"/>
                  </a:lnTo>
                  <a:close/>
                  <a:moveTo>
                    <a:pt x="313719" y="313899"/>
                  </a:moveTo>
                  <a:cubicBezTo>
                    <a:pt x="296761" y="318683"/>
                    <a:pt x="285477" y="317595"/>
                    <a:pt x="267718" y="317693"/>
                  </a:cubicBezTo>
                  <a:cubicBezTo>
                    <a:pt x="159081" y="317693"/>
                    <a:pt x="157687" y="318943"/>
                    <a:pt x="139587" y="313899"/>
                  </a:cubicBezTo>
                  <a:cubicBezTo>
                    <a:pt x="105059" y="304197"/>
                    <a:pt x="77463" y="276728"/>
                    <a:pt x="68462" y="240509"/>
                  </a:cubicBezTo>
                  <a:cubicBezTo>
                    <a:pt x="66943" y="234395"/>
                    <a:pt x="61449" y="230088"/>
                    <a:pt x="55128" y="230088"/>
                  </a:cubicBezTo>
                  <a:lnTo>
                    <a:pt x="27892" y="230088"/>
                  </a:lnTo>
                  <a:lnTo>
                    <a:pt x="27892" y="193222"/>
                  </a:lnTo>
                  <a:lnTo>
                    <a:pt x="57780" y="193222"/>
                  </a:lnTo>
                  <a:cubicBezTo>
                    <a:pt x="63706" y="193222"/>
                    <a:pt x="68975" y="189436"/>
                    <a:pt x="70863" y="183808"/>
                  </a:cubicBezTo>
                  <a:cubicBezTo>
                    <a:pt x="84665" y="142545"/>
                    <a:pt x="123330" y="114095"/>
                    <a:pt x="167758" y="114095"/>
                  </a:cubicBezTo>
                  <a:lnTo>
                    <a:pt x="286151" y="114095"/>
                  </a:lnTo>
                  <a:cubicBezTo>
                    <a:pt x="337287" y="114095"/>
                    <a:pt x="379745" y="151995"/>
                    <a:pt x="386894" y="201189"/>
                  </a:cubicBezTo>
                  <a:cubicBezTo>
                    <a:pt x="394420" y="252414"/>
                    <a:pt x="362122" y="300268"/>
                    <a:pt x="313719" y="313899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7B879D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" name="Google Shape;1747;p72">
              <a:extLst>
                <a:ext uri="{FF2B5EF4-FFF2-40B4-BE49-F238E27FC236}">
                  <a16:creationId xmlns:a16="http://schemas.microsoft.com/office/drawing/2014/main" id="{9B9CB58A-655C-4105-B7E5-233B339A59CB}"/>
                </a:ext>
              </a:extLst>
            </p:cNvPr>
            <p:cNvSpPr/>
            <p:nvPr/>
          </p:nvSpPr>
          <p:spPr>
            <a:xfrm>
              <a:off x="3198374" y="3957704"/>
              <a:ext cx="85843" cy="141290"/>
            </a:xfrm>
            <a:custGeom>
              <a:avLst/>
              <a:gdLst/>
              <a:ahLst/>
              <a:cxnLst/>
              <a:rect l="l" t="t" r="r" b="b"/>
              <a:pathLst>
                <a:path w="85843" h="141290" extrusionOk="0">
                  <a:moveTo>
                    <a:pt x="53914" y="57380"/>
                  </a:moveTo>
                  <a:lnTo>
                    <a:pt x="31120" y="57380"/>
                  </a:lnTo>
                  <a:cubicBezTo>
                    <a:pt x="28639" y="56985"/>
                    <a:pt x="26633" y="54971"/>
                    <a:pt x="26633" y="52507"/>
                  </a:cubicBezTo>
                  <a:cubicBezTo>
                    <a:pt x="26633" y="50043"/>
                    <a:pt x="31120" y="47489"/>
                    <a:pt x="31120" y="47489"/>
                  </a:cubicBezTo>
                  <a:lnTo>
                    <a:pt x="72221" y="47489"/>
                  </a:lnTo>
                  <a:cubicBezTo>
                    <a:pt x="79864" y="47489"/>
                    <a:pt x="86032" y="41132"/>
                    <a:pt x="85700" y="33409"/>
                  </a:cubicBezTo>
                  <a:cubicBezTo>
                    <a:pt x="85385" y="26125"/>
                    <a:pt x="79091" y="20514"/>
                    <a:pt x="71799" y="20514"/>
                  </a:cubicBezTo>
                  <a:lnTo>
                    <a:pt x="59615" y="20514"/>
                  </a:lnTo>
                  <a:cubicBezTo>
                    <a:pt x="59615" y="20514"/>
                    <a:pt x="59615" y="13905"/>
                    <a:pt x="59615" y="13905"/>
                  </a:cubicBezTo>
                  <a:cubicBezTo>
                    <a:pt x="59615" y="6964"/>
                    <a:pt x="54544" y="850"/>
                    <a:pt x="47647" y="85"/>
                  </a:cubicBezTo>
                  <a:cubicBezTo>
                    <a:pt x="39519" y="-823"/>
                    <a:pt x="32640" y="5633"/>
                    <a:pt x="32640" y="13717"/>
                  </a:cubicBezTo>
                  <a:lnTo>
                    <a:pt x="32640" y="20514"/>
                  </a:lnTo>
                  <a:lnTo>
                    <a:pt x="32505" y="20514"/>
                  </a:lnTo>
                  <a:cubicBezTo>
                    <a:pt x="15079" y="20514"/>
                    <a:pt x="414" y="34236"/>
                    <a:pt x="9" y="51661"/>
                  </a:cubicBezTo>
                  <a:cubicBezTo>
                    <a:pt x="-413" y="69609"/>
                    <a:pt x="13829" y="84355"/>
                    <a:pt x="31390" y="84355"/>
                  </a:cubicBezTo>
                  <a:lnTo>
                    <a:pt x="53752" y="84355"/>
                  </a:lnTo>
                  <a:cubicBezTo>
                    <a:pt x="55901" y="84355"/>
                    <a:pt x="57880" y="85785"/>
                    <a:pt x="58320" y="87898"/>
                  </a:cubicBezTo>
                  <a:cubicBezTo>
                    <a:pt x="58923" y="90793"/>
                    <a:pt x="56720" y="93347"/>
                    <a:pt x="53923" y="93347"/>
                  </a:cubicBezTo>
                  <a:lnTo>
                    <a:pt x="14234" y="93347"/>
                  </a:lnTo>
                  <a:cubicBezTo>
                    <a:pt x="6942" y="93347"/>
                    <a:pt x="648" y="98958"/>
                    <a:pt x="333" y="106241"/>
                  </a:cubicBezTo>
                  <a:cubicBezTo>
                    <a:pt x="0" y="113965"/>
                    <a:pt x="6168" y="120322"/>
                    <a:pt x="13811" y="120322"/>
                  </a:cubicBezTo>
                  <a:lnTo>
                    <a:pt x="32658" y="120322"/>
                  </a:lnTo>
                  <a:lnTo>
                    <a:pt x="32658" y="127578"/>
                  </a:lnTo>
                  <a:cubicBezTo>
                    <a:pt x="32658" y="127578"/>
                    <a:pt x="38556" y="141291"/>
                    <a:pt x="46127" y="141291"/>
                  </a:cubicBezTo>
                  <a:cubicBezTo>
                    <a:pt x="53698" y="141291"/>
                    <a:pt x="59840" y="135149"/>
                    <a:pt x="59633" y="127578"/>
                  </a:cubicBezTo>
                  <a:lnTo>
                    <a:pt x="59633" y="120241"/>
                  </a:lnTo>
                  <a:cubicBezTo>
                    <a:pt x="74631" y="117463"/>
                    <a:pt x="85844" y="104461"/>
                    <a:pt x="85844" y="88887"/>
                  </a:cubicBezTo>
                  <a:cubicBezTo>
                    <a:pt x="85844" y="71290"/>
                    <a:pt x="71529" y="56976"/>
                    <a:pt x="53932" y="5737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7B879D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56" name="Google Shape;1748;p72">
            <a:extLst>
              <a:ext uri="{FF2B5EF4-FFF2-40B4-BE49-F238E27FC236}">
                <a16:creationId xmlns:a16="http://schemas.microsoft.com/office/drawing/2014/main" id="{74908AF8-E050-A7DA-4C18-E96B24BF52B6}"/>
              </a:ext>
            </a:extLst>
          </p:cNvPr>
          <p:cNvGrpSpPr/>
          <p:nvPr/>
        </p:nvGrpSpPr>
        <p:grpSpPr>
          <a:xfrm>
            <a:off x="2358400" y="3880286"/>
            <a:ext cx="461272" cy="374952"/>
            <a:chOff x="3659008" y="3793889"/>
            <a:chExt cx="461272" cy="374952"/>
          </a:xfrm>
        </p:grpSpPr>
        <p:sp>
          <p:nvSpPr>
            <p:cNvPr id="57" name="Google Shape;1749;p72">
              <a:extLst>
                <a:ext uri="{FF2B5EF4-FFF2-40B4-BE49-F238E27FC236}">
                  <a16:creationId xmlns:a16="http://schemas.microsoft.com/office/drawing/2014/main" id="{8BEE0566-05A3-95E1-5114-141C389DD8E9}"/>
                </a:ext>
              </a:extLst>
            </p:cNvPr>
            <p:cNvSpPr/>
            <p:nvPr/>
          </p:nvSpPr>
          <p:spPr>
            <a:xfrm>
              <a:off x="3659008" y="3793889"/>
              <a:ext cx="461272" cy="374952"/>
            </a:xfrm>
            <a:custGeom>
              <a:avLst/>
              <a:gdLst/>
              <a:ahLst/>
              <a:cxnLst/>
              <a:rect l="l" t="t" r="r" b="b"/>
              <a:pathLst>
                <a:path w="461272" h="374952" extrusionOk="0">
                  <a:moveTo>
                    <a:pt x="447614" y="262557"/>
                  </a:moveTo>
                  <a:lnTo>
                    <a:pt x="434307" y="262557"/>
                  </a:lnTo>
                  <a:lnTo>
                    <a:pt x="434307" y="42854"/>
                  </a:lnTo>
                  <a:cubicBezTo>
                    <a:pt x="434307" y="19188"/>
                    <a:pt x="415118" y="0"/>
                    <a:pt x="391452" y="0"/>
                  </a:cubicBezTo>
                  <a:lnTo>
                    <a:pt x="69829" y="0"/>
                  </a:lnTo>
                  <a:cubicBezTo>
                    <a:pt x="46163" y="0"/>
                    <a:pt x="26975" y="19188"/>
                    <a:pt x="26975" y="42854"/>
                  </a:cubicBezTo>
                  <a:lnTo>
                    <a:pt x="26975" y="262557"/>
                  </a:lnTo>
                  <a:lnTo>
                    <a:pt x="13703" y="262557"/>
                  </a:lnTo>
                  <a:cubicBezTo>
                    <a:pt x="6132" y="262557"/>
                    <a:pt x="0" y="268671"/>
                    <a:pt x="0" y="276206"/>
                  </a:cubicBezTo>
                  <a:lnTo>
                    <a:pt x="0" y="327315"/>
                  </a:lnTo>
                  <a:cubicBezTo>
                    <a:pt x="0" y="354919"/>
                    <a:pt x="18856" y="374953"/>
                    <a:pt x="40229" y="374953"/>
                  </a:cubicBezTo>
                  <a:lnTo>
                    <a:pt x="421044" y="374953"/>
                  </a:lnTo>
                  <a:cubicBezTo>
                    <a:pt x="442615" y="374953"/>
                    <a:pt x="461273" y="354649"/>
                    <a:pt x="461273" y="327315"/>
                  </a:cubicBezTo>
                  <a:lnTo>
                    <a:pt x="461273" y="276143"/>
                  </a:lnTo>
                  <a:cubicBezTo>
                    <a:pt x="461273" y="268635"/>
                    <a:pt x="455149" y="262557"/>
                    <a:pt x="447605" y="262557"/>
                  </a:cubicBezTo>
                  <a:close/>
                  <a:moveTo>
                    <a:pt x="70432" y="27874"/>
                  </a:moveTo>
                  <a:lnTo>
                    <a:pt x="391758" y="27874"/>
                  </a:lnTo>
                  <a:cubicBezTo>
                    <a:pt x="400363" y="27874"/>
                    <a:pt x="407332" y="34843"/>
                    <a:pt x="407332" y="43448"/>
                  </a:cubicBezTo>
                  <a:lnTo>
                    <a:pt x="407332" y="262557"/>
                  </a:lnTo>
                  <a:lnTo>
                    <a:pt x="54858" y="262557"/>
                  </a:lnTo>
                  <a:lnTo>
                    <a:pt x="54858" y="43448"/>
                  </a:lnTo>
                  <a:cubicBezTo>
                    <a:pt x="54858" y="34843"/>
                    <a:pt x="61827" y="27874"/>
                    <a:pt x="70432" y="27874"/>
                  </a:cubicBezTo>
                  <a:close/>
                  <a:moveTo>
                    <a:pt x="297633" y="289532"/>
                  </a:moveTo>
                  <a:lnTo>
                    <a:pt x="297633" y="301221"/>
                  </a:lnTo>
                  <a:lnTo>
                    <a:pt x="169952" y="301221"/>
                  </a:lnTo>
                  <a:lnTo>
                    <a:pt x="169952" y="289532"/>
                  </a:lnTo>
                  <a:lnTo>
                    <a:pt x="297633" y="289532"/>
                  </a:lnTo>
                  <a:close/>
                  <a:moveTo>
                    <a:pt x="433408" y="327297"/>
                  </a:moveTo>
                  <a:cubicBezTo>
                    <a:pt x="433408" y="339490"/>
                    <a:pt x="426628" y="347978"/>
                    <a:pt x="420540" y="347978"/>
                  </a:cubicBezTo>
                  <a:lnTo>
                    <a:pt x="40750" y="347978"/>
                  </a:lnTo>
                  <a:cubicBezTo>
                    <a:pt x="34663" y="347978"/>
                    <a:pt x="27883" y="339481"/>
                    <a:pt x="27883" y="327297"/>
                  </a:cubicBezTo>
                  <a:lnTo>
                    <a:pt x="27883" y="289532"/>
                  </a:lnTo>
                  <a:lnTo>
                    <a:pt x="142977" y="289532"/>
                  </a:lnTo>
                  <a:lnTo>
                    <a:pt x="142977" y="314556"/>
                  </a:lnTo>
                  <a:cubicBezTo>
                    <a:pt x="142977" y="322091"/>
                    <a:pt x="149082" y="328196"/>
                    <a:pt x="156617" y="328196"/>
                  </a:cubicBezTo>
                  <a:lnTo>
                    <a:pt x="310968" y="328196"/>
                  </a:lnTo>
                  <a:cubicBezTo>
                    <a:pt x="318503" y="328196"/>
                    <a:pt x="324608" y="322091"/>
                    <a:pt x="324608" y="314556"/>
                  </a:cubicBezTo>
                  <a:lnTo>
                    <a:pt x="324608" y="289532"/>
                  </a:lnTo>
                  <a:lnTo>
                    <a:pt x="433408" y="289532"/>
                  </a:lnTo>
                  <a:lnTo>
                    <a:pt x="433408" y="327297"/>
                  </a:lnTo>
                  <a:lnTo>
                    <a:pt x="433408" y="327297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7B879D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" name="Google Shape;1750;p72">
              <a:extLst>
                <a:ext uri="{FF2B5EF4-FFF2-40B4-BE49-F238E27FC236}">
                  <a16:creationId xmlns:a16="http://schemas.microsoft.com/office/drawing/2014/main" id="{7DBC4F29-9E93-A828-A08B-2F01E59A97BB}"/>
                </a:ext>
              </a:extLst>
            </p:cNvPr>
            <p:cNvSpPr/>
            <p:nvPr/>
          </p:nvSpPr>
          <p:spPr>
            <a:xfrm>
              <a:off x="3730950" y="3845141"/>
              <a:ext cx="318305" cy="188825"/>
            </a:xfrm>
            <a:custGeom>
              <a:avLst/>
              <a:gdLst/>
              <a:ahLst/>
              <a:cxnLst/>
              <a:rect l="l" t="t" r="r" b="b"/>
              <a:pathLst>
                <a:path w="318305" h="188825" extrusionOk="0">
                  <a:moveTo>
                    <a:pt x="304665" y="0"/>
                  </a:moveTo>
                  <a:lnTo>
                    <a:pt x="13640" y="0"/>
                  </a:lnTo>
                  <a:cubicBezTo>
                    <a:pt x="6105" y="0"/>
                    <a:pt x="0" y="6105"/>
                    <a:pt x="0" y="13640"/>
                  </a:cubicBezTo>
                  <a:lnTo>
                    <a:pt x="0" y="175185"/>
                  </a:lnTo>
                  <a:cubicBezTo>
                    <a:pt x="0" y="182720"/>
                    <a:pt x="6105" y="188825"/>
                    <a:pt x="13640" y="188825"/>
                  </a:cubicBezTo>
                  <a:lnTo>
                    <a:pt x="304665" y="188825"/>
                  </a:lnTo>
                  <a:cubicBezTo>
                    <a:pt x="312200" y="188825"/>
                    <a:pt x="318305" y="182720"/>
                    <a:pt x="318305" y="175185"/>
                  </a:cubicBezTo>
                  <a:lnTo>
                    <a:pt x="318305" y="13640"/>
                  </a:lnTo>
                  <a:cubicBezTo>
                    <a:pt x="318305" y="6105"/>
                    <a:pt x="312200" y="0"/>
                    <a:pt x="304665" y="0"/>
                  </a:cubicBezTo>
                  <a:close/>
                  <a:moveTo>
                    <a:pt x="290431" y="161850"/>
                  </a:moveTo>
                  <a:lnTo>
                    <a:pt x="26975" y="161850"/>
                  </a:lnTo>
                  <a:lnTo>
                    <a:pt x="26975" y="26975"/>
                  </a:lnTo>
                  <a:lnTo>
                    <a:pt x="290431" y="26975"/>
                  </a:lnTo>
                  <a:lnTo>
                    <a:pt x="290431" y="161850"/>
                  </a:lnTo>
                  <a:lnTo>
                    <a:pt x="290431" y="16185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7B879D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" name="Google Shape;1751;p72">
              <a:extLst>
                <a:ext uri="{FF2B5EF4-FFF2-40B4-BE49-F238E27FC236}">
                  <a16:creationId xmlns:a16="http://schemas.microsoft.com/office/drawing/2014/main" id="{E414914D-02E1-FC92-155D-7C522A97A58C}"/>
                </a:ext>
              </a:extLst>
            </p:cNvPr>
            <p:cNvSpPr/>
            <p:nvPr/>
          </p:nvSpPr>
          <p:spPr>
            <a:xfrm>
              <a:off x="3775181" y="3886825"/>
              <a:ext cx="228965" cy="115365"/>
            </a:xfrm>
            <a:custGeom>
              <a:avLst/>
              <a:gdLst/>
              <a:ahLst/>
              <a:cxnLst/>
              <a:rect l="l" t="t" r="r" b="b"/>
              <a:pathLst>
                <a:path w="228965" h="115365" extrusionOk="0">
                  <a:moveTo>
                    <a:pt x="224971" y="3994"/>
                  </a:moveTo>
                  <a:cubicBezTo>
                    <a:pt x="221923" y="946"/>
                    <a:pt x="217616" y="-483"/>
                    <a:pt x="213345" y="146"/>
                  </a:cubicBezTo>
                  <a:lnTo>
                    <a:pt x="171111" y="6350"/>
                  </a:lnTo>
                  <a:cubicBezTo>
                    <a:pt x="160042" y="7978"/>
                    <a:pt x="155529" y="21564"/>
                    <a:pt x="163450" y="29486"/>
                  </a:cubicBezTo>
                  <a:lnTo>
                    <a:pt x="171822" y="37857"/>
                  </a:lnTo>
                  <a:lnTo>
                    <a:pt x="148299" y="61379"/>
                  </a:lnTo>
                  <a:lnTo>
                    <a:pt x="90995" y="31887"/>
                  </a:lnTo>
                  <a:cubicBezTo>
                    <a:pt x="86185" y="29414"/>
                    <a:pt x="80367" y="30016"/>
                    <a:pt x="76159" y="33424"/>
                  </a:cubicBezTo>
                  <a:lnTo>
                    <a:pt x="5044" y="91133"/>
                  </a:lnTo>
                  <a:cubicBezTo>
                    <a:pt x="-800" y="95880"/>
                    <a:pt x="-1700" y="104467"/>
                    <a:pt x="3048" y="110321"/>
                  </a:cubicBezTo>
                  <a:cubicBezTo>
                    <a:pt x="5745" y="113639"/>
                    <a:pt x="9675" y="115365"/>
                    <a:pt x="13649" y="115365"/>
                  </a:cubicBezTo>
                  <a:cubicBezTo>
                    <a:pt x="16670" y="115365"/>
                    <a:pt x="19709" y="114367"/>
                    <a:pt x="22236" y="112317"/>
                  </a:cubicBezTo>
                  <a:lnTo>
                    <a:pt x="86437" y="60219"/>
                  </a:lnTo>
                  <a:lnTo>
                    <a:pt x="144667" y="90188"/>
                  </a:lnTo>
                  <a:cubicBezTo>
                    <a:pt x="149936" y="92904"/>
                    <a:pt x="156356" y="91897"/>
                    <a:pt x="160555" y="87707"/>
                  </a:cubicBezTo>
                  <a:lnTo>
                    <a:pt x="191118" y="57144"/>
                  </a:lnTo>
                  <a:cubicBezTo>
                    <a:pt x="197376" y="62494"/>
                    <a:pt x="202537" y="72421"/>
                    <a:pt x="213417" y="68824"/>
                  </a:cubicBezTo>
                  <a:cubicBezTo>
                    <a:pt x="218309" y="67206"/>
                    <a:pt x="221869" y="62962"/>
                    <a:pt x="222625" y="57854"/>
                  </a:cubicBezTo>
                  <a:lnTo>
                    <a:pt x="228820" y="15621"/>
                  </a:lnTo>
                  <a:cubicBezTo>
                    <a:pt x="229449" y="11358"/>
                    <a:pt x="228020" y="7042"/>
                    <a:pt x="224971" y="3994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7B879D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60" name="Google Shape;1752;p72">
            <a:extLst>
              <a:ext uri="{FF2B5EF4-FFF2-40B4-BE49-F238E27FC236}">
                <a16:creationId xmlns:a16="http://schemas.microsoft.com/office/drawing/2014/main" id="{8B952182-F427-4C20-6856-F8D13EA06B81}"/>
              </a:ext>
            </a:extLst>
          </p:cNvPr>
          <p:cNvSpPr/>
          <p:nvPr/>
        </p:nvSpPr>
        <p:spPr>
          <a:xfrm>
            <a:off x="3168415" y="3885451"/>
            <a:ext cx="460132" cy="364621"/>
          </a:xfrm>
          <a:custGeom>
            <a:avLst/>
            <a:gdLst/>
            <a:ahLst/>
            <a:cxnLst/>
            <a:rect l="l" t="t" r="r" b="b"/>
            <a:pathLst>
              <a:path w="460132" h="364621" extrusionOk="0">
                <a:moveTo>
                  <a:pt x="446445" y="0"/>
                </a:moveTo>
                <a:cubicBezTo>
                  <a:pt x="427482" y="0"/>
                  <a:pt x="59921" y="0"/>
                  <a:pt x="43718" y="0"/>
                </a:cubicBezTo>
                <a:cubicBezTo>
                  <a:pt x="19611" y="0"/>
                  <a:pt x="0" y="19611"/>
                  <a:pt x="0" y="43718"/>
                </a:cubicBezTo>
                <a:cubicBezTo>
                  <a:pt x="0" y="67824"/>
                  <a:pt x="19611" y="87435"/>
                  <a:pt x="43718" y="87435"/>
                </a:cubicBezTo>
                <a:cubicBezTo>
                  <a:pt x="43807" y="87399"/>
                  <a:pt x="61018" y="89108"/>
                  <a:pt x="60838" y="73606"/>
                </a:cubicBezTo>
                <a:cubicBezTo>
                  <a:pt x="60757" y="66170"/>
                  <a:pt x="54579" y="60235"/>
                  <a:pt x="47152" y="60235"/>
                </a:cubicBezTo>
                <a:lnTo>
                  <a:pt x="44203" y="60235"/>
                </a:lnTo>
                <a:cubicBezTo>
                  <a:pt x="35544" y="60235"/>
                  <a:pt x="28027" y="53770"/>
                  <a:pt x="27245" y="45147"/>
                </a:cubicBezTo>
                <a:cubicBezTo>
                  <a:pt x="26355" y="35283"/>
                  <a:pt x="34123" y="26966"/>
                  <a:pt x="43807" y="26966"/>
                </a:cubicBezTo>
                <a:lnTo>
                  <a:pt x="86842" y="26966"/>
                </a:lnTo>
                <a:cubicBezTo>
                  <a:pt x="105823" y="152400"/>
                  <a:pt x="92578" y="64578"/>
                  <a:pt x="116946" y="225862"/>
                </a:cubicBezTo>
                <a:lnTo>
                  <a:pt x="105814" y="275909"/>
                </a:lnTo>
                <a:cubicBezTo>
                  <a:pt x="102973" y="288696"/>
                  <a:pt x="106039" y="301886"/>
                  <a:pt x="114239" y="312110"/>
                </a:cubicBezTo>
                <a:cubicBezTo>
                  <a:pt x="130757" y="332719"/>
                  <a:pt x="153910" y="327342"/>
                  <a:pt x="159234" y="328187"/>
                </a:cubicBezTo>
                <a:cubicBezTo>
                  <a:pt x="165762" y="349272"/>
                  <a:pt x="185453" y="364621"/>
                  <a:pt x="208652" y="364621"/>
                </a:cubicBezTo>
                <a:cubicBezTo>
                  <a:pt x="231850" y="364621"/>
                  <a:pt x="251542" y="349263"/>
                  <a:pt x="258070" y="328187"/>
                </a:cubicBezTo>
                <a:lnTo>
                  <a:pt x="300520" y="328187"/>
                </a:lnTo>
                <a:cubicBezTo>
                  <a:pt x="307245" y="349893"/>
                  <a:pt x="328142" y="365439"/>
                  <a:pt x="352348" y="363956"/>
                </a:cubicBezTo>
                <a:cubicBezTo>
                  <a:pt x="378091" y="362382"/>
                  <a:pt x="398790" y="341387"/>
                  <a:pt x="400013" y="315617"/>
                </a:cubicBezTo>
                <a:cubicBezTo>
                  <a:pt x="401406" y="286421"/>
                  <a:pt x="378055" y="262233"/>
                  <a:pt x="349165" y="262233"/>
                </a:cubicBezTo>
                <a:cubicBezTo>
                  <a:pt x="325202" y="262233"/>
                  <a:pt x="305051" y="278877"/>
                  <a:pt x="299674" y="301212"/>
                </a:cubicBezTo>
                <a:lnTo>
                  <a:pt x="259338" y="301212"/>
                </a:lnTo>
                <a:cubicBezTo>
                  <a:pt x="253826" y="278373"/>
                  <a:pt x="233226" y="261352"/>
                  <a:pt x="208724" y="261352"/>
                </a:cubicBezTo>
                <a:cubicBezTo>
                  <a:pt x="184221" y="261352"/>
                  <a:pt x="163612" y="278373"/>
                  <a:pt x="158119" y="301212"/>
                </a:cubicBezTo>
                <a:cubicBezTo>
                  <a:pt x="151150" y="300466"/>
                  <a:pt x="141961" y="303775"/>
                  <a:pt x="135208" y="295358"/>
                </a:cubicBezTo>
                <a:cubicBezTo>
                  <a:pt x="132223" y="291636"/>
                  <a:pt x="131108" y="286825"/>
                  <a:pt x="132133" y="282177"/>
                </a:cubicBezTo>
                <a:lnTo>
                  <a:pt x="141502" y="240078"/>
                </a:lnTo>
                <a:lnTo>
                  <a:pt x="393754" y="240078"/>
                </a:lnTo>
                <a:cubicBezTo>
                  <a:pt x="400039" y="240078"/>
                  <a:pt x="405515" y="235789"/>
                  <a:pt x="407035" y="229692"/>
                </a:cubicBezTo>
                <a:cubicBezTo>
                  <a:pt x="413293" y="204426"/>
                  <a:pt x="453288" y="42962"/>
                  <a:pt x="459726" y="16967"/>
                </a:cubicBezTo>
                <a:cubicBezTo>
                  <a:pt x="461848" y="8407"/>
                  <a:pt x="455392" y="0"/>
                  <a:pt x="446445" y="0"/>
                </a:cubicBezTo>
                <a:close/>
                <a:moveTo>
                  <a:pt x="349156" y="288830"/>
                </a:moveTo>
                <a:cubicBezTo>
                  <a:pt x="362553" y="288830"/>
                  <a:pt x="373451" y="299728"/>
                  <a:pt x="373451" y="313126"/>
                </a:cubicBezTo>
                <a:cubicBezTo>
                  <a:pt x="373451" y="326523"/>
                  <a:pt x="362553" y="337421"/>
                  <a:pt x="349156" y="337421"/>
                </a:cubicBezTo>
                <a:cubicBezTo>
                  <a:pt x="335758" y="337421"/>
                  <a:pt x="324860" y="326506"/>
                  <a:pt x="324860" y="313126"/>
                </a:cubicBezTo>
                <a:cubicBezTo>
                  <a:pt x="324860" y="299809"/>
                  <a:pt x="335686" y="288830"/>
                  <a:pt x="349156" y="288830"/>
                </a:cubicBezTo>
                <a:close/>
                <a:moveTo>
                  <a:pt x="208625" y="288830"/>
                </a:moveTo>
                <a:cubicBezTo>
                  <a:pt x="221932" y="288830"/>
                  <a:pt x="232920" y="299647"/>
                  <a:pt x="232920" y="313126"/>
                </a:cubicBezTo>
                <a:cubicBezTo>
                  <a:pt x="232920" y="326604"/>
                  <a:pt x="222004" y="337421"/>
                  <a:pt x="208625" y="337421"/>
                </a:cubicBezTo>
                <a:cubicBezTo>
                  <a:pt x="195245" y="337421"/>
                  <a:pt x="184329" y="326559"/>
                  <a:pt x="184329" y="313126"/>
                </a:cubicBezTo>
                <a:cubicBezTo>
                  <a:pt x="184329" y="299629"/>
                  <a:pt x="195335" y="288830"/>
                  <a:pt x="208625" y="288830"/>
                </a:cubicBezTo>
                <a:close/>
                <a:moveTo>
                  <a:pt x="384169" y="213103"/>
                </a:moveTo>
                <a:lnTo>
                  <a:pt x="141466" y="213103"/>
                </a:lnTo>
                <a:lnTo>
                  <a:pt x="134659" y="168144"/>
                </a:lnTo>
                <a:lnTo>
                  <a:pt x="395301" y="168144"/>
                </a:lnTo>
                <a:lnTo>
                  <a:pt x="384169" y="213103"/>
                </a:lnTo>
                <a:close/>
                <a:moveTo>
                  <a:pt x="400300" y="141169"/>
                </a:moveTo>
                <a:lnTo>
                  <a:pt x="132330" y="141169"/>
                </a:lnTo>
                <a:cubicBezTo>
                  <a:pt x="132357" y="141331"/>
                  <a:pt x="131584" y="136260"/>
                  <a:pt x="125928" y="98908"/>
                </a:cubicBezTo>
                <a:lnTo>
                  <a:pt x="410767" y="98908"/>
                </a:lnTo>
                <a:cubicBezTo>
                  <a:pt x="409229" y="105131"/>
                  <a:pt x="401820" y="135028"/>
                  <a:pt x="400300" y="141169"/>
                </a:cubicBezTo>
                <a:close/>
                <a:moveTo>
                  <a:pt x="418868" y="71034"/>
                </a:moveTo>
                <a:lnTo>
                  <a:pt x="120443" y="71034"/>
                </a:lnTo>
                <a:lnTo>
                  <a:pt x="113772" y="26975"/>
                </a:lnTo>
                <a:lnTo>
                  <a:pt x="429784" y="26975"/>
                </a:lnTo>
                <a:lnTo>
                  <a:pt x="418868" y="71034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7B879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61" name="Google Shape;1753;p72">
            <a:extLst>
              <a:ext uri="{FF2B5EF4-FFF2-40B4-BE49-F238E27FC236}">
                <a16:creationId xmlns:a16="http://schemas.microsoft.com/office/drawing/2014/main" id="{5D98693C-AFFB-CE94-B7D1-BF9133BDD996}"/>
              </a:ext>
            </a:extLst>
          </p:cNvPr>
          <p:cNvGrpSpPr/>
          <p:nvPr/>
        </p:nvGrpSpPr>
        <p:grpSpPr>
          <a:xfrm>
            <a:off x="3977737" y="3843764"/>
            <a:ext cx="460382" cy="447995"/>
            <a:chOff x="4994262" y="3791898"/>
            <a:chExt cx="460382" cy="447995"/>
          </a:xfrm>
        </p:grpSpPr>
        <p:sp>
          <p:nvSpPr>
            <p:cNvPr id="62" name="Google Shape;1754;p72">
              <a:extLst>
                <a:ext uri="{FF2B5EF4-FFF2-40B4-BE49-F238E27FC236}">
                  <a16:creationId xmlns:a16="http://schemas.microsoft.com/office/drawing/2014/main" id="{58ECA06F-8783-56B9-A73B-262F03E35B38}"/>
                </a:ext>
              </a:extLst>
            </p:cNvPr>
            <p:cNvSpPr/>
            <p:nvPr/>
          </p:nvSpPr>
          <p:spPr>
            <a:xfrm>
              <a:off x="4994262" y="3791898"/>
              <a:ext cx="460382" cy="447995"/>
            </a:xfrm>
            <a:custGeom>
              <a:avLst/>
              <a:gdLst/>
              <a:ahLst/>
              <a:cxnLst/>
              <a:rect l="l" t="t" r="r" b="b"/>
              <a:pathLst>
                <a:path w="460382" h="447995" extrusionOk="0">
                  <a:moveTo>
                    <a:pt x="412547" y="137765"/>
                  </a:moveTo>
                  <a:lnTo>
                    <a:pt x="332089" y="137765"/>
                  </a:lnTo>
                  <a:cubicBezTo>
                    <a:pt x="314780" y="137765"/>
                    <a:pt x="299566" y="146757"/>
                    <a:pt x="291015" y="160244"/>
                  </a:cubicBezTo>
                  <a:lnTo>
                    <a:pt x="280387" y="160244"/>
                  </a:lnTo>
                  <a:cubicBezTo>
                    <a:pt x="278490" y="160244"/>
                    <a:pt x="277375" y="159165"/>
                    <a:pt x="276880" y="158527"/>
                  </a:cubicBezTo>
                  <a:cubicBezTo>
                    <a:pt x="274651" y="155640"/>
                    <a:pt x="274687" y="161683"/>
                    <a:pt x="299450" y="64672"/>
                  </a:cubicBezTo>
                  <a:cubicBezTo>
                    <a:pt x="311004" y="21764"/>
                    <a:pt x="259455" y="-18501"/>
                    <a:pt x="217949" y="9031"/>
                  </a:cubicBezTo>
                  <a:cubicBezTo>
                    <a:pt x="195991" y="23625"/>
                    <a:pt x="194975" y="46023"/>
                    <a:pt x="194094" y="48334"/>
                  </a:cubicBezTo>
                  <a:cubicBezTo>
                    <a:pt x="187953" y="78798"/>
                    <a:pt x="168765" y="124637"/>
                    <a:pt x="145341" y="149607"/>
                  </a:cubicBezTo>
                  <a:cubicBezTo>
                    <a:pt x="136008" y="159552"/>
                    <a:pt x="129552" y="171061"/>
                    <a:pt x="126180" y="183802"/>
                  </a:cubicBezTo>
                  <a:cubicBezTo>
                    <a:pt x="123680" y="193235"/>
                    <a:pt x="115003" y="199817"/>
                    <a:pt x="105077" y="199817"/>
                  </a:cubicBezTo>
                  <a:lnTo>
                    <a:pt x="99817" y="199817"/>
                  </a:lnTo>
                  <a:lnTo>
                    <a:pt x="99817" y="183748"/>
                  </a:lnTo>
                  <a:cubicBezTo>
                    <a:pt x="99817" y="176240"/>
                    <a:pt x="93729" y="170144"/>
                    <a:pt x="86212" y="170144"/>
                  </a:cubicBezTo>
                  <a:lnTo>
                    <a:pt x="13604" y="170144"/>
                  </a:lnTo>
                  <a:cubicBezTo>
                    <a:pt x="6096" y="170144"/>
                    <a:pt x="0" y="176231"/>
                    <a:pt x="0" y="183748"/>
                  </a:cubicBezTo>
                  <a:lnTo>
                    <a:pt x="0" y="413710"/>
                  </a:lnTo>
                  <a:cubicBezTo>
                    <a:pt x="0" y="421218"/>
                    <a:pt x="6087" y="427315"/>
                    <a:pt x="13604" y="427315"/>
                  </a:cubicBezTo>
                  <a:lnTo>
                    <a:pt x="86212" y="427315"/>
                  </a:lnTo>
                  <a:cubicBezTo>
                    <a:pt x="93720" y="427315"/>
                    <a:pt x="99817" y="421227"/>
                    <a:pt x="99817" y="413710"/>
                  </a:cubicBezTo>
                  <a:lnTo>
                    <a:pt x="99817" y="395898"/>
                  </a:lnTo>
                  <a:cubicBezTo>
                    <a:pt x="105859" y="396401"/>
                    <a:pt x="126783" y="393218"/>
                    <a:pt x="151950" y="405384"/>
                  </a:cubicBezTo>
                  <a:cubicBezTo>
                    <a:pt x="176363" y="417199"/>
                    <a:pt x="195614" y="424411"/>
                    <a:pt x="209164" y="426838"/>
                  </a:cubicBezTo>
                  <a:cubicBezTo>
                    <a:pt x="229081" y="430408"/>
                    <a:pt x="249384" y="432485"/>
                    <a:pt x="269651" y="433042"/>
                  </a:cubicBezTo>
                  <a:cubicBezTo>
                    <a:pt x="278355" y="442250"/>
                    <a:pt x="290611" y="447996"/>
                    <a:pt x="304170" y="447996"/>
                  </a:cubicBezTo>
                  <a:lnTo>
                    <a:pt x="356790" y="447996"/>
                  </a:lnTo>
                  <a:cubicBezTo>
                    <a:pt x="383216" y="447996"/>
                    <a:pt x="404634" y="426577"/>
                    <a:pt x="404634" y="400151"/>
                  </a:cubicBezTo>
                  <a:lnTo>
                    <a:pt x="404634" y="396662"/>
                  </a:lnTo>
                  <a:cubicBezTo>
                    <a:pt x="404634" y="388642"/>
                    <a:pt x="402620" y="381098"/>
                    <a:pt x="399041" y="374462"/>
                  </a:cubicBezTo>
                  <a:cubicBezTo>
                    <a:pt x="436824" y="364355"/>
                    <a:pt x="446131" y="317095"/>
                    <a:pt x="420136" y="292152"/>
                  </a:cubicBezTo>
                  <a:cubicBezTo>
                    <a:pt x="437580" y="275437"/>
                    <a:pt x="438371" y="249559"/>
                    <a:pt x="428507" y="232420"/>
                  </a:cubicBezTo>
                  <a:cubicBezTo>
                    <a:pt x="447084" y="225758"/>
                    <a:pt x="460383" y="208206"/>
                    <a:pt x="460383" y="187651"/>
                  </a:cubicBezTo>
                  <a:lnTo>
                    <a:pt x="460383" y="185619"/>
                  </a:lnTo>
                  <a:cubicBezTo>
                    <a:pt x="460383" y="159192"/>
                    <a:pt x="438965" y="137774"/>
                    <a:pt x="412538" y="137774"/>
                  </a:cubicBezTo>
                  <a:close/>
                  <a:moveTo>
                    <a:pt x="72851" y="400322"/>
                  </a:moveTo>
                  <a:lnTo>
                    <a:pt x="26993" y="400322"/>
                  </a:lnTo>
                  <a:lnTo>
                    <a:pt x="26993" y="197110"/>
                  </a:lnTo>
                  <a:lnTo>
                    <a:pt x="72851" y="197110"/>
                  </a:lnTo>
                  <a:lnTo>
                    <a:pt x="72851" y="400322"/>
                  </a:lnTo>
                  <a:close/>
                  <a:moveTo>
                    <a:pt x="271000" y="363609"/>
                  </a:moveTo>
                  <a:cubicBezTo>
                    <a:pt x="260417" y="373931"/>
                    <a:pt x="255013" y="388300"/>
                    <a:pt x="256820" y="405339"/>
                  </a:cubicBezTo>
                  <a:cubicBezTo>
                    <a:pt x="242469" y="404440"/>
                    <a:pt x="228146" y="402731"/>
                    <a:pt x="214020" y="400232"/>
                  </a:cubicBezTo>
                  <a:cubicBezTo>
                    <a:pt x="203194" y="398317"/>
                    <a:pt x="185336" y="391582"/>
                    <a:pt x="163738" y="381259"/>
                  </a:cubicBezTo>
                  <a:cubicBezTo>
                    <a:pt x="132205" y="366198"/>
                    <a:pt x="105436" y="369723"/>
                    <a:pt x="99826" y="369229"/>
                  </a:cubicBezTo>
                  <a:lnTo>
                    <a:pt x="99826" y="226783"/>
                  </a:lnTo>
                  <a:lnTo>
                    <a:pt x="105032" y="226783"/>
                  </a:lnTo>
                  <a:cubicBezTo>
                    <a:pt x="127178" y="226783"/>
                    <a:pt x="146591" y="211946"/>
                    <a:pt x="152229" y="190690"/>
                  </a:cubicBezTo>
                  <a:cubicBezTo>
                    <a:pt x="154441" y="182355"/>
                    <a:pt x="158532" y="175080"/>
                    <a:pt x="164754" y="168454"/>
                  </a:cubicBezTo>
                  <a:cubicBezTo>
                    <a:pt x="191684" y="139761"/>
                    <a:pt x="212860" y="89624"/>
                    <a:pt x="219864" y="54934"/>
                  </a:cubicBezTo>
                  <a:cubicBezTo>
                    <a:pt x="220791" y="52326"/>
                    <a:pt x="220611" y="40763"/>
                    <a:pt x="231868" y="33300"/>
                  </a:cubicBezTo>
                  <a:cubicBezTo>
                    <a:pt x="250616" y="20828"/>
                    <a:pt x="275262" y="37211"/>
                    <a:pt x="271099" y="59304"/>
                  </a:cubicBezTo>
                  <a:lnTo>
                    <a:pt x="248098" y="147997"/>
                  </a:lnTo>
                  <a:cubicBezTo>
                    <a:pt x="245598" y="157538"/>
                    <a:pt x="247604" y="167483"/>
                    <a:pt x="253628" y="175305"/>
                  </a:cubicBezTo>
                  <a:cubicBezTo>
                    <a:pt x="265479" y="190672"/>
                    <a:pt x="282410" y="187084"/>
                    <a:pt x="285369" y="187606"/>
                  </a:cubicBezTo>
                  <a:cubicBezTo>
                    <a:pt x="285459" y="188298"/>
                    <a:pt x="284739" y="198756"/>
                    <a:pt x="291024" y="210454"/>
                  </a:cubicBezTo>
                  <a:cubicBezTo>
                    <a:pt x="253862" y="221253"/>
                    <a:pt x="245931" y="268477"/>
                    <a:pt x="270991" y="292880"/>
                  </a:cubicBezTo>
                  <a:cubicBezTo>
                    <a:pt x="251605" y="311772"/>
                    <a:pt x="251578" y="344708"/>
                    <a:pt x="270991" y="363609"/>
                  </a:cubicBezTo>
                  <a:close/>
                  <a:moveTo>
                    <a:pt x="377668" y="400322"/>
                  </a:moveTo>
                  <a:cubicBezTo>
                    <a:pt x="377668" y="411750"/>
                    <a:pt x="368362" y="421003"/>
                    <a:pt x="356978" y="421003"/>
                  </a:cubicBezTo>
                  <a:lnTo>
                    <a:pt x="304925" y="421003"/>
                  </a:lnTo>
                  <a:cubicBezTo>
                    <a:pt x="295709" y="421003"/>
                    <a:pt x="287895" y="414888"/>
                    <a:pt x="285342" y="406499"/>
                  </a:cubicBezTo>
                  <a:cubicBezTo>
                    <a:pt x="284164" y="402651"/>
                    <a:pt x="284532" y="399773"/>
                    <a:pt x="284460" y="398308"/>
                  </a:cubicBezTo>
                  <a:cubicBezTo>
                    <a:pt x="284460" y="387023"/>
                    <a:pt x="293641" y="377843"/>
                    <a:pt x="304925" y="377843"/>
                  </a:cubicBezTo>
                  <a:lnTo>
                    <a:pt x="357032" y="377843"/>
                  </a:lnTo>
                  <a:cubicBezTo>
                    <a:pt x="368433" y="377843"/>
                    <a:pt x="377668" y="387086"/>
                    <a:pt x="377668" y="398478"/>
                  </a:cubicBezTo>
                  <a:lnTo>
                    <a:pt x="377668" y="400322"/>
                  </a:lnTo>
                  <a:lnTo>
                    <a:pt x="377668" y="400322"/>
                  </a:lnTo>
                  <a:close/>
                  <a:moveTo>
                    <a:pt x="408240" y="329512"/>
                  </a:moveTo>
                  <a:cubicBezTo>
                    <a:pt x="408240" y="340797"/>
                    <a:pt x="398960" y="349968"/>
                    <a:pt x="387550" y="349968"/>
                  </a:cubicBezTo>
                  <a:lnTo>
                    <a:pt x="304791" y="349968"/>
                  </a:lnTo>
                  <a:cubicBezTo>
                    <a:pt x="293389" y="349968"/>
                    <a:pt x="284155" y="340725"/>
                    <a:pt x="284155" y="329333"/>
                  </a:cubicBezTo>
                  <a:lnTo>
                    <a:pt x="284155" y="327453"/>
                  </a:lnTo>
                  <a:cubicBezTo>
                    <a:pt x="284155" y="316052"/>
                    <a:pt x="293398" y="306817"/>
                    <a:pt x="304791" y="306817"/>
                  </a:cubicBezTo>
                  <a:lnTo>
                    <a:pt x="387595" y="306817"/>
                  </a:lnTo>
                  <a:cubicBezTo>
                    <a:pt x="398996" y="306817"/>
                    <a:pt x="408231" y="316061"/>
                    <a:pt x="408231" y="327453"/>
                  </a:cubicBezTo>
                  <a:lnTo>
                    <a:pt x="408231" y="329521"/>
                  </a:lnTo>
                  <a:lnTo>
                    <a:pt x="408231" y="329521"/>
                  </a:lnTo>
                  <a:close/>
                  <a:moveTo>
                    <a:pt x="408240" y="259377"/>
                  </a:moveTo>
                  <a:cubicBezTo>
                    <a:pt x="408240" y="270662"/>
                    <a:pt x="398960" y="279833"/>
                    <a:pt x="387550" y="279833"/>
                  </a:cubicBezTo>
                  <a:lnTo>
                    <a:pt x="304791" y="279833"/>
                  </a:lnTo>
                  <a:cubicBezTo>
                    <a:pt x="293389" y="279833"/>
                    <a:pt x="284155" y="270590"/>
                    <a:pt x="284155" y="259198"/>
                  </a:cubicBezTo>
                  <a:lnTo>
                    <a:pt x="284155" y="257318"/>
                  </a:lnTo>
                  <a:cubicBezTo>
                    <a:pt x="284155" y="245917"/>
                    <a:pt x="293398" y="236682"/>
                    <a:pt x="304791" y="236682"/>
                  </a:cubicBezTo>
                  <a:lnTo>
                    <a:pt x="387595" y="236682"/>
                  </a:lnTo>
                  <a:cubicBezTo>
                    <a:pt x="398996" y="236682"/>
                    <a:pt x="408231" y="245926"/>
                    <a:pt x="408231" y="257318"/>
                  </a:cubicBezTo>
                  <a:lnTo>
                    <a:pt x="408231" y="259386"/>
                  </a:lnTo>
                  <a:lnTo>
                    <a:pt x="408231" y="259386"/>
                  </a:lnTo>
                  <a:close/>
                  <a:moveTo>
                    <a:pt x="433416" y="188163"/>
                  </a:moveTo>
                  <a:cubicBezTo>
                    <a:pt x="433416" y="199565"/>
                    <a:pt x="424173" y="208799"/>
                    <a:pt x="412781" y="208799"/>
                  </a:cubicBezTo>
                  <a:lnTo>
                    <a:pt x="333609" y="208799"/>
                  </a:lnTo>
                  <a:cubicBezTo>
                    <a:pt x="322208" y="208799"/>
                    <a:pt x="312937" y="199628"/>
                    <a:pt x="312937" y="188343"/>
                  </a:cubicBezTo>
                  <a:cubicBezTo>
                    <a:pt x="312937" y="188190"/>
                    <a:pt x="312937" y="185996"/>
                    <a:pt x="312937" y="186104"/>
                  </a:cubicBezTo>
                  <a:cubicBezTo>
                    <a:pt x="312937" y="174820"/>
                    <a:pt x="322216" y="165639"/>
                    <a:pt x="333609" y="165639"/>
                  </a:cubicBezTo>
                  <a:lnTo>
                    <a:pt x="412781" y="165639"/>
                  </a:lnTo>
                  <a:cubicBezTo>
                    <a:pt x="424182" y="165639"/>
                    <a:pt x="433416" y="174883"/>
                    <a:pt x="433416" y="186275"/>
                  </a:cubicBezTo>
                  <a:lnTo>
                    <a:pt x="433416" y="188154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7B879D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" name="Google Shape;1755;p72">
              <a:extLst>
                <a:ext uri="{FF2B5EF4-FFF2-40B4-BE49-F238E27FC236}">
                  <a16:creationId xmlns:a16="http://schemas.microsoft.com/office/drawing/2014/main" id="{CCE0736E-3A47-D8BC-3502-D77CBAA66519}"/>
                </a:ext>
              </a:extLst>
            </p:cNvPr>
            <p:cNvSpPr/>
            <p:nvPr/>
          </p:nvSpPr>
          <p:spPr>
            <a:xfrm>
              <a:off x="5145265" y="4001610"/>
              <a:ext cx="98017" cy="86971"/>
            </a:xfrm>
            <a:custGeom>
              <a:avLst/>
              <a:gdLst/>
              <a:ahLst/>
              <a:cxnLst/>
              <a:rect l="l" t="t" r="r" b="b"/>
              <a:pathLst>
                <a:path w="98017" h="86971" extrusionOk="0">
                  <a:moveTo>
                    <a:pt x="88266" y="562"/>
                  </a:moveTo>
                  <a:cubicBezTo>
                    <a:pt x="81054" y="-1569"/>
                    <a:pt x="73492" y="2549"/>
                    <a:pt x="71362" y="9751"/>
                  </a:cubicBezTo>
                  <a:cubicBezTo>
                    <a:pt x="63422" y="36609"/>
                    <a:pt x="40340" y="56247"/>
                    <a:pt x="12556" y="59790"/>
                  </a:cubicBezTo>
                  <a:lnTo>
                    <a:pt x="11873" y="59880"/>
                  </a:lnTo>
                  <a:cubicBezTo>
                    <a:pt x="4418" y="60833"/>
                    <a:pt x="-842" y="67649"/>
                    <a:pt x="112" y="75103"/>
                  </a:cubicBezTo>
                  <a:cubicBezTo>
                    <a:pt x="993" y="81963"/>
                    <a:pt x="6846" y="86972"/>
                    <a:pt x="13590" y="86972"/>
                  </a:cubicBezTo>
                  <a:cubicBezTo>
                    <a:pt x="14165" y="86972"/>
                    <a:pt x="14750" y="86936"/>
                    <a:pt x="15334" y="86864"/>
                  </a:cubicBezTo>
                  <a:lnTo>
                    <a:pt x="16009" y="86774"/>
                  </a:lnTo>
                  <a:cubicBezTo>
                    <a:pt x="54484" y="81865"/>
                    <a:pt x="86449" y="54665"/>
                    <a:pt x="97455" y="17466"/>
                  </a:cubicBezTo>
                  <a:cubicBezTo>
                    <a:pt x="99586" y="10264"/>
                    <a:pt x="95477" y="2693"/>
                    <a:pt x="88275" y="57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7B879D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960" name="Google Shape;1756;p72">
            <a:extLst>
              <a:ext uri="{FF2B5EF4-FFF2-40B4-BE49-F238E27FC236}">
                <a16:creationId xmlns:a16="http://schemas.microsoft.com/office/drawing/2014/main" id="{49BE33C7-37A3-BC8D-4CEB-984689A61A3F}"/>
              </a:ext>
            </a:extLst>
          </p:cNvPr>
          <p:cNvGrpSpPr/>
          <p:nvPr/>
        </p:nvGrpSpPr>
        <p:grpSpPr>
          <a:xfrm>
            <a:off x="4715813" y="3940080"/>
            <a:ext cx="460373" cy="255363"/>
            <a:chOff x="5685739" y="3792091"/>
            <a:chExt cx="460373" cy="255363"/>
          </a:xfrm>
        </p:grpSpPr>
        <p:sp>
          <p:nvSpPr>
            <p:cNvPr id="961" name="Google Shape;1757;p72">
              <a:extLst>
                <a:ext uri="{FF2B5EF4-FFF2-40B4-BE49-F238E27FC236}">
                  <a16:creationId xmlns:a16="http://schemas.microsoft.com/office/drawing/2014/main" id="{85771459-00D9-4FB7-927D-19BF907E8359}"/>
                </a:ext>
              </a:extLst>
            </p:cNvPr>
            <p:cNvSpPr/>
            <p:nvPr/>
          </p:nvSpPr>
          <p:spPr>
            <a:xfrm>
              <a:off x="5685739" y="3792091"/>
              <a:ext cx="460373" cy="255363"/>
            </a:xfrm>
            <a:custGeom>
              <a:avLst/>
              <a:gdLst/>
              <a:ahLst/>
              <a:cxnLst/>
              <a:rect l="l" t="t" r="r" b="b"/>
              <a:pathLst>
                <a:path w="460373" h="255363" extrusionOk="0">
                  <a:moveTo>
                    <a:pt x="446697" y="0"/>
                  </a:moveTo>
                  <a:lnTo>
                    <a:pt x="13676" y="0"/>
                  </a:lnTo>
                  <a:cubicBezTo>
                    <a:pt x="6123" y="0"/>
                    <a:pt x="0" y="6123"/>
                    <a:pt x="0" y="13676"/>
                  </a:cubicBezTo>
                  <a:lnTo>
                    <a:pt x="0" y="241687"/>
                  </a:lnTo>
                  <a:cubicBezTo>
                    <a:pt x="0" y="249240"/>
                    <a:pt x="6123" y="255363"/>
                    <a:pt x="13676" y="255363"/>
                  </a:cubicBezTo>
                  <a:lnTo>
                    <a:pt x="446697" y="255363"/>
                  </a:lnTo>
                  <a:cubicBezTo>
                    <a:pt x="454250" y="255363"/>
                    <a:pt x="460374" y="249240"/>
                    <a:pt x="460374" y="241687"/>
                  </a:cubicBezTo>
                  <a:lnTo>
                    <a:pt x="460374" y="13676"/>
                  </a:lnTo>
                  <a:cubicBezTo>
                    <a:pt x="460374" y="6123"/>
                    <a:pt x="454250" y="0"/>
                    <a:pt x="446697" y="0"/>
                  </a:cubicBezTo>
                  <a:close/>
                  <a:moveTo>
                    <a:pt x="432499" y="227489"/>
                  </a:moveTo>
                  <a:lnTo>
                    <a:pt x="26975" y="227489"/>
                  </a:lnTo>
                  <a:lnTo>
                    <a:pt x="26975" y="26975"/>
                  </a:lnTo>
                  <a:lnTo>
                    <a:pt x="432499" y="26975"/>
                  </a:lnTo>
                  <a:lnTo>
                    <a:pt x="432499" y="227489"/>
                  </a:lnTo>
                  <a:lnTo>
                    <a:pt x="432499" y="227489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7B879D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2" name="Google Shape;1758;p72">
              <a:extLst>
                <a:ext uri="{FF2B5EF4-FFF2-40B4-BE49-F238E27FC236}">
                  <a16:creationId xmlns:a16="http://schemas.microsoft.com/office/drawing/2014/main" id="{98111A47-E015-1236-237D-5E2D2881B1EC}"/>
                </a:ext>
              </a:extLst>
            </p:cNvPr>
            <p:cNvSpPr/>
            <p:nvPr/>
          </p:nvSpPr>
          <p:spPr>
            <a:xfrm>
              <a:off x="5738790" y="3839746"/>
              <a:ext cx="353372" cy="160042"/>
            </a:xfrm>
            <a:custGeom>
              <a:avLst/>
              <a:gdLst/>
              <a:ahLst/>
              <a:cxnLst/>
              <a:rect l="l" t="t" r="r" b="b"/>
              <a:pathLst>
                <a:path w="353372" h="160042" extrusionOk="0">
                  <a:moveTo>
                    <a:pt x="339642" y="36227"/>
                  </a:moveTo>
                  <a:cubicBezTo>
                    <a:pt x="327225" y="36200"/>
                    <a:pt x="317136" y="26121"/>
                    <a:pt x="317100" y="13730"/>
                  </a:cubicBezTo>
                  <a:cubicBezTo>
                    <a:pt x="317082" y="6150"/>
                    <a:pt x="311004" y="0"/>
                    <a:pt x="303424" y="0"/>
                  </a:cubicBezTo>
                  <a:lnTo>
                    <a:pt x="49949" y="0"/>
                  </a:lnTo>
                  <a:cubicBezTo>
                    <a:pt x="42369" y="0"/>
                    <a:pt x="36291" y="6159"/>
                    <a:pt x="36273" y="13730"/>
                  </a:cubicBezTo>
                  <a:cubicBezTo>
                    <a:pt x="36237" y="26130"/>
                    <a:pt x="26148" y="36209"/>
                    <a:pt x="13730" y="36236"/>
                  </a:cubicBezTo>
                  <a:cubicBezTo>
                    <a:pt x="6151" y="36254"/>
                    <a:pt x="0" y="42324"/>
                    <a:pt x="0" y="49904"/>
                  </a:cubicBezTo>
                  <a:cubicBezTo>
                    <a:pt x="0" y="67087"/>
                    <a:pt x="0" y="92965"/>
                    <a:pt x="0" y="110148"/>
                  </a:cubicBezTo>
                  <a:cubicBezTo>
                    <a:pt x="0" y="117728"/>
                    <a:pt x="6159" y="123797"/>
                    <a:pt x="13730" y="123815"/>
                  </a:cubicBezTo>
                  <a:cubicBezTo>
                    <a:pt x="26148" y="123842"/>
                    <a:pt x="36237" y="133922"/>
                    <a:pt x="36273" y="146312"/>
                  </a:cubicBezTo>
                  <a:cubicBezTo>
                    <a:pt x="36291" y="153892"/>
                    <a:pt x="42369" y="160043"/>
                    <a:pt x="49949" y="160043"/>
                  </a:cubicBezTo>
                  <a:lnTo>
                    <a:pt x="303415" y="160043"/>
                  </a:lnTo>
                  <a:cubicBezTo>
                    <a:pt x="310977" y="160043"/>
                    <a:pt x="317100" y="153919"/>
                    <a:pt x="317100" y="146366"/>
                  </a:cubicBezTo>
                  <a:cubicBezTo>
                    <a:pt x="317100" y="133922"/>
                    <a:pt x="327234" y="123806"/>
                    <a:pt x="339688" y="123806"/>
                  </a:cubicBezTo>
                  <a:cubicBezTo>
                    <a:pt x="347241" y="123806"/>
                    <a:pt x="353373" y="117692"/>
                    <a:pt x="353373" y="110139"/>
                  </a:cubicBezTo>
                  <a:cubicBezTo>
                    <a:pt x="353373" y="92956"/>
                    <a:pt x="353373" y="67078"/>
                    <a:pt x="353373" y="49895"/>
                  </a:cubicBezTo>
                  <a:cubicBezTo>
                    <a:pt x="353373" y="42315"/>
                    <a:pt x="347214" y="36245"/>
                    <a:pt x="339642" y="36227"/>
                  </a:cubicBezTo>
                  <a:close/>
                  <a:moveTo>
                    <a:pt x="326398" y="97892"/>
                  </a:moveTo>
                  <a:cubicBezTo>
                    <a:pt x="309835" y="102604"/>
                    <a:pt x="296761" y="115651"/>
                    <a:pt x="292041" y="132169"/>
                  </a:cubicBezTo>
                  <a:lnTo>
                    <a:pt x="62231" y="132169"/>
                  </a:lnTo>
                  <a:cubicBezTo>
                    <a:pt x="57511" y="115642"/>
                    <a:pt x="44437" y="102604"/>
                    <a:pt x="27874" y="97892"/>
                  </a:cubicBezTo>
                  <a:lnTo>
                    <a:pt x="27874" y="61251"/>
                  </a:lnTo>
                  <a:cubicBezTo>
                    <a:pt x="44437" y="56540"/>
                    <a:pt x="57511" y="43493"/>
                    <a:pt x="62231" y="26975"/>
                  </a:cubicBezTo>
                  <a:lnTo>
                    <a:pt x="292041" y="26975"/>
                  </a:lnTo>
                  <a:cubicBezTo>
                    <a:pt x="296761" y="43502"/>
                    <a:pt x="309835" y="56540"/>
                    <a:pt x="326398" y="61251"/>
                  </a:cubicBezTo>
                  <a:lnTo>
                    <a:pt x="326398" y="97892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7B879D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3" name="Google Shape;1759;p72">
              <a:extLst>
                <a:ext uri="{FF2B5EF4-FFF2-40B4-BE49-F238E27FC236}">
                  <a16:creationId xmlns:a16="http://schemas.microsoft.com/office/drawing/2014/main" id="{CD277119-CF36-F18D-11FC-B8063C5B762F}"/>
                </a:ext>
              </a:extLst>
            </p:cNvPr>
            <p:cNvSpPr/>
            <p:nvPr/>
          </p:nvSpPr>
          <p:spPr>
            <a:xfrm>
              <a:off x="5874735" y="3878456"/>
              <a:ext cx="81950" cy="81949"/>
            </a:xfrm>
            <a:custGeom>
              <a:avLst/>
              <a:gdLst/>
              <a:ahLst/>
              <a:cxnLst/>
              <a:rect l="l" t="t" r="r" b="b"/>
              <a:pathLst>
                <a:path w="81950" h="81949" extrusionOk="0">
                  <a:moveTo>
                    <a:pt x="40975" y="0"/>
                  </a:moveTo>
                  <a:cubicBezTo>
                    <a:pt x="18379" y="0"/>
                    <a:pt x="0" y="18388"/>
                    <a:pt x="0" y="40975"/>
                  </a:cubicBezTo>
                  <a:cubicBezTo>
                    <a:pt x="0" y="63562"/>
                    <a:pt x="18379" y="81950"/>
                    <a:pt x="40975" y="81950"/>
                  </a:cubicBezTo>
                  <a:cubicBezTo>
                    <a:pt x="63571" y="81950"/>
                    <a:pt x="81950" y="63571"/>
                    <a:pt x="81950" y="40975"/>
                  </a:cubicBezTo>
                  <a:cubicBezTo>
                    <a:pt x="81950" y="18379"/>
                    <a:pt x="63571" y="0"/>
                    <a:pt x="40975" y="0"/>
                  </a:cubicBezTo>
                  <a:close/>
                  <a:moveTo>
                    <a:pt x="40975" y="54606"/>
                  </a:moveTo>
                  <a:cubicBezTo>
                    <a:pt x="33458" y="54606"/>
                    <a:pt x="27344" y="48492"/>
                    <a:pt x="27344" y="40975"/>
                  </a:cubicBezTo>
                  <a:cubicBezTo>
                    <a:pt x="27344" y="33458"/>
                    <a:pt x="33458" y="27344"/>
                    <a:pt x="40975" y="27344"/>
                  </a:cubicBezTo>
                  <a:cubicBezTo>
                    <a:pt x="48492" y="27344"/>
                    <a:pt x="54607" y="33458"/>
                    <a:pt x="54607" y="40975"/>
                  </a:cubicBezTo>
                  <a:cubicBezTo>
                    <a:pt x="54607" y="48492"/>
                    <a:pt x="48492" y="54606"/>
                    <a:pt x="40975" y="5460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7B879D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964" name="Google Shape;1760;p72">
            <a:extLst>
              <a:ext uri="{FF2B5EF4-FFF2-40B4-BE49-F238E27FC236}">
                <a16:creationId xmlns:a16="http://schemas.microsoft.com/office/drawing/2014/main" id="{0A563F5D-881E-3774-85B8-28AA69973243}"/>
              </a:ext>
            </a:extLst>
          </p:cNvPr>
          <p:cNvGrpSpPr/>
          <p:nvPr/>
        </p:nvGrpSpPr>
        <p:grpSpPr>
          <a:xfrm>
            <a:off x="5486341" y="3838025"/>
            <a:ext cx="459831" cy="459474"/>
            <a:chOff x="6527358" y="3766015"/>
            <a:chExt cx="459831" cy="459474"/>
          </a:xfrm>
        </p:grpSpPr>
        <p:sp>
          <p:nvSpPr>
            <p:cNvPr id="965" name="Google Shape;1761;p72">
              <a:extLst>
                <a:ext uri="{FF2B5EF4-FFF2-40B4-BE49-F238E27FC236}">
                  <a16:creationId xmlns:a16="http://schemas.microsoft.com/office/drawing/2014/main" id="{168AB4D2-9ED5-5CE2-64C7-23E28FDE19C8}"/>
                </a:ext>
              </a:extLst>
            </p:cNvPr>
            <p:cNvSpPr/>
            <p:nvPr/>
          </p:nvSpPr>
          <p:spPr>
            <a:xfrm>
              <a:off x="6527358" y="3766015"/>
              <a:ext cx="459831" cy="459474"/>
            </a:xfrm>
            <a:custGeom>
              <a:avLst/>
              <a:gdLst/>
              <a:ahLst/>
              <a:cxnLst/>
              <a:rect l="l" t="t" r="r" b="b"/>
              <a:pathLst>
                <a:path w="459831" h="459474" extrusionOk="0">
                  <a:moveTo>
                    <a:pt x="457553" y="143390"/>
                  </a:moveTo>
                  <a:cubicBezTo>
                    <a:pt x="457130" y="142698"/>
                    <a:pt x="459585" y="145935"/>
                    <a:pt x="403728" y="73714"/>
                  </a:cubicBezTo>
                  <a:lnTo>
                    <a:pt x="403728" y="27236"/>
                  </a:lnTo>
                  <a:cubicBezTo>
                    <a:pt x="403728" y="12211"/>
                    <a:pt x="391607" y="0"/>
                    <a:pt x="376708" y="0"/>
                  </a:cubicBezTo>
                  <a:lnTo>
                    <a:pt x="82978" y="0"/>
                  </a:lnTo>
                  <a:cubicBezTo>
                    <a:pt x="67943" y="0"/>
                    <a:pt x="55751" y="12193"/>
                    <a:pt x="55751" y="27227"/>
                  </a:cubicBezTo>
                  <a:lnTo>
                    <a:pt x="55751" y="74226"/>
                  </a:lnTo>
                  <a:cubicBezTo>
                    <a:pt x="-1239" y="147733"/>
                    <a:pt x="2" y="144460"/>
                    <a:pt x="2" y="150817"/>
                  </a:cubicBezTo>
                  <a:lnTo>
                    <a:pt x="2" y="177855"/>
                  </a:lnTo>
                  <a:cubicBezTo>
                    <a:pt x="2" y="195677"/>
                    <a:pt x="6827" y="211916"/>
                    <a:pt x="17986" y="224018"/>
                  </a:cubicBezTo>
                  <a:lnTo>
                    <a:pt x="17986" y="445861"/>
                  </a:lnTo>
                  <a:cubicBezTo>
                    <a:pt x="17986" y="453378"/>
                    <a:pt x="24082" y="459474"/>
                    <a:pt x="31599" y="459474"/>
                  </a:cubicBezTo>
                  <a:lnTo>
                    <a:pt x="427988" y="459474"/>
                  </a:lnTo>
                  <a:cubicBezTo>
                    <a:pt x="435442" y="459474"/>
                    <a:pt x="441502" y="453387"/>
                    <a:pt x="441502" y="445861"/>
                  </a:cubicBezTo>
                  <a:lnTo>
                    <a:pt x="441502" y="224153"/>
                  </a:lnTo>
                  <a:cubicBezTo>
                    <a:pt x="452832" y="212015"/>
                    <a:pt x="459773" y="195695"/>
                    <a:pt x="459773" y="177765"/>
                  </a:cubicBezTo>
                  <a:cubicBezTo>
                    <a:pt x="459207" y="152427"/>
                    <a:pt x="461230" y="148992"/>
                    <a:pt x="457561" y="143390"/>
                  </a:cubicBezTo>
                  <a:close/>
                  <a:moveTo>
                    <a:pt x="383650" y="91715"/>
                  </a:moveTo>
                  <a:lnTo>
                    <a:pt x="418682" y="136673"/>
                  </a:lnTo>
                  <a:lnTo>
                    <a:pt x="347935" y="136673"/>
                  </a:lnTo>
                  <a:lnTo>
                    <a:pt x="330419" y="91715"/>
                  </a:lnTo>
                  <a:cubicBezTo>
                    <a:pt x="330419" y="91715"/>
                    <a:pt x="383650" y="91715"/>
                    <a:pt x="383650" y="91715"/>
                  </a:cubicBezTo>
                  <a:close/>
                  <a:moveTo>
                    <a:pt x="83625" y="26975"/>
                  </a:moveTo>
                  <a:lnTo>
                    <a:pt x="376753" y="26975"/>
                  </a:lnTo>
                  <a:lnTo>
                    <a:pt x="376753" y="64740"/>
                  </a:lnTo>
                  <a:lnTo>
                    <a:pt x="83625" y="64740"/>
                  </a:lnTo>
                  <a:lnTo>
                    <a:pt x="83625" y="26975"/>
                  </a:lnTo>
                  <a:close/>
                  <a:moveTo>
                    <a:pt x="243676" y="176030"/>
                  </a:moveTo>
                  <a:lnTo>
                    <a:pt x="243676" y="164548"/>
                  </a:lnTo>
                  <a:lnTo>
                    <a:pt x="324727" y="164548"/>
                  </a:lnTo>
                  <a:cubicBezTo>
                    <a:pt x="323873" y="172613"/>
                    <a:pt x="328117" y="187917"/>
                    <a:pt x="315745" y="203248"/>
                  </a:cubicBezTo>
                  <a:cubicBezTo>
                    <a:pt x="299470" y="223371"/>
                    <a:pt x="268934" y="223389"/>
                    <a:pt x="252668" y="203248"/>
                  </a:cubicBezTo>
                  <a:cubicBezTo>
                    <a:pt x="242265" y="190354"/>
                    <a:pt x="243847" y="177019"/>
                    <a:pt x="243686" y="176021"/>
                  </a:cubicBezTo>
                  <a:close/>
                  <a:moveTo>
                    <a:pt x="318047" y="136673"/>
                  </a:moveTo>
                  <a:lnTo>
                    <a:pt x="243676" y="136673"/>
                  </a:lnTo>
                  <a:lnTo>
                    <a:pt x="243676" y="91715"/>
                  </a:lnTo>
                  <a:lnTo>
                    <a:pt x="300531" y="91715"/>
                  </a:lnTo>
                  <a:cubicBezTo>
                    <a:pt x="323037" y="149487"/>
                    <a:pt x="316986" y="133949"/>
                    <a:pt x="318047" y="136673"/>
                  </a:cubicBezTo>
                  <a:close/>
                  <a:moveTo>
                    <a:pt x="135776" y="176030"/>
                  </a:moveTo>
                  <a:lnTo>
                    <a:pt x="135776" y="164548"/>
                  </a:lnTo>
                  <a:lnTo>
                    <a:pt x="216827" y="164548"/>
                  </a:lnTo>
                  <a:cubicBezTo>
                    <a:pt x="215973" y="172613"/>
                    <a:pt x="220217" y="187917"/>
                    <a:pt x="207845" y="203248"/>
                  </a:cubicBezTo>
                  <a:cubicBezTo>
                    <a:pt x="191570" y="223371"/>
                    <a:pt x="161034" y="223389"/>
                    <a:pt x="144768" y="203248"/>
                  </a:cubicBezTo>
                  <a:cubicBezTo>
                    <a:pt x="134365" y="190354"/>
                    <a:pt x="135947" y="177019"/>
                    <a:pt x="135786" y="176021"/>
                  </a:cubicBezTo>
                  <a:close/>
                  <a:moveTo>
                    <a:pt x="141972" y="136961"/>
                  </a:moveTo>
                  <a:cubicBezTo>
                    <a:pt x="141972" y="136961"/>
                    <a:pt x="141972" y="136961"/>
                    <a:pt x="141972" y="136952"/>
                  </a:cubicBezTo>
                  <a:cubicBezTo>
                    <a:pt x="141972" y="136952"/>
                    <a:pt x="141972" y="136952"/>
                    <a:pt x="141972" y="136961"/>
                  </a:cubicBezTo>
                  <a:close/>
                  <a:moveTo>
                    <a:pt x="142449" y="136386"/>
                  </a:moveTo>
                  <a:cubicBezTo>
                    <a:pt x="143033" y="134893"/>
                    <a:pt x="146144" y="126899"/>
                    <a:pt x="159847" y="91724"/>
                  </a:cubicBezTo>
                  <a:lnTo>
                    <a:pt x="216701" y="91724"/>
                  </a:lnTo>
                  <a:lnTo>
                    <a:pt x="216701" y="136682"/>
                  </a:lnTo>
                  <a:lnTo>
                    <a:pt x="142331" y="136682"/>
                  </a:lnTo>
                  <a:cubicBezTo>
                    <a:pt x="142493" y="136269"/>
                    <a:pt x="142493" y="136278"/>
                    <a:pt x="142449" y="136386"/>
                  </a:cubicBezTo>
                  <a:close/>
                  <a:moveTo>
                    <a:pt x="76809" y="91724"/>
                  </a:moveTo>
                  <a:lnTo>
                    <a:pt x="130040" y="91724"/>
                  </a:lnTo>
                  <a:lnTo>
                    <a:pt x="112524" y="136682"/>
                  </a:lnTo>
                  <a:lnTo>
                    <a:pt x="41777" y="136682"/>
                  </a:lnTo>
                  <a:lnTo>
                    <a:pt x="76809" y="91724"/>
                  </a:lnTo>
                  <a:close/>
                  <a:moveTo>
                    <a:pt x="26977" y="176830"/>
                  </a:moveTo>
                  <a:lnTo>
                    <a:pt x="26977" y="164557"/>
                  </a:lnTo>
                  <a:lnTo>
                    <a:pt x="108028" y="164557"/>
                  </a:lnTo>
                  <a:cubicBezTo>
                    <a:pt x="107138" y="172910"/>
                    <a:pt x="111984" y="190507"/>
                    <a:pt x="96150" y="206485"/>
                  </a:cubicBezTo>
                  <a:cubicBezTo>
                    <a:pt x="82366" y="220251"/>
                    <a:pt x="61074" y="222166"/>
                    <a:pt x="45195" y="211655"/>
                  </a:cubicBezTo>
                  <a:cubicBezTo>
                    <a:pt x="25134" y="198365"/>
                    <a:pt x="27121" y="177361"/>
                    <a:pt x="26977" y="176830"/>
                  </a:cubicBezTo>
                  <a:close/>
                  <a:moveTo>
                    <a:pt x="414518" y="432508"/>
                  </a:moveTo>
                  <a:lnTo>
                    <a:pt x="44961" y="432508"/>
                  </a:lnTo>
                  <a:lnTo>
                    <a:pt x="44961" y="242074"/>
                  </a:lnTo>
                  <a:cubicBezTo>
                    <a:pt x="72008" y="251551"/>
                    <a:pt x="103200" y="243027"/>
                    <a:pt x="121471" y="218794"/>
                  </a:cubicBezTo>
                  <a:cubicBezTo>
                    <a:pt x="148680" y="254869"/>
                    <a:pt x="202630" y="254869"/>
                    <a:pt x="229839" y="218794"/>
                  </a:cubicBezTo>
                  <a:cubicBezTo>
                    <a:pt x="257047" y="254869"/>
                    <a:pt x="310997" y="254869"/>
                    <a:pt x="338206" y="218794"/>
                  </a:cubicBezTo>
                  <a:cubicBezTo>
                    <a:pt x="356324" y="242811"/>
                    <a:pt x="387328" y="251569"/>
                    <a:pt x="414518" y="242146"/>
                  </a:cubicBezTo>
                  <a:lnTo>
                    <a:pt x="414518" y="432508"/>
                  </a:lnTo>
                  <a:lnTo>
                    <a:pt x="414518" y="432508"/>
                  </a:lnTo>
                  <a:close/>
                  <a:moveTo>
                    <a:pt x="433401" y="177846"/>
                  </a:moveTo>
                  <a:cubicBezTo>
                    <a:pt x="433401" y="216088"/>
                    <a:pt x="385214" y="232821"/>
                    <a:pt x="361342" y="203266"/>
                  </a:cubicBezTo>
                  <a:cubicBezTo>
                    <a:pt x="348969" y="187935"/>
                    <a:pt x="353267" y="173108"/>
                    <a:pt x="352359" y="164566"/>
                  </a:cubicBezTo>
                  <a:lnTo>
                    <a:pt x="433410" y="164566"/>
                  </a:lnTo>
                  <a:lnTo>
                    <a:pt x="433410" y="177855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7B879D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6" name="Google Shape;1762;p72">
              <a:extLst>
                <a:ext uri="{FF2B5EF4-FFF2-40B4-BE49-F238E27FC236}">
                  <a16:creationId xmlns:a16="http://schemas.microsoft.com/office/drawing/2014/main" id="{AF9BCC40-C0F9-48A4-49FA-3A70B85C1080}"/>
                </a:ext>
              </a:extLst>
            </p:cNvPr>
            <p:cNvSpPr/>
            <p:nvPr/>
          </p:nvSpPr>
          <p:spPr>
            <a:xfrm>
              <a:off x="6679203" y="4021035"/>
              <a:ext cx="73002" cy="72960"/>
            </a:xfrm>
            <a:custGeom>
              <a:avLst/>
              <a:gdLst/>
              <a:ahLst/>
              <a:cxnLst/>
              <a:rect l="l" t="t" r="r" b="b"/>
              <a:pathLst>
                <a:path w="73002" h="72960" extrusionOk="0">
                  <a:moveTo>
                    <a:pt x="10726" y="10675"/>
                  </a:moveTo>
                  <a:cubicBezTo>
                    <a:pt x="-12319" y="33738"/>
                    <a:pt x="4306" y="72960"/>
                    <a:pt x="36523" y="72960"/>
                  </a:cubicBezTo>
                  <a:cubicBezTo>
                    <a:pt x="56674" y="72960"/>
                    <a:pt x="73002" y="56649"/>
                    <a:pt x="73002" y="36481"/>
                  </a:cubicBezTo>
                  <a:cubicBezTo>
                    <a:pt x="73002" y="3823"/>
                    <a:pt x="33457" y="-12056"/>
                    <a:pt x="10726" y="10684"/>
                  </a:cubicBezTo>
                  <a:close/>
                  <a:moveTo>
                    <a:pt x="36514" y="45733"/>
                  </a:moveTo>
                  <a:cubicBezTo>
                    <a:pt x="31407" y="45733"/>
                    <a:pt x="27262" y="41588"/>
                    <a:pt x="27262" y="36481"/>
                  </a:cubicBezTo>
                  <a:cubicBezTo>
                    <a:pt x="27262" y="31374"/>
                    <a:pt x="31407" y="27228"/>
                    <a:pt x="36514" y="27228"/>
                  </a:cubicBezTo>
                  <a:cubicBezTo>
                    <a:pt x="41621" y="27228"/>
                    <a:pt x="45766" y="31374"/>
                    <a:pt x="45766" y="36481"/>
                  </a:cubicBezTo>
                  <a:cubicBezTo>
                    <a:pt x="45766" y="41588"/>
                    <a:pt x="41621" y="45733"/>
                    <a:pt x="36514" y="45733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7B879D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7" name="Google Shape;1763;p72">
              <a:extLst>
                <a:ext uri="{FF2B5EF4-FFF2-40B4-BE49-F238E27FC236}">
                  <a16:creationId xmlns:a16="http://schemas.microsoft.com/office/drawing/2014/main" id="{356E0DA7-E72B-F982-ADCB-15F09B943F5C}"/>
                </a:ext>
              </a:extLst>
            </p:cNvPr>
            <p:cNvSpPr/>
            <p:nvPr/>
          </p:nvSpPr>
          <p:spPr>
            <a:xfrm>
              <a:off x="6762978" y="4104743"/>
              <a:ext cx="72947" cy="72890"/>
            </a:xfrm>
            <a:custGeom>
              <a:avLst/>
              <a:gdLst/>
              <a:ahLst/>
              <a:cxnLst/>
              <a:rect l="l" t="t" r="r" b="b"/>
              <a:pathLst>
                <a:path w="72947" h="72890" extrusionOk="0">
                  <a:moveTo>
                    <a:pt x="62277" y="10698"/>
                  </a:moveTo>
                  <a:cubicBezTo>
                    <a:pt x="39339" y="-12240"/>
                    <a:pt x="0" y="4188"/>
                    <a:pt x="0" y="36486"/>
                  </a:cubicBezTo>
                  <a:cubicBezTo>
                    <a:pt x="0" y="68784"/>
                    <a:pt x="39545" y="85023"/>
                    <a:pt x="62285" y="62283"/>
                  </a:cubicBezTo>
                  <a:cubicBezTo>
                    <a:pt x="76501" y="48058"/>
                    <a:pt x="76501" y="24913"/>
                    <a:pt x="62285" y="10689"/>
                  </a:cubicBezTo>
                  <a:close/>
                  <a:moveTo>
                    <a:pt x="36470" y="45747"/>
                  </a:moveTo>
                  <a:cubicBezTo>
                    <a:pt x="31363" y="45747"/>
                    <a:pt x="27218" y="41602"/>
                    <a:pt x="27218" y="36495"/>
                  </a:cubicBezTo>
                  <a:cubicBezTo>
                    <a:pt x="27218" y="31387"/>
                    <a:pt x="31363" y="27242"/>
                    <a:pt x="36470" y="27242"/>
                  </a:cubicBezTo>
                  <a:cubicBezTo>
                    <a:pt x="41578" y="27242"/>
                    <a:pt x="45723" y="31387"/>
                    <a:pt x="45723" y="36495"/>
                  </a:cubicBezTo>
                  <a:cubicBezTo>
                    <a:pt x="45723" y="41602"/>
                    <a:pt x="41578" y="45747"/>
                    <a:pt x="36470" y="45747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7B879D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8" name="Google Shape;1764;p72">
              <a:extLst>
                <a:ext uri="{FF2B5EF4-FFF2-40B4-BE49-F238E27FC236}">
                  <a16:creationId xmlns:a16="http://schemas.microsoft.com/office/drawing/2014/main" id="{469D308E-41E1-8F8A-7769-27DA264A2E79}"/>
                </a:ext>
              </a:extLst>
            </p:cNvPr>
            <p:cNvSpPr/>
            <p:nvPr/>
          </p:nvSpPr>
          <p:spPr>
            <a:xfrm>
              <a:off x="6701607" y="4043378"/>
              <a:ext cx="114055" cy="114063"/>
            </a:xfrm>
            <a:custGeom>
              <a:avLst/>
              <a:gdLst/>
              <a:ahLst/>
              <a:cxnLst/>
              <a:rect l="l" t="t" r="r" b="b"/>
              <a:pathLst>
                <a:path w="114055" h="114063" extrusionOk="0">
                  <a:moveTo>
                    <a:pt x="110069" y="3985"/>
                  </a:moveTo>
                  <a:cubicBezTo>
                    <a:pt x="104755" y="-1328"/>
                    <a:pt x="96132" y="-1328"/>
                    <a:pt x="90818" y="3985"/>
                  </a:cubicBezTo>
                  <a:lnTo>
                    <a:pt x="3986" y="90827"/>
                  </a:lnTo>
                  <a:cubicBezTo>
                    <a:pt x="-1329" y="96141"/>
                    <a:pt x="-1329" y="104764"/>
                    <a:pt x="3986" y="110078"/>
                  </a:cubicBezTo>
                  <a:cubicBezTo>
                    <a:pt x="9300" y="115392"/>
                    <a:pt x="17923" y="115392"/>
                    <a:pt x="23237" y="110078"/>
                  </a:cubicBezTo>
                  <a:lnTo>
                    <a:pt x="110069" y="23237"/>
                  </a:lnTo>
                  <a:cubicBezTo>
                    <a:pt x="115384" y="17923"/>
                    <a:pt x="115384" y="9300"/>
                    <a:pt x="110069" y="3985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7B879D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969" name="Google Shape;1765;p72">
            <a:extLst>
              <a:ext uri="{FF2B5EF4-FFF2-40B4-BE49-F238E27FC236}">
                <a16:creationId xmlns:a16="http://schemas.microsoft.com/office/drawing/2014/main" id="{95215B5E-7ECF-0C81-027B-3172B1BF9699}"/>
              </a:ext>
            </a:extLst>
          </p:cNvPr>
          <p:cNvGrpSpPr/>
          <p:nvPr/>
        </p:nvGrpSpPr>
        <p:grpSpPr>
          <a:xfrm>
            <a:off x="6253997" y="3837753"/>
            <a:ext cx="460362" cy="460017"/>
            <a:chOff x="7150311" y="3737794"/>
            <a:chExt cx="460362" cy="460017"/>
          </a:xfrm>
        </p:grpSpPr>
        <p:sp>
          <p:nvSpPr>
            <p:cNvPr id="970" name="Google Shape;1766;p72">
              <a:extLst>
                <a:ext uri="{FF2B5EF4-FFF2-40B4-BE49-F238E27FC236}">
                  <a16:creationId xmlns:a16="http://schemas.microsoft.com/office/drawing/2014/main" id="{33DD39CE-C4AF-E6B8-3E2C-B12A6E53331A}"/>
                </a:ext>
              </a:extLst>
            </p:cNvPr>
            <p:cNvSpPr/>
            <p:nvPr/>
          </p:nvSpPr>
          <p:spPr>
            <a:xfrm>
              <a:off x="7150311" y="3737794"/>
              <a:ext cx="460362" cy="460017"/>
            </a:xfrm>
            <a:custGeom>
              <a:avLst/>
              <a:gdLst/>
              <a:ahLst/>
              <a:cxnLst/>
              <a:rect l="l" t="t" r="r" b="b"/>
              <a:pathLst>
                <a:path w="460362" h="460017" extrusionOk="0">
                  <a:moveTo>
                    <a:pt x="430450" y="265546"/>
                  </a:moveTo>
                  <a:lnTo>
                    <a:pt x="456373" y="239624"/>
                  </a:lnTo>
                  <a:cubicBezTo>
                    <a:pt x="461696" y="234300"/>
                    <a:pt x="461687" y="225686"/>
                    <a:pt x="456373" y="220372"/>
                  </a:cubicBezTo>
                  <a:lnTo>
                    <a:pt x="322262" y="86262"/>
                  </a:lnTo>
                  <a:cubicBezTo>
                    <a:pt x="331803" y="75894"/>
                    <a:pt x="341819" y="69141"/>
                    <a:pt x="346081" y="58136"/>
                  </a:cubicBezTo>
                  <a:cubicBezTo>
                    <a:pt x="346090" y="58127"/>
                    <a:pt x="346099" y="58118"/>
                    <a:pt x="346099" y="58100"/>
                  </a:cubicBezTo>
                  <a:cubicBezTo>
                    <a:pt x="352070" y="43785"/>
                    <a:pt x="349202" y="26476"/>
                    <a:pt x="337440" y="14724"/>
                  </a:cubicBezTo>
                  <a:cubicBezTo>
                    <a:pt x="329905" y="7207"/>
                    <a:pt x="319907" y="3053"/>
                    <a:pt x="309269" y="3053"/>
                  </a:cubicBezTo>
                  <a:lnTo>
                    <a:pt x="309260" y="3053"/>
                  </a:lnTo>
                  <a:cubicBezTo>
                    <a:pt x="298695" y="3053"/>
                    <a:pt x="288561" y="7252"/>
                    <a:pt x="281090" y="14724"/>
                  </a:cubicBezTo>
                  <a:lnTo>
                    <a:pt x="265911" y="29902"/>
                  </a:lnTo>
                  <a:lnTo>
                    <a:pt x="239980" y="3979"/>
                  </a:lnTo>
                  <a:cubicBezTo>
                    <a:pt x="234657" y="-1344"/>
                    <a:pt x="226016" y="-1308"/>
                    <a:pt x="220738" y="3979"/>
                  </a:cubicBezTo>
                  <a:cubicBezTo>
                    <a:pt x="216367" y="8349"/>
                    <a:pt x="84657" y="140059"/>
                    <a:pt x="84657" y="140059"/>
                  </a:cubicBezTo>
                  <a:lnTo>
                    <a:pt x="68032" y="123433"/>
                  </a:lnTo>
                  <a:cubicBezTo>
                    <a:pt x="52485" y="107887"/>
                    <a:pt x="27210" y="107887"/>
                    <a:pt x="11681" y="123433"/>
                  </a:cubicBezTo>
                  <a:cubicBezTo>
                    <a:pt x="-2004" y="137110"/>
                    <a:pt x="-3533" y="158096"/>
                    <a:pt x="6403" y="173256"/>
                  </a:cubicBezTo>
                  <a:cubicBezTo>
                    <a:pt x="10656" y="179901"/>
                    <a:pt x="15718" y="183192"/>
                    <a:pt x="28307" y="196410"/>
                  </a:cubicBezTo>
                  <a:lnTo>
                    <a:pt x="4335" y="220381"/>
                  </a:lnTo>
                  <a:cubicBezTo>
                    <a:pt x="-979" y="225695"/>
                    <a:pt x="-988" y="234309"/>
                    <a:pt x="4335" y="239633"/>
                  </a:cubicBezTo>
                  <a:lnTo>
                    <a:pt x="30258" y="265555"/>
                  </a:lnTo>
                  <a:lnTo>
                    <a:pt x="15071" y="280733"/>
                  </a:lnTo>
                  <a:cubicBezTo>
                    <a:pt x="396" y="295408"/>
                    <a:pt x="-116" y="318148"/>
                    <a:pt x="11717" y="333281"/>
                  </a:cubicBezTo>
                  <a:cubicBezTo>
                    <a:pt x="26158" y="351893"/>
                    <a:pt x="54005" y="354528"/>
                    <a:pt x="71440" y="337093"/>
                  </a:cubicBezTo>
                  <a:lnTo>
                    <a:pt x="86618" y="321915"/>
                  </a:lnTo>
                  <a:lnTo>
                    <a:pt x="138464" y="373752"/>
                  </a:lnTo>
                  <a:cubicBezTo>
                    <a:pt x="138464" y="373752"/>
                    <a:pt x="122980" y="388795"/>
                    <a:pt x="119914" y="392743"/>
                  </a:cubicBezTo>
                  <a:cubicBezTo>
                    <a:pt x="108485" y="407381"/>
                    <a:pt x="108378" y="430292"/>
                    <a:pt x="123232" y="445245"/>
                  </a:cubicBezTo>
                  <a:cubicBezTo>
                    <a:pt x="138607" y="460720"/>
                    <a:pt x="163892" y="461016"/>
                    <a:pt x="179637" y="445290"/>
                  </a:cubicBezTo>
                  <a:lnTo>
                    <a:pt x="194814" y="430112"/>
                  </a:lnTo>
                  <a:lnTo>
                    <a:pt x="220738" y="456035"/>
                  </a:lnTo>
                  <a:cubicBezTo>
                    <a:pt x="226061" y="461331"/>
                    <a:pt x="234657" y="461358"/>
                    <a:pt x="239988" y="456035"/>
                  </a:cubicBezTo>
                  <a:cubicBezTo>
                    <a:pt x="239988" y="456035"/>
                    <a:pt x="374010" y="322005"/>
                    <a:pt x="374100" y="321906"/>
                  </a:cubicBezTo>
                  <a:lnTo>
                    <a:pt x="389277" y="337093"/>
                  </a:lnTo>
                  <a:cubicBezTo>
                    <a:pt x="404815" y="352631"/>
                    <a:pt x="430099" y="352622"/>
                    <a:pt x="445637" y="337084"/>
                  </a:cubicBezTo>
                  <a:cubicBezTo>
                    <a:pt x="461175" y="321538"/>
                    <a:pt x="461175" y="296262"/>
                    <a:pt x="445637" y="280733"/>
                  </a:cubicBezTo>
                  <a:lnTo>
                    <a:pt x="430450" y="265555"/>
                  </a:lnTo>
                  <a:close/>
                  <a:moveTo>
                    <a:pt x="230152" y="32950"/>
                  </a:moveTo>
                  <a:lnTo>
                    <a:pt x="256075" y="58873"/>
                  </a:lnTo>
                  <a:cubicBezTo>
                    <a:pt x="260552" y="63351"/>
                    <a:pt x="267386" y="64061"/>
                    <a:pt x="272619" y="60977"/>
                  </a:cubicBezTo>
                  <a:cubicBezTo>
                    <a:pt x="273105" y="60689"/>
                    <a:pt x="273572" y="60366"/>
                    <a:pt x="274022" y="60015"/>
                  </a:cubicBezTo>
                  <a:cubicBezTo>
                    <a:pt x="274220" y="59862"/>
                    <a:pt x="274409" y="59709"/>
                    <a:pt x="274606" y="59538"/>
                  </a:cubicBezTo>
                  <a:cubicBezTo>
                    <a:pt x="274670" y="59475"/>
                    <a:pt x="274742" y="59421"/>
                    <a:pt x="274804" y="59358"/>
                  </a:cubicBezTo>
                  <a:cubicBezTo>
                    <a:pt x="274975" y="59206"/>
                    <a:pt x="275146" y="59044"/>
                    <a:pt x="275326" y="58873"/>
                  </a:cubicBezTo>
                  <a:lnTo>
                    <a:pt x="275326" y="58873"/>
                  </a:lnTo>
                  <a:cubicBezTo>
                    <a:pt x="301024" y="33229"/>
                    <a:pt x="300152" y="33867"/>
                    <a:pt x="301546" y="32833"/>
                  </a:cubicBezTo>
                  <a:cubicBezTo>
                    <a:pt x="306212" y="29299"/>
                    <a:pt x="313334" y="29425"/>
                    <a:pt x="317991" y="34056"/>
                  </a:cubicBezTo>
                  <a:cubicBezTo>
                    <a:pt x="323135" y="39199"/>
                    <a:pt x="322748" y="47184"/>
                    <a:pt x="318000" y="51922"/>
                  </a:cubicBezTo>
                  <a:lnTo>
                    <a:pt x="293192" y="76730"/>
                  </a:lnTo>
                  <a:cubicBezTo>
                    <a:pt x="290639" y="79293"/>
                    <a:pt x="289209" y="82746"/>
                    <a:pt x="289209" y="86360"/>
                  </a:cubicBezTo>
                  <a:cubicBezTo>
                    <a:pt x="289209" y="89975"/>
                    <a:pt x="290639" y="93428"/>
                    <a:pt x="293192" y="95991"/>
                  </a:cubicBezTo>
                  <a:lnTo>
                    <a:pt x="319106" y="121904"/>
                  </a:lnTo>
                  <a:lnTo>
                    <a:pt x="295134" y="145876"/>
                  </a:lnTo>
                  <a:cubicBezTo>
                    <a:pt x="289821" y="151190"/>
                    <a:pt x="289821" y="159814"/>
                    <a:pt x="295134" y="165119"/>
                  </a:cubicBezTo>
                  <a:lnTo>
                    <a:pt x="321390" y="191374"/>
                  </a:lnTo>
                  <a:cubicBezTo>
                    <a:pt x="326255" y="196239"/>
                    <a:pt x="326380" y="204223"/>
                    <a:pt x="321390" y="209232"/>
                  </a:cubicBezTo>
                  <a:cubicBezTo>
                    <a:pt x="316157" y="214447"/>
                    <a:pt x="308218" y="213916"/>
                    <a:pt x="303524" y="209232"/>
                  </a:cubicBezTo>
                  <a:lnTo>
                    <a:pt x="277268" y="182976"/>
                  </a:lnTo>
                  <a:cubicBezTo>
                    <a:pt x="271963" y="177671"/>
                    <a:pt x="263340" y="177662"/>
                    <a:pt x="258026" y="182976"/>
                  </a:cubicBezTo>
                  <a:lnTo>
                    <a:pt x="230161" y="210850"/>
                  </a:lnTo>
                  <a:lnTo>
                    <a:pt x="213859" y="194548"/>
                  </a:lnTo>
                  <a:lnTo>
                    <a:pt x="231932" y="176484"/>
                  </a:lnTo>
                  <a:cubicBezTo>
                    <a:pt x="247470" y="160937"/>
                    <a:pt x="247470" y="135662"/>
                    <a:pt x="231932" y="120124"/>
                  </a:cubicBezTo>
                  <a:cubicBezTo>
                    <a:pt x="216394" y="104578"/>
                    <a:pt x="191110" y="104578"/>
                    <a:pt x="175572" y="120124"/>
                  </a:cubicBezTo>
                  <a:lnTo>
                    <a:pt x="157499" y="138189"/>
                  </a:lnTo>
                  <a:lnTo>
                    <a:pt x="141206" y="121895"/>
                  </a:lnTo>
                  <a:lnTo>
                    <a:pt x="230161" y="32941"/>
                  </a:lnTo>
                  <a:close/>
                  <a:moveTo>
                    <a:pt x="122153" y="318651"/>
                  </a:moveTo>
                  <a:lnTo>
                    <a:pt x="122153" y="318651"/>
                  </a:lnTo>
                  <a:lnTo>
                    <a:pt x="96257" y="292755"/>
                  </a:lnTo>
                  <a:cubicBezTo>
                    <a:pt x="91051" y="287495"/>
                    <a:pt x="82391" y="287396"/>
                    <a:pt x="77032" y="292755"/>
                  </a:cubicBezTo>
                  <a:lnTo>
                    <a:pt x="52252" y="317536"/>
                  </a:lnTo>
                  <a:cubicBezTo>
                    <a:pt x="46964" y="322814"/>
                    <a:pt x="38233" y="322428"/>
                    <a:pt x="33450" y="316457"/>
                  </a:cubicBezTo>
                  <a:cubicBezTo>
                    <a:pt x="29404" y="311404"/>
                    <a:pt x="30069" y="304031"/>
                    <a:pt x="34655" y="299454"/>
                  </a:cubicBezTo>
                  <a:lnTo>
                    <a:pt x="59067" y="275042"/>
                  </a:lnTo>
                  <a:cubicBezTo>
                    <a:pt x="60299" y="273810"/>
                    <a:pt x="61351" y="272380"/>
                    <a:pt x="62035" y="270780"/>
                  </a:cubicBezTo>
                  <a:cubicBezTo>
                    <a:pt x="64327" y="265430"/>
                    <a:pt x="63024" y="259522"/>
                    <a:pt x="59184" y="255692"/>
                  </a:cubicBezTo>
                  <a:lnTo>
                    <a:pt x="33288" y="229796"/>
                  </a:lnTo>
                  <a:lnTo>
                    <a:pt x="57224" y="205860"/>
                  </a:lnTo>
                  <a:cubicBezTo>
                    <a:pt x="62538" y="200546"/>
                    <a:pt x="62538" y="191923"/>
                    <a:pt x="57224" y="186609"/>
                  </a:cubicBezTo>
                  <a:lnTo>
                    <a:pt x="31013" y="160398"/>
                  </a:lnTo>
                  <a:cubicBezTo>
                    <a:pt x="26095" y="155488"/>
                    <a:pt x="26095" y="147486"/>
                    <a:pt x="31013" y="142558"/>
                  </a:cubicBezTo>
                  <a:cubicBezTo>
                    <a:pt x="35931" y="137640"/>
                    <a:pt x="43934" y="137640"/>
                    <a:pt x="48862" y="142558"/>
                  </a:cubicBezTo>
                  <a:cubicBezTo>
                    <a:pt x="76781" y="170361"/>
                    <a:pt x="75171" y="169174"/>
                    <a:pt x="77150" y="170478"/>
                  </a:cubicBezTo>
                  <a:cubicBezTo>
                    <a:pt x="82589" y="174101"/>
                    <a:pt x="89756" y="173328"/>
                    <a:pt x="94305" y="168787"/>
                  </a:cubicBezTo>
                  <a:lnTo>
                    <a:pt x="122153" y="140949"/>
                  </a:lnTo>
                  <a:lnTo>
                    <a:pt x="148049" y="166836"/>
                  </a:lnTo>
                  <a:cubicBezTo>
                    <a:pt x="153372" y="172159"/>
                    <a:pt x="161986" y="172114"/>
                    <a:pt x="167273" y="166836"/>
                  </a:cubicBezTo>
                  <a:cubicBezTo>
                    <a:pt x="187513" y="146596"/>
                    <a:pt x="193196" y="140913"/>
                    <a:pt x="194562" y="139546"/>
                  </a:cubicBezTo>
                  <a:lnTo>
                    <a:pt x="194931" y="139177"/>
                  </a:lnTo>
                  <a:cubicBezTo>
                    <a:pt x="199850" y="134259"/>
                    <a:pt x="207852" y="134259"/>
                    <a:pt x="212780" y="139177"/>
                  </a:cubicBezTo>
                  <a:cubicBezTo>
                    <a:pt x="217689" y="144096"/>
                    <a:pt x="217689" y="152099"/>
                    <a:pt x="212780" y="157026"/>
                  </a:cubicBezTo>
                  <a:cubicBezTo>
                    <a:pt x="211979" y="157826"/>
                    <a:pt x="212717" y="157089"/>
                    <a:pt x="212789" y="157017"/>
                  </a:cubicBezTo>
                  <a:cubicBezTo>
                    <a:pt x="212636" y="157170"/>
                    <a:pt x="209057" y="160748"/>
                    <a:pt x="185112" y="184693"/>
                  </a:cubicBezTo>
                  <a:lnTo>
                    <a:pt x="185112" y="184693"/>
                  </a:lnTo>
                  <a:cubicBezTo>
                    <a:pt x="179789" y="190016"/>
                    <a:pt x="179834" y="198639"/>
                    <a:pt x="185112" y="203917"/>
                  </a:cubicBezTo>
                  <a:lnTo>
                    <a:pt x="211008" y="229814"/>
                  </a:lnTo>
                  <a:lnTo>
                    <a:pt x="192791" y="248040"/>
                  </a:lnTo>
                  <a:lnTo>
                    <a:pt x="176175" y="231423"/>
                  </a:lnTo>
                  <a:cubicBezTo>
                    <a:pt x="160655" y="215903"/>
                    <a:pt x="135407" y="215903"/>
                    <a:pt x="119878" y="231423"/>
                  </a:cubicBezTo>
                  <a:cubicBezTo>
                    <a:pt x="104349" y="246943"/>
                    <a:pt x="104349" y="272191"/>
                    <a:pt x="119878" y="287720"/>
                  </a:cubicBezTo>
                  <a:lnTo>
                    <a:pt x="136485" y="304328"/>
                  </a:lnTo>
                  <a:lnTo>
                    <a:pt x="122153" y="318669"/>
                  </a:lnTo>
                  <a:close/>
                  <a:moveTo>
                    <a:pt x="230358" y="427549"/>
                  </a:moveTo>
                  <a:lnTo>
                    <a:pt x="204436" y="401626"/>
                  </a:lnTo>
                  <a:cubicBezTo>
                    <a:pt x="199122" y="396312"/>
                    <a:pt x="190499" y="396312"/>
                    <a:pt x="185184" y="401626"/>
                  </a:cubicBezTo>
                  <a:lnTo>
                    <a:pt x="160377" y="426434"/>
                  </a:lnTo>
                  <a:cubicBezTo>
                    <a:pt x="155152" y="431551"/>
                    <a:pt x="147275" y="431173"/>
                    <a:pt x="142519" y="426434"/>
                  </a:cubicBezTo>
                  <a:cubicBezTo>
                    <a:pt x="137394" y="421309"/>
                    <a:pt x="137753" y="413325"/>
                    <a:pt x="142519" y="408568"/>
                  </a:cubicBezTo>
                  <a:lnTo>
                    <a:pt x="167336" y="383760"/>
                  </a:lnTo>
                  <a:cubicBezTo>
                    <a:pt x="172722" y="378356"/>
                    <a:pt x="172569" y="369742"/>
                    <a:pt x="167336" y="364509"/>
                  </a:cubicBezTo>
                  <a:lnTo>
                    <a:pt x="167336" y="364509"/>
                  </a:lnTo>
                  <a:lnTo>
                    <a:pt x="141422" y="338595"/>
                  </a:lnTo>
                  <a:lnTo>
                    <a:pt x="165394" y="314623"/>
                  </a:lnTo>
                  <a:cubicBezTo>
                    <a:pt x="170708" y="309309"/>
                    <a:pt x="170708" y="300686"/>
                    <a:pt x="165394" y="295381"/>
                  </a:cubicBezTo>
                  <a:cubicBezTo>
                    <a:pt x="143904" y="273882"/>
                    <a:pt x="139686" y="269665"/>
                    <a:pt x="139192" y="269170"/>
                  </a:cubicBezTo>
                  <a:cubicBezTo>
                    <a:pt x="139264" y="269242"/>
                    <a:pt x="139390" y="269368"/>
                    <a:pt x="139471" y="269449"/>
                  </a:cubicBezTo>
                  <a:lnTo>
                    <a:pt x="139534" y="269512"/>
                  </a:lnTo>
                  <a:cubicBezTo>
                    <a:pt x="139534" y="269512"/>
                    <a:pt x="139552" y="269530"/>
                    <a:pt x="139534" y="269512"/>
                  </a:cubicBezTo>
                  <a:lnTo>
                    <a:pt x="139471" y="269449"/>
                  </a:lnTo>
                  <a:lnTo>
                    <a:pt x="139390" y="269368"/>
                  </a:lnTo>
                  <a:cubicBezTo>
                    <a:pt x="134813" y="264791"/>
                    <a:pt x="134139" y="257418"/>
                    <a:pt x="138176" y="252365"/>
                  </a:cubicBezTo>
                  <a:cubicBezTo>
                    <a:pt x="142960" y="246376"/>
                    <a:pt x="151744" y="246008"/>
                    <a:pt x="157013" y="251268"/>
                  </a:cubicBezTo>
                  <a:cubicBezTo>
                    <a:pt x="157175" y="251430"/>
                    <a:pt x="157274" y="251529"/>
                    <a:pt x="157337" y="251591"/>
                  </a:cubicBezTo>
                  <a:cubicBezTo>
                    <a:pt x="157256" y="251511"/>
                    <a:pt x="157130" y="251385"/>
                    <a:pt x="157058" y="251313"/>
                  </a:cubicBezTo>
                  <a:cubicBezTo>
                    <a:pt x="157553" y="251807"/>
                    <a:pt x="161770" y="256024"/>
                    <a:pt x="183260" y="277523"/>
                  </a:cubicBezTo>
                  <a:cubicBezTo>
                    <a:pt x="188520" y="282784"/>
                    <a:pt x="197018" y="282837"/>
                    <a:pt x="202341" y="277685"/>
                  </a:cubicBezTo>
                  <a:cubicBezTo>
                    <a:pt x="202403" y="277631"/>
                    <a:pt x="202457" y="277577"/>
                    <a:pt x="202511" y="277523"/>
                  </a:cubicBezTo>
                  <a:lnTo>
                    <a:pt x="230376" y="249649"/>
                  </a:lnTo>
                  <a:lnTo>
                    <a:pt x="246669" y="265942"/>
                  </a:lnTo>
                  <a:lnTo>
                    <a:pt x="243630" y="268981"/>
                  </a:lnTo>
                  <a:cubicBezTo>
                    <a:pt x="228146" y="284465"/>
                    <a:pt x="230242" y="312645"/>
                    <a:pt x="245159" y="326798"/>
                  </a:cubicBezTo>
                  <a:cubicBezTo>
                    <a:pt x="260912" y="340969"/>
                    <a:pt x="284992" y="340339"/>
                    <a:pt x="299981" y="325341"/>
                  </a:cubicBezTo>
                  <a:lnTo>
                    <a:pt x="303020" y="322311"/>
                  </a:lnTo>
                  <a:lnTo>
                    <a:pt x="319322" y="338604"/>
                  </a:lnTo>
                  <a:lnTo>
                    <a:pt x="230368" y="427558"/>
                  </a:lnTo>
                  <a:close/>
                  <a:moveTo>
                    <a:pt x="426395" y="318202"/>
                  </a:moveTo>
                  <a:cubicBezTo>
                    <a:pt x="421467" y="323129"/>
                    <a:pt x="413456" y="323138"/>
                    <a:pt x="408529" y="318211"/>
                  </a:cubicBezTo>
                  <a:lnTo>
                    <a:pt x="383720" y="293403"/>
                  </a:lnTo>
                  <a:cubicBezTo>
                    <a:pt x="378389" y="288071"/>
                    <a:pt x="369765" y="288116"/>
                    <a:pt x="364478" y="293403"/>
                  </a:cubicBezTo>
                  <a:lnTo>
                    <a:pt x="338564" y="319326"/>
                  </a:lnTo>
                  <a:lnTo>
                    <a:pt x="312641" y="293403"/>
                  </a:lnTo>
                  <a:cubicBezTo>
                    <a:pt x="307327" y="288089"/>
                    <a:pt x="298704" y="288089"/>
                    <a:pt x="293390" y="293403"/>
                  </a:cubicBezTo>
                  <a:lnTo>
                    <a:pt x="280730" y="306063"/>
                  </a:lnTo>
                  <a:cubicBezTo>
                    <a:pt x="276135" y="310658"/>
                    <a:pt x="268861" y="310999"/>
                    <a:pt x="263880" y="306980"/>
                  </a:cubicBezTo>
                  <a:cubicBezTo>
                    <a:pt x="259320" y="301396"/>
                    <a:pt x="258772" y="292288"/>
                    <a:pt x="262864" y="288196"/>
                  </a:cubicBezTo>
                  <a:lnTo>
                    <a:pt x="275523" y="275536"/>
                  </a:lnTo>
                  <a:cubicBezTo>
                    <a:pt x="280838" y="270222"/>
                    <a:pt x="280838" y="261599"/>
                    <a:pt x="275523" y="256285"/>
                  </a:cubicBezTo>
                  <a:lnTo>
                    <a:pt x="249610" y="230371"/>
                  </a:lnTo>
                  <a:lnTo>
                    <a:pt x="267854" y="212127"/>
                  </a:lnTo>
                  <a:lnTo>
                    <a:pt x="284479" y="228762"/>
                  </a:lnTo>
                  <a:cubicBezTo>
                    <a:pt x="292015" y="236287"/>
                    <a:pt x="302013" y="240433"/>
                    <a:pt x="312650" y="240433"/>
                  </a:cubicBezTo>
                  <a:lnTo>
                    <a:pt x="312668" y="240433"/>
                  </a:lnTo>
                  <a:cubicBezTo>
                    <a:pt x="324403" y="240433"/>
                    <a:pt x="335381" y="235379"/>
                    <a:pt x="343105" y="226298"/>
                  </a:cubicBezTo>
                  <a:cubicBezTo>
                    <a:pt x="348446" y="220022"/>
                    <a:pt x="351701" y="212163"/>
                    <a:pt x="352375" y="203944"/>
                  </a:cubicBezTo>
                  <a:cubicBezTo>
                    <a:pt x="353347" y="192058"/>
                    <a:pt x="349166" y="180710"/>
                    <a:pt x="340848" y="172393"/>
                  </a:cubicBezTo>
                  <a:lnTo>
                    <a:pt x="324214" y="155767"/>
                  </a:lnTo>
                  <a:lnTo>
                    <a:pt x="338564" y="141425"/>
                  </a:lnTo>
                  <a:lnTo>
                    <a:pt x="427510" y="230371"/>
                  </a:lnTo>
                  <a:lnTo>
                    <a:pt x="401587" y="256294"/>
                  </a:lnTo>
                  <a:cubicBezTo>
                    <a:pt x="396300" y="261581"/>
                    <a:pt x="396255" y="270213"/>
                    <a:pt x="401587" y="275536"/>
                  </a:cubicBezTo>
                  <a:lnTo>
                    <a:pt x="426395" y="300344"/>
                  </a:lnTo>
                  <a:cubicBezTo>
                    <a:pt x="431322" y="305272"/>
                    <a:pt x="431322" y="313283"/>
                    <a:pt x="426395" y="318202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7B879D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1" name="Google Shape;1767;p72">
              <a:extLst>
                <a:ext uri="{FF2B5EF4-FFF2-40B4-BE49-F238E27FC236}">
                  <a16:creationId xmlns:a16="http://schemas.microsoft.com/office/drawing/2014/main" id="{7DDAEAF1-DC8A-E0E3-B780-02D9363176F1}"/>
                </a:ext>
              </a:extLst>
            </p:cNvPr>
            <p:cNvSpPr/>
            <p:nvPr/>
          </p:nvSpPr>
          <p:spPr>
            <a:xfrm>
              <a:off x="7307612" y="3989080"/>
              <a:ext cx="63" cy="62"/>
            </a:xfrm>
            <a:custGeom>
              <a:avLst/>
              <a:gdLst/>
              <a:ahLst/>
              <a:cxnLst/>
              <a:rect l="l" t="t" r="r" b="b"/>
              <a:pathLst>
                <a:path w="63" h="62" extrusionOk="0">
                  <a:moveTo>
                    <a:pt x="63" y="63"/>
                  </a:moveTo>
                  <a:lnTo>
                    <a:pt x="0" y="0"/>
                  </a:lnTo>
                  <a:cubicBezTo>
                    <a:pt x="0" y="0"/>
                    <a:pt x="54" y="54"/>
                    <a:pt x="63" y="63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7B879D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2" name="Google Shape;1768;p72">
              <a:extLst>
                <a:ext uri="{FF2B5EF4-FFF2-40B4-BE49-F238E27FC236}">
                  <a16:creationId xmlns:a16="http://schemas.microsoft.com/office/drawing/2014/main" id="{A9284D64-DAB8-3495-8EEA-50D18E6C0D1F}"/>
                </a:ext>
              </a:extLst>
            </p:cNvPr>
            <p:cNvSpPr/>
            <p:nvPr/>
          </p:nvSpPr>
          <p:spPr>
            <a:xfrm>
              <a:off x="7307675" y="3989143"/>
              <a:ext cx="8" cy="8"/>
            </a:xfrm>
            <a:custGeom>
              <a:avLst/>
              <a:gdLst/>
              <a:ahLst/>
              <a:cxnLst/>
              <a:rect l="l" t="t" r="r" b="b"/>
              <a:pathLst>
                <a:path w="8" h="8" extrusionOk="0">
                  <a:moveTo>
                    <a:pt x="0" y="0"/>
                  </a:moveTo>
                  <a:cubicBezTo>
                    <a:pt x="0" y="0"/>
                    <a:pt x="18" y="18"/>
                    <a:pt x="0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7B879D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973" name="Google Shape;1769;p72">
            <a:extLst>
              <a:ext uri="{FF2B5EF4-FFF2-40B4-BE49-F238E27FC236}">
                <a16:creationId xmlns:a16="http://schemas.microsoft.com/office/drawing/2014/main" id="{E1E42EE4-9ABC-40A3-1AC9-A3CA896812C1}"/>
              </a:ext>
            </a:extLst>
          </p:cNvPr>
          <p:cNvGrpSpPr/>
          <p:nvPr/>
        </p:nvGrpSpPr>
        <p:grpSpPr>
          <a:xfrm>
            <a:off x="7054937" y="3837446"/>
            <a:ext cx="460625" cy="460632"/>
            <a:chOff x="7834479" y="3738053"/>
            <a:chExt cx="460625" cy="460632"/>
          </a:xfrm>
        </p:grpSpPr>
        <p:sp>
          <p:nvSpPr>
            <p:cNvPr id="974" name="Google Shape;1770;p72">
              <a:extLst>
                <a:ext uri="{FF2B5EF4-FFF2-40B4-BE49-F238E27FC236}">
                  <a16:creationId xmlns:a16="http://schemas.microsoft.com/office/drawing/2014/main" id="{75292138-8AC8-8F63-DE9A-5F2AC48EBB34}"/>
                </a:ext>
              </a:extLst>
            </p:cNvPr>
            <p:cNvSpPr/>
            <p:nvPr/>
          </p:nvSpPr>
          <p:spPr>
            <a:xfrm>
              <a:off x="7834479" y="3738053"/>
              <a:ext cx="460625" cy="460632"/>
            </a:xfrm>
            <a:custGeom>
              <a:avLst/>
              <a:gdLst/>
              <a:ahLst/>
              <a:cxnLst/>
              <a:rect l="l" t="t" r="r" b="b"/>
              <a:pathLst>
                <a:path w="460625" h="460632" extrusionOk="0">
                  <a:moveTo>
                    <a:pt x="408599" y="284575"/>
                  </a:moveTo>
                  <a:cubicBezTo>
                    <a:pt x="394878" y="284575"/>
                    <a:pt x="382389" y="289952"/>
                    <a:pt x="373118" y="298692"/>
                  </a:cubicBezTo>
                  <a:lnTo>
                    <a:pt x="305690" y="253042"/>
                  </a:lnTo>
                  <a:cubicBezTo>
                    <a:pt x="312955" y="229645"/>
                    <a:pt x="309035" y="203165"/>
                    <a:pt x="293236" y="182349"/>
                  </a:cubicBezTo>
                  <a:lnTo>
                    <a:pt x="354802" y="123274"/>
                  </a:lnTo>
                  <a:lnTo>
                    <a:pt x="354766" y="123274"/>
                  </a:lnTo>
                  <a:cubicBezTo>
                    <a:pt x="367220" y="131861"/>
                    <a:pt x="382650" y="136384"/>
                    <a:pt x="399185" y="134909"/>
                  </a:cubicBezTo>
                  <a:cubicBezTo>
                    <a:pt x="431205" y="132068"/>
                    <a:pt x="457002" y="106621"/>
                    <a:pt x="460266" y="74638"/>
                  </a:cubicBezTo>
                  <a:cubicBezTo>
                    <a:pt x="464564" y="32458"/>
                    <a:pt x="429811" y="-2960"/>
                    <a:pt x="387838" y="196"/>
                  </a:cubicBezTo>
                  <a:cubicBezTo>
                    <a:pt x="354874" y="2677"/>
                    <a:pt x="328322" y="29068"/>
                    <a:pt x="325678" y="62022"/>
                  </a:cubicBezTo>
                  <a:cubicBezTo>
                    <a:pt x="324437" y="77425"/>
                    <a:pt x="328385" y="91857"/>
                    <a:pt x="335974" y="103771"/>
                  </a:cubicBezTo>
                  <a:lnTo>
                    <a:pt x="273275" y="163934"/>
                  </a:lnTo>
                  <a:cubicBezTo>
                    <a:pt x="251425" y="149655"/>
                    <a:pt x="224441" y="147470"/>
                    <a:pt x="201225" y="156723"/>
                  </a:cubicBezTo>
                  <a:lnTo>
                    <a:pt x="166553" y="98502"/>
                  </a:lnTo>
                  <a:cubicBezTo>
                    <a:pt x="178727" y="87109"/>
                    <a:pt x="185912" y="70457"/>
                    <a:pt x="184428" y="52204"/>
                  </a:cubicBezTo>
                  <a:cubicBezTo>
                    <a:pt x="182162" y="24249"/>
                    <a:pt x="159404" y="1913"/>
                    <a:pt x="131413" y="124"/>
                  </a:cubicBezTo>
                  <a:cubicBezTo>
                    <a:pt x="96364" y="-2115"/>
                    <a:pt x="67474" y="27584"/>
                    <a:pt x="71088" y="62895"/>
                  </a:cubicBezTo>
                  <a:cubicBezTo>
                    <a:pt x="73848" y="89888"/>
                    <a:pt x="95725" y="111342"/>
                    <a:pt x="122763" y="113635"/>
                  </a:cubicBezTo>
                  <a:cubicBezTo>
                    <a:pt x="129795" y="114228"/>
                    <a:pt x="136575" y="113536"/>
                    <a:pt x="142923" y="111764"/>
                  </a:cubicBezTo>
                  <a:lnTo>
                    <a:pt x="178152" y="170921"/>
                  </a:lnTo>
                  <a:lnTo>
                    <a:pt x="178278" y="170921"/>
                  </a:lnTo>
                  <a:cubicBezTo>
                    <a:pt x="166382" y="181441"/>
                    <a:pt x="157678" y="195477"/>
                    <a:pt x="153802" y="211383"/>
                  </a:cubicBezTo>
                  <a:lnTo>
                    <a:pt x="103818" y="203093"/>
                  </a:lnTo>
                  <a:cubicBezTo>
                    <a:pt x="100932" y="177152"/>
                    <a:pt x="78866" y="156903"/>
                    <a:pt x="52160" y="156903"/>
                  </a:cubicBezTo>
                  <a:cubicBezTo>
                    <a:pt x="20950" y="156903"/>
                    <a:pt x="-3911" y="184543"/>
                    <a:pt x="737" y="216625"/>
                  </a:cubicBezTo>
                  <a:cubicBezTo>
                    <a:pt x="3983" y="239006"/>
                    <a:pt x="21697" y="256863"/>
                    <a:pt x="44059" y="260253"/>
                  </a:cubicBezTo>
                  <a:cubicBezTo>
                    <a:pt x="68579" y="263975"/>
                    <a:pt x="90573" y="250443"/>
                    <a:pt x="99682" y="229942"/>
                  </a:cubicBezTo>
                  <a:lnTo>
                    <a:pt x="152022" y="238628"/>
                  </a:lnTo>
                  <a:cubicBezTo>
                    <a:pt x="153668" y="253959"/>
                    <a:pt x="159719" y="267995"/>
                    <a:pt x="168881" y="279432"/>
                  </a:cubicBezTo>
                  <a:lnTo>
                    <a:pt x="93792" y="348614"/>
                  </a:lnTo>
                  <a:cubicBezTo>
                    <a:pt x="84288" y="342473"/>
                    <a:pt x="72985" y="338912"/>
                    <a:pt x="60856" y="338912"/>
                  </a:cubicBezTo>
                  <a:cubicBezTo>
                    <a:pt x="27299" y="338912"/>
                    <a:pt x="0" y="366211"/>
                    <a:pt x="0" y="399777"/>
                  </a:cubicBezTo>
                  <a:cubicBezTo>
                    <a:pt x="0" y="433343"/>
                    <a:pt x="27299" y="460632"/>
                    <a:pt x="60865" y="460632"/>
                  </a:cubicBezTo>
                  <a:cubicBezTo>
                    <a:pt x="94431" y="460632"/>
                    <a:pt x="121729" y="433334"/>
                    <a:pt x="121729" y="399777"/>
                  </a:cubicBezTo>
                  <a:cubicBezTo>
                    <a:pt x="121729" y="388168"/>
                    <a:pt x="118456" y="377306"/>
                    <a:pt x="112791" y="368063"/>
                  </a:cubicBezTo>
                  <a:lnTo>
                    <a:pt x="189373" y="297514"/>
                  </a:lnTo>
                  <a:cubicBezTo>
                    <a:pt x="203014" y="305886"/>
                    <a:pt x="219055" y="310076"/>
                    <a:pt x="236022" y="308961"/>
                  </a:cubicBezTo>
                  <a:lnTo>
                    <a:pt x="241202" y="339047"/>
                  </a:lnTo>
                  <a:lnTo>
                    <a:pt x="240878" y="339047"/>
                  </a:lnTo>
                  <a:cubicBezTo>
                    <a:pt x="240878" y="339047"/>
                    <a:pt x="210881" y="364610"/>
                    <a:pt x="210881" y="385390"/>
                  </a:cubicBezTo>
                  <a:cubicBezTo>
                    <a:pt x="210881" y="413974"/>
                    <a:pt x="234143" y="437236"/>
                    <a:pt x="262728" y="437236"/>
                  </a:cubicBezTo>
                  <a:cubicBezTo>
                    <a:pt x="291312" y="437236"/>
                    <a:pt x="314574" y="413974"/>
                    <a:pt x="314574" y="385390"/>
                  </a:cubicBezTo>
                  <a:cubicBezTo>
                    <a:pt x="314574" y="358433"/>
                    <a:pt x="267592" y="333652"/>
                    <a:pt x="267592" y="333652"/>
                  </a:cubicBezTo>
                  <a:lnTo>
                    <a:pt x="267754" y="333652"/>
                  </a:lnTo>
                  <a:lnTo>
                    <a:pt x="262260" y="301785"/>
                  </a:lnTo>
                  <a:cubicBezTo>
                    <a:pt x="274552" y="296345"/>
                    <a:pt x="285216" y="287839"/>
                    <a:pt x="293245" y="277256"/>
                  </a:cubicBezTo>
                  <a:lnTo>
                    <a:pt x="358966" y="321747"/>
                  </a:lnTo>
                  <a:cubicBezTo>
                    <a:pt x="349192" y="354890"/>
                    <a:pt x="374269" y="388114"/>
                    <a:pt x="408698" y="388069"/>
                  </a:cubicBezTo>
                  <a:cubicBezTo>
                    <a:pt x="435700" y="388033"/>
                    <a:pt x="458413" y="366867"/>
                    <a:pt x="460257" y="339937"/>
                  </a:cubicBezTo>
                  <a:cubicBezTo>
                    <a:pt x="462316" y="309779"/>
                    <a:pt x="438362" y="284566"/>
                    <a:pt x="408627" y="284566"/>
                  </a:cubicBezTo>
                  <a:close/>
                  <a:moveTo>
                    <a:pt x="393062" y="26829"/>
                  </a:moveTo>
                  <a:cubicBezTo>
                    <a:pt x="415397" y="26829"/>
                    <a:pt x="433569" y="45001"/>
                    <a:pt x="433569" y="67337"/>
                  </a:cubicBezTo>
                  <a:cubicBezTo>
                    <a:pt x="433569" y="89672"/>
                    <a:pt x="415397" y="107853"/>
                    <a:pt x="393062" y="107853"/>
                  </a:cubicBezTo>
                  <a:cubicBezTo>
                    <a:pt x="370726" y="107853"/>
                    <a:pt x="352554" y="89681"/>
                    <a:pt x="352554" y="67337"/>
                  </a:cubicBezTo>
                  <a:cubicBezTo>
                    <a:pt x="352554" y="44992"/>
                    <a:pt x="370718" y="26829"/>
                    <a:pt x="393062" y="26829"/>
                  </a:cubicBezTo>
                  <a:close/>
                  <a:moveTo>
                    <a:pt x="127637" y="86507"/>
                  </a:moveTo>
                  <a:cubicBezTo>
                    <a:pt x="111191" y="86507"/>
                    <a:pt x="97802" y="73118"/>
                    <a:pt x="97802" y="56663"/>
                  </a:cubicBezTo>
                  <a:cubicBezTo>
                    <a:pt x="97802" y="40209"/>
                    <a:pt x="111182" y="26820"/>
                    <a:pt x="127637" y="26820"/>
                  </a:cubicBezTo>
                  <a:cubicBezTo>
                    <a:pt x="144092" y="26820"/>
                    <a:pt x="157471" y="40209"/>
                    <a:pt x="157471" y="56663"/>
                  </a:cubicBezTo>
                  <a:cubicBezTo>
                    <a:pt x="157471" y="73118"/>
                    <a:pt x="144092" y="86507"/>
                    <a:pt x="127637" y="86507"/>
                  </a:cubicBezTo>
                  <a:close/>
                  <a:moveTo>
                    <a:pt x="76789" y="212345"/>
                  </a:moveTo>
                  <a:cubicBezTo>
                    <a:pt x="74972" y="224205"/>
                    <a:pt x="64695" y="233323"/>
                    <a:pt x="52332" y="233323"/>
                  </a:cubicBezTo>
                  <a:cubicBezTo>
                    <a:pt x="38691" y="233323"/>
                    <a:pt x="27587" y="222227"/>
                    <a:pt x="27587" y="208578"/>
                  </a:cubicBezTo>
                  <a:cubicBezTo>
                    <a:pt x="27587" y="194928"/>
                    <a:pt x="38691" y="183833"/>
                    <a:pt x="52332" y="183833"/>
                  </a:cubicBezTo>
                  <a:cubicBezTo>
                    <a:pt x="67446" y="183833"/>
                    <a:pt x="79100" y="197356"/>
                    <a:pt x="76789" y="212345"/>
                  </a:cubicBezTo>
                  <a:close/>
                  <a:moveTo>
                    <a:pt x="60999" y="432551"/>
                  </a:moveTo>
                  <a:cubicBezTo>
                    <a:pt x="42476" y="432551"/>
                    <a:pt x="27407" y="417481"/>
                    <a:pt x="27407" y="398967"/>
                  </a:cubicBezTo>
                  <a:cubicBezTo>
                    <a:pt x="27407" y="380454"/>
                    <a:pt x="42486" y="365374"/>
                    <a:pt x="60999" y="365374"/>
                  </a:cubicBezTo>
                  <a:cubicBezTo>
                    <a:pt x="79514" y="365374"/>
                    <a:pt x="94593" y="380327"/>
                    <a:pt x="94593" y="398967"/>
                  </a:cubicBezTo>
                  <a:cubicBezTo>
                    <a:pt x="94593" y="417490"/>
                    <a:pt x="79522" y="432551"/>
                    <a:pt x="60999" y="432551"/>
                  </a:cubicBezTo>
                  <a:close/>
                  <a:moveTo>
                    <a:pt x="262710" y="360672"/>
                  </a:moveTo>
                  <a:cubicBezTo>
                    <a:pt x="276350" y="360672"/>
                    <a:pt x="287455" y="371768"/>
                    <a:pt x="287455" y="385417"/>
                  </a:cubicBezTo>
                  <a:cubicBezTo>
                    <a:pt x="287455" y="399066"/>
                    <a:pt x="276350" y="410162"/>
                    <a:pt x="262710" y="410162"/>
                  </a:cubicBezTo>
                  <a:cubicBezTo>
                    <a:pt x="249069" y="410162"/>
                    <a:pt x="237964" y="399057"/>
                    <a:pt x="237964" y="385417"/>
                  </a:cubicBezTo>
                  <a:cubicBezTo>
                    <a:pt x="237964" y="371777"/>
                    <a:pt x="249069" y="360672"/>
                    <a:pt x="262710" y="360672"/>
                  </a:cubicBezTo>
                  <a:close/>
                  <a:moveTo>
                    <a:pt x="230295" y="281473"/>
                  </a:moveTo>
                  <a:cubicBezTo>
                    <a:pt x="201728" y="281473"/>
                    <a:pt x="178575" y="258320"/>
                    <a:pt x="178575" y="229753"/>
                  </a:cubicBezTo>
                  <a:cubicBezTo>
                    <a:pt x="178575" y="201186"/>
                    <a:pt x="201728" y="178033"/>
                    <a:pt x="230295" y="178033"/>
                  </a:cubicBezTo>
                  <a:cubicBezTo>
                    <a:pt x="258861" y="178033"/>
                    <a:pt x="282015" y="201186"/>
                    <a:pt x="282015" y="229753"/>
                  </a:cubicBezTo>
                  <a:cubicBezTo>
                    <a:pt x="282015" y="258320"/>
                    <a:pt x="258861" y="281473"/>
                    <a:pt x="230295" y="281473"/>
                  </a:cubicBezTo>
                  <a:close/>
                  <a:moveTo>
                    <a:pt x="408680" y="361220"/>
                  </a:moveTo>
                  <a:cubicBezTo>
                    <a:pt x="395013" y="361220"/>
                    <a:pt x="383926" y="350134"/>
                    <a:pt x="383926" y="336466"/>
                  </a:cubicBezTo>
                  <a:cubicBezTo>
                    <a:pt x="383926" y="322799"/>
                    <a:pt x="395013" y="311712"/>
                    <a:pt x="408680" y="311712"/>
                  </a:cubicBezTo>
                  <a:cubicBezTo>
                    <a:pt x="422348" y="311712"/>
                    <a:pt x="433435" y="322799"/>
                    <a:pt x="433435" y="336466"/>
                  </a:cubicBezTo>
                  <a:cubicBezTo>
                    <a:pt x="433435" y="350134"/>
                    <a:pt x="422348" y="361220"/>
                    <a:pt x="408680" y="36122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7B879D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5" name="Google Shape;1771;p72">
              <a:extLst>
                <a:ext uri="{FF2B5EF4-FFF2-40B4-BE49-F238E27FC236}">
                  <a16:creationId xmlns:a16="http://schemas.microsoft.com/office/drawing/2014/main" id="{A1FB7864-40D0-EFD1-1C83-FB8D7E07D56E}"/>
                </a:ext>
              </a:extLst>
            </p:cNvPr>
            <p:cNvSpPr/>
            <p:nvPr/>
          </p:nvSpPr>
          <p:spPr>
            <a:xfrm>
              <a:off x="8046691" y="3949733"/>
              <a:ext cx="36128" cy="36137"/>
            </a:xfrm>
            <a:custGeom>
              <a:avLst/>
              <a:gdLst/>
              <a:ahLst/>
              <a:cxnLst/>
              <a:rect l="l" t="t" r="r" b="b"/>
              <a:pathLst>
                <a:path w="36128" h="36137" extrusionOk="0">
                  <a:moveTo>
                    <a:pt x="18065" y="0"/>
                  </a:moveTo>
                  <a:cubicBezTo>
                    <a:pt x="8084" y="0"/>
                    <a:pt x="0" y="8093"/>
                    <a:pt x="0" y="18064"/>
                  </a:cubicBezTo>
                  <a:cubicBezTo>
                    <a:pt x="0" y="28036"/>
                    <a:pt x="8093" y="36137"/>
                    <a:pt x="18065" y="36137"/>
                  </a:cubicBezTo>
                  <a:cubicBezTo>
                    <a:pt x="28036" y="36137"/>
                    <a:pt x="36129" y="28045"/>
                    <a:pt x="36129" y="18064"/>
                  </a:cubicBezTo>
                  <a:cubicBezTo>
                    <a:pt x="36129" y="8084"/>
                    <a:pt x="28036" y="0"/>
                    <a:pt x="1806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7B879D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6" name="Google Shape;1772;p72">
              <a:extLst>
                <a:ext uri="{FF2B5EF4-FFF2-40B4-BE49-F238E27FC236}">
                  <a16:creationId xmlns:a16="http://schemas.microsoft.com/office/drawing/2014/main" id="{FB3B9BAD-2671-D2E5-91FD-A7C1449B62C5}"/>
                </a:ext>
              </a:extLst>
            </p:cNvPr>
            <p:cNvSpPr/>
            <p:nvPr/>
          </p:nvSpPr>
          <p:spPr>
            <a:xfrm>
              <a:off x="7877405" y="4118956"/>
              <a:ext cx="36128" cy="36128"/>
            </a:xfrm>
            <a:custGeom>
              <a:avLst/>
              <a:gdLst/>
              <a:ahLst/>
              <a:cxnLst/>
              <a:rect l="l" t="t" r="r" b="b"/>
              <a:pathLst>
                <a:path w="36128" h="36128" extrusionOk="0">
                  <a:moveTo>
                    <a:pt x="18065" y="0"/>
                  </a:moveTo>
                  <a:cubicBezTo>
                    <a:pt x="8093" y="0"/>
                    <a:pt x="0" y="8084"/>
                    <a:pt x="0" y="18064"/>
                  </a:cubicBezTo>
                  <a:cubicBezTo>
                    <a:pt x="0" y="28045"/>
                    <a:pt x="8093" y="36128"/>
                    <a:pt x="18065" y="36128"/>
                  </a:cubicBezTo>
                  <a:cubicBezTo>
                    <a:pt x="28036" y="36128"/>
                    <a:pt x="36129" y="28036"/>
                    <a:pt x="36129" y="18064"/>
                  </a:cubicBezTo>
                  <a:cubicBezTo>
                    <a:pt x="36129" y="8093"/>
                    <a:pt x="28036" y="0"/>
                    <a:pt x="1806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7B879D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7" name="Google Shape;1773;p72">
              <a:extLst>
                <a:ext uri="{FF2B5EF4-FFF2-40B4-BE49-F238E27FC236}">
                  <a16:creationId xmlns:a16="http://schemas.microsoft.com/office/drawing/2014/main" id="{0C0E9C41-F4F0-E9A0-4651-16ABFB7585ED}"/>
                </a:ext>
              </a:extLst>
            </p:cNvPr>
            <p:cNvSpPr/>
            <p:nvPr/>
          </p:nvSpPr>
          <p:spPr>
            <a:xfrm>
              <a:off x="7948575" y="3781166"/>
              <a:ext cx="27100" cy="27100"/>
            </a:xfrm>
            <a:custGeom>
              <a:avLst/>
              <a:gdLst/>
              <a:ahLst/>
              <a:cxnLst/>
              <a:rect l="l" t="t" r="r" b="b"/>
              <a:pathLst>
                <a:path w="27100" h="27100" extrusionOk="0">
                  <a:moveTo>
                    <a:pt x="13550" y="0"/>
                  </a:moveTo>
                  <a:cubicBezTo>
                    <a:pt x="6060" y="0"/>
                    <a:pt x="0" y="6069"/>
                    <a:pt x="0" y="13550"/>
                  </a:cubicBezTo>
                  <a:cubicBezTo>
                    <a:pt x="0" y="21031"/>
                    <a:pt x="6060" y="27101"/>
                    <a:pt x="13550" y="27101"/>
                  </a:cubicBezTo>
                  <a:cubicBezTo>
                    <a:pt x="21040" y="27101"/>
                    <a:pt x="27101" y="21031"/>
                    <a:pt x="27101" y="13550"/>
                  </a:cubicBezTo>
                  <a:cubicBezTo>
                    <a:pt x="27101" y="6069"/>
                    <a:pt x="21031" y="0"/>
                    <a:pt x="1355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7B879D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8" name="Google Shape;1774;p72">
              <a:extLst>
                <a:ext uri="{FF2B5EF4-FFF2-40B4-BE49-F238E27FC236}">
                  <a16:creationId xmlns:a16="http://schemas.microsoft.com/office/drawing/2014/main" id="{722DF4BE-7078-19EC-327A-39852E832617}"/>
                </a:ext>
              </a:extLst>
            </p:cNvPr>
            <p:cNvSpPr/>
            <p:nvPr/>
          </p:nvSpPr>
          <p:spPr>
            <a:xfrm>
              <a:off x="8209477" y="3787325"/>
              <a:ext cx="36128" cy="36128"/>
            </a:xfrm>
            <a:custGeom>
              <a:avLst/>
              <a:gdLst/>
              <a:ahLst/>
              <a:cxnLst/>
              <a:rect l="l" t="t" r="r" b="b"/>
              <a:pathLst>
                <a:path w="36128" h="36128" extrusionOk="0">
                  <a:moveTo>
                    <a:pt x="18065" y="0"/>
                  </a:moveTo>
                  <a:cubicBezTo>
                    <a:pt x="8075" y="0"/>
                    <a:pt x="0" y="8093"/>
                    <a:pt x="0" y="18064"/>
                  </a:cubicBezTo>
                  <a:cubicBezTo>
                    <a:pt x="0" y="28036"/>
                    <a:pt x="8084" y="36128"/>
                    <a:pt x="18065" y="36128"/>
                  </a:cubicBezTo>
                  <a:cubicBezTo>
                    <a:pt x="28045" y="36128"/>
                    <a:pt x="36129" y="28045"/>
                    <a:pt x="36129" y="18064"/>
                  </a:cubicBezTo>
                  <a:cubicBezTo>
                    <a:pt x="36129" y="8093"/>
                    <a:pt x="28036" y="0"/>
                    <a:pt x="1806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7B879D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979" name="Google Shape;1775;p72">
            <a:extLst>
              <a:ext uri="{FF2B5EF4-FFF2-40B4-BE49-F238E27FC236}">
                <a16:creationId xmlns:a16="http://schemas.microsoft.com/office/drawing/2014/main" id="{51C34F5E-740D-FA8D-D99C-7AC01D45D893}"/>
              </a:ext>
            </a:extLst>
          </p:cNvPr>
          <p:cNvGrpSpPr/>
          <p:nvPr/>
        </p:nvGrpSpPr>
        <p:grpSpPr>
          <a:xfrm>
            <a:off x="7863949" y="3896238"/>
            <a:ext cx="459496" cy="343047"/>
            <a:chOff x="8670084" y="3764642"/>
            <a:chExt cx="459496" cy="343047"/>
          </a:xfrm>
        </p:grpSpPr>
        <p:sp>
          <p:nvSpPr>
            <p:cNvPr id="980" name="Google Shape;1776;p72">
              <a:extLst>
                <a:ext uri="{FF2B5EF4-FFF2-40B4-BE49-F238E27FC236}">
                  <a16:creationId xmlns:a16="http://schemas.microsoft.com/office/drawing/2014/main" id="{2EED2039-AE79-2033-1D91-7BAACDAEC438}"/>
                </a:ext>
              </a:extLst>
            </p:cNvPr>
            <p:cNvSpPr/>
            <p:nvPr/>
          </p:nvSpPr>
          <p:spPr>
            <a:xfrm>
              <a:off x="8670084" y="3764642"/>
              <a:ext cx="333590" cy="343047"/>
            </a:xfrm>
            <a:custGeom>
              <a:avLst/>
              <a:gdLst/>
              <a:ahLst/>
              <a:cxnLst/>
              <a:rect l="l" t="t" r="r" b="b"/>
              <a:pathLst>
                <a:path w="333590" h="343047" extrusionOk="0">
                  <a:moveTo>
                    <a:pt x="316120" y="546"/>
                  </a:moveTo>
                  <a:lnTo>
                    <a:pt x="201315" y="33734"/>
                  </a:lnTo>
                  <a:lnTo>
                    <a:pt x="50129" y="33734"/>
                  </a:lnTo>
                  <a:cubicBezTo>
                    <a:pt x="22443" y="33734"/>
                    <a:pt x="0" y="56177"/>
                    <a:pt x="0" y="83862"/>
                  </a:cubicBezTo>
                  <a:lnTo>
                    <a:pt x="0" y="159833"/>
                  </a:lnTo>
                  <a:cubicBezTo>
                    <a:pt x="0" y="187518"/>
                    <a:pt x="22443" y="209971"/>
                    <a:pt x="50137" y="209971"/>
                  </a:cubicBezTo>
                  <a:lnTo>
                    <a:pt x="67339" y="209971"/>
                  </a:lnTo>
                  <a:lnTo>
                    <a:pt x="42881" y="312098"/>
                  </a:lnTo>
                  <a:cubicBezTo>
                    <a:pt x="39105" y="327870"/>
                    <a:pt x="51055" y="343047"/>
                    <a:pt x="67294" y="343047"/>
                  </a:cubicBezTo>
                  <a:lnTo>
                    <a:pt x="106812" y="343047"/>
                  </a:lnTo>
                  <a:cubicBezTo>
                    <a:pt x="118474" y="343047"/>
                    <a:pt x="128509" y="335126"/>
                    <a:pt x="131224" y="323787"/>
                  </a:cubicBezTo>
                  <a:lnTo>
                    <a:pt x="158478" y="209971"/>
                  </a:lnTo>
                  <a:lnTo>
                    <a:pt x="201315" y="209971"/>
                  </a:lnTo>
                  <a:cubicBezTo>
                    <a:pt x="321866" y="244625"/>
                    <a:pt x="316255" y="243698"/>
                    <a:pt x="319915" y="243698"/>
                  </a:cubicBezTo>
                  <a:cubicBezTo>
                    <a:pt x="327494" y="243698"/>
                    <a:pt x="333591" y="237530"/>
                    <a:pt x="333591" y="230013"/>
                  </a:cubicBezTo>
                  <a:lnTo>
                    <a:pt x="333591" y="13691"/>
                  </a:lnTo>
                  <a:cubicBezTo>
                    <a:pt x="333591" y="4583"/>
                    <a:pt x="324851" y="-1981"/>
                    <a:pt x="316129" y="546"/>
                  </a:cubicBezTo>
                  <a:close/>
                  <a:moveTo>
                    <a:pt x="104582" y="316072"/>
                  </a:moveTo>
                  <a:lnTo>
                    <a:pt x="69712" y="316072"/>
                  </a:lnTo>
                  <a:lnTo>
                    <a:pt x="94691" y="211769"/>
                  </a:lnTo>
                  <a:lnTo>
                    <a:pt x="129561" y="211769"/>
                  </a:lnTo>
                  <a:lnTo>
                    <a:pt x="104591" y="316072"/>
                  </a:lnTo>
                  <a:close/>
                  <a:moveTo>
                    <a:pt x="188816" y="182996"/>
                  </a:moveTo>
                  <a:lnTo>
                    <a:pt x="49751" y="182996"/>
                  </a:lnTo>
                  <a:cubicBezTo>
                    <a:pt x="37163" y="182996"/>
                    <a:pt x="26966" y="172790"/>
                    <a:pt x="26966" y="160211"/>
                  </a:cubicBezTo>
                  <a:lnTo>
                    <a:pt x="26966" y="84393"/>
                  </a:lnTo>
                  <a:cubicBezTo>
                    <a:pt x="26966" y="71805"/>
                    <a:pt x="37171" y="61608"/>
                    <a:pt x="49751" y="61608"/>
                  </a:cubicBezTo>
                  <a:lnTo>
                    <a:pt x="188816" y="61608"/>
                  </a:lnTo>
                  <a:lnTo>
                    <a:pt x="188816" y="182996"/>
                  </a:lnTo>
                  <a:close/>
                  <a:moveTo>
                    <a:pt x="305708" y="211589"/>
                  </a:moveTo>
                  <a:lnTo>
                    <a:pt x="216690" y="185873"/>
                  </a:lnTo>
                  <a:lnTo>
                    <a:pt x="216690" y="58128"/>
                  </a:lnTo>
                  <a:lnTo>
                    <a:pt x="305708" y="32412"/>
                  </a:lnTo>
                  <a:lnTo>
                    <a:pt x="305708" y="211589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7B879D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81" name="Google Shape;1777;p72">
              <a:extLst>
                <a:ext uri="{FF2B5EF4-FFF2-40B4-BE49-F238E27FC236}">
                  <a16:creationId xmlns:a16="http://schemas.microsoft.com/office/drawing/2014/main" id="{1AD656D4-F225-7269-CAC0-24491BE6F1C3}"/>
                </a:ext>
              </a:extLst>
            </p:cNvPr>
            <p:cNvSpPr/>
            <p:nvPr/>
          </p:nvSpPr>
          <p:spPr>
            <a:xfrm>
              <a:off x="8733017" y="3858445"/>
              <a:ext cx="26975" cy="56395"/>
            </a:xfrm>
            <a:custGeom>
              <a:avLst/>
              <a:gdLst/>
              <a:ahLst/>
              <a:cxnLst/>
              <a:rect l="l" t="t" r="r" b="b"/>
              <a:pathLst>
                <a:path w="26975" h="56395" extrusionOk="0">
                  <a:moveTo>
                    <a:pt x="0" y="13914"/>
                  </a:moveTo>
                  <a:lnTo>
                    <a:pt x="0" y="42481"/>
                  </a:lnTo>
                  <a:cubicBezTo>
                    <a:pt x="0" y="49764"/>
                    <a:pt x="5602" y="56058"/>
                    <a:pt x="12876" y="56382"/>
                  </a:cubicBezTo>
                  <a:cubicBezTo>
                    <a:pt x="20600" y="56723"/>
                    <a:pt x="26975" y="50555"/>
                    <a:pt x="26975" y="42903"/>
                  </a:cubicBezTo>
                  <a:lnTo>
                    <a:pt x="26975" y="13491"/>
                  </a:lnTo>
                  <a:cubicBezTo>
                    <a:pt x="26975" y="5839"/>
                    <a:pt x="20600" y="-320"/>
                    <a:pt x="12876" y="13"/>
                  </a:cubicBezTo>
                  <a:cubicBezTo>
                    <a:pt x="5593" y="336"/>
                    <a:pt x="0" y="6622"/>
                    <a:pt x="0" y="13914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7B879D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82" name="Google Shape;1778;p72">
              <a:extLst>
                <a:ext uri="{FF2B5EF4-FFF2-40B4-BE49-F238E27FC236}">
                  <a16:creationId xmlns:a16="http://schemas.microsoft.com/office/drawing/2014/main" id="{A6ADAE34-9CC1-9ED8-92F7-C42E2F676B5D}"/>
                </a:ext>
              </a:extLst>
            </p:cNvPr>
            <p:cNvSpPr/>
            <p:nvPr/>
          </p:nvSpPr>
          <p:spPr>
            <a:xfrm>
              <a:off x="8791462" y="3858445"/>
              <a:ext cx="26975" cy="56395"/>
            </a:xfrm>
            <a:custGeom>
              <a:avLst/>
              <a:gdLst/>
              <a:ahLst/>
              <a:cxnLst/>
              <a:rect l="l" t="t" r="r" b="b"/>
              <a:pathLst>
                <a:path w="26975" h="56395" extrusionOk="0">
                  <a:moveTo>
                    <a:pt x="0" y="13914"/>
                  </a:moveTo>
                  <a:lnTo>
                    <a:pt x="0" y="42481"/>
                  </a:lnTo>
                  <a:cubicBezTo>
                    <a:pt x="0" y="49764"/>
                    <a:pt x="5602" y="56058"/>
                    <a:pt x="12876" y="56382"/>
                  </a:cubicBezTo>
                  <a:cubicBezTo>
                    <a:pt x="20600" y="56723"/>
                    <a:pt x="26975" y="50555"/>
                    <a:pt x="26975" y="42903"/>
                  </a:cubicBezTo>
                  <a:lnTo>
                    <a:pt x="26975" y="13491"/>
                  </a:lnTo>
                  <a:cubicBezTo>
                    <a:pt x="26975" y="5839"/>
                    <a:pt x="20600" y="-320"/>
                    <a:pt x="12876" y="13"/>
                  </a:cubicBezTo>
                  <a:cubicBezTo>
                    <a:pt x="5593" y="336"/>
                    <a:pt x="0" y="6622"/>
                    <a:pt x="0" y="13914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7B879D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84" name="Google Shape;1779;p72">
              <a:extLst>
                <a:ext uri="{FF2B5EF4-FFF2-40B4-BE49-F238E27FC236}">
                  <a16:creationId xmlns:a16="http://schemas.microsoft.com/office/drawing/2014/main" id="{B1C057BF-6D98-CE75-38DF-A647F0F60C6B}"/>
                </a:ext>
              </a:extLst>
            </p:cNvPr>
            <p:cNvSpPr/>
            <p:nvPr/>
          </p:nvSpPr>
          <p:spPr>
            <a:xfrm>
              <a:off x="9023866" y="3782015"/>
              <a:ext cx="73524" cy="73524"/>
            </a:xfrm>
            <a:custGeom>
              <a:avLst/>
              <a:gdLst/>
              <a:ahLst/>
              <a:cxnLst/>
              <a:rect l="l" t="t" r="r" b="b"/>
              <a:pathLst>
                <a:path w="73524" h="73524" extrusionOk="0">
                  <a:moveTo>
                    <a:pt x="69519" y="4006"/>
                  </a:moveTo>
                  <a:cubicBezTo>
                    <a:pt x="64178" y="-1335"/>
                    <a:pt x="55519" y="-1335"/>
                    <a:pt x="50187" y="4006"/>
                  </a:cubicBezTo>
                  <a:lnTo>
                    <a:pt x="4006" y="50187"/>
                  </a:lnTo>
                  <a:cubicBezTo>
                    <a:pt x="-1335" y="55528"/>
                    <a:pt x="-1335" y="64187"/>
                    <a:pt x="4006" y="69519"/>
                  </a:cubicBezTo>
                  <a:cubicBezTo>
                    <a:pt x="9347" y="74860"/>
                    <a:pt x="18006" y="74860"/>
                    <a:pt x="23338" y="69519"/>
                  </a:cubicBezTo>
                  <a:lnTo>
                    <a:pt x="69519" y="23338"/>
                  </a:lnTo>
                  <a:cubicBezTo>
                    <a:pt x="74860" y="17997"/>
                    <a:pt x="74860" y="9338"/>
                    <a:pt x="69519" y="400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7B879D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85" name="Google Shape;1780;p72">
              <a:extLst>
                <a:ext uri="{FF2B5EF4-FFF2-40B4-BE49-F238E27FC236}">
                  <a16:creationId xmlns:a16="http://schemas.microsoft.com/office/drawing/2014/main" id="{E3781DA4-8CA0-A26C-8E09-1F737147A21A}"/>
                </a:ext>
              </a:extLst>
            </p:cNvPr>
            <p:cNvSpPr/>
            <p:nvPr/>
          </p:nvSpPr>
          <p:spPr>
            <a:xfrm>
              <a:off x="9038171" y="3873016"/>
              <a:ext cx="91409" cy="26975"/>
            </a:xfrm>
            <a:custGeom>
              <a:avLst/>
              <a:gdLst/>
              <a:ahLst/>
              <a:cxnLst/>
              <a:rect l="l" t="t" r="r" b="b"/>
              <a:pathLst>
                <a:path w="91409" h="26975" extrusionOk="0">
                  <a:moveTo>
                    <a:pt x="77917" y="0"/>
                  </a:moveTo>
                  <a:lnTo>
                    <a:pt x="13915" y="0"/>
                  </a:lnTo>
                  <a:cubicBezTo>
                    <a:pt x="6632" y="0"/>
                    <a:pt x="338" y="5602"/>
                    <a:pt x="14" y="12876"/>
                  </a:cubicBezTo>
                  <a:cubicBezTo>
                    <a:pt x="-328" y="20600"/>
                    <a:pt x="5841" y="26975"/>
                    <a:pt x="13492" y="26975"/>
                  </a:cubicBezTo>
                  <a:lnTo>
                    <a:pt x="77495" y="26975"/>
                  </a:lnTo>
                  <a:cubicBezTo>
                    <a:pt x="84778" y="26975"/>
                    <a:pt x="91073" y="21373"/>
                    <a:pt x="91396" y="14099"/>
                  </a:cubicBezTo>
                  <a:cubicBezTo>
                    <a:pt x="91737" y="6375"/>
                    <a:pt x="85570" y="0"/>
                    <a:pt x="7791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7B879D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86" name="Google Shape;1781;p72">
              <a:extLst>
                <a:ext uri="{FF2B5EF4-FFF2-40B4-BE49-F238E27FC236}">
                  <a16:creationId xmlns:a16="http://schemas.microsoft.com/office/drawing/2014/main" id="{0AAE6E4F-8CB6-DEBF-134D-5BE157EBC7ED}"/>
                </a:ext>
              </a:extLst>
            </p:cNvPr>
            <p:cNvSpPr/>
            <p:nvPr/>
          </p:nvSpPr>
          <p:spPr>
            <a:xfrm>
              <a:off x="9023866" y="3917745"/>
              <a:ext cx="73524" cy="73524"/>
            </a:xfrm>
            <a:custGeom>
              <a:avLst/>
              <a:gdLst/>
              <a:ahLst/>
              <a:cxnLst/>
              <a:rect l="l" t="t" r="r" b="b"/>
              <a:pathLst>
                <a:path w="73524" h="73524" extrusionOk="0">
                  <a:moveTo>
                    <a:pt x="69519" y="50187"/>
                  </a:moveTo>
                  <a:lnTo>
                    <a:pt x="23338" y="4006"/>
                  </a:lnTo>
                  <a:cubicBezTo>
                    <a:pt x="17997" y="-1335"/>
                    <a:pt x="9338" y="-1335"/>
                    <a:pt x="4006" y="4006"/>
                  </a:cubicBezTo>
                  <a:cubicBezTo>
                    <a:pt x="-1335" y="9347"/>
                    <a:pt x="-1335" y="18006"/>
                    <a:pt x="4006" y="23338"/>
                  </a:cubicBezTo>
                  <a:lnTo>
                    <a:pt x="50187" y="69519"/>
                  </a:lnTo>
                  <a:cubicBezTo>
                    <a:pt x="55528" y="74860"/>
                    <a:pt x="64187" y="74860"/>
                    <a:pt x="69519" y="69519"/>
                  </a:cubicBezTo>
                  <a:cubicBezTo>
                    <a:pt x="74860" y="64178"/>
                    <a:pt x="74860" y="55519"/>
                    <a:pt x="69519" y="50187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7B879D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987" name="Google Shape;1782;p72">
            <a:extLst>
              <a:ext uri="{FF2B5EF4-FFF2-40B4-BE49-F238E27FC236}">
                <a16:creationId xmlns:a16="http://schemas.microsoft.com/office/drawing/2014/main" id="{E3434017-AB3D-8FE5-5E56-AAAD68483885}"/>
              </a:ext>
            </a:extLst>
          </p:cNvPr>
          <p:cNvGrpSpPr/>
          <p:nvPr/>
        </p:nvGrpSpPr>
        <p:grpSpPr>
          <a:xfrm>
            <a:off x="7863510" y="3168401"/>
            <a:ext cx="460373" cy="286834"/>
            <a:chOff x="8670075" y="3053875"/>
            <a:chExt cx="460373" cy="286834"/>
          </a:xfrm>
        </p:grpSpPr>
        <p:sp>
          <p:nvSpPr>
            <p:cNvPr id="988" name="Google Shape;1783;p72">
              <a:extLst>
                <a:ext uri="{FF2B5EF4-FFF2-40B4-BE49-F238E27FC236}">
                  <a16:creationId xmlns:a16="http://schemas.microsoft.com/office/drawing/2014/main" id="{A5C57222-2E51-D687-1E76-DAC4EF4E5B4B}"/>
                </a:ext>
              </a:extLst>
            </p:cNvPr>
            <p:cNvSpPr/>
            <p:nvPr/>
          </p:nvSpPr>
          <p:spPr>
            <a:xfrm>
              <a:off x="8670075" y="3053875"/>
              <a:ext cx="460373" cy="286834"/>
            </a:xfrm>
            <a:custGeom>
              <a:avLst/>
              <a:gdLst/>
              <a:ahLst/>
              <a:cxnLst/>
              <a:rect l="l" t="t" r="r" b="b"/>
              <a:pathLst>
                <a:path w="460373" h="286834" extrusionOk="0">
                  <a:moveTo>
                    <a:pt x="446670" y="0"/>
                  </a:moveTo>
                  <a:lnTo>
                    <a:pt x="13704" y="0"/>
                  </a:lnTo>
                  <a:cubicBezTo>
                    <a:pt x="6133" y="0"/>
                    <a:pt x="0" y="6132"/>
                    <a:pt x="0" y="13703"/>
                  </a:cubicBezTo>
                  <a:lnTo>
                    <a:pt x="0" y="273131"/>
                  </a:lnTo>
                  <a:cubicBezTo>
                    <a:pt x="0" y="280702"/>
                    <a:pt x="6133" y="286834"/>
                    <a:pt x="13704" y="286834"/>
                  </a:cubicBezTo>
                  <a:lnTo>
                    <a:pt x="446670" y="286834"/>
                  </a:lnTo>
                  <a:cubicBezTo>
                    <a:pt x="454241" y="286834"/>
                    <a:pt x="460374" y="280702"/>
                    <a:pt x="460374" y="273131"/>
                  </a:cubicBezTo>
                  <a:lnTo>
                    <a:pt x="460374" y="13703"/>
                  </a:lnTo>
                  <a:cubicBezTo>
                    <a:pt x="460374" y="6132"/>
                    <a:pt x="454241" y="0"/>
                    <a:pt x="446670" y="0"/>
                  </a:cubicBezTo>
                  <a:close/>
                  <a:moveTo>
                    <a:pt x="433399" y="258960"/>
                  </a:moveTo>
                  <a:lnTo>
                    <a:pt x="27874" y="258960"/>
                  </a:lnTo>
                  <a:lnTo>
                    <a:pt x="27874" y="26975"/>
                  </a:lnTo>
                  <a:lnTo>
                    <a:pt x="433399" y="26975"/>
                  </a:lnTo>
                  <a:lnTo>
                    <a:pt x="433399" y="258960"/>
                  </a:lnTo>
                  <a:lnTo>
                    <a:pt x="433399" y="25896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7B879D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89" name="Google Shape;1784;p72">
              <a:extLst>
                <a:ext uri="{FF2B5EF4-FFF2-40B4-BE49-F238E27FC236}">
                  <a16:creationId xmlns:a16="http://schemas.microsoft.com/office/drawing/2014/main" id="{34AB5474-52AE-5F19-94E7-C608BCAE6318}"/>
                </a:ext>
              </a:extLst>
            </p:cNvPr>
            <p:cNvSpPr/>
            <p:nvPr/>
          </p:nvSpPr>
          <p:spPr>
            <a:xfrm>
              <a:off x="8723436" y="3104709"/>
              <a:ext cx="109311" cy="185496"/>
            </a:xfrm>
            <a:custGeom>
              <a:avLst/>
              <a:gdLst/>
              <a:ahLst/>
              <a:cxnLst/>
              <a:rect l="l" t="t" r="r" b="b"/>
              <a:pathLst>
                <a:path w="109311" h="185496" extrusionOk="0">
                  <a:moveTo>
                    <a:pt x="70193" y="78646"/>
                  </a:moveTo>
                  <a:lnTo>
                    <a:pt x="38813" y="78646"/>
                  </a:lnTo>
                  <a:cubicBezTo>
                    <a:pt x="33121" y="78646"/>
                    <a:pt x="28023" y="74689"/>
                    <a:pt x="27033" y="69078"/>
                  </a:cubicBezTo>
                  <a:cubicBezTo>
                    <a:pt x="25729" y="61705"/>
                    <a:pt x="31394" y="55267"/>
                    <a:pt x="38534" y="55267"/>
                  </a:cubicBezTo>
                  <a:lnTo>
                    <a:pt x="95397" y="55267"/>
                  </a:lnTo>
                  <a:cubicBezTo>
                    <a:pt x="102680" y="55267"/>
                    <a:pt x="108974" y="49674"/>
                    <a:pt x="109298" y="42391"/>
                  </a:cubicBezTo>
                  <a:cubicBezTo>
                    <a:pt x="109640" y="34667"/>
                    <a:pt x="103472" y="28292"/>
                    <a:pt x="95829" y="28292"/>
                  </a:cubicBezTo>
                  <a:lnTo>
                    <a:pt x="68035" y="28292"/>
                  </a:lnTo>
                  <a:lnTo>
                    <a:pt x="68035" y="13915"/>
                  </a:lnTo>
                  <a:cubicBezTo>
                    <a:pt x="68035" y="6631"/>
                    <a:pt x="62442" y="337"/>
                    <a:pt x="55159" y="13"/>
                  </a:cubicBezTo>
                  <a:cubicBezTo>
                    <a:pt x="47435" y="-328"/>
                    <a:pt x="41060" y="5867"/>
                    <a:pt x="41060" y="13555"/>
                  </a:cubicBezTo>
                  <a:lnTo>
                    <a:pt x="41060" y="28292"/>
                  </a:lnTo>
                  <a:lnTo>
                    <a:pt x="39909" y="28292"/>
                  </a:lnTo>
                  <a:cubicBezTo>
                    <a:pt x="17385" y="28292"/>
                    <a:pt x="-805" y="46734"/>
                    <a:pt x="490" y="69222"/>
                  </a:cubicBezTo>
                  <a:cubicBezTo>
                    <a:pt x="1659" y="89490"/>
                    <a:pt x="18437" y="105621"/>
                    <a:pt x="38893" y="105621"/>
                  </a:cubicBezTo>
                  <a:lnTo>
                    <a:pt x="70238" y="105621"/>
                  </a:lnTo>
                  <a:cubicBezTo>
                    <a:pt x="75103" y="105621"/>
                    <a:pt x="79608" y="108498"/>
                    <a:pt x="81352" y="113030"/>
                  </a:cubicBezTo>
                  <a:cubicBezTo>
                    <a:pt x="84670" y="121680"/>
                    <a:pt x="78331" y="129898"/>
                    <a:pt x="70113" y="129898"/>
                  </a:cubicBezTo>
                  <a:lnTo>
                    <a:pt x="13915" y="129898"/>
                  </a:lnTo>
                  <a:cubicBezTo>
                    <a:pt x="6631" y="129898"/>
                    <a:pt x="337" y="135491"/>
                    <a:pt x="14" y="142774"/>
                  </a:cubicBezTo>
                  <a:cubicBezTo>
                    <a:pt x="-328" y="150498"/>
                    <a:pt x="5840" y="156873"/>
                    <a:pt x="13483" y="156873"/>
                  </a:cubicBezTo>
                  <a:lnTo>
                    <a:pt x="41051" y="156873"/>
                  </a:lnTo>
                  <a:lnTo>
                    <a:pt x="41051" y="171593"/>
                  </a:lnTo>
                  <a:cubicBezTo>
                    <a:pt x="41051" y="178534"/>
                    <a:pt x="46123" y="184648"/>
                    <a:pt x="53028" y="185413"/>
                  </a:cubicBezTo>
                  <a:cubicBezTo>
                    <a:pt x="61157" y="186312"/>
                    <a:pt x="68026" y="179865"/>
                    <a:pt x="68026" y="171781"/>
                  </a:cubicBezTo>
                  <a:lnTo>
                    <a:pt x="68026" y="156873"/>
                  </a:lnTo>
                  <a:lnTo>
                    <a:pt x="68917" y="156873"/>
                  </a:lnTo>
                  <a:cubicBezTo>
                    <a:pt x="90029" y="156873"/>
                    <a:pt x="108264" y="139618"/>
                    <a:pt x="108660" y="118515"/>
                  </a:cubicBezTo>
                  <a:cubicBezTo>
                    <a:pt x="109064" y="96602"/>
                    <a:pt x="91657" y="78646"/>
                    <a:pt x="70193" y="7864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7B879D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90" name="Google Shape;1785;p72">
              <a:extLst>
                <a:ext uri="{FF2B5EF4-FFF2-40B4-BE49-F238E27FC236}">
                  <a16:creationId xmlns:a16="http://schemas.microsoft.com/office/drawing/2014/main" id="{DBFB4F20-9292-C10E-B207-5ACF98850BA2}"/>
                </a:ext>
              </a:extLst>
            </p:cNvPr>
            <p:cNvSpPr/>
            <p:nvPr/>
          </p:nvSpPr>
          <p:spPr>
            <a:xfrm>
              <a:off x="8927080" y="3105127"/>
              <a:ext cx="157839" cy="26975"/>
            </a:xfrm>
            <a:custGeom>
              <a:avLst/>
              <a:gdLst/>
              <a:ahLst/>
              <a:cxnLst/>
              <a:rect l="l" t="t" r="r" b="b"/>
              <a:pathLst>
                <a:path w="157839" h="26975" extrusionOk="0">
                  <a:moveTo>
                    <a:pt x="144347" y="0"/>
                  </a:moveTo>
                  <a:lnTo>
                    <a:pt x="13915" y="0"/>
                  </a:lnTo>
                  <a:cubicBezTo>
                    <a:pt x="6631" y="0"/>
                    <a:pt x="337" y="5602"/>
                    <a:pt x="14" y="12876"/>
                  </a:cubicBezTo>
                  <a:cubicBezTo>
                    <a:pt x="-328" y="20600"/>
                    <a:pt x="5840" y="26975"/>
                    <a:pt x="13492" y="26975"/>
                  </a:cubicBezTo>
                  <a:lnTo>
                    <a:pt x="143925" y="26975"/>
                  </a:lnTo>
                  <a:cubicBezTo>
                    <a:pt x="151208" y="26975"/>
                    <a:pt x="157502" y="21382"/>
                    <a:pt x="157826" y="14099"/>
                  </a:cubicBezTo>
                  <a:cubicBezTo>
                    <a:pt x="158168" y="6375"/>
                    <a:pt x="152000" y="0"/>
                    <a:pt x="14434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7B879D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91" name="Google Shape;1786;p72">
              <a:extLst>
                <a:ext uri="{FF2B5EF4-FFF2-40B4-BE49-F238E27FC236}">
                  <a16:creationId xmlns:a16="http://schemas.microsoft.com/office/drawing/2014/main" id="{ED16FAE5-7B6B-4C72-A51E-CA15A9AD013E}"/>
                </a:ext>
              </a:extLst>
            </p:cNvPr>
            <p:cNvSpPr/>
            <p:nvPr/>
          </p:nvSpPr>
          <p:spPr>
            <a:xfrm>
              <a:off x="8927080" y="3152783"/>
              <a:ext cx="157830" cy="26975"/>
            </a:xfrm>
            <a:custGeom>
              <a:avLst/>
              <a:gdLst/>
              <a:ahLst/>
              <a:cxnLst/>
              <a:rect l="l" t="t" r="r" b="b"/>
              <a:pathLst>
                <a:path w="157830" h="26975" extrusionOk="0">
                  <a:moveTo>
                    <a:pt x="144347" y="0"/>
                  </a:moveTo>
                  <a:lnTo>
                    <a:pt x="13915" y="0"/>
                  </a:lnTo>
                  <a:cubicBezTo>
                    <a:pt x="6631" y="0"/>
                    <a:pt x="337" y="5593"/>
                    <a:pt x="14" y="12876"/>
                  </a:cubicBezTo>
                  <a:cubicBezTo>
                    <a:pt x="-328" y="20600"/>
                    <a:pt x="5840" y="26975"/>
                    <a:pt x="13483" y="26975"/>
                  </a:cubicBezTo>
                  <a:lnTo>
                    <a:pt x="143916" y="26975"/>
                  </a:lnTo>
                  <a:cubicBezTo>
                    <a:pt x="151199" y="26975"/>
                    <a:pt x="157493" y="21382"/>
                    <a:pt x="157817" y="14099"/>
                  </a:cubicBezTo>
                  <a:cubicBezTo>
                    <a:pt x="158159" y="6375"/>
                    <a:pt x="151990" y="0"/>
                    <a:pt x="14433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7B879D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92" name="Google Shape;1787;p72">
              <a:extLst>
                <a:ext uri="{FF2B5EF4-FFF2-40B4-BE49-F238E27FC236}">
                  <a16:creationId xmlns:a16="http://schemas.microsoft.com/office/drawing/2014/main" id="{3DC22E11-CE84-0A99-60E1-E8D36A40363B}"/>
                </a:ext>
              </a:extLst>
            </p:cNvPr>
            <p:cNvSpPr/>
            <p:nvPr/>
          </p:nvSpPr>
          <p:spPr>
            <a:xfrm>
              <a:off x="8924714" y="3212520"/>
              <a:ext cx="160164" cy="75520"/>
            </a:xfrm>
            <a:custGeom>
              <a:avLst/>
              <a:gdLst/>
              <a:ahLst/>
              <a:cxnLst/>
              <a:rect l="l" t="t" r="r" b="b"/>
              <a:pathLst>
                <a:path w="160164" h="75520" extrusionOk="0">
                  <a:moveTo>
                    <a:pt x="147244" y="31078"/>
                  </a:moveTo>
                  <a:lnTo>
                    <a:pt x="111556" y="31078"/>
                  </a:lnTo>
                  <a:cubicBezTo>
                    <a:pt x="111556" y="31078"/>
                    <a:pt x="96972" y="11908"/>
                    <a:pt x="96972" y="11908"/>
                  </a:cubicBezTo>
                  <a:cubicBezTo>
                    <a:pt x="92386" y="5884"/>
                    <a:pt x="83511" y="5344"/>
                    <a:pt x="78233" y="10766"/>
                  </a:cubicBezTo>
                  <a:lnTo>
                    <a:pt x="60843" y="28633"/>
                  </a:lnTo>
                  <a:lnTo>
                    <a:pt x="49280" y="7098"/>
                  </a:lnTo>
                  <a:cubicBezTo>
                    <a:pt x="44101" y="-2550"/>
                    <a:pt x="30137" y="-2317"/>
                    <a:pt x="25290" y="7520"/>
                  </a:cubicBezTo>
                  <a:lnTo>
                    <a:pt x="1390" y="56075"/>
                  </a:lnTo>
                  <a:cubicBezTo>
                    <a:pt x="-1901" y="62756"/>
                    <a:pt x="851" y="70839"/>
                    <a:pt x="7532" y="74130"/>
                  </a:cubicBezTo>
                  <a:cubicBezTo>
                    <a:pt x="14168" y="77403"/>
                    <a:pt x="22278" y="74715"/>
                    <a:pt x="25587" y="67989"/>
                  </a:cubicBezTo>
                  <a:lnTo>
                    <a:pt x="37905" y="42965"/>
                  </a:lnTo>
                  <a:lnTo>
                    <a:pt x="45773" y="57622"/>
                  </a:lnTo>
                  <a:cubicBezTo>
                    <a:pt x="50071" y="65624"/>
                    <a:pt x="60951" y="67207"/>
                    <a:pt x="67326" y="60652"/>
                  </a:cubicBezTo>
                  <a:lnTo>
                    <a:pt x="85750" y="41725"/>
                  </a:lnTo>
                  <a:lnTo>
                    <a:pt x="94463" y="53171"/>
                  </a:lnTo>
                  <a:cubicBezTo>
                    <a:pt x="96810" y="56255"/>
                    <a:pt x="100452" y="58062"/>
                    <a:pt x="104327" y="58062"/>
                  </a:cubicBezTo>
                  <a:lnTo>
                    <a:pt x="146677" y="58062"/>
                  </a:lnTo>
                  <a:cubicBezTo>
                    <a:pt x="156056" y="58062"/>
                    <a:pt x="163195" y="48486"/>
                    <a:pt x="158871" y="38586"/>
                  </a:cubicBezTo>
                  <a:cubicBezTo>
                    <a:pt x="156865" y="33992"/>
                    <a:pt x="152252" y="31087"/>
                    <a:pt x="147244" y="31087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7B879D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993" name="Google Shape;1788;p72">
            <a:extLst>
              <a:ext uri="{FF2B5EF4-FFF2-40B4-BE49-F238E27FC236}">
                <a16:creationId xmlns:a16="http://schemas.microsoft.com/office/drawing/2014/main" id="{AD0F4AC0-397B-46BE-E16C-D6489D8D690A}"/>
              </a:ext>
            </a:extLst>
          </p:cNvPr>
          <p:cNvGrpSpPr/>
          <p:nvPr/>
        </p:nvGrpSpPr>
        <p:grpSpPr>
          <a:xfrm>
            <a:off x="7055837" y="3081635"/>
            <a:ext cx="458824" cy="460366"/>
            <a:chOff x="7962121" y="2998661"/>
            <a:chExt cx="458824" cy="460366"/>
          </a:xfrm>
        </p:grpSpPr>
        <p:sp>
          <p:nvSpPr>
            <p:cNvPr id="994" name="Google Shape;1789;p72">
              <a:extLst>
                <a:ext uri="{FF2B5EF4-FFF2-40B4-BE49-F238E27FC236}">
                  <a16:creationId xmlns:a16="http://schemas.microsoft.com/office/drawing/2014/main" id="{72B98086-582F-3E31-38B6-AE61C2EF11C9}"/>
                </a:ext>
              </a:extLst>
            </p:cNvPr>
            <p:cNvSpPr/>
            <p:nvPr/>
          </p:nvSpPr>
          <p:spPr>
            <a:xfrm>
              <a:off x="7962121" y="2998661"/>
              <a:ext cx="458824" cy="460366"/>
            </a:xfrm>
            <a:custGeom>
              <a:avLst/>
              <a:gdLst/>
              <a:ahLst/>
              <a:cxnLst/>
              <a:rect l="l" t="t" r="r" b="b"/>
              <a:pathLst>
                <a:path w="458824" h="460366" extrusionOk="0">
                  <a:moveTo>
                    <a:pt x="419069" y="39667"/>
                  </a:moveTo>
                  <a:cubicBezTo>
                    <a:pt x="366189" y="-13222"/>
                    <a:pt x="280121" y="-13222"/>
                    <a:pt x="227241" y="39667"/>
                  </a:cubicBezTo>
                  <a:cubicBezTo>
                    <a:pt x="176852" y="90056"/>
                    <a:pt x="175008" y="168841"/>
                    <a:pt x="218078" y="221379"/>
                  </a:cubicBezTo>
                  <a:lnTo>
                    <a:pt x="201939" y="237519"/>
                  </a:lnTo>
                  <a:cubicBezTo>
                    <a:pt x="185268" y="229346"/>
                    <a:pt x="164003" y="231837"/>
                    <a:pt x="149589" y="246250"/>
                  </a:cubicBezTo>
                  <a:lnTo>
                    <a:pt x="13347" y="382492"/>
                  </a:lnTo>
                  <a:cubicBezTo>
                    <a:pt x="-4448" y="400287"/>
                    <a:pt x="-4448" y="429231"/>
                    <a:pt x="13338" y="447025"/>
                  </a:cubicBezTo>
                  <a:cubicBezTo>
                    <a:pt x="31142" y="464811"/>
                    <a:pt x="60068" y="464820"/>
                    <a:pt x="77871" y="447016"/>
                  </a:cubicBezTo>
                  <a:lnTo>
                    <a:pt x="214113" y="310775"/>
                  </a:lnTo>
                  <a:cubicBezTo>
                    <a:pt x="228986" y="295902"/>
                    <a:pt x="231350" y="273468"/>
                    <a:pt x="221720" y="256285"/>
                  </a:cubicBezTo>
                  <a:lnTo>
                    <a:pt x="237348" y="240658"/>
                  </a:lnTo>
                  <a:cubicBezTo>
                    <a:pt x="290695" y="284285"/>
                    <a:pt x="369516" y="281039"/>
                    <a:pt x="419060" y="231495"/>
                  </a:cubicBezTo>
                  <a:cubicBezTo>
                    <a:pt x="472084" y="178471"/>
                    <a:pt x="472075" y="92682"/>
                    <a:pt x="419060" y="39667"/>
                  </a:cubicBezTo>
                  <a:close/>
                  <a:moveTo>
                    <a:pt x="58593" y="427747"/>
                  </a:moveTo>
                  <a:cubicBezTo>
                    <a:pt x="51436" y="434905"/>
                    <a:pt x="39783" y="434905"/>
                    <a:pt x="32616" y="427747"/>
                  </a:cubicBezTo>
                  <a:cubicBezTo>
                    <a:pt x="25468" y="420599"/>
                    <a:pt x="25468" y="408946"/>
                    <a:pt x="32616" y="401770"/>
                  </a:cubicBezTo>
                  <a:lnTo>
                    <a:pt x="44287" y="390099"/>
                  </a:lnTo>
                  <a:lnTo>
                    <a:pt x="70265" y="416067"/>
                  </a:lnTo>
                  <a:lnTo>
                    <a:pt x="58584" y="427747"/>
                  </a:lnTo>
                  <a:close/>
                  <a:moveTo>
                    <a:pt x="89551" y="396798"/>
                  </a:moveTo>
                  <a:lnTo>
                    <a:pt x="63584" y="370830"/>
                  </a:lnTo>
                  <a:lnTo>
                    <a:pt x="137918" y="296496"/>
                  </a:lnTo>
                  <a:lnTo>
                    <a:pt x="163886" y="322464"/>
                  </a:lnTo>
                  <a:lnTo>
                    <a:pt x="89551" y="396798"/>
                  </a:lnTo>
                  <a:close/>
                  <a:moveTo>
                    <a:pt x="194835" y="291514"/>
                  </a:moveTo>
                  <a:lnTo>
                    <a:pt x="183155" y="303195"/>
                  </a:lnTo>
                  <a:lnTo>
                    <a:pt x="157187" y="277227"/>
                  </a:lnTo>
                  <a:lnTo>
                    <a:pt x="168867" y="265546"/>
                  </a:lnTo>
                  <a:cubicBezTo>
                    <a:pt x="176015" y="258398"/>
                    <a:pt x="187660" y="258335"/>
                    <a:pt x="194844" y="265537"/>
                  </a:cubicBezTo>
                  <a:cubicBezTo>
                    <a:pt x="202019" y="272713"/>
                    <a:pt x="202019" y="284330"/>
                    <a:pt x="194835" y="291514"/>
                  </a:cubicBezTo>
                  <a:close/>
                  <a:moveTo>
                    <a:pt x="399800" y="212226"/>
                  </a:moveTo>
                  <a:cubicBezTo>
                    <a:pt x="357539" y="254487"/>
                    <a:pt x="288780" y="254487"/>
                    <a:pt x="246519" y="212226"/>
                  </a:cubicBezTo>
                  <a:cubicBezTo>
                    <a:pt x="204249" y="169938"/>
                    <a:pt x="204078" y="101404"/>
                    <a:pt x="246519" y="58945"/>
                  </a:cubicBezTo>
                  <a:cubicBezTo>
                    <a:pt x="288762" y="16702"/>
                    <a:pt x="357539" y="16684"/>
                    <a:pt x="399800" y="58945"/>
                  </a:cubicBezTo>
                  <a:cubicBezTo>
                    <a:pt x="441989" y="101152"/>
                    <a:pt x="442331" y="169695"/>
                    <a:pt x="399800" y="21222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7B879D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95" name="Google Shape;1790;p72">
              <a:extLst>
                <a:ext uri="{FF2B5EF4-FFF2-40B4-BE49-F238E27FC236}">
                  <a16:creationId xmlns:a16="http://schemas.microsoft.com/office/drawing/2014/main" id="{ABE514B0-2960-1EC7-D791-197B3C946BB2}"/>
                </a:ext>
              </a:extLst>
            </p:cNvPr>
            <p:cNvSpPr/>
            <p:nvPr/>
          </p:nvSpPr>
          <p:spPr>
            <a:xfrm>
              <a:off x="8199442" y="3048417"/>
              <a:ext cx="171653" cy="171660"/>
            </a:xfrm>
            <a:custGeom>
              <a:avLst/>
              <a:gdLst/>
              <a:ahLst/>
              <a:cxnLst/>
              <a:rect l="l" t="t" r="r" b="b"/>
              <a:pathLst>
                <a:path w="171653" h="171660" extrusionOk="0">
                  <a:moveTo>
                    <a:pt x="146546" y="25114"/>
                  </a:moveTo>
                  <a:cubicBezTo>
                    <a:pt x="113070" y="-8371"/>
                    <a:pt x="58590" y="-8371"/>
                    <a:pt x="25114" y="25114"/>
                  </a:cubicBezTo>
                  <a:cubicBezTo>
                    <a:pt x="-8371" y="58599"/>
                    <a:pt x="-8371" y="113070"/>
                    <a:pt x="25114" y="146546"/>
                  </a:cubicBezTo>
                  <a:cubicBezTo>
                    <a:pt x="58689" y="180121"/>
                    <a:pt x="113151" y="179941"/>
                    <a:pt x="146546" y="146546"/>
                  </a:cubicBezTo>
                  <a:cubicBezTo>
                    <a:pt x="180022" y="113061"/>
                    <a:pt x="180022" y="58590"/>
                    <a:pt x="146546" y="25114"/>
                  </a:cubicBezTo>
                  <a:close/>
                  <a:moveTo>
                    <a:pt x="127268" y="127277"/>
                  </a:moveTo>
                  <a:cubicBezTo>
                    <a:pt x="104420" y="150125"/>
                    <a:pt x="67240" y="150125"/>
                    <a:pt x="44383" y="127277"/>
                  </a:cubicBezTo>
                  <a:cubicBezTo>
                    <a:pt x="21535" y="104420"/>
                    <a:pt x="21535" y="67249"/>
                    <a:pt x="44383" y="44392"/>
                  </a:cubicBezTo>
                  <a:cubicBezTo>
                    <a:pt x="67240" y="21562"/>
                    <a:pt x="104402" y="21544"/>
                    <a:pt x="127268" y="44392"/>
                  </a:cubicBezTo>
                  <a:cubicBezTo>
                    <a:pt x="150116" y="67249"/>
                    <a:pt x="150116" y="104429"/>
                    <a:pt x="127268" y="127277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7B879D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996" name="Google Shape;1791;p72">
            <a:extLst>
              <a:ext uri="{FF2B5EF4-FFF2-40B4-BE49-F238E27FC236}">
                <a16:creationId xmlns:a16="http://schemas.microsoft.com/office/drawing/2014/main" id="{9AD1532A-DCE1-B283-51A4-D75E9560DD7E}"/>
              </a:ext>
            </a:extLst>
          </p:cNvPr>
          <p:cNvGrpSpPr/>
          <p:nvPr/>
        </p:nvGrpSpPr>
        <p:grpSpPr>
          <a:xfrm>
            <a:off x="6253987" y="3082526"/>
            <a:ext cx="460382" cy="458584"/>
            <a:chOff x="7082137" y="2998126"/>
            <a:chExt cx="460382" cy="458584"/>
          </a:xfrm>
        </p:grpSpPr>
        <p:sp>
          <p:nvSpPr>
            <p:cNvPr id="997" name="Google Shape;1792;p72">
              <a:extLst>
                <a:ext uri="{FF2B5EF4-FFF2-40B4-BE49-F238E27FC236}">
                  <a16:creationId xmlns:a16="http://schemas.microsoft.com/office/drawing/2014/main" id="{D1CC37C8-8C39-B489-1D47-FF477B27D331}"/>
                </a:ext>
              </a:extLst>
            </p:cNvPr>
            <p:cNvSpPr/>
            <p:nvPr/>
          </p:nvSpPr>
          <p:spPr>
            <a:xfrm>
              <a:off x="7144198" y="3122436"/>
              <a:ext cx="213785" cy="143633"/>
            </a:xfrm>
            <a:custGeom>
              <a:avLst/>
              <a:gdLst/>
              <a:ahLst/>
              <a:cxnLst/>
              <a:rect l="l" t="t" r="r" b="b"/>
              <a:pathLst>
                <a:path w="213785" h="143633" extrusionOk="0">
                  <a:moveTo>
                    <a:pt x="200209" y="116667"/>
                  </a:moveTo>
                  <a:lnTo>
                    <a:pt x="154648" y="116667"/>
                  </a:lnTo>
                  <a:lnTo>
                    <a:pt x="154648" y="90699"/>
                  </a:lnTo>
                  <a:lnTo>
                    <a:pt x="207015" y="52349"/>
                  </a:lnTo>
                  <a:cubicBezTo>
                    <a:pt x="213057" y="47926"/>
                    <a:pt x="214379" y="39419"/>
                    <a:pt x="209982" y="33359"/>
                  </a:cubicBezTo>
                  <a:cubicBezTo>
                    <a:pt x="205594" y="27290"/>
                    <a:pt x="197124" y="25959"/>
                    <a:pt x="191091" y="30374"/>
                  </a:cubicBezTo>
                  <a:lnTo>
                    <a:pt x="139047" y="68481"/>
                  </a:lnTo>
                  <a:cubicBezTo>
                    <a:pt x="90852" y="50335"/>
                    <a:pt x="79145" y="44581"/>
                    <a:pt x="75827" y="48007"/>
                  </a:cubicBezTo>
                  <a:cubicBezTo>
                    <a:pt x="75548" y="48105"/>
                    <a:pt x="75278" y="48204"/>
                    <a:pt x="75008" y="48321"/>
                  </a:cubicBezTo>
                  <a:lnTo>
                    <a:pt x="75008" y="48321"/>
                  </a:lnTo>
                  <a:cubicBezTo>
                    <a:pt x="72787" y="49319"/>
                    <a:pt x="75512" y="47989"/>
                    <a:pt x="27874" y="76195"/>
                  </a:cubicBezTo>
                  <a:lnTo>
                    <a:pt x="27874" y="13568"/>
                  </a:lnTo>
                  <a:cubicBezTo>
                    <a:pt x="27874" y="13568"/>
                    <a:pt x="21292" y="0"/>
                    <a:pt x="13811" y="0"/>
                  </a:cubicBezTo>
                  <a:cubicBezTo>
                    <a:pt x="6330" y="0"/>
                    <a:pt x="243" y="6078"/>
                    <a:pt x="0" y="13568"/>
                  </a:cubicBezTo>
                  <a:lnTo>
                    <a:pt x="0" y="130118"/>
                  </a:lnTo>
                  <a:cubicBezTo>
                    <a:pt x="243" y="137609"/>
                    <a:pt x="6321" y="143687"/>
                    <a:pt x="13811" y="143633"/>
                  </a:cubicBezTo>
                  <a:lnTo>
                    <a:pt x="200217" y="143633"/>
                  </a:lnTo>
                  <a:cubicBezTo>
                    <a:pt x="207708" y="143678"/>
                    <a:pt x="213786" y="137600"/>
                    <a:pt x="213786" y="130118"/>
                  </a:cubicBezTo>
                  <a:cubicBezTo>
                    <a:pt x="213786" y="122637"/>
                    <a:pt x="200217" y="116658"/>
                    <a:pt x="200217" y="116658"/>
                  </a:cubicBezTo>
                  <a:close/>
                  <a:moveTo>
                    <a:pt x="66529" y="116667"/>
                  </a:moveTo>
                  <a:lnTo>
                    <a:pt x="27865" y="116667"/>
                  </a:lnTo>
                  <a:lnTo>
                    <a:pt x="27865" y="107783"/>
                  </a:lnTo>
                  <a:lnTo>
                    <a:pt x="66529" y="84728"/>
                  </a:lnTo>
                  <a:lnTo>
                    <a:pt x="66529" y="116658"/>
                  </a:lnTo>
                  <a:close/>
                  <a:moveTo>
                    <a:pt x="127673" y="116667"/>
                  </a:moveTo>
                  <a:lnTo>
                    <a:pt x="93504" y="116667"/>
                  </a:lnTo>
                  <a:lnTo>
                    <a:pt x="93504" y="80538"/>
                  </a:lnTo>
                  <a:lnTo>
                    <a:pt x="127673" y="93253"/>
                  </a:lnTo>
                  <a:lnTo>
                    <a:pt x="127673" y="116667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7B879D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98" name="Google Shape;1793;p72">
              <a:extLst>
                <a:ext uri="{FF2B5EF4-FFF2-40B4-BE49-F238E27FC236}">
                  <a16:creationId xmlns:a16="http://schemas.microsoft.com/office/drawing/2014/main" id="{0F2DED35-5B02-123A-0EC5-6281C71BA7C4}"/>
                </a:ext>
              </a:extLst>
            </p:cNvPr>
            <p:cNvSpPr/>
            <p:nvPr/>
          </p:nvSpPr>
          <p:spPr>
            <a:xfrm>
              <a:off x="7393190" y="3150562"/>
              <a:ext cx="89152" cy="100512"/>
            </a:xfrm>
            <a:custGeom>
              <a:avLst/>
              <a:gdLst/>
              <a:ahLst/>
              <a:cxnLst/>
              <a:rect l="l" t="t" r="r" b="b"/>
              <a:pathLst>
                <a:path w="89152" h="100512" extrusionOk="0">
                  <a:moveTo>
                    <a:pt x="85201" y="34591"/>
                  </a:moveTo>
                  <a:lnTo>
                    <a:pt x="54566" y="3956"/>
                  </a:lnTo>
                  <a:cubicBezTo>
                    <a:pt x="52130" y="1520"/>
                    <a:pt x="48776" y="0"/>
                    <a:pt x="45026" y="0"/>
                  </a:cubicBezTo>
                  <a:cubicBezTo>
                    <a:pt x="41276" y="0"/>
                    <a:pt x="37842" y="1547"/>
                    <a:pt x="35486" y="3956"/>
                  </a:cubicBezTo>
                  <a:lnTo>
                    <a:pt x="3952" y="35490"/>
                  </a:lnTo>
                  <a:cubicBezTo>
                    <a:pt x="-1317" y="40759"/>
                    <a:pt x="-1317" y="49301"/>
                    <a:pt x="3952" y="54561"/>
                  </a:cubicBezTo>
                  <a:cubicBezTo>
                    <a:pt x="9221" y="59831"/>
                    <a:pt x="17745" y="59840"/>
                    <a:pt x="23023" y="54561"/>
                  </a:cubicBezTo>
                  <a:lnTo>
                    <a:pt x="31538" y="46046"/>
                  </a:lnTo>
                  <a:lnTo>
                    <a:pt x="31538" y="87021"/>
                  </a:lnTo>
                  <a:cubicBezTo>
                    <a:pt x="31538" y="94664"/>
                    <a:pt x="37896" y="100823"/>
                    <a:pt x="45619" y="100500"/>
                  </a:cubicBezTo>
                  <a:cubicBezTo>
                    <a:pt x="52903" y="100185"/>
                    <a:pt x="58513" y="93891"/>
                    <a:pt x="58513" y="86599"/>
                  </a:cubicBezTo>
                  <a:lnTo>
                    <a:pt x="58513" y="46055"/>
                  </a:lnTo>
                  <a:cubicBezTo>
                    <a:pt x="58513" y="46055"/>
                    <a:pt x="66129" y="53671"/>
                    <a:pt x="66129" y="53671"/>
                  </a:cubicBezTo>
                  <a:cubicBezTo>
                    <a:pt x="71398" y="58940"/>
                    <a:pt x="79940" y="58940"/>
                    <a:pt x="85201" y="53671"/>
                  </a:cubicBezTo>
                  <a:cubicBezTo>
                    <a:pt x="90470" y="48402"/>
                    <a:pt x="90470" y="39860"/>
                    <a:pt x="85201" y="3459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7B879D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99" name="Google Shape;1794;p72">
              <a:extLst>
                <a:ext uri="{FF2B5EF4-FFF2-40B4-BE49-F238E27FC236}">
                  <a16:creationId xmlns:a16="http://schemas.microsoft.com/office/drawing/2014/main" id="{F94820FB-4149-4C36-EB46-011B7911DA6F}"/>
                </a:ext>
              </a:extLst>
            </p:cNvPr>
            <p:cNvSpPr/>
            <p:nvPr/>
          </p:nvSpPr>
          <p:spPr>
            <a:xfrm>
              <a:off x="7145408" y="3304733"/>
              <a:ext cx="343957" cy="26975"/>
            </a:xfrm>
            <a:custGeom>
              <a:avLst/>
              <a:gdLst/>
              <a:ahLst/>
              <a:cxnLst/>
              <a:rect l="l" t="t" r="r" b="b"/>
              <a:pathLst>
                <a:path w="343957" h="26975" extrusionOk="0">
                  <a:moveTo>
                    <a:pt x="343953" y="12867"/>
                  </a:moveTo>
                  <a:cubicBezTo>
                    <a:pt x="343629" y="5593"/>
                    <a:pt x="337335" y="0"/>
                    <a:pt x="330052" y="0"/>
                  </a:cubicBezTo>
                  <a:lnTo>
                    <a:pt x="13491" y="0"/>
                  </a:lnTo>
                  <a:cubicBezTo>
                    <a:pt x="5848" y="0"/>
                    <a:pt x="-311" y="6357"/>
                    <a:pt x="12" y="14081"/>
                  </a:cubicBezTo>
                  <a:cubicBezTo>
                    <a:pt x="327" y="21364"/>
                    <a:pt x="6621" y="26975"/>
                    <a:pt x="13913" y="26975"/>
                  </a:cubicBezTo>
                  <a:lnTo>
                    <a:pt x="330474" y="26975"/>
                  </a:lnTo>
                  <a:cubicBezTo>
                    <a:pt x="338126" y="26975"/>
                    <a:pt x="344294" y="20591"/>
                    <a:pt x="343944" y="12867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7B879D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00" name="Google Shape;1795;p72">
              <a:extLst>
                <a:ext uri="{FF2B5EF4-FFF2-40B4-BE49-F238E27FC236}">
                  <a16:creationId xmlns:a16="http://schemas.microsoft.com/office/drawing/2014/main" id="{241EB477-8F24-18EE-690D-0A539599A532}"/>
                </a:ext>
              </a:extLst>
            </p:cNvPr>
            <p:cNvSpPr/>
            <p:nvPr/>
          </p:nvSpPr>
          <p:spPr>
            <a:xfrm>
              <a:off x="7145408" y="3359582"/>
              <a:ext cx="343957" cy="26975"/>
            </a:xfrm>
            <a:custGeom>
              <a:avLst/>
              <a:gdLst/>
              <a:ahLst/>
              <a:cxnLst/>
              <a:rect l="l" t="t" r="r" b="b"/>
              <a:pathLst>
                <a:path w="343957" h="26975" extrusionOk="0">
                  <a:moveTo>
                    <a:pt x="343953" y="12867"/>
                  </a:moveTo>
                  <a:cubicBezTo>
                    <a:pt x="343629" y="5593"/>
                    <a:pt x="337335" y="0"/>
                    <a:pt x="330052" y="0"/>
                  </a:cubicBezTo>
                  <a:lnTo>
                    <a:pt x="13491" y="0"/>
                  </a:lnTo>
                  <a:cubicBezTo>
                    <a:pt x="5848" y="0"/>
                    <a:pt x="-311" y="6357"/>
                    <a:pt x="12" y="14081"/>
                  </a:cubicBezTo>
                  <a:cubicBezTo>
                    <a:pt x="327" y="21364"/>
                    <a:pt x="6621" y="26975"/>
                    <a:pt x="13913" y="26975"/>
                  </a:cubicBezTo>
                  <a:lnTo>
                    <a:pt x="330474" y="26975"/>
                  </a:lnTo>
                  <a:cubicBezTo>
                    <a:pt x="338126" y="26975"/>
                    <a:pt x="344294" y="20591"/>
                    <a:pt x="343944" y="12867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7B879D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01" name="Google Shape;1796;p72">
              <a:extLst>
                <a:ext uri="{FF2B5EF4-FFF2-40B4-BE49-F238E27FC236}">
                  <a16:creationId xmlns:a16="http://schemas.microsoft.com/office/drawing/2014/main" id="{B0768B99-F061-E434-01D3-A29CF0329CF7}"/>
                </a:ext>
              </a:extLst>
            </p:cNvPr>
            <p:cNvSpPr/>
            <p:nvPr/>
          </p:nvSpPr>
          <p:spPr>
            <a:xfrm>
              <a:off x="7082137" y="2998126"/>
              <a:ext cx="460382" cy="458584"/>
            </a:xfrm>
            <a:custGeom>
              <a:avLst/>
              <a:gdLst/>
              <a:ahLst/>
              <a:cxnLst/>
              <a:rect l="l" t="t" r="r" b="b"/>
              <a:pathLst>
                <a:path w="460382" h="458584" extrusionOk="0">
                  <a:moveTo>
                    <a:pt x="427887" y="0"/>
                  </a:moveTo>
                  <a:lnTo>
                    <a:pt x="32496" y="0"/>
                  </a:lnTo>
                  <a:cubicBezTo>
                    <a:pt x="14549" y="0"/>
                    <a:pt x="0" y="14549"/>
                    <a:pt x="0" y="32496"/>
                  </a:cubicBezTo>
                  <a:lnTo>
                    <a:pt x="0" y="426079"/>
                  </a:lnTo>
                  <a:cubicBezTo>
                    <a:pt x="0" y="444027"/>
                    <a:pt x="14549" y="458584"/>
                    <a:pt x="32505" y="458584"/>
                  </a:cubicBezTo>
                  <a:lnTo>
                    <a:pt x="427878" y="458584"/>
                  </a:lnTo>
                  <a:cubicBezTo>
                    <a:pt x="445825" y="458584"/>
                    <a:pt x="460382" y="444036"/>
                    <a:pt x="460382" y="426079"/>
                  </a:cubicBezTo>
                  <a:lnTo>
                    <a:pt x="460382" y="32532"/>
                  </a:lnTo>
                  <a:cubicBezTo>
                    <a:pt x="460382" y="14593"/>
                    <a:pt x="445807" y="0"/>
                    <a:pt x="427887" y="0"/>
                  </a:cubicBezTo>
                  <a:close/>
                  <a:moveTo>
                    <a:pt x="433407" y="426232"/>
                  </a:moveTo>
                  <a:cubicBezTo>
                    <a:pt x="433407" y="429190"/>
                    <a:pt x="430998" y="431600"/>
                    <a:pt x="428040" y="431600"/>
                  </a:cubicBezTo>
                  <a:lnTo>
                    <a:pt x="32352" y="431600"/>
                  </a:lnTo>
                  <a:cubicBezTo>
                    <a:pt x="29394" y="431600"/>
                    <a:pt x="26984" y="429199"/>
                    <a:pt x="26984" y="426232"/>
                  </a:cubicBezTo>
                  <a:lnTo>
                    <a:pt x="26984" y="99808"/>
                  </a:lnTo>
                  <a:lnTo>
                    <a:pt x="433407" y="99808"/>
                  </a:lnTo>
                  <a:lnTo>
                    <a:pt x="433407" y="426232"/>
                  </a:lnTo>
                  <a:close/>
                  <a:moveTo>
                    <a:pt x="433407" y="72833"/>
                  </a:moveTo>
                  <a:lnTo>
                    <a:pt x="26984" y="72833"/>
                  </a:lnTo>
                  <a:lnTo>
                    <a:pt x="26984" y="33242"/>
                  </a:lnTo>
                  <a:cubicBezTo>
                    <a:pt x="26984" y="30275"/>
                    <a:pt x="29385" y="27874"/>
                    <a:pt x="32352" y="27874"/>
                  </a:cubicBezTo>
                  <a:lnTo>
                    <a:pt x="428040" y="27874"/>
                  </a:lnTo>
                  <a:cubicBezTo>
                    <a:pt x="430998" y="27874"/>
                    <a:pt x="433399" y="30275"/>
                    <a:pt x="433399" y="33233"/>
                  </a:cubicBezTo>
                  <a:lnTo>
                    <a:pt x="433399" y="72833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7B879D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02" name="Google Shape;1797;p72">
              <a:extLst>
                <a:ext uri="{FF2B5EF4-FFF2-40B4-BE49-F238E27FC236}">
                  <a16:creationId xmlns:a16="http://schemas.microsoft.com/office/drawing/2014/main" id="{EC3C4D5C-E529-7AD7-6107-EDC69961AA39}"/>
                </a:ext>
              </a:extLst>
            </p:cNvPr>
            <p:cNvSpPr/>
            <p:nvPr/>
          </p:nvSpPr>
          <p:spPr>
            <a:xfrm>
              <a:off x="7417931" y="3031090"/>
              <a:ext cx="31650" cy="31650"/>
            </a:xfrm>
            <a:custGeom>
              <a:avLst/>
              <a:gdLst/>
              <a:ahLst/>
              <a:cxnLst/>
              <a:rect l="l" t="t" r="r" b="b"/>
              <a:pathLst>
                <a:path w="31650" h="31650" extrusionOk="0">
                  <a:moveTo>
                    <a:pt x="31651" y="15825"/>
                  </a:moveTo>
                  <a:cubicBezTo>
                    <a:pt x="31651" y="24565"/>
                    <a:pt x="24565" y="31651"/>
                    <a:pt x="15825" y="31651"/>
                  </a:cubicBezTo>
                  <a:cubicBezTo>
                    <a:pt x="7085" y="31651"/>
                    <a:pt x="0" y="24565"/>
                    <a:pt x="0" y="15825"/>
                  </a:cubicBezTo>
                  <a:cubicBezTo>
                    <a:pt x="0" y="7085"/>
                    <a:pt x="7085" y="0"/>
                    <a:pt x="15825" y="0"/>
                  </a:cubicBezTo>
                  <a:cubicBezTo>
                    <a:pt x="24565" y="0"/>
                    <a:pt x="31651" y="7085"/>
                    <a:pt x="31651" y="15825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7B879D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03" name="Google Shape;1798;p72">
              <a:extLst>
                <a:ext uri="{FF2B5EF4-FFF2-40B4-BE49-F238E27FC236}">
                  <a16:creationId xmlns:a16="http://schemas.microsoft.com/office/drawing/2014/main" id="{A8B3C2AE-B4C7-F1E7-1BE7-8EC86561621C}"/>
                </a:ext>
              </a:extLst>
            </p:cNvPr>
            <p:cNvSpPr/>
            <p:nvPr/>
          </p:nvSpPr>
          <p:spPr>
            <a:xfrm>
              <a:off x="7472636" y="3031090"/>
              <a:ext cx="31650" cy="31650"/>
            </a:xfrm>
            <a:custGeom>
              <a:avLst/>
              <a:gdLst/>
              <a:ahLst/>
              <a:cxnLst/>
              <a:rect l="l" t="t" r="r" b="b"/>
              <a:pathLst>
                <a:path w="31650" h="31650" extrusionOk="0">
                  <a:moveTo>
                    <a:pt x="31651" y="15825"/>
                  </a:moveTo>
                  <a:cubicBezTo>
                    <a:pt x="31651" y="24565"/>
                    <a:pt x="24565" y="31651"/>
                    <a:pt x="15825" y="31651"/>
                  </a:cubicBezTo>
                  <a:cubicBezTo>
                    <a:pt x="7085" y="31651"/>
                    <a:pt x="0" y="24565"/>
                    <a:pt x="0" y="15825"/>
                  </a:cubicBezTo>
                  <a:cubicBezTo>
                    <a:pt x="0" y="7085"/>
                    <a:pt x="7085" y="0"/>
                    <a:pt x="15825" y="0"/>
                  </a:cubicBezTo>
                  <a:cubicBezTo>
                    <a:pt x="24565" y="0"/>
                    <a:pt x="31651" y="7085"/>
                    <a:pt x="31651" y="15825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7B879D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004" name="Google Shape;1799;p72">
            <a:extLst>
              <a:ext uri="{FF2B5EF4-FFF2-40B4-BE49-F238E27FC236}">
                <a16:creationId xmlns:a16="http://schemas.microsoft.com/office/drawing/2014/main" id="{AE46E5F9-2FB2-04BC-A45F-7D34E2027140}"/>
              </a:ext>
            </a:extLst>
          </p:cNvPr>
          <p:cNvGrpSpPr/>
          <p:nvPr/>
        </p:nvGrpSpPr>
        <p:grpSpPr>
          <a:xfrm>
            <a:off x="5574998" y="3081870"/>
            <a:ext cx="282518" cy="459895"/>
            <a:chOff x="6322089" y="2998666"/>
            <a:chExt cx="282518" cy="459895"/>
          </a:xfrm>
        </p:grpSpPr>
        <p:sp>
          <p:nvSpPr>
            <p:cNvPr id="1005" name="Google Shape;1800;p72">
              <a:extLst>
                <a:ext uri="{FF2B5EF4-FFF2-40B4-BE49-F238E27FC236}">
                  <a16:creationId xmlns:a16="http://schemas.microsoft.com/office/drawing/2014/main" id="{8A6FDD4F-54F7-7904-119E-62823AEAE4CB}"/>
                </a:ext>
              </a:extLst>
            </p:cNvPr>
            <p:cNvSpPr/>
            <p:nvPr/>
          </p:nvSpPr>
          <p:spPr>
            <a:xfrm>
              <a:off x="6322089" y="2998666"/>
              <a:ext cx="282518" cy="459895"/>
            </a:xfrm>
            <a:custGeom>
              <a:avLst/>
              <a:gdLst/>
              <a:ahLst/>
              <a:cxnLst/>
              <a:rect l="l" t="t" r="r" b="b"/>
              <a:pathLst>
                <a:path w="282518" h="459895" extrusionOk="0">
                  <a:moveTo>
                    <a:pt x="282518" y="141259"/>
                  </a:moveTo>
                  <a:cubicBezTo>
                    <a:pt x="282518" y="120578"/>
                    <a:pt x="269723" y="102847"/>
                    <a:pt x="251632" y="95545"/>
                  </a:cubicBezTo>
                  <a:cubicBezTo>
                    <a:pt x="259266" y="77589"/>
                    <a:pt x="255768" y="55991"/>
                    <a:pt x="241148" y="41371"/>
                  </a:cubicBezTo>
                  <a:cubicBezTo>
                    <a:pt x="226527" y="26750"/>
                    <a:pt x="204939" y="23261"/>
                    <a:pt x="186982" y="30886"/>
                  </a:cubicBezTo>
                  <a:cubicBezTo>
                    <a:pt x="179681" y="12795"/>
                    <a:pt x="161940" y="0"/>
                    <a:pt x="141259" y="0"/>
                  </a:cubicBezTo>
                  <a:cubicBezTo>
                    <a:pt x="120578" y="0"/>
                    <a:pt x="102847" y="12795"/>
                    <a:pt x="95537" y="30886"/>
                  </a:cubicBezTo>
                  <a:cubicBezTo>
                    <a:pt x="77580" y="23261"/>
                    <a:pt x="55991" y="26750"/>
                    <a:pt x="41371" y="41371"/>
                  </a:cubicBezTo>
                  <a:cubicBezTo>
                    <a:pt x="26750" y="55991"/>
                    <a:pt x="23262" y="77589"/>
                    <a:pt x="30886" y="95545"/>
                  </a:cubicBezTo>
                  <a:cubicBezTo>
                    <a:pt x="12795" y="102838"/>
                    <a:pt x="0" y="120578"/>
                    <a:pt x="0" y="141259"/>
                  </a:cubicBezTo>
                  <a:cubicBezTo>
                    <a:pt x="0" y="161940"/>
                    <a:pt x="12795" y="179672"/>
                    <a:pt x="30886" y="186982"/>
                  </a:cubicBezTo>
                  <a:cubicBezTo>
                    <a:pt x="23253" y="204938"/>
                    <a:pt x="26750" y="226527"/>
                    <a:pt x="41371" y="241148"/>
                  </a:cubicBezTo>
                  <a:cubicBezTo>
                    <a:pt x="55991" y="255768"/>
                    <a:pt x="77589" y="259266"/>
                    <a:pt x="95537" y="251632"/>
                  </a:cubicBezTo>
                  <a:cubicBezTo>
                    <a:pt x="101166" y="265578"/>
                    <a:pt x="112999" y="276377"/>
                    <a:pt x="127943" y="280594"/>
                  </a:cubicBezTo>
                  <a:lnTo>
                    <a:pt x="127943" y="347789"/>
                  </a:lnTo>
                  <a:cubicBezTo>
                    <a:pt x="103836" y="338914"/>
                    <a:pt x="57933" y="331811"/>
                    <a:pt x="38907" y="348814"/>
                  </a:cubicBezTo>
                  <a:cubicBezTo>
                    <a:pt x="31768" y="355198"/>
                    <a:pt x="28297" y="363956"/>
                    <a:pt x="28297" y="375573"/>
                  </a:cubicBezTo>
                  <a:cubicBezTo>
                    <a:pt x="28297" y="387190"/>
                    <a:pt x="31768" y="395939"/>
                    <a:pt x="38907" y="402332"/>
                  </a:cubicBezTo>
                  <a:cubicBezTo>
                    <a:pt x="57933" y="419335"/>
                    <a:pt x="103872" y="412214"/>
                    <a:pt x="127943" y="403357"/>
                  </a:cubicBezTo>
                  <a:lnTo>
                    <a:pt x="127943" y="432886"/>
                  </a:lnTo>
                  <a:lnTo>
                    <a:pt x="31633" y="432886"/>
                  </a:lnTo>
                  <a:cubicBezTo>
                    <a:pt x="24089" y="433075"/>
                    <a:pt x="17965" y="439189"/>
                    <a:pt x="17965" y="446742"/>
                  </a:cubicBezTo>
                  <a:cubicBezTo>
                    <a:pt x="17965" y="454295"/>
                    <a:pt x="24080" y="460409"/>
                    <a:pt x="31633" y="459861"/>
                  </a:cubicBezTo>
                  <a:lnTo>
                    <a:pt x="250886" y="459861"/>
                  </a:lnTo>
                  <a:cubicBezTo>
                    <a:pt x="258430" y="460400"/>
                    <a:pt x="264553" y="454286"/>
                    <a:pt x="264553" y="446742"/>
                  </a:cubicBezTo>
                  <a:cubicBezTo>
                    <a:pt x="264553" y="439198"/>
                    <a:pt x="258439" y="433075"/>
                    <a:pt x="250886" y="432886"/>
                  </a:cubicBezTo>
                  <a:lnTo>
                    <a:pt x="154918" y="432886"/>
                  </a:lnTo>
                  <a:lnTo>
                    <a:pt x="154918" y="349425"/>
                  </a:lnTo>
                  <a:cubicBezTo>
                    <a:pt x="178377" y="358318"/>
                    <a:pt x="224630" y="365385"/>
                    <a:pt x="243611" y="348400"/>
                  </a:cubicBezTo>
                  <a:cubicBezTo>
                    <a:pt x="250751" y="342016"/>
                    <a:pt x="254221" y="333258"/>
                    <a:pt x="254221" y="321641"/>
                  </a:cubicBezTo>
                  <a:cubicBezTo>
                    <a:pt x="254221" y="310024"/>
                    <a:pt x="250751" y="301275"/>
                    <a:pt x="243611" y="294900"/>
                  </a:cubicBezTo>
                  <a:cubicBezTo>
                    <a:pt x="224648" y="277941"/>
                    <a:pt x="178476" y="284937"/>
                    <a:pt x="154918" y="293875"/>
                  </a:cubicBezTo>
                  <a:lnTo>
                    <a:pt x="154918" y="280621"/>
                  </a:lnTo>
                  <a:cubicBezTo>
                    <a:pt x="169520" y="276404"/>
                    <a:pt x="181353" y="265605"/>
                    <a:pt x="186982" y="251659"/>
                  </a:cubicBezTo>
                  <a:cubicBezTo>
                    <a:pt x="204939" y="259293"/>
                    <a:pt x="226527" y="255795"/>
                    <a:pt x="241148" y="241175"/>
                  </a:cubicBezTo>
                  <a:cubicBezTo>
                    <a:pt x="255768" y="226554"/>
                    <a:pt x="259266" y="204965"/>
                    <a:pt x="251632" y="187009"/>
                  </a:cubicBezTo>
                  <a:cubicBezTo>
                    <a:pt x="269723" y="179698"/>
                    <a:pt x="282518" y="161967"/>
                    <a:pt x="282518" y="141286"/>
                  </a:cubicBezTo>
                  <a:close/>
                  <a:moveTo>
                    <a:pt x="57124" y="381930"/>
                  </a:moveTo>
                  <a:cubicBezTo>
                    <a:pt x="56711" y="381570"/>
                    <a:pt x="55623" y="380591"/>
                    <a:pt x="55623" y="375555"/>
                  </a:cubicBezTo>
                  <a:cubicBezTo>
                    <a:pt x="55623" y="370520"/>
                    <a:pt x="56720" y="369540"/>
                    <a:pt x="57124" y="369180"/>
                  </a:cubicBezTo>
                  <a:cubicBezTo>
                    <a:pt x="64731" y="362283"/>
                    <a:pt x="104636" y="366608"/>
                    <a:pt x="123357" y="375555"/>
                  </a:cubicBezTo>
                  <a:cubicBezTo>
                    <a:pt x="104591" y="384529"/>
                    <a:pt x="64767" y="388791"/>
                    <a:pt x="57124" y="381930"/>
                  </a:cubicBezTo>
                  <a:close/>
                  <a:moveTo>
                    <a:pt x="225395" y="315239"/>
                  </a:moveTo>
                  <a:cubicBezTo>
                    <a:pt x="225808" y="315599"/>
                    <a:pt x="226896" y="316579"/>
                    <a:pt x="226896" y="321614"/>
                  </a:cubicBezTo>
                  <a:cubicBezTo>
                    <a:pt x="226896" y="326649"/>
                    <a:pt x="225799" y="327629"/>
                    <a:pt x="225395" y="327998"/>
                  </a:cubicBezTo>
                  <a:cubicBezTo>
                    <a:pt x="217760" y="334850"/>
                    <a:pt x="178017" y="330624"/>
                    <a:pt x="159162" y="321614"/>
                  </a:cubicBezTo>
                  <a:cubicBezTo>
                    <a:pt x="178206" y="312514"/>
                    <a:pt x="217832" y="308459"/>
                    <a:pt x="225395" y="315239"/>
                  </a:cubicBezTo>
                  <a:close/>
                  <a:moveTo>
                    <a:pt x="141259" y="27326"/>
                  </a:moveTo>
                  <a:cubicBezTo>
                    <a:pt x="152301" y="27326"/>
                    <a:pt x="161472" y="35535"/>
                    <a:pt x="162974" y="46163"/>
                  </a:cubicBezTo>
                  <a:cubicBezTo>
                    <a:pt x="148713" y="42908"/>
                    <a:pt x="133814" y="42908"/>
                    <a:pt x="119544" y="46163"/>
                  </a:cubicBezTo>
                  <a:cubicBezTo>
                    <a:pt x="121046" y="35535"/>
                    <a:pt x="130218" y="27326"/>
                    <a:pt x="141259" y="27326"/>
                  </a:cubicBezTo>
                  <a:close/>
                  <a:moveTo>
                    <a:pt x="60694" y="60694"/>
                  </a:moveTo>
                  <a:cubicBezTo>
                    <a:pt x="68517" y="52880"/>
                    <a:pt x="80817" y="52206"/>
                    <a:pt x="89404" y="58680"/>
                  </a:cubicBezTo>
                  <a:cubicBezTo>
                    <a:pt x="77005" y="66484"/>
                    <a:pt x="66485" y="77005"/>
                    <a:pt x="58680" y="89404"/>
                  </a:cubicBezTo>
                  <a:cubicBezTo>
                    <a:pt x="52206" y="80826"/>
                    <a:pt x="52880" y="68517"/>
                    <a:pt x="60694" y="60694"/>
                  </a:cubicBezTo>
                  <a:close/>
                  <a:moveTo>
                    <a:pt x="46164" y="162974"/>
                  </a:moveTo>
                  <a:cubicBezTo>
                    <a:pt x="35535" y="161472"/>
                    <a:pt x="27326" y="152301"/>
                    <a:pt x="27326" y="141259"/>
                  </a:cubicBezTo>
                  <a:cubicBezTo>
                    <a:pt x="27326" y="130217"/>
                    <a:pt x="35535" y="121046"/>
                    <a:pt x="46164" y="119544"/>
                  </a:cubicBezTo>
                  <a:cubicBezTo>
                    <a:pt x="42908" y="133805"/>
                    <a:pt x="42908" y="148704"/>
                    <a:pt x="46164" y="162974"/>
                  </a:cubicBezTo>
                  <a:close/>
                  <a:moveTo>
                    <a:pt x="60694" y="221825"/>
                  </a:moveTo>
                  <a:cubicBezTo>
                    <a:pt x="52880" y="214011"/>
                    <a:pt x="52206" y="201692"/>
                    <a:pt x="58680" y="193114"/>
                  </a:cubicBezTo>
                  <a:cubicBezTo>
                    <a:pt x="66485" y="205514"/>
                    <a:pt x="77005" y="216034"/>
                    <a:pt x="89404" y="223839"/>
                  </a:cubicBezTo>
                  <a:cubicBezTo>
                    <a:pt x="80817" y="230313"/>
                    <a:pt x="68517" y="229638"/>
                    <a:pt x="60694" y="221825"/>
                  </a:cubicBezTo>
                  <a:close/>
                  <a:moveTo>
                    <a:pt x="141259" y="255193"/>
                  </a:moveTo>
                  <a:cubicBezTo>
                    <a:pt x="130244" y="255193"/>
                    <a:pt x="121046" y="247010"/>
                    <a:pt x="119544" y="236355"/>
                  </a:cubicBezTo>
                  <a:cubicBezTo>
                    <a:pt x="133590" y="239601"/>
                    <a:pt x="148920" y="239601"/>
                    <a:pt x="162974" y="236355"/>
                  </a:cubicBezTo>
                  <a:cubicBezTo>
                    <a:pt x="161472" y="247001"/>
                    <a:pt x="152283" y="255193"/>
                    <a:pt x="141259" y="255193"/>
                  </a:cubicBezTo>
                  <a:close/>
                  <a:moveTo>
                    <a:pt x="141259" y="211466"/>
                  </a:moveTo>
                  <a:cubicBezTo>
                    <a:pt x="102541" y="211466"/>
                    <a:pt x="71052" y="179977"/>
                    <a:pt x="71052" y="141259"/>
                  </a:cubicBezTo>
                  <a:cubicBezTo>
                    <a:pt x="71052" y="102541"/>
                    <a:pt x="102541" y="71052"/>
                    <a:pt x="141259" y="71052"/>
                  </a:cubicBezTo>
                  <a:cubicBezTo>
                    <a:pt x="179977" y="71052"/>
                    <a:pt x="211466" y="102541"/>
                    <a:pt x="211466" y="141259"/>
                  </a:cubicBezTo>
                  <a:cubicBezTo>
                    <a:pt x="211466" y="179977"/>
                    <a:pt x="179977" y="211466"/>
                    <a:pt x="141259" y="211466"/>
                  </a:cubicBezTo>
                  <a:close/>
                  <a:moveTo>
                    <a:pt x="221825" y="221825"/>
                  </a:moveTo>
                  <a:cubicBezTo>
                    <a:pt x="214002" y="229638"/>
                    <a:pt x="201701" y="230313"/>
                    <a:pt x="193114" y="223839"/>
                  </a:cubicBezTo>
                  <a:cubicBezTo>
                    <a:pt x="205514" y="216034"/>
                    <a:pt x="216034" y="205514"/>
                    <a:pt x="223839" y="193114"/>
                  </a:cubicBezTo>
                  <a:cubicBezTo>
                    <a:pt x="230313" y="201692"/>
                    <a:pt x="229638" y="214011"/>
                    <a:pt x="221825" y="221825"/>
                  </a:cubicBezTo>
                  <a:close/>
                  <a:moveTo>
                    <a:pt x="223839" y="89404"/>
                  </a:moveTo>
                  <a:cubicBezTo>
                    <a:pt x="216034" y="77005"/>
                    <a:pt x="205514" y="66484"/>
                    <a:pt x="193114" y="58680"/>
                  </a:cubicBezTo>
                  <a:cubicBezTo>
                    <a:pt x="201701" y="52206"/>
                    <a:pt x="214002" y="52880"/>
                    <a:pt x="221825" y="60694"/>
                  </a:cubicBezTo>
                  <a:cubicBezTo>
                    <a:pt x="229638" y="68517"/>
                    <a:pt x="230313" y="80826"/>
                    <a:pt x="223839" y="89404"/>
                  </a:cubicBezTo>
                  <a:close/>
                  <a:moveTo>
                    <a:pt x="236355" y="162974"/>
                  </a:moveTo>
                  <a:cubicBezTo>
                    <a:pt x="239610" y="148713"/>
                    <a:pt x="239610" y="133814"/>
                    <a:pt x="236355" y="119544"/>
                  </a:cubicBezTo>
                  <a:cubicBezTo>
                    <a:pt x="246983" y="121046"/>
                    <a:pt x="255193" y="130217"/>
                    <a:pt x="255193" y="141259"/>
                  </a:cubicBezTo>
                  <a:cubicBezTo>
                    <a:pt x="255193" y="152301"/>
                    <a:pt x="246983" y="161472"/>
                    <a:pt x="236355" y="162974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7B879D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06" name="Google Shape;1801;p72">
              <a:extLst>
                <a:ext uri="{FF2B5EF4-FFF2-40B4-BE49-F238E27FC236}">
                  <a16:creationId xmlns:a16="http://schemas.microsoft.com/office/drawing/2014/main" id="{724E4E9F-2973-80CD-7DAC-29DCB8C52733}"/>
                </a:ext>
              </a:extLst>
            </p:cNvPr>
            <p:cNvSpPr/>
            <p:nvPr/>
          </p:nvSpPr>
          <p:spPr>
            <a:xfrm>
              <a:off x="6423479" y="3075904"/>
              <a:ext cx="79729" cy="128050"/>
            </a:xfrm>
            <a:custGeom>
              <a:avLst/>
              <a:gdLst/>
              <a:ahLst/>
              <a:cxnLst/>
              <a:rect l="l" t="t" r="r" b="b"/>
              <a:pathLst>
                <a:path w="79729" h="128050" extrusionOk="0">
                  <a:moveTo>
                    <a:pt x="49958" y="49904"/>
                  </a:moveTo>
                  <a:lnTo>
                    <a:pt x="29771" y="49904"/>
                  </a:lnTo>
                  <a:cubicBezTo>
                    <a:pt x="28423" y="50353"/>
                    <a:pt x="27335" y="49265"/>
                    <a:pt x="27335" y="47917"/>
                  </a:cubicBezTo>
                  <a:cubicBezTo>
                    <a:pt x="27335" y="46568"/>
                    <a:pt x="29771" y="45408"/>
                    <a:pt x="29771" y="45408"/>
                  </a:cubicBezTo>
                  <a:lnTo>
                    <a:pt x="65891" y="45408"/>
                  </a:lnTo>
                  <a:cubicBezTo>
                    <a:pt x="73534" y="45408"/>
                    <a:pt x="79702" y="39051"/>
                    <a:pt x="79369" y="31327"/>
                  </a:cubicBezTo>
                  <a:cubicBezTo>
                    <a:pt x="79055" y="24044"/>
                    <a:pt x="72761" y="18433"/>
                    <a:pt x="65468" y="18433"/>
                  </a:cubicBezTo>
                  <a:lnTo>
                    <a:pt x="53518" y="18433"/>
                  </a:lnTo>
                  <a:cubicBezTo>
                    <a:pt x="53518" y="18433"/>
                    <a:pt x="53518" y="13667"/>
                    <a:pt x="53518" y="13667"/>
                  </a:cubicBezTo>
                  <a:cubicBezTo>
                    <a:pt x="53518" y="13667"/>
                    <a:pt x="47404" y="0"/>
                    <a:pt x="39860" y="0"/>
                  </a:cubicBezTo>
                  <a:cubicBezTo>
                    <a:pt x="32316" y="0"/>
                    <a:pt x="26193" y="6123"/>
                    <a:pt x="26543" y="13667"/>
                  </a:cubicBezTo>
                  <a:lnTo>
                    <a:pt x="26543" y="18361"/>
                  </a:lnTo>
                  <a:cubicBezTo>
                    <a:pt x="11455" y="20123"/>
                    <a:pt x="0" y="32721"/>
                    <a:pt x="0" y="47926"/>
                  </a:cubicBezTo>
                  <a:cubicBezTo>
                    <a:pt x="0" y="64344"/>
                    <a:pt x="13353" y="77697"/>
                    <a:pt x="29771" y="77787"/>
                  </a:cubicBezTo>
                  <a:lnTo>
                    <a:pt x="49958" y="77787"/>
                  </a:lnTo>
                  <a:cubicBezTo>
                    <a:pt x="51307" y="77697"/>
                    <a:pt x="52394" y="78785"/>
                    <a:pt x="52394" y="80134"/>
                  </a:cubicBezTo>
                  <a:cubicBezTo>
                    <a:pt x="52394" y="81483"/>
                    <a:pt x="49958" y="83182"/>
                    <a:pt x="49958" y="83182"/>
                  </a:cubicBezTo>
                  <a:lnTo>
                    <a:pt x="14881" y="83182"/>
                  </a:lnTo>
                  <a:cubicBezTo>
                    <a:pt x="7589" y="83182"/>
                    <a:pt x="1295" y="88793"/>
                    <a:pt x="980" y="96076"/>
                  </a:cubicBezTo>
                  <a:cubicBezTo>
                    <a:pt x="647" y="103800"/>
                    <a:pt x="6816" y="110157"/>
                    <a:pt x="14459" y="110157"/>
                  </a:cubicBezTo>
                  <a:lnTo>
                    <a:pt x="26552" y="110157"/>
                  </a:lnTo>
                  <a:lnTo>
                    <a:pt x="26552" y="114383"/>
                  </a:lnTo>
                  <a:cubicBezTo>
                    <a:pt x="26552" y="114383"/>
                    <a:pt x="32325" y="128050"/>
                    <a:pt x="39869" y="128050"/>
                  </a:cubicBezTo>
                  <a:cubicBezTo>
                    <a:pt x="47413" y="128050"/>
                    <a:pt x="53536" y="121936"/>
                    <a:pt x="53527" y="114383"/>
                  </a:cubicBezTo>
                  <a:lnTo>
                    <a:pt x="53527" y="109689"/>
                  </a:lnTo>
                  <a:cubicBezTo>
                    <a:pt x="68274" y="107927"/>
                    <a:pt x="79729" y="95330"/>
                    <a:pt x="79729" y="80125"/>
                  </a:cubicBezTo>
                  <a:cubicBezTo>
                    <a:pt x="79729" y="63706"/>
                    <a:pt x="66376" y="50353"/>
                    <a:pt x="49958" y="49904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7B879D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007" name="Google Shape;1802;p72">
            <a:extLst>
              <a:ext uri="{FF2B5EF4-FFF2-40B4-BE49-F238E27FC236}">
                <a16:creationId xmlns:a16="http://schemas.microsoft.com/office/drawing/2014/main" id="{2903D3E9-5735-1CAF-1663-2D85AFD855BA}"/>
              </a:ext>
            </a:extLst>
          </p:cNvPr>
          <p:cNvGrpSpPr/>
          <p:nvPr/>
        </p:nvGrpSpPr>
        <p:grpSpPr>
          <a:xfrm>
            <a:off x="4715813" y="3091522"/>
            <a:ext cx="460373" cy="440591"/>
            <a:chOff x="5402502" y="2999025"/>
            <a:chExt cx="460373" cy="440591"/>
          </a:xfrm>
        </p:grpSpPr>
        <p:sp>
          <p:nvSpPr>
            <p:cNvPr id="1008" name="Google Shape;1803;p72">
              <a:extLst>
                <a:ext uri="{FF2B5EF4-FFF2-40B4-BE49-F238E27FC236}">
                  <a16:creationId xmlns:a16="http://schemas.microsoft.com/office/drawing/2014/main" id="{5945D5A6-8996-BD46-8B5E-99B3F9DBA569}"/>
                </a:ext>
              </a:extLst>
            </p:cNvPr>
            <p:cNvSpPr/>
            <p:nvPr/>
          </p:nvSpPr>
          <p:spPr>
            <a:xfrm>
              <a:off x="5402502" y="2999025"/>
              <a:ext cx="329104" cy="440591"/>
            </a:xfrm>
            <a:custGeom>
              <a:avLst/>
              <a:gdLst/>
              <a:ahLst/>
              <a:cxnLst/>
              <a:rect l="l" t="t" r="r" b="b"/>
              <a:pathLst>
                <a:path w="329104" h="440591" extrusionOk="0">
                  <a:moveTo>
                    <a:pt x="315275" y="0"/>
                  </a:moveTo>
                  <a:lnTo>
                    <a:pt x="13820" y="0"/>
                  </a:lnTo>
                  <a:cubicBezTo>
                    <a:pt x="6187" y="0"/>
                    <a:pt x="0" y="6186"/>
                    <a:pt x="0" y="13820"/>
                  </a:cubicBezTo>
                  <a:lnTo>
                    <a:pt x="0" y="426771"/>
                  </a:lnTo>
                  <a:cubicBezTo>
                    <a:pt x="0" y="434406"/>
                    <a:pt x="6187" y="440592"/>
                    <a:pt x="13820" y="440592"/>
                  </a:cubicBezTo>
                  <a:lnTo>
                    <a:pt x="230133" y="440592"/>
                  </a:lnTo>
                  <a:cubicBezTo>
                    <a:pt x="233801" y="440592"/>
                    <a:pt x="237317" y="439135"/>
                    <a:pt x="239916" y="436537"/>
                  </a:cubicBezTo>
                  <a:lnTo>
                    <a:pt x="325058" y="351340"/>
                  </a:lnTo>
                  <a:cubicBezTo>
                    <a:pt x="327648" y="348751"/>
                    <a:pt x="329104" y="345235"/>
                    <a:pt x="329104" y="341567"/>
                  </a:cubicBezTo>
                  <a:lnTo>
                    <a:pt x="329104" y="13820"/>
                  </a:lnTo>
                  <a:cubicBezTo>
                    <a:pt x="329104" y="6186"/>
                    <a:pt x="322918" y="0"/>
                    <a:pt x="315284" y="0"/>
                  </a:cubicBezTo>
                  <a:close/>
                  <a:moveTo>
                    <a:pt x="243674" y="393251"/>
                  </a:moveTo>
                  <a:lnTo>
                    <a:pt x="243674" y="355171"/>
                  </a:lnTo>
                  <a:lnTo>
                    <a:pt x="281754" y="355171"/>
                  </a:lnTo>
                  <a:lnTo>
                    <a:pt x="243674" y="393251"/>
                  </a:lnTo>
                  <a:close/>
                  <a:moveTo>
                    <a:pt x="302120" y="327297"/>
                  </a:moveTo>
                  <a:lnTo>
                    <a:pt x="230538" y="327297"/>
                  </a:lnTo>
                  <a:cubicBezTo>
                    <a:pt x="222895" y="327297"/>
                    <a:pt x="216708" y="333501"/>
                    <a:pt x="216708" y="341144"/>
                  </a:cubicBezTo>
                  <a:lnTo>
                    <a:pt x="216708" y="412718"/>
                  </a:lnTo>
                  <a:lnTo>
                    <a:pt x="27883" y="412718"/>
                  </a:lnTo>
                  <a:lnTo>
                    <a:pt x="27883" y="27874"/>
                  </a:lnTo>
                  <a:lnTo>
                    <a:pt x="302129" y="27874"/>
                  </a:lnTo>
                  <a:cubicBezTo>
                    <a:pt x="302129" y="27874"/>
                    <a:pt x="302129" y="325283"/>
                    <a:pt x="302129" y="327297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7B879D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09" name="Google Shape;1804;p72">
              <a:extLst>
                <a:ext uri="{FF2B5EF4-FFF2-40B4-BE49-F238E27FC236}">
                  <a16:creationId xmlns:a16="http://schemas.microsoft.com/office/drawing/2014/main" id="{9763D602-9843-4DE8-1425-96461C0AC324}"/>
                </a:ext>
              </a:extLst>
            </p:cNvPr>
            <p:cNvSpPr/>
            <p:nvPr/>
          </p:nvSpPr>
          <p:spPr>
            <a:xfrm>
              <a:off x="5464935" y="3085345"/>
              <a:ext cx="204328" cy="27874"/>
            </a:xfrm>
            <a:custGeom>
              <a:avLst/>
              <a:gdLst/>
              <a:ahLst/>
              <a:cxnLst/>
              <a:rect l="l" t="t" r="r" b="b"/>
              <a:pathLst>
                <a:path w="204328" h="27874" extrusionOk="0">
                  <a:moveTo>
                    <a:pt x="190395" y="0"/>
                  </a:moveTo>
                  <a:lnTo>
                    <a:pt x="14149" y="0"/>
                  </a:lnTo>
                  <a:cubicBezTo>
                    <a:pt x="7720" y="0"/>
                    <a:pt x="1903" y="4253"/>
                    <a:pt x="410" y="10502"/>
                  </a:cubicBezTo>
                  <a:cubicBezTo>
                    <a:pt x="-1784" y="19701"/>
                    <a:pt x="5131" y="27874"/>
                    <a:pt x="13933" y="27874"/>
                  </a:cubicBezTo>
                  <a:lnTo>
                    <a:pt x="190179" y="27874"/>
                  </a:lnTo>
                  <a:cubicBezTo>
                    <a:pt x="196590" y="27874"/>
                    <a:pt x="202408" y="23639"/>
                    <a:pt x="203909" y="17399"/>
                  </a:cubicBezTo>
                  <a:cubicBezTo>
                    <a:pt x="206130" y="8209"/>
                    <a:pt x="199216" y="0"/>
                    <a:pt x="19039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7B879D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10" name="Google Shape;1805;p72">
              <a:extLst>
                <a:ext uri="{FF2B5EF4-FFF2-40B4-BE49-F238E27FC236}">
                  <a16:creationId xmlns:a16="http://schemas.microsoft.com/office/drawing/2014/main" id="{DC864633-C2E7-611F-874E-29DD949B7433}"/>
                </a:ext>
              </a:extLst>
            </p:cNvPr>
            <p:cNvSpPr/>
            <p:nvPr/>
          </p:nvSpPr>
          <p:spPr>
            <a:xfrm>
              <a:off x="5464935" y="3145590"/>
              <a:ext cx="204336" cy="27874"/>
            </a:xfrm>
            <a:custGeom>
              <a:avLst/>
              <a:gdLst/>
              <a:ahLst/>
              <a:cxnLst/>
              <a:rect l="l" t="t" r="r" b="b"/>
              <a:pathLst>
                <a:path w="204336" h="27874" extrusionOk="0">
                  <a:moveTo>
                    <a:pt x="190394" y="0"/>
                  </a:moveTo>
                  <a:lnTo>
                    <a:pt x="14149" y="0"/>
                  </a:lnTo>
                  <a:cubicBezTo>
                    <a:pt x="7738" y="0"/>
                    <a:pt x="1920" y="4235"/>
                    <a:pt x="419" y="10475"/>
                  </a:cubicBezTo>
                  <a:cubicBezTo>
                    <a:pt x="-1803" y="19665"/>
                    <a:pt x="5121" y="27874"/>
                    <a:pt x="13942" y="27874"/>
                  </a:cubicBezTo>
                  <a:lnTo>
                    <a:pt x="190188" y="27874"/>
                  </a:lnTo>
                  <a:cubicBezTo>
                    <a:pt x="196617" y="27874"/>
                    <a:pt x="202434" y="23621"/>
                    <a:pt x="203927" y="17372"/>
                  </a:cubicBezTo>
                  <a:cubicBezTo>
                    <a:pt x="206121" y="8173"/>
                    <a:pt x="199206" y="0"/>
                    <a:pt x="19040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7B879D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11" name="Google Shape;1806;p72">
              <a:extLst>
                <a:ext uri="{FF2B5EF4-FFF2-40B4-BE49-F238E27FC236}">
                  <a16:creationId xmlns:a16="http://schemas.microsoft.com/office/drawing/2014/main" id="{458C55F8-F0D4-577A-2B1C-327060818075}"/>
                </a:ext>
              </a:extLst>
            </p:cNvPr>
            <p:cNvSpPr/>
            <p:nvPr/>
          </p:nvSpPr>
          <p:spPr>
            <a:xfrm>
              <a:off x="5464934" y="3205825"/>
              <a:ext cx="204328" cy="27874"/>
            </a:xfrm>
            <a:custGeom>
              <a:avLst/>
              <a:gdLst/>
              <a:ahLst/>
              <a:cxnLst/>
              <a:rect l="l" t="t" r="r" b="b"/>
              <a:pathLst>
                <a:path w="204328" h="27874" extrusionOk="0">
                  <a:moveTo>
                    <a:pt x="203910" y="10475"/>
                  </a:moveTo>
                  <a:cubicBezTo>
                    <a:pt x="202408" y="4244"/>
                    <a:pt x="196591" y="0"/>
                    <a:pt x="190179" y="0"/>
                  </a:cubicBezTo>
                  <a:lnTo>
                    <a:pt x="13934" y="0"/>
                  </a:lnTo>
                  <a:cubicBezTo>
                    <a:pt x="5122" y="0"/>
                    <a:pt x="-1784" y="8183"/>
                    <a:pt x="410" y="17372"/>
                  </a:cubicBezTo>
                  <a:cubicBezTo>
                    <a:pt x="1903" y="23621"/>
                    <a:pt x="7720" y="27874"/>
                    <a:pt x="14150" y="27874"/>
                  </a:cubicBezTo>
                  <a:lnTo>
                    <a:pt x="190395" y="27874"/>
                  </a:lnTo>
                  <a:cubicBezTo>
                    <a:pt x="199216" y="27874"/>
                    <a:pt x="206131" y="19665"/>
                    <a:pt x="203910" y="10475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7B879D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12" name="Google Shape;1807;p72">
              <a:extLst>
                <a:ext uri="{FF2B5EF4-FFF2-40B4-BE49-F238E27FC236}">
                  <a16:creationId xmlns:a16="http://schemas.microsoft.com/office/drawing/2014/main" id="{6305677E-C4BE-61DD-02BD-94CE331ADCE9}"/>
                </a:ext>
              </a:extLst>
            </p:cNvPr>
            <p:cNvSpPr/>
            <p:nvPr/>
          </p:nvSpPr>
          <p:spPr>
            <a:xfrm>
              <a:off x="5461182" y="3267225"/>
              <a:ext cx="151869" cy="88518"/>
            </a:xfrm>
            <a:custGeom>
              <a:avLst/>
              <a:gdLst/>
              <a:ahLst/>
              <a:cxnLst/>
              <a:rect l="l" t="t" r="r" b="b"/>
              <a:pathLst>
                <a:path w="151869" h="88518" extrusionOk="0">
                  <a:moveTo>
                    <a:pt x="137914" y="30324"/>
                  </a:moveTo>
                  <a:lnTo>
                    <a:pt x="98234" y="30324"/>
                  </a:lnTo>
                  <a:cubicBezTo>
                    <a:pt x="94242" y="30324"/>
                    <a:pt x="90438" y="32042"/>
                    <a:pt x="87795" y="35045"/>
                  </a:cubicBezTo>
                  <a:lnTo>
                    <a:pt x="76349" y="47993"/>
                  </a:lnTo>
                  <a:lnTo>
                    <a:pt x="61701" y="9023"/>
                  </a:lnTo>
                  <a:cubicBezTo>
                    <a:pt x="60028" y="4599"/>
                    <a:pt x="56225" y="1308"/>
                    <a:pt x="51603" y="319"/>
                  </a:cubicBezTo>
                  <a:cubicBezTo>
                    <a:pt x="46982" y="-688"/>
                    <a:pt x="42162" y="724"/>
                    <a:pt x="38808" y="4069"/>
                  </a:cubicBezTo>
                  <a:lnTo>
                    <a:pt x="4100" y="38705"/>
                  </a:lnTo>
                  <a:cubicBezTo>
                    <a:pt x="-1358" y="44136"/>
                    <a:pt x="-1367" y="52965"/>
                    <a:pt x="4073" y="58414"/>
                  </a:cubicBezTo>
                  <a:cubicBezTo>
                    <a:pt x="9504" y="63872"/>
                    <a:pt x="18334" y="63881"/>
                    <a:pt x="23792" y="58441"/>
                  </a:cubicBezTo>
                  <a:lnTo>
                    <a:pt x="43223" y="39055"/>
                  </a:lnTo>
                  <a:lnTo>
                    <a:pt x="58428" y="79491"/>
                  </a:lnTo>
                  <a:cubicBezTo>
                    <a:pt x="62133" y="89354"/>
                    <a:pt x="75017" y="91647"/>
                    <a:pt x="81914" y="83816"/>
                  </a:cubicBezTo>
                  <a:lnTo>
                    <a:pt x="104537" y="58198"/>
                  </a:lnTo>
                  <a:lnTo>
                    <a:pt x="137932" y="58198"/>
                  </a:lnTo>
                  <a:cubicBezTo>
                    <a:pt x="145629" y="58198"/>
                    <a:pt x="151869" y="51967"/>
                    <a:pt x="151869" y="44261"/>
                  </a:cubicBezTo>
                  <a:cubicBezTo>
                    <a:pt x="151869" y="36564"/>
                    <a:pt x="145629" y="30324"/>
                    <a:pt x="137932" y="30324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7B879D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13" name="Google Shape;1808;p72">
              <a:extLst>
                <a:ext uri="{FF2B5EF4-FFF2-40B4-BE49-F238E27FC236}">
                  <a16:creationId xmlns:a16="http://schemas.microsoft.com/office/drawing/2014/main" id="{10791D9D-A9F5-4C58-7163-27E50319F8FF}"/>
                </a:ext>
              </a:extLst>
            </p:cNvPr>
            <p:cNvSpPr/>
            <p:nvPr/>
          </p:nvSpPr>
          <p:spPr>
            <a:xfrm>
              <a:off x="5759471" y="3049379"/>
              <a:ext cx="103404" cy="345109"/>
            </a:xfrm>
            <a:custGeom>
              <a:avLst/>
              <a:gdLst/>
              <a:ahLst/>
              <a:cxnLst/>
              <a:rect l="l" t="t" r="r" b="b"/>
              <a:pathLst>
                <a:path w="103404" h="345109" extrusionOk="0">
                  <a:moveTo>
                    <a:pt x="74263" y="0"/>
                  </a:moveTo>
                  <a:lnTo>
                    <a:pt x="29142" y="0"/>
                  </a:lnTo>
                  <a:cubicBezTo>
                    <a:pt x="13047" y="0"/>
                    <a:pt x="0" y="13047"/>
                    <a:pt x="0" y="29142"/>
                  </a:cubicBezTo>
                  <a:lnTo>
                    <a:pt x="0" y="254176"/>
                  </a:lnTo>
                  <a:cubicBezTo>
                    <a:pt x="0" y="254176"/>
                    <a:pt x="0" y="254221"/>
                    <a:pt x="0" y="254239"/>
                  </a:cubicBezTo>
                  <a:cubicBezTo>
                    <a:pt x="9" y="256388"/>
                    <a:pt x="540" y="258492"/>
                    <a:pt x="1412" y="260273"/>
                  </a:cubicBezTo>
                  <a:lnTo>
                    <a:pt x="39294" y="337394"/>
                  </a:lnTo>
                  <a:cubicBezTo>
                    <a:pt x="44347" y="347681"/>
                    <a:pt x="59057" y="347681"/>
                    <a:pt x="64111" y="337394"/>
                  </a:cubicBezTo>
                  <a:lnTo>
                    <a:pt x="101993" y="260273"/>
                  </a:lnTo>
                  <a:cubicBezTo>
                    <a:pt x="102874" y="258474"/>
                    <a:pt x="103395" y="256371"/>
                    <a:pt x="103404" y="254239"/>
                  </a:cubicBezTo>
                  <a:cubicBezTo>
                    <a:pt x="103404" y="254221"/>
                    <a:pt x="103404" y="254194"/>
                    <a:pt x="103404" y="254176"/>
                  </a:cubicBezTo>
                  <a:lnTo>
                    <a:pt x="103404" y="29142"/>
                  </a:lnTo>
                  <a:cubicBezTo>
                    <a:pt x="103404" y="13074"/>
                    <a:pt x="90330" y="0"/>
                    <a:pt x="74263" y="0"/>
                  </a:cubicBezTo>
                  <a:close/>
                  <a:moveTo>
                    <a:pt x="51720" y="299899"/>
                  </a:moveTo>
                  <a:lnTo>
                    <a:pt x="36039" y="267952"/>
                  </a:lnTo>
                  <a:lnTo>
                    <a:pt x="67411" y="267952"/>
                  </a:lnTo>
                  <a:lnTo>
                    <a:pt x="51720" y="299899"/>
                  </a:lnTo>
                  <a:close/>
                  <a:moveTo>
                    <a:pt x="75539" y="240078"/>
                  </a:moveTo>
                  <a:lnTo>
                    <a:pt x="27883" y="240078"/>
                  </a:lnTo>
                  <a:lnTo>
                    <a:pt x="27883" y="81824"/>
                  </a:lnTo>
                  <a:lnTo>
                    <a:pt x="75539" y="81824"/>
                  </a:lnTo>
                  <a:lnTo>
                    <a:pt x="75539" y="240078"/>
                  </a:lnTo>
                  <a:close/>
                  <a:moveTo>
                    <a:pt x="75539" y="53950"/>
                  </a:moveTo>
                  <a:lnTo>
                    <a:pt x="27883" y="53950"/>
                  </a:lnTo>
                  <a:lnTo>
                    <a:pt x="27883" y="28477"/>
                  </a:lnTo>
                  <a:cubicBezTo>
                    <a:pt x="27883" y="27649"/>
                    <a:pt x="28558" y="26975"/>
                    <a:pt x="29385" y="26975"/>
                  </a:cubicBezTo>
                  <a:lnTo>
                    <a:pt x="74046" y="26975"/>
                  </a:lnTo>
                  <a:cubicBezTo>
                    <a:pt x="74874" y="26975"/>
                    <a:pt x="75548" y="27649"/>
                    <a:pt x="75548" y="28477"/>
                  </a:cubicBezTo>
                  <a:lnTo>
                    <a:pt x="75548" y="5395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7B879D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014" name="Google Shape;1809;p72">
            <a:extLst>
              <a:ext uri="{FF2B5EF4-FFF2-40B4-BE49-F238E27FC236}">
                <a16:creationId xmlns:a16="http://schemas.microsoft.com/office/drawing/2014/main" id="{16149C1E-9708-75F0-74A6-B5DED64ED001}"/>
              </a:ext>
            </a:extLst>
          </p:cNvPr>
          <p:cNvGrpSpPr/>
          <p:nvPr/>
        </p:nvGrpSpPr>
        <p:grpSpPr>
          <a:xfrm>
            <a:off x="4047876" y="3081633"/>
            <a:ext cx="320103" cy="460369"/>
            <a:chOff x="4622025" y="2998130"/>
            <a:chExt cx="320103" cy="460369"/>
          </a:xfrm>
        </p:grpSpPr>
        <p:sp>
          <p:nvSpPr>
            <p:cNvPr id="1015" name="Google Shape;1810;p72">
              <a:extLst>
                <a:ext uri="{FF2B5EF4-FFF2-40B4-BE49-F238E27FC236}">
                  <a16:creationId xmlns:a16="http://schemas.microsoft.com/office/drawing/2014/main" id="{66221CBE-E170-7206-2FF0-3A539C563E28}"/>
                </a:ext>
              </a:extLst>
            </p:cNvPr>
            <p:cNvSpPr/>
            <p:nvPr/>
          </p:nvSpPr>
          <p:spPr>
            <a:xfrm>
              <a:off x="4678245" y="3043552"/>
              <a:ext cx="207667" cy="348775"/>
            </a:xfrm>
            <a:custGeom>
              <a:avLst/>
              <a:gdLst/>
              <a:ahLst/>
              <a:cxnLst/>
              <a:rect l="l" t="t" r="r" b="b"/>
              <a:pathLst>
                <a:path w="207667" h="348775" extrusionOk="0">
                  <a:moveTo>
                    <a:pt x="207658" y="104852"/>
                  </a:moveTo>
                  <a:cubicBezTo>
                    <a:pt x="207658" y="45660"/>
                    <a:pt x="158833" y="-2239"/>
                    <a:pt x="99722" y="81"/>
                  </a:cubicBezTo>
                  <a:cubicBezTo>
                    <a:pt x="45448" y="2203"/>
                    <a:pt x="2118" y="46514"/>
                    <a:pt x="76" y="100797"/>
                  </a:cubicBezTo>
                  <a:cubicBezTo>
                    <a:pt x="-1992" y="155799"/>
                    <a:pt x="38147" y="201953"/>
                    <a:pt x="90344" y="208822"/>
                  </a:cubicBezTo>
                  <a:lnTo>
                    <a:pt x="90344" y="252747"/>
                  </a:lnTo>
                  <a:cubicBezTo>
                    <a:pt x="68764" y="259068"/>
                    <a:pt x="53325" y="280144"/>
                    <a:pt x="55537" y="304404"/>
                  </a:cubicBezTo>
                  <a:cubicBezTo>
                    <a:pt x="57677" y="327917"/>
                    <a:pt x="76560" y="346845"/>
                    <a:pt x="100100" y="348634"/>
                  </a:cubicBezTo>
                  <a:cubicBezTo>
                    <a:pt x="128523" y="350792"/>
                    <a:pt x="152341" y="328052"/>
                    <a:pt x="152341" y="299791"/>
                  </a:cubicBezTo>
                  <a:cubicBezTo>
                    <a:pt x="152341" y="277510"/>
                    <a:pt x="137523" y="258663"/>
                    <a:pt x="117328" y="252747"/>
                  </a:cubicBezTo>
                  <a:lnTo>
                    <a:pt x="117328" y="208822"/>
                  </a:lnTo>
                  <a:cubicBezTo>
                    <a:pt x="168230" y="202124"/>
                    <a:pt x="207667" y="158056"/>
                    <a:pt x="207667" y="104852"/>
                  </a:cubicBezTo>
                  <a:close/>
                  <a:moveTo>
                    <a:pt x="125474" y="299782"/>
                  </a:moveTo>
                  <a:cubicBezTo>
                    <a:pt x="125474" y="311768"/>
                    <a:pt x="115718" y="321524"/>
                    <a:pt x="103732" y="321524"/>
                  </a:cubicBezTo>
                  <a:cubicBezTo>
                    <a:pt x="91746" y="321524"/>
                    <a:pt x="81991" y="311768"/>
                    <a:pt x="81991" y="299782"/>
                  </a:cubicBezTo>
                  <a:cubicBezTo>
                    <a:pt x="81991" y="287796"/>
                    <a:pt x="91746" y="278040"/>
                    <a:pt x="103732" y="278040"/>
                  </a:cubicBezTo>
                  <a:cubicBezTo>
                    <a:pt x="115718" y="278040"/>
                    <a:pt x="125474" y="287796"/>
                    <a:pt x="125474" y="299782"/>
                  </a:cubicBezTo>
                  <a:close/>
                  <a:moveTo>
                    <a:pt x="103732" y="182459"/>
                  </a:moveTo>
                  <a:cubicBezTo>
                    <a:pt x="60932" y="182459"/>
                    <a:pt x="26116" y="147643"/>
                    <a:pt x="26116" y="104843"/>
                  </a:cubicBezTo>
                  <a:cubicBezTo>
                    <a:pt x="26116" y="62042"/>
                    <a:pt x="60932" y="27227"/>
                    <a:pt x="103732" y="27227"/>
                  </a:cubicBezTo>
                  <a:cubicBezTo>
                    <a:pt x="146533" y="27227"/>
                    <a:pt x="181349" y="62042"/>
                    <a:pt x="181349" y="104843"/>
                  </a:cubicBezTo>
                  <a:cubicBezTo>
                    <a:pt x="181349" y="147643"/>
                    <a:pt x="146533" y="182459"/>
                    <a:pt x="103732" y="182459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7B879D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16" name="Google Shape;1811;p72">
              <a:extLst>
                <a:ext uri="{FF2B5EF4-FFF2-40B4-BE49-F238E27FC236}">
                  <a16:creationId xmlns:a16="http://schemas.microsoft.com/office/drawing/2014/main" id="{22EC6C6B-CCB2-C45A-266A-E781CD87C679}"/>
                </a:ext>
              </a:extLst>
            </p:cNvPr>
            <p:cNvSpPr/>
            <p:nvPr/>
          </p:nvSpPr>
          <p:spPr>
            <a:xfrm>
              <a:off x="4740786" y="3103654"/>
              <a:ext cx="96644" cy="58372"/>
            </a:xfrm>
            <a:custGeom>
              <a:avLst/>
              <a:gdLst/>
              <a:ahLst/>
              <a:cxnLst/>
              <a:rect l="l" t="t" r="r" b="b"/>
              <a:pathLst>
                <a:path w="96644" h="58372" extrusionOk="0">
                  <a:moveTo>
                    <a:pt x="93973" y="5492"/>
                  </a:moveTo>
                  <a:cubicBezTo>
                    <a:pt x="89486" y="-541"/>
                    <a:pt x="80953" y="-1800"/>
                    <a:pt x="74911" y="2696"/>
                  </a:cubicBezTo>
                  <a:lnTo>
                    <a:pt x="39556" y="28987"/>
                  </a:lnTo>
                  <a:lnTo>
                    <a:pt x="19342" y="19645"/>
                  </a:lnTo>
                  <a:cubicBezTo>
                    <a:pt x="12509" y="16489"/>
                    <a:pt x="4416" y="19465"/>
                    <a:pt x="1260" y="26290"/>
                  </a:cubicBezTo>
                  <a:cubicBezTo>
                    <a:pt x="-1896" y="33115"/>
                    <a:pt x="1080" y="41216"/>
                    <a:pt x="7905" y="44372"/>
                  </a:cubicBezTo>
                  <a:cubicBezTo>
                    <a:pt x="35348" y="56637"/>
                    <a:pt x="36004" y="58372"/>
                    <a:pt x="41174" y="58372"/>
                  </a:cubicBezTo>
                  <a:cubicBezTo>
                    <a:pt x="49069" y="58372"/>
                    <a:pt x="49177" y="54695"/>
                    <a:pt x="91150" y="24555"/>
                  </a:cubicBezTo>
                  <a:cubicBezTo>
                    <a:pt x="97183" y="20068"/>
                    <a:pt x="98442" y="11535"/>
                    <a:pt x="93955" y="5492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7B879D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17" name="Google Shape;1812;p72">
              <a:extLst>
                <a:ext uri="{FF2B5EF4-FFF2-40B4-BE49-F238E27FC236}">
                  <a16:creationId xmlns:a16="http://schemas.microsoft.com/office/drawing/2014/main" id="{25609C2B-6A3C-6249-D8C2-76DB31E23A63}"/>
                </a:ext>
              </a:extLst>
            </p:cNvPr>
            <p:cNvSpPr/>
            <p:nvPr/>
          </p:nvSpPr>
          <p:spPr>
            <a:xfrm>
              <a:off x="4622025" y="2998130"/>
              <a:ext cx="320103" cy="460369"/>
            </a:xfrm>
            <a:custGeom>
              <a:avLst/>
              <a:gdLst/>
              <a:ahLst/>
              <a:cxnLst/>
              <a:rect l="l" t="t" r="r" b="b"/>
              <a:pathLst>
                <a:path w="320103" h="460369" extrusionOk="0">
                  <a:moveTo>
                    <a:pt x="0" y="161621"/>
                  </a:moveTo>
                  <a:lnTo>
                    <a:pt x="0" y="446747"/>
                  </a:lnTo>
                  <a:cubicBezTo>
                    <a:pt x="0" y="454273"/>
                    <a:pt x="6096" y="460369"/>
                    <a:pt x="13622" y="460369"/>
                  </a:cubicBezTo>
                  <a:lnTo>
                    <a:pt x="306481" y="460369"/>
                  </a:lnTo>
                  <a:cubicBezTo>
                    <a:pt x="314007" y="460369"/>
                    <a:pt x="320103" y="454273"/>
                    <a:pt x="320103" y="446747"/>
                  </a:cubicBezTo>
                  <a:lnTo>
                    <a:pt x="320103" y="160182"/>
                  </a:lnTo>
                  <a:cubicBezTo>
                    <a:pt x="320103" y="73871"/>
                    <a:pt x="251542" y="3287"/>
                    <a:pt x="166067" y="113"/>
                  </a:cubicBezTo>
                  <a:cubicBezTo>
                    <a:pt x="74757" y="-3277"/>
                    <a:pt x="0" y="70257"/>
                    <a:pt x="0" y="161630"/>
                  </a:cubicBezTo>
                  <a:close/>
                  <a:moveTo>
                    <a:pt x="293128" y="433394"/>
                  </a:moveTo>
                  <a:lnTo>
                    <a:pt x="26975" y="433394"/>
                  </a:lnTo>
                  <a:lnTo>
                    <a:pt x="26975" y="161657"/>
                  </a:lnTo>
                  <a:cubicBezTo>
                    <a:pt x="26975" y="91306"/>
                    <a:pt x="81249" y="32204"/>
                    <a:pt x="151456" y="27771"/>
                  </a:cubicBezTo>
                  <a:cubicBezTo>
                    <a:pt x="228712" y="22898"/>
                    <a:pt x="293128" y="84293"/>
                    <a:pt x="293128" y="160443"/>
                  </a:cubicBezTo>
                  <a:lnTo>
                    <a:pt x="293128" y="433394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7B879D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018" name="Google Shape;1813;p72">
            <a:extLst>
              <a:ext uri="{FF2B5EF4-FFF2-40B4-BE49-F238E27FC236}">
                <a16:creationId xmlns:a16="http://schemas.microsoft.com/office/drawing/2014/main" id="{9034F650-3345-CE32-8804-549C4D0F168B}"/>
              </a:ext>
            </a:extLst>
          </p:cNvPr>
          <p:cNvGrpSpPr/>
          <p:nvPr/>
        </p:nvGrpSpPr>
        <p:grpSpPr>
          <a:xfrm>
            <a:off x="3212353" y="3081631"/>
            <a:ext cx="372255" cy="460373"/>
            <a:chOff x="3892792" y="2978345"/>
            <a:chExt cx="372255" cy="460373"/>
          </a:xfrm>
        </p:grpSpPr>
        <p:sp>
          <p:nvSpPr>
            <p:cNvPr id="1019" name="Google Shape;1814;p72">
              <a:extLst>
                <a:ext uri="{FF2B5EF4-FFF2-40B4-BE49-F238E27FC236}">
                  <a16:creationId xmlns:a16="http://schemas.microsoft.com/office/drawing/2014/main" id="{79BB5891-9B1A-7764-0B72-BCF4C5810E88}"/>
                </a:ext>
              </a:extLst>
            </p:cNvPr>
            <p:cNvSpPr/>
            <p:nvPr/>
          </p:nvSpPr>
          <p:spPr>
            <a:xfrm>
              <a:off x="3892792" y="2978345"/>
              <a:ext cx="372255" cy="460373"/>
            </a:xfrm>
            <a:custGeom>
              <a:avLst/>
              <a:gdLst/>
              <a:ahLst/>
              <a:cxnLst/>
              <a:rect l="l" t="t" r="r" b="b"/>
              <a:pathLst>
                <a:path w="372255" h="460373" extrusionOk="0">
                  <a:moveTo>
                    <a:pt x="358498" y="47656"/>
                  </a:moveTo>
                  <a:lnTo>
                    <a:pt x="321003" y="47656"/>
                  </a:lnTo>
                  <a:lnTo>
                    <a:pt x="321003" y="13757"/>
                  </a:lnTo>
                  <a:cubicBezTo>
                    <a:pt x="321003" y="6159"/>
                    <a:pt x="314843" y="0"/>
                    <a:pt x="307245" y="0"/>
                  </a:cubicBezTo>
                  <a:lnTo>
                    <a:pt x="13640" y="0"/>
                  </a:lnTo>
                  <a:cubicBezTo>
                    <a:pt x="6105" y="0"/>
                    <a:pt x="0" y="6159"/>
                    <a:pt x="0" y="13748"/>
                  </a:cubicBezTo>
                  <a:lnTo>
                    <a:pt x="0" y="398969"/>
                  </a:lnTo>
                  <a:cubicBezTo>
                    <a:pt x="0" y="406558"/>
                    <a:pt x="6105" y="412718"/>
                    <a:pt x="13640" y="412718"/>
                  </a:cubicBezTo>
                  <a:lnTo>
                    <a:pt x="51253" y="412718"/>
                  </a:lnTo>
                  <a:lnTo>
                    <a:pt x="51253" y="446616"/>
                  </a:lnTo>
                  <a:cubicBezTo>
                    <a:pt x="51253" y="454214"/>
                    <a:pt x="57412" y="460373"/>
                    <a:pt x="65010" y="460373"/>
                  </a:cubicBezTo>
                  <a:lnTo>
                    <a:pt x="358498" y="460373"/>
                  </a:lnTo>
                  <a:cubicBezTo>
                    <a:pt x="366105" y="460373"/>
                    <a:pt x="372255" y="454214"/>
                    <a:pt x="372255" y="446625"/>
                  </a:cubicBezTo>
                  <a:lnTo>
                    <a:pt x="372255" y="61404"/>
                  </a:lnTo>
                  <a:cubicBezTo>
                    <a:pt x="372255" y="53815"/>
                    <a:pt x="366096" y="47656"/>
                    <a:pt x="358498" y="47656"/>
                  </a:cubicBezTo>
                  <a:close/>
                  <a:moveTo>
                    <a:pt x="52152" y="60514"/>
                  </a:moveTo>
                  <a:lnTo>
                    <a:pt x="52152" y="384843"/>
                  </a:lnTo>
                  <a:lnTo>
                    <a:pt x="27874" y="384843"/>
                  </a:lnTo>
                  <a:lnTo>
                    <a:pt x="27874" y="26975"/>
                  </a:lnTo>
                  <a:lnTo>
                    <a:pt x="293128" y="26975"/>
                  </a:lnTo>
                  <a:lnTo>
                    <a:pt x="293128" y="46757"/>
                  </a:lnTo>
                  <a:lnTo>
                    <a:pt x="65909" y="46757"/>
                  </a:lnTo>
                  <a:cubicBezTo>
                    <a:pt x="58311" y="46757"/>
                    <a:pt x="52152" y="52916"/>
                    <a:pt x="52152" y="60514"/>
                  </a:cubicBezTo>
                  <a:close/>
                  <a:moveTo>
                    <a:pt x="345280" y="432499"/>
                  </a:moveTo>
                  <a:lnTo>
                    <a:pt x="79127" y="432499"/>
                  </a:lnTo>
                  <a:lnTo>
                    <a:pt x="79127" y="74631"/>
                  </a:lnTo>
                  <a:lnTo>
                    <a:pt x="345280" y="74631"/>
                  </a:lnTo>
                  <a:lnTo>
                    <a:pt x="345280" y="432499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7B879D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20" name="Google Shape;1815;p72">
              <a:extLst>
                <a:ext uri="{FF2B5EF4-FFF2-40B4-BE49-F238E27FC236}">
                  <a16:creationId xmlns:a16="http://schemas.microsoft.com/office/drawing/2014/main" id="{03C5EE02-9CAB-58A6-B64A-93D7F3E5CD3B}"/>
                </a:ext>
              </a:extLst>
            </p:cNvPr>
            <p:cNvSpPr/>
            <p:nvPr/>
          </p:nvSpPr>
          <p:spPr>
            <a:xfrm>
              <a:off x="4006278" y="3109443"/>
              <a:ext cx="159159" cy="159166"/>
            </a:xfrm>
            <a:custGeom>
              <a:avLst/>
              <a:gdLst/>
              <a:ahLst/>
              <a:cxnLst/>
              <a:rect l="l" t="t" r="r" b="b"/>
              <a:pathLst>
                <a:path w="159159" h="159166" extrusionOk="0">
                  <a:moveTo>
                    <a:pt x="145402" y="65819"/>
                  </a:moveTo>
                  <a:lnTo>
                    <a:pt x="93331" y="65819"/>
                  </a:lnTo>
                  <a:lnTo>
                    <a:pt x="93331" y="13757"/>
                  </a:lnTo>
                  <a:cubicBezTo>
                    <a:pt x="93331" y="6159"/>
                    <a:pt x="87163" y="0"/>
                    <a:pt x="79565" y="0"/>
                  </a:cubicBezTo>
                  <a:cubicBezTo>
                    <a:pt x="35164" y="0"/>
                    <a:pt x="-865" y="36569"/>
                    <a:pt x="16" y="81168"/>
                  </a:cubicBezTo>
                  <a:cubicBezTo>
                    <a:pt x="843" y="123105"/>
                    <a:pt x="34562" y="157507"/>
                    <a:pt x="76472" y="159108"/>
                  </a:cubicBezTo>
                  <a:cubicBezTo>
                    <a:pt x="121763" y="160834"/>
                    <a:pt x="159159" y="124490"/>
                    <a:pt x="159159" y="79576"/>
                  </a:cubicBezTo>
                  <a:cubicBezTo>
                    <a:pt x="159159" y="71987"/>
                    <a:pt x="153009" y="65819"/>
                    <a:pt x="145402" y="65819"/>
                  </a:cubicBezTo>
                  <a:close/>
                  <a:moveTo>
                    <a:pt x="80114" y="132016"/>
                  </a:moveTo>
                  <a:cubicBezTo>
                    <a:pt x="51403" y="132016"/>
                    <a:pt x="28052" y="108655"/>
                    <a:pt x="28052" y="79936"/>
                  </a:cubicBezTo>
                  <a:cubicBezTo>
                    <a:pt x="28052" y="56000"/>
                    <a:pt x="44300" y="35769"/>
                    <a:pt x="66356" y="29717"/>
                  </a:cubicBezTo>
                  <a:lnTo>
                    <a:pt x="66356" y="79936"/>
                  </a:lnTo>
                  <a:cubicBezTo>
                    <a:pt x="66356" y="87534"/>
                    <a:pt x="72516" y="93693"/>
                    <a:pt x="80114" y="93693"/>
                  </a:cubicBezTo>
                  <a:lnTo>
                    <a:pt x="130341" y="93693"/>
                  </a:lnTo>
                  <a:cubicBezTo>
                    <a:pt x="124299" y="115759"/>
                    <a:pt x="104076" y="132016"/>
                    <a:pt x="80114" y="13201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7B879D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21" name="Google Shape;1816;p72">
              <a:extLst>
                <a:ext uri="{FF2B5EF4-FFF2-40B4-BE49-F238E27FC236}">
                  <a16:creationId xmlns:a16="http://schemas.microsoft.com/office/drawing/2014/main" id="{2CFA83CA-9676-778F-54CC-5491604F2ADD}"/>
                </a:ext>
              </a:extLst>
            </p:cNvPr>
            <p:cNvSpPr/>
            <p:nvPr/>
          </p:nvSpPr>
          <p:spPr>
            <a:xfrm>
              <a:off x="4110399" y="3072038"/>
              <a:ext cx="93342" cy="93333"/>
            </a:xfrm>
            <a:custGeom>
              <a:avLst/>
              <a:gdLst/>
              <a:ahLst/>
              <a:cxnLst/>
              <a:rect l="l" t="t" r="r" b="b"/>
              <a:pathLst>
                <a:path w="93342" h="93333" extrusionOk="0">
                  <a:moveTo>
                    <a:pt x="13865" y="0"/>
                  </a:moveTo>
                  <a:cubicBezTo>
                    <a:pt x="6222" y="-9"/>
                    <a:pt x="0" y="6114"/>
                    <a:pt x="0" y="13757"/>
                  </a:cubicBezTo>
                  <a:lnTo>
                    <a:pt x="0" y="79576"/>
                  </a:lnTo>
                  <a:cubicBezTo>
                    <a:pt x="0" y="87174"/>
                    <a:pt x="6150" y="93334"/>
                    <a:pt x="13757" y="93334"/>
                  </a:cubicBezTo>
                  <a:lnTo>
                    <a:pt x="79585" y="93334"/>
                  </a:lnTo>
                  <a:cubicBezTo>
                    <a:pt x="87102" y="93334"/>
                    <a:pt x="93325" y="87309"/>
                    <a:pt x="93342" y="79792"/>
                  </a:cubicBezTo>
                  <a:cubicBezTo>
                    <a:pt x="93459" y="35499"/>
                    <a:pt x="57394" y="54"/>
                    <a:pt x="13865" y="0"/>
                  </a:cubicBezTo>
                  <a:close/>
                  <a:moveTo>
                    <a:pt x="26975" y="65459"/>
                  </a:moveTo>
                  <a:lnTo>
                    <a:pt x="26975" y="28998"/>
                  </a:lnTo>
                  <a:cubicBezTo>
                    <a:pt x="44653" y="33845"/>
                    <a:pt x="58590" y="47782"/>
                    <a:pt x="63445" y="65459"/>
                  </a:cubicBezTo>
                  <a:lnTo>
                    <a:pt x="26975" y="65459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7B879D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22" name="Google Shape;1817;p72">
              <a:extLst>
                <a:ext uri="{FF2B5EF4-FFF2-40B4-BE49-F238E27FC236}">
                  <a16:creationId xmlns:a16="http://schemas.microsoft.com/office/drawing/2014/main" id="{64AF3AE0-8FFA-100C-D141-473F3D70C20F}"/>
                </a:ext>
              </a:extLst>
            </p:cNvPr>
            <p:cNvSpPr/>
            <p:nvPr/>
          </p:nvSpPr>
          <p:spPr>
            <a:xfrm>
              <a:off x="3994309" y="3299347"/>
              <a:ext cx="218010" cy="27874"/>
            </a:xfrm>
            <a:custGeom>
              <a:avLst/>
              <a:gdLst/>
              <a:ahLst/>
              <a:cxnLst/>
              <a:rect l="l" t="t" r="r" b="b"/>
              <a:pathLst>
                <a:path w="218010" h="27874" extrusionOk="0">
                  <a:moveTo>
                    <a:pt x="217606" y="10502"/>
                  </a:moveTo>
                  <a:cubicBezTo>
                    <a:pt x="216140" y="4262"/>
                    <a:pt x="210331" y="0"/>
                    <a:pt x="203920" y="0"/>
                  </a:cubicBezTo>
                  <a:lnTo>
                    <a:pt x="13756" y="0"/>
                  </a:lnTo>
                  <a:cubicBezTo>
                    <a:pt x="5034" y="0"/>
                    <a:pt x="-1773" y="8209"/>
                    <a:pt x="412" y="17399"/>
                  </a:cubicBezTo>
                  <a:cubicBezTo>
                    <a:pt x="1896" y="23630"/>
                    <a:pt x="7686" y="27874"/>
                    <a:pt x="14088" y="27874"/>
                  </a:cubicBezTo>
                  <a:lnTo>
                    <a:pt x="204253" y="27874"/>
                  </a:lnTo>
                  <a:cubicBezTo>
                    <a:pt x="212948" y="27874"/>
                    <a:pt x="219773" y="19701"/>
                    <a:pt x="217606" y="10502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7B879D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23" name="Google Shape;1818;p72">
              <a:extLst>
                <a:ext uri="{FF2B5EF4-FFF2-40B4-BE49-F238E27FC236}">
                  <a16:creationId xmlns:a16="http://schemas.microsoft.com/office/drawing/2014/main" id="{F5D59BCF-F3C0-EC4B-0569-3A560F098980}"/>
                </a:ext>
              </a:extLst>
            </p:cNvPr>
            <p:cNvSpPr/>
            <p:nvPr/>
          </p:nvSpPr>
          <p:spPr>
            <a:xfrm>
              <a:off x="3994308" y="3351499"/>
              <a:ext cx="218020" cy="27874"/>
            </a:xfrm>
            <a:custGeom>
              <a:avLst/>
              <a:gdLst/>
              <a:ahLst/>
              <a:cxnLst/>
              <a:rect l="l" t="t" r="r" b="b"/>
              <a:pathLst>
                <a:path w="218020" h="27874" extrusionOk="0">
                  <a:moveTo>
                    <a:pt x="217606" y="10502"/>
                  </a:moveTo>
                  <a:cubicBezTo>
                    <a:pt x="216141" y="4262"/>
                    <a:pt x="210332" y="0"/>
                    <a:pt x="203921" y="0"/>
                  </a:cubicBezTo>
                  <a:lnTo>
                    <a:pt x="13756" y="0"/>
                  </a:lnTo>
                  <a:cubicBezTo>
                    <a:pt x="4989" y="0"/>
                    <a:pt x="-1808" y="8290"/>
                    <a:pt x="431" y="17471"/>
                  </a:cubicBezTo>
                  <a:cubicBezTo>
                    <a:pt x="1941" y="23666"/>
                    <a:pt x="7723" y="27874"/>
                    <a:pt x="14098" y="27874"/>
                  </a:cubicBezTo>
                  <a:lnTo>
                    <a:pt x="204263" y="27874"/>
                  </a:lnTo>
                  <a:cubicBezTo>
                    <a:pt x="212958" y="27874"/>
                    <a:pt x="219782" y="19701"/>
                    <a:pt x="217615" y="10502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7B879D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024" name="Google Shape;1819;p72">
            <a:extLst>
              <a:ext uri="{FF2B5EF4-FFF2-40B4-BE49-F238E27FC236}">
                <a16:creationId xmlns:a16="http://schemas.microsoft.com/office/drawing/2014/main" id="{42E4AF23-6F26-6704-F9A2-99B0965BD38B}"/>
              </a:ext>
            </a:extLst>
          </p:cNvPr>
          <p:cNvGrpSpPr/>
          <p:nvPr/>
        </p:nvGrpSpPr>
        <p:grpSpPr>
          <a:xfrm>
            <a:off x="2358812" y="3093588"/>
            <a:ext cx="460447" cy="436460"/>
            <a:chOff x="3245403" y="2998135"/>
            <a:chExt cx="460447" cy="436460"/>
          </a:xfrm>
        </p:grpSpPr>
        <p:sp>
          <p:nvSpPr>
            <p:cNvPr id="1025" name="Google Shape;1820;p72">
              <a:extLst>
                <a:ext uri="{FF2B5EF4-FFF2-40B4-BE49-F238E27FC236}">
                  <a16:creationId xmlns:a16="http://schemas.microsoft.com/office/drawing/2014/main" id="{17C8447E-C47E-20A9-5CDD-3FA26CACCCF6}"/>
                </a:ext>
              </a:extLst>
            </p:cNvPr>
            <p:cNvSpPr/>
            <p:nvPr/>
          </p:nvSpPr>
          <p:spPr>
            <a:xfrm>
              <a:off x="3485119" y="2998135"/>
              <a:ext cx="96910" cy="137879"/>
            </a:xfrm>
            <a:custGeom>
              <a:avLst/>
              <a:gdLst/>
              <a:ahLst/>
              <a:cxnLst/>
              <a:rect l="l" t="t" r="r" b="b"/>
              <a:pathLst>
                <a:path w="96910" h="137879" extrusionOk="0">
                  <a:moveTo>
                    <a:pt x="96498" y="40877"/>
                  </a:moveTo>
                  <a:cubicBezTo>
                    <a:pt x="94682" y="33629"/>
                    <a:pt x="87326" y="29232"/>
                    <a:pt x="80079" y="31058"/>
                  </a:cubicBezTo>
                  <a:lnTo>
                    <a:pt x="67877" y="34124"/>
                  </a:lnTo>
                  <a:lnTo>
                    <a:pt x="72688" y="17238"/>
                  </a:lnTo>
                  <a:cubicBezTo>
                    <a:pt x="74738" y="10053"/>
                    <a:pt x="70566" y="2572"/>
                    <a:pt x="63382" y="522"/>
                  </a:cubicBezTo>
                  <a:cubicBezTo>
                    <a:pt x="56197" y="-1528"/>
                    <a:pt x="48716" y="2644"/>
                    <a:pt x="46666" y="9828"/>
                  </a:cubicBezTo>
                  <a:lnTo>
                    <a:pt x="41856" y="26715"/>
                  </a:lnTo>
                  <a:lnTo>
                    <a:pt x="33107" y="17687"/>
                  </a:lnTo>
                  <a:cubicBezTo>
                    <a:pt x="27909" y="12319"/>
                    <a:pt x="19340" y="12184"/>
                    <a:pt x="13981" y="17390"/>
                  </a:cubicBezTo>
                  <a:cubicBezTo>
                    <a:pt x="8613" y="22588"/>
                    <a:pt x="8479" y="31157"/>
                    <a:pt x="13685" y="36516"/>
                  </a:cubicBezTo>
                  <a:lnTo>
                    <a:pt x="22434" y="45543"/>
                  </a:lnTo>
                  <a:lnTo>
                    <a:pt x="10232" y="48609"/>
                  </a:lnTo>
                  <a:cubicBezTo>
                    <a:pt x="2985" y="50435"/>
                    <a:pt x="-1412" y="57781"/>
                    <a:pt x="413" y="65028"/>
                  </a:cubicBezTo>
                  <a:cubicBezTo>
                    <a:pt x="2229" y="72275"/>
                    <a:pt x="9585" y="76672"/>
                    <a:pt x="16832" y="74847"/>
                  </a:cubicBezTo>
                  <a:lnTo>
                    <a:pt x="29033" y="71781"/>
                  </a:lnTo>
                  <a:lnTo>
                    <a:pt x="15114" y="120642"/>
                  </a:lnTo>
                  <a:cubicBezTo>
                    <a:pt x="13064" y="127826"/>
                    <a:pt x="17236" y="135307"/>
                    <a:pt x="24421" y="137357"/>
                  </a:cubicBezTo>
                  <a:cubicBezTo>
                    <a:pt x="31605" y="139407"/>
                    <a:pt x="39086" y="135235"/>
                    <a:pt x="41136" y="128051"/>
                  </a:cubicBezTo>
                  <a:lnTo>
                    <a:pt x="55055" y="79190"/>
                  </a:lnTo>
                  <a:lnTo>
                    <a:pt x="63804" y="88218"/>
                  </a:lnTo>
                  <a:cubicBezTo>
                    <a:pt x="69001" y="93577"/>
                    <a:pt x="77561" y="93721"/>
                    <a:pt x="82929" y="88514"/>
                  </a:cubicBezTo>
                  <a:cubicBezTo>
                    <a:pt x="88298" y="83317"/>
                    <a:pt x="88432" y="74748"/>
                    <a:pt x="83226" y="69389"/>
                  </a:cubicBezTo>
                  <a:lnTo>
                    <a:pt x="74477" y="60362"/>
                  </a:lnTo>
                  <a:lnTo>
                    <a:pt x="86679" y="57295"/>
                  </a:lnTo>
                  <a:cubicBezTo>
                    <a:pt x="93926" y="55479"/>
                    <a:pt x="98323" y="48124"/>
                    <a:pt x="96498" y="40877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7B879D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26" name="Google Shape;1821;p72">
              <a:extLst>
                <a:ext uri="{FF2B5EF4-FFF2-40B4-BE49-F238E27FC236}">
                  <a16:creationId xmlns:a16="http://schemas.microsoft.com/office/drawing/2014/main" id="{D358BEFC-5C42-D11C-32D8-663EA2E01B64}"/>
                </a:ext>
              </a:extLst>
            </p:cNvPr>
            <p:cNvSpPr/>
            <p:nvPr/>
          </p:nvSpPr>
          <p:spPr>
            <a:xfrm>
              <a:off x="3245403" y="3076269"/>
              <a:ext cx="230160" cy="306577"/>
            </a:xfrm>
            <a:custGeom>
              <a:avLst/>
              <a:gdLst/>
              <a:ahLst/>
              <a:cxnLst/>
              <a:rect l="l" t="t" r="r" b="b"/>
              <a:pathLst>
                <a:path w="230160" h="306577" extrusionOk="0">
                  <a:moveTo>
                    <a:pt x="220140" y="50636"/>
                  </a:moveTo>
                  <a:lnTo>
                    <a:pt x="32942" y="480"/>
                  </a:lnTo>
                  <a:cubicBezTo>
                    <a:pt x="22287" y="-2388"/>
                    <a:pt x="12810" y="8105"/>
                    <a:pt x="16838" y="18454"/>
                  </a:cubicBezTo>
                  <a:lnTo>
                    <a:pt x="74637" y="166970"/>
                  </a:lnTo>
                  <a:lnTo>
                    <a:pt x="74637" y="166970"/>
                  </a:lnTo>
                  <a:cubicBezTo>
                    <a:pt x="74637" y="166970"/>
                    <a:pt x="48318" y="264503"/>
                    <a:pt x="48318" y="264503"/>
                  </a:cubicBezTo>
                  <a:lnTo>
                    <a:pt x="17027" y="256113"/>
                  </a:lnTo>
                  <a:cubicBezTo>
                    <a:pt x="9825" y="254180"/>
                    <a:pt x="2398" y="258460"/>
                    <a:pt x="464" y="265680"/>
                  </a:cubicBezTo>
                  <a:cubicBezTo>
                    <a:pt x="-1469" y="272901"/>
                    <a:pt x="2811" y="280310"/>
                    <a:pt x="10031" y="282243"/>
                  </a:cubicBezTo>
                  <a:cubicBezTo>
                    <a:pt x="104588" y="307411"/>
                    <a:pt x="99265" y="306575"/>
                    <a:pt x="102619" y="306575"/>
                  </a:cubicBezTo>
                  <a:cubicBezTo>
                    <a:pt x="108589" y="306575"/>
                    <a:pt x="114056" y="302591"/>
                    <a:pt x="115675" y="296549"/>
                  </a:cubicBezTo>
                  <a:cubicBezTo>
                    <a:pt x="117608" y="289328"/>
                    <a:pt x="113328" y="281919"/>
                    <a:pt x="106107" y="279986"/>
                  </a:cubicBezTo>
                  <a:lnTo>
                    <a:pt x="74448" y="271507"/>
                  </a:lnTo>
                  <a:lnTo>
                    <a:pt x="100766" y="174001"/>
                  </a:lnTo>
                  <a:lnTo>
                    <a:pt x="225103" y="74275"/>
                  </a:lnTo>
                  <a:cubicBezTo>
                    <a:pt x="233744" y="67342"/>
                    <a:pt x="230804" y="53504"/>
                    <a:pt x="220140" y="50654"/>
                  </a:cubicBezTo>
                  <a:close/>
                  <a:moveTo>
                    <a:pt x="94859" y="144104"/>
                  </a:moveTo>
                  <a:lnTo>
                    <a:pt x="51816" y="33524"/>
                  </a:lnTo>
                  <a:lnTo>
                    <a:pt x="187428" y="69860"/>
                  </a:lnTo>
                  <a:lnTo>
                    <a:pt x="94859" y="144104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7B879D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27" name="Google Shape;1822;p72">
              <a:extLst>
                <a:ext uri="{FF2B5EF4-FFF2-40B4-BE49-F238E27FC236}">
                  <a16:creationId xmlns:a16="http://schemas.microsoft.com/office/drawing/2014/main" id="{C55E6A53-FEBE-B61B-78AE-D9D194BB135D}"/>
                </a:ext>
              </a:extLst>
            </p:cNvPr>
            <p:cNvSpPr/>
            <p:nvPr/>
          </p:nvSpPr>
          <p:spPr>
            <a:xfrm>
              <a:off x="3327746" y="3133100"/>
              <a:ext cx="27550" cy="27550"/>
            </a:xfrm>
            <a:custGeom>
              <a:avLst/>
              <a:gdLst/>
              <a:ahLst/>
              <a:cxnLst/>
              <a:rect l="l" t="t" r="r" b="b"/>
              <a:pathLst>
                <a:path w="27550" h="27550" extrusionOk="0">
                  <a:moveTo>
                    <a:pt x="13775" y="0"/>
                  </a:moveTo>
                  <a:cubicBezTo>
                    <a:pt x="6168" y="0"/>
                    <a:pt x="0" y="6168"/>
                    <a:pt x="0" y="13775"/>
                  </a:cubicBezTo>
                  <a:cubicBezTo>
                    <a:pt x="0" y="21382"/>
                    <a:pt x="6159" y="27550"/>
                    <a:pt x="13775" y="27550"/>
                  </a:cubicBezTo>
                  <a:cubicBezTo>
                    <a:pt x="21391" y="27550"/>
                    <a:pt x="27550" y="21382"/>
                    <a:pt x="27550" y="13775"/>
                  </a:cubicBezTo>
                  <a:cubicBezTo>
                    <a:pt x="27550" y="6168"/>
                    <a:pt x="21391" y="0"/>
                    <a:pt x="1377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7B879D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28" name="Google Shape;1823;p72">
              <a:extLst>
                <a:ext uri="{FF2B5EF4-FFF2-40B4-BE49-F238E27FC236}">
                  <a16:creationId xmlns:a16="http://schemas.microsoft.com/office/drawing/2014/main" id="{8E8E97A4-4A65-53F9-AC5C-A681A0FA34AC}"/>
                </a:ext>
              </a:extLst>
            </p:cNvPr>
            <p:cNvSpPr/>
            <p:nvPr/>
          </p:nvSpPr>
          <p:spPr>
            <a:xfrm>
              <a:off x="3334310" y="3166990"/>
              <a:ext cx="27559" cy="27550"/>
            </a:xfrm>
            <a:custGeom>
              <a:avLst/>
              <a:gdLst/>
              <a:ahLst/>
              <a:cxnLst/>
              <a:rect l="l" t="t" r="r" b="b"/>
              <a:pathLst>
                <a:path w="27559" h="27550" extrusionOk="0">
                  <a:moveTo>
                    <a:pt x="13775" y="0"/>
                  </a:moveTo>
                  <a:cubicBezTo>
                    <a:pt x="6168" y="0"/>
                    <a:pt x="0" y="6168"/>
                    <a:pt x="0" y="13775"/>
                  </a:cubicBezTo>
                  <a:cubicBezTo>
                    <a:pt x="0" y="21382"/>
                    <a:pt x="6168" y="27550"/>
                    <a:pt x="13775" y="27550"/>
                  </a:cubicBezTo>
                  <a:cubicBezTo>
                    <a:pt x="21382" y="27550"/>
                    <a:pt x="27559" y="21382"/>
                    <a:pt x="27559" y="13775"/>
                  </a:cubicBezTo>
                  <a:cubicBezTo>
                    <a:pt x="27559" y="6168"/>
                    <a:pt x="21391" y="0"/>
                    <a:pt x="1377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7B879D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29" name="Google Shape;1824;p72">
              <a:extLst>
                <a:ext uri="{FF2B5EF4-FFF2-40B4-BE49-F238E27FC236}">
                  <a16:creationId xmlns:a16="http://schemas.microsoft.com/office/drawing/2014/main" id="{247F37C4-53E7-7505-E398-80CA58AC0197}"/>
                </a:ext>
              </a:extLst>
            </p:cNvPr>
            <p:cNvSpPr/>
            <p:nvPr/>
          </p:nvSpPr>
          <p:spPr>
            <a:xfrm>
              <a:off x="3479794" y="3122150"/>
              <a:ext cx="226056" cy="312445"/>
            </a:xfrm>
            <a:custGeom>
              <a:avLst/>
              <a:gdLst/>
              <a:ahLst/>
              <a:cxnLst/>
              <a:rect l="l" t="t" r="r" b="b"/>
              <a:pathLst>
                <a:path w="226056" h="312445" extrusionOk="0">
                  <a:moveTo>
                    <a:pt x="225593" y="270818"/>
                  </a:moveTo>
                  <a:cubicBezTo>
                    <a:pt x="223660" y="263598"/>
                    <a:pt x="216242" y="259318"/>
                    <a:pt x="209031" y="261251"/>
                  </a:cubicBezTo>
                  <a:lnTo>
                    <a:pt x="176373" y="270000"/>
                  </a:lnTo>
                  <a:lnTo>
                    <a:pt x="145298" y="154736"/>
                  </a:lnTo>
                  <a:lnTo>
                    <a:pt x="198331" y="18449"/>
                  </a:lnTo>
                  <a:cubicBezTo>
                    <a:pt x="202350" y="8118"/>
                    <a:pt x="192891" y="-2376"/>
                    <a:pt x="182226" y="475"/>
                  </a:cubicBezTo>
                  <a:lnTo>
                    <a:pt x="10027" y="46620"/>
                  </a:lnTo>
                  <a:cubicBezTo>
                    <a:pt x="-646" y="49470"/>
                    <a:pt x="-3586" y="63290"/>
                    <a:pt x="5063" y="70241"/>
                  </a:cubicBezTo>
                  <a:cubicBezTo>
                    <a:pt x="22067" y="83881"/>
                    <a:pt x="102120" y="148100"/>
                    <a:pt x="119168" y="161767"/>
                  </a:cubicBezTo>
                  <a:lnTo>
                    <a:pt x="150234" y="276995"/>
                  </a:lnTo>
                  <a:lnTo>
                    <a:pt x="117190" y="285852"/>
                  </a:lnTo>
                  <a:cubicBezTo>
                    <a:pt x="109969" y="287785"/>
                    <a:pt x="105689" y="295204"/>
                    <a:pt x="107622" y="302415"/>
                  </a:cubicBezTo>
                  <a:cubicBezTo>
                    <a:pt x="109556" y="309626"/>
                    <a:pt x="116965" y="313915"/>
                    <a:pt x="124185" y="311982"/>
                  </a:cubicBezTo>
                  <a:lnTo>
                    <a:pt x="216026" y="287372"/>
                  </a:lnTo>
                  <a:cubicBezTo>
                    <a:pt x="223237" y="285438"/>
                    <a:pt x="227527" y="278020"/>
                    <a:pt x="225593" y="270809"/>
                  </a:cubicBezTo>
                  <a:close/>
                  <a:moveTo>
                    <a:pt x="42811" y="65844"/>
                  </a:moveTo>
                  <a:lnTo>
                    <a:pt x="163425" y="33519"/>
                  </a:lnTo>
                  <a:lnTo>
                    <a:pt x="125147" y="131870"/>
                  </a:lnTo>
                  <a:lnTo>
                    <a:pt x="42811" y="65835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7B879D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30" name="Google Shape;1825;p72">
              <a:extLst>
                <a:ext uri="{FF2B5EF4-FFF2-40B4-BE49-F238E27FC236}">
                  <a16:creationId xmlns:a16="http://schemas.microsoft.com/office/drawing/2014/main" id="{C9D2E06C-4360-2DE1-3A92-0B170C64A1C6}"/>
                </a:ext>
              </a:extLst>
            </p:cNvPr>
            <p:cNvSpPr/>
            <p:nvPr/>
          </p:nvSpPr>
          <p:spPr>
            <a:xfrm>
              <a:off x="3592784" y="3171243"/>
              <a:ext cx="28413" cy="28413"/>
            </a:xfrm>
            <a:custGeom>
              <a:avLst/>
              <a:gdLst/>
              <a:ahLst/>
              <a:cxnLst/>
              <a:rect l="l" t="t" r="r" b="b"/>
              <a:pathLst>
                <a:path w="28413" h="28413" extrusionOk="0">
                  <a:moveTo>
                    <a:pt x="14207" y="0"/>
                  </a:moveTo>
                  <a:cubicBezTo>
                    <a:pt x="6357" y="0"/>
                    <a:pt x="0" y="6366"/>
                    <a:pt x="0" y="14207"/>
                  </a:cubicBezTo>
                  <a:cubicBezTo>
                    <a:pt x="0" y="22048"/>
                    <a:pt x="6357" y="28414"/>
                    <a:pt x="14207" y="28414"/>
                  </a:cubicBezTo>
                  <a:cubicBezTo>
                    <a:pt x="22057" y="28414"/>
                    <a:pt x="28414" y="22057"/>
                    <a:pt x="28414" y="14207"/>
                  </a:cubicBezTo>
                  <a:cubicBezTo>
                    <a:pt x="28414" y="6357"/>
                    <a:pt x="22057" y="0"/>
                    <a:pt x="1420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7B879D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31" name="Google Shape;1826;p72">
              <a:extLst>
                <a:ext uri="{FF2B5EF4-FFF2-40B4-BE49-F238E27FC236}">
                  <a16:creationId xmlns:a16="http://schemas.microsoft.com/office/drawing/2014/main" id="{061A8FDD-A257-AFCE-5DE6-CB935F550BE2}"/>
                </a:ext>
              </a:extLst>
            </p:cNvPr>
            <p:cNvSpPr/>
            <p:nvPr/>
          </p:nvSpPr>
          <p:spPr>
            <a:xfrm>
              <a:off x="3582381" y="3203064"/>
              <a:ext cx="28404" cy="28413"/>
            </a:xfrm>
            <a:custGeom>
              <a:avLst/>
              <a:gdLst/>
              <a:ahLst/>
              <a:cxnLst/>
              <a:rect l="l" t="t" r="r" b="b"/>
              <a:pathLst>
                <a:path w="28404" h="28413" extrusionOk="0">
                  <a:moveTo>
                    <a:pt x="14198" y="0"/>
                  </a:moveTo>
                  <a:cubicBezTo>
                    <a:pt x="6357" y="0"/>
                    <a:pt x="0" y="6357"/>
                    <a:pt x="0" y="14207"/>
                  </a:cubicBezTo>
                  <a:cubicBezTo>
                    <a:pt x="0" y="22056"/>
                    <a:pt x="6357" y="28414"/>
                    <a:pt x="14198" y="28414"/>
                  </a:cubicBezTo>
                  <a:cubicBezTo>
                    <a:pt x="22039" y="28414"/>
                    <a:pt x="28405" y="22056"/>
                    <a:pt x="28405" y="14207"/>
                  </a:cubicBezTo>
                  <a:cubicBezTo>
                    <a:pt x="28405" y="6357"/>
                    <a:pt x="22048" y="0"/>
                    <a:pt x="1419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7B879D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032" name="Google Shape;1827;p72">
            <a:extLst>
              <a:ext uri="{FF2B5EF4-FFF2-40B4-BE49-F238E27FC236}">
                <a16:creationId xmlns:a16="http://schemas.microsoft.com/office/drawing/2014/main" id="{DD81ED94-3D3F-CAB2-958A-A0497FF68584}"/>
              </a:ext>
            </a:extLst>
          </p:cNvPr>
          <p:cNvSpPr/>
          <p:nvPr/>
        </p:nvSpPr>
        <p:spPr>
          <a:xfrm>
            <a:off x="1627041" y="3081587"/>
            <a:ext cx="409121" cy="460461"/>
          </a:xfrm>
          <a:custGeom>
            <a:avLst/>
            <a:gdLst/>
            <a:ahLst/>
            <a:cxnLst/>
            <a:rect l="l" t="t" r="r" b="b"/>
            <a:pathLst>
              <a:path w="409121" h="460461" extrusionOk="0">
                <a:moveTo>
                  <a:pt x="399644" y="179049"/>
                </a:moveTo>
                <a:lnTo>
                  <a:pt x="257737" y="132805"/>
                </a:lnTo>
                <a:cubicBezTo>
                  <a:pt x="260003" y="83368"/>
                  <a:pt x="260803" y="66059"/>
                  <a:pt x="261082" y="59990"/>
                </a:cubicBezTo>
                <a:cubicBezTo>
                  <a:pt x="262485" y="29283"/>
                  <a:pt x="239511" y="2425"/>
                  <a:pt x="208859" y="159"/>
                </a:cubicBezTo>
                <a:cubicBezTo>
                  <a:pt x="173872" y="-2430"/>
                  <a:pt x="146591" y="26946"/>
                  <a:pt x="147913" y="57293"/>
                </a:cubicBezTo>
                <a:lnTo>
                  <a:pt x="151375" y="132796"/>
                </a:lnTo>
                <a:lnTo>
                  <a:pt x="9468" y="179040"/>
                </a:lnTo>
                <a:cubicBezTo>
                  <a:pt x="3821" y="180883"/>
                  <a:pt x="0" y="186143"/>
                  <a:pt x="0" y="192087"/>
                </a:cubicBezTo>
                <a:lnTo>
                  <a:pt x="0" y="238367"/>
                </a:lnTo>
                <a:cubicBezTo>
                  <a:pt x="0" y="247080"/>
                  <a:pt x="8129" y="253590"/>
                  <a:pt x="16599" y="251648"/>
                </a:cubicBezTo>
                <a:lnTo>
                  <a:pt x="154261" y="220761"/>
                </a:lnTo>
                <a:lnTo>
                  <a:pt x="160115" y="348353"/>
                </a:lnTo>
                <a:lnTo>
                  <a:pt x="87066" y="388662"/>
                </a:lnTo>
                <a:cubicBezTo>
                  <a:pt x="82723" y="391045"/>
                  <a:pt x="80026" y="395622"/>
                  <a:pt x="80026" y="400576"/>
                </a:cubicBezTo>
                <a:lnTo>
                  <a:pt x="80026" y="446722"/>
                </a:lnTo>
                <a:cubicBezTo>
                  <a:pt x="80026" y="456523"/>
                  <a:pt x="89998" y="463132"/>
                  <a:pt x="98998" y="459409"/>
                </a:cubicBezTo>
                <a:lnTo>
                  <a:pt x="204111" y="415988"/>
                </a:lnTo>
                <a:cubicBezTo>
                  <a:pt x="314187" y="461063"/>
                  <a:pt x="309556" y="460452"/>
                  <a:pt x="314466" y="460452"/>
                </a:cubicBezTo>
                <a:cubicBezTo>
                  <a:pt x="321992" y="460452"/>
                  <a:pt x="328196" y="454338"/>
                  <a:pt x="328196" y="446722"/>
                </a:cubicBezTo>
                <a:lnTo>
                  <a:pt x="328196" y="401593"/>
                </a:lnTo>
                <a:cubicBezTo>
                  <a:pt x="328196" y="396584"/>
                  <a:pt x="325472" y="391954"/>
                  <a:pt x="321075" y="389544"/>
                </a:cubicBezTo>
                <a:lnTo>
                  <a:pt x="247208" y="348776"/>
                </a:lnTo>
                <a:lnTo>
                  <a:pt x="253125" y="219754"/>
                </a:lnTo>
                <a:cubicBezTo>
                  <a:pt x="400633" y="252726"/>
                  <a:pt x="392513" y="251324"/>
                  <a:pt x="395355" y="251324"/>
                </a:cubicBezTo>
                <a:cubicBezTo>
                  <a:pt x="403016" y="251324"/>
                  <a:pt x="409121" y="245084"/>
                  <a:pt x="409121" y="237557"/>
                </a:cubicBezTo>
                <a:lnTo>
                  <a:pt x="409121" y="192087"/>
                </a:lnTo>
                <a:cubicBezTo>
                  <a:pt x="409121" y="186143"/>
                  <a:pt x="405300" y="180883"/>
                  <a:pt x="399653" y="179040"/>
                </a:cubicBezTo>
                <a:close/>
                <a:moveTo>
                  <a:pt x="26966" y="220752"/>
                </a:moveTo>
                <a:lnTo>
                  <a:pt x="26966" y="201986"/>
                </a:lnTo>
                <a:lnTo>
                  <a:pt x="152157" y="161200"/>
                </a:lnTo>
                <a:lnTo>
                  <a:pt x="153596" y="192347"/>
                </a:lnTo>
                <a:lnTo>
                  <a:pt x="26966" y="220752"/>
                </a:lnTo>
                <a:close/>
                <a:moveTo>
                  <a:pt x="107891" y="426221"/>
                </a:moveTo>
                <a:lnTo>
                  <a:pt x="107891" y="409290"/>
                </a:lnTo>
                <a:lnTo>
                  <a:pt x="162524" y="379149"/>
                </a:lnTo>
                <a:cubicBezTo>
                  <a:pt x="163648" y="403094"/>
                  <a:pt x="163514" y="401916"/>
                  <a:pt x="163693" y="403175"/>
                </a:cubicBezTo>
                <a:lnTo>
                  <a:pt x="107891" y="426230"/>
                </a:lnTo>
                <a:close/>
                <a:moveTo>
                  <a:pt x="218453" y="387602"/>
                </a:moveTo>
                <a:lnTo>
                  <a:pt x="190435" y="387602"/>
                </a:lnTo>
                <a:cubicBezTo>
                  <a:pt x="190435" y="387494"/>
                  <a:pt x="175365" y="59729"/>
                  <a:pt x="175221" y="56510"/>
                </a:cubicBezTo>
                <a:cubicBezTo>
                  <a:pt x="175374" y="40532"/>
                  <a:pt x="188421" y="27575"/>
                  <a:pt x="204444" y="27575"/>
                </a:cubicBezTo>
                <a:cubicBezTo>
                  <a:pt x="220467" y="27575"/>
                  <a:pt x="233514" y="40532"/>
                  <a:pt x="233658" y="56510"/>
                </a:cubicBezTo>
                <a:cubicBezTo>
                  <a:pt x="224873" y="247763"/>
                  <a:pt x="228442" y="170012"/>
                  <a:pt x="218453" y="387602"/>
                </a:cubicBezTo>
                <a:close/>
                <a:moveTo>
                  <a:pt x="301212" y="409290"/>
                </a:moveTo>
                <a:lnTo>
                  <a:pt x="301212" y="426221"/>
                </a:lnTo>
                <a:lnTo>
                  <a:pt x="245410" y="403166"/>
                </a:lnTo>
                <a:cubicBezTo>
                  <a:pt x="245590" y="401916"/>
                  <a:pt x="245473" y="402726"/>
                  <a:pt x="246579" y="379140"/>
                </a:cubicBezTo>
                <a:lnTo>
                  <a:pt x="301212" y="409281"/>
                </a:lnTo>
                <a:close/>
                <a:moveTo>
                  <a:pt x="381238" y="220752"/>
                </a:moveTo>
                <a:lnTo>
                  <a:pt x="254608" y="192347"/>
                </a:lnTo>
                <a:lnTo>
                  <a:pt x="256047" y="161200"/>
                </a:lnTo>
                <a:lnTo>
                  <a:pt x="381238" y="201986"/>
                </a:lnTo>
                <a:lnTo>
                  <a:pt x="381238" y="220752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7B879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033" name="Google Shape;1828;p72">
            <a:extLst>
              <a:ext uri="{FF2B5EF4-FFF2-40B4-BE49-F238E27FC236}">
                <a16:creationId xmlns:a16="http://schemas.microsoft.com/office/drawing/2014/main" id="{10E0A66B-0295-EBBA-1408-18994C08BB86}"/>
              </a:ext>
            </a:extLst>
          </p:cNvPr>
          <p:cNvGrpSpPr/>
          <p:nvPr/>
        </p:nvGrpSpPr>
        <p:grpSpPr>
          <a:xfrm>
            <a:off x="820105" y="3146371"/>
            <a:ext cx="460382" cy="330893"/>
            <a:chOff x="1920918" y="2978345"/>
            <a:chExt cx="460382" cy="330893"/>
          </a:xfrm>
        </p:grpSpPr>
        <p:sp>
          <p:nvSpPr>
            <p:cNvPr id="1034" name="Google Shape;1829;p72">
              <a:extLst>
                <a:ext uri="{FF2B5EF4-FFF2-40B4-BE49-F238E27FC236}">
                  <a16:creationId xmlns:a16="http://schemas.microsoft.com/office/drawing/2014/main" id="{57620414-6406-7CE2-5F9A-F089F68E8A98}"/>
                </a:ext>
              </a:extLst>
            </p:cNvPr>
            <p:cNvSpPr/>
            <p:nvPr/>
          </p:nvSpPr>
          <p:spPr>
            <a:xfrm>
              <a:off x="1920918" y="2978345"/>
              <a:ext cx="180732" cy="330893"/>
            </a:xfrm>
            <a:custGeom>
              <a:avLst/>
              <a:gdLst/>
              <a:ahLst/>
              <a:cxnLst/>
              <a:rect l="l" t="t" r="r" b="b"/>
              <a:pathLst>
                <a:path w="180732" h="330893" extrusionOk="0">
                  <a:moveTo>
                    <a:pt x="152571" y="0"/>
                  </a:moveTo>
                  <a:lnTo>
                    <a:pt x="28198" y="0"/>
                  </a:lnTo>
                  <a:cubicBezTo>
                    <a:pt x="12624" y="0"/>
                    <a:pt x="0" y="12624"/>
                    <a:pt x="0" y="28198"/>
                  </a:cubicBezTo>
                  <a:lnTo>
                    <a:pt x="0" y="302695"/>
                  </a:lnTo>
                  <a:cubicBezTo>
                    <a:pt x="0" y="318269"/>
                    <a:pt x="12624" y="330893"/>
                    <a:pt x="28198" y="330893"/>
                  </a:cubicBezTo>
                  <a:lnTo>
                    <a:pt x="152535" y="330893"/>
                  </a:lnTo>
                  <a:cubicBezTo>
                    <a:pt x="168108" y="330893"/>
                    <a:pt x="180733" y="318269"/>
                    <a:pt x="180733" y="302695"/>
                  </a:cubicBezTo>
                  <a:lnTo>
                    <a:pt x="180733" y="28216"/>
                  </a:lnTo>
                  <a:cubicBezTo>
                    <a:pt x="180733" y="12660"/>
                    <a:pt x="168099" y="0"/>
                    <a:pt x="152571" y="0"/>
                  </a:cubicBezTo>
                  <a:close/>
                  <a:moveTo>
                    <a:pt x="153758" y="302075"/>
                  </a:moveTo>
                  <a:cubicBezTo>
                    <a:pt x="153758" y="303595"/>
                    <a:pt x="152526" y="304818"/>
                    <a:pt x="151015" y="304818"/>
                  </a:cubicBezTo>
                  <a:lnTo>
                    <a:pt x="30617" y="304818"/>
                  </a:lnTo>
                  <a:cubicBezTo>
                    <a:pt x="29097" y="304818"/>
                    <a:pt x="27865" y="303604"/>
                    <a:pt x="27874" y="302102"/>
                  </a:cubicBezTo>
                  <a:lnTo>
                    <a:pt x="27910" y="285036"/>
                  </a:lnTo>
                  <a:lnTo>
                    <a:pt x="153758" y="285036"/>
                  </a:lnTo>
                  <a:lnTo>
                    <a:pt x="153758" y="302075"/>
                  </a:lnTo>
                  <a:close/>
                  <a:moveTo>
                    <a:pt x="153758" y="257162"/>
                  </a:moveTo>
                  <a:lnTo>
                    <a:pt x="27874" y="257162"/>
                  </a:lnTo>
                  <a:lnTo>
                    <a:pt x="27874" y="72833"/>
                  </a:lnTo>
                  <a:lnTo>
                    <a:pt x="153758" y="72833"/>
                  </a:lnTo>
                  <a:lnTo>
                    <a:pt x="153758" y="257162"/>
                  </a:lnTo>
                  <a:close/>
                  <a:moveTo>
                    <a:pt x="153758" y="46757"/>
                  </a:moveTo>
                  <a:lnTo>
                    <a:pt x="27874" y="46757"/>
                  </a:lnTo>
                  <a:lnTo>
                    <a:pt x="27874" y="29718"/>
                  </a:lnTo>
                  <a:cubicBezTo>
                    <a:pt x="27874" y="28207"/>
                    <a:pt x="29097" y="26975"/>
                    <a:pt x="30617" y="26975"/>
                  </a:cubicBezTo>
                  <a:lnTo>
                    <a:pt x="151015" y="26975"/>
                  </a:lnTo>
                  <a:cubicBezTo>
                    <a:pt x="152535" y="26975"/>
                    <a:pt x="153758" y="28207"/>
                    <a:pt x="153758" y="29718"/>
                  </a:cubicBezTo>
                  <a:lnTo>
                    <a:pt x="153758" y="46757"/>
                  </a:lnTo>
                  <a:lnTo>
                    <a:pt x="153758" y="46757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7B879D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35" name="Google Shape;1830;p72">
              <a:extLst>
                <a:ext uri="{FF2B5EF4-FFF2-40B4-BE49-F238E27FC236}">
                  <a16:creationId xmlns:a16="http://schemas.microsoft.com/office/drawing/2014/main" id="{13BA774A-B341-8C89-08E0-1BEE8F218095}"/>
                </a:ext>
              </a:extLst>
            </p:cNvPr>
            <p:cNvSpPr/>
            <p:nvPr/>
          </p:nvSpPr>
          <p:spPr>
            <a:xfrm>
              <a:off x="1962704" y="3063185"/>
              <a:ext cx="96873" cy="160245"/>
            </a:xfrm>
            <a:custGeom>
              <a:avLst/>
              <a:gdLst/>
              <a:ahLst/>
              <a:cxnLst/>
              <a:rect l="l" t="t" r="r" b="b"/>
              <a:pathLst>
                <a:path w="96873" h="160245" extrusionOk="0">
                  <a:moveTo>
                    <a:pt x="61915" y="66220"/>
                  </a:moveTo>
                  <a:lnTo>
                    <a:pt x="35434" y="66220"/>
                  </a:lnTo>
                  <a:cubicBezTo>
                    <a:pt x="31352" y="66750"/>
                    <a:pt x="28025" y="63424"/>
                    <a:pt x="28025" y="59341"/>
                  </a:cubicBezTo>
                  <a:cubicBezTo>
                    <a:pt x="28025" y="55259"/>
                    <a:pt x="35434" y="51833"/>
                    <a:pt x="35434" y="51833"/>
                  </a:cubicBezTo>
                  <a:lnTo>
                    <a:pt x="82802" y="51833"/>
                  </a:lnTo>
                  <a:cubicBezTo>
                    <a:pt x="89177" y="51833"/>
                    <a:pt x="94923" y="47607"/>
                    <a:pt x="96443" y="41421"/>
                  </a:cubicBezTo>
                  <a:cubicBezTo>
                    <a:pt x="98700" y="32196"/>
                    <a:pt x="91785" y="23959"/>
                    <a:pt x="82937" y="23959"/>
                  </a:cubicBezTo>
                  <a:lnTo>
                    <a:pt x="67013" y="23959"/>
                  </a:lnTo>
                  <a:lnTo>
                    <a:pt x="67013" y="14068"/>
                  </a:lnTo>
                  <a:cubicBezTo>
                    <a:pt x="67013" y="7684"/>
                    <a:pt x="62778" y="1912"/>
                    <a:pt x="56565" y="419"/>
                  </a:cubicBezTo>
                  <a:cubicBezTo>
                    <a:pt x="47357" y="-1793"/>
                    <a:pt x="39139" y="5059"/>
                    <a:pt x="39139" y="13808"/>
                  </a:cubicBezTo>
                  <a:lnTo>
                    <a:pt x="39139" y="23950"/>
                  </a:lnTo>
                  <a:lnTo>
                    <a:pt x="35398" y="23950"/>
                  </a:lnTo>
                  <a:cubicBezTo>
                    <a:pt x="19096" y="23950"/>
                    <a:pt x="4566" y="34974"/>
                    <a:pt x="933" y="50862"/>
                  </a:cubicBezTo>
                  <a:cubicBezTo>
                    <a:pt x="-4300" y="73728"/>
                    <a:pt x="13198" y="94085"/>
                    <a:pt x="35398" y="94085"/>
                  </a:cubicBezTo>
                  <a:lnTo>
                    <a:pt x="61744" y="94085"/>
                  </a:lnTo>
                  <a:cubicBezTo>
                    <a:pt x="65592" y="94085"/>
                    <a:pt x="68964" y="96980"/>
                    <a:pt x="69207" y="100820"/>
                  </a:cubicBezTo>
                  <a:cubicBezTo>
                    <a:pt x="69468" y="104992"/>
                    <a:pt x="66150" y="108472"/>
                    <a:pt x="62032" y="108472"/>
                  </a:cubicBezTo>
                  <a:lnTo>
                    <a:pt x="14457" y="108472"/>
                  </a:lnTo>
                  <a:cubicBezTo>
                    <a:pt x="8082" y="108472"/>
                    <a:pt x="2336" y="112698"/>
                    <a:pt x="816" y="118884"/>
                  </a:cubicBezTo>
                  <a:cubicBezTo>
                    <a:pt x="-1441" y="128110"/>
                    <a:pt x="5474" y="136346"/>
                    <a:pt x="14322" y="136346"/>
                  </a:cubicBezTo>
                  <a:lnTo>
                    <a:pt x="39157" y="136346"/>
                  </a:lnTo>
                  <a:lnTo>
                    <a:pt x="39157" y="146525"/>
                  </a:lnTo>
                  <a:cubicBezTo>
                    <a:pt x="39157" y="146525"/>
                    <a:pt x="45280" y="160246"/>
                    <a:pt x="52860" y="160246"/>
                  </a:cubicBezTo>
                  <a:cubicBezTo>
                    <a:pt x="60440" y="160246"/>
                    <a:pt x="66581" y="154105"/>
                    <a:pt x="67031" y="146525"/>
                  </a:cubicBezTo>
                  <a:lnTo>
                    <a:pt x="67031" y="136121"/>
                  </a:lnTo>
                  <a:cubicBezTo>
                    <a:pt x="83612" y="133837"/>
                    <a:pt x="96784" y="119226"/>
                    <a:pt x="96784" y="101593"/>
                  </a:cubicBezTo>
                  <a:cubicBezTo>
                    <a:pt x="96784" y="82378"/>
                    <a:pt x="81148" y="66741"/>
                    <a:pt x="61933" y="6621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7B879D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36" name="Google Shape;1831;p72">
              <a:extLst>
                <a:ext uri="{FF2B5EF4-FFF2-40B4-BE49-F238E27FC236}">
                  <a16:creationId xmlns:a16="http://schemas.microsoft.com/office/drawing/2014/main" id="{67B55DB2-60B3-9498-BCD6-D0187861CCAB}"/>
                </a:ext>
              </a:extLst>
            </p:cNvPr>
            <p:cNvSpPr/>
            <p:nvPr/>
          </p:nvSpPr>
          <p:spPr>
            <a:xfrm>
              <a:off x="2200568" y="2978345"/>
              <a:ext cx="180732" cy="330893"/>
            </a:xfrm>
            <a:custGeom>
              <a:avLst/>
              <a:gdLst/>
              <a:ahLst/>
              <a:cxnLst/>
              <a:rect l="l" t="t" r="r" b="b"/>
              <a:pathLst>
                <a:path w="180732" h="330893" extrusionOk="0">
                  <a:moveTo>
                    <a:pt x="152535" y="0"/>
                  </a:moveTo>
                  <a:lnTo>
                    <a:pt x="28198" y="0"/>
                  </a:lnTo>
                  <a:cubicBezTo>
                    <a:pt x="12624" y="0"/>
                    <a:pt x="0" y="12624"/>
                    <a:pt x="0" y="28198"/>
                  </a:cubicBezTo>
                  <a:lnTo>
                    <a:pt x="0" y="302678"/>
                  </a:lnTo>
                  <a:cubicBezTo>
                    <a:pt x="0" y="318233"/>
                    <a:pt x="12633" y="330893"/>
                    <a:pt x="28162" y="330893"/>
                  </a:cubicBezTo>
                  <a:lnTo>
                    <a:pt x="152535" y="330893"/>
                  </a:lnTo>
                  <a:cubicBezTo>
                    <a:pt x="168108" y="330893"/>
                    <a:pt x="180733" y="318269"/>
                    <a:pt x="180733" y="302695"/>
                  </a:cubicBezTo>
                  <a:lnTo>
                    <a:pt x="180733" y="28198"/>
                  </a:lnTo>
                  <a:cubicBezTo>
                    <a:pt x="180733" y="12624"/>
                    <a:pt x="168108" y="0"/>
                    <a:pt x="152535" y="0"/>
                  </a:cubicBezTo>
                  <a:close/>
                  <a:moveTo>
                    <a:pt x="29717" y="26975"/>
                  </a:moveTo>
                  <a:lnTo>
                    <a:pt x="150116" y="26975"/>
                  </a:lnTo>
                  <a:cubicBezTo>
                    <a:pt x="151636" y="26975"/>
                    <a:pt x="152858" y="28207"/>
                    <a:pt x="152858" y="29718"/>
                  </a:cubicBezTo>
                  <a:lnTo>
                    <a:pt x="152858" y="46757"/>
                  </a:lnTo>
                  <a:lnTo>
                    <a:pt x="26975" y="46757"/>
                  </a:lnTo>
                  <a:lnTo>
                    <a:pt x="26975" y="29718"/>
                  </a:lnTo>
                  <a:cubicBezTo>
                    <a:pt x="26975" y="28198"/>
                    <a:pt x="28207" y="26975"/>
                    <a:pt x="29717" y="26975"/>
                  </a:cubicBezTo>
                  <a:close/>
                  <a:moveTo>
                    <a:pt x="26975" y="72833"/>
                  </a:moveTo>
                  <a:lnTo>
                    <a:pt x="152858" y="72833"/>
                  </a:lnTo>
                  <a:lnTo>
                    <a:pt x="152858" y="257162"/>
                  </a:lnTo>
                  <a:lnTo>
                    <a:pt x="26975" y="257162"/>
                  </a:lnTo>
                  <a:lnTo>
                    <a:pt x="26975" y="72833"/>
                  </a:lnTo>
                  <a:close/>
                  <a:moveTo>
                    <a:pt x="152858" y="302111"/>
                  </a:moveTo>
                  <a:cubicBezTo>
                    <a:pt x="152858" y="303613"/>
                    <a:pt x="151636" y="304818"/>
                    <a:pt x="150116" y="304818"/>
                  </a:cubicBezTo>
                  <a:lnTo>
                    <a:pt x="29717" y="304818"/>
                  </a:lnTo>
                  <a:cubicBezTo>
                    <a:pt x="28198" y="304818"/>
                    <a:pt x="26975" y="303586"/>
                    <a:pt x="26975" y="302075"/>
                  </a:cubicBezTo>
                  <a:lnTo>
                    <a:pt x="26975" y="285036"/>
                  </a:lnTo>
                  <a:lnTo>
                    <a:pt x="152858" y="285036"/>
                  </a:lnTo>
                  <a:lnTo>
                    <a:pt x="152858" y="302111"/>
                  </a:lnTo>
                  <a:lnTo>
                    <a:pt x="152858" y="30211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7B879D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37" name="Google Shape;1832;p72">
              <a:extLst>
                <a:ext uri="{FF2B5EF4-FFF2-40B4-BE49-F238E27FC236}">
                  <a16:creationId xmlns:a16="http://schemas.microsoft.com/office/drawing/2014/main" id="{51703315-7002-E9BE-B3B6-1EE62064336B}"/>
                </a:ext>
              </a:extLst>
            </p:cNvPr>
            <p:cNvSpPr/>
            <p:nvPr/>
          </p:nvSpPr>
          <p:spPr>
            <a:xfrm>
              <a:off x="2233685" y="3074546"/>
              <a:ext cx="110489" cy="138471"/>
            </a:xfrm>
            <a:custGeom>
              <a:avLst/>
              <a:gdLst/>
              <a:ahLst/>
              <a:cxnLst/>
              <a:rect l="l" t="t" r="r" b="b"/>
              <a:pathLst>
                <a:path w="110489" h="138471" extrusionOk="0">
                  <a:moveTo>
                    <a:pt x="96507" y="87237"/>
                  </a:moveTo>
                  <a:cubicBezTo>
                    <a:pt x="89044" y="87174"/>
                    <a:pt x="82957" y="93172"/>
                    <a:pt x="82903" y="100608"/>
                  </a:cubicBezTo>
                  <a:cubicBezTo>
                    <a:pt x="82858" y="106587"/>
                    <a:pt x="78218" y="111497"/>
                    <a:pt x="72239" y="111497"/>
                  </a:cubicBezTo>
                  <a:lnTo>
                    <a:pt x="60442" y="111497"/>
                  </a:lnTo>
                  <a:cubicBezTo>
                    <a:pt x="54813" y="111497"/>
                    <a:pt x="50191" y="107127"/>
                    <a:pt x="49759" y="101606"/>
                  </a:cubicBezTo>
                  <a:lnTo>
                    <a:pt x="57249" y="101606"/>
                  </a:lnTo>
                  <a:cubicBezTo>
                    <a:pt x="63625" y="101606"/>
                    <a:pt x="69370" y="97380"/>
                    <a:pt x="70890" y="91194"/>
                  </a:cubicBezTo>
                  <a:cubicBezTo>
                    <a:pt x="73147" y="81968"/>
                    <a:pt x="66232" y="73732"/>
                    <a:pt x="57384" y="73732"/>
                  </a:cubicBezTo>
                  <a:lnTo>
                    <a:pt x="49607" y="73732"/>
                  </a:lnTo>
                  <a:lnTo>
                    <a:pt x="49607" y="65639"/>
                  </a:lnTo>
                  <a:lnTo>
                    <a:pt x="57249" y="65639"/>
                  </a:lnTo>
                  <a:cubicBezTo>
                    <a:pt x="63625" y="65639"/>
                    <a:pt x="69370" y="61413"/>
                    <a:pt x="70890" y="55227"/>
                  </a:cubicBezTo>
                  <a:cubicBezTo>
                    <a:pt x="73147" y="46001"/>
                    <a:pt x="66232" y="37765"/>
                    <a:pt x="57384" y="37765"/>
                  </a:cubicBezTo>
                  <a:lnTo>
                    <a:pt x="49759" y="37765"/>
                  </a:lnTo>
                  <a:cubicBezTo>
                    <a:pt x="50191" y="32244"/>
                    <a:pt x="54813" y="27874"/>
                    <a:pt x="60442" y="27874"/>
                  </a:cubicBezTo>
                  <a:lnTo>
                    <a:pt x="71780" y="27874"/>
                  </a:lnTo>
                  <a:cubicBezTo>
                    <a:pt x="77858" y="27874"/>
                    <a:pt x="82651" y="32874"/>
                    <a:pt x="82624" y="38952"/>
                  </a:cubicBezTo>
                  <a:cubicBezTo>
                    <a:pt x="82588" y="47881"/>
                    <a:pt x="90959" y="54876"/>
                    <a:pt x="100275" y="52466"/>
                  </a:cubicBezTo>
                  <a:cubicBezTo>
                    <a:pt x="106065" y="50965"/>
                    <a:pt x="110552" y="44581"/>
                    <a:pt x="110489" y="38592"/>
                  </a:cubicBezTo>
                  <a:cubicBezTo>
                    <a:pt x="110264" y="17273"/>
                    <a:pt x="92856" y="0"/>
                    <a:pt x="71483" y="0"/>
                  </a:cubicBezTo>
                  <a:lnTo>
                    <a:pt x="60657" y="0"/>
                  </a:lnTo>
                  <a:cubicBezTo>
                    <a:pt x="39653" y="0"/>
                    <a:pt x="22515" y="16868"/>
                    <a:pt x="22056" y="37765"/>
                  </a:cubicBezTo>
                  <a:lnTo>
                    <a:pt x="14071" y="37765"/>
                  </a:lnTo>
                  <a:cubicBezTo>
                    <a:pt x="7696" y="37765"/>
                    <a:pt x="1951" y="41991"/>
                    <a:pt x="431" y="48177"/>
                  </a:cubicBezTo>
                  <a:cubicBezTo>
                    <a:pt x="-1826" y="57403"/>
                    <a:pt x="5089" y="65639"/>
                    <a:pt x="13937" y="65639"/>
                  </a:cubicBezTo>
                  <a:lnTo>
                    <a:pt x="21714" y="65639"/>
                  </a:lnTo>
                  <a:lnTo>
                    <a:pt x="21714" y="73732"/>
                  </a:lnTo>
                  <a:lnTo>
                    <a:pt x="14071" y="73732"/>
                  </a:lnTo>
                  <a:cubicBezTo>
                    <a:pt x="7696" y="73732"/>
                    <a:pt x="1951" y="77958"/>
                    <a:pt x="431" y="84144"/>
                  </a:cubicBezTo>
                  <a:cubicBezTo>
                    <a:pt x="-1826" y="93369"/>
                    <a:pt x="5089" y="101606"/>
                    <a:pt x="13937" y="101606"/>
                  </a:cubicBezTo>
                  <a:lnTo>
                    <a:pt x="22515" y="101606"/>
                  </a:lnTo>
                  <a:cubicBezTo>
                    <a:pt x="22964" y="122008"/>
                    <a:pt x="39689" y="138472"/>
                    <a:pt x="60199" y="138472"/>
                  </a:cubicBezTo>
                  <a:lnTo>
                    <a:pt x="72113" y="138472"/>
                  </a:lnTo>
                  <a:cubicBezTo>
                    <a:pt x="92668" y="138472"/>
                    <a:pt x="109437" y="121954"/>
                    <a:pt x="109851" y="101498"/>
                  </a:cubicBezTo>
                  <a:cubicBezTo>
                    <a:pt x="110004" y="93981"/>
                    <a:pt x="104015" y="87309"/>
                    <a:pt x="96489" y="87237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7B879D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38" name="Google Shape;1833;p72">
              <a:extLst>
                <a:ext uri="{FF2B5EF4-FFF2-40B4-BE49-F238E27FC236}">
                  <a16:creationId xmlns:a16="http://schemas.microsoft.com/office/drawing/2014/main" id="{0E4113DE-FF75-EEDA-120D-57D6F0C82A67}"/>
                </a:ext>
              </a:extLst>
            </p:cNvPr>
            <p:cNvSpPr/>
            <p:nvPr/>
          </p:nvSpPr>
          <p:spPr>
            <a:xfrm>
              <a:off x="2107891" y="3065408"/>
              <a:ext cx="86282" cy="60336"/>
            </a:xfrm>
            <a:custGeom>
              <a:avLst/>
              <a:gdLst/>
              <a:ahLst/>
              <a:cxnLst/>
              <a:rect l="l" t="t" r="r" b="b"/>
              <a:pathLst>
                <a:path w="86282" h="60336" extrusionOk="0">
                  <a:moveTo>
                    <a:pt x="80493" y="18966"/>
                  </a:moveTo>
                  <a:lnTo>
                    <a:pt x="57762" y="2610"/>
                  </a:lnTo>
                  <a:cubicBezTo>
                    <a:pt x="48680" y="-3927"/>
                    <a:pt x="36020" y="2565"/>
                    <a:pt x="36020" y="13751"/>
                  </a:cubicBezTo>
                  <a:lnTo>
                    <a:pt x="36020" y="16350"/>
                  </a:lnTo>
                  <a:lnTo>
                    <a:pt x="14072" y="16350"/>
                  </a:lnTo>
                  <a:cubicBezTo>
                    <a:pt x="7696" y="16350"/>
                    <a:pt x="1951" y="20576"/>
                    <a:pt x="431" y="26762"/>
                  </a:cubicBezTo>
                  <a:cubicBezTo>
                    <a:pt x="-1826" y="35987"/>
                    <a:pt x="5089" y="44224"/>
                    <a:pt x="13937" y="44224"/>
                  </a:cubicBezTo>
                  <a:lnTo>
                    <a:pt x="36020" y="44224"/>
                  </a:lnTo>
                  <a:lnTo>
                    <a:pt x="36020" y="46400"/>
                  </a:lnTo>
                  <a:cubicBezTo>
                    <a:pt x="36020" y="54142"/>
                    <a:pt x="42305" y="60337"/>
                    <a:pt x="49957" y="60337"/>
                  </a:cubicBezTo>
                  <a:cubicBezTo>
                    <a:pt x="57609" y="60337"/>
                    <a:pt x="59605" y="55742"/>
                    <a:pt x="80493" y="41598"/>
                  </a:cubicBezTo>
                  <a:cubicBezTo>
                    <a:pt x="88208" y="36041"/>
                    <a:pt x="88217" y="24532"/>
                    <a:pt x="80493" y="18975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7B879D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39" name="Google Shape;1834;p72">
              <a:extLst>
                <a:ext uri="{FF2B5EF4-FFF2-40B4-BE49-F238E27FC236}">
                  <a16:creationId xmlns:a16="http://schemas.microsoft.com/office/drawing/2014/main" id="{220B6856-5687-4947-B66B-59CF335A76D0}"/>
                </a:ext>
              </a:extLst>
            </p:cNvPr>
            <p:cNvSpPr/>
            <p:nvPr/>
          </p:nvSpPr>
          <p:spPr>
            <a:xfrm>
              <a:off x="2108054" y="3161614"/>
              <a:ext cx="86282" cy="60341"/>
            </a:xfrm>
            <a:custGeom>
              <a:avLst/>
              <a:gdLst/>
              <a:ahLst/>
              <a:cxnLst/>
              <a:rect l="l" t="t" r="r" b="b"/>
              <a:pathLst>
                <a:path w="86282" h="60341" extrusionOk="0">
                  <a:moveTo>
                    <a:pt x="72202" y="16346"/>
                  </a:moveTo>
                  <a:lnTo>
                    <a:pt x="50253" y="16346"/>
                  </a:lnTo>
                  <a:cubicBezTo>
                    <a:pt x="50253" y="16346"/>
                    <a:pt x="50253" y="13747"/>
                    <a:pt x="50253" y="13747"/>
                  </a:cubicBezTo>
                  <a:cubicBezTo>
                    <a:pt x="50253" y="2562"/>
                    <a:pt x="37593" y="-3921"/>
                    <a:pt x="28511" y="2606"/>
                  </a:cubicBezTo>
                  <a:lnTo>
                    <a:pt x="5790" y="18962"/>
                  </a:lnTo>
                  <a:cubicBezTo>
                    <a:pt x="-1925" y="24519"/>
                    <a:pt x="-1934" y="36029"/>
                    <a:pt x="5790" y="41585"/>
                  </a:cubicBezTo>
                  <a:lnTo>
                    <a:pt x="28179" y="57698"/>
                  </a:lnTo>
                  <a:cubicBezTo>
                    <a:pt x="37386" y="64325"/>
                    <a:pt x="50262" y="57725"/>
                    <a:pt x="50262" y="46387"/>
                  </a:cubicBezTo>
                  <a:lnTo>
                    <a:pt x="50262" y="44211"/>
                  </a:lnTo>
                  <a:lnTo>
                    <a:pt x="72346" y="44211"/>
                  </a:lnTo>
                  <a:cubicBezTo>
                    <a:pt x="81194" y="44211"/>
                    <a:pt x="88108" y="35975"/>
                    <a:pt x="85851" y="26749"/>
                  </a:cubicBezTo>
                  <a:cubicBezTo>
                    <a:pt x="84332" y="20563"/>
                    <a:pt x="78586" y="16337"/>
                    <a:pt x="72211" y="16337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7B879D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040" name="Google Shape;1835;p72">
            <a:extLst>
              <a:ext uri="{FF2B5EF4-FFF2-40B4-BE49-F238E27FC236}">
                <a16:creationId xmlns:a16="http://schemas.microsoft.com/office/drawing/2014/main" id="{9B691657-5890-BF5D-AB87-489466D550FB}"/>
              </a:ext>
            </a:extLst>
          </p:cNvPr>
          <p:cNvGrpSpPr/>
          <p:nvPr/>
        </p:nvGrpSpPr>
        <p:grpSpPr>
          <a:xfrm>
            <a:off x="877206" y="2325817"/>
            <a:ext cx="346179" cy="460373"/>
            <a:chOff x="1920927" y="2375903"/>
            <a:chExt cx="346179" cy="460373"/>
          </a:xfrm>
        </p:grpSpPr>
        <p:sp>
          <p:nvSpPr>
            <p:cNvPr id="1041" name="Google Shape;1836;p72">
              <a:extLst>
                <a:ext uri="{FF2B5EF4-FFF2-40B4-BE49-F238E27FC236}">
                  <a16:creationId xmlns:a16="http://schemas.microsoft.com/office/drawing/2014/main" id="{46C4019F-FC28-F788-202E-061B9EBFD2F8}"/>
                </a:ext>
              </a:extLst>
            </p:cNvPr>
            <p:cNvSpPr/>
            <p:nvPr/>
          </p:nvSpPr>
          <p:spPr>
            <a:xfrm>
              <a:off x="1982970" y="2494593"/>
              <a:ext cx="70135" cy="70135"/>
            </a:xfrm>
            <a:custGeom>
              <a:avLst/>
              <a:gdLst/>
              <a:ahLst/>
              <a:cxnLst/>
              <a:rect l="l" t="t" r="r" b="b"/>
              <a:pathLst>
                <a:path w="70135" h="70135" extrusionOk="0">
                  <a:moveTo>
                    <a:pt x="56594" y="0"/>
                  </a:moveTo>
                  <a:lnTo>
                    <a:pt x="13541" y="0"/>
                  </a:lnTo>
                  <a:cubicBezTo>
                    <a:pt x="6060" y="0"/>
                    <a:pt x="0" y="6060"/>
                    <a:pt x="0" y="13542"/>
                  </a:cubicBezTo>
                  <a:lnTo>
                    <a:pt x="0" y="56594"/>
                  </a:lnTo>
                  <a:cubicBezTo>
                    <a:pt x="0" y="64075"/>
                    <a:pt x="6060" y="70135"/>
                    <a:pt x="13541" y="70135"/>
                  </a:cubicBezTo>
                  <a:lnTo>
                    <a:pt x="56594" y="70135"/>
                  </a:lnTo>
                  <a:cubicBezTo>
                    <a:pt x="64075" y="70135"/>
                    <a:pt x="70135" y="64075"/>
                    <a:pt x="70135" y="56594"/>
                  </a:cubicBezTo>
                  <a:lnTo>
                    <a:pt x="70135" y="13542"/>
                  </a:lnTo>
                  <a:cubicBezTo>
                    <a:pt x="70135" y="6060"/>
                    <a:pt x="64075" y="0"/>
                    <a:pt x="56594" y="0"/>
                  </a:cubicBezTo>
                  <a:close/>
                  <a:moveTo>
                    <a:pt x="43160" y="43160"/>
                  </a:moveTo>
                  <a:lnTo>
                    <a:pt x="26975" y="43160"/>
                  </a:lnTo>
                  <a:lnTo>
                    <a:pt x="26975" y="26975"/>
                  </a:lnTo>
                  <a:lnTo>
                    <a:pt x="43160" y="26975"/>
                  </a:lnTo>
                  <a:lnTo>
                    <a:pt x="43160" y="4316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7B879D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42" name="Google Shape;1837;p72">
              <a:extLst>
                <a:ext uri="{FF2B5EF4-FFF2-40B4-BE49-F238E27FC236}">
                  <a16:creationId xmlns:a16="http://schemas.microsoft.com/office/drawing/2014/main" id="{05C00F8B-BE1F-9D51-55CF-FCD63D758221}"/>
                </a:ext>
              </a:extLst>
            </p:cNvPr>
            <p:cNvSpPr/>
            <p:nvPr/>
          </p:nvSpPr>
          <p:spPr>
            <a:xfrm>
              <a:off x="1982970" y="2579114"/>
              <a:ext cx="70135" cy="70135"/>
            </a:xfrm>
            <a:custGeom>
              <a:avLst/>
              <a:gdLst/>
              <a:ahLst/>
              <a:cxnLst/>
              <a:rect l="l" t="t" r="r" b="b"/>
              <a:pathLst>
                <a:path w="70135" h="70135" extrusionOk="0">
                  <a:moveTo>
                    <a:pt x="56594" y="0"/>
                  </a:moveTo>
                  <a:lnTo>
                    <a:pt x="13541" y="0"/>
                  </a:lnTo>
                  <a:cubicBezTo>
                    <a:pt x="6060" y="0"/>
                    <a:pt x="0" y="6060"/>
                    <a:pt x="0" y="13542"/>
                  </a:cubicBezTo>
                  <a:lnTo>
                    <a:pt x="0" y="56594"/>
                  </a:lnTo>
                  <a:cubicBezTo>
                    <a:pt x="0" y="64075"/>
                    <a:pt x="6060" y="70135"/>
                    <a:pt x="13541" y="70135"/>
                  </a:cubicBezTo>
                  <a:lnTo>
                    <a:pt x="56594" y="70135"/>
                  </a:lnTo>
                  <a:cubicBezTo>
                    <a:pt x="64075" y="70135"/>
                    <a:pt x="70135" y="64075"/>
                    <a:pt x="70135" y="56594"/>
                  </a:cubicBezTo>
                  <a:lnTo>
                    <a:pt x="70135" y="13542"/>
                  </a:lnTo>
                  <a:cubicBezTo>
                    <a:pt x="70135" y="6060"/>
                    <a:pt x="64075" y="0"/>
                    <a:pt x="56594" y="0"/>
                  </a:cubicBezTo>
                  <a:close/>
                  <a:moveTo>
                    <a:pt x="43160" y="43160"/>
                  </a:moveTo>
                  <a:lnTo>
                    <a:pt x="26975" y="43160"/>
                  </a:lnTo>
                  <a:lnTo>
                    <a:pt x="26975" y="26975"/>
                  </a:lnTo>
                  <a:lnTo>
                    <a:pt x="43160" y="26975"/>
                  </a:lnTo>
                  <a:lnTo>
                    <a:pt x="43160" y="4316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7B879D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43" name="Google Shape;1838;p72">
              <a:extLst>
                <a:ext uri="{FF2B5EF4-FFF2-40B4-BE49-F238E27FC236}">
                  <a16:creationId xmlns:a16="http://schemas.microsoft.com/office/drawing/2014/main" id="{9553BFB7-8EC8-0444-BA36-810E3BF576C8}"/>
                </a:ext>
              </a:extLst>
            </p:cNvPr>
            <p:cNvSpPr/>
            <p:nvPr/>
          </p:nvSpPr>
          <p:spPr>
            <a:xfrm>
              <a:off x="1982970" y="2664535"/>
              <a:ext cx="70135" cy="70135"/>
            </a:xfrm>
            <a:custGeom>
              <a:avLst/>
              <a:gdLst/>
              <a:ahLst/>
              <a:cxnLst/>
              <a:rect l="l" t="t" r="r" b="b"/>
              <a:pathLst>
                <a:path w="70135" h="70135" extrusionOk="0">
                  <a:moveTo>
                    <a:pt x="56594" y="0"/>
                  </a:moveTo>
                  <a:lnTo>
                    <a:pt x="13541" y="0"/>
                  </a:lnTo>
                  <a:cubicBezTo>
                    <a:pt x="6060" y="0"/>
                    <a:pt x="0" y="6060"/>
                    <a:pt x="0" y="13542"/>
                  </a:cubicBezTo>
                  <a:lnTo>
                    <a:pt x="0" y="56594"/>
                  </a:lnTo>
                  <a:cubicBezTo>
                    <a:pt x="0" y="64075"/>
                    <a:pt x="6060" y="70135"/>
                    <a:pt x="13541" y="70135"/>
                  </a:cubicBezTo>
                  <a:lnTo>
                    <a:pt x="56594" y="70135"/>
                  </a:lnTo>
                  <a:cubicBezTo>
                    <a:pt x="64075" y="70135"/>
                    <a:pt x="70135" y="64075"/>
                    <a:pt x="70135" y="56594"/>
                  </a:cubicBezTo>
                  <a:lnTo>
                    <a:pt x="70135" y="13542"/>
                  </a:lnTo>
                  <a:cubicBezTo>
                    <a:pt x="70135" y="6060"/>
                    <a:pt x="64075" y="0"/>
                    <a:pt x="56594" y="0"/>
                  </a:cubicBezTo>
                  <a:close/>
                  <a:moveTo>
                    <a:pt x="43160" y="43160"/>
                  </a:moveTo>
                  <a:lnTo>
                    <a:pt x="26975" y="43160"/>
                  </a:lnTo>
                  <a:lnTo>
                    <a:pt x="26975" y="26975"/>
                  </a:lnTo>
                  <a:lnTo>
                    <a:pt x="43160" y="26975"/>
                  </a:lnTo>
                  <a:lnTo>
                    <a:pt x="43160" y="4316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7B879D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44" name="Google Shape;1839;p72">
              <a:extLst>
                <a:ext uri="{FF2B5EF4-FFF2-40B4-BE49-F238E27FC236}">
                  <a16:creationId xmlns:a16="http://schemas.microsoft.com/office/drawing/2014/main" id="{805DD1B8-EE6E-6759-A237-1CA48FA472A8}"/>
                </a:ext>
              </a:extLst>
            </p:cNvPr>
            <p:cNvSpPr/>
            <p:nvPr/>
          </p:nvSpPr>
          <p:spPr>
            <a:xfrm>
              <a:off x="2105081" y="2516173"/>
              <a:ext cx="113304" cy="26975"/>
            </a:xfrm>
            <a:custGeom>
              <a:avLst/>
              <a:gdLst/>
              <a:ahLst/>
              <a:cxnLst/>
              <a:rect l="l" t="t" r="r" b="b"/>
              <a:pathLst>
                <a:path w="113304" h="26975" extrusionOk="0">
                  <a:moveTo>
                    <a:pt x="99812" y="0"/>
                  </a:moveTo>
                  <a:lnTo>
                    <a:pt x="13915" y="0"/>
                  </a:lnTo>
                  <a:cubicBezTo>
                    <a:pt x="6631" y="0"/>
                    <a:pt x="337" y="5602"/>
                    <a:pt x="14" y="12876"/>
                  </a:cubicBezTo>
                  <a:cubicBezTo>
                    <a:pt x="-328" y="20600"/>
                    <a:pt x="5831" y="26975"/>
                    <a:pt x="13492" y="26975"/>
                  </a:cubicBezTo>
                  <a:lnTo>
                    <a:pt x="99389" y="26975"/>
                  </a:lnTo>
                  <a:cubicBezTo>
                    <a:pt x="106673" y="26975"/>
                    <a:pt x="112967" y="21382"/>
                    <a:pt x="113291" y="14099"/>
                  </a:cubicBezTo>
                  <a:cubicBezTo>
                    <a:pt x="113632" y="6375"/>
                    <a:pt x="107464" y="0"/>
                    <a:pt x="9982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7B879D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45" name="Google Shape;1840;p72">
              <a:extLst>
                <a:ext uri="{FF2B5EF4-FFF2-40B4-BE49-F238E27FC236}">
                  <a16:creationId xmlns:a16="http://schemas.microsoft.com/office/drawing/2014/main" id="{A59375C0-3B0A-E7A3-4E46-0C91611D5872}"/>
                </a:ext>
              </a:extLst>
            </p:cNvPr>
            <p:cNvSpPr/>
            <p:nvPr/>
          </p:nvSpPr>
          <p:spPr>
            <a:xfrm>
              <a:off x="2105081" y="2600694"/>
              <a:ext cx="113304" cy="26975"/>
            </a:xfrm>
            <a:custGeom>
              <a:avLst/>
              <a:gdLst/>
              <a:ahLst/>
              <a:cxnLst/>
              <a:rect l="l" t="t" r="r" b="b"/>
              <a:pathLst>
                <a:path w="113304" h="26975" extrusionOk="0">
                  <a:moveTo>
                    <a:pt x="99812" y="0"/>
                  </a:moveTo>
                  <a:lnTo>
                    <a:pt x="13915" y="0"/>
                  </a:lnTo>
                  <a:cubicBezTo>
                    <a:pt x="6631" y="0"/>
                    <a:pt x="337" y="5602"/>
                    <a:pt x="14" y="12876"/>
                  </a:cubicBezTo>
                  <a:cubicBezTo>
                    <a:pt x="-328" y="20600"/>
                    <a:pt x="5831" y="26975"/>
                    <a:pt x="13492" y="26975"/>
                  </a:cubicBezTo>
                  <a:lnTo>
                    <a:pt x="99389" y="26975"/>
                  </a:lnTo>
                  <a:cubicBezTo>
                    <a:pt x="106673" y="26975"/>
                    <a:pt x="112967" y="21373"/>
                    <a:pt x="113291" y="14099"/>
                  </a:cubicBezTo>
                  <a:cubicBezTo>
                    <a:pt x="113632" y="6375"/>
                    <a:pt x="107464" y="0"/>
                    <a:pt x="9981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7B879D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46" name="Google Shape;1841;p72">
              <a:extLst>
                <a:ext uri="{FF2B5EF4-FFF2-40B4-BE49-F238E27FC236}">
                  <a16:creationId xmlns:a16="http://schemas.microsoft.com/office/drawing/2014/main" id="{D2656B23-17F9-413F-0721-C074BD22C105}"/>
                </a:ext>
              </a:extLst>
            </p:cNvPr>
            <p:cNvSpPr/>
            <p:nvPr/>
          </p:nvSpPr>
          <p:spPr>
            <a:xfrm>
              <a:off x="2105081" y="2686115"/>
              <a:ext cx="113304" cy="26975"/>
            </a:xfrm>
            <a:custGeom>
              <a:avLst/>
              <a:gdLst/>
              <a:ahLst/>
              <a:cxnLst/>
              <a:rect l="l" t="t" r="r" b="b"/>
              <a:pathLst>
                <a:path w="113304" h="26975" extrusionOk="0">
                  <a:moveTo>
                    <a:pt x="99812" y="0"/>
                  </a:moveTo>
                  <a:lnTo>
                    <a:pt x="13915" y="0"/>
                  </a:lnTo>
                  <a:cubicBezTo>
                    <a:pt x="6631" y="0"/>
                    <a:pt x="337" y="5602"/>
                    <a:pt x="14" y="12876"/>
                  </a:cubicBezTo>
                  <a:cubicBezTo>
                    <a:pt x="-328" y="20600"/>
                    <a:pt x="5831" y="26975"/>
                    <a:pt x="13492" y="26975"/>
                  </a:cubicBezTo>
                  <a:lnTo>
                    <a:pt x="99389" y="26975"/>
                  </a:lnTo>
                  <a:cubicBezTo>
                    <a:pt x="106673" y="26975"/>
                    <a:pt x="112967" y="21373"/>
                    <a:pt x="113291" y="14099"/>
                  </a:cubicBezTo>
                  <a:cubicBezTo>
                    <a:pt x="113632" y="6375"/>
                    <a:pt x="107464" y="0"/>
                    <a:pt x="9981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7B879D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47" name="Google Shape;1842;p72">
              <a:extLst>
                <a:ext uri="{FF2B5EF4-FFF2-40B4-BE49-F238E27FC236}">
                  <a16:creationId xmlns:a16="http://schemas.microsoft.com/office/drawing/2014/main" id="{AC499FA4-DDFE-B084-C859-8080CC8795A0}"/>
                </a:ext>
              </a:extLst>
            </p:cNvPr>
            <p:cNvSpPr/>
            <p:nvPr/>
          </p:nvSpPr>
          <p:spPr>
            <a:xfrm>
              <a:off x="1920927" y="2375903"/>
              <a:ext cx="346179" cy="460373"/>
            </a:xfrm>
            <a:custGeom>
              <a:avLst/>
              <a:gdLst/>
              <a:ahLst/>
              <a:cxnLst/>
              <a:rect l="l" t="t" r="r" b="b"/>
              <a:pathLst>
                <a:path w="346179" h="460373" extrusionOk="0">
                  <a:moveTo>
                    <a:pt x="346179" y="17084"/>
                  </a:moveTo>
                  <a:lnTo>
                    <a:pt x="346179" y="13542"/>
                  </a:lnTo>
                  <a:cubicBezTo>
                    <a:pt x="346179" y="6060"/>
                    <a:pt x="340119" y="0"/>
                    <a:pt x="332638" y="0"/>
                  </a:cubicBezTo>
                  <a:lnTo>
                    <a:pt x="13541" y="0"/>
                  </a:lnTo>
                  <a:cubicBezTo>
                    <a:pt x="6060" y="0"/>
                    <a:pt x="0" y="6060"/>
                    <a:pt x="0" y="13542"/>
                  </a:cubicBezTo>
                  <a:lnTo>
                    <a:pt x="0" y="446832"/>
                  </a:lnTo>
                  <a:cubicBezTo>
                    <a:pt x="0" y="454313"/>
                    <a:pt x="6069" y="460373"/>
                    <a:pt x="13559" y="460373"/>
                  </a:cubicBezTo>
                  <a:lnTo>
                    <a:pt x="255238" y="460373"/>
                  </a:lnTo>
                  <a:cubicBezTo>
                    <a:pt x="255238" y="460373"/>
                    <a:pt x="262251" y="458845"/>
                    <a:pt x="264787" y="456318"/>
                  </a:cubicBezTo>
                  <a:lnTo>
                    <a:pt x="341836" y="379394"/>
                  </a:lnTo>
                  <a:cubicBezTo>
                    <a:pt x="344372" y="376859"/>
                    <a:pt x="345793" y="373415"/>
                    <a:pt x="346170" y="369827"/>
                  </a:cubicBezTo>
                  <a:lnTo>
                    <a:pt x="346170" y="17084"/>
                  </a:lnTo>
                  <a:lnTo>
                    <a:pt x="346170" y="17084"/>
                  </a:lnTo>
                  <a:close/>
                  <a:moveTo>
                    <a:pt x="26975" y="26975"/>
                  </a:moveTo>
                  <a:lnTo>
                    <a:pt x="318305" y="26975"/>
                  </a:lnTo>
                  <a:lnTo>
                    <a:pt x="318305" y="68337"/>
                  </a:lnTo>
                  <a:lnTo>
                    <a:pt x="26975" y="68337"/>
                  </a:lnTo>
                  <a:lnTo>
                    <a:pt x="26975" y="26975"/>
                  </a:lnTo>
                  <a:close/>
                  <a:moveTo>
                    <a:pt x="268851" y="413752"/>
                  </a:moveTo>
                  <a:lnTo>
                    <a:pt x="268851" y="383045"/>
                  </a:lnTo>
                  <a:cubicBezTo>
                    <a:pt x="268851" y="383045"/>
                    <a:pt x="299566" y="383045"/>
                    <a:pt x="299566" y="383045"/>
                  </a:cubicBezTo>
                  <a:lnTo>
                    <a:pt x="268851" y="413752"/>
                  </a:lnTo>
                  <a:close/>
                  <a:moveTo>
                    <a:pt x="255417" y="356070"/>
                  </a:moveTo>
                  <a:cubicBezTo>
                    <a:pt x="247936" y="356070"/>
                    <a:pt x="241876" y="362130"/>
                    <a:pt x="241876" y="369612"/>
                  </a:cubicBezTo>
                  <a:lnTo>
                    <a:pt x="241876" y="433398"/>
                  </a:lnTo>
                  <a:lnTo>
                    <a:pt x="26975" y="433398"/>
                  </a:lnTo>
                  <a:lnTo>
                    <a:pt x="26975" y="95312"/>
                  </a:lnTo>
                  <a:lnTo>
                    <a:pt x="319204" y="95312"/>
                  </a:lnTo>
                  <a:lnTo>
                    <a:pt x="319204" y="356070"/>
                  </a:lnTo>
                  <a:lnTo>
                    <a:pt x="255417" y="35607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7B879D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048" name="Google Shape;1843;p72">
            <a:extLst>
              <a:ext uri="{FF2B5EF4-FFF2-40B4-BE49-F238E27FC236}">
                <a16:creationId xmlns:a16="http://schemas.microsoft.com/office/drawing/2014/main" id="{65F9D04B-C139-80BF-992C-C714F646C15F}"/>
              </a:ext>
            </a:extLst>
          </p:cNvPr>
          <p:cNvGrpSpPr/>
          <p:nvPr/>
        </p:nvGrpSpPr>
        <p:grpSpPr>
          <a:xfrm>
            <a:off x="1653507" y="2325817"/>
            <a:ext cx="356189" cy="460373"/>
            <a:chOff x="2587685" y="2341734"/>
            <a:chExt cx="356189" cy="460373"/>
          </a:xfrm>
        </p:grpSpPr>
        <p:sp>
          <p:nvSpPr>
            <p:cNvPr id="1049" name="Google Shape;1844;p72">
              <a:extLst>
                <a:ext uri="{FF2B5EF4-FFF2-40B4-BE49-F238E27FC236}">
                  <a16:creationId xmlns:a16="http://schemas.microsoft.com/office/drawing/2014/main" id="{6D977A55-3494-3E98-4E0C-6B0D1AB545F8}"/>
                </a:ext>
              </a:extLst>
            </p:cNvPr>
            <p:cNvSpPr/>
            <p:nvPr/>
          </p:nvSpPr>
          <p:spPr>
            <a:xfrm>
              <a:off x="2587685" y="2341734"/>
              <a:ext cx="356189" cy="460373"/>
            </a:xfrm>
            <a:custGeom>
              <a:avLst/>
              <a:gdLst/>
              <a:ahLst/>
              <a:cxnLst/>
              <a:rect l="l" t="t" r="r" b="b"/>
              <a:pathLst>
                <a:path w="356189" h="460373" extrusionOk="0">
                  <a:moveTo>
                    <a:pt x="316175" y="380348"/>
                  </a:moveTo>
                  <a:lnTo>
                    <a:pt x="313810" y="380348"/>
                  </a:lnTo>
                  <a:cubicBezTo>
                    <a:pt x="312390" y="376166"/>
                    <a:pt x="307741" y="294441"/>
                    <a:pt x="234369" y="231203"/>
                  </a:cubicBezTo>
                  <a:cubicBezTo>
                    <a:pt x="252766" y="215350"/>
                    <a:pt x="268474" y="196801"/>
                    <a:pt x="281198" y="175913"/>
                  </a:cubicBezTo>
                  <a:cubicBezTo>
                    <a:pt x="310097" y="128455"/>
                    <a:pt x="312408" y="87066"/>
                    <a:pt x="314134" y="80026"/>
                  </a:cubicBezTo>
                  <a:lnTo>
                    <a:pt x="315393" y="80026"/>
                  </a:lnTo>
                  <a:cubicBezTo>
                    <a:pt x="338672" y="80026"/>
                    <a:pt x="357429" y="60973"/>
                    <a:pt x="356125" y="37738"/>
                  </a:cubicBezTo>
                  <a:cubicBezTo>
                    <a:pt x="354938" y="16733"/>
                    <a:pt x="337477" y="0"/>
                    <a:pt x="316175" y="0"/>
                  </a:cubicBezTo>
                  <a:lnTo>
                    <a:pt x="40796" y="0"/>
                  </a:lnTo>
                  <a:cubicBezTo>
                    <a:pt x="17517" y="0"/>
                    <a:pt x="-1240" y="19053"/>
                    <a:pt x="64" y="42288"/>
                  </a:cubicBezTo>
                  <a:cubicBezTo>
                    <a:pt x="1251" y="63292"/>
                    <a:pt x="18713" y="80026"/>
                    <a:pt x="40014" y="80026"/>
                  </a:cubicBezTo>
                  <a:lnTo>
                    <a:pt x="42055" y="80026"/>
                  </a:lnTo>
                  <a:cubicBezTo>
                    <a:pt x="43898" y="87543"/>
                    <a:pt x="48979" y="168423"/>
                    <a:pt x="121829" y="231203"/>
                  </a:cubicBezTo>
                  <a:cubicBezTo>
                    <a:pt x="48161" y="294693"/>
                    <a:pt x="43952" y="375753"/>
                    <a:pt x="42388" y="380348"/>
                  </a:cubicBezTo>
                  <a:lnTo>
                    <a:pt x="40796" y="380348"/>
                  </a:lnTo>
                  <a:cubicBezTo>
                    <a:pt x="17517" y="380348"/>
                    <a:pt x="-1240" y="399401"/>
                    <a:pt x="64" y="422635"/>
                  </a:cubicBezTo>
                  <a:cubicBezTo>
                    <a:pt x="1251" y="443640"/>
                    <a:pt x="18713" y="460373"/>
                    <a:pt x="40014" y="460373"/>
                  </a:cubicBezTo>
                  <a:lnTo>
                    <a:pt x="315393" y="460373"/>
                  </a:lnTo>
                  <a:cubicBezTo>
                    <a:pt x="338672" y="460373"/>
                    <a:pt x="357429" y="441320"/>
                    <a:pt x="356125" y="418086"/>
                  </a:cubicBezTo>
                  <a:cubicBezTo>
                    <a:pt x="354938" y="397081"/>
                    <a:pt x="337477" y="380348"/>
                    <a:pt x="316175" y="380348"/>
                  </a:cubicBezTo>
                  <a:close/>
                  <a:moveTo>
                    <a:pt x="39879" y="52152"/>
                  </a:moveTo>
                  <a:cubicBezTo>
                    <a:pt x="32371" y="52152"/>
                    <a:pt x="26365" y="45714"/>
                    <a:pt x="27219" y="38125"/>
                  </a:cubicBezTo>
                  <a:cubicBezTo>
                    <a:pt x="27947" y="31696"/>
                    <a:pt x="33639" y="26975"/>
                    <a:pt x="40113" y="26975"/>
                  </a:cubicBezTo>
                  <a:lnTo>
                    <a:pt x="316076" y="26975"/>
                  </a:lnTo>
                  <a:cubicBezTo>
                    <a:pt x="322550" y="26975"/>
                    <a:pt x="328242" y="31696"/>
                    <a:pt x="328970" y="38125"/>
                  </a:cubicBezTo>
                  <a:cubicBezTo>
                    <a:pt x="329825" y="45705"/>
                    <a:pt x="323818" y="52152"/>
                    <a:pt x="316310" y="52152"/>
                  </a:cubicBezTo>
                  <a:lnTo>
                    <a:pt x="39879" y="52152"/>
                  </a:lnTo>
                  <a:close/>
                  <a:moveTo>
                    <a:pt x="151763" y="242191"/>
                  </a:moveTo>
                  <a:cubicBezTo>
                    <a:pt x="159136" y="236742"/>
                    <a:pt x="159145" y="225682"/>
                    <a:pt x="151763" y="220224"/>
                  </a:cubicBezTo>
                  <a:cubicBezTo>
                    <a:pt x="75513" y="163819"/>
                    <a:pt x="70927" y="83542"/>
                    <a:pt x="69678" y="80026"/>
                  </a:cubicBezTo>
                  <a:lnTo>
                    <a:pt x="286503" y="80026"/>
                  </a:lnTo>
                  <a:cubicBezTo>
                    <a:pt x="285271" y="83488"/>
                    <a:pt x="280631" y="163846"/>
                    <a:pt x="204418" y="220224"/>
                  </a:cubicBezTo>
                  <a:cubicBezTo>
                    <a:pt x="197018" y="225691"/>
                    <a:pt x="197063" y="236760"/>
                    <a:pt x="204418" y="242191"/>
                  </a:cubicBezTo>
                  <a:cubicBezTo>
                    <a:pt x="247982" y="274417"/>
                    <a:pt x="276729" y="321614"/>
                    <a:pt x="285334" y="375106"/>
                  </a:cubicBezTo>
                  <a:lnTo>
                    <a:pt x="286170" y="380348"/>
                  </a:lnTo>
                  <a:lnTo>
                    <a:pt x="70001" y="380348"/>
                  </a:lnTo>
                  <a:cubicBezTo>
                    <a:pt x="71026" y="377497"/>
                    <a:pt x="76385" y="297930"/>
                    <a:pt x="151754" y="242191"/>
                  </a:cubicBezTo>
                  <a:close/>
                  <a:moveTo>
                    <a:pt x="316310" y="432499"/>
                  </a:moveTo>
                  <a:lnTo>
                    <a:pt x="40113" y="432499"/>
                  </a:lnTo>
                  <a:cubicBezTo>
                    <a:pt x="33639" y="432499"/>
                    <a:pt x="27938" y="427779"/>
                    <a:pt x="27219" y="421350"/>
                  </a:cubicBezTo>
                  <a:cubicBezTo>
                    <a:pt x="26365" y="413770"/>
                    <a:pt x="32371" y="407323"/>
                    <a:pt x="39879" y="407323"/>
                  </a:cubicBezTo>
                  <a:lnTo>
                    <a:pt x="316076" y="407323"/>
                  </a:lnTo>
                  <a:cubicBezTo>
                    <a:pt x="322550" y="407323"/>
                    <a:pt x="328251" y="412043"/>
                    <a:pt x="328970" y="418472"/>
                  </a:cubicBezTo>
                  <a:cubicBezTo>
                    <a:pt x="329825" y="426052"/>
                    <a:pt x="323809" y="432499"/>
                    <a:pt x="316310" y="432499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7B879D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50" name="Google Shape;1845;p72">
              <a:extLst>
                <a:ext uri="{FF2B5EF4-FFF2-40B4-BE49-F238E27FC236}">
                  <a16:creationId xmlns:a16="http://schemas.microsoft.com/office/drawing/2014/main" id="{E98CB752-F243-F8DD-9C15-3EAF0F36F425}"/>
                </a:ext>
              </a:extLst>
            </p:cNvPr>
            <p:cNvSpPr/>
            <p:nvPr/>
          </p:nvSpPr>
          <p:spPr>
            <a:xfrm>
              <a:off x="2683088" y="2634854"/>
              <a:ext cx="165376" cy="75530"/>
            </a:xfrm>
            <a:custGeom>
              <a:avLst/>
              <a:gdLst/>
              <a:ahLst/>
              <a:cxnLst/>
              <a:rect l="l" t="t" r="r" b="b"/>
              <a:pathLst>
                <a:path w="165376" h="75530" extrusionOk="0">
                  <a:moveTo>
                    <a:pt x="164656" y="47332"/>
                  </a:moveTo>
                  <a:cubicBezTo>
                    <a:pt x="161833" y="36281"/>
                    <a:pt x="157786" y="25518"/>
                    <a:pt x="152670" y="15322"/>
                  </a:cubicBezTo>
                  <a:cubicBezTo>
                    <a:pt x="147913" y="5863"/>
                    <a:pt x="138391" y="0"/>
                    <a:pt x="127826" y="0"/>
                  </a:cubicBezTo>
                  <a:lnTo>
                    <a:pt x="37550" y="0"/>
                  </a:lnTo>
                  <a:cubicBezTo>
                    <a:pt x="26984" y="0"/>
                    <a:pt x="17462" y="5863"/>
                    <a:pt x="12706" y="15322"/>
                  </a:cubicBezTo>
                  <a:cubicBezTo>
                    <a:pt x="7589" y="25518"/>
                    <a:pt x="3552" y="36281"/>
                    <a:pt x="720" y="47332"/>
                  </a:cubicBezTo>
                  <a:cubicBezTo>
                    <a:pt x="-2940" y="61602"/>
                    <a:pt x="7814" y="75530"/>
                    <a:pt x="22587" y="75530"/>
                  </a:cubicBezTo>
                  <a:lnTo>
                    <a:pt x="142788" y="75530"/>
                  </a:lnTo>
                  <a:cubicBezTo>
                    <a:pt x="157570" y="75530"/>
                    <a:pt x="168316" y="61584"/>
                    <a:pt x="164656" y="47332"/>
                  </a:cubicBezTo>
                  <a:close/>
                  <a:moveTo>
                    <a:pt x="28738" y="48555"/>
                  </a:moveTo>
                  <a:cubicBezTo>
                    <a:pt x="30914" y="41434"/>
                    <a:pt x="33692" y="34501"/>
                    <a:pt x="37028" y="27856"/>
                  </a:cubicBezTo>
                  <a:cubicBezTo>
                    <a:pt x="37334" y="27299"/>
                    <a:pt x="31327" y="27685"/>
                    <a:pt x="127871" y="27568"/>
                  </a:cubicBezTo>
                  <a:cubicBezTo>
                    <a:pt x="128069" y="27568"/>
                    <a:pt x="128249" y="27676"/>
                    <a:pt x="128347" y="27856"/>
                  </a:cubicBezTo>
                  <a:cubicBezTo>
                    <a:pt x="131683" y="34501"/>
                    <a:pt x="134462" y="41434"/>
                    <a:pt x="136638" y="48555"/>
                  </a:cubicBezTo>
                  <a:lnTo>
                    <a:pt x="28738" y="48555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7B879D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51" name="Google Shape;1846;p72">
              <a:extLst>
                <a:ext uri="{FF2B5EF4-FFF2-40B4-BE49-F238E27FC236}">
                  <a16:creationId xmlns:a16="http://schemas.microsoft.com/office/drawing/2014/main" id="{D2621876-073D-F924-D2CD-1A203701035D}"/>
                </a:ext>
              </a:extLst>
            </p:cNvPr>
            <p:cNvSpPr/>
            <p:nvPr/>
          </p:nvSpPr>
          <p:spPr>
            <a:xfrm>
              <a:off x="2688859" y="2446937"/>
              <a:ext cx="153836" cy="85420"/>
            </a:xfrm>
            <a:custGeom>
              <a:avLst/>
              <a:gdLst/>
              <a:ahLst/>
              <a:cxnLst/>
              <a:rect l="l" t="t" r="r" b="b"/>
              <a:pathLst>
                <a:path w="153836" h="85420" extrusionOk="0">
                  <a:moveTo>
                    <a:pt x="130704" y="0"/>
                  </a:moveTo>
                  <a:lnTo>
                    <a:pt x="23128" y="0"/>
                  </a:lnTo>
                  <a:cubicBezTo>
                    <a:pt x="5334" y="0"/>
                    <a:pt x="-5897" y="19422"/>
                    <a:pt x="3266" y="34879"/>
                  </a:cubicBezTo>
                  <a:cubicBezTo>
                    <a:pt x="11835" y="49535"/>
                    <a:pt x="23398" y="64084"/>
                    <a:pt x="36849" y="76537"/>
                  </a:cubicBezTo>
                  <a:cubicBezTo>
                    <a:pt x="43045" y="82265"/>
                    <a:pt x="51128" y="85421"/>
                    <a:pt x="59598" y="85421"/>
                  </a:cubicBezTo>
                  <a:lnTo>
                    <a:pt x="94252" y="85421"/>
                  </a:lnTo>
                  <a:cubicBezTo>
                    <a:pt x="102722" y="85421"/>
                    <a:pt x="110797" y="82265"/>
                    <a:pt x="117001" y="76537"/>
                  </a:cubicBezTo>
                  <a:cubicBezTo>
                    <a:pt x="130030" y="64479"/>
                    <a:pt x="141306" y="50551"/>
                    <a:pt x="150585" y="34888"/>
                  </a:cubicBezTo>
                  <a:cubicBezTo>
                    <a:pt x="159703" y="19467"/>
                    <a:pt x="148553" y="0"/>
                    <a:pt x="130722" y="0"/>
                  </a:cubicBezTo>
                  <a:close/>
                  <a:moveTo>
                    <a:pt x="98272" y="56710"/>
                  </a:moveTo>
                  <a:cubicBezTo>
                    <a:pt x="97166" y="57735"/>
                    <a:pt x="95700" y="58302"/>
                    <a:pt x="94162" y="58302"/>
                  </a:cubicBezTo>
                  <a:cubicBezTo>
                    <a:pt x="59284" y="57780"/>
                    <a:pt x="58573" y="59507"/>
                    <a:pt x="55561" y="56710"/>
                  </a:cubicBezTo>
                  <a:cubicBezTo>
                    <a:pt x="46309" y="48150"/>
                    <a:pt x="38108" y="38466"/>
                    <a:pt x="31131" y="27874"/>
                  </a:cubicBezTo>
                  <a:lnTo>
                    <a:pt x="122702" y="27874"/>
                  </a:lnTo>
                  <a:cubicBezTo>
                    <a:pt x="115724" y="38475"/>
                    <a:pt x="107524" y="48150"/>
                    <a:pt x="98272" y="5671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7B879D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052" name="Google Shape;1847;p72">
            <a:extLst>
              <a:ext uri="{FF2B5EF4-FFF2-40B4-BE49-F238E27FC236}">
                <a16:creationId xmlns:a16="http://schemas.microsoft.com/office/drawing/2014/main" id="{6A7B68E2-68C0-9F88-FD29-A1A469C4D128}"/>
              </a:ext>
            </a:extLst>
          </p:cNvPr>
          <p:cNvGrpSpPr/>
          <p:nvPr/>
        </p:nvGrpSpPr>
        <p:grpSpPr>
          <a:xfrm>
            <a:off x="2358854" y="2335713"/>
            <a:ext cx="460364" cy="440582"/>
            <a:chOff x="3309250" y="2368709"/>
            <a:chExt cx="460364" cy="440582"/>
          </a:xfrm>
        </p:grpSpPr>
        <p:sp>
          <p:nvSpPr>
            <p:cNvPr id="1053" name="Google Shape;1848;p72">
              <a:extLst>
                <a:ext uri="{FF2B5EF4-FFF2-40B4-BE49-F238E27FC236}">
                  <a16:creationId xmlns:a16="http://schemas.microsoft.com/office/drawing/2014/main" id="{7690C981-6935-4F49-8AE2-114AEA189B6B}"/>
                </a:ext>
              </a:extLst>
            </p:cNvPr>
            <p:cNvSpPr/>
            <p:nvPr/>
          </p:nvSpPr>
          <p:spPr>
            <a:xfrm>
              <a:off x="3309250" y="2368709"/>
              <a:ext cx="460364" cy="440582"/>
            </a:xfrm>
            <a:custGeom>
              <a:avLst/>
              <a:gdLst/>
              <a:ahLst/>
              <a:cxnLst/>
              <a:rect l="l" t="t" r="r" b="b"/>
              <a:pathLst>
                <a:path w="460364" h="440582" extrusionOk="0">
                  <a:moveTo>
                    <a:pt x="446706" y="0"/>
                  </a:moveTo>
                  <a:lnTo>
                    <a:pt x="13658" y="0"/>
                  </a:lnTo>
                  <a:cubicBezTo>
                    <a:pt x="6114" y="0"/>
                    <a:pt x="0" y="6114"/>
                    <a:pt x="0" y="13658"/>
                  </a:cubicBezTo>
                  <a:lnTo>
                    <a:pt x="0" y="426924"/>
                  </a:lnTo>
                  <a:cubicBezTo>
                    <a:pt x="0" y="434468"/>
                    <a:pt x="6114" y="440583"/>
                    <a:pt x="13658" y="440583"/>
                  </a:cubicBezTo>
                  <a:lnTo>
                    <a:pt x="446706" y="440583"/>
                  </a:lnTo>
                  <a:cubicBezTo>
                    <a:pt x="454250" y="440583"/>
                    <a:pt x="460365" y="434468"/>
                    <a:pt x="460365" y="426924"/>
                  </a:cubicBezTo>
                  <a:lnTo>
                    <a:pt x="460365" y="13658"/>
                  </a:lnTo>
                  <a:cubicBezTo>
                    <a:pt x="460365" y="6114"/>
                    <a:pt x="454250" y="0"/>
                    <a:pt x="446706" y="0"/>
                  </a:cubicBezTo>
                  <a:close/>
                  <a:moveTo>
                    <a:pt x="433390" y="413617"/>
                  </a:moveTo>
                  <a:lnTo>
                    <a:pt x="27865" y="413617"/>
                  </a:lnTo>
                  <a:lnTo>
                    <a:pt x="27865" y="27874"/>
                  </a:lnTo>
                  <a:lnTo>
                    <a:pt x="433390" y="27874"/>
                  </a:lnTo>
                  <a:lnTo>
                    <a:pt x="433390" y="413617"/>
                  </a:lnTo>
                  <a:lnTo>
                    <a:pt x="433390" y="413617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7B879D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54" name="Google Shape;1849;p72">
              <a:extLst>
                <a:ext uri="{FF2B5EF4-FFF2-40B4-BE49-F238E27FC236}">
                  <a16:creationId xmlns:a16="http://schemas.microsoft.com/office/drawing/2014/main" id="{32232692-419A-C57F-F68A-6BDB05981566}"/>
                </a:ext>
              </a:extLst>
            </p:cNvPr>
            <p:cNvSpPr/>
            <p:nvPr/>
          </p:nvSpPr>
          <p:spPr>
            <a:xfrm>
              <a:off x="3383863" y="2424683"/>
              <a:ext cx="62051" cy="86454"/>
            </a:xfrm>
            <a:custGeom>
              <a:avLst/>
              <a:gdLst/>
              <a:ahLst/>
              <a:cxnLst/>
              <a:rect l="l" t="t" r="r" b="b"/>
              <a:pathLst>
                <a:path w="62051" h="86454" extrusionOk="0">
                  <a:moveTo>
                    <a:pt x="39572" y="8047"/>
                  </a:moveTo>
                  <a:lnTo>
                    <a:pt x="39572" y="34681"/>
                  </a:lnTo>
                  <a:lnTo>
                    <a:pt x="26723" y="10179"/>
                  </a:lnTo>
                  <a:cubicBezTo>
                    <a:pt x="22155" y="1403"/>
                    <a:pt x="19062" y="0"/>
                    <a:pt x="11455" y="0"/>
                  </a:cubicBezTo>
                  <a:cubicBezTo>
                    <a:pt x="4604" y="0"/>
                    <a:pt x="0" y="3255"/>
                    <a:pt x="0" y="8111"/>
                  </a:cubicBezTo>
                  <a:lnTo>
                    <a:pt x="0" y="78299"/>
                  </a:lnTo>
                  <a:cubicBezTo>
                    <a:pt x="0" y="88919"/>
                    <a:pt x="22479" y="88928"/>
                    <a:pt x="22479" y="78299"/>
                  </a:cubicBezTo>
                  <a:lnTo>
                    <a:pt x="22479" y="51217"/>
                  </a:lnTo>
                  <a:lnTo>
                    <a:pt x="38475" y="80341"/>
                  </a:lnTo>
                  <a:cubicBezTo>
                    <a:pt x="41425" y="85763"/>
                    <a:pt x="46496" y="86455"/>
                    <a:pt x="50596" y="86455"/>
                  </a:cubicBezTo>
                  <a:cubicBezTo>
                    <a:pt x="57340" y="86455"/>
                    <a:pt x="62051" y="83119"/>
                    <a:pt x="62051" y="78344"/>
                  </a:cubicBezTo>
                  <a:lnTo>
                    <a:pt x="62051" y="8047"/>
                  </a:lnTo>
                  <a:cubicBezTo>
                    <a:pt x="62051" y="-2473"/>
                    <a:pt x="39572" y="-2482"/>
                    <a:pt x="39572" y="8047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7B879D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55" name="Google Shape;1850;p72">
              <a:extLst>
                <a:ext uri="{FF2B5EF4-FFF2-40B4-BE49-F238E27FC236}">
                  <a16:creationId xmlns:a16="http://schemas.microsoft.com/office/drawing/2014/main" id="{E164011A-2CD3-9281-AC1F-CC3FCA33627B}"/>
                </a:ext>
              </a:extLst>
            </p:cNvPr>
            <p:cNvSpPr/>
            <p:nvPr/>
          </p:nvSpPr>
          <p:spPr>
            <a:xfrm>
              <a:off x="3459411" y="2424458"/>
              <a:ext cx="56939" cy="86320"/>
            </a:xfrm>
            <a:custGeom>
              <a:avLst/>
              <a:gdLst/>
              <a:ahLst/>
              <a:cxnLst/>
              <a:rect l="l" t="t" r="r" b="b"/>
              <a:pathLst>
                <a:path w="56939" h="86320" extrusionOk="0">
                  <a:moveTo>
                    <a:pt x="49076" y="65639"/>
                  </a:moveTo>
                  <a:lnTo>
                    <a:pt x="22470" y="65639"/>
                  </a:lnTo>
                  <a:lnTo>
                    <a:pt x="22470" y="53051"/>
                  </a:lnTo>
                  <a:lnTo>
                    <a:pt x="36416" y="53051"/>
                  </a:lnTo>
                  <a:cubicBezTo>
                    <a:pt x="47134" y="53051"/>
                    <a:pt x="46999" y="34168"/>
                    <a:pt x="36416" y="34168"/>
                  </a:cubicBezTo>
                  <a:lnTo>
                    <a:pt x="22470" y="34168"/>
                  </a:lnTo>
                  <a:lnTo>
                    <a:pt x="22470" y="20681"/>
                  </a:lnTo>
                  <a:lnTo>
                    <a:pt x="49076" y="20681"/>
                  </a:lnTo>
                  <a:cubicBezTo>
                    <a:pt x="59462" y="20681"/>
                    <a:pt x="59660" y="0"/>
                    <a:pt x="49076" y="0"/>
                  </a:cubicBezTo>
                  <a:lnTo>
                    <a:pt x="10143" y="0"/>
                  </a:lnTo>
                  <a:cubicBezTo>
                    <a:pt x="4262" y="0"/>
                    <a:pt x="0" y="3408"/>
                    <a:pt x="0" y="8111"/>
                  </a:cubicBezTo>
                  <a:lnTo>
                    <a:pt x="0" y="78210"/>
                  </a:lnTo>
                  <a:cubicBezTo>
                    <a:pt x="0" y="82912"/>
                    <a:pt x="4271" y="86320"/>
                    <a:pt x="10143" y="86320"/>
                  </a:cubicBezTo>
                  <a:lnTo>
                    <a:pt x="49076" y="86320"/>
                  </a:lnTo>
                  <a:cubicBezTo>
                    <a:pt x="59660" y="86320"/>
                    <a:pt x="59453" y="65639"/>
                    <a:pt x="49076" y="65639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7B879D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56" name="Google Shape;1851;p72">
              <a:extLst>
                <a:ext uri="{FF2B5EF4-FFF2-40B4-BE49-F238E27FC236}">
                  <a16:creationId xmlns:a16="http://schemas.microsoft.com/office/drawing/2014/main" id="{158FC001-6855-A4BE-1FD2-E312C4EF7C6A}"/>
                </a:ext>
              </a:extLst>
            </p:cNvPr>
            <p:cNvSpPr/>
            <p:nvPr/>
          </p:nvSpPr>
          <p:spPr>
            <a:xfrm>
              <a:off x="3520740" y="2424850"/>
              <a:ext cx="106292" cy="86784"/>
            </a:xfrm>
            <a:custGeom>
              <a:avLst/>
              <a:gdLst/>
              <a:ahLst/>
              <a:cxnLst/>
              <a:rect l="l" t="t" r="r" b="b"/>
              <a:pathLst>
                <a:path w="106292" h="86784" extrusionOk="0">
                  <a:moveTo>
                    <a:pt x="84291" y="5164"/>
                  </a:moveTo>
                  <a:lnTo>
                    <a:pt x="70453" y="51858"/>
                  </a:lnTo>
                  <a:lnTo>
                    <a:pt x="64096" y="24649"/>
                  </a:lnTo>
                  <a:cubicBezTo>
                    <a:pt x="62118" y="15747"/>
                    <a:pt x="44179" y="15792"/>
                    <a:pt x="42219" y="24622"/>
                  </a:cubicBezTo>
                  <a:lnTo>
                    <a:pt x="35853" y="51858"/>
                  </a:lnTo>
                  <a:lnTo>
                    <a:pt x="22024" y="5182"/>
                  </a:lnTo>
                  <a:cubicBezTo>
                    <a:pt x="19065" y="-5158"/>
                    <a:pt x="-3081" y="1496"/>
                    <a:pt x="363" y="11854"/>
                  </a:cubicBezTo>
                  <a:lnTo>
                    <a:pt x="22302" y="79121"/>
                  </a:lnTo>
                  <a:cubicBezTo>
                    <a:pt x="25593" y="89578"/>
                    <a:pt x="47740" y="89146"/>
                    <a:pt x="50078" y="78887"/>
                  </a:cubicBezTo>
                  <a:lnTo>
                    <a:pt x="53144" y="64905"/>
                  </a:lnTo>
                  <a:lnTo>
                    <a:pt x="56219" y="78905"/>
                  </a:lnTo>
                  <a:cubicBezTo>
                    <a:pt x="58521" y="88967"/>
                    <a:pt x="80352" y="89749"/>
                    <a:pt x="83967" y="79184"/>
                  </a:cubicBezTo>
                  <a:lnTo>
                    <a:pt x="105925" y="11872"/>
                  </a:lnTo>
                  <a:cubicBezTo>
                    <a:pt x="109396" y="1478"/>
                    <a:pt x="87213" y="-5131"/>
                    <a:pt x="84282" y="5155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7B879D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57" name="Google Shape;1852;p72">
              <a:extLst>
                <a:ext uri="{FF2B5EF4-FFF2-40B4-BE49-F238E27FC236}">
                  <a16:creationId xmlns:a16="http://schemas.microsoft.com/office/drawing/2014/main" id="{F3AF4B5D-0A6A-D479-B90E-265DE1012006}"/>
                </a:ext>
              </a:extLst>
            </p:cNvPr>
            <p:cNvSpPr/>
            <p:nvPr/>
          </p:nvSpPr>
          <p:spPr>
            <a:xfrm>
              <a:off x="3631278" y="2424206"/>
              <a:ext cx="59623" cy="87856"/>
            </a:xfrm>
            <a:custGeom>
              <a:avLst/>
              <a:gdLst/>
              <a:ahLst/>
              <a:cxnLst/>
              <a:rect l="l" t="t" r="r" b="b"/>
              <a:pathLst>
                <a:path w="59623" h="87856" extrusionOk="0">
                  <a:moveTo>
                    <a:pt x="24664" y="23909"/>
                  </a:moveTo>
                  <a:cubicBezTo>
                    <a:pt x="24664" y="21553"/>
                    <a:pt x="27919" y="20024"/>
                    <a:pt x="32963" y="20024"/>
                  </a:cubicBezTo>
                  <a:cubicBezTo>
                    <a:pt x="41434" y="20024"/>
                    <a:pt x="42980" y="24215"/>
                    <a:pt x="48078" y="24215"/>
                  </a:cubicBezTo>
                  <a:cubicBezTo>
                    <a:pt x="54840" y="24215"/>
                    <a:pt x="57646" y="16545"/>
                    <a:pt x="57646" y="12436"/>
                  </a:cubicBezTo>
                  <a:cubicBezTo>
                    <a:pt x="57646" y="890"/>
                    <a:pt x="38754" y="0"/>
                    <a:pt x="32963" y="0"/>
                  </a:cubicBezTo>
                  <a:cubicBezTo>
                    <a:pt x="18676" y="0"/>
                    <a:pt x="1987" y="6699"/>
                    <a:pt x="1987" y="25563"/>
                  </a:cubicBezTo>
                  <a:cubicBezTo>
                    <a:pt x="1987" y="52637"/>
                    <a:pt x="36956" y="52260"/>
                    <a:pt x="36956" y="62411"/>
                  </a:cubicBezTo>
                  <a:cubicBezTo>
                    <a:pt x="36956" y="66835"/>
                    <a:pt x="29808" y="66961"/>
                    <a:pt x="28989" y="66961"/>
                  </a:cubicBezTo>
                  <a:cubicBezTo>
                    <a:pt x="19629" y="66961"/>
                    <a:pt x="16940" y="58797"/>
                    <a:pt x="10233" y="58797"/>
                  </a:cubicBezTo>
                  <a:cubicBezTo>
                    <a:pt x="4082" y="58797"/>
                    <a:pt x="0" y="66017"/>
                    <a:pt x="0" y="70791"/>
                  </a:cubicBezTo>
                  <a:cubicBezTo>
                    <a:pt x="0" y="91023"/>
                    <a:pt x="59624" y="99439"/>
                    <a:pt x="59624" y="60640"/>
                  </a:cubicBezTo>
                  <a:cubicBezTo>
                    <a:pt x="59624" y="31893"/>
                    <a:pt x="24655" y="31390"/>
                    <a:pt x="24655" y="23909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7B879D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58" name="Google Shape;1853;p72">
              <a:extLst>
                <a:ext uri="{FF2B5EF4-FFF2-40B4-BE49-F238E27FC236}">
                  <a16:creationId xmlns:a16="http://schemas.microsoft.com/office/drawing/2014/main" id="{D0BFDB3B-ECCF-A95A-257E-124DA6E7634C}"/>
                </a:ext>
              </a:extLst>
            </p:cNvPr>
            <p:cNvSpPr/>
            <p:nvPr/>
          </p:nvSpPr>
          <p:spPr>
            <a:xfrm>
              <a:off x="3366797" y="2608787"/>
              <a:ext cx="139362" cy="153748"/>
            </a:xfrm>
            <a:custGeom>
              <a:avLst/>
              <a:gdLst/>
              <a:ahLst/>
              <a:cxnLst/>
              <a:rect l="l" t="t" r="r" b="b"/>
              <a:pathLst>
                <a:path w="139362" h="153748" extrusionOk="0">
                  <a:moveTo>
                    <a:pt x="125703" y="0"/>
                  </a:moveTo>
                  <a:lnTo>
                    <a:pt x="13658" y="0"/>
                  </a:lnTo>
                  <a:cubicBezTo>
                    <a:pt x="6114" y="0"/>
                    <a:pt x="0" y="6114"/>
                    <a:pt x="0" y="13658"/>
                  </a:cubicBezTo>
                  <a:lnTo>
                    <a:pt x="0" y="140090"/>
                  </a:lnTo>
                  <a:cubicBezTo>
                    <a:pt x="0" y="147634"/>
                    <a:pt x="6114" y="153749"/>
                    <a:pt x="13658" y="153749"/>
                  </a:cubicBezTo>
                  <a:lnTo>
                    <a:pt x="125703" y="153749"/>
                  </a:lnTo>
                  <a:cubicBezTo>
                    <a:pt x="133248" y="153749"/>
                    <a:pt x="139362" y="147634"/>
                    <a:pt x="139362" y="140090"/>
                  </a:cubicBezTo>
                  <a:lnTo>
                    <a:pt x="139362" y="13658"/>
                  </a:lnTo>
                  <a:cubicBezTo>
                    <a:pt x="139362" y="6114"/>
                    <a:pt x="133248" y="0"/>
                    <a:pt x="125703" y="0"/>
                  </a:cubicBezTo>
                  <a:close/>
                  <a:moveTo>
                    <a:pt x="112387" y="125883"/>
                  </a:moveTo>
                  <a:lnTo>
                    <a:pt x="27865" y="125883"/>
                  </a:lnTo>
                  <a:lnTo>
                    <a:pt x="27865" y="26975"/>
                  </a:lnTo>
                  <a:lnTo>
                    <a:pt x="112387" y="26975"/>
                  </a:lnTo>
                  <a:lnTo>
                    <a:pt x="112387" y="125883"/>
                  </a:lnTo>
                  <a:lnTo>
                    <a:pt x="112387" y="125883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7B879D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59" name="Google Shape;1854;p72">
              <a:extLst>
                <a:ext uri="{FF2B5EF4-FFF2-40B4-BE49-F238E27FC236}">
                  <a16:creationId xmlns:a16="http://schemas.microsoft.com/office/drawing/2014/main" id="{A964D3F8-924D-F10A-0034-330F8D3C03A7}"/>
                </a:ext>
              </a:extLst>
            </p:cNvPr>
            <p:cNvSpPr/>
            <p:nvPr/>
          </p:nvSpPr>
          <p:spPr>
            <a:xfrm>
              <a:off x="3367197" y="2541349"/>
              <a:ext cx="335667" cy="26975"/>
            </a:xfrm>
            <a:custGeom>
              <a:avLst/>
              <a:gdLst/>
              <a:ahLst/>
              <a:cxnLst/>
              <a:rect l="l" t="t" r="r" b="b"/>
              <a:pathLst>
                <a:path w="335667" h="26975" extrusionOk="0">
                  <a:moveTo>
                    <a:pt x="322005" y="0"/>
                  </a:moveTo>
                  <a:lnTo>
                    <a:pt x="13923" y="0"/>
                  </a:lnTo>
                  <a:cubicBezTo>
                    <a:pt x="6631" y="0"/>
                    <a:pt x="337" y="5593"/>
                    <a:pt x="13" y="12876"/>
                  </a:cubicBezTo>
                  <a:cubicBezTo>
                    <a:pt x="-328" y="20600"/>
                    <a:pt x="5912" y="26975"/>
                    <a:pt x="13663" y="26975"/>
                  </a:cubicBezTo>
                  <a:lnTo>
                    <a:pt x="321744" y="26975"/>
                  </a:lnTo>
                  <a:cubicBezTo>
                    <a:pt x="329037" y="26975"/>
                    <a:pt x="335331" y="21382"/>
                    <a:pt x="335655" y="14099"/>
                  </a:cubicBezTo>
                  <a:cubicBezTo>
                    <a:pt x="335996" y="6375"/>
                    <a:pt x="329756" y="0"/>
                    <a:pt x="32200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7B879D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60" name="Google Shape;1855;p72">
              <a:extLst>
                <a:ext uri="{FF2B5EF4-FFF2-40B4-BE49-F238E27FC236}">
                  <a16:creationId xmlns:a16="http://schemas.microsoft.com/office/drawing/2014/main" id="{39EC23A4-4555-E699-EF99-FF1D5BAEA5B4}"/>
                </a:ext>
              </a:extLst>
            </p:cNvPr>
            <p:cNvSpPr/>
            <p:nvPr/>
          </p:nvSpPr>
          <p:spPr>
            <a:xfrm>
              <a:off x="3558674" y="2608787"/>
              <a:ext cx="143012" cy="26975"/>
            </a:xfrm>
            <a:custGeom>
              <a:avLst/>
              <a:gdLst/>
              <a:ahLst/>
              <a:cxnLst/>
              <a:rect l="l" t="t" r="r" b="b"/>
              <a:pathLst>
                <a:path w="143012" h="26975" extrusionOk="0">
                  <a:moveTo>
                    <a:pt x="129521" y="0"/>
                  </a:moveTo>
                  <a:lnTo>
                    <a:pt x="13915" y="0"/>
                  </a:lnTo>
                  <a:cubicBezTo>
                    <a:pt x="6632" y="0"/>
                    <a:pt x="337" y="5602"/>
                    <a:pt x="14" y="12876"/>
                  </a:cubicBezTo>
                  <a:cubicBezTo>
                    <a:pt x="-328" y="20600"/>
                    <a:pt x="5840" y="26975"/>
                    <a:pt x="13492" y="26975"/>
                  </a:cubicBezTo>
                  <a:lnTo>
                    <a:pt x="129098" y="26975"/>
                  </a:lnTo>
                  <a:cubicBezTo>
                    <a:pt x="136381" y="26975"/>
                    <a:pt x="142675" y="21373"/>
                    <a:pt x="142999" y="14099"/>
                  </a:cubicBezTo>
                  <a:cubicBezTo>
                    <a:pt x="143341" y="6375"/>
                    <a:pt x="137173" y="0"/>
                    <a:pt x="12952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7B879D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61" name="Google Shape;1856;p72">
              <a:extLst>
                <a:ext uri="{FF2B5EF4-FFF2-40B4-BE49-F238E27FC236}">
                  <a16:creationId xmlns:a16="http://schemas.microsoft.com/office/drawing/2014/main" id="{651187C8-0ED6-C1A6-A2E7-19B7ABA20268}"/>
                </a:ext>
              </a:extLst>
            </p:cNvPr>
            <p:cNvSpPr/>
            <p:nvPr/>
          </p:nvSpPr>
          <p:spPr>
            <a:xfrm>
              <a:off x="3558674" y="2667233"/>
              <a:ext cx="143012" cy="26975"/>
            </a:xfrm>
            <a:custGeom>
              <a:avLst/>
              <a:gdLst/>
              <a:ahLst/>
              <a:cxnLst/>
              <a:rect l="l" t="t" r="r" b="b"/>
              <a:pathLst>
                <a:path w="143012" h="26975" extrusionOk="0">
                  <a:moveTo>
                    <a:pt x="129521" y="0"/>
                  </a:moveTo>
                  <a:lnTo>
                    <a:pt x="13915" y="0"/>
                  </a:lnTo>
                  <a:cubicBezTo>
                    <a:pt x="6632" y="0"/>
                    <a:pt x="337" y="5602"/>
                    <a:pt x="14" y="12876"/>
                  </a:cubicBezTo>
                  <a:cubicBezTo>
                    <a:pt x="-328" y="20600"/>
                    <a:pt x="5840" y="26975"/>
                    <a:pt x="13492" y="26975"/>
                  </a:cubicBezTo>
                  <a:lnTo>
                    <a:pt x="129098" y="26975"/>
                  </a:lnTo>
                  <a:cubicBezTo>
                    <a:pt x="136381" y="26975"/>
                    <a:pt x="142675" y="21373"/>
                    <a:pt x="142999" y="14099"/>
                  </a:cubicBezTo>
                  <a:cubicBezTo>
                    <a:pt x="143341" y="6375"/>
                    <a:pt x="137173" y="0"/>
                    <a:pt x="12952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7B879D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62" name="Google Shape;1857;p72">
              <a:extLst>
                <a:ext uri="{FF2B5EF4-FFF2-40B4-BE49-F238E27FC236}">
                  <a16:creationId xmlns:a16="http://schemas.microsoft.com/office/drawing/2014/main" id="{B759F7EB-02DF-F2FF-0924-0A7ACAD7DD65}"/>
                </a:ext>
              </a:extLst>
            </p:cNvPr>
            <p:cNvSpPr/>
            <p:nvPr/>
          </p:nvSpPr>
          <p:spPr>
            <a:xfrm>
              <a:off x="3558674" y="2726578"/>
              <a:ext cx="143012" cy="26975"/>
            </a:xfrm>
            <a:custGeom>
              <a:avLst/>
              <a:gdLst/>
              <a:ahLst/>
              <a:cxnLst/>
              <a:rect l="l" t="t" r="r" b="b"/>
              <a:pathLst>
                <a:path w="143012" h="26975" extrusionOk="0">
                  <a:moveTo>
                    <a:pt x="129521" y="0"/>
                  </a:moveTo>
                  <a:lnTo>
                    <a:pt x="13915" y="0"/>
                  </a:lnTo>
                  <a:cubicBezTo>
                    <a:pt x="6632" y="0"/>
                    <a:pt x="337" y="5602"/>
                    <a:pt x="14" y="12876"/>
                  </a:cubicBezTo>
                  <a:cubicBezTo>
                    <a:pt x="-328" y="20600"/>
                    <a:pt x="5840" y="26975"/>
                    <a:pt x="13492" y="26975"/>
                  </a:cubicBezTo>
                  <a:lnTo>
                    <a:pt x="129098" y="26975"/>
                  </a:lnTo>
                  <a:cubicBezTo>
                    <a:pt x="136381" y="26975"/>
                    <a:pt x="142675" y="21373"/>
                    <a:pt x="142999" y="14099"/>
                  </a:cubicBezTo>
                  <a:cubicBezTo>
                    <a:pt x="143341" y="6375"/>
                    <a:pt x="137173" y="0"/>
                    <a:pt x="12952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7B879D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063" name="Google Shape;1858;p72">
            <a:extLst>
              <a:ext uri="{FF2B5EF4-FFF2-40B4-BE49-F238E27FC236}">
                <a16:creationId xmlns:a16="http://schemas.microsoft.com/office/drawing/2014/main" id="{6EAE3311-529F-0C4D-8D2F-864D02120FA1}"/>
              </a:ext>
            </a:extLst>
          </p:cNvPr>
          <p:cNvSpPr/>
          <p:nvPr/>
        </p:nvSpPr>
        <p:spPr>
          <a:xfrm>
            <a:off x="3168296" y="2325940"/>
            <a:ext cx="460368" cy="460128"/>
          </a:xfrm>
          <a:custGeom>
            <a:avLst/>
            <a:gdLst/>
            <a:ahLst/>
            <a:cxnLst/>
            <a:rect l="l" t="t" r="r" b="b"/>
            <a:pathLst>
              <a:path w="460368" h="460128" extrusionOk="0">
                <a:moveTo>
                  <a:pt x="405099" y="80371"/>
                </a:moveTo>
                <a:cubicBezTo>
                  <a:pt x="300499" y="-41862"/>
                  <a:pt x="102709" y="-22341"/>
                  <a:pt x="26289" y="123055"/>
                </a:cubicBezTo>
                <a:cubicBezTo>
                  <a:pt x="-12520" y="196939"/>
                  <a:pt x="-9067" y="289445"/>
                  <a:pt x="41359" y="361639"/>
                </a:cubicBezTo>
                <a:cubicBezTo>
                  <a:pt x="123552" y="479242"/>
                  <a:pt x="291705" y="493925"/>
                  <a:pt x="392924" y="392724"/>
                </a:cubicBezTo>
                <a:cubicBezTo>
                  <a:pt x="478696" y="306934"/>
                  <a:pt x="482553" y="170836"/>
                  <a:pt x="405099" y="80380"/>
                </a:cubicBezTo>
                <a:close/>
                <a:moveTo>
                  <a:pt x="345529" y="105287"/>
                </a:moveTo>
                <a:lnTo>
                  <a:pt x="351517" y="67504"/>
                </a:lnTo>
                <a:cubicBezTo>
                  <a:pt x="386900" y="93859"/>
                  <a:pt x="411384" y="130050"/>
                  <a:pt x="423532" y="168858"/>
                </a:cubicBezTo>
                <a:lnTo>
                  <a:pt x="384966" y="161467"/>
                </a:lnTo>
                <a:cubicBezTo>
                  <a:pt x="358657" y="156423"/>
                  <a:pt x="341339" y="131750"/>
                  <a:pt x="345529" y="105287"/>
                </a:cubicBezTo>
                <a:close/>
                <a:moveTo>
                  <a:pt x="143360" y="334790"/>
                </a:moveTo>
                <a:lnTo>
                  <a:pt x="139593" y="411354"/>
                </a:lnTo>
                <a:cubicBezTo>
                  <a:pt x="30839" y="356784"/>
                  <a:pt x="-7430" y="217413"/>
                  <a:pt x="63442" y="114737"/>
                </a:cubicBezTo>
                <a:cubicBezTo>
                  <a:pt x="62516" y="118820"/>
                  <a:pt x="61653" y="122704"/>
                  <a:pt x="60835" y="126364"/>
                </a:cubicBezTo>
                <a:cubicBezTo>
                  <a:pt x="55080" y="152296"/>
                  <a:pt x="61059" y="179244"/>
                  <a:pt x="77235" y="200302"/>
                </a:cubicBezTo>
                <a:lnTo>
                  <a:pt x="117860" y="253191"/>
                </a:lnTo>
                <a:cubicBezTo>
                  <a:pt x="135753" y="276479"/>
                  <a:pt x="144808" y="305469"/>
                  <a:pt x="143360" y="334790"/>
                </a:cubicBezTo>
                <a:close/>
                <a:moveTo>
                  <a:pt x="205160" y="431154"/>
                </a:moveTo>
                <a:cubicBezTo>
                  <a:pt x="192005" y="429545"/>
                  <a:pt x="179066" y="426640"/>
                  <a:pt x="166523" y="422486"/>
                </a:cubicBezTo>
                <a:lnTo>
                  <a:pt x="170767" y="336148"/>
                </a:lnTo>
                <a:cubicBezTo>
                  <a:pt x="172529" y="300316"/>
                  <a:pt x="161469" y="264934"/>
                  <a:pt x="139620" y="236485"/>
                </a:cubicBezTo>
                <a:lnTo>
                  <a:pt x="99004" y="183587"/>
                </a:lnTo>
                <a:cubicBezTo>
                  <a:pt x="87783" y="168984"/>
                  <a:pt x="83638" y="150290"/>
                  <a:pt x="87630" y="132307"/>
                </a:cubicBezTo>
                <a:cubicBezTo>
                  <a:pt x="92809" y="108947"/>
                  <a:pt x="97431" y="89489"/>
                  <a:pt x="101513" y="73304"/>
                </a:cubicBezTo>
                <a:cubicBezTo>
                  <a:pt x="116952" y="60544"/>
                  <a:pt x="135142" y="49539"/>
                  <a:pt x="155175" y="41563"/>
                </a:cubicBezTo>
                <a:lnTo>
                  <a:pt x="226983" y="119674"/>
                </a:lnTo>
                <a:cubicBezTo>
                  <a:pt x="235021" y="128432"/>
                  <a:pt x="234787" y="141919"/>
                  <a:pt x="226434" y="150380"/>
                </a:cubicBezTo>
                <a:cubicBezTo>
                  <a:pt x="226290" y="150524"/>
                  <a:pt x="184057" y="193297"/>
                  <a:pt x="183949" y="193414"/>
                </a:cubicBezTo>
                <a:cubicBezTo>
                  <a:pt x="164868" y="214077"/>
                  <a:pt x="163322" y="245359"/>
                  <a:pt x="180271" y="267793"/>
                </a:cubicBezTo>
                <a:cubicBezTo>
                  <a:pt x="209719" y="306790"/>
                  <a:pt x="249507" y="307860"/>
                  <a:pt x="264262" y="313552"/>
                </a:cubicBezTo>
                <a:cubicBezTo>
                  <a:pt x="285896" y="319334"/>
                  <a:pt x="292955" y="346525"/>
                  <a:pt x="276797" y="362107"/>
                </a:cubicBezTo>
                <a:lnTo>
                  <a:pt x="205151" y="431145"/>
                </a:lnTo>
                <a:close/>
                <a:moveTo>
                  <a:pt x="243563" y="432251"/>
                </a:moveTo>
                <a:lnTo>
                  <a:pt x="295850" y="381871"/>
                </a:lnTo>
                <a:cubicBezTo>
                  <a:pt x="327357" y="351506"/>
                  <a:pt x="313689" y="298383"/>
                  <a:pt x="271375" y="287054"/>
                </a:cubicBezTo>
                <a:lnTo>
                  <a:pt x="244741" y="279932"/>
                </a:lnTo>
                <a:cubicBezTo>
                  <a:pt x="227846" y="275418"/>
                  <a:pt x="212731" y="265231"/>
                  <a:pt x="202184" y="251267"/>
                </a:cubicBezTo>
                <a:cubicBezTo>
                  <a:pt x="193291" y="239488"/>
                  <a:pt x="194055" y="223096"/>
                  <a:pt x="203982" y="212189"/>
                </a:cubicBezTo>
                <a:lnTo>
                  <a:pt x="245964" y="169667"/>
                </a:lnTo>
                <a:cubicBezTo>
                  <a:pt x="264622" y="150767"/>
                  <a:pt x="265161" y="120663"/>
                  <a:pt x="247187" y="101115"/>
                </a:cubicBezTo>
                <a:lnTo>
                  <a:pt x="184111" y="32491"/>
                </a:lnTo>
                <a:cubicBezTo>
                  <a:pt x="232800" y="21161"/>
                  <a:pt x="284206" y="28534"/>
                  <a:pt x="326287" y="51427"/>
                </a:cubicBezTo>
                <a:lnTo>
                  <a:pt x="318428" y="101016"/>
                </a:lnTo>
                <a:cubicBezTo>
                  <a:pt x="311945" y="141937"/>
                  <a:pt x="339073" y="180628"/>
                  <a:pt x="379805" y="188433"/>
                </a:cubicBezTo>
                <a:lnTo>
                  <a:pt x="430410" y="198126"/>
                </a:lnTo>
                <a:cubicBezTo>
                  <a:pt x="449203" y="317194"/>
                  <a:pt x="360977" y="424572"/>
                  <a:pt x="243563" y="432269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7B879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064" name="Google Shape;1859;p72">
            <a:extLst>
              <a:ext uri="{FF2B5EF4-FFF2-40B4-BE49-F238E27FC236}">
                <a16:creationId xmlns:a16="http://schemas.microsoft.com/office/drawing/2014/main" id="{46E7C817-18A9-D13F-BF6D-2529D59C9D66}"/>
              </a:ext>
            </a:extLst>
          </p:cNvPr>
          <p:cNvGrpSpPr/>
          <p:nvPr/>
        </p:nvGrpSpPr>
        <p:grpSpPr>
          <a:xfrm>
            <a:off x="3977737" y="2325817"/>
            <a:ext cx="460382" cy="460373"/>
            <a:chOff x="4994280" y="2341734"/>
            <a:chExt cx="460382" cy="460373"/>
          </a:xfrm>
        </p:grpSpPr>
        <p:sp>
          <p:nvSpPr>
            <p:cNvPr id="1065" name="Google Shape;1860;p72">
              <a:extLst>
                <a:ext uri="{FF2B5EF4-FFF2-40B4-BE49-F238E27FC236}">
                  <a16:creationId xmlns:a16="http://schemas.microsoft.com/office/drawing/2014/main" id="{EF4AE6D1-2915-A383-BF68-D857AC68DE9F}"/>
                </a:ext>
              </a:extLst>
            </p:cNvPr>
            <p:cNvSpPr/>
            <p:nvPr/>
          </p:nvSpPr>
          <p:spPr>
            <a:xfrm>
              <a:off x="5195091" y="2552769"/>
              <a:ext cx="45" cy="45"/>
            </a:xfrm>
            <a:custGeom>
              <a:avLst/>
              <a:gdLst/>
              <a:ahLst/>
              <a:cxnLst/>
              <a:rect l="l" t="t" r="r" b="b"/>
              <a:pathLst>
                <a:path w="45" h="45" extrusionOk="0">
                  <a:moveTo>
                    <a:pt x="18" y="27"/>
                  </a:moveTo>
                  <a:lnTo>
                    <a:pt x="0" y="45"/>
                  </a:lnTo>
                  <a:lnTo>
                    <a:pt x="45" y="0"/>
                  </a:lnTo>
                  <a:lnTo>
                    <a:pt x="45" y="0"/>
                  </a:lnTo>
                  <a:cubicBezTo>
                    <a:pt x="45" y="0"/>
                    <a:pt x="27" y="27"/>
                    <a:pt x="18" y="3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7B879D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66" name="Google Shape;1861;p72">
              <a:extLst>
                <a:ext uri="{FF2B5EF4-FFF2-40B4-BE49-F238E27FC236}">
                  <a16:creationId xmlns:a16="http://schemas.microsoft.com/office/drawing/2014/main" id="{1E049C6F-A98D-0217-032F-7E0FCE67BA9F}"/>
                </a:ext>
              </a:extLst>
            </p:cNvPr>
            <p:cNvSpPr/>
            <p:nvPr/>
          </p:nvSpPr>
          <p:spPr>
            <a:xfrm>
              <a:off x="4994280" y="2341734"/>
              <a:ext cx="460382" cy="460373"/>
            </a:xfrm>
            <a:custGeom>
              <a:avLst/>
              <a:gdLst/>
              <a:ahLst/>
              <a:cxnLst/>
              <a:rect l="l" t="t" r="r" b="b"/>
              <a:pathLst>
                <a:path w="460382" h="460373" extrusionOk="0">
                  <a:moveTo>
                    <a:pt x="230187" y="0"/>
                  </a:moveTo>
                  <a:cubicBezTo>
                    <a:pt x="103242" y="0"/>
                    <a:pt x="0" y="103242"/>
                    <a:pt x="0" y="230187"/>
                  </a:cubicBezTo>
                  <a:cubicBezTo>
                    <a:pt x="0" y="357401"/>
                    <a:pt x="102955" y="460373"/>
                    <a:pt x="230187" y="460373"/>
                  </a:cubicBezTo>
                  <a:cubicBezTo>
                    <a:pt x="272987" y="460373"/>
                    <a:pt x="314771" y="448540"/>
                    <a:pt x="351008" y="426151"/>
                  </a:cubicBezTo>
                  <a:cubicBezTo>
                    <a:pt x="357500" y="422141"/>
                    <a:pt x="359514" y="413626"/>
                    <a:pt x="355504" y="407125"/>
                  </a:cubicBezTo>
                  <a:cubicBezTo>
                    <a:pt x="351493" y="400633"/>
                    <a:pt x="342978" y="398619"/>
                    <a:pt x="336477" y="402629"/>
                  </a:cubicBezTo>
                  <a:cubicBezTo>
                    <a:pt x="202618" y="485325"/>
                    <a:pt x="27640" y="388854"/>
                    <a:pt x="27640" y="230187"/>
                  </a:cubicBezTo>
                  <a:cubicBezTo>
                    <a:pt x="27640" y="118528"/>
                    <a:pt x="118519" y="27640"/>
                    <a:pt x="230187" y="27640"/>
                  </a:cubicBezTo>
                  <a:cubicBezTo>
                    <a:pt x="341854" y="27640"/>
                    <a:pt x="432733" y="118501"/>
                    <a:pt x="432733" y="230187"/>
                  </a:cubicBezTo>
                  <a:cubicBezTo>
                    <a:pt x="432733" y="283948"/>
                    <a:pt x="412295" y="323790"/>
                    <a:pt x="395148" y="347753"/>
                  </a:cubicBezTo>
                  <a:cubicBezTo>
                    <a:pt x="387946" y="357823"/>
                    <a:pt x="373739" y="358426"/>
                    <a:pt x="365430" y="350127"/>
                  </a:cubicBezTo>
                  <a:lnTo>
                    <a:pt x="345181" y="329877"/>
                  </a:lnTo>
                  <a:lnTo>
                    <a:pt x="366321" y="308738"/>
                  </a:lnTo>
                  <a:cubicBezTo>
                    <a:pt x="379098" y="295961"/>
                    <a:pt x="379116" y="275271"/>
                    <a:pt x="366321" y="262485"/>
                  </a:cubicBezTo>
                  <a:lnTo>
                    <a:pt x="329464" y="225619"/>
                  </a:lnTo>
                  <a:cubicBezTo>
                    <a:pt x="316723" y="212896"/>
                    <a:pt x="295997" y="212887"/>
                    <a:pt x="283247" y="225610"/>
                  </a:cubicBezTo>
                  <a:cubicBezTo>
                    <a:pt x="278688" y="230169"/>
                    <a:pt x="251713" y="257144"/>
                    <a:pt x="247253" y="261604"/>
                  </a:cubicBezTo>
                  <a:lnTo>
                    <a:pt x="198779" y="213130"/>
                  </a:lnTo>
                  <a:lnTo>
                    <a:pt x="200649" y="211259"/>
                  </a:lnTo>
                  <a:cubicBezTo>
                    <a:pt x="200649" y="211259"/>
                    <a:pt x="200640" y="211268"/>
                    <a:pt x="200730" y="211178"/>
                  </a:cubicBezTo>
                  <a:lnTo>
                    <a:pt x="200730" y="211178"/>
                  </a:lnTo>
                  <a:cubicBezTo>
                    <a:pt x="200730" y="211178"/>
                    <a:pt x="200793" y="211115"/>
                    <a:pt x="200820" y="211088"/>
                  </a:cubicBezTo>
                  <a:lnTo>
                    <a:pt x="200802" y="211106"/>
                  </a:lnTo>
                  <a:lnTo>
                    <a:pt x="200838" y="211070"/>
                  </a:lnTo>
                  <a:lnTo>
                    <a:pt x="200865" y="211043"/>
                  </a:lnTo>
                  <a:lnTo>
                    <a:pt x="200865" y="211043"/>
                  </a:lnTo>
                  <a:cubicBezTo>
                    <a:pt x="200865" y="211043"/>
                    <a:pt x="200865" y="211043"/>
                    <a:pt x="200865" y="211043"/>
                  </a:cubicBezTo>
                  <a:lnTo>
                    <a:pt x="200892" y="211017"/>
                  </a:lnTo>
                  <a:lnTo>
                    <a:pt x="234790" y="177118"/>
                  </a:lnTo>
                  <a:cubicBezTo>
                    <a:pt x="247505" y="164368"/>
                    <a:pt x="247496" y="143642"/>
                    <a:pt x="234754" y="130910"/>
                  </a:cubicBezTo>
                  <a:lnTo>
                    <a:pt x="197898" y="94053"/>
                  </a:lnTo>
                  <a:cubicBezTo>
                    <a:pt x="185147" y="81303"/>
                    <a:pt x="164395" y="81303"/>
                    <a:pt x="151644" y="94053"/>
                  </a:cubicBezTo>
                  <a:cubicBezTo>
                    <a:pt x="115543" y="130163"/>
                    <a:pt x="126135" y="119571"/>
                    <a:pt x="98764" y="146951"/>
                  </a:cubicBezTo>
                  <a:cubicBezTo>
                    <a:pt x="79693" y="166004"/>
                    <a:pt x="79684" y="196882"/>
                    <a:pt x="98764" y="215935"/>
                  </a:cubicBezTo>
                  <a:lnTo>
                    <a:pt x="244447" y="361618"/>
                  </a:lnTo>
                  <a:cubicBezTo>
                    <a:pt x="263510" y="380689"/>
                    <a:pt x="294369" y="380689"/>
                    <a:pt x="313441" y="361618"/>
                  </a:cubicBezTo>
                  <a:lnTo>
                    <a:pt x="325633" y="349425"/>
                  </a:lnTo>
                  <a:lnTo>
                    <a:pt x="345883" y="369674"/>
                  </a:lnTo>
                  <a:cubicBezTo>
                    <a:pt x="366482" y="390274"/>
                    <a:pt x="400687" y="387514"/>
                    <a:pt x="417627" y="363848"/>
                  </a:cubicBezTo>
                  <a:cubicBezTo>
                    <a:pt x="437130" y="336594"/>
                    <a:pt x="460383" y="291285"/>
                    <a:pt x="460383" y="230196"/>
                  </a:cubicBezTo>
                  <a:cubicBezTo>
                    <a:pt x="460383" y="102982"/>
                    <a:pt x="357428" y="9"/>
                    <a:pt x="230196" y="9"/>
                  </a:cubicBezTo>
                  <a:close/>
                  <a:moveTo>
                    <a:pt x="171192" y="113592"/>
                  </a:moveTo>
                  <a:cubicBezTo>
                    <a:pt x="173161" y="111623"/>
                    <a:pt x="176372" y="111623"/>
                    <a:pt x="178350" y="113592"/>
                  </a:cubicBezTo>
                  <a:lnTo>
                    <a:pt x="215207" y="150449"/>
                  </a:lnTo>
                  <a:cubicBezTo>
                    <a:pt x="217176" y="152418"/>
                    <a:pt x="217176" y="155610"/>
                    <a:pt x="215225" y="157579"/>
                  </a:cubicBezTo>
                  <a:lnTo>
                    <a:pt x="194058" y="178745"/>
                  </a:lnTo>
                  <a:lnTo>
                    <a:pt x="150053" y="134740"/>
                  </a:lnTo>
                  <a:lnTo>
                    <a:pt x="171192" y="113592"/>
                  </a:lnTo>
                  <a:close/>
                  <a:moveTo>
                    <a:pt x="293893" y="342070"/>
                  </a:moveTo>
                  <a:cubicBezTo>
                    <a:pt x="285629" y="350333"/>
                    <a:pt x="272259" y="350342"/>
                    <a:pt x="263995" y="342070"/>
                  </a:cubicBezTo>
                  <a:lnTo>
                    <a:pt x="118312" y="196387"/>
                  </a:lnTo>
                  <a:cubicBezTo>
                    <a:pt x="110076" y="188151"/>
                    <a:pt x="110031" y="174780"/>
                    <a:pt x="118312" y="166499"/>
                  </a:cubicBezTo>
                  <a:lnTo>
                    <a:pt x="130505" y="154297"/>
                  </a:lnTo>
                  <a:lnTo>
                    <a:pt x="174510" y="198302"/>
                  </a:lnTo>
                  <a:lnTo>
                    <a:pt x="169457" y="203356"/>
                  </a:lnTo>
                  <a:cubicBezTo>
                    <a:pt x="164062" y="208751"/>
                    <a:pt x="164062" y="217508"/>
                    <a:pt x="169457" y="222903"/>
                  </a:cubicBezTo>
                  <a:lnTo>
                    <a:pt x="237479" y="290926"/>
                  </a:lnTo>
                  <a:cubicBezTo>
                    <a:pt x="242874" y="296321"/>
                    <a:pt x="251632" y="296321"/>
                    <a:pt x="257027" y="290926"/>
                  </a:cubicBezTo>
                  <a:lnTo>
                    <a:pt x="262080" y="285872"/>
                  </a:lnTo>
                  <a:lnTo>
                    <a:pt x="306085" y="329877"/>
                  </a:lnTo>
                  <a:lnTo>
                    <a:pt x="293893" y="342070"/>
                  </a:lnTo>
                  <a:close/>
                  <a:moveTo>
                    <a:pt x="281628" y="266324"/>
                  </a:moveTo>
                  <a:lnTo>
                    <a:pt x="302786" y="245167"/>
                  </a:lnTo>
                  <a:cubicBezTo>
                    <a:pt x="304755" y="243207"/>
                    <a:pt x="307965" y="243207"/>
                    <a:pt x="309925" y="245167"/>
                  </a:cubicBezTo>
                  <a:lnTo>
                    <a:pt x="346782" y="282033"/>
                  </a:lnTo>
                  <a:cubicBezTo>
                    <a:pt x="348760" y="284002"/>
                    <a:pt x="348760" y="287194"/>
                    <a:pt x="346782" y="289181"/>
                  </a:cubicBezTo>
                  <a:lnTo>
                    <a:pt x="325642" y="310320"/>
                  </a:lnTo>
                  <a:lnTo>
                    <a:pt x="281637" y="266315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7B879D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067" name="Google Shape;1862;p72">
            <a:extLst>
              <a:ext uri="{FF2B5EF4-FFF2-40B4-BE49-F238E27FC236}">
                <a16:creationId xmlns:a16="http://schemas.microsoft.com/office/drawing/2014/main" id="{6FD878E0-7747-EF16-84D9-A7FB071A7AF4}"/>
              </a:ext>
            </a:extLst>
          </p:cNvPr>
          <p:cNvGrpSpPr/>
          <p:nvPr/>
        </p:nvGrpSpPr>
        <p:grpSpPr>
          <a:xfrm>
            <a:off x="4720309" y="2325817"/>
            <a:ext cx="451381" cy="460373"/>
            <a:chOff x="5810724" y="2341734"/>
            <a:chExt cx="451381" cy="460373"/>
          </a:xfrm>
        </p:grpSpPr>
        <p:sp>
          <p:nvSpPr>
            <p:cNvPr id="1068" name="Google Shape;1863;p72">
              <a:extLst>
                <a:ext uri="{FF2B5EF4-FFF2-40B4-BE49-F238E27FC236}">
                  <a16:creationId xmlns:a16="http://schemas.microsoft.com/office/drawing/2014/main" id="{93C92DFE-41B6-9228-1524-668DEAC6A1FC}"/>
                </a:ext>
              </a:extLst>
            </p:cNvPr>
            <p:cNvSpPr/>
            <p:nvPr/>
          </p:nvSpPr>
          <p:spPr>
            <a:xfrm>
              <a:off x="5912869" y="2389417"/>
              <a:ext cx="35786" cy="35786"/>
            </a:xfrm>
            <a:custGeom>
              <a:avLst/>
              <a:gdLst/>
              <a:ahLst/>
              <a:cxnLst/>
              <a:rect l="l" t="t" r="r" b="b"/>
              <a:pathLst>
                <a:path w="35786" h="35786" extrusionOk="0">
                  <a:moveTo>
                    <a:pt x="35787" y="17893"/>
                  </a:moveTo>
                  <a:cubicBezTo>
                    <a:pt x="35787" y="27776"/>
                    <a:pt x="27776" y="35787"/>
                    <a:pt x="17894" y="35787"/>
                  </a:cubicBezTo>
                  <a:cubicBezTo>
                    <a:pt x="8012" y="35787"/>
                    <a:pt x="0" y="27776"/>
                    <a:pt x="0" y="17893"/>
                  </a:cubicBezTo>
                  <a:cubicBezTo>
                    <a:pt x="0" y="8011"/>
                    <a:pt x="8012" y="0"/>
                    <a:pt x="17894" y="0"/>
                  </a:cubicBezTo>
                  <a:cubicBezTo>
                    <a:pt x="27776" y="0"/>
                    <a:pt x="35787" y="8011"/>
                    <a:pt x="35787" y="17893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7B879D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69" name="Google Shape;1864;p72">
              <a:extLst>
                <a:ext uri="{FF2B5EF4-FFF2-40B4-BE49-F238E27FC236}">
                  <a16:creationId xmlns:a16="http://schemas.microsoft.com/office/drawing/2014/main" id="{140B0F39-D0D2-CBE7-3904-487859E9743B}"/>
                </a:ext>
              </a:extLst>
            </p:cNvPr>
            <p:cNvSpPr/>
            <p:nvPr/>
          </p:nvSpPr>
          <p:spPr>
            <a:xfrm>
              <a:off x="6124695" y="2389417"/>
              <a:ext cx="35786" cy="35786"/>
            </a:xfrm>
            <a:custGeom>
              <a:avLst/>
              <a:gdLst/>
              <a:ahLst/>
              <a:cxnLst/>
              <a:rect l="l" t="t" r="r" b="b"/>
              <a:pathLst>
                <a:path w="35786" h="35786" extrusionOk="0">
                  <a:moveTo>
                    <a:pt x="35787" y="17893"/>
                  </a:moveTo>
                  <a:cubicBezTo>
                    <a:pt x="35787" y="27776"/>
                    <a:pt x="27775" y="35787"/>
                    <a:pt x="17893" y="35787"/>
                  </a:cubicBezTo>
                  <a:cubicBezTo>
                    <a:pt x="8011" y="35787"/>
                    <a:pt x="0" y="27776"/>
                    <a:pt x="0" y="17893"/>
                  </a:cubicBezTo>
                  <a:cubicBezTo>
                    <a:pt x="0" y="8011"/>
                    <a:pt x="8011" y="0"/>
                    <a:pt x="17893" y="0"/>
                  </a:cubicBezTo>
                  <a:cubicBezTo>
                    <a:pt x="27775" y="0"/>
                    <a:pt x="35787" y="8011"/>
                    <a:pt x="35787" y="17893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7B879D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70" name="Google Shape;1865;p72">
              <a:extLst>
                <a:ext uri="{FF2B5EF4-FFF2-40B4-BE49-F238E27FC236}">
                  <a16:creationId xmlns:a16="http://schemas.microsoft.com/office/drawing/2014/main" id="{2A852F7C-4E3F-77E8-BAD3-6BCA5E6ADB8E}"/>
                </a:ext>
              </a:extLst>
            </p:cNvPr>
            <p:cNvSpPr/>
            <p:nvPr/>
          </p:nvSpPr>
          <p:spPr>
            <a:xfrm>
              <a:off x="5810724" y="2341734"/>
              <a:ext cx="451381" cy="460373"/>
            </a:xfrm>
            <a:custGeom>
              <a:avLst/>
              <a:gdLst/>
              <a:ahLst/>
              <a:cxnLst/>
              <a:rect l="l" t="t" r="r" b="b"/>
              <a:pathLst>
                <a:path w="451381" h="460373" extrusionOk="0">
                  <a:moveTo>
                    <a:pt x="423184" y="0"/>
                  </a:moveTo>
                  <a:lnTo>
                    <a:pt x="28171" y="0"/>
                  </a:lnTo>
                  <a:cubicBezTo>
                    <a:pt x="12616" y="0"/>
                    <a:pt x="0" y="12615"/>
                    <a:pt x="0" y="28171"/>
                  </a:cubicBezTo>
                  <a:lnTo>
                    <a:pt x="0" y="432203"/>
                  </a:lnTo>
                  <a:cubicBezTo>
                    <a:pt x="0" y="447758"/>
                    <a:pt x="12616" y="460373"/>
                    <a:pt x="28171" y="460373"/>
                  </a:cubicBezTo>
                  <a:lnTo>
                    <a:pt x="423211" y="460373"/>
                  </a:lnTo>
                  <a:cubicBezTo>
                    <a:pt x="438767" y="460373"/>
                    <a:pt x="451382" y="447758"/>
                    <a:pt x="451382" y="432203"/>
                  </a:cubicBezTo>
                  <a:lnTo>
                    <a:pt x="451382" y="28171"/>
                  </a:lnTo>
                  <a:cubicBezTo>
                    <a:pt x="451382" y="12633"/>
                    <a:pt x="438731" y="0"/>
                    <a:pt x="423184" y="0"/>
                  </a:cubicBezTo>
                  <a:close/>
                  <a:moveTo>
                    <a:pt x="28927" y="26894"/>
                  </a:moveTo>
                  <a:cubicBezTo>
                    <a:pt x="439243" y="27290"/>
                    <a:pt x="424407" y="26067"/>
                    <a:pt x="424407" y="27739"/>
                  </a:cubicBezTo>
                  <a:lnTo>
                    <a:pt x="424407" y="103404"/>
                  </a:lnTo>
                  <a:lnTo>
                    <a:pt x="28081" y="103404"/>
                  </a:lnTo>
                  <a:cubicBezTo>
                    <a:pt x="28477" y="24691"/>
                    <a:pt x="27272" y="26894"/>
                    <a:pt x="28927" y="26894"/>
                  </a:cubicBezTo>
                  <a:close/>
                  <a:moveTo>
                    <a:pt x="423355" y="433165"/>
                  </a:moveTo>
                  <a:cubicBezTo>
                    <a:pt x="13038" y="432769"/>
                    <a:pt x="27874" y="433992"/>
                    <a:pt x="27874" y="432319"/>
                  </a:cubicBezTo>
                  <a:lnTo>
                    <a:pt x="27874" y="131278"/>
                  </a:lnTo>
                  <a:lnTo>
                    <a:pt x="424200" y="131278"/>
                  </a:lnTo>
                  <a:cubicBezTo>
                    <a:pt x="423814" y="443154"/>
                    <a:pt x="425099" y="433165"/>
                    <a:pt x="423355" y="433165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7B879D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71" name="Google Shape;1866;p72">
              <a:extLst>
                <a:ext uri="{FF2B5EF4-FFF2-40B4-BE49-F238E27FC236}">
                  <a16:creationId xmlns:a16="http://schemas.microsoft.com/office/drawing/2014/main" id="{E8B4FF2A-5818-12CA-D40A-837DBB299B23}"/>
                </a:ext>
              </a:extLst>
            </p:cNvPr>
            <p:cNvSpPr/>
            <p:nvPr/>
          </p:nvSpPr>
          <p:spPr>
            <a:xfrm>
              <a:off x="5851186" y="2545845"/>
              <a:ext cx="369566" cy="199615"/>
            </a:xfrm>
            <a:custGeom>
              <a:avLst/>
              <a:gdLst/>
              <a:ahLst/>
              <a:cxnLst/>
              <a:rect l="l" t="t" r="r" b="b"/>
              <a:pathLst>
                <a:path w="369566" h="199615" extrusionOk="0">
                  <a:moveTo>
                    <a:pt x="355899" y="0"/>
                  </a:moveTo>
                  <a:lnTo>
                    <a:pt x="13658" y="0"/>
                  </a:lnTo>
                  <a:cubicBezTo>
                    <a:pt x="6115" y="0"/>
                    <a:pt x="0" y="6114"/>
                    <a:pt x="0" y="13658"/>
                  </a:cubicBezTo>
                  <a:lnTo>
                    <a:pt x="0" y="185948"/>
                  </a:lnTo>
                  <a:cubicBezTo>
                    <a:pt x="0" y="193492"/>
                    <a:pt x="6115" y="199615"/>
                    <a:pt x="13668" y="199615"/>
                  </a:cubicBezTo>
                  <a:lnTo>
                    <a:pt x="355899" y="199615"/>
                  </a:lnTo>
                  <a:cubicBezTo>
                    <a:pt x="363444" y="199615"/>
                    <a:pt x="369567" y="193501"/>
                    <a:pt x="369567" y="185948"/>
                  </a:cubicBezTo>
                  <a:lnTo>
                    <a:pt x="369567" y="13631"/>
                  </a:lnTo>
                  <a:cubicBezTo>
                    <a:pt x="369567" y="6105"/>
                    <a:pt x="363452" y="0"/>
                    <a:pt x="355909" y="0"/>
                  </a:cubicBezTo>
                  <a:close/>
                  <a:moveTo>
                    <a:pt x="85421" y="172640"/>
                  </a:moveTo>
                  <a:lnTo>
                    <a:pt x="26975" y="172640"/>
                  </a:lnTo>
                  <a:lnTo>
                    <a:pt x="26975" y="113295"/>
                  </a:lnTo>
                  <a:lnTo>
                    <a:pt x="85421" y="113295"/>
                  </a:lnTo>
                  <a:lnTo>
                    <a:pt x="85421" y="172640"/>
                  </a:lnTo>
                  <a:lnTo>
                    <a:pt x="85421" y="172640"/>
                  </a:lnTo>
                  <a:close/>
                  <a:moveTo>
                    <a:pt x="85421" y="86320"/>
                  </a:moveTo>
                  <a:lnTo>
                    <a:pt x="26975" y="86320"/>
                  </a:lnTo>
                  <a:lnTo>
                    <a:pt x="26975" y="26975"/>
                  </a:lnTo>
                  <a:lnTo>
                    <a:pt x="85421" y="26975"/>
                  </a:lnTo>
                  <a:lnTo>
                    <a:pt x="85421" y="86320"/>
                  </a:lnTo>
                  <a:lnTo>
                    <a:pt x="85421" y="86320"/>
                  </a:lnTo>
                  <a:close/>
                  <a:moveTo>
                    <a:pt x="170842" y="172640"/>
                  </a:moveTo>
                  <a:lnTo>
                    <a:pt x="114194" y="172640"/>
                  </a:lnTo>
                  <a:lnTo>
                    <a:pt x="114194" y="113295"/>
                  </a:lnTo>
                  <a:lnTo>
                    <a:pt x="170842" y="113295"/>
                  </a:lnTo>
                  <a:lnTo>
                    <a:pt x="170842" y="172640"/>
                  </a:lnTo>
                  <a:lnTo>
                    <a:pt x="170842" y="172640"/>
                  </a:lnTo>
                  <a:close/>
                  <a:moveTo>
                    <a:pt x="170842" y="86320"/>
                  </a:moveTo>
                  <a:lnTo>
                    <a:pt x="114194" y="86320"/>
                  </a:lnTo>
                  <a:lnTo>
                    <a:pt x="114194" y="26975"/>
                  </a:lnTo>
                  <a:lnTo>
                    <a:pt x="170842" y="26975"/>
                  </a:lnTo>
                  <a:lnTo>
                    <a:pt x="170842" y="86320"/>
                  </a:lnTo>
                  <a:lnTo>
                    <a:pt x="170842" y="86320"/>
                  </a:lnTo>
                  <a:close/>
                  <a:moveTo>
                    <a:pt x="256263" y="172640"/>
                  </a:moveTo>
                  <a:lnTo>
                    <a:pt x="199615" y="172640"/>
                  </a:lnTo>
                  <a:lnTo>
                    <a:pt x="199615" y="113295"/>
                  </a:lnTo>
                  <a:lnTo>
                    <a:pt x="256263" y="113295"/>
                  </a:lnTo>
                  <a:lnTo>
                    <a:pt x="256263" y="172640"/>
                  </a:lnTo>
                  <a:close/>
                  <a:moveTo>
                    <a:pt x="256263" y="86320"/>
                  </a:moveTo>
                  <a:lnTo>
                    <a:pt x="199615" y="86320"/>
                  </a:lnTo>
                  <a:lnTo>
                    <a:pt x="199615" y="26975"/>
                  </a:lnTo>
                  <a:lnTo>
                    <a:pt x="256263" y="26975"/>
                  </a:lnTo>
                  <a:lnTo>
                    <a:pt x="256263" y="86320"/>
                  </a:lnTo>
                  <a:close/>
                  <a:moveTo>
                    <a:pt x="342583" y="172640"/>
                  </a:moveTo>
                  <a:lnTo>
                    <a:pt x="284137" y="172640"/>
                  </a:lnTo>
                  <a:lnTo>
                    <a:pt x="284137" y="113295"/>
                  </a:lnTo>
                  <a:lnTo>
                    <a:pt x="342583" y="113295"/>
                  </a:lnTo>
                  <a:lnTo>
                    <a:pt x="342583" y="172640"/>
                  </a:lnTo>
                  <a:close/>
                  <a:moveTo>
                    <a:pt x="342583" y="86320"/>
                  </a:moveTo>
                  <a:lnTo>
                    <a:pt x="284137" y="86320"/>
                  </a:lnTo>
                  <a:lnTo>
                    <a:pt x="284137" y="26975"/>
                  </a:lnTo>
                  <a:lnTo>
                    <a:pt x="342583" y="26975"/>
                  </a:lnTo>
                  <a:lnTo>
                    <a:pt x="342583" y="8632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7B879D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72" name="Google Shape;1867;p72">
              <a:extLst>
                <a:ext uri="{FF2B5EF4-FFF2-40B4-BE49-F238E27FC236}">
                  <a16:creationId xmlns:a16="http://schemas.microsoft.com/office/drawing/2014/main" id="{CF043565-630C-7AD2-193F-C0B839810A91}"/>
                </a:ext>
              </a:extLst>
            </p:cNvPr>
            <p:cNvSpPr/>
            <p:nvPr/>
          </p:nvSpPr>
          <p:spPr>
            <a:xfrm>
              <a:off x="5876188" y="2490996"/>
              <a:ext cx="63957" cy="26975"/>
            </a:xfrm>
            <a:custGeom>
              <a:avLst/>
              <a:gdLst/>
              <a:ahLst/>
              <a:cxnLst/>
              <a:rect l="l" t="t" r="r" b="b"/>
              <a:pathLst>
                <a:path w="63957" h="26975" extrusionOk="0">
                  <a:moveTo>
                    <a:pt x="50466" y="0"/>
                  </a:moveTo>
                  <a:lnTo>
                    <a:pt x="13915" y="0"/>
                  </a:lnTo>
                  <a:cubicBezTo>
                    <a:pt x="6631" y="0"/>
                    <a:pt x="337" y="5602"/>
                    <a:pt x="14" y="12876"/>
                  </a:cubicBezTo>
                  <a:cubicBezTo>
                    <a:pt x="-328" y="20600"/>
                    <a:pt x="5840" y="26975"/>
                    <a:pt x="13492" y="26975"/>
                  </a:cubicBezTo>
                  <a:lnTo>
                    <a:pt x="50043" y="26975"/>
                  </a:lnTo>
                  <a:cubicBezTo>
                    <a:pt x="57326" y="26975"/>
                    <a:pt x="63620" y="21382"/>
                    <a:pt x="63944" y="14099"/>
                  </a:cubicBezTo>
                  <a:cubicBezTo>
                    <a:pt x="64286" y="6375"/>
                    <a:pt x="58127" y="0"/>
                    <a:pt x="5047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7B879D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73" name="Google Shape;1868;p72">
              <a:extLst>
                <a:ext uri="{FF2B5EF4-FFF2-40B4-BE49-F238E27FC236}">
                  <a16:creationId xmlns:a16="http://schemas.microsoft.com/office/drawing/2014/main" id="{6754EE76-8651-5C5B-B903-D4AB56EB9753}"/>
                </a:ext>
              </a:extLst>
            </p:cNvPr>
            <p:cNvSpPr/>
            <p:nvPr/>
          </p:nvSpPr>
          <p:spPr>
            <a:xfrm>
              <a:off x="5961519" y="2490996"/>
              <a:ext cx="63948" cy="26975"/>
            </a:xfrm>
            <a:custGeom>
              <a:avLst/>
              <a:gdLst/>
              <a:ahLst/>
              <a:cxnLst/>
              <a:rect l="l" t="t" r="r" b="b"/>
              <a:pathLst>
                <a:path w="63948" h="26975" extrusionOk="0">
                  <a:moveTo>
                    <a:pt x="50466" y="0"/>
                  </a:moveTo>
                  <a:lnTo>
                    <a:pt x="13915" y="0"/>
                  </a:lnTo>
                  <a:cubicBezTo>
                    <a:pt x="6631" y="0"/>
                    <a:pt x="337" y="5602"/>
                    <a:pt x="14" y="12876"/>
                  </a:cubicBezTo>
                  <a:cubicBezTo>
                    <a:pt x="-328" y="20600"/>
                    <a:pt x="5840" y="26975"/>
                    <a:pt x="13492" y="26975"/>
                  </a:cubicBezTo>
                  <a:lnTo>
                    <a:pt x="50043" y="26975"/>
                  </a:lnTo>
                  <a:cubicBezTo>
                    <a:pt x="57326" y="26975"/>
                    <a:pt x="63620" y="21382"/>
                    <a:pt x="63935" y="14099"/>
                  </a:cubicBezTo>
                  <a:cubicBezTo>
                    <a:pt x="64277" y="6375"/>
                    <a:pt x="58109" y="0"/>
                    <a:pt x="5046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7B879D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74" name="Google Shape;1869;p72">
              <a:extLst>
                <a:ext uri="{FF2B5EF4-FFF2-40B4-BE49-F238E27FC236}">
                  <a16:creationId xmlns:a16="http://schemas.microsoft.com/office/drawing/2014/main" id="{63AE4AA9-2968-7BAC-201B-68A2AB383CD1}"/>
                </a:ext>
              </a:extLst>
            </p:cNvPr>
            <p:cNvSpPr/>
            <p:nvPr/>
          </p:nvSpPr>
          <p:spPr>
            <a:xfrm>
              <a:off x="6046859" y="2490996"/>
              <a:ext cx="63957" cy="26975"/>
            </a:xfrm>
            <a:custGeom>
              <a:avLst/>
              <a:gdLst/>
              <a:ahLst/>
              <a:cxnLst/>
              <a:rect l="l" t="t" r="r" b="b"/>
              <a:pathLst>
                <a:path w="63957" h="26975" extrusionOk="0">
                  <a:moveTo>
                    <a:pt x="50466" y="0"/>
                  </a:moveTo>
                  <a:lnTo>
                    <a:pt x="13915" y="0"/>
                  </a:lnTo>
                  <a:cubicBezTo>
                    <a:pt x="6631" y="0"/>
                    <a:pt x="337" y="5602"/>
                    <a:pt x="14" y="12876"/>
                  </a:cubicBezTo>
                  <a:cubicBezTo>
                    <a:pt x="-328" y="20600"/>
                    <a:pt x="5840" y="26975"/>
                    <a:pt x="13492" y="26975"/>
                  </a:cubicBezTo>
                  <a:lnTo>
                    <a:pt x="50043" y="26975"/>
                  </a:lnTo>
                  <a:cubicBezTo>
                    <a:pt x="57326" y="26975"/>
                    <a:pt x="63620" y="21382"/>
                    <a:pt x="63944" y="14099"/>
                  </a:cubicBezTo>
                  <a:cubicBezTo>
                    <a:pt x="64286" y="6375"/>
                    <a:pt x="58117" y="0"/>
                    <a:pt x="5047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7B879D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75" name="Google Shape;1870;p72">
              <a:extLst>
                <a:ext uri="{FF2B5EF4-FFF2-40B4-BE49-F238E27FC236}">
                  <a16:creationId xmlns:a16="http://schemas.microsoft.com/office/drawing/2014/main" id="{A3D9D26B-5EE0-1A13-EF8A-A48EF6887D70}"/>
                </a:ext>
              </a:extLst>
            </p:cNvPr>
            <p:cNvSpPr/>
            <p:nvPr/>
          </p:nvSpPr>
          <p:spPr>
            <a:xfrm>
              <a:off x="6132190" y="2490996"/>
              <a:ext cx="63957" cy="26975"/>
            </a:xfrm>
            <a:custGeom>
              <a:avLst/>
              <a:gdLst/>
              <a:ahLst/>
              <a:cxnLst/>
              <a:rect l="l" t="t" r="r" b="b"/>
              <a:pathLst>
                <a:path w="63957" h="26975" extrusionOk="0">
                  <a:moveTo>
                    <a:pt x="50466" y="0"/>
                  </a:moveTo>
                  <a:lnTo>
                    <a:pt x="13915" y="0"/>
                  </a:lnTo>
                  <a:cubicBezTo>
                    <a:pt x="6631" y="0"/>
                    <a:pt x="337" y="5602"/>
                    <a:pt x="14" y="12876"/>
                  </a:cubicBezTo>
                  <a:cubicBezTo>
                    <a:pt x="-328" y="20600"/>
                    <a:pt x="5840" y="26975"/>
                    <a:pt x="13492" y="26975"/>
                  </a:cubicBezTo>
                  <a:lnTo>
                    <a:pt x="50043" y="26975"/>
                  </a:lnTo>
                  <a:cubicBezTo>
                    <a:pt x="57326" y="26975"/>
                    <a:pt x="63620" y="21382"/>
                    <a:pt x="63944" y="14099"/>
                  </a:cubicBezTo>
                  <a:cubicBezTo>
                    <a:pt x="64286" y="6375"/>
                    <a:pt x="58127" y="0"/>
                    <a:pt x="5047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7B879D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076" name="Google Shape;1871;p72">
            <a:extLst>
              <a:ext uri="{FF2B5EF4-FFF2-40B4-BE49-F238E27FC236}">
                <a16:creationId xmlns:a16="http://schemas.microsoft.com/office/drawing/2014/main" id="{AE1A4387-86E0-4977-B568-EE041825954F}"/>
              </a:ext>
            </a:extLst>
          </p:cNvPr>
          <p:cNvGrpSpPr/>
          <p:nvPr/>
        </p:nvGrpSpPr>
        <p:grpSpPr>
          <a:xfrm>
            <a:off x="5495511" y="2325817"/>
            <a:ext cx="441491" cy="460373"/>
            <a:chOff x="6548940" y="2313860"/>
            <a:chExt cx="441491" cy="460373"/>
          </a:xfrm>
        </p:grpSpPr>
        <p:sp>
          <p:nvSpPr>
            <p:cNvPr id="1077" name="Google Shape;1872;p72">
              <a:extLst>
                <a:ext uri="{FF2B5EF4-FFF2-40B4-BE49-F238E27FC236}">
                  <a16:creationId xmlns:a16="http://schemas.microsoft.com/office/drawing/2014/main" id="{5DCE1C7C-5A1F-1B95-4BF3-1C9598474992}"/>
                </a:ext>
              </a:extLst>
            </p:cNvPr>
            <p:cNvSpPr/>
            <p:nvPr/>
          </p:nvSpPr>
          <p:spPr>
            <a:xfrm>
              <a:off x="6582722" y="2598312"/>
              <a:ext cx="90581" cy="90564"/>
            </a:xfrm>
            <a:custGeom>
              <a:avLst/>
              <a:gdLst/>
              <a:ahLst/>
              <a:cxnLst/>
              <a:rect l="l" t="t" r="r" b="b"/>
              <a:pathLst>
                <a:path w="90581" h="90564" extrusionOk="0">
                  <a:moveTo>
                    <a:pt x="45291" y="0"/>
                  </a:moveTo>
                  <a:cubicBezTo>
                    <a:pt x="20321" y="0"/>
                    <a:pt x="0" y="20312"/>
                    <a:pt x="0" y="45282"/>
                  </a:cubicBezTo>
                  <a:cubicBezTo>
                    <a:pt x="0" y="70252"/>
                    <a:pt x="20312" y="90564"/>
                    <a:pt x="45291" y="90564"/>
                  </a:cubicBezTo>
                  <a:cubicBezTo>
                    <a:pt x="70270" y="90564"/>
                    <a:pt x="90582" y="70252"/>
                    <a:pt x="90582" y="45282"/>
                  </a:cubicBezTo>
                  <a:cubicBezTo>
                    <a:pt x="90582" y="20312"/>
                    <a:pt x="70270" y="0"/>
                    <a:pt x="45291" y="0"/>
                  </a:cubicBezTo>
                  <a:close/>
                  <a:moveTo>
                    <a:pt x="45291" y="63139"/>
                  </a:moveTo>
                  <a:cubicBezTo>
                    <a:pt x="35445" y="63139"/>
                    <a:pt x="27443" y="55137"/>
                    <a:pt x="27443" y="45291"/>
                  </a:cubicBezTo>
                  <a:cubicBezTo>
                    <a:pt x="27443" y="35445"/>
                    <a:pt x="35445" y="27443"/>
                    <a:pt x="45291" y="27443"/>
                  </a:cubicBezTo>
                  <a:cubicBezTo>
                    <a:pt x="55137" y="27443"/>
                    <a:pt x="63139" y="35445"/>
                    <a:pt x="63139" y="45291"/>
                  </a:cubicBezTo>
                  <a:cubicBezTo>
                    <a:pt x="63139" y="55137"/>
                    <a:pt x="55137" y="63139"/>
                    <a:pt x="45291" y="63139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7B879D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78" name="Google Shape;1873;p72">
              <a:extLst>
                <a:ext uri="{FF2B5EF4-FFF2-40B4-BE49-F238E27FC236}">
                  <a16:creationId xmlns:a16="http://schemas.microsoft.com/office/drawing/2014/main" id="{B6F378A4-4CA9-FDFB-FFD0-4FA9447BA9B9}"/>
                </a:ext>
              </a:extLst>
            </p:cNvPr>
            <p:cNvSpPr/>
            <p:nvPr/>
          </p:nvSpPr>
          <p:spPr>
            <a:xfrm>
              <a:off x="6865707" y="2598312"/>
              <a:ext cx="90573" cy="90564"/>
            </a:xfrm>
            <a:custGeom>
              <a:avLst/>
              <a:gdLst/>
              <a:ahLst/>
              <a:cxnLst/>
              <a:rect l="l" t="t" r="r" b="b"/>
              <a:pathLst>
                <a:path w="90573" h="90564" extrusionOk="0">
                  <a:moveTo>
                    <a:pt x="45291" y="0"/>
                  </a:moveTo>
                  <a:cubicBezTo>
                    <a:pt x="20321" y="0"/>
                    <a:pt x="0" y="20312"/>
                    <a:pt x="0" y="45282"/>
                  </a:cubicBezTo>
                  <a:cubicBezTo>
                    <a:pt x="0" y="70252"/>
                    <a:pt x="20312" y="90564"/>
                    <a:pt x="45291" y="90564"/>
                  </a:cubicBezTo>
                  <a:cubicBezTo>
                    <a:pt x="70270" y="90564"/>
                    <a:pt x="90573" y="70252"/>
                    <a:pt x="90573" y="45282"/>
                  </a:cubicBezTo>
                  <a:cubicBezTo>
                    <a:pt x="90573" y="20312"/>
                    <a:pt x="70261" y="0"/>
                    <a:pt x="45291" y="0"/>
                  </a:cubicBezTo>
                  <a:close/>
                  <a:moveTo>
                    <a:pt x="45291" y="63139"/>
                  </a:moveTo>
                  <a:cubicBezTo>
                    <a:pt x="35445" y="63139"/>
                    <a:pt x="27443" y="55137"/>
                    <a:pt x="27443" y="45291"/>
                  </a:cubicBezTo>
                  <a:cubicBezTo>
                    <a:pt x="27443" y="35445"/>
                    <a:pt x="35445" y="27443"/>
                    <a:pt x="45291" y="27443"/>
                  </a:cubicBezTo>
                  <a:cubicBezTo>
                    <a:pt x="55137" y="27443"/>
                    <a:pt x="63140" y="35445"/>
                    <a:pt x="63140" y="45291"/>
                  </a:cubicBezTo>
                  <a:cubicBezTo>
                    <a:pt x="63140" y="55128"/>
                    <a:pt x="55137" y="63139"/>
                    <a:pt x="45291" y="63139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7B879D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79" name="Google Shape;1874;p72">
              <a:extLst>
                <a:ext uri="{FF2B5EF4-FFF2-40B4-BE49-F238E27FC236}">
                  <a16:creationId xmlns:a16="http://schemas.microsoft.com/office/drawing/2014/main" id="{0F250E21-D199-DA78-46B5-6A967DA476DF}"/>
                </a:ext>
              </a:extLst>
            </p:cNvPr>
            <p:cNvSpPr/>
            <p:nvPr/>
          </p:nvSpPr>
          <p:spPr>
            <a:xfrm>
              <a:off x="6548940" y="2313860"/>
              <a:ext cx="441491" cy="460373"/>
            </a:xfrm>
            <a:custGeom>
              <a:avLst/>
              <a:gdLst/>
              <a:ahLst/>
              <a:cxnLst/>
              <a:rect l="l" t="t" r="r" b="b"/>
              <a:pathLst>
                <a:path w="441491" h="460373" extrusionOk="0">
                  <a:moveTo>
                    <a:pt x="427770" y="238279"/>
                  </a:moveTo>
                  <a:lnTo>
                    <a:pt x="400129" y="238279"/>
                  </a:lnTo>
                  <a:lnTo>
                    <a:pt x="400129" y="169277"/>
                  </a:lnTo>
                  <a:cubicBezTo>
                    <a:pt x="400129" y="161697"/>
                    <a:pt x="393988" y="155556"/>
                    <a:pt x="386408" y="155556"/>
                  </a:cubicBezTo>
                  <a:lnTo>
                    <a:pt x="363264" y="155556"/>
                  </a:lnTo>
                  <a:lnTo>
                    <a:pt x="363264" y="13748"/>
                  </a:lnTo>
                  <a:cubicBezTo>
                    <a:pt x="363264" y="6159"/>
                    <a:pt x="357105" y="0"/>
                    <a:pt x="349515" y="0"/>
                  </a:cubicBezTo>
                  <a:lnTo>
                    <a:pt x="273581" y="0"/>
                  </a:lnTo>
                  <a:cubicBezTo>
                    <a:pt x="266001" y="0"/>
                    <a:pt x="259859" y="6141"/>
                    <a:pt x="259859" y="13721"/>
                  </a:cubicBezTo>
                  <a:lnTo>
                    <a:pt x="259859" y="155556"/>
                  </a:lnTo>
                  <a:lnTo>
                    <a:pt x="181632" y="155556"/>
                  </a:lnTo>
                  <a:lnTo>
                    <a:pt x="181632" y="13721"/>
                  </a:lnTo>
                  <a:cubicBezTo>
                    <a:pt x="181632" y="6141"/>
                    <a:pt x="175491" y="0"/>
                    <a:pt x="167911" y="0"/>
                  </a:cubicBezTo>
                  <a:lnTo>
                    <a:pt x="91949" y="0"/>
                  </a:lnTo>
                  <a:cubicBezTo>
                    <a:pt x="84369" y="0"/>
                    <a:pt x="78228" y="6141"/>
                    <a:pt x="78228" y="13721"/>
                  </a:cubicBezTo>
                  <a:lnTo>
                    <a:pt x="78228" y="155556"/>
                  </a:lnTo>
                  <a:lnTo>
                    <a:pt x="55083" y="155556"/>
                  </a:lnTo>
                  <a:cubicBezTo>
                    <a:pt x="47503" y="155556"/>
                    <a:pt x="41362" y="161697"/>
                    <a:pt x="41362" y="169277"/>
                  </a:cubicBezTo>
                  <a:lnTo>
                    <a:pt x="41362" y="238279"/>
                  </a:lnTo>
                  <a:lnTo>
                    <a:pt x="13722" y="238279"/>
                  </a:lnTo>
                  <a:cubicBezTo>
                    <a:pt x="6141" y="238279"/>
                    <a:pt x="0" y="244420"/>
                    <a:pt x="0" y="252001"/>
                  </a:cubicBezTo>
                  <a:lnTo>
                    <a:pt x="0" y="446652"/>
                  </a:lnTo>
                  <a:cubicBezTo>
                    <a:pt x="0" y="454232"/>
                    <a:pt x="6141" y="460373"/>
                    <a:pt x="13722" y="460373"/>
                  </a:cubicBezTo>
                  <a:lnTo>
                    <a:pt x="427770" y="460373"/>
                  </a:lnTo>
                  <a:cubicBezTo>
                    <a:pt x="435350" y="460373"/>
                    <a:pt x="441491" y="454232"/>
                    <a:pt x="441491" y="446652"/>
                  </a:cubicBezTo>
                  <a:lnTo>
                    <a:pt x="441491" y="252001"/>
                  </a:lnTo>
                  <a:cubicBezTo>
                    <a:pt x="441491" y="244420"/>
                    <a:pt x="435350" y="238279"/>
                    <a:pt x="427770" y="238279"/>
                  </a:cubicBezTo>
                  <a:close/>
                  <a:moveTo>
                    <a:pt x="286834" y="27874"/>
                  </a:moveTo>
                  <a:lnTo>
                    <a:pt x="335389" y="27874"/>
                  </a:lnTo>
                  <a:lnTo>
                    <a:pt x="335389" y="49454"/>
                  </a:lnTo>
                  <a:lnTo>
                    <a:pt x="286834" y="49454"/>
                  </a:lnTo>
                  <a:lnTo>
                    <a:pt x="286834" y="27874"/>
                  </a:lnTo>
                  <a:close/>
                  <a:moveTo>
                    <a:pt x="286834" y="77328"/>
                  </a:moveTo>
                  <a:lnTo>
                    <a:pt x="335389" y="77328"/>
                  </a:lnTo>
                  <a:lnTo>
                    <a:pt x="335389" y="155556"/>
                  </a:lnTo>
                  <a:lnTo>
                    <a:pt x="286834" y="155556"/>
                  </a:lnTo>
                  <a:lnTo>
                    <a:pt x="286834" y="77328"/>
                  </a:lnTo>
                  <a:close/>
                  <a:moveTo>
                    <a:pt x="105203" y="27874"/>
                  </a:moveTo>
                  <a:lnTo>
                    <a:pt x="153758" y="27874"/>
                  </a:lnTo>
                  <a:lnTo>
                    <a:pt x="153758" y="49454"/>
                  </a:lnTo>
                  <a:lnTo>
                    <a:pt x="105203" y="49454"/>
                  </a:lnTo>
                  <a:lnTo>
                    <a:pt x="105203" y="27874"/>
                  </a:lnTo>
                  <a:close/>
                  <a:moveTo>
                    <a:pt x="105203" y="77328"/>
                  </a:moveTo>
                  <a:lnTo>
                    <a:pt x="153758" y="77328"/>
                  </a:lnTo>
                  <a:lnTo>
                    <a:pt x="153758" y="155556"/>
                  </a:lnTo>
                  <a:lnTo>
                    <a:pt x="105203" y="155556"/>
                  </a:lnTo>
                  <a:lnTo>
                    <a:pt x="105203" y="77328"/>
                  </a:lnTo>
                  <a:close/>
                  <a:moveTo>
                    <a:pt x="69236" y="182531"/>
                  </a:moveTo>
                  <a:lnTo>
                    <a:pt x="372255" y="182531"/>
                  </a:lnTo>
                  <a:lnTo>
                    <a:pt x="372255" y="238279"/>
                  </a:lnTo>
                  <a:lnTo>
                    <a:pt x="69236" y="238279"/>
                  </a:lnTo>
                  <a:lnTo>
                    <a:pt x="69236" y="182531"/>
                  </a:lnTo>
                  <a:close/>
                  <a:moveTo>
                    <a:pt x="206808" y="433398"/>
                  </a:moveTo>
                  <a:lnTo>
                    <a:pt x="163648" y="433398"/>
                  </a:lnTo>
                  <a:lnTo>
                    <a:pt x="163648" y="312910"/>
                  </a:lnTo>
                  <a:lnTo>
                    <a:pt x="206808" y="312910"/>
                  </a:lnTo>
                  <a:lnTo>
                    <a:pt x="206808" y="433398"/>
                  </a:lnTo>
                  <a:close/>
                  <a:moveTo>
                    <a:pt x="277843" y="433398"/>
                  </a:moveTo>
                  <a:lnTo>
                    <a:pt x="234683" y="433398"/>
                  </a:lnTo>
                  <a:lnTo>
                    <a:pt x="234683" y="312910"/>
                  </a:lnTo>
                  <a:lnTo>
                    <a:pt x="277843" y="312910"/>
                  </a:lnTo>
                  <a:lnTo>
                    <a:pt x="277843" y="433398"/>
                  </a:lnTo>
                  <a:close/>
                  <a:moveTo>
                    <a:pt x="413617" y="433398"/>
                  </a:moveTo>
                  <a:lnTo>
                    <a:pt x="304818" y="433398"/>
                  </a:lnTo>
                  <a:lnTo>
                    <a:pt x="304818" y="298757"/>
                  </a:lnTo>
                  <a:cubicBezTo>
                    <a:pt x="304818" y="291177"/>
                    <a:pt x="298677" y="285036"/>
                    <a:pt x="291097" y="285036"/>
                  </a:cubicBezTo>
                  <a:lnTo>
                    <a:pt x="149496" y="285036"/>
                  </a:lnTo>
                  <a:cubicBezTo>
                    <a:pt x="141916" y="285036"/>
                    <a:pt x="135774" y="291177"/>
                    <a:pt x="135774" y="298757"/>
                  </a:cubicBezTo>
                  <a:lnTo>
                    <a:pt x="135774" y="433398"/>
                  </a:lnTo>
                  <a:lnTo>
                    <a:pt x="27874" y="433398"/>
                  </a:lnTo>
                  <a:lnTo>
                    <a:pt x="27874" y="266153"/>
                  </a:lnTo>
                  <a:lnTo>
                    <a:pt x="413617" y="266153"/>
                  </a:lnTo>
                  <a:lnTo>
                    <a:pt x="413617" y="433398"/>
                  </a:lnTo>
                  <a:lnTo>
                    <a:pt x="413617" y="433398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7B879D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080" name="Google Shape;1875;p72">
            <a:extLst>
              <a:ext uri="{FF2B5EF4-FFF2-40B4-BE49-F238E27FC236}">
                <a16:creationId xmlns:a16="http://schemas.microsoft.com/office/drawing/2014/main" id="{D25E73A0-BB73-03E1-2CC1-465C8E3DA626}"/>
              </a:ext>
            </a:extLst>
          </p:cNvPr>
          <p:cNvGrpSpPr/>
          <p:nvPr/>
        </p:nvGrpSpPr>
        <p:grpSpPr>
          <a:xfrm>
            <a:off x="6253994" y="2325823"/>
            <a:ext cx="460369" cy="460362"/>
            <a:chOff x="7272202" y="2313857"/>
            <a:chExt cx="460369" cy="460362"/>
          </a:xfrm>
        </p:grpSpPr>
        <p:sp>
          <p:nvSpPr>
            <p:cNvPr id="1081" name="Google Shape;1876;p72">
              <a:extLst>
                <a:ext uri="{FF2B5EF4-FFF2-40B4-BE49-F238E27FC236}">
                  <a16:creationId xmlns:a16="http://schemas.microsoft.com/office/drawing/2014/main" id="{991BF300-4B48-DC2F-4978-C6E251C1F318}"/>
                </a:ext>
              </a:extLst>
            </p:cNvPr>
            <p:cNvSpPr/>
            <p:nvPr/>
          </p:nvSpPr>
          <p:spPr>
            <a:xfrm>
              <a:off x="7272202" y="2313857"/>
              <a:ext cx="460369" cy="460362"/>
            </a:xfrm>
            <a:custGeom>
              <a:avLst/>
              <a:gdLst/>
              <a:ahLst/>
              <a:cxnLst/>
              <a:rect l="l" t="t" r="r" b="b"/>
              <a:pathLst>
                <a:path w="460369" h="460362" extrusionOk="0">
                  <a:moveTo>
                    <a:pt x="445520" y="21098"/>
                  </a:moveTo>
                  <a:lnTo>
                    <a:pt x="439262" y="14840"/>
                  </a:lnTo>
                  <a:cubicBezTo>
                    <a:pt x="419543" y="-4879"/>
                    <a:pt x="387299" y="-5014"/>
                    <a:pt x="367445" y="14840"/>
                  </a:cubicBezTo>
                  <a:lnTo>
                    <a:pt x="345488" y="36797"/>
                  </a:lnTo>
                  <a:cubicBezTo>
                    <a:pt x="336622" y="34307"/>
                    <a:pt x="326596" y="36555"/>
                    <a:pt x="319520" y="43640"/>
                  </a:cubicBezTo>
                  <a:lnTo>
                    <a:pt x="186092" y="177067"/>
                  </a:lnTo>
                  <a:cubicBezTo>
                    <a:pt x="173657" y="189503"/>
                    <a:pt x="174700" y="204609"/>
                    <a:pt x="174628" y="205004"/>
                  </a:cubicBezTo>
                  <a:lnTo>
                    <a:pt x="76277" y="303355"/>
                  </a:lnTo>
                  <a:cubicBezTo>
                    <a:pt x="66557" y="313066"/>
                    <a:pt x="63994" y="327255"/>
                    <a:pt x="68562" y="339349"/>
                  </a:cubicBezTo>
                  <a:lnTo>
                    <a:pt x="16366" y="376880"/>
                  </a:lnTo>
                  <a:cubicBezTo>
                    <a:pt x="13497" y="378939"/>
                    <a:pt x="11546" y="382032"/>
                    <a:pt x="10925" y="385494"/>
                  </a:cubicBezTo>
                  <a:cubicBezTo>
                    <a:pt x="-818" y="450027"/>
                    <a:pt x="189" y="444291"/>
                    <a:pt x="55" y="445595"/>
                  </a:cubicBezTo>
                  <a:cubicBezTo>
                    <a:pt x="-737" y="454478"/>
                    <a:pt x="7185" y="461870"/>
                    <a:pt x="16302" y="460098"/>
                  </a:cubicBezTo>
                  <a:lnTo>
                    <a:pt x="74865" y="449443"/>
                  </a:lnTo>
                  <a:cubicBezTo>
                    <a:pt x="78327" y="448814"/>
                    <a:pt x="81420" y="446871"/>
                    <a:pt x="83479" y="444003"/>
                  </a:cubicBezTo>
                  <a:lnTo>
                    <a:pt x="121001" y="391824"/>
                  </a:lnTo>
                  <a:cubicBezTo>
                    <a:pt x="132835" y="396329"/>
                    <a:pt x="147086" y="394009"/>
                    <a:pt x="157004" y="384092"/>
                  </a:cubicBezTo>
                  <a:lnTo>
                    <a:pt x="255346" y="285741"/>
                  </a:lnTo>
                  <a:cubicBezTo>
                    <a:pt x="256218" y="285579"/>
                    <a:pt x="271045" y="286523"/>
                    <a:pt x="283292" y="274276"/>
                  </a:cubicBezTo>
                  <a:lnTo>
                    <a:pt x="387614" y="169955"/>
                  </a:lnTo>
                  <a:cubicBezTo>
                    <a:pt x="392433" y="183074"/>
                    <a:pt x="389574" y="198396"/>
                    <a:pt x="379062" y="208907"/>
                  </a:cubicBezTo>
                  <a:lnTo>
                    <a:pt x="308127" y="279851"/>
                  </a:lnTo>
                  <a:cubicBezTo>
                    <a:pt x="302175" y="285804"/>
                    <a:pt x="303317" y="294660"/>
                    <a:pt x="308586" y="299543"/>
                  </a:cubicBezTo>
                  <a:cubicBezTo>
                    <a:pt x="313837" y="304407"/>
                    <a:pt x="322217" y="304273"/>
                    <a:pt x="327369" y="299102"/>
                  </a:cubicBezTo>
                  <a:lnTo>
                    <a:pt x="398314" y="228167"/>
                  </a:lnTo>
                  <a:cubicBezTo>
                    <a:pt x="419570" y="206902"/>
                    <a:pt x="422780" y="174316"/>
                    <a:pt x="407935" y="149643"/>
                  </a:cubicBezTo>
                  <a:lnTo>
                    <a:pt x="416720" y="140858"/>
                  </a:lnTo>
                  <a:cubicBezTo>
                    <a:pt x="423760" y="133817"/>
                    <a:pt x="426062" y="123792"/>
                    <a:pt x="423562" y="114890"/>
                  </a:cubicBezTo>
                  <a:lnTo>
                    <a:pt x="445520" y="92932"/>
                  </a:lnTo>
                  <a:cubicBezTo>
                    <a:pt x="465320" y="73142"/>
                    <a:pt x="465320" y="40916"/>
                    <a:pt x="445520" y="21116"/>
                  </a:cubicBezTo>
                  <a:close/>
                  <a:moveTo>
                    <a:pt x="64597" y="423646"/>
                  </a:moveTo>
                  <a:cubicBezTo>
                    <a:pt x="64597" y="423646"/>
                    <a:pt x="64696" y="423511"/>
                    <a:pt x="64732" y="423457"/>
                  </a:cubicBezTo>
                  <a:cubicBezTo>
                    <a:pt x="64714" y="423484"/>
                    <a:pt x="64669" y="423547"/>
                    <a:pt x="64597" y="423646"/>
                  </a:cubicBezTo>
                  <a:lnTo>
                    <a:pt x="64597" y="423646"/>
                  </a:lnTo>
                  <a:close/>
                  <a:moveTo>
                    <a:pt x="64741" y="423439"/>
                  </a:moveTo>
                  <a:cubicBezTo>
                    <a:pt x="64741" y="423439"/>
                    <a:pt x="64741" y="423430"/>
                    <a:pt x="64741" y="423439"/>
                  </a:cubicBezTo>
                  <a:lnTo>
                    <a:pt x="64741" y="423439"/>
                  </a:lnTo>
                  <a:close/>
                  <a:moveTo>
                    <a:pt x="64597" y="423646"/>
                  </a:moveTo>
                  <a:lnTo>
                    <a:pt x="54041" y="425570"/>
                  </a:lnTo>
                  <a:lnTo>
                    <a:pt x="66467" y="413135"/>
                  </a:lnTo>
                  <a:cubicBezTo>
                    <a:pt x="71781" y="407821"/>
                    <a:pt x="71781" y="399198"/>
                    <a:pt x="66467" y="393893"/>
                  </a:cubicBezTo>
                  <a:cubicBezTo>
                    <a:pt x="61162" y="388578"/>
                    <a:pt x="52539" y="388578"/>
                    <a:pt x="47225" y="393893"/>
                  </a:cubicBezTo>
                  <a:lnTo>
                    <a:pt x="34789" y="406319"/>
                  </a:lnTo>
                  <a:lnTo>
                    <a:pt x="36714" y="395763"/>
                  </a:lnTo>
                  <a:cubicBezTo>
                    <a:pt x="36714" y="395763"/>
                    <a:pt x="36786" y="395709"/>
                    <a:pt x="36812" y="395691"/>
                  </a:cubicBezTo>
                  <a:cubicBezTo>
                    <a:pt x="36282" y="396068"/>
                    <a:pt x="36111" y="396194"/>
                    <a:pt x="88308" y="358663"/>
                  </a:cubicBezTo>
                  <a:lnTo>
                    <a:pt x="101696" y="372052"/>
                  </a:lnTo>
                  <a:cubicBezTo>
                    <a:pt x="67699" y="419339"/>
                    <a:pt x="64606" y="423646"/>
                    <a:pt x="64606" y="423646"/>
                  </a:cubicBezTo>
                  <a:close/>
                  <a:moveTo>
                    <a:pt x="137771" y="364831"/>
                  </a:moveTo>
                  <a:cubicBezTo>
                    <a:pt x="135190" y="367421"/>
                    <a:pt x="130973" y="367466"/>
                    <a:pt x="128339" y="364831"/>
                  </a:cubicBezTo>
                  <a:cubicBezTo>
                    <a:pt x="94989" y="330654"/>
                    <a:pt x="93937" y="332255"/>
                    <a:pt x="93595" y="327813"/>
                  </a:cubicBezTo>
                  <a:cubicBezTo>
                    <a:pt x="93451" y="325942"/>
                    <a:pt x="94098" y="324018"/>
                    <a:pt x="95528" y="322589"/>
                  </a:cubicBezTo>
                  <a:lnTo>
                    <a:pt x="185849" y="232258"/>
                  </a:lnTo>
                  <a:cubicBezTo>
                    <a:pt x="186011" y="232438"/>
                    <a:pt x="227975" y="274402"/>
                    <a:pt x="228101" y="274510"/>
                  </a:cubicBezTo>
                  <a:lnTo>
                    <a:pt x="137762" y="364831"/>
                  </a:lnTo>
                  <a:close/>
                  <a:moveTo>
                    <a:pt x="264068" y="255007"/>
                  </a:moveTo>
                  <a:cubicBezTo>
                    <a:pt x="259384" y="259692"/>
                    <a:pt x="251777" y="259692"/>
                    <a:pt x="247092" y="255007"/>
                  </a:cubicBezTo>
                  <a:lnTo>
                    <a:pt x="205343" y="213259"/>
                  </a:lnTo>
                  <a:cubicBezTo>
                    <a:pt x="200659" y="208574"/>
                    <a:pt x="200659" y="200967"/>
                    <a:pt x="205343" y="196283"/>
                  </a:cubicBezTo>
                  <a:cubicBezTo>
                    <a:pt x="205127" y="196498"/>
                    <a:pt x="309422" y="92204"/>
                    <a:pt x="338366" y="63260"/>
                  </a:cubicBezTo>
                  <a:lnTo>
                    <a:pt x="397082" y="121975"/>
                  </a:lnTo>
                  <a:cubicBezTo>
                    <a:pt x="390554" y="128503"/>
                    <a:pt x="271189" y="247868"/>
                    <a:pt x="264059" y="254998"/>
                  </a:cubicBezTo>
                  <a:close/>
                  <a:moveTo>
                    <a:pt x="425909" y="73663"/>
                  </a:moveTo>
                  <a:lnTo>
                    <a:pt x="406406" y="93175"/>
                  </a:lnTo>
                  <a:lnTo>
                    <a:pt x="366807" y="53576"/>
                  </a:lnTo>
                  <a:lnTo>
                    <a:pt x="386310" y="34073"/>
                  </a:lnTo>
                  <a:lnTo>
                    <a:pt x="386310" y="34073"/>
                  </a:lnTo>
                  <a:cubicBezTo>
                    <a:pt x="395445" y="24928"/>
                    <a:pt x="410480" y="24892"/>
                    <a:pt x="419642" y="34073"/>
                  </a:cubicBezTo>
                  <a:lnTo>
                    <a:pt x="425909" y="40322"/>
                  </a:lnTo>
                  <a:cubicBezTo>
                    <a:pt x="435099" y="49520"/>
                    <a:pt x="435099" y="64474"/>
                    <a:pt x="425909" y="73663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7B879D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82" name="Google Shape;1877;p72">
              <a:extLst>
                <a:ext uri="{FF2B5EF4-FFF2-40B4-BE49-F238E27FC236}">
                  <a16:creationId xmlns:a16="http://schemas.microsoft.com/office/drawing/2014/main" id="{64E7A52A-4996-9C1A-8220-7AA655FC7765}"/>
                </a:ext>
              </a:extLst>
            </p:cNvPr>
            <p:cNvSpPr/>
            <p:nvPr/>
          </p:nvSpPr>
          <p:spPr>
            <a:xfrm>
              <a:off x="7309123" y="2709467"/>
              <a:ext cx="899" cy="899"/>
            </a:xfrm>
            <a:custGeom>
              <a:avLst/>
              <a:gdLst/>
              <a:ahLst/>
              <a:cxnLst/>
              <a:rect l="l" t="t" r="r" b="b"/>
              <a:pathLst>
                <a:path w="899" h="899" extrusionOk="0"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7B879D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83" name="Google Shape;1878;p72">
              <a:extLst>
                <a:ext uri="{FF2B5EF4-FFF2-40B4-BE49-F238E27FC236}">
                  <a16:creationId xmlns:a16="http://schemas.microsoft.com/office/drawing/2014/main" id="{3C0272AA-24C1-4EC1-F2AE-DC2949E7B6A9}"/>
                </a:ext>
              </a:extLst>
            </p:cNvPr>
            <p:cNvSpPr/>
            <p:nvPr/>
          </p:nvSpPr>
          <p:spPr>
            <a:xfrm>
              <a:off x="7309015" y="2709503"/>
              <a:ext cx="63" cy="45"/>
            </a:xfrm>
            <a:custGeom>
              <a:avLst/>
              <a:gdLst/>
              <a:ahLst/>
              <a:cxnLst/>
              <a:rect l="l" t="t" r="r" b="b"/>
              <a:pathLst>
                <a:path w="63" h="45" extrusionOk="0">
                  <a:moveTo>
                    <a:pt x="0" y="45"/>
                  </a:moveTo>
                  <a:cubicBezTo>
                    <a:pt x="0" y="45"/>
                    <a:pt x="45" y="9"/>
                    <a:pt x="63" y="0"/>
                  </a:cubicBezTo>
                  <a:cubicBezTo>
                    <a:pt x="45" y="9"/>
                    <a:pt x="27" y="27"/>
                    <a:pt x="0" y="45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7B879D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84" name="Google Shape;1879;p72">
              <a:extLst>
                <a:ext uri="{FF2B5EF4-FFF2-40B4-BE49-F238E27FC236}">
                  <a16:creationId xmlns:a16="http://schemas.microsoft.com/office/drawing/2014/main" id="{3EB76AA4-87D7-C615-2217-FC9CCF2BE204}"/>
                </a:ext>
              </a:extLst>
            </p:cNvPr>
            <p:cNvSpPr/>
            <p:nvPr/>
          </p:nvSpPr>
          <p:spPr>
            <a:xfrm>
              <a:off x="7309069" y="2709467"/>
              <a:ext cx="54" cy="36"/>
            </a:xfrm>
            <a:custGeom>
              <a:avLst/>
              <a:gdLst/>
              <a:ahLst/>
              <a:cxnLst/>
              <a:rect l="l" t="t" r="r" b="b"/>
              <a:pathLst>
                <a:path w="54" h="36" extrusionOk="0">
                  <a:moveTo>
                    <a:pt x="0" y="36"/>
                  </a:moveTo>
                  <a:cubicBezTo>
                    <a:pt x="0" y="36"/>
                    <a:pt x="45" y="9"/>
                    <a:pt x="54" y="0"/>
                  </a:cubicBezTo>
                  <a:cubicBezTo>
                    <a:pt x="45" y="0"/>
                    <a:pt x="27" y="18"/>
                    <a:pt x="0" y="3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7B879D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085" name="Google Shape;1880;p72">
            <a:extLst>
              <a:ext uri="{FF2B5EF4-FFF2-40B4-BE49-F238E27FC236}">
                <a16:creationId xmlns:a16="http://schemas.microsoft.com/office/drawing/2014/main" id="{8E47EF2C-D97C-FD4B-CA43-35CA3F0F0E65}"/>
              </a:ext>
            </a:extLst>
          </p:cNvPr>
          <p:cNvGrpSpPr/>
          <p:nvPr/>
        </p:nvGrpSpPr>
        <p:grpSpPr>
          <a:xfrm>
            <a:off x="7089681" y="2325817"/>
            <a:ext cx="391137" cy="460373"/>
            <a:chOff x="8075725" y="2340835"/>
            <a:chExt cx="391137" cy="460373"/>
          </a:xfrm>
        </p:grpSpPr>
        <p:sp>
          <p:nvSpPr>
            <p:cNvPr id="1086" name="Google Shape;1881;p72">
              <a:extLst>
                <a:ext uri="{FF2B5EF4-FFF2-40B4-BE49-F238E27FC236}">
                  <a16:creationId xmlns:a16="http://schemas.microsoft.com/office/drawing/2014/main" id="{6A92A62B-CC21-31D3-4C6F-EFB1698DA563}"/>
                </a:ext>
              </a:extLst>
            </p:cNvPr>
            <p:cNvSpPr/>
            <p:nvPr/>
          </p:nvSpPr>
          <p:spPr>
            <a:xfrm>
              <a:off x="8075725" y="2340835"/>
              <a:ext cx="391137" cy="460373"/>
            </a:xfrm>
            <a:custGeom>
              <a:avLst/>
              <a:gdLst/>
              <a:ahLst/>
              <a:cxnLst/>
              <a:rect l="l" t="t" r="r" b="b"/>
              <a:pathLst>
                <a:path w="391137" h="460373" extrusionOk="0">
                  <a:moveTo>
                    <a:pt x="377425" y="145665"/>
                  </a:moveTo>
                  <a:lnTo>
                    <a:pt x="338986" y="145665"/>
                  </a:lnTo>
                  <a:lnTo>
                    <a:pt x="338986" y="13721"/>
                  </a:lnTo>
                  <a:cubicBezTo>
                    <a:pt x="338986" y="6141"/>
                    <a:pt x="332845" y="0"/>
                    <a:pt x="325265" y="0"/>
                  </a:cubicBezTo>
                  <a:lnTo>
                    <a:pt x="185462" y="0"/>
                  </a:lnTo>
                  <a:cubicBezTo>
                    <a:pt x="177882" y="0"/>
                    <a:pt x="171741" y="6141"/>
                    <a:pt x="171741" y="13721"/>
                  </a:cubicBezTo>
                  <a:lnTo>
                    <a:pt x="171741" y="55748"/>
                  </a:lnTo>
                  <a:lnTo>
                    <a:pt x="90151" y="55748"/>
                  </a:lnTo>
                  <a:cubicBezTo>
                    <a:pt x="82571" y="55748"/>
                    <a:pt x="76429" y="61890"/>
                    <a:pt x="76429" y="69470"/>
                  </a:cubicBezTo>
                  <a:lnTo>
                    <a:pt x="76429" y="145665"/>
                  </a:lnTo>
                  <a:lnTo>
                    <a:pt x="57700" y="145665"/>
                  </a:lnTo>
                  <a:cubicBezTo>
                    <a:pt x="25887" y="145665"/>
                    <a:pt x="0" y="171561"/>
                    <a:pt x="0" y="203374"/>
                  </a:cubicBezTo>
                  <a:lnTo>
                    <a:pt x="0" y="420361"/>
                  </a:lnTo>
                  <a:cubicBezTo>
                    <a:pt x="0" y="442435"/>
                    <a:pt x="17947" y="460373"/>
                    <a:pt x="40004" y="460373"/>
                  </a:cubicBezTo>
                  <a:lnTo>
                    <a:pt x="377425" y="460373"/>
                  </a:lnTo>
                  <a:cubicBezTo>
                    <a:pt x="384997" y="460373"/>
                    <a:pt x="391138" y="454241"/>
                    <a:pt x="391138" y="446661"/>
                  </a:cubicBezTo>
                  <a:lnTo>
                    <a:pt x="391138" y="159377"/>
                  </a:lnTo>
                  <a:cubicBezTo>
                    <a:pt x="391138" y="151797"/>
                    <a:pt x="384997" y="145665"/>
                    <a:pt x="377425" y="145665"/>
                  </a:cubicBezTo>
                  <a:close/>
                  <a:moveTo>
                    <a:pt x="198716" y="27874"/>
                  </a:moveTo>
                  <a:lnTo>
                    <a:pt x="311112" y="27874"/>
                  </a:lnTo>
                  <a:lnTo>
                    <a:pt x="311112" y="189724"/>
                  </a:lnTo>
                  <a:lnTo>
                    <a:pt x="243674" y="189724"/>
                  </a:lnTo>
                  <a:lnTo>
                    <a:pt x="243674" y="69470"/>
                  </a:lnTo>
                  <a:cubicBezTo>
                    <a:pt x="243674" y="61890"/>
                    <a:pt x="237533" y="55748"/>
                    <a:pt x="229953" y="55748"/>
                  </a:cubicBezTo>
                  <a:lnTo>
                    <a:pt x="198716" y="55748"/>
                  </a:lnTo>
                  <a:lnTo>
                    <a:pt x="198716" y="27874"/>
                  </a:lnTo>
                  <a:lnTo>
                    <a:pt x="198716" y="27874"/>
                  </a:lnTo>
                  <a:close/>
                  <a:moveTo>
                    <a:pt x="103404" y="82723"/>
                  </a:moveTo>
                  <a:lnTo>
                    <a:pt x="215800" y="82723"/>
                  </a:lnTo>
                  <a:lnTo>
                    <a:pt x="215800" y="189724"/>
                  </a:lnTo>
                  <a:lnTo>
                    <a:pt x="103404" y="189724"/>
                  </a:lnTo>
                  <a:cubicBezTo>
                    <a:pt x="103404" y="185058"/>
                    <a:pt x="103404" y="87192"/>
                    <a:pt x="103404" y="82723"/>
                  </a:cubicBezTo>
                  <a:close/>
                  <a:moveTo>
                    <a:pt x="364163" y="433398"/>
                  </a:moveTo>
                  <a:lnTo>
                    <a:pt x="40472" y="433398"/>
                  </a:lnTo>
                  <a:cubicBezTo>
                    <a:pt x="33512" y="433398"/>
                    <a:pt x="27874" y="427761"/>
                    <a:pt x="27874" y="420801"/>
                  </a:cubicBezTo>
                  <a:lnTo>
                    <a:pt x="27874" y="253061"/>
                  </a:lnTo>
                  <a:cubicBezTo>
                    <a:pt x="36677" y="258510"/>
                    <a:pt x="47063" y="261658"/>
                    <a:pt x="58150" y="261658"/>
                  </a:cubicBezTo>
                  <a:lnTo>
                    <a:pt x="364163" y="261658"/>
                  </a:lnTo>
                  <a:lnTo>
                    <a:pt x="364163" y="433398"/>
                  </a:lnTo>
                  <a:close/>
                  <a:moveTo>
                    <a:pt x="364163" y="233783"/>
                  </a:moveTo>
                  <a:lnTo>
                    <a:pt x="58212" y="233783"/>
                  </a:lnTo>
                  <a:cubicBezTo>
                    <a:pt x="41542" y="233783"/>
                    <a:pt x="27937" y="220278"/>
                    <a:pt x="27937" y="203661"/>
                  </a:cubicBezTo>
                  <a:cubicBezTo>
                    <a:pt x="27937" y="187045"/>
                    <a:pt x="41596" y="173539"/>
                    <a:pt x="58212" y="173539"/>
                  </a:cubicBezTo>
                  <a:lnTo>
                    <a:pt x="76429" y="173539"/>
                  </a:lnTo>
                  <a:lnTo>
                    <a:pt x="76429" y="189724"/>
                  </a:lnTo>
                  <a:lnTo>
                    <a:pt x="67636" y="189724"/>
                  </a:lnTo>
                  <a:cubicBezTo>
                    <a:pt x="58941" y="189724"/>
                    <a:pt x="52152" y="197943"/>
                    <a:pt x="54346" y="207141"/>
                  </a:cubicBezTo>
                  <a:cubicBezTo>
                    <a:pt x="55830" y="213354"/>
                    <a:pt x="61602" y="217598"/>
                    <a:pt x="67995" y="217598"/>
                  </a:cubicBezTo>
                  <a:lnTo>
                    <a:pt x="364163" y="217598"/>
                  </a:lnTo>
                  <a:cubicBezTo>
                    <a:pt x="364163" y="217598"/>
                    <a:pt x="364163" y="233783"/>
                    <a:pt x="364163" y="233783"/>
                  </a:cubicBezTo>
                  <a:close/>
                  <a:moveTo>
                    <a:pt x="364163" y="189724"/>
                  </a:moveTo>
                  <a:lnTo>
                    <a:pt x="338986" y="189724"/>
                  </a:lnTo>
                  <a:lnTo>
                    <a:pt x="338986" y="173539"/>
                  </a:lnTo>
                  <a:lnTo>
                    <a:pt x="364163" y="173539"/>
                  </a:lnTo>
                  <a:lnTo>
                    <a:pt x="364163" y="189724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7B879D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87" name="Google Shape;1882;p72">
              <a:extLst>
                <a:ext uri="{FF2B5EF4-FFF2-40B4-BE49-F238E27FC236}">
                  <a16:creationId xmlns:a16="http://schemas.microsoft.com/office/drawing/2014/main" id="{0418C293-37E6-FE7D-2005-C57939084566}"/>
                </a:ext>
              </a:extLst>
            </p:cNvPr>
            <p:cNvSpPr/>
            <p:nvPr/>
          </p:nvSpPr>
          <p:spPr>
            <a:xfrm>
              <a:off x="8346460" y="2695107"/>
              <a:ext cx="69689" cy="27874"/>
            </a:xfrm>
            <a:custGeom>
              <a:avLst/>
              <a:gdLst/>
              <a:ahLst/>
              <a:cxnLst/>
              <a:rect l="l" t="t" r="r" b="b"/>
              <a:pathLst>
                <a:path w="69689" h="27874" extrusionOk="0">
                  <a:moveTo>
                    <a:pt x="69241" y="10394"/>
                  </a:moveTo>
                  <a:cubicBezTo>
                    <a:pt x="67712" y="4217"/>
                    <a:pt x="61975" y="0"/>
                    <a:pt x="55609" y="0"/>
                  </a:cubicBezTo>
                  <a:lnTo>
                    <a:pt x="13933" y="0"/>
                  </a:lnTo>
                  <a:cubicBezTo>
                    <a:pt x="5103" y="0"/>
                    <a:pt x="-1820" y="8218"/>
                    <a:pt x="428" y="17444"/>
                  </a:cubicBezTo>
                  <a:cubicBezTo>
                    <a:pt x="1938" y="23639"/>
                    <a:pt x="7684" y="27874"/>
                    <a:pt x="14068" y="27874"/>
                  </a:cubicBezTo>
                  <a:lnTo>
                    <a:pt x="55753" y="27874"/>
                  </a:lnTo>
                  <a:cubicBezTo>
                    <a:pt x="64601" y="27874"/>
                    <a:pt x="71534" y="19620"/>
                    <a:pt x="69250" y="10394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7B879D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88" name="Google Shape;1883;p72">
              <a:extLst>
                <a:ext uri="{FF2B5EF4-FFF2-40B4-BE49-F238E27FC236}">
                  <a16:creationId xmlns:a16="http://schemas.microsoft.com/office/drawing/2014/main" id="{6A6D7443-33FF-57BC-08FA-C346BE27CAE3}"/>
                </a:ext>
              </a:extLst>
            </p:cNvPr>
            <p:cNvSpPr/>
            <p:nvPr/>
          </p:nvSpPr>
          <p:spPr>
            <a:xfrm>
              <a:off x="8311420" y="2731973"/>
              <a:ext cx="104987" cy="27874"/>
            </a:xfrm>
            <a:custGeom>
              <a:avLst/>
              <a:gdLst/>
              <a:ahLst/>
              <a:cxnLst/>
              <a:rect l="l" t="t" r="r" b="b"/>
              <a:pathLst>
                <a:path w="104987" h="27874" extrusionOk="0">
                  <a:moveTo>
                    <a:pt x="91054" y="0"/>
                  </a:moveTo>
                  <a:lnTo>
                    <a:pt x="14068" y="0"/>
                  </a:lnTo>
                  <a:cubicBezTo>
                    <a:pt x="7701" y="0"/>
                    <a:pt x="1956" y="4217"/>
                    <a:pt x="437" y="10394"/>
                  </a:cubicBezTo>
                  <a:cubicBezTo>
                    <a:pt x="-1839" y="19620"/>
                    <a:pt x="5094" y="27874"/>
                    <a:pt x="13933" y="27874"/>
                  </a:cubicBezTo>
                  <a:lnTo>
                    <a:pt x="90920" y="27874"/>
                  </a:lnTo>
                  <a:cubicBezTo>
                    <a:pt x="97286" y="27874"/>
                    <a:pt x="103031" y="23657"/>
                    <a:pt x="104551" y="17480"/>
                  </a:cubicBezTo>
                  <a:cubicBezTo>
                    <a:pt x="106826" y="8254"/>
                    <a:pt x="99902" y="0"/>
                    <a:pt x="9105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7B879D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089" name="Google Shape;1884;p72">
            <a:extLst>
              <a:ext uri="{FF2B5EF4-FFF2-40B4-BE49-F238E27FC236}">
                <a16:creationId xmlns:a16="http://schemas.microsoft.com/office/drawing/2014/main" id="{B9745AE0-5642-AB81-3A92-D927D35F2A9A}"/>
              </a:ext>
            </a:extLst>
          </p:cNvPr>
          <p:cNvGrpSpPr/>
          <p:nvPr/>
        </p:nvGrpSpPr>
        <p:grpSpPr>
          <a:xfrm>
            <a:off x="7863511" y="2325817"/>
            <a:ext cx="460373" cy="460373"/>
            <a:chOff x="8924721" y="2313858"/>
            <a:chExt cx="460373" cy="460373"/>
          </a:xfrm>
        </p:grpSpPr>
        <p:sp>
          <p:nvSpPr>
            <p:cNvPr id="1090" name="Google Shape;1885;p72">
              <a:extLst>
                <a:ext uri="{FF2B5EF4-FFF2-40B4-BE49-F238E27FC236}">
                  <a16:creationId xmlns:a16="http://schemas.microsoft.com/office/drawing/2014/main" id="{13C2146D-976B-B26F-0BF1-A33B25FD2528}"/>
                </a:ext>
              </a:extLst>
            </p:cNvPr>
            <p:cNvSpPr/>
            <p:nvPr/>
          </p:nvSpPr>
          <p:spPr>
            <a:xfrm>
              <a:off x="9001964" y="2601944"/>
              <a:ext cx="83408" cy="90478"/>
            </a:xfrm>
            <a:custGeom>
              <a:avLst/>
              <a:gdLst/>
              <a:ahLst/>
              <a:cxnLst/>
              <a:rect l="l" t="t" r="r" b="b"/>
              <a:pathLst>
                <a:path w="83408" h="90478" extrusionOk="0">
                  <a:moveTo>
                    <a:pt x="75047" y="36731"/>
                  </a:moveTo>
                  <a:cubicBezTo>
                    <a:pt x="53998" y="15682"/>
                    <a:pt x="28183" y="41461"/>
                    <a:pt x="22149" y="35427"/>
                  </a:cubicBezTo>
                  <a:cubicBezTo>
                    <a:pt x="19551" y="32829"/>
                    <a:pt x="22779" y="28243"/>
                    <a:pt x="25404" y="25608"/>
                  </a:cubicBezTo>
                  <a:cubicBezTo>
                    <a:pt x="31762" y="19251"/>
                    <a:pt x="36041" y="21158"/>
                    <a:pt x="39647" y="17552"/>
                  </a:cubicBezTo>
                  <a:cubicBezTo>
                    <a:pt x="44350" y="12849"/>
                    <a:pt x="40906" y="5512"/>
                    <a:pt x="38020" y="2626"/>
                  </a:cubicBezTo>
                  <a:cubicBezTo>
                    <a:pt x="29891" y="-5512"/>
                    <a:pt x="15630" y="7481"/>
                    <a:pt x="11450" y="11662"/>
                  </a:cubicBezTo>
                  <a:cubicBezTo>
                    <a:pt x="1100" y="22012"/>
                    <a:pt x="-6156" y="38934"/>
                    <a:pt x="7467" y="52556"/>
                  </a:cubicBezTo>
                  <a:cubicBezTo>
                    <a:pt x="27401" y="72500"/>
                    <a:pt x="52379" y="45876"/>
                    <a:pt x="60454" y="53941"/>
                  </a:cubicBezTo>
                  <a:cubicBezTo>
                    <a:pt x="63277" y="56765"/>
                    <a:pt x="60760" y="61171"/>
                    <a:pt x="57927" y="63994"/>
                  </a:cubicBezTo>
                  <a:cubicBezTo>
                    <a:pt x="50886" y="71034"/>
                    <a:pt x="42785" y="67087"/>
                    <a:pt x="38065" y="71808"/>
                  </a:cubicBezTo>
                  <a:cubicBezTo>
                    <a:pt x="32616" y="77248"/>
                    <a:pt x="35925" y="94871"/>
                    <a:pt x="54718" y="89458"/>
                  </a:cubicBezTo>
                  <a:cubicBezTo>
                    <a:pt x="75282" y="83533"/>
                    <a:pt x="95144" y="56818"/>
                    <a:pt x="75047" y="3673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7B879D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091" name="Google Shape;1886;p72">
              <a:extLst>
                <a:ext uri="{FF2B5EF4-FFF2-40B4-BE49-F238E27FC236}">
                  <a16:creationId xmlns:a16="http://schemas.microsoft.com/office/drawing/2014/main" id="{3293AE7A-0FD5-A6C5-FAE8-74799A8BFB78}"/>
                </a:ext>
              </a:extLst>
            </p:cNvPr>
            <p:cNvGrpSpPr/>
            <p:nvPr/>
          </p:nvGrpSpPr>
          <p:grpSpPr>
            <a:xfrm>
              <a:off x="9057475" y="2558693"/>
              <a:ext cx="89102" cy="89036"/>
              <a:chOff x="9057475" y="2558693"/>
              <a:chExt cx="89102" cy="89036"/>
            </a:xfrm>
          </p:grpSpPr>
          <p:sp>
            <p:nvSpPr>
              <p:cNvPr id="1095" name="Google Shape;1887;p72">
                <a:extLst>
                  <a:ext uri="{FF2B5EF4-FFF2-40B4-BE49-F238E27FC236}">
                    <a16:creationId xmlns:a16="http://schemas.microsoft.com/office/drawing/2014/main" id="{5F09CD6C-8AA4-8EEB-CA50-A1AB9B7A6F17}"/>
                  </a:ext>
                </a:extLst>
              </p:cNvPr>
              <p:cNvSpPr/>
              <p:nvPr/>
            </p:nvSpPr>
            <p:spPr>
              <a:xfrm>
                <a:off x="9058461" y="2579384"/>
                <a:ext cx="899" cy="899"/>
              </a:xfrm>
              <a:custGeom>
                <a:avLst/>
                <a:gdLst/>
                <a:ahLst/>
                <a:cxnLst/>
                <a:rect l="l" t="t" r="r" b="b"/>
                <a:pathLst>
                  <a:path w="899" h="899" extrusionOk="0"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rgbClr val="7B879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96" name="Google Shape;1888;p72">
                <a:extLst>
                  <a:ext uri="{FF2B5EF4-FFF2-40B4-BE49-F238E27FC236}">
                    <a16:creationId xmlns:a16="http://schemas.microsoft.com/office/drawing/2014/main" id="{17ACC94A-36D8-6CC7-6886-5ACBA475EC06}"/>
                  </a:ext>
                </a:extLst>
              </p:cNvPr>
              <p:cNvSpPr/>
              <p:nvPr/>
            </p:nvSpPr>
            <p:spPr>
              <a:xfrm>
                <a:off x="9058433" y="2579328"/>
                <a:ext cx="27" cy="56"/>
              </a:xfrm>
              <a:custGeom>
                <a:avLst/>
                <a:gdLst/>
                <a:ahLst/>
                <a:cxnLst/>
                <a:rect l="l" t="t" r="r" b="b"/>
                <a:pathLst>
                  <a:path w="27" h="56" extrusionOk="0">
                    <a:moveTo>
                      <a:pt x="28" y="56"/>
                    </a:moveTo>
                    <a:cubicBezTo>
                      <a:pt x="28" y="56"/>
                      <a:pt x="28" y="47"/>
                      <a:pt x="19" y="38"/>
                    </a:cubicBezTo>
                    <a:cubicBezTo>
                      <a:pt x="2" y="2"/>
                      <a:pt x="-17" y="-34"/>
                      <a:pt x="28" y="5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rgbClr val="7B879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97" name="Google Shape;1889;p72">
                <a:extLst>
                  <a:ext uri="{FF2B5EF4-FFF2-40B4-BE49-F238E27FC236}">
                    <a16:creationId xmlns:a16="http://schemas.microsoft.com/office/drawing/2014/main" id="{79343E1A-EE47-A286-CDE1-0E0F255F3193}"/>
                  </a:ext>
                </a:extLst>
              </p:cNvPr>
              <p:cNvSpPr/>
              <p:nvPr/>
            </p:nvSpPr>
            <p:spPr>
              <a:xfrm>
                <a:off x="9057475" y="2558693"/>
                <a:ext cx="89102" cy="89036"/>
              </a:xfrm>
              <a:custGeom>
                <a:avLst/>
                <a:gdLst/>
                <a:ahLst/>
                <a:cxnLst/>
                <a:rect l="l" t="t" r="r" b="b"/>
                <a:pathLst>
                  <a:path w="89102" h="89036" extrusionOk="0">
                    <a:moveTo>
                      <a:pt x="87090" y="36525"/>
                    </a:moveTo>
                    <a:cubicBezTo>
                      <a:pt x="86057" y="35491"/>
                      <a:pt x="88854" y="37254"/>
                      <a:pt x="20615" y="954"/>
                    </a:cubicBezTo>
                    <a:cubicBezTo>
                      <a:pt x="16344" y="-1276"/>
                      <a:pt x="10383" y="478"/>
                      <a:pt x="5429" y="5432"/>
                    </a:cubicBezTo>
                    <a:cubicBezTo>
                      <a:pt x="474" y="10386"/>
                      <a:pt x="-1279" y="16348"/>
                      <a:pt x="960" y="20637"/>
                    </a:cubicBezTo>
                    <a:cubicBezTo>
                      <a:pt x="960" y="20655"/>
                      <a:pt x="969" y="20664"/>
                      <a:pt x="978" y="20673"/>
                    </a:cubicBezTo>
                    <a:cubicBezTo>
                      <a:pt x="978" y="20691"/>
                      <a:pt x="986" y="20700"/>
                      <a:pt x="995" y="20700"/>
                    </a:cubicBezTo>
                    <a:cubicBezTo>
                      <a:pt x="995" y="20700"/>
                      <a:pt x="995" y="20700"/>
                      <a:pt x="995" y="20700"/>
                    </a:cubicBezTo>
                    <a:cubicBezTo>
                      <a:pt x="1346" y="21356"/>
                      <a:pt x="5024" y="28253"/>
                      <a:pt x="35532" y="85530"/>
                    </a:cubicBezTo>
                    <a:cubicBezTo>
                      <a:pt x="39183" y="91626"/>
                      <a:pt x="48381" y="88875"/>
                      <a:pt x="53165" y="84100"/>
                    </a:cubicBezTo>
                    <a:cubicBezTo>
                      <a:pt x="57248" y="80018"/>
                      <a:pt x="56276" y="76574"/>
                      <a:pt x="55324" y="74857"/>
                    </a:cubicBezTo>
                    <a:lnTo>
                      <a:pt x="48777" y="63419"/>
                    </a:lnTo>
                    <a:lnTo>
                      <a:pt x="63497" y="48700"/>
                    </a:lnTo>
                    <a:lnTo>
                      <a:pt x="74961" y="55264"/>
                    </a:lnTo>
                    <a:cubicBezTo>
                      <a:pt x="83440" y="59976"/>
                      <a:pt x="93430" y="42864"/>
                      <a:pt x="87109" y="36543"/>
                    </a:cubicBezTo>
                    <a:close/>
                    <a:moveTo>
                      <a:pt x="39264" y="46956"/>
                    </a:moveTo>
                    <a:lnTo>
                      <a:pt x="29005" y="29008"/>
                    </a:lnTo>
                    <a:lnTo>
                      <a:pt x="46952" y="39268"/>
                    </a:lnTo>
                    <a:lnTo>
                      <a:pt x="39273" y="46956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rgbClr val="7B879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092" name="Google Shape;1890;p72">
              <a:extLst>
                <a:ext uri="{FF2B5EF4-FFF2-40B4-BE49-F238E27FC236}">
                  <a16:creationId xmlns:a16="http://schemas.microsoft.com/office/drawing/2014/main" id="{C91E23A6-CF49-808D-EA0D-D5D5341A1BE7}"/>
                </a:ext>
              </a:extLst>
            </p:cNvPr>
            <p:cNvSpPr/>
            <p:nvPr/>
          </p:nvSpPr>
          <p:spPr>
            <a:xfrm>
              <a:off x="9099712" y="2519377"/>
              <a:ext cx="93941" cy="71606"/>
            </a:xfrm>
            <a:custGeom>
              <a:avLst/>
              <a:gdLst/>
              <a:ahLst/>
              <a:cxnLst/>
              <a:rect l="l" t="t" r="r" b="b"/>
              <a:pathLst>
                <a:path w="93941" h="71606" extrusionOk="0">
                  <a:moveTo>
                    <a:pt x="77781" y="27979"/>
                  </a:moveTo>
                  <a:lnTo>
                    <a:pt x="60832" y="44928"/>
                  </a:lnTo>
                  <a:lnTo>
                    <a:pt x="17833" y="1930"/>
                  </a:lnTo>
                  <a:cubicBezTo>
                    <a:pt x="14534" y="-1370"/>
                    <a:pt x="9283" y="-381"/>
                    <a:pt x="4454" y="4457"/>
                  </a:cubicBezTo>
                  <a:cubicBezTo>
                    <a:pt x="-375" y="9294"/>
                    <a:pt x="-1372" y="14536"/>
                    <a:pt x="1928" y="17836"/>
                  </a:cubicBezTo>
                  <a:cubicBezTo>
                    <a:pt x="56552" y="71400"/>
                    <a:pt x="53333" y="71606"/>
                    <a:pt x="58611" y="71606"/>
                  </a:cubicBezTo>
                  <a:cubicBezTo>
                    <a:pt x="61156" y="71606"/>
                    <a:pt x="63943" y="70366"/>
                    <a:pt x="66335" y="67974"/>
                  </a:cubicBezTo>
                  <a:lnTo>
                    <a:pt x="92051" y="42258"/>
                  </a:lnTo>
                  <a:cubicBezTo>
                    <a:pt x="99064" y="35244"/>
                    <a:pt x="84821" y="20938"/>
                    <a:pt x="77772" y="27979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7B879D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93" name="Google Shape;1891;p72">
              <a:extLst>
                <a:ext uri="{FF2B5EF4-FFF2-40B4-BE49-F238E27FC236}">
                  <a16:creationId xmlns:a16="http://schemas.microsoft.com/office/drawing/2014/main" id="{68CB9176-5930-4F26-2D96-9600B5A6621D}"/>
                </a:ext>
              </a:extLst>
            </p:cNvPr>
            <p:cNvSpPr/>
            <p:nvPr/>
          </p:nvSpPr>
          <p:spPr>
            <a:xfrm>
              <a:off x="9145791" y="2447596"/>
              <a:ext cx="97322" cy="97323"/>
            </a:xfrm>
            <a:custGeom>
              <a:avLst/>
              <a:gdLst/>
              <a:ahLst/>
              <a:cxnLst/>
              <a:rect l="l" t="t" r="r" b="b"/>
              <a:pathLst>
                <a:path w="97322" h="97323" extrusionOk="0">
                  <a:moveTo>
                    <a:pt x="81030" y="50441"/>
                  </a:moveTo>
                  <a:lnTo>
                    <a:pt x="60826" y="70645"/>
                  </a:lnTo>
                  <a:lnTo>
                    <a:pt x="50198" y="60017"/>
                  </a:lnTo>
                  <a:lnTo>
                    <a:pt x="60799" y="49416"/>
                  </a:lnTo>
                  <a:cubicBezTo>
                    <a:pt x="68092" y="42133"/>
                    <a:pt x="55008" y="29257"/>
                    <a:pt x="47824" y="36441"/>
                  </a:cubicBezTo>
                  <a:lnTo>
                    <a:pt x="37223" y="47042"/>
                  </a:lnTo>
                  <a:lnTo>
                    <a:pt x="26675" y="36495"/>
                  </a:lnTo>
                  <a:lnTo>
                    <a:pt x="46879" y="16291"/>
                  </a:lnTo>
                  <a:cubicBezTo>
                    <a:pt x="50467" y="12703"/>
                    <a:pt x="48750" y="7308"/>
                    <a:pt x="45091" y="3639"/>
                  </a:cubicBezTo>
                  <a:cubicBezTo>
                    <a:pt x="40937" y="-515"/>
                    <a:pt x="35802" y="-1189"/>
                    <a:pt x="32601" y="2012"/>
                  </a:cubicBezTo>
                  <a:lnTo>
                    <a:pt x="3630" y="30983"/>
                  </a:lnTo>
                  <a:cubicBezTo>
                    <a:pt x="-506" y="35119"/>
                    <a:pt x="-1190" y="40442"/>
                    <a:pt x="2003" y="43634"/>
                  </a:cubicBezTo>
                  <a:cubicBezTo>
                    <a:pt x="56250" y="96829"/>
                    <a:pt x="53282" y="97323"/>
                    <a:pt x="58605" y="97323"/>
                  </a:cubicBezTo>
                  <a:cubicBezTo>
                    <a:pt x="61149" y="97323"/>
                    <a:pt x="63937" y="96083"/>
                    <a:pt x="66329" y="93691"/>
                  </a:cubicBezTo>
                  <a:lnTo>
                    <a:pt x="95300" y="64720"/>
                  </a:lnTo>
                  <a:cubicBezTo>
                    <a:pt x="102637" y="57383"/>
                    <a:pt x="88188" y="43275"/>
                    <a:pt x="81021" y="5044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7B879D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94" name="Google Shape;1892;p72">
              <a:extLst>
                <a:ext uri="{FF2B5EF4-FFF2-40B4-BE49-F238E27FC236}">
                  <a16:creationId xmlns:a16="http://schemas.microsoft.com/office/drawing/2014/main" id="{508B5D27-C166-C9CB-A2AA-0E4D91D833B2}"/>
                </a:ext>
              </a:extLst>
            </p:cNvPr>
            <p:cNvSpPr/>
            <p:nvPr/>
          </p:nvSpPr>
          <p:spPr>
            <a:xfrm>
              <a:off x="8924721" y="2313858"/>
              <a:ext cx="460373" cy="460373"/>
            </a:xfrm>
            <a:custGeom>
              <a:avLst/>
              <a:gdLst/>
              <a:ahLst/>
              <a:cxnLst/>
              <a:rect l="l" t="t" r="r" b="b"/>
              <a:pathLst>
                <a:path w="460373" h="460373" extrusionOk="0">
                  <a:moveTo>
                    <a:pt x="456388" y="3986"/>
                  </a:moveTo>
                  <a:cubicBezTo>
                    <a:pt x="451074" y="-1329"/>
                    <a:pt x="442451" y="-1329"/>
                    <a:pt x="437137" y="3986"/>
                  </a:cubicBezTo>
                  <a:lnTo>
                    <a:pt x="383771" y="57351"/>
                  </a:lnTo>
                  <a:lnTo>
                    <a:pt x="360815" y="34395"/>
                  </a:lnTo>
                  <a:cubicBezTo>
                    <a:pt x="357677" y="31257"/>
                    <a:pt x="353208" y="29846"/>
                    <a:pt x="348839" y="30610"/>
                  </a:cubicBezTo>
                  <a:cubicBezTo>
                    <a:pt x="249696" y="48827"/>
                    <a:pt x="252016" y="45608"/>
                    <a:pt x="246612" y="51012"/>
                  </a:cubicBezTo>
                  <a:lnTo>
                    <a:pt x="9772" y="287853"/>
                  </a:lnTo>
                  <a:cubicBezTo>
                    <a:pt x="-3257" y="300872"/>
                    <a:pt x="-3257" y="321958"/>
                    <a:pt x="9772" y="334987"/>
                  </a:cubicBezTo>
                  <a:lnTo>
                    <a:pt x="125386" y="450602"/>
                  </a:lnTo>
                  <a:cubicBezTo>
                    <a:pt x="138416" y="463631"/>
                    <a:pt x="159492" y="463631"/>
                    <a:pt x="172521" y="450602"/>
                  </a:cubicBezTo>
                  <a:cubicBezTo>
                    <a:pt x="421231" y="200633"/>
                    <a:pt x="411735" y="214525"/>
                    <a:pt x="413147" y="206478"/>
                  </a:cubicBezTo>
                  <a:lnTo>
                    <a:pt x="429764" y="111526"/>
                  </a:lnTo>
                  <a:cubicBezTo>
                    <a:pt x="430528" y="107156"/>
                    <a:pt x="429116" y="102687"/>
                    <a:pt x="425978" y="99549"/>
                  </a:cubicBezTo>
                  <a:lnTo>
                    <a:pt x="403023" y="76593"/>
                  </a:lnTo>
                  <a:lnTo>
                    <a:pt x="456388" y="23228"/>
                  </a:lnTo>
                  <a:cubicBezTo>
                    <a:pt x="461702" y="17914"/>
                    <a:pt x="461702" y="9291"/>
                    <a:pt x="456388" y="3977"/>
                  </a:cubicBezTo>
                  <a:close/>
                  <a:moveTo>
                    <a:pt x="387071" y="197549"/>
                  </a:moveTo>
                  <a:lnTo>
                    <a:pt x="153270" y="431351"/>
                  </a:lnTo>
                  <a:cubicBezTo>
                    <a:pt x="150887" y="433733"/>
                    <a:pt x="147021" y="433733"/>
                    <a:pt x="144638" y="431351"/>
                  </a:cubicBezTo>
                  <a:lnTo>
                    <a:pt x="29023" y="315736"/>
                  </a:lnTo>
                  <a:cubicBezTo>
                    <a:pt x="26640" y="313353"/>
                    <a:pt x="26640" y="309486"/>
                    <a:pt x="29023" y="307104"/>
                  </a:cubicBezTo>
                  <a:lnTo>
                    <a:pt x="262825" y="73302"/>
                  </a:lnTo>
                  <a:lnTo>
                    <a:pt x="346564" y="58646"/>
                  </a:lnTo>
                  <a:lnTo>
                    <a:pt x="364520" y="76602"/>
                  </a:lnTo>
                  <a:lnTo>
                    <a:pt x="354548" y="86574"/>
                  </a:lnTo>
                  <a:cubicBezTo>
                    <a:pt x="342670" y="81979"/>
                    <a:pt x="328464" y="84317"/>
                    <a:pt x="318609" y="94172"/>
                  </a:cubicBezTo>
                  <a:cubicBezTo>
                    <a:pt x="305454" y="107327"/>
                    <a:pt x="305454" y="128619"/>
                    <a:pt x="318609" y="141765"/>
                  </a:cubicBezTo>
                  <a:cubicBezTo>
                    <a:pt x="331764" y="154920"/>
                    <a:pt x="353056" y="154920"/>
                    <a:pt x="366202" y="141765"/>
                  </a:cubicBezTo>
                  <a:cubicBezTo>
                    <a:pt x="376039" y="131928"/>
                    <a:pt x="378404" y="117730"/>
                    <a:pt x="373800" y="105825"/>
                  </a:cubicBezTo>
                  <a:lnTo>
                    <a:pt x="383771" y="95853"/>
                  </a:lnTo>
                  <a:lnTo>
                    <a:pt x="401719" y="113801"/>
                  </a:lnTo>
                  <a:lnTo>
                    <a:pt x="387062" y="197540"/>
                  </a:lnTo>
                  <a:close/>
                  <a:moveTo>
                    <a:pt x="348829" y="117973"/>
                  </a:moveTo>
                  <a:cubicBezTo>
                    <a:pt x="348829" y="121525"/>
                    <a:pt x="345952" y="124402"/>
                    <a:pt x="342401" y="124402"/>
                  </a:cubicBezTo>
                  <a:cubicBezTo>
                    <a:pt x="338849" y="124402"/>
                    <a:pt x="335972" y="121525"/>
                    <a:pt x="335972" y="117973"/>
                  </a:cubicBezTo>
                  <a:cubicBezTo>
                    <a:pt x="335972" y="114421"/>
                    <a:pt x="338849" y="111544"/>
                    <a:pt x="342401" y="111544"/>
                  </a:cubicBezTo>
                  <a:cubicBezTo>
                    <a:pt x="343398" y="111544"/>
                    <a:pt x="348829" y="114421"/>
                    <a:pt x="348829" y="117973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7B879D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098" name="Google Shape;1893;p72">
            <a:extLst>
              <a:ext uri="{FF2B5EF4-FFF2-40B4-BE49-F238E27FC236}">
                <a16:creationId xmlns:a16="http://schemas.microsoft.com/office/drawing/2014/main" id="{2C039B21-593B-4C6B-E2A8-B3C579B986E8}"/>
              </a:ext>
            </a:extLst>
          </p:cNvPr>
          <p:cNvGrpSpPr/>
          <p:nvPr/>
        </p:nvGrpSpPr>
        <p:grpSpPr>
          <a:xfrm>
            <a:off x="7863509" y="1570492"/>
            <a:ext cx="460377" cy="459474"/>
            <a:chOff x="8858896" y="1485728"/>
            <a:chExt cx="460377" cy="459474"/>
          </a:xfrm>
        </p:grpSpPr>
        <p:sp>
          <p:nvSpPr>
            <p:cNvPr id="1099" name="Google Shape;1894;p72">
              <a:extLst>
                <a:ext uri="{FF2B5EF4-FFF2-40B4-BE49-F238E27FC236}">
                  <a16:creationId xmlns:a16="http://schemas.microsoft.com/office/drawing/2014/main" id="{3C598F91-0995-BE5E-BCC3-C760B4B6EC57}"/>
                </a:ext>
              </a:extLst>
            </p:cNvPr>
            <p:cNvSpPr/>
            <p:nvPr/>
          </p:nvSpPr>
          <p:spPr>
            <a:xfrm>
              <a:off x="8920043" y="1741091"/>
              <a:ext cx="188825" cy="151959"/>
            </a:xfrm>
            <a:custGeom>
              <a:avLst/>
              <a:gdLst/>
              <a:ahLst/>
              <a:cxnLst/>
              <a:rect l="l" t="t" r="r" b="b"/>
              <a:pathLst>
                <a:path w="188825" h="151959" extrusionOk="0">
                  <a:moveTo>
                    <a:pt x="175212" y="0"/>
                  </a:moveTo>
                  <a:lnTo>
                    <a:pt x="13614" y="0"/>
                  </a:lnTo>
                  <a:cubicBezTo>
                    <a:pt x="6097" y="0"/>
                    <a:pt x="0" y="6096"/>
                    <a:pt x="0" y="13613"/>
                  </a:cubicBezTo>
                  <a:lnTo>
                    <a:pt x="0" y="138346"/>
                  </a:lnTo>
                  <a:cubicBezTo>
                    <a:pt x="0" y="145863"/>
                    <a:pt x="6097" y="151959"/>
                    <a:pt x="13614" y="151959"/>
                  </a:cubicBezTo>
                  <a:lnTo>
                    <a:pt x="175212" y="151959"/>
                  </a:lnTo>
                  <a:cubicBezTo>
                    <a:pt x="182729" y="151959"/>
                    <a:pt x="188826" y="145863"/>
                    <a:pt x="188826" y="138346"/>
                  </a:cubicBezTo>
                  <a:lnTo>
                    <a:pt x="188826" y="13613"/>
                  </a:lnTo>
                  <a:cubicBezTo>
                    <a:pt x="188826" y="6096"/>
                    <a:pt x="182729" y="0"/>
                    <a:pt x="175212" y="0"/>
                  </a:cubicBezTo>
                  <a:close/>
                  <a:moveTo>
                    <a:pt x="160951" y="124984"/>
                  </a:moveTo>
                  <a:lnTo>
                    <a:pt x="26975" y="124984"/>
                  </a:lnTo>
                  <a:lnTo>
                    <a:pt x="26975" y="27874"/>
                  </a:lnTo>
                  <a:lnTo>
                    <a:pt x="160951" y="27874"/>
                  </a:lnTo>
                  <a:lnTo>
                    <a:pt x="160951" y="124984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7B879D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00" name="Google Shape;1895;p72">
              <a:extLst>
                <a:ext uri="{FF2B5EF4-FFF2-40B4-BE49-F238E27FC236}">
                  <a16:creationId xmlns:a16="http://schemas.microsoft.com/office/drawing/2014/main" id="{E81BAD0A-5740-8DFB-B014-00BAEB29E935}"/>
                </a:ext>
              </a:extLst>
            </p:cNvPr>
            <p:cNvSpPr/>
            <p:nvPr/>
          </p:nvSpPr>
          <p:spPr>
            <a:xfrm>
              <a:off x="8858896" y="1485728"/>
              <a:ext cx="460377" cy="459474"/>
            </a:xfrm>
            <a:custGeom>
              <a:avLst/>
              <a:gdLst/>
              <a:ahLst/>
              <a:cxnLst/>
              <a:rect l="l" t="t" r="r" b="b"/>
              <a:pathLst>
                <a:path w="460377" h="459474" extrusionOk="0">
                  <a:moveTo>
                    <a:pt x="403730" y="73696"/>
                  </a:moveTo>
                  <a:lnTo>
                    <a:pt x="403730" y="27227"/>
                  </a:lnTo>
                  <a:cubicBezTo>
                    <a:pt x="403730" y="12193"/>
                    <a:pt x="391537" y="0"/>
                    <a:pt x="376503" y="0"/>
                  </a:cubicBezTo>
                  <a:lnTo>
                    <a:pt x="82835" y="0"/>
                  </a:lnTo>
                  <a:cubicBezTo>
                    <a:pt x="67909" y="0"/>
                    <a:pt x="55752" y="12211"/>
                    <a:pt x="55752" y="27227"/>
                  </a:cubicBezTo>
                  <a:lnTo>
                    <a:pt x="55752" y="74235"/>
                  </a:lnTo>
                  <a:cubicBezTo>
                    <a:pt x="-1462" y="148039"/>
                    <a:pt x="3" y="144487"/>
                    <a:pt x="3" y="150835"/>
                  </a:cubicBezTo>
                  <a:lnTo>
                    <a:pt x="3" y="177819"/>
                  </a:lnTo>
                  <a:cubicBezTo>
                    <a:pt x="3" y="195641"/>
                    <a:pt x="6828" y="211880"/>
                    <a:pt x="17987" y="223991"/>
                  </a:cubicBezTo>
                  <a:lnTo>
                    <a:pt x="17987" y="445861"/>
                  </a:lnTo>
                  <a:cubicBezTo>
                    <a:pt x="17987" y="453378"/>
                    <a:pt x="24083" y="459474"/>
                    <a:pt x="31600" y="459474"/>
                  </a:cubicBezTo>
                  <a:lnTo>
                    <a:pt x="428780" y="459474"/>
                  </a:lnTo>
                  <a:cubicBezTo>
                    <a:pt x="436298" y="459474"/>
                    <a:pt x="442394" y="453378"/>
                    <a:pt x="442394" y="445861"/>
                  </a:cubicBezTo>
                  <a:lnTo>
                    <a:pt x="442394" y="224198"/>
                  </a:lnTo>
                  <a:cubicBezTo>
                    <a:pt x="453543" y="212069"/>
                    <a:pt x="460377" y="195749"/>
                    <a:pt x="460377" y="177819"/>
                  </a:cubicBezTo>
                  <a:lnTo>
                    <a:pt x="460377" y="150835"/>
                  </a:lnTo>
                  <a:cubicBezTo>
                    <a:pt x="460377" y="144163"/>
                    <a:pt x="460889" y="146807"/>
                    <a:pt x="403730" y="73696"/>
                  </a:cubicBezTo>
                  <a:close/>
                  <a:moveTo>
                    <a:pt x="383624" y="92614"/>
                  </a:moveTo>
                  <a:lnTo>
                    <a:pt x="418656" y="137573"/>
                  </a:lnTo>
                  <a:lnTo>
                    <a:pt x="347910" y="137573"/>
                  </a:lnTo>
                  <a:lnTo>
                    <a:pt x="330393" y="92614"/>
                  </a:lnTo>
                  <a:cubicBezTo>
                    <a:pt x="330393" y="92614"/>
                    <a:pt x="383624" y="92614"/>
                    <a:pt x="383624" y="92614"/>
                  </a:cubicBezTo>
                  <a:close/>
                  <a:moveTo>
                    <a:pt x="83626" y="26975"/>
                  </a:moveTo>
                  <a:lnTo>
                    <a:pt x="376755" y="26975"/>
                  </a:lnTo>
                  <a:lnTo>
                    <a:pt x="376755" y="64740"/>
                  </a:lnTo>
                  <a:lnTo>
                    <a:pt x="83626" y="64740"/>
                  </a:lnTo>
                  <a:cubicBezTo>
                    <a:pt x="83626" y="64740"/>
                    <a:pt x="83626" y="26975"/>
                    <a:pt x="83626" y="26975"/>
                  </a:cubicBezTo>
                  <a:close/>
                  <a:moveTo>
                    <a:pt x="243804" y="164548"/>
                  </a:moveTo>
                  <a:lnTo>
                    <a:pt x="324864" y="164548"/>
                  </a:lnTo>
                  <a:cubicBezTo>
                    <a:pt x="324540" y="175634"/>
                    <a:pt x="325754" y="180957"/>
                    <a:pt x="323102" y="189643"/>
                  </a:cubicBezTo>
                  <a:cubicBezTo>
                    <a:pt x="318048" y="206296"/>
                    <a:pt x="302510" y="218363"/>
                    <a:pt x="284330" y="218363"/>
                  </a:cubicBezTo>
                  <a:cubicBezTo>
                    <a:pt x="266148" y="218363"/>
                    <a:pt x="250592" y="206197"/>
                    <a:pt x="245566" y="189643"/>
                  </a:cubicBezTo>
                  <a:cubicBezTo>
                    <a:pt x="242905" y="180948"/>
                    <a:pt x="244128" y="175679"/>
                    <a:pt x="243804" y="164548"/>
                  </a:cubicBezTo>
                  <a:close/>
                  <a:moveTo>
                    <a:pt x="243678" y="137573"/>
                  </a:moveTo>
                  <a:lnTo>
                    <a:pt x="243678" y="92614"/>
                  </a:lnTo>
                  <a:lnTo>
                    <a:pt x="300532" y="92614"/>
                  </a:lnTo>
                  <a:lnTo>
                    <a:pt x="318048" y="137573"/>
                  </a:lnTo>
                  <a:lnTo>
                    <a:pt x="243678" y="137573"/>
                  </a:lnTo>
                  <a:close/>
                  <a:moveTo>
                    <a:pt x="135418" y="164548"/>
                  </a:moveTo>
                  <a:lnTo>
                    <a:pt x="216685" y="164548"/>
                  </a:lnTo>
                  <a:cubicBezTo>
                    <a:pt x="216362" y="175661"/>
                    <a:pt x="217584" y="181002"/>
                    <a:pt x="214922" y="189706"/>
                  </a:cubicBezTo>
                  <a:cubicBezTo>
                    <a:pt x="209879" y="206305"/>
                    <a:pt x="194386" y="218498"/>
                    <a:pt x="176061" y="218498"/>
                  </a:cubicBezTo>
                  <a:lnTo>
                    <a:pt x="176052" y="218498"/>
                  </a:lnTo>
                  <a:cubicBezTo>
                    <a:pt x="157717" y="218498"/>
                    <a:pt x="142225" y="206296"/>
                    <a:pt x="137189" y="189706"/>
                  </a:cubicBezTo>
                  <a:cubicBezTo>
                    <a:pt x="134519" y="180993"/>
                    <a:pt x="135742" y="175706"/>
                    <a:pt x="135427" y="164548"/>
                  </a:cubicBezTo>
                  <a:close/>
                  <a:moveTo>
                    <a:pt x="142342" y="137573"/>
                  </a:moveTo>
                  <a:lnTo>
                    <a:pt x="159857" y="92614"/>
                  </a:lnTo>
                  <a:lnTo>
                    <a:pt x="216712" y="92614"/>
                  </a:lnTo>
                  <a:lnTo>
                    <a:pt x="216712" y="137573"/>
                  </a:lnTo>
                  <a:lnTo>
                    <a:pt x="142342" y="137573"/>
                  </a:lnTo>
                  <a:close/>
                  <a:moveTo>
                    <a:pt x="76757" y="92614"/>
                  </a:moveTo>
                  <a:lnTo>
                    <a:pt x="129987" y="92614"/>
                  </a:lnTo>
                  <a:lnTo>
                    <a:pt x="112471" y="137573"/>
                  </a:lnTo>
                  <a:lnTo>
                    <a:pt x="41725" y="137573"/>
                  </a:lnTo>
                  <a:lnTo>
                    <a:pt x="76757" y="92614"/>
                  </a:lnTo>
                  <a:close/>
                  <a:moveTo>
                    <a:pt x="31834" y="196576"/>
                  </a:moveTo>
                  <a:cubicBezTo>
                    <a:pt x="25252" y="184024"/>
                    <a:pt x="27824" y="174007"/>
                    <a:pt x="27231" y="164548"/>
                  </a:cubicBezTo>
                  <a:lnTo>
                    <a:pt x="108290" y="164548"/>
                  </a:lnTo>
                  <a:cubicBezTo>
                    <a:pt x="107967" y="175634"/>
                    <a:pt x="109189" y="180957"/>
                    <a:pt x="106528" y="189643"/>
                  </a:cubicBezTo>
                  <a:cubicBezTo>
                    <a:pt x="96062" y="224090"/>
                    <a:pt x="48739" y="228865"/>
                    <a:pt x="31834" y="196576"/>
                  </a:cubicBezTo>
                  <a:close/>
                  <a:moveTo>
                    <a:pt x="367763" y="432499"/>
                  </a:moveTo>
                  <a:lnTo>
                    <a:pt x="300326" y="432499"/>
                  </a:lnTo>
                  <a:lnTo>
                    <a:pt x="300326" y="283238"/>
                  </a:lnTo>
                  <a:lnTo>
                    <a:pt x="367763" y="283238"/>
                  </a:lnTo>
                  <a:lnTo>
                    <a:pt x="367763" y="432499"/>
                  </a:lnTo>
                  <a:close/>
                  <a:moveTo>
                    <a:pt x="414520" y="432499"/>
                  </a:moveTo>
                  <a:lnTo>
                    <a:pt x="394738" y="432499"/>
                  </a:lnTo>
                  <a:lnTo>
                    <a:pt x="394738" y="268977"/>
                  </a:lnTo>
                  <a:cubicBezTo>
                    <a:pt x="394738" y="261460"/>
                    <a:pt x="388642" y="255363"/>
                    <a:pt x="381124" y="255363"/>
                  </a:cubicBezTo>
                  <a:lnTo>
                    <a:pt x="286065" y="255363"/>
                  </a:lnTo>
                  <a:cubicBezTo>
                    <a:pt x="278547" y="255363"/>
                    <a:pt x="272452" y="261460"/>
                    <a:pt x="272452" y="268977"/>
                  </a:cubicBezTo>
                  <a:lnTo>
                    <a:pt x="272452" y="432499"/>
                  </a:lnTo>
                  <a:lnTo>
                    <a:pt x="44962" y="432499"/>
                  </a:lnTo>
                  <a:cubicBezTo>
                    <a:pt x="44962" y="432499"/>
                    <a:pt x="44962" y="242038"/>
                    <a:pt x="44962" y="242038"/>
                  </a:cubicBezTo>
                  <a:cubicBezTo>
                    <a:pt x="72009" y="251515"/>
                    <a:pt x="103201" y="242991"/>
                    <a:pt x="121472" y="218758"/>
                  </a:cubicBezTo>
                  <a:cubicBezTo>
                    <a:pt x="148672" y="254833"/>
                    <a:pt x="202622" y="254842"/>
                    <a:pt x="229839" y="218758"/>
                  </a:cubicBezTo>
                  <a:cubicBezTo>
                    <a:pt x="257039" y="254833"/>
                    <a:pt x="310989" y="254842"/>
                    <a:pt x="338208" y="218758"/>
                  </a:cubicBezTo>
                  <a:cubicBezTo>
                    <a:pt x="356325" y="242784"/>
                    <a:pt x="387329" y="251533"/>
                    <a:pt x="414520" y="242110"/>
                  </a:cubicBezTo>
                  <a:lnTo>
                    <a:pt x="414520" y="432499"/>
                  </a:lnTo>
                  <a:lnTo>
                    <a:pt x="414520" y="432499"/>
                  </a:lnTo>
                  <a:close/>
                  <a:moveTo>
                    <a:pt x="431901" y="187827"/>
                  </a:moveTo>
                  <a:cubicBezTo>
                    <a:pt x="422036" y="227381"/>
                    <a:pt x="365730" y="228748"/>
                    <a:pt x="353853" y="189643"/>
                  </a:cubicBezTo>
                  <a:cubicBezTo>
                    <a:pt x="351191" y="180948"/>
                    <a:pt x="352414" y="175679"/>
                    <a:pt x="352090" y="164548"/>
                  </a:cubicBezTo>
                  <a:lnTo>
                    <a:pt x="433150" y="164548"/>
                  </a:lnTo>
                  <a:cubicBezTo>
                    <a:pt x="432692" y="171597"/>
                    <a:pt x="434077" y="179123"/>
                    <a:pt x="431901" y="187827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7B879D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101" name="Google Shape;1896;p72">
            <a:extLst>
              <a:ext uri="{FF2B5EF4-FFF2-40B4-BE49-F238E27FC236}">
                <a16:creationId xmlns:a16="http://schemas.microsoft.com/office/drawing/2014/main" id="{88089439-AAB2-D613-52C6-D98E93A052E6}"/>
              </a:ext>
            </a:extLst>
          </p:cNvPr>
          <p:cNvGrpSpPr/>
          <p:nvPr/>
        </p:nvGrpSpPr>
        <p:grpSpPr>
          <a:xfrm>
            <a:off x="7066752" y="1570038"/>
            <a:ext cx="436995" cy="460382"/>
            <a:chOff x="8012784" y="1485719"/>
            <a:chExt cx="436995" cy="460382"/>
          </a:xfrm>
        </p:grpSpPr>
        <p:sp>
          <p:nvSpPr>
            <p:cNvPr id="1102" name="Google Shape;1897;p72">
              <a:extLst>
                <a:ext uri="{FF2B5EF4-FFF2-40B4-BE49-F238E27FC236}">
                  <a16:creationId xmlns:a16="http://schemas.microsoft.com/office/drawing/2014/main" id="{FAF31AD1-46C2-5E48-C3C1-1F7F556315D9}"/>
                </a:ext>
              </a:extLst>
            </p:cNvPr>
            <p:cNvSpPr/>
            <p:nvPr/>
          </p:nvSpPr>
          <p:spPr>
            <a:xfrm>
              <a:off x="8012784" y="1485719"/>
              <a:ext cx="436995" cy="460382"/>
            </a:xfrm>
            <a:custGeom>
              <a:avLst/>
              <a:gdLst/>
              <a:ahLst/>
              <a:cxnLst/>
              <a:rect l="l" t="t" r="r" b="b"/>
              <a:pathLst>
                <a:path w="436995" h="460382" extrusionOk="0">
                  <a:moveTo>
                    <a:pt x="423220" y="9"/>
                  </a:moveTo>
                  <a:lnTo>
                    <a:pt x="13776" y="9"/>
                  </a:lnTo>
                  <a:cubicBezTo>
                    <a:pt x="6169" y="9"/>
                    <a:pt x="0" y="6177"/>
                    <a:pt x="0" y="13784"/>
                  </a:cubicBezTo>
                  <a:lnTo>
                    <a:pt x="0" y="446607"/>
                  </a:lnTo>
                  <a:cubicBezTo>
                    <a:pt x="0" y="454214"/>
                    <a:pt x="6169" y="460382"/>
                    <a:pt x="13776" y="460382"/>
                  </a:cubicBezTo>
                  <a:lnTo>
                    <a:pt x="423220" y="460382"/>
                  </a:lnTo>
                  <a:cubicBezTo>
                    <a:pt x="430827" y="460382"/>
                    <a:pt x="436995" y="454214"/>
                    <a:pt x="436995" y="446607"/>
                  </a:cubicBezTo>
                  <a:lnTo>
                    <a:pt x="436995" y="13775"/>
                  </a:lnTo>
                  <a:cubicBezTo>
                    <a:pt x="436995" y="6168"/>
                    <a:pt x="430827" y="0"/>
                    <a:pt x="423220" y="0"/>
                  </a:cubicBezTo>
                  <a:close/>
                  <a:moveTo>
                    <a:pt x="27874" y="27883"/>
                  </a:moveTo>
                  <a:lnTo>
                    <a:pt x="410020" y="27883"/>
                  </a:lnTo>
                  <a:lnTo>
                    <a:pt x="410020" y="81833"/>
                  </a:lnTo>
                  <a:lnTo>
                    <a:pt x="187683" y="81833"/>
                  </a:lnTo>
                  <a:lnTo>
                    <a:pt x="171993" y="46028"/>
                  </a:lnTo>
                  <a:cubicBezTo>
                    <a:pt x="169799" y="41011"/>
                    <a:pt x="164836" y="37774"/>
                    <a:pt x="159359" y="37774"/>
                  </a:cubicBezTo>
                  <a:lnTo>
                    <a:pt x="81204" y="37774"/>
                  </a:lnTo>
                  <a:cubicBezTo>
                    <a:pt x="73597" y="37774"/>
                    <a:pt x="67429" y="43942"/>
                    <a:pt x="67429" y="51549"/>
                  </a:cubicBezTo>
                  <a:lnTo>
                    <a:pt x="67429" y="81833"/>
                  </a:lnTo>
                  <a:lnTo>
                    <a:pt x="27865" y="81833"/>
                  </a:lnTo>
                  <a:lnTo>
                    <a:pt x="27865" y="27883"/>
                  </a:lnTo>
                  <a:close/>
                  <a:moveTo>
                    <a:pt x="27874" y="108808"/>
                  </a:moveTo>
                  <a:lnTo>
                    <a:pt x="81537" y="108808"/>
                  </a:lnTo>
                  <a:cubicBezTo>
                    <a:pt x="89144" y="108808"/>
                    <a:pt x="95312" y="102640"/>
                    <a:pt x="95312" y="95033"/>
                  </a:cubicBezTo>
                  <a:lnTo>
                    <a:pt x="95312" y="64749"/>
                  </a:lnTo>
                  <a:lnTo>
                    <a:pt x="150592" y="64749"/>
                  </a:lnTo>
                  <a:lnTo>
                    <a:pt x="166265" y="100554"/>
                  </a:lnTo>
                  <a:cubicBezTo>
                    <a:pt x="168459" y="105571"/>
                    <a:pt x="173414" y="108808"/>
                    <a:pt x="178880" y="108808"/>
                  </a:cubicBezTo>
                  <a:lnTo>
                    <a:pt x="410011" y="108808"/>
                  </a:lnTo>
                  <a:lnTo>
                    <a:pt x="410011" y="168153"/>
                  </a:lnTo>
                  <a:lnTo>
                    <a:pt x="310447" y="168153"/>
                  </a:lnTo>
                  <a:lnTo>
                    <a:pt x="294190" y="132196"/>
                  </a:lnTo>
                  <a:cubicBezTo>
                    <a:pt x="291960" y="127268"/>
                    <a:pt x="287050" y="124094"/>
                    <a:pt x="281637" y="124094"/>
                  </a:cubicBezTo>
                  <a:lnTo>
                    <a:pt x="203491" y="124094"/>
                  </a:lnTo>
                  <a:cubicBezTo>
                    <a:pt x="195884" y="124094"/>
                    <a:pt x="189715" y="130262"/>
                    <a:pt x="189715" y="137869"/>
                  </a:cubicBezTo>
                  <a:lnTo>
                    <a:pt x="189715" y="168153"/>
                  </a:lnTo>
                  <a:lnTo>
                    <a:pt x="27865" y="168153"/>
                  </a:lnTo>
                  <a:lnTo>
                    <a:pt x="27865" y="108808"/>
                  </a:lnTo>
                  <a:close/>
                  <a:moveTo>
                    <a:pt x="27874" y="196027"/>
                  </a:moveTo>
                  <a:lnTo>
                    <a:pt x="203823" y="196027"/>
                  </a:lnTo>
                  <a:cubicBezTo>
                    <a:pt x="211430" y="196027"/>
                    <a:pt x="217598" y="189859"/>
                    <a:pt x="217598" y="182252"/>
                  </a:cubicBezTo>
                  <a:lnTo>
                    <a:pt x="217598" y="151968"/>
                  </a:lnTo>
                  <a:lnTo>
                    <a:pt x="273050" y="151968"/>
                  </a:lnTo>
                  <a:lnTo>
                    <a:pt x="289316" y="187926"/>
                  </a:lnTo>
                  <a:cubicBezTo>
                    <a:pt x="291546" y="192853"/>
                    <a:pt x="296456" y="196027"/>
                    <a:pt x="301869" y="196027"/>
                  </a:cubicBezTo>
                  <a:lnTo>
                    <a:pt x="410020" y="196027"/>
                  </a:lnTo>
                  <a:lnTo>
                    <a:pt x="410020" y="230196"/>
                  </a:lnTo>
                  <a:lnTo>
                    <a:pt x="27874" y="230196"/>
                  </a:lnTo>
                  <a:lnTo>
                    <a:pt x="27874" y="196027"/>
                  </a:lnTo>
                  <a:close/>
                  <a:moveTo>
                    <a:pt x="410020" y="432508"/>
                  </a:moveTo>
                  <a:lnTo>
                    <a:pt x="27874" y="432508"/>
                  </a:lnTo>
                  <a:lnTo>
                    <a:pt x="27874" y="258969"/>
                  </a:lnTo>
                  <a:lnTo>
                    <a:pt x="410020" y="258969"/>
                  </a:lnTo>
                  <a:lnTo>
                    <a:pt x="410020" y="432508"/>
                  </a:lnTo>
                  <a:lnTo>
                    <a:pt x="410020" y="432508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7B879D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03" name="Google Shape;1898;p72">
              <a:extLst>
                <a:ext uri="{FF2B5EF4-FFF2-40B4-BE49-F238E27FC236}">
                  <a16:creationId xmlns:a16="http://schemas.microsoft.com/office/drawing/2014/main" id="{D5DA6166-DFAC-74B2-94EA-838FDF4D6264}"/>
                </a:ext>
              </a:extLst>
            </p:cNvPr>
            <p:cNvSpPr/>
            <p:nvPr/>
          </p:nvSpPr>
          <p:spPr>
            <a:xfrm>
              <a:off x="8103592" y="1788747"/>
              <a:ext cx="248645" cy="90815"/>
            </a:xfrm>
            <a:custGeom>
              <a:avLst/>
              <a:gdLst/>
              <a:ahLst/>
              <a:cxnLst/>
              <a:rect l="l" t="t" r="r" b="b"/>
              <a:pathLst>
                <a:path w="248645" h="90815" extrusionOk="0">
                  <a:moveTo>
                    <a:pt x="203247" y="0"/>
                  </a:moveTo>
                  <a:lnTo>
                    <a:pt x="46216" y="0"/>
                  </a:lnTo>
                  <a:cubicBezTo>
                    <a:pt x="21327" y="0"/>
                    <a:pt x="457" y="19692"/>
                    <a:pt x="8" y="44572"/>
                  </a:cubicBezTo>
                  <a:cubicBezTo>
                    <a:pt x="-451" y="69991"/>
                    <a:pt x="20095" y="90816"/>
                    <a:pt x="45407" y="90816"/>
                  </a:cubicBezTo>
                  <a:lnTo>
                    <a:pt x="203237" y="90816"/>
                  </a:lnTo>
                  <a:cubicBezTo>
                    <a:pt x="228279" y="90816"/>
                    <a:pt x="248645" y="70450"/>
                    <a:pt x="248645" y="45408"/>
                  </a:cubicBezTo>
                  <a:cubicBezTo>
                    <a:pt x="248645" y="20366"/>
                    <a:pt x="228279" y="0"/>
                    <a:pt x="203237" y="0"/>
                  </a:cubicBezTo>
                  <a:close/>
                  <a:moveTo>
                    <a:pt x="203471" y="63841"/>
                  </a:moveTo>
                  <a:lnTo>
                    <a:pt x="45604" y="63841"/>
                  </a:lnTo>
                  <a:cubicBezTo>
                    <a:pt x="36244" y="63841"/>
                    <a:pt x="28134" y="56854"/>
                    <a:pt x="27279" y="47539"/>
                  </a:cubicBezTo>
                  <a:cubicBezTo>
                    <a:pt x="26308" y="36866"/>
                    <a:pt x="34715" y="27874"/>
                    <a:pt x="45182" y="27874"/>
                  </a:cubicBezTo>
                  <a:lnTo>
                    <a:pt x="203048" y="27874"/>
                  </a:lnTo>
                  <a:cubicBezTo>
                    <a:pt x="212409" y="27874"/>
                    <a:pt x="220519" y="34861"/>
                    <a:pt x="221373" y="44176"/>
                  </a:cubicBezTo>
                  <a:cubicBezTo>
                    <a:pt x="222345" y="54849"/>
                    <a:pt x="213938" y="63841"/>
                    <a:pt x="203471" y="6384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7B879D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104" name="Google Shape;1899;p72">
            <a:extLst>
              <a:ext uri="{FF2B5EF4-FFF2-40B4-BE49-F238E27FC236}">
                <a16:creationId xmlns:a16="http://schemas.microsoft.com/office/drawing/2014/main" id="{66961DD1-D729-505E-8A47-AE3061B71E93}"/>
              </a:ext>
            </a:extLst>
          </p:cNvPr>
          <p:cNvGrpSpPr/>
          <p:nvPr/>
        </p:nvGrpSpPr>
        <p:grpSpPr>
          <a:xfrm>
            <a:off x="6253646" y="1576786"/>
            <a:ext cx="461065" cy="446886"/>
            <a:chOff x="7254672" y="1567552"/>
            <a:chExt cx="461065" cy="446886"/>
          </a:xfrm>
        </p:grpSpPr>
        <p:sp>
          <p:nvSpPr>
            <p:cNvPr id="1105" name="Google Shape;1900;p72">
              <a:extLst>
                <a:ext uri="{FF2B5EF4-FFF2-40B4-BE49-F238E27FC236}">
                  <a16:creationId xmlns:a16="http://schemas.microsoft.com/office/drawing/2014/main" id="{314B8B74-F037-5AF2-9248-23BBD3E5A443}"/>
                </a:ext>
              </a:extLst>
            </p:cNvPr>
            <p:cNvSpPr/>
            <p:nvPr/>
          </p:nvSpPr>
          <p:spPr>
            <a:xfrm>
              <a:off x="7254672" y="1675452"/>
              <a:ext cx="259604" cy="259611"/>
            </a:xfrm>
            <a:custGeom>
              <a:avLst/>
              <a:gdLst/>
              <a:ahLst/>
              <a:cxnLst/>
              <a:rect l="l" t="t" r="r" b="b"/>
              <a:pathLst>
                <a:path w="259604" h="259611" extrusionOk="0">
                  <a:moveTo>
                    <a:pt x="251971" y="115993"/>
                  </a:moveTo>
                  <a:lnTo>
                    <a:pt x="143980" y="115993"/>
                  </a:lnTo>
                  <a:lnTo>
                    <a:pt x="143980" y="7472"/>
                  </a:lnTo>
                  <a:cubicBezTo>
                    <a:pt x="143980" y="3345"/>
                    <a:pt x="140636" y="0"/>
                    <a:pt x="136508" y="0"/>
                  </a:cubicBezTo>
                  <a:lnTo>
                    <a:pt x="129801" y="0"/>
                  </a:lnTo>
                  <a:cubicBezTo>
                    <a:pt x="31549" y="0"/>
                    <a:pt x="-41554" y="109725"/>
                    <a:pt x="26594" y="213076"/>
                  </a:cubicBezTo>
                  <a:cubicBezTo>
                    <a:pt x="31863" y="221069"/>
                    <a:pt x="38742" y="227894"/>
                    <a:pt x="46736" y="233154"/>
                  </a:cubicBezTo>
                  <a:cubicBezTo>
                    <a:pt x="152370" y="302606"/>
                    <a:pt x="264577" y="224612"/>
                    <a:pt x="259434" y="123096"/>
                  </a:cubicBezTo>
                  <a:cubicBezTo>
                    <a:pt x="259236" y="119122"/>
                    <a:pt x="255945" y="116002"/>
                    <a:pt x="251971" y="116002"/>
                  </a:cubicBezTo>
                  <a:close/>
                  <a:moveTo>
                    <a:pt x="27413" y="133203"/>
                  </a:moveTo>
                  <a:cubicBezTo>
                    <a:pt x="25803" y="80008"/>
                    <a:pt x="65079" y="35481"/>
                    <a:pt x="116106" y="28746"/>
                  </a:cubicBezTo>
                  <a:lnTo>
                    <a:pt x="116106" y="130056"/>
                  </a:lnTo>
                  <a:cubicBezTo>
                    <a:pt x="116106" y="137680"/>
                    <a:pt x="122293" y="143867"/>
                    <a:pt x="129918" y="143867"/>
                  </a:cubicBezTo>
                  <a:lnTo>
                    <a:pt x="230813" y="143867"/>
                  </a:lnTo>
                  <a:cubicBezTo>
                    <a:pt x="223908" y="194751"/>
                    <a:pt x="179408" y="233855"/>
                    <a:pt x="126294" y="232192"/>
                  </a:cubicBezTo>
                  <a:cubicBezTo>
                    <a:pt x="72596" y="230510"/>
                    <a:pt x="29040" y="186901"/>
                    <a:pt x="27413" y="133203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7B879D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06" name="Google Shape;1901;p72">
              <a:extLst>
                <a:ext uri="{FF2B5EF4-FFF2-40B4-BE49-F238E27FC236}">
                  <a16:creationId xmlns:a16="http://schemas.microsoft.com/office/drawing/2014/main" id="{FA749155-EB45-72DE-5726-6849E227C704}"/>
                </a:ext>
              </a:extLst>
            </p:cNvPr>
            <p:cNvSpPr/>
            <p:nvPr/>
          </p:nvSpPr>
          <p:spPr>
            <a:xfrm>
              <a:off x="7416627" y="1630727"/>
              <a:ext cx="143264" cy="143623"/>
            </a:xfrm>
            <a:custGeom>
              <a:avLst/>
              <a:gdLst/>
              <a:ahLst/>
              <a:cxnLst/>
              <a:rect l="l" t="t" r="r" b="b"/>
              <a:pathLst>
                <a:path w="143264" h="143623" extrusionOk="0">
                  <a:moveTo>
                    <a:pt x="9" y="13811"/>
                  </a:moveTo>
                  <a:lnTo>
                    <a:pt x="9" y="129813"/>
                  </a:lnTo>
                  <a:cubicBezTo>
                    <a:pt x="9" y="137438"/>
                    <a:pt x="6195" y="143624"/>
                    <a:pt x="13820" y="143624"/>
                  </a:cubicBezTo>
                  <a:lnTo>
                    <a:pt x="129453" y="143624"/>
                  </a:lnTo>
                  <a:cubicBezTo>
                    <a:pt x="137087" y="143624"/>
                    <a:pt x="143264" y="137429"/>
                    <a:pt x="143264" y="129795"/>
                  </a:cubicBezTo>
                  <a:cubicBezTo>
                    <a:pt x="143255" y="58104"/>
                    <a:pt x="84656" y="0"/>
                    <a:pt x="13811" y="0"/>
                  </a:cubicBezTo>
                  <a:cubicBezTo>
                    <a:pt x="6186" y="0"/>
                    <a:pt x="0" y="6186"/>
                    <a:pt x="0" y="13811"/>
                  </a:cubicBezTo>
                  <a:close/>
                  <a:moveTo>
                    <a:pt x="26984" y="115750"/>
                  </a:moveTo>
                  <a:lnTo>
                    <a:pt x="26984" y="28360"/>
                  </a:lnTo>
                  <a:cubicBezTo>
                    <a:pt x="72104" y="34663"/>
                    <a:pt x="107918" y="70603"/>
                    <a:pt x="114059" y="115750"/>
                  </a:cubicBezTo>
                  <a:lnTo>
                    <a:pt x="26984" y="11575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7B879D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07" name="Google Shape;1902;p72">
              <a:extLst>
                <a:ext uri="{FF2B5EF4-FFF2-40B4-BE49-F238E27FC236}">
                  <a16:creationId xmlns:a16="http://schemas.microsoft.com/office/drawing/2014/main" id="{5C9806E1-FBF6-9946-078C-45C8C87C1EE4}"/>
                </a:ext>
              </a:extLst>
            </p:cNvPr>
            <p:cNvSpPr/>
            <p:nvPr/>
          </p:nvSpPr>
          <p:spPr>
            <a:xfrm>
              <a:off x="7585884" y="1567552"/>
              <a:ext cx="99731" cy="27874"/>
            </a:xfrm>
            <a:custGeom>
              <a:avLst/>
              <a:gdLst/>
              <a:ahLst/>
              <a:cxnLst/>
              <a:rect l="l" t="t" r="r" b="b"/>
              <a:pathLst>
                <a:path w="99731" h="27874" extrusionOk="0">
                  <a:moveTo>
                    <a:pt x="85792" y="0"/>
                  </a:moveTo>
                  <a:lnTo>
                    <a:pt x="14137" y="0"/>
                  </a:lnTo>
                  <a:cubicBezTo>
                    <a:pt x="7726" y="0"/>
                    <a:pt x="1909" y="4244"/>
                    <a:pt x="416" y="10484"/>
                  </a:cubicBezTo>
                  <a:cubicBezTo>
                    <a:pt x="-1796" y="19683"/>
                    <a:pt x="5119" y="27874"/>
                    <a:pt x="13939" y="27874"/>
                  </a:cubicBezTo>
                  <a:lnTo>
                    <a:pt x="85594" y="27874"/>
                  </a:lnTo>
                  <a:cubicBezTo>
                    <a:pt x="92005" y="27874"/>
                    <a:pt x="97823" y="23630"/>
                    <a:pt x="99316" y="17390"/>
                  </a:cubicBezTo>
                  <a:cubicBezTo>
                    <a:pt x="101527" y="8191"/>
                    <a:pt x="94613" y="0"/>
                    <a:pt x="8579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7B879D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08" name="Google Shape;1903;p72">
              <a:extLst>
                <a:ext uri="{FF2B5EF4-FFF2-40B4-BE49-F238E27FC236}">
                  <a16:creationId xmlns:a16="http://schemas.microsoft.com/office/drawing/2014/main" id="{54C7A8C5-27EB-2968-3F59-38B63D7E7140}"/>
                </a:ext>
              </a:extLst>
            </p:cNvPr>
            <p:cNvSpPr/>
            <p:nvPr/>
          </p:nvSpPr>
          <p:spPr>
            <a:xfrm>
              <a:off x="7585749" y="1609813"/>
              <a:ext cx="129988" cy="27874"/>
            </a:xfrm>
            <a:custGeom>
              <a:avLst/>
              <a:gdLst/>
              <a:ahLst/>
              <a:cxnLst/>
              <a:rect l="l" t="t" r="r" b="b"/>
              <a:pathLst>
                <a:path w="129988" h="27874" extrusionOk="0">
                  <a:moveTo>
                    <a:pt x="116049" y="0"/>
                  </a:moveTo>
                  <a:lnTo>
                    <a:pt x="14137" y="0"/>
                  </a:lnTo>
                  <a:cubicBezTo>
                    <a:pt x="7726" y="0"/>
                    <a:pt x="1909" y="4244"/>
                    <a:pt x="416" y="10484"/>
                  </a:cubicBezTo>
                  <a:cubicBezTo>
                    <a:pt x="-1796" y="19683"/>
                    <a:pt x="5119" y="27874"/>
                    <a:pt x="13939" y="27874"/>
                  </a:cubicBezTo>
                  <a:lnTo>
                    <a:pt x="115851" y="27874"/>
                  </a:lnTo>
                  <a:cubicBezTo>
                    <a:pt x="122262" y="27874"/>
                    <a:pt x="128080" y="23630"/>
                    <a:pt x="129572" y="17390"/>
                  </a:cubicBezTo>
                  <a:cubicBezTo>
                    <a:pt x="131784" y="8191"/>
                    <a:pt x="124879" y="0"/>
                    <a:pt x="11604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7B879D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09" name="Google Shape;1904;p72">
              <a:extLst>
                <a:ext uri="{FF2B5EF4-FFF2-40B4-BE49-F238E27FC236}">
                  <a16:creationId xmlns:a16="http://schemas.microsoft.com/office/drawing/2014/main" id="{3844203B-C77A-1727-8F64-13B333701DEB}"/>
                </a:ext>
              </a:extLst>
            </p:cNvPr>
            <p:cNvSpPr/>
            <p:nvPr/>
          </p:nvSpPr>
          <p:spPr>
            <a:xfrm>
              <a:off x="7549180" y="1791444"/>
              <a:ext cx="68584" cy="27874"/>
            </a:xfrm>
            <a:custGeom>
              <a:avLst/>
              <a:gdLst/>
              <a:ahLst/>
              <a:cxnLst/>
              <a:rect l="l" t="t" r="r" b="b"/>
              <a:pathLst>
                <a:path w="68584" h="27874" extrusionOk="0">
                  <a:moveTo>
                    <a:pt x="54645" y="0"/>
                  </a:moveTo>
                  <a:lnTo>
                    <a:pt x="14137" y="0"/>
                  </a:lnTo>
                  <a:cubicBezTo>
                    <a:pt x="7726" y="0"/>
                    <a:pt x="1909" y="4244"/>
                    <a:pt x="416" y="10484"/>
                  </a:cubicBezTo>
                  <a:cubicBezTo>
                    <a:pt x="-1796" y="19683"/>
                    <a:pt x="5119" y="27874"/>
                    <a:pt x="13939" y="27874"/>
                  </a:cubicBezTo>
                  <a:lnTo>
                    <a:pt x="54447" y="27874"/>
                  </a:lnTo>
                  <a:cubicBezTo>
                    <a:pt x="60858" y="27874"/>
                    <a:pt x="66676" y="23630"/>
                    <a:pt x="68168" y="17390"/>
                  </a:cubicBezTo>
                  <a:cubicBezTo>
                    <a:pt x="70380" y="8191"/>
                    <a:pt x="63466" y="0"/>
                    <a:pt x="5464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7B879D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10" name="Google Shape;1905;p72">
              <a:extLst>
                <a:ext uri="{FF2B5EF4-FFF2-40B4-BE49-F238E27FC236}">
                  <a16:creationId xmlns:a16="http://schemas.microsoft.com/office/drawing/2014/main" id="{8E23B5DF-50A0-65AB-1AEB-BDBF34A78EBF}"/>
                </a:ext>
              </a:extLst>
            </p:cNvPr>
            <p:cNvSpPr/>
            <p:nvPr/>
          </p:nvSpPr>
          <p:spPr>
            <a:xfrm>
              <a:off x="7626382" y="1791444"/>
              <a:ext cx="84463" cy="27874"/>
            </a:xfrm>
            <a:custGeom>
              <a:avLst/>
              <a:gdLst/>
              <a:ahLst/>
              <a:cxnLst/>
              <a:rect l="l" t="t" r="r" b="b"/>
              <a:pathLst>
                <a:path w="84463" h="27874" extrusionOk="0">
                  <a:moveTo>
                    <a:pt x="70524" y="0"/>
                  </a:moveTo>
                  <a:lnTo>
                    <a:pt x="14137" y="0"/>
                  </a:lnTo>
                  <a:cubicBezTo>
                    <a:pt x="7726" y="0"/>
                    <a:pt x="1909" y="4244"/>
                    <a:pt x="416" y="10484"/>
                  </a:cubicBezTo>
                  <a:cubicBezTo>
                    <a:pt x="-1796" y="19683"/>
                    <a:pt x="5119" y="27874"/>
                    <a:pt x="13939" y="27874"/>
                  </a:cubicBezTo>
                  <a:lnTo>
                    <a:pt x="70326" y="27874"/>
                  </a:lnTo>
                  <a:cubicBezTo>
                    <a:pt x="76738" y="27874"/>
                    <a:pt x="82555" y="23630"/>
                    <a:pt x="84048" y="17390"/>
                  </a:cubicBezTo>
                  <a:cubicBezTo>
                    <a:pt x="86260" y="8191"/>
                    <a:pt x="79345" y="0"/>
                    <a:pt x="7052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7B879D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11" name="Google Shape;1906;p72">
              <a:extLst>
                <a:ext uri="{FF2B5EF4-FFF2-40B4-BE49-F238E27FC236}">
                  <a16:creationId xmlns:a16="http://schemas.microsoft.com/office/drawing/2014/main" id="{9A941FB4-88DF-5D97-41B6-5F13E3E386EB}"/>
                </a:ext>
              </a:extLst>
            </p:cNvPr>
            <p:cNvSpPr/>
            <p:nvPr/>
          </p:nvSpPr>
          <p:spPr>
            <a:xfrm>
              <a:off x="7548766" y="1833705"/>
              <a:ext cx="162421" cy="27874"/>
            </a:xfrm>
            <a:custGeom>
              <a:avLst/>
              <a:gdLst/>
              <a:ahLst/>
              <a:cxnLst/>
              <a:rect l="l" t="t" r="r" b="b"/>
              <a:pathLst>
                <a:path w="162421" h="27874" extrusionOk="0">
                  <a:moveTo>
                    <a:pt x="148491" y="0"/>
                  </a:moveTo>
                  <a:lnTo>
                    <a:pt x="14137" y="0"/>
                  </a:lnTo>
                  <a:cubicBezTo>
                    <a:pt x="7726" y="0"/>
                    <a:pt x="1909" y="4244"/>
                    <a:pt x="416" y="10484"/>
                  </a:cubicBezTo>
                  <a:cubicBezTo>
                    <a:pt x="-1796" y="19683"/>
                    <a:pt x="5119" y="27874"/>
                    <a:pt x="13939" y="27874"/>
                  </a:cubicBezTo>
                  <a:lnTo>
                    <a:pt x="148284" y="27874"/>
                  </a:lnTo>
                  <a:cubicBezTo>
                    <a:pt x="154695" y="27874"/>
                    <a:pt x="160512" y="23630"/>
                    <a:pt x="162005" y="17390"/>
                  </a:cubicBezTo>
                  <a:cubicBezTo>
                    <a:pt x="164217" y="8200"/>
                    <a:pt x="157312" y="0"/>
                    <a:pt x="14848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7B879D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12" name="Google Shape;1907;p72">
              <a:extLst>
                <a:ext uri="{FF2B5EF4-FFF2-40B4-BE49-F238E27FC236}">
                  <a16:creationId xmlns:a16="http://schemas.microsoft.com/office/drawing/2014/main" id="{55C1FB49-4EFA-C5A0-5130-0EDFEBFD057E}"/>
                </a:ext>
              </a:extLst>
            </p:cNvPr>
            <p:cNvSpPr/>
            <p:nvPr/>
          </p:nvSpPr>
          <p:spPr>
            <a:xfrm>
              <a:off x="7548766" y="1876865"/>
              <a:ext cx="162421" cy="27874"/>
            </a:xfrm>
            <a:custGeom>
              <a:avLst/>
              <a:gdLst/>
              <a:ahLst/>
              <a:cxnLst/>
              <a:rect l="l" t="t" r="r" b="b"/>
              <a:pathLst>
                <a:path w="162421" h="27874" extrusionOk="0">
                  <a:moveTo>
                    <a:pt x="148491" y="0"/>
                  </a:moveTo>
                  <a:lnTo>
                    <a:pt x="14137" y="0"/>
                  </a:lnTo>
                  <a:cubicBezTo>
                    <a:pt x="7726" y="0"/>
                    <a:pt x="1909" y="4244"/>
                    <a:pt x="416" y="10484"/>
                  </a:cubicBezTo>
                  <a:cubicBezTo>
                    <a:pt x="-1796" y="19683"/>
                    <a:pt x="5119" y="27874"/>
                    <a:pt x="13939" y="27874"/>
                  </a:cubicBezTo>
                  <a:lnTo>
                    <a:pt x="148284" y="27874"/>
                  </a:lnTo>
                  <a:cubicBezTo>
                    <a:pt x="154695" y="27874"/>
                    <a:pt x="160512" y="23630"/>
                    <a:pt x="162005" y="17390"/>
                  </a:cubicBezTo>
                  <a:cubicBezTo>
                    <a:pt x="164217" y="8200"/>
                    <a:pt x="157312" y="0"/>
                    <a:pt x="14848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7B879D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13" name="Google Shape;1908;p72">
              <a:extLst>
                <a:ext uri="{FF2B5EF4-FFF2-40B4-BE49-F238E27FC236}">
                  <a16:creationId xmlns:a16="http://schemas.microsoft.com/office/drawing/2014/main" id="{2740629F-1A51-73EE-E280-C5737647A68A}"/>
                </a:ext>
              </a:extLst>
            </p:cNvPr>
            <p:cNvSpPr/>
            <p:nvPr/>
          </p:nvSpPr>
          <p:spPr>
            <a:xfrm>
              <a:off x="7472526" y="1944303"/>
              <a:ext cx="99731" cy="27874"/>
            </a:xfrm>
            <a:custGeom>
              <a:avLst/>
              <a:gdLst/>
              <a:ahLst/>
              <a:cxnLst/>
              <a:rect l="l" t="t" r="r" b="b"/>
              <a:pathLst>
                <a:path w="99731" h="27874" extrusionOk="0">
                  <a:moveTo>
                    <a:pt x="85792" y="0"/>
                  </a:moveTo>
                  <a:lnTo>
                    <a:pt x="14137" y="0"/>
                  </a:lnTo>
                  <a:cubicBezTo>
                    <a:pt x="7726" y="0"/>
                    <a:pt x="1909" y="4244"/>
                    <a:pt x="416" y="10484"/>
                  </a:cubicBezTo>
                  <a:cubicBezTo>
                    <a:pt x="-1796" y="19683"/>
                    <a:pt x="5119" y="27874"/>
                    <a:pt x="13939" y="27874"/>
                  </a:cubicBezTo>
                  <a:lnTo>
                    <a:pt x="85594" y="27874"/>
                  </a:lnTo>
                  <a:cubicBezTo>
                    <a:pt x="92005" y="27874"/>
                    <a:pt x="97823" y="23630"/>
                    <a:pt x="99316" y="17390"/>
                  </a:cubicBezTo>
                  <a:cubicBezTo>
                    <a:pt x="101527" y="8191"/>
                    <a:pt x="94613" y="0"/>
                    <a:pt x="8579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7B879D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14" name="Google Shape;1909;p72">
              <a:extLst>
                <a:ext uri="{FF2B5EF4-FFF2-40B4-BE49-F238E27FC236}">
                  <a16:creationId xmlns:a16="http://schemas.microsoft.com/office/drawing/2014/main" id="{4ADA920B-72DD-DA42-6746-1E51459C7FC3}"/>
                </a:ext>
              </a:extLst>
            </p:cNvPr>
            <p:cNvSpPr/>
            <p:nvPr/>
          </p:nvSpPr>
          <p:spPr>
            <a:xfrm>
              <a:off x="7472229" y="1986564"/>
              <a:ext cx="165334" cy="27874"/>
            </a:xfrm>
            <a:custGeom>
              <a:avLst/>
              <a:gdLst/>
              <a:ahLst/>
              <a:cxnLst/>
              <a:rect l="l" t="t" r="r" b="b"/>
              <a:pathLst>
                <a:path w="165334" h="27874" extrusionOk="0">
                  <a:moveTo>
                    <a:pt x="151395" y="0"/>
                  </a:moveTo>
                  <a:lnTo>
                    <a:pt x="14137" y="0"/>
                  </a:lnTo>
                  <a:cubicBezTo>
                    <a:pt x="7726" y="0"/>
                    <a:pt x="1909" y="4244"/>
                    <a:pt x="416" y="10484"/>
                  </a:cubicBezTo>
                  <a:cubicBezTo>
                    <a:pt x="-1796" y="19683"/>
                    <a:pt x="5119" y="27874"/>
                    <a:pt x="13939" y="27874"/>
                  </a:cubicBezTo>
                  <a:lnTo>
                    <a:pt x="151197" y="27874"/>
                  </a:lnTo>
                  <a:cubicBezTo>
                    <a:pt x="157609" y="27874"/>
                    <a:pt x="163426" y="23630"/>
                    <a:pt x="164919" y="17390"/>
                  </a:cubicBezTo>
                  <a:cubicBezTo>
                    <a:pt x="167131" y="8191"/>
                    <a:pt x="160216" y="0"/>
                    <a:pt x="15139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7B879D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15" name="Google Shape;1910;p72">
              <a:extLst>
                <a:ext uri="{FF2B5EF4-FFF2-40B4-BE49-F238E27FC236}">
                  <a16:creationId xmlns:a16="http://schemas.microsoft.com/office/drawing/2014/main" id="{498D0790-9FD6-AD22-D5AB-C7A2EE6E0ED2}"/>
                </a:ext>
              </a:extLst>
            </p:cNvPr>
            <p:cNvSpPr/>
            <p:nvPr/>
          </p:nvSpPr>
          <p:spPr>
            <a:xfrm>
              <a:off x="7490368" y="1567552"/>
              <a:ext cx="82384" cy="73716"/>
            </a:xfrm>
            <a:custGeom>
              <a:avLst/>
              <a:gdLst/>
              <a:ahLst/>
              <a:cxnLst/>
              <a:rect l="l" t="t" r="r" b="b"/>
              <a:pathLst>
                <a:path w="82384" h="73716" extrusionOk="0">
                  <a:moveTo>
                    <a:pt x="68445" y="0"/>
                  </a:moveTo>
                  <a:lnTo>
                    <a:pt x="14405" y="0"/>
                  </a:lnTo>
                  <a:cubicBezTo>
                    <a:pt x="6447" y="0"/>
                    <a:pt x="0" y="6447"/>
                    <a:pt x="0" y="14405"/>
                  </a:cubicBezTo>
                  <a:lnTo>
                    <a:pt x="0" y="64686"/>
                  </a:lnTo>
                  <a:cubicBezTo>
                    <a:pt x="0" y="65873"/>
                    <a:pt x="459" y="67024"/>
                    <a:pt x="1304" y="67869"/>
                  </a:cubicBezTo>
                  <a:cubicBezTo>
                    <a:pt x="13362" y="79864"/>
                    <a:pt x="27874" y="71520"/>
                    <a:pt x="27874" y="59777"/>
                  </a:cubicBezTo>
                  <a:lnTo>
                    <a:pt x="27874" y="33521"/>
                  </a:lnTo>
                  <a:cubicBezTo>
                    <a:pt x="27874" y="30401"/>
                    <a:pt x="30401" y="27874"/>
                    <a:pt x="33521" y="27874"/>
                  </a:cubicBezTo>
                  <a:lnTo>
                    <a:pt x="73354" y="27874"/>
                  </a:lnTo>
                  <a:cubicBezTo>
                    <a:pt x="74541" y="27874"/>
                    <a:pt x="75692" y="27416"/>
                    <a:pt x="76537" y="26570"/>
                  </a:cubicBezTo>
                  <a:cubicBezTo>
                    <a:pt x="88532" y="14513"/>
                    <a:pt x="80188" y="0"/>
                    <a:pt x="6844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7B879D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16" name="Google Shape;1911;p72">
              <a:extLst>
                <a:ext uri="{FF2B5EF4-FFF2-40B4-BE49-F238E27FC236}">
                  <a16:creationId xmlns:a16="http://schemas.microsoft.com/office/drawing/2014/main" id="{E67664E4-453D-9444-4F33-3BDE0FE151C1}"/>
                </a:ext>
              </a:extLst>
            </p:cNvPr>
            <p:cNvSpPr/>
            <p:nvPr/>
          </p:nvSpPr>
          <p:spPr>
            <a:xfrm>
              <a:off x="7366283" y="1940721"/>
              <a:ext cx="82382" cy="73716"/>
            </a:xfrm>
            <a:custGeom>
              <a:avLst/>
              <a:gdLst/>
              <a:ahLst/>
              <a:cxnLst/>
              <a:rect l="l" t="t" r="r" b="b"/>
              <a:pathLst>
                <a:path w="82382" h="73716" extrusionOk="0">
                  <a:moveTo>
                    <a:pt x="68445" y="45843"/>
                  </a:moveTo>
                  <a:lnTo>
                    <a:pt x="33521" y="45843"/>
                  </a:lnTo>
                  <a:cubicBezTo>
                    <a:pt x="30401" y="45843"/>
                    <a:pt x="27874" y="43316"/>
                    <a:pt x="27874" y="40196"/>
                  </a:cubicBezTo>
                  <a:lnTo>
                    <a:pt x="27874" y="9031"/>
                  </a:lnTo>
                  <a:cubicBezTo>
                    <a:pt x="27874" y="7844"/>
                    <a:pt x="27416" y="6693"/>
                    <a:pt x="26571" y="5848"/>
                  </a:cubicBezTo>
                  <a:cubicBezTo>
                    <a:pt x="14513" y="-6147"/>
                    <a:pt x="0" y="2197"/>
                    <a:pt x="0" y="13940"/>
                  </a:cubicBezTo>
                  <a:lnTo>
                    <a:pt x="0" y="59312"/>
                  </a:lnTo>
                  <a:cubicBezTo>
                    <a:pt x="0" y="67270"/>
                    <a:pt x="6447" y="73717"/>
                    <a:pt x="14405" y="73717"/>
                  </a:cubicBezTo>
                  <a:lnTo>
                    <a:pt x="73345" y="73717"/>
                  </a:lnTo>
                  <a:cubicBezTo>
                    <a:pt x="74532" y="73717"/>
                    <a:pt x="75683" y="73258"/>
                    <a:pt x="76528" y="72413"/>
                  </a:cubicBezTo>
                  <a:cubicBezTo>
                    <a:pt x="88532" y="60355"/>
                    <a:pt x="80188" y="45843"/>
                    <a:pt x="68445" y="45843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7B879D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117" name="Google Shape;1912;p72">
            <a:extLst>
              <a:ext uri="{FF2B5EF4-FFF2-40B4-BE49-F238E27FC236}">
                <a16:creationId xmlns:a16="http://schemas.microsoft.com/office/drawing/2014/main" id="{451A1465-F42A-2AF3-93D4-C142DE40CCBD}"/>
              </a:ext>
            </a:extLst>
          </p:cNvPr>
          <p:cNvGrpSpPr/>
          <p:nvPr/>
        </p:nvGrpSpPr>
        <p:grpSpPr>
          <a:xfrm>
            <a:off x="5486502" y="1574084"/>
            <a:ext cx="459510" cy="452290"/>
            <a:chOff x="6423947" y="1531585"/>
            <a:chExt cx="459510" cy="452290"/>
          </a:xfrm>
        </p:grpSpPr>
        <p:sp>
          <p:nvSpPr>
            <p:cNvPr id="1118" name="Google Shape;1913;p72">
              <a:extLst>
                <a:ext uri="{FF2B5EF4-FFF2-40B4-BE49-F238E27FC236}">
                  <a16:creationId xmlns:a16="http://schemas.microsoft.com/office/drawing/2014/main" id="{06DF02BC-36C0-811A-4DED-5269A69E5D1E}"/>
                </a:ext>
              </a:extLst>
            </p:cNvPr>
            <p:cNvSpPr/>
            <p:nvPr/>
          </p:nvSpPr>
          <p:spPr>
            <a:xfrm>
              <a:off x="6423947" y="1531585"/>
              <a:ext cx="340793" cy="239187"/>
            </a:xfrm>
            <a:custGeom>
              <a:avLst/>
              <a:gdLst/>
              <a:ahLst/>
              <a:cxnLst/>
              <a:rect l="l" t="t" r="r" b="b"/>
              <a:pathLst>
                <a:path w="340793" h="239187" extrusionOk="0">
                  <a:moveTo>
                    <a:pt x="291600" y="0"/>
                  </a:moveTo>
                  <a:lnTo>
                    <a:pt x="49193" y="0"/>
                  </a:lnTo>
                  <a:cubicBezTo>
                    <a:pt x="22030" y="0"/>
                    <a:pt x="0" y="22021"/>
                    <a:pt x="0" y="49193"/>
                  </a:cubicBezTo>
                  <a:lnTo>
                    <a:pt x="0" y="132447"/>
                  </a:lnTo>
                  <a:cubicBezTo>
                    <a:pt x="0" y="159611"/>
                    <a:pt x="22020" y="181641"/>
                    <a:pt x="49193" y="181641"/>
                  </a:cubicBezTo>
                  <a:lnTo>
                    <a:pt x="85502" y="181641"/>
                  </a:lnTo>
                  <a:cubicBezTo>
                    <a:pt x="79702" y="198869"/>
                    <a:pt x="63400" y="211313"/>
                    <a:pt x="44248" y="211313"/>
                  </a:cubicBezTo>
                  <a:lnTo>
                    <a:pt x="26273" y="211313"/>
                  </a:lnTo>
                  <a:cubicBezTo>
                    <a:pt x="19880" y="211313"/>
                    <a:pt x="14099" y="215548"/>
                    <a:pt x="12588" y="221762"/>
                  </a:cubicBezTo>
                  <a:cubicBezTo>
                    <a:pt x="10358" y="230969"/>
                    <a:pt x="17273" y="239187"/>
                    <a:pt x="26103" y="239187"/>
                  </a:cubicBezTo>
                  <a:lnTo>
                    <a:pt x="42252" y="239187"/>
                  </a:lnTo>
                  <a:cubicBezTo>
                    <a:pt x="76762" y="239187"/>
                    <a:pt x="105598" y="214793"/>
                    <a:pt x="112063" y="182540"/>
                  </a:cubicBezTo>
                  <a:lnTo>
                    <a:pt x="291339" y="182540"/>
                  </a:lnTo>
                  <a:cubicBezTo>
                    <a:pt x="318611" y="182540"/>
                    <a:pt x="340793" y="160618"/>
                    <a:pt x="340793" y="133670"/>
                  </a:cubicBezTo>
                  <a:lnTo>
                    <a:pt x="340793" y="49193"/>
                  </a:lnTo>
                  <a:cubicBezTo>
                    <a:pt x="340793" y="22030"/>
                    <a:pt x="318773" y="0"/>
                    <a:pt x="291600" y="0"/>
                  </a:cubicBezTo>
                  <a:close/>
                  <a:moveTo>
                    <a:pt x="312910" y="133077"/>
                  </a:moveTo>
                  <a:cubicBezTo>
                    <a:pt x="312910" y="144973"/>
                    <a:pt x="303226" y="154657"/>
                    <a:pt x="291330" y="154657"/>
                  </a:cubicBezTo>
                  <a:lnTo>
                    <a:pt x="48636" y="154657"/>
                  </a:lnTo>
                  <a:cubicBezTo>
                    <a:pt x="36695" y="154657"/>
                    <a:pt x="26975" y="144964"/>
                    <a:pt x="26975" y="133050"/>
                  </a:cubicBezTo>
                  <a:lnTo>
                    <a:pt x="26975" y="49526"/>
                  </a:lnTo>
                  <a:cubicBezTo>
                    <a:pt x="26975" y="37567"/>
                    <a:pt x="36668" y="27874"/>
                    <a:pt x="48627" y="27874"/>
                  </a:cubicBezTo>
                  <a:lnTo>
                    <a:pt x="291267" y="27874"/>
                  </a:lnTo>
                  <a:cubicBezTo>
                    <a:pt x="303226" y="27874"/>
                    <a:pt x="312919" y="37567"/>
                    <a:pt x="312919" y="49526"/>
                  </a:cubicBezTo>
                  <a:lnTo>
                    <a:pt x="312919" y="133077"/>
                  </a:lnTo>
                  <a:lnTo>
                    <a:pt x="312919" y="133077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7B879D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19" name="Google Shape;1914;p72">
              <a:extLst>
                <a:ext uri="{FF2B5EF4-FFF2-40B4-BE49-F238E27FC236}">
                  <a16:creationId xmlns:a16="http://schemas.microsoft.com/office/drawing/2014/main" id="{F8BE2D13-8967-712B-4841-75338243F167}"/>
                </a:ext>
              </a:extLst>
            </p:cNvPr>
            <p:cNvSpPr/>
            <p:nvPr/>
          </p:nvSpPr>
          <p:spPr>
            <a:xfrm>
              <a:off x="6487249" y="1582838"/>
              <a:ext cx="143289" cy="27874"/>
            </a:xfrm>
            <a:custGeom>
              <a:avLst/>
              <a:gdLst/>
              <a:ahLst/>
              <a:cxnLst/>
              <a:rect l="l" t="t" r="r" b="b"/>
              <a:pathLst>
                <a:path w="143289" h="27874" extrusionOk="0">
                  <a:moveTo>
                    <a:pt x="129353" y="0"/>
                  </a:moveTo>
                  <a:lnTo>
                    <a:pt x="14107" y="0"/>
                  </a:lnTo>
                  <a:cubicBezTo>
                    <a:pt x="7714" y="0"/>
                    <a:pt x="1932" y="4235"/>
                    <a:pt x="422" y="10448"/>
                  </a:cubicBezTo>
                  <a:cubicBezTo>
                    <a:pt x="-1808" y="19656"/>
                    <a:pt x="5107" y="27874"/>
                    <a:pt x="13936" y="27874"/>
                  </a:cubicBezTo>
                  <a:lnTo>
                    <a:pt x="129182" y="27874"/>
                  </a:lnTo>
                  <a:cubicBezTo>
                    <a:pt x="135576" y="27874"/>
                    <a:pt x="141357" y="23639"/>
                    <a:pt x="142868" y="17426"/>
                  </a:cubicBezTo>
                  <a:cubicBezTo>
                    <a:pt x="145098" y="8218"/>
                    <a:pt x="138183" y="0"/>
                    <a:pt x="12935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7B879D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20" name="Google Shape;1915;p72">
              <a:extLst>
                <a:ext uri="{FF2B5EF4-FFF2-40B4-BE49-F238E27FC236}">
                  <a16:creationId xmlns:a16="http://schemas.microsoft.com/office/drawing/2014/main" id="{6F8E5904-8E8F-69F0-1677-88708BF76E2A}"/>
                </a:ext>
              </a:extLst>
            </p:cNvPr>
            <p:cNvSpPr/>
            <p:nvPr/>
          </p:nvSpPr>
          <p:spPr>
            <a:xfrm>
              <a:off x="6486871" y="1634090"/>
              <a:ext cx="205656" cy="27874"/>
            </a:xfrm>
            <a:custGeom>
              <a:avLst/>
              <a:gdLst/>
              <a:ahLst/>
              <a:cxnLst/>
              <a:rect l="l" t="t" r="r" b="b"/>
              <a:pathLst>
                <a:path w="205656" h="27874" extrusionOk="0">
                  <a:moveTo>
                    <a:pt x="191720" y="0"/>
                  </a:moveTo>
                  <a:lnTo>
                    <a:pt x="14107" y="0"/>
                  </a:lnTo>
                  <a:cubicBezTo>
                    <a:pt x="7715" y="0"/>
                    <a:pt x="1933" y="4235"/>
                    <a:pt x="422" y="10448"/>
                  </a:cubicBezTo>
                  <a:cubicBezTo>
                    <a:pt x="-1808" y="19656"/>
                    <a:pt x="5107" y="27874"/>
                    <a:pt x="13937" y="27874"/>
                  </a:cubicBezTo>
                  <a:lnTo>
                    <a:pt x="191549" y="27874"/>
                  </a:lnTo>
                  <a:cubicBezTo>
                    <a:pt x="197942" y="27874"/>
                    <a:pt x="203724" y="23639"/>
                    <a:pt x="205234" y="17426"/>
                  </a:cubicBezTo>
                  <a:cubicBezTo>
                    <a:pt x="207464" y="8218"/>
                    <a:pt x="200550" y="0"/>
                    <a:pt x="19172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7B879D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21" name="Google Shape;1916;p72">
              <a:extLst>
                <a:ext uri="{FF2B5EF4-FFF2-40B4-BE49-F238E27FC236}">
                  <a16:creationId xmlns:a16="http://schemas.microsoft.com/office/drawing/2014/main" id="{F8E88EDB-BC04-941E-09F2-29C78A884C85}"/>
                </a:ext>
              </a:extLst>
            </p:cNvPr>
            <p:cNvSpPr/>
            <p:nvPr/>
          </p:nvSpPr>
          <p:spPr>
            <a:xfrm>
              <a:off x="6557941" y="1755487"/>
              <a:ext cx="325516" cy="228388"/>
            </a:xfrm>
            <a:custGeom>
              <a:avLst/>
              <a:gdLst/>
              <a:ahLst/>
              <a:cxnLst/>
              <a:rect l="l" t="t" r="r" b="b"/>
              <a:pathLst>
                <a:path w="325516" h="228388" extrusionOk="0">
                  <a:moveTo>
                    <a:pt x="325489" y="128581"/>
                  </a:moveTo>
                  <a:lnTo>
                    <a:pt x="325489" y="47467"/>
                  </a:lnTo>
                  <a:cubicBezTo>
                    <a:pt x="325489" y="21247"/>
                    <a:pt x="304233" y="0"/>
                    <a:pt x="278022" y="0"/>
                  </a:cubicBezTo>
                  <a:lnTo>
                    <a:pt x="47467" y="0"/>
                  </a:lnTo>
                  <a:cubicBezTo>
                    <a:pt x="21247" y="0"/>
                    <a:pt x="0" y="21256"/>
                    <a:pt x="0" y="47467"/>
                  </a:cubicBezTo>
                  <a:lnTo>
                    <a:pt x="0" y="126962"/>
                  </a:lnTo>
                  <a:cubicBezTo>
                    <a:pt x="0" y="153182"/>
                    <a:pt x="21256" y="174438"/>
                    <a:pt x="47476" y="174438"/>
                  </a:cubicBezTo>
                  <a:lnTo>
                    <a:pt x="216366" y="174438"/>
                  </a:lnTo>
                  <a:cubicBezTo>
                    <a:pt x="222831" y="205208"/>
                    <a:pt x="250184" y="228388"/>
                    <a:pt x="282851" y="228388"/>
                  </a:cubicBezTo>
                  <a:lnTo>
                    <a:pt x="299782" y="228388"/>
                  </a:lnTo>
                  <a:cubicBezTo>
                    <a:pt x="307066" y="228388"/>
                    <a:pt x="313360" y="222787"/>
                    <a:pt x="313683" y="215512"/>
                  </a:cubicBezTo>
                  <a:cubicBezTo>
                    <a:pt x="314025" y="207788"/>
                    <a:pt x="307857" y="201413"/>
                    <a:pt x="300214" y="201413"/>
                  </a:cubicBezTo>
                  <a:lnTo>
                    <a:pt x="283669" y="201413"/>
                  </a:lnTo>
                  <a:cubicBezTo>
                    <a:pt x="266531" y="201413"/>
                    <a:pt x="251884" y="190542"/>
                    <a:pt x="246264" y="175338"/>
                  </a:cubicBezTo>
                  <a:lnTo>
                    <a:pt x="278769" y="175338"/>
                  </a:lnTo>
                  <a:cubicBezTo>
                    <a:pt x="304548" y="175338"/>
                    <a:pt x="325516" y="154369"/>
                    <a:pt x="325516" y="128590"/>
                  </a:cubicBezTo>
                  <a:close/>
                  <a:moveTo>
                    <a:pt x="27865" y="127529"/>
                  </a:moveTo>
                  <a:lnTo>
                    <a:pt x="27865" y="47800"/>
                  </a:lnTo>
                  <a:cubicBezTo>
                    <a:pt x="27865" y="36794"/>
                    <a:pt x="36785" y="27865"/>
                    <a:pt x="47800" y="27865"/>
                  </a:cubicBezTo>
                  <a:lnTo>
                    <a:pt x="278589" y="27865"/>
                  </a:lnTo>
                  <a:cubicBezTo>
                    <a:pt x="289595" y="27865"/>
                    <a:pt x="298523" y="36785"/>
                    <a:pt x="298523" y="47800"/>
                  </a:cubicBezTo>
                  <a:lnTo>
                    <a:pt x="298523" y="127529"/>
                  </a:lnTo>
                  <a:cubicBezTo>
                    <a:pt x="298523" y="138535"/>
                    <a:pt x="289604" y="147463"/>
                    <a:pt x="278589" y="147463"/>
                  </a:cubicBezTo>
                  <a:lnTo>
                    <a:pt x="47800" y="147463"/>
                  </a:lnTo>
                  <a:cubicBezTo>
                    <a:pt x="36794" y="147463"/>
                    <a:pt x="27865" y="138544"/>
                    <a:pt x="27865" y="127529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7B879D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22" name="Google Shape;1917;p72">
              <a:extLst>
                <a:ext uri="{FF2B5EF4-FFF2-40B4-BE49-F238E27FC236}">
                  <a16:creationId xmlns:a16="http://schemas.microsoft.com/office/drawing/2014/main" id="{79F61D86-BD5A-8CDE-F73F-347B0674534D}"/>
                </a:ext>
              </a:extLst>
            </p:cNvPr>
            <p:cNvSpPr/>
            <p:nvPr/>
          </p:nvSpPr>
          <p:spPr>
            <a:xfrm>
              <a:off x="6626862" y="1804932"/>
              <a:ext cx="137697" cy="27874"/>
            </a:xfrm>
            <a:custGeom>
              <a:avLst/>
              <a:gdLst/>
              <a:ahLst/>
              <a:cxnLst/>
              <a:rect l="l" t="t" r="r" b="b"/>
              <a:pathLst>
                <a:path w="137697" h="27874" extrusionOk="0">
                  <a:moveTo>
                    <a:pt x="123761" y="0"/>
                  </a:moveTo>
                  <a:lnTo>
                    <a:pt x="14107" y="0"/>
                  </a:lnTo>
                  <a:cubicBezTo>
                    <a:pt x="7715" y="0"/>
                    <a:pt x="1933" y="4235"/>
                    <a:pt x="422" y="10448"/>
                  </a:cubicBezTo>
                  <a:cubicBezTo>
                    <a:pt x="-1808" y="19656"/>
                    <a:pt x="5098" y="27874"/>
                    <a:pt x="13937" y="27874"/>
                  </a:cubicBezTo>
                  <a:lnTo>
                    <a:pt x="123590" y="27874"/>
                  </a:lnTo>
                  <a:cubicBezTo>
                    <a:pt x="129983" y="27874"/>
                    <a:pt x="135765" y="23639"/>
                    <a:pt x="137275" y="17426"/>
                  </a:cubicBezTo>
                  <a:cubicBezTo>
                    <a:pt x="139505" y="8218"/>
                    <a:pt x="132591" y="0"/>
                    <a:pt x="12376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7B879D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23" name="Google Shape;1918;p72">
              <a:extLst>
                <a:ext uri="{FF2B5EF4-FFF2-40B4-BE49-F238E27FC236}">
                  <a16:creationId xmlns:a16="http://schemas.microsoft.com/office/drawing/2014/main" id="{A8DF36BA-48F8-2164-09EF-A89327AD50BE}"/>
                </a:ext>
              </a:extLst>
            </p:cNvPr>
            <p:cNvSpPr/>
            <p:nvPr/>
          </p:nvSpPr>
          <p:spPr>
            <a:xfrm>
              <a:off x="6626512" y="1853487"/>
              <a:ext cx="197042" cy="27874"/>
            </a:xfrm>
            <a:custGeom>
              <a:avLst/>
              <a:gdLst/>
              <a:ahLst/>
              <a:cxnLst/>
              <a:rect l="l" t="t" r="r" b="b"/>
              <a:pathLst>
                <a:path w="197042" h="27874" extrusionOk="0">
                  <a:moveTo>
                    <a:pt x="183097" y="0"/>
                  </a:moveTo>
                  <a:lnTo>
                    <a:pt x="14107" y="0"/>
                  </a:lnTo>
                  <a:cubicBezTo>
                    <a:pt x="7714" y="0"/>
                    <a:pt x="1933" y="4235"/>
                    <a:pt x="422" y="10448"/>
                  </a:cubicBezTo>
                  <a:cubicBezTo>
                    <a:pt x="-1808" y="19656"/>
                    <a:pt x="5107" y="27874"/>
                    <a:pt x="13936" y="27874"/>
                  </a:cubicBezTo>
                  <a:lnTo>
                    <a:pt x="182935" y="27874"/>
                  </a:lnTo>
                  <a:cubicBezTo>
                    <a:pt x="189328" y="27874"/>
                    <a:pt x="195110" y="23639"/>
                    <a:pt x="196620" y="17426"/>
                  </a:cubicBezTo>
                  <a:cubicBezTo>
                    <a:pt x="198850" y="8218"/>
                    <a:pt x="191935" y="0"/>
                    <a:pt x="18310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7B879D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124" name="Google Shape;1919;p72">
            <a:extLst>
              <a:ext uri="{FF2B5EF4-FFF2-40B4-BE49-F238E27FC236}">
                <a16:creationId xmlns:a16="http://schemas.microsoft.com/office/drawing/2014/main" id="{912B197E-FCB0-BD24-3EBB-673D0C19C245}"/>
              </a:ext>
            </a:extLst>
          </p:cNvPr>
          <p:cNvGrpSpPr/>
          <p:nvPr/>
        </p:nvGrpSpPr>
        <p:grpSpPr>
          <a:xfrm>
            <a:off x="4816965" y="1570038"/>
            <a:ext cx="258069" cy="460382"/>
            <a:chOff x="5712706" y="1559459"/>
            <a:chExt cx="258069" cy="460382"/>
          </a:xfrm>
        </p:grpSpPr>
        <p:sp>
          <p:nvSpPr>
            <p:cNvPr id="1125" name="Google Shape;1920;p72">
              <a:extLst>
                <a:ext uri="{FF2B5EF4-FFF2-40B4-BE49-F238E27FC236}">
                  <a16:creationId xmlns:a16="http://schemas.microsoft.com/office/drawing/2014/main" id="{5692CC23-D26E-5509-33F3-AFAAA0C6C4D5}"/>
                </a:ext>
              </a:extLst>
            </p:cNvPr>
            <p:cNvSpPr/>
            <p:nvPr/>
          </p:nvSpPr>
          <p:spPr>
            <a:xfrm>
              <a:off x="5712706" y="1559459"/>
              <a:ext cx="258069" cy="460382"/>
            </a:xfrm>
            <a:custGeom>
              <a:avLst/>
              <a:gdLst/>
              <a:ahLst/>
              <a:cxnLst/>
              <a:rect l="l" t="t" r="r" b="b"/>
              <a:pathLst>
                <a:path w="258069" h="460382" extrusionOk="0">
                  <a:moveTo>
                    <a:pt x="223245" y="0"/>
                  </a:moveTo>
                  <a:lnTo>
                    <a:pt x="34825" y="0"/>
                  </a:lnTo>
                  <a:cubicBezTo>
                    <a:pt x="15591" y="0"/>
                    <a:pt x="0" y="15592"/>
                    <a:pt x="0" y="34825"/>
                  </a:cubicBezTo>
                  <a:lnTo>
                    <a:pt x="0" y="425558"/>
                  </a:lnTo>
                  <a:cubicBezTo>
                    <a:pt x="0" y="444791"/>
                    <a:pt x="15591" y="460382"/>
                    <a:pt x="34825" y="460382"/>
                  </a:cubicBezTo>
                  <a:lnTo>
                    <a:pt x="223245" y="460382"/>
                  </a:lnTo>
                  <a:cubicBezTo>
                    <a:pt x="242478" y="460382"/>
                    <a:pt x="258070" y="444791"/>
                    <a:pt x="258070" y="425558"/>
                  </a:cubicBezTo>
                  <a:lnTo>
                    <a:pt x="258070" y="34825"/>
                  </a:lnTo>
                  <a:cubicBezTo>
                    <a:pt x="258070" y="15592"/>
                    <a:pt x="242478" y="0"/>
                    <a:pt x="223245" y="0"/>
                  </a:cubicBezTo>
                  <a:close/>
                  <a:moveTo>
                    <a:pt x="34537" y="26975"/>
                  </a:moveTo>
                  <a:lnTo>
                    <a:pt x="222643" y="26975"/>
                  </a:lnTo>
                  <a:cubicBezTo>
                    <a:pt x="226797" y="26975"/>
                    <a:pt x="230196" y="30374"/>
                    <a:pt x="230196" y="34528"/>
                  </a:cubicBezTo>
                  <a:lnTo>
                    <a:pt x="230196" y="67438"/>
                  </a:lnTo>
                  <a:lnTo>
                    <a:pt x="26984" y="67438"/>
                  </a:lnTo>
                  <a:lnTo>
                    <a:pt x="26984" y="34528"/>
                  </a:lnTo>
                  <a:cubicBezTo>
                    <a:pt x="26984" y="30374"/>
                    <a:pt x="30383" y="26975"/>
                    <a:pt x="34537" y="26975"/>
                  </a:cubicBezTo>
                  <a:close/>
                  <a:moveTo>
                    <a:pt x="230196" y="425306"/>
                  </a:moveTo>
                  <a:cubicBezTo>
                    <a:pt x="230196" y="429271"/>
                    <a:pt x="226968" y="432499"/>
                    <a:pt x="223002" y="432499"/>
                  </a:cubicBezTo>
                  <a:lnTo>
                    <a:pt x="34537" y="432499"/>
                  </a:lnTo>
                  <a:cubicBezTo>
                    <a:pt x="30383" y="432499"/>
                    <a:pt x="26984" y="429100"/>
                    <a:pt x="26984" y="424946"/>
                  </a:cubicBezTo>
                  <a:lnTo>
                    <a:pt x="26984" y="392936"/>
                  </a:lnTo>
                  <a:lnTo>
                    <a:pt x="230196" y="392936"/>
                  </a:lnTo>
                  <a:lnTo>
                    <a:pt x="230196" y="425306"/>
                  </a:lnTo>
                  <a:lnTo>
                    <a:pt x="230196" y="425306"/>
                  </a:lnTo>
                  <a:close/>
                  <a:moveTo>
                    <a:pt x="230196" y="365062"/>
                  </a:moveTo>
                  <a:lnTo>
                    <a:pt x="26984" y="365062"/>
                  </a:lnTo>
                  <a:lnTo>
                    <a:pt x="26984" y="94413"/>
                  </a:lnTo>
                  <a:lnTo>
                    <a:pt x="230196" y="94413"/>
                  </a:lnTo>
                  <a:lnTo>
                    <a:pt x="230196" y="365062"/>
                  </a:lnTo>
                  <a:lnTo>
                    <a:pt x="230196" y="365062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7B879D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26" name="Google Shape;1921;p72">
              <a:extLst>
                <a:ext uri="{FF2B5EF4-FFF2-40B4-BE49-F238E27FC236}">
                  <a16:creationId xmlns:a16="http://schemas.microsoft.com/office/drawing/2014/main" id="{C6D87E6F-31B8-78A2-7832-358F0B087CD7}"/>
                </a:ext>
              </a:extLst>
            </p:cNvPr>
            <p:cNvSpPr/>
            <p:nvPr/>
          </p:nvSpPr>
          <p:spPr>
            <a:xfrm>
              <a:off x="5794022" y="1591829"/>
              <a:ext cx="95015" cy="26975"/>
            </a:xfrm>
            <a:custGeom>
              <a:avLst/>
              <a:gdLst/>
              <a:ahLst/>
              <a:cxnLst/>
              <a:rect l="l" t="t" r="r" b="b"/>
              <a:pathLst>
                <a:path w="95015" h="26975" extrusionOk="0">
                  <a:moveTo>
                    <a:pt x="81532" y="0"/>
                  </a:moveTo>
                  <a:lnTo>
                    <a:pt x="13915" y="0"/>
                  </a:lnTo>
                  <a:cubicBezTo>
                    <a:pt x="6632" y="0"/>
                    <a:pt x="338" y="5602"/>
                    <a:pt x="14" y="12876"/>
                  </a:cubicBezTo>
                  <a:cubicBezTo>
                    <a:pt x="-328" y="20600"/>
                    <a:pt x="5831" y="26975"/>
                    <a:pt x="13483" y="26975"/>
                  </a:cubicBezTo>
                  <a:lnTo>
                    <a:pt x="81101" y="26975"/>
                  </a:lnTo>
                  <a:cubicBezTo>
                    <a:pt x="88384" y="26975"/>
                    <a:pt x="94678" y="21373"/>
                    <a:pt x="95002" y="14099"/>
                  </a:cubicBezTo>
                  <a:cubicBezTo>
                    <a:pt x="95343" y="6375"/>
                    <a:pt x="89175" y="0"/>
                    <a:pt x="8153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7B879D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27" name="Google Shape;1922;p72">
              <a:extLst>
                <a:ext uri="{FF2B5EF4-FFF2-40B4-BE49-F238E27FC236}">
                  <a16:creationId xmlns:a16="http://schemas.microsoft.com/office/drawing/2014/main" id="{02EE722D-C817-469D-176C-B31C95EC830C}"/>
                </a:ext>
              </a:extLst>
            </p:cNvPr>
            <p:cNvSpPr/>
            <p:nvPr/>
          </p:nvSpPr>
          <p:spPr>
            <a:xfrm>
              <a:off x="5764915" y="1832806"/>
              <a:ext cx="113647" cy="26975"/>
            </a:xfrm>
            <a:custGeom>
              <a:avLst/>
              <a:gdLst/>
              <a:ahLst/>
              <a:cxnLst/>
              <a:rect l="l" t="t" r="r" b="b"/>
              <a:pathLst>
                <a:path w="113647" h="26975" extrusionOk="0">
                  <a:moveTo>
                    <a:pt x="113642" y="12867"/>
                  </a:moveTo>
                  <a:cubicBezTo>
                    <a:pt x="113318" y="5593"/>
                    <a:pt x="107024" y="0"/>
                    <a:pt x="99741" y="0"/>
                  </a:cubicBezTo>
                  <a:lnTo>
                    <a:pt x="13484" y="0"/>
                  </a:lnTo>
                  <a:cubicBezTo>
                    <a:pt x="5823" y="0"/>
                    <a:pt x="-337" y="6384"/>
                    <a:pt x="14" y="14108"/>
                  </a:cubicBezTo>
                  <a:cubicBezTo>
                    <a:pt x="338" y="21382"/>
                    <a:pt x="6632" y="26975"/>
                    <a:pt x="13906" y="26975"/>
                  </a:cubicBezTo>
                  <a:lnTo>
                    <a:pt x="100163" y="26975"/>
                  </a:lnTo>
                  <a:cubicBezTo>
                    <a:pt x="107815" y="26975"/>
                    <a:pt x="113984" y="20591"/>
                    <a:pt x="113633" y="12867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7B879D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28" name="Google Shape;1923;p72">
              <a:extLst>
                <a:ext uri="{FF2B5EF4-FFF2-40B4-BE49-F238E27FC236}">
                  <a16:creationId xmlns:a16="http://schemas.microsoft.com/office/drawing/2014/main" id="{A484AB2D-5B49-E76F-2787-1FF2B431BE33}"/>
                </a:ext>
              </a:extLst>
            </p:cNvPr>
            <p:cNvSpPr/>
            <p:nvPr/>
          </p:nvSpPr>
          <p:spPr>
            <a:xfrm>
              <a:off x="5765154" y="1875067"/>
              <a:ext cx="157669" cy="26975"/>
            </a:xfrm>
            <a:custGeom>
              <a:avLst/>
              <a:gdLst/>
              <a:ahLst/>
              <a:cxnLst/>
              <a:rect l="l" t="t" r="r" b="b"/>
              <a:pathLst>
                <a:path w="157669" h="26975" extrusionOk="0">
                  <a:moveTo>
                    <a:pt x="144182" y="0"/>
                  </a:moveTo>
                  <a:lnTo>
                    <a:pt x="13488" y="0"/>
                  </a:lnTo>
                  <a:cubicBezTo>
                    <a:pt x="6033" y="0"/>
                    <a:pt x="0" y="6042"/>
                    <a:pt x="0" y="13488"/>
                  </a:cubicBezTo>
                  <a:cubicBezTo>
                    <a:pt x="0" y="20933"/>
                    <a:pt x="6033" y="26975"/>
                    <a:pt x="13488" y="26975"/>
                  </a:cubicBezTo>
                  <a:lnTo>
                    <a:pt x="144182" y="26975"/>
                  </a:lnTo>
                  <a:cubicBezTo>
                    <a:pt x="151635" y="26975"/>
                    <a:pt x="157669" y="20933"/>
                    <a:pt x="157669" y="13488"/>
                  </a:cubicBezTo>
                  <a:cubicBezTo>
                    <a:pt x="157669" y="6042"/>
                    <a:pt x="151635" y="0"/>
                    <a:pt x="14418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7B879D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29" name="Google Shape;1924;p72">
              <a:extLst>
                <a:ext uri="{FF2B5EF4-FFF2-40B4-BE49-F238E27FC236}">
                  <a16:creationId xmlns:a16="http://schemas.microsoft.com/office/drawing/2014/main" id="{4EE1C50D-D805-8888-46DD-90656CD25B79}"/>
                </a:ext>
              </a:extLst>
            </p:cNvPr>
            <p:cNvSpPr/>
            <p:nvPr/>
          </p:nvSpPr>
          <p:spPr>
            <a:xfrm>
              <a:off x="5764875" y="1667827"/>
              <a:ext cx="162916" cy="139802"/>
            </a:xfrm>
            <a:custGeom>
              <a:avLst/>
              <a:gdLst/>
              <a:ahLst/>
              <a:cxnLst/>
              <a:rect l="l" t="t" r="r" b="b"/>
              <a:pathLst>
                <a:path w="162916" h="139802" extrusionOk="0">
                  <a:moveTo>
                    <a:pt x="144622" y="112827"/>
                  </a:moveTo>
                  <a:lnTo>
                    <a:pt x="121378" y="112827"/>
                  </a:lnTo>
                  <a:lnTo>
                    <a:pt x="121378" y="86725"/>
                  </a:lnTo>
                  <a:lnTo>
                    <a:pt x="158712" y="49571"/>
                  </a:lnTo>
                  <a:cubicBezTo>
                    <a:pt x="163936" y="44374"/>
                    <a:pt x="164422" y="35868"/>
                    <a:pt x="159440" y="30446"/>
                  </a:cubicBezTo>
                  <a:cubicBezTo>
                    <a:pt x="154135" y="24673"/>
                    <a:pt x="145125" y="24529"/>
                    <a:pt x="139640" y="29996"/>
                  </a:cubicBezTo>
                  <a:lnTo>
                    <a:pt x="105077" y="64398"/>
                  </a:lnTo>
                  <a:lnTo>
                    <a:pt x="70225" y="46550"/>
                  </a:lnTo>
                  <a:cubicBezTo>
                    <a:pt x="65126" y="43942"/>
                    <a:pt x="58797" y="44859"/>
                    <a:pt x="52106" y="50488"/>
                  </a:cubicBezTo>
                  <a:lnTo>
                    <a:pt x="26975" y="69317"/>
                  </a:lnTo>
                  <a:lnTo>
                    <a:pt x="26975" y="13488"/>
                  </a:lnTo>
                  <a:cubicBezTo>
                    <a:pt x="26975" y="6033"/>
                    <a:pt x="20942" y="0"/>
                    <a:pt x="13488" y="0"/>
                  </a:cubicBezTo>
                  <a:cubicBezTo>
                    <a:pt x="6033" y="0"/>
                    <a:pt x="0" y="6033"/>
                    <a:pt x="0" y="13488"/>
                  </a:cubicBezTo>
                  <a:lnTo>
                    <a:pt x="0" y="126315"/>
                  </a:lnTo>
                  <a:cubicBezTo>
                    <a:pt x="0" y="133769"/>
                    <a:pt x="6042" y="139802"/>
                    <a:pt x="13488" y="139802"/>
                  </a:cubicBezTo>
                  <a:lnTo>
                    <a:pt x="144631" y="139802"/>
                  </a:lnTo>
                  <a:cubicBezTo>
                    <a:pt x="152085" y="139802"/>
                    <a:pt x="158119" y="133769"/>
                    <a:pt x="158119" y="126315"/>
                  </a:cubicBezTo>
                  <a:cubicBezTo>
                    <a:pt x="158119" y="118870"/>
                    <a:pt x="152085" y="112827"/>
                    <a:pt x="144631" y="112827"/>
                  </a:cubicBezTo>
                  <a:close/>
                  <a:moveTo>
                    <a:pt x="49445" y="112827"/>
                  </a:moveTo>
                  <a:lnTo>
                    <a:pt x="26966" y="112827"/>
                  </a:lnTo>
                  <a:lnTo>
                    <a:pt x="26966" y="103449"/>
                  </a:lnTo>
                  <a:lnTo>
                    <a:pt x="49445" y="86689"/>
                  </a:lnTo>
                  <a:lnTo>
                    <a:pt x="49445" y="112827"/>
                  </a:lnTo>
                  <a:close/>
                  <a:moveTo>
                    <a:pt x="93504" y="112827"/>
                  </a:moveTo>
                  <a:lnTo>
                    <a:pt x="76420" y="112827"/>
                  </a:lnTo>
                  <a:lnTo>
                    <a:pt x="76420" y="80547"/>
                  </a:lnTo>
                  <a:lnTo>
                    <a:pt x="93504" y="89395"/>
                  </a:lnTo>
                  <a:lnTo>
                    <a:pt x="93504" y="112827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7B879D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130" name="Google Shape;1925;p72">
            <a:extLst>
              <a:ext uri="{FF2B5EF4-FFF2-40B4-BE49-F238E27FC236}">
                <a16:creationId xmlns:a16="http://schemas.microsoft.com/office/drawing/2014/main" id="{E23D0CAB-E66F-1B22-9328-84EA4FEB4B79}"/>
              </a:ext>
            </a:extLst>
          </p:cNvPr>
          <p:cNvGrpSpPr/>
          <p:nvPr/>
        </p:nvGrpSpPr>
        <p:grpSpPr>
          <a:xfrm>
            <a:off x="3977741" y="1646917"/>
            <a:ext cx="460373" cy="306624"/>
            <a:chOff x="5478360" y="804274"/>
            <a:chExt cx="460373" cy="306624"/>
          </a:xfrm>
        </p:grpSpPr>
        <p:sp>
          <p:nvSpPr>
            <p:cNvPr id="1131" name="Google Shape;1926;p72">
              <a:extLst>
                <a:ext uri="{FF2B5EF4-FFF2-40B4-BE49-F238E27FC236}">
                  <a16:creationId xmlns:a16="http://schemas.microsoft.com/office/drawing/2014/main" id="{E072E68C-CFDF-BDB1-2531-2A9AA916EB42}"/>
                </a:ext>
              </a:extLst>
            </p:cNvPr>
            <p:cNvSpPr/>
            <p:nvPr/>
          </p:nvSpPr>
          <p:spPr>
            <a:xfrm>
              <a:off x="5478360" y="804274"/>
              <a:ext cx="460373" cy="306624"/>
            </a:xfrm>
            <a:custGeom>
              <a:avLst/>
              <a:gdLst/>
              <a:ahLst/>
              <a:cxnLst/>
              <a:rect l="l" t="t" r="r" b="b"/>
              <a:pathLst>
                <a:path w="460373" h="306624" extrusionOk="0">
                  <a:moveTo>
                    <a:pt x="446436" y="9"/>
                  </a:moveTo>
                  <a:lnTo>
                    <a:pt x="13937" y="9"/>
                  </a:lnTo>
                  <a:cubicBezTo>
                    <a:pt x="6240" y="9"/>
                    <a:pt x="0" y="6249"/>
                    <a:pt x="0" y="13946"/>
                  </a:cubicBezTo>
                  <a:lnTo>
                    <a:pt x="0" y="292688"/>
                  </a:lnTo>
                  <a:cubicBezTo>
                    <a:pt x="0" y="300385"/>
                    <a:pt x="6240" y="306625"/>
                    <a:pt x="13937" y="306625"/>
                  </a:cubicBezTo>
                  <a:lnTo>
                    <a:pt x="446436" y="306625"/>
                  </a:lnTo>
                  <a:cubicBezTo>
                    <a:pt x="454133" y="306625"/>
                    <a:pt x="460373" y="300385"/>
                    <a:pt x="460373" y="292688"/>
                  </a:cubicBezTo>
                  <a:lnTo>
                    <a:pt x="460373" y="13937"/>
                  </a:lnTo>
                  <a:cubicBezTo>
                    <a:pt x="460373" y="6240"/>
                    <a:pt x="454133" y="0"/>
                    <a:pt x="446436" y="0"/>
                  </a:cubicBezTo>
                  <a:close/>
                  <a:moveTo>
                    <a:pt x="432499" y="278751"/>
                  </a:moveTo>
                  <a:lnTo>
                    <a:pt x="27874" y="278751"/>
                  </a:lnTo>
                  <a:lnTo>
                    <a:pt x="27874" y="27883"/>
                  </a:lnTo>
                  <a:lnTo>
                    <a:pt x="432499" y="27883"/>
                  </a:lnTo>
                  <a:lnTo>
                    <a:pt x="432499" y="278751"/>
                  </a:lnTo>
                  <a:lnTo>
                    <a:pt x="432499" y="27875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7B879D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32" name="Google Shape;1927;p72">
              <a:extLst>
                <a:ext uri="{FF2B5EF4-FFF2-40B4-BE49-F238E27FC236}">
                  <a16:creationId xmlns:a16="http://schemas.microsoft.com/office/drawing/2014/main" id="{BC37A545-1D08-D4DA-0238-39E4AA19BE5B}"/>
                </a:ext>
              </a:extLst>
            </p:cNvPr>
            <p:cNvSpPr/>
            <p:nvPr/>
          </p:nvSpPr>
          <p:spPr>
            <a:xfrm>
              <a:off x="5717538" y="889704"/>
              <a:ext cx="177117" cy="177622"/>
            </a:xfrm>
            <a:custGeom>
              <a:avLst/>
              <a:gdLst/>
              <a:ahLst/>
              <a:cxnLst/>
              <a:rect l="l" t="t" r="r" b="b"/>
              <a:pathLst>
                <a:path w="177117" h="177622" extrusionOk="0">
                  <a:moveTo>
                    <a:pt x="96445" y="0"/>
                  </a:moveTo>
                  <a:lnTo>
                    <a:pt x="80547" y="0"/>
                  </a:lnTo>
                  <a:cubicBezTo>
                    <a:pt x="36065" y="0"/>
                    <a:pt x="0" y="36066"/>
                    <a:pt x="0" y="80547"/>
                  </a:cubicBezTo>
                  <a:lnTo>
                    <a:pt x="0" y="96750"/>
                  </a:lnTo>
                  <a:cubicBezTo>
                    <a:pt x="0" y="141007"/>
                    <a:pt x="35877" y="177037"/>
                    <a:pt x="80071" y="177307"/>
                  </a:cubicBezTo>
                  <a:cubicBezTo>
                    <a:pt x="87345" y="177352"/>
                    <a:pt x="93729" y="171993"/>
                    <a:pt x="94431" y="164754"/>
                  </a:cubicBezTo>
                  <a:cubicBezTo>
                    <a:pt x="95231" y="156437"/>
                    <a:pt x="88712" y="149433"/>
                    <a:pt x="80556" y="149433"/>
                  </a:cubicBezTo>
                  <a:cubicBezTo>
                    <a:pt x="51504" y="149433"/>
                    <a:pt x="27874" y="125802"/>
                    <a:pt x="27874" y="96750"/>
                  </a:cubicBezTo>
                  <a:lnTo>
                    <a:pt x="27874" y="80556"/>
                  </a:lnTo>
                  <a:cubicBezTo>
                    <a:pt x="27874" y="51459"/>
                    <a:pt x="51459" y="27883"/>
                    <a:pt x="80547" y="27883"/>
                  </a:cubicBezTo>
                  <a:lnTo>
                    <a:pt x="96579" y="27883"/>
                  </a:lnTo>
                  <a:cubicBezTo>
                    <a:pt x="125677" y="27883"/>
                    <a:pt x="149253" y="51468"/>
                    <a:pt x="149253" y="80556"/>
                  </a:cubicBezTo>
                  <a:lnTo>
                    <a:pt x="149253" y="139389"/>
                  </a:lnTo>
                  <a:cubicBezTo>
                    <a:pt x="149253" y="145233"/>
                    <a:pt x="144721" y="150089"/>
                    <a:pt x="139155" y="150215"/>
                  </a:cubicBezTo>
                  <a:cubicBezTo>
                    <a:pt x="133427" y="150359"/>
                    <a:pt x="128572" y="145764"/>
                    <a:pt x="128572" y="139874"/>
                  </a:cubicBezTo>
                  <a:lnTo>
                    <a:pt x="128572" y="88010"/>
                  </a:lnTo>
                  <a:cubicBezTo>
                    <a:pt x="128572" y="66215"/>
                    <a:pt x="110903" y="48555"/>
                    <a:pt x="89116" y="48555"/>
                  </a:cubicBezTo>
                  <a:lnTo>
                    <a:pt x="80179" y="48555"/>
                  </a:lnTo>
                  <a:cubicBezTo>
                    <a:pt x="55757" y="48555"/>
                    <a:pt x="35958" y="68355"/>
                    <a:pt x="35958" y="92776"/>
                  </a:cubicBezTo>
                  <a:lnTo>
                    <a:pt x="35958" y="95033"/>
                  </a:lnTo>
                  <a:cubicBezTo>
                    <a:pt x="35958" y="124786"/>
                    <a:pt x="71807" y="140072"/>
                    <a:pt x="93253" y="119769"/>
                  </a:cubicBezTo>
                  <a:cubicBezTo>
                    <a:pt x="98639" y="114671"/>
                    <a:pt x="99547" y="105787"/>
                    <a:pt x="94718" y="100158"/>
                  </a:cubicBezTo>
                  <a:cubicBezTo>
                    <a:pt x="89368" y="93927"/>
                    <a:pt x="79963" y="93657"/>
                    <a:pt x="74262" y="99358"/>
                  </a:cubicBezTo>
                  <a:cubicBezTo>
                    <a:pt x="70450" y="103170"/>
                    <a:pt x="63832" y="100500"/>
                    <a:pt x="63832" y="95042"/>
                  </a:cubicBezTo>
                  <a:lnTo>
                    <a:pt x="63832" y="92785"/>
                  </a:lnTo>
                  <a:cubicBezTo>
                    <a:pt x="63832" y="83757"/>
                    <a:pt x="71151" y="76438"/>
                    <a:pt x="80179" y="76438"/>
                  </a:cubicBezTo>
                  <a:lnTo>
                    <a:pt x="89107" y="76438"/>
                  </a:lnTo>
                  <a:cubicBezTo>
                    <a:pt x="95510" y="76438"/>
                    <a:pt x="100689" y="81626"/>
                    <a:pt x="100689" y="88019"/>
                  </a:cubicBezTo>
                  <a:lnTo>
                    <a:pt x="100689" y="139407"/>
                  </a:lnTo>
                  <a:cubicBezTo>
                    <a:pt x="100689" y="160852"/>
                    <a:pt x="118294" y="178107"/>
                    <a:pt x="139775" y="177612"/>
                  </a:cubicBezTo>
                  <a:cubicBezTo>
                    <a:pt x="160366" y="177154"/>
                    <a:pt x="177118" y="159791"/>
                    <a:pt x="177118" y="138921"/>
                  </a:cubicBezTo>
                  <a:lnTo>
                    <a:pt x="177118" y="80709"/>
                  </a:lnTo>
                  <a:cubicBezTo>
                    <a:pt x="177118" y="36218"/>
                    <a:pt x="140917" y="18"/>
                    <a:pt x="96427" y="18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7B879D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33" name="Google Shape;1928;p72">
              <a:extLst>
                <a:ext uri="{FF2B5EF4-FFF2-40B4-BE49-F238E27FC236}">
                  <a16:creationId xmlns:a16="http://schemas.microsoft.com/office/drawing/2014/main" id="{D7DA057D-638E-DB91-B3DB-24E70712F152}"/>
                </a:ext>
              </a:extLst>
            </p:cNvPr>
            <p:cNvSpPr/>
            <p:nvPr/>
          </p:nvSpPr>
          <p:spPr>
            <a:xfrm>
              <a:off x="5522224" y="860032"/>
              <a:ext cx="127290" cy="27874"/>
            </a:xfrm>
            <a:custGeom>
              <a:avLst/>
              <a:gdLst/>
              <a:ahLst/>
              <a:cxnLst/>
              <a:rect l="l" t="t" r="r" b="b"/>
              <a:pathLst>
                <a:path w="127290" h="27874" extrusionOk="0">
                  <a:moveTo>
                    <a:pt x="113355" y="0"/>
                  </a:moveTo>
                  <a:lnTo>
                    <a:pt x="14303" y="0"/>
                  </a:lnTo>
                  <a:cubicBezTo>
                    <a:pt x="7146" y="0"/>
                    <a:pt x="870" y="5242"/>
                    <a:pt x="87" y="12355"/>
                  </a:cubicBezTo>
                  <a:cubicBezTo>
                    <a:pt x="-839" y="20762"/>
                    <a:pt x="5716" y="27874"/>
                    <a:pt x="13935" y="27874"/>
                  </a:cubicBezTo>
                  <a:lnTo>
                    <a:pt x="112987" y="27874"/>
                  </a:lnTo>
                  <a:cubicBezTo>
                    <a:pt x="120144" y="27874"/>
                    <a:pt x="126411" y="22632"/>
                    <a:pt x="127203" y="15529"/>
                  </a:cubicBezTo>
                  <a:cubicBezTo>
                    <a:pt x="128129" y="7121"/>
                    <a:pt x="121574" y="0"/>
                    <a:pt x="11335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7B879D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34" name="Google Shape;1929;p72">
              <a:extLst>
                <a:ext uri="{FF2B5EF4-FFF2-40B4-BE49-F238E27FC236}">
                  <a16:creationId xmlns:a16="http://schemas.microsoft.com/office/drawing/2014/main" id="{F84AEF76-3D4D-B7A4-A31B-1A62CBC716F1}"/>
                </a:ext>
              </a:extLst>
            </p:cNvPr>
            <p:cNvSpPr/>
            <p:nvPr/>
          </p:nvSpPr>
          <p:spPr>
            <a:xfrm>
              <a:off x="5522224" y="906788"/>
              <a:ext cx="155164" cy="27874"/>
            </a:xfrm>
            <a:custGeom>
              <a:avLst/>
              <a:gdLst/>
              <a:ahLst/>
              <a:cxnLst/>
              <a:rect l="l" t="t" r="r" b="b"/>
              <a:pathLst>
                <a:path w="155164" h="27874" extrusionOk="0">
                  <a:moveTo>
                    <a:pt x="141230" y="0"/>
                  </a:moveTo>
                  <a:lnTo>
                    <a:pt x="14303" y="0"/>
                  </a:lnTo>
                  <a:cubicBezTo>
                    <a:pt x="7146" y="0"/>
                    <a:pt x="870" y="5242"/>
                    <a:pt x="87" y="12355"/>
                  </a:cubicBezTo>
                  <a:cubicBezTo>
                    <a:pt x="-839" y="20762"/>
                    <a:pt x="5716" y="27874"/>
                    <a:pt x="13935" y="27874"/>
                  </a:cubicBezTo>
                  <a:lnTo>
                    <a:pt x="140861" y="27874"/>
                  </a:lnTo>
                  <a:cubicBezTo>
                    <a:pt x="148018" y="27874"/>
                    <a:pt x="154295" y="22632"/>
                    <a:pt x="155077" y="15520"/>
                  </a:cubicBezTo>
                  <a:cubicBezTo>
                    <a:pt x="156003" y="7112"/>
                    <a:pt x="149448" y="0"/>
                    <a:pt x="14123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7B879D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135" name="Google Shape;1930;p72">
            <a:extLst>
              <a:ext uri="{FF2B5EF4-FFF2-40B4-BE49-F238E27FC236}">
                <a16:creationId xmlns:a16="http://schemas.microsoft.com/office/drawing/2014/main" id="{F715E168-D6AE-11F7-1273-E6059937F8FC}"/>
              </a:ext>
            </a:extLst>
          </p:cNvPr>
          <p:cNvGrpSpPr/>
          <p:nvPr/>
        </p:nvGrpSpPr>
        <p:grpSpPr>
          <a:xfrm>
            <a:off x="3168294" y="1570043"/>
            <a:ext cx="460373" cy="460373"/>
            <a:chOff x="4120290" y="1531585"/>
            <a:chExt cx="460373" cy="460373"/>
          </a:xfrm>
        </p:grpSpPr>
        <p:sp>
          <p:nvSpPr>
            <p:cNvPr id="1136" name="Google Shape;1931;p72">
              <a:extLst>
                <a:ext uri="{FF2B5EF4-FFF2-40B4-BE49-F238E27FC236}">
                  <a16:creationId xmlns:a16="http://schemas.microsoft.com/office/drawing/2014/main" id="{F5A9CCFA-3100-C0F4-EF34-017A62EA0019}"/>
                </a:ext>
              </a:extLst>
            </p:cNvPr>
            <p:cNvSpPr/>
            <p:nvPr/>
          </p:nvSpPr>
          <p:spPr>
            <a:xfrm>
              <a:off x="4120290" y="1531585"/>
              <a:ext cx="460373" cy="460373"/>
            </a:xfrm>
            <a:custGeom>
              <a:avLst/>
              <a:gdLst/>
              <a:ahLst/>
              <a:cxnLst/>
              <a:rect l="l" t="t" r="r" b="b"/>
              <a:pathLst>
                <a:path w="460373" h="460373" extrusionOk="0">
                  <a:moveTo>
                    <a:pt x="230187" y="0"/>
                  </a:moveTo>
                  <a:cubicBezTo>
                    <a:pt x="102964" y="0"/>
                    <a:pt x="0" y="102955"/>
                    <a:pt x="0" y="230187"/>
                  </a:cubicBezTo>
                  <a:cubicBezTo>
                    <a:pt x="0" y="357419"/>
                    <a:pt x="102955" y="460373"/>
                    <a:pt x="230187" y="460373"/>
                  </a:cubicBezTo>
                  <a:cubicBezTo>
                    <a:pt x="357419" y="460373"/>
                    <a:pt x="460374" y="357419"/>
                    <a:pt x="460374" y="230187"/>
                  </a:cubicBezTo>
                  <a:cubicBezTo>
                    <a:pt x="460374" y="102955"/>
                    <a:pt x="357419" y="0"/>
                    <a:pt x="230187" y="0"/>
                  </a:cubicBezTo>
                  <a:close/>
                  <a:moveTo>
                    <a:pt x="230187" y="432886"/>
                  </a:moveTo>
                  <a:cubicBezTo>
                    <a:pt x="118420" y="432886"/>
                    <a:pt x="27487" y="341953"/>
                    <a:pt x="27487" y="230187"/>
                  </a:cubicBezTo>
                  <a:cubicBezTo>
                    <a:pt x="27487" y="118420"/>
                    <a:pt x="118420" y="27488"/>
                    <a:pt x="230187" y="27488"/>
                  </a:cubicBezTo>
                  <a:cubicBezTo>
                    <a:pt x="341953" y="27488"/>
                    <a:pt x="432877" y="118420"/>
                    <a:pt x="432877" y="230187"/>
                  </a:cubicBezTo>
                  <a:cubicBezTo>
                    <a:pt x="432877" y="341953"/>
                    <a:pt x="341953" y="432886"/>
                    <a:pt x="230187" y="43288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7B879D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37" name="Google Shape;1932;p72">
              <a:extLst>
                <a:ext uri="{FF2B5EF4-FFF2-40B4-BE49-F238E27FC236}">
                  <a16:creationId xmlns:a16="http://schemas.microsoft.com/office/drawing/2014/main" id="{170E43E2-09C0-791D-9B34-5AD584D83900}"/>
                </a:ext>
              </a:extLst>
            </p:cNvPr>
            <p:cNvSpPr/>
            <p:nvPr/>
          </p:nvSpPr>
          <p:spPr>
            <a:xfrm>
              <a:off x="4180336" y="1591631"/>
              <a:ext cx="340280" cy="340280"/>
            </a:xfrm>
            <a:custGeom>
              <a:avLst/>
              <a:gdLst/>
              <a:ahLst/>
              <a:cxnLst/>
              <a:rect l="l" t="t" r="r" b="b"/>
              <a:pathLst>
                <a:path w="340280" h="340280" extrusionOk="0">
                  <a:moveTo>
                    <a:pt x="170140" y="0"/>
                  </a:moveTo>
                  <a:cubicBezTo>
                    <a:pt x="76321" y="0"/>
                    <a:pt x="0" y="76321"/>
                    <a:pt x="0" y="170140"/>
                  </a:cubicBezTo>
                  <a:cubicBezTo>
                    <a:pt x="0" y="263959"/>
                    <a:pt x="76321" y="340281"/>
                    <a:pt x="170140" y="340281"/>
                  </a:cubicBezTo>
                  <a:cubicBezTo>
                    <a:pt x="263959" y="340281"/>
                    <a:pt x="340281" y="263959"/>
                    <a:pt x="340281" y="170140"/>
                  </a:cubicBezTo>
                  <a:cubicBezTo>
                    <a:pt x="340281" y="76321"/>
                    <a:pt x="263959" y="0"/>
                    <a:pt x="170140" y="0"/>
                  </a:cubicBezTo>
                  <a:close/>
                  <a:moveTo>
                    <a:pt x="170140" y="312784"/>
                  </a:moveTo>
                  <a:cubicBezTo>
                    <a:pt x="91481" y="312784"/>
                    <a:pt x="27496" y="248790"/>
                    <a:pt x="27496" y="170140"/>
                  </a:cubicBezTo>
                  <a:cubicBezTo>
                    <a:pt x="27496" y="91490"/>
                    <a:pt x="91490" y="27497"/>
                    <a:pt x="170140" y="27497"/>
                  </a:cubicBezTo>
                  <a:cubicBezTo>
                    <a:pt x="248790" y="27497"/>
                    <a:pt x="312784" y="91490"/>
                    <a:pt x="312784" y="170140"/>
                  </a:cubicBezTo>
                  <a:cubicBezTo>
                    <a:pt x="312784" y="248790"/>
                    <a:pt x="248790" y="312784"/>
                    <a:pt x="170140" y="312784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7B879D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38" name="Google Shape;1933;p72">
              <a:extLst>
                <a:ext uri="{FF2B5EF4-FFF2-40B4-BE49-F238E27FC236}">
                  <a16:creationId xmlns:a16="http://schemas.microsoft.com/office/drawing/2014/main" id="{BD1FCA01-A3FA-964A-35A4-39A371F4880E}"/>
                </a:ext>
              </a:extLst>
            </p:cNvPr>
            <p:cNvSpPr/>
            <p:nvPr/>
          </p:nvSpPr>
          <p:spPr>
            <a:xfrm>
              <a:off x="4288891" y="1660825"/>
              <a:ext cx="123261" cy="209852"/>
            </a:xfrm>
            <a:custGeom>
              <a:avLst/>
              <a:gdLst/>
              <a:ahLst/>
              <a:cxnLst/>
              <a:rect l="l" t="t" r="r" b="b"/>
              <a:pathLst>
                <a:path w="123261" h="209852" extrusionOk="0">
                  <a:moveTo>
                    <a:pt x="94378" y="91056"/>
                  </a:moveTo>
                  <a:lnTo>
                    <a:pt x="38171" y="91056"/>
                  </a:lnTo>
                  <a:cubicBezTo>
                    <a:pt x="36912" y="91056"/>
                    <a:pt x="35123" y="90355"/>
                    <a:pt x="34233" y="89465"/>
                  </a:cubicBezTo>
                  <a:cubicBezTo>
                    <a:pt x="21123" y="76337"/>
                    <a:pt x="30367" y="60484"/>
                    <a:pt x="43261" y="60484"/>
                  </a:cubicBezTo>
                  <a:lnTo>
                    <a:pt x="108378" y="60484"/>
                  </a:lnTo>
                  <a:cubicBezTo>
                    <a:pt x="114762" y="60484"/>
                    <a:pt x="120526" y="56258"/>
                    <a:pt x="122037" y="50054"/>
                  </a:cubicBezTo>
                  <a:cubicBezTo>
                    <a:pt x="124285" y="40838"/>
                    <a:pt x="117370" y="32610"/>
                    <a:pt x="108531" y="32610"/>
                  </a:cubicBezTo>
                  <a:lnTo>
                    <a:pt x="81367" y="32610"/>
                  </a:lnTo>
                  <a:lnTo>
                    <a:pt x="81367" y="14078"/>
                  </a:lnTo>
                  <a:cubicBezTo>
                    <a:pt x="81367" y="7676"/>
                    <a:pt x="77123" y="1886"/>
                    <a:pt x="70892" y="411"/>
                  </a:cubicBezTo>
                  <a:cubicBezTo>
                    <a:pt x="61693" y="-1774"/>
                    <a:pt x="53493" y="5051"/>
                    <a:pt x="53493" y="13764"/>
                  </a:cubicBezTo>
                  <a:lnTo>
                    <a:pt x="53493" y="32619"/>
                  </a:lnTo>
                  <a:lnTo>
                    <a:pt x="43279" y="32619"/>
                  </a:lnTo>
                  <a:cubicBezTo>
                    <a:pt x="22319" y="32619"/>
                    <a:pt x="3985" y="47536"/>
                    <a:pt x="586" y="68217"/>
                  </a:cubicBezTo>
                  <a:cubicBezTo>
                    <a:pt x="-3802" y="94896"/>
                    <a:pt x="17041" y="118040"/>
                    <a:pt x="43261" y="118040"/>
                  </a:cubicBezTo>
                  <a:lnTo>
                    <a:pt x="79425" y="118040"/>
                  </a:lnTo>
                  <a:cubicBezTo>
                    <a:pt x="86268" y="118040"/>
                    <a:pt x="93263" y="123462"/>
                    <a:pt x="94612" y="130170"/>
                  </a:cubicBezTo>
                  <a:cubicBezTo>
                    <a:pt x="96581" y="139971"/>
                    <a:pt x="89100" y="148612"/>
                    <a:pt x="79641" y="148612"/>
                  </a:cubicBezTo>
                  <a:lnTo>
                    <a:pt x="14595" y="148612"/>
                  </a:lnTo>
                  <a:cubicBezTo>
                    <a:pt x="8211" y="148612"/>
                    <a:pt x="2447" y="152838"/>
                    <a:pt x="937" y="159042"/>
                  </a:cubicBezTo>
                  <a:cubicBezTo>
                    <a:pt x="-1311" y="168259"/>
                    <a:pt x="5604" y="176486"/>
                    <a:pt x="14442" y="176486"/>
                  </a:cubicBezTo>
                  <a:lnTo>
                    <a:pt x="53484" y="176486"/>
                  </a:lnTo>
                  <a:lnTo>
                    <a:pt x="53484" y="200602"/>
                  </a:lnTo>
                  <a:cubicBezTo>
                    <a:pt x="53484" y="201959"/>
                    <a:pt x="54006" y="203290"/>
                    <a:pt x="54986" y="204234"/>
                  </a:cubicBezTo>
                  <a:cubicBezTo>
                    <a:pt x="67008" y="215869"/>
                    <a:pt x="81358" y="207606"/>
                    <a:pt x="81358" y="196007"/>
                  </a:cubicBezTo>
                  <a:lnTo>
                    <a:pt x="81358" y="176999"/>
                  </a:lnTo>
                  <a:cubicBezTo>
                    <a:pt x="116830" y="175902"/>
                    <a:pt x="141683" y="132211"/>
                    <a:pt x="105627" y="95795"/>
                  </a:cubicBezTo>
                  <a:cubicBezTo>
                    <a:pt x="103073" y="93214"/>
                    <a:pt x="98011" y="91083"/>
                    <a:pt x="94378" y="91083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7B879D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139" name="Google Shape;1934;p72">
            <a:extLst>
              <a:ext uri="{FF2B5EF4-FFF2-40B4-BE49-F238E27FC236}">
                <a16:creationId xmlns:a16="http://schemas.microsoft.com/office/drawing/2014/main" id="{66E88B91-F843-F6EA-B1CF-629E655B7170}"/>
              </a:ext>
            </a:extLst>
          </p:cNvPr>
          <p:cNvSpPr/>
          <p:nvPr/>
        </p:nvSpPr>
        <p:spPr>
          <a:xfrm>
            <a:off x="2358773" y="1581480"/>
            <a:ext cx="460526" cy="437498"/>
          </a:xfrm>
          <a:custGeom>
            <a:avLst/>
            <a:gdLst/>
            <a:ahLst/>
            <a:cxnLst/>
            <a:rect l="l" t="t" r="r" b="b"/>
            <a:pathLst>
              <a:path w="460526" h="437498" extrusionOk="0">
                <a:moveTo>
                  <a:pt x="446742" y="409624"/>
                </a:moveTo>
                <a:lnTo>
                  <a:pt x="433372" y="409624"/>
                </a:lnTo>
                <a:lnTo>
                  <a:pt x="433372" y="272322"/>
                </a:lnTo>
                <a:cubicBezTo>
                  <a:pt x="433372" y="264724"/>
                  <a:pt x="427212" y="258564"/>
                  <a:pt x="419614" y="258564"/>
                </a:cubicBezTo>
                <a:lnTo>
                  <a:pt x="342834" y="258564"/>
                </a:lnTo>
                <a:cubicBezTo>
                  <a:pt x="335236" y="258564"/>
                  <a:pt x="329077" y="264724"/>
                  <a:pt x="329077" y="272322"/>
                </a:cubicBezTo>
                <a:lnTo>
                  <a:pt x="329077" y="409624"/>
                </a:lnTo>
                <a:lnTo>
                  <a:pt x="297606" y="409624"/>
                </a:lnTo>
                <a:lnTo>
                  <a:pt x="297606" y="68211"/>
                </a:lnTo>
                <a:cubicBezTo>
                  <a:pt x="297606" y="60613"/>
                  <a:pt x="291447" y="54454"/>
                  <a:pt x="283849" y="54454"/>
                </a:cubicBezTo>
                <a:lnTo>
                  <a:pt x="207069" y="54454"/>
                </a:lnTo>
                <a:cubicBezTo>
                  <a:pt x="199471" y="54454"/>
                  <a:pt x="193312" y="60613"/>
                  <a:pt x="193312" y="68211"/>
                </a:cubicBezTo>
                <a:lnTo>
                  <a:pt x="193312" y="409624"/>
                </a:lnTo>
                <a:lnTo>
                  <a:pt x="160942" y="409624"/>
                </a:lnTo>
                <a:lnTo>
                  <a:pt x="160942" y="156329"/>
                </a:lnTo>
                <a:cubicBezTo>
                  <a:pt x="160942" y="148731"/>
                  <a:pt x="154783" y="142572"/>
                  <a:pt x="147185" y="142572"/>
                </a:cubicBezTo>
                <a:lnTo>
                  <a:pt x="70405" y="142572"/>
                </a:lnTo>
                <a:cubicBezTo>
                  <a:pt x="62807" y="142572"/>
                  <a:pt x="56648" y="148731"/>
                  <a:pt x="56648" y="156329"/>
                </a:cubicBezTo>
                <a:lnTo>
                  <a:pt x="56648" y="409624"/>
                </a:lnTo>
                <a:lnTo>
                  <a:pt x="27874" y="409624"/>
                </a:lnTo>
                <a:lnTo>
                  <a:pt x="27874" y="13757"/>
                </a:lnTo>
                <a:cubicBezTo>
                  <a:pt x="27676" y="6159"/>
                  <a:pt x="21517" y="0"/>
                  <a:pt x="13919" y="0"/>
                </a:cubicBezTo>
                <a:cubicBezTo>
                  <a:pt x="6321" y="0"/>
                  <a:pt x="162" y="6159"/>
                  <a:pt x="0" y="13757"/>
                </a:cubicBezTo>
                <a:lnTo>
                  <a:pt x="0" y="423445"/>
                </a:lnTo>
                <a:cubicBezTo>
                  <a:pt x="153" y="431043"/>
                  <a:pt x="6321" y="437202"/>
                  <a:pt x="13919" y="437499"/>
                </a:cubicBezTo>
                <a:lnTo>
                  <a:pt x="446769" y="437499"/>
                </a:lnTo>
                <a:cubicBezTo>
                  <a:pt x="454367" y="437202"/>
                  <a:pt x="460526" y="431043"/>
                  <a:pt x="460526" y="423445"/>
                </a:cubicBezTo>
                <a:cubicBezTo>
                  <a:pt x="460526" y="415847"/>
                  <a:pt x="446769" y="409624"/>
                  <a:pt x="446769" y="409624"/>
                </a:cubicBezTo>
                <a:close/>
                <a:moveTo>
                  <a:pt x="133050" y="409624"/>
                </a:moveTo>
                <a:lnTo>
                  <a:pt x="83596" y="409624"/>
                </a:lnTo>
                <a:lnTo>
                  <a:pt x="83596" y="169547"/>
                </a:lnTo>
                <a:lnTo>
                  <a:pt x="133050" y="169547"/>
                </a:lnTo>
                <a:lnTo>
                  <a:pt x="133050" y="409624"/>
                </a:lnTo>
                <a:close/>
                <a:moveTo>
                  <a:pt x="269723" y="409624"/>
                </a:moveTo>
                <a:lnTo>
                  <a:pt x="220269" y="409624"/>
                </a:lnTo>
                <a:lnTo>
                  <a:pt x="220269" y="82328"/>
                </a:lnTo>
                <a:lnTo>
                  <a:pt x="269723" y="82328"/>
                </a:lnTo>
                <a:lnTo>
                  <a:pt x="269723" y="409624"/>
                </a:lnTo>
                <a:close/>
                <a:moveTo>
                  <a:pt x="406397" y="409624"/>
                </a:moveTo>
                <a:lnTo>
                  <a:pt x="356942" y="409624"/>
                </a:lnTo>
                <a:lnTo>
                  <a:pt x="356942" y="286439"/>
                </a:lnTo>
                <a:lnTo>
                  <a:pt x="406397" y="286439"/>
                </a:lnTo>
                <a:lnTo>
                  <a:pt x="406397" y="409624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7B879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40" name="Google Shape;1935;p72">
            <a:extLst>
              <a:ext uri="{FF2B5EF4-FFF2-40B4-BE49-F238E27FC236}">
                <a16:creationId xmlns:a16="http://schemas.microsoft.com/office/drawing/2014/main" id="{EA615648-D3F9-4723-7AC2-C1FBC17BDBB0}"/>
              </a:ext>
            </a:extLst>
          </p:cNvPr>
          <p:cNvSpPr/>
          <p:nvPr/>
        </p:nvSpPr>
        <p:spPr>
          <a:xfrm>
            <a:off x="1601010" y="1581799"/>
            <a:ext cx="461183" cy="436860"/>
          </a:xfrm>
          <a:custGeom>
            <a:avLst/>
            <a:gdLst/>
            <a:ahLst/>
            <a:cxnLst/>
            <a:rect l="l" t="t" r="r" b="b"/>
            <a:pathLst>
              <a:path w="461183" h="436860" extrusionOk="0">
                <a:moveTo>
                  <a:pt x="446499" y="408986"/>
                </a:moveTo>
                <a:lnTo>
                  <a:pt x="322801" y="408986"/>
                </a:lnTo>
                <a:lnTo>
                  <a:pt x="322801" y="277843"/>
                </a:lnTo>
                <a:lnTo>
                  <a:pt x="395418" y="205298"/>
                </a:lnTo>
                <a:lnTo>
                  <a:pt x="424398" y="234251"/>
                </a:lnTo>
                <a:cubicBezTo>
                  <a:pt x="432374" y="242227"/>
                  <a:pt x="446095" y="237704"/>
                  <a:pt x="447740" y="226527"/>
                </a:cubicBezTo>
                <a:cubicBezTo>
                  <a:pt x="461812" y="130685"/>
                  <a:pt x="461111" y="135837"/>
                  <a:pt x="461174" y="134605"/>
                </a:cubicBezTo>
                <a:cubicBezTo>
                  <a:pt x="461426" y="129894"/>
                  <a:pt x="456741" y="121747"/>
                  <a:pt x="450177" y="120416"/>
                </a:cubicBezTo>
                <a:cubicBezTo>
                  <a:pt x="446625" y="119706"/>
                  <a:pt x="452731" y="119257"/>
                  <a:pt x="354712" y="133589"/>
                </a:cubicBezTo>
                <a:cubicBezTo>
                  <a:pt x="343545" y="135226"/>
                  <a:pt x="338986" y="148920"/>
                  <a:pt x="346980" y="156914"/>
                </a:cubicBezTo>
                <a:lnTo>
                  <a:pt x="375960" y="185867"/>
                </a:lnTo>
                <a:lnTo>
                  <a:pt x="306409" y="255345"/>
                </a:lnTo>
                <a:cubicBezTo>
                  <a:pt x="163523" y="181901"/>
                  <a:pt x="170833" y="184113"/>
                  <a:pt x="163873" y="185687"/>
                </a:cubicBezTo>
                <a:cubicBezTo>
                  <a:pt x="157903" y="187036"/>
                  <a:pt x="164008" y="184401"/>
                  <a:pt x="27874" y="294091"/>
                </a:cubicBezTo>
                <a:lnTo>
                  <a:pt x="27874" y="13748"/>
                </a:lnTo>
                <a:cubicBezTo>
                  <a:pt x="27874" y="13748"/>
                  <a:pt x="21688" y="0"/>
                  <a:pt x="14090" y="0"/>
                </a:cubicBezTo>
                <a:cubicBezTo>
                  <a:pt x="6501" y="0"/>
                  <a:pt x="342" y="6150"/>
                  <a:pt x="0" y="13748"/>
                </a:cubicBezTo>
                <a:lnTo>
                  <a:pt x="0" y="423013"/>
                </a:lnTo>
                <a:cubicBezTo>
                  <a:pt x="351" y="430602"/>
                  <a:pt x="6501" y="436761"/>
                  <a:pt x="14099" y="436860"/>
                </a:cubicBezTo>
                <a:lnTo>
                  <a:pt x="446508" y="436860"/>
                </a:lnTo>
                <a:cubicBezTo>
                  <a:pt x="454097" y="436761"/>
                  <a:pt x="460257" y="430602"/>
                  <a:pt x="460257" y="423013"/>
                </a:cubicBezTo>
                <a:cubicBezTo>
                  <a:pt x="460257" y="415424"/>
                  <a:pt x="446508" y="408986"/>
                  <a:pt x="446508" y="408986"/>
                </a:cubicBezTo>
                <a:close/>
                <a:moveTo>
                  <a:pt x="152858" y="408986"/>
                </a:moveTo>
                <a:lnTo>
                  <a:pt x="27874" y="408986"/>
                </a:lnTo>
                <a:lnTo>
                  <a:pt x="27874" y="329482"/>
                </a:lnTo>
                <a:lnTo>
                  <a:pt x="152858" y="227930"/>
                </a:lnTo>
                <a:lnTo>
                  <a:pt x="152858" y="408986"/>
                </a:lnTo>
                <a:close/>
                <a:moveTo>
                  <a:pt x="294927" y="408986"/>
                </a:moveTo>
                <a:lnTo>
                  <a:pt x="180733" y="408986"/>
                </a:lnTo>
                <a:lnTo>
                  <a:pt x="180733" y="221609"/>
                </a:lnTo>
                <a:lnTo>
                  <a:pt x="294927" y="280531"/>
                </a:lnTo>
                <a:lnTo>
                  <a:pt x="294927" y="408986"/>
                </a:lnTo>
                <a:lnTo>
                  <a:pt x="294927" y="408986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rgbClr val="7B879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141" name="Google Shape;1936;p72">
            <a:extLst>
              <a:ext uri="{FF2B5EF4-FFF2-40B4-BE49-F238E27FC236}">
                <a16:creationId xmlns:a16="http://schemas.microsoft.com/office/drawing/2014/main" id="{CE42538B-FF34-A5B9-4276-06C0A7C729EF}"/>
              </a:ext>
            </a:extLst>
          </p:cNvPr>
          <p:cNvGrpSpPr/>
          <p:nvPr/>
        </p:nvGrpSpPr>
        <p:grpSpPr>
          <a:xfrm>
            <a:off x="820109" y="1570047"/>
            <a:ext cx="460373" cy="460364"/>
            <a:chOff x="1574800" y="1642510"/>
            <a:chExt cx="460373" cy="460364"/>
          </a:xfrm>
        </p:grpSpPr>
        <p:sp>
          <p:nvSpPr>
            <p:cNvPr id="1142" name="Google Shape;1937;p72">
              <a:extLst>
                <a:ext uri="{FF2B5EF4-FFF2-40B4-BE49-F238E27FC236}">
                  <a16:creationId xmlns:a16="http://schemas.microsoft.com/office/drawing/2014/main" id="{6F0F0557-1C58-B4F2-EBE8-4DF988028FB1}"/>
                </a:ext>
              </a:extLst>
            </p:cNvPr>
            <p:cNvSpPr/>
            <p:nvPr/>
          </p:nvSpPr>
          <p:spPr>
            <a:xfrm>
              <a:off x="1671406" y="1739116"/>
              <a:ext cx="267151" cy="267151"/>
            </a:xfrm>
            <a:custGeom>
              <a:avLst/>
              <a:gdLst/>
              <a:ahLst/>
              <a:cxnLst/>
              <a:rect l="l" t="t" r="r" b="b"/>
              <a:pathLst>
                <a:path w="267151" h="267151" extrusionOk="0">
                  <a:moveTo>
                    <a:pt x="133580" y="0"/>
                  </a:moveTo>
                  <a:cubicBezTo>
                    <a:pt x="59929" y="0"/>
                    <a:pt x="0" y="59920"/>
                    <a:pt x="0" y="133580"/>
                  </a:cubicBezTo>
                  <a:cubicBezTo>
                    <a:pt x="0" y="207240"/>
                    <a:pt x="59920" y="267151"/>
                    <a:pt x="133580" y="267151"/>
                  </a:cubicBezTo>
                  <a:cubicBezTo>
                    <a:pt x="207240" y="267151"/>
                    <a:pt x="267152" y="207231"/>
                    <a:pt x="267152" y="133580"/>
                  </a:cubicBezTo>
                  <a:cubicBezTo>
                    <a:pt x="267152" y="59929"/>
                    <a:pt x="207231" y="0"/>
                    <a:pt x="133580" y="0"/>
                  </a:cubicBezTo>
                  <a:close/>
                  <a:moveTo>
                    <a:pt x="133580" y="239799"/>
                  </a:moveTo>
                  <a:cubicBezTo>
                    <a:pt x="75009" y="239799"/>
                    <a:pt x="27353" y="192143"/>
                    <a:pt x="27353" y="133571"/>
                  </a:cubicBezTo>
                  <a:cubicBezTo>
                    <a:pt x="27353" y="75000"/>
                    <a:pt x="75009" y="27344"/>
                    <a:pt x="133580" y="27344"/>
                  </a:cubicBezTo>
                  <a:cubicBezTo>
                    <a:pt x="192152" y="27344"/>
                    <a:pt x="239808" y="75000"/>
                    <a:pt x="239808" y="133571"/>
                  </a:cubicBezTo>
                  <a:cubicBezTo>
                    <a:pt x="239808" y="192143"/>
                    <a:pt x="192161" y="239799"/>
                    <a:pt x="133580" y="239799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7B879D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43" name="Google Shape;1938;p72">
              <a:extLst>
                <a:ext uri="{FF2B5EF4-FFF2-40B4-BE49-F238E27FC236}">
                  <a16:creationId xmlns:a16="http://schemas.microsoft.com/office/drawing/2014/main" id="{FD4EF549-E450-AF77-24B2-D069672F3AD0}"/>
                </a:ext>
              </a:extLst>
            </p:cNvPr>
            <p:cNvSpPr/>
            <p:nvPr/>
          </p:nvSpPr>
          <p:spPr>
            <a:xfrm>
              <a:off x="1735004" y="1802714"/>
              <a:ext cx="139964" cy="139964"/>
            </a:xfrm>
            <a:custGeom>
              <a:avLst/>
              <a:gdLst/>
              <a:ahLst/>
              <a:cxnLst/>
              <a:rect l="l" t="t" r="r" b="b"/>
              <a:pathLst>
                <a:path w="139964" h="139964" extrusionOk="0">
                  <a:moveTo>
                    <a:pt x="69982" y="0"/>
                  </a:moveTo>
                  <a:cubicBezTo>
                    <a:pt x="31399" y="0"/>
                    <a:pt x="0" y="31390"/>
                    <a:pt x="0" y="69982"/>
                  </a:cubicBezTo>
                  <a:cubicBezTo>
                    <a:pt x="0" y="108574"/>
                    <a:pt x="31390" y="139964"/>
                    <a:pt x="69982" y="139964"/>
                  </a:cubicBezTo>
                  <a:cubicBezTo>
                    <a:pt x="108574" y="139964"/>
                    <a:pt x="139964" y="108574"/>
                    <a:pt x="139964" y="69982"/>
                  </a:cubicBezTo>
                  <a:cubicBezTo>
                    <a:pt x="139964" y="31390"/>
                    <a:pt x="108574" y="0"/>
                    <a:pt x="69982" y="0"/>
                  </a:cubicBezTo>
                  <a:close/>
                  <a:moveTo>
                    <a:pt x="69982" y="112603"/>
                  </a:moveTo>
                  <a:cubicBezTo>
                    <a:pt x="46478" y="112603"/>
                    <a:pt x="27362" y="93477"/>
                    <a:pt x="27362" y="69982"/>
                  </a:cubicBezTo>
                  <a:cubicBezTo>
                    <a:pt x="27362" y="46487"/>
                    <a:pt x="46478" y="27353"/>
                    <a:pt x="69982" y="27353"/>
                  </a:cubicBezTo>
                  <a:cubicBezTo>
                    <a:pt x="93486" y="27353"/>
                    <a:pt x="112603" y="46478"/>
                    <a:pt x="112603" y="69982"/>
                  </a:cubicBezTo>
                  <a:cubicBezTo>
                    <a:pt x="112603" y="93486"/>
                    <a:pt x="93486" y="112603"/>
                    <a:pt x="69982" y="112603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7B879D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44" name="Google Shape;1939;p72">
              <a:extLst>
                <a:ext uri="{FF2B5EF4-FFF2-40B4-BE49-F238E27FC236}">
                  <a16:creationId xmlns:a16="http://schemas.microsoft.com/office/drawing/2014/main" id="{323C27A1-A232-1710-2420-E5A2F1898272}"/>
                </a:ext>
              </a:extLst>
            </p:cNvPr>
            <p:cNvSpPr/>
            <p:nvPr/>
          </p:nvSpPr>
          <p:spPr>
            <a:xfrm>
              <a:off x="1574800" y="1642510"/>
              <a:ext cx="460373" cy="460364"/>
            </a:xfrm>
            <a:custGeom>
              <a:avLst/>
              <a:gdLst/>
              <a:ahLst/>
              <a:cxnLst/>
              <a:rect l="l" t="t" r="r" b="b"/>
              <a:pathLst>
                <a:path w="460373" h="460364" extrusionOk="0">
                  <a:moveTo>
                    <a:pt x="446697" y="216474"/>
                  </a:moveTo>
                  <a:lnTo>
                    <a:pt x="429343" y="216474"/>
                  </a:lnTo>
                  <a:cubicBezTo>
                    <a:pt x="422662" y="117206"/>
                    <a:pt x="343338" y="37720"/>
                    <a:pt x="243288" y="31039"/>
                  </a:cubicBezTo>
                  <a:lnTo>
                    <a:pt x="243288" y="13676"/>
                  </a:lnTo>
                  <a:cubicBezTo>
                    <a:pt x="243863" y="6123"/>
                    <a:pt x="237740" y="0"/>
                    <a:pt x="230187" y="0"/>
                  </a:cubicBezTo>
                  <a:cubicBezTo>
                    <a:pt x="222634" y="0"/>
                    <a:pt x="216510" y="6123"/>
                    <a:pt x="216313" y="13676"/>
                  </a:cubicBezTo>
                  <a:lnTo>
                    <a:pt x="216313" y="31030"/>
                  </a:lnTo>
                  <a:cubicBezTo>
                    <a:pt x="117215" y="37702"/>
                    <a:pt x="37720" y="117027"/>
                    <a:pt x="31030" y="216465"/>
                  </a:cubicBezTo>
                  <a:lnTo>
                    <a:pt x="13676" y="216465"/>
                  </a:lnTo>
                  <a:cubicBezTo>
                    <a:pt x="6123" y="216501"/>
                    <a:pt x="0" y="222625"/>
                    <a:pt x="0" y="230178"/>
                  </a:cubicBezTo>
                  <a:cubicBezTo>
                    <a:pt x="0" y="237731"/>
                    <a:pt x="6123" y="243854"/>
                    <a:pt x="13676" y="243440"/>
                  </a:cubicBezTo>
                  <a:lnTo>
                    <a:pt x="31030" y="243440"/>
                  </a:lnTo>
                  <a:cubicBezTo>
                    <a:pt x="37702" y="343167"/>
                    <a:pt x="117036" y="422653"/>
                    <a:pt x="216313" y="429334"/>
                  </a:cubicBezTo>
                  <a:lnTo>
                    <a:pt x="216313" y="446688"/>
                  </a:lnTo>
                  <a:cubicBezTo>
                    <a:pt x="216510" y="454241"/>
                    <a:pt x="222634" y="460364"/>
                    <a:pt x="230187" y="460364"/>
                  </a:cubicBezTo>
                  <a:cubicBezTo>
                    <a:pt x="237740" y="460364"/>
                    <a:pt x="243863" y="454241"/>
                    <a:pt x="243288" y="446688"/>
                  </a:cubicBezTo>
                  <a:lnTo>
                    <a:pt x="243288" y="429334"/>
                  </a:lnTo>
                  <a:cubicBezTo>
                    <a:pt x="343167" y="422662"/>
                    <a:pt x="422653" y="343338"/>
                    <a:pt x="429343" y="243440"/>
                  </a:cubicBezTo>
                  <a:lnTo>
                    <a:pt x="446697" y="243440"/>
                  </a:lnTo>
                  <a:cubicBezTo>
                    <a:pt x="454250" y="243854"/>
                    <a:pt x="460374" y="237731"/>
                    <a:pt x="460374" y="230178"/>
                  </a:cubicBezTo>
                  <a:cubicBezTo>
                    <a:pt x="460374" y="222625"/>
                    <a:pt x="454250" y="216501"/>
                    <a:pt x="446697" y="216465"/>
                  </a:cubicBezTo>
                  <a:close/>
                  <a:moveTo>
                    <a:pt x="230187" y="402458"/>
                  </a:moveTo>
                  <a:cubicBezTo>
                    <a:pt x="135199" y="402458"/>
                    <a:pt x="57915" y="325175"/>
                    <a:pt x="57915" y="230187"/>
                  </a:cubicBezTo>
                  <a:cubicBezTo>
                    <a:pt x="57915" y="135199"/>
                    <a:pt x="135199" y="57915"/>
                    <a:pt x="230187" y="57915"/>
                  </a:cubicBezTo>
                  <a:cubicBezTo>
                    <a:pt x="325175" y="57915"/>
                    <a:pt x="402458" y="135199"/>
                    <a:pt x="402458" y="230187"/>
                  </a:cubicBezTo>
                  <a:cubicBezTo>
                    <a:pt x="402458" y="325175"/>
                    <a:pt x="325175" y="402458"/>
                    <a:pt x="230187" y="402458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7B879D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672605620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91">
          <a:extLst>
            <a:ext uri="{FF2B5EF4-FFF2-40B4-BE49-F238E27FC236}">
              <a16:creationId xmlns:a16="http://schemas.microsoft.com/office/drawing/2014/main" id="{BB3E2DF0-3512-0DB6-9732-D0FC6B1EE4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42" name="Retângulo 7041">
            <a:extLst>
              <a:ext uri="{FF2B5EF4-FFF2-40B4-BE49-F238E27FC236}">
                <a16:creationId xmlns:a16="http://schemas.microsoft.com/office/drawing/2014/main" id="{2612C755-13B8-A725-9A86-1FCB9E2499DD}"/>
              </a:ext>
            </a:extLst>
          </p:cNvPr>
          <p:cNvSpPr/>
          <p:nvPr/>
        </p:nvSpPr>
        <p:spPr>
          <a:xfrm>
            <a:off x="0" y="-20477"/>
            <a:ext cx="9143849" cy="5163792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" name="Google Shape;937;p37">
            <a:extLst>
              <a:ext uri="{FF2B5EF4-FFF2-40B4-BE49-F238E27FC236}">
                <a16:creationId xmlns:a16="http://schemas.microsoft.com/office/drawing/2014/main" id="{6C6A248C-43FF-C695-3F19-29BEDCF9F2C6}"/>
              </a:ext>
            </a:extLst>
          </p:cNvPr>
          <p:cNvSpPr/>
          <p:nvPr/>
        </p:nvSpPr>
        <p:spPr>
          <a:xfrm flipH="1">
            <a:off x="7588727" y="4912884"/>
            <a:ext cx="1555123" cy="230496"/>
          </a:xfrm>
          <a:prstGeom prst="round1Rect">
            <a:avLst>
              <a:gd name="adj" fmla="val 50000"/>
            </a:avLst>
          </a:prstGeom>
          <a:gradFill flip="none" rotWithShape="1">
            <a:gsLst>
              <a:gs pos="63000">
                <a:srgbClr val="06D1D7"/>
              </a:gs>
              <a:gs pos="33000">
                <a:srgbClr val="23A295"/>
              </a:gs>
              <a:gs pos="0">
                <a:srgbClr val="57F6A2"/>
              </a:gs>
              <a:gs pos="100000">
                <a:srgbClr val="1B2048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latin typeface="Maven Pro"/>
              <a:ea typeface="Maven Pro"/>
              <a:cs typeface="Maven Pro"/>
              <a:sym typeface="Maven Pro"/>
            </a:endParaRPr>
          </a:p>
        </p:txBody>
      </p:sp>
      <p:sp>
        <p:nvSpPr>
          <p:cNvPr id="25" name="Google Shape;936;p37">
            <a:extLst>
              <a:ext uri="{FF2B5EF4-FFF2-40B4-BE49-F238E27FC236}">
                <a16:creationId xmlns:a16="http://schemas.microsoft.com/office/drawing/2014/main" id="{14893E80-EA53-2C73-4C7A-1ED0B54B8217}"/>
              </a:ext>
            </a:extLst>
          </p:cNvPr>
          <p:cNvSpPr/>
          <p:nvPr/>
        </p:nvSpPr>
        <p:spPr>
          <a:xfrm rot="16200000" flipH="1" flipV="1">
            <a:off x="-26331" y="5857"/>
            <a:ext cx="636272" cy="583606"/>
          </a:xfrm>
          <a:custGeom>
            <a:avLst/>
            <a:gdLst>
              <a:gd name="connsiteX0" fmla="*/ 0 w 1440059"/>
              <a:gd name="connsiteY0" fmla="*/ 0 h 583600"/>
              <a:gd name="connsiteX1" fmla="*/ 1148259 w 1440059"/>
              <a:gd name="connsiteY1" fmla="*/ 0 h 583600"/>
              <a:gd name="connsiteX2" fmla="*/ 1440059 w 1440059"/>
              <a:gd name="connsiteY2" fmla="*/ 291800 h 583600"/>
              <a:gd name="connsiteX3" fmla="*/ 1440059 w 1440059"/>
              <a:gd name="connsiteY3" fmla="*/ 583600 h 583600"/>
              <a:gd name="connsiteX4" fmla="*/ 0 w 1440059"/>
              <a:gd name="connsiteY4" fmla="*/ 583600 h 583600"/>
              <a:gd name="connsiteX5" fmla="*/ 0 w 1440059"/>
              <a:gd name="connsiteY5" fmla="*/ 0 h 583600"/>
              <a:gd name="connsiteX0" fmla="*/ 612059 w 1440059"/>
              <a:gd name="connsiteY0" fmla="*/ 0 h 583603"/>
              <a:gd name="connsiteX1" fmla="*/ 1148259 w 1440059"/>
              <a:gd name="connsiteY1" fmla="*/ 3 h 583603"/>
              <a:gd name="connsiteX2" fmla="*/ 1440059 w 1440059"/>
              <a:gd name="connsiteY2" fmla="*/ 291803 h 583603"/>
              <a:gd name="connsiteX3" fmla="*/ 1440059 w 1440059"/>
              <a:gd name="connsiteY3" fmla="*/ 583603 h 583603"/>
              <a:gd name="connsiteX4" fmla="*/ 0 w 1440059"/>
              <a:gd name="connsiteY4" fmla="*/ 583603 h 583603"/>
              <a:gd name="connsiteX5" fmla="*/ 612059 w 1440059"/>
              <a:gd name="connsiteY5" fmla="*/ 0 h 583603"/>
              <a:gd name="connsiteX0" fmla="*/ 0 w 828000"/>
              <a:gd name="connsiteY0" fmla="*/ 0 h 583603"/>
              <a:gd name="connsiteX1" fmla="*/ 536200 w 828000"/>
              <a:gd name="connsiteY1" fmla="*/ 3 h 583603"/>
              <a:gd name="connsiteX2" fmla="*/ 828000 w 828000"/>
              <a:gd name="connsiteY2" fmla="*/ 291803 h 583603"/>
              <a:gd name="connsiteX3" fmla="*/ 828000 w 828000"/>
              <a:gd name="connsiteY3" fmla="*/ 583603 h 583603"/>
              <a:gd name="connsiteX4" fmla="*/ 191728 w 828000"/>
              <a:gd name="connsiteY4" fmla="*/ 576229 h 583603"/>
              <a:gd name="connsiteX5" fmla="*/ 0 w 828000"/>
              <a:gd name="connsiteY5" fmla="*/ 0 h 583603"/>
              <a:gd name="connsiteX0" fmla="*/ 14749 w 636272"/>
              <a:gd name="connsiteY0" fmla="*/ 0 h 583606"/>
              <a:gd name="connsiteX1" fmla="*/ 344472 w 636272"/>
              <a:gd name="connsiteY1" fmla="*/ 6 h 583606"/>
              <a:gd name="connsiteX2" fmla="*/ 636272 w 636272"/>
              <a:gd name="connsiteY2" fmla="*/ 291806 h 583606"/>
              <a:gd name="connsiteX3" fmla="*/ 636272 w 636272"/>
              <a:gd name="connsiteY3" fmla="*/ 583606 h 583606"/>
              <a:gd name="connsiteX4" fmla="*/ 0 w 636272"/>
              <a:gd name="connsiteY4" fmla="*/ 576232 h 583606"/>
              <a:gd name="connsiteX5" fmla="*/ 14749 w 636272"/>
              <a:gd name="connsiteY5" fmla="*/ 0 h 5836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36272" h="583606">
                <a:moveTo>
                  <a:pt x="14749" y="0"/>
                </a:moveTo>
                <a:lnTo>
                  <a:pt x="344472" y="6"/>
                </a:lnTo>
                <a:cubicBezTo>
                  <a:pt x="505629" y="6"/>
                  <a:pt x="636272" y="130649"/>
                  <a:pt x="636272" y="291806"/>
                </a:cubicBezTo>
                <a:lnTo>
                  <a:pt x="636272" y="583606"/>
                </a:lnTo>
                <a:lnTo>
                  <a:pt x="0" y="576232"/>
                </a:lnTo>
                <a:lnTo>
                  <a:pt x="14749" y="0"/>
                </a:lnTo>
                <a:close/>
              </a:path>
            </a:pathLst>
          </a:custGeom>
          <a:solidFill>
            <a:srgbClr val="1B204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latin typeface="Maven Pro"/>
              <a:ea typeface="Maven Pro"/>
              <a:cs typeface="Maven Pro"/>
              <a:sym typeface="Maven Pro"/>
            </a:endParaRPr>
          </a:p>
        </p:txBody>
      </p:sp>
      <p:sp>
        <p:nvSpPr>
          <p:cNvPr id="26" name="Google Shape;937;p37">
            <a:extLst>
              <a:ext uri="{FF2B5EF4-FFF2-40B4-BE49-F238E27FC236}">
                <a16:creationId xmlns:a16="http://schemas.microsoft.com/office/drawing/2014/main" id="{6EFE1669-A505-D804-F970-B43FFF160EB0}"/>
              </a:ext>
            </a:extLst>
          </p:cNvPr>
          <p:cNvSpPr/>
          <p:nvPr/>
        </p:nvSpPr>
        <p:spPr>
          <a:xfrm rot="16200000" flipH="1" flipV="1">
            <a:off x="-223281" y="212082"/>
            <a:ext cx="765195" cy="318641"/>
          </a:xfrm>
          <a:custGeom>
            <a:avLst/>
            <a:gdLst>
              <a:gd name="connsiteX0" fmla="*/ 0 w 1745961"/>
              <a:gd name="connsiteY0" fmla="*/ 0 h 318637"/>
              <a:gd name="connsiteX1" fmla="*/ 1586643 w 1745961"/>
              <a:gd name="connsiteY1" fmla="*/ 0 h 318637"/>
              <a:gd name="connsiteX2" fmla="*/ 1745962 w 1745961"/>
              <a:gd name="connsiteY2" fmla="*/ 159319 h 318637"/>
              <a:gd name="connsiteX3" fmla="*/ 1745961 w 1745961"/>
              <a:gd name="connsiteY3" fmla="*/ 318637 h 318637"/>
              <a:gd name="connsiteX4" fmla="*/ 0 w 1745961"/>
              <a:gd name="connsiteY4" fmla="*/ 318637 h 318637"/>
              <a:gd name="connsiteX5" fmla="*/ 0 w 1745961"/>
              <a:gd name="connsiteY5" fmla="*/ 0 h 318637"/>
              <a:gd name="connsiteX0" fmla="*/ 980768 w 1745962"/>
              <a:gd name="connsiteY0" fmla="*/ 0 h 318637"/>
              <a:gd name="connsiteX1" fmla="*/ 1586643 w 1745962"/>
              <a:gd name="connsiteY1" fmla="*/ 0 h 318637"/>
              <a:gd name="connsiteX2" fmla="*/ 1745962 w 1745962"/>
              <a:gd name="connsiteY2" fmla="*/ 159319 h 318637"/>
              <a:gd name="connsiteX3" fmla="*/ 1745961 w 1745962"/>
              <a:gd name="connsiteY3" fmla="*/ 318637 h 318637"/>
              <a:gd name="connsiteX4" fmla="*/ 0 w 1745962"/>
              <a:gd name="connsiteY4" fmla="*/ 318637 h 318637"/>
              <a:gd name="connsiteX5" fmla="*/ 980768 w 1745962"/>
              <a:gd name="connsiteY5" fmla="*/ 0 h 318637"/>
              <a:gd name="connsiteX0" fmla="*/ 1 w 765195"/>
              <a:gd name="connsiteY0" fmla="*/ 0 h 318641"/>
              <a:gd name="connsiteX1" fmla="*/ 605876 w 765195"/>
              <a:gd name="connsiteY1" fmla="*/ 0 h 318641"/>
              <a:gd name="connsiteX2" fmla="*/ 765195 w 765195"/>
              <a:gd name="connsiteY2" fmla="*/ 159319 h 318641"/>
              <a:gd name="connsiteX3" fmla="*/ 765194 w 765195"/>
              <a:gd name="connsiteY3" fmla="*/ 318637 h 318641"/>
              <a:gd name="connsiteX4" fmla="*/ 0 w 765195"/>
              <a:gd name="connsiteY4" fmla="*/ 318641 h 318641"/>
              <a:gd name="connsiteX5" fmla="*/ 1 w 765195"/>
              <a:gd name="connsiteY5" fmla="*/ 0 h 3186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765195" h="318641">
                <a:moveTo>
                  <a:pt x="1" y="0"/>
                </a:moveTo>
                <a:lnTo>
                  <a:pt x="605876" y="0"/>
                </a:lnTo>
                <a:cubicBezTo>
                  <a:pt x="693865" y="0"/>
                  <a:pt x="765195" y="71330"/>
                  <a:pt x="765195" y="159319"/>
                </a:cubicBezTo>
                <a:cubicBezTo>
                  <a:pt x="765195" y="212425"/>
                  <a:pt x="765194" y="265531"/>
                  <a:pt x="765194" y="318637"/>
                </a:cubicBezTo>
                <a:lnTo>
                  <a:pt x="0" y="318641"/>
                </a:lnTo>
                <a:cubicBezTo>
                  <a:pt x="0" y="212427"/>
                  <a:pt x="1" y="106214"/>
                  <a:pt x="1" y="0"/>
                </a:cubicBezTo>
                <a:close/>
              </a:path>
            </a:pathLst>
          </a:custGeom>
          <a:gradFill flip="none" rotWithShape="1">
            <a:gsLst>
              <a:gs pos="63000">
                <a:srgbClr val="06D1D7"/>
              </a:gs>
              <a:gs pos="33000">
                <a:srgbClr val="23A295"/>
              </a:gs>
              <a:gs pos="0">
                <a:srgbClr val="57F6A2"/>
              </a:gs>
              <a:gs pos="100000">
                <a:srgbClr val="1B2048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latin typeface="Maven Pro"/>
              <a:ea typeface="Maven Pro"/>
              <a:cs typeface="Maven Pro"/>
              <a:sym typeface="Maven Pro"/>
            </a:endParaRPr>
          </a:p>
        </p:txBody>
      </p:sp>
      <p:sp>
        <p:nvSpPr>
          <p:cNvPr id="41" name="Google Shape;1736;p72">
            <a:extLst>
              <a:ext uri="{FF2B5EF4-FFF2-40B4-BE49-F238E27FC236}">
                <a16:creationId xmlns:a16="http://schemas.microsoft.com/office/drawing/2014/main" id="{4E49EF5C-8E8C-1474-4AAA-81EBF40AB028}"/>
              </a:ext>
            </a:extLst>
          </p:cNvPr>
          <p:cNvSpPr txBox="1">
            <a:spLocks/>
          </p:cNvSpPr>
          <p:nvPr/>
        </p:nvSpPr>
        <p:spPr>
          <a:xfrm>
            <a:off x="722375" y="539500"/>
            <a:ext cx="76992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pt-BR" sz="2800" b="1" i="1" dirty="0">
                <a:solidFill>
                  <a:schemeClr val="bg2"/>
                </a:solidFill>
              </a:rPr>
              <a:t>Ícones</a:t>
            </a:r>
          </a:p>
        </p:txBody>
      </p:sp>
      <p:grpSp>
        <p:nvGrpSpPr>
          <p:cNvPr id="2" name="Google Shape;2390;p80">
            <a:extLst>
              <a:ext uri="{FF2B5EF4-FFF2-40B4-BE49-F238E27FC236}">
                <a16:creationId xmlns:a16="http://schemas.microsoft.com/office/drawing/2014/main" id="{7A1F38DF-71BD-6CFA-6764-82F2977980D6}"/>
              </a:ext>
            </a:extLst>
          </p:cNvPr>
          <p:cNvGrpSpPr/>
          <p:nvPr/>
        </p:nvGrpSpPr>
        <p:grpSpPr>
          <a:xfrm>
            <a:off x="709280" y="3422893"/>
            <a:ext cx="2622876" cy="1333540"/>
            <a:chOff x="238125" y="1038125"/>
            <a:chExt cx="7146800" cy="3633625"/>
          </a:xfrm>
        </p:grpSpPr>
        <p:sp>
          <p:nvSpPr>
            <p:cNvPr id="22" name="Google Shape;2391;p80">
              <a:extLst>
                <a:ext uri="{FF2B5EF4-FFF2-40B4-BE49-F238E27FC236}">
                  <a16:creationId xmlns:a16="http://schemas.microsoft.com/office/drawing/2014/main" id="{F5EB2498-15E4-D33A-0675-FB0DE07CAED2}"/>
                </a:ext>
              </a:extLst>
            </p:cNvPr>
            <p:cNvSpPr/>
            <p:nvPr/>
          </p:nvSpPr>
          <p:spPr>
            <a:xfrm>
              <a:off x="6256150" y="3780375"/>
              <a:ext cx="62400" cy="53425"/>
            </a:xfrm>
            <a:custGeom>
              <a:avLst/>
              <a:gdLst/>
              <a:ahLst/>
              <a:cxnLst/>
              <a:rect l="l" t="t" r="r" b="b"/>
              <a:pathLst>
                <a:path w="2496" h="2137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" name="Google Shape;2392;p80">
              <a:extLst>
                <a:ext uri="{FF2B5EF4-FFF2-40B4-BE49-F238E27FC236}">
                  <a16:creationId xmlns:a16="http://schemas.microsoft.com/office/drawing/2014/main" id="{C75C4285-8F72-CE94-5001-E476168EABD5}"/>
                </a:ext>
              </a:extLst>
            </p:cNvPr>
            <p:cNvSpPr/>
            <p:nvPr/>
          </p:nvSpPr>
          <p:spPr>
            <a:xfrm>
              <a:off x="6256150" y="3856775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4"/>
                    <a:pt x="524" y="2129"/>
                    <a:pt x="1070" y="2129"/>
                  </a:cubicBezTo>
                  <a:cubicBezTo>
                    <a:pt x="1331" y="2129"/>
                    <a:pt x="1597" y="2032"/>
                    <a:pt x="1813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" name="Google Shape;2393;p80">
              <a:extLst>
                <a:ext uri="{FF2B5EF4-FFF2-40B4-BE49-F238E27FC236}">
                  <a16:creationId xmlns:a16="http://schemas.microsoft.com/office/drawing/2014/main" id="{9ADC7ED2-ED37-32A8-8454-0FCF053C1A41}"/>
                </a:ext>
              </a:extLst>
            </p:cNvPr>
            <p:cNvSpPr/>
            <p:nvPr/>
          </p:nvSpPr>
          <p:spPr>
            <a:xfrm>
              <a:off x="6256150" y="3932800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7"/>
                    <a:pt x="1071" y="2137"/>
                  </a:cubicBezTo>
                  <a:cubicBezTo>
                    <a:pt x="1332" y="2137"/>
                    <a:pt x="1597" y="2039"/>
                    <a:pt x="1813" y="1821"/>
                  </a:cubicBezTo>
                  <a:cubicBezTo>
                    <a:pt x="2488" y="1155"/>
                    <a:pt x="2016" y="0"/>
                    <a:pt x="106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" name="Google Shape;2394;p80">
              <a:extLst>
                <a:ext uri="{FF2B5EF4-FFF2-40B4-BE49-F238E27FC236}">
                  <a16:creationId xmlns:a16="http://schemas.microsoft.com/office/drawing/2014/main" id="{AE537051-9AE3-4641-1A3F-F9CA1DDF6B82}"/>
                </a:ext>
              </a:extLst>
            </p:cNvPr>
            <p:cNvSpPr/>
            <p:nvPr/>
          </p:nvSpPr>
          <p:spPr>
            <a:xfrm>
              <a:off x="6332350" y="3856775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4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3" y="1814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" name="Google Shape;2395;p80">
              <a:extLst>
                <a:ext uri="{FF2B5EF4-FFF2-40B4-BE49-F238E27FC236}">
                  <a16:creationId xmlns:a16="http://schemas.microsoft.com/office/drawing/2014/main" id="{5A7E9C13-6822-37C1-A67B-9F097EE6BF6C}"/>
                </a:ext>
              </a:extLst>
            </p:cNvPr>
            <p:cNvSpPr/>
            <p:nvPr/>
          </p:nvSpPr>
          <p:spPr>
            <a:xfrm>
              <a:off x="6332350" y="393280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72" y="8"/>
                    <a:pt x="1" y="480"/>
                    <a:pt x="1" y="1065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39"/>
                    <a:pt x="1813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" name="Google Shape;2396;p80">
              <a:extLst>
                <a:ext uri="{FF2B5EF4-FFF2-40B4-BE49-F238E27FC236}">
                  <a16:creationId xmlns:a16="http://schemas.microsoft.com/office/drawing/2014/main" id="{4B3A0192-8A2A-3B8E-4FBD-0E14FF6389E9}"/>
                </a:ext>
              </a:extLst>
            </p:cNvPr>
            <p:cNvSpPr/>
            <p:nvPr/>
          </p:nvSpPr>
          <p:spPr>
            <a:xfrm>
              <a:off x="6408350" y="3856775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74" y="1"/>
                  </a:moveTo>
                  <a:cubicBezTo>
                    <a:pt x="481" y="1"/>
                    <a:pt x="9" y="472"/>
                    <a:pt x="1" y="1066"/>
                  </a:cubicBezTo>
                  <a:cubicBezTo>
                    <a:pt x="1" y="1704"/>
                    <a:pt x="525" y="2129"/>
                    <a:pt x="1074" y="2129"/>
                  </a:cubicBezTo>
                  <a:cubicBezTo>
                    <a:pt x="1336" y="2129"/>
                    <a:pt x="1604" y="2032"/>
                    <a:pt x="1822" y="1814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" name="Google Shape;2397;p80">
              <a:extLst>
                <a:ext uri="{FF2B5EF4-FFF2-40B4-BE49-F238E27FC236}">
                  <a16:creationId xmlns:a16="http://schemas.microsoft.com/office/drawing/2014/main" id="{7108D793-47BC-E09B-9DB6-73468234037C}"/>
                </a:ext>
              </a:extLst>
            </p:cNvPr>
            <p:cNvSpPr/>
            <p:nvPr/>
          </p:nvSpPr>
          <p:spPr>
            <a:xfrm>
              <a:off x="6408350" y="393280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39"/>
                    <a:pt x="1822" y="1821"/>
                  </a:cubicBezTo>
                  <a:cubicBezTo>
                    <a:pt x="2497" y="1155"/>
                    <a:pt x="2017" y="0"/>
                    <a:pt x="107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" name="Google Shape;2398;p80">
              <a:extLst>
                <a:ext uri="{FF2B5EF4-FFF2-40B4-BE49-F238E27FC236}">
                  <a16:creationId xmlns:a16="http://schemas.microsoft.com/office/drawing/2014/main" id="{2A73A69B-187D-5C0C-8289-A3A83B86B4BB}"/>
                </a:ext>
              </a:extLst>
            </p:cNvPr>
            <p:cNvSpPr/>
            <p:nvPr/>
          </p:nvSpPr>
          <p:spPr>
            <a:xfrm>
              <a:off x="6408350" y="40852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1"/>
                  </a:cubicBezTo>
                  <a:cubicBezTo>
                    <a:pt x="2497" y="1147"/>
                    <a:pt x="2017" y="0"/>
                    <a:pt x="107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" name="Google Shape;2399;p80">
              <a:extLst>
                <a:ext uri="{FF2B5EF4-FFF2-40B4-BE49-F238E27FC236}">
                  <a16:creationId xmlns:a16="http://schemas.microsoft.com/office/drawing/2014/main" id="{0402B8B6-E8D2-3DB7-44D9-5C3997FCA7DE}"/>
                </a:ext>
              </a:extLst>
            </p:cNvPr>
            <p:cNvSpPr/>
            <p:nvPr/>
          </p:nvSpPr>
          <p:spPr>
            <a:xfrm>
              <a:off x="6484575" y="3856775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65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4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2" y="1814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" name="Google Shape;2400;p80">
              <a:extLst>
                <a:ext uri="{FF2B5EF4-FFF2-40B4-BE49-F238E27FC236}">
                  <a16:creationId xmlns:a16="http://schemas.microsoft.com/office/drawing/2014/main" id="{5C8ABB38-1EEE-F2A5-BC33-B8248A69F3E8}"/>
                </a:ext>
              </a:extLst>
            </p:cNvPr>
            <p:cNvSpPr/>
            <p:nvPr/>
          </p:nvSpPr>
          <p:spPr>
            <a:xfrm>
              <a:off x="6484575" y="393280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2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" name="Google Shape;2401;p80">
              <a:extLst>
                <a:ext uri="{FF2B5EF4-FFF2-40B4-BE49-F238E27FC236}">
                  <a16:creationId xmlns:a16="http://schemas.microsoft.com/office/drawing/2014/main" id="{51E4B86C-8EFE-8AF8-A1F6-29244236DEFE}"/>
                </a:ext>
              </a:extLst>
            </p:cNvPr>
            <p:cNvSpPr/>
            <p:nvPr/>
          </p:nvSpPr>
          <p:spPr>
            <a:xfrm>
              <a:off x="6484575" y="4161425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65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8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2" y="1814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" name="Google Shape;2402;p80">
              <a:extLst>
                <a:ext uri="{FF2B5EF4-FFF2-40B4-BE49-F238E27FC236}">
                  <a16:creationId xmlns:a16="http://schemas.microsoft.com/office/drawing/2014/main" id="{1CD7CDEF-8C63-F9C6-069A-E765D67BFF3E}"/>
                </a:ext>
              </a:extLst>
            </p:cNvPr>
            <p:cNvSpPr/>
            <p:nvPr/>
          </p:nvSpPr>
          <p:spPr>
            <a:xfrm>
              <a:off x="6484575" y="40852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1"/>
                  </a:cubicBezTo>
                  <a:cubicBezTo>
                    <a:pt x="2496" y="1147"/>
                    <a:pt x="2017" y="0"/>
                    <a:pt x="106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5" name="Google Shape;2403;p80">
              <a:extLst>
                <a:ext uri="{FF2B5EF4-FFF2-40B4-BE49-F238E27FC236}">
                  <a16:creationId xmlns:a16="http://schemas.microsoft.com/office/drawing/2014/main" id="{075CA7E4-4BB1-DE05-CC93-5F9C69FF1E69}"/>
                </a:ext>
              </a:extLst>
            </p:cNvPr>
            <p:cNvSpPr/>
            <p:nvPr/>
          </p:nvSpPr>
          <p:spPr>
            <a:xfrm>
              <a:off x="6484575" y="4009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10"/>
                    <a:pt x="526" y="2134"/>
                    <a:pt x="1075" y="2134"/>
                  </a:cubicBezTo>
                  <a:cubicBezTo>
                    <a:pt x="1336" y="2134"/>
                    <a:pt x="1604" y="2037"/>
                    <a:pt x="1822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6" name="Google Shape;2404;p80">
              <a:extLst>
                <a:ext uri="{FF2B5EF4-FFF2-40B4-BE49-F238E27FC236}">
                  <a16:creationId xmlns:a16="http://schemas.microsoft.com/office/drawing/2014/main" id="{C720CC96-993E-9984-AFFD-BA9233C51D38}"/>
                </a:ext>
              </a:extLst>
            </p:cNvPr>
            <p:cNvSpPr/>
            <p:nvPr/>
          </p:nvSpPr>
          <p:spPr>
            <a:xfrm>
              <a:off x="6638425" y="3856775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65" y="1"/>
                  </a:moveTo>
                  <a:cubicBezTo>
                    <a:pt x="480" y="1"/>
                    <a:pt x="9" y="472"/>
                    <a:pt x="1" y="1066"/>
                  </a:cubicBezTo>
                  <a:cubicBezTo>
                    <a:pt x="1" y="1704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2" y="1814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7" name="Google Shape;2405;p80">
              <a:extLst>
                <a:ext uri="{FF2B5EF4-FFF2-40B4-BE49-F238E27FC236}">
                  <a16:creationId xmlns:a16="http://schemas.microsoft.com/office/drawing/2014/main" id="{F45D4AE3-0B5E-6F0C-513C-C3C419A034BA}"/>
                </a:ext>
              </a:extLst>
            </p:cNvPr>
            <p:cNvSpPr/>
            <p:nvPr/>
          </p:nvSpPr>
          <p:spPr>
            <a:xfrm>
              <a:off x="6638425" y="393280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2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8" name="Google Shape;2406;p80">
              <a:extLst>
                <a:ext uri="{FF2B5EF4-FFF2-40B4-BE49-F238E27FC236}">
                  <a16:creationId xmlns:a16="http://schemas.microsoft.com/office/drawing/2014/main" id="{B48E7BD8-E304-FDC7-79A9-0456267C48A8}"/>
                </a:ext>
              </a:extLst>
            </p:cNvPr>
            <p:cNvSpPr/>
            <p:nvPr/>
          </p:nvSpPr>
          <p:spPr>
            <a:xfrm>
              <a:off x="6638425" y="4161425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65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8"/>
                    <a:pt x="526" y="2131"/>
                    <a:pt x="1073" y="2131"/>
                  </a:cubicBezTo>
                  <a:cubicBezTo>
                    <a:pt x="1337" y="2131"/>
                    <a:pt x="1605" y="2033"/>
                    <a:pt x="1822" y="1814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9" name="Google Shape;2407;p80">
              <a:extLst>
                <a:ext uri="{FF2B5EF4-FFF2-40B4-BE49-F238E27FC236}">
                  <a16:creationId xmlns:a16="http://schemas.microsoft.com/office/drawing/2014/main" id="{8CD1D274-4EA3-5E1B-7746-B0A60F966133}"/>
                </a:ext>
              </a:extLst>
            </p:cNvPr>
            <p:cNvSpPr/>
            <p:nvPr/>
          </p:nvSpPr>
          <p:spPr>
            <a:xfrm>
              <a:off x="6638425" y="40852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4" y="2133"/>
                  </a:cubicBezTo>
                  <a:cubicBezTo>
                    <a:pt x="1336" y="2133"/>
                    <a:pt x="1604" y="2037"/>
                    <a:pt x="1822" y="1821"/>
                  </a:cubicBezTo>
                  <a:cubicBezTo>
                    <a:pt x="2496" y="1147"/>
                    <a:pt x="2017" y="0"/>
                    <a:pt x="106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0" name="Google Shape;2408;p80">
              <a:extLst>
                <a:ext uri="{FF2B5EF4-FFF2-40B4-BE49-F238E27FC236}">
                  <a16:creationId xmlns:a16="http://schemas.microsoft.com/office/drawing/2014/main" id="{53A8BB49-77B8-C09E-3950-104B55A1150E}"/>
                </a:ext>
              </a:extLst>
            </p:cNvPr>
            <p:cNvSpPr/>
            <p:nvPr/>
          </p:nvSpPr>
          <p:spPr>
            <a:xfrm>
              <a:off x="6638425" y="4009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10"/>
                    <a:pt x="530" y="2134"/>
                    <a:pt x="1078" y="2134"/>
                  </a:cubicBezTo>
                  <a:cubicBezTo>
                    <a:pt x="1340" y="2134"/>
                    <a:pt x="1606" y="2037"/>
                    <a:pt x="1822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1" name="Google Shape;2409;p80">
              <a:extLst>
                <a:ext uri="{FF2B5EF4-FFF2-40B4-BE49-F238E27FC236}">
                  <a16:creationId xmlns:a16="http://schemas.microsoft.com/office/drawing/2014/main" id="{83D36EE1-60D1-4333-B2E1-D278A10AC75B}"/>
                </a:ext>
              </a:extLst>
            </p:cNvPr>
            <p:cNvSpPr/>
            <p:nvPr/>
          </p:nvSpPr>
          <p:spPr>
            <a:xfrm>
              <a:off x="6715450" y="393280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4" y="2039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2" name="Google Shape;2410;p80">
              <a:extLst>
                <a:ext uri="{FF2B5EF4-FFF2-40B4-BE49-F238E27FC236}">
                  <a16:creationId xmlns:a16="http://schemas.microsoft.com/office/drawing/2014/main" id="{8BC3F55C-EBC3-C0C0-D7E9-9B4570396A35}"/>
                </a:ext>
              </a:extLst>
            </p:cNvPr>
            <p:cNvSpPr/>
            <p:nvPr/>
          </p:nvSpPr>
          <p:spPr>
            <a:xfrm>
              <a:off x="6715450" y="40852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1"/>
                  </a:cubicBezTo>
                  <a:cubicBezTo>
                    <a:pt x="2488" y="1147"/>
                    <a:pt x="2017" y="0"/>
                    <a:pt x="106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3" name="Google Shape;2411;p80">
              <a:extLst>
                <a:ext uri="{FF2B5EF4-FFF2-40B4-BE49-F238E27FC236}">
                  <a16:creationId xmlns:a16="http://schemas.microsoft.com/office/drawing/2014/main" id="{1839206D-8FFA-B3E1-B902-F44C7134912E}"/>
                </a:ext>
              </a:extLst>
            </p:cNvPr>
            <p:cNvSpPr/>
            <p:nvPr/>
          </p:nvSpPr>
          <p:spPr>
            <a:xfrm>
              <a:off x="6715450" y="4009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10"/>
                    <a:pt x="526" y="2134"/>
                    <a:pt x="1075" y="2134"/>
                  </a:cubicBezTo>
                  <a:cubicBezTo>
                    <a:pt x="1336" y="2134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4" name="Google Shape;2412;p80">
              <a:extLst>
                <a:ext uri="{FF2B5EF4-FFF2-40B4-BE49-F238E27FC236}">
                  <a16:creationId xmlns:a16="http://schemas.microsoft.com/office/drawing/2014/main" id="{35B6D077-F20D-29C4-A251-5801A57CC071}"/>
                </a:ext>
              </a:extLst>
            </p:cNvPr>
            <p:cNvSpPr/>
            <p:nvPr/>
          </p:nvSpPr>
          <p:spPr>
            <a:xfrm>
              <a:off x="6408350" y="4009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10"/>
                    <a:pt x="530" y="2134"/>
                    <a:pt x="1079" y="2134"/>
                  </a:cubicBezTo>
                  <a:cubicBezTo>
                    <a:pt x="1340" y="2134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5" name="Google Shape;2413;p80">
              <a:extLst>
                <a:ext uri="{FF2B5EF4-FFF2-40B4-BE49-F238E27FC236}">
                  <a16:creationId xmlns:a16="http://schemas.microsoft.com/office/drawing/2014/main" id="{F0F3CCE6-27F9-8D61-39BB-87F2F21905B8}"/>
                </a:ext>
              </a:extLst>
            </p:cNvPr>
            <p:cNvSpPr/>
            <p:nvPr/>
          </p:nvSpPr>
          <p:spPr>
            <a:xfrm>
              <a:off x="6332350" y="4009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10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3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6" name="Google Shape;2414;p80">
              <a:extLst>
                <a:ext uri="{FF2B5EF4-FFF2-40B4-BE49-F238E27FC236}">
                  <a16:creationId xmlns:a16="http://schemas.microsoft.com/office/drawing/2014/main" id="{2A8159BE-6BA7-2225-3675-6CC6EDDA5FA3}"/>
                </a:ext>
              </a:extLst>
            </p:cNvPr>
            <p:cNvSpPr/>
            <p:nvPr/>
          </p:nvSpPr>
          <p:spPr>
            <a:xfrm>
              <a:off x="6256150" y="40090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10"/>
                    <a:pt x="525" y="2134"/>
                    <a:pt x="1071" y="2134"/>
                  </a:cubicBezTo>
                  <a:cubicBezTo>
                    <a:pt x="1332" y="2134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7" name="Google Shape;2415;p80">
              <a:extLst>
                <a:ext uri="{FF2B5EF4-FFF2-40B4-BE49-F238E27FC236}">
                  <a16:creationId xmlns:a16="http://schemas.microsoft.com/office/drawing/2014/main" id="{DDCD6B39-9D61-BF4A-CFC9-B10E868A74D7}"/>
                </a:ext>
              </a:extLst>
            </p:cNvPr>
            <p:cNvSpPr/>
            <p:nvPr/>
          </p:nvSpPr>
          <p:spPr>
            <a:xfrm>
              <a:off x="5951475" y="393280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72" y="8"/>
                    <a:pt x="1" y="480"/>
                    <a:pt x="1" y="1065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39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8" name="Google Shape;2416;p80">
              <a:extLst>
                <a:ext uri="{FF2B5EF4-FFF2-40B4-BE49-F238E27FC236}">
                  <a16:creationId xmlns:a16="http://schemas.microsoft.com/office/drawing/2014/main" id="{12D8A52B-9D6A-611C-9D94-4B97E3CE118F}"/>
                </a:ext>
              </a:extLst>
            </p:cNvPr>
            <p:cNvSpPr/>
            <p:nvPr/>
          </p:nvSpPr>
          <p:spPr>
            <a:xfrm>
              <a:off x="5951475" y="4009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10"/>
                    <a:pt x="526" y="2134"/>
                    <a:pt x="1075" y="2134"/>
                  </a:cubicBezTo>
                  <a:cubicBezTo>
                    <a:pt x="1337" y="2134"/>
                    <a:pt x="1604" y="2037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9" name="Google Shape;2417;p80">
              <a:extLst>
                <a:ext uri="{FF2B5EF4-FFF2-40B4-BE49-F238E27FC236}">
                  <a16:creationId xmlns:a16="http://schemas.microsoft.com/office/drawing/2014/main" id="{C2C632FC-A5BB-C203-F451-FF87553C191E}"/>
                </a:ext>
              </a:extLst>
            </p:cNvPr>
            <p:cNvSpPr/>
            <p:nvPr/>
          </p:nvSpPr>
          <p:spPr>
            <a:xfrm>
              <a:off x="6027500" y="3856775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73" y="1"/>
                  </a:moveTo>
                  <a:cubicBezTo>
                    <a:pt x="480" y="1"/>
                    <a:pt x="9" y="472"/>
                    <a:pt x="0" y="1066"/>
                  </a:cubicBezTo>
                  <a:cubicBezTo>
                    <a:pt x="0" y="1704"/>
                    <a:pt x="529" y="2129"/>
                    <a:pt x="1077" y="2129"/>
                  </a:cubicBezTo>
                  <a:cubicBezTo>
                    <a:pt x="1339" y="2129"/>
                    <a:pt x="1606" y="2032"/>
                    <a:pt x="1821" y="1814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0" name="Google Shape;2418;p80">
              <a:extLst>
                <a:ext uri="{FF2B5EF4-FFF2-40B4-BE49-F238E27FC236}">
                  <a16:creationId xmlns:a16="http://schemas.microsoft.com/office/drawing/2014/main" id="{4C5D27C7-8D78-415D-BF77-34349BF19413}"/>
                </a:ext>
              </a:extLst>
            </p:cNvPr>
            <p:cNvSpPr/>
            <p:nvPr/>
          </p:nvSpPr>
          <p:spPr>
            <a:xfrm>
              <a:off x="6027500" y="393280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3" y="0"/>
                  </a:moveTo>
                  <a:cubicBezTo>
                    <a:pt x="480" y="0"/>
                    <a:pt x="9" y="480"/>
                    <a:pt x="0" y="1065"/>
                  </a:cubicBezTo>
                  <a:cubicBezTo>
                    <a:pt x="0" y="1709"/>
                    <a:pt x="529" y="2137"/>
                    <a:pt x="1078" y="2137"/>
                  </a:cubicBezTo>
                  <a:cubicBezTo>
                    <a:pt x="1340" y="2137"/>
                    <a:pt x="1606" y="2039"/>
                    <a:pt x="1821" y="1821"/>
                  </a:cubicBezTo>
                  <a:cubicBezTo>
                    <a:pt x="2496" y="1155"/>
                    <a:pt x="2016" y="0"/>
                    <a:pt x="107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1" name="Google Shape;2419;p80">
              <a:extLst>
                <a:ext uri="{FF2B5EF4-FFF2-40B4-BE49-F238E27FC236}">
                  <a16:creationId xmlns:a16="http://schemas.microsoft.com/office/drawing/2014/main" id="{8ABDBE09-E5AD-4E1C-4B82-D6C2171764ED}"/>
                </a:ext>
              </a:extLst>
            </p:cNvPr>
            <p:cNvSpPr/>
            <p:nvPr/>
          </p:nvSpPr>
          <p:spPr>
            <a:xfrm>
              <a:off x="6027500" y="4009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3" y="1"/>
                  </a:moveTo>
                  <a:cubicBezTo>
                    <a:pt x="480" y="1"/>
                    <a:pt x="9" y="480"/>
                    <a:pt x="0" y="1066"/>
                  </a:cubicBezTo>
                  <a:cubicBezTo>
                    <a:pt x="0" y="1710"/>
                    <a:pt x="529" y="2134"/>
                    <a:pt x="1078" y="2134"/>
                  </a:cubicBezTo>
                  <a:cubicBezTo>
                    <a:pt x="1340" y="2134"/>
                    <a:pt x="1606" y="2037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2" name="Google Shape;2420;p80">
              <a:extLst>
                <a:ext uri="{FF2B5EF4-FFF2-40B4-BE49-F238E27FC236}">
                  <a16:creationId xmlns:a16="http://schemas.microsoft.com/office/drawing/2014/main" id="{A37DF38A-FE0E-EC51-FAA4-AC356D0AFED2}"/>
                </a:ext>
              </a:extLst>
            </p:cNvPr>
            <p:cNvSpPr/>
            <p:nvPr/>
          </p:nvSpPr>
          <p:spPr>
            <a:xfrm>
              <a:off x="6103700" y="3780375"/>
              <a:ext cx="62425" cy="53475"/>
            </a:xfrm>
            <a:custGeom>
              <a:avLst/>
              <a:gdLst/>
              <a:ahLst/>
              <a:cxnLst/>
              <a:rect l="l" t="t" r="r" b="b"/>
              <a:pathLst>
                <a:path w="2497" h="2139" extrusionOk="0">
                  <a:moveTo>
                    <a:pt x="1066" y="0"/>
                  </a:moveTo>
                  <a:cubicBezTo>
                    <a:pt x="481" y="0"/>
                    <a:pt x="1" y="480"/>
                    <a:pt x="1" y="1073"/>
                  </a:cubicBezTo>
                  <a:cubicBezTo>
                    <a:pt x="6" y="1715"/>
                    <a:pt x="530" y="2139"/>
                    <a:pt x="1078" y="2139"/>
                  </a:cubicBezTo>
                  <a:cubicBezTo>
                    <a:pt x="1342" y="2139"/>
                    <a:pt x="1611" y="2040"/>
                    <a:pt x="1830" y="1821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3" name="Google Shape;2421;p80">
              <a:extLst>
                <a:ext uri="{FF2B5EF4-FFF2-40B4-BE49-F238E27FC236}">
                  <a16:creationId xmlns:a16="http://schemas.microsoft.com/office/drawing/2014/main" id="{01FD357A-A1D7-A66A-5BB1-31A98D5C50BC}"/>
                </a:ext>
              </a:extLst>
            </p:cNvPr>
            <p:cNvSpPr/>
            <p:nvPr/>
          </p:nvSpPr>
          <p:spPr>
            <a:xfrm>
              <a:off x="6103700" y="3856775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6" y="1708"/>
                    <a:pt x="530" y="2131"/>
                    <a:pt x="1075" y="2131"/>
                  </a:cubicBezTo>
                  <a:cubicBezTo>
                    <a:pt x="1338" y="2131"/>
                    <a:pt x="1605" y="2033"/>
                    <a:pt x="1822" y="1814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4" name="Google Shape;2422;p80">
              <a:extLst>
                <a:ext uri="{FF2B5EF4-FFF2-40B4-BE49-F238E27FC236}">
                  <a16:creationId xmlns:a16="http://schemas.microsoft.com/office/drawing/2014/main" id="{C7AD9638-3FC4-1FA7-614B-221EF9AA84C1}"/>
                </a:ext>
              </a:extLst>
            </p:cNvPr>
            <p:cNvSpPr/>
            <p:nvPr/>
          </p:nvSpPr>
          <p:spPr>
            <a:xfrm>
              <a:off x="6103700" y="3932800"/>
              <a:ext cx="62425" cy="53475"/>
            </a:xfrm>
            <a:custGeom>
              <a:avLst/>
              <a:gdLst/>
              <a:ahLst/>
              <a:cxnLst/>
              <a:rect l="l" t="t" r="r" b="b"/>
              <a:pathLst>
                <a:path w="2497" h="2139" extrusionOk="0">
                  <a:moveTo>
                    <a:pt x="1066" y="0"/>
                  </a:moveTo>
                  <a:cubicBezTo>
                    <a:pt x="481" y="0"/>
                    <a:pt x="1" y="480"/>
                    <a:pt x="1" y="1073"/>
                  </a:cubicBezTo>
                  <a:cubicBezTo>
                    <a:pt x="6" y="1715"/>
                    <a:pt x="530" y="2139"/>
                    <a:pt x="1075" y="2139"/>
                  </a:cubicBezTo>
                  <a:cubicBezTo>
                    <a:pt x="1338" y="2139"/>
                    <a:pt x="1605" y="2041"/>
                    <a:pt x="1822" y="1821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5" name="Google Shape;2423;p80">
              <a:extLst>
                <a:ext uri="{FF2B5EF4-FFF2-40B4-BE49-F238E27FC236}">
                  <a16:creationId xmlns:a16="http://schemas.microsoft.com/office/drawing/2014/main" id="{A3A7BC60-726F-876F-8B04-B613BAD0A9ED}"/>
                </a:ext>
              </a:extLst>
            </p:cNvPr>
            <p:cNvSpPr/>
            <p:nvPr/>
          </p:nvSpPr>
          <p:spPr>
            <a:xfrm>
              <a:off x="6103700" y="4009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10"/>
                    <a:pt x="530" y="2134"/>
                    <a:pt x="1079" y="2134"/>
                  </a:cubicBezTo>
                  <a:cubicBezTo>
                    <a:pt x="1340" y="2134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6" name="Google Shape;2424;p80">
              <a:extLst>
                <a:ext uri="{FF2B5EF4-FFF2-40B4-BE49-F238E27FC236}">
                  <a16:creationId xmlns:a16="http://schemas.microsoft.com/office/drawing/2014/main" id="{C534784C-D45F-E679-878D-F8CD2CE46A51}"/>
                </a:ext>
              </a:extLst>
            </p:cNvPr>
            <p:cNvSpPr/>
            <p:nvPr/>
          </p:nvSpPr>
          <p:spPr>
            <a:xfrm>
              <a:off x="6179925" y="37041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7" name="Google Shape;2425;p80">
              <a:extLst>
                <a:ext uri="{FF2B5EF4-FFF2-40B4-BE49-F238E27FC236}">
                  <a16:creationId xmlns:a16="http://schemas.microsoft.com/office/drawing/2014/main" id="{24932BF0-85D4-D1AD-67E2-B95431BDB48D}"/>
                </a:ext>
              </a:extLst>
            </p:cNvPr>
            <p:cNvSpPr/>
            <p:nvPr/>
          </p:nvSpPr>
          <p:spPr>
            <a:xfrm>
              <a:off x="6179925" y="37803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78" y="2137"/>
                  </a:cubicBezTo>
                  <a:cubicBezTo>
                    <a:pt x="1340" y="2137"/>
                    <a:pt x="1606" y="2039"/>
                    <a:pt x="1821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8" name="Google Shape;2426;p80">
              <a:extLst>
                <a:ext uri="{FF2B5EF4-FFF2-40B4-BE49-F238E27FC236}">
                  <a16:creationId xmlns:a16="http://schemas.microsoft.com/office/drawing/2014/main" id="{C00F003C-DACF-EE74-45F8-10F511AC98E5}"/>
                </a:ext>
              </a:extLst>
            </p:cNvPr>
            <p:cNvSpPr/>
            <p:nvPr/>
          </p:nvSpPr>
          <p:spPr>
            <a:xfrm>
              <a:off x="6179925" y="4009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10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9" name="Google Shape;2427;p80">
              <a:extLst>
                <a:ext uri="{FF2B5EF4-FFF2-40B4-BE49-F238E27FC236}">
                  <a16:creationId xmlns:a16="http://schemas.microsoft.com/office/drawing/2014/main" id="{3AAE9AB2-C566-F217-C4F8-3D9EE4C15D5F}"/>
                </a:ext>
              </a:extLst>
            </p:cNvPr>
            <p:cNvSpPr/>
            <p:nvPr/>
          </p:nvSpPr>
          <p:spPr>
            <a:xfrm>
              <a:off x="6179925" y="393280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0" name="Google Shape;2428;p80">
              <a:extLst>
                <a:ext uri="{FF2B5EF4-FFF2-40B4-BE49-F238E27FC236}">
                  <a16:creationId xmlns:a16="http://schemas.microsoft.com/office/drawing/2014/main" id="{EFEB0693-A462-F389-0561-E2B0F9B4EFB0}"/>
                </a:ext>
              </a:extLst>
            </p:cNvPr>
            <p:cNvSpPr/>
            <p:nvPr/>
          </p:nvSpPr>
          <p:spPr>
            <a:xfrm>
              <a:off x="6179925" y="3856775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4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4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1" name="Google Shape;2429;p80">
              <a:extLst>
                <a:ext uri="{FF2B5EF4-FFF2-40B4-BE49-F238E27FC236}">
                  <a16:creationId xmlns:a16="http://schemas.microsoft.com/office/drawing/2014/main" id="{12722FA6-F871-8193-49AB-8A99EFB945CA}"/>
                </a:ext>
              </a:extLst>
            </p:cNvPr>
            <p:cNvSpPr/>
            <p:nvPr/>
          </p:nvSpPr>
          <p:spPr>
            <a:xfrm>
              <a:off x="7170300" y="3780375"/>
              <a:ext cx="62400" cy="53425"/>
            </a:xfrm>
            <a:custGeom>
              <a:avLst/>
              <a:gdLst/>
              <a:ahLst/>
              <a:cxnLst/>
              <a:rect l="l" t="t" r="r" b="b"/>
              <a:pathLst>
                <a:path w="2496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2" name="Google Shape;2430;p80">
              <a:extLst>
                <a:ext uri="{FF2B5EF4-FFF2-40B4-BE49-F238E27FC236}">
                  <a16:creationId xmlns:a16="http://schemas.microsoft.com/office/drawing/2014/main" id="{66848D59-C030-8E02-F02B-6E76E01B40DC}"/>
                </a:ext>
              </a:extLst>
            </p:cNvPr>
            <p:cNvSpPr/>
            <p:nvPr/>
          </p:nvSpPr>
          <p:spPr>
            <a:xfrm>
              <a:off x="6865650" y="3856775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4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3" name="Google Shape;2431;p80">
              <a:extLst>
                <a:ext uri="{FF2B5EF4-FFF2-40B4-BE49-F238E27FC236}">
                  <a16:creationId xmlns:a16="http://schemas.microsoft.com/office/drawing/2014/main" id="{4D3BF262-CB09-3698-EFBA-6802E714A12A}"/>
                </a:ext>
              </a:extLst>
            </p:cNvPr>
            <p:cNvSpPr/>
            <p:nvPr/>
          </p:nvSpPr>
          <p:spPr>
            <a:xfrm>
              <a:off x="6865650" y="3780375"/>
              <a:ext cx="62400" cy="53425"/>
            </a:xfrm>
            <a:custGeom>
              <a:avLst/>
              <a:gdLst/>
              <a:ahLst/>
              <a:cxnLst/>
              <a:rect l="l" t="t" r="r" b="b"/>
              <a:pathLst>
                <a:path w="2496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4" name="Google Shape;2432;p80">
              <a:extLst>
                <a:ext uri="{FF2B5EF4-FFF2-40B4-BE49-F238E27FC236}">
                  <a16:creationId xmlns:a16="http://schemas.microsoft.com/office/drawing/2014/main" id="{6AE09879-9DA8-B7F8-1056-4848F48CBDD0}"/>
                </a:ext>
              </a:extLst>
            </p:cNvPr>
            <p:cNvSpPr/>
            <p:nvPr/>
          </p:nvSpPr>
          <p:spPr>
            <a:xfrm>
              <a:off x="6941850" y="37041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5" name="Google Shape;2433;p80">
              <a:extLst>
                <a:ext uri="{FF2B5EF4-FFF2-40B4-BE49-F238E27FC236}">
                  <a16:creationId xmlns:a16="http://schemas.microsoft.com/office/drawing/2014/main" id="{1EA71508-8B0A-ABDB-C314-69E304E882EC}"/>
                </a:ext>
              </a:extLst>
            </p:cNvPr>
            <p:cNvSpPr/>
            <p:nvPr/>
          </p:nvSpPr>
          <p:spPr>
            <a:xfrm>
              <a:off x="6789225" y="362795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0" y="8"/>
                    <a:pt x="9" y="480"/>
                    <a:pt x="1" y="1073"/>
                  </a:cubicBezTo>
                  <a:cubicBezTo>
                    <a:pt x="1" y="1711"/>
                    <a:pt x="529" y="2137"/>
                    <a:pt x="1077" y="2137"/>
                  </a:cubicBezTo>
                  <a:cubicBezTo>
                    <a:pt x="1339" y="2137"/>
                    <a:pt x="1606" y="2039"/>
                    <a:pt x="1822" y="1821"/>
                  </a:cubicBezTo>
                  <a:cubicBezTo>
                    <a:pt x="2496" y="1154"/>
                    <a:pt x="2017" y="8"/>
                    <a:pt x="107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6" name="Google Shape;2434;p80">
              <a:extLst>
                <a:ext uri="{FF2B5EF4-FFF2-40B4-BE49-F238E27FC236}">
                  <a16:creationId xmlns:a16="http://schemas.microsoft.com/office/drawing/2014/main" id="{7FF72ABF-1036-6990-4F06-07E46CF91541}"/>
                </a:ext>
              </a:extLst>
            </p:cNvPr>
            <p:cNvSpPr/>
            <p:nvPr/>
          </p:nvSpPr>
          <p:spPr>
            <a:xfrm>
              <a:off x="6637000" y="34757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72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7" name="Google Shape;2435;p80">
              <a:extLst>
                <a:ext uri="{FF2B5EF4-FFF2-40B4-BE49-F238E27FC236}">
                  <a16:creationId xmlns:a16="http://schemas.microsoft.com/office/drawing/2014/main" id="{8F0D5AF4-E0AA-8AEF-B969-254A37DD7914}"/>
                </a:ext>
              </a:extLst>
            </p:cNvPr>
            <p:cNvSpPr/>
            <p:nvPr/>
          </p:nvSpPr>
          <p:spPr>
            <a:xfrm>
              <a:off x="6256150" y="33995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5" y="2134"/>
                    <a:pt x="1071" y="2134"/>
                  </a:cubicBezTo>
                  <a:cubicBezTo>
                    <a:pt x="1332" y="2134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8" name="Google Shape;2436;p80">
              <a:extLst>
                <a:ext uri="{FF2B5EF4-FFF2-40B4-BE49-F238E27FC236}">
                  <a16:creationId xmlns:a16="http://schemas.microsoft.com/office/drawing/2014/main" id="{D4C5AE75-D786-699F-E7A3-C287F0B858F7}"/>
                </a:ext>
              </a:extLst>
            </p:cNvPr>
            <p:cNvSpPr/>
            <p:nvPr/>
          </p:nvSpPr>
          <p:spPr>
            <a:xfrm>
              <a:off x="6484575" y="3551925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65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4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2" y="1814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9" name="Google Shape;2437;p80">
              <a:extLst>
                <a:ext uri="{FF2B5EF4-FFF2-40B4-BE49-F238E27FC236}">
                  <a16:creationId xmlns:a16="http://schemas.microsoft.com/office/drawing/2014/main" id="{CB7F563D-364B-EA7A-BE9A-03D35F3C1014}"/>
                </a:ext>
              </a:extLst>
            </p:cNvPr>
            <p:cNvSpPr/>
            <p:nvPr/>
          </p:nvSpPr>
          <p:spPr>
            <a:xfrm>
              <a:off x="6484575" y="34757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0" name="Google Shape;2438;p80">
              <a:extLst>
                <a:ext uri="{FF2B5EF4-FFF2-40B4-BE49-F238E27FC236}">
                  <a16:creationId xmlns:a16="http://schemas.microsoft.com/office/drawing/2014/main" id="{79D5B15C-A7F7-BEA0-6DE9-E25854A2E8BC}"/>
                </a:ext>
              </a:extLst>
            </p:cNvPr>
            <p:cNvSpPr/>
            <p:nvPr/>
          </p:nvSpPr>
          <p:spPr>
            <a:xfrm>
              <a:off x="6408350" y="3551925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74" y="1"/>
                  </a:moveTo>
                  <a:cubicBezTo>
                    <a:pt x="481" y="1"/>
                    <a:pt x="9" y="472"/>
                    <a:pt x="1" y="1066"/>
                  </a:cubicBezTo>
                  <a:cubicBezTo>
                    <a:pt x="1" y="1704"/>
                    <a:pt x="525" y="2129"/>
                    <a:pt x="1074" y="2129"/>
                  </a:cubicBezTo>
                  <a:cubicBezTo>
                    <a:pt x="1336" y="2129"/>
                    <a:pt x="1604" y="2032"/>
                    <a:pt x="1822" y="1814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1" name="Google Shape;2439;p80">
              <a:extLst>
                <a:ext uri="{FF2B5EF4-FFF2-40B4-BE49-F238E27FC236}">
                  <a16:creationId xmlns:a16="http://schemas.microsoft.com/office/drawing/2014/main" id="{5F7E3D2D-BFB9-7846-D183-079DFAA85DA3}"/>
                </a:ext>
              </a:extLst>
            </p:cNvPr>
            <p:cNvSpPr/>
            <p:nvPr/>
          </p:nvSpPr>
          <p:spPr>
            <a:xfrm>
              <a:off x="6408350" y="34757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1" y="0"/>
                    <a:pt x="1" y="472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2" name="Google Shape;2440;p80">
              <a:extLst>
                <a:ext uri="{FF2B5EF4-FFF2-40B4-BE49-F238E27FC236}">
                  <a16:creationId xmlns:a16="http://schemas.microsoft.com/office/drawing/2014/main" id="{03C3003E-FB43-399D-4C3E-35F993D24F41}"/>
                </a:ext>
              </a:extLst>
            </p:cNvPr>
            <p:cNvSpPr/>
            <p:nvPr/>
          </p:nvSpPr>
          <p:spPr>
            <a:xfrm>
              <a:off x="6332350" y="34757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3" name="Google Shape;2441;p80">
              <a:extLst>
                <a:ext uri="{FF2B5EF4-FFF2-40B4-BE49-F238E27FC236}">
                  <a16:creationId xmlns:a16="http://schemas.microsoft.com/office/drawing/2014/main" id="{077D0549-E3A1-CD01-47DB-F5A6E94BB333}"/>
                </a:ext>
              </a:extLst>
            </p:cNvPr>
            <p:cNvSpPr/>
            <p:nvPr/>
          </p:nvSpPr>
          <p:spPr>
            <a:xfrm>
              <a:off x="6332350" y="33995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3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4" name="Google Shape;2442;p80">
              <a:extLst>
                <a:ext uri="{FF2B5EF4-FFF2-40B4-BE49-F238E27FC236}">
                  <a16:creationId xmlns:a16="http://schemas.microsoft.com/office/drawing/2014/main" id="{878FA441-D9EA-0703-ECE4-A6F25F90F81A}"/>
                </a:ext>
              </a:extLst>
            </p:cNvPr>
            <p:cNvSpPr/>
            <p:nvPr/>
          </p:nvSpPr>
          <p:spPr>
            <a:xfrm>
              <a:off x="7094075" y="423745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6" y="0"/>
                  </a:moveTo>
                  <a:cubicBezTo>
                    <a:pt x="480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3" y="2137"/>
                  </a:cubicBezTo>
                  <a:cubicBezTo>
                    <a:pt x="1336" y="2137"/>
                    <a:pt x="1603" y="2040"/>
                    <a:pt x="1822" y="1821"/>
                  </a:cubicBezTo>
                  <a:cubicBezTo>
                    <a:pt x="2496" y="1155"/>
                    <a:pt x="2017" y="0"/>
                    <a:pt x="106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5" name="Google Shape;2443;p80">
              <a:extLst>
                <a:ext uri="{FF2B5EF4-FFF2-40B4-BE49-F238E27FC236}">
                  <a16:creationId xmlns:a16="http://schemas.microsoft.com/office/drawing/2014/main" id="{F573995B-FCC6-8413-0685-6633AEEBF66E}"/>
                </a:ext>
              </a:extLst>
            </p:cNvPr>
            <p:cNvSpPr/>
            <p:nvPr/>
          </p:nvSpPr>
          <p:spPr>
            <a:xfrm>
              <a:off x="7017875" y="4389875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73" y="0"/>
                  </a:moveTo>
                  <a:cubicBezTo>
                    <a:pt x="480" y="0"/>
                    <a:pt x="8" y="480"/>
                    <a:pt x="0" y="1065"/>
                  </a:cubicBezTo>
                  <a:cubicBezTo>
                    <a:pt x="0" y="1709"/>
                    <a:pt x="529" y="2133"/>
                    <a:pt x="1078" y="2133"/>
                  </a:cubicBezTo>
                  <a:cubicBezTo>
                    <a:pt x="1340" y="2133"/>
                    <a:pt x="1606" y="2037"/>
                    <a:pt x="1821" y="1821"/>
                  </a:cubicBezTo>
                  <a:cubicBezTo>
                    <a:pt x="2496" y="1147"/>
                    <a:pt x="2016" y="0"/>
                    <a:pt x="107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6" name="Google Shape;2444;p80">
              <a:extLst>
                <a:ext uri="{FF2B5EF4-FFF2-40B4-BE49-F238E27FC236}">
                  <a16:creationId xmlns:a16="http://schemas.microsoft.com/office/drawing/2014/main" id="{3637DD97-80B9-BA4E-42DE-8B0515C9AB4A}"/>
                </a:ext>
              </a:extLst>
            </p:cNvPr>
            <p:cNvSpPr/>
            <p:nvPr/>
          </p:nvSpPr>
          <p:spPr>
            <a:xfrm>
              <a:off x="7017875" y="4313650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73" y="1"/>
                  </a:moveTo>
                  <a:cubicBezTo>
                    <a:pt x="480" y="1"/>
                    <a:pt x="8" y="480"/>
                    <a:pt x="0" y="1066"/>
                  </a:cubicBezTo>
                  <a:cubicBezTo>
                    <a:pt x="0" y="1709"/>
                    <a:pt x="529" y="2137"/>
                    <a:pt x="1078" y="2137"/>
                  </a:cubicBezTo>
                  <a:cubicBezTo>
                    <a:pt x="1339" y="2137"/>
                    <a:pt x="1606" y="2040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7" name="Google Shape;2445;p80">
              <a:extLst>
                <a:ext uri="{FF2B5EF4-FFF2-40B4-BE49-F238E27FC236}">
                  <a16:creationId xmlns:a16="http://schemas.microsoft.com/office/drawing/2014/main" id="{456F6AB1-AF15-7DD1-79D6-A36F481983B1}"/>
                </a:ext>
              </a:extLst>
            </p:cNvPr>
            <p:cNvSpPr/>
            <p:nvPr/>
          </p:nvSpPr>
          <p:spPr>
            <a:xfrm>
              <a:off x="6941850" y="43898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1"/>
                  </a:cubicBezTo>
                  <a:cubicBezTo>
                    <a:pt x="2488" y="1147"/>
                    <a:pt x="2017" y="0"/>
                    <a:pt x="106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8" name="Google Shape;2446;p80">
              <a:extLst>
                <a:ext uri="{FF2B5EF4-FFF2-40B4-BE49-F238E27FC236}">
                  <a16:creationId xmlns:a16="http://schemas.microsoft.com/office/drawing/2014/main" id="{7C37F1D7-FA00-0AC8-FC22-ED19E25FED82}"/>
                </a:ext>
              </a:extLst>
            </p:cNvPr>
            <p:cNvSpPr/>
            <p:nvPr/>
          </p:nvSpPr>
          <p:spPr>
            <a:xfrm>
              <a:off x="6484575" y="43898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1"/>
                  </a:cubicBezTo>
                  <a:cubicBezTo>
                    <a:pt x="2496" y="1147"/>
                    <a:pt x="2017" y="0"/>
                    <a:pt x="106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9" name="Google Shape;2447;p80">
              <a:extLst>
                <a:ext uri="{FF2B5EF4-FFF2-40B4-BE49-F238E27FC236}">
                  <a16:creationId xmlns:a16="http://schemas.microsoft.com/office/drawing/2014/main" id="{4D135BEF-D27D-5DEE-127B-5539C3DA6EBC}"/>
                </a:ext>
              </a:extLst>
            </p:cNvPr>
            <p:cNvSpPr/>
            <p:nvPr/>
          </p:nvSpPr>
          <p:spPr>
            <a:xfrm>
              <a:off x="6560800" y="4237450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4" y="2137"/>
                    <a:pt x="1073" y="2137"/>
                  </a:cubicBezTo>
                  <a:cubicBezTo>
                    <a:pt x="1335" y="2137"/>
                    <a:pt x="1603" y="2040"/>
                    <a:pt x="1821" y="1821"/>
                  </a:cubicBezTo>
                  <a:cubicBezTo>
                    <a:pt x="2488" y="1155"/>
                    <a:pt x="2016" y="0"/>
                    <a:pt x="106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0" name="Google Shape;2448;p80">
              <a:extLst>
                <a:ext uri="{FF2B5EF4-FFF2-40B4-BE49-F238E27FC236}">
                  <a16:creationId xmlns:a16="http://schemas.microsoft.com/office/drawing/2014/main" id="{BE2F4831-2557-1325-39FE-A42048AABE2B}"/>
                </a:ext>
              </a:extLst>
            </p:cNvPr>
            <p:cNvSpPr/>
            <p:nvPr/>
          </p:nvSpPr>
          <p:spPr>
            <a:xfrm>
              <a:off x="6560800" y="4161425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8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1" name="Google Shape;2449;p80">
              <a:extLst>
                <a:ext uri="{FF2B5EF4-FFF2-40B4-BE49-F238E27FC236}">
                  <a16:creationId xmlns:a16="http://schemas.microsoft.com/office/drawing/2014/main" id="{67DD926D-F4EB-5FC6-D356-9C4D45CD0815}"/>
                </a:ext>
              </a:extLst>
            </p:cNvPr>
            <p:cNvSpPr/>
            <p:nvPr/>
          </p:nvSpPr>
          <p:spPr>
            <a:xfrm>
              <a:off x="6560800" y="40852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1"/>
                  </a:cubicBezTo>
                  <a:cubicBezTo>
                    <a:pt x="2488" y="1147"/>
                    <a:pt x="2016" y="0"/>
                    <a:pt x="106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2" name="Google Shape;2450;p80">
              <a:extLst>
                <a:ext uri="{FF2B5EF4-FFF2-40B4-BE49-F238E27FC236}">
                  <a16:creationId xmlns:a16="http://schemas.microsoft.com/office/drawing/2014/main" id="{52D7D4B0-13F8-DCA7-EF29-0F3427ACD63F}"/>
                </a:ext>
              </a:extLst>
            </p:cNvPr>
            <p:cNvSpPr/>
            <p:nvPr/>
          </p:nvSpPr>
          <p:spPr>
            <a:xfrm>
              <a:off x="6560800" y="40090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10"/>
                    <a:pt x="525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3" name="Google Shape;2451;p80">
              <a:extLst>
                <a:ext uri="{FF2B5EF4-FFF2-40B4-BE49-F238E27FC236}">
                  <a16:creationId xmlns:a16="http://schemas.microsoft.com/office/drawing/2014/main" id="{C9B06852-8C44-E4E1-1899-960BA51DC192}"/>
                </a:ext>
              </a:extLst>
            </p:cNvPr>
            <p:cNvSpPr/>
            <p:nvPr/>
          </p:nvSpPr>
          <p:spPr>
            <a:xfrm>
              <a:off x="6560800" y="3932800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4" name="Google Shape;2452;p80">
              <a:extLst>
                <a:ext uri="{FF2B5EF4-FFF2-40B4-BE49-F238E27FC236}">
                  <a16:creationId xmlns:a16="http://schemas.microsoft.com/office/drawing/2014/main" id="{74ABC13B-FB11-EA86-0589-044EB29DEC18}"/>
                </a:ext>
              </a:extLst>
            </p:cNvPr>
            <p:cNvSpPr/>
            <p:nvPr/>
          </p:nvSpPr>
          <p:spPr>
            <a:xfrm>
              <a:off x="6560800" y="3856775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4"/>
                    <a:pt x="524" y="2129"/>
                    <a:pt x="1073" y="2129"/>
                  </a:cubicBezTo>
                  <a:cubicBezTo>
                    <a:pt x="1335" y="2129"/>
                    <a:pt x="1603" y="2032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5" name="Google Shape;2453;p80">
              <a:extLst>
                <a:ext uri="{FF2B5EF4-FFF2-40B4-BE49-F238E27FC236}">
                  <a16:creationId xmlns:a16="http://schemas.microsoft.com/office/drawing/2014/main" id="{00F0EFE6-3179-A977-0F9D-DC2088AF4B77}"/>
                </a:ext>
              </a:extLst>
            </p:cNvPr>
            <p:cNvSpPr/>
            <p:nvPr/>
          </p:nvSpPr>
          <p:spPr>
            <a:xfrm>
              <a:off x="6560800" y="3780375"/>
              <a:ext cx="62400" cy="53425"/>
            </a:xfrm>
            <a:custGeom>
              <a:avLst/>
              <a:gdLst/>
              <a:ahLst/>
              <a:cxnLst/>
              <a:rect l="l" t="t" r="r" b="b"/>
              <a:pathLst>
                <a:path w="2496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77" y="2137"/>
                  </a:cubicBezTo>
                  <a:cubicBezTo>
                    <a:pt x="1339" y="2137"/>
                    <a:pt x="1606" y="2039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6" name="Google Shape;2454;p80">
              <a:extLst>
                <a:ext uri="{FF2B5EF4-FFF2-40B4-BE49-F238E27FC236}">
                  <a16:creationId xmlns:a16="http://schemas.microsoft.com/office/drawing/2014/main" id="{3F8E2843-30BD-5A7D-5D3E-D822850448C9}"/>
                </a:ext>
              </a:extLst>
            </p:cNvPr>
            <p:cNvSpPr/>
            <p:nvPr/>
          </p:nvSpPr>
          <p:spPr>
            <a:xfrm>
              <a:off x="6484575" y="423745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2" y="1821"/>
                  </a:cubicBezTo>
                  <a:cubicBezTo>
                    <a:pt x="2496" y="1155"/>
                    <a:pt x="2017" y="0"/>
                    <a:pt x="106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7" name="Google Shape;2455;p80">
              <a:extLst>
                <a:ext uri="{FF2B5EF4-FFF2-40B4-BE49-F238E27FC236}">
                  <a16:creationId xmlns:a16="http://schemas.microsoft.com/office/drawing/2014/main" id="{99B0851A-E20C-6765-04C5-1A52F137C82A}"/>
                </a:ext>
              </a:extLst>
            </p:cNvPr>
            <p:cNvSpPr/>
            <p:nvPr/>
          </p:nvSpPr>
          <p:spPr>
            <a:xfrm>
              <a:off x="6484575" y="37803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9" y="2137"/>
                    <a:pt x="1078" y="2137"/>
                  </a:cubicBezTo>
                  <a:cubicBezTo>
                    <a:pt x="1340" y="2137"/>
                    <a:pt x="1606" y="2039"/>
                    <a:pt x="1822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8" name="Google Shape;2456;p80">
              <a:extLst>
                <a:ext uri="{FF2B5EF4-FFF2-40B4-BE49-F238E27FC236}">
                  <a16:creationId xmlns:a16="http://schemas.microsoft.com/office/drawing/2014/main" id="{96D27BC1-6A9D-101E-EC55-F063E0EE00FA}"/>
                </a:ext>
              </a:extLst>
            </p:cNvPr>
            <p:cNvSpPr/>
            <p:nvPr/>
          </p:nvSpPr>
          <p:spPr>
            <a:xfrm>
              <a:off x="6484575" y="37041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2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9" name="Google Shape;2457;p80">
              <a:extLst>
                <a:ext uri="{FF2B5EF4-FFF2-40B4-BE49-F238E27FC236}">
                  <a16:creationId xmlns:a16="http://schemas.microsoft.com/office/drawing/2014/main" id="{87C5D730-165F-64E0-8C01-E213187A3B33}"/>
                </a:ext>
              </a:extLst>
            </p:cNvPr>
            <p:cNvSpPr/>
            <p:nvPr/>
          </p:nvSpPr>
          <p:spPr>
            <a:xfrm>
              <a:off x="6408350" y="423745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1" y="8"/>
                    <a:pt x="9" y="480"/>
                    <a:pt x="1" y="1073"/>
                  </a:cubicBezTo>
                  <a:cubicBezTo>
                    <a:pt x="1" y="1711"/>
                    <a:pt x="525" y="2137"/>
                    <a:pt x="1074" y="2137"/>
                  </a:cubicBezTo>
                  <a:cubicBezTo>
                    <a:pt x="1336" y="2137"/>
                    <a:pt x="1604" y="2040"/>
                    <a:pt x="1822" y="1821"/>
                  </a:cubicBezTo>
                  <a:cubicBezTo>
                    <a:pt x="2497" y="1155"/>
                    <a:pt x="2017" y="0"/>
                    <a:pt x="107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0" name="Google Shape;2458;p80">
              <a:extLst>
                <a:ext uri="{FF2B5EF4-FFF2-40B4-BE49-F238E27FC236}">
                  <a16:creationId xmlns:a16="http://schemas.microsoft.com/office/drawing/2014/main" id="{4870957B-7A5C-F356-E950-36284F2092B8}"/>
                </a:ext>
              </a:extLst>
            </p:cNvPr>
            <p:cNvSpPr/>
            <p:nvPr/>
          </p:nvSpPr>
          <p:spPr>
            <a:xfrm>
              <a:off x="6408350" y="4161425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74" y="1"/>
                  </a:moveTo>
                  <a:cubicBezTo>
                    <a:pt x="481" y="1"/>
                    <a:pt x="1" y="472"/>
                    <a:pt x="1" y="1066"/>
                  </a:cubicBezTo>
                  <a:cubicBezTo>
                    <a:pt x="1" y="1708"/>
                    <a:pt x="527" y="2131"/>
                    <a:pt x="1074" y="2131"/>
                  </a:cubicBezTo>
                  <a:cubicBezTo>
                    <a:pt x="1337" y="2131"/>
                    <a:pt x="1605" y="2033"/>
                    <a:pt x="1822" y="1814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1" name="Google Shape;2459;p80">
              <a:extLst>
                <a:ext uri="{FF2B5EF4-FFF2-40B4-BE49-F238E27FC236}">
                  <a16:creationId xmlns:a16="http://schemas.microsoft.com/office/drawing/2014/main" id="{A13C0EF2-7CA6-1382-4EC0-C6BA2C931E7A}"/>
                </a:ext>
              </a:extLst>
            </p:cNvPr>
            <p:cNvSpPr/>
            <p:nvPr/>
          </p:nvSpPr>
          <p:spPr>
            <a:xfrm>
              <a:off x="6408350" y="37803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30" y="2137"/>
                    <a:pt x="1081" y="2137"/>
                  </a:cubicBezTo>
                  <a:cubicBezTo>
                    <a:pt x="1344" y="2137"/>
                    <a:pt x="1612" y="2039"/>
                    <a:pt x="1830" y="1821"/>
                  </a:cubicBezTo>
                  <a:cubicBezTo>
                    <a:pt x="2497" y="1146"/>
                    <a:pt x="2025" y="0"/>
                    <a:pt x="107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2" name="Google Shape;2460;p80">
              <a:extLst>
                <a:ext uri="{FF2B5EF4-FFF2-40B4-BE49-F238E27FC236}">
                  <a16:creationId xmlns:a16="http://schemas.microsoft.com/office/drawing/2014/main" id="{77643597-640F-11E2-1081-C18273E68E5C}"/>
                </a:ext>
              </a:extLst>
            </p:cNvPr>
            <p:cNvSpPr/>
            <p:nvPr/>
          </p:nvSpPr>
          <p:spPr>
            <a:xfrm>
              <a:off x="6408350" y="37041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3" name="Google Shape;2461;p80">
              <a:extLst>
                <a:ext uri="{FF2B5EF4-FFF2-40B4-BE49-F238E27FC236}">
                  <a16:creationId xmlns:a16="http://schemas.microsoft.com/office/drawing/2014/main" id="{144DF151-357A-E9E4-2C12-8D2FE178C02A}"/>
                </a:ext>
              </a:extLst>
            </p:cNvPr>
            <p:cNvSpPr/>
            <p:nvPr/>
          </p:nvSpPr>
          <p:spPr>
            <a:xfrm>
              <a:off x="6332350" y="4161425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8"/>
                    <a:pt x="523" y="2131"/>
                    <a:pt x="1067" y="2131"/>
                  </a:cubicBezTo>
                  <a:cubicBezTo>
                    <a:pt x="1329" y="2131"/>
                    <a:pt x="1597" y="2033"/>
                    <a:pt x="1813" y="1814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4" name="Google Shape;2462;p80">
              <a:extLst>
                <a:ext uri="{FF2B5EF4-FFF2-40B4-BE49-F238E27FC236}">
                  <a16:creationId xmlns:a16="http://schemas.microsoft.com/office/drawing/2014/main" id="{ED9D57A6-3C12-9142-870A-6AB7E52CAB6A}"/>
                </a:ext>
              </a:extLst>
            </p:cNvPr>
            <p:cNvSpPr/>
            <p:nvPr/>
          </p:nvSpPr>
          <p:spPr>
            <a:xfrm>
              <a:off x="6332350" y="40852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1"/>
                  </a:cubicBezTo>
                  <a:cubicBezTo>
                    <a:pt x="2488" y="1147"/>
                    <a:pt x="2009" y="0"/>
                    <a:pt x="106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5" name="Google Shape;2463;p80">
              <a:extLst>
                <a:ext uri="{FF2B5EF4-FFF2-40B4-BE49-F238E27FC236}">
                  <a16:creationId xmlns:a16="http://schemas.microsoft.com/office/drawing/2014/main" id="{A86B68B0-F692-CB1E-4220-D4E1CA25A1BB}"/>
                </a:ext>
              </a:extLst>
            </p:cNvPr>
            <p:cNvSpPr/>
            <p:nvPr/>
          </p:nvSpPr>
          <p:spPr>
            <a:xfrm>
              <a:off x="6332350" y="37803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4" y="2039"/>
                    <a:pt x="1822" y="1821"/>
                  </a:cubicBezTo>
                  <a:cubicBezTo>
                    <a:pt x="2496" y="1146"/>
                    <a:pt x="2017" y="0"/>
                    <a:pt x="106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6" name="Google Shape;2464;p80">
              <a:extLst>
                <a:ext uri="{FF2B5EF4-FFF2-40B4-BE49-F238E27FC236}">
                  <a16:creationId xmlns:a16="http://schemas.microsoft.com/office/drawing/2014/main" id="{7723E918-4DD2-51F1-B009-3D1BF44804A8}"/>
                </a:ext>
              </a:extLst>
            </p:cNvPr>
            <p:cNvSpPr/>
            <p:nvPr/>
          </p:nvSpPr>
          <p:spPr>
            <a:xfrm>
              <a:off x="6332350" y="37041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3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7" name="Google Shape;2465;p80">
              <a:extLst>
                <a:ext uri="{FF2B5EF4-FFF2-40B4-BE49-F238E27FC236}">
                  <a16:creationId xmlns:a16="http://schemas.microsoft.com/office/drawing/2014/main" id="{6320D6D5-0C9D-7DF3-3941-0F4DEE371BD5}"/>
                </a:ext>
              </a:extLst>
            </p:cNvPr>
            <p:cNvSpPr/>
            <p:nvPr/>
          </p:nvSpPr>
          <p:spPr>
            <a:xfrm>
              <a:off x="6256150" y="40852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1" y="2133"/>
                  </a:cubicBezTo>
                  <a:cubicBezTo>
                    <a:pt x="1332" y="2133"/>
                    <a:pt x="1598" y="2037"/>
                    <a:pt x="1813" y="1821"/>
                  </a:cubicBezTo>
                  <a:cubicBezTo>
                    <a:pt x="2488" y="1147"/>
                    <a:pt x="2016" y="0"/>
                    <a:pt x="106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8" name="Google Shape;2466;p80">
              <a:extLst>
                <a:ext uri="{FF2B5EF4-FFF2-40B4-BE49-F238E27FC236}">
                  <a16:creationId xmlns:a16="http://schemas.microsoft.com/office/drawing/2014/main" id="{63319D37-359A-3466-FFC2-5A9A3223E69B}"/>
                </a:ext>
              </a:extLst>
            </p:cNvPr>
            <p:cNvSpPr/>
            <p:nvPr/>
          </p:nvSpPr>
          <p:spPr>
            <a:xfrm>
              <a:off x="6256150" y="37041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1" y="2137"/>
                  </a:cubicBezTo>
                  <a:cubicBezTo>
                    <a:pt x="1332" y="2137"/>
                    <a:pt x="1597" y="2040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9" name="Google Shape;2467;p80">
              <a:extLst>
                <a:ext uri="{FF2B5EF4-FFF2-40B4-BE49-F238E27FC236}">
                  <a16:creationId xmlns:a16="http://schemas.microsoft.com/office/drawing/2014/main" id="{A51E86F4-875C-A804-9A82-3F00C2C31A29}"/>
                </a:ext>
              </a:extLst>
            </p:cNvPr>
            <p:cNvSpPr/>
            <p:nvPr/>
          </p:nvSpPr>
          <p:spPr>
            <a:xfrm>
              <a:off x="6256150" y="3627950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72" y="8"/>
                    <a:pt x="0" y="480"/>
                    <a:pt x="0" y="1073"/>
                  </a:cubicBezTo>
                  <a:cubicBezTo>
                    <a:pt x="0" y="1711"/>
                    <a:pt x="524" y="2137"/>
                    <a:pt x="1070" y="2137"/>
                  </a:cubicBezTo>
                  <a:cubicBezTo>
                    <a:pt x="1331" y="2137"/>
                    <a:pt x="1597" y="2039"/>
                    <a:pt x="1813" y="1821"/>
                  </a:cubicBezTo>
                  <a:cubicBezTo>
                    <a:pt x="2488" y="1154"/>
                    <a:pt x="2016" y="0"/>
                    <a:pt x="106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0" name="Google Shape;2468;p80">
              <a:extLst>
                <a:ext uri="{FF2B5EF4-FFF2-40B4-BE49-F238E27FC236}">
                  <a16:creationId xmlns:a16="http://schemas.microsoft.com/office/drawing/2014/main" id="{13E0B31D-F29A-F19B-B325-384F84E4B450}"/>
                </a:ext>
              </a:extLst>
            </p:cNvPr>
            <p:cNvSpPr/>
            <p:nvPr/>
          </p:nvSpPr>
          <p:spPr>
            <a:xfrm>
              <a:off x="6179925" y="40852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1"/>
                  </a:cubicBezTo>
                  <a:cubicBezTo>
                    <a:pt x="2488" y="1147"/>
                    <a:pt x="2017" y="0"/>
                    <a:pt x="106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1" name="Google Shape;2469;p80">
              <a:extLst>
                <a:ext uri="{FF2B5EF4-FFF2-40B4-BE49-F238E27FC236}">
                  <a16:creationId xmlns:a16="http://schemas.microsoft.com/office/drawing/2014/main" id="{5DC29BEA-5FAC-ACA8-5B58-13039AE604BB}"/>
                </a:ext>
              </a:extLst>
            </p:cNvPr>
            <p:cNvSpPr/>
            <p:nvPr/>
          </p:nvSpPr>
          <p:spPr>
            <a:xfrm>
              <a:off x="6179925" y="36279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88" y="1154"/>
                    <a:pt x="2017" y="0"/>
                    <a:pt x="106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2" name="Google Shape;2470;p80">
              <a:extLst>
                <a:ext uri="{FF2B5EF4-FFF2-40B4-BE49-F238E27FC236}">
                  <a16:creationId xmlns:a16="http://schemas.microsoft.com/office/drawing/2014/main" id="{120CE2ED-2B07-BAC8-C993-FD924CB7B0A5}"/>
                </a:ext>
              </a:extLst>
            </p:cNvPr>
            <p:cNvSpPr/>
            <p:nvPr/>
          </p:nvSpPr>
          <p:spPr>
            <a:xfrm>
              <a:off x="6103700" y="40852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1"/>
                  </a:cubicBezTo>
                  <a:cubicBezTo>
                    <a:pt x="2497" y="1147"/>
                    <a:pt x="2017" y="0"/>
                    <a:pt x="106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3" name="Google Shape;2471;p80">
              <a:extLst>
                <a:ext uri="{FF2B5EF4-FFF2-40B4-BE49-F238E27FC236}">
                  <a16:creationId xmlns:a16="http://schemas.microsoft.com/office/drawing/2014/main" id="{387B5CA7-4E8A-DF66-B84A-F574D7CDC15C}"/>
                </a:ext>
              </a:extLst>
            </p:cNvPr>
            <p:cNvSpPr/>
            <p:nvPr/>
          </p:nvSpPr>
          <p:spPr>
            <a:xfrm>
              <a:off x="6103700" y="37041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4" name="Google Shape;2472;p80">
              <a:extLst>
                <a:ext uri="{FF2B5EF4-FFF2-40B4-BE49-F238E27FC236}">
                  <a16:creationId xmlns:a16="http://schemas.microsoft.com/office/drawing/2014/main" id="{6DCD87C4-A147-706E-1646-48525AC0D24C}"/>
                </a:ext>
              </a:extLst>
            </p:cNvPr>
            <p:cNvSpPr/>
            <p:nvPr/>
          </p:nvSpPr>
          <p:spPr>
            <a:xfrm>
              <a:off x="6027500" y="40852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3" y="0"/>
                  </a:moveTo>
                  <a:cubicBezTo>
                    <a:pt x="480" y="0"/>
                    <a:pt x="9" y="480"/>
                    <a:pt x="0" y="1065"/>
                  </a:cubicBezTo>
                  <a:cubicBezTo>
                    <a:pt x="0" y="1709"/>
                    <a:pt x="529" y="2133"/>
                    <a:pt x="1078" y="2133"/>
                  </a:cubicBezTo>
                  <a:cubicBezTo>
                    <a:pt x="1340" y="2133"/>
                    <a:pt x="1606" y="2037"/>
                    <a:pt x="1821" y="1821"/>
                  </a:cubicBezTo>
                  <a:cubicBezTo>
                    <a:pt x="2496" y="1147"/>
                    <a:pt x="2016" y="0"/>
                    <a:pt x="107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5" name="Google Shape;2473;p80">
              <a:extLst>
                <a:ext uri="{FF2B5EF4-FFF2-40B4-BE49-F238E27FC236}">
                  <a16:creationId xmlns:a16="http://schemas.microsoft.com/office/drawing/2014/main" id="{CBD7B8F9-0129-8446-A82A-2619AFA114CA}"/>
                </a:ext>
              </a:extLst>
            </p:cNvPr>
            <p:cNvSpPr/>
            <p:nvPr/>
          </p:nvSpPr>
          <p:spPr>
            <a:xfrm>
              <a:off x="6027500" y="37803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3" y="0"/>
                  </a:moveTo>
                  <a:cubicBezTo>
                    <a:pt x="480" y="0"/>
                    <a:pt x="9" y="480"/>
                    <a:pt x="0" y="1065"/>
                  </a:cubicBezTo>
                  <a:cubicBezTo>
                    <a:pt x="0" y="1709"/>
                    <a:pt x="529" y="2137"/>
                    <a:pt x="1080" y="2137"/>
                  </a:cubicBezTo>
                  <a:cubicBezTo>
                    <a:pt x="1343" y="2137"/>
                    <a:pt x="1611" y="2039"/>
                    <a:pt x="1830" y="1821"/>
                  </a:cubicBezTo>
                  <a:cubicBezTo>
                    <a:pt x="2496" y="1146"/>
                    <a:pt x="2025" y="0"/>
                    <a:pt x="107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6" name="Google Shape;2474;p80">
              <a:extLst>
                <a:ext uri="{FF2B5EF4-FFF2-40B4-BE49-F238E27FC236}">
                  <a16:creationId xmlns:a16="http://schemas.microsoft.com/office/drawing/2014/main" id="{C9C18AFF-D29C-C6A8-A379-F4C32D5D4B35}"/>
                </a:ext>
              </a:extLst>
            </p:cNvPr>
            <p:cNvSpPr/>
            <p:nvPr/>
          </p:nvSpPr>
          <p:spPr>
            <a:xfrm>
              <a:off x="6027500" y="37041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3" y="1"/>
                  </a:moveTo>
                  <a:cubicBezTo>
                    <a:pt x="480" y="1"/>
                    <a:pt x="9" y="480"/>
                    <a:pt x="0" y="1066"/>
                  </a:cubicBezTo>
                  <a:cubicBezTo>
                    <a:pt x="0" y="1709"/>
                    <a:pt x="529" y="2137"/>
                    <a:pt x="1078" y="2137"/>
                  </a:cubicBezTo>
                  <a:cubicBezTo>
                    <a:pt x="1340" y="2137"/>
                    <a:pt x="1606" y="2040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7" name="Google Shape;2475;p80">
              <a:extLst>
                <a:ext uri="{FF2B5EF4-FFF2-40B4-BE49-F238E27FC236}">
                  <a16:creationId xmlns:a16="http://schemas.microsoft.com/office/drawing/2014/main" id="{3A7D55DB-A2EC-F583-5AA1-A9C5CE79A487}"/>
                </a:ext>
              </a:extLst>
            </p:cNvPr>
            <p:cNvSpPr/>
            <p:nvPr/>
          </p:nvSpPr>
          <p:spPr>
            <a:xfrm>
              <a:off x="5951475" y="40852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1"/>
                  </a:cubicBezTo>
                  <a:cubicBezTo>
                    <a:pt x="2489" y="1147"/>
                    <a:pt x="2017" y="0"/>
                    <a:pt x="106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8" name="Google Shape;2476;p80">
              <a:extLst>
                <a:ext uri="{FF2B5EF4-FFF2-40B4-BE49-F238E27FC236}">
                  <a16:creationId xmlns:a16="http://schemas.microsoft.com/office/drawing/2014/main" id="{1DB8CDEF-C14E-C304-5913-112AC7A20F8C}"/>
                </a:ext>
              </a:extLst>
            </p:cNvPr>
            <p:cNvSpPr/>
            <p:nvPr/>
          </p:nvSpPr>
          <p:spPr>
            <a:xfrm>
              <a:off x="5951475" y="3856775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4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4" y="1814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9" name="Google Shape;2477;p80">
              <a:extLst>
                <a:ext uri="{FF2B5EF4-FFF2-40B4-BE49-F238E27FC236}">
                  <a16:creationId xmlns:a16="http://schemas.microsoft.com/office/drawing/2014/main" id="{BCDB1C37-6047-1092-44D5-97873878385A}"/>
                </a:ext>
              </a:extLst>
            </p:cNvPr>
            <p:cNvSpPr/>
            <p:nvPr/>
          </p:nvSpPr>
          <p:spPr>
            <a:xfrm>
              <a:off x="5951475" y="37803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39"/>
                    <a:pt x="1822" y="1821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0" name="Google Shape;2478;p80">
              <a:extLst>
                <a:ext uri="{FF2B5EF4-FFF2-40B4-BE49-F238E27FC236}">
                  <a16:creationId xmlns:a16="http://schemas.microsoft.com/office/drawing/2014/main" id="{734B1BE8-911D-D193-F3F5-30756325AB00}"/>
                </a:ext>
              </a:extLst>
            </p:cNvPr>
            <p:cNvSpPr/>
            <p:nvPr/>
          </p:nvSpPr>
          <p:spPr>
            <a:xfrm>
              <a:off x="5875275" y="40852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1"/>
                  </a:cubicBezTo>
                  <a:cubicBezTo>
                    <a:pt x="2488" y="1147"/>
                    <a:pt x="2017" y="0"/>
                    <a:pt x="106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1" name="Google Shape;2479;p80">
              <a:extLst>
                <a:ext uri="{FF2B5EF4-FFF2-40B4-BE49-F238E27FC236}">
                  <a16:creationId xmlns:a16="http://schemas.microsoft.com/office/drawing/2014/main" id="{1E17BF91-2AD3-788A-F2F5-4B66CAA6BE9B}"/>
                </a:ext>
              </a:extLst>
            </p:cNvPr>
            <p:cNvSpPr/>
            <p:nvPr/>
          </p:nvSpPr>
          <p:spPr>
            <a:xfrm>
              <a:off x="5875275" y="4009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10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2" name="Google Shape;2480;p80">
              <a:extLst>
                <a:ext uri="{FF2B5EF4-FFF2-40B4-BE49-F238E27FC236}">
                  <a16:creationId xmlns:a16="http://schemas.microsoft.com/office/drawing/2014/main" id="{81DE80E6-772F-FE0E-F7EF-6EAF99F0E9B9}"/>
                </a:ext>
              </a:extLst>
            </p:cNvPr>
            <p:cNvSpPr/>
            <p:nvPr/>
          </p:nvSpPr>
          <p:spPr>
            <a:xfrm>
              <a:off x="5875275" y="393280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88" y="1155"/>
                    <a:pt x="2017" y="0"/>
                    <a:pt x="106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3" name="Google Shape;2481;p80">
              <a:extLst>
                <a:ext uri="{FF2B5EF4-FFF2-40B4-BE49-F238E27FC236}">
                  <a16:creationId xmlns:a16="http://schemas.microsoft.com/office/drawing/2014/main" id="{3FD82F40-7C70-572E-31E1-0205D373A136}"/>
                </a:ext>
              </a:extLst>
            </p:cNvPr>
            <p:cNvSpPr/>
            <p:nvPr/>
          </p:nvSpPr>
          <p:spPr>
            <a:xfrm>
              <a:off x="5875275" y="3856775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4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4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4" name="Google Shape;2482;p80">
              <a:extLst>
                <a:ext uri="{FF2B5EF4-FFF2-40B4-BE49-F238E27FC236}">
                  <a16:creationId xmlns:a16="http://schemas.microsoft.com/office/drawing/2014/main" id="{8E6A3DAD-7AC2-2E99-FC79-8103A112C805}"/>
                </a:ext>
              </a:extLst>
            </p:cNvPr>
            <p:cNvSpPr/>
            <p:nvPr/>
          </p:nvSpPr>
          <p:spPr>
            <a:xfrm>
              <a:off x="4504050" y="3856775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4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5" name="Google Shape;2483;p80">
              <a:extLst>
                <a:ext uri="{FF2B5EF4-FFF2-40B4-BE49-F238E27FC236}">
                  <a16:creationId xmlns:a16="http://schemas.microsoft.com/office/drawing/2014/main" id="{070C9059-A7BF-0FC3-0D50-430EAD2C15B5}"/>
                </a:ext>
              </a:extLst>
            </p:cNvPr>
            <p:cNvSpPr/>
            <p:nvPr/>
          </p:nvSpPr>
          <p:spPr>
            <a:xfrm>
              <a:off x="4504050" y="3780375"/>
              <a:ext cx="62400" cy="53425"/>
            </a:xfrm>
            <a:custGeom>
              <a:avLst/>
              <a:gdLst/>
              <a:ahLst/>
              <a:cxnLst/>
              <a:rect l="l" t="t" r="r" b="b"/>
              <a:pathLst>
                <a:path w="2496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77" y="2137"/>
                  </a:cubicBezTo>
                  <a:cubicBezTo>
                    <a:pt x="1339" y="2137"/>
                    <a:pt x="1606" y="2039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6" name="Google Shape;2484;p80">
              <a:extLst>
                <a:ext uri="{FF2B5EF4-FFF2-40B4-BE49-F238E27FC236}">
                  <a16:creationId xmlns:a16="http://schemas.microsoft.com/office/drawing/2014/main" id="{AEFD1FDF-316C-914E-5B61-780C87AD8ECD}"/>
                </a:ext>
              </a:extLst>
            </p:cNvPr>
            <p:cNvSpPr/>
            <p:nvPr/>
          </p:nvSpPr>
          <p:spPr>
            <a:xfrm>
              <a:off x="4504050" y="37041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7" name="Google Shape;2485;p80">
              <a:extLst>
                <a:ext uri="{FF2B5EF4-FFF2-40B4-BE49-F238E27FC236}">
                  <a16:creationId xmlns:a16="http://schemas.microsoft.com/office/drawing/2014/main" id="{7012CCAC-46A0-137A-73DB-CCBAD9243055}"/>
                </a:ext>
              </a:extLst>
            </p:cNvPr>
            <p:cNvSpPr/>
            <p:nvPr/>
          </p:nvSpPr>
          <p:spPr>
            <a:xfrm>
              <a:off x="4427825" y="393280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8"/>
                    <a:pt x="9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2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8" name="Google Shape;2486;p80">
              <a:extLst>
                <a:ext uri="{FF2B5EF4-FFF2-40B4-BE49-F238E27FC236}">
                  <a16:creationId xmlns:a16="http://schemas.microsoft.com/office/drawing/2014/main" id="{8983A504-EF47-E48E-56DF-78D733FD6F76}"/>
                </a:ext>
              </a:extLst>
            </p:cNvPr>
            <p:cNvSpPr/>
            <p:nvPr/>
          </p:nvSpPr>
          <p:spPr>
            <a:xfrm>
              <a:off x="4427825" y="3856775"/>
              <a:ext cx="62350" cy="53250"/>
            </a:xfrm>
            <a:custGeom>
              <a:avLst/>
              <a:gdLst/>
              <a:ahLst/>
              <a:cxnLst/>
              <a:rect l="l" t="t" r="r" b="b"/>
              <a:pathLst>
                <a:path w="2494" h="2130" extrusionOk="0">
                  <a:moveTo>
                    <a:pt x="1075" y="1"/>
                  </a:moveTo>
                  <a:cubicBezTo>
                    <a:pt x="1072" y="1"/>
                    <a:pt x="1069" y="1"/>
                    <a:pt x="1065" y="1"/>
                  </a:cubicBezTo>
                  <a:cubicBezTo>
                    <a:pt x="480" y="1"/>
                    <a:pt x="9" y="472"/>
                    <a:pt x="1" y="1066"/>
                  </a:cubicBezTo>
                  <a:cubicBezTo>
                    <a:pt x="1" y="1704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2" y="1814"/>
                  </a:cubicBezTo>
                  <a:cubicBezTo>
                    <a:pt x="2494" y="1149"/>
                    <a:pt x="2020" y="1"/>
                    <a:pt x="107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9" name="Google Shape;2487;p80">
              <a:extLst>
                <a:ext uri="{FF2B5EF4-FFF2-40B4-BE49-F238E27FC236}">
                  <a16:creationId xmlns:a16="http://schemas.microsoft.com/office/drawing/2014/main" id="{B14CD2B1-7B18-3B64-D3A5-4675106DD8C8}"/>
                </a:ext>
              </a:extLst>
            </p:cNvPr>
            <p:cNvSpPr/>
            <p:nvPr/>
          </p:nvSpPr>
          <p:spPr>
            <a:xfrm>
              <a:off x="4427825" y="37803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9" y="2137"/>
                    <a:pt x="1080" y="2137"/>
                  </a:cubicBezTo>
                  <a:cubicBezTo>
                    <a:pt x="1343" y="2137"/>
                    <a:pt x="1612" y="2039"/>
                    <a:pt x="1830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0" name="Google Shape;2488;p80">
              <a:extLst>
                <a:ext uri="{FF2B5EF4-FFF2-40B4-BE49-F238E27FC236}">
                  <a16:creationId xmlns:a16="http://schemas.microsoft.com/office/drawing/2014/main" id="{2BE5D931-D4F8-A2F7-2A9F-642DF760F6E2}"/>
                </a:ext>
              </a:extLst>
            </p:cNvPr>
            <p:cNvSpPr/>
            <p:nvPr/>
          </p:nvSpPr>
          <p:spPr>
            <a:xfrm>
              <a:off x="4351600" y="31710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1" y="0"/>
                    <a:pt x="9" y="472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7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1" name="Google Shape;2489;p80">
              <a:extLst>
                <a:ext uri="{FF2B5EF4-FFF2-40B4-BE49-F238E27FC236}">
                  <a16:creationId xmlns:a16="http://schemas.microsoft.com/office/drawing/2014/main" id="{15C9A2DF-6971-89BF-9201-4C2C694485EC}"/>
                </a:ext>
              </a:extLst>
            </p:cNvPr>
            <p:cNvSpPr/>
            <p:nvPr/>
          </p:nvSpPr>
          <p:spPr>
            <a:xfrm>
              <a:off x="4351600" y="32470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9"/>
                    <a:pt x="9" y="480"/>
                    <a:pt x="1" y="1074"/>
                  </a:cubicBezTo>
                  <a:cubicBezTo>
                    <a:pt x="1" y="1712"/>
                    <a:pt x="529" y="2137"/>
                    <a:pt x="1077" y="2137"/>
                  </a:cubicBezTo>
                  <a:cubicBezTo>
                    <a:pt x="1339" y="2137"/>
                    <a:pt x="1606" y="2040"/>
                    <a:pt x="1822" y="1822"/>
                  </a:cubicBezTo>
                  <a:cubicBezTo>
                    <a:pt x="2497" y="1155"/>
                    <a:pt x="2017" y="1"/>
                    <a:pt x="107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2" name="Google Shape;2490;p80">
              <a:extLst>
                <a:ext uri="{FF2B5EF4-FFF2-40B4-BE49-F238E27FC236}">
                  <a16:creationId xmlns:a16="http://schemas.microsoft.com/office/drawing/2014/main" id="{8405CD32-FE1F-9027-2A58-29DE14582A13}"/>
                </a:ext>
              </a:extLst>
            </p:cNvPr>
            <p:cNvSpPr/>
            <p:nvPr/>
          </p:nvSpPr>
          <p:spPr>
            <a:xfrm>
              <a:off x="3970950" y="27902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3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3" name="Google Shape;2491;p80">
              <a:extLst>
                <a:ext uri="{FF2B5EF4-FFF2-40B4-BE49-F238E27FC236}">
                  <a16:creationId xmlns:a16="http://schemas.microsoft.com/office/drawing/2014/main" id="{72818518-7F90-FD5E-00C6-4CCAC6FD36E5}"/>
                </a:ext>
              </a:extLst>
            </p:cNvPr>
            <p:cNvSpPr/>
            <p:nvPr/>
          </p:nvSpPr>
          <p:spPr>
            <a:xfrm>
              <a:off x="3970950" y="286642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5" y="0"/>
                  </a:moveTo>
                  <a:cubicBezTo>
                    <a:pt x="472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67" y="2131"/>
                  </a:cubicBezTo>
                  <a:cubicBezTo>
                    <a:pt x="1329" y="2131"/>
                    <a:pt x="1597" y="2032"/>
                    <a:pt x="1813" y="1813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4" name="Google Shape;2492;p80">
              <a:extLst>
                <a:ext uri="{FF2B5EF4-FFF2-40B4-BE49-F238E27FC236}">
                  <a16:creationId xmlns:a16="http://schemas.microsoft.com/office/drawing/2014/main" id="{22FF22C5-2D21-72D7-0E1E-C75AFB104915}"/>
                </a:ext>
              </a:extLst>
            </p:cNvPr>
            <p:cNvSpPr/>
            <p:nvPr/>
          </p:nvSpPr>
          <p:spPr>
            <a:xfrm>
              <a:off x="3970950" y="29424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55"/>
                    <a:pt x="2017" y="1"/>
                    <a:pt x="106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5" name="Google Shape;2493;p80">
              <a:extLst>
                <a:ext uri="{FF2B5EF4-FFF2-40B4-BE49-F238E27FC236}">
                  <a16:creationId xmlns:a16="http://schemas.microsoft.com/office/drawing/2014/main" id="{9DDCEC0D-96AC-57C0-251D-27FFD68F185B}"/>
                </a:ext>
              </a:extLst>
            </p:cNvPr>
            <p:cNvSpPr/>
            <p:nvPr/>
          </p:nvSpPr>
          <p:spPr>
            <a:xfrm>
              <a:off x="3970950" y="30186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2" y="2137"/>
                    <a:pt x="1598" y="2039"/>
                    <a:pt x="1813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6" name="Google Shape;2494;p80">
              <a:extLst>
                <a:ext uri="{FF2B5EF4-FFF2-40B4-BE49-F238E27FC236}">
                  <a16:creationId xmlns:a16="http://schemas.microsoft.com/office/drawing/2014/main" id="{FDBCCD98-8285-85A0-AFE9-8941AB7FD7E0}"/>
                </a:ext>
              </a:extLst>
            </p:cNvPr>
            <p:cNvSpPr/>
            <p:nvPr/>
          </p:nvSpPr>
          <p:spPr>
            <a:xfrm>
              <a:off x="3970950" y="30948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3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7" name="Google Shape;2495;p80">
              <a:extLst>
                <a:ext uri="{FF2B5EF4-FFF2-40B4-BE49-F238E27FC236}">
                  <a16:creationId xmlns:a16="http://schemas.microsoft.com/office/drawing/2014/main" id="{156970D0-EF10-0DA9-E15F-8596A8D4574D}"/>
                </a:ext>
              </a:extLst>
            </p:cNvPr>
            <p:cNvSpPr/>
            <p:nvPr/>
          </p:nvSpPr>
          <p:spPr>
            <a:xfrm>
              <a:off x="3970950" y="31710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72" y="0"/>
                    <a:pt x="1" y="472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8" name="Google Shape;2496;p80">
              <a:extLst>
                <a:ext uri="{FF2B5EF4-FFF2-40B4-BE49-F238E27FC236}">
                  <a16:creationId xmlns:a16="http://schemas.microsoft.com/office/drawing/2014/main" id="{815E38A9-82B6-F324-D8C1-056B8B083B7C}"/>
                </a:ext>
              </a:extLst>
            </p:cNvPr>
            <p:cNvSpPr/>
            <p:nvPr/>
          </p:nvSpPr>
          <p:spPr>
            <a:xfrm>
              <a:off x="3970950" y="32470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9"/>
                    <a:pt x="1" y="480"/>
                    <a:pt x="1" y="1074"/>
                  </a:cubicBezTo>
                  <a:cubicBezTo>
                    <a:pt x="1" y="1712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55"/>
                    <a:pt x="2017" y="1"/>
                    <a:pt x="106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9" name="Google Shape;2497;p80">
              <a:extLst>
                <a:ext uri="{FF2B5EF4-FFF2-40B4-BE49-F238E27FC236}">
                  <a16:creationId xmlns:a16="http://schemas.microsoft.com/office/drawing/2014/main" id="{5D8FE391-7B1A-0223-1129-24A7D88D7039}"/>
                </a:ext>
              </a:extLst>
            </p:cNvPr>
            <p:cNvSpPr/>
            <p:nvPr/>
          </p:nvSpPr>
          <p:spPr>
            <a:xfrm>
              <a:off x="3970950" y="332330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2" y="2137"/>
                    <a:pt x="1598" y="2039"/>
                    <a:pt x="1813" y="1821"/>
                  </a:cubicBezTo>
                  <a:cubicBezTo>
                    <a:pt x="2488" y="1154"/>
                    <a:pt x="2017" y="0"/>
                    <a:pt x="106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0" name="Google Shape;2498;p80">
              <a:extLst>
                <a:ext uri="{FF2B5EF4-FFF2-40B4-BE49-F238E27FC236}">
                  <a16:creationId xmlns:a16="http://schemas.microsoft.com/office/drawing/2014/main" id="{89EDAFA5-792C-8494-3140-F51E70838F1A}"/>
                </a:ext>
              </a:extLst>
            </p:cNvPr>
            <p:cNvSpPr/>
            <p:nvPr/>
          </p:nvSpPr>
          <p:spPr>
            <a:xfrm>
              <a:off x="3970950" y="33995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3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1" name="Google Shape;2499;p80">
              <a:extLst>
                <a:ext uri="{FF2B5EF4-FFF2-40B4-BE49-F238E27FC236}">
                  <a16:creationId xmlns:a16="http://schemas.microsoft.com/office/drawing/2014/main" id="{BF367A2B-43F7-E85A-1B6A-2A9683B9097E}"/>
                </a:ext>
              </a:extLst>
            </p:cNvPr>
            <p:cNvSpPr/>
            <p:nvPr/>
          </p:nvSpPr>
          <p:spPr>
            <a:xfrm>
              <a:off x="3970950" y="34757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72" y="0"/>
                    <a:pt x="1" y="472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2" name="Google Shape;2500;p80">
              <a:extLst>
                <a:ext uri="{FF2B5EF4-FFF2-40B4-BE49-F238E27FC236}">
                  <a16:creationId xmlns:a16="http://schemas.microsoft.com/office/drawing/2014/main" id="{4436C466-53C3-0786-4309-382C160A5930}"/>
                </a:ext>
              </a:extLst>
            </p:cNvPr>
            <p:cNvSpPr/>
            <p:nvPr/>
          </p:nvSpPr>
          <p:spPr>
            <a:xfrm>
              <a:off x="3970950" y="3551925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5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4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3" y="1814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3" name="Google Shape;2501;p80">
              <a:extLst>
                <a:ext uri="{FF2B5EF4-FFF2-40B4-BE49-F238E27FC236}">
                  <a16:creationId xmlns:a16="http://schemas.microsoft.com/office/drawing/2014/main" id="{4836F67D-C736-8FA6-7792-6C663F8502F1}"/>
                </a:ext>
              </a:extLst>
            </p:cNvPr>
            <p:cNvSpPr/>
            <p:nvPr/>
          </p:nvSpPr>
          <p:spPr>
            <a:xfrm>
              <a:off x="3970950" y="36279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72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1" y="2137"/>
                  </a:cubicBezTo>
                  <a:cubicBezTo>
                    <a:pt x="1332" y="2137"/>
                    <a:pt x="1598" y="2039"/>
                    <a:pt x="1813" y="1821"/>
                  </a:cubicBezTo>
                  <a:cubicBezTo>
                    <a:pt x="2488" y="1154"/>
                    <a:pt x="2017" y="0"/>
                    <a:pt x="106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4" name="Google Shape;2502;p80">
              <a:extLst>
                <a:ext uri="{FF2B5EF4-FFF2-40B4-BE49-F238E27FC236}">
                  <a16:creationId xmlns:a16="http://schemas.microsoft.com/office/drawing/2014/main" id="{9701F92E-2946-4BD2-CFB6-15A3C1B1A80D}"/>
                </a:ext>
              </a:extLst>
            </p:cNvPr>
            <p:cNvSpPr/>
            <p:nvPr/>
          </p:nvSpPr>
          <p:spPr>
            <a:xfrm>
              <a:off x="3970950" y="37041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5" name="Google Shape;2503;p80">
              <a:extLst>
                <a:ext uri="{FF2B5EF4-FFF2-40B4-BE49-F238E27FC236}">
                  <a16:creationId xmlns:a16="http://schemas.microsoft.com/office/drawing/2014/main" id="{C60E3926-EA6E-DE62-E4C4-6585524C1BE6}"/>
                </a:ext>
              </a:extLst>
            </p:cNvPr>
            <p:cNvSpPr/>
            <p:nvPr/>
          </p:nvSpPr>
          <p:spPr>
            <a:xfrm>
              <a:off x="3970950" y="37803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2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6" name="Google Shape;2504;p80">
              <a:extLst>
                <a:ext uri="{FF2B5EF4-FFF2-40B4-BE49-F238E27FC236}">
                  <a16:creationId xmlns:a16="http://schemas.microsoft.com/office/drawing/2014/main" id="{46C0E2C5-37D2-BD8D-B65B-44763176AFF2}"/>
                </a:ext>
              </a:extLst>
            </p:cNvPr>
            <p:cNvSpPr/>
            <p:nvPr/>
          </p:nvSpPr>
          <p:spPr>
            <a:xfrm>
              <a:off x="3970950" y="3856775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5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4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3" y="1814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7" name="Google Shape;2505;p80">
              <a:extLst>
                <a:ext uri="{FF2B5EF4-FFF2-40B4-BE49-F238E27FC236}">
                  <a16:creationId xmlns:a16="http://schemas.microsoft.com/office/drawing/2014/main" id="{D5006EED-324D-22A6-DF0A-727940A6BF6E}"/>
                </a:ext>
              </a:extLst>
            </p:cNvPr>
            <p:cNvSpPr/>
            <p:nvPr/>
          </p:nvSpPr>
          <p:spPr>
            <a:xfrm>
              <a:off x="3970950" y="4009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10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3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8" name="Google Shape;2506;p80">
              <a:extLst>
                <a:ext uri="{FF2B5EF4-FFF2-40B4-BE49-F238E27FC236}">
                  <a16:creationId xmlns:a16="http://schemas.microsoft.com/office/drawing/2014/main" id="{1174C808-8DA2-EEBE-0C2D-0D7B867D6CA1}"/>
                </a:ext>
              </a:extLst>
            </p:cNvPr>
            <p:cNvSpPr/>
            <p:nvPr/>
          </p:nvSpPr>
          <p:spPr>
            <a:xfrm>
              <a:off x="4046950" y="27902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30" y="2134"/>
                    <a:pt x="1079" y="2134"/>
                  </a:cubicBezTo>
                  <a:cubicBezTo>
                    <a:pt x="1340" y="2134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9" name="Google Shape;2507;p80">
              <a:extLst>
                <a:ext uri="{FF2B5EF4-FFF2-40B4-BE49-F238E27FC236}">
                  <a16:creationId xmlns:a16="http://schemas.microsoft.com/office/drawing/2014/main" id="{22191703-744F-566B-5BD8-6757DBDEB92B}"/>
                </a:ext>
              </a:extLst>
            </p:cNvPr>
            <p:cNvSpPr/>
            <p:nvPr/>
          </p:nvSpPr>
          <p:spPr>
            <a:xfrm>
              <a:off x="4046950" y="286642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74" y="0"/>
                  </a:moveTo>
                  <a:cubicBezTo>
                    <a:pt x="481" y="0"/>
                    <a:pt x="9" y="472"/>
                    <a:pt x="1" y="1065"/>
                  </a:cubicBezTo>
                  <a:cubicBezTo>
                    <a:pt x="1" y="1707"/>
                    <a:pt x="527" y="2131"/>
                    <a:pt x="1074" y="2131"/>
                  </a:cubicBezTo>
                  <a:cubicBezTo>
                    <a:pt x="1337" y="2131"/>
                    <a:pt x="1605" y="2032"/>
                    <a:pt x="1822" y="1813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0" name="Google Shape;2508;p80">
              <a:extLst>
                <a:ext uri="{FF2B5EF4-FFF2-40B4-BE49-F238E27FC236}">
                  <a16:creationId xmlns:a16="http://schemas.microsoft.com/office/drawing/2014/main" id="{508B0C56-D53E-2EC4-65A0-B332E5133760}"/>
                </a:ext>
              </a:extLst>
            </p:cNvPr>
            <p:cNvSpPr/>
            <p:nvPr/>
          </p:nvSpPr>
          <p:spPr>
            <a:xfrm>
              <a:off x="4046950" y="29424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9"/>
                    <a:pt x="9" y="480"/>
                    <a:pt x="1" y="1066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7" y="2040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1" name="Google Shape;2509;p80">
              <a:extLst>
                <a:ext uri="{FF2B5EF4-FFF2-40B4-BE49-F238E27FC236}">
                  <a16:creationId xmlns:a16="http://schemas.microsoft.com/office/drawing/2014/main" id="{69A0BE8A-CF96-569D-75F2-550E8D76C766}"/>
                </a:ext>
              </a:extLst>
            </p:cNvPr>
            <p:cNvSpPr/>
            <p:nvPr/>
          </p:nvSpPr>
          <p:spPr>
            <a:xfrm>
              <a:off x="4046950" y="301865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7" y="2039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2" name="Google Shape;2510;p80">
              <a:extLst>
                <a:ext uri="{FF2B5EF4-FFF2-40B4-BE49-F238E27FC236}">
                  <a16:creationId xmlns:a16="http://schemas.microsoft.com/office/drawing/2014/main" id="{5ECCFBD1-4097-BC95-C9BC-8E484658FA69}"/>
                </a:ext>
              </a:extLst>
            </p:cNvPr>
            <p:cNvSpPr/>
            <p:nvPr/>
          </p:nvSpPr>
          <p:spPr>
            <a:xfrm>
              <a:off x="4046950" y="30948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30" y="2134"/>
                    <a:pt x="1079" y="2134"/>
                  </a:cubicBezTo>
                  <a:cubicBezTo>
                    <a:pt x="1340" y="2134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3" name="Google Shape;2511;p80">
              <a:extLst>
                <a:ext uri="{FF2B5EF4-FFF2-40B4-BE49-F238E27FC236}">
                  <a16:creationId xmlns:a16="http://schemas.microsoft.com/office/drawing/2014/main" id="{2265DEC0-FB41-D596-F88E-C2E9B6DC72F3}"/>
                </a:ext>
              </a:extLst>
            </p:cNvPr>
            <p:cNvSpPr/>
            <p:nvPr/>
          </p:nvSpPr>
          <p:spPr>
            <a:xfrm>
              <a:off x="4046950" y="317107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74" y="0"/>
                  </a:moveTo>
                  <a:cubicBezTo>
                    <a:pt x="481" y="0"/>
                    <a:pt x="9" y="472"/>
                    <a:pt x="1" y="1065"/>
                  </a:cubicBezTo>
                  <a:cubicBezTo>
                    <a:pt x="1" y="1707"/>
                    <a:pt x="527" y="2131"/>
                    <a:pt x="1074" y="2131"/>
                  </a:cubicBezTo>
                  <a:cubicBezTo>
                    <a:pt x="1337" y="2131"/>
                    <a:pt x="1605" y="2032"/>
                    <a:pt x="1822" y="1813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4" name="Google Shape;2512;p80">
              <a:extLst>
                <a:ext uri="{FF2B5EF4-FFF2-40B4-BE49-F238E27FC236}">
                  <a16:creationId xmlns:a16="http://schemas.microsoft.com/office/drawing/2014/main" id="{06141F95-9C73-0C67-312E-40196A1CDEA5}"/>
                </a:ext>
              </a:extLst>
            </p:cNvPr>
            <p:cNvSpPr/>
            <p:nvPr/>
          </p:nvSpPr>
          <p:spPr>
            <a:xfrm>
              <a:off x="4046950" y="32470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9"/>
                    <a:pt x="9" y="480"/>
                    <a:pt x="1" y="1074"/>
                  </a:cubicBezTo>
                  <a:cubicBezTo>
                    <a:pt x="1" y="1712"/>
                    <a:pt x="529" y="2137"/>
                    <a:pt x="1077" y="2137"/>
                  </a:cubicBezTo>
                  <a:cubicBezTo>
                    <a:pt x="1339" y="2137"/>
                    <a:pt x="1606" y="2040"/>
                    <a:pt x="1822" y="1822"/>
                  </a:cubicBezTo>
                  <a:cubicBezTo>
                    <a:pt x="2497" y="1155"/>
                    <a:pt x="2017" y="1"/>
                    <a:pt x="107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5" name="Google Shape;2513;p80">
              <a:extLst>
                <a:ext uri="{FF2B5EF4-FFF2-40B4-BE49-F238E27FC236}">
                  <a16:creationId xmlns:a16="http://schemas.microsoft.com/office/drawing/2014/main" id="{AECF0926-2B47-7BA0-8F13-BA6DFBDA2511}"/>
                </a:ext>
              </a:extLst>
            </p:cNvPr>
            <p:cNvSpPr/>
            <p:nvPr/>
          </p:nvSpPr>
          <p:spPr>
            <a:xfrm>
              <a:off x="4046950" y="332330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1" y="8"/>
                    <a:pt x="9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39"/>
                    <a:pt x="1822" y="1821"/>
                  </a:cubicBezTo>
                  <a:cubicBezTo>
                    <a:pt x="2497" y="1154"/>
                    <a:pt x="2017" y="0"/>
                    <a:pt x="107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6" name="Google Shape;2514;p80">
              <a:extLst>
                <a:ext uri="{FF2B5EF4-FFF2-40B4-BE49-F238E27FC236}">
                  <a16:creationId xmlns:a16="http://schemas.microsoft.com/office/drawing/2014/main" id="{860DAE82-E9F9-C2C1-B2B7-F88B147FF908}"/>
                </a:ext>
              </a:extLst>
            </p:cNvPr>
            <p:cNvSpPr/>
            <p:nvPr/>
          </p:nvSpPr>
          <p:spPr>
            <a:xfrm>
              <a:off x="4046950" y="33995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30" y="2134"/>
                    <a:pt x="1079" y="2134"/>
                  </a:cubicBezTo>
                  <a:cubicBezTo>
                    <a:pt x="1340" y="2134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7" name="Google Shape;2515;p80">
              <a:extLst>
                <a:ext uri="{FF2B5EF4-FFF2-40B4-BE49-F238E27FC236}">
                  <a16:creationId xmlns:a16="http://schemas.microsoft.com/office/drawing/2014/main" id="{39EAD735-B060-03AF-464B-E6FE87157C52}"/>
                </a:ext>
              </a:extLst>
            </p:cNvPr>
            <p:cNvSpPr/>
            <p:nvPr/>
          </p:nvSpPr>
          <p:spPr>
            <a:xfrm>
              <a:off x="4046950" y="34757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7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8" name="Google Shape;2516;p80">
              <a:extLst>
                <a:ext uri="{FF2B5EF4-FFF2-40B4-BE49-F238E27FC236}">
                  <a16:creationId xmlns:a16="http://schemas.microsoft.com/office/drawing/2014/main" id="{6F7E670D-04A5-A75F-669A-D3A3F70EA6EA}"/>
                </a:ext>
              </a:extLst>
            </p:cNvPr>
            <p:cNvSpPr/>
            <p:nvPr/>
          </p:nvSpPr>
          <p:spPr>
            <a:xfrm>
              <a:off x="4046950" y="3551925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74" y="1"/>
                  </a:moveTo>
                  <a:cubicBezTo>
                    <a:pt x="481" y="1"/>
                    <a:pt x="9" y="472"/>
                    <a:pt x="1" y="1066"/>
                  </a:cubicBezTo>
                  <a:cubicBezTo>
                    <a:pt x="1" y="1704"/>
                    <a:pt x="529" y="2129"/>
                    <a:pt x="1077" y="2129"/>
                  </a:cubicBezTo>
                  <a:cubicBezTo>
                    <a:pt x="1339" y="2129"/>
                    <a:pt x="1606" y="2032"/>
                    <a:pt x="1822" y="1814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9" name="Google Shape;2517;p80">
              <a:extLst>
                <a:ext uri="{FF2B5EF4-FFF2-40B4-BE49-F238E27FC236}">
                  <a16:creationId xmlns:a16="http://schemas.microsoft.com/office/drawing/2014/main" id="{123B7A8C-83F9-B278-A836-74EAB8E02107}"/>
                </a:ext>
              </a:extLst>
            </p:cNvPr>
            <p:cNvSpPr/>
            <p:nvPr/>
          </p:nvSpPr>
          <p:spPr>
            <a:xfrm>
              <a:off x="4046950" y="362795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1" y="8"/>
                    <a:pt x="9" y="480"/>
                    <a:pt x="1" y="1073"/>
                  </a:cubicBezTo>
                  <a:cubicBezTo>
                    <a:pt x="1" y="1711"/>
                    <a:pt x="529" y="2137"/>
                    <a:pt x="1077" y="2137"/>
                  </a:cubicBezTo>
                  <a:cubicBezTo>
                    <a:pt x="1339" y="2137"/>
                    <a:pt x="1606" y="2039"/>
                    <a:pt x="1822" y="1821"/>
                  </a:cubicBezTo>
                  <a:cubicBezTo>
                    <a:pt x="2497" y="1154"/>
                    <a:pt x="2017" y="0"/>
                    <a:pt x="107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0" name="Google Shape;2518;p80">
              <a:extLst>
                <a:ext uri="{FF2B5EF4-FFF2-40B4-BE49-F238E27FC236}">
                  <a16:creationId xmlns:a16="http://schemas.microsoft.com/office/drawing/2014/main" id="{93269C77-CC43-974C-6E01-A85FEB409945}"/>
                </a:ext>
              </a:extLst>
            </p:cNvPr>
            <p:cNvSpPr/>
            <p:nvPr/>
          </p:nvSpPr>
          <p:spPr>
            <a:xfrm>
              <a:off x="4046950" y="37041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7" y="2040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1" name="Google Shape;2519;p80">
              <a:extLst>
                <a:ext uri="{FF2B5EF4-FFF2-40B4-BE49-F238E27FC236}">
                  <a16:creationId xmlns:a16="http://schemas.microsoft.com/office/drawing/2014/main" id="{3910950E-AB69-2FC9-6F59-40CCDBBBB576}"/>
                </a:ext>
              </a:extLst>
            </p:cNvPr>
            <p:cNvSpPr/>
            <p:nvPr/>
          </p:nvSpPr>
          <p:spPr>
            <a:xfrm>
              <a:off x="4123175" y="27902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4" y="2037"/>
                    <a:pt x="1821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2" name="Google Shape;2520;p80">
              <a:extLst>
                <a:ext uri="{FF2B5EF4-FFF2-40B4-BE49-F238E27FC236}">
                  <a16:creationId xmlns:a16="http://schemas.microsoft.com/office/drawing/2014/main" id="{7BAF9D56-C14F-4656-C72F-6EA883528C1A}"/>
                </a:ext>
              </a:extLst>
            </p:cNvPr>
            <p:cNvSpPr/>
            <p:nvPr/>
          </p:nvSpPr>
          <p:spPr>
            <a:xfrm>
              <a:off x="4123175" y="286642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3" y="2131"/>
                    <a:pt x="1070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3" name="Google Shape;2521;p80">
              <a:extLst>
                <a:ext uri="{FF2B5EF4-FFF2-40B4-BE49-F238E27FC236}">
                  <a16:creationId xmlns:a16="http://schemas.microsoft.com/office/drawing/2014/main" id="{B9340FC9-9599-2CDF-1BE1-DA1497BF0D06}"/>
                </a:ext>
              </a:extLst>
            </p:cNvPr>
            <p:cNvSpPr/>
            <p:nvPr/>
          </p:nvSpPr>
          <p:spPr>
            <a:xfrm>
              <a:off x="4123175" y="29424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96" y="1155"/>
                    <a:pt x="2017" y="1"/>
                    <a:pt x="106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4" name="Google Shape;2522;p80">
              <a:extLst>
                <a:ext uri="{FF2B5EF4-FFF2-40B4-BE49-F238E27FC236}">
                  <a16:creationId xmlns:a16="http://schemas.microsoft.com/office/drawing/2014/main" id="{D2E601CE-EEDF-A987-0397-A12A8394A100}"/>
                </a:ext>
              </a:extLst>
            </p:cNvPr>
            <p:cNvSpPr/>
            <p:nvPr/>
          </p:nvSpPr>
          <p:spPr>
            <a:xfrm>
              <a:off x="4123175" y="301865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5" name="Google Shape;2523;p80">
              <a:extLst>
                <a:ext uri="{FF2B5EF4-FFF2-40B4-BE49-F238E27FC236}">
                  <a16:creationId xmlns:a16="http://schemas.microsoft.com/office/drawing/2014/main" id="{406AC714-0EA5-D683-19FF-E924E9B4E70A}"/>
                </a:ext>
              </a:extLst>
            </p:cNvPr>
            <p:cNvSpPr/>
            <p:nvPr/>
          </p:nvSpPr>
          <p:spPr>
            <a:xfrm>
              <a:off x="4123175" y="30948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4" y="2037"/>
                    <a:pt x="1821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6" name="Google Shape;2524;p80">
              <a:extLst>
                <a:ext uri="{FF2B5EF4-FFF2-40B4-BE49-F238E27FC236}">
                  <a16:creationId xmlns:a16="http://schemas.microsoft.com/office/drawing/2014/main" id="{D43CE845-BA8F-0940-27B0-B5C3D1610A70}"/>
                </a:ext>
              </a:extLst>
            </p:cNvPr>
            <p:cNvSpPr/>
            <p:nvPr/>
          </p:nvSpPr>
          <p:spPr>
            <a:xfrm>
              <a:off x="4123175" y="31710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4" y="2037"/>
                    <a:pt x="1821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7" name="Google Shape;2525;p80">
              <a:extLst>
                <a:ext uri="{FF2B5EF4-FFF2-40B4-BE49-F238E27FC236}">
                  <a16:creationId xmlns:a16="http://schemas.microsoft.com/office/drawing/2014/main" id="{13DEE4AC-CD05-5D44-A55B-8C44BE0E2836}"/>
                </a:ext>
              </a:extLst>
            </p:cNvPr>
            <p:cNvSpPr/>
            <p:nvPr/>
          </p:nvSpPr>
          <p:spPr>
            <a:xfrm>
              <a:off x="4123175" y="32470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2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96" y="1155"/>
                    <a:pt x="2017" y="1"/>
                    <a:pt x="106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8" name="Google Shape;2526;p80">
              <a:extLst>
                <a:ext uri="{FF2B5EF4-FFF2-40B4-BE49-F238E27FC236}">
                  <a16:creationId xmlns:a16="http://schemas.microsoft.com/office/drawing/2014/main" id="{2624C09D-D259-A997-F9CA-AA28642B8DCB}"/>
                </a:ext>
              </a:extLst>
            </p:cNvPr>
            <p:cNvSpPr/>
            <p:nvPr/>
          </p:nvSpPr>
          <p:spPr>
            <a:xfrm>
              <a:off x="4123175" y="332330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96" y="1154"/>
                    <a:pt x="2017" y="0"/>
                    <a:pt x="106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9" name="Google Shape;2527;p80">
              <a:extLst>
                <a:ext uri="{FF2B5EF4-FFF2-40B4-BE49-F238E27FC236}">
                  <a16:creationId xmlns:a16="http://schemas.microsoft.com/office/drawing/2014/main" id="{4BA31509-303C-7520-1475-0B7BFC381A39}"/>
                </a:ext>
              </a:extLst>
            </p:cNvPr>
            <p:cNvSpPr/>
            <p:nvPr/>
          </p:nvSpPr>
          <p:spPr>
            <a:xfrm>
              <a:off x="4123175" y="33995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4" y="2037"/>
                    <a:pt x="1821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0" name="Google Shape;2528;p80">
              <a:extLst>
                <a:ext uri="{FF2B5EF4-FFF2-40B4-BE49-F238E27FC236}">
                  <a16:creationId xmlns:a16="http://schemas.microsoft.com/office/drawing/2014/main" id="{04C4A85F-46B9-D5BD-24AF-043CE34C34F7}"/>
                </a:ext>
              </a:extLst>
            </p:cNvPr>
            <p:cNvSpPr/>
            <p:nvPr/>
          </p:nvSpPr>
          <p:spPr>
            <a:xfrm>
              <a:off x="4123175" y="34757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4" y="2037"/>
                    <a:pt x="1821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1" name="Google Shape;2529;p80">
              <a:extLst>
                <a:ext uri="{FF2B5EF4-FFF2-40B4-BE49-F238E27FC236}">
                  <a16:creationId xmlns:a16="http://schemas.microsoft.com/office/drawing/2014/main" id="{4AA979FF-1821-4973-D9BD-B206A4805265}"/>
                </a:ext>
              </a:extLst>
            </p:cNvPr>
            <p:cNvSpPr/>
            <p:nvPr/>
          </p:nvSpPr>
          <p:spPr>
            <a:xfrm>
              <a:off x="4123175" y="3551925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4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4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2" name="Google Shape;2530;p80">
              <a:extLst>
                <a:ext uri="{FF2B5EF4-FFF2-40B4-BE49-F238E27FC236}">
                  <a16:creationId xmlns:a16="http://schemas.microsoft.com/office/drawing/2014/main" id="{AB75CE6D-54DE-2E99-D64B-165DDE2F2133}"/>
                </a:ext>
              </a:extLst>
            </p:cNvPr>
            <p:cNvSpPr/>
            <p:nvPr/>
          </p:nvSpPr>
          <p:spPr>
            <a:xfrm>
              <a:off x="4123175" y="362795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96" y="1154"/>
                    <a:pt x="2017" y="0"/>
                    <a:pt x="106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3" name="Google Shape;2531;p80">
              <a:extLst>
                <a:ext uri="{FF2B5EF4-FFF2-40B4-BE49-F238E27FC236}">
                  <a16:creationId xmlns:a16="http://schemas.microsoft.com/office/drawing/2014/main" id="{FE8011E8-74D4-54F6-5AEA-1A6361391A83}"/>
                </a:ext>
              </a:extLst>
            </p:cNvPr>
            <p:cNvSpPr/>
            <p:nvPr/>
          </p:nvSpPr>
          <p:spPr>
            <a:xfrm>
              <a:off x="4199400" y="3018650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4" name="Google Shape;2532;p80">
              <a:extLst>
                <a:ext uri="{FF2B5EF4-FFF2-40B4-BE49-F238E27FC236}">
                  <a16:creationId xmlns:a16="http://schemas.microsoft.com/office/drawing/2014/main" id="{7ACD748B-B929-E0CF-18A9-6F69255485D5}"/>
                </a:ext>
              </a:extLst>
            </p:cNvPr>
            <p:cNvSpPr/>
            <p:nvPr/>
          </p:nvSpPr>
          <p:spPr>
            <a:xfrm>
              <a:off x="4199400" y="30948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5" name="Google Shape;2533;p80">
              <a:extLst>
                <a:ext uri="{FF2B5EF4-FFF2-40B4-BE49-F238E27FC236}">
                  <a16:creationId xmlns:a16="http://schemas.microsoft.com/office/drawing/2014/main" id="{2479A2DD-BDFA-9778-334E-BD2118246E62}"/>
                </a:ext>
              </a:extLst>
            </p:cNvPr>
            <p:cNvSpPr/>
            <p:nvPr/>
          </p:nvSpPr>
          <p:spPr>
            <a:xfrm>
              <a:off x="4199400" y="3171075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6" name="Google Shape;2534;p80">
              <a:extLst>
                <a:ext uri="{FF2B5EF4-FFF2-40B4-BE49-F238E27FC236}">
                  <a16:creationId xmlns:a16="http://schemas.microsoft.com/office/drawing/2014/main" id="{E30076D7-F973-19B1-6638-4895931512B7}"/>
                </a:ext>
              </a:extLst>
            </p:cNvPr>
            <p:cNvSpPr/>
            <p:nvPr/>
          </p:nvSpPr>
          <p:spPr>
            <a:xfrm>
              <a:off x="4199400" y="32470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2"/>
                    <a:pt x="524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7" name="Google Shape;2535;p80">
              <a:extLst>
                <a:ext uri="{FF2B5EF4-FFF2-40B4-BE49-F238E27FC236}">
                  <a16:creationId xmlns:a16="http://schemas.microsoft.com/office/drawing/2014/main" id="{33A3D93F-EF73-858A-C44B-4EC17B0E2217}"/>
                </a:ext>
              </a:extLst>
            </p:cNvPr>
            <p:cNvSpPr/>
            <p:nvPr/>
          </p:nvSpPr>
          <p:spPr>
            <a:xfrm>
              <a:off x="4275600" y="30186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4" y="2039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8" name="Google Shape;2536;p80">
              <a:extLst>
                <a:ext uri="{FF2B5EF4-FFF2-40B4-BE49-F238E27FC236}">
                  <a16:creationId xmlns:a16="http://schemas.microsoft.com/office/drawing/2014/main" id="{CF8AE2CA-28F3-965C-0521-84DA5BDDC940}"/>
                </a:ext>
              </a:extLst>
            </p:cNvPr>
            <p:cNvSpPr/>
            <p:nvPr/>
          </p:nvSpPr>
          <p:spPr>
            <a:xfrm>
              <a:off x="4275600" y="30948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3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9" name="Google Shape;2537;p80">
              <a:extLst>
                <a:ext uri="{FF2B5EF4-FFF2-40B4-BE49-F238E27FC236}">
                  <a16:creationId xmlns:a16="http://schemas.microsoft.com/office/drawing/2014/main" id="{E828E55C-4151-0B66-0339-25E42B2C4632}"/>
                </a:ext>
              </a:extLst>
            </p:cNvPr>
            <p:cNvSpPr/>
            <p:nvPr/>
          </p:nvSpPr>
          <p:spPr>
            <a:xfrm>
              <a:off x="4275600" y="317107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0"/>
                  </a:moveTo>
                  <a:cubicBezTo>
                    <a:pt x="472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67" y="2131"/>
                  </a:cubicBezTo>
                  <a:cubicBezTo>
                    <a:pt x="1329" y="2131"/>
                    <a:pt x="1597" y="2032"/>
                    <a:pt x="1813" y="1813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0" name="Google Shape;2538;p80">
              <a:extLst>
                <a:ext uri="{FF2B5EF4-FFF2-40B4-BE49-F238E27FC236}">
                  <a16:creationId xmlns:a16="http://schemas.microsoft.com/office/drawing/2014/main" id="{4574450E-4D57-2D0F-BCF0-194E448C921E}"/>
                </a:ext>
              </a:extLst>
            </p:cNvPr>
            <p:cNvSpPr/>
            <p:nvPr/>
          </p:nvSpPr>
          <p:spPr>
            <a:xfrm>
              <a:off x="4275600" y="32470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0"/>
                    <a:pt x="1" y="1074"/>
                  </a:cubicBezTo>
                  <a:cubicBezTo>
                    <a:pt x="1" y="1712"/>
                    <a:pt x="525" y="2137"/>
                    <a:pt x="1073" y="2137"/>
                  </a:cubicBezTo>
                  <a:cubicBezTo>
                    <a:pt x="1336" y="2137"/>
                    <a:pt x="1603" y="2040"/>
                    <a:pt x="1822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1" name="Google Shape;2539;p80">
              <a:extLst>
                <a:ext uri="{FF2B5EF4-FFF2-40B4-BE49-F238E27FC236}">
                  <a16:creationId xmlns:a16="http://schemas.microsoft.com/office/drawing/2014/main" id="{4A68B2F1-2840-B3CA-BF38-7D8E8E73FD4C}"/>
                </a:ext>
              </a:extLst>
            </p:cNvPr>
            <p:cNvSpPr/>
            <p:nvPr/>
          </p:nvSpPr>
          <p:spPr>
            <a:xfrm>
              <a:off x="4275475" y="3323300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1" y="0"/>
                  </a:moveTo>
                  <a:cubicBezTo>
                    <a:pt x="485" y="8"/>
                    <a:pt x="6" y="480"/>
                    <a:pt x="6" y="1065"/>
                  </a:cubicBezTo>
                  <a:cubicBezTo>
                    <a:pt x="0" y="1709"/>
                    <a:pt x="527" y="2137"/>
                    <a:pt x="1075" y="2137"/>
                  </a:cubicBezTo>
                  <a:cubicBezTo>
                    <a:pt x="1337" y="2137"/>
                    <a:pt x="1603" y="2039"/>
                    <a:pt x="1818" y="1821"/>
                  </a:cubicBezTo>
                  <a:cubicBezTo>
                    <a:pt x="2493" y="1154"/>
                    <a:pt x="2022" y="0"/>
                    <a:pt x="107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2" name="Google Shape;2540;p80">
              <a:extLst>
                <a:ext uri="{FF2B5EF4-FFF2-40B4-BE49-F238E27FC236}">
                  <a16:creationId xmlns:a16="http://schemas.microsoft.com/office/drawing/2014/main" id="{01055CE8-61E4-3078-A0A6-220CDF4861B9}"/>
                </a:ext>
              </a:extLst>
            </p:cNvPr>
            <p:cNvSpPr/>
            <p:nvPr/>
          </p:nvSpPr>
          <p:spPr>
            <a:xfrm>
              <a:off x="4199400" y="3323300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88" y="1154"/>
                    <a:pt x="2016" y="0"/>
                    <a:pt x="106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3" name="Google Shape;2541;p80">
              <a:extLst>
                <a:ext uri="{FF2B5EF4-FFF2-40B4-BE49-F238E27FC236}">
                  <a16:creationId xmlns:a16="http://schemas.microsoft.com/office/drawing/2014/main" id="{A6D0C63A-70BC-9CD0-7D7F-2732094E9140}"/>
                </a:ext>
              </a:extLst>
            </p:cNvPr>
            <p:cNvSpPr/>
            <p:nvPr/>
          </p:nvSpPr>
          <p:spPr>
            <a:xfrm>
              <a:off x="4199400" y="33995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4" name="Google Shape;2542;p80">
              <a:extLst>
                <a:ext uri="{FF2B5EF4-FFF2-40B4-BE49-F238E27FC236}">
                  <a16:creationId xmlns:a16="http://schemas.microsoft.com/office/drawing/2014/main" id="{B07F0EDB-AAB6-3892-3071-A46C5292EBD1}"/>
                </a:ext>
              </a:extLst>
            </p:cNvPr>
            <p:cNvSpPr/>
            <p:nvPr/>
          </p:nvSpPr>
          <p:spPr>
            <a:xfrm>
              <a:off x="4199400" y="34757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5" name="Google Shape;2543;p80">
              <a:extLst>
                <a:ext uri="{FF2B5EF4-FFF2-40B4-BE49-F238E27FC236}">
                  <a16:creationId xmlns:a16="http://schemas.microsoft.com/office/drawing/2014/main" id="{B62B3CF4-3EEF-6E1E-ADED-9269733EDE65}"/>
                </a:ext>
              </a:extLst>
            </p:cNvPr>
            <p:cNvSpPr/>
            <p:nvPr/>
          </p:nvSpPr>
          <p:spPr>
            <a:xfrm>
              <a:off x="4199400" y="3551925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4"/>
                    <a:pt x="524" y="2129"/>
                    <a:pt x="1073" y="2129"/>
                  </a:cubicBezTo>
                  <a:cubicBezTo>
                    <a:pt x="1335" y="2129"/>
                    <a:pt x="1603" y="2032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6" name="Google Shape;2544;p80">
              <a:extLst>
                <a:ext uri="{FF2B5EF4-FFF2-40B4-BE49-F238E27FC236}">
                  <a16:creationId xmlns:a16="http://schemas.microsoft.com/office/drawing/2014/main" id="{1CCC9101-8A59-D567-B5CF-8F6C5753F7FF}"/>
                </a:ext>
              </a:extLst>
            </p:cNvPr>
            <p:cNvSpPr/>
            <p:nvPr/>
          </p:nvSpPr>
          <p:spPr>
            <a:xfrm>
              <a:off x="4199400" y="3627950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4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88" y="1154"/>
                    <a:pt x="2016" y="0"/>
                    <a:pt x="106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7" name="Google Shape;2545;p80">
              <a:extLst>
                <a:ext uri="{FF2B5EF4-FFF2-40B4-BE49-F238E27FC236}">
                  <a16:creationId xmlns:a16="http://schemas.microsoft.com/office/drawing/2014/main" id="{6B52F46E-9CF6-A5AB-E64C-B4D531F52A2F}"/>
                </a:ext>
              </a:extLst>
            </p:cNvPr>
            <p:cNvSpPr/>
            <p:nvPr/>
          </p:nvSpPr>
          <p:spPr>
            <a:xfrm>
              <a:off x="4199400" y="37041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8" name="Google Shape;2546;p80">
              <a:extLst>
                <a:ext uri="{FF2B5EF4-FFF2-40B4-BE49-F238E27FC236}">
                  <a16:creationId xmlns:a16="http://schemas.microsoft.com/office/drawing/2014/main" id="{524E3AF2-6698-9D53-972A-C7D500F8A26E}"/>
                </a:ext>
              </a:extLst>
            </p:cNvPr>
            <p:cNvSpPr/>
            <p:nvPr/>
          </p:nvSpPr>
          <p:spPr>
            <a:xfrm>
              <a:off x="4123175" y="37041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9" name="Google Shape;2547;p80">
              <a:extLst>
                <a:ext uri="{FF2B5EF4-FFF2-40B4-BE49-F238E27FC236}">
                  <a16:creationId xmlns:a16="http://schemas.microsoft.com/office/drawing/2014/main" id="{EE773983-65F8-FFFA-E577-5B2978FC788B}"/>
                </a:ext>
              </a:extLst>
            </p:cNvPr>
            <p:cNvSpPr/>
            <p:nvPr/>
          </p:nvSpPr>
          <p:spPr>
            <a:xfrm>
              <a:off x="4123175" y="37803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78" y="2137"/>
                  </a:cubicBezTo>
                  <a:cubicBezTo>
                    <a:pt x="1340" y="2137"/>
                    <a:pt x="1606" y="2039"/>
                    <a:pt x="1821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0" name="Google Shape;2548;p80">
              <a:extLst>
                <a:ext uri="{FF2B5EF4-FFF2-40B4-BE49-F238E27FC236}">
                  <a16:creationId xmlns:a16="http://schemas.microsoft.com/office/drawing/2014/main" id="{07DF55ED-D937-ABD7-F20D-C963BAF21E84}"/>
                </a:ext>
              </a:extLst>
            </p:cNvPr>
            <p:cNvSpPr/>
            <p:nvPr/>
          </p:nvSpPr>
          <p:spPr>
            <a:xfrm>
              <a:off x="4046950" y="37803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7"/>
                    <a:pt x="1081" y="2137"/>
                  </a:cubicBezTo>
                  <a:cubicBezTo>
                    <a:pt x="1344" y="2137"/>
                    <a:pt x="1612" y="2039"/>
                    <a:pt x="1830" y="1821"/>
                  </a:cubicBezTo>
                  <a:cubicBezTo>
                    <a:pt x="2497" y="1146"/>
                    <a:pt x="2025" y="0"/>
                    <a:pt x="107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1" name="Google Shape;2549;p80">
              <a:extLst>
                <a:ext uri="{FF2B5EF4-FFF2-40B4-BE49-F238E27FC236}">
                  <a16:creationId xmlns:a16="http://schemas.microsoft.com/office/drawing/2014/main" id="{37F732F4-F212-ED33-B170-63CFD1071BA9}"/>
                </a:ext>
              </a:extLst>
            </p:cNvPr>
            <p:cNvSpPr/>
            <p:nvPr/>
          </p:nvSpPr>
          <p:spPr>
            <a:xfrm>
              <a:off x="4046950" y="3856775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74" y="1"/>
                  </a:moveTo>
                  <a:cubicBezTo>
                    <a:pt x="481" y="1"/>
                    <a:pt x="9" y="472"/>
                    <a:pt x="1" y="1066"/>
                  </a:cubicBezTo>
                  <a:cubicBezTo>
                    <a:pt x="1" y="1704"/>
                    <a:pt x="529" y="2129"/>
                    <a:pt x="1077" y="2129"/>
                  </a:cubicBezTo>
                  <a:cubicBezTo>
                    <a:pt x="1339" y="2129"/>
                    <a:pt x="1606" y="2032"/>
                    <a:pt x="1822" y="1814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2" name="Google Shape;2550;p80">
              <a:extLst>
                <a:ext uri="{FF2B5EF4-FFF2-40B4-BE49-F238E27FC236}">
                  <a16:creationId xmlns:a16="http://schemas.microsoft.com/office/drawing/2014/main" id="{A1797EF5-3814-1C05-6C1A-418FE54A2E99}"/>
                </a:ext>
              </a:extLst>
            </p:cNvPr>
            <p:cNvSpPr/>
            <p:nvPr/>
          </p:nvSpPr>
          <p:spPr>
            <a:xfrm>
              <a:off x="4046950" y="4009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10"/>
                    <a:pt x="530" y="2134"/>
                    <a:pt x="1079" y="2134"/>
                  </a:cubicBezTo>
                  <a:cubicBezTo>
                    <a:pt x="1340" y="2134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3" name="Google Shape;2551;p80">
              <a:extLst>
                <a:ext uri="{FF2B5EF4-FFF2-40B4-BE49-F238E27FC236}">
                  <a16:creationId xmlns:a16="http://schemas.microsoft.com/office/drawing/2014/main" id="{591754DE-216F-6FEF-29CF-2C7FBBED6F95}"/>
                </a:ext>
              </a:extLst>
            </p:cNvPr>
            <p:cNvSpPr/>
            <p:nvPr/>
          </p:nvSpPr>
          <p:spPr>
            <a:xfrm>
              <a:off x="4046950" y="393280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1" y="8"/>
                    <a:pt x="9" y="480"/>
                    <a:pt x="1" y="1065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7" y="2039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4" name="Google Shape;2552;p80">
              <a:extLst>
                <a:ext uri="{FF2B5EF4-FFF2-40B4-BE49-F238E27FC236}">
                  <a16:creationId xmlns:a16="http://schemas.microsoft.com/office/drawing/2014/main" id="{D7028D4A-8E55-7CD8-518F-EE567AC8C017}"/>
                </a:ext>
              </a:extLst>
            </p:cNvPr>
            <p:cNvSpPr/>
            <p:nvPr/>
          </p:nvSpPr>
          <p:spPr>
            <a:xfrm>
              <a:off x="3970950" y="393280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2" y="2137"/>
                    <a:pt x="1598" y="2039"/>
                    <a:pt x="1813" y="1821"/>
                  </a:cubicBezTo>
                  <a:cubicBezTo>
                    <a:pt x="2488" y="1155"/>
                    <a:pt x="2017" y="0"/>
                    <a:pt x="106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5" name="Google Shape;2553;p80">
              <a:extLst>
                <a:ext uri="{FF2B5EF4-FFF2-40B4-BE49-F238E27FC236}">
                  <a16:creationId xmlns:a16="http://schemas.microsoft.com/office/drawing/2014/main" id="{F1A4A3B3-6504-75BF-8A63-E430A45C614D}"/>
                </a:ext>
              </a:extLst>
            </p:cNvPr>
            <p:cNvSpPr/>
            <p:nvPr/>
          </p:nvSpPr>
          <p:spPr>
            <a:xfrm>
              <a:off x="3589875" y="26377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0"/>
                    <a:pt x="1" y="1074"/>
                  </a:cubicBezTo>
                  <a:cubicBezTo>
                    <a:pt x="1" y="1712"/>
                    <a:pt x="525" y="2137"/>
                    <a:pt x="1073" y="2137"/>
                  </a:cubicBezTo>
                  <a:cubicBezTo>
                    <a:pt x="1336" y="2137"/>
                    <a:pt x="1603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6" name="Google Shape;2554;p80">
              <a:extLst>
                <a:ext uri="{FF2B5EF4-FFF2-40B4-BE49-F238E27FC236}">
                  <a16:creationId xmlns:a16="http://schemas.microsoft.com/office/drawing/2014/main" id="{86E7A2F1-E724-11CF-62A7-5007E71F5396}"/>
                </a:ext>
              </a:extLst>
            </p:cNvPr>
            <p:cNvSpPr/>
            <p:nvPr/>
          </p:nvSpPr>
          <p:spPr>
            <a:xfrm>
              <a:off x="3589875" y="2714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7" name="Google Shape;2555;p80">
              <a:extLst>
                <a:ext uri="{FF2B5EF4-FFF2-40B4-BE49-F238E27FC236}">
                  <a16:creationId xmlns:a16="http://schemas.microsoft.com/office/drawing/2014/main" id="{89FD9961-6F18-8EE7-ACD1-56CDF766274C}"/>
                </a:ext>
              </a:extLst>
            </p:cNvPr>
            <p:cNvSpPr/>
            <p:nvPr/>
          </p:nvSpPr>
          <p:spPr>
            <a:xfrm>
              <a:off x="3589875" y="27902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7" y="2134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8" name="Google Shape;2556;p80">
              <a:extLst>
                <a:ext uri="{FF2B5EF4-FFF2-40B4-BE49-F238E27FC236}">
                  <a16:creationId xmlns:a16="http://schemas.microsoft.com/office/drawing/2014/main" id="{1BB36824-158C-E196-064E-0B815F5D41C4}"/>
                </a:ext>
              </a:extLst>
            </p:cNvPr>
            <p:cNvSpPr/>
            <p:nvPr/>
          </p:nvSpPr>
          <p:spPr>
            <a:xfrm>
              <a:off x="3589875" y="286642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0"/>
                  </a:moveTo>
                  <a:cubicBezTo>
                    <a:pt x="480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2" y="2032"/>
                    <a:pt x="1822" y="1813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9" name="Google Shape;2557;p80">
              <a:extLst>
                <a:ext uri="{FF2B5EF4-FFF2-40B4-BE49-F238E27FC236}">
                  <a16:creationId xmlns:a16="http://schemas.microsoft.com/office/drawing/2014/main" id="{52A753D8-A96F-CB7F-B9E1-BC9E80CF3151}"/>
                </a:ext>
              </a:extLst>
            </p:cNvPr>
            <p:cNvSpPr/>
            <p:nvPr/>
          </p:nvSpPr>
          <p:spPr>
            <a:xfrm>
              <a:off x="3589875" y="29424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0" name="Google Shape;2558;p80">
              <a:extLst>
                <a:ext uri="{FF2B5EF4-FFF2-40B4-BE49-F238E27FC236}">
                  <a16:creationId xmlns:a16="http://schemas.microsoft.com/office/drawing/2014/main" id="{C5727355-B4E1-D9B2-490F-D0F3A48655AC}"/>
                </a:ext>
              </a:extLst>
            </p:cNvPr>
            <p:cNvSpPr/>
            <p:nvPr/>
          </p:nvSpPr>
          <p:spPr>
            <a:xfrm>
              <a:off x="3589875" y="30186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39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1" name="Google Shape;2559;p80">
              <a:extLst>
                <a:ext uri="{FF2B5EF4-FFF2-40B4-BE49-F238E27FC236}">
                  <a16:creationId xmlns:a16="http://schemas.microsoft.com/office/drawing/2014/main" id="{4EA64D9C-2241-0678-A9F8-A63287090ABF}"/>
                </a:ext>
              </a:extLst>
            </p:cNvPr>
            <p:cNvSpPr/>
            <p:nvPr/>
          </p:nvSpPr>
          <p:spPr>
            <a:xfrm>
              <a:off x="3589875" y="30948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7" y="2134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2" name="Google Shape;2560;p80">
              <a:extLst>
                <a:ext uri="{FF2B5EF4-FFF2-40B4-BE49-F238E27FC236}">
                  <a16:creationId xmlns:a16="http://schemas.microsoft.com/office/drawing/2014/main" id="{0266684F-4696-ABBF-424B-B06F0BE6A463}"/>
                </a:ext>
              </a:extLst>
            </p:cNvPr>
            <p:cNvSpPr/>
            <p:nvPr/>
          </p:nvSpPr>
          <p:spPr>
            <a:xfrm>
              <a:off x="3285225" y="286642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0"/>
                  </a:moveTo>
                  <a:cubicBezTo>
                    <a:pt x="480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2" y="2032"/>
                    <a:pt x="1822" y="1813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3" name="Google Shape;2561;p80">
              <a:extLst>
                <a:ext uri="{FF2B5EF4-FFF2-40B4-BE49-F238E27FC236}">
                  <a16:creationId xmlns:a16="http://schemas.microsoft.com/office/drawing/2014/main" id="{D66EE558-5268-0B80-CA82-077AAA1554D5}"/>
                </a:ext>
              </a:extLst>
            </p:cNvPr>
            <p:cNvSpPr/>
            <p:nvPr/>
          </p:nvSpPr>
          <p:spPr>
            <a:xfrm>
              <a:off x="3285225" y="29424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6" y="2137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4" name="Google Shape;2562;p80">
              <a:extLst>
                <a:ext uri="{FF2B5EF4-FFF2-40B4-BE49-F238E27FC236}">
                  <a16:creationId xmlns:a16="http://schemas.microsoft.com/office/drawing/2014/main" id="{3E9E33BC-4F77-8328-6176-7A9A7277B587}"/>
                </a:ext>
              </a:extLst>
            </p:cNvPr>
            <p:cNvSpPr/>
            <p:nvPr/>
          </p:nvSpPr>
          <p:spPr>
            <a:xfrm>
              <a:off x="3285225" y="30186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6" y="2137"/>
                    <a:pt x="1604" y="2039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5" name="Google Shape;2563;p80">
              <a:extLst>
                <a:ext uri="{FF2B5EF4-FFF2-40B4-BE49-F238E27FC236}">
                  <a16:creationId xmlns:a16="http://schemas.microsoft.com/office/drawing/2014/main" id="{D3A58A34-5C54-DA3F-D581-B14440E72BBA}"/>
                </a:ext>
              </a:extLst>
            </p:cNvPr>
            <p:cNvSpPr/>
            <p:nvPr/>
          </p:nvSpPr>
          <p:spPr>
            <a:xfrm>
              <a:off x="3361450" y="27902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2" y="2134"/>
                  </a:cubicBezTo>
                  <a:cubicBezTo>
                    <a:pt x="1332" y="2134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6" name="Google Shape;2564;p80">
              <a:extLst>
                <a:ext uri="{FF2B5EF4-FFF2-40B4-BE49-F238E27FC236}">
                  <a16:creationId xmlns:a16="http://schemas.microsoft.com/office/drawing/2014/main" id="{06904EF3-1F01-BC09-C607-DD4FBAB90A0A}"/>
                </a:ext>
              </a:extLst>
            </p:cNvPr>
            <p:cNvSpPr/>
            <p:nvPr/>
          </p:nvSpPr>
          <p:spPr>
            <a:xfrm>
              <a:off x="3361450" y="2866425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0"/>
                  </a:moveTo>
                  <a:cubicBezTo>
                    <a:pt x="472" y="0"/>
                    <a:pt x="0" y="472"/>
                    <a:pt x="0" y="1065"/>
                  </a:cubicBezTo>
                  <a:cubicBezTo>
                    <a:pt x="0" y="1707"/>
                    <a:pt x="523" y="2131"/>
                    <a:pt x="1069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7" name="Google Shape;2565;p80">
              <a:extLst>
                <a:ext uri="{FF2B5EF4-FFF2-40B4-BE49-F238E27FC236}">
                  <a16:creationId xmlns:a16="http://schemas.microsoft.com/office/drawing/2014/main" id="{738DC8CD-26A7-6A2C-E38D-0D8E92403E36}"/>
                </a:ext>
              </a:extLst>
            </p:cNvPr>
            <p:cNvSpPr/>
            <p:nvPr/>
          </p:nvSpPr>
          <p:spPr>
            <a:xfrm>
              <a:off x="3361450" y="294242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9"/>
                    <a:pt x="0" y="480"/>
                    <a:pt x="0" y="1066"/>
                  </a:cubicBezTo>
                  <a:cubicBezTo>
                    <a:pt x="0" y="1709"/>
                    <a:pt x="525" y="2137"/>
                    <a:pt x="1072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8" name="Google Shape;2566;p80">
              <a:extLst>
                <a:ext uri="{FF2B5EF4-FFF2-40B4-BE49-F238E27FC236}">
                  <a16:creationId xmlns:a16="http://schemas.microsoft.com/office/drawing/2014/main" id="{640E9373-9B90-9910-911F-71259AF2F4FE}"/>
                </a:ext>
              </a:extLst>
            </p:cNvPr>
            <p:cNvSpPr/>
            <p:nvPr/>
          </p:nvSpPr>
          <p:spPr>
            <a:xfrm>
              <a:off x="3361450" y="3018650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9" name="Google Shape;2567;p80">
              <a:extLst>
                <a:ext uri="{FF2B5EF4-FFF2-40B4-BE49-F238E27FC236}">
                  <a16:creationId xmlns:a16="http://schemas.microsoft.com/office/drawing/2014/main" id="{2A6C16E6-CFC7-C8BE-16F7-EB29CAA69EC8}"/>
                </a:ext>
              </a:extLst>
            </p:cNvPr>
            <p:cNvSpPr/>
            <p:nvPr/>
          </p:nvSpPr>
          <p:spPr>
            <a:xfrm>
              <a:off x="3361450" y="30948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2" y="2134"/>
                  </a:cubicBezTo>
                  <a:cubicBezTo>
                    <a:pt x="1332" y="2134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0" name="Google Shape;2568;p80">
              <a:extLst>
                <a:ext uri="{FF2B5EF4-FFF2-40B4-BE49-F238E27FC236}">
                  <a16:creationId xmlns:a16="http://schemas.microsoft.com/office/drawing/2014/main" id="{82002ED6-9739-3008-19A4-1279971C70E7}"/>
                </a:ext>
              </a:extLst>
            </p:cNvPr>
            <p:cNvSpPr/>
            <p:nvPr/>
          </p:nvSpPr>
          <p:spPr>
            <a:xfrm>
              <a:off x="3437450" y="26377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9"/>
                    <a:pt x="9" y="480"/>
                    <a:pt x="1" y="1074"/>
                  </a:cubicBezTo>
                  <a:cubicBezTo>
                    <a:pt x="1" y="1712"/>
                    <a:pt x="529" y="2137"/>
                    <a:pt x="1077" y="2137"/>
                  </a:cubicBezTo>
                  <a:cubicBezTo>
                    <a:pt x="1339" y="2137"/>
                    <a:pt x="1606" y="2040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1" name="Google Shape;2569;p80">
              <a:extLst>
                <a:ext uri="{FF2B5EF4-FFF2-40B4-BE49-F238E27FC236}">
                  <a16:creationId xmlns:a16="http://schemas.microsoft.com/office/drawing/2014/main" id="{BDA092B6-0DB9-C4E6-9E87-9C423B60D633}"/>
                </a:ext>
              </a:extLst>
            </p:cNvPr>
            <p:cNvSpPr/>
            <p:nvPr/>
          </p:nvSpPr>
          <p:spPr>
            <a:xfrm>
              <a:off x="3437450" y="2714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6"/>
                    <a:pt x="1822" y="1821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2" name="Google Shape;2570;p80">
              <a:extLst>
                <a:ext uri="{FF2B5EF4-FFF2-40B4-BE49-F238E27FC236}">
                  <a16:creationId xmlns:a16="http://schemas.microsoft.com/office/drawing/2014/main" id="{58FC1681-9413-9A0B-242B-11FE28ECBC70}"/>
                </a:ext>
              </a:extLst>
            </p:cNvPr>
            <p:cNvSpPr/>
            <p:nvPr/>
          </p:nvSpPr>
          <p:spPr>
            <a:xfrm>
              <a:off x="3437450" y="27902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6"/>
                  </a:cubicBezTo>
                  <a:cubicBezTo>
                    <a:pt x="1" y="1709"/>
                    <a:pt x="530" y="2134"/>
                    <a:pt x="1078" y="2134"/>
                  </a:cubicBezTo>
                  <a:cubicBezTo>
                    <a:pt x="1340" y="2134"/>
                    <a:pt x="1606" y="2037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3" name="Google Shape;2571;p80">
              <a:extLst>
                <a:ext uri="{FF2B5EF4-FFF2-40B4-BE49-F238E27FC236}">
                  <a16:creationId xmlns:a16="http://schemas.microsoft.com/office/drawing/2014/main" id="{76F12803-2A61-D448-0902-19093962D246}"/>
                </a:ext>
              </a:extLst>
            </p:cNvPr>
            <p:cNvSpPr/>
            <p:nvPr/>
          </p:nvSpPr>
          <p:spPr>
            <a:xfrm>
              <a:off x="3437450" y="286642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74" y="0"/>
                  </a:moveTo>
                  <a:cubicBezTo>
                    <a:pt x="480" y="0"/>
                    <a:pt x="9" y="472"/>
                    <a:pt x="1" y="1065"/>
                  </a:cubicBezTo>
                  <a:cubicBezTo>
                    <a:pt x="1" y="1707"/>
                    <a:pt x="527" y="2131"/>
                    <a:pt x="1073" y="2131"/>
                  </a:cubicBezTo>
                  <a:cubicBezTo>
                    <a:pt x="1337" y="2131"/>
                    <a:pt x="1605" y="2032"/>
                    <a:pt x="1822" y="1813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4" name="Google Shape;2572;p80">
              <a:extLst>
                <a:ext uri="{FF2B5EF4-FFF2-40B4-BE49-F238E27FC236}">
                  <a16:creationId xmlns:a16="http://schemas.microsoft.com/office/drawing/2014/main" id="{D0B4E7B1-70CE-ED51-98F3-99B4233AFE0D}"/>
                </a:ext>
              </a:extLst>
            </p:cNvPr>
            <p:cNvSpPr/>
            <p:nvPr/>
          </p:nvSpPr>
          <p:spPr>
            <a:xfrm>
              <a:off x="3437450" y="29424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9"/>
                    <a:pt x="9" y="480"/>
                    <a:pt x="1" y="1066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6" y="2040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5" name="Google Shape;2573;p80">
              <a:extLst>
                <a:ext uri="{FF2B5EF4-FFF2-40B4-BE49-F238E27FC236}">
                  <a16:creationId xmlns:a16="http://schemas.microsoft.com/office/drawing/2014/main" id="{D587F95F-37AC-FE80-A951-B85766BD5570}"/>
                </a:ext>
              </a:extLst>
            </p:cNvPr>
            <p:cNvSpPr/>
            <p:nvPr/>
          </p:nvSpPr>
          <p:spPr>
            <a:xfrm>
              <a:off x="3437450" y="301865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6" y="2039"/>
                    <a:pt x="1822" y="1821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6" name="Google Shape;2574;p80">
              <a:extLst>
                <a:ext uri="{FF2B5EF4-FFF2-40B4-BE49-F238E27FC236}">
                  <a16:creationId xmlns:a16="http://schemas.microsoft.com/office/drawing/2014/main" id="{CDE35FE3-880E-FF97-FEF2-E98518AE2D36}"/>
                </a:ext>
              </a:extLst>
            </p:cNvPr>
            <p:cNvSpPr/>
            <p:nvPr/>
          </p:nvSpPr>
          <p:spPr>
            <a:xfrm>
              <a:off x="3437450" y="30948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6"/>
                  </a:cubicBezTo>
                  <a:cubicBezTo>
                    <a:pt x="1" y="1709"/>
                    <a:pt x="530" y="2134"/>
                    <a:pt x="1078" y="2134"/>
                  </a:cubicBezTo>
                  <a:cubicBezTo>
                    <a:pt x="1340" y="2134"/>
                    <a:pt x="1606" y="2037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7" name="Google Shape;2575;p80">
              <a:extLst>
                <a:ext uri="{FF2B5EF4-FFF2-40B4-BE49-F238E27FC236}">
                  <a16:creationId xmlns:a16="http://schemas.microsoft.com/office/drawing/2014/main" id="{F79C639D-B560-170B-A8A4-545761447D61}"/>
                </a:ext>
              </a:extLst>
            </p:cNvPr>
            <p:cNvSpPr/>
            <p:nvPr/>
          </p:nvSpPr>
          <p:spPr>
            <a:xfrm>
              <a:off x="3513675" y="26377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2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8" name="Google Shape;2576;p80">
              <a:extLst>
                <a:ext uri="{FF2B5EF4-FFF2-40B4-BE49-F238E27FC236}">
                  <a16:creationId xmlns:a16="http://schemas.microsoft.com/office/drawing/2014/main" id="{C16E9647-CD9B-E7DE-191A-302F856D348F}"/>
                </a:ext>
              </a:extLst>
            </p:cNvPr>
            <p:cNvSpPr/>
            <p:nvPr/>
          </p:nvSpPr>
          <p:spPr>
            <a:xfrm>
              <a:off x="3513675" y="2714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9" name="Google Shape;2577;p80">
              <a:extLst>
                <a:ext uri="{FF2B5EF4-FFF2-40B4-BE49-F238E27FC236}">
                  <a16:creationId xmlns:a16="http://schemas.microsoft.com/office/drawing/2014/main" id="{CB968F76-2D2C-D945-AAD1-D601C08973CA}"/>
                </a:ext>
              </a:extLst>
            </p:cNvPr>
            <p:cNvSpPr/>
            <p:nvPr/>
          </p:nvSpPr>
          <p:spPr>
            <a:xfrm>
              <a:off x="3513675" y="27902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0" name="Google Shape;2578;p80">
              <a:extLst>
                <a:ext uri="{FF2B5EF4-FFF2-40B4-BE49-F238E27FC236}">
                  <a16:creationId xmlns:a16="http://schemas.microsoft.com/office/drawing/2014/main" id="{D3EB483B-DCC5-0B30-0930-D03437490801}"/>
                </a:ext>
              </a:extLst>
            </p:cNvPr>
            <p:cNvSpPr/>
            <p:nvPr/>
          </p:nvSpPr>
          <p:spPr>
            <a:xfrm>
              <a:off x="3513675" y="286642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1" name="Google Shape;2579;p80">
              <a:extLst>
                <a:ext uri="{FF2B5EF4-FFF2-40B4-BE49-F238E27FC236}">
                  <a16:creationId xmlns:a16="http://schemas.microsoft.com/office/drawing/2014/main" id="{605E4B0A-39CF-61BB-13C7-B0A1DEF43EBD}"/>
                </a:ext>
              </a:extLst>
            </p:cNvPr>
            <p:cNvSpPr/>
            <p:nvPr/>
          </p:nvSpPr>
          <p:spPr>
            <a:xfrm>
              <a:off x="3513675" y="29424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2" name="Google Shape;2580;p80">
              <a:extLst>
                <a:ext uri="{FF2B5EF4-FFF2-40B4-BE49-F238E27FC236}">
                  <a16:creationId xmlns:a16="http://schemas.microsoft.com/office/drawing/2014/main" id="{ED48617F-C75E-40B9-FD92-F5C9817BB308}"/>
                </a:ext>
              </a:extLst>
            </p:cNvPr>
            <p:cNvSpPr/>
            <p:nvPr/>
          </p:nvSpPr>
          <p:spPr>
            <a:xfrm>
              <a:off x="3513675" y="301865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3" name="Google Shape;2581;p80">
              <a:extLst>
                <a:ext uri="{FF2B5EF4-FFF2-40B4-BE49-F238E27FC236}">
                  <a16:creationId xmlns:a16="http://schemas.microsoft.com/office/drawing/2014/main" id="{A6BCFCA0-CA95-9FCA-604F-8E2A4AD38D5C}"/>
                </a:ext>
              </a:extLst>
            </p:cNvPr>
            <p:cNvSpPr/>
            <p:nvPr/>
          </p:nvSpPr>
          <p:spPr>
            <a:xfrm>
              <a:off x="3513675" y="30948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4" name="Google Shape;2582;p80">
              <a:extLst>
                <a:ext uri="{FF2B5EF4-FFF2-40B4-BE49-F238E27FC236}">
                  <a16:creationId xmlns:a16="http://schemas.microsoft.com/office/drawing/2014/main" id="{363E9DCB-4CE0-02C0-63F5-334983475109}"/>
                </a:ext>
              </a:extLst>
            </p:cNvPr>
            <p:cNvSpPr/>
            <p:nvPr/>
          </p:nvSpPr>
          <p:spPr>
            <a:xfrm>
              <a:off x="3513675" y="317107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5" name="Google Shape;2583;p80">
              <a:extLst>
                <a:ext uri="{FF2B5EF4-FFF2-40B4-BE49-F238E27FC236}">
                  <a16:creationId xmlns:a16="http://schemas.microsoft.com/office/drawing/2014/main" id="{B0127A3E-35C9-D58C-03F6-DC9ECE754F60}"/>
                </a:ext>
              </a:extLst>
            </p:cNvPr>
            <p:cNvSpPr/>
            <p:nvPr/>
          </p:nvSpPr>
          <p:spPr>
            <a:xfrm>
              <a:off x="3589875" y="317107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0"/>
                  </a:moveTo>
                  <a:cubicBezTo>
                    <a:pt x="480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2" y="2032"/>
                    <a:pt x="1822" y="1813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6" name="Google Shape;2584;p80">
              <a:extLst>
                <a:ext uri="{FF2B5EF4-FFF2-40B4-BE49-F238E27FC236}">
                  <a16:creationId xmlns:a16="http://schemas.microsoft.com/office/drawing/2014/main" id="{3A0F5C42-89D9-1B9F-DF69-10EA24ADDD80}"/>
                </a:ext>
              </a:extLst>
            </p:cNvPr>
            <p:cNvSpPr/>
            <p:nvPr/>
          </p:nvSpPr>
          <p:spPr>
            <a:xfrm>
              <a:off x="3666100" y="26377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2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7" name="Google Shape;2585;p80">
              <a:extLst>
                <a:ext uri="{FF2B5EF4-FFF2-40B4-BE49-F238E27FC236}">
                  <a16:creationId xmlns:a16="http://schemas.microsoft.com/office/drawing/2014/main" id="{EC3CE427-707D-F7CB-4814-89C51AD6EB3C}"/>
                </a:ext>
              </a:extLst>
            </p:cNvPr>
            <p:cNvSpPr/>
            <p:nvPr/>
          </p:nvSpPr>
          <p:spPr>
            <a:xfrm>
              <a:off x="3666100" y="27140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8" name="Google Shape;2586;p80">
              <a:extLst>
                <a:ext uri="{FF2B5EF4-FFF2-40B4-BE49-F238E27FC236}">
                  <a16:creationId xmlns:a16="http://schemas.microsoft.com/office/drawing/2014/main" id="{1D4E02B0-84E5-F542-CED8-B585354C9FB4}"/>
                </a:ext>
              </a:extLst>
            </p:cNvPr>
            <p:cNvSpPr/>
            <p:nvPr/>
          </p:nvSpPr>
          <p:spPr>
            <a:xfrm>
              <a:off x="3666100" y="27902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9" name="Google Shape;2587;p80">
              <a:extLst>
                <a:ext uri="{FF2B5EF4-FFF2-40B4-BE49-F238E27FC236}">
                  <a16:creationId xmlns:a16="http://schemas.microsoft.com/office/drawing/2014/main" id="{AA06C2E0-024D-96FA-3785-ED9FF802B6D9}"/>
                </a:ext>
              </a:extLst>
            </p:cNvPr>
            <p:cNvSpPr/>
            <p:nvPr/>
          </p:nvSpPr>
          <p:spPr>
            <a:xfrm>
              <a:off x="3666100" y="294242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66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0" name="Google Shape;2588;p80">
              <a:extLst>
                <a:ext uri="{FF2B5EF4-FFF2-40B4-BE49-F238E27FC236}">
                  <a16:creationId xmlns:a16="http://schemas.microsoft.com/office/drawing/2014/main" id="{22B91331-FAD9-A544-876D-FBCB0561E628}"/>
                </a:ext>
              </a:extLst>
            </p:cNvPr>
            <p:cNvSpPr/>
            <p:nvPr/>
          </p:nvSpPr>
          <p:spPr>
            <a:xfrm>
              <a:off x="3666100" y="3018650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1" name="Google Shape;2589;p80">
              <a:extLst>
                <a:ext uri="{FF2B5EF4-FFF2-40B4-BE49-F238E27FC236}">
                  <a16:creationId xmlns:a16="http://schemas.microsoft.com/office/drawing/2014/main" id="{80C8B2B1-26B8-01AE-E89B-D0594EBEF8B7}"/>
                </a:ext>
              </a:extLst>
            </p:cNvPr>
            <p:cNvSpPr/>
            <p:nvPr/>
          </p:nvSpPr>
          <p:spPr>
            <a:xfrm>
              <a:off x="3666100" y="30948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2" name="Google Shape;2590;p80">
              <a:extLst>
                <a:ext uri="{FF2B5EF4-FFF2-40B4-BE49-F238E27FC236}">
                  <a16:creationId xmlns:a16="http://schemas.microsoft.com/office/drawing/2014/main" id="{EE5691BD-416F-FBFF-6875-765204A7A762}"/>
                </a:ext>
              </a:extLst>
            </p:cNvPr>
            <p:cNvSpPr/>
            <p:nvPr/>
          </p:nvSpPr>
          <p:spPr>
            <a:xfrm>
              <a:off x="3666100" y="3171075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3" y="2131"/>
                    <a:pt x="1069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3" name="Google Shape;2591;p80">
              <a:extLst>
                <a:ext uri="{FF2B5EF4-FFF2-40B4-BE49-F238E27FC236}">
                  <a16:creationId xmlns:a16="http://schemas.microsoft.com/office/drawing/2014/main" id="{B9480F52-78A5-EB19-B54E-718A76FFA622}"/>
                </a:ext>
              </a:extLst>
            </p:cNvPr>
            <p:cNvSpPr/>
            <p:nvPr/>
          </p:nvSpPr>
          <p:spPr>
            <a:xfrm>
              <a:off x="3742300" y="26377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1"/>
                    <a:pt x="1" y="480"/>
                    <a:pt x="1" y="1074"/>
                  </a:cubicBezTo>
                  <a:cubicBezTo>
                    <a:pt x="1" y="1712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4" y="1822"/>
                  </a:cubicBezTo>
                  <a:cubicBezTo>
                    <a:pt x="2489" y="1155"/>
                    <a:pt x="2017" y="9"/>
                    <a:pt x="106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4" name="Google Shape;2592;p80">
              <a:extLst>
                <a:ext uri="{FF2B5EF4-FFF2-40B4-BE49-F238E27FC236}">
                  <a16:creationId xmlns:a16="http://schemas.microsoft.com/office/drawing/2014/main" id="{13E143A0-172B-C536-89E7-82ABA565B82D}"/>
                </a:ext>
              </a:extLst>
            </p:cNvPr>
            <p:cNvSpPr/>
            <p:nvPr/>
          </p:nvSpPr>
          <p:spPr>
            <a:xfrm>
              <a:off x="3742300" y="2714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9" y="1155"/>
                    <a:pt x="2017" y="0"/>
                    <a:pt x="106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5" name="Google Shape;2593;p80">
              <a:extLst>
                <a:ext uri="{FF2B5EF4-FFF2-40B4-BE49-F238E27FC236}">
                  <a16:creationId xmlns:a16="http://schemas.microsoft.com/office/drawing/2014/main" id="{B84FF108-6D00-A98F-7284-3F072A08B6CD}"/>
                </a:ext>
              </a:extLst>
            </p:cNvPr>
            <p:cNvSpPr/>
            <p:nvPr/>
          </p:nvSpPr>
          <p:spPr>
            <a:xfrm>
              <a:off x="3742300" y="27902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72"/>
                    <a:pt x="1" y="1066"/>
                  </a:cubicBezTo>
                  <a:cubicBezTo>
                    <a:pt x="1" y="1709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6" name="Google Shape;2594;p80">
              <a:extLst>
                <a:ext uri="{FF2B5EF4-FFF2-40B4-BE49-F238E27FC236}">
                  <a16:creationId xmlns:a16="http://schemas.microsoft.com/office/drawing/2014/main" id="{56F839ED-F55F-259C-8B19-D7EEE41743A3}"/>
                </a:ext>
              </a:extLst>
            </p:cNvPr>
            <p:cNvSpPr/>
            <p:nvPr/>
          </p:nvSpPr>
          <p:spPr>
            <a:xfrm>
              <a:off x="3742300" y="29424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2"/>
                  </a:cubicBezTo>
                  <a:cubicBezTo>
                    <a:pt x="2489" y="1155"/>
                    <a:pt x="2017" y="9"/>
                    <a:pt x="106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7" name="Google Shape;2595;p80">
              <a:extLst>
                <a:ext uri="{FF2B5EF4-FFF2-40B4-BE49-F238E27FC236}">
                  <a16:creationId xmlns:a16="http://schemas.microsoft.com/office/drawing/2014/main" id="{11AD395B-8A68-E387-CB72-750EC7A51932}"/>
                </a:ext>
              </a:extLst>
            </p:cNvPr>
            <p:cNvSpPr/>
            <p:nvPr/>
          </p:nvSpPr>
          <p:spPr>
            <a:xfrm>
              <a:off x="3742300" y="30186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9" y="1155"/>
                    <a:pt x="2017" y="0"/>
                    <a:pt x="106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8" name="Google Shape;2596;p80">
              <a:extLst>
                <a:ext uri="{FF2B5EF4-FFF2-40B4-BE49-F238E27FC236}">
                  <a16:creationId xmlns:a16="http://schemas.microsoft.com/office/drawing/2014/main" id="{40086280-8F28-5450-6EED-8049D2BF6C27}"/>
                </a:ext>
              </a:extLst>
            </p:cNvPr>
            <p:cNvSpPr/>
            <p:nvPr/>
          </p:nvSpPr>
          <p:spPr>
            <a:xfrm>
              <a:off x="3742300" y="30948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9" name="Google Shape;2597;p80">
              <a:extLst>
                <a:ext uri="{FF2B5EF4-FFF2-40B4-BE49-F238E27FC236}">
                  <a16:creationId xmlns:a16="http://schemas.microsoft.com/office/drawing/2014/main" id="{AF1F4120-EC01-BEA5-D9B5-D5EE9402BDB4}"/>
                </a:ext>
              </a:extLst>
            </p:cNvPr>
            <p:cNvSpPr/>
            <p:nvPr/>
          </p:nvSpPr>
          <p:spPr>
            <a:xfrm>
              <a:off x="3742300" y="3171075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0"/>
                  </a:moveTo>
                  <a:cubicBezTo>
                    <a:pt x="481" y="0"/>
                    <a:pt x="1" y="472"/>
                    <a:pt x="1" y="1065"/>
                  </a:cubicBezTo>
                  <a:cubicBezTo>
                    <a:pt x="1" y="1705"/>
                    <a:pt x="528" y="2131"/>
                    <a:pt x="1076" y="2131"/>
                  </a:cubicBezTo>
                  <a:cubicBezTo>
                    <a:pt x="1335" y="2131"/>
                    <a:pt x="1599" y="2036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0" name="Google Shape;2598;p80">
              <a:extLst>
                <a:ext uri="{FF2B5EF4-FFF2-40B4-BE49-F238E27FC236}">
                  <a16:creationId xmlns:a16="http://schemas.microsoft.com/office/drawing/2014/main" id="{5D57110F-63D9-9C8E-28E8-AE2032C6D2C3}"/>
                </a:ext>
              </a:extLst>
            </p:cNvPr>
            <p:cNvSpPr/>
            <p:nvPr/>
          </p:nvSpPr>
          <p:spPr>
            <a:xfrm>
              <a:off x="3742300" y="32470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9"/>
                    <a:pt x="1" y="480"/>
                    <a:pt x="1" y="1074"/>
                  </a:cubicBezTo>
                  <a:cubicBezTo>
                    <a:pt x="1" y="1712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4" y="1822"/>
                  </a:cubicBezTo>
                  <a:cubicBezTo>
                    <a:pt x="2489" y="1155"/>
                    <a:pt x="2017" y="9"/>
                    <a:pt x="106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1" name="Google Shape;2599;p80">
              <a:extLst>
                <a:ext uri="{FF2B5EF4-FFF2-40B4-BE49-F238E27FC236}">
                  <a16:creationId xmlns:a16="http://schemas.microsoft.com/office/drawing/2014/main" id="{D0143EFD-96A3-26A2-A618-891B3039605D}"/>
                </a:ext>
              </a:extLst>
            </p:cNvPr>
            <p:cNvSpPr/>
            <p:nvPr/>
          </p:nvSpPr>
          <p:spPr>
            <a:xfrm>
              <a:off x="3818525" y="2714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2" name="Google Shape;2600;p80">
              <a:extLst>
                <a:ext uri="{FF2B5EF4-FFF2-40B4-BE49-F238E27FC236}">
                  <a16:creationId xmlns:a16="http://schemas.microsoft.com/office/drawing/2014/main" id="{F8AC4D4F-B8D7-A00B-0DB4-72D2A15C2EEB}"/>
                </a:ext>
              </a:extLst>
            </p:cNvPr>
            <p:cNvSpPr/>
            <p:nvPr/>
          </p:nvSpPr>
          <p:spPr>
            <a:xfrm>
              <a:off x="3818525" y="27902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3" name="Google Shape;2601;p80">
              <a:extLst>
                <a:ext uri="{FF2B5EF4-FFF2-40B4-BE49-F238E27FC236}">
                  <a16:creationId xmlns:a16="http://schemas.microsoft.com/office/drawing/2014/main" id="{686BE7A4-1EF6-59D8-FBD2-E42563DD4C5F}"/>
                </a:ext>
              </a:extLst>
            </p:cNvPr>
            <p:cNvSpPr/>
            <p:nvPr/>
          </p:nvSpPr>
          <p:spPr>
            <a:xfrm>
              <a:off x="3818525" y="29424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4" name="Google Shape;2602;p80">
              <a:extLst>
                <a:ext uri="{FF2B5EF4-FFF2-40B4-BE49-F238E27FC236}">
                  <a16:creationId xmlns:a16="http://schemas.microsoft.com/office/drawing/2014/main" id="{2067C711-2975-F4E4-D234-3508440E8C11}"/>
                </a:ext>
              </a:extLst>
            </p:cNvPr>
            <p:cNvSpPr/>
            <p:nvPr/>
          </p:nvSpPr>
          <p:spPr>
            <a:xfrm>
              <a:off x="3818525" y="30186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5" name="Google Shape;2603;p80">
              <a:extLst>
                <a:ext uri="{FF2B5EF4-FFF2-40B4-BE49-F238E27FC236}">
                  <a16:creationId xmlns:a16="http://schemas.microsoft.com/office/drawing/2014/main" id="{7B593605-255F-B607-FA12-320633993EF8}"/>
                </a:ext>
              </a:extLst>
            </p:cNvPr>
            <p:cNvSpPr/>
            <p:nvPr/>
          </p:nvSpPr>
          <p:spPr>
            <a:xfrm>
              <a:off x="3818525" y="30948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6" name="Google Shape;2604;p80">
              <a:extLst>
                <a:ext uri="{FF2B5EF4-FFF2-40B4-BE49-F238E27FC236}">
                  <a16:creationId xmlns:a16="http://schemas.microsoft.com/office/drawing/2014/main" id="{CE8C9F98-FF8A-1385-4DEE-A1B904DD3222}"/>
                </a:ext>
              </a:extLst>
            </p:cNvPr>
            <p:cNvSpPr/>
            <p:nvPr/>
          </p:nvSpPr>
          <p:spPr>
            <a:xfrm>
              <a:off x="3818525" y="317107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3" y="2131"/>
                    <a:pt x="1070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7" name="Google Shape;2605;p80">
              <a:extLst>
                <a:ext uri="{FF2B5EF4-FFF2-40B4-BE49-F238E27FC236}">
                  <a16:creationId xmlns:a16="http://schemas.microsoft.com/office/drawing/2014/main" id="{4B08DD0B-4D40-4AA3-CC8E-87AC1F420852}"/>
                </a:ext>
              </a:extLst>
            </p:cNvPr>
            <p:cNvSpPr/>
            <p:nvPr/>
          </p:nvSpPr>
          <p:spPr>
            <a:xfrm>
              <a:off x="3818525" y="32470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2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88" y="1155"/>
                    <a:pt x="2017" y="1"/>
                    <a:pt x="106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8" name="Google Shape;2606;p80">
              <a:extLst>
                <a:ext uri="{FF2B5EF4-FFF2-40B4-BE49-F238E27FC236}">
                  <a16:creationId xmlns:a16="http://schemas.microsoft.com/office/drawing/2014/main" id="{62119297-70DD-65E8-F69D-895EC4A2AFDF}"/>
                </a:ext>
              </a:extLst>
            </p:cNvPr>
            <p:cNvSpPr/>
            <p:nvPr/>
          </p:nvSpPr>
          <p:spPr>
            <a:xfrm>
              <a:off x="3818525" y="332330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88" y="1154"/>
                    <a:pt x="2017" y="0"/>
                    <a:pt x="106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9" name="Google Shape;2607;p80">
              <a:extLst>
                <a:ext uri="{FF2B5EF4-FFF2-40B4-BE49-F238E27FC236}">
                  <a16:creationId xmlns:a16="http://schemas.microsoft.com/office/drawing/2014/main" id="{D4F04DAD-C6D1-22C8-C420-AEC03E56B926}"/>
                </a:ext>
              </a:extLst>
            </p:cNvPr>
            <p:cNvSpPr/>
            <p:nvPr/>
          </p:nvSpPr>
          <p:spPr>
            <a:xfrm>
              <a:off x="3818525" y="33995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0" name="Google Shape;2608;p80">
              <a:extLst>
                <a:ext uri="{FF2B5EF4-FFF2-40B4-BE49-F238E27FC236}">
                  <a16:creationId xmlns:a16="http://schemas.microsoft.com/office/drawing/2014/main" id="{9DF7492B-5DE1-29D9-120C-A6D3F2EB1999}"/>
                </a:ext>
              </a:extLst>
            </p:cNvPr>
            <p:cNvSpPr/>
            <p:nvPr/>
          </p:nvSpPr>
          <p:spPr>
            <a:xfrm>
              <a:off x="3818525" y="37803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78" y="2137"/>
                  </a:cubicBezTo>
                  <a:cubicBezTo>
                    <a:pt x="1340" y="2137"/>
                    <a:pt x="1606" y="2039"/>
                    <a:pt x="1821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1" name="Google Shape;2609;p80">
              <a:extLst>
                <a:ext uri="{FF2B5EF4-FFF2-40B4-BE49-F238E27FC236}">
                  <a16:creationId xmlns:a16="http://schemas.microsoft.com/office/drawing/2014/main" id="{B6A15962-F3CB-2E7F-1363-7A4F99C4BEE3}"/>
                </a:ext>
              </a:extLst>
            </p:cNvPr>
            <p:cNvSpPr/>
            <p:nvPr/>
          </p:nvSpPr>
          <p:spPr>
            <a:xfrm>
              <a:off x="3894725" y="27902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7" y="2134"/>
                    <a:pt x="1604" y="2037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2" name="Google Shape;2610;p80">
              <a:extLst>
                <a:ext uri="{FF2B5EF4-FFF2-40B4-BE49-F238E27FC236}">
                  <a16:creationId xmlns:a16="http://schemas.microsoft.com/office/drawing/2014/main" id="{4E38EA8A-A505-FE95-3A24-386C31C7B378}"/>
                </a:ext>
              </a:extLst>
            </p:cNvPr>
            <p:cNvSpPr/>
            <p:nvPr/>
          </p:nvSpPr>
          <p:spPr>
            <a:xfrm>
              <a:off x="3894725" y="393280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39"/>
                    <a:pt x="1822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3" name="Google Shape;2611;p80">
              <a:extLst>
                <a:ext uri="{FF2B5EF4-FFF2-40B4-BE49-F238E27FC236}">
                  <a16:creationId xmlns:a16="http://schemas.microsoft.com/office/drawing/2014/main" id="{5C6046EC-27B7-4453-B0F9-44B01C25AE70}"/>
                </a:ext>
              </a:extLst>
            </p:cNvPr>
            <p:cNvSpPr/>
            <p:nvPr/>
          </p:nvSpPr>
          <p:spPr>
            <a:xfrm>
              <a:off x="3894725" y="3856775"/>
              <a:ext cx="62175" cy="53250"/>
            </a:xfrm>
            <a:custGeom>
              <a:avLst/>
              <a:gdLst/>
              <a:ahLst/>
              <a:cxnLst/>
              <a:rect l="l" t="t" r="r" b="b"/>
              <a:pathLst>
                <a:path w="2487" h="2130" extrusionOk="0">
                  <a:moveTo>
                    <a:pt x="1076" y="1"/>
                  </a:moveTo>
                  <a:cubicBezTo>
                    <a:pt x="1073" y="1"/>
                    <a:pt x="1069" y="1"/>
                    <a:pt x="1066" y="1"/>
                  </a:cubicBezTo>
                  <a:cubicBezTo>
                    <a:pt x="481" y="1"/>
                    <a:pt x="1" y="472"/>
                    <a:pt x="1" y="1066"/>
                  </a:cubicBezTo>
                  <a:cubicBezTo>
                    <a:pt x="1" y="1704"/>
                    <a:pt x="525" y="2129"/>
                    <a:pt x="1074" y="2129"/>
                  </a:cubicBezTo>
                  <a:cubicBezTo>
                    <a:pt x="1336" y="2129"/>
                    <a:pt x="1604" y="2032"/>
                    <a:pt x="1822" y="1814"/>
                  </a:cubicBezTo>
                  <a:cubicBezTo>
                    <a:pt x="2486" y="1149"/>
                    <a:pt x="2020" y="1"/>
                    <a:pt x="107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4" name="Google Shape;2612;p80">
              <a:extLst>
                <a:ext uri="{FF2B5EF4-FFF2-40B4-BE49-F238E27FC236}">
                  <a16:creationId xmlns:a16="http://schemas.microsoft.com/office/drawing/2014/main" id="{9BE4F6E9-3A10-C513-C7EE-6B2A7273FFD3}"/>
                </a:ext>
              </a:extLst>
            </p:cNvPr>
            <p:cNvSpPr/>
            <p:nvPr/>
          </p:nvSpPr>
          <p:spPr>
            <a:xfrm>
              <a:off x="3894725" y="37803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39"/>
                    <a:pt x="1822" y="1821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5" name="Google Shape;2613;p80">
              <a:extLst>
                <a:ext uri="{FF2B5EF4-FFF2-40B4-BE49-F238E27FC236}">
                  <a16:creationId xmlns:a16="http://schemas.microsoft.com/office/drawing/2014/main" id="{E7F64108-17DA-2F41-19FA-B31698155F95}"/>
                </a:ext>
              </a:extLst>
            </p:cNvPr>
            <p:cNvSpPr/>
            <p:nvPr/>
          </p:nvSpPr>
          <p:spPr>
            <a:xfrm>
              <a:off x="3894725" y="37041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6" name="Google Shape;2614;p80">
              <a:extLst>
                <a:ext uri="{FF2B5EF4-FFF2-40B4-BE49-F238E27FC236}">
                  <a16:creationId xmlns:a16="http://schemas.microsoft.com/office/drawing/2014/main" id="{29C8A60F-F3A2-32E7-8D10-926F89EA3982}"/>
                </a:ext>
              </a:extLst>
            </p:cNvPr>
            <p:cNvSpPr/>
            <p:nvPr/>
          </p:nvSpPr>
          <p:spPr>
            <a:xfrm>
              <a:off x="3894725" y="36279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81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4" y="2137"/>
                  </a:cubicBezTo>
                  <a:cubicBezTo>
                    <a:pt x="1336" y="2137"/>
                    <a:pt x="1604" y="2039"/>
                    <a:pt x="1822" y="1821"/>
                  </a:cubicBezTo>
                  <a:cubicBezTo>
                    <a:pt x="2489" y="1154"/>
                    <a:pt x="2017" y="0"/>
                    <a:pt x="106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7" name="Google Shape;2615;p80">
              <a:extLst>
                <a:ext uri="{FF2B5EF4-FFF2-40B4-BE49-F238E27FC236}">
                  <a16:creationId xmlns:a16="http://schemas.microsoft.com/office/drawing/2014/main" id="{32921E98-6FD7-21D8-260E-4F2B6938C755}"/>
                </a:ext>
              </a:extLst>
            </p:cNvPr>
            <p:cNvSpPr/>
            <p:nvPr/>
          </p:nvSpPr>
          <p:spPr>
            <a:xfrm>
              <a:off x="3894725" y="3551925"/>
              <a:ext cx="62175" cy="53250"/>
            </a:xfrm>
            <a:custGeom>
              <a:avLst/>
              <a:gdLst/>
              <a:ahLst/>
              <a:cxnLst/>
              <a:rect l="l" t="t" r="r" b="b"/>
              <a:pathLst>
                <a:path w="2487" h="2130" extrusionOk="0">
                  <a:moveTo>
                    <a:pt x="1076" y="1"/>
                  </a:moveTo>
                  <a:cubicBezTo>
                    <a:pt x="1073" y="1"/>
                    <a:pt x="1069" y="1"/>
                    <a:pt x="1066" y="1"/>
                  </a:cubicBezTo>
                  <a:cubicBezTo>
                    <a:pt x="481" y="1"/>
                    <a:pt x="1" y="472"/>
                    <a:pt x="1" y="1066"/>
                  </a:cubicBezTo>
                  <a:cubicBezTo>
                    <a:pt x="1" y="1704"/>
                    <a:pt x="525" y="2129"/>
                    <a:pt x="1074" y="2129"/>
                  </a:cubicBezTo>
                  <a:cubicBezTo>
                    <a:pt x="1336" y="2129"/>
                    <a:pt x="1604" y="2032"/>
                    <a:pt x="1822" y="1814"/>
                  </a:cubicBezTo>
                  <a:cubicBezTo>
                    <a:pt x="2486" y="1149"/>
                    <a:pt x="2020" y="1"/>
                    <a:pt x="107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8" name="Google Shape;2616;p80">
              <a:extLst>
                <a:ext uri="{FF2B5EF4-FFF2-40B4-BE49-F238E27FC236}">
                  <a16:creationId xmlns:a16="http://schemas.microsoft.com/office/drawing/2014/main" id="{041C79D6-BDE5-5607-CC24-DBB7B546CDBA}"/>
                </a:ext>
              </a:extLst>
            </p:cNvPr>
            <p:cNvSpPr/>
            <p:nvPr/>
          </p:nvSpPr>
          <p:spPr>
            <a:xfrm>
              <a:off x="3894725" y="34757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9" name="Google Shape;2617;p80">
              <a:extLst>
                <a:ext uri="{FF2B5EF4-FFF2-40B4-BE49-F238E27FC236}">
                  <a16:creationId xmlns:a16="http://schemas.microsoft.com/office/drawing/2014/main" id="{D3E116F5-D19E-13C9-F324-1A3F0707CC01}"/>
                </a:ext>
              </a:extLst>
            </p:cNvPr>
            <p:cNvSpPr/>
            <p:nvPr/>
          </p:nvSpPr>
          <p:spPr>
            <a:xfrm>
              <a:off x="3894725" y="33995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7" y="2134"/>
                    <a:pt x="1604" y="2037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0" name="Google Shape;2618;p80">
              <a:extLst>
                <a:ext uri="{FF2B5EF4-FFF2-40B4-BE49-F238E27FC236}">
                  <a16:creationId xmlns:a16="http://schemas.microsoft.com/office/drawing/2014/main" id="{2AA4523F-486F-0223-D567-D267BE54D380}"/>
                </a:ext>
              </a:extLst>
            </p:cNvPr>
            <p:cNvSpPr/>
            <p:nvPr/>
          </p:nvSpPr>
          <p:spPr>
            <a:xfrm>
              <a:off x="3894600" y="3323300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1" y="0"/>
                  </a:moveTo>
                  <a:cubicBezTo>
                    <a:pt x="486" y="8"/>
                    <a:pt x="6" y="480"/>
                    <a:pt x="6" y="1065"/>
                  </a:cubicBezTo>
                  <a:cubicBezTo>
                    <a:pt x="0" y="1709"/>
                    <a:pt x="528" y="2137"/>
                    <a:pt x="1076" y="2137"/>
                  </a:cubicBezTo>
                  <a:cubicBezTo>
                    <a:pt x="1337" y="2137"/>
                    <a:pt x="1603" y="2039"/>
                    <a:pt x="1819" y="1821"/>
                  </a:cubicBezTo>
                  <a:cubicBezTo>
                    <a:pt x="2494" y="1154"/>
                    <a:pt x="2022" y="0"/>
                    <a:pt x="107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1" name="Google Shape;2619;p80">
              <a:extLst>
                <a:ext uri="{FF2B5EF4-FFF2-40B4-BE49-F238E27FC236}">
                  <a16:creationId xmlns:a16="http://schemas.microsoft.com/office/drawing/2014/main" id="{8A260EC1-F986-2177-DE38-4C20D1D3798E}"/>
                </a:ext>
              </a:extLst>
            </p:cNvPr>
            <p:cNvSpPr/>
            <p:nvPr/>
          </p:nvSpPr>
          <p:spPr>
            <a:xfrm>
              <a:off x="3894725" y="32470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9"/>
                    <a:pt x="1" y="480"/>
                    <a:pt x="1" y="1074"/>
                  </a:cubicBezTo>
                  <a:cubicBezTo>
                    <a:pt x="1" y="1712"/>
                    <a:pt x="525" y="2137"/>
                    <a:pt x="1074" y="2137"/>
                  </a:cubicBezTo>
                  <a:cubicBezTo>
                    <a:pt x="1336" y="2137"/>
                    <a:pt x="1604" y="2040"/>
                    <a:pt x="1822" y="1822"/>
                  </a:cubicBezTo>
                  <a:cubicBezTo>
                    <a:pt x="2489" y="1155"/>
                    <a:pt x="2017" y="1"/>
                    <a:pt x="106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2" name="Google Shape;2620;p80">
              <a:extLst>
                <a:ext uri="{FF2B5EF4-FFF2-40B4-BE49-F238E27FC236}">
                  <a16:creationId xmlns:a16="http://schemas.microsoft.com/office/drawing/2014/main" id="{40ED8280-4345-73FB-B90B-C80C8B6B1BC9}"/>
                </a:ext>
              </a:extLst>
            </p:cNvPr>
            <p:cNvSpPr/>
            <p:nvPr/>
          </p:nvSpPr>
          <p:spPr>
            <a:xfrm>
              <a:off x="3894725" y="317107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0"/>
                  </a:moveTo>
                  <a:cubicBezTo>
                    <a:pt x="481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4" y="2131"/>
                    <a:pt x="1603" y="2032"/>
                    <a:pt x="1822" y="1813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3" name="Google Shape;2621;p80">
              <a:extLst>
                <a:ext uri="{FF2B5EF4-FFF2-40B4-BE49-F238E27FC236}">
                  <a16:creationId xmlns:a16="http://schemas.microsoft.com/office/drawing/2014/main" id="{88BCF36A-9295-02C9-F1E5-C6FF23EF7410}"/>
                </a:ext>
              </a:extLst>
            </p:cNvPr>
            <p:cNvSpPr/>
            <p:nvPr/>
          </p:nvSpPr>
          <p:spPr>
            <a:xfrm>
              <a:off x="3894725" y="30948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7" y="2134"/>
                    <a:pt x="1604" y="2037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4" name="Google Shape;2622;p80">
              <a:extLst>
                <a:ext uri="{FF2B5EF4-FFF2-40B4-BE49-F238E27FC236}">
                  <a16:creationId xmlns:a16="http://schemas.microsoft.com/office/drawing/2014/main" id="{E06DC5FE-34F5-BD5C-8B76-D8985076B799}"/>
                </a:ext>
              </a:extLst>
            </p:cNvPr>
            <p:cNvSpPr/>
            <p:nvPr/>
          </p:nvSpPr>
          <p:spPr>
            <a:xfrm>
              <a:off x="3894725" y="30186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39"/>
                    <a:pt x="1822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5" name="Google Shape;2623;p80">
              <a:extLst>
                <a:ext uri="{FF2B5EF4-FFF2-40B4-BE49-F238E27FC236}">
                  <a16:creationId xmlns:a16="http://schemas.microsoft.com/office/drawing/2014/main" id="{50B15152-0822-42D5-EFA7-E6F983B4B48F}"/>
                </a:ext>
              </a:extLst>
            </p:cNvPr>
            <p:cNvSpPr/>
            <p:nvPr/>
          </p:nvSpPr>
          <p:spPr>
            <a:xfrm>
              <a:off x="3894725" y="29424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9"/>
                    <a:pt x="1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6" name="Google Shape;2624;p80">
              <a:extLst>
                <a:ext uri="{FF2B5EF4-FFF2-40B4-BE49-F238E27FC236}">
                  <a16:creationId xmlns:a16="http://schemas.microsoft.com/office/drawing/2014/main" id="{7B467833-D70A-2043-9FC6-A8E064525F27}"/>
                </a:ext>
              </a:extLst>
            </p:cNvPr>
            <p:cNvSpPr/>
            <p:nvPr/>
          </p:nvSpPr>
          <p:spPr>
            <a:xfrm>
              <a:off x="3894725" y="286642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0"/>
                  </a:moveTo>
                  <a:cubicBezTo>
                    <a:pt x="481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4" y="2131"/>
                    <a:pt x="1603" y="2032"/>
                    <a:pt x="1822" y="1813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7" name="Google Shape;2625;p80">
              <a:extLst>
                <a:ext uri="{FF2B5EF4-FFF2-40B4-BE49-F238E27FC236}">
                  <a16:creationId xmlns:a16="http://schemas.microsoft.com/office/drawing/2014/main" id="{94FB097C-D884-4EFB-EA1A-002F8DD38FE0}"/>
                </a:ext>
              </a:extLst>
            </p:cNvPr>
            <p:cNvSpPr/>
            <p:nvPr/>
          </p:nvSpPr>
          <p:spPr>
            <a:xfrm>
              <a:off x="3818525" y="286642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3" y="2131"/>
                    <a:pt x="1070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8" name="Google Shape;2626;p80">
              <a:extLst>
                <a:ext uri="{FF2B5EF4-FFF2-40B4-BE49-F238E27FC236}">
                  <a16:creationId xmlns:a16="http://schemas.microsoft.com/office/drawing/2014/main" id="{1E639909-14FB-1D80-3E9C-D8F394E67B68}"/>
                </a:ext>
              </a:extLst>
            </p:cNvPr>
            <p:cNvSpPr/>
            <p:nvPr/>
          </p:nvSpPr>
          <p:spPr>
            <a:xfrm>
              <a:off x="3742300" y="2866425"/>
              <a:ext cx="62225" cy="53225"/>
            </a:xfrm>
            <a:custGeom>
              <a:avLst/>
              <a:gdLst/>
              <a:ahLst/>
              <a:cxnLst/>
              <a:rect l="l" t="t" r="r" b="b"/>
              <a:pathLst>
                <a:path w="2489" h="2129" extrusionOk="0">
                  <a:moveTo>
                    <a:pt x="1066" y="0"/>
                  </a:moveTo>
                  <a:cubicBezTo>
                    <a:pt x="481" y="0"/>
                    <a:pt x="1" y="472"/>
                    <a:pt x="1" y="1065"/>
                  </a:cubicBezTo>
                  <a:cubicBezTo>
                    <a:pt x="1" y="1703"/>
                    <a:pt x="525" y="2129"/>
                    <a:pt x="1071" y="2129"/>
                  </a:cubicBezTo>
                  <a:cubicBezTo>
                    <a:pt x="1332" y="2129"/>
                    <a:pt x="1598" y="2031"/>
                    <a:pt x="1814" y="1813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9" name="Google Shape;2627;p80">
              <a:extLst>
                <a:ext uri="{FF2B5EF4-FFF2-40B4-BE49-F238E27FC236}">
                  <a16:creationId xmlns:a16="http://schemas.microsoft.com/office/drawing/2014/main" id="{10CC032C-2861-264B-B0B6-DFC5DCBDD5EE}"/>
                </a:ext>
              </a:extLst>
            </p:cNvPr>
            <p:cNvSpPr/>
            <p:nvPr/>
          </p:nvSpPr>
          <p:spPr>
            <a:xfrm>
              <a:off x="3666100" y="2866425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3" y="2131"/>
                    <a:pt x="1069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0" name="Google Shape;2628;p80">
              <a:extLst>
                <a:ext uri="{FF2B5EF4-FFF2-40B4-BE49-F238E27FC236}">
                  <a16:creationId xmlns:a16="http://schemas.microsoft.com/office/drawing/2014/main" id="{CE5D236C-87F0-0205-7DB7-2EC32231A59A}"/>
                </a:ext>
              </a:extLst>
            </p:cNvPr>
            <p:cNvSpPr/>
            <p:nvPr/>
          </p:nvSpPr>
          <p:spPr>
            <a:xfrm>
              <a:off x="4504050" y="32470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2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1" name="Google Shape;2629;p80">
              <a:extLst>
                <a:ext uri="{FF2B5EF4-FFF2-40B4-BE49-F238E27FC236}">
                  <a16:creationId xmlns:a16="http://schemas.microsoft.com/office/drawing/2014/main" id="{50FA607E-454C-D151-955A-F5AC405F4162}"/>
                </a:ext>
              </a:extLst>
            </p:cNvPr>
            <p:cNvSpPr/>
            <p:nvPr/>
          </p:nvSpPr>
          <p:spPr>
            <a:xfrm>
              <a:off x="4504050" y="31710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2" name="Google Shape;2630;p80">
              <a:extLst>
                <a:ext uri="{FF2B5EF4-FFF2-40B4-BE49-F238E27FC236}">
                  <a16:creationId xmlns:a16="http://schemas.microsoft.com/office/drawing/2014/main" id="{460CEF8A-4A64-6C55-59E4-AE6A62BC5EBE}"/>
                </a:ext>
              </a:extLst>
            </p:cNvPr>
            <p:cNvSpPr/>
            <p:nvPr/>
          </p:nvSpPr>
          <p:spPr>
            <a:xfrm>
              <a:off x="4504050" y="30948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3" name="Google Shape;2631;p80">
              <a:extLst>
                <a:ext uri="{FF2B5EF4-FFF2-40B4-BE49-F238E27FC236}">
                  <a16:creationId xmlns:a16="http://schemas.microsoft.com/office/drawing/2014/main" id="{D3562227-180A-1454-DF0F-D8F85D8C9B72}"/>
                </a:ext>
              </a:extLst>
            </p:cNvPr>
            <p:cNvSpPr/>
            <p:nvPr/>
          </p:nvSpPr>
          <p:spPr>
            <a:xfrm>
              <a:off x="4427825" y="332330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8"/>
                    <a:pt x="9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2" y="1821"/>
                  </a:cubicBezTo>
                  <a:cubicBezTo>
                    <a:pt x="2496" y="1154"/>
                    <a:pt x="2017" y="0"/>
                    <a:pt x="106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4" name="Google Shape;2632;p80">
              <a:extLst>
                <a:ext uri="{FF2B5EF4-FFF2-40B4-BE49-F238E27FC236}">
                  <a16:creationId xmlns:a16="http://schemas.microsoft.com/office/drawing/2014/main" id="{0E6827BB-7CB6-5BBF-CA73-BA3EF7EDAA7E}"/>
                </a:ext>
              </a:extLst>
            </p:cNvPr>
            <p:cNvSpPr/>
            <p:nvPr/>
          </p:nvSpPr>
          <p:spPr>
            <a:xfrm>
              <a:off x="4427825" y="32470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1" y="480"/>
                    <a:pt x="1" y="1074"/>
                  </a:cubicBezTo>
                  <a:cubicBezTo>
                    <a:pt x="1" y="1712"/>
                    <a:pt x="529" y="2137"/>
                    <a:pt x="1077" y="2137"/>
                  </a:cubicBezTo>
                  <a:cubicBezTo>
                    <a:pt x="1339" y="2137"/>
                    <a:pt x="1606" y="2040"/>
                    <a:pt x="1822" y="1822"/>
                  </a:cubicBezTo>
                  <a:cubicBezTo>
                    <a:pt x="2496" y="1155"/>
                    <a:pt x="2017" y="1"/>
                    <a:pt x="106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5" name="Google Shape;2633;p80">
              <a:extLst>
                <a:ext uri="{FF2B5EF4-FFF2-40B4-BE49-F238E27FC236}">
                  <a16:creationId xmlns:a16="http://schemas.microsoft.com/office/drawing/2014/main" id="{CEF4FDDE-A084-5A39-25E1-7396AC69E335}"/>
                </a:ext>
              </a:extLst>
            </p:cNvPr>
            <p:cNvSpPr/>
            <p:nvPr/>
          </p:nvSpPr>
          <p:spPr>
            <a:xfrm>
              <a:off x="4427825" y="317107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5" y="0"/>
                  </a:moveTo>
                  <a:cubicBezTo>
                    <a:pt x="480" y="0"/>
                    <a:pt x="9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2" y="2032"/>
                    <a:pt x="1822" y="1813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6" name="Google Shape;2634;p80">
              <a:extLst>
                <a:ext uri="{FF2B5EF4-FFF2-40B4-BE49-F238E27FC236}">
                  <a16:creationId xmlns:a16="http://schemas.microsoft.com/office/drawing/2014/main" id="{EAF2EC5E-4130-4C03-A10A-6221ECC34F58}"/>
                </a:ext>
              </a:extLst>
            </p:cNvPr>
            <p:cNvSpPr/>
            <p:nvPr/>
          </p:nvSpPr>
          <p:spPr>
            <a:xfrm>
              <a:off x="4427825" y="30948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6" y="2134"/>
                    <a:pt x="1604" y="2037"/>
                    <a:pt x="1822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7" name="Google Shape;2635;p80">
              <a:extLst>
                <a:ext uri="{FF2B5EF4-FFF2-40B4-BE49-F238E27FC236}">
                  <a16:creationId xmlns:a16="http://schemas.microsoft.com/office/drawing/2014/main" id="{B7A116BD-5B85-214A-075B-91C690C91D3F}"/>
                </a:ext>
              </a:extLst>
            </p:cNvPr>
            <p:cNvSpPr/>
            <p:nvPr/>
          </p:nvSpPr>
          <p:spPr>
            <a:xfrm>
              <a:off x="4427825" y="301865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9" y="2137"/>
                    <a:pt x="1078" y="2137"/>
                  </a:cubicBezTo>
                  <a:cubicBezTo>
                    <a:pt x="1340" y="2137"/>
                    <a:pt x="1606" y="2039"/>
                    <a:pt x="1822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8" name="Google Shape;2636;p80">
              <a:extLst>
                <a:ext uri="{FF2B5EF4-FFF2-40B4-BE49-F238E27FC236}">
                  <a16:creationId xmlns:a16="http://schemas.microsoft.com/office/drawing/2014/main" id="{56B502A1-25D8-2CA6-4A15-1A2CBD182698}"/>
                </a:ext>
              </a:extLst>
            </p:cNvPr>
            <p:cNvSpPr/>
            <p:nvPr/>
          </p:nvSpPr>
          <p:spPr>
            <a:xfrm>
              <a:off x="4351600" y="33995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30" y="2134"/>
                    <a:pt x="1079" y="2134"/>
                  </a:cubicBezTo>
                  <a:cubicBezTo>
                    <a:pt x="1340" y="2134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9" name="Google Shape;2637;p80">
              <a:extLst>
                <a:ext uri="{FF2B5EF4-FFF2-40B4-BE49-F238E27FC236}">
                  <a16:creationId xmlns:a16="http://schemas.microsoft.com/office/drawing/2014/main" id="{F25E7AED-FAA3-4091-147F-9C4E985BE5D2}"/>
                </a:ext>
              </a:extLst>
            </p:cNvPr>
            <p:cNvSpPr/>
            <p:nvPr/>
          </p:nvSpPr>
          <p:spPr>
            <a:xfrm>
              <a:off x="4351600" y="332330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7" y="2039"/>
                    <a:pt x="1822" y="1821"/>
                  </a:cubicBezTo>
                  <a:cubicBezTo>
                    <a:pt x="2497" y="1154"/>
                    <a:pt x="2017" y="0"/>
                    <a:pt x="107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0" name="Google Shape;2638;p80">
              <a:extLst>
                <a:ext uri="{FF2B5EF4-FFF2-40B4-BE49-F238E27FC236}">
                  <a16:creationId xmlns:a16="http://schemas.microsoft.com/office/drawing/2014/main" id="{154B94C8-B782-00A2-9AE3-1DA788659334}"/>
                </a:ext>
              </a:extLst>
            </p:cNvPr>
            <p:cNvSpPr/>
            <p:nvPr/>
          </p:nvSpPr>
          <p:spPr>
            <a:xfrm>
              <a:off x="4351600" y="30948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30" y="2134"/>
                    <a:pt x="1079" y="2134"/>
                  </a:cubicBezTo>
                  <a:cubicBezTo>
                    <a:pt x="1340" y="2134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1" name="Google Shape;2639;p80">
              <a:extLst>
                <a:ext uri="{FF2B5EF4-FFF2-40B4-BE49-F238E27FC236}">
                  <a16:creationId xmlns:a16="http://schemas.microsoft.com/office/drawing/2014/main" id="{270F05FF-5DE4-ED0B-8839-F480C81D7537}"/>
                </a:ext>
              </a:extLst>
            </p:cNvPr>
            <p:cNvSpPr/>
            <p:nvPr/>
          </p:nvSpPr>
          <p:spPr>
            <a:xfrm>
              <a:off x="4351600" y="301865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7" y="2039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2" name="Google Shape;2640;p80">
              <a:extLst>
                <a:ext uri="{FF2B5EF4-FFF2-40B4-BE49-F238E27FC236}">
                  <a16:creationId xmlns:a16="http://schemas.microsoft.com/office/drawing/2014/main" id="{8363B65B-EECF-FC27-4DC3-961C08CF3F76}"/>
                </a:ext>
              </a:extLst>
            </p:cNvPr>
            <p:cNvSpPr/>
            <p:nvPr/>
          </p:nvSpPr>
          <p:spPr>
            <a:xfrm>
              <a:off x="4351600" y="29424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7" y="2040"/>
                    <a:pt x="1822" y="1822"/>
                  </a:cubicBezTo>
                  <a:cubicBezTo>
                    <a:pt x="2497" y="1155"/>
                    <a:pt x="2017" y="1"/>
                    <a:pt x="107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3" name="Google Shape;2641;p80">
              <a:extLst>
                <a:ext uri="{FF2B5EF4-FFF2-40B4-BE49-F238E27FC236}">
                  <a16:creationId xmlns:a16="http://schemas.microsoft.com/office/drawing/2014/main" id="{A8DA0CEB-6979-4CE8-D5A4-8ECAA73058BE}"/>
                </a:ext>
              </a:extLst>
            </p:cNvPr>
            <p:cNvSpPr/>
            <p:nvPr/>
          </p:nvSpPr>
          <p:spPr>
            <a:xfrm>
              <a:off x="4275600" y="37803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4" y="2039"/>
                    <a:pt x="1822" y="1821"/>
                  </a:cubicBezTo>
                  <a:cubicBezTo>
                    <a:pt x="2496" y="1146"/>
                    <a:pt x="2017" y="0"/>
                    <a:pt x="106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4" name="Google Shape;2642;p80">
              <a:extLst>
                <a:ext uri="{FF2B5EF4-FFF2-40B4-BE49-F238E27FC236}">
                  <a16:creationId xmlns:a16="http://schemas.microsoft.com/office/drawing/2014/main" id="{8123FC66-CF49-6844-109E-7E80EC2D074C}"/>
                </a:ext>
              </a:extLst>
            </p:cNvPr>
            <p:cNvSpPr/>
            <p:nvPr/>
          </p:nvSpPr>
          <p:spPr>
            <a:xfrm>
              <a:off x="4275600" y="37041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3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5" name="Google Shape;2643;p80">
              <a:extLst>
                <a:ext uri="{FF2B5EF4-FFF2-40B4-BE49-F238E27FC236}">
                  <a16:creationId xmlns:a16="http://schemas.microsoft.com/office/drawing/2014/main" id="{1461472C-E96B-CEE3-758A-6449924A470C}"/>
                </a:ext>
              </a:extLst>
            </p:cNvPr>
            <p:cNvSpPr/>
            <p:nvPr/>
          </p:nvSpPr>
          <p:spPr>
            <a:xfrm>
              <a:off x="4275600" y="36279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72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3" y="2137"/>
                  </a:cubicBezTo>
                  <a:cubicBezTo>
                    <a:pt x="1336" y="2137"/>
                    <a:pt x="1603" y="2039"/>
                    <a:pt x="1822" y="1821"/>
                  </a:cubicBezTo>
                  <a:cubicBezTo>
                    <a:pt x="2488" y="1154"/>
                    <a:pt x="2017" y="0"/>
                    <a:pt x="106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6" name="Google Shape;2644;p80">
              <a:extLst>
                <a:ext uri="{FF2B5EF4-FFF2-40B4-BE49-F238E27FC236}">
                  <a16:creationId xmlns:a16="http://schemas.microsoft.com/office/drawing/2014/main" id="{E7022807-56B2-2EC0-7B48-2E364F3740AE}"/>
                </a:ext>
              </a:extLst>
            </p:cNvPr>
            <p:cNvSpPr/>
            <p:nvPr/>
          </p:nvSpPr>
          <p:spPr>
            <a:xfrm>
              <a:off x="4275600" y="3551925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4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3" y="1814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7" name="Google Shape;2645;p80">
              <a:extLst>
                <a:ext uri="{FF2B5EF4-FFF2-40B4-BE49-F238E27FC236}">
                  <a16:creationId xmlns:a16="http://schemas.microsoft.com/office/drawing/2014/main" id="{E14DED7A-FD2E-D470-AF24-6B265000E0E2}"/>
                </a:ext>
              </a:extLst>
            </p:cNvPr>
            <p:cNvSpPr/>
            <p:nvPr/>
          </p:nvSpPr>
          <p:spPr>
            <a:xfrm>
              <a:off x="4275600" y="34757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8" name="Google Shape;2646;p80">
              <a:extLst>
                <a:ext uri="{FF2B5EF4-FFF2-40B4-BE49-F238E27FC236}">
                  <a16:creationId xmlns:a16="http://schemas.microsoft.com/office/drawing/2014/main" id="{C05E4E20-43A7-F8BF-6EE7-6BAA964B9AC9}"/>
                </a:ext>
              </a:extLst>
            </p:cNvPr>
            <p:cNvSpPr/>
            <p:nvPr/>
          </p:nvSpPr>
          <p:spPr>
            <a:xfrm>
              <a:off x="4275600" y="33995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6" y="2134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9" name="Google Shape;2647;p80">
              <a:extLst>
                <a:ext uri="{FF2B5EF4-FFF2-40B4-BE49-F238E27FC236}">
                  <a16:creationId xmlns:a16="http://schemas.microsoft.com/office/drawing/2014/main" id="{7DFA2EDC-8B55-5AB3-2FA5-300FAA680E60}"/>
                </a:ext>
              </a:extLst>
            </p:cNvPr>
            <p:cNvSpPr/>
            <p:nvPr/>
          </p:nvSpPr>
          <p:spPr>
            <a:xfrm>
              <a:off x="4275600" y="29424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3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0" name="Google Shape;2648;p80">
              <a:extLst>
                <a:ext uri="{FF2B5EF4-FFF2-40B4-BE49-F238E27FC236}">
                  <a16:creationId xmlns:a16="http://schemas.microsoft.com/office/drawing/2014/main" id="{E7A53B31-DF4A-4CA5-4911-B8162A56E082}"/>
                </a:ext>
              </a:extLst>
            </p:cNvPr>
            <p:cNvSpPr/>
            <p:nvPr/>
          </p:nvSpPr>
          <p:spPr>
            <a:xfrm>
              <a:off x="4275600" y="286642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0"/>
                  </a:moveTo>
                  <a:cubicBezTo>
                    <a:pt x="472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2" y="2032"/>
                    <a:pt x="1822" y="1813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1" name="Google Shape;2649;p80">
              <a:extLst>
                <a:ext uri="{FF2B5EF4-FFF2-40B4-BE49-F238E27FC236}">
                  <a16:creationId xmlns:a16="http://schemas.microsoft.com/office/drawing/2014/main" id="{1F03ACA2-E284-4AD8-F40C-A3FB2BC1638E}"/>
                </a:ext>
              </a:extLst>
            </p:cNvPr>
            <p:cNvSpPr/>
            <p:nvPr/>
          </p:nvSpPr>
          <p:spPr>
            <a:xfrm>
              <a:off x="4199400" y="3856775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4"/>
                    <a:pt x="524" y="2129"/>
                    <a:pt x="1073" y="2129"/>
                  </a:cubicBezTo>
                  <a:cubicBezTo>
                    <a:pt x="1335" y="2129"/>
                    <a:pt x="1603" y="2032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2" name="Google Shape;2650;p80">
              <a:extLst>
                <a:ext uri="{FF2B5EF4-FFF2-40B4-BE49-F238E27FC236}">
                  <a16:creationId xmlns:a16="http://schemas.microsoft.com/office/drawing/2014/main" id="{897634F6-0353-EF95-5236-63D81D0DF62E}"/>
                </a:ext>
              </a:extLst>
            </p:cNvPr>
            <p:cNvSpPr/>
            <p:nvPr/>
          </p:nvSpPr>
          <p:spPr>
            <a:xfrm>
              <a:off x="4199400" y="3780375"/>
              <a:ext cx="62400" cy="53425"/>
            </a:xfrm>
            <a:custGeom>
              <a:avLst/>
              <a:gdLst/>
              <a:ahLst/>
              <a:cxnLst/>
              <a:rect l="l" t="t" r="r" b="b"/>
              <a:pathLst>
                <a:path w="2496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77" y="2137"/>
                  </a:cubicBezTo>
                  <a:cubicBezTo>
                    <a:pt x="1339" y="2137"/>
                    <a:pt x="1606" y="2039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3" name="Google Shape;2651;p80">
              <a:extLst>
                <a:ext uri="{FF2B5EF4-FFF2-40B4-BE49-F238E27FC236}">
                  <a16:creationId xmlns:a16="http://schemas.microsoft.com/office/drawing/2014/main" id="{4F9E3F5C-DDF6-8296-501B-19F6B81164AB}"/>
                </a:ext>
              </a:extLst>
            </p:cNvPr>
            <p:cNvSpPr/>
            <p:nvPr/>
          </p:nvSpPr>
          <p:spPr>
            <a:xfrm>
              <a:off x="4199400" y="2866425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4" name="Google Shape;2652;p80">
              <a:extLst>
                <a:ext uri="{FF2B5EF4-FFF2-40B4-BE49-F238E27FC236}">
                  <a16:creationId xmlns:a16="http://schemas.microsoft.com/office/drawing/2014/main" id="{B60F49EF-25E1-A958-B33A-C90DC585F0A7}"/>
                </a:ext>
              </a:extLst>
            </p:cNvPr>
            <p:cNvSpPr/>
            <p:nvPr/>
          </p:nvSpPr>
          <p:spPr>
            <a:xfrm>
              <a:off x="4199400" y="27902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5" name="Google Shape;2653;p80">
              <a:extLst>
                <a:ext uri="{FF2B5EF4-FFF2-40B4-BE49-F238E27FC236}">
                  <a16:creationId xmlns:a16="http://schemas.microsoft.com/office/drawing/2014/main" id="{BAAD13F3-AA0D-0C8F-75F1-8514126E08F7}"/>
                </a:ext>
              </a:extLst>
            </p:cNvPr>
            <p:cNvSpPr/>
            <p:nvPr/>
          </p:nvSpPr>
          <p:spPr>
            <a:xfrm>
              <a:off x="4123175" y="40852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4" y="2037"/>
                    <a:pt x="1821" y="1821"/>
                  </a:cubicBezTo>
                  <a:cubicBezTo>
                    <a:pt x="2496" y="1147"/>
                    <a:pt x="2017" y="0"/>
                    <a:pt x="106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6" name="Google Shape;2654;p80">
              <a:extLst>
                <a:ext uri="{FF2B5EF4-FFF2-40B4-BE49-F238E27FC236}">
                  <a16:creationId xmlns:a16="http://schemas.microsoft.com/office/drawing/2014/main" id="{9CCF13E1-1120-9FDF-5F02-7D2428479093}"/>
                </a:ext>
              </a:extLst>
            </p:cNvPr>
            <p:cNvSpPr/>
            <p:nvPr/>
          </p:nvSpPr>
          <p:spPr>
            <a:xfrm>
              <a:off x="4123175" y="4009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10"/>
                    <a:pt x="526" y="2134"/>
                    <a:pt x="1074" y="2134"/>
                  </a:cubicBezTo>
                  <a:cubicBezTo>
                    <a:pt x="1336" y="2134"/>
                    <a:pt x="1604" y="2037"/>
                    <a:pt x="1821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7" name="Google Shape;2655;p80">
              <a:extLst>
                <a:ext uri="{FF2B5EF4-FFF2-40B4-BE49-F238E27FC236}">
                  <a16:creationId xmlns:a16="http://schemas.microsoft.com/office/drawing/2014/main" id="{1443192D-C414-0AA7-F419-0F1278D99D06}"/>
                </a:ext>
              </a:extLst>
            </p:cNvPr>
            <p:cNvSpPr/>
            <p:nvPr/>
          </p:nvSpPr>
          <p:spPr>
            <a:xfrm>
              <a:off x="4123175" y="393280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96" y="1155"/>
                    <a:pt x="2017" y="0"/>
                    <a:pt x="106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8" name="Google Shape;2656;p80">
              <a:extLst>
                <a:ext uri="{FF2B5EF4-FFF2-40B4-BE49-F238E27FC236}">
                  <a16:creationId xmlns:a16="http://schemas.microsoft.com/office/drawing/2014/main" id="{C3910C0D-C828-003B-F2B6-0273E46B0906}"/>
                </a:ext>
              </a:extLst>
            </p:cNvPr>
            <p:cNvSpPr/>
            <p:nvPr/>
          </p:nvSpPr>
          <p:spPr>
            <a:xfrm>
              <a:off x="4123175" y="3856775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4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4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9" name="Google Shape;2657;p80">
              <a:extLst>
                <a:ext uri="{FF2B5EF4-FFF2-40B4-BE49-F238E27FC236}">
                  <a16:creationId xmlns:a16="http://schemas.microsoft.com/office/drawing/2014/main" id="{90A1C675-FB00-CF6A-FEED-10A0AC8F55D4}"/>
                </a:ext>
              </a:extLst>
            </p:cNvPr>
            <p:cNvSpPr/>
            <p:nvPr/>
          </p:nvSpPr>
          <p:spPr>
            <a:xfrm>
              <a:off x="4123175" y="2714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4" y="2036"/>
                    <a:pt x="1821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0" name="Google Shape;2658;p80">
              <a:extLst>
                <a:ext uri="{FF2B5EF4-FFF2-40B4-BE49-F238E27FC236}">
                  <a16:creationId xmlns:a16="http://schemas.microsoft.com/office/drawing/2014/main" id="{A48DCED0-B0C6-FDB5-07B5-5B564FCF1E82}"/>
                </a:ext>
              </a:extLst>
            </p:cNvPr>
            <p:cNvSpPr/>
            <p:nvPr/>
          </p:nvSpPr>
          <p:spPr>
            <a:xfrm>
              <a:off x="4046950" y="40852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7"/>
                    <a:pt x="1822" y="1821"/>
                  </a:cubicBezTo>
                  <a:cubicBezTo>
                    <a:pt x="2497" y="1147"/>
                    <a:pt x="2017" y="0"/>
                    <a:pt x="107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1" name="Google Shape;2659;p80">
              <a:extLst>
                <a:ext uri="{FF2B5EF4-FFF2-40B4-BE49-F238E27FC236}">
                  <a16:creationId xmlns:a16="http://schemas.microsoft.com/office/drawing/2014/main" id="{8B9D97F3-8AFE-31FC-CE81-EEE2E93E08F6}"/>
                </a:ext>
              </a:extLst>
            </p:cNvPr>
            <p:cNvSpPr/>
            <p:nvPr/>
          </p:nvSpPr>
          <p:spPr>
            <a:xfrm>
              <a:off x="4046950" y="2714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2" name="Google Shape;2660;p80">
              <a:extLst>
                <a:ext uri="{FF2B5EF4-FFF2-40B4-BE49-F238E27FC236}">
                  <a16:creationId xmlns:a16="http://schemas.microsoft.com/office/drawing/2014/main" id="{490526B4-2F7D-BC8B-FD04-2A8026FCF2AE}"/>
                </a:ext>
              </a:extLst>
            </p:cNvPr>
            <p:cNvSpPr/>
            <p:nvPr/>
          </p:nvSpPr>
          <p:spPr>
            <a:xfrm>
              <a:off x="4046950" y="26377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9"/>
                    <a:pt x="9" y="480"/>
                    <a:pt x="1" y="1074"/>
                  </a:cubicBezTo>
                  <a:cubicBezTo>
                    <a:pt x="1" y="1712"/>
                    <a:pt x="529" y="2137"/>
                    <a:pt x="1077" y="2137"/>
                  </a:cubicBezTo>
                  <a:cubicBezTo>
                    <a:pt x="1339" y="2137"/>
                    <a:pt x="1606" y="2040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3" name="Google Shape;2661;p80">
              <a:extLst>
                <a:ext uri="{FF2B5EF4-FFF2-40B4-BE49-F238E27FC236}">
                  <a16:creationId xmlns:a16="http://schemas.microsoft.com/office/drawing/2014/main" id="{AA5D1260-5D3B-A38E-7CCD-D1DCC7A3D537}"/>
                </a:ext>
              </a:extLst>
            </p:cNvPr>
            <p:cNvSpPr/>
            <p:nvPr/>
          </p:nvSpPr>
          <p:spPr>
            <a:xfrm>
              <a:off x="3970950" y="40852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1"/>
                  </a:cubicBezTo>
                  <a:cubicBezTo>
                    <a:pt x="2488" y="1147"/>
                    <a:pt x="2017" y="0"/>
                    <a:pt x="106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4" name="Google Shape;2662;p80">
              <a:extLst>
                <a:ext uri="{FF2B5EF4-FFF2-40B4-BE49-F238E27FC236}">
                  <a16:creationId xmlns:a16="http://schemas.microsoft.com/office/drawing/2014/main" id="{85A028A3-F7B0-1B6F-6978-DFC9691A21F5}"/>
                </a:ext>
              </a:extLst>
            </p:cNvPr>
            <p:cNvSpPr/>
            <p:nvPr/>
          </p:nvSpPr>
          <p:spPr>
            <a:xfrm>
              <a:off x="3970950" y="2714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5" name="Google Shape;2663;p80">
              <a:extLst>
                <a:ext uri="{FF2B5EF4-FFF2-40B4-BE49-F238E27FC236}">
                  <a16:creationId xmlns:a16="http://schemas.microsoft.com/office/drawing/2014/main" id="{55A0F930-B777-735A-3AAF-1C8E24B37AAF}"/>
                </a:ext>
              </a:extLst>
            </p:cNvPr>
            <p:cNvSpPr/>
            <p:nvPr/>
          </p:nvSpPr>
          <p:spPr>
            <a:xfrm>
              <a:off x="3970950" y="26377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1"/>
                    <a:pt x="1" y="480"/>
                    <a:pt x="1" y="1074"/>
                  </a:cubicBezTo>
                  <a:cubicBezTo>
                    <a:pt x="1" y="1712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55"/>
                    <a:pt x="2017" y="1"/>
                    <a:pt x="106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6" name="Google Shape;2664;p80">
              <a:extLst>
                <a:ext uri="{FF2B5EF4-FFF2-40B4-BE49-F238E27FC236}">
                  <a16:creationId xmlns:a16="http://schemas.microsoft.com/office/drawing/2014/main" id="{080C68E9-7D39-6836-5482-EC98D515E5B0}"/>
                </a:ext>
              </a:extLst>
            </p:cNvPr>
            <p:cNvSpPr/>
            <p:nvPr/>
          </p:nvSpPr>
          <p:spPr>
            <a:xfrm>
              <a:off x="3894725" y="40852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1"/>
                  </a:cubicBezTo>
                  <a:cubicBezTo>
                    <a:pt x="2489" y="1147"/>
                    <a:pt x="2017" y="0"/>
                    <a:pt x="106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7" name="Google Shape;2665;p80">
              <a:extLst>
                <a:ext uri="{FF2B5EF4-FFF2-40B4-BE49-F238E27FC236}">
                  <a16:creationId xmlns:a16="http://schemas.microsoft.com/office/drawing/2014/main" id="{19D07281-8867-A49A-062F-7D6D73040739}"/>
                </a:ext>
              </a:extLst>
            </p:cNvPr>
            <p:cNvSpPr/>
            <p:nvPr/>
          </p:nvSpPr>
          <p:spPr>
            <a:xfrm>
              <a:off x="3894725" y="4009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10"/>
                    <a:pt x="526" y="2134"/>
                    <a:pt x="1075" y="2134"/>
                  </a:cubicBezTo>
                  <a:cubicBezTo>
                    <a:pt x="1337" y="2134"/>
                    <a:pt x="1604" y="2037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8" name="Google Shape;2666;p80">
              <a:extLst>
                <a:ext uri="{FF2B5EF4-FFF2-40B4-BE49-F238E27FC236}">
                  <a16:creationId xmlns:a16="http://schemas.microsoft.com/office/drawing/2014/main" id="{4E0E72FD-E897-863F-3621-7FDC53F21CE0}"/>
                </a:ext>
              </a:extLst>
            </p:cNvPr>
            <p:cNvSpPr/>
            <p:nvPr/>
          </p:nvSpPr>
          <p:spPr>
            <a:xfrm>
              <a:off x="3894725" y="2714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9" name="Google Shape;2667;p80">
              <a:extLst>
                <a:ext uri="{FF2B5EF4-FFF2-40B4-BE49-F238E27FC236}">
                  <a16:creationId xmlns:a16="http://schemas.microsoft.com/office/drawing/2014/main" id="{888B4F51-462E-A88C-F394-26BCA78A906D}"/>
                </a:ext>
              </a:extLst>
            </p:cNvPr>
            <p:cNvSpPr/>
            <p:nvPr/>
          </p:nvSpPr>
          <p:spPr>
            <a:xfrm>
              <a:off x="3894725" y="26377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9"/>
                    <a:pt x="1" y="480"/>
                    <a:pt x="1" y="1074"/>
                  </a:cubicBezTo>
                  <a:cubicBezTo>
                    <a:pt x="1" y="1712"/>
                    <a:pt x="525" y="2137"/>
                    <a:pt x="1074" y="2137"/>
                  </a:cubicBezTo>
                  <a:cubicBezTo>
                    <a:pt x="1336" y="2137"/>
                    <a:pt x="1604" y="2040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0" name="Google Shape;2668;p80">
              <a:extLst>
                <a:ext uri="{FF2B5EF4-FFF2-40B4-BE49-F238E27FC236}">
                  <a16:creationId xmlns:a16="http://schemas.microsoft.com/office/drawing/2014/main" id="{F04686F2-2ECF-3FBB-76C7-BB77AA19BECE}"/>
                </a:ext>
              </a:extLst>
            </p:cNvPr>
            <p:cNvSpPr/>
            <p:nvPr/>
          </p:nvSpPr>
          <p:spPr>
            <a:xfrm>
              <a:off x="3818525" y="4009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10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1" name="Google Shape;2669;p80">
              <a:extLst>
                <a:ext uri="{FF2B5EF4-FFF2-40B4-BE49-F238E27FC236}">
                  <a16:creationId xmlns:a16="http://schemas.microsoft.com/office/drawing/2014/main" id="{9821C1AD-E258-832B-07FC-8DED62522BB6}"/>
                </a:ext>
              </a:extLst>
            </p:cNvPr>
            <p:cNvSpPr/>
            <p:nvPr/>
          </p:nvSpPr>
          <p:spPr>
            <a:xfrm>
              <a:off x="3818525" y="393280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2" name="Google Shape;2670;p80">
              <a:extLst>
                <a:ext uri="{FF2B5EF4-FFF2-40B4-BE49-F238E27FC236}">
                  <a16:creationId xmlns:a16="http://schemas.microsoft.com/office/drawing/2014/main" id="{0298A7BB-5996-9078-BDA5-84BFA3C44751}"/>
                </a:ext>
              </a:extLst>
            </p:cNvPr>
            <p:cNvSpPr/>
            <p:nvPr/>
          </p:nvSpPr>
          <p:spPr>
            <a:xfrm>
              <a:off x="3818525" y="3856775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4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4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3" name="Google Shape;2671;p80">
              <a:extLst>
                <a:ext uri="{FF2B5EF4-FFF2-40B4-BE49-F238E27FC236}">
                  <a16:creationId xmlns:a16="http://schemas.microsoft.com/office/drawing/2014/main" id="{09FC619C-90B9-A02B-1700-8C68325F406B}"/>
                </a:ext>
              </a:extLst>
            </p:cNvPr>
            <p:cNvSpPr/>
            <p:nvPr/>
          </p:nvSpPr>
          <p:spPr>
            <a:xfrm>
              <a:off x="3818525" y="37041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4" name="Google Shape;2672;p80">
              <a:extLst>
                <a:ext uri="{FF2B5EF4-FFF2-40B4-BE49-F238E27FC236}">
                  <a16:creationId xmlns:a16="http://schemas.microsoft.com/office/drawing/2014/main" id="{51FC30B3-D24D-3B5F-1C35-B7802494CF6B}"/>
                </a:ext>
              </a:extLst>
            </p:cNvPr>
            <p:cNvSpPr/>
            <p:nvPr/>
          </p:nvSpPr>
          <p:spPr>
            <a:xfrm>
              <a:off x="3818525" y="36279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88" y="1154"/>
                    <a:pt x="2017" y="0"/>
                    <a:pt x="106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5" name="Google Shape;2673;p80">
              <a:extLst>
                <a:ext uri="{FF2B5EF4-FFF2-40B4-BE49-F238E27FC236}">
                  <a16:creationId xmlns:a16="http://schemas.microsoft.com/office/drawing/2014/main" id="{0F21A86D-DF8E-B487-54A3-376BA8D99BD1}"/>
                </a:ext>
              </a:extLst>
            </p:cNvPr>
            <p:cNvSpPr/>
            <p:nvPr/>
          </p:nvSpPr>
          <p:spPr>
            <a:xfrm>
              <a:off x="3818525" y="3551925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4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4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6" name="Google Shape;2674;p80">
              <a:extLst>
                <a:ext uri="{FF2B5EF4-FFF2-40B4-BE49-F238E27FC236}">
                  <a16:creationId xmlns:a16="http://schemas.microsoft.com/office/drawing/2014/main" id="{9AD5F43F-9539-57DA-F215-4375E7389758}"/>
                </a:ext>
              </a:extLst>
            </p:cNvPr>
            <p:cNvSpPr/>
            <p:nvPr/>
          </p:nvSpPr>
          <p:spPr>
            <a:xfrm>
              <a:off x="3818525" y="34757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7" name="Google Shape;2675;p80">
              <a:extLst>
                <a:ext uri="{FF2B5EF4-FFF2-40B4-BE49-F238E27FC236}">
                  <a16:creationId xmlns:a16="http://schemas.microsoft.com/office/drawing/2014/main" id="{1A6CC3B4-BE27-426A-E319-547F35438942}"/>
                </a:ext>
              </a:extLst>
            </p:cNvPr>
            <p:cNvSpPr/>
            <p:nvPr/>
          </p:nvSpPr>
          <p:spPr>
            <a:xfrm>
              <a:off x="3818525" y="26377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2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8" name="Google Shape;2676;p80">
              <a:extLst>
                <a:ext uri="{FF2B5EF4-FFF2-40B4-BE49-F238E27FC236}">
                  <a16:creationId xmlns:a16="http://schemas.microsoft.com/office/drawing/2014/main" id="{4B38FDF4-E286-7679-9475-D5CD75BEC17B}"/>
                </a:ext>
              </a:extLst>
            </p:cNvPr>
            <p:cNvSpPr/>
            <p:nvPr/>
          </p:nvSpPr>
          <p:spPr>
            <a:xfrm>
              <a:off x="3742300" y="3780375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39"/>
                    <a:pt x="1822" y="1821"/>
                  </a:cubicBezTo>
                  <a:cubicBezTo>
                    <a:pt x="2489" y="1155"/>
                    <a:pt x="2017" y="0"/>
                    <a:pt x="106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9" name="Google Shape;2677;p80">
              <a:extLst>
                <a:ext uri="{FF2B5EF4-FFF2-40B4-BE49-F238E27FC236}">
                  <a16:creationId xmlns:a16="http://schemas.microsoft.com/office/drawing/2014/main" id="{0D5B7165-2971-411B-2109-AC55D297A288}"/>
                </a:ext>
              </a:extLst>
            </p:cNvPr>
            <p:cNvSpPr/>
            <p:nvPr/>
          </p:nvSpPr>
          <p:spPr>
            <a:xfrm>
              <a:off x="3742300" y="37041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2"/>
                  </a:cubicBezTo>
                  <a:cubicBezTo>
                    <a:pt x="2489" y="1155"/>
                    <a:pt x="2017" y="1"/>
                    <a:pt x="106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0" name="Google Shape;2678;p80">
              <a:extLst>
                <a:ext uri="{FF2B5EF4-FFF2-40B4-BE49-F238E27FC236}">
                  <a16:creationId xmlns:a16="http://schemas.microsoft.com/office/drawing/2014/main" id="{298C1B99-8DD2-5B36-4A20-071CC10CC02F}"/>
                </a:ext>
              </a:extLst>
            </p:cNvPr>
            <p:cNvSpPr/>
            <p:nvPr/>
          </p:nvSpPr>
          <p:spPr>
            <a:xfrm>
              <a:off x="3742300" y="34757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1" name="Google Shape;2679;p80">
              <a:extLst>
                <a:ext uri="{FF2B5EF4-FFF2-40B4-BE49-F238E27FC236}">
                  <a16:creationId xmlns:a16="http://schemas.microsoft.com/office/drawing/2014/main" id="{CF51A517-1B48-1422-7C88-E44EE7EDC91D}"/>
                </a:ext>
              </a:extLst>
            </p:cNvPr>
            <p:cNvSpPr/>
            <p:nvPr/>
          </p:nvSpPr>
          <p:spPr>
            <a:xfrm>
              <a:off x="3742300" y="33995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2" name="Google Shape;2680;p80">
              <a:extLst>
                <a:ext uri="{FF2B5EF4-FFF2-40B4-BE49-F238E27FC236}">
                  <a16:creationId xmlns:a16="http://schemas.microsoft.com/office/drawing/2014/main" id="{9CF2BE95-F58A-DF6B-B151-7C0E3FCB1CE3}"/>
                </a:ext>
              </a:extLst>
            </p:cNvPr>
            <p:cNvSpPr/>
            <p:nvPr/>
          </p:nvSpPr>
          <p:spPr>
            <a:xfrm>
              <a:off x="3742175" y="3323300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1" y="0"/>
                  </a:moveTo>
                  <a:cubicBezTo>
                    <a:pt x="486" y="0"/>
                    <a:pt x="6" y="480"/>
                    <a:pt x="6" y="1065"/>
                  </a:cubicBezTo>
                  <a:cubicBezTo>
                    <a:pt x="0" y="1709"/>
                    <a:pt x="524" y="2137"/>
                    <a:pt x="1072" y="2137"/>
                  </a:cubicBezTo>
                  <a:cubicBezTo>
                    <a:pt x="1333" y="2137"/>
                    <a:pt x="1601" y="2039"/>
                    <a:pt x="1819" y="1821"/>
                  </a:cubicBezTo>
                  <a:cubicBezTo>
                    <a:pt x="2494" y="1154"/>
                    <a:pt x="2022" y="0"/>
                    <a:pt x="107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3" name="Google Shape;2681;p80">
              <a:extLst>
                <a:ext uri="{FF2B5EF4-FFF2-40B4-BE49-F238E27FC236}">
                  <a16:creationId xmlns:a16="http://schemas.microsoft.com/office/drawing/2014/main" id="{77F0C48F-F9A0-D299-877A-58D3D9DDAC0F}"/>
                </a:ext>
              </a:extLst>
            </p:cNvPr>
            <p:cNvSpPr/>
            <p:nvPr/>
          </p:nvSpPr>
          <p:spPr>
            <a:xfrm>
              <a:off x="3742300" y="2561575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81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1" y="2137"/>
                  </a:cubicBezTo>
                  <a:cubicBezTo>
                    <a:pt x="1332" y="2137"/>
                    <a:pt x="1598" y="2039"/>
                    <a:pt x="1814" y="1821"/>
                  </a:cubicBezTo>
                  <a:cubicBezTo>
                    <a:pt x="2489" y="1154"/>
                    <a:pt x="2017" y="8"/>
                    <a:pt x="106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4" name="Google Shape;2682;p80">
              <a:extLst>
                <a:ext uri="{FF2B5EF4-FFF2-40B4-BE49-F238E27FC236}">
                  <a16:creationId xmlns:a16="http://schemas.microsoft.com/office/drawing/2014/main" id="{50A83336-F967-81DF-6B26-04DB8247AEAF}"/>
                </a:ext>
              </a:extLst>
            </p:cNvPr>
            <p:cNvSpPr/>
            <p:nvPr/>
          </p:nvSpPr>
          <p:spPr>
            <a:xfrm>
              <a:off x="3665950" y="3323300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1" y="0"/>
                  </a:moveTo>
                  <a:cubicBezTo>
                    <a:pt x="486" y="0"/>
                    <a:pt x="6" y="480"/>
                    <a:pt x="6" y="1065"/>
                  </a:cubicBezTo>
                  <a:cubicBezTo>
                    <a:pt x="1" y="1709"/>
                    <a:pt x="524" y="2137"/>
                    <a:pt x="1072" y="2137"/>
                  </a:cubicBezTo>
                  <a:cubicBezTo>
                    <a:pt x="1334" y="2137"/>
                    <a:pt x="1601" y="2039"/>
                    <a:pt x="1819" y="1821"/>
                  </a:cubicBezTo>
                  <a:cubicBezTo>
                    <a:pt x="2494" y="1154"/>
                    <a:pt x="2022" y="0"/>
                    <a:pt x="107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5" name="Google Shape;2683;p80">
              <a:extLst>
                <a:ext uri="{FF2B5EF4-FFF2-40B4-BE49-F238E27FC236}">
                  <a16:creationId xmlns:a16="http://schemas.microsoft.com/office/drawing/2014/main" id="{D9EC917A-8988-46F2-08AA-F477FF2C7C98}"/>
                </a:ext>
              </a:extLst>
            </p:cNvPr>
            <p:cNvSpPr/>
            <p:nvPr/>
          </p:nvSpPr>
          <p:spPr>
            <a:xfrm>
              <a:off x="3666100" y="32470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2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6" name="Google Shape;2684;p80">
              <a:extLst>
                <a:ext uri="{FF2B5EF4-FFF2-40B4-BE49-F238E27FC236}">
                  <a16:creationId xmlns:a16="http://schemas.microsoft.com/office/drawing/2014/main" id="{4D215C3D-FBBA-49DA-DA16-8C2AFC7848E1}"/>
                </a:ext>
              </a:extLst>
            </p:cNvPr>
            <p:cNvSpPr/>
            <p:nvPr/>
          </p:nvSpPr>
          <p:spPr>
            <a:xfrm>
              <a:off x="3666100" y="2561575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88" y="1154"/>
                    <a:pt x="2016" y="0"/>
                    <a:pt x="106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7" name="Google Shape;2685;p80">
              <a:extLst>
                <a:ext uri="{FF2B5EF4-FFF2-40B4-BE49-F238E27FC236}">
                  <a16:creationId xmlns:a16="http://schemas.microsoft.com/office/drawing/2014/main" id="{6700CC19-757B-55BC-C5C8-152B9A595D75}"/>
                </a:ext>
              </a:extLst>
            </p:cNvPr>
            <p:cNvSpPr/>
            <p:nvPr/>
          </p:nvSpPr>
          <p:spPr>
            <a:xfrm>
              <a:off x="3589875" y="32470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0"/>
                    <a:pt x="1" y="1074"/>
                  </a:cubicBezTo>
                  <a:cubicBezTo>
                    <a:pt x="1" y="1712"/>
                    <a:pt x="525" y="2137"/>
                    <a:pt x="1073" y="2137"/>
                  </a:cubicBezTo>
                  <a:cubicBezTo>
                    <a:pt x="1336" y="2137"/>
                    <a:pt x="1603" y="2040"/>
                    <a:pt x="1822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8" name="Google Shape;2686;p80">
              <a:extLst>
                <a:ext uri="{FF2B5EF4-FFF2-40B4-BE49-F238E27FC236}">
                  <a16:creationId xmlns:a16="http://schemas.microsoft.com/office/drawing/2014/main" id="{5DF1C68F-9EEE-330B-4B76-F45CE2559088}"/>
                </a:ext>
              </a:extLst>
            </p:cNvPr>
            <p:cNvSpPr/>
            <p:nvPr/>
          </p:nvSpPr>
          <p:spPr>
            <a:xfrm>
              <a:off x="3589875" y="2561575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80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3" y="2137"/>
                  </a:cubicBezTo>
                  <a:cubicBezTo>
                    <a:pt x="1336" y="2137"/>
                    <a:pt x="1603" y="2039"/>
                    <a:pt x="1822" y="1821"/>
                  </a:cubicBezTo>
                  <a:cubicBezTo>
                    <a:pt x="2488" y="1154"/>
                    <a:pt x="2017" y="0"/>
                    <a:pt x="106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9" name="Google Shape;2687;p80">
              <a:extLst>
                <a:ext uri="{FF2B5EF4-FFF2-40B4-BE49-F238E27FC236}">
                  <a16:creationId xmlns:a16="http://schemas.microsoft.com/office/drawing/2014/main" id="{5FA0CFBE-41AA-9E3A-8DAF-7950C5ED3C2F}"/>
                </a:ext>
              </a:extLst>
            </p:cNvPr>
            <p:cNvSpPr/>
            <p:nvPr/>
          </p:nvSpPr>
          <p:spPr>
            <a:xfrm>
              <a:off x="3589875" y="24855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8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2" y="1814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0" name="Google Shape;2688;p80">
              <a:extLst>
                <a:ext uri="{FF2B5EF4-FFF2-40B4-BE49-F238E27FC236}">
                  <a16:creationId xmlns:a16="http://schemas.microsoft.com/office/drawing/2014/main" id="{34A3E0BB-7856-A1E2-A6C7-715067CBAA2A}"/>
                </a:ext>
              </a:extLst>
            </p:cNvPr>
            <p:cNvSpPr/>
            <p:nvPr/>
          </p:nvSpPr>
          <p:spPr>
            <a:xfrm>
              <a:off x="3513675" y="32470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2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96" y="1155"/>
                    <a:pt x="2016" y="1"/>
                    <a:pt x="106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1" name="Google Shape;2689;p80">
              <a:extLst>
                <a:ext uri="{FF2B5EF4-FFF2-40B4-BE49-F238E27FC236}">
                  <a16:creationId xmlns:a16="http://schemas.microsoft.com/office/drawing/2014/main" id="{CB1C7F61-80C4-98D5-4691-D0FB16BF9A3B}"/>
                </a:ext>
              </a:extLst>
            </p:cNvPr>
            <p:cNvSpPr/>
            <p:nvPr/>
          </p:nvSpPr>
          <p:spPr>
            <a:xfrm>
              <a:off x="3513675" y="25615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96" y="1154"/>
                    <a:pt x="2016" y="0"/>
                    <a:pt x="106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2" name="Google Shape;2690;p80">
              <a:extLst>
                <a:ext uri="{FF2B5EF4-FFF2-40B4-BE49-F238E27FC236}">
                  <a16:creationId xmlns:a16="http://schemas.microsoft.com/office/drawing/2014/main" id="{13458ED9-489F-AA92-2D07-F3C55498F9AE}"/>
                </a:ext>
              </a:extLst>
            </p:cNvPr>
            <p:cNvSpPr/>
            <p:nvPr/>
          </p:nvSpPr>
          <p:spPr>
            <a:xfrm>
              <a:off x="3513675" y="2485550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8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3" name="Google Shape;2691;p80">
              <a:extLst>
                <a:ext uri="{FF2B5EF4-FFF2-40B4-BE49-F238E27FC236}">
                  <a16:creationId xmlns:a16="http://schemas.microsoft.com/office/drawing/2014/main" id="{87F6205B-9B6D-2CE5-68E9-463D4E575FB1}"/>
                </a:ext>
              </a:extLst>
            </p:cNvPr>
            <p:cNvSpPr/>
            <p:nvPr/>
          </p:nvSpPr>
          <p:spPr>
            <a:xfrm>
              <a:off x="3437450" y="32470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9"/>
                    <a:pt x="9" y="480"/>
                    <a:pt x="1" y="1074"/>
                  </a:cubicBezTo>
                  <a:cubicBezTo>
                    <a:pt x="1" y="1712"/>
                    <a:pt x="529" y="2137"/>
                    <a:pt x="1077" y="2137"/>
                  </a:cubicBezTo>
                  <a:cubicBezTo>
                    <a:pt x="1339" y="2137"/>
                    <a:pt x="1606" y="2040"/>
                    <a:pt x="1822" y="1822"/>
                  </a:cubicBezTo>
                  <a:cubicBezTo>
                    <a:pt x="2496" y="1155"/>
                    <a:pt x="2017" y="1"/>
                    <a:pt x="107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4" name="Google Shape;2692;p80">
              <a:extLst>
                <a:ext uri="{FF2B5EF4-FFF2-40B4-BE49-F238E27FC236}">
                  <a16:creationId xmlns:a16="http://schemas.microsoft.com/office/drawing/2014/main" id="{5041D718-5C9D-19E6-9F35-47399B329B5A}"/>
                </a:ext>
              </a:extLst>
            </p:cNvPr>
            <p:cNvSpPr/>
            <p:nvPr/>
          </p:nvSpPr>
          <p:spPr>
            <a:xfrm>
              <a:off x="3437450" y="317107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74" y="0"/>
                  </a:moveTo>
                  <a:cubicBezTo>
                    <a:pt x="480" y="0"/>
                    <a:pt x="9" y="472"/>
                    <a:pt x="1" y="1065"/>
                  </a:cubicBezTo>
                  <a:cubicBezTo>
                    <a:pt x="1" y="1707"/>
                    <a:pt x="527" y="2131"/>
                    <a:pt x="1073" y="2131"/>
                  </a:cubicBezTo>
                  <a:cubicBezTo>
                    <a:pt x="1337" y="2131"/>
                    <a:pt x="1605" y="2032"/>
                    <a:pt x="1822" y="1813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5" name="Google Shape;2693;p80">
              <a:extLst>
                <a:ext uri="{FF2B5EF4-FFF2-40B4-BE49-F238E27FC236}">
                  <a16:creationId xmlns:a16="http://schemas.microsoft.com/office/drawing/2014/main" id="{8EBB484E-FE06-B89E-2F0A-B22C29E62B45}"/>
                </a:ext>
              </a:extLst>
            </p:cNvPr>
            <p:cNvSpPr/>
            <p:nvPr/>
          </p:nvSpPr>
          <p:spPr>
            <a:xfrm>
              <a:off x="3437450" y="25615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0" y="8"/>
                    <a:pt x="9" y="480"/>
                    <a:pt x="1" y="1073"/>
                  </a:cubicBezTo>
                  <a:cubicBezTo>
                    <a:pt x="1" y="1711"/>
                    <a:pt x="529" y="2137"/>
                    <a:pt x="1077" y="2137"/>
                  </a:cubicBezTo>
                  <a:cubicBezTo>
                    <a:pt x="1339" y="2137"/>
                    <a:pt x="1606" y="2039"/>
                    <a:pt x="1822" y="1821"/>
                  </a:cubicBezTo>
                  <a:cubicBezTo>
                    <a:pt x="2496" y="1154"/>
                    <a:pt x="2017" y="0"/>
                    <a:pt x="107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6" name="Google Shape;2694;p80">
              <a:extLst>
                <a:ext uri="{FF2B5EF4-FFF2-40B4-BE49-F238E27FC236}">
                  <a16:creationId xmlns:a16="http://schemas.microsoft.com/office/drawing/2014/main" id="{650B38CE-F5BD-7300-D829-A66F3B5F950F}"/>
                </a:ext>
              </a:extLst>
            </p:cNvPr>
            <p:cNvSpPr/>
            <p:nvPr/>
          </p:nvSpPr>
          <p:spPr>
            <a:xfrm>
              <a:off x="3437450" y="2485550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74" y="1"/>
                  </a:moveTo>
                  <a:cubicBezTo>
                    <a:pt x="480" y="1"/>
                    <a:pt x="9" y="480"/>
                    <a:pt x="1" y="1066"/>
                  </a:cubicBezTo>
                  <a:cubicBezTo>
                    <a:pt x="1" y="1708"/>
                    <a:pt x="527" y="2131"/>
                    <a:pt x="1073" y="2131"/>
                  </a:cubicBezTo>
                  <a:cubicBezTo>
                    <a:pt x="1337" y="2131"/>
                    <a:pt x="1605" y="2033"/>
                    <a:pt x="1822" y="1814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7" name="Google Shape;2695;p80">
              <a:extLst>
                <a:ext uri="{FF2B5EF4-FFF2-40B4-BE49-F238E27FC236}">
                  <a16:creationId xmlns:a16="http://schemas.microsoft.com/office/drawing/2014/main" id="{E932A414-CFBF-390F-AE1C-48D18CBEFFA8}"/>
                </a:ext>
              </a:extLst>
            </p:cNvPr>
            <p:cNvSpPr/>
            <p:nvPr/>
          </p:nvSpPr>
          <p:spPr>
            <a:xfrm>
              <a:off x="3361450" y="3171075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0"/>
                  </a:moveTo>
                  <a:cubicBezTo>
                    <a:pt x="472" y="0"/>
                    <a:pt x="0" y="472"/>
                    <a:pt x="0" y="1065"/>
                  </a:cubicBezTo>
                  <a:cubicBezTo>
                    <a:pt x="0" y="1707"/>
                    <a:pt x="523" y="2131"/>
                    <a:pt x="1067" y="2131"/>
                  </a:cubicBezTo>
                  <a:cubicBezTo>
                    <a:pt x="1329" y="2131"/>
                    <a:pt x="1597" y="2032"/>
                    <a:pt x="1813" y="1813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8" name="Google Shape;2696;p80">
              <a:extLst>
                <a:ext uri="{FF2B5EF4-FFF2-40B4-BE49-F238E27FC236}">
                  <a16:creationId xmlns:a16="http://schemas.microsoft.com/office/drawing/2014/main" id="{590D6C8A-7043-63C6-7046-46034D93636C}"/>
                </a:ext>
              </a:extLst>
            </p:cNvPr>
            <p:cNvSpPr/>
            <p:nvPr/>
          </p:nvSpPr>
          <p:spPr>
            <a:xfrm>
              <a:off x="3361450" y="27140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9" name="Google Shape;2697;p80">
              <a:extLst>
                <a:ext uri="{FF2B5EF4-FFF2-40B4-BE49-F238E27FC236}">
                  <a16:creationId xmlns:a16="http://schemas.microsoft.com/office/drawing/2014/main" id="{99890FA5-CD9D-5EAE-5A38-A0035A6F1F1E}"/>
                </a:ext>
              </a:extLst>
            </p:cNvPr>
            <p:cNvSpPr/>
            <p:nvPr/>
          </p:nvSpPr>
          <p:spPr>
            <a:xfrm>
              <a:off x="3361450" y="26377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9"/>
                    <a:pt x="0" y="480"/>
                    <a:pt x="0" y="1074"/>
                  </a:cubicBezTo>
                  <a:cubicBezTo>
                    <a:pt x="0" y="1712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0" name="Google Shape;2698;p80">
              <a:extLst>
                <a:ext uri="{FF2B5EF4-FFF2-40B4-BE49-F238E27FC236}">
                  <a16:creationId xmlns:a16="http://schemas.microsoft.com/office/drawing/2014/main" id="{E9FB6329-2343-E228-5838-ADC7EB52503E}"/>
                </a:ext>
              </a:extLst>
            </p:cNvPr>
            <p:cNvSpPr/>
            <p:nvPr/>
          </p:nvSpPr>
          <p:spPr>
            <a:xfrm>
              <a:off x="3361450" y="2561575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72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0" y="2137"/>
                  </a:cubicBezTo>
                  <a:cubicBezTo>
                    <a:pt x="1332" y="2137"/>
                    <a:pt x="1597" y="2039"/>
                    <a:pt x="1813" y="1821"/>
                  </a:cubicBezTo>
                  <a:cubicBezTo>
                    <a:pt x="2488" y="1154"/>
                    <a:pt x="2016" y="0"/>
                    <a:pt x="106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1" name="Google Shape;2699;p80">
              <a:extLst>
                <a:ext uri="{FF2B5EF4-FFF2-40B4-BE49-F238E27FC236}">
                  <a16:creationId xmlns:a16="http://schemas.microsoft.com/office/drawing/2014/main" id="{0961531D-67C4-FD8A-C6D1-15E12B7E6F57}"/>
                </a:ext>
              </a:extLst>
            </p:cNvPr>
            <p:cNvSpPr/>
            <p:nvPr/>
          </p:nvSpPr>
          <p:spPr>
            <a:xfrm>
              <a:off x="3285225" y="317107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0"/>
                  </a:moveTo>
                  <a:cubicBezTo>
                    <a:pt x="480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2" y="2032"/>
                    <a:pt x="1822" y="1813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2" name="Google Shape;2700;p80">
              <a:extLst>
                <a:ext uri="{FF2B5EF4-FFF2-40B4-BE49-F238E27FC236}">
                  <a16:creationId xmlns:a16="http://schemas.microsoft.com/office/drawing/2014/main" id="{BCF64B13-13D0-9744-7B05-B7E47B962FA5}"/>
                </a:ext>
              </a:extLst>
            </p:cNvPr>
            <p:cNvSpPr/>
            <p:nvPr/>
          </p:nvSpPr>
          <p:spPr>
            <a:xfrm>
              <a:off x="3285225" y="30948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7" y="2134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3" name="Google Shape;2701;p80">
              <a:extLst>
                <a:ext uri="{FF2B5EF4-FFF2-40B4-BE49-F238E27FC236}">
                  <a16:creationId xmlns:a16="http://schemas.microsoft.com/office/drawing/2014/main" id="{AF086134-930D-9B43-B50A-AE7927B95DA9}"/>
                </a:ext>
              </a:extLst>
            </p:cNvPr>
            <p:cNvSpPr/>
            <p:nvPr/>
          </p:nvSpPr>
          <p:spPr>
            <a:xfrm>
              <a:off x="3285225" y="27902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7" y="2134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4" name="Google Shape;2702;p80">
              <a:extLst>
                <a:ext uri="{FF2B5EF4-FFF2-40B4-BE49-F238E27FC236}">
                  <a16:creationId xmlns:a16="http://schemas.microsoft.com/office/drawing/2014/main" id="{924281ED-56CC-4C43-7ED9-98E859376C69}"/>
                </a:ext>
              </a:extLst>
            </p:cNvPr>
            <p:cNvSpPr/>
            <p:nvPr/>
          </p:nvSpPr>
          <p:spPr>
            <a:xfrm>
              <a:off x="3285225" y="2714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5" name="Google Shape;2703;p80">
              <a:extLst>
                <a:ext uri="{FF2B5EF4-FFF2-40B4-BE49-F238E27FC236}">
                  <a16:creationId xmlns:a16="http://schemas.microsoft.com/office/drawing/2014/main" id="{79A1E4D4-A0FA-4B5D-8102-E651AF0CF9FD}"/>
                </a:ext>
              </a:extLst>
            </p:cNvPr>
            <p:cNvSpPr/>
            <p:nvPr/>
          </p:nvSpPr>
          <p:spPr>
            <a:xfrm>
              <a:off x="3209025" y="30948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6" name="Google Shape;2704;p80">
              <a:extLst>
                <a:ext uri="{FF2B5EF4-FFF2-40B4-BE49-F238E27FC236}">
                  <a16:creationId xmlns:a16="http://schemas.microsoft.com/office/drawing/2014/main" id="{3C9A17BB-6B15-453C-8987-87DF6EC46AA0}"/>
                </a:ext>
              </a:extLst>
            </p:cNvPr>
            <p:cNvSpPr/>
            <p:nvPr/>
          </p:nvSpPr>
          <p:spPr>
            <a:xfrm>
              <a:off x="3209025" y="3018650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7" name="Google Shape;2705;p80">
              <a:extLst>
                <a:ext uri="{FF2B5EF4-FFF2-40B4-BE49-F238E27FC236}">
                  <a16:creationId xmlns:a16="http://schemas.microsoft.com/office/drawing/2014/main" id="{CE73DFC0-9039-EED1-A268-8634539B9950}"/>
                </a:ext>
              </a:extLst>
            </p:cNvPr>
            <p:cNvSpPr/>
            <p:nvPr/>
          </p:nvSpPr>
          <p:spPr>
            <a:xfrm>
              <a:off x="3209025" y="294242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8" name="Google Shape;2706;p80">
              <a:extLst>
                <a:ext uri="{FF2B5EF4-FFF2-40B4-BE49-F238E27FC236}">
                  <a16:creationId xmlns:a16="http://schemas.microsoft.com/office/drawing/2014/main" id="{C03E6435-7DB6-3351-A48F-07763EAF9893}"/>
                </a:ext>
              </a:extLst>
            </p:cNvPr>
            <p:cNvSpPr/>
            <p:nvPr/>
          </p:nvSpPr>
          <p:spPr>
            <a:xfrm>
              <a:off x="3209025" y="2866425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9" name="Google Shape;2707;p80">
              <a:extLst>
                <a:ext uri="{FF2B5EF4-FFF2-40B4-BE49-F238E27FC236}">
                  <a16:creationId xmlns:a16="http://schemas.microsoft.com/office/drawing/2014/main" id="{C11B033F-AD4C-4B5B-0807-4426EFF7D71C}"/>
                </a:ext>
              </a:extLst>
            </p:cNvPr>
            <p:cNvSpPr/>
            <p:nvPr/>
          </p:nvSpPr>
          <p:spPr>
            <a:xfrm>
              <a:off x="3209025" y="27902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0" name="Google Shape;2708;p80">
              <a:extLst>
                <a:ext uri="{FF2B5EF4-FFF2-40B4-BE49-F238E27FC236}">
                  <a16:creationId xmlns:a16="http://schemas.microsoft.com/office/drawing/2014/main" id="{084D2DC4-F9C8-11DB-C723-3A0C9A8145EC}"/>
                </a:ext>
              </a:extLst>
            </p:cNvPr>
            <p:cNvSpPr/>
            <p:nvPr/>
          </p:nvSpPr>
          <p:spPr>
            <a:xfrm>
              <a:off x="4199400" y="294242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1" name="Google Shape;2709;p80">
              <a:extLst>
                <a:ext uri="{FF2B5EF4-FFF2-40B4-BE49-F238E27FC236}">
                  <a16:creationId xmlns:a16="http://schemas.microsoft.com/office/drawing/2014/main" id="{3CA57106-61A3-EF8E-C7CD-0428330CDD68}"/>
                </a:ext>
              </a:extLst>
            </p:cNvPr>
            <p:cNvSpPr/>
            <p:nvPr/>
          </p:nvSpPr>
          <p:spPr>
            <a:xfrm>
              <a:off x="3132800" y="11143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96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2" name="Google Shape;2710;p80">
              <a:extLst>
                <a:ext uri="{FF2B5EF4-FFF2-40B4-BE49-F238E27FC236}">
                  <a16:creationId xmlns:a16="http://schemas.microsoft.com/office/drawing/2014/main" id="{F94F5B6D-A2B1-4A2D-0E3B-B77CF2041F6A}"/>
                </a:ext>
              </a:extLst>
            </p:cNvPr>
            <p:cNvSpPr/>
            <p:nvPr/>
          </p:nvSpPr>
          <p:spPr>
            <a:xfrm>
              <a:off x="3056800" y="11143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3" name="Google Shape;2711;p80">
              <a:extLst>
                <a:ext uri="{FF2B5EF4-FFF2-40B4-BE49-F238E27FC236}">
                  <a16:creationId xmlns:a16="http://schemas.microsoft.com/office/drawing/2014/main" id="{7D51BC10-6875-14DF-6996-A1EC33F64722}"/>
                </a:ext>
              </a:extLst>
            </p:cNvPr>
            <p:cNvSpPr/>
            <p:nvPr/>
          </p:nvSpPr>
          <p:spPr>
            <a:xfrm>
              <a:off x="4351600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1"/>
                    <a:pt x="9" y="481"/>
                    <a:pt x="1" y="1066"/>
                  </a:cubicBezTo>
                  <a:cubicBezTo>
                    <a:pt x="1" y="1710"/>
                    <a:pt x="530" y="2138"/>
                    <a:pt x="1078" y="2138"/>
                  </a:cubicBezTo>
                  <a:cubicBezTo>
                    <a:pt x="1340" y="2138"/>
                    <a:pt x="1607" y="2040"/>
                    <a:pt x="1822" y="1822"/>
                  </a:cubicBezTo>
                  <a:cubicBezTo>
                    <a:pt x="2497" y="1155"/>
                    <a:pt x="2017" y="1"/>
                    <a:pt x="107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4" name="Google Shape;2712;p80">
              <a:extLst>
                <a:ext uri="{FF2B5EF4-FFF2-40B4-BE49-F238E27FC236}">
                  <a16:creationId xmlns:a16="http://schemas.microsoft.com/office/drawing/2014/main" id="{F2BAC42B-41D2-CA67-798C-72FCC3005231}"/>
                </a:ext>
              </a:extLst>
            </p:cNvPr>
            <p:cNvSpPr/>
            <p:nvPr/>
          </p:nvSpPr>
          <p:spPr>
            <a:xfrm>
              <a:off x="4351600" y="17236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5" name="Google Shape;2713;p80">
              <a:extLst>
                <a:ext uri="{FF2B5EF4-FFF2-40B4-BE49-F238E27FC236}">
                  <a16:creationId xmlns:a16="http://schemas.microsoft.com/office/drawing/2014/main" id="{2036FAA0-1C9E-0426-5250-541A81B09988}"/>
                </a:ext>
              </a:extLst>
            </p:cNvPr>
            <p:cNvSpPr/>
            <p:nvPr/>
          </p:nvSpPr>
          <p:spPr>
            <a:xfrm>
              <a:off x="4351600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6" name="Google Shape;2714;p80">
              <a:extLst>
                <a:ext uri="{FF2B5EF4-FFF2-40B4-BE49-F238E27FC236}">
                  <a16:creationId xmlns:a16="http://schemas.microsoft.com/office/drawing/2014/main" id="{C6C7C5C7-B3F7-27C0-922B-9CF8D949F44C}"/>
                </a:ext>
              </a:extLst>
            </p:cNvPr>
            <p:cNvSpPr/>
            <p:nvPr/>
          </p:nvSpPr>
          <p:spPr>
            <a:xfrm>
              <a:off x="4351600" y="18760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72"/>
                    <a:pt x="1" y="1066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7" name="Google Shape;2715;p80">
              <a:extLst>
                <a:ext uri="{FF2B5EF4-FFF2-40B4-BE49-F238E27FC236}">
                  <a16:creationId xmlns:a16="http://schemas.microsoft.com/office/drawing/2014/main" id="{57CD7E59-6460-D6EA-9487-A6A7B6FD0B4F}"/>
                </a:ext>
              </a:extLst>
            </p:cNvPr>
            <p:cNvSpPr/>
            <p:nvPr/>
          </p:nvSpPr>
          <p:spPr>
            <a:xfrm>
              <a:off x="4351600" y="19520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9"/>
                    <a:pt x="9" y="481"/>
                    <a:pt x="1" y="1074"/>
                  </a:cubicBezTo>
                  <a:cubicBezTo>
                    <a:pt x="1" y="1712"/>
                    <a:pt x="529" y="2138"/>
                    <a:pt x="1077" y="2138"/>
                  </a:cubicBezTo>
                  <a:cubicBezTo>
                    <a:pt x="1339" y="2138"/>
                    <a:pt x="1606" y="2040"/>
                    <a:pt x="1822" y="1822"/>
                  </a:cubicBezTo>
                  <a:cubicBezTo>
                    <a:pt x="2497" y="1155"/>
                    <a:pt x="2017" y="1"/>
                    <a:pt x="107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8" name="Google Shape;2716;p80">
              <a:extLst>
                <a:ext uri="{FF2B5EF4-FFF2-40B4-BE49-F238E27FC236}">
                  <a16:creationId xmlns:a16="http://schemas.microsoft.com/office/drawing/2014/main" id="{0F2A28B6-E90C-2EF1-27F4-00687A8D03D5}"/>
                </a:ext>
              </a:extLst>
            </p:cNvPr>
            <p:cNvSpPr/>
            <p:nvPr/>
          </p:nvSpPr>
          <p:spPr>
            <a:xfrm>
              <a:off x="4351600" y="20282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1"/>
                    <a:pt x="9" y="480"/>
                    <a:pt x="1" y="1065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7" y="2040"/>
                    <a:pt x="1822" y="1821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9" name="Google Shape;2717;p80">
              <a:extLst>
                <a:ext uri="{FF2B5EF4-FFF2-40B4-BE49-F238E27FC236}">
                  <a16:creationId xmlns:a16="http://schemas.microsoft.com/office/drawing/2014/main" id="{B5CCA0BC-90E2-0D79-060A-327E88730F0F}"/>
                </a:ext>
              </a:extLst>
            </p:cNvPr>
            <p:cNvSpPr/>
            <p:nvPr/>
          </p:nvSpPr>
          <p:spPr>
            <a:xfrm>
              <a:off x="4351600" y="21045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0" name="Google Shape;2718;p80">
              <a:extLst>
                <a:ext uri="{FF2B5EF4-FFF2-40B4-BE49-F238E27FC236}">
                  <a16:creationId xmlns:a16="http://schemas.microsoft.com/office/drawing/2014/main" id="{54C51F3E-40A3-C9F0-784E-BC9C72E19232}"/>
                </a:ext>
              </a:extLst>
            </p:cNvPr>
            <p:cNvSpPr/>
            <p:nvPr/>
          </p:nvSpPr>
          <p:spPr>
            <a:xfrm>
              <a:off x="3970950" y="18760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1" name="Google Shape;2719;p80">
              <a:extLst>
                <a:ext uri="{FF2B5EF4-FFF2-40B4-BE49-F238E27FC236}">
                  <a16:creationId xmlns:a16="http://schemas.microsoft.com/office/drawing/2014/main" id="{D23D60CA-E40F-9E2C-74F5-0655B8270B06}"/>
                </a:ext>
              </a:extLst>
            </p:cNvPr>
            <p:cNvSpPr/>
            <p:nvPr/>
          </p:nvSpPr>
          <p:spPr>
            <a:xfrm>
              <a:off x="3970950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55"/>
                    <a:pt x="2017" y="1"/>
                    <a:pt x="106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2" name="Google Shape;2720;p80">
              <a:extLst>
                <a:ext uri="{FF2B5EF4-FFF2-40B4-BE49-F238E27FC236}">
                  <a16:creationId xmlns:a16="http://schemas.microsoft.com/office/drawing/2014/main" id="{AA7F4F86-BED3-F7F8-27A9-F2473E408C84}"/>
                </a:ext>
              </a:extLst>
            </p:cNvPr>
            <p:cNvSpPr/>
            <p:nvPr/>
          </p:nvSpPr>
          <p:spPr>
            <a:xfrm>
              <a:off x="3666100" y="19520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3" name="Google Shape;2721;p80">
              <a:extLst>
                <a:ext uri="{FF2B5EF4-FFF2-40B4-BE49-F238E27FC236}">
                  <a16:creationId xmlns:a16="http://schemas.microsoft.com/office/drawing/2014/main" id="{B3ADED0E-2DE3-2558-4A7B-B60665C0FF3B}"/>
                </a:ext>
              </a:extLst>
            </p:cNvPr>
            <p:cNvSpPr/>
            <p:nvPr/>
          </p:nvSpPr>
          <p:spPr>
            <a:xfrm>
              <a:off x="3742300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1"/>
                  </a:cubicBezTo>
                  <a:cubicBezTo>
                    <a:pt x="2489" y="1155"/>
                    <a:pt x="2017" y="1"/>
                    <a:pt x="106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4" name="Google Shape;2722;p80">
              <a:extLst>
                <a:ext uri="{FF2B5EF4-FFF2-40B4-BE49-F238E27FC236}">
                  <a16:creationId xmlns:a16="http://schemas.microsoft.com/office/drawing/2014/main" id="{89D8774D-88A8-7648-FF38-DA0F71A7961D}"/>
                </a:ext>
              </a:extLst>
            </p:cNvPr>
            <p:cNvSpPr/>
            <p:nvPr/>
          </p:nvSpPr>
          <p:spPr>
            <a:xfrm>
              <a:off x="3742300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4" y="1822"/>
                  </a:cubicBezTo>
                  <a:cubicBezTo>
                    <a:pt x="2489" y="1155"/>
                    <a:pt x="2017" y="9"/>
                    <a:pt x="106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5" name="Google Shape;2723;p80">
              <a:extLst>
                <a:ext uri="{FF2B5EF4-FFF2-40B4-BE49-F238E27FC236}">
                  <a16:creationId xmlns:a16="http://schemas.microsoft.com/office/drawing/2014/main" id="{C4FDD4E1-7732-E42A-3436-9771FB3FD37A}"/>
                </a:ext>
              </a:extLst>
            </p:cNvPr>
            <p:cNvSpPr/>
            <p:nvPr/>
          </p:nvSpPr>
          <p:spPr>
            <a:xfrm>
              <a:off x="3818525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88" y="1155"/>
                    <a:pt x="2017" y="1"/>
                    <a:pt x="106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6" name="Google Shape;2724;p80">
              <a:extLst>
                <a:ext uri="{FF2B5EF4-FFF2-40B4-BE49-F238E27FC236}">
                  <a16:creationId xmlns:a16="http://schemas.microsoft.com/office/drawing/2014/main" id="{499BA27E-4799-809A-7A46-2507CAD6D8F3}"/>
                </a:ext>
              </a:extLst>
            </p:cNvPr>
            <p:cNvSpPr/>
            <p:nvPr/>
          </p:nvSpPr>
          <p:spPr>
            <a:xfrm>
              <a:off x="3894725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89" y="1155"/>
                    <a:pt x="2017" y="1"/>
                    <a:pt x="106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7" name="Google Shape;2725;p80">
              <a:extLst>
                <a:ext uri="{FF2B5EF4-FFF2-40B4-BE49-F238E27FC236}">
                  <a16:creationId xmlns:a16="http://schemas.microsoft.com/office/drawing/2014/main" id="{57FFCE10-55B1-680D-2CC4-88AA7377612C}"/>
                </a:ext>
              </a:extLst>
            </p:cNvPr>
            <p:cNvSpPr/>
            <p:nvPr/>
          </p:nvSpPr>
          <p:spPr>
            <a:xfrm>
              <a:off x="3894725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1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8" name="Google Shape;2726;p80">
              <a:extLst>
                <a:ext uri="{FF2B5EF4-FFF2-40B4-BE49-F238E27FC236}">
                  <a16:creationId xmlns:a16="http://schemas.microsoft.com/office/drawing/2014/main" id="{D00088F6-BD02-C2CF-1FE0-3834C24790D8}"/>
                </a:ext>
              </a:extLst>
            </p:cNvPr>
            <p:cNvSpPr/>
            <p:nvPr/>
          </p:nvSpPr>
          <p:spPr>
            <a:xfrm>
              <a:off x="3970950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2" y="2137"/>
                    <a:pt x="1598" y="2040"/>
                    <a:pt x="1813" y="1821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9" name="Google Shape;2727;p80">
              <a:extLst>
                <a:ext uri="{FF2B5EF4-FFF2-40B4-BE49-F238E27FC236}">
                  <a16:creationId xmlns:a16="http://schemas.microsoft.com/office/drawing/2014/main" id="{32616197-7FD8-23D1-458A-57AFE37A25CE}"/>
                </a:ext>
              </a:extLst>
            </p:cNvPr>
            <p:cNvSpPr/>
            <p:nvPr/>
          </p:nvSpPr>
          <p:spPr>
            <a:xfrm>
              <a:off x="3970950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0" name="Google Shape;2728;p80">
              <a:extLst>
                <a:ext uri="{FF2B5EF4-FFF2-40B4-BE49-F238E27FC236}">
                  <a16:creationId xmlns:a16="http://schemas.microsoft.com/office/drawing/2014/main" id="{4A85E7F5-D86B-68EF-C8CE-40C6775EACB2}"/>
                </a:ext>
              </a:extLst>
            </p:cNvPr>
            <p:cNvSpPr/>
            <p:nvPr/>
          </p:nvSpPr>
          <p:spPr>
            <a:xfrm>
              <a:off x="4046950" y="1876050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74" y="1"/>
                  </a:moveTo>
                  <a:cubicBezTo>
                    <a:pt x="481" y="1"/>
                    <a:pt x="9" y="472"/>
                    <a:pt x="1" y="1066"/>
                  </a:cubicBezTo>
                  <a:cubicBezTo>
                    <a:pt x="1" y="1707"/>
                    <a:pt x="527" y="2131"/>
                    <a:pt x="1074" y="2131"/>
                  </a:cubicBezTo>
                  <a:cubicBezTo>
                    <a:pt x="1337" y="2131"/>
                    <a:pt x="1605" y="2033"/>
                    <a:pt x="1822" y="1813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1" name="Google Shape;2729;p80">
              <a:extLst>
                <a:ext uri="{FF2B5EF4-FFF2-40B4-BE49-F238E27FC236}">
                  <a16:creationId xmlns:a16="http://schemas.microsoft.com/office/drawing/2014/main" id="{4F2D6770-930A-0A6F-6D6A-07828DD87CB1}"/>
                </a:ext>
              </a:extLst>
            </p:cNvPr>
            <p:cNvSpPr/>
            <p:nvPr/>
          </p:nvSpPr>
          <p:spPr>
            <a:xfrm>
              <a:off x="4046950" y="19520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9"/>
                    <a:pt x="9" y="481"/>
                    <a:pt x="1" y="1074"/>
                  </a:cubicBezTo>
                  <a:cubicBezTo>
                    <a:pt x="1" y="1712"/>
                    <a:pt x="529" y="2138"/>
                    <a:pt x="1077" y="2138"/>
                  </a:cubicBezTo>
                  <a:cubicBezTo>
                    <a:pt x="1339" y="2138"/>
                    <a:pt x="1606" y="2040"/>
                    <a:pt x="1822" y="1822"/>
                  </a:cubicBezTo>
                  <a:cubicBezTo>
                    <a:pt x="2497" y="1155"/>
                    <a:pt x="2017" y="1"/>
                    <a:pt x="107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2" name="Google Shape;2730;p80">
              <a:extLst>
                <a:ext uri="{FF2B5EF4-FFF2-40B4-BE49-F238E27FC236}">
                  <a16:creationId xmlns:a16="http://schemas.microsoft.com/office/drawing/2014/main" id="{F08E2A3B-0CB2-5E8F-EA6B-490B7CFC5DEE}"/>
                </a:ext>
              </a:extLst>
            </p:cNvPr>
            <p:cNvSpPr/>
            <p:nvPr/>
          </p:nvSpPr>
          <p:spPr>
            <a:xfrm>
              <a:off x="4046950" y="20282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1"/>
                    <a:pt x="9" y="480"/>
                    <a:pt x="1" y="1065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7" y="2040"/>
                    <a:pt x="1822" y="1821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3" name="Google Shape;2731;p80">
              <a:extLst>
                <a:ext uri="{FF2B5EF4-FFF2-40B4-BE49-F238E27FC236}">
                  <a16:creationId xmlns:a16="http://schemas.microsoft.com/office/drawing/2014/main" id="{F7967AEE-AD77-4D9B-699C-4A9F4368B0AE}"/>
                </a:ext>
              </a:extLst>
            </p:cNvPr>
            <p:cNvSpPr/>
            <p:nvPr/>
          </p:nvSpPr>
          <p:spPr>
            <a:xfrm>
              <a:off x="4046950" y="21045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4" name="Google Shape;2732;p80">
              <a:extLst>
                <a:ext uri="{FF2B5EF4-FFF2-40B4-BE49-F238E27FC236}">
                  <a16:creationId xmlns:a16="http://schemas.microsoft.com/office/drawing/2014/main" id="{076C05AE-28D8-A1BB-4BBE-98841038BF45}"/>
                </a:ext>
              </a:extLst>
            </p:cNvPr>
            <p:cNvSpPr/>
            <p:nvPr/>
          </p:nvSpPr>
          <p:spPr>
            <a:xfrm>
              <a:off x="4123175" y="17236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4" y="2037"/>
                    <a:pt x="1821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5" name="Google Shape;2733;p80">
              <a:extLst>
                <a:ext uri="{FF2B5EF4-FFF2-40B4-BE49-F238E27FC236}">
                  <a16:creationId xmlns:a16="http://schemas.microsoft.com/office/drawing/2014/main" id="{DB722C66-FD6C-1001-6198-F3EE44F4FBCD}"/>
                </a:ext>
              </a:extLst>
            </p:cNvPr>
            <p:cNvSpPr/>
            <p:nvPr/>
          </p:nvSpPr>
          <p:spPr>
            <a:xfrm>
              <a:off x="4123175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4" y="2036"/>
                    <a:pt x="1821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6" name="Google Shape;2734;p80">
              <a:extLst>
                <a:ext uri="{FF2B5EF4-FFF2-40B4-BE49-F238E27FC236}">
                  <a16:creationId xmlns:a16="http://schemas.microsoft.com/office/drawing/2014/main" id="{9CF6BA42-AF99-C3C2-93F1-9D599E329FDD}"/>
                </a:ext>
              </a:extLst>
            </p:cNvPr>
            <p:cNvSpPr/>
            <p:nvPr/>
          </p:nvSpPr>
          <p:spPr>
            <a:xfrm>
              <a:off x="4123175" y="18760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4" y="2037"/>
                    <a:pt x="1821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7" name="Google Shape;2735;p80">
              <a:extLst>
                <a:ext uri="{FF2B5EF4-FFF2-40B4-BE49-F238E27FC236}">
                  <a16:creationId xmlns:a16="http://schemas.microsoft.com/office/drawing/2014/main" id="{BC67AB46-DBA8-953E-28DB-BF00DEF6839C}"/>
                </a:ext>
              </a:extLst>
            </p:cNvPr>
            <p:cNvSpPr/>
            <p:nvPr/>
          </p:nvSpPr>
          <p:spPr>
            <a:xfrm>
              <a:off x="4123175" y="19520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96" y="1155"/>
                    <a:pt x="2017" y="1"/>
                    <a:pt x="106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8" name="Google Shape;2736;p80">
              <a:extLst>
                <a:ext uri="{FF2B5EF4-FFF2-40B4-BE49-F238E27FC236}">
                  <a16:creationId xmlns:a16="http://schemas.microsoft.com/office/drawing/2014/main" id="{1628D89D-3040-B196-7E2F-DA9635A7D929}"/>
                </a:ext>
              </a:extLst>
            </p:cNvPr>
            <p:cNvSpPr/>
            <p:nvPr/>
          </p:nvSpPr>
          <p:spPr>
            <a:xfrm>
              <a:off x="4123175" y="20282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9" name="Google Shape;2737;p80">
              <a:extLst>
                <a:ext uri="{FF2B5EF4-FFF2-40B4-BE49-F238E27FC236}">
                  <a16:creationId xmlns:a16="http://schemas.microsoft.com/office/drawing/2014/main" id="{61678CCD-F819-2A74-5C6D-6825A90C70BE}"/>
                </a:ext>
              </a:extLst>
            </p:cNvPr>
            <p:cNvSpPr/>
            <p:nvPr/>
          </p:nvSpPr>
          <p:spPr>
            <a:xfrm>
              <a:off x="4123175" y="21045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4" y="2036"/>
                    <a:pt x="1821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0" name="Google Shape;2738;p80">
              <a:extLst>
                <a:ext uri="{FF2B5EF4-FFF2-40B4-BE49-F238E27FC236}">
                  <a16:creationId xmlns:a16="http://schemas.microsoft.com/office/drawing/2014/main" id="{7268E23D-2F9F-EE3D-A0E3-47909F48D175}"/>
                </a:ext>
              </a:extLst>
            </p:cNvPr>
            <p:cNvSpPr/>
            <p:nvPr/>
          </p:nvSpPr>
          <p:spPr>
            <a:xfrm>
              <a:off x="4199400" y="17236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1" name="Google Shape;2739;p80">
              <a:extLst>
                <a:ext uri="{FF2B5EF4-FFF2-40B4-BE49-F238E27FC236}">
                  <a16:creationId xmlns:a16="http://schemas.microsoft.com/office/drawing/2014/main" id="{4E613B6A-9DFE-599E-EDAB-B98DA223FD34}"/>
                </a:ext>
              </a:extLst>
            </p:cNvPr>
            <p:cNvSpPr/>
            <p:nvPr/>
          </p:nvSpPr>
          <p:spPr>
            <a:xfrm>
              <a:off x="4199400" y="17998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2" name="Google Shape;2740;p80">
              <a:extLst>
                <a:ext uri="{FF2B5EF4-FFF2-40B4-BE49-F238E27FC236}">
                  <a16:creationId xmlns:a16="http://schemas.microsoft.com/office/drawing/2014/main" id="{CF15D055-56F6-23CC-4F9B-5F04923DF8EC}"/>
                </a:ext>
              </a:extLst>
            </p:cNvPr>
            <p:cNvSpPr/>
            <p:nvPr/>
          </p:nvSpPr>
          <p:spPr>
            <a:xfrm>
              <a:off x="4199400" y="1876050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3" name="Google Shape;2741;p80">
              <a:extLst>
                <a:ext uri="{FF2B5EF4-FFF2-40B4-BE49-F238E27FC236}">
                  <a16:creationId xmlns:a16="http://schemas.microsoft.com/office/drawing/2014/main" id="{85017A1C-5CE9-338E-DA22-A8A3B8CB485A}"/>
                </a:ext>
              </a:extLst>
            </p:cNvPr>
            <p:cNvSpPr/>
            <p:nvPr/>
          </p:nvSpPr>
          <p:spPr>
            <a:xfrm>
              <a:off x="4199400" y="19520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4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4" name="Google Shape;2742;p80">
              <a:extLst>
                <a:ext uri="{FF2B5EF4-FFF2-40B4-BE49-F238E27FC236}">
                  <a16:creationId xmlns:a16="http://schemas.microsoft.com/office/drawing/2014/main" id="{737AF6FE-BF6C-8791-3AD7-31FDB9F74D79}"/>
                </a:ext>
              </a:extLst>
            </p:cNvPr>
            <p:cNvSpPr/>
            <p:nvPr/>
          </p:nvSpPr>
          <p:spPr>
            <a:xfrm>
              <a:off x="4199400" y="20282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5" name="Google Shape;2743;p80">
              <a:extLst>
                <a:ext uri="{FF2B5EF4-FFF2-40B4-BE49-F238E27FC236}">
                  <a16:creationId xmlns:a16="http://schemas.microsoft.com/office/drawing/2014/main" id="{C61D4436-52AA-B0E1-1C0F-D7DC614524AA}"/>
                </a:ext>
              </a:extLst>
            </p:cNvPr>
            <p:cNvSpPr/>
            <p:nvPr/>
          </p:nvSpPr>
          <p:spPr>
            <a:xfrm>
              <a:off x="4199400" y="21045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6" name="Google Shape;2744;p80">
              <a:extLst>
                <a:ext uri="{FF2B5EF4-FFF2-40B4-BE49-F238E27FC236}">
                  <a16:creationId xmlns:a16="http://schemas.microsoft.com/office/drawing/2014/main" id="{622937FD-1EAF-31B6-0478-23EC3ED000A9}"/>
                </a:ext>
              </a:extLst>
            </p:cNvPr>
            <p:cNvSpPr/>
            <p:nvPr/>
          </p:nvSpPr>
          <p:spPr>
            <a:xfrm>
              <a:off x="4199400" y="21807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7" name="Google Shape;2745;p80">
              <a:extLst>
                <a:ext uri="{FF2B5EF4-FFF2-40B4-BE49-F238E27FC236}">
                  <a16:creationId xmlns:a16="http://schemas.microsoft.com/office/drawing/2014/main" id="{4A9050E8-5DAD-7A7B-75E3-42BAC3634E20}"/>
                </a:ext>
              </a:extLst>
            </p:cNvPr>
            <p:cNvSpPr/>
            <p:nvPr/>
          </p:nvSpPr>
          <p:spPr>
            <a:xfrm>
              <a:off x="4275600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3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8" name="Google Shape;2746;p80">
              <a:extLst>
                <a:ext uri="{FF2B5EF4-FFF2-40B4-BE49-F238E27FC236}">
                  <a16:creationId xmlns:a16="http://schemas.microsoft.com/office/drawing/2014/main" id="{C6CCFCE8-4482-4A8F-D4B1-016EA71A35B8}"/>
                </a:ext>
              </a:extLst>
            </p:cNvPr>
            <p:cNvSpPr/>
            <p:nvPr/>
          </p:nvSpPr>
          <p:spPr>
            <a:xfrm>
              <a:off x="4275600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9" name="Google Shape;2747;p80">
              <a:extLst>
                <a:ext uri="{FF2B5EF4-FFF2-40B4-BE49-F238E27FC236}">
                  <a16:creationId xmlns:a16="http://schemas.microsoft.com/office/drawing/2014/main" id="{28EDDB2A-E141-97CF-E0AE-199654F9C5DE}"/>
                </a:ext>
              </a:extLst>
            </p:cNvPr>
            <p:cNvSpPr/>
            <p:nvPr/>
          </p:nvSpPr>
          <p:spPr>
            <a:xfrm>
              <a:off x="4275600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0" name="Google Shape;2748;p80">
              <a:extLst>
                <a:ext uri="{FF2B5EF4-FFF2-40B4-BE49-F238E27FC236}">
                  <a16:creationId xmlns:a16="http://schemas.microsoft.com/office/drawing/2014/main" id="{E0A5DA9F-C956-D7D5-5ACC-9AB1BB764946}"/>
                </a:ext>
              </a:extLst>
            </p:cNvPr>
            <p:cNvSpPr/>
            <p:nvPr/>
          </p:nvSpPr>
          <p:spPr>
            <a:xfrm>
              <a:off x="4275600" y="187605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7"/>
                    <a:pt x="523" y="2131"/>
                    <a:pt x="1067" y="2131"/>
                  </a:cubicBezTo>
                  <a:cubicBezTo>
                    <a:pt x="1329" y="2131"/>
                    <a:pt x="1597" y="2033"/>
                    <a:pt x="1813" y="1813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1" name="Google Shape;2749;p80">
              <a:extLst>
                <a:ext uri="{FF2B5EF4-FFF2-40B4-BE49-F238E27FC236}">
                  <a16:creationId xmlns:a16="http://schemas.microsoft.com/office/drawing/2014/main" id="{2946AA4E-AA8A-38D0-91C1-81D782B099BF}"/>
                </a:ext>
              </a:extLst>
            </p:cNvPr>
            <p:cNvSpPr/>
            <p:nvPr/>
          </p:nvSpPr>
          <p:spPr>
            <a:xfrm>
              <a:off x="4275600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2" name="Google Shape;2750;p80">
              <a:extLst>
                <a:ext uri="{FF2B5EF4-FFF2-40B4-BE49-F238E27FC236}">
                  <a16:creationId xmlns:a16="http://schemas.microsoft.com/office/drawing/2014/main" id="{454756E6-9F55-2F97-00C5-426532E05EBB}"/>
                </a:ext>
              </a:extLst>
            </p:cNvPr>
            <p:cNvSpPr/>
            <p:nvPr/>
          </p:nvSpPr>
          <p:spPr>
            <a:xfrm>
              <a:off x="4275600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3" y="1821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3" name="Google Shape;2751;p80">
              <a:extLst>
                <a:ext uri="{FF2B5EF4-FFF2-40B4-BE49-F238E27FC236}">
                  <a16:creationId xmlns:a16="http://schemas.microsoft.com/office/drawing/2014/main" id="{D019F10F-F778-5C62-FC68-51FEF59A109B}"/>
                </a:ext>
              </a:extLst>
            </p:cNvPr>
            <p:cNvSpPr/>
            <p:nvPr/>
          </p:nvSpPr>
          <p:spPr>
            <a:xfrm>
              <a:off x="4275600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4" name="Google Shape;2752;p80">
              <a:extLst>
                <a:ext uri="{FF2B5EF4-FFF2-40B4-BE49-F238E27FC236}">
                  <a16:creationId xmlns:a16="http://schemas.microsoft.com/office/drawing/2014/main" id="{7EDA136F-0ECD-8337-97DA-F78A7D0DDBE7}"/>
                </a:ext>
              </a:extLst>
            </p:cNvPr>
            <p:cNvSpPr/>
            <p:nvPr/>
          </p:nvSpPr>
          <p:spPr>
            <a:xfrm>
              <a:off x="4275600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5" name="Google Shape;2753;p80">
              <a:extLst>
                <a:ext uri="{FF2B5EF4-FFF2-40B4-BE49-F238E27FC236}">
                  <a16:creationId xmlns:a16="http://schemas.microsoft.com/office/drawing/2014/main" id="{708627C2-0E3A-217E-BFEF-2DD22C6EB785}"/>
                </a:ext>
              </a:extLst>
            </p:cNvPr>
            <p:cNvSpPr/>
            <p:nvPr/>
          </p:nvSpPr>
          <p:spPr>
            <a:xfrm>
              <a:off x="4351600" y="21807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6" name="Google Shape;2754;p80">
              <a:extLst>
                <a:ext uri="{FF2B5EF4-FFF2-40B4-BE49-F238E27FC236}">
                  <a16:creationId xmlns:a16="http://schemas.microsoft.com/office/drawing/2014/main" id="{F656D276-692D-0BDE-5214-F517BC07C31C}"/>
                </a:ext>
              </a:extLst>
            </p:cNvPr>
            <p:cNvSpPr/>
            <p:nvPr/>
          </p:nvSpPr>
          <p:spPr>
            <a:xfrm>
              <a:off x="4427825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9" y="481"/>
                    <a:pt x="1" y="1066"/>
                  </a:cubicBezTo>
                  <a:cubicBezTo>
                    <a:pt x="1" y="1710"/>
                    <a:pt x="526" y="2138"/>
                    <a:pt x="1074" y="2138"/>
                  </a:cubicBezTo>
                  <a:cubicBezTo>
                    <a:pt x="1336" y="2138"/>
                    <a:pt x="1603" y="2040"/>
                    <a:pt x="1822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7" name="Google Shape;2755;p80">
              <a:extLst>
                <a:ext uri="{FF2B5EF4-FFF2-40B4-BE49-F238E27FC236}">
                  <a16:creationId xmlns:a16="http://schemas.microsoft.com/office/drawing/2014/main" id="{8402849C-212E-5531-BE7A-D4E7288186C0}"/>
                </a:ext>
              </a:extLst>
            </p:cNvPr>
            <p:cNvSpPr/>
            <p:nvPr/>
          </p:nvSpPr>
          <p:spPr>
            <a:xfrm>
              <a:off x="4427825" y="17236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8" name="Google Shape;2756;p80">
              <a:extLst>
                <a:ext uri="{FF2B5EF4-FFF2-40B4-BE49-F238E27FC236}">
                  <a16:creationId xmlns:a16="http://schemas.microsoft.com/office/drawing/2014/main" id="{043654EC-C1D6-6BDC-AB9A-BFD63CD14E9A}"/>
                </a:ext>
              </a:extLst>
            </p:cNvPr>
            <p:cNvSpPr/>
            <p:nvPr/>
          </p:nvSpPr>
          <p:spPr>
            <a:xfrm>
              <a:off x="4427825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5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9" name="Google Shape;2757;p80">
              <a:extLst>
                <a:ext uri="{FF2B5EF4-FFF2-40B4-BE49-F238E27FC236}">
                  <a16:creationId xmlns:a16="http://schemas.microsoft.com/office/drawing/2014/main" id="{9662B3EB-D3D3-694D-FF1A-2B06367AB432}"/>
                </a:ext>
              </a:extLst>
            </p:cNvPr>
            <p:cNvSpPr/>
            <p:nvPr/>
          </p:nvSpPr>
          <p:spPr>
            <a:xfrm>
              <a:off x="4427825" y="1876050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5" y="1"/>
                  </a:moveTo>
                  <a:cubicBezTo>
                    <a:pt x="480" y="1"/>
                    <a:pt x="9" y="472"/>
                    <a:pt x="1" y="1066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2" y="1813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0" name="Google Shape;2758;p80">
              <a:extLst>
                <a:ext uri="{FF2B5EF4-FFF2-40B4-BE49-F238E27FC236}">
                  <a16:creationId xmlns:a16="http://schemas.microsoft.com/office/drawing/2014/main" id="{36B1A6B0-1558-7502-DBE4-2821CDD37DAF}"/>
                </a:ext>
              </a:extLst>
            </p:cNvPr>
            <p:cNvSpPr/>
            <p:nvPr/>
          </p:nvSpPr>
          <p:spPr>
            <a:xfrm>
              <a:off x="4427825" y="19520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9" y="481"/>
                    <a:pt x="1" y="1074"/>
                  </a:cubicBezTo>
                  <a:cubicBezTo>
                    <a:pt x="1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2" y="1822"/>
                  </a:cubicBezTo>
                  <a:cubicBezTo>
                    <a:pt x="2496" y="1155"/>
                    <a:pt x="2017" y="1"/>
                    <a:pt x="106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1" name="Google Shape;2759;p80">
              <a:extLst>
                <a:ext uri="{FF2B5EF4-FFF2-40B4-BE49-F238E27FC236}">
                  <a16:creationId xmlns:a16="http://schemas.microsoft.com/office/drawing/2014/main" id="{64E64DCB-808B-051F-78CE-108BFB43D7C9}"/>
                </a:ext>
              </a:extLst>
            </p:cNvPr>
            <p:cNvSpPr/>
            <p:nvPr/>
          </p:nvSpPr>
          <p:spPr>
            <a:xfrm>
              <a:off x="4427825" y="20282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9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2" y="1821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2" name="Google Shape;2760;p80">
              <a:extLst>
                <a:ext uri="{FF2B5EF4-FFF2-40B4-BE49-F238E27FC236}">
                  <a16:creationId xmlns:a16="http://schemas.microsoft.com/office/drawing/2014/main" id="{ED7F220B-C323-999F-AB6A-9DD086ACBA23}"/>
                </a:ext>
              </a:extLst>
            </p:cNvPr>
            <p:cNvSpPr/>
            <p:nvPr/>
          </p:nvSpPr>
          <p:spPr>
            <a:xfrm>
              <a:off x="4427825" y="21045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5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3" name="Google Shape;2761;p80">
              <a:extLst>
                <a:ext uri="{FF2B5EF4-FFF2-40B4-BE49-F238E27FC236}">
                  <a16:creationId xmlns:a16="http://schemas.microsoft.com/office/drawing/2014/main" id="{4BA2C6BC-AE59-45E4-6654-C56D067CB8CF}"/>
                </a:ext>
              </a:extLst>
            </p:cNvPr>
            <p:cNvSpPr/>
            <p:nvPr/>
          </p:nvSpPr>
          <p:spPr>
            <a:xfrm>
              <a:off x="4427825" y="21807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9" y="480"/>
                    <a:pt x="1" y="1066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4" name="Google Shape;2762;p80">
              <a:extLst>
                <a:ext uri="{FF2B5EF4-FFF2-40B4-BE49-F238E27FC236}">
                  <a16:creationId xmlns:a16="http://schemas.microsoft.com/office/drawing/2014/main" id="{B05B65A5-52EB-454A-FAE6-0AD45A20DF92}"/>
                </a:ext>
              </a:extLst>
            </p:cNvPr>
            <p:cNvSpPr/>
            <p:nvPr/>
          </p:nvSpPr>
          <p:spPr>
            <a:xfrm>
              <a:off x="4427825" y="1571400"/>
              <a:ext cx="62350" cy="53250"/>
            </a:xfrm>
            <a:custGeom>
              <a:avLst/>
              <a:gdLst/>
              <a:ahLst/>
              <a:cxnLst/>
              <a:rect l="l" t="t" r="r" b="b"/>
              <a:pathLst>
                <a:path w="2494" h="2130" extrusionOk="0">
                  <a:moveTo>
                    <a:pt x="1075" y="1"/>
                  </a:moveTo>
                  <a:cubicBezTo>
                    <a:pt x="1072" y="1"/>
                    <a:pt x="1069" y="1"/>
                    <a:pt x="1065" y="1"/>
                  </a:cubicBezTo>
                  <a:cubicBezTo>
                    <a:pt x="480" y="1"/>
                    <a:pt x="9" y="472"/>
                    <a:pt x="1" y="1066"/>
                  </a:cubicBezTo>
                  <a:cubicBezTo>
                    <a:pt x="1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2" y="1813"/>
                  </a:cubicBezTo>
                  <a:cubicBezTo>
                    <a:pt x="2494" y="1149"/>
                    <a:pt x="2020" y="1"/>
                    <a:pt x="107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5" name="Google Shape;2763;p80">
              <a:extLst>
                <a:ext uri="{FF2B5EF4-FFF2-40B4-BE49-F238E27FC236}">
                  <a16:creationId xmlns:a16="http://schemas.microsoft.com/office/drawing/2014/main" id="{1B840E26-F53A-34F3-1EEF-3BF82E7A0C28}"/>
                </a:ext>
              </a:extLst>
            </p:cNvPr>
            <p:cNvSpPr/>
            <p:nvPr/>
          </p:nvSpPr>
          <p:spPr>
            <a:xfrm>
              <a:off x="4351600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74" y="1"/>
                  </a:moveTo>
                  <a:cubicBezTo>
                    <a:pt x="481" y="1"/>
                    <a:pt x="9" y="472"/>
                    <a:pt x="1" y="1066"/>
                  </a:cubicBezTo>
                  <a:cubicBezTo>
                    <a:pt x="1" y="1703"/>
                    <a:pt x="529" y="2129"/>
                    <a:pt x="1077" y="2129"/>
                  </a:cubicBezTo>
                  <a:cubicBezTo>
                    <a:pt x="1339" y="2129"/>
                    <a:pt x="1606" y="2032"/>
                    <a:pt x="1822" y="1813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6" name="Google Shape;2764;p80">
              <a:extLst>
                <a:ext uri="{FF2B5EF4-FFF2-40B4-BE49-F238E27FC236}">
                  <a16:creationId xmlns:a16="http://schemas.microsoft.com/office/drawing/2014/main" id="{18DF144C-40D4-DB1A-1F8E-F491773900B1}"/>
                </a:ext>
              </a:extLst>
            </p:cNvPr>
            <p:cNvSpPr/>
            <p:nvPr/>
          </p:nvSpPr>
          <p:spPr>
            <a:xfrm>
              <a:off x="4275600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3" y="1813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7" name="Google Shape;2765;p80">
              <a:extLst>
                <a:ext uri="{FF2B5EF4-FFF2-40B4-BE49-F238E27FC236}">
                  <a16:creationId xmlns:a16="http://schemas.microsoft.com/office/drawing/2014/main" id="{BF52563F-59B2-55CC-2439-6158C957BB36}"/>
                </a:ext>
              </a:extLst>
            </p:cNvPr>
            <p:cNvSpPr/>
            <p:nvPr/>
          </p:nvSpPr>
          <p:spPr>
            <a:xfrm>
              <a:off x="4275600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8" name="Google Shape;2766;p80">
              <a:extLst>
                <a:ext uri="{FF2B5EF4-FFF2-40B4-BE49-F238E27FC236}">
                  <a16:creationId xmlns:a16="http://schemas.microsoft.com/office/drawing/2014/main" id="{057EA4EC-24DC-B9ED-1BCB-F9DC240695D0}"/>
                </a:ext>
              </a:extLst>
            </p:cNvPr>
            <p:cNvSpPr/>
            <p:nvPr/>
          </p:nvSpPr>
          <p:spPr>
            <a:xfrm>
              <a:off x="4199400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9" name="Google Shape;2767;p80">
              <a:extLst>
                <a:ext uri="{FF2B5EF4-FFF2-40B4-BE49-F238E27FC236}">
                  <a16:creationId xmlns:a16="http://schemas.microsoft.com/office/drawing/2014/main" id="{954CDD85-CC78-086C-033F-B968C29BBF00}"/>
                </a:ext>
              </a:extLst>
            </p:cNvPr>
            <p:cNvSpPr/>
            <p:nvPr/>
          </p:nvSpPr>
          <p:spPr>
            <a:xfrm>
              <a:off x="4199400" y="1571400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4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0" name="Google Shape;2768;p80">
              <a:extLst>
                <a:ext uri="{FF2B5EF4-FFF2-40B4-BE49-F238E27FC236}">
                  <a16:creationId xmlns:a16="http://schemas.microsoft.com/office/drawing/2014/main" id="{170CD5BE-54C1-E667-1D60-3DF8E9344027}"/>
                </a:ext>
              </a:extLst>
            </p:cNvPr>
            <p:cNvSpPr/>
            <p:nvPr/>
          </p:nvSpPr>
          <p:spPr>
            <a:xfrm>
              <a:off x="4199400" y="14952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1" name="Google Shape;2769;p80">
              <a:extLst>
                <a:ext uri="{FF2B5EF4-FFF2-40B4-BE49-F238E27FC236}">
                  <a16:creationId xmlns:a16="http://schemas.microsoft.com/office/drawing/2014/main" id="{D0C59192-7FD4-254B-7259-4CAA5F6A190B}"/>
                </a:ext>
              </a:extLst>
            </p:cNvPr>
            <p:cNvSpPr/>
            <p:nvPr/>
          </p:nvSpPr>
          <p:spPr>
            <a:xfrm>
              <a:off x="4199400" y="14189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2" name="Google Shape;2770;p80">
              <a:extLst>
                <a:ext uri="{FF2B5EF4-FFF2-40B4-BE49-F238E27FC236}">
                  <a16:creationId xmlns:a16="http://schemas.microsoft.com/office/drawing/2014/main" id="{C36B72AE-9283-AD9F-B2AE-F7EA0CDDA741}"/>
                </a:ext>
              </a:extLst>
            </p:cNvPr>
            <p:cNvSpPr/>
            <p:nvPr/>
          </p:nvSpPr>
          <p:spPr>
            <a:xfrm>
              <a:off x="4123175" y="21807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4" y="2037"/>
                    <a:pt x="1821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3" name="Google Shape;2771;p80">
              <a:extLst>
                <a:ext uri="{FF2B5EF4-FFF2-40B4-BE49-F238E27FC236}">
                  <a16:creationId xmlns:a16="http://schemas.microsoft.com/office/drawing/2014/main" id="{3548153E-EEB7-8811-1D6E-5EAE2B1379F6}"/>
                </a:ext>
              </a:extLst>
            </p:cNvPr>
            <p:cNvSpPr/>
            <p:nvPr/>
          </p:nvSpPr>
          <p:spPr>
            <a:xfrm>
              <a:off x="4123175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6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96" y="1155"/>
                    <a:pt x="2017" y="1"/>
                    <a:pt x="106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4" name="Google Shape;2772;p80">
              <a:extLst>
                <a:ext uri="{FF2B5EF4-FFF2-40B4-BE49-F238E27FC236}">
                  <a16:creationId xmlns:a16="http://schemas.microsoft.com/office/drawing/2014/main" id="{AA26F03B-953D-1A06-CB92-62529251180E}"/>
                </a:ext>
              </a:extLst>
            </p:cNvPr>
            <p:cNvSpPr/>
            <p:nvPr/>
          </p:nvSpPr>
          <p:spPr>
            <a:xfrm>
              <a:off x="4123175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5" name="Google Shape;2773;p80">
              <a:extLst>
                <a:ext uri="{FF2B5EF4-FFF2-40B4-BE49-F238E27FC236}">
                  <a16:creationId xmlns:a16="http://schemas.microsoft.com/office/drawing/2014/main" id="{203C1D39-0D9E-DF1D-6EC0-4E4902B03B02}"/>
                </a:ext>
              </a:extLst>
            </p:cNvPr>
            <p:cNvSpPr/>
            <p:nvPr/>
          </p:nvSpPr>
          <p:spPr>
            <a:xfrm>
              <a:off x="4123175" y="14952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4" y="2036"/>
                    <a:pt x="1821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6" name="Google Shape;2774;p80">
              <a:extLst>
                <a:ext uri="{FF2B5EF4-FFF2-40B4-BE49-F238E27FC236}">
                  <a16:creationId xmlns:a16="http://schemas.microsoft.com/office/drawing/2014/main" id="{B8C16D17-E6D6-4981-07B2-754D4F192725}"/>
                </a:ext>
              </a:extLst>
            </p:cNvPr>
            <p:cNvSpPr/>
            <p:nvPr/>
          </p:nvSpPr>
          <p:spPr>
            <a:xfrm>
              <a:off x="4123175" y="14189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4" y="2037"/>
                    <a:pt x="1821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7" name="Google Shape;2775;p80">
              <a:extLst>
                <a:ext uri="{FF2B5EF4-FFF2-40B4-BE49-F238E27FC236}">
                  <a16:creationId xmlns:a16="http://schemas.microsoft.com/office/drawing/2014/main" id="{5BBA56EC-2B3C-52EE-B7AB-9105CE6F1CD0}"/>
                </a:ext>
              </a:extLst>
            </p:cNvPr>
            <p:cNvSpPr/>
            <p:nvPr/>
          </p:nvSpPr>
          <p:spPr>
            <a:xfrm>
              <a:off x="4123175" y="13427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6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8" name="Google Shape;2776;p80">
              <a:extLst>
                <a:ext uri="{FF2B5EF4-FFF2-40B4-BE49-F238E27FC236}">
                  <a16:creationId xmlns:a16="http://schemas.microsoft.com/office/drawing/2014/main" id="{2DDAFC2F-56D0-79B6-0BBE-19F7F768CC39}"/>
                </a:ext>
              </a:extLst>
            </p:cNvPr>
            <p:cNvSpPr/>
            <p:nvPr/>
          </p:nvSpPr>
          <p:spPr>
            <a:xfrm>
              <a:off x="4046950" y="21807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9" name="Google Shape;2777;p80">
              <a:extLst>
                <a:ext uri="{FF2B5EF4-FFF2-40B4-BE49-F238E27FC236}">
                  <a16:creationId xmlns:a16="http://schemas.microsoft.com/office/drawing/2014/main" id="{9044D55D-1A57-BB97-CA98-614764464A85}"/>
                </a:ext>
              </a:extLst>
            </p:cNvPr>
            <p:cNvSpPr/>
            <p:nvPr/>
          </p:nvSpPr>
          <p:spPr>
            <a:xfrm>
              <a:off x="4046950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0" name="Google Shape;2778;p80">
              <a:extLst>
                <a:ext uri="{FF2B5EF4-FFF2-40B4-BE49-F238E27FC236}">
                  <a16:creationId xmlns:a16="http://schemas.microsoft.com/office/drawing/2014/main" id="{ABDCF5DE-2E1D-1018-44F5-5F5833B459D5}"/>
                </a:ext>
              </a:extLst>
            </p:cNvPr>
            <p:cNvSpPr/>
            <p:nvPr/>
          </p:nvSpPr>
          <p:spPr>
            <a:xfrm>
              <a:off x="4046950" y="17236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1" name="Google Shape;2779;p80">
              <a:extLst>
                <a:ext uri="{FF2B5EF4-FFF2-40B4-BE49-F238E27FC236}">
                  <a16:creationId xmlns:a16="http://schemas.microsoft.com/office/drawing/2014/main" id="{BB933CD1-F3D2-467C-EA3B-7C84844C126A}"/>
                </a:ext>
              </a:extLst>
            </p:cNvPr>
            <p:cNvSpPr/>
            <p:nvPr/>
          </p:nvSpPr>
          <p:spPr>
            <a:xfrm>
              <a:off x="4046950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9"/>
                    <a:pt x="9" y="481"/>
                    <a:pt x="1" y="1066"/>
                  </a:cubicBezTo>
                  <a:cubicBezTo>
                    <a:pt x="1" y="1710"/>
                    <a:pt x="530" y="2138"/>
                    <a:pt x="1078" y="2138"/>
                  </a:cubicBezTo>
                  <a:cubicBezTo>
                    <a:pt x="1340" y="2138"/>
                    <a:pt x="1607" y="2040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2" name="Google Shape;2780;p80">
              <a:extLst>
                <a:ext uri="{FF2B5EF4-FFF2-40B4-BE49-F238E27FC236}">
                  <a16:creationId xmlns:a16="http://schemas.microsoft.com/office/drawing/2014/main" id="{B99482F0-CFF4-443A-F174-5DC693B7A343}"/>
                </a:ext>
              </a:extLst>
            </p:cNvPr>
            <p:cNvSpPr/>
            <p:nvPr/>
          </p:nvSpPr>
          <p:spPr>
            <a:xfrm>
              <a:off x="4046950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74" y="1"/>
                  </a:moveTo>
                  <a:cubicBezTo>
                    <a:pt x="481" y="1"/>
                    <a:pt x="9" y="472"/>
                    <a:pt x="1" y="1066"/>
                  </a:cubicBezTo>
                  <a:cubicBezTo>
                    <a:pt x="1" y="1703"/>
                    <a:pt x="529" y="2129"/>
                    <a:pt x="1077" y="2129"/>
                  </a:cubicBezTo>
                  <a:cubicBezTo>
                    <a:pt x="1339" y="2129"/>
                    <a:pt x="1606" y="2032"/>
                    <a:pt x="1822" y="1813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3" name="Google Shape;2781;p80">
              <a:extLst>
                <a:ext uri="{FF2B5EF4-FFF2-40B4-BE49-F238E27FC236}">
                  <a16:creationId xmlns:a16="http://schemas.microsoft.com/office/drawing/2014/main" id="{84AE142D-0F0A-75DE-7F00-BDAD42A78106}"/>
                </a:ext>
              </a:extLst>
            </p:cNvPr>
            <p:cNvSpPr/>
            <p:nvPr/>
          </p:nvSpPr>
          <p:spPr>
            <a:xfrm>
              <a:off x="4046950" y="14952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4" name="Google Shape;2782;p80">
              <a:extLst>
                <a:ext uri="{FF2B5EF4-FFF2-40B4-BE49-F238E27FC236}">
                  <a16:creationId xmlns:a16="http://schemas.microsoft.com/office/drawing/2014/main" id="{6D6E7E68-D1F7-9ADA-5A30-BFDC89C10688}"/>
                </a:ext>
              </a:extLst>
            </p:cNvPr>
            <p:cNvSpPr/>
            <p:nvPr/>
          </p:nvSpPr>
          <p:spPr>
            <a:xfrm>
              <a:off x="4046950" y="14189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5" name="Google Shape;2783;p80">
              <a:extLst>
                <a:ext uri="{FF2B5EF4-FFF2-40B4-BE49-F238E27FC236}">
                  <a16:creationId xmlns:a16="http://schemas.microsoft.com/office/drawing/2014/main" id="{0CFDA36B-D17C-0558-A46C-679CACAFD1D5}"/>
                </a:ext>
              </a:extLst>
            </p:cNvPr>
            <p:cNvSpPr/>
            <p:nvPr/>
          </p:nvSpPr>
          <p:spPr>
            <a:xfrm>
              <a:off x="4046950" y="13427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1"/>
                    <a:pt x="9" y="481"/>
                    <a:pt x="1" y="1066"/>
                  </a:cubicBezTo>
                  <a:cubicBezTo>
                    <a:pt x="1" y="1710"/>
                    <a:pt x="530" y="2138"/>
                    <a:pt x="1078" y="2138"/>
                  </a:cubicBezTo>
                  <a:cubicBezTo>
                    <a:pt x="1340" y="2138"/>
                    <a:pt x="1607" y="2040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6" name="Google Shape;2784;p80">
              <a:extLst>
                <a:ext uri="{FF2B5EF4-FFF2-40B4-BE49-F238E27FC236}">
                  <a16:creationId xmlns:a16="http://schemas.microsoft.com/office/drawing/2014/main" id="{FFD10EB2-D41B-CFD4-5149-8E1F7884F74D}"/>
                </a:ext>
              </a:extLst>
            </p:cNvPr>
            <p:cNvSpPr/>
            <p:nvPr/>
          </p:nvSpPr>
          <p:spPr>
            <a:xfrm>
              <a:off x="3970950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5" y="0"/>
                  </a:moveTo>
                  <a:cubicBezTo>
                    <a:pt x="1072" y="0"/>
                    <a:pt x="1069" y="0"/>
                    <a:pt x="1065" y="0"/>
                  </a:cubicBez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2" y="1821"/>
                  </a:cubicBezTo>
                  <a:cubicBezTo>
                    <a:pt x="2494" y="1149"/>
                    <a:pt x="2020" y="0"/>
                    <a:pt x="107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7" name="Google Shape;2785;p80">
              <a:extLst>
                <a:ext uri="{FF2B5EF4-FFF2-40B4-BE49-F238E27FC236}">
                  <a16:creationId xmlns:a16="http://schemas.microsoft.com/office/drawing/2014/main" id="{B930F07C-D583-E1F3-24D8-3354C7E6F39F}"/>
                </a:ext>
              </a:extLst>
            </p:cNvPr>
            <p:cNvSpPr/>
            <p:nvPr/>
          </p:nvSpPr>
          <p:spPr>
            <a:xfrm>
              <a:off x="3970950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8" name="Google Shape;2786;p80">
              <a:extLst>
                <a:ext uri="{FF2B5EF4-FFF2-40B4-BE49-F238E27FC236}">
                  <a16:creationId xmlns:a16="http://schemas.microsoft.com/office/drawing/2014/main" id="{B7390BBD-FB32-49BD-06FD-8CE4533D97A8}"/>
                </a:ext>
              </a:extLst>
            </p:cNvPr>
            <p:cNvSpPr/>
            <p:nvPr/>
          </p:nvSpPr>
          <p:spPr>
            <a:xfrm>
              <a:off x="3970950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9" name="Google Shape;2787;p80">
              <a:extLst>
                <a:ext uri="{FF2B5EF4-FFF2-40B4-BE49-F238E27FC236}">
                  <a16:creationId xmlns:a16="http://schemas.microsoft.com/office/drawing/2014/main" id="{5F7E474C-E21A-196E-4F6E-FBFAE5F00677}"/>
                </a:ext>
              </a:extLst>
            </p:cNvPr>
            <p:cNvSpPr/>
            <p:nvPr/>
          </p:nvSpPr>
          <p:spPr>
            <a:xfrm>
              <a:off x="3970950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55"/>
                    <a:pt x="2017" y="1"/>
                    <a:pt x="106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0" name="Google Shape;2788;p80">
              <a:extLst>
                <a:ext uri="{FF2B5EF4-FFF2-40B4-BE49-F238E27FC236}">
                  <a16:creationId xmlns:a16="http://schemas.microsoft.com/office/drawing/2014/main" id="{F00CD297-5F9A-08DA-2C1C-7A23C5931267}"/>
                </a:ext>
              </a:extLst>
            </p:cNvPr>
            <p:cNvSpPr/>
            <p:nvPr/>
          </p:nvSpPr>
          <p:spPr>
            <a:xfrm>
              <a:off x="3970950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5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3" y="1813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1" name="Google Shape;2789;p80">
              <a:extLst>
                <a:ext uri="{FF2B5EF4-FFF2-40B4-BE49-F238E27FC236}">
                  <a16:creationId xmlns:a16="http://schemas.microsoft.com/office/drawing/2014/main" id="{33274994-F805-DD89-9BE8-A80760943BAE}"/>
                </a:ext>
              </a:extLst>
            </p:cNvPr>
            <p:cNvSpPr/>
            <p:nvPr/>
          </p:nvSpPr>
          <p:spPr>
            <a:xfrm>
              <a:off x="3970950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2" name="Google Shape;2790;p80">
              <a:extLst>
                <a:ext uri="{FF2B5EF4-FFF2-40B4-BE49-F238E27FC236}">
                  <a16:creationId xmlns:a16="http://schemas.microsoft.com/office/drawing/2014/main" id="{D9D44533-2640-57AD-128C-0A96BB73BB55}"/>
                </a:ext>
              </a:extLst>
            </p:cNvPr>
            <p:cNvSpPr/>
            <p:nvPr/>
          </p:nvSpPr>
          <p:spPr>
            <a:xfrm>
              <a:off x="3970950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3" name="Google Shape;2791;p80">
              <a:extLst>
                <a:ext uri="{FF2B5EF4-FFF2-40B4-BE49-F238E27FC236}">
                  <a16:creationId xmlns:a16="http://schemas.microsoft.com/office/drawing/2014/main" id="{17FEA902-084A-F142-3F57-9E0596B2CA80}"/>
                </a:ext>
              </a:extLst>
            </p:cNvPr>
            <p:cNvSpPr/>
            <p:nvPr/>
          </p:nvSpPr>
          <p:spPr>
            <a:xfrm>
              <a:off x="3970950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4" name="Google Shape;2792;p80">
              <a:extLst>
                <a:ext uri="{FF2B5EF4-FFF2-40B4-BE49-F238E27FC236}">
                  <a16:creationId xmlns:a16="http://schemas.microsoft.com/office/drawing/2014/main" id="{E53A4EF0-4481-4122-924E-48ADC12C87AD}"/>
                </a:ext>
              </a:extLst>
            </p:cNvPr>
            <p:cNvSpPr/>
            <p:nvPr/>
          </p:nvSpPr>
          <p:spPr>
            <a:xfrm>
              <a:off x="3970950" y="11143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5" name="Google Shape;2793;p80">
              <a:extLst>
                <a:ext uri="{FF2B5EF4-FFF2-40B4-BE49-F238E27FC236}">
                  <a16:creationId xmlns:a16="http://schemas.microsoft.com/office/drawing/2014/main" id="{2DBF05E4-D105-1A3A-68F3-5F0047615475}"/>
                </a:ext>
              </a:extLst>
            </p:cNvPr>
            <p:cNvSpPr/>
            <p:nvPr/>
          </p:nvSpPr>
          <p:spPr>
            <a:xfrm>
              <a:off x="3894725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6" name="Google Shape;2794;p80">
              <a:extLst>
                <a:ext uri="{FF2B5EF4-FFF2-40B4-BE49-F238E27FC236}">
                  <a16:creationId xmlns:a16="http://schemas.microsoft.com/office/drawing/2014/main" id="{107E4E07-2643-E7C4-3AFF-1102F8F4BF58}"/>
                </a:ext>
              </a:extLst>
            </p:cNvPr>
            <p:cNvSpPr/>
            <p:nvPr/>
          </p:nvSpPr>
          <p:spPr>
            <a:xfrm>
              <a:off x="3894725" y="187605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1"/>
                  </a:moveTo>
                  <a:cubicBezTo>
                    <a:pt x="481" y="1"/>
                    <a:pt x="1" y="472"/>
                    <a:pt x="1" y="1066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4" y="2131"/>
                    <a:pt x="1603" y="2033"/>
                    <a:pt x="1822" y="1813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7" name="Google Shape;2795;p80">
              <a:extLst>
                <a:ext uri="{FF2B5EF4-FFF2-40B4-BE49-F238E27FC236}">
                  <a16:creationId xmlns:a16="http://schemas.microsoft.com/office/drawing/2014/main" id="{58BC6733-4EF5-9A38-E9D1-A6F5EE2ABA29}"/>
                </a:ext>
              </a:extLst>
            </p:cNvPr>
            <p:cNvSpPr/>
            <p:nvPr/>
          </p:nvSpPr>
          <p:spPr>
            <a:xfrm>
              <a:off x="3894725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8" name="Google Shape;2796;p80">
              <a:extLst>
                <a:ext uri="{FF2B5EF4-FFF2-40B4-BE49-F238E27FC236}">
                  <a16:creationId xmlns:a16="http://schemas.microsoft.com/office/drawing/2014/main" id="{9DF72180-8EB0-4642-87BB-25E91F536DF0}"/>
                </a:ext>
              </a:extLst>
            </p:cNvPr>
            <p:cNvSpPr/>
            <p:nvPr/>
          </p:nvSpPr>
          <p:spPr>
            <a:xfrm>
              <a:off x="3894725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9" name="Google Shape;2797;p80">
              <a:extLst>
                <a:ext uri="{FF2B5EF4-FFF2-40B4-BE49-F238E27FC236}">
                  <a16:creationId xmlns:a16="http://schemas.microsoft.com/office/drawing/2014/main" id="{D69BEF2D-6864-EDF0-36B2-FF2378DC177A}"/>
                </a:ext>
              </a:extLst>
            </p:cNvPr>
            <p:cNvSpPr/>
            <p:nvPr/>
          </p:nvSpPr>
          <p:spPr>
            <a:xfrm>
              <a:off x="3894725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9"/>
                    <a:pt x="1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7" y="2138"/>
                    <a:pt x="1604" y="2040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0" name="Google Shape;2798;p80">
              <a:extLst>
                <a:ext uri="{FF2B5EF4-FFF2-40B4-BE49-F238E27FC236}">
                  <a16:creationId xmlns:a16="http://schemas.microsoft.com/office/drawing/2014/main" id="{D2EC7548-AB74-AF82-246A-82C86E4AAB4E}"/>
                </a:ext>
              </a:extLst>
            </p:cNvPr>
            <p:cNvSpPr/>
            <p:nvPr/>
          </p:nvSpPr>
          <p:spPr>
            <a:xfrm>
              <a:off x="3894725" y="1571400"/>
              <a:ext cx="62175" cy="53250"/>
            </a:xfrm>
            <a:custGeom>
              <a:avLst/>
              <a:gdLst/>
              <a:ahLst/>
              <a:cxnLst/>
              <a:rect l="l" t="t" r="r" b="b"/>
              <a:pathLst>
                <a:path w="2487" h="2130" extrusionOk="0">
                  <a:moveTo>
                    <a:pt x="1076" y="1"/>
                  </a:moveTo>
                  <a:cubicBezTo>
                    <a:pt x="1073" y="1"/>
                    <a:pt x="1069" y="1"/>
                    <a:pt x="1066" y="1"/>
                  </a:cubicBezTo>
                  <a:cubicBezTo>
                    <a:pt x="481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4" y="2129"/>
                  </a:cubicBezTo>
                  <a:cubicBezTo>
                    <a:pt x="1336" y="2129"/>
                    <a:pt x="1604" y="2032"/>
                    <a:pt x="1822" y="1813"/>
                  </a:cubicBezTo>
                  <a:cubicBezTo>
                    <a:pt x="2486" y="1149"/>
                    <a:pt x="2020" y="1"/>
                    <a:pt x="107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1" name="Google Shape;2799;p80">
              <a:extLst>
                <a:ext uri="{FF2B5EF4-FFF2-40B4-BE49-F238E27FC236}">
                  <a16:creationId xmlns:a16="http://schemas.microsoft.com/office/drawing/2014/main" id="{C094E01D-21F7-6C80-8A9A-10FCCB52DA5F}"/>
                </a:ext>
              </a:extLst>
            </p:cNvPr>
            <p:cNvSpPr/>
            <p:nvPr/>
          </p:nvSpPr>
          <p:spPr>
            <a:xfrm>
              <a:off x="3894725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2" name="Google Shape;2800;p80">
              <a:extLst>
                <a:ext uri="{FF2B5EF4-FFF2-40B4-BE49-F238E27FC236}">
                  <a16:creationId xmlns:a16="http://schemas.microsoft.com/office/drawing/2014/main" id="{5B573BE9-3D39-AE8D-C729-8222581C3536}"/>
                </a:ext>
              </a:extLst>
            </p:cNvPr>
            <p:cNvSpPr/>
            <p:nvPr/>
          </p:nvSpPr>
          <p:spPr>
            <a:xfrm>
              <a:off x="3894725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3" name="Google Shape;2801;p80">
              <a:extLst>
                <a:ext uri="{FF2B5EF4-FFF2-40B4-BE49-F238E27FC236}">
                  <a16:creationId xmlns:a16="http://schemas.microsoft.com/office/drawing/2014/main" id="{8509E6A2-5885-63E8-51CA-0F6D97E3C893}"/>
                </a:ext>
              </a:extLst>
            </p:cNvPr>
            <p:cNvSpPr/>
            <p:nvPr/>
          </p:nvSpPr>
          <p:spPr>
            <a:xfrm>
              <a:off x="3894725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7" y="2138"/>
                    <a:pt x="1604" y="2040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4" name="Google Shape;2802;p80">
              <a:extLst>
                <a:ext uri="{FF2B5EF4-FFF2-40B4-BE49-F238E27FC236}">
                  <a16:creationId xmlns:a16="http://schemas.microsoft.com/office/drawing/2014/main" id="{9192545D-41EB-3DDA-2D03-C6A9DD743FA5}"/>
                </a:ext>
              </a:extLst>
            </p:cNvPr>
            <p:cNvSpPr/>
            <p:nvPr/>
          </p:nvSpPr>
          <p:spPr>
            <a:xfrm>
              <a:off x="3894725" y="11143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5" name="Google Shape;2803;p80">
              <a:extLst>
                <a:ext uri="{FF2B5EF4-FFF2-40B4-BE49-F238E27FC236}">
                  <a16:creationId xmlns:a16="http://schemas.microsoft.com/office/drawing/2014/main" id="{4936453A-D6BC-C906-ECFF-9026E47F2A8F}"/>
                </a:ext>
              </a:extLst>
            </p:cNvPr>
            <p:cNvSpPr/>
            <p:nvPr/>
          </p:nvSpPr>
          <p:spPr>
            <a:xfrm>
              <a:off x="3818525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5" y="0"/>
                  </a:moveTo>
                  <a:cubicBezTo>
                    <a:pt x="1072" y="0"/>
                    <a:pt x="1069" y="0"/>
                    <a:pt x="1065" y="0"/>
                  </a:cubicBez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80" y="2137"/>
                  </a:cubicBezTo>
                  <a:cubicBezTo>
                    <a:pt x="1343" y="2137"/>
                    <a:pt x="1612" y="2039"/>
                    <a:pt x="1830" y="1821"/>
                  </a:cubicBezTo>
                  <a:cubicBezTo>
                    <a:pt x="2494" y="1149"/>
                    <a:pt x="2020" y="0"/>
                    <a:pt x="107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6" name="Google Shape;2804;p80">
              <a:extLst>
                <a:ext uri="{FF2B5EF4-FFF2-40B4-BE49-F238E27FC236}">
                  <a16:creationId xmlns:a16="http://schemas.microsoft.com/office/drawing/2014/main" id="{63929A54-ADD0-8D2D-7E33-C2E59FF9936D}"/>
                </a:ext>
              </a:extLst>
            </p:cNvPr>
            <p:cNvSpPr/>
            <p:nvPr/>
          </p:nvSpPr>
          <p:spPr>
            <a:xfrm>
              <a:off x="3818525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7" name="Google Shape;2805;p80">
              <a:extLst>
                <a:ext uri="{FF2B5EF4-FFF2-40B4-BE49-F238E27FC236}">
                  <a16:creationId xmlns:a16="http://schemas.microsoft.com/office/drawing/2014/main" id="{520938D3-0F8E-EC5F-2F9D-DEA3565879DD}"/>
                </a:ext>
              </a:extLst>
            </p:cNvPr>
            <p:cNvSpPr/>
            <p:nvPr/>
          </p:nvSpPr>
          <p:spPr>
            <a:xfrm>
              <a:off x="3818525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8" name="Google Shape;2806;p80">
              <a:extLst>
                <a:ext uri="{FF2B5EF4-FFF2-40B4-BE49-F238E27FC236}">
                  <a16:creationId xmlns:a16="http://schemas.microsoft.com/office/drawing/2014/main" id="{B0B7261B-A599-113F-50CA-0D99A25750DA}"/>
                </a:ext>
              </a:extLst>
            </p:cNvPr>
            <p:cNvSpPr/>
            <p:nvPr/>
          </p:nvSpPr>
          <p:spPr>
            <a:xfrm>
              <a:off x="3818525" y="187605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7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1" y="1813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9" name="Google Shape;2807;p80">
              <a:extLst>
                <a:ext uri="{FF2B5EF4-FFF2-40B4-BE49-F238E27FC236}">
                  <a16:creationId xmlns:a16="http://schemas.microsoft.com/office/drawing/2014/main" id="{BC5B173F-F90D-7E13-DA80-EDF8DDC2D2BA}"/>
                </a:ext>
              </a:extLst>
            </p:cNvPr>
            <p:cNvSpPr/>
            <p:nvPr/>
          </p:nvSpPr>
          <p:spPr>
            <a:xfrm>
              <a:off x="3818525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0" name="Google Shape;2808;p80">
              <a:extLst>
                <a:ext uri="{FF2B5EF4-FFF2-40B4-BE49-F238E27FC236}">
                  <a16:creationId xmlns:a16="http://schemas.microsoft.com/office/drawing/2014/main" id="{17E216C8-46CC-5AE9-E096-4673788819C0}"/>
                </a:ext>
              </a:extLst>
            </p:cNvPr>
            <p:cNvSpPr/>
            <p:nvPr/>
          </p:nvSpPr>
          <p:spPr>
            <a:xfrm>
              <a:off x="3818525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6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1" name="Google Shape;2809;p80">
              <a:extLst>
                <a:ext uri="{FF2B5EF4-FFF2-40B4-BE49-F238E27FC236}">
                  <a16:creationId xmlns:a16="http://schemas.microsoft.com/office/drawing/2014/main" id="{D4A8F122-75E0-59E4-197C-F79778D51FEC}"/>
                </a:ext>
              </a:extLst>
            </p:cNvPr>
            <p:cNvSpPr/>
            <p:nvPr/>
          </p:nvSpPr>
          <p:spPr>
            <a:xfrm>
              <a:off x="3818525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2" name="Google Shape;2810;p80">
              <a:extLst>
                <a:ext uri="{FF2B5EF4-FFF2-40B4-BE49-F238E27FC236}">
                  <a16:creationId xmlns:a16="http://schemas.microsoft.com/office/drawing/2014/main" id="{BD0D16CA-F7DF-6121-7ECD-B1C960438F39}"/>
                </a:ext>
              </a:extLst>
            </p:cNvPr>
            <p:cNvSpPr/>
            <p:nvPr/>
          </p:nvSpPr>
          <p:spPr>
            <a:xfrm>
              <a:off x="3818525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3" name="Google Shape;2811;p80">
              <a:extLst>
                <a:ext uri="{FF2B5EF4-FFF2-40B4-BE49-F238E27FC236}">
                  <a16:creationId xmlns:a16="http://schemas.microsoft.com/office/drawing/2014/main" id="{55B6CBF7-8E5B-664C-AC33-254880B478F8}"/>
                </a:ext>
              </a:extLst>
            </p:cNvPr>
            <p:cNvSpPr/>
            <p:nvPr/>
          </p:nvSpPr>
          <p:spPr>
            <a:xfrm>
              <a:off x="3818525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4" name="Google Shape;2812;p80">
              <a:extLst>
                <a:ext uri="{FF2B5EF4-FFF2-40B4-BE49-F238E27FC236}">
                  <a16:creationId xmlns:a16="http://schemas.microsoft.com/office/drawing/2014/main" id="{BFFD3F4A-CFF9-9A15-D734-1F4DBE0FB0EC}"/>
                </a:ext>
              </a:extLst>
            </p:cNvPr>
            <p:cNvSpPr/>
            <p:nvPr/>
          </p:nvSpPr>
          <p:spPr>
            <a:xfrm>
              <a:off x="3818525" y="11905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5" name="Google Shape;2813;p80">
              <a:extLst>
                <a:ext uri="{FF2B5EF4-FFF2-40B4-BE49-F238E27FC236}">
                  <a16:creationId xmlns:a16="http://schemas.microsoft.com/office/drawing/2014/main" id="{DB8E318E-3DD3-341A-3846-FA89117A02B3}"/>
                </a:ext>
              </a:extLst>
            </p:cNvPr>
            <p:cNvSpPr/>
            <p:nvPr/>
          </p:nvSpPr>
          <p:spPr>
            <a:xfrm>
              <a:off x="3818525" y="11143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6" name="Google Shape;2814;p80">
              <a:extLst>
                <a:ext uri="{FF2B5EF4-FFF2-40B4-BE49-F238E27FC236}">
                  <a16:creationId xmlns:a16="http://schemas.microsoft.com/office/drawing/2014/main" id="{13190BEE-65E8-D030-0521-1D263F81B7CE}"/>
                </a:ext>
              </a:extLst>
            </p:cNvPr>
            <p:cNvSpPr/>
            <p:nvPr/>
          </p:nvSpPr>
          <p:spPr>
            <a:xfrm>
              <a:off x="3742300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72"/>
                    <a:pt x="1" y="1066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7" name="Google Shape;2815;p80">
              <a:extLst>
                <a:ext uri="{FF2B5EF4-FFF2-40B4-BE49-F238E27FC236}">
                  <a16:creationId xmlns:a16="http://schemas.microsoft.com/office/drawing/2014/main" id="{330DBCFE-C4FD-9E3F-28DE-56B0027B9061}"/>
                </a:ext>
              </a:extLst>
            </p:cNvPr>
            <p:cNvSpPr/>
            <p:nvPr/>
          </p:nvSpPr>
          <p:spPr>
            <a:xfrm>
              <a:off x="3742300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9" y="1154"/>
                    <a:pt x="2017" y="0"/>
                    <a:pt x="106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8" name="Google Shape;2816;p80">
              <a:extLst>
                <a:ext uri="{FF2B5EF4-FFF2-40B4-BE49-F238E27FC236}">
                  <a16:creationId xmlns:a16="http://schemas.microsoft.com/office/drawing/2014/main" id="{03FE8148-66FC-C8D1-4E9C-2551092A2023}"/>
                </a:ext>
              </a:extLst>
            </p:cNvPr>
            <p:cNvSpPr/>
            <p:nvPr/>
          </p:nvSpPr>
          <p:spPr>
            <a:xfrm>
              <a:off x="3742300" y="18760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81" y="1"/>
                    <a:pt x="1" y="472"/>
                    <a:pt x="1" y="1066"/>
                  </a:cubicBezTo>
                  <a:cubicBezTo>
                    <a:pt x="1" y="1705"/>
                    <a:pt x="528" y="2132"/>
                    <a:pt x="1076" y="2132"/>
                  </a:cubicBezTo>
                  <a:cubicBezTo>
                    <a:pt x="1335" y="2132"/>
                    <a:pt x="1599" y="2036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9" name="Google Shape;2817;p80">
              <a:extLst>
                <a:ext uri="{FF2B5EF4-FFF2-40B4-BE49-F238E27FC236}">
                  <a16:creationId xmlns:a16="http://schemas.microsoft.com/office/drawing/2014/main" id="{6D39CDCE-B546-0536-92AA-15D0C2909A86}"/>
                </a:ext>
              </a:extLst>
            </p:cNvPr>
            <p:cNvSpPr/>
            <p:nvPr/>
          </p:nvSpPr>
          <p:spPr>
            <a:xfrm>
              <a:off x="3742300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1" y="0"/>
                    <a:pt x="1" y="472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0" name="Google Shape;2818;p80">
              <a:extLst>
                <a:ext uri="{FF2B5EF4-FFF2-40B4-BE49-F238E27FC236}">
                  <a16:creationId xmlns:a16="http://schemas.microsoft.com/office/drawing/2014/main" id="{E149B341-DED9-6617-71E9-BA969697120E}"/>
                </a:ext>
              </a:extLst>
            </p:cNvPr>
            <p:cNvSpPr/>
            <p:nvPr/>
          </p:nvSpPr>
          <p:spPr>
            <a:xfrm>
              <a:off x="3742300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9" y="1155"/>
                    <a:pt x="2017" y="1"/>
                    <a:pt x="106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1" name="Google Shape;2819;p80">
              <a:extLst>
                <a:ext uri="{FF2B5EF4-FFF2-40B4-BE49-F238E27FC236}">
                  <a16:creationId xmlns:a16="http://schemas.microsoft.com/office/drawing/2014/main" id="{6BFBC26B-BA5A-00AC-C352-1EF8C03E79BA}"/>
                </a:ext>
              </a:extLst>
            </p:cNvPr>
            <p:cNvSpPr/>
            <p:nvPr/>
          </p:nvSpPr>
          <p:spPr>
            <a:xfrm>
              <a:off x="3742300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4" y="1822"/>
                  </a:cubicBezTo>
                  <a:cubicBezTo>
                    <a:pt x="2489" y="1155"/>
                    <a:pt x="2017" y="9"/>
                    <a:pt x="106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2" name="Google Shape;2820;p80">
              <a:extLst>
                <a:ext uri="{FF2B5EF4-FFF2-40B4-BE49-F238E27FC236}">
                  <a16:creationId xmlns:a16="http://schemas.microsoft.com/office/drawing/2014/main" id="{187A7F8E-9616-DD31-C878-2B2AEE9CE71E}"/>
                </a:ext>
              </a:extLst>
            </p:cNvPr>
            <p:cNvSpPr/>
            <p:nvPr/>
          </p:nvSpPr>
          <p:spPr>
            <a:xfrm>
              <a:off x="3742300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81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4" y="1813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3" name="Google Shape;2821;p80">
              <a:extLst>
                <a:ext uri="{FF2B5EF4-FFF2-40B4-BE49-F238E27FC236}">
                  <a16:creationId xmlns:a16="http://schemas.microsoft.com/office/drawing/2014/main" id="{8D513ED4-90F6-B9E9-7D4E-759F28F2BFA8}"/>
                </a:ext>
              </a:extLst>
            </p:cNvPr>
            <p:cNvSpPr/>
            <p:nvPr/>
          </p:nvSpPr>
          <p:spPr>
            <a:xfrm>
              <a:off x="3742300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1" y="0"/>
                    <a:pt x="1" y="472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4" name="Google Shape;2822;p80">
              <a:extLst>
                <a:ext uri="{FF2B5EF4-FFF2-40B4-BE49-F238E27FC236}">
                  <a16:creationId xmlns:a16="http://schemas.microsoft.com/office/drawing/2014/main" id="{3F567798-9831-409C-AB49-4660E751D562}"/>
                </a:ext>
              </a:extLst>
            </p:cNvPr>
            <p:cNvSpPr/>
            <p:nvPr/>
          </p:nvSpPr>
          <p:spPr>
            <a:xfrm>
              <a:off x="3742300" y="11143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9" y="1155"/>
                    <a:pt x="2017" y="1"/>
                    <a:pt x="106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5" name="Google Shape;2823;p80">
              <a:extLst>
                <a:ext uri="{FF2B5EF4-FFF2-40B4-BE49-F238E27FC236}">
                  <a16:creationId xmlns:a16="http://schemas.microsoft.com/office/drawing/2014/main" id="{6AD114BC-5D23-EB9E-2A6D-5B21ED1B74E3}"/>
                </a:ext>
              </a:extLst>
            </p:cNvPr>
            <p:cNvSpPr/>
            <p:nvPr/>
          </p:nvSpPr>
          <p:spPr>
            <a:xfrm>
              <a:off x="3666100" y="21045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6" name="Google Shape;2824;p80">
              <a:extLst>
                <a:ext uri="{FF2B5EF4-FFF2-40B4-BE49-F238E27FC236}">
                  <a16:creationId xmlns:a16="http://schemas.microsoft.com/office/drawing/2014/main" id="{12CDF713-4CF1-28A5-5C01-C49370DCC96E}"/>
                </a:ext>
              </a:extLst>
            </p:cNvPr>
            <p:cNvSpPr/>
            <p:nvPr/>
          </p:nvSpPr>
          <p:spPr>
            <a:xfrm>
              <a:off x="3666100" y="20282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7" name="Google Shape;2825;p80">
              <a:extLst>
                <a:ext uri="{FF2B5EF4-FFF2-40B4-BE49-F238E27FC236}">
                  <a16:creationId xmlns:a16="http://schemas.microsoft.com/office/drawing/2014/main" id="{C8BA5DAC-1B5B-C46C-03EA-7239521AA4F5}"/>
                </a:ext>
              </a:extLst>
            </p:cNvPr>
            <p:cNvSpPr/>
            <p:nvPr/>
          </p:nvSpPr>
          <p:spPr>
            <a:xfrm>
              <a:off x="3666100" y="1876050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7"/>
                    <a:pt x="523" y="2131"/>
                    <a:pt x="1069" y="2131"/>
                  </a:cubicBezTo>
                  <a:cubicBezTo>
                    <a:pt x="1333" y="2131"/>
                    <a:pt x="1602" y="2033"/>
                    <a:pt x="1821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8" name="Google Shape;2826;p80">
              <a:extLst>
                <a:ext uri="{FF2B5EF4-FFF2-40B4-BE49-F238E27FC236}">
                  <a16:creationId xmlns:a16="http://schemas.microsoft.com/office/drawing/2014/main" id="{AADB03D6-CF0E-B997-8043-C8AB918CF5C4}"/>
                </a:ext>
              </a:extLst>
            </p:cNvPr>
            <p:cNvSpPr/>
            <p:nvPr/>
          </p:nvSpPr>
          <p:spPr>
            <a:xfrm>
              <a:off x="3666100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6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9" name="Google Shape;2827;p80">
              <a:extLst>
                <a:ext uri="{FF2B5EF4-FFF2-40B4-BE49-F238E27FC236}">
                  <a16:creationId xmlns:a16="http://schemas.microsoft.com/office/drawing/2014/main" id="{A7869C16-653D-74A2-CB36-4991E6AB67CF}"/>
                </a:ext>
              </a:extLst>
            </p:cNvPr>
            <p:cNvSpPr/>
            <p:nvPr/>
          </p:nvSpPr>
          <p:spPr>
            <a:xfrm>
              <a:off x="3666100" y="1571400"/>
              <a:ext cx="62150" cy="53250"/>
            </a:xfrm>
            <a:custGeom>
              <a:avLst/>
              <a:gdLst/>
              <a:ahLst/>
              <a:cxnLst/>
              <a:rect l="l" t="t" r="r" b="b"/>
              <a:pathLst>
                <a:path w="2486" h="2130" extrusionOk="0">
                  <a:moveTo>
                    <a:pt x="1075" y="1"/>
                  </a:moveTo>
                  <a:cubicBezTo>
                    <a:pt x="1072" y="1"/>
                    <a:pt x="1069" y="1"/>
                    <a:pt x="1065" y="1"/>
                  </a:cubicBez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86" y="1149"/>
                    <a:pt x="2020" y="1"/>
                    <a:pt x="107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0" name="Google Shape;2828;p80">
              <a:extLst>
                <a:ext uri="{FF2B5EF4-FFF2-40B4-BE49-F238E27FC236}">
                  <a16:creationId xmlns:a16="http://schemas.microsoft.com/office/drawing/2014/main" id="{84498176-FD80-5BB5-52B2-FB30EE12BA8A}"/>
                </a:ext>
              </a:extLst>
            </p:cNvPr>
            <p:cNvSpPr/>
            <p:nvPr/>
          </p:nvSpPr>
          <p:spPr>
            <a:xfrm>
              <a:off x="3589875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1" name="Google Shape;2829;p80">
              <a:extLst>
                <a:ext uri="{FF2B5EF4-FFF2-40B4-BE49-F238E27FC236}">
                  <a16:creationId xmlns:a16="http://schemas.microsoft.com/office/drawing/2014/main" id="{BA97410C-8ED9-1E1A-4A26-48EA2A7F3703}"/>
                </a:ext>
              </a:extLst>
            </p:cNvPr>
            <p:cNvSpPr/>
            <p:nvPr/>
          </p:nvSpPr>
          <p:spPr>
            <a:xfrm>
              <a:off x="3589875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2" name="Google Shape;2830;p80">
              <a:extLst>
                <a:ext uri="{FF2B5EF4-FFF2-40B4-BE49-F238E27FC236}">
                  <a16:creationId xmlns:a16="http://schemas.microsoft.com/office/drawing/2014/main" id="{F039498D-71F0-8C75-AA7A-719407E1188D}"/>
                </a:ext>
              </a:extLst>
            </p:cNvPr>
            <p:cNvSpPr/>
            <p:nvPr/>
          </p:nvSpPr>
          <p:spPr>
            <a:xfrm>
              <a:off x="3589875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1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3" name="Google Shape;2831;p80">
              <a:extLst>
                <a:ext uri="{FF2B5EF4-FFF2-40B4-BE49-F238E27FC236}">
                  <a16:creationId xmlns:a16="http://schemas.microsoft.com/office/drawing/2014/main" id="{04AC689E-8E43-C3BA-B150-AA1150E01452}"/>
                </a:ext>
              </a:extLst>
            </p:cNvPr>
            <p:cNvSpPr/>
            <p:nvPr/>
          </p:nvSpPr>
          <p:spPr>
            <a:xfrm>
              <a:off x="3589875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3" y="2138"/>
                  </a:cubicBezTo>
                  <a:cubicBezTo>
                    <a:pt x="1336" y="2138"/>
                    <a:pt x="1603" y="2040"/>
                    <a:pt x="1822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4" name="Google Shape;2832;p80">
              <a:extLst>
                <a:ext uri="{FF2B5EF4-FFF2-40B4-BE49-F238E27FC236}">
                  <a16:creationId xmlns:a16="http://schemas.microsoft.com/office/drawing/2014/main" id="{7B756B54-6AD0-3673-6240-B01E66EB194F}"/>
                </a:ext>
              </a:extLst>
            </p:cNvPr>
            <p:cNvSpPr/>
            <p:nvPr/>
          </p:nvSpPr>
          <p:spPr>
            <a:xfrm>
              <a:off x="3589875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7" y="2138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5" name="Google Shape;2833;p80">
              <a:extLst>
                <a:ext uri="{FF2B5EF4-FFF2-40B4-BE49-F238E27FC236}">
                  <a16:creationId xmlns:a16="http://schemas.microsoft.com/office/drawing/2014/main" id="{C4DC3B12-3315-B8A4-E40D-DE41AD603B61}"/>
                </a:ext>
              </a:extLst>
            </p:cNvPr>
            <p:cNvSpPr/>
            <p:nvPr/>
          </p:nvSpPr>
          <p:spPr>
            <a:xfrm>
              <a:off x="3513675" y="2256925"/>
              <a:ext cx="62550" cy="53425"/>
            </a:xfrm>
            <a:custGeom>
              <a:avLst/>
              <a:gdLst/>
              <a:ahLst/>
              <a:cxnLst/>
              <a:rect l="l" t="t" r="r" b="b"/>
              <a:pathLst>
                <a:path w="2502" h="2137" extrusionOk="0">
                  <a:moveTo>
                    <a:pt x="1075" y="0"/>
                  </a:moveTo>
                  <a:cubicBezTo>
                    <a:pt x="1072" y="0"/>
                    <a:pt x="1069" y="0"/>
                    <a:pt x="1065" y="0"/>
                  </a:cubicBez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80" y="2137"/>
                  </a:cubicBezTo>
                  <a:cubicBezTo>
                    <a:pt x="1343" y="2137"/>
                    <a:pt x="1611" y="2039"/>
                    <a:pt x="1829" y="1821"/>
                  </a:cubicBezTo>
                  <a:cubicBezTo>
                    <a:pt x="2502" y="1149"/>
                    <a:pt x="2028" y="0"/>
                    <a:pt x="107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6" name="Google Shape;2834;p80">
              <a:extLst>
                <a:ext uri="{FF2B5EF4-FFF2-40B4-BE49-F238E27FC236}">
                  <a16:creationId xmlns:a16="http://schemas.microsoft.com/office/drawing/2014/main" id="{D41C0795-9299-165A-1830-E8673580128E}"/>
                </a:ext>
              </a:extLst>
            </p:cNvPr>
            <p:cNvSpPr/>
            <p:nvPr/>
          </p:nvSpPr>
          <p:spPr>
            <a:xfrm>
              <a:off x="3513675" y="21807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7" name="Google Shape;2835;p80">
              <a:extLst>
                <a:ext uri="{FF2B5EF4-FFF2-40B4-BE49-F238E27FC236}">
                  <a16:creationId xmlns:a16="http://schemas.microsoft.com/office/drawing/2014/main" id="{8C3AF8A7-CC91-B0DC-69C3-07FA12DAF4D3}"/>
                </a:ext>
              </a:extLst>
            </p:cNvPr>
            <p:cNvSpPr/>
            <p:nvPr/>
          </p:nvSpPr>
          <p:spPr>
            <a:xfrm>
              <a:off x="3513675" y="21045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8" name="Google Shape;2836;p80">
              <a:extLst>
                <a:ext uri="{FF2B5EF4-FFF2-40B4-BE49-F238E27FC236}">
                  <a16:creationId xmlns:a16="http://schemas.microsoft.com/office/drawing/2014/main" id="{110E3DEB-965B-067C-D925-59029F2B2BFB}"/>
                </a:ext>
              </a:extLst>
            </p:cNvPr>
            <p:cNvSpPr/>
            <p:nvPr/>
          </p:nvSpPr>
          <p:spPr>
            <a:xfrm>
              <a:off x="3513675" y="20282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9" name="Google Shape;2837;p80">
              <a:extLst>
                <a:ext uri="{FF2B5EF4-FFF2-40B4-BE49-F238E27FC236}">
                  <a16:creationId xmlns:a16="http://schemas.microsoft.com/office/drawing/2014/main" id="{B7DCEA09-66CA-D3B7-E9AC-5B3A51ED0458}"/>
                </a:ext>
              </a:extLst>
            </p:cNvPr>
            <p:cNvSpPr/>
            <p:nvPr/>
          </p:nvSpPr>
          <p:spPr>
            <a:xfrm>
              <a:off x="3513675" y="19520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96" y="1155"/>
                    <a:pt x="2016" y="1"/>
                    <a:pt x="106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0" name="Google Shape;2838;p80">
              <a:extLst>
                <a:ext uri="{FF2B5EF4-FFF2-40B4-BE49-F238E27FC236}">
                  <a16:creationId xmlns:a16="http://schemas.microsoft.com/office/drawing/2014/main" id="{31FA2973-F574-4DA1-A1C7-8F758517552D}"/>
                </a:ext>
              </a:extLst>
            </p:cNvPr>
            <p:cNvSpPr/>
            <p:nvPr/>
          </p:nvSpPr>
          <p:spPr>
            <a:xfrm>
              <a:off x="3513675" y="1876050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3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1" name="Google Shape;2839;p80">
              <a:extLst>
                <a:ext uri="{FF2B5EF4-FFF2-40B4-BE49-F238E27FC236}">
                  <a16:creationId xmlns:a16="http://schemas.microsoft.com/office/drawing/2014/main" id="{B5E800E9-7964-0557-3511-95D6F49575B3}"/>
                </a:ext>
              </a:extLst>
            </p:cNvPr>
            <p:cNvSpPr/>
            <p:nvPr/>
          </p:nvSpPr>
          <p:spPr>
            <a:xfrm>
              <a:off x="3513675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2" name="Google Shape;2840;p80">
              <a:extLst>
                <a:ext uri="{FF2B5EF4-FFF2-40B4-BE49-F238E27FC236}">
                  <a16:creationId xmlns:a16="http://schemas.microsoft.com/office/drawing/2014/main" id="{E0D95B4C-9A87-6DE8-37AA-7C71C0A2B91A}"/>
                </a:ext>
              </a:extLst>
            </p:cNvPr>
            <p:cNvSpPr/>
            <p:nvPr/>
          </p:nvSpPr>
          <p:spPr>
            <a:xfrm>
              <a:off x="3437450" y="23331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1"/>
                    <a:pt x="9" y="480"/>
                    <a:pt x="1" y="1066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6" y="2040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3" name="Google Shape;2841;p80">
              <a:extLst>
                <a:ext uri="{FF2B5EF4-FFF2-40B4-BE49-F238E27FC236}">
                  <a16:creationId xmlns:a16="http://schemas.microsoft.com/office/drawing/2014/main" id="{010B495B-028F-DC03-7A78-D210BC7C59C7}"/>
                </a:ext>
              </a:extLst>
            </p:cNvPr>
            <p:cNvSpPr/>
            <p:nvPr/>
          </p:nvSpPr>
          <p:spPr>
            <a:xfrm>
              <a:off x="3437450" y="2256925"/>
              <a:ext cx="62575" cy="53425"/>
            </a:xfrm>
            <a:custGeom>
              <a:avLst/>
              <a:gdLst/>
              <a:ahLst/>
              <a:cxnLst/>
              <a:rect l="l" t="t" r="r" b="b"/>
              <a:pathLst>
                <a:path w="2503" h="2137" extrusionOk="0">
                  <a:moveTo>
                    <a:pt x="1084" y="0"/>
                  </a:moveTo>
                  <a:cubicBezTo>
                    <a:pt x="1080" y="0"/>
                    <a:pt x="1077" y="0"/>
                    <a:pt x="1074" y="0"/>
                  </a:cubicBez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30" y="2137"/>
                    <a:pt x="1081" y="2137"/>
                  </a:cubicBezTo>
                  <a:cubicBezTo>
                    <a:pt x="1344" y="2137"/>
                    <a:pt x="1612" y="2039"/>
                    <a:pt x="1830" y="1821"/>
                  </a:cubicBezTo>
                  <a:cubicBezTo>
                    <a:pt x="2502" y="1149"/>
                    <a:pt x="2028" y="0"/>
                    <a:pt x="108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4" name="Google Shape;2842;p80">
              <a:extLst>
                <a:ext uri="{FF2B5EF4-FFF2-40B4-BE49-F238E27FC236}">
                  <a16:creationId xmlns:a16="http://schemas.microsoft.com/office/drawing/2014/main" id="{41041CC9-20B4-C99D-5DEC-441C67020C7C}"/>
                </a:ext>
              </a:extLst>
            </p:cNvPr>
            <p:cNvSpPr/>
            <p:nvPr/>
          </p:nvSpPr>
          <p:spPr>
            <a:xfrm>
              <a:off x="3437450" y="21807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6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7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5" name="Google Shape;2843;p80">
              <a:extLst>
                <a:ext uri="{FF2B5EF4-FFF2-40B4-BE49-F238E27FC236}">
                  <a16:creationId xmlns:a16="http://schemas.microsoft.com/office/drawing/2014/main" id="{D96DD3A9-3B65-9DCF-51D7-5D6398970687}"/>
                </a:ext>
              </a:extLst>
            </p:cNvPr>
            <p:cNvSpPr/>
            <p:nvPr/>
          </p:nvSpPr>
          <p:spPr>
            <a:xfrm>
              <a:off x="3437450" y="20282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1"/>
                    <a:pt x="9" y="480"/>
                    <a:pt x="1" y="1065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6" y="2040"/>
                    <a:pt x="1822" y="1821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6" name="Google Shape;2844;p80">
              <a:extLst>
                <a:ext uri="{FF2B5EF4-FFF2-40B4-BE49-F238E27FC236}">
                  <a16:creationId xmlns:a16="http://schemas.microsoft.com/office/drawing/2014/main" id="{6DCEA33E-1DA9-AB37-6BA3-CEB3BC4BD6A7}"/>
                </a:ext>
              </a:extLst>
            </p:cNvPr>
            <p:cNvSpPr/>
            <p:nvPr/>
          </p:nvSpPr>
          <p:spPr>
            <a:xfrm>
              <a:off x="3437450" y="1876050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74" y="1"/>
                  </a:moveTo>
                  <a:cubicBezTo>
                    <a:pt x="480" y="1"/>
                    <a:pt x="9" y="472"/>
                    <a:pt x="1" y="1066"/>
                  </a:cubicBezTo>
                  <a:cubicBezTo>
                    <a:pt x="1" y="1707"/>
                    <a:pt x="527" y="2131"/>
                    <a:pt x="1073" y="2131"/>
                  </a:cubicBezTo>
                  <a:cubicBezTo>
                    <a:pt x="1337" y="2131"/>
                    <a:pt x="1605" y="2033"/>
                    <a:pt x="1822" y="1813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7" name="Google Shape;2845;p80">
              <a:extLst>
                <a:ext uri="{FF2B5EF4-FFF2-40B4-BE49-F238E27FC236}">
                  <a16:creationId xmlns:a16="http://schemas.microsoft.com/office/drawing/2014/main" id="{3F2D621D-8ADA-6042-4C99-3E916B087743}"/>
                </a:ext>
              </a:extLst>
            </p:cNvPr>
            <p:cNvSpPr/>
            <p:nvPr/>
          </p:nvSpPr>
          <p:spPr>
            <a:xfrm>
              <a:off x="3437450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6"/>
                    <a:pt x="1822" y="1821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8" name="Google Shape;2846;p80">
              <a:extLst>
                <a:ext uri="{FF2B5EF4-FFF2-40B4-BE49-F238E27FC236}">
                  <a16:creationId xmlns:a16="http://schemas.microsoft.com/office/drawing/2014/main" id="{D736E73E-25A8-2679-EBC3-9281C5AC0745}"/>
                </a:ext>
              </a:extLst>
            </p:cNvPr>
            <p:cNvSpPr/>
            <p:nvPr/>
          </p:nvSpPr>
          <p:spPr>
            <a:xfrm>
              <a:off x="3437450" y="17236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5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7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9" name="Google Shape;2847;p80">
              <a:extLst>
                <a:ext uri="{FF2B5EF4-FFF2-40B4-BE49-F238E27FC236}">
                  <a16:creationId xmlns:a16="http://schemas.microsoft.com/office/drawing/2014/main" id="{302B55F7-E7B3-9F64-81BE-A1F81CDADE61}"/>
                </a:ext>
              </a:extLst>
            </p:cNvPr>
            <p:cNvSpPr/>
            <p:nvPr/>
          </p:nvSpPr>
          <p:spPr>
            <a:xfrm>
              <a:off x="3361450" y="233312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2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0" name="Google Shape;2848;p80">
              <a:extLst>
                <a:ext uri="{FF2B5EF4-FFF2-40B4-BE49-F238E27FC236}">
                  <a16:creationId xmlns:a16="http://schemas.microsoft.com/office/drawing/2014/main" id="{8B75FB74-DD8A-FE1C-BB39-ECBB18F8BDF2}"/>
                </a:ext>
              </a:extLst>
            </p:cNvPr>
            <p:cNvSpPr/>
            <p:nvPr/>
          </p:nvSpPr>
          <p:spPr>
            <a:xfrm>
              <a:off x="3361450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5" y="0"/>
                  </a:moveTo>
                  <a:cubicBezTo>
                    <a:pt x="1072" y="0"/>
                    <a:pt x="1069" y="0"/>
                    <a:pt x="1065" y="0"/>
                  </a:cubicBez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94" y="1149"/>
                    <a:pt x="2020" y="0"/>
                    <a:pt x="107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1" name="Google Shape;2849;p80">
              <a:extLst>
                <a:ext uri="{FF2B5EF4-FFF2-40B4-BE49-F238E27FC236}">
                  <a16:creationId xmlns:a16="http://schemas.microsoft.com/office/drawing/2014/main" id="{6ADB5CF0-DAC2-28E9-464C-6908CA754430}"/>
                </a:ext>
              </a:extLst>
            </p:cNvPr>
            <p:cNvSpPr/>
            <p:nvPr/>
          </p:nvSpPr>
          <p:spPr>
            <a:xfrm>
              <a:off x="3361450" y="21807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2" y="2133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2" name="Google Shape;2850;p80">
              <a:extLst>
                <a:ext uri="{FF2B5EF4-FFF2-40B4-BE49-F238E27FC236}">
                  <a16:creationId xmlns:a16="http://schemas.microsoft.com/office/drawing/2014/main" id="{B3025A3F-6852-395B-6367-A6E2250B36C6}"/>
                </a:ext>
              </a:extLst>
            </p:cNvPr>
            <p:cNvSpPr/>
            <p:nvPr/>
          </p:nvSpPr>
          <p:spPr>
            <a:xfrm>
              <a:off x="3361450" y="17998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3" name="Google Shape;2851;p80">
              <a:extLst>
                <a:ext uri="{FF2B5EF4-FFF2-40B4-BE49-F238E27FC236}">
                  <a16:creationId xmlns:a16="http://schemas.microsoft.com/office/drawing/2014/main" id="{83B45224-A968-CC5A-BF46-4D0F8E12C2F8}"/>
                </a:ext>
              </a:extLst>
            </p:cNvPr>
            <p:cNvSpPr/>
            <p:nvPr/>
          </p:nvSpPr>
          <p:spPr>
            <a:xfrm>
              <a:off x="3285225" y="187605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2" y="1813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4" name="Google Shape;2852;p80">
              <a:extLst>
                <a:ext uri="{FF2B5EF4-FFF2-40B4-BE49-F238E27FC236}">
                  <a16:creationId xmlns:a16="http://schemas.microsoft.com/office/drawing/2014/main" id="{F7035052-7EB1-B2A1-9BDA-DCC5587E10DE}"/>
                </a:ext>
              </a:extLst>
            </p:cNvPr>
            <p:cNvSpPr/>
            <p:nvPr/>
          </p:nvSpPr>
          <p:spPr>
            <a:xfrm>
              <a:off x="3132800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96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5" name="Google Shape;2853;p80">
              <a:extLst>
                <a:ext uri="{FF2B5EF4-FFF2-40B4-BE49-F238E27FC236}">
                  <a16:creationId xmlns:a16="http://schemas.microsoft.com/office/drawing/2014/main" id="{99E36E91-C6C8-7092-519E-ADFEDA8B8F60}"/>
                </a:ext>
              </a:extLst>
            </p:cNvPr>
            <p:cNvSpPr/>
            <p:nvPr/>
          </p:nvSpPr>
          <p:spPr>
            <a:xfrm>
              <a:off x="3056800" y="17236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6" name="Google Shape;2854;p80">
              <a:extLst>
                <a:ext uri="{FF2B5EF4-FFF2-40B4-BE49-F238E27FC236}">
                  <a16:creationId xmlns:a16="http://schemas.microsoft.com/office/drawing/2014/main" id="{6CCB8578-CBFA-2ED5-3208-B601C920DF9A}"/>
                </a:ext>
              </a:extLst>
            </p:cNvPr>
            <p:cNvSpPr/>
            <p:nvPr/>
          </p:nvSpPr>
          <p:spPr>
            <a:xfrm>
              <a:off x="3056800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7" name="Google Shape;2855;p80">
              <a:extLst>
                <a:ext uri="{FF2B5EF4-FFF2-40B4-BE49-F238E27FC236}">
                  <a16:creationId xmlns:a16="http://schemas.microsoft.com/office/drawing/2014/main" id="{779B60C6-BCCB-3758-67DF-500D0CDE1BDB}"/>
                </a:ext>
              </a:extLst>
            </p:cNvPr>
            <p:cNvSpPr/>
            <p:nvPr/>
          </p:nvSpPr>
          <p:spPr>
            <a:xfrm>
              <a:off x="2980575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8" name="Google Shape;2856;p80">
              <a:extLst>
                <a:ext uri="{FF2B5EF4-FFF2-40B4-BE49-F238E27FC236}">
                  <a16:creationId xmlns:a16="http://schemas.microsoft.com/office/drawing/2014/main" id="{96BB878D-599A-F343-BE9B-4A02CCE46BB9}"/>
                </a:ext>
              </a:extLst>
            </p:cNvPr>
            <p:cNvSpPr/>
            <p:nvPr/>
          </p:nvSpPr>
          <p:spPr>
            <a:xfrm>
              <a:off x="2980575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9" name="Google Shape;2857;p80">
              <a:extLst>
                <a:ext uri="{FF2B5EF4-FFF2-40B4-BE49-F238E27FC236}">
                  <a16:creationId xmlns:a16="http://schemas.microsoft.com/office/drawing/2014/main" id="{C8620A73-0734-3D77-054D-E26EA31CE980}"/>
                </a:ext>
              </a:extLst>
            </p:cNvPr>
            <p:cNvSpPr/>
            <p:nvPr/>
          </p:nvSpPr>
          <p:spPr>
            <a:xfrm>
              <a:off x="2980575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0" name="Google Shape;2858;p80">
              <a:extLst>
                <a:ext uri="{FF2B5EF4-FFF2-40B4-BE49-F238E27FC236}">
                  <a16:creationId xmlns:a16="http://schemas.microsoft.com/office/drawing/2014/main" id="{E2218150-AB6C-D32C-CA76-8C9B8DACFA34}"/>
                </a:ext>
              </a:extLst>
            </p:cNvPr>
            <p:cNvSpPr/>
            <p:nvPr/>
          </p:nvSpPr>
          <p:spPr>
            <a:xfrm>
              <a:off x="2980575" y="12665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0"/>
                  </a:moveTo>
                  <a:cubicBezTo>
                    <a:pt x="480" y="9"/>
                    <a:pt x="1" y="480"/>
                    <a:pt x="1" y="1074"/>
                  </a:cubicBezTo>
                  <a:cubicBezTo>
                    <a:pt x="1" y="1711"/>
                    <a:pt x="525" y="2137"/>
                    <a:pt x="1073" y="2137"/>
                  </a:cubicBezTo>
                  <a:cubicBezTo>
                    <a:pt x="1336" y="2137"/>
                    <a:pt x="1603" y="2040"/>
                    <a:pt x="1822" y="1821"/>
                  </a:cubicBezTo>
                  <a:cubicBezTo>
                    <a:pt x="2488" y="1155"/>
                    <a:pt x="2017" y="0"/>
                    <a:pt x="106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1" name="Google Shape;2859;p80">
              <a:extLst>
                <a:ext uri="{FF2B5EF4-FFF2-40B4-BE49-F238E27FC236}">
                  <a16:creationId xmlns:a16="http://schemas.microsoft.com/office/drawing/2014/main" id="{5C3BEB92-7C4F-FE92-8B92-E2A41364C841}"/>
                </a:ext>
              </a:extLst>
            </p:cNvPr>
            <p:cNvSpPr/>
            <p:nvPr/>
          </p:nvSpPr>
          <p:spPr>
            <a:xfrm>
              <a:off x="2980575" y="11905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2" name="Google Shape;2860;p80">
              <a:extLst>
                <a:ext uri="{FF2B5EF4-FFF2-40B4-BE49-F238E27FC236}">
                  <a16:creationId xmlns:a16="http://schemas.microsoft.com/office/drawing/2014/main" id="{C9332BF5-D5A4-EB3D-4CB2-472C02199962}"/>
                </a:ext>
              </a:extLst>
            </p:cNvPr>
            <p:cNvSpPr/>
            <p:nvPr/>
          </p:nvSpPr>
          <p:spPr>
            <a:xfrm>
              <a:off x="2980575" y="11143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3" name="Google Shape;2861;p80">
              <a:extLst>
                <a:ext uri="{FF2B5EF4-FFF2-40B4-BE49-F238E27FC236}">
                  <a16:creationId xmlns:a16="http://schemas.microsoft.com/office/drawing/2014/main" id="{C5B1B12B-8A05-03C0-DFB6-BDB3028F67CB}"/>
                </a:ext>
              </a:extLst>
            </p:cNvPr>
            <p:cNvSpPr/>
            <p:nvPr/>
          </p:nvSpPr>
          <p:spPr>
            <a:xfrm>
              <a:off x="2904375" y="14952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4" name="Google Shape;2862;p80">
              <a:extLst>
                <a:ext uri="{FF2B5EF4-FFF2-40B4-BE49-F238E27FC236}">
                  <a16:creationId xmlns:a16="http://schemas.microsoft.com/office/drawing/2014/main" id="{40DD0115-5465-6C6A-0BD6-5F366E24628C}"/>
                </a:ext>
              </a:extLst>
            </p:cNvPr>
            <p:cNvSpPr/>
            <p:nvPr/>
          </p:nvSpPr>
          <p:spPr>
            <a:xfrm>
              <a:off x="2904375" y="14189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5" name="Google Shape;2863;p80">
              <a:extLst>
                <a:ext uri="{FF2B5EF4-FFF2-40B4-BE49-F238E27FC236}">
                  <a16:creationId xmlns:a16="http://schemas.microsoft.com/office/drawing/2014/main" id="{C8964659-F8D2-70D1-5E5E-F2887BCE34F4}"/>
                </a:ext>
              </a:extLst>
            </p:cNvPr>
            <p:cNvSpPr/>
            <p:nvPr/>
          </p:nvSpPr>
          <p:spPr>
            <a:xfrm>
              <a:off x="2904375" y="13427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6" name="Google Shape;2864;p80">
              <a:extLst>
                <a:ext uri="{FF2B5EF4-FFF2-40B4-BE49-F238E27FC236}">
                  <a16:creationId xmlns:a16="http://schemas.microsoft.com/office/drawing/2014/main" id="{7D7092C6-B814-1203-6DB3-26CBC9729017}"/>
                </a:ext>
              </a:extLst>
            </p:cNvPr>
            <p:cNvSpPr/>
            <p:nvPr/>
          </p:nvSpPr>
          <p:spPr>
            <a:xfrm>
              <a:off x="2904375" y="12665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0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1"/>
                  </a:cubicBezTo>
                  <a:cubicBezTo>
                    <a:pt x="2488" y="1155"/>
                    <a:pt x="2016" y="0"/>
                    <a:pt x="106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7" name="Google Shape;2865;p80">
              <a:extLst>
                <a:ext uri="{FF2B5EF4-FFF2-40B4-BE49-F238E27FC236}">
                  <a16:creationId xmlns:a16="http://schemas.microsoft.com/office/drawing/2014/main" id="{9A517433-017F-06F4-81BE-B9F59E1A901F}"/>
                </a:ext>
              </a:extLst>
            </p:cNvPr>
            <p:cNvSpPr/>
            <p:nvPr/>
          </p:nvSpPr>
          <p:spPr>
            <a:xfrm>
              <a:off x="2904375" y="11905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8" name="Google Shape;2866;p80">
              <a:extLst>
                <a:ext uri="{FF2B5EF4-FFF2-40B4-BE49-F238E27FC236}">
                  <a16:creationId xmlns:a16="http://schemas.microsoft.com/office/drawing/2014/main" id="{FF9B9B00-8B93-A601-9B4C-BAD672FE63A9}"/>
                </a:ext>
              </a:extLst>
            </p:cNvPr>
            <p:cNvSpPr/>
            <p:nvPr/>
          </p:nvSpPr>
          <p:spPr>
            <a:xfrm>
              <a:off x="2904375" y="11143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9" name="Google Shape;2867;p80">
              <a:extLst>
                <a:ext uri="{FF2B5EF4-FFF2-40B4-BE49-F238E27FC236}">
                  <a16:creationId xmlns:a16="http://schemas.microsoft.com/office/drawing/2014/main" id="{BA9000BB-B282-B60D-4D94-7C6413F226B6}"/>
                </a:ext>
              </a:extLst>
            </p:cNvPr>
            <p:cNvSpPr/>
            <p:nvPr/>
          </p:nvSpPr>
          <p:spPr>
            <a:xfrm>
              <a:off x="2904375" y="1038125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0" name="Google Shape;2868;p80">
              <a:extLst>
                <a:ext uri="{FF2B5EF4-FFF2-40B4-BE49-F238E27FC236}">
                  <a16:creationId xmlns:a16="http://schemas.microsoft.com/office/drawing/2014/main" id="{D2D48D56-45CB-4F5F-BBD9-991EAD074D0D}"/>
                </a:ext>
              </a:extLst>
            </p:cNvPr>
            <p:cNvSpPr/>
            <p:nvPr/>
          </p:nvSpPr>
          <p:spPr>
            <a:xfrm>
              <a:off x="2828150" y="1571400"/>
              <a:ext cx="62150" cy="53250"/>
            </a:xfrm>
            <a:custGeom>
              <a:avLst/>
              <a:gdLst/>
              <a:ahLst/>
              <a:cxnLst/>
              <a:rect l="l" t="t" r="r" b="b"/>
              <a:pathLst>
                <a:path w="2486" h="2130" extrusionOk="0">
                  <a:moveTo>
                    <a:pt x="1076" y="1"/>
                  </a:moveTo>
                  <a:cubicBezTo>
                    <a:pt x="1072" y="1"/>
                    <a:pt x="1069" y="1"/>
                    <a:pt x="1066" y="1"/>
                  </a:cubicBezTo>
                  <a:cubicBezTo>
                    <a:pt x="480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3" y="2129"/>
                  </a:cubicBezTo>
                  <a:cubicBezTo>
                    <a:pt x="1336" y="2129"/>
                    <a:pt x="1603" y="2032"/>
                    <a:pt x="1822" y="1813"/>
                  </a:cubicBezTo>
                  <a:cubicBezTo>
                    <a:pt x="2486" y="1149"/>
                    <a:pt x="2020" y="1"/>
                    <a:pt x="107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1" name="Google Shape;2869;p80">
              <a:extLst>
                <a:ext uri="{FF2B5EF4-FFF2-40B4-BE49-F238E27FC236}">
                  <a16:creationId xmlns:a16="http://schemas.microsoft.com/office/drawing/2014/main" id="{6665B879-A75E-7683-CDF8-72001C174DCE}"/>
                </a:ext>
              </a:extLst>
            </p:cNvPr>
            <p:cNvSpPr/>
            <p:nvPr/>
          </p:nvSpPr>
          <p:spPr>
            <a:xfrm>
              <a:off x="2828150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2" name="Google Shape;2870;p80">
              <a:extLst>
                <a:ext uri="{FF2B5EF4-FFF2-40B4-BE49-F238E27FC236}">
                  <a16:creationId xmlns:a16="http://schemas.microsoft.com/office/drawing/2014/main" id="{28EFF9E7-E2BE-BB4B-FB89-D861B0726E04}"/>
                </a:ext>
              </a:extLst>
            </p:cNvPr>
            <p:cNvSpPr/>
            <p:nvPr/>
          </p:nvSpPr>
          <p:spPr>
            <a:xfrm>
              <a:off x="2828150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3" name="Google Shape;2871;p80">
              <a:extLst>
                <a:ext uri="{FF2B5EF4-FFF2-40B4-BE49-F238E27FC236}">
                  <a16:creationId xmlns:a16="http://schemas.microsoft.com/office/drawing/2014/main" id="{CCC4C795-FA92-00AF-F64D-7181C95E54C1}"/>
                </a:ext>
              </a:extLst>
            </p:cNvPr>
            <p:cNvSpPr/>
            <p:nvPr/>
          </p:nvSpPr>
          <p:spPr>
            <a:xfrm>
              <a:off x="2828150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4" name="Google Shape;2872;p80">
              <a:extLst>
                <a:ext uri="{FF2B5EF4-FFF2-40B4-BE49-F238E27FC236}">
                  <a16:creationId xmlns:a16="http://schemas.microsoft.com/office/drawing/2014/main" id="{37F89DC5-F2C1-EFA0-EE7B-F08ACB480DD2}"/>
                </a:ext>
              </a:extLst>
            </p:cNvPr>
            <p:cNvSpPr/>
            <p:nvPr/>
          </p:nvSpPr>
          <p:spPr>
            <a:xfrm>
              <a:off x="2828150" y="12665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0"/>
                  </a:moveTo>
                  <a:cubicBezTo>
                    <a:pt x="480" y="9"/>
                    <a:pt x="1" y="480"/>
                    <a:pt x="1" y="1074"/>
                  </a:cubicBezTo>
                  <a:cubicBezTo>
                    <a:pt x="1" y="1711"/>
                    <a:pt x="525" y="2137"/>
                    <a:pt x="1073" y="2137"/>
                  </a:cubicBezTo>
                  <a:cubicBezTo>
                    <a:pt x="1336" y="2137"/>
                    <a:pt x="1603" y="2040"/>
                    <a:pt x="1822" y="1821"/>
                  </a:cubicBezTo>
                  <a:cubicBezTo>
                    <a:pt x="2488" y="1155"/>
                    <a:pt x="2017" y="0"/>
                    <a:pt x="106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5" name="Google Shape;2873;p80">
              <a:extLst>
                <a:ext uri="{FF2B5EF4-FFF2-40B4-BE49-F238E27FC236}">
                  <a16:creationId xmlns:a16="http://schemas.microsoft.com/office/drawing/2014/main" id="{B1B2B733-635D-2A2F-318A-D56BB8513274}"/>
                </a:ext>
              </a:extLst>
            </p:cNvPr>
            <p:cNvSpPr/>
            <p:nvPr/>
          </p:nvSpPr>
          <p:spPr>
            <a:xfrm>
              <a:off x="2828150" y="11905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6" name="Google Shape;2874;p80">
              <a:extLst>
                <a:ext uri="{FF2B5EF4-FFF2-40B4-BE49-F238E27FC236}">
                  <a16:creationId xmlns:a16="http://schemas.microsoft.com/office/drawing/2014/main" id="{179B2348-E0D5-A77E-6F0E-53DD55536B45}"/>
                </a:ext>
              </a:extLst>
            </p:cNvPr>
            <p:cNvSpPr/>
            <p:nvPr/>
          </p:nvSpPr>
          <p:spPr>
            <a:xfrm>
              <a:off x="2828150" y="11143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7" name="Google Shape;2875;p80">
              <a:extLst>
                <a:ext uri="{FF2B5EF4-FFF2-40B4-BE49-F238E27FC236}">
                  <a16:creationId xmlns:a16="http://schemas.microsoft.com/office/drawing/2014/main" id="{AB873C8A-C8E1-A6D7-12C3-01980F6D239B}"/>
                </a:ext>
              </a:extLst>
            </p:cNvPr>
            <p:cNvSpPr/>
            <p:nvPr/>
          </p:nvSpPr>
          <p:spPr>
            <a:xfrm>
              <a:off x="2828150" y="1038125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8" name="Google Shape;2876;p80">
              <a:extLst>
                <a:ext uri="{FF2B5EF4-FFF2-40B4-BE49-F238E27FC236}">
                  <a16:creationId xmlns:a16="http://schemas.microsoft.com/office/drawing/2014/main" id="{A7AF780E-25A1-502D-EB28-F64458DDD9EC}"/>
                </a:ext>
              </a:extLst>
            </p:cNvPr>
            <p:cNvSpPr/>
            <p:nvPr/>
          </p:nvSpPr>
          <p:spPr>
            <a:xfrm>
              <a:off x="2751950" y="1571400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9" name="Google Shape;2877;p80">
              <a:extLst>
                <a:ext uri="{FF2B5EF4-FFF2-40B4-BE49-F238E27FC236}">
                  <a16:creationId xmlns:a16="http://schemas.microsoft.com/office/drawing/2014/main" id="{CA418DD6-D22B-F34E-B5AD-6472C05256C4}"/>
                </a:ext>
              </a:extLst>
            </p:cNvPr>
            <p:cNvSpPr/>
            <p:nvPr/>
          </p:nvSpPr>
          <p:spPr>
            <a:xfrm>
              <a:off x="2751950" y="14952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0" name="Google Shape;2878;p80">
              <a:extLst>
                <a:ext uri="{FF2B5EF4-FFF2-40B4-BE49-F238E27FC236}">
                  <a16:creationId xmlns:a16="http://schemas.microsoft.com/office/drawing/2014/main" id="{076DAB4D-932D-5BA8-5198-310AE35547EF}"/>
                </a:ext>
              </a:extLst>
            </p:cNvPr>
            <p:cNvSpPr/>
            <p:nvPr/>
          </p:nvSpPr>
          <p:spPr>
            <a:xfrm>
              <a:off x="2751950" y="14189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1" name="Google Shape;2879;p80">
              <a:extLst>
                <a:ext uri="{FF2B5EF4-FFF2-40B4-BE49-F238E27FC236}">
                  <a16:creationId xmlns:a16="http://schemas.microsoft.com/office/drawing/2014/main" id="{7D6FE301-0991-3CAE-7804-DFAC07569134}"/>
                </a:ext>
              </a:extLst>
            </p:cNvPr>
            <p:cNvSpPr/>
            <p:nvPr/>
          </p:nvSpPr>
          <p:spPr>
            <a:xfrm>
              <a:off x="2751950" y="13427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2" name="Google Shape;2880;p80">
              <a:extLst>
                <a:ext uri="{FF2B5EF4-FFF2-40B4-BE49-F238E27FC236}">
                  <a16:creationId xmlns:a16="http://schemas.microsoft.com/office/drawing/2014/main" id="{DCF6B108-E643-A981-154F-2910EAEB3B23}"/>
                </a:ext>
              </a:extLst>
            </p:cNvPr>
            <p:cNvSpPr/>
            <p:nvPr/>
          </p:nvSpPr>
          <p:spPr>
            <a:xfrm>
              <a:off x="2751950" y="12665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0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1"/>
                  </a:cubicBezTo>
                  <a:cubicBezTo>
                    <a:pt x="2488" y="1155"/>
                    <a:pt x="2016" y="0"/>
                    <a:pt x="106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3" name="Google Shape;2881;p80">
              <a:extLst>
                <a:ext uri="{FF2B5EF4-FFF2-40B4-BE49-F238E27FC236}">
                  <a16:creationId xmlns:a16="http://schemas.microsoft.com/office/drawing/2014/main" id="{8B577F84-BCBE-DCF1-16C5-06AD059CE337}"/>
                </a:ext>
              </a:extLst>
            </p:cNvPr>
            <p:cNvSpPr/>
            <p:nvPr/>
          </p:nvSpPr>
          <p:spPr>
            <a:xfrm>
              <a:off x="2751950" y="11905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4" name="Google Shape;2882;p80">
              <a:extLst>
                <a:ext uri="{FF2B5EF4-FFF2-40B4-BE49-F238E27FC236}">
                  <a16:creationId xmlns:a16="http://schemas.microsoft.com/office/drawing/2014/main" id="{5378ED39-F3DD-8B4D-0969-EE189F1BF336}"/>
                </a:ext>
              </a:extLst>
            </p:cNvPr>
            <p:cNvSpPr/>
            <p:nvPr/>
          </p:nvSpPr>
          <p:spPr>
            <a:xfrm>
              <a:off x="2751950" y="11143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5" name="Google Shape;2883;p80">
              <a:extLst>
                <a:ext uri="{FF2B5EF4-FFF2-40B4-BE49-F238E27FC236}">
                  <a16:creationId xmlns:a16="http://schemas.microsoft.com/office/drawing/2014/main" id="{4F6FA5D1-0885-48C0-E712-A346A833BCAF}"/>
                </a:ext>
              </a:extLst>
            </p:cNvPr>
            <p:cNvSpPr/>
            <p:nvPr/>
          </p:nvSpPr>
          <p:spPr>
            <a:xfrm>
              <a:off x="2751950" y="1038125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6" name="Google Shape;2884;p80">
              <a:extLst>
                <a:ext uri="{FF2B5EF4-FFF2-40B4-BE49-F238E27FC236}">
                  <a16:creationId xmlns:a16="http://schemas.microsoft.com/office/drawing/2014/main" id="{03F0740F-259C-491F-E8C5-2A2331890851}"/>
                </a:ext>
              </a:extLst>
            </p:cNvPr>
            <p:cNvSpPr/>
            <p:nvPr/>
          </p:nvSpPr>
          <p:spPr>
            <a:xfrm>
              <a:off x="2675925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4" y="1813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7" name="Google Shape;2885;p80">
              <a:extLst>
                <a:ext uri="{FF2B5EF4-FFF2-40B4-BE49-F238E27FC236}">
                  <a16:creationId xmlns:a16="http://schemas.microsoft.com/office/drawing/2014/main" id="{EAD4B33C-AB06-08BE-DF24-FE53C46C03AF}"/>
                </a:ext>
              </a:extLst>
            </p:cNvPr>
            <p:cNvSpPr/>
            <p:nvPr/>
          </p:nvSpPr>
          <p:spPr>
            <a:xfrm>
              <a:off x="2675925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8" name="Google Shape;2886;p80">
              <a:extLst>
                <a:ext uri="{FF2B5EF4-FFF2-40B4-BE49-F238E27FC236}">
                  <a16:creationId xmlns:a16="http://schemas.microsoft.com/office/drawing/2014/main" id="{C38872F5-3696-63A7-3E29-0D1E7263CF3B}"/>
                </a:ext>
              </a:extLst>
            </p:cNvPr>
            <p:cNvSpPr/>
            <p:nvPr/>
          </p:nvSpPr>
          <p:spPr>
            <a:xfrm>
              <a:off x="2675925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9" name="Google Shape;2887;p80">
              <a:extLst>
                <a:ext uri="{FF2B5EF4-FFF2-40B4-BE49-F238E27FC236}">
                  <a16:creationId xmlns:a16="http://schemas.microsoft.com/office/drawing/2014/main" id="{757A9644-0AFA-DD63-F417-34B42E2B861B}"/>
                </a:ext>
              </a:extLst>
            </p:cNvPr>
            <p:cNvSpPr/>
            <p:nvPr/>
          </p:nvSpPr>
          <p:spPr>
            <a:xfrm>
              <a:off x="2675925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4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0" name="Google Shape;2888;p80">
              <a:extLst>
                <a:ext uri="{FF2B5EF4-FFF2-40B4-BE49-F238E27FC236}">
                  <a16:creationId xmlns:a16="http://schemas.microsoft.com/office/drawing/2014/main" id="{A438E17A-E951-B52C-667A-EE84C92B49A1}"/>
                </a:ext>
              </a:extLst>
            </p:cNvPr>
            <p:cNvSpPr/>
            <p:nvPr/>
          </p:nvSpPr>
          <p:spPr>
            <a:xfrm>
              <a:off x="2675925" y="12665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0"/>
                  </a:moveTo>
                  <a:cubicBezTo>
                    <a:pt x="472" y="9"/>
                    <a:pt x="1" y="480"/>
                    <a:pt x="1" y="1074"/>
                  </a:cubicBezTo>
                  <a:cubicBezTo>
                    <a:pt x="1" y="1711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4" y="1821"/>
                  </a:cubicBezTo>
                  <a:cubicBezTo>
                    <a:pt x="2488" y="1155"/>
                    <a:pt x="2017" y="0"/>
                    <a:pt x="106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1" name="Google Shape;2889;p80">
              <a:extLst>
                <a:ext uri="{FF2B5EF4-FFF2-40B4-BE49-F238E27FC236}">
                  <a16:creationId xmlns:a16="http://schemas.microsoft.com/office/drawing/2014/main" id="{2C425F01-B8DC-3950-2DBD-6458DED371E6}"/>
                </a:ext>
              </a:extLst>
            </p:cNvPr>
            <p:cNvSpPr/>
            <p:nvPr/>
          </p:nvSpPr>
          <p:spPr>
            <a:xfrm>
              <a:off x="2675925" y="11905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2" name="Google Shape;2890;p80">
              <a:extLst>
                <a:ext uri="{FF2B5EF4-FFF2-40B4-BE49-F238E27FC236}">
                  <a16:creationId xmlns:a16="http://schemas.microsoft.com/office/drawing/2014/main" id="{3F7827D8-1749-95BF-26B0-AA6F97EDAD70}"/>
                </a:ext>
              </a:extLst>
            </p:cNvPr>
            <p:cNvSpPr/>
            <p:nvPr/>
          </p:nvSpPr>
          <p:spPr>
            <a:xfrm>
              <a:off x="2675925" y="11143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3" name="Google Shape;2891;p80">
              <a:extLst>
                <a:ext uri="{FF2B5EF4-FFF2-40B4-BE49-F238E27FC236}">
                  <a16:creationId xmlns:a16="http://schemas.microsoft.com/office/drawing/2014/main" id="{DE03143A-CA56-E98D-506A-7CD3C3519D52}"/>
                </a:ext>
              </a:extLst>
            </p:cNvPr>
            <p:cNvSpPr/>
            <p:nvPr/>
          </p:nvSpPr>
          <p:spPr>
            <a:xfrm>
              <a:off x="2675925" y="1038125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4" name="Google Shape;2892;p80">
              <a:extLst>
                <a:ext uri="{FF2B5EF4-FFF2-40B4-BE49-F238E27FC236}">
                  <a16:creationId xmlns:a16="http://schemas.microsoft.com/office/drawing/2014/main" id="{6E571769-D9E4-E4E7-1A2D-CFA461B27607}"/>
                </a:ext>
              </a:extLst>
            </p:cNvPr>
            <p:cNvSpPr/>
            <p:nvPr/>
          </p:nvSpPr>
          <p:spPr>
            <a:xfrm>
              <a:off x="2599725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5" name="Google Shape;2893;p80">
              <a:extLst>
                <a:ext uri="{FF2B5EF4-FFF2-40B4-BE49-F238E27FC236}">
                  <a16:creationId xmlns:a16="http://schemas.microsoft.com/office/drawing/2014/main" id="{D60EF9A9-8EE7-4585-A3D6-D175302D1C80}"/>
                </a:ext>
              </a:extLst>
            </p:cNvPr>
            <p:cNvSpPr/>
            <p:nvPr/>
          </p:nvSpPr>
          <p:spPr>
            <a:xfrm>
              <a:off x="2599725" y="1571400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6" name="Google Shape;2894;p80">
              <a:extLst>
                <a:ext uri="{FF2B5EF4-FFF2-40B4-BE49-F238E27FC236}">
                  <a16:creationId xmlns:a16="http://schemas.microsoft.com/office/drawing/2014/main" id="{8A7B0AD7-CD6A-79C1-D663-DED7A2A34555}"/>
                </a:ext>
              </a:extLst>
            </p:cNvPr>
            <p:cNvSpPr/>
            <p:nvPr/>
          </p:nvSpPr>
          <p:spPr>
            <a:xfrm>
              <a:off x="2599725" y="14952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7" name="Google Shape;2895;p80">
              <a:extLst>
                <a:ext uri="{FF2B5EF4-FFF2-40B4-BE49-F238E27FC236}">
                  <a16:creationId xmlns:a16="http://schemas.microsoft.com/office/drawing/2014/main" id="{39115B0B-2F41-E08E-0861-5F4660DB4472}"/>
                </a:ext>
              </a:extLst>
            </p:cNvPr>
            <p:cNvSpPr/>
            <p:nvPr/>
          </p:nvSpPr>
          <p:spPr>
            <a:xfrm>
              <a:off x="2599725" y="14189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8" name="Google Shape;2896;p80">
              <a:extLst>
                <a:ext uri="{FF2B5EF4-FFF2-40B4-BE49-F238E27FC236}">
                  <a16:creationId xmlns:a16="http://schemas.microsoft.com/office/drawing/2014/main" id="{BB2B732A-0498-2C83-5090-B1DAFECFCEF6}"/>
                </a:ext>
              </a:extLst>
            </p:cNvPr>
            <p:cNvSpPr/>
            <p:nvPr/>
          </p:nvSpPr>
          <p:spPr>
            <a:xfrm>
              <a:off x="2599725" y="13427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9" name="Google Shape;2897;p80">
              <a:extLst>
                <a:ext uri="{FF2B5EF4-FFF2-40B4-BE49-F238E27FC236}">
                  <a16:creationId xmlns:a16="http://schemas.microsoft.com/office/drawing/2014/main" id="{933C44D1-8C90-4ADC-25E4-410019704F60}"/>
                </a:ext>
              </a:extLst>
            </p:cNvPr>
            <p:cNvSpPr/>
            <p:nvPr/>
          </p:nvSpPr>
          <p:spPr>
            <a:xfrm>
              <a:off x="2599725" y="12665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0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1"/>
                  </a:cubicBezTo>
                  <a:cubicBezTo>
                    <a:pt x="2488" y="1155"/>
                    <a:pt x="2016" y="0"/>
                    <a:pt x="106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0" name="Google Shape;2898;p80">
              <a:extLst>
                <a:ext uri="{FF2B5EF4-FFF2-40B4-BE49-F238E27FC236}">
                  <a16:creationId xmlns:a16="http://schemas.microsoft.com/office/drawing/2014/main" id="{65AB8FC4-BEF1-4FA4-4EA8-5A16AC779DA6}"/>
                </a:ext>
              </a:extLst>
            </p:cNvPr>
            <p:cNvSpPr/>
            <p:nvPr/>
          </p:nvSpPr>
          <p:spPr>
            <a:xfrm>
              <a:off x="2599725" y="11905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1" name="Google Shape;2899;p80">
              <a:extLst>
                <a:ext uri="{FF2B5EF4-FFF2-40B4-BE49-F238E27FC236}">
                  <a16:creationId xmlns:a16="http://schemas.microsoft.com/office/drawing/2014/main" id="{A85205C9-C583-3DB5-55AD-8FC029F9DC0D}"/>
                </a:ext>
              </a:extLst>
            </p:cNvPr>
            <p:cNvSpPr/>
            <p:nvPr/>
          </p:nvSpPr>
          <p:spPr>
            <a:xfrm>
              <a:off x="2599725" y="11143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2" name="Google Shape;2900;p80">
              <a:extLst>
                <a:ext uri="{FF2B5EF4-FFF2-40B4-BE49-F238E27FC236}">
                  <a16:creationId xmlns:a16="http://schemas.microsoft.com/office/drawing/2014/main" id="{43080B86-D431-8F8E-DADC-96FEA8257791}"/>
                </a:ext>
              </a:extLst>
            </p:cNvPr>
            <p:cNvSpPr/>
            <p:nvPr/>
          </p:nvSpPr>
          <p:spPr>
            <a:xfrm>
              <a:off x="2599725" y="1038125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3" name="Google Shape;2901;p80">
              <a:extLst>
                <a:ext uri="{FF2B5EF4-FFF2-40B4-BE49-F238E27FC236}">
                  <a16:creationId xmlns:a16="http://schemas.microsoft.com/office/drawing/2014/main" id="{7BBB865C-CBC3-F354-05DA-D0D55D9A9DE9}"/>
                </a:ext>
              </a:extLst>
            </p:cNvPr>
            <p:cNvSpPr/>
            <p:nvPr/>
          </p:nvSpPr>
          <p:spPr>
            <a:xfrm>
              <a:off x="2523500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4" name="Google Shape;2902;p80">
              <a:extLst>
                <a:ext uri="{FF2B5EF4-FFF2-40B4-BE49-F238E27FC236}">
                  <a16:creationId xmlns:a16="http://schemas.microsoft.com/office/drawing/2014/main" id="{139207CF-CE6B-6837-6D76-E8F63A0100BE}"/>
                </a:ext>
              </a:extLst>
            </p:cNvPr>
            <p:cNvSpPr/>
            <p:nvPr/>
          </p:nvSpPr>
          <p:spPr>
            <a:xfrm>
              <a:off x="2523500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5" name="Google Shape;2903;p80">
              <a:extLst>
                <a:ext uri="{FF2B5EF4-FFF2-40B4-BE49-F238E27FC236}">
                  <a16:creationId xmlns:a16="http://schemas.microsoft.com/office/drawing/2014/main" id="{5517A64D-9EC6-C559-F256-8C787E40A4BD}"/>
                </a:ext>
              </a:extLst>
            </p:cNvPr>
            <p:cNvSpPr/>
            <p:nvPr/>
          </p:nvSpPr>
          <p:spPr>
            <a:xfrm>
              <a:off x="2523500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3" y="2129"/>
                  </a:cubicBezTo>
                  <a:cubicBezTo>
                    <a:pt x="1336" y="2129"/>
                    <a:pt x="1603" y="2032"/>
                    <a:pt x="1822" y="1813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6" name="Google Shape;2904;p80">
              <a:extLst>
                <a:ext uri="{FF2B5EF4-FFF2-40B4-BE49-F238E27FC236}">
                  <a16:creationId xmlns:a16="http://schemas.microsoft.com/office/drawing/2014/main" id="{F789A654-6364-54F3-2C09-72E0CB943E82}"/>
                </a:ext>
              </a:extLst>
            </p:cNvPr>
            <p:cNvSpPr/>
            <p:nvPr/>
          </p:nvSpPr>
          <p:spPr>
            <a:xfrm>
              <a:off x="2523500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7" name="Google Shape;2905;p80">
              <a:extLst>
                <a:ext uri="{FF2B5EF4-FFF2-40B4-BE49-F238E27FC236}">
                  <a16:creationId xmlns:a16="http://schemas.microsoft.com/office/drawing/2014/main" id="{C52BDEDF-63CC-BDD4-AE4E-35435810589F}"/>
                </a:ext>
              </a:extLst>
            </p:cNvPr>
            <p:cNvSpPr/>
            <p:nvPr/>
          </p:nvSpPr>
          <p:spPr>
            <a:xfrm>
              <a:off x="2523500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8" name="Google Shape;2906;p80">
              <a:extLst>
                <a:ext uri="{FF2B5EF4-FFF2-40B4-BE49-F238E27FC236}">
                  <a16:creationId xmlns:a16="http://schemas.microsoft.com/office/drawing/2014/main" id="{4990E66F-3545-4BAA-E94D-422601127F4A}"/>
                </a:ext>
              </a:extLst>
            </p:cNvPr>
            <p:cNvSpPr/>
            <p:nvPr/>
          </p:nvSpPr>
          <p:spPr>
            <a:xfrm>
              <a:off x="2523500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9" name="Google Shape;2907;p80">
              <a:extLst>
                <a:ext uri="{FF2B5EF4-FFF2-40B4-BE49-F238E27FC236}">
                  <a16:creationId xmlns:a16="http://schemas.microsoft.com/office/drawing/2014/main" id="{0D53D959-5D15-9BBB-F3A6-06D32D7C887F}"/>
                </a:ext>
              </a:extLst>
            </p:cNvPr>
            <p:cNvSpPr/>
            <p:nvPr/>
          </p:nvSpPr>
          <p:spPr>
            <a:xfrm>
              <a:off x="2523500" y="12665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0"/>
                  </a:moveTo>
                  <a:cubicBezTo>
                    <a:pt x="480" y="9"/>
                    <a:pt x="1" y="480"/>
                    <a:pt x="1" y="1074"/>
                  </a:cubicBezTo>
                  <a:cubicBezTo>
                    <a:pt x="1" y="1711"/>
                    <a:pt x="525" y="2137"/>
                    <a:pt x="1073" y="2137"/>
                  </a:cubicBezTo>
                  <a:cubicBezTo>
                    <a:pt x="1336" y="2137"/>
                    <a:pt x="1603" y="2040"/>
                    <a:pt x="1822" y="1821"/>
                  </a:cubicBezTo>
                  <a:cubicBezTo>
                    <a:pt x="2488" y="1155"/>
                    <a:pt x="2017" y="0"/>
                    <a:pt x="106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0" name="Google Shape;2908;p80">
              <a:extLst>
                <a:ext uri="{FF2B5EF4-FFF2-40B4-BE49-F238E27FC236}">
                  <a16:creationId xmlns:a16="http://schemas.microsoft.com/office/drawing/2014/main" id="{B949ABBB-BA48-C58E-616C-57CC93F2289E}"/>
                </a:ext>
              </a:extLst>
            </p:cNvPr>
            <p:cNvSpPr/>
            <p:nvPr/>
          </p:nvSpPr>
          <p:spPr>
            <a:xfrm>
              <a:off x="2523500" y="11905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4" y="2039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1" name="Google Shape;2909;p80">
              <a:extLst>
                <a:ext uri="{FF2B5EF4-FFF2-40B4-BE49-F238E27FC236}">
                  <a16:creationId xmlns:a16="http://schemas.microsoft.com/office/drawing/2014/main" id="{05B8429F-7571-48EB-B838-BC4B831E3E30}"/>
                </a:ext>
              </a:extLst>
            </p:cNvPr>
            <p:cNvSpPr/>
            <p:nvPr/>
          </p:nvSpPr>
          <p:spPr>
            <a:xfrm>
              <a:off x="2523500" y="11143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2" name="Google Shape;2910;p80">
              <a:extLst>
                <a:ext uri="{FF2B5EF4-FFF2-40B4-BE49-F238E27FC236}">
                  <a16:creationId xmlns:a16="http://schemas.microsoft.com/office/drawing/2014/main" id="{67B3A200-ADE8-65BE-E455-A38819291E67}"/>
                </a:ext>
              </a:extLst>
            </p:cNvPr>
            <p:cNvSpPr/>
            <p:nvPr/>
          </p:nvSpPr>
          <p:spPr>
            <a:xfrm>
              <a:off x="2523500" y="1038125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3" name="Google Shape;2911;p80">
              <a:extLst>
                <a:ext uri="{FF2B5EF4-FFF2-40B4-BE49-F238E27FC236}">
                  <a16:creationId xmlns:a16="http://schemas.microsoft.com/office/drawing/2014/main" id="{D28852E2-5EAD-7CE7-7B7B-CA01CE2ECB87}"/>
                </a:ext>
              </a:extLst>
            </p:cNvPr>
            <p:cNvSpPr/>
            <p:nvPr/>
          </p:nvSpPr>
          <p:spPr>
            <a:xfrm>
              <a:off x="2447300" y="1723625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4" name="Google Shape;2912;p80">
              <a:extLst>
                <a:ext uri="{FF2B5EF4-FFF2-40B4-BE49-F238E27FC236}">
                  <a16:creationId xmlns:a16="http://schemas.microsoft.com/office/drawing/2014/main" id="{4767B64F-E952-9ECF-8B29-78944C88C88F}"/>
                </a:ext>
              </a:extLst>
            </p:cNvPr>
            <p:cNvSpPr/>
            <p:nvPr/>
          </p:nvSpPr>
          <p:spPr>
            <a:xfrm>
              <a:off x="2447300" y="1647400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1"/>
                  </a:moveTo>
                  <a:cubicBezTo>
                    <a:pt x="480" y="9"/>
                    <a:pt x="8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5" name="Google Shape;2913;p80">
              <a:extLst>
                <a:ext uri="{FF2B5EF4-FFF2-40B4-BE49-F238E27FC236}">
                  <a16:creationId xmlns:a16="http://schemas.microsoft.com/office/drawing/2014/main" id="{C23CC43A-F77C-4EC7-E73B-34F7CC86C2E6}"/>
                </a:ext>
              </a:extLst>
            </p:cNvPr>
            <p:cNvSpPr/>
            <p:nvPr/>
          </p:nvSpPr>
          <p:spPr>
            <a:xfrm>
              <a:off x="2447300" y="1571400"/>
              <a:ext cx="62400" cy="53250"/>
            </a:xfrm>
            <a:custGeom>
              <a:avLst/>
              <a:gdLst/>
              <a:ahLst/>
              <a:cxnLst/>
              <a:rect l="l" t="t" r="r" b="b"/>
              <a:pathLst>
                <a:path w="2496" h="2130" extrusionOk="0">
                  <a:moveTo>
                    <a:pt x="1065" y="1"/>
                  </a:moveTo>
                  <a:cubicBezTo>
                    <a:pt x="480" y="1"/>
                    <a:pt x="8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6" name="Google Shape;2914;p80">
              <a:extLst>
                <a:ext uri="{FF2B5EF4-FFF2-40B4-BE49-F238E27FC236}">
                  <a16:creationId xmlns:a16="http://schemas.microsoft.com/office/drawing/2014/main" id="{7BD1B8FC-A1C1-171F-7323-A4774F4199B0}"/>
                </a:ext>
              </a:extLst>
            </p:cNvPr>
            <p:cNvSpPr/>
            <p:nvPr/>
          </p:nvSpPr>
          <p:spPr>
            <a:xfrm>
              <a:off x="2447300" y="1495200"/>
              <a:ext cx="62400" cy="53325"/>
            </a:xfrm>
            <a:custGeom>
              <a:avLst/>
              <a:gdLst/>
              <a:ahLst/>
              <a:cxnLst/>
              <a:rect l="l" t="t" r="r" b="b"/>
              <a:pathLst>
                <a:path w="2496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7" name="Google Shape;2915;p80">
              <a:extLst>
                <a:ext uri="{FF2B5EF4-FFF2-40B4-BE49-F238E27FC236}">
                  <a16:creationId xmlns:a16="http://schemas.microsoft.com/office/drawing/2014/main" id="{9EFDFBFC-D1DD-C624-38A8-293985E87195}"/>
                </a:ext>
              </a:extLst>
            </p:cNvPr>
            <p:cNvSpPr/>
            <p:nvPr/>
          </p:nvSpPr>
          <p:spPr>
            <a:xfrm>
              <a:off x="2447300" y="1418975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65" y="1"/>
                  </a:moveTo>
                  <a:cubicBezTo>
                    <a:pt x="480" y="1"/>
                    <a:pt x="8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8" name="Google Shape;2916;p80">
              <a:extLst>
                <a:ext uri="{FF2B5EF4-FFF2-40B4-BE49-F238E27FC236}">
                  <a16:creationId xmlns:a16="http://schemas.microsoft.com/office/drawing/2014/main" id="{E359F149-8DD9-5C0E-ADA1-A5B73DBEB88C}"/>
                </a:ext>
              </a:extLst>
            </p:cNvPr>
            <p:cNvSpPr/>
            <p:nvPr/>
          </p:nvSpPr>
          <p:spPr>
            <a:xfrm>
              <a:off x="2447300" y="1342750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9" name="Google Shape;2917;p80">
              <a:extLst>
                <a:ext uri="{FF2B5EF4-FFF2-40B4-BE49-F238E27FC236}">
                  <a16:creationId xmlns:a16="http://schemas.microsoft.com/office/drawing/2014/main" id="{7AA1AE79-C461-6F3F-1BB0-2BDC9FE4F5DC}"/>
                </a:ext>
              </a:extLst>
            </p:cNvPr>
            <p:cNvSpPr/>
            <p:nvPr/>
          </p:nvSpPr>
          <p:spPr>
            <a:xfrm>
              <a:off x="2447300" y="1266550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0"/>
                  </a:moveTo>
                  <a:cubicBezTo>
                    <a:pt x="480" y="9"/>
                    <a:pt x="8" y="480"/>
                    <a:pt x="0" y="1074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1"/>
                  </a:cubicBezTo>
                  <a:cubicBezTo>
                    <a:pt x="2496" y="1155"/>
                    <a:pt x="2016" y="0"/>
                    <a:pt x="106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0" name="Google Shape;2918;p80">
              <a:extLst>
                <a:ext uri="{FF2B5EF4-FFF2-40B4-BE49-F238E27FC236}">
                  <a16:creationId xmlns:a16="http://schemas.microsoft.com/office/drawing/2014/main" id="{DCF26ED8-DCC2-E825-4F63-D326D6212546}"/>
                </a:ext>
              </a:extLst>
            </p:cNvPr>
            <p:cNvSpPr/>
            <p:nvPr/>
          </p:nvSpPr>
          <p:spPr>
            <a:xfrm>
              <a:off x="2447300" y="1190550"/>
              <a:ext cx="62400" cy="53325"/>
            </a:xfrm>
            <a:custGeom>
              <a:avLst/>
              <a:gdLst/>
              <a:ahLst/>
              <a:cxnLst/>
              <a:rect l="l" t="t" r="r" b="b"/>
              <a:pathLst>
                <a:path w="2496" h="2133" extrusionOk="0">
                  <a:moveTo>
                    <a:pt x="1065" y="0"/>
                  </a:moveTo>
                  <a:cubicBezTo>
                    <a:pt x="480" y="0"/>
                    <a:pt x="8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1" name="Google Shape;2919;p80">
              <a:extLst>
                <a:ext uri="{FF2B5EF4-FFF2-40B4-BE49-F238E27FC236}">
                  <a16:creationId xmlns:a16="http://schemas.microsoft.com/office/drawing/2014/main" id="{EC96B786-0A5B-F0E6-834C-3C647A220417}"/>
                </a:ext>
              </a:extLst>
            </p:cNvPr>
            <p:cNvSpPr/>
            <p:nvPr/>
          </p:nvSpPr>
          <p:spPr>
            <a:xfrm>
              <a:off x="2447300" y="1114325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2" name="Google Shape;2920;p80">
              <a:extLst>
                <a:ext uri="{FF2B5EF4-FFF2-40B4-BE49-F238E27FC236}">
                  <a16:creationId xmlns:a16="http://schemas.microsoft.com/office/drawing/2014/main" id="{B4DAFACC-2984-9A2A-0CB8-980228FE0B72}"/>
                </a:ext>
              </a:extLst>
            </p:cNvPr>
            <p:cNvSpPr/>
            <p:nvPr/>
          </p:nvSpPr>
          <p:spPr>
            <a:xfrm>
              <a:off x="2447300" y="1038125"/>
              <a:ext cx="62400" cy="53325"/>
            </a:xfrm>
            <a:custGeom>
              <a:avLst/>
              <a:gdLst/>
              <a:ahLst/>
              <a:cxnLst/>
              <a:rect l="l" t="t" r="r" b="b"/>
              <a:pathLst>
                <a:path w="2496" h="2133" extrusionOk="0">
                  <a:moveTo>
                    <a:pt x="1065" y="0"/>
                  </a:moveTo>
                  <a:cubicBezTo>
                    <a:pt x="480" y="0"/>
                    <a:pt x="8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3" name="Google Shape;2921;p80">
              <a:extLst>
                <a:ext uri="{FF2B5EF4-FFF2-40B4-BE49-F238E27FC236}">
                  <a16:creationId xmlns:a16="http://schemas.microsoft.com/office/drawing/2014/main" id="{024BD412-2AB8-EEA3-EBB9-DC81C84819D8}"/>
                </a:ext>
              </a:extLst>
            </p:cNvPr>
            <p:cNvSpPr/>
            <p:nvPr/>
          </p:nvSpPr>
          <p:spPr>
            <a:xfrm>
              <a:off x="2371275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4" name="Google Shape;2922;p80">
              <a:extLst>
                <a:ext uri="{FF2B5EF4-FFF2-40B4-BE49-F238E27FC236}">
                  <a16:creationId xmlns:a16="http://schemas.microsoft.com/office/drawing/2014/main" id="{431F9E8B-7F1D-BD10-1C63-40BFBE4E49F5}"/>
                </a:ext>
              </a:extLst>
            </p:cNvPr>
            <p:cNvSpPr/>
            <p:nvPr/>
          </p:nvSpPr>
          <p:spPr>
            <a:xfrm>
              <a:off x="2371275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4" y="1813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5" name="Google Shape;2923;p80">
              <a:extLst>
                <a:ext uri="{FF2B5EF4-FFF2-40B4-BE49-F238E27FC236}">
                  <a16:creationId xmlns:a16="http://schemas.microsoft.com/office/drawing/2014/main" id="{AA44C300-107E-F9F4-112F-4E5F9FC0D9BE}"/>
                </a:ext>
              </a:extLst>
            </p:cNvPr>
            <p:cNvSpPr/>
            <p:nvPr/>
          </p:nvSpPr>
          <p:spPr>
            <a:xfrm>
              <a:off x="2371275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6" name="Google Shape;2924;p80">
              <a:extLst>
                <a:ext uri="{FF2B5EF4-FFF2-40B4-BE49-F238E27FC236}">
                  <a16:creationId xmlns:a16="http://schemas.microsoft.com/office/drawing/2014/main" id="{426696E1-7155-A859-8EB2-FC7B567CDDFD}"/>
                </a:ext>
              </a:extLst>
            </p:cNvPr>
            <p:cNvSpPr/>
            <p:nvPr/>
          </p:nvSpPr>
          <p:spPr>
            <a:xfrm>
              <a:off x="2371275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7" name="Google Shape;2925;p80">
              <a:extLst>
                <a:ext uri="{FF2B5EF4-FFF2-40B4-BE49-F238E27FC236}">
                  <a16:creationId xmlns:a16="http://schemas.microsoft.com/office/drawing/2014/main" id="{5D48EFB8-2F14-6D9C-3C2D-9B24595868F9}"/>
                </a:ext>
              </a:extLst>
            </p:cNvPr>
            <p:cNvSpPr/>
            <p:nvPr/>
          </p:nvSpPr>
          <p:spPr>
            <a:xfrm>
              <a:off x="2371275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8" name="Google Shape;2926;p80">
              <a:extLst>
                <a:ext uri="{FF2B5EF4-FFF2-40B4-BE49-F238E27FC236}">
                  <a16:creationId xmlns:a16="http://schemas.microsoft.com/office/drawing/2014/main" id="{BEB1FB82-EA72-5E5F-5B33-C34A13C3EA95}"/>
                </a:ext>
              </a:extLst>
            </p:cNvPr>
            <p:cNvSpPr/>
            <p:nvPr/>
          </p:nvSpPr>
          <p:spPr>
            <a:xfrm>
              <a:off x="2371275" y="12665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0"/>
                  </a:moveTo>
                  <a:cubicBezTo>
                    <a:pt x="472" y="9"/>
                    <a:pt x="1" y="480"/>
                    <a:pt x="1" y="1074"/>
                  </a:cubicBezTo>
                  <a:cubicBezTo>
                    <a:pt x="1" y="1711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4" y="1821"/>
                  </a:cubicBezTo>
                  <a:cubicBezTo>
                    <a:pt x="2488" y="1155"/>
                    <a:pt x="2009" y="0"/>
                    <a:pt x="106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9" name="Google Shape;2927;p80">
              <a:extLst>
                <a:ext uri="{FF2B5EF4-FFF2-40B4-BE49-F238E27FC236}">
                  <a16:creationId xmlns:a16="http://schemas.microsoft.com/office/drawing/2014/main" id="{FD1FEC80-32EE-B81D-9B73-64255E8C912D}"/>
                </a:ext>
              </a:extLst>
            </p:cNvPr>
            <p:cNvSpPr/>
            <p:nvPr/>
          </p:nvSpPr>
          <p:spPr>
            <a:xfrm>
              <a:off x="2371275" y="11905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0" name="Google Shape;2928;p80">
              <a:extLst>
                <a:ext uri="{FF2B5EF4-FFF2-40B4-BE49-F238E27FC236}">
                  <a16:creationId xmlns:a16="http://schemas.microsoft.com/office/drawing/2014/main" id="{F35290F9-2605-C1BD-6F51-E939879718F4}"/>
                </a:ext>
              </a:extLst>
            </p:cNvPr>
            <p:cNvSpPr/>
            <p:nvPr/>
          </p:nvSpPr>
          <p:spPr>
            <a:xfrm>
              <a:off x="2371275" y="11143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1" name="Google Shape;2929;p80">
              <a:extLst>
                <a:ext uri="{FF2B5EF4-FFF2-40B4-BE49-F238E27FC236}">
                  <a16:creationId xmlns:a16="http://schemas.microsoft.com/office/drawing/2014/main" id="{1A05105D-E10E-2A90-49FD-0C210E0A2403}"/>
                </a:ext>
              </a:extLst>
            </p:cNvPr>
            <p:cNvSpPr/>
            <p:nvPr/>
          </p:nvSpPr>
          <p:spPr>
            <a:xfrm>
              <a:off x="2371275" y="1038125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2" name="Google Shape;2930;p80">
              <a:extLst>
                <a:ext uri="{FF2B5EF4-FFF2-40B4-BE49-F238E27FC236}">
                  <a16:creationId xmlns:a16="http://schemas.microsoft.com/office/drawing/2014/main" id="{C67C2BCD-EB07-AD7B-2E74-C7AD42C66E36}"/>
                </a:ext>
              </a:extLst>
            </p:cNvPr>
            <p:cNvSpPr/>
            <p:nvPr/>
          </p:nvSpPr>
          <p:spPr>
            <a:xfrm>
              <a:off x="2295075" y="13427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3" name="Google Shape;2931;p80">
              <a:extLst>
                <a:ext uri="{FF2B5EF4-FFF2-40B4-BE49-F238E27FC236}">
                  <a16:creationId xmlns:a16="http://schemas.microsoft.com/office/drawing/2014/main" id="{EA76A450-3FB2-0FF5-6225-A6FA2843EDE0}"/>
                </a:ext>
              </a:extLst>
            </p:cNvPr>
            <p:cNvSpPr/>
            <p:nvPr/>
          </p:nvSpPr>
          <p:spPr>
            <a:xfrm>
              <a:off x="2295075" y="12665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0"/>
                  </a:moveTo>
                  <a:cubicBezTo>
                    <a:pt x="472" y="9"/>
                    <a:pt x="0" y="480"/>
                    <a:pt x="0" y="1074"/>
                  </a:cubicBezTo>
                  <a:cubicBezTo>
                    <a:pt x="0" y="1711"/>
                    <a:pt x="525" y="2137"/>
                    <a:pt x="1070" y="2137"/>
                  </a:cubicBezTo>
                  <a:cubicBezTo>
                    <a:pt x="1331" y="2137"/>
                    <a:pt x="1597" y="2040"/>
                    <a:pt x="1813" y="1821"/>
                  </a:cubicBezTo>
                  <a:cubicBezTo>
                    <a:pt x="2488" y="1155"/>
                    <a:pt x="2016" y="0"/>
                    <a:pt x="106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4" name="Google Shape;2932;p80">
              <a:extLst>
                <a:ext uri="{FF2B5EF4-FFF2-40B4-BE49-F238E27FC236}">
                  <a16:creationId xmlns:a16="http://schemas.microsoft.com/office/drawing/2014/main" id="{45E0FC87-30A5-EFB2-9669-75E953007F95}"/>
                </a:ext>
              </a:extLst>
            </p:cNvPr>
            <p:cNvSpPr/>
            <p:nvPr/>
          </p:nvSpPr>
          <p:spPr>
            <a:xfrm>
              <a:off x="2295075" y="11905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5" name="Google Shape;2933;p80">
              <a:extLst>
                <a:ext uri="{FF2B5EF4-FFF2-40B4-BE49-F238E27FC236}">
                  <a16:creationId xmlns:a16="http://schemas.microsoft.com/office/drawing/2014/main" id="{EEF6A04D-8E47-23A3-0A92-268A3FE8E01F}"/>
                </a:ext>
              </a:extLst>
            </p:cNvPr>
            <p:cNvSpPr/>
            <p:nvPr/>
          </p:nvSpPr>
          <p:spPr>
            <a:xfrm>
              <a:off x="2295075" y="11143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6" name="Google Shape;2934;p80">
              <a:extLst>
                <a:ext uri="{FF2B5EF4-FFF2-40B4-BE49-F238E27FC236}">
                  <a16:creationId xmlns:a16="http://schemas.microsoft.com/office/drawing/2014/main" id="{3AC50417-1885-ABFB-37CC-D27E22A636DE}"/>
                </a:ext>
              </a:extLst>
            </p:cNvPr>
            <p:cNvSpPr/>
            <p:nvPr/>
          </p:nvSpPr>
          <p:spPr>
            <a:xfrm>
              <a:off x="2218650" y="12665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74" y="0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1"/>
                  </a:cubicBezTo>
                  <a:cubicBezTo>
                    <a:pt x="2488" y="1155"/>
                    <a:pt x="2017" y="9"/>
                    <a:pt x="107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7" name="Google Shape;2935;p80">
              <a:extLst>
                <a:ext uri="{FF2B5EF4-FFF2-40B4-BE49-F238E27FC236}">
                  <a16:creationId xmlns:a16="http://schemas.microsoft.com/office/drawing/2014/main" id="{E5B06C4F-B1A7-0955-9CCF-8996BC82CADC}"/>
                </a:ext>
              </a:extLst>
            </p:cNvPr>
            <p:cNvSpPr/>
            <p:nvPr/>
          </p:nvSpPr>
          <p:spPr>
            <a:xfrm>
              <a:off x="2218650" y="11905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74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54"/>
                    <a:pt x="2017" y="0"/>
                    <a:pt x="107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8" name="Google Shape;2936;p80">
              <a:extLst>
                <a:ext uri="{FF2B5EF4-FFF2-40B4-BE49-F238E27FC236}">
                  <a16:creationId xmlns:a16="http://schemas.microsoft.com/office/drawing/2014/main" id="{C1D9D7ED-15D2-C661-2B9F-3201D397C8BA}"/>
                </a:ext>
              </a:extLst>
            </p:cNvPr>
            <p:cNvSpPr/>
            <p:nvPr/>
          </p:nvSpPr>
          <p:spPr>
            <a:xfrm>
              <a:off x="2218650" y="11143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74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55"/>
                    <a:pt x="2017" y="1"/>
                    <a:pt x="107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9" name="Google Shape;2937;p80">
              <a:extLst>
                <a:ext uri="{FF2B5EF4-FFF2-40B4-BE49-F238E27FC236}">
                  <a16:creationId xmlns:a16="http://schemas.microsoft.com/office/drawing/2014/main" id="{E291CEA9-F0F1-21BC-4DC4-1D8250CBC55A}"/>
                </a:ext>
              </a:extLst>
            </p:cNvPr>
            <p:cNvSpPr/>
            <p:nvPr/>
          </p:nvSpPr>
          <p:spPr>
            <a:xfrm>
              <a:off x="2142425" y="12665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0"/>
                  </a:moveTo>
                  <a:cubicBezTo>
                    <a:pt x="481" y="9"/>
                    <a:pt x="9" y="480"/>
                    <a:pt x="1" y="1074"/>
                  </a:cubicBezTo>
                  <a:cubicBezTo>
                    <a:pt x="1" y="1711"/>
                    <a:pt x="529" y="2137"/>
                    <a:pt x="1077" y="2137"/>
                  </a:cubicBezTo>
                  <a:cubicBezTo>
                    <a:pt x="1339" y="2137"/>
                    <a:pt x="1606" y="2040"/>
                    <a:pt x="1822" y="1821"/>
                  </a:cubicBezTo>
                  <a:cubicBezTo>
                    <a:pt x="2497" y="1155"/>
                    <a:pt x="2017" y="0"/>
                    <a:pt x="107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0" name="Google Shape;2938;p80">
              <a:extLst>
                <a:ext uri="{FF2B5EF4-FFF2-40B4-BE49-F238E27FC236}">
                  <a16:creationId xmlns:a16="http://schemas.microsoft.com/office/drawing/2014/main" id="{E441DD7F-8F37-FD8A-DCE8-6774FEC90ADD}"/>
                </a:ext>
              </a:extLst>
            </p:cNvPr>
            <p:cNvSpPr/>
            <p:nvPr/>
          </p:nvSpPr>
          <p:spPr>
            <a:xfrm>
              <a:off x="2142425" y="11905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1" name="Google Shape;2939;p80">
              <a:extLst>
                <a:ext uri="{FF2B5EF4-FFF2-40B4-BE49-F238E27FC236}">
                  <a16:creationId xmlns:a16="http://schemas.microsoft.com/office/drawing/2014/main" id="{9A7D3938-9B09-98ED-0B14-97D22D5797BC}"/>
                </a:ext>
              </a:extLst>
            </p:cNvPr>
            <p:cNvSpPr/>
            <p:nvPr/>
          </p:nvSpPr>
          <p:spPr>
            <a:xfrm>
              <a:off x="2751950" y="3627950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88" y="1154"/>
                    <a:pt x="2016" y="0"/>
                    <a:pt x="106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2" name="Google Shape;2940;p80">
              <a:extLst>
                <a:ext uri="{FF2B5EF4-FFF2-40B4-BE49-F238E27FC236}">
                  <a16:creationId xmlns:a16="http://schemas.microsoft.com/office/drawing/2014/main" id="{8E2D50B4-790D-43E2-A36D-D92BF1A9F3E7}"/>
                </a:ext>
              </a:extLst>
            </p:cNvPr>
            <p:cNvSpPr/>
            <p:nvPr/>
          </p:nvSpPr>
          <p:spPr>
            <a:xfrm>
              <a:off x="2751950" y="3551925"/>
              <a:ext cx="62350" cy="53300"/>
            </a:xfrm>
            <a:custGeom>
              <a:avLst/>
              <a:gdLst/>
              <a:ahLst/>
              <a:cxnLst/>
              <a:rect l="l" t="t" r="r" b="b"/>
              <a:pathLst>
                <a:path w="2494" h="2132" extrusionOk="0">
                  <a:moveTo>
                    <a:pt x="1075" y="1"/>
                  </a:moveTo>
                  <a:cubicBezTo>
                    <a:pt x="1072" y="1"/>
                    <a:pt x="1068" y="1"/>
                    <a:pt x="1065" y="1"/>
                  </a:cubicBezTo>
                  <a:cubicBezTo>
                    <a:pt x="480" y="1"/>
                    <a:pt x="0" y="480"/>
                    <a:pt x="0" y="1066"/>
                  </a:cubicBezTo>
                  <a:cubicBezTo>
                    <a:pt x="6" y="1708"/>
                    <a:pt x="530" y="2131"/>
                    <a:pt x="1075" y="2131"/>
                  </a:cubicBezTo>
                  <a:cubicBezTo>
                    <a:pt x="1337" y="2131"/>
                    <a:pt x="1604" y="2033"/>
                    <a:pt x="1821" y="1814"/>
                  </a:cubicBezTo>
                  <a:cubicBezTo>
                    <a:pt x="2493" y="1141"/>
                    <a:pt x="2020" y="1"/>
                    <a:pt x="107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3" name="Google Shape;2941;p80">
              <a:extLst>
                <a:ext uri="{FF2B5EF4-FFF2-40B4-BE49-F238E27FC236}">
                  <a16:creationId xmlns:a16="http://schemas.microsoft.com/office/drawing/2014/main" id="{93A59598-EC8D-EB0B-1D3E-F2A94090CD5A}"/>
                </a:ext>
              </a:extLst>
            </p:cNvPr>
            <p:cNvSpPr/>
            <p:nvPr/>
          </p:nvSpPr>
          <p:spPr>
            <a:xfrm>
              <a:off x="2751950" y="3475725"/>
              <a:ext cx="62350" cy="53275"/>
            </a:xfrm>
            <a:custGeom>
              <a:avLst/>
              <a:gdLst/>
              <a:ahLst/>
              <a:cxnLst/>
              <a:rect l="l" t="t" r="r" b="b"/>
              <a:pathLst>
                <a:path w="2494" h="2131" extrusionOk="0">
                  <a:moveTo>
                    <a:pt x="1075" y="0"/>
                  </a:moveTo>
                  <a:cubicBezTo>
                    <a:pt x="1072" y="0"/>
                    <a:pt x="1068" y="0"/>
                    <a:pt x="1065" y="0"/>
                  </a:cubicBezTo>
                  <a:cubicBezTo>
                    <a:pt x="480" y="0"/>
                    <a:pt x="0" y="480"/>
                    <a:pt x="0" y="1065"/>
                  </a:cubicBezTo>
                  <a:cubicBezTo>
                    <a:pt x="0" y="1707"/>
                    <a:pt x="526" y="2131"/>
                    <a:pt x="1073" y="2131"/>
                  </a:cubicBezTo>
                  <a:cubicBezTo>
                    <a:pt x="1336" y="2131"/>
                    <a:pt x="1604" y="2032"/>
                    <a:pt x="1821" y="1813"/>
                  </a:cubicBezTo>
                  <a:cubicBezTo>
                    <a:pt x="2493" y="1149"/>
                    <a:pt x="2020" y="0"/>
                    <a:pt x="107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4" name="Google Shape;2942;p80">
              <a:extLst>
                <a:ext uri="{FF2B5EF4-FFF2-40B4-BE49-F238E27FC236}">
                  <a16:creationId xmlns:a16="http://schemas.microsoft.com/office/drawing/2014/main" id="{4E470443-1B81-AA42-B5AA-7AC636D4698D}"/>
                </a:ext>
              </a:extLst>
            </p:cNvPr>
            <p:cNvSpPr/>
            <p:nvPr/>
          </p:nvSpPr>
          <p:spPr>
            <a:xfrm>
              <a:off x="2675925" y="3856775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8"/>
                    <a:pt x="523" y="2131"/>
                    <a:pt x="1067" y="2131"/>
                  </a:cubicBezTo>
                  <a:cubicBezTo>
                    <a:pt x="1330" y="2131"/>
                    <a:pt x="1597" y="2033"/>
                    <a:pt x="1814" y="1814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5" name="Google Shape;2943;p80">
              <a:extLst>
                <a:ext uri="{FF2B5EF4-FFF2-40B4-BE49-F238E27FC236}">
                  <a16:creationId xmlns:a16="http://schemas.microsoft.com/office/drawing/2014/main" id="{749E5B7C-E50B-DBC2-8214-9207C3F2DA8D}"/>
                </a:ext>
              </a:extLst>
            </p:cNvPr>
            <p:cNvSpPr/>
            <p:nvPr/>
          </p:nvSpPr>
          <p:spPr>
            <a:xfrm>
              <a:off x="2675725" y="3780375"/>
              <a:ext cx="62425" cy="53475"/>
            </a:xfrm>
            <a:custGeom>
              <a:avLst/>
              <a:gdLst/>
              <a:ahLst/>
              <a:cxnLst/>
              <a:rect l="l" t="t" r="r" b="b"/>
              <a:pathLst>
                <a:path w="2497" h="2139" extrusionOk="0">
                  <a:moveTo>
                    <a:pt x="1074" y="0"/>
                  </a:moveTo>
                  <a:cubicBezTo>
                    <a:pt x="480" y="0"/>
                    <a:pt x="1" y="480"/>
                    <a:pt x="9" y="1073"/>
                  </a:cubicBezTo>
                  <a:cubicBezTo>
                    <a:pt x="9" y="1715"/>
                    <a:pt x="535" y="2139"/>
                    <a:pt x="1081" y="2139"/>
                  </a:cubicBezTo>
                  <a:cubicBezTo>
                    <a:pt x="1345" y="2139"/>
                    <a:pt x="1613" y="2040"/>
                    <a:pt x="1830" y="1821"/>
                  </a:cubicBezTo>
                  <a:cubicBezTo>
                    <a:pt x="2496" y="1146"/>
                    <a:pt x="2025" y="0"/>
                    <a:pt x="107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6" name="Google Shape;2944;p80">
              <a:extLst>
                <a:ext uri="{FF2B5EF4-FFF2-40B4-BE49-F238E27FC236}">
                  <a16:creationId xmlns:a16="http://schemas.microsoft.com/office/drawing/2014/main" id="{4BACED8C-43CD-39F0-3F2D-A0AEE230A4A6}"/>
                </a:ext>
              </a:extLst>
            </p:cNvPr>
            <p:cNvSpPr/>
            <p:nvPr/>
          </p:nvSpPr>
          <p:spPr>
            <a:xfrm>
              <a:off x="2675925" y="37041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7" name="Google Shape;2945;p80">
              <a:extLst>
                <a:ext uri="{FF2B5EF4-FFF2-40B4-BE49-F238E27FC236}">
                  <a16:creationId xmlns:a16="http://schemas.microsoft.com/office/drawing/2014/main" id="{F1A324A1-D254-511C-1F60-FEE1E9D84072}"/>
                </a:ext>
              </a:extLst>
            </p:cNvPr>
            <p:cNvSpPr/>
            <p:nvPr/>
          </p:nvSpPr>
          <p:spPr>
            <a:xfrm>
              <a:off x="2675925" y="36279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72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3" y="2137"/>
                  </a:cubicBezTo>
                  <a:cubicBezTo>
                    <a:pt x="1336" y="2137"/>
                    <a:pt x="1603" y="2039"/>
                    <a:pt x="1822" y="1821"/>
                  </a:cubicBezTo>
                  <a:cubicBezTo>
                    <a:pt x="2488" y="1154"/>
                    <a:pt x="2017" y="0"/>
                    <a:pt x="106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8" name="Google Shape;2946;p80">
              <a:extLst>
                <a:ext uri="{FF2B5EF4-FFF2-40B4-BE49-F238E27FC236}">
                  <a16:creationId xmlns:a16="http://schemas.microsoft.com/office/drawing/2014/main" id="{1D9170D8-18C3-3E0A-D17F-F7D994A74686}"/>
                </a:ext>
              </a:extLst>
            </p:cNvPr>
            <p:cNvSpPr/>
            <p:nvPr/>
          </p:nvSpPr>
          <p:spPr>
            <a:xfrm>
              <a:off x="2675925" y="3551925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8"/>
                    <a:pt x="523" y="2131"/>
                    <a:pt x="1067" y="2131"/>
                  </a:cubicBezTo>
                  <a:cubicBezTo>
                    <a:pt x="1330" y="2131"/>
                    <a:pt x="1597" y="2033"/>
                    <a:pt x="1814" y="1814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9" name="Google Shape;2947;p80">
              <a:extLst>
                <a:ext uri="{FF2B5EF4-FFF2-40B4-BE49-F238E27FC236}">
                  <a16:creationId xmlns:a16="http://schemas.microsoft.com/office/drawing/2014/main" id="{FA57E848-2D17-F208-292C-BE2973942459}"/>
                </a:ext>
              </a:extLst>
            </p:cNvPr>
            <p:cNvSpPr/>
            <p:nvPr/>
          </p:nvSpPr>
          <p:spPr>
            <a:xfrm>
              <a:off x="2675925" y="34757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0" name="Google Shape;2948;p80">
              <a:extLst>
                <a:ext uri="{FF2B5EF4-FFF2-40B4-BE49-F238E27FC236}">
                  <a16:creationId xmlns:a16="http://schemas.microsoft.com/office/drawing/2014/main" id="{F670948B-E334-9A3D-9CB0-D1AC555E62A7}"/>
                </a:ext>
              </a:extLst>
            </p:cNvPr>
            <p:cNvSpPr/>
            <p:nvPr/>
          </p:nvSpPr>
          <p:spPr>
            <a:xfrm>
              <a:off x="2599725" y="3856775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8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1" name="Google Shape;2949;p80">
              <a:extLst>
                <a:ext uri="{FF2B5EF4-FFF2-40B4-BE49-F238E27FC236}">
                  <a16:creationId xmlns:a16="http://schemas.microsoft.com/office/drawing/2014/main" id="{2D558B09-C1FA-7FBF-337D-90B0DAD1C65A}"/>
                </a:ext>
              </a:extLst>
            </p:cNvPr>
            <p:cNvSpPr/>
            <p:nvPr/>
          </p:nvSpPr>
          <p:spPr>
            <a:xfrm>
              <a:off x="2599725" y="3780375"/>
              <a:ext cx="62400" cy="53475"/>
            </a:xfrm>
            <a:custGeom>
              <a:avLst/>
              <a:gdLst/>
              <a:ahLst/>
              <a:cxnLst/>
              <a:rect l="l" t="t" r="r" b="b"/>
              <a:pathLst>
                <a:path w="2496" h="2139" extrusionOk="0">
                  <a:moveTo>
                    <a:pt x="1065" y="0"/>
                  </a:moveTo>
                  <a:cubicBezTo>
                    <a:pt x="472" y="0"/>
                    <a:pt x="0" y="480"/>
                    <a:pt x="0" y="1073"/>
                  </a:cubicBezTo>
                  <a:cubicBezTo>
                    <a:pt x="0" y="1715"/>
                    <a:pt x="526" y="2139"/>
                    <a:pt x="1073" y="2139"/>
                  </a:cubicBezTo>
                  <a:cubicBezTo>
                    <a:pt x="1336" y="2139"/>
                    <a:pt x="1604" y="2040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2" name="Google Shape;2950;p80">
              <a:extLst>
                <a:ext uri="{FF2B5EF4-FFF2-40B4-BE49-F238E27FC236}">
                  <a16:creationId xmlns:a16="http://schemas.microsoft.com/office/drawing/2014/main" id="{DE3FAEA7-8A29-B6C8-8C6B-14D38B88950C}"/>
                </a:ext>
              </a:extLst>
            </p:cNvPr>
            <p:cNvSpPr/>
            <p:nvPr/>
          </p:nvSpPr>
          <p:spPr>
            <a:xfrm>
              <a:off x="2599725" y="37041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3" name="Google Shape;2951;p80">
              <a:extLst>
                <a:ext uri="{FF2B5EF4-FFF2-40B4-BE49-F238E27FC236}">
                  <a16:creationId xmlns:a16="http://schemas.microsoft.com/office/drawing/2014/main" id="{3A29DF73-FA7F-D3BE-44CF-403D8F937348}"/>
                </a:ext>
              </a:extLst>
            </p:cNvPr>
            <p:cNvSpPr/>
            <p:nvPr/>
          </p:nvSpPr>
          <p:spPr>
            <a:xfrm>
              <a:off x="2599725" y="3627950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88" y="1154"/>
                    <a:pt x="2016" y="0"/>
                    <a:pt x="106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4" name="Google Shape;2952;p80">
              <a:extLst>
                <a:ext uri="{FF2B5EF4-FFF2-40B4-BE49-F238E27FC236}">
                  <a16:creationId xmlns:a16="http://schemas.microsoft.com/office/drawing/2014/main" id="{479401FA-A373-59A0-069E-A88C79FD75E4}"/>
                </a:ext>
              </a:extLst>
            </p:cNvPr>
            <p:cNvSpPr/>
            <p:nvPr/>
          </p:nvSpPr>
          <p:spPr>
            <a:xfrm>
              <a:off x="2599725" y="3551925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8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5" name="Google Shape;2953;p80">
              <a:extLst>
                <a:ext uri="{FF2B5EF4-FFF2-40B4-BE49-F238E27FC236}">
                  <a16:creationId xmlns:a16="http://schemas.microsoft.com/office/drawing/2014/main" id="{CA25DD57-25EF-EF68-6734-949B093DCF87}"/>
                </a:ext>
              </a:extLst>
            </p:cNvPr>
            <p:cNvSpPr/>
            <p:nvPr/>
          </p:nvSpPr>
          <p:spPr>
            <a:xfrm>
              <a:off x="2599725" y="34757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6" name="Google Shape;2954;p80">
              <a:extLst>
                <a:ext uri="{FF2B5EF4-FFF2-40B4-BE49-F238E27FC236}">
                  <a16:creationId xmlns:a16="http://schemas.microsoft.com/office/drawing/2014/main" id="{BAC2105F-3D50-87DE-C7CD-90501E0F7CDB}"/>
                </a:ext>
              </a:extLst>
            </p:cNvPr>
            <p:cNvSpPr/>
            <p:nvPr/>
          </p:nvSpPr>
          <p:spPr>
            <a:xfrm>
              <a:off x="2523500" y="3932800"/>
              <a:ext cx="62225" cy="53475"/>
            </a:xfrm>
            <a:custGeom>
              <a:avLst/>
              <a:gdLst/>
              <a:ahLst/>
              <a:cxnLst/>
              <a:rect l="l" t="t" r="r" b="b"/>
              <a:pathLst>
                <a:path w="2489" h="2139" extrusionOk="0">
                  <a:moveTo>
                    <a:pt x="1066" y="0"/>
                  </a:moveTo>
                  <a:cubicBezTo>
                    <a:pt x="480" y="0"/>
                    <a:pt x="1" y="480"/>
                    <a:pt x="1" y="1073"/>
                  </a:cubicBezTo>
                  <a:cubicBezTo>
                    <a:pt x="6" y="1715"/>
                    <a:pt x="530" y="2139"/>
                    <a:pt x="1075" y="2139"/>
                  </a:cubicBezTo>
                  <a:cubicBezTo>
                    <a:pt x="1338" y="2139"/>
                    <a:pt x="1605" y="2041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7" name="Google Shape;2955;p80">
              <a:extLst>
                <a:ext uri="{FF2B5EF4-FFF2-40B4-BE49-F238E27FC236}">
                  <a16:creationId xmlns:a16="http://schemas.microsoft.com/office/drawing/2014/main" id="{7B55F937-6B95-5900-0B3F-60445547DB68}"/>
                </a:ext>
              </a:extLst>
            </p:cNvPr>
            <p:cNvSpPr/>
            <p:nvPr/>
          </p:nvSpPr>
          <p:spPr>
            <a:xfrm>
              <a:off x="2523500" y="3856775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8"/>
                    <a:pt x="527" y="2131"/>
                    <a:pt x="1073" y="2131"/>
                  </a:cubicBezTo>
                  <a:cubicBezTo>
                    <a:pt x="1337" y="2131"/>
                    <a:pt x="1605" y="2033"/>
                    <a:pt x="1822" y="1814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8" name="Google Shape;2956;p80">
              <a:extLst>
                <a:ext uri="{FF2B5EF4-FFF2-40B4-BE49-F238E27FC236}">
                  <a16:creationId xmlns:a16="http://schemas.microsoft.com/office/drawing/2014/main" id="{FC499F4C-692A-A97A-C722-495A0A25A547}"/>
                </a:ext>
              </a:extLst>
            </p:cNvPr>
            <p:cNvSpPr/>
            <p:nvPr/>
          </p:nvSpPr>
          <p:spPr>
            <a:xfrm>
              <a:off x="2523500" y="3780375"/>
              <a:ext cx="62425" cy="53475"/>
            </a:xfrm>
            <a:custGeom>
              <a:avLst/>
              <a:gdLst/>
              <a:ahLst/>
              <a:cxnLst/>
              <a:rect l="l" t="t" r="r" b="b"/>
              <a:pathLst>
                <a:path w="2497" h="2139" extrusionOk="0">
                  <a:moveTo>
                    <a:pt x="1066" y="0"/>
                  </a:moveTo>
                  <a:cubicBezTo>
                    <a:pt x="480" y="0"/>
                    <a:pt x="1" y="480"/>
                    <a:pt x="1" y="1073"/>
                  </a:cubicBezTo>
                  <a:cubicBezTo>
                    <a:pt x="6" y="1715"/>
                    <a:pt x="530" y="2139"/>
                    <a:pt x="1078" y="2139"/>
                  </a:cubicBezTo>
                  <a:cubicBezTo>
                    <a:pt x="1341" y="2139"/>
                    <a:pt x="1610" y="2040"/>
                    <a:pt x="1830" y="1821"/>
                  </a:cubicBezTo>
                  <a:cubicBezTo>
                    <a:pt x="2496" y="1146"/>
                    <a:pt x="2017" y="0"/>
                    <a:pt x="106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9" name="Google Shape;2957;p80">
              <a:extLst>
                <a:ext uri="{FF2B5EF4-FFF2-40B4-BE49-F238E27FC236}">
                  <a16:creationId xmlns:a16="http://schemas.microsoft.com/office/drawing/2014/main" id="{375FCE31-FF6C-7ACC-0600-1FA00E95E599}"/>
                </a:ext>
              </a:extLst>
            </p:cNvPr>
            <p:cNvSpPr/>
            <p:nvPr/>
          </p:nvSpPr>
          <p:spPr>
            <a:xfrm>
              <a:off x="2523500" y="37041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0" name="Google Shape;2958;p80">
              <a:extLst>
                <a:ext uri="{FF2B5EF4-FFF2-40B4-BE49-F238E27FC236}">
                  <a16:creationId xmlns:a16="http://schemas.microsoft.com/office/drawing/2014/main" id="{F819CB19-1B53-043D-007C-7B5721092C34}"/>
                </a:ext>
              </a:extLst>
            </p:cNvPr>
            <p:cNvSpPr/>
            <p:nvPr/>
          </p:nvSpPr>
          <p:spPr>
            <a:xfrm>
              <a:off x="2523500" y="3627950"/>
              <a:ext cx="62225" cy="53475"/>
            </a:xfrm>
            <a:custGeom>
              <a:avLst/>
              <a:gdLst/>
              <a:ahLst/>
              <a:cxnLst/>
              <a:rect l="l" t="t" r="r" b="b"/>
              <a:pathLst>
                <a:path w="2489" h="2139" extrusionOk="0">
                  <a:moveTo>
                    <a:pt x="1066" y="0"/>
                  </a:moveTo>
                  <a:cubicBezTo>
                    <a:pt x="480" y="8"/>
                    <a:pt x="1" y="488"/>
                    <a:pt x="1" y="1073"/>
                  </a:cubicBezTo>
                  <a:cubicBezTo>
                    <a:pt x="1" y="1715"/>
                    <a:pt x="527" y="2139"/>
                    <a:pt x="1073" y="2139"/>
                  </a:cubicBezTo>
                  <a:cubicBezTo>
                    <a:pt x="1337" y="2139"/>
                    <a:pt x="1605" y="2040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1" name="Google Shape;2959;p80">
              <a:extLst>
                <a:ext uri="{FF2B5EF4-FFF2-40B4-BE49-F238E27FC236}">
                  <a16:creationId xmlns:a16="http://schemas.microsoft.com/office/drawing/2014/main" id="{17A7A941-F74F-0385-B4C8-A86344515807}"/>
                </a:ext>
              </a:extLst>
            </p:cNvPr>
            <p:cNvSpPr/>
            <p:nvPr/>
          </p:nvSpPr>
          <p:spPr>
            <a:xfrm>
              <a:off x="2523500" y="3551925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8"/>
                    <a:pt x="527" y="2131"/>
                    <a:pt x="1073" y="2131"/>
                  </a:cubicBezTo>
                  <a:cubicBezTo>
                    <a:pt x="1337" y="2131"/>
                    <a:pt x="1605" y="2033"/>
                    <a:pt x="1822" y="1814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2" name="Google Shape;2960;p80">
              <a:extLst>
                <a:ext uri="{FF2B5EF4-FFF2-40B4-BE49-F238E27FC236}">
                  <a16:creationId xmlns:a16="http://schemas.microsoft.com/office/drawing/2014/main" id="{6BB9803F-6AD9-AE90-C377-E82CE9288763}"/>
                </a:ext>
              </a:extLst>
            </p:cNvPr>
            <p:cNvSpPr/>
            <p:nvPr/>
          </p:nvSpPr>
          <p:spPr>
            <a:xfrm>
              <a:off x="2523500" y="34757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3" name="Google Shape;2961;p80">
              <a:extLst>
                <a:ext uri="{FF2B5EF4-FFF2-40B4-BE49-F238E27FC236}">
                  <a16:creationId xmlns:a16="http://schemas.microsoft.com/office/drawing/2014/main" id="{E8437D15-3FBC-1A75-95BC-5825BD41F2E4}"/>
                </a:ext>
              </a:extLst>
            </p:cNvPr>
            <p:cNvSpPr/>
            <p:nvPr/>
          </p:nvSpPr>
          <p:spPr>
            <a:xfrm>
              <a:off x="2523500" y="33995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6" y="2134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4" name="Google Shape;2962;p80">
              <a:extLst>
                <a:ext uri="{FF2B5EF4-FFF2-40B4-BE49-F238E27FC236}">
                  <a16:creationId xmlns:a16="http://schemas.microsoft.com/office/drawing/2014/main" id="{9734E658-02F0-76B8-9815-E5099D820AB5}"/>
                </a:ext>
              </a:extLst>
            </p:cNvPr>
            <p:cNvSpPr/>
            <p:nvPr/>
          </p:nvSpPr>
          <p:spPr>
            <a:xfrm>
              <a:off x="2447300" y="4085225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65" y="0"/>
                  </a:moveTo>
                  <a:cubicBezTo>
                    <a:pt x="480" y="0"/>
                    <a:pt x="8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1"/>
                  </a:cubicBezTo>
                  <a:cubicBezTo>
                    <a:pt x="2496" y="1147"/>
                    <a:pt x="2016" y="0"/>
                    <a:pt x="106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5" name="Google Shape;2963;p80">
              <a:extLst>
                <a:ext uri="{FF2B5EF4-FFF2-40B4-BE49-F238E27FC236}">
                  <a16:creationId xmlns:a16="http://schemas.microsoft.com/office/drawing/2014/main" id="{D53AF790-CA86-F8A1-C2FF-2D9C48D77598}"/>
                </a:ext>
              </a:extLst>
            </p:cNvPr>
            <p:cNvSpPr/>
            <p:nvPr/>
          </p:nvSpPr>
          <p:spPr>
            <a:xfrm>
              <a:off x="2447300" y="4009000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10"/>
                    <a:pt x="529" y="2134"/>
                    <a:pt x="1078" y="2134"/>
                  </a:cubicBezTo>
                  <a:cubicBezTo>
                    <a:pt x="1339" y="2134"/>
                    <a:pt x="1606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6" name="Google Shape;2964;p80">
              <a:extLst>
                <a:ext uri="{FF2B5EF4-FFF2-40B4-BE49-F238E27FC236}">
                  <a16:creationId xmlns:a16="http://schemas.microsoft.com/office/drawing/2014/main" id="{DA23FCDA-D3F5-940C-DC03-7747EED2D7EE}"/>
                </a:ext>
              </a:extLst>
            </p:cNvPr>
            <p:cNvSpPr/>
            <p:nvPr/>
          </p:nvSpPr>
          <p:spPr>
            <a:xfrm>
              <a:off x="2447300" y="3932800"/>
              <a:ext cx="62200" cy="53475"/>
            </a:xfrm>
            <a:custGeom>
              <a:avLst/>
              <a:gdLst/>
              <a:ahLst/>
              <a:cxnLst/>
              <a:rect l="l" t="t" r="r" b="b"/>
              <a:pathLst>
                <a:path w="2488" h="2139" extrusionOk="0">
                  <a:moveTo>
                    <a:pt x="1065" y="0"/>
                  </a:moveTo>
                  <a:cubicBezTo>
                    <a:pt x="480" y="0"/>
                    <a:pt x="0" y="480"/>
                    <a:pt x="0" y="1073"/>
                  </a:cubicBezTo>
                  <a:cubicBezTo>
                    <a:pt x="6" y="1715"/>
                    <a:pt x="530" y="2139"/>
                    <a:pt x="1075" y="2139"/>
                  </a:cubicBezTo>
                  <a:cubicBezTo>
                    <a:pt x="1337" y="2139"/>
                    <a:pt x="1604" y="2041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7" name="Google Shape;2965;p80">
              <a:extLst>
                <a:ext uri="{FF2B5EF4-FFF2-40B4-BE49-F238E27FC236}">
                  <a16:creationId xmlns:a16="http://schemas.microsoft.com/office/drawing/2014/main" id="{9C854159-CED8-8755-357E-403B3108D97E}"/>
                </a:ext>
              </a:extLst>
            </p:cNvPr>
            <p:cNvSpPr/>
            <p:nvPr/>
          </p:nvSpPr>
          <p:spPr>
            <a:xfrm>
              <a:off x="2447300" y="3856775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8"/>
                    <a:pt x="526" y="2131"/>
                    <a:pt x="1073" y="2131"/>
                  </a:cubicBezTo>
                  <a:cubicBezTo>
                    <a:pt x="1336" y="2131"/>
                    <a:pt x="1604" y="2033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8" name="Google Shape;2966;p80">
              <a:extLst>
                <a:ext uri="{FF2B5EF4-FFF2-40B4-BE49-F238E27FC236}">
                  <a16:creationId xmlns:a16="http://schemas.microsoft.com/office/drawing/2014/main" id="{14DCD352-7CA0-05D6-AC23-2350B7F58037}"/>
                </a:ext>
              </a:extLst>
            </p:cNvPr>
            <p:cNvSpPr/>
            <p:nvPr/>
          </p:nvSpPr>
          <p:spPr>
            <a:xfrm>
              <a:off x="2447300" y="3780375"/>
              <a:ext cx="62400" cy="53475"/>
            </a:xfrm>
            <a:custGeom>
              <a:avLst/>
              <a:gdLst/>
              <a:ahLst/>
              <a:cxnLst/>
              <a:rect l="l" t="t" r="r" b="b"/>
              <a:pathLst>
                <a:path w="2496" h="2139" extrusionOk="0">
                  <a:moveTo>
                    <a:pt x="1065" y="0"/>
                  </a:moveTo>
                  <a:cubicBezTo>
                    <a:pt x="480" y="0"/>
                    <a:pt x="0" y="480"/>
                    <a:pt x="0" y="1073"/>
                  </a:cubicBezTo>
                  <a:cubicBezTo>
                    <a:pt x="6" y="1715"/>
                    <a:pt x="530" y="2139"/>
                    <a:pt x="1077" y="2139"/>
                  </a:cubicBezTo>
                  <a:cubicBezTo>
                    <a:pt x="1341" y="2139"/>
                    <a:pt x="1610" y="2040"/>
                    <a:pt x="1829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9" name="Google Shape;2967;p80">
              <a:extLst>
                <a:ext uri="{FF2B5EF4-FFF2-40B4-BE49-F238E27FC236}">
                  <a16:creationId xmlns:a16="http://schemas.microsoft.com/office/drawing/2014/main" id="{1A331F18-DCA2-EBB6-F910-8D9EB326B972}"/>
                </a:ext>
              </a:extLst>
            </p:cNvPr>
            <p:cNvSpPr/>
            <p:nvPr/>
          </p:nvSpPr>
          <p:spPr>
            <a:xfrm>
              <a:off x="2447300" y="3704150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1"/>
                  </a:moveTo>
                  <a:cubicBezTo>
                    <a:pt x="480" y="1"/>
                    <a:pt x="8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0" name="Google Shape;2968;p80">
              <a:extLst>
                <a:ext uri="{FF2B5EF4-FFF2-40B4-BE49-F238E27FC236}">
                  <a16:creationId xmlns:a16="http://schemas.microsoft.com/office/drawing/2014/main" id="{D7673C04-A55A-84E1-2401-AB7BDC3B4C93}"/>
                </a:ext>
              </a:extLst>
            </p:cNvPr>
            <p:cNvSpPr/>
            <p:nvPr/>
          </p:nvSpPr>
          <p:spPr>
            <a:xfrm>
              <a:off x="2447300" y="3627950"/>
              <a:ext cx="62400" cy="53425"/>
            </a:xfrm>
            <a:custGeom>
              <a:avLst/>
              <a:gdLst/>
              <a:ahLst/>
              <a:cxnLst/>
              <a:rect l="l" t="t" r="r" b="b"/>
              <a:pathLst>
                <a:path w="2496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8" y="2137"/>
                    <a:pt x="1076" y="2137"/>
                  </a:cubicBezTo>
                  <a:cubicBezTo>
                    <a:pt x="1339" y="2137"/>
                    <a:pt x="1605" y="2039"/>
                    <a:pt x="1821" y="1821"/>
                  </a:cubicBezTo>
                  <a:cubicBezTo>
                    <a:pt x="2496" y="1154"/>
                    <a:pt x="2016" y="0"/>
                    <a:pt x="106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1" name="Google Shape;2969;p80">
              <a:extLst>
                <a:ext uri="{FF2B5EF4-FFF2-40B4-BE49-F238E27FC236}">
                  <a16:creationId xmlns:a16="http://schemas.microsoft.com/office/drawing/2014/main" id="{EE42A3D1-F6E0-1A29-1211-A6113EB5208F}"/>
                </a:ext>
              </a:extLst>
            </p:cNvPr>
            <p:cNvSpPr/>
            <p:nvPr/>
          </p:nvSpPr>
          <p:spPr>
            <a:xfrm>
              <a:off x="2447300" y="3551925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8"/>
                    <a:pt x="526" y="2131"/>
                    <a:pt x="1073" y="2131"/>
                  </a:cubicBezTo>
                  <a:cubicBezTo>
                    <a:pt x="1336" y="2131"/>
                    <a:pt x="1604" y="2033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2" name="Google Shape;2970;p80">
              <a:extLst>
                <a:ext uri="{FF2B5EF4-FFF2-40B4-BE49-F238E27FC236}">
                  <a16:creationId xmlns:a16="http://schemas.microsoft.com/office/drawing/2014/main" id="{E263E54B-B1A3-CACD-8BE3-3CCCC3166089}"/>
                </a:ext>
              </a:extLst>
            </p:cNvPr>
            <p:cNvSpPr/>
            <p:nvPr/>
          </p:nvSpPr>
          <p:spPr>
            <a:xfrm>
              <a:off x="2447300" y="3475725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3" name="Google Shape;2971;p80">
              <a:extLst>
                <a:ext uri="{FF2B5EF4-FFF2-40B4-BE49-F238E27FC236}">
                  <a16:creationId xmlns:a16="http://schemas.microsoft.com/office/drawing/2014/main" id="{B8299B27-7163-E7E7-3EA6-C5C4A508CB84}"/>
                </a:ext>
              </a:extLst>
            </p:cNvPr>
            <p:cNvSpPr/>
            <p:nvPr/>
          </p:nvSpPr>
          <p:spPr>
            <a:xfrm>
              <a:off x="2447300" y="3399500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4" name="Google Shape;2972;p80">
              <a:extLst>
                <a:ext uri="{FF2B5EF4-FFF2-40B4-BE49-F238E27FC236}">
                  <a16:creationId xmlns:a16="http://schemas.microsoft.com/office/drawing/2014/main" id="{319E28A9-14EF-62EB-4673-CA3000F1A6C4}"/>
                </a:ext>
              </a:extLst>
            </p:cNvPr>
            <p:cNvSpPr/>
            <p:nvPr/>
          </p:nvSpPr>
          <p:spPr>
            <a:xfrm>
              <a:off x="2447300" y="3323300"/>
              <a:ext cx="62400" cy="53425"/>
            </a:xfrm>
            <a:custGeom>
              <a:avLst/>
              <a:gdLst/>
              <a:ahLst/>
              <a:cxnLst/>
              <a:rect l="l" t="t" r="r" b="b"/>
              <a:pathLst>
                <a:path w="2496" h="2137" extrusionOk="0">
                  <a:moveTo>
                    <a:pt x="1065" y="0"/>
                  </a:moveTo>
                  <a:cubicBezTo>
                    <a:pt x="480" y="0"/>
                    <a:pt x="8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96" y="1154"/>
                    <a:pt x="2016" y="0"/>
                    <a:pt x="106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5" name="Google Shape;2973;p80">
              <a:extLst>
                <a:ext uri="{FF2B5EF4-FFF2-40B4-BE49-F238E27FC236}">
                  <a16:creationId xmlns:a16="http://schemas.microsoft.com/office/drawing/2014/main" id="{DC69CAFA-34B9-CFC0-0762-1983D2B22659}"/>
                </a:ext>
              </a:extLst>
            </p:cNvPr>
            <p:cNvSpPr/>
            <p:nvPr/>
          </p:nvSpPr>
          <p:spPr>
            <a:xfrm>
              <a:off x="2371275" y="42374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72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4" y="1821"/>
                  </a:cubicBezTo>
                  <a:cubicBezTo>
                    <a:pt x="2488" y="1155"/>
                    <a:pt x="2009" y="0"/>
                    <a:pt x="106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6" name="Google Shape;2974;p80">
              <a:extLst>
                <a:ext uri="{FF2B5EF4-FFF2-40B4-BE49-F238E27FC236}">
                  <a16:creationId xmlns:a16="http://schemas.microsoft.com/office/drawing/2014/main" id="{47C00E49-8FB2-EFEA-F3CF-97394B0E0CE5}"/>
                </a:ext>
              </a:extLst>
            </p:cNvPr>
            <p:cNvSpPr/>
            <p:nvPr/>
          </p:nvSpPr>
          <p:spPr>
            <a:xfrm>
              <a:off x="2371275" y="4161425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8"/>
                    <a:pt x="523" y="2131"/>
                    <a:pt x="1067" y="2131"/>
                  </a:cubicBezTo>
                  <a:cubicBezTo>
                    <a:pt x="1329" y="2131"/>
                    <a:pt x="1597" y="2033"/>
                    <a:pt x="1814" y="1814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7" name="Google Shape;2975;p80">
              <a:extLst>
                <a:ext uri="{FF2B5EF4-FFF2-40B4-BE49-F238E27FC236}">
                  <a16:creationId xmlns:a16="http://schemas.microsoft.com/office/drawing/2014/main" id="{711E8A50-FC12-F7BF-E5C7-2D486C4C5BC9}"/>
                </a:ext>
              </a:extLst>
            </p:cNvPr>
            <p:cNvSpPr/>
            <p:nvPr/>
          </p:nvSpPr>
          <p:spPr>
            <a:xfrm>
              <a:off x="2371275" y="40852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1"/>
                  </a:cubicBezTo>
                  <a:cubicBezTo>
                    <a:pt x="2488" y="1147"/>
                    <a:pt x="2009" y="0"/>
                    <a:pt x="106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8" name="Google Shape;2976;p80">
              <a:extLst>
                <a:ext uri="{FF2B5EF4-FFF2-40B4-BE49-F238E27FC236}">
                  <a16:creationId xmlns:a16="http://schemas.microsoft.com/office/drawing/2014/main" id="{0E174B18-6585-D057-3CA0-89A467AEC01B}"/>
                </a:ext>
              </a:extLst>
            </p:cNvPr>
            <p:cNvSpPr/>
            <p:nvPr/>
          </p:nvSpPr>
          <p:spPr>
            <a:xfrm>
              <a:off x="2371275" y="4009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10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9" name="Google Shape;2977;p80">
              <a:extLst>
                <a:ext uri="{FF2B5EF4-FFF2-40B4-BE49-F238E27FC236}">
                  <a16:creationId xmlns:a16="http://schemas.microsoft.com/office/drawing/2014/main" id="{9CCA8693-D065-D1C9-6B24-4EAB6404637C}"/>
                </a:ext>
              </a:extLst>
            </p:cNvPr>
            <p:cNvSpPr/>
            <p:nvPr/>
          </p:nvSpPr>
          <p:spPr>
            <a:xfrm>
              <a:off x="2371075" y="3932800"/>
              <a:ext cx="62425" cy="53475"/>
            </a:xfrm>
            <a:custGeom>
              <a:avLst/>
              <a:gdLst/>
              <a:ahLst/>
              <a:cxnLst/>
              <a:rect l="l" t="t" r="r" b="b"/>
              <a:pathLst>
                <a:path w="2497" h="2139" extrusionOk="0">
                  <a:moveTo>
                    <a:pt x="1074" y="0"/>
                  </a:moveTo>
                  <a:cubicBezTo>
                    <a:pt x="480" y="0"/>
                    <a:pt x="1" y="480"/>
                    <a:pt x="1" y="1073"/>
                  </a:cubicBezTo>
                  <a:cubicBezTo>
                    <a:pt x="6" y="1715"/>
                    <a:pt x="530" y="2139"/>
                    <a:pt x="1075" y="2139"/>
                  </a:cubicBezTo>
                  <a:cubicBezTo>
                    <a:pt x="1337" y="2139"/>
                    <a:pt x="1605" y="2041"/>
                    <a:pt x="1822" y="1821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0" name="Google Shape;2978;p80">
              <a:extLst>
                <a:ext uri="{FF2B5EF4-FFF2-40B4-BE49-F238E27FC236}">
                  <a16:creationId xmlns:a16="http://schemas.microsoft.com/office/drawing/2014/main" id="{926D4BD6-E592-22E1-AE26-9AE9363E5A28}"/>
                </a:ext>
              </a:extLst>
            </p:cNvPr>
            <p:cNvSpPr/>
            <p:nvPr/>
          </p:nvSpPr>
          <p:spPr>
            <a:xfrm>
              <a:off x="2371075" y="3856775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74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6" y="1708"/>
                    <a:pt x="530" y="2131"/>
                    <a:pt x="1075" y="2131"/>
                  </a:cubicBezTo>
                  <a:cubicBezTo>
                    <a:pt x="1337" y="2131"/>
                    <a:pt x="1605" y="2033"/>
                    <a:pt x="1822" y="1814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1" name="Google Shape;2979;p80">
              <a:extLst>
                <a:ext uri="{FF2B5EF4-FFF2-40B4-BE49-F238E27FC236}">
                  <a16:creationId xmlns:a16="http://schemas.microsoft.com/office/drawing/2014/main" id="{55214005-CFB3-8E48-78D5-1E4FD094E3E0}"/>
                </a:ext>
              </a:extLst>
            </p:cNvPr>
            <p:cNvSpPr/>
            <p:nvPr/>
          </p:nvSpPr>
          <p:spPr>
            <a:xfrm>
              <a:off x="2371075" y="3780375"/>
              <a:ext cx="62425" cy="53475"/>
            </a:xfrm>
            <a:custGeom>
              <a:avLst/>
              <a:gdLst/>
              <a:ahLst/>
              <a:cxnLst/>
              <a:rect l="l" t="t" r="r" b="b"/>
              <a:pathLst>
                <a:path w="2497" h="2139" extrusionOk="0">
                  <a:moveTo>
                    <a:pt x="1074" y="0"/>
                  </a:moveTo>
                  <a:cubicBezTo>
                    <a:pt x="480" y="0"/>
                    <a:pt x="1" y="480"/>
                    <a:pt x="1" y="1073"/>
                  </a:cubicBezTo>
                  <a:cubicBezTo>
                    <a:pt x="6" y="1715"/>
                    <a:pt x="530" y="2139"/>
                    <a:pt x="1078" y="2139"/>
                  </a:cubicBezTo>
                  <a:cubicBezTo>
                    <a:pt x="1341" y="2139"/>
                    <a:pt x="1610" y="2040"/>
                    <a:pt x="1830" y="1821"/>
                  </a:cubicBezTo>
                  <a:cubicBezTo>
                    <a:pt x="2496" y="1146"/>
                    <a:pt x="2025" y="0"/>
                    <a:pt x="107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2" name="Google Shape;2980;p80">
              <a:extLst>
                <a:ext uri="{FF2B5EF4-FFF2-40B4-BE49-F238E27FC236}">
                  <a16:creationId xmlns:a16="http://schemas.microsoft.com/office/drawing/2014/main" id="{9F5CBB5F-3195-9F3E-FD7F-881C5561DECF}"/>
                </a:ext>
              </a:extLst>
            </p:cNvPr>
            <p:cNvSpPr/>
            <p:nvPr/>
          </p:nvSpPr>
          <p:spPr>
            <a:xfrm>
              <a:off x="2371275" y="37041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3" name="Google Shape;2981;p80">
              <a:extLst>
                <a:ext uri="{FF2B5EF4-FFF2-40B4-BE49-F238E27FC236}">
                  <a16:creationId xmlns:a16="http://schemas.microsoft.com/office/drawing/2014/main" id="{0307FD30-2F21-34C9-B4BE-F259F225E06B}"/>
                </a:ext>
              </a:extLst>
            </p:cNvPr>
            <p:cNvSpPr/>
            <p:nvPr/>
          </p:nvSpPr>
          <p:spPr>
            <a:xfrm>
              <a:off x="2371275" y="36279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72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1" y="2137"/>
                  </a:cubicBezTo>
                  <a:cubicBezTo>
                    <a:pt x="1332" y="2137"/>
                    <a:pt x="1598" y="2039"/>
                    <a:pt x="1814" y="1821"/>
                  </a:cubicBezTo>
                  <a:cubicBezTo>
                    <a:pt x="2488" y="1154"/>
                    <a:pt x="2009" y="0"/>
                    <a:pt x="106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4" name="Google Shape;2982;p80">
              <a:extLst>
                <a:ext uri="{FF2B5EF4-FFF2-40B4-BE49-F238E27FC236}">
                  <a16:creationId xmlns:a16="http://schemas.microsoft.com/office/drawing/2014/main" id="{E629E219-A1EA-204F-C9FD-3DDDFBC16716}"/>
                </a:ext>
              </a:extLst>
            </p:cNvPr>
            <p:cNvSpPr/>
            <p:nvPr/>
          </p:nvSpPr>
          <p:spPr>
            <a:xfrm>
              <a:off x="2371075" y="3551925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74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6" y="1708"/>
                    <a:pt x="530" y="2131"/>
                    <a:pt x="1075" y="2131"/>
                  </a:cubicBezTo>
                  <a:cubicBezTo>
                    <a:pt x="1337" y="2131"/>
                    <a:pt x="1605" y="2033"/>
                    <a:pt x="1822" y="1814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5" name="Google Shape;2983;p80">
              <a:extLst>
                <a:ext uri="{FF2B5EF4-FFF2-40B4-BE49-F238E27FC236}">
                  <a16:creationId xmlns:a16="http://schemas.microsoft.com/office/drawing/2014/main" id="{ECF96F02-1D90-D60C-4476-08B74D7CCDE4}"/>
                </a:ext>
              </a:extLst>
            </p:cNvPr>
            <p:cNvSpPr/>
            <p:nvPr/>
          </p:nvSpPr>
          <p:spPr>
            <a:xfrm>
              <a:off x="2371075" y="34757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7"/>
                    <a:pt x="1822" y="1821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6" name="Google Shape;2984;p80">
              <a:extLst>
                <a:ext uri="{FF2B5EF4-FFF2-40B4-BE49-F238E27FC236}">
                  <a16:creationId xmlns:a16="http://schemas.microsoft.com/office/drawing/2014/main" id="{983503EF-8FE5-351C-22EA-EA261180DACD}"/>
                </a:ext>
              </a:extLst>
            </p:cNvPr>
            <p:cNvSpPr/>
            <p:nvPr/>
          </p:nvSpPr>
          <p:spPr>
            <a:xfrm>
              <a:off x="2371075" y="33995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6" y="2134"/>
                    <a:pt x="1604" y="2037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7" name="Google Shape;2985;p80">
              <a:extLst>
                <a:ext uri="{FF2B5EF4-FFF2-40B4-BE49-F238E27FC236}">
                  <a16:creationId xmlns:a16="http://schemas.microsoft.com/office/drawing/2014/main" id="{2AF9FB74-0134-6D8C-097B-8F176E1078DD}"/>
                </a:ext>
              </a:extLst>
            </p:cNvPr>
            <p:cNvSpPr/>
            <p:nvPr/>
          </p:nvSpPr>
          <p:spPr>
            <a:xfrm>
              <a:off x="2371075" y="332330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2" y="1821"/>
                  </a:cubicBezTo>
                  <a:cubicBezTo>
                    <a:pt x="2496" y="1154"/>
                    <a:pt x="2025" y="0"/>
                    <a:pt x="107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8" name="Google Shape;2986;p80">
              <a:extLst>
                <a:ext uri="{FF2B5EF4-FFF2-40B4-BE49-F238E27FC236}">
                  <a16:creationId xmlns:a16="http://schemas.microsoft.com/office/drawing/2014/main" id="{BD23FD04-069A-1F1F-B1AD-6DA1FA3EF944}"/>
                </a:ext>
              </a:extLst>
            </p:cNvPr>
            <p:cNvSpPr/>
            <p:nvPr/>
          </p:nvSpPr>
          <p:spPr>
            <a:xfrm>
              <a:off x="2371075" y="32470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9"/>
                    <a:pt x="9" y="480"/>
                    <a:pt x="1" y="1066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2" y="1822"/>
                  </a:cubicBezTo>
                  <a:cubicBezTo>
                    <a:pt x="2496" y="1155"/>
                    <a:pt x="2025" y="1"/>
                    <a:pt x="107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9" name="Google Shape;2987;p80">
              <a:extLst>
                <a:ext uri="{FF2B5EF4-FFF2-40B4-BE49-F238E27FC236}">
                  <a16:creationId xmlns:a16="http://schemas.microsoft.com/office/drawing/2014/main" id="{F373EA97-1006-F5A2-26F8-1CF8E6347A39}"/>
                </a:ext>
              </a:extLst>
            </p:cNvPr>
            <p:cNvSpPr/>
            <p:nvPr/>
          </p:nvSpPr>
          <p:spPr>
            <a:xfrm>
              <a:off x="2295075" y="43136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0" name="Google Shape;2988;p80">
              <a:extLst>
                <a:ext uri="{FF2B5EF4-FFF2-40B4-BE49-F238E27FC236}">
                  <a16:creationId xmlns:a16="http://schemas.microsoft.com/office/drawing/2014/main" id="{11DA9233-57C2-9A7C-BBA9-D10D7ED0FA25}"/>
                </a:ext>
              </a:extLst>
            </p:cNvPr>
            <p:cNvSpPr/>
            <p:nvPr/>
          </p:nvSpPr>
          <p:spPr>
            <a:xfrm>
              <a:off x="2295075" y="4237450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72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0" y="2137"/>
                  </a:cubicBezTo>
                  <a:cubicBezTo>
                    <a:pt x="1331" y="2137"/>
                    <a:pt x="1597" y="2040"/>
                    <a:pt x="1813" y="1821"/>
                  </a:cubicBezTo>
                  <a:cubicBezTo>
                    <a:pt x="2488" y="1155"/>
                    <a:pt x="2016" y="0"/>
                    <a:pt x="106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1" name="Google Shape;2989;p80">
              <a:extLst>
                <a:ext uri="{FF2B5EF4-FFF2-40B4-BE49-F238E27FC236}">
                  <a16:creationId xmlns:a16="http://schemas.microsoft.com/office/drawing/2014/main" id="{D68D465A-DB14-258D-0BE8-D541F5382776}"/>
                </a:ext>
              </a:extLst>
            </p:cNvPr>
            <p:cNvSpPr/>
            <p:nvPr/>
          </p:nvSpPr>
          <p:spPr>
            <a:xfrm>
              <a:off x="2295075" y="4161425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8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2" name="Google Shape;2990;p80">
              <a:extLst>
                <a:ext uri="{FF2B5EF4-FFF2-40B4-BE49-F238E27FC236}">
                  <a16:creationId xmlns:a16="http://schemas.microsoft.com/office/drawing/2014/main" id="{F7FECC64-1A51-ED39-DE19-D3DDCA5829EC}"/>
                </a:ext>
              </a:extLst>
            </p:cNvPr>
            <p:cNvSpPr/>
            <p:nvPr/>
          </p:nvSpPr>
          <p:spPr>
            <a:xfrm>
              <a:off x="2295075" y="40852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7"/>
                    <a:pt x="1813" y="1821"/>
                  </a:cubicBezTo>
                  <a:cubicBezTo>
                    <a:pt x="2488" y="1147"/>
                    <a:pt x="2016" y="0"/>
                    <a:pt x="106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3" name="Google Shape;2991;p80">
              <a:extLst>
                <a:ext uri="{FF2B5EF4-FFF2-40B4-BE49-F238E27FC236}">
                  <a16:creationId xmlns:a16="http://schemas.microsoft.com/office/drawing/2014/main" id="{2753E370-1421-FD76-67B9-4764C2E0EC0B}"/>
                </a:ext>
              </a:extLst>
            </p:cNvPr>
            <p:cNvSpPr/>
            <p:nvPr/>
          </p:nvSpPr>
          <p:spPr>
            <a:xfrm>
              <a:off x="2295075" y="40090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10"/>
                    <a:pt x="525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4" name="Google Shape;2992;p80">
              <a:extLst>
                <a:ext uri="{FF2B5EF4-FFF2-40B4-BE49-F238E27FC236}">
                  <a16:creationId xmlns:a16="http://schemas.microsoft.com/office/drawing/2014/main" id="{105CD191-D338-6FF3-9D97-413BA4CA28EC}"/>
                </a:ext>
              </a:extLst>
            </p:cNvPr>
            <p:cNvSpPr/>
            <p:nvPr/>
          </p:nvSpPr>
          <p:spPr>
            <a:xfrm>
              <a:off x="2294850" y="3932800"/>
              <a:ext cx="62425" cy="53475"/>
            </a:xfrm>
            <a:custGeom>
              <a:avLst/>
              <a:gdLst/>
              <a:ahLst/>
              <a:cxnLst/>
              <a:rect l="l" t="t" r="r" b="b"/>
              <a:pathLst>
                <a:path w="2497" h="2139" extrusionOk="0">
                  <a:moveTo>
                    <a:pt x="1074" y="0"/>
                  </a:moveTo>
                  <a:cubicBezTo>
                    <a:pt x="481" y="0"/>
                    <a:pt x="1" y="480"/>
                    <a:pt x="9" y="1073"/>
                  </a:cubicBezTo>
                  <a:cubicBezTo>
                    <a:pt x="9" y="1715"/>
                    <a:pt x="531" y="2139"/>
                    <a:pt x="1078" y="2139"/>
                  </a:cubicBezTo>
                  <a:cubicBezTo>
                    <a:pt x="1342" y="2139"/>
                    <a:pt x="1611" y="2041"/>
                    <a:pt x="1830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5" name="Google Shape;2993;p80">
              <a:extLst>
                <a:ext uri="{FF2B5EF4-FFF2-40B4-BE49-F238E27FC236}">
                  <a16:creationId xmlns:a16="http://schemas.microsoft.com/office/drawing/2014/main" id="{2246CFA2-46C3-265D-38A0-442904AE65E3}"/>
                </a:ext>
              </a:extLst>
            </p:cNvPr>
            <p:cNvSpPr/>
            <p:nvPr/>
          </p:nvSpPr>
          <p:spPr>
            <a:xfrm>
              <a:off x="2295075" y="3856775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8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6" name="Google Shape;2994;p80">
              <a:extLst>
                <a:ext uri="{FF2B5EF4-FFF2-40B4-BE49-F238E27FC236}">
                  <a16:creationId xmlns:a16="http://schemas.microsoft.com/office/drawing/2014/main" id="{D323CE36-362F-3C57-A47C-02439C1F5DAC}"/>
                </a:ext>
              </a:extLst>
            </p:cNvPr>
            <p:cNvSpPr/>
            <p:nvPr/>
          </p:nvSpPr>
          <p:spPr>
            <a:xfrm>
              <a:off x="2294850" y="3780375"/>
              <a:ext cx="62625" cy="53475"/>
            </a:xfrm>
            <a:custGeom>
              <a:avLst/>
              <a:gdLst/>
              <a:ahLst/>
              <a:cxnLst/>
              <a:rect l="l" t="t" r="r" b="b"/>
              <a:pathLst>
                <a:path w="2505" h="2139" extrusionOk="0">
                  <a:moveTo>
                    <a:pt x="1074" y="0"/>
                  </a:moveTo>
                  <a:cubicBezTo>
                    <a:pt x="481" y="0"/>
                    <a:pt x="1" y="480"/>
                    <a:pt x="9" y="1073"/>
                  </a:cubicBezTo>
                  <a:cubicBezTo>
                    <a:pt x="9" y="1715"/>
                    <a:pt x="535" y="2139"/>
                    <a:pt x="1082" y="2139"/>
                  </a:cubicBezTo>
                  <a:cubicBezTo>
                    <a:pt x="1345" y="2139"/>
                    <a:pt x="1613" y="2040"/>
                    <a:pt x="1830" y="1821"/>
                  </a:cubicBezTo>
                  <a:cubicBezTo>
                    <a:pt x="2505" y="1146"/>
                    <a:pt x="2025" y="0"/>
                    <a:pt x="107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7" name="Google Shape;2995;p80">
              <a:extLst>
                <a:ext uri="{FF2B5EF4-FFF2-40B4-BE49-F238E27FC236}">
                  <a16:creationId xmlns:a16="http://schemas.microsoft.com/office/drawing/2014/main" id="{608DCA69-8715-5C89-E521-32223A850640}"/>
                </a:ext>
              </a:extLst>
            </p:cNvPr>
            <p:cNvSpPr/>
            <p:nvPr/>
          </p:nvSpPr>
          <p:spPr>
            <a:xfrm>
              <a:off x="2295075" y="37041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8" name="Google Shape;2996;p80">
              <a:extLst>
                <a:ext uri="{FF2B5EF4-FFF2-40B4-BE49-F238E27FC236}">
                  <a16:creationId xmlns:a16="http://schemas.microsoft.com/office/drawing/2014/main" id="{7741B626-B69B-91A3-BCCD-42DA22E2D21E}"/>
                </a:ext>
              </a:extLst>
            </p:cNvPr>
            <p:cNvSpPr/>
            <p:nvPr/>
          </p:nvSpPr>
          <p:spPr>
            <a:xfrm>
              <a:off x="2295075" y="3627950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72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88" y="1154"/>
                    <a:pt x="2016" y="0"/>
                    <a:pt x="106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9" name="Google Shape;2997;p80">
              <a:extLst>
                <a:ext uri="{FF2B5EF4-FFF2-40B4-BE49-F238E27FC236}">
                  <a16:creationId xmlns:a16="http://schemas.microsoft.com/office/drawing/2014/main" id="{922291D2-7636-1A60-E42C-2C32D7429534}"/>
                </a:ext>
              </a:extLst>
            </p:cNvPr>
            <p:cNvSpPr/>
            <p:nvPr/>
          </p:nvSpPr>
          <p:spPr>
            <a:xfrm>
              <a:off x="2295075" y="3551925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8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0" name="Google Shape;2998;p80">
              <a:extLst>
                <a:ext uri="{FF2B5EF4-FFF2-40B4-BE49-F238E27FC236}">
                  <a16:creationId xmlns:a16="http://schemas.microsoft.com/office/drawing/2014/main" id="{A326E2D5-0F1E-2C06-618A-002789FDDD46}"/>
                </a:ext>
              </a:extLst>
            </p:cNvPr>
            <p:cNvSpPr/>
            <p:nvPr/>
          </p:nvSpPr>
          <p:spPr>
            <a:xfrm>
              <a:off x="2295075" y="34757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1" name="Google Shape;2999;p80">
              <a:extLst>
                <a:ext uri="{FF2B5EF4-FFF2-40B4-BE49-F238E27FC236}">
                  <a16:creationId xmlns:a16="http://schemas.microsoft.com/office/drawing/2014/main" id="{1623BC20-1E3B-8E68-ACFC-50ECB642F499}"/>
                </a:ext>
              </a:extLst>
            </p:cNvPr>
            <p:cNvSpPr/>
            <p:nvPr/>
          </p:nvSpPr>
          <p:spPr>
            <a:xfrm>
              <a:off x="2295075" y="33995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5" y="2134"/>
                    <a:pt x="1072" y="2134"/>
                  </a:cubicBezTo>
                  <a:cubicBezTo>
                    <a:pt x="1332" y="2134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2" name="Google Shape;3000;p80">
              <a:extLst>
                <a:ext uri="{FF2B5EF4-FFF2-40B4-BE49-F238E27FC236}">
                  <a16:creationId xmlns:a16="http://schemas.microsoft.com/office/drawing/2014/main" id="{EA92A54D-0EB2-A4CE-3786-4AB7A28C47CE}"/>
                </a:ext>
              </a:extLst>
            </p:cNvPr>
            <p:cNvSpPr/>
            <p:nvPr/>
          </p:nvSpPr>
          <p:spPr>
            <a:xfrm>
              <a:off x="2294925" y="3323300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1" y="0"/>
                  </a:moveTo>
                  <a:cubicBezTo>
                    <a:pt x="486" y="8"/>
                    <a:pt x="6" y="480"/>
                    <a:pt x="6" y="1065"/>
                  </a:cubicBezTo>
                  <a:cubicBezTo>
                    <a:pt x="1" y="1709"/>
                    <a:pt x="528" y="2137"/>
                    <a:pt x="1076" y="2137"/>
                  </a:cubicBezTo>
                  <a:cubicBezTo>
                    <a:pt x="1337" y="2137"/>
                    <a:pt x="1604" y="2039"/>
                    <a:pt x="1819" y="1821"/>
                  </a:cubicBezTo>
                  <a:cubicBezTo>
                    <a:pt x="2494" y="1154"/>
                    <a:pt x="2022" y="0"/>
                    <a:pt x="107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3" name="Google Shape;3001;p80">
              <a:extLst>
                <a:ext uri="{FF2B5EF4-FFF2-40B4-BE49-F238E27FC236}">
                  <a16:creationId xmlns:a16="http://schemas.microsoft.com/office/drawing/2014/main" id="{87162A13-3F0F-7C6B-4E5E-2CD109BE7F14}"/>
                </a:ext>
              </a:extLst>
            </p:cNvPr>
            <p:cNvSpPr/>
            <p:nvPr/>
          </p:nvSpPr>
          <p:spPr>
            <a:xfrm>
              <a:off x="2294925" y="3247075"/>
              <a:ext cx="62350" cy="53450"/>
            </a:xfrm>
            <a:custGeom>
              <a:avLst/>
              <a:gdLst/>
              <a:ahLst/>
              <a:cxnLst/>
              <a:rect l="l" t="t" r="r" b="b"/>
              <a:pathLst>
                <a:path w="2494" h="2138" extrusionOk="0">
                  <a:moveTo>
                    <a:pt x="1071" y="1"/>
                  </a:moveTo>
                  <a:cubicBezTo>
                    <a:pt x="486" y="9"/>
                    <a:pt x="6" y="480"/>
                    <a:pt x="6" y="1066"/>
                  </a:cubicBezTo>
                  <a:cubicBezTo>
                    <a:pt x="1" y="1709"/>
                    <a:pt x="524" y="2137"/>
                    <a:pt x="1072" y="2137"/>
                  </a:cubicBezTo>
                  <a:cubicBezTo>
                    <a:pt x="1334" y="2137"/>
                    <a:pt x="1601" y="2040"/>
                    <a:pt x="1819" y="1822"/>
                  </a:cubicBezTo>
                  <a:cubicBezTo>
                    <a:pt x="2494" y="1155"/>
                    <a:pt x="2022" y="1"/>
                    <a:pt x="107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4" name="Google Shape;3002;p80">
              <a:extLst>
                <a:ext uri="{FF2B5EF4-FFF2-40B4-BE49-F238E27FC236}">
                  <a16:creationId xmlns:a16="http://schemas.microsoft.com/office/drawing/2014/main" id="{EE634D78-91AC-05D8-1FD6-F022CDAA4ED0}"/>
                </a:ext>
              </a:extLst>
            </p:cNvPr>
            <p:cNvSpPr/>
            <p:nvPr/>
          </p:nvSpPr>
          <p:spPr>
            <a:xfrm>
              <a:off x="2295075" y="3171075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0"/>
                  </a:moveTo>
                  <a:cubicBezTo>
                    <a:pt x="472" y="0"/>
                    <a:pt x="0" y="472"/>
                    <a:pt x="0" y="1065"/>
                  </a:cubicBezTo>
                  <a:cubicBezTo>
                    <a:pt x="0" y="1707"/>
                    <a:pt x="522" y="2131"/>
                    <a:pt x="1067" y="2131"/>
                  </a:cubicBezTo>
                  <a:cubicBezTo>
                    <a:pt x="1329" y="2131"/>
                    <a:pt x="1596" y="2032"/>
                    <a:pt x="1813" y="1813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5" name="Google Shape;3003;p80">
              <a:extLst>
                <a:ext uri="{FF2B5EF4-FFF2-40B4-BE49-F238E27FC236}">
                  <a16:creationId xmlns:a16="http://schemas.microsoft.com/office/drawing/2014/main" id="{2DD34A02-4491-DA39-CC8D-8A57F696E25C}"/>
                </a:ext>
              </a:extLst>
            </p:cNvPr>
            <p:cNvSpPr/>
            <p:nvPr/>
          </p:nvSpPr>
          <p:spPr>
            <a:xfrm>
              <a:off x="2295075" y="20282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3" y="1821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6" name="Google Shape;3004;p80">
              <a:extLst>
                <a:ext uri="{FF2B5EF4-FFF2-40B4-BE49-F238E27FC236}">
                  <a16:creationId xmlns:a16="http://schemas.microsoft.com/office/drawing/2014/main" id="{B4C31938-0CBD-5F38-B1EB-DE389C98BF8E}"/>
                </a:ext>
              </a:extLst>
            </p:cNvPr>
            <p:cNvSpPr/>
            <p:nvPr/>
          </p:nvSpPr>
          <p:spPr>
            <a:xfrm>
              <a:off x="2218650" y="43898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74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1"/>
                  </a:cubicBezTo>
                  <a:cubicBezTo>
                    <a:pt x="2488" y="1147"/>
                    <a:pt x="2017" y="0"/>
                    <a:pt x="107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7" name="Google Shape;3005;p80">
              <a:extLst>
                <a:ext uri="{FF2B5EF4-FFF2-40B4-BE49-F238E27FC236}">
                  <a16:creationId xmlns:a16="http://schemas.microsoft.com/office/drawing/2014/main" id="{C848E297-7F17-041B-E782-934936660FED}"/>
                </a:ext>
              </a:extLst>
            </p:cNvPr>
            <p:cNvSpPr/>
            <p:nvPr/>
          </p:nvSpPr>
          <p:spPr>
            <a:xfrm>
              <a:off x="2218650" y="43136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74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55"/>
                    <a:pt x="2017" y="1"/>
                    <a:pt x="107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8" name="Google Shape;3006;p80">
              <a:extLst>
                <a:ext uri="{FF2B5EF4-FFF2-40B4-BE49-F238E27FC236}">
                  <a16:creationId xmlns:a16="http://schemas.microsoft.com/office/drawing/2014/main" id="{E36F737F-6EC9-2764-F7AD-236D2ADEF622}"/>
                </a:ext>
              </a:extLst>
            </p:cNvPr>
            <p:cNvSpPr/>
            <p:nvPr/>
          </p:nvSpPr>
          <p:spPr>
            <a:xfrm>
              <a:off x="2218650" y="42374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74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1"/>
                  </a:cubicBezTo>
                  <a:cubicBezTo>
                    <a:pt x="2488" y="1155"/>
                    <a:pt x="2017" y="8"/>
                    <a:pt x="107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9" name="Google Shape;3007;p80">
              <a:extLst>
                <a:ext uri="{FF2B5EF4-FFF2-40B4-BE49-F238E27FC236}">
                  <a16:creationId xmlns:a16="http://schemas.microsoft.com/office/drawing/2014/main" id="{E613D105-AFC1-A03E-8B2C-48A39263701D}"/>
                </a:ext>
              </a:extLst>
            </p:cNvPr>
            <p:cNvSpPr/>
            <p:nvPr/>
          </p:nvSpPr>
          <p:spPr>
            <a:xfrm>
              <a:off x="2218650" y="4161425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74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4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4"/>
                  </a:cubicBezTo>
                  <a:cubicBezTo>
                    <a:pt x="2488" y="1147"/>
                    <a:pt x="2017" y="1"/>
                    <a:pt x="107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0" name="Google Shape;3008;p80">
              <a:extLst>
                <a:ext uri="{FF2B5EF4-FFF2-40B4-BE49-F238E27FC236}">
                  <a16:creationId xmlns:a16="http://schemas.microsoft.com/office/drawing/2014/main" id="{58C7DCE1-3D2E-095F-782E-301A0E95EF70}"/>
                </a:ext>
              </a:extLst>
            </p:cNvPr>
            <p:cNvSpPr/>
            <p:nvPr/>
          </p:nvSpPr>
          <p:spPr>
            <a:xfrm>
              <a:off x="2218650" y="40852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74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1"/>
                  </a:cubicBezTo>
                  <a:cubicBezTo>
                    <a:pt x="2488" y="1147"/>
                    <a:pt x="2017" y="0"/>
                    <a:pt x="107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1" name="Google Shape;3009;p80">
              <a:extLst>
                <a:ext uri="{FF2B5EF4-FFF2-40B4-BE49-F238E27FC236}">
                  <a16:creationId xmlns:a16="http://schemas.microsoft.com/office/drawing/2014/main" id="{34B873DD-B441-5A3C-85AB-17E4EE1F12D6}"/>
                </a:ext>
              </a:extLst>
            </p:cNvPr>
            <p:cNvSpPr/>
            <p:nvPr/>
          </p:nvSpPr>
          <p:spPr>
            <a:xfrm>
              <a:off x="2218650" y="4009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74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10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7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2" name="Google Shape;3010;p80">
              <a:extLst>
                <a:ext uri="{FF2B5EF4-FFF2-40B4-BE49-F238E27FC236}">
                  <a16:creationId xmlns:a16="http://schemas.microsoft.com/office/drawing/2014/main" id="{541EE080-B04B-789D-0F73-B35B699AD189}"/>
                </a:ext>
              </a:extLst>
            </p:cNvPr>
            <p:cNvSpPr/>
            <p:nvPr/>
          </p:nvSpPr>
          <p:spPr>
            <a:xfrm>
              <a:off x="2218650" y="3932800"/>
              <a:ext cx="62225" cy="53475"/>
            </a:xfrm>
            <a:custGeom>
              <a:avLst/>
              <a:gdLst/>
              <a:ahLst/>
              <a:cxnLst/>
              <a:rect l="l" t="t" r="r" b="b"/>
              <a:pathLst>
                <a:path w="2489" h="2139" extrusionOk="0">
                  <a:moveTo>
                    <a:pt x="1074" y="0"/>
                  </a:moveTo>
                  <a:cubicBezTo>
                    <a:pt x="480" y="0"/>
                    <a:pt x="0" y="480"/>
                    <a:pt x="0" y="1073"/>
                  </a:cubicBezTo>
                  <a:cubicBezTo>
                    <a:pt x="6" y="1715"/>
                    <a:pt x="530" y="2139"/>
                    <a:pt x="1075" y="2139"/>
                  </a:cubicBezTo>
                  <a:cubicBezTo>
                    <a:pt x="1337" y="2139"/>
                    <a:pt x="1605" y="2041"/>
                    <a:pt x="1821" y="1821"/>
                  </a:cubicBezTo>
                  <a:cubicBezTo>
                    <a:pt x="2488" y="1146"/>
                    <a:pt x="2017" y="8"/>
                    <a:pt x="107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3" name="Google Shape;3011;p80">
              <a:extLst>
                <a:ext uri="{FF2B5EF4-FFF2-40B4-BE49-F238E27FC236}">
                  <a16:creationId xmlns:a16="http://schemas.microsoft.com/office/drawing/2014/main" id="{90488E10-42A5-E5A1-5B4B-378A201F8453}"/>
                </a:ext>
              </a:extLst>
            </p:cNvPr>
            <p:cNvSpPr/>
            <p:nvPr/>
          </p:nvSpPr>
          <p:spPr>
            <a:xfrm>
              <a:off x="2218650" y="3856775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74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8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17" y="1"/>
                    <a:pt x="107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4" name="Google Shape;3012;p80">
              <a:extLst>
                <a:ext uri="{FF2B5EF4-FFF2-40B4-BE49-F238E27FC236}">
                  <a16:creationId xmlns:a16="http://schemas.microsoft.com/office/drawing/2014/main" id="{CCB58FE4-ADFA-6E2E-4414-B90B39667E53}"/>
                </a:ext>
              </a:extLst>
            </p:cNvPr>
            <p:cNvSpPr/>
            <p:nvPr/>
          </p:nvSpPr>
          <p:spPr>
            <a:xfrm>
              <a:off x="2218650" y="3780375"/>
              <a:ext cx="62425" cy="53475"/>
            </a:xfrm>
            <a:custGeom>
              <a:avLst/>
              <a:gdLst/>
              <a:ahLst/>
              <a:cxnLst/>
              <a:rect l="l" t="t" r="r" b="b"/>
              <a:pathLst>
                <a:path w="2497" h="2139" extrusionOk="0">
                  <a:moveTo>
                    <a:pt x="1074" y="0"/>
                  </a:moveTo>
                  <a:cubicBezTo>
                    <a:pt x="480" y="0"/>
                    <a:pt x="0" y="480"/>
                    <a:pt x="0" y="1073"/>
                  </a:cubicBezTo>
                  <a:cubicBezTo>
                    <a:pt x="6" y="1715"/>
                    <a:pt x="530" y="2139"/>
                    <a:pt x="1077" y="2139"/>
                  </a:cubicBezTo>
                  <a:cubicBezTo>
                    <a:pt x="1341" y="2139"/>
                    <a:pt x="1610" y="2040"/>
                    <a:pt x="1830" y="1821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5" name="Google Shape;3013;p80">
              <a:extLst>
                <a:ext uri="{FF2B5EF4-FFF2-40B4-BE49-F238E27FC236}">
                  <a16:creationId xmlns:a16="http://schemas.microsoft.com/office/drawing/2014/main" id="{31AB2589-B694-35A6-9D6D-EE86B6C9B5E8}"/>
                </a:ext>
              </a:extLst>
            </p:cNvPr>
            <p:cNvSpPr/>
            <p:nvPr/>
          </p:nvSpPr>
          <p:spPr>
            <a:xfrm>
              <a:off x="2218650" y="37041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74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55"/>
                    <a:pt x="2017" y="1"/>
                    <a:pt x="107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6" name="Google Shape;3014;p80">
              <a:extLst>
                <a:ext uri="{FF2B5EF4-FFF2-40B4-BE49-F238E27FC236}">
                  <a16:creationId xmlns:a16="http://schemas.microsoft.com/office/drawing/2014/main" id="{A3600C74-70DD-A045-1D32-6B946BCD41DB}"/>
                </a:ext>
              </a:extLst>
            </p:cNvPr>
            <p:cNvSpPr/>
            <p:nvPr/>
          </p:nvSpPr>
          <p:spPr>
            <a:xfrm>
              <a:off x="2218650" y="36279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74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88" y="1154"/>
                    <a:pt x="2017" y="8"/>
                    <a:pt x="107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7" name="Google Shape;3015;p80">
              <a:extLst>
                <a:ext uri="{FF2B5EF4-FFF2-40B4-BE49-F238E27FC236}">
                  <a16:creationId xmlns:a16="http://schemas.microsoft.com/office/drawing/2014/main" id="{7B3E67AE-70DD-9A93-8012-3E842B6F66D4}"/>
                </a:ext>
              </a:extLst>
            </p:cNvPr>
            <p:cNvSpPr/>
            <p:nvPr/>
          </p:nvSpPr>
          <p:spPr>
            <a:xfrm>
              <a:off x="2218650" y="3551925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74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8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17" y="1"/>
                    <a:pt x="107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8" name="Google Shape;3016;p80">
              <a:extLst>
                <a:ext uri="{FF2B5EF4-FFF2-40B4-BE49-F238E27FC236}">
                  <a16:creationId xmlns:a16="http://schemas.microsoft.com/office/drawing/2014/main" id="{7D7C2F42-A469-C24B-1CA9-83B0F9C77B18}"/>
                </a:ext>
              </a:extLst>
            </p:cNvPr>
            <p:cNvSpPr/>
            <p:nvPr/>
          </p:nvSpPr>
          <p:spPr>
            <a:xfrm>
              <a:off x="2218650" y="34757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74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1"/>
                  </a:cubicBezTo>
                  <a:cubicBezTo>
                    <a:pt x="2488" y="1146"/>
                    <a:pt x="2017" y="0"/>
                    <a:pt x="107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9" name="Google Shape;3017;p80">
              <a:extLst>
                <a:ext uri="{FF2B5EF4-FFF2-40B4-BE49-F238E27FC236}">
                  <a16:creationId xmlns:a16="http://schemas.microsoft.com/office/drawing/2014/main" id="{C8D1786D-EDD8-536E-62A1-1AB30F6C1481}"/>
                </a:ext>
              </a:extLst>
            </p:cNvPr>
            <p:cNvSpPr/>
            <p:nvPr/>
          </p:nvSpPr>
          <p:spPr>
            <a:xfrm>
              <a:off x="2218650" y="33995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96" y="1155"/>
                    <a:pt x="2017" y="1"/>
                    <a:pt x="107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0" name="Google Shape;3018;p80">
              <a:extLst>
                <a:ext uri="{FF2B5EF4-FFF2-40B4-BE49-F238E27FC236}">
                  <a16:creationId xmlns:a16="http://schemas.microsoft.com/office/drawing/2014/main" id="{736FAF72-63DD-FC8D-CABD-69B0EA11DB28}"/>
                </a:ext>
              </a:extLst>
            </p:cNvPr>
            <p:cNvSpPr/>
            <p:nvPr/>
          </p:nvSpPr>
          <p:spPr>
            <a:xfrm>
              <a:off x="2218650" y="332330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0" y="0"/>
                    <a:pt x="9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96" y="1154"/>
                    <a:pt x="2017" y="8"/>
                    <a:pt x="107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1" name="Google Shape;3019;p80">
              <a:extLst>
                <a:ext uri="{FF2B5EF4-FFF2-40B4-BE49-F238E27FC236}">
                  <a16:creationId xmlns:a16="http://schemas.microsoft.com/office/drawing/2014/main" id="{54239620-5424-E207-D239-353AFB0B052E}"/>
                </a:ext>
              </a:extLst>
            </p:cNvPr>
            <p:cNvSpPr/>
            <p:nvPr/>
          </p:nvSpPr>
          <p:spPr>
            <a:xfrm>
              <a:off x="2218650" y="3247075"/>
              <a:ext cx="62425" cy="53500"/>
            </a:xfrm>
            <a:custGeom>
              <a:avLst/>
              <a:gdLst/>
              <a:ahLst/>
              <a:cxnLst/>
              <a:rect l="l" t="t" r="r" b="b"/>
              <a:pathLst>
                <a:path w="2497" h="2140" extrusionOk="0">
                  <a:moveTo>
                    <a:pt x="1074" y="1"/>
                  </a:moveTo>
                  <a:cubicBezTo>
                    <a:pt x="480" y="9"/>
                    <a:pt x="9" y="480"/>
                    <a:pt x="0" y="1066"/>
                  </a:cubicBezTo>
                  <a:cubicBezTo>
                    <a:pt x="0" y="1711"/>
                    <a:pt x="529" y="2140"/>
                    <a:pt x="1079" y="2140"/>
                  </a:cubicBezTo>
                  <a:cubicBezTo>
                    <a:pt x="1339" y="2140"/>
                    <a:pt x="1605" y="2044"/>
                    <a:pt x="1821" y="1830"/>
                  </a:cubicBezTo>
                  <a:cubicBezTo>
                    <a:pt x="2496" y="1155"/>
                    <a:pt x="2017" y="9"/>
                    <a:pt x="107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2" name="Google Shape;3020;p80">
              <a:extLst>
                <a:ext uri="{FF2B5EF4-FFF2-40B4-BE49-F238E27FC236}">
                  <a16:creationId xmlns:a16="http://schemas.microsoft.com/office/drawing/2014/main" id="{15AAD8D9-0A4F-83CE-8AC9-158A65C013F9}"/>
                </a:ext>
              </a:extLst>
            </p:cNvPr>
            <p:cNvSpPr/>
            <p:nvPr/>
          </p:nvSpPr>
          <p:spPr>
            <a:xfrm>
              <a:off x="2218650" y="3171075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74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5"/>
                    <a:pt x="528" y="2131"/>
                    <a:pt x="1078" y="2131"/>
                  </a:cubicBezTo>
                  <a:cubicBezTo>
                    <a:pt x="1339" y="2131"/>
                    <a:pt x="1604" y="2036"/>
                    <a:pt x="1821" y="1821"/>
                  </a:cubicBezTo>
                  <a:cubicBezTo>
                    <a:pt x="2488" y="1146"/>
                    <a:pt x="2017" y="0"/>
                    <a:pt x="107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3" name="Google Shape;3021;p80">
              <a:extLst>
                <a:ext uri="{FF2B5EF4-FFF2-40B4-BE49-F238E27FC236}">
                  <a16:creationId xmlns:a16="http://schemas.microsoft.com/office/drawing/2014/main" id="{596B1296-EDEB-4A30-DC3A-4819F673483A}"/>
                </a:ext>
              </a:extLst>
            </p:cNvPr>
            <p:cNvSpPr/>
            <p:nvPr/>
          </p:nvSpPr>
          <p:spPr>
            <a:xfrm>
              <a:off x="2218650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74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7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4" name="Google Shape;3022;p80">
              <a:extLst>
                <a:ext uri="{FF2B5EF4-FFF2-40B4-BE49-F238E27FC236}">
                  <a16:creationId xmlns:a16="http://schemas.microsoft.com/office/drawing/2014/main" id="{78BB3B47-A782-21D4-6613-487E524F3033}"/>
                </a:ext>
              </a:extLst>
            </p:cNvPr>
            <p:cNvSpPr/>
            <p:nvPr/>
          </p:nvSpPr>
          <p:spPr>
            <a:xfrm>
              <a:off x="2218650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74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88" y="1155"/>
                    <a:pt x="2017" y="1"/>
                    <a:pt x="107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5" name="Google Shape;3023;p80">
              <a:extLst>
                <a:ext uri="{FF2B5EF4-FFF2-40B4-BE49-F238E27FC236}">
                  <a16:creationId xmlns:a16="http://schemas.microsoft.com/office/drawing/2014/main" id="{BF8B2A0F-7442-9E81-4AB4-24AD2862E578}"/>
                </a:ext>
              </a:extLst>
            </p:cNvPr>
            <p:cNvSpPr/>
            <p:nvPr/>
          </p:nvSpPr>
          <p:spPr>
            <a:xfrm>
              <a:off x="2218650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74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88" y="1155"/>
                    <a:pt x="2017" y="9"/>
                    <a:pt x="107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6" name="Google Shape;3024;p80">
              <a:extLst>
                <a:ext uri="{FF2B5EF4-FFF2-40B4-BE49-F238E27FC236}">
                  <a16:creationId xmlns:a16="http://schemas.microsoft.com/office/drawing/2014/main" id="{6CF7B15D-34FC-72A4-EB7D-9DE55C7AED57}"/>
                </a:ext>
              </a:extLst>
            </p:cNvPr>
            <p:cNvSpPr/>
            <p:nvPr/>
          </p:nvSpPr>
          <p:spPr>
            <a:xfrm>
              <a:off x="2142425" y="46183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9"/>
                    <a:pt x="9" y="480"/>
                    <a:pt x="1" y="1066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6" y="2040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7" name="Google Shape;3025;p80">
              <a:extLst>
                <a:ext uri="{FF2B5EF4-FFF2-40B4-BE49-F238E27FC236}">
                  <a16:creationId xmlns:a16="http://schemas.microsoft.com/office/drawing/2014/main" id="{FBD9727A-4DC3-37FC-E64E-D4A1111E503B}"/>
                </a:ext>
              </a:extLst>
            </p:cNvPr>
            <p:cNvSpPr/>
            <p:nvPr/>
          </p:nvSpPr>
          <p:spPr>
            <a:xfrm>
              <a:off x="2142425" y="43898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7"/>
                    <a:pt x="1822" y="1821"/>
                  </a:cubicBezTo>
                  <a:cubicBezTo>
                    <a:pt x="2497" y="1147"/>
                    <a:pt x="2017" y="0"/>
                    <a:pt x="107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8" name="Google Shape;3026;p80">
              <a:extLst>
                <a:ext uri="{FF2B5EF4-FFF2-40B4-BE49-F238E27FC236}">
                  <a16:creationId xmlns:a16="http://schemas.microsoft.com/office/drawing/2014/main" id="{FD1F949B-FBB7-7767-C3FF-394FDA4F5E3F}"/>
                </a:ext>
              </a:extLst>
            </p:cNvPr>
            <p:cNvSpPr/>
            <p:nvPr/>
          </p:nvSpPr>
          <p:spPr>
            <a:xfrm>
              <a:off x="2142425" y="43136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6" y="2040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9" name="Google Shape;3027;p80">
              <a:extLst>
                <a:ext uri="{FF2B5EF4-FFF2-40B4-BE49-F238E27FC236}">
                  <a16:creationId xmlns:a16="http://schemas.microsoft.com/office/drawing/2014/main" id="{2C227B0E-D630-0F7D-0842-BF29A25175B1}"/>
                </a:ext>
              </a:extLst>
            </p:cNvPr>
            <p:cNvSpPr/>
            <p:nvPr/>
          </p:nvSpPr>
          <p:spPr>
            <a:xfrm>
              <a:off x="2142425" y="423745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1" y="8"/>
                    <a:pt x="9" y="480"/>
                    <a:pt x="1" y="1073"/>
                  </a:cubicBezTo>
                  <a:cubicBezTo>
                    <a:pt x="1" y="1711"/>
                    <a:pt x="529" y="2137"/>
                    <a:pt x="1077" y="2137"/>
                  </a:cubicBezTo>
                  <a:cubicBezTo>
                    <a:pt x="1339" y="2137"/>
                    <a:pt x="1606" y="2040"/>
                    <a:pt x="1822" y="1821"/>
                  </a:cubicBezTo>
                  <a:cubicBezTo>
                    <a:pt x="2497" y="1155"/>
                    <a:pt x="2017" y="0"/>
                    <a:pt x="107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0" name="Google Shape;3028;p80">
              <a:extLst>
                <a:ext uri="{FF2B5EF4-FFF2-40B4-BE49-F238E27FC236}">
                  <a16:creationId xmlns:a16="http://schemas.microsoft.com/office/drawing/2014/main" id="{03EE1097-4667-AF7E-8F96-A62064A6E366}"/>
                </a:ext>
              </a:extLst>
            </p:cNvPr>
            <p:cNvSpPr/>
            <p:nvPr/>
          </p:nvSpPr>
          <p:spPr>
            <a:xfrm>
              <a:off x="2142425" y="4161425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74" y="1"/>
                  </a:moveTo>
                  <a:cubicBezTo>
                    <a:pt x="481" y="1"/>
                    <a:pt x="9" y="472"/>
                    <a:pt x="1" y="1066"/>
                  </a:cubicBezTo>
                  <a:cubicBezTo>
                    <a:pt x="1" y="1708"/>
                    <a:pt x="527" y="2131"/>
                    <a:pt x="1074" y="2131"/>
                  </a:cubicBezTo>
                  <a:cubicBezTo>
                    <a:pt x="1337" y="2131"/>
                    <a:pt x="1605" y="2033"/>
                    <a:pt x="1822" y="1814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1" name="Google Shape;3029;p80">
              <a:extLst>
                <a:ext uri="{FF2B5EF4-FFF2-40B4-BE49-F238E27FC236}">
                  <a16:creationId xmlns:a16="http://schemas.microsoft.com/office/drawing/2014/main" id="{5F20FC06-43D0-A4BC-9B35-F34E0DA6A693}"/>
                </a:ext>
              </a:extLst>
            </p:cNvPr>
            <p:cNvSpPr/>
            <p:nvPr/>
          </p:nvSpPr>
          <p:spPr>
            <a:xfrm>
              <a:off x="2142425" y="40852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7"/>
                    <a:pt x="1822" y="1821"/>
                  </a:cubicBezTo>
                  <a:cubicBezTo>
                    <a:pt x="2497" y="1147"/>
                    <a:pt x="2017" y="0"/>
                    <a:pt x="107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2" name="Google Shape;3030;p80">
              <a:extLst>
                <a:ext uri="{FF2B5EF4-FFF2-40B4-BE49-F238E27FC236}">
                  <a16:creationId xmlns:a16="http://schemas.microsoft.com/office/drawing/2014/main" id="{9C891CC9-FC79-E083-3626-C757CA2EB0EA}"/>
                </a:ext>
              </a:extLst>
            </p:cNvPr>
            <p:cNvSpPr/>
            <p:nvPr/>
          </p:nvSpPr>
          <p:spPr>
            <a:xfrm>
              <a:off x="2142425" y="4009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10"/>
                    <a:pt x="530" y="2134"/>
                    <a:pt x="1079" y="2134"/>
                  </a:cubicBezTo>
                  <a:cubicBezTo>
                    <a:pt x="1340" y="2134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3" name="Google Shape;3031;p80">
              <a:extLst>
                <a:ext uri="{FF2B5EF4-FFF2-40B4-BE49-F238E27FC236}">
                  <a16:creationId xmlns:a16="http://schemas.microsoft.com/office/drawing/2014/main" id="{7CF2DFAD-5A4A-9FC9-930E-350DEAD71207}"/>
                </a:ext>
              </a:extLst>
            </p:cNvPr>
            <p:cNvSpPr/>
            <p:nvPr/>
          </p:nvSpPr>
          <p:spPr>
            <a:xfrm>
              <a:off x="2142425" y="3932800"/>
              <a:ext cx="62425" cy="53475"/>
            </a:xfrm>
            <a:custGeom>
              <a:avLst/>
              <a:gdLst/>
              <a:ahLst/>
              <a:cxnLst/>
              <a:rect l="l" t="t" r="r" b="b"/>
              <a:pathLst>
                <a:path w="2497" h="2139" extrusionOk="0">
                  <a:moveTo>
                    <a:pt x="1074" y="0"/>
                  </a:moveTo>
                  <a:cubicBezTo>
                    <a:pt x="481" y="0"/>
                    <a:pt x="1" y="480"/>
                    <a:pt x="1" y="1073"/>
                  </a:cubicBezTo>
                  <a:cubicBezTo>
                    <a:pt x="6" y="1715"/>
                    <a:pt x="530" y="2139"/>
                    <a:pt x="1075" y="2139"/>
                  </a:cubicBezTo>
                  <a:cubicBezTo>
                    <a:pt x="1338" y="2139"/>
                    <a:pt x="1605" y="2041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4" name="Google Shape;3032;p80">
              <a:extLst>
                <a:ext uri="{FF2B5EF4-FFF2-40B4-BE49-F238E27FC236}">
                  <a16:creationId xmlns:a16="http://schemas.microsoft.com/office/drawing/2014/main" id="{1D39E82A-EEDF-6083-3EA3-6EE8BE131270}"/>
                </a:ext>
              </a:extLst>
            </p:cNvPr>
            <p:cNvSpPr/>
            <p:nvPr/>
          </p:nvSpPr>
          <p:spPr>
            <a:xfrm>
              <a:off x="2142425" y="3856775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74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6" y="1708"/>
                    <a:pt x="530" y="2131"/>
                    <a:pt x="1075" y="2131"/>
                  </a:cubicBezTo>
                  <a:cubicBezTo>
                    <a:pt x="1338" y="2131"/>
                    <a:pt x="1605" y="2033"/>
                    <a:pt x="1822" y="1814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5" name="Google Shape;3033;p80">
              <a:extLst>
                <a:ext uri="{FF2B5EF4-FFF2-40B4-BE49-F238E27FC236}">
                  <a16:creationId xmlns:a16="http://schemas.microsoft.com/office/drawing/2014/main" id="{847007CD-6A30-2D56-A4D0-85E630A49ED9}"/>
                </a:ext>
              </a:extLst>
            </p:cNvPr>
            <p:cNvSpPr/>
            <p:nvPr/>
          </p:nvSpPr>
          <p:spPr>
            <a:xfrm>
              <a:off x="2142425" y="3780375"/>
              <a:ext cx="62425" cy="53475"/>
            </a:xfrm>
            <a:custGeom>
              <a:avLst/>
              <a:gdLst/>
              <a:ahLst/>
              <a:cxnLst/>
              <a:rect l="l" t="t" r="r" b="b"/>
              <a:pathLst>
                <a:path w="2497" h="2139" extrusionOk="0">
                  <a:moveTo>
                    <a:pt x="1074" y="0"/>
                  </a:moveTo>
                  <a:cubicBezTo>
                    <a:pt x="481" y="0"/>
                    <a:pt x="1" y="480"/>
                    <a:pt x="1" y="1073"/>
                  </a:cubicBezTo>
                  <a:cubicBezTo>
                    <a:pt x="6" y="1715"/>
                    <a:pt x="530" y="2139"/>
                    <a:pt x="1078" y="2139"/>
                  </a:cubicBezTo>
                  <a:cubicBezTo>
                    <a:pt x="1342" y="2139"/>
                    <a:pt x="1611" y="2040"/>
                    <a:pt x="1830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6" name="Google Shape;3034;p80">
              <a:extLst>
                <a:ext uri="{FF2B5EF4-FFF2-40B4-BE49-F238E27FC236}">
                  <a16:creationId xmlns:a16="http://schemas.microsoft.com/office/drawing/2014/main" id="{CB555569-9D63-F6D5-F1CD-040C8523479E}"/>
                </a:ext>
              </a:extLst>
            </p:cNvPr>
            <p:cNvSpPr/>
            <p:nvPr/>
          </p:nvSpPr>
          <p:spPr>
            <a:xfrm>
              <a:off x="2142425" y="37041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6" y="2040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7" name="Google Shape;3035;p80">
              <a:extLst>
                <a:ext uri="{FF2B5EF4-FFF2-40B4-BE49-F238E27FC236}">
                  <a16:creationId xmlns:a16="http://schemas.microsoft.com/office/drawing/2014/main" id="{B47DC781-8C7B-1BC4-C74B-F0E6F03E10E5}"/>
                </a:ext>
              </a:extLst>
            </p:cNvPr>
            <p:cNvSpPr/>
            <p:nvPr/>
          </p:nvSpPr>
          <p:spPr>
            <a:xfrm>
              <a:off x="2142425" y="362795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1" y="8"/>
                    <a:pt x="9" y="480"/>
                    <a:pt x="1" y="1073"/>
                  </a:cubicBezTo>
                  <a:cubicBezTo>
                    <a:pt x="1" y="1711"/>
                    <a:pt x="529" y="2137"/>
                    <a:pt x="1077" y="2137"/>
                  </a:cubicBezTo>
                  <a:cubicBezTo>
                    <a:pt x="1339" y="2137"/>
                    <a:pt x="1606" y="2039"/>
                    <a:pt x="1822" y="1821"/>
                  </a:cubicBezTo>
                  <a:cubicBezTo>
                    <a:pt x="2497" y="1154"/>
                    <a:pt x="2017" y="0"/>
                    <a:pt x="107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8" name="Google Shape;3036;p80">
              <a:extLst>
                <a:ext uri="{FF2B5EF4-FFF2-40B4-BE49-F238E27FC236}">
                  <a16:creationId xmlns:a16="http://schemas.microsoft.com/office/drawing/2014/main" id="{6A9A81F0-5D81-792F-CB0D-25E716A49B7C}"/>
                </a:ext>
              </a:extLst>
            </p:cNvPr>
            <p:cNvSpPr/>
            <p:nvPr/>
          </p:nvSpPr>
          <p:spPr>
            <a:xfrm>
              <a:off x="2142425" y="3551925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74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6" y="1708"/>
                    <a:pt x="530" y="2131"/>
                    <a:pt x="1075" y="2131"/>
                  </a:cubicBezTo>
                  <a:cubicBezTo>
                    <a:pt x="1338" y="2131"/>
                    <a:pt x="1605" y="2033"/>
                    <a:pt x="1822" y="1814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9" name="Google Shape;3037;p80">
              <a:extLst>
                <a:ext uri="{FF2B5EF4-FFF2-40B4-BE49-F238E27FC236}">
                  <a16:creationId xmlns:a16="http://schemas.microsoft.com/office/drawing/2014/main" id="{5E216AEF-1036-8E39-F0E0-6A1078212198}"/>
                </a:ext>
              </a:extLst>
            </p:cNvPr>
            <p:cNvSpPr/>
            <p:nvPr/>
          </p:nvSpPr>
          <p:spPr>
            <a:xfrm>
              <a:off x="2142425" y="34757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7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0" name="Google Shape;3038;p80">
              <a:extLst>
                <a:ext uri="{FF2B5EF4-FFF2-40B4-BE49-F238E27FC236}">
                  <a16:creationId xmlns:a16="http://schemas.microsoft.com/office/drawing/2014/main" id="{5A9FECA6-A636-B2F0-6F00-D57AD5ED4F09}"/>
                </a:ext>
              </a:extLst>
            </p:cNvPr>
            <p:cNvSpPr/>
            <p:nvPr/>
          </p:nvSpPr>
          <p:spPr>
            <a:xfrm>
              <a:off x="2142425" y="33995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7" y="2134"/>
                    <a:pt x="1604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1" name="Google Shape;3039;p80">
              <a:extLst>
                <a:ext uri="{FF2B5EF4-FFF2-40B4-BE49-F238E27FC236}">
                  <a16:creationId xmlns:a16="http://schemas.microsoft.com/office/drawing/2014/main" id="{15E5EF01-39ED-A7A9-114D-559484A6DE96}"/>
                </a:ext>
              </a:extLst>
            </p:cNvPr>
            <p:cNvSpPr/>
            <p:nvPr/>
          </p:nvSpPr>
          <p:spPr>
            <a:xfrm>
              <a:off x="2142425" y="332330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39"/>
                    <a:pt x="1822" y="1821"/>
                  </a:cubicBezTo>
                  <a:cubicBezTo>
                    <a:pt x="2497" y="1154"/>
                    <a:pt x="2017" y="0"/>
                    <a:pt x="107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2" name="Google Shape;3040;p80">
              <a:extLst>
                <a:ext uri="{FF2B5EF4-FFF2-40B4-BE49-F238E27FC236}">
                  <a16:creationId xmlns:a16="http://schemas.microsoft.com/office/drawing/2014/main" id="{156C9ADC-C2DC-94EB-0B8A-813AFFB88223}"/>
                </a:ext>
              </a:extLst>
            </p:cNvPr>
            <p:cNvSpPr/>
            <p:nvPr/>
          </p:nvSpPr>
          <p:spPr>
            <a:xfrm>
              <a:off x="2142425" y="32470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9"/>
                    <a:pt x="9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2"/>
                  </a:cubicBezTo>
                  <a:cubicBezTo>
                    <a:pt x="2497" y="1155"/>
                    <a:pt x="2017" y="1"/>
                    <a:pt x="107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3" name="Google Shape;3041;p80">
              <a:extLst>
                <a:ext uri="{FF2B5EF4-FFF2-40B4-BE49-F238E27FC236}">
                  <a16:creationId xmlns:a16="http://schemas.microsoft.com/office/drawing/2014/main" id="{7982D41B-43CB-ADDE-4E40-D507BA4A70E3}"/>
                </a:ext>
              </a:extLst>
            </p:cNvPr>
            <p:cNvSpPr/>
            <p:nvPr/>
          </p:nvSpPr>
          <p:spPr>
            <a:xfrm>
              <a:off x="2142425" y="317107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74" y="0"/>
                  </a:moveTo>
                  <a:cubicBezTo>
                    <a:pt x="481" y="0"/>
                    <a:pt x="9" y="472"/>
                    <a:pt x="1" y="1065"/>
                  </a:cubicBezTo>
                  <a:cubicBezTo>
                    <a:pt x="1" y="1707"/>
                    <a:pt x="527" y="2131"/>
                    <a:pt x="1074" y="2131"/>
                  </a:cubicBezTo>
                  <a:cubicBezTo>
                    <a:pt x="1337" y="2131"/>
                    <a:pt x="1605" y="2032"/>
                    <a:pt x="1822" y="1813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4" name="Google Shape;3042;p80">
              <a:extLst>
                <a:ext uri="{FF2B5EF4-FFF2-40B4-BE49-F238E27FC236}">
                  <a16:creationId xmlns:a16="http://schemas.microsoft.com/office/drawing/2014/main" id="{31F52837-FB38-4161-30C4-48AB5C4A2E28}"/>
                </a:ext>
              </a:extLst>
            </p:cNvPr>
            <p:cNvSpPr/>
            <p:nvPr/>
          </p:nvSpPr>
          <p:spPr>
            <a:xfrm>
              <a:off x="2142425" y="21807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5" name="Google Shape;3043;p80">
              <a:extLst>
                <a:ext uri="{FF2B5EF4-FFF2-40B4-BE49-F238E27FC236}">
                  <a16:creationId xmlns:a16="http://schemas.microsoft.com/office/drawing/2014/main" id="{1D5DAAE8-E6F2-1D90-A94F-C7B77D7C224F}"/>
                </a:ext>
              </a:extLst>
            </p:cNvPr>
            <p:cNvSpPr/>
            <p:nvPr/>
          </p:nvSpPr>
          <p:spPr>
            <a:xfrm>
              <a:off x="2142425" y="20282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1"/>
                    <a:pt x="9" y="480"/>
                    <a:pt x="1" y="1065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6" y="2040"/>
                    <a:pt x="1822" y="1821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6" name="Google Shape;3044;p80">
              <a:extLst>
                <a:ext uri="{FF2B5EF4-FFF2-40B4-BE49-F238E27FC236}">
                  <a16:creationId xmlns:a16="http://schemas.microsoft.com/office/drawing/2014/main" id="{A3657FD3-9B94-D3A8-BF5F-F44E86395DA8}"/>
                </a:ext>
              </a:extLst>
            </p:cNvPr>
            <p:cNvSpPr/>
            <p:nvPr/>
          </p:nvSpPr>
          <p:spPr>
            <a:xfrm>
              <a:off x="2142425" y="19520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9"/>
                    <a:pt x="9" y="481"/>
                    <a:pt x="1" y="1074"/>
                  </a:cubicBezTo>
                  <a:cubicBezTo>
                    <a:pt x="1" y="1712"/>
                    <a:pt x="529" y="2138"/>
                    <a:pt x="1077" y="2138"/>
                  </a:cubicBezTo>
                  <a:cubicBezTo>
                    <a:pt x="1339" y="2138"/>
                    <a:pt x="1606" y="2040"/>
                    <a:pt x="1822" y="1822"/>
                  </a:cubicBezTo>
                  <a:cubicBezTo>
                    <a:pt x="2497" y="1155"/>
                    <a:pt x="2017" y="1"/>
                    <a:pt x="107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7" name="Google Shape;3045;p80">
              <a:extLst>
                <a:ext uri="{FF2B5EF4-FFF2-40B4-BE49-F238E27FC236}">
                  <a16:creationId xmlns:a16="http://schemas.microsoft.com/office/drawing/2014/main" id="{6A04DC4F-3D80-71D5-E554-9F9D3979109F}"/>
                </a:ext>
              </a:extLst>
            </p:cNvPr>
            <p:cNvSpPr/>
            <p:nvPr/>
          </p:nvSpPr>
          <p:spPr>
            <a:xfrm>
              <a:off x="2142425" y="1876050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74" y="1"/>
                  </a:moveTo>
                  <a:cubicBezTo>
                    <a:pt x="481" y="1"/>
                    <a:pt x="9" y="472"/>
                    <a:pt x="1" y="1066"/>
                  </a:cubicBezTo>
                  <a:cubicBezTo>
                    <a:pt x="1" y="1707"/>
                    <a:pt x="527" y="2131"/>
                    <a:pt x="1074" y="2131"/>
                  </a:cubicBezTo>
                  <a:cubicBezTo>
                    <a:pt x="1337" y="2131"/>
                    <a:pt x="1605" y="2033"/>
                    <a:pt x="1822" y="1813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8" name="Google Shape;3046;p80">
              <a:extLst>
                <a:ext uri="{FF2B5EF4-FFF2-40B4-BE49-F238E27FC236}">
                  <a16:creationId xmlns:a16="http://schemas.microsoft.com/office/drawing/2014/main" id="{87347C0F-6FC6-61AF-B992-E331F2D2AFA8}"/>
                </a:ext>
              </a:extLst>
            </p:cNvPr>
            <p:cNvSpPr/>
            <p:nvPr/>
          </p:nvSpPr>
          <p:spPr>
            <a:xfrm>
              <a:off x="2142425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9" name="Google Shape;3047;p80">
              <a:extLst>
                <a:ext uri="{FF2B5EF4-FFF2-40B4-BE49-F238E27FC236}">
                  <a16:creationId xmlns:a16="http://schemas.microsoft.com/office/drawing/2014/main" id="{169BCAF3-0421-E36A-69D8-4CDAC62A5C40}"/>
                </a:ext>
              </a:extLst>
            </p:cNvPr>
            <p:cNvSpPr/>
            <p:nvPr/>
          </p:nvSpPr>
          <p:spPr>
            <a:xfrm>
              <a:off x="2142425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74" y="1"/>
                  </a:moveTo>
                  <a:cubicBezTo>
                    <a:pt x="481" y="1"/>
                    <a:pt x="9" y="472"/>
                    <a:pt x="1" y="1066"/>
                  </a:cubicBezTo>
                  <a:cubicBezTo>
                    <a:pt x="1" y="1703"/>
                    <a:pt x="529" y="2129"/>
                    <a:pt x="1077" y="2129"/>
                  </a:cubicBezTo>
                  <a:cubicBezTo>
                    <a:pt x="1339" y="2129"/>
                    <a:pt x="1606" y="2032"/>
                    <a:pt x="1822" y="1813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0" name="Google Shape;3048;p80">
              <a:extLst>
                <a:ext uri="{FF2B5EF4-FFF2-40B4-BE49-F238E27FC236}">
                  <a16:creationId xmlns:a16="http://schemas.microsoft.com/office/drawing/2014/main" id="{3E940159-A950-5E34-4A26-5736727FBFDD}"/>
                </a:ext>
              </a:extLst>
            </p:cNvPr>
            <p:cNvSpPr/>
            <p:nvPr/>
          </p:nvSpPr>
          <p:spPr>
            <a:xfrm>
              <a:off x="2142425" y="14952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1" name="Google Shape;3049;p80">
              <a:extLst>
                <a:ext uri="{FF2B5EF4-FFF2-40B4-BE49-F238E27FC236}">
                  <a16:creationId xmlns:a16="http://schemas.microsoft.com/office/drawing/2014/main" id="{4681797B-1A43-30C9-EA54-D2E2E2BC5D95}"/>
                </a:ext>
              </a:extLst>
            </p:cNvPr>
            <p:cNvSpPr/>
            <p:nvPr/>
          </p:nvSpPr>
          <p:spPr>
            <a:xfrm>
              <a:off x="2142425" y="1038125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2" name="Google Shape;3050;p80">
              <a:extLst>
                <a:ext uri="{FF2B5EF4-FFF2-40B4-BE49-F238E27FC236}">
                  <a16:creationId xmlns:a16="http://schemas.microsoft.com/office/drawing/2014/main" id="{8EA153CD-9CCE-F030-AB0B-F90985FCC625}"/>
                </a:ext>
              </a:extLst>
            </p:cNvPr>
            <p:cNvSpPr/>
            <p:nvPr/>
          </p:nvSpPr>
          <p:spPr>
            <a:xfrm>
              <a:off x="2066425" y="46183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9"/>
                    <a:pt x="0" y="480"/>
                    <a:pt x="0" y="1066"/>
                  </a:cubicBezTo>
                  <a:cubicBezTo>
                    <a:pt x="0" y="1709"/>
                    <a:pt x="526" y="2137"/>
                    <a:pt x="1072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3" name="Google Shape;3051;p80">
              <a:extLst>
                <a:ext uri="{FF2B5EF4-FFF2-40B4-BE49-F238E27FC236}">
                  <a16:creationId xmlns:a16="http://schemas.microsoft.com/office/drawing/2014/main" id="{5651F975-9A61-B127-1960-891D1505F3F8}"/>
                </a:ext>
              </a:extLst>
            </p:cNvPr>
            <p:cNvSpPr/>
            <p:nvPr/>
          </p:nvSpPr>
          <p:spPr>
            <a:xfrm>
              <a:off x="2066425" y="454230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5" y="0"/>
                  </a:moveTo>
                  <a:cubicBezTo>
                    <a:pt x="472" y="0"/>
                    <a:pt x="0" y="472"/>
                    <a:pt x="0" y="1065"/>
                  </a:cubicBezTo>
                  <a:cubicBezTo>
                    <a:pt x="0" y="1707"/>
                    <a:pt x="523" y="2131"/>
                    <a:pt x="1067" y="2131"/>
                  </a:cubicBezTo>
                  <a:cubicBezTo>
                    <a:pt x="1329" y="2131"/>
                    <a:pt x="1597" y="2033"/>
                    <a:pt x="1813" y="1813"/>
                  </a:cubicBezTo>
                  <a:cubicBezTo>
                    <a:pt x="2488" y="1147"/>
                    <a:pt x="2008" y="0"/>
                    <a:pt x="106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4" name="Google Shape;3052;p80">
              <a:extLst>
                <a:ext uri="{FF2B5EF4-FFF2-40B4-BE49-F238E27FC236}">
                  <a16:creationId xmlns:a16="http://schemas.microsoft.com/office/drawing/2014/main" id="{D26914E0-0927-1FBC-5FC7-AC22D09F556A}"/>
                </a:ext>
              </a:extLst>
            </p:cNvPr>
            <p:cNvSpPr/>
            <p:nvPr/>
          </p:nvSpPr>
          <p:spPr>
            <a:xfrm>
              <a:off x="2066425" y="4466075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8"/>
                    <a:pt x="523" y="2131"/>
                    <a:pt x="1067" y="2131"/>
                  </a:cubicBezTo>
                  <a:cubicBezTo>
                    <a:pt x="1329" y="2131"/>
                    <a:pt x="1597" y="2033"/>
                    <a:pt x="1813" y="1814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5" name="Google Shape;3053;p80">
              <a:extLst>
                <a:ext uri="{FF2B5EF4-FFF2-40B4-BE49-F238E27FC236}">
                  <a16:creationId xmlns:a16="http://schemas.microsoft.com/office/drawing/2014/main" id="{34F3B2DC-57FB-53B6-1070-B325C1ACC90E}"/>
                </a:ext>
              </a:extLst>
            </p:cNvPr>
            <p:cNvSpPr/>
            <p:nvPr/>
          </p:nvSpPr>
          <p:spPr>
            <a:xfrm>
              <a:off x="2066425" y="43898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1"/>
                  </a:cubicBezTo>
                  <a:cubicBezTo>
                    <a:pt x="2488" y="1147"/>
                    <a:pt x="2008" y="0"/>
                    <a:pt x="106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6" name="Google Shape;3054;p80">
              <a:extLst>
                <a:ext uri="{FF2B5EF4-FFF2-40B4-BE49-F238E27FC236}">
                  <a16:creationId xmlns:a16="http://schemas.microsoft.com/office/drawing/2014/main" id="{CCECA816-B988-1C62-5F04-AAB5FCE3149B}"/>
                </a:ext>
              </a:extLst>
            </p:cNvPr>
            <p:cNvSpPr/>
            <p:nvPr/>
          </p:nvSpPr>
          <p:spPr>
            <a:xfrm>
              <a:off x="2066425" y="43136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6" y="2137"/>
                    <a:pt x="1072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7" name="Google Shape;3055;p80">
              <a:extLst>
                <a:ext uri="{FF2B5EF4-FFF2-40B4-BE49-F238E27FC236}">
                  <a16:creationId xmlns:a16="http://schemas.microsoft.com/office/drawing/2014/main" id="{82B7CE2B-5BC5-9595-BAFC-865FC9E86EB0}"/>
                </a:ext>
              </a:extLst>
            </p:cNvPr>
            <p:cNvSpPr/>
            <p:nvPr/>
          </p:nvSpPr>
          <p:spPr>
            <a:xfrm>
              <a:off x="2066425" y="42374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72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3" y="1821"/>
                  </a:cubicBezTo>
                  <a:cubicBezTo>
                    <a:pt x="2488" y="1155"/>
                    <a:pt x="2008" y="0"/>
                    <a:pt x="106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8" name="Google Shape;3056;p80">
              <a:extLst>
                <a:ext uri="{FF2B5EF4-FFF2-40B4-BE49-F238E27FC236}">
                  <a16:creationId xmlns:a16="http://schemas.microsoft.com/office/drawing/2014/main" id="{6F8F1C0B-6CEE-E14F-2B6B-41B0396BDD76}"/>
                </a:ext>
              </a:extLst>
            </p:cNvPr>
            <p:cNvSpPr/>
            <p:nvPr/>
          </p:nvSpPr>
          <p:spPr>
            <a:xfrm>
              <a:off x="2066425" y="4161425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8"/>
                    <a:pt x="523" y="2131"/>
                    <a:pt x="1067" y="2131"/>
                  </a:cubicBezTo>
                  <a:cubicBezTo>
                    <a:pt x="1329" y="2131"/>
                    <a:pt x="1597" y="2033"/>
                    <a:pt x="1813" y="1814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9" name="Google Shape;3057;p80">
              <a:extLst>
                <a:ext uri="{FF2B5EF4-FFF2-40B4-BE49-F238E27FC236}">
                  <a16:creationId xmlns:a16="http://schemas.microsoft.com/office/drawing/2014/main" id="{7A1BC3AC-FF40-0ADC-9D5C-1379310DC79B}"/>
                </a:ext>
              </a:extLst>
            </p:cNvPr>
            <p:cNvSpPr/>
            <p:nvPr/>
          </p:nvSpPr>
          <p:spPr>
            <a:xfrm>
              <a:off x="2066425" y="37041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6" y="2137"/>
                    <a:pt x="1072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0" name="Google Shape;3058;p80">
              <a:extLst>
                <a:ext uri="{FF2B5EF4-FFF2-40B4-BE49-F238E27FC236}">
                  <a16:creationId xmlns:a16="http://schemas.microsoft.com/office/drawing/2014/main" id="{146CDCF5-F312-6EAD-EFB6-1A8D4C5FEFA3}"/>
                </a:ext>
              </a:extLst>
            </p:cNvPr>
            <p:cNvSpPr/>
            <p:nvPr/>
          </p:nvSpPr>
          <p:spPr>
            <a:xfrm>
              <a:off x="2066425" y="36279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72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1" y="2137"/>
                  </a:cubicBezTo>
                  <a:cubicBezTo>
                    <a:pt x="1332" y="2137"/>
                    <a:pt x="1598" y="2039"/>
                    <a:pt x="1813" y="1821"/>
                  </a:cubicBezTo>
                  <a:cubicBezTo>
                    <a:pt x="2488" y="1154"/>
                    <a:pt x="2008" y="0"/>
                    <a:pt x="106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1" name="Google Shape;3059;p80">
              <a:extLst>
                <a:ext uri="{FF2B5EF4-FFF2-40B4-BE49-F238E27FC236}">
                  <a16:creationId xmlns:a16="http://schemas.microsoft.com/office/drawing/2014/main" id="{56CC5C39-AC8D-45BD-EDC3-B39A481794DC}"/>
                </a:ext>
              </a:extLst>
            </p:cNvPr>
            <p:cNvSpPr/>
            <p:nvPr/>
          </p:nvSpPr>
          <p:spPr>
            <a:xfrm>
              <a:off x="2066425" y="3551925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8"/>
                    <a:pt x="523" y="2131"/>
                    <a:pt x="1067" y="2131"/>
                  </a:cubicBezTo>
                  <a:cubicBezTo>
                    <a:pt x="1329" y="2131"/>
                    <a:pt x="1597" y="2033"/>
                    <a:pt x="1813" y="1814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2" name="Google Shape;3060;p80">
              <a:extLst>
                <a:ext uri="{FF2B5EF4-FFF2-40B4-BE49-F238E27FC236}">
                  <a16:creationId xmlns:a16="http://schemas.microsoft.com/office/drawing/2014/main" id="{BAE48A6D-4F29-79A6-A119-C85F8A7E29E3}"/>
                </a:ext>
              </a:extLst>
            </p:cNvPr>
            <p:cNvSpPr/>
            <p:nvPr/>
          </p:nvSpPr>
          <p:spPr>
            <a:xfrm>
              <a:off x="2066425" y="34757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3" name="Google Shape;3061;p80">
              <a:extLst>
                <a:ext uri="{FF2B5EF4-FFF2-40B4-BE49-F238E27FC236}">
                  <a16:creationId xmlns:a16="http://schemas.microsoft.com/office/drawing/2014/main" id="{486B61DA-7314-3513-AB7A-6AEBB5BC04D8}"/>
                </a:ext>
              </a:extLst>
            </p:cNvPr>
            <p:cNvSpPr/>
            <p:nvPr/>
          </p:nvSpPr>
          <p:spPr>
            <a:xfrm>
              <a:off x="2066275" y="3399500"/>
              <a:ext cx="62375" cy="53350"/>
            </a:xfrm>
            <a:custGeom>
              <a:avLst/>
              <a:gdLst/>
              <a:ahLst/>
              <a:cxnLst/>
              <a:rect l="l" t="t" r="r" b="b"/>
              <a:pathLst>
                <a:path w="2495" h="2134" extrusionOk="0">
                  <a:moveTo>
                    <a:pt x="1071" y="1"/>
                  </a:moveTo>
                  <a:cubicBezTo>
                    <a:pt x="478" y="1"/>
                    <a:pt x="6" y="480"/>
                    <a:pt x="6" y="1066"/>
                  </a:cubicBezTo>
                  <a:cubicBezTo>
                    <a:pt x="1" y="1709"/>
                    <a:pt x="528" y="2134"/>
                    <a:pt x="1076" y="2134"/>
                  </a:cubicBezTo>
                  <a:cubicBezTo>
                    <a:pt x="1338" y="2134"/>
                    <a:pt x="1604" y="2037"/>
                    <a:pt x="1819" y="1822"/>
                  </a:cubicBezTo>
                  <a:cubicBezTo>
                    <a:pt x="2494" y="1147"/>
                    <a:pt x="2014" y="1"/>
                    <a:pt x="107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4" name="Google Shape;3062;p80">
              <a:extLst>
                <a:ext uri="{FF2B5EF4-FFF2-40B4-BE49-F238E27FC236}">
                  <a16:creationId xmlns:a16="http://schemas.microsoft.com/office/drawing/2014/main" id="{18EA695B-BC09-1D38-2288-1314B4314FFF}"/>
                </a:ext>
              </a:extLst>
            </p:cNvPr>
            <p:cNvSpPr/>
            <p:nvPr/>
          </p:nvSpPr>
          <p:spPr>
            <a:xfrm>
              <a:off x="2066275" y="3323300"/>
              <a:ext cx="62375" cy="53425"/>
            </a:xfrm>
            <a:custGeom>
              <a:avLst/>
              <a:gdLst/>
              <a:ahLst/>
              <a:cxnLst/>
              <a:rect l="l" t="t" r="r" b="b"/>
              <a:pathLst>
                <a:path w="2495" h="2137" extrusionOk="0">
                  <a:moveTo>
                    <a:pt x="1071" y="0"/>
                  </a:moveTo>
                  <a:cubicBezTo>
                    <a:pt x="478" y="8"/>
                    <a:pt x="6" y="480"/>
                    <a:pt x="6" y="1065"/>
                  </a:cubicBezTo>
                  <a:cubicBezTo>
                    <a:pt x="1" y="1709"/>
                    <a:pt x="524" y="2137"/>
                    <a:pt x="1072" y="2137"/>
                  </a:cubicBezTo>
                  <a:cubicBezTo>
                    <a:pt x="1334" y="2137"/>
                    <a:pt x="1601" y="2039"/>
                    <a:pt x="1819" y="1821"/>
                  </a:cubicBezTo>
                  <a:cubicBezTo>
                    <a:pt x="2494" y="1154"/>
                    <a:pt x="2023" y="0"/>
                    <a:pt x="107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5" name="Google Shape;3063;p80">
              <a:extLst>
                <a:ext uri="{FF2B5EF4-FFF2-40B4-BE49-F238E27FC236}">
                  <a16:creationId xmlns:a16="http://schemas.microsoft.com/office/drawing/2014/main" id="{6F172B31-03B7-F055-95A5-CD0A76BE8B20}"/>
                </a:ext>
              </a:extLst>
            </p:cNvPr>
            <p:cNvSpPr/>
            <p:nvPr/>
          </p:nvSpPr>
          <p:spPr>
            <a:xfrm>
              <a:off x="2066275" y="3247075"/>
              <a:ext cx="62375" cy="53450"/>
            </a:xfrm>
            <a:custGeom>
              <a:avLst/>
              <a:gdLst/>
              <a:ahLst/>
              <a:cxnLst/>
              <a:rect l="l" t="t" r="r" b="b"/>
              <a:pathLst>
                <a:path w="2495" h="2138" extrusionOk="0">
                  <a:moveTo>
                    <a:pt x="1071" y="1"/>
                  </a:moveTo>
                  <a:cubicBezTo>
                    <a:pt x="486" y="9"/>
                    <a:pt x="6" y="480"/>
                    <a:pt x="6" y="1066"/>
                  </a:cubicBezTo>
                  <a:cubicBezTo>
                    <a:pt x="1" y="1709"/>
                    <a:pt x="524" y="2137"/>
                    <a:pt x="1072" y="2137"/>
                  </a:cubicBezTo>
                  <a:cubicBezTo>
                    <a:pt x="1334" y="2137"/>
                    <a:pt x="1601" y="2040"/>
                    <a:pt x="1819" y="1822"/>
                  </a:cubicBezTo>
                  <a:cubicBezTo>
                    <a:pt x="2494" y="1155"/>
                    <a:pt x="2023" y="1"/>
                    <a:pt x="107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6" name="Google Shape;3064;p80">
              <a:extLst>
                <a:ext uri="{FF2B5EF4-FFF2-40B4-BE49-F238E27FC236}">
                  <a16:creationId xmlns:a16="http://schemas.microsoft.com/office/drawing/2014/main" id="{F83B8708-FFC9-5845-5B19-4031CF6B61FA}"/>
                </a:ext>
              </a:extLst>
            </p:cNvPr>
            <p:cNvSpPr/>
            <p:nvPr/>
          </p:nvSpPr>
          <p:spPr>
            <a:xfrm>
              <a:off x="2066425" y="317107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5" y="0"/>
                  </a:moveTo>
                  <a:cubicBezTo>
                    <a:pt x="472" y="0"/>
                    <a:pt x="0" y="472"/>
                    <a:pt x="0" y="1065"/>
                  </a:cubicBezTo>
                  <a:cubicBezTo>
                    <a:pt x="0" y="1707"/>
                    <a:pt x="523" y="2131"/>
                    <a:pt x="1067" y="2131"/>
                  </a:cubicBezTo>
                  <a:cubicBezTo>
                    <a:pt x="1329" y="2131"/>
                    <a:pt x="1597" y="2032"/>
                    <a:pt x="1813" y="1813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7" name="Google Shape;3065;p80">
              <a:extLst>
                <a:ext uri="{FF2B5EF4-FFF2-40B4-BE49-F238E27FC236}">
                  <a16:creationId xmlns:a16="http://schemas.microsoft.com/office/drawing/2014/main" id="{DAE25F01-B8CC-FC15-AEEF-A389FB58E915}"/>
                </a:ext>
              </a:extLst>
            </p:cNvPr>
            <p:cNvSpPr/>
            <p:nvPr/>
          </p:nvSpPr>
          <p:spPr>
            <a:xfrm>
              <a:off x="2066425" y="30948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8" name="Google Shape;3066;p80">
              <a:extLst>
                <a:ext uri="{FF2B5EF4-FFF2-40B4-BE49-F238E27FC236}">
                  <a16:creationId xmlns:a16="http://schemas.microsoft.com/office/drawing/2014/main" id="{BCBDC490-3742-BFC6-7804-F83F55237AFD}"/>
                </a:ext>
              </a:extLst>
            </p:cNvPr>
            <p:cNvSpPr/>
            <p:nvPr/>
          </p:nvSpPr>
          <p:spPr>
            <a:xfrm>
              <a:off x="2066425" y="29424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9"/>
                    <a:pt x="0" y="480"/>
                    <a:pt x="0" y="1066"/>
                  </a:cubicBezTo>
                  <a:cubicBezTo>
                    <a:pt x="0" y="1709"/>
                    <a:pt x="526" y="2137"/>
                    <a:pt x="1072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9" name="Google Shape;3067;p80">
              <a:extLst>
                <a:ext uri="{FF2B5EF4-FFF2-40B4-BE49-F238E27FC236}">
                  <a16:creationId xmlns:a16="http://schemas.microsoft.com/office/drawing/2014/main" id="{82E0B99A-F668-3931-6AD4-3F5A5A22F971}"/>
                </a:ext>
              </a:extLst>
            </p:cNvPr>
            <p:cNvSpPr/>
            <p:nvPr/>
          </p:nvSpPr>
          <p:spPr>
            <a:xfrm>
              <a:off x="2066425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5" y="0"/>
                  </a:moveTo>
                  <a:cubicBezTo>
                    <a:pt x="1072" y="0"/>
                    <a:pt x="1069" y="0"/>
                    <a:pt x="1065" y="0"/>
                  </a:cubicBez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94" y="1149"/>
                    <a:pt x="2020" y="0"/>
                    <a:pt x="107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0" name="Google Shape;3068;p80">
              <a:extLst>
                <a:ext uri="{FF2B5EF4-FFF2-40B4-BE49-F238E27FC236}">
                  <a16:creationId xmlns:a16="http://schemas.microsoft.com/office/drawing/2014/main" id="{697EA1C1-B14B-FF07-9E25-86F1DB69E223}"/>
                </a:ext>
              </a:extLst>
            </p:cNvPr>
            <p:cNvSpPr/>
            <p:nvPr/>
          </p:nvSpPr>
          <p:spPr>
            <a:xfrm>
              <a:off x="2066425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1" name="Google Shape;3069;p80">
              <a:extLst>
                <a:ext uri="{FF2B5EF4-FFF2-40B4-BE49-F238E27FC236}">
                  <a16:creationId xmlns:a16="http://schemas.microsoft.com/office/drawing/2014/main" id="{711ACEB1-9337-E5E2-E3A1-62497F2137A4}"/>
                </a:ext>
              </a:extLst>
            </p:cNvPr>
            <p:cNvSpPr/>
            <p:nvPr/>
          </p:nvSpPr>
          <p:spPr>
            <a:xfrm>
              <a:off x="2066425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2" name="Google Shape;3070;p80">
              <a:extLst>
                <a:ext uri="{FF2B5EF4-FFF2-40B4-BE49-F238E27FC236}">
                  <a16:creationId xmlns:a16="http://schemas.microsoft.com/office/drawing/2014/main" id="{2C4AFF51-D52A-726C-7910-9919B22EDA97}"/>
                </a:ext>
              </a:extLst>
            </p:cNvPr>
            <p:cNvSpPr/>
            <p:nvPr/>
          </p:nvSpPr>
          <p:spPr>
            <a:xfrm>
              <a:off x="2066425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6" y="2137"/>
                    <a:pt x="1072" y="2137"/>
                  </a:cubicBezTo>
                  <a:cubicBezTo>
                    <a:pt x="1332" y="2137"/>
                    <a:pt x="1598" y="2040"/>
                    <a:pt x="1813" y="1821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3" name="Google Shape;3071;p80">
              <a:extLst>
                <a:ext uri="{FF2B5EF4-FFF2-40B4-BE49-F238E27FC236}">
                  <a16:creationId xmlns:a16="http://schemas.microsoft.com/office/drawing/2014/main" id="{D41D0161-51E0-1A2E-48B5-A0596DFBC055}"/>
                </a:ext>
              </a:extLst>
            </p:cNvPr>
            <p:cNvSpPr/>
            <p:nvPr/>
          </p:nvSpPr>
          <p:spPr>
            <a:xfrm>
              <a:off x="2066425" y="187605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7"/>
                    <a:pt x="523" y="2131"/>
                    <a:pt x="1067" y="2131"/>
                  </a:cubicBezTo>
                  <a:cubicBezTo>
                    <a:pt x="1329" y="2131"/>
                    <a:pt x="1597" y="2033"/>
                    <a:pt x="1813" y="1813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4" name="Google Shape;3072;p80">
              <a:extLst>
                <a:ext uri="{FF2B5EF4-FFF2-40B4-BE49-F238E27FC236}">
                  <a16:creationId xmlns:a16="http://schemas.microsoft.com/office/drawing/2014/main" id="{F1E91BD3-690C-27C7-BF98-EA9CAA813D85}"/>
                </a:ext>
              </a:extLst>
            </p:cNvPr>
            <p:cNvSpPr/>
            <p:nvPr/>
          </p:nvSpPr>
          <p:spPr>
            <a:xfrm>
              <a:off x="2066425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9"/>
                    <a:pt x="0" y="481"/>
                    <a:pt x="0" y="1066"/>
                  </a:cubicBezTo>
                  <a:cubicBezTo>
                    <a:pt x="0" y="1710"/>
                    <a:pt x="526" y="2138"/>
                    <a:pt x="1072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5" name="Google Shape;3073;p80">
              <a:extLst>
                <a:ext uri="{FF2B5EF4-FFF2-40B4-BE49-F238E27FC236}">
                  <a16:creationId xmlns:a16="http://schemas.microsoft.com/office/drawing/2014/main" id="{BA678E90-8221-1DCA-0C73-0DE15A66BEC4}"/>
                </a:ext>
              </a:extLst>
            </p:cNvPr>
            <p:cNvSpPr/>
            <p:nvPr/>
          </p:nvSpPr>
          <p:spPr>
            <a:xfrm>
              <a:off x="2066425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3" y="1813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6" name="Google Shape;3074;p80">
              <a:extLst>
                <a:ext uri="{FF2B5EF4-FFF2-40B4-BE49-F238E27FC236}">
                  <a16:creationId xmlns:a16="http://schemas.microsoft.com/office/drawing/2014/main" id="{430F75E2-D6EE-7377-644C-A47404A7F29D}"/>
                </a:ext>
              </a:extLst>
            </p:cNvPr>
            <p:cNvSpPr/>
            <p:nvPr/>
          </p:nvSpPr>
          <p:spPr>
            <a:xfrm>
              <a:off x="2066425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7" name="Google Shape;3075;p80">
              <a:extLst>
                <a:ext uri="{FF2B5EF4-FFF2-40B4-BE49-F238E27FC236}">
                  <a16:creationId xmlns:a16="http://schemas.microsoft.com/office/drawing/2014/main" id="{FD3B3A9B-B39B-84E1-021D-3757A5274A33}"/>
                </a:ext>
              </a:extLst>
            </p:cNvPr>
            <p:cNvSpPr/>
            <p:nvPr/>
          </p:nvSpPr>
          <p:spPr>
            <a:xfrm>
              <a:off x="2066425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8" name="Google Shape;3076;p80">
              <a:extLst>
                <a:ext uri="{FF2B5EF4-FFF2-40B4-BE49-F238E27FC236}">
                  <a16:creationId xmlns:a16="http://schemas.microsoft.com/office/drawing/2014/main" id="{47681C61-C2AB-43E5-95B2-B40B1F7489F2}"/>
                </a:ext>
              </a:extLst>
            </p:cNvPr>
            <p:cNvSpPr/>
            <p:nvPr/>
          </p:nvSpPr>
          <p:spPr>
            <a:xfrm>
              <a:off x="2066425" y="11143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9" name="Google Shape;3077;p80">
              <a:extLst>
                <a:ext uri="{FF2B5EF4-FFF2-40B4-BE49-F238E27FC236}">
                  <a16:creationId xmlns:a16="http://schemas.microsoft.com/office/drawing/2014/main" id="{10B5BDE3-8330-A9D0-BA78-129EEB45A449}"/>
                </a:ext>
              </a:extLst>
            </p:cNvPr>
            <p:cNvSpPr/>
            <p:nvPr/>
          </p:nvSpPr>
          <p:spPr>
            <a:xfrm>
              <a:off x="2066425" y="1038125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0" name="Google Shape;3078;p80">
              <a:extLst>
                <a:ext uri="{FF2B5EF4-FFF2-40B4-BE49-F238E27FC236}">
                  <a16:creationId xmlns:a16="http://schemas.microsoft.com/office/drawing/2014/main" id="{95E2D652-B5B9-B551-E468-336327DCFA97}"/>
                </a:ext>
              </a:extLst>
            </p:cNvPr>
            <p:cNvSpPr/>
            <p:nvPr/>
          </p:nvSpPr>
          <p:spPr>
            <a:xfrm>
              <a:off x="1990200" y="454230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0"/>
                  </a:moveTo>
                  <a:cubicBezTo>
                    <a:pt x="481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3" y="2033"/>
                    <a:pt x="1822" y="1813"/>
                  </a:cubicBezTo>
                  <a:cubicBezTo>
                    <a:pt x="2489" y="1147"/>
                    <a:pt x="2017" y="0"/>
                    <a:pt x="106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1" name="Google Shape;3079;p80">
              <a:extLst>
                <a:ext uri="{FF2B5EF4-FFF2-40B4-BE49-F238E27FC236}">
                  <a16:creationId xmlns:a16="http://schemas.microsoft.com/office/drawing/2014/main" id="{141C49F1-6371-C74C-CB1A-CBAEDCFA67B7}"/>
                </a:ext>
              </a:extLst>
            </p:cNvPr>
            <p:cNvSpPr/>
            <p:nvPr/>
          </p:nvSpPr>
          <p:spPr>
            <a:xfrm>
              <a:off x="1990200" y="4466075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81" y="1"/>
                    <a:pt x="1" y="472"/>
                    <a:pt x="1" y="1066"/>
                  </a:cubicBezTo>
                  <a:cubicBezTo>
                    <a:pt x="1" y="1708"/>
                    <a:pt x="523" y="2131"/>
                    <a:pt x="1070" y="2131"/>
                  </a:cubicBezTo>
                  <a:cubicBezTo>
                    <a:pt x="1333" y="2131"/>
                    <a:pt x="1603" y="2033"/>
                    <a:pt x="1822" y="1814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2" name="Google Shape;3080;p80">
              <a:extLst>
                <a:ext uri="{FF2B5EF4-FFF2-40B4-BE49-F238E27FC236}">
                  <a16:creationId xmlns:a16="http://schemas.microsoft.com/office/drawing/2014/main" id="{BDBBCF7D-9EA8-040C-D7F0-4BB194887632}"/>
                </a:ext>
              </a:extLst>
            </p:cNvPr>
            <p:cNvSpPr/>
            <p:nvPr/>
          </p:nvSpPr>
          <p:spPr>
            <a:xfrm>
              <a:off x="1990200" y="43898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1"/>
                  </a:cubicBezTo>
                  <a:cubicBezTo>
                    <a:pt x="2489" y="1147"/>
                    <a:pt x="2017" y="0"/>
                    <a:pt x="106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3" name="Google Shape;3081;p80">
              <a:extLst>
                <a:ext uri="{FF2B5EF4-FFF2-40B4-BE49-F238E27FC236}">
                  <a16:creationId xmlns:a16="http://schemas.microsoft.com/office/drawing/2014/main" id="{62D191E9-9256-201A-14D3-46FF77930C45}"/>
                </a:ext>
              </a:extLst>
            </p:cNvPr>
            <p:cNvSpPr/>
            <p:nvPr/>
          </p:nvSpPr>
          <p:spPr>
            <a:xfrm>
              <a:off x="1990200" y="36279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81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4" y="2137"/>
                  </a:cubicBezTo>
                  <a:cubicBezTo>
                    <a:pt x="1336" y="2137"/>
                    <a:pt x="1604" y="2039"/>
                    <a:pt x="1822" y="1821"/>
                  </a:cubicBezTo>
                  <a:cubicBezTo>
                    <a:pt x="2489" y="1154"/>
                    <a:pt x="2017" y="0"/>
                    <a:pt x="106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4" name="Google Shape;3082;p80">
              <a:extLst>
                <a:ext uri="{FF2B5EF4-FFF2-40B4-BE49-F238E27FC236}">
                  <a16:creationId xmlns:a16="http://schemas.microsoft.com/office/drawing/2014/main" id="{465F3C3B-310D-3B19-A830-D6CD8949A1C9}"/>
                </a:ext>
              </a:extLst>
            </p:cNvPr>
            <p:cNvSpPr/>
            <p:nvPr/>
          </p:nvSpPr>
          <p:spPr>
            <a:xfrm>
              <a:off x="1990200" y="3551925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8"/>
                    <a:pt x="523" y="2131"/>
                    <a:pt x="1070" y="2131"/>
                  </a:cubicBezTo>
                  <a:cubicBezTo>
                    <a:pt x="1333" y="2131"/>
                    <a:pt x="1603" y="2033"/>
                    <a:pt x="1822" y="1814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5" name="Google Shape;3083;p80">
              <a:extLst>
                <a:ext uri="{FF2B5EF4-FFF2-40B4-BE49-F238E27FC236}">
                  <a16:creationId xmlns:a16="http://schemas.microsoft.com/office/drawing/2014/main" id="{36F11588-F730-CC50-232A-558E46DA7465}"/>
                </a:ext>
              </a:extLst>
            </p:cNvPr>
            <p:cNvSpPr/>
            <p:nvPr/>
          </p:nvSpPr>
          <p:spPr>
            <a:xfrm>
              <a:off x="1990200" y="34757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6" name="Google Shape;3084;p80">
              <a:extLst>
                <a:ext uri="{FF2B5EF4-FFF2-40B4-BE49-F238E27FC236}">
                  <a16:creationId xmlns:a16="http://schemas.microsoft.com/office/drawing/2014/main" id="{179C31F0-0D11-5C0E-D71B-1B8C9DC12961}"/>
                </a:ext>
              </a:extLst>
            </p:cNvPr>
            <p:cNvSpPr/>
            <p:nvPr/>
          </p:nvSpPr>
          <p:spPr>
            <a:xfrm>
              <a:off x="1990200" y="33995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7" y="2134"/>
                    <a:pt x="1604" y="2037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7" name="Google Shape;3085;p80">
              <a:extLst>
                <a:ext uri="{FF2B5EF4-FFF2-40B4-BE49-F238E27FC236}">
                  <a16:creationId xmlns:a16="http://schemas.microsoft.com/office/drawing/2014/main" id="{E28166EF-2996-6084-F1C5-8732ADF8D818}"/>
                </a:ext>
              </a:extLst>
            </p:cNvPr>
            <p:cNvSpPr/>
            <p:nvPr/>
          </p:nvSpPr>
          <p:spPr>
            <a:xfrm>
              <a:off x="1990075" y="3323300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1" y="0"/>
                  </a:moveTo>
                  <a:cubicBezTo>
                    <a:pt x="486" y="8"/>
                    <a:pt x="6" y="480"/>
                    <a:pt x="6" y="1065"/>
                  </a:cubicBezTo>
                  <a:cubicBezTo>
                    <a:pt x="0" y="1709"/>
                    <a:pt x="528" y="2137"/>
                    <a:pt x="1075" y="2137"/>
                  </a:cubicBezTo>
                  <a:cubicBezTo>
                    <a:pt x="1337" y="2137"/>
                    <a:pt x="1603" y="2039"/>
                    <a:pt x="1819" y="1821"/>
                  </a:cubicBezTo>
                  <a:cubicBezTo>
                    <a:pt x="2494" y="1154"/>
                    <a:pt x="2022" y="0"/>
                    <a:pt x="107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8" name="Google Shape;3086;p80">
              <a:extLst>
                <a:ext uri="{FF2B5EF4-FFF2-40B4-BE49-F238E27FC236}">
                  <a16:creationId xmlns:a16="http://schemas.microsoft.com/office/drawing/2014/main" id="{AB8682B5-E9B4-B934-1F29-B4B3AF88ED9C}"/>
                </a:ext>
              </a:extLst>
            </p:cNvPr>
            <p:cNvSpPr/>
            <p:nvPr/>
          </p:nvSpPr>
          <p:spPr>
            <a:xfrm>
              <a:off x="1990075" y="3247075"/>
              <a:ext cx="62350" cy="53450"/>
            </a:xfrm>
            <a:custGeom>
              <a:avLst/>
              <a:gdLst/>
              <a:ahLst/>
              <a:cxnLst/>
              <a:rect l="l" t="t" r="r" b="b"/>
              <a:pathLst>
                <a:path w="2494" h="2138" extrusionOk="0">
                  <a:moveTo>
                    <a:pt x="1071" y="1"/>
                  </a:moveTo>
                  <a:cubicBezTo>
                    <a:pt x="486" y="9"/>
                    <a:pt x="6" y="480"/>
                    <a:pt x="6" y="1066"/>
                  </a:cubicBezTo>
                  <a:cubicBezTo>
                    <a:pt x="0" y="1709"/>
                    <a:pt x="528" y="2137"/>
                    <a:pt x="1075" y="2137"/>
                  </a:cubicBezTo>
                  <a:cubicBezTo>
                    <a:pt x="1337" y="2137"/>
                    <a:pt x="1603" y="2040"/>
                    <a:pt x="1819" y="1822"/>
                  </a:cubicBezTo>
                  <a:cubicBezTo>
                    <a:pt x="2494" y="1155"/>
                    <a:pt x="2022" y="1"/>
                    <a:pt x="107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9" name="Google Shape;3087;p80">
              <a:extLst>
                <a:ext uri="{FF2B5EF4-FFF2-40B4-BE49-F238E27FC236}">
                  <a16:creationId xmlns:a16="http://schemas.microsoft.com/office/drawing/2014/main" id="{8F8344CB-2E6D-72C6-8CE4-0D2C2C825FF1}"/>
                </a:ext>
              </a:extLst>
            </p:cNvPr>
            <p:cNvSpPr/>
            <p:nvPr/>
          </p:nvSpPr>
          <p:spPr>
            <a:xfrm>
              <a:off x="1990200" y="317107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0"/>
                  </a:moveTo>
                  <a:cubicBezTo>
                    <a:pt x="481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3" y="2032"/>
                    <a:pt x="1822" y="1813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0" name="Google Shape;3088;p80">
              <a:extLst>
                <a:ext uri="{FF2B5EF4-FFF2-40B4-BE49-F238E27FC236}">
                  <a16:creationId xmlns:a16="http://schemas.microsoft.com/office/drawing/2014/main" id="{E33210CE-E164-5C48-1E93-B0D018B025F6}"/>
                </a:ext>
              </a:extLst>
            </p:cNvPr>
            <p:cNvSpPr/>
            <p:nvPr/>
          </p:nvSpPr>
          <p:spPr>
            <a:xfrm>
              <a:off x="1990200" y="29424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9"/>
                    <a:pt x="1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1" name="Google Shape;3089;p80">
              <a:extLst>
                <a:ext uri="{FF2B5EF4-FFF2-40B4-BE49-F238E27FC236}">
                  <a16:creationId xmlns:a16="http://schemas.microsoft.com/office/drawing/2014/main" id="{674A1791-DFDE-988D-3C94-4338CC5EADD3}"/>
                </a:ext>
              </a:extLst>
            </p:cNvPr>
            <p:cNvSpPr/>
            <p:nvPr/>
          </p:nvSpPr>
          <p:spPr>
            <a:xfrm>
              <a:off x="1990200" y="286642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0"/>
                  </a:moveTo>
                  <a:cubicBezTo>
                    <a:pt x="481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3" y="2032"/>
                    <a:pt x="1822" y="1813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2" name="Google Shape;3090;p80">
              <a:extLst>
                <a:ext uri="{FF2B5EF4-FFF2-40B4-BE49-F238E27FC236}">
                  <a16:creationId xmlns:a16="http://schemas.microsoft.com/office/drawing/2014/main" id="{904957B9-C71D-3047-D78E-5CAE48722A49}"/>
                </a:ext>
              </a:extLst>
            </p:cNvPr>
            <p:cNvSpPr/>
            <p:nvPr/>
          </p:nvSpPr>
          <p:spPr>
            <a:xfrm>
              <a:off x="1990200" y="23331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3" name="Google Shape;3091;p80">
              <a:extLst>
                <a:ext uri="{FF2B5EF4-FFF2-40B4-BE49-F238E27FC236}">
                  <a16:creationId xmlns:a16="http://schemas.microsoft.com/office/drawing/2014/main" id="{5381377B-8A8A-C65C-8282-59DE2AA88283}"/>
                </a:ext>
              </a:extLst>
            </p:cNvPr>
            <p:cNvSpPr/>
            <p:nvPr/>
          </p:nvSpPr>
          <p:spPr>
            <a:xfrm>
              <a:off x="1990200" y="2256925"/>
              <a:ext cx="62375" cy="53425"/>
            </a:xfrm>
            <a:custGeom>
              <a:avLst/>
              <a:gdLst/>
              <a:ahLst/>
              <a:cxnLst/>
              <a:rect l="l" t="t" r="r" b="b"/>
              <a:pathLst>
                <a:path w="2495" h="2137" extrusionOk="0">
                  <a:moveTo>
                    <a:pt x="1076" y="0"/>
                  </a:moveTo>
                  <a:cubicBezTo>
                    <a:pt x="1073" y="0"/>
                    <a:pt x="1069" y="0"/>
                    <a:pt x="1066" y="0"/>
                  </a:cubicBez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7" y="2039"/>
                    <a:pt x="1822" y="1821"/>
                  </a:cubicBezTo>
                  <a:cubicBezTo>
                    <a:pt x="2494" y="1149"/>
                    <a:pt x="2020" y="0"/>
                    <a:pt x="107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4" name="Google Shape;3092;p80">
              <a:extLst>
                <a:ext uri="{FF2B5EF4-FFF2-40B4-BE49-F238E27FC236}">
                  <a16:creationId xmlns:a16="http://schemas.microsoft.com/office/drawing/2014/main" id="{C8CCD14D-7C54-99DE-8CB3-4C4133BD4E92}"/>
                </a:ext>
              </a:extLst>
            </p:cNvPr>
            <p:cNvSpPr/>
            <p:nvPr/>
          </p:nvSpPr>
          <p:spPr>
            <a:xfrm>
              <a:off x="1990200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5" name="Google Shape;3093;p80">
              <a:extLst>
                <a:ext uri="{FF2B5EF4-FFF2-40B4-BE49-F238E27FC236}">
                  <a16:creationId xmlns:a16="http://schemas.microsoft.com/office/drawing/2014/main" id="{6A35D963-D6E6-7961-5280-0DE7C1C01CFF}"/>
                </a:ext>
              </a:extLst>
            </p:cNvPr>
            <p:cNvSpPr/>
            <p:nvPr/>
          </p:nvSpPr>
          <p:spPr>
            <a:xfrm>
              <a:off x="1990200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6" name="Google Shape;3094;p80">
              <a:extLst>
                <a:ext uri="{FF2B5EF4-FFF2-40B4-BE49-F238E27FC236}">
                  <a16:creationId xmlns:a16="http://schemas.microsoft.com/office/drawing/2014/main" id="{05086FBF-D7DC-BB1B-48D3-26CBD5413220}"/>
                </a:ext>
              </a:extLst>
            </p:cNvPr>
            <p:cNvSpPr/>
            <p:nvPr/>
          </p:nvSpPr>
          <p:spPr>
            <a:xfrm>
              <a:off x="1990200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1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7" name="Google Shape;3095;p80">
              <a:extLst>
                <a:ext uri="{FF2B5EF4-FFF2-40B4-BE49-F238E27FC236}">
                  <a16:creationId xmlns:a16="http://schemas.microsoft.com/office/drawing/2014/main" id="{CF848C28-E63B-7A2A-51D5-0A4A03FC5E9C}"/>
                </a:ext>
              </a:extLst>
            </p:cNvPr>
            <p:cNvSpPr/>
            <p:nvPr/>
          </p:nvSpPr>
          <p:spPr>
            <a:xfrm>
              <a:off x="1990200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89" y="1155"/>
                    <a:pt x="2017" y="1"/>
                    <a:pt x="106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8" name="Google Shape;3096;p80">
              <a:extLst>
                <a:ext uri="{FF2B5EF4-FFF2-40B4-BE49-F238E27FC236}">
                  <a16:creationId xmlns:a16="http://schemas.microsoft.com/office/drawing/2014/main" id="{CAE98F1D-1700-0EB3-DA1F-D3ABA7776546}"/>
                </a:ext>
              </a:extLst>
            </p:cNvPr>
            <p:cNvSpPr/>
            <p:nvPr/>
          </p:nvSpPr>
          <p:spPr>
            <a:xfrm>
              <a:off x="1990200" y="187605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1"/>
                  </a:moveTo>
                  <a:cubicBezTo>
                    <a:pt x="481" y="1"/>
                    <a:pt x="1" y="472"/>
                    <a:pt x="1" y="1066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3" y="2033"/>
                    <a:pt x="1822" y="1813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9" name="Google Shape;3097;p80">
              <a:extLst>
                <a:ext uri="{FF2B5EF4-FFF2-40B4-BE49-F238E27FC236}">
                  <a16:creationId xmlns:a16="http://schemas.microsoft.com/office/drawing/2014/main" id="{AD354B89-119C-20BA-A1B3-17A469387D24}"/>
                </a:ext>
              </a:extLst>
            </p:cNvPr>
            <p:cNvSpPr/>
            <p:nvPr/>
          </p:nvSpPr>
          <p:spPr>
            <a:xfrm>
              <a:off x="1990200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0" name="Google Shape;3098;p80">
              <a:extLst>
                <a:ext uri="{FF2B5EF4-FFF2-40B4-BE49-F238E27FC236}">
                  <a16:creationId xmlns:a16="http://schemas.microsoft.com/office/drawing/2014/main" id="{4627CEA8-146D-0978-210D-132D0C037627}"/>
                </a:ext>
              </a:extLst>
            </p:cNvPr>
            <p:cNvSpPr/>
            <p:nvPr/>
          </p:nvSpPr>
          <p:spPr>
            <a:xfrm>
              <a:off x="1990200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9"/>
                    <a:pt x="1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7" y="2138"/>
                    <a:pt x="1604" y="2040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1" name="Google Shape;3099;p80">
              <a:extLst>
                <a:ext uri="{FF2B5EF4-FFF2-40B4-BE49-F238E27FC236}">
                  <a16:creationId xmlns:a16="http://schemas.microsoft.com/office/drawing/2014/main" id="{06766F37-BDE2-93C1-873F-0EE01A228A4B}"/>
                </a:ext>
              </a:extLst>
            </p:cNvPr>
            <p:cNvSpPr/>
            <p:nvPr/>
          </p:nvSpPr>
          <p:spPr>
            <a:xfrm>
              <a:off x="1990200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81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4" y="2129"/>
                  </a:cubicBezTo>
                  <a:cubicBezTo>
                    <a:pt x="1336" y="2129"/>
                    <a:pt x="1604" y="2032"/>
                    <a:pt x="1822" y="1813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2" name="Google Shape;3100;p80">
              <a:extLst>
                <a:ext uri="{FF2B5EF4-FFF2-40B4-BE49-F238E27FC236}">
                  <a16:creationId xmlns:a16="http://schemas.microsoft.com/office/drawing/2014/main" id="{87B89989-431A-F831-0098-51100101857E}"/>
                </a:ext>
              </a:extLst>
            </p:cNvPr>
            <p:cNvSpPr/>
            <p:nvPr/>
          </p:nvSpPr>
          <p:spPr>
            <a:xfrm>
              <a:off x="1990200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3" name="Google Shape;3101;p80">
              <a:extLst>
                <a:ext uri="{FF2B5EF4-FFF2-40B4-BE49-F238E27FC236}">
                  <a16:creationId xmlns:a16="http://schemas.microsoft.com/office/drawing/2014/main" id="{3094E5A1-20F2-1832-B555-5F17B8C4A5E3}"/>
                </a:ext>
              </a:extLst>
            </p:cNvPr>
            <p:cNvSpPr/>
            <p:nvPr/>
          </p:nvSpPr>
          <p:spPr>
            <a:xfrm>
              <a:off x="1990200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4" name="Google Shape;3102;p80">
              <a:extLst>
                <a:ext uri="{FF2B5EF4-FFF2-40B4-BE49-F238E27FC236}">
                  <a16:creationId xmlns:a16="http://schemas.microsoft.com/office/drawing/2014/main" id="{0A4E92BB-10D0-0DA8-DAE6-6EBA33FDE900}"/>
                </a:ext>
              </a:extLst>
            </p:cNvPr>
            <p:cNvSpPr/>
            <p:nvPr/>
          </p:nvSpPr>
          <p:spPr>
            <a:xfrm>
              <a:off x="1990200" y="11143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5" name="Google Shape;3103;p80">
              <a:extLst>
                <a:ext uri="{FF2B5EF4-FFF2-40B4-BE49-F238E27FC236}">
                  <a16:creationId xmlns:a16="http://schemas.microsoft.com/office/drawing/2014/main" id="{3E6B51C3-AA76-8CCE-CF55-6F5EABEBFDA5}"/>
                </a:ext>
              </a:extLst>
            </p:cNvPr>
            <p:cNvSpPr/>
            <p:nvPr/>
          </p:nvSpPr>
          <p:spPr>
            <a:xfrm>
              <a:off x="1990200" y="1038125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6" name="Google Shape;3104;p80">
              <a:extLst>
                <a:ext uri="{FF2B5EF4-FFF2-40B4-BE49-F238E27FC236}">
                  <a16:creationId xmlns:a16="http://schemas.microsoft.com/office/drawing/2014/main" id="{7D8C6907-234B-A660-72A8-86535344DFEA}"/>
                </a:ext>
              </a:extLst>
            </p:cNvPr>
            <p:cNvSpPr/>
            <p:nvPr/>
          </p:nvSpPr>
          <p:spPr>
            <a:xfrm>
              <a:off x="1914000" y="3551925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8"/>
                    <a:pt x="526" y="2131"/>
                    <a:pt x="1073" y="2131"/>
                  </a:cubicBezTo>
                  <a:cubicBezTo>
                    <a:pt x="1337" y="2131"/>
                    <a:pt x="1605" y="2033"/>
                    <a:pt x="1821" y="1814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7" name="Google Shape;3105;p80">
              <a:extLst>
                <a:ext uri="{FF2B5EF4-FFF2-40B4-BE49-F238E27FC236}">
                  <a16:creationId xmlns:a16="http://schemas.microsoft.com/office/drawing/2014/main" id="{946D15E8-DE1C-CEC5-BE2E-C7DD7C8EBAFB}"/>
                </a:ext>
              </a:extLst>
            </p:cNvPr>
            <p:cNvSpPr/>
            <p:nvPr/>
          </p:nvSpPr>
          <p:spPr>
            <a:xfrm>
              <a:off x="1914000" y="34757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8" name="Google Shape;3106;p80">
              <a:extLst>
                <a:ext uri="{FF2B5EF4-FFF2-40B4-BE49-F238E27FC236}">
                  <a16:creationId xmlns:a16="http://schemas.microsoft.com/office/drawing/2014/main" id="{DD22AC7C-4135-1613-A78F-0CCD1411A928}"/>
                </a:ext>
              </a:extLst>
            </p:cNvPr>
            <p:cNvSpPr/>
            <p:nvPr/>
          </p:nvSpPr>
          <p:spPr>
            <a:xfrm>
              <a:off x="1914000" y="33995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9" name="Google Shape;3107;p80">
              <a:extLst>
                <a:ext uri="{FF2B5EF4-FFF2-40B4-BE49-F238E27FC236}">
                  <a16:creationId xmlns:a16="http://schemas.microsoft.com/office/drawing/2014/main" id="{5CDD6D56-1CE8-69F7-99E7-EDC42E013F6C}"/>
                </a:ext>
              </a:extLst>
            </p:cNvPr>
            <p:cNvSpPr/>
            <p:nvPr/>
          </p:nvSpPr>
          <p:spPr>
            <a:xfrm>
              <a:off x="1914000" y="332330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88" y="1154"/>
                    <a:pt x="2017" y="0"/>
                    <a:pt x="106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0" name="Google Shape;3108;p80">
              <a:extLst>
                <a:ext uri="{FF2B5EF4-FFF2-40B4-BE49-F238E27FC236}">
                  <a16:creationId xmlns:a16="http://schemas.microsoft.com/office/drawing/2014/main" id="{84F23C5A-7DEC-333D-2A2A-66B77F6C0355}"/>
                </a:ext>
              </a:extLst>
            </p:cNvPr>
            <p:cNvSpPr/>
            <p:nvPr/>
          </p:nvSpPr>
          <p:spPr>
            <a:xfrm>
              <a:off x="1914000" y="32470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9" y="480"/>
                    <a:pt x="0" y="1066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96" y="1155"/>
                    <a:pt x="2017" y="1"/>
                    <a:pt x="106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1" name="Google Shape;3109;p80">
              <a:extLst>
                <a:ext uri="{FF2B5EF4-FFF2-40B4-BE49-F238E27FC236}">
                  <a16:creationId xmlns:a16="http://schemas.microsoft.com/office/drawing/2014/main" id="{F674C482-E208-D543-6CDC-01EE07C9935C}"/>
                </a:ext>
              </a:extLst>
            </p:cNvPr>
            <p:cNvSpPr/>
            <p:nvPr/>
          </p:nvSpPr>
          <p:spPr>
            <a:xfrm>
              <a:off x="1914000" y="317107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3" y="2131"/>
                    <a:pt x="1070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2" name="Google Shape;3110;p80">
              <a:extLst>
                <a:ext uri="{FF2B5EF4-FFF2-40B4-BE49-F238E27FC236}">
                  <a16:creationId xmlns:a16="http://schemas.microsoft.com/office/drawing/2014/main" id="{46C1AC9C-F5F9-5196-57ED-34E2198F83C9}"/>
                </a:ext>
              </a:extLst>
            </p:cNvPr>
            <p:cNvSpPr/>
            <p:nvPr/>
          </p:nvSpPr>
          <p:spPr>
            <a:xfrm>
              <a:off x="1914000" y="286642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3" y="2131"/>
                    <a:pt x="1070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3" name="Google Shape;3111;p80">
              <a:extLst>
                <a:ext uri="{FF2B5EF4-FFF2-40B4-BE49-F238E27FC236}">
                  <a16:creationId xmlns:a16="http://schemas.microsoft.com/office/drawing/2014/main" id="{69DE06E7-D51D-DD0A-1E79-D3B4655C45B9}"/>
                </a:ext>
              </a:extLst>
            </p:cNvPr>
            <p:cNvSpPr/>
            <p:nvPr/>
          </p:nvSpPr>
          <p:spPr>
            <a:xfrm>
              <a:off x="1914000" y="2714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4" name="Google Shape;3112;p80">
              <a:extLst>
                <a:ext uri="{FF2B5EF4-FFF2-40B4-BE49-F238E27FC236}">
                  <a16:creationId xmlns:a16="http://schemas.microsoft.com/office/drawing/2014/main" id="{8524FF3B-E8A8-97FA-8CAA-FE02D34E7957}"/>
                </a:ext>
              </a:extLst>
            </p:cNvPr>
            <p:cNvSpPr/>
            <p:nvPr/>
          </p:nvSpPr>
          <p:spPr>
            <a:xfrm>
              <a:off x="1914000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5" name="Google Shape;3113;p80">
              <a:extLst>
                <a:ext uri="{FF2B5EF4-FFF2-40B4-BE49-F238E27FC236}">
                  <a16:creationId xmlns:a16="http://schemas.microsoft.com/office/drawing/2014/main" id="{7A3E2E11-AD16-AF9D-97F5-23BCB41DD211}"/>
                </a:ext>
              </a:extLst>
            </p:cNvPr>
            <p:cNvSpPr/>
            <p:nvPr/>
          </p:nvSpPr>
          <p:spPr>
            <a:xfrm>
              <a:off x="1914000" y="23331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6" name="Google Shape;3114;p80">
              <a:extLst>
                <a:ext uri="{FF2B5EF4-FFF2-40B4-BE49-F238E27FC236}">
                  <a16:creationId xmlns:a16="http://schemas.microsoft.com/office/drawing/2014/main" id="{FD6D6592-B7C5-4697-6386-2DCED0F52D0A}"/>
                </a:ext>
              </a:extLst>
            </p:cNvPr>
            <p:cNvSpPr/>
            <p:nvPr/>
          </p:nvSpPr>
          <p:spPr>
            <a:xfrm>
              <a:off x="1914000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5" y="0"/>
                  </a:moveTo>
                  <a:cubicBezTo>
                    <a:pt x="1072" y="0"/>
                    <a:pt x="1069" y="0"/>
                    <a:pt x="1065" y="0"/>
                  </a:cubicBez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80" y="2137"/>
                  </a:cubicBezTo>
                  <a:cubicBezTo>
                    <a:pt x="1343" y="2137"/>
                    <a:pt x="1611" y="2039"/>
                    <a:pt x="1830" y="1821"/>
                  </a:cubicBezTo>
                  <a:cubicBezTo>
                    <a:pt x="2494" y="1149"/>
                    <a:pt x="2020" y="0"/>
                    <a:pt x="107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7" name="Google Shape;3115;p80">
              <a:extLst>
                <a:ext uri="{FF2B5EF4-FFF2-40B4-BE49-F238E27FC236}">
                  <a16:creationId xmlns:a16="http://schemas.microsoft.com/office/drawing/2014/main" id="{ABF6620A-6A67-B38B-8A75-962EDA785376}"/>
                </a:ext>
              </a:extLst>
            </p:cNvPr>
            <p:cNvSpPr/>
            <p:nvPr/>
          </p:nvSpPr>
          <p:spPr>
            <a:xfrm>
              <a:off x="1914000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8" name="Google Shape;3116;p80">
              <a:extLst>
                <a:ext uri="{FF2B5EF4-FFF2-40B4-BE49-F238E27FC236}">
                  <a16:creationId xmlns:a16="http://schemas.microsoft.com/office/drawing/2014/main" id="{6A9DDAB1-BA26-0B10-98AA-D888EF9BB39A}"/>
                </a:ext>
              </a:extLst>
            </p:cNvPr>
            <p:cNvSpPr/>
            <p:nvPr/>
          </p:nvSpPr>
          <p:spPr>
            <a:xfrm>
              <a:off x="1914000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9" name="Google Shape;3117;p80">
              <a:extLst>
                <a:ext uri="{FF2B5EF4-FFF2-40B4-BE49-F238E27FC236}">
                  <a16:creationId xmlns:a16="http://schemas.microsoft.com/office/drawing/2014/main" id="{D3D781B1-F0AB-8002-34DB-4AAD3382632C}"/>
                </a:ext>
              </a:extLst>
            </p:cNvPr>
            <p:cNvSpPr/>
            <p:nvPr/>
          </p:nvSpPr>
          <p:spPr>
            <a:xfrm>
              <a:off x="1914000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0" name="Google Shape;3118;p80">
              <a:extLst>
                <a:ext uri="{FF2B5EF4-FFF2-40B4-BE49-F238E27FC236}">
                  <a16:creationId xmlns:a16="http://schemas.microsoft.com/office/drawing/2014/main" id="{2067CC0D-62E1-361E-20ED-05DFB71B6EAB}"/>
                </a:ext>
              </a:extLst>
            </p:cNvPr>
            <p:cNvSpPr/>
            <p:nvPr/>
          </p:nvSpPr>
          <p:spPr>
            <a:xfrm>
              <a:off x="1914000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6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1" name="Google Shape;3119;p80">
              <a:extLst>
                <a:ext uri="{FF2B5EF4-FFF2-40B4-BE49-F238E27FC236}">
                  <a16:creationId xmlns:a16="http://schemas.microsoft.com/office/drawing/2014/main" id="{9458ABE6-26BC-1F34-4354-FE8D09799602}"/>
                </a:ext>
              </a:extLst>
            </p:cNvPr>
            <p:cNvSpPr/>
            <p:nvPr/>
          </p:nvSpPr>
          <p:spPr>
            <a:xfrm>
              <a:off x="1914000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2" name="Google Shape;3120;p80">
              <a:extLst>
                <a:ext uri="{FF2B5EF4-FFF2-40B4-BE49-F238E27FC236}">
                  <a16:creationId xmlns:a16="http://schemas.microsoft.com/office/drawing/2014/main" id="{982B078E-C9AE-2A97-D556-8E4831E89087}"/>
                </a:ext>
              </a:extLst>
            </p:cNvPr>
            <p:cNvSpPr/>
            <p:nvPr/>
          </p:nvSpPr>
          <p:spPr>
            <a:xfrm>
              <a:off x="1914000" y="11905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3" name="Google Shape;3121;p80">
              <a:extLst>
                <a:ext uri="{FF2B5EF4-FFF2-40B4-BE49-F238E27FC236}">
                  <a16:creationId xmlns:a16="http://schemas.microsoft.com/office/drawing/2014/main" id="{AF51991A-2D7C-D74D-748D-7B5DCE8C0496}"/>
                </a:ext>
              </a:extLst>
            </p:cNvPr>
            <p:cNvSpPr/>
            <p:nvPr/>
          </p:nvSpPr>
          <p:spPr>
            <a:xfrm>
              <a:off x="1914000" y="11143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4" name="Google Shape;3122;p80">
              <a:extLst>
                <a:ext uri="{FF2B5EF4-FFF2-40B4-BE49-F238E27FC236}">
                  <a16:creationId xmlns:a16="http://schemas.microsoft.com/office/drawing/2014/main" id="{C3E3D74F-FB34-628B-6125-CAE81FEA8022}"/>
                </a:ext>
              </a:extLst>
            </p:cNvPr>
            <p:cNvSpPr/>
            <p:nvPr/>
          </p:nvSpPr>
          <p:spPr>
            <a:xfrm>
              <a:off x="1837775" y="317107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6" y="0"/>
                  </a:moveTo>
                  <a:cubicBezTo>
                    <a:pt x="481" y="0"/>
                    <a:pt x="9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3" y="2032"/>
                    <a:pt x="1822" y="1813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5" name="Google Shape;3123;p80">
              <a:extLst>
                <a:ext uri="{FF2B5EF4-FFF2-40B4-BE49-F238E27FC236}">
                  <a16:creationId xmlns:a16="http://schemas.microsoft.com/office/drawing/2014/main" id="{36C1EA72-508F-8469-48BE-E1060309675D}"/>
                </a:ext>
              </a:extLst>
            </p:cNvPr>
            <p:cNvSpPr/>
            <p:nvPr/>
          </p:nvSpPr>
          <p:spPr>
            <a:xfrm>
              <a:off x="1837775" y="286642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6" y="0"/>
                  </a:moveTo>
                  <a:cubicBezTo>
                    <a:pt x="481" y="0"/>
                    <a:pt x="1" y="472"/>
                    <a:pt x="1" y="1065"/>
                  </a:cubicBezTo>
                  <a:cubicBezTo>
                    <a:pt x="1" y="1707"/>
                    <a:pt x="527" y="2131"/>
                    <a:pt x="1074" y="2131"/>
                  </a:cubicBezTo>
                  <a:cubicBezTo>
                    <a:pt x="1337" y="2131"/>
                    <a:pt x="1605" y="2032"/>
                    <a:pt x="1822" y="1813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6" name="Google Shape;3124;p80">
              <a:extLst>
                <a:ext uri="{FF2B5EF4-FFF2-40B4-BE49-F238E27FC236}">
                  <a16:creationId xmlns:a16="http://schemas.microsoft.com/office/drawing/2014/main" id="{B9D6B64C-0DD3-5429-053B-EB33C8EA8212}"/>
                </a:ext>
              </a:extLst>
            </p:cNvPr>
            <p:cNvSpPr/>
            <p:nvPr/>
          </p:nvSpPr>
          <p:spPr>
            <a:xfrm>
              <a:off x="1837775" y="2714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7" name="Google Shape;3125;p80">
              <a:extLst>
                <a:ext uri="{FF2B5EF4-FFF2-40B4-BE49-F238E27FC236}">
                  <a16:creationId xmlns:a16="http://schemas.microsoft.com/office/drawing/2014/main" id="{B78A04FA-A1F4-1D1F-77E4-2F71BF392900}"/>
                </a:ext>
              </a:extLst>
            </p:cNvPr>
            <p:cNvSpPr/>
            <p:nvPr/>
          </p:nvSpPr>
          <p:spPr>
            <a:xfrm>
              <a:off x="1837775" y="26377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1" y="9"/>
                    <a:pt x="1" y="480"/>
                    <a:pt x="1" y="1074"/>
                  </a:cubicBezTo>
                  <a:cubicBezTo>
                    <a:pt x="1" y="1712"/>
                    <a:pt x="529" y="2137"/>
                    <a:pt x="1077" y="2137"/>
                  </a:cubicBezTo>
                  <a:cubicBezTo>
                    <a:pt x="1339" y="2137"/>
                    <a:pt x="1606" y="2040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8" name="Google Shape;3126;p80">
              <a:extLst>
                <a:ext uri="{FF2B5EF4-FFF2-40B4-BE49-F238E27FC236}">
                  <a16:creationId xmlns:a16="http://schemas.microsoft.com/office/drawing/2014/main" id="{EF95825A-3BBC-03FA-92B2-EA0C5D842374}"/>
                </a:ext>
              </a:extLst>
            </p:cNvPr>
            <p:cNvSpPr/>
            <p:nvPr/>
          </p:nvSpPr>
          <p:spPr>
            <a:xfrm>
              <a:off x="1837775" y="25615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6" y="0"/>
                  </a:moveTo>
                  <a:cubicBezTo>
                    <a:pt x="481" y="8"/>
                    <a:pt x="9" y="480"/>
                    <a:pt x="1" y="1073"/>
                  </a:cubicBezTo>
                  <a:cubicBezTo>
                    <a:pt x="1" y="1711"/>
                    <a:pt x="525" y="2137"/>
                    <a:pt x="1074" y="2137"/>
                  </a:cubicBezTo>
                  <a:cubicBezTo>
                    <a:pt x="1336" y="2137"/>
                    <a:pt x="1604" y="2039"/>
                    <a:pt x="1822" y="1821"/>
                  </a:cubicBezTo>
                  <a:cubicBezTo>
                    <a:pt x="2497" y="1154"/>
                    <a:pt x="2017" y="0"/>
                    <a:pt x="106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9" name="Google Shape;3127;p80">
              <a:extLst>
                <a:ext uri="{FF2B5EF4-FFF2-40B4-BE49-F238E27FC236}">
                  <a16:creationId xmlns:a16="http://schemas.microsoft.com/office/drawing/2014/main" id="{53A5FEF4-E952-240B-C83F-3B7FC4EF6C03}"/>
                </a:ext>
              </a:extLst>
            </p:cNvPr>
            <p:cNvSpPr/>
            <p:nvPr/>
          </p:nvSpPr>
          <p:spPr>
            <a:xfrm>
              <a:off x="1837775" y="2485550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08"/>
                    <a:pt x="527" y="2131"/>
                    <a:pt x="1074" y="2131"/>
                  </a:cubicBezTo>
                  <a:cubicBezTo>
                    <a:pt x="1337" y="2131"/>
                    <a:pt x="1605" y="2033"/>
                    <a:pt x="1822" y="1814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0" name="Google Shape;3128;p80">
              <a:extLst>
                <a:ext uri="{FF2B5EF4-FFF2-40B4-BE49-F238E27FC236}">
                  <a16:creationId xmlns:a16="http://schemas.microsoft.com/office/drawing/2014/main" id="{1EBD87AC-12E6-1593-CBB6-A68D73BD6A80}"/>
                </a:ext>
              </a:extLst>
            </p:cNvPr>
            <p:cNvSpPr/>
            <p:nvPr/>
          </p:nvSpPr>
          <p:spPr>
            <a:xfrm>
              <a:off x="1837775" y="24093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1" name="Google Shape;3129;p80">
              <a:extLst>
                <a:ext uri="{FF2B5EF4-FFF2-40B4-BE49-F238E27FC236}">
                  <a16:creationId xmlns:a16="http://schemas.microsoft.com/office/drawing/2014/main" id="{49D96E35-144D-3C5E-DD24-D28853EAE1BD}"/>
                </a:ext>
              </a:extLst>
            </p:cNvPr>
            <p:cNvSpPr/>
            <p:nvPr/>
          </p:nvSpPr>
          <p:spPr>
            <a:xfrm>
              <a:off x="1837775" y="23331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2" name="Google Shape;3130;p80">
              <a:extLst>
                <a:ext uri="{FF2B5EF4-FFF2-40B4-BE49-F238E27FC236}">
                  <a16:creationId xmlns:a16="http://schemas.microsoft.com/office/drawing/2014/main" id="{2E2E7567-95ED-F2A7-E262-2383144CF6F6}"/>
                </a:ext>
              </a:extLst>
            </p:cNvPr>
            <p:cNvSpPr/>
            <p:nvPr/>
          </p:nvSpPr>
          <p:spPr>
            <a:xfrm>
              <a:off x="1837775" y="2256925"/>
              <a:ext cx="62575" cy="53425"/>
            </a:xfrm>
            <a:custGeom>
              <a:avLst/>
              <a:gdLst/>
              <a:ahLst/>
              <a:cxnLst/>
              <a:rect l="l" t="t" r="r" b="b"/>
              <a:pathLst>
                <a:path w="2503" h="2137" extrusionOk="0">
                  <a:moveTo>
                    <a:pt x="1076" y="0"/>
                  </a:moveTo>
                  <a:cubicBezTo>
                    <a:pt x="1073" y="0"/>
                    <a:pt x="1069" y="0"/>
                    <a:pt x="1066" y="0"/>
                  </a:cubicBez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30" y="2137"/>
                    <a:pt x="1081" y="2137"/>
                  </a:cubicBezTo>
                  <a:cubicBezTo>
                    <a:pt x="1344" y="2137"/>
                    <a:pt x="1612" y="2039"/>
                    <a:pt x="1830" y="1821"/>
                  </a:cubicBezTo>
                  <a:cubicBezTo>
                    <a:pt x="2502" y="1149"/>
                    <a:pt x="2028" y="0"/>
                    <a:pt x="107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3" name="Google Shape;3131;p80">
              <a:extLst>
                <a:ext uri="{FF2B5EF4-FFF2-40B4-BE49-F238E27FC236}">
                  <a16:creationId xmlns:a16="http://schemas.microsoft.com/office/drawing/2014/main" id="{FA26CB9A-01E2-714F-226A-29328F97982E}"/>
                </a:ext>
              </a:extLst>
            </p:cNvPr>
            <p:cNvSpPr/>
            <p:nvPr/>
          </p:nvSpPr>
          <p:spPr>
            <a:xfrm>
              <a:off x="1837775" y="21807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4" name="Google Shape;3132;p80">
              <a:extLst>
                <a:ext uri="{FF2B5EF4-FFF2-40B4-BE49-F238E27FC236}">
                  <a16:creationId xmlns:a16="http://schemas.microsoft.com/office/drawing/2014/main" id="{04708E78-ACA3-AD40-C119-EEE7D6B19B26}"/>
                </a:ext>
              </a:extLst>
            </p:cNvPr>
            <p:cNvSpPr/>
            <p:nvPr/>
          </p:nvSpPr>
          <p:spPr>
            <a:xfrm>
              <a:off x="1837775" y="21045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5" name="Google Shape;3133;p80">
              <a:extLst>
                <a:ext uri="{FF2B5EF4-FFF2-40B4-BE49-F238E27FC236}">
                  <a16:creationId xmlns:a16="http://schemas.microsoft.com/office/drawing/2014/main" id="{55116482-ECD9-726A-ED27-83205981DB89}"/>
                </a:ext>
              </a:extLst>
            </p:cNvPr>
            <p:cNvSpPr/>
            <p:nvPr/>
          </p:nvSpPr>
          <p:spPr>
            <a:xfrm>
              <a:off x="1837775" y="20282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1" y="1"/>
                    <a:pt x="9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1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6" name="Google Shape;3134;p80">
              <a:extLst>
                <a:ext uri="{FF2B5EF4-FFF2-40B4-BE49-F238E27FC236}">
                  <a16:creationId xmlns:a16="http://schemas.microsoft.com/office/drawing/2014/main" id="{E5DB6D35-C19B-9FB2-1E94-5B9F65CB5837}"/>
                </a:ext>
              </a:extLst>
            </p:cNvPr>
            <p:cNvSpPr/>
            <p:nvPr/>
          </p:nvSpPr>
          <p:spPr>
            <a:xfrm>
              <a:off x="1837775" y="19520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1" y="9"/>
                    <a:pt x="9" y="481"/>
                    <a:pt x="1" y="1074"/>
                  </a:cubicBezTo>
                  <a:cubicBezTo>
                    <a:pt x="1" y="1712"/>
                    <a:pt x="525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97" y="1155"/>
                    <a:pt x="2017" y="1"/>
                    <a:pt x="106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7" name="Google Shape;3135;p80">
              <a:extLst>
                <a:ext uri="{FF2B5EF4-FFF2-40B4-BE49-F238E27FC236}">
                  <a16:creationId xmlns:a16="http://schemas.microsoft.com/office/drawing/2014/main" id="{978F90AD-A0F2-5C78-498E-9CE20CAF4D75}"/>
                </a:ext>
              </a:extLst>
            </p:cNvPr>
            <p:cNvSpPr/>
            <p:nvPr/>
          </p:nvSpPr>
          <p:spPr>
            <a:xfrm>
              <a:off x="1837775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1" y="9"/>
                    <a:pt x="9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7" y="2138"/>
                    <a:pt x="1604" y="2040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8" name="Google Shape;3136;p80">
              <a:extLst>
                <a:ext uri="{FF2B5EF4-FFF2-40B4-BE49-F238E27FC236}">
                  <a16:creationId xmlns:a16="http://schemas.microsoft.com/office/drawing/2014/main" id="{4814D077-F032-5E44-AECF-279C22F7ED8D}"/>
                </a:ext>
              </a:extLst>
            </p:cNvPr>
            <p:cNvSpPr/>
            <p:nvPr/>
          </p:nvSpPr>
          <p:spPr>
            <a:xfrm>
              <a:off x="1837775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66" y="1"/>
                  </a:moveTo>
                  <a:cubicBezTo>
                    <a:pt x="481" y="1"/>
                    <a:pt x="9" y="472"/>
                    <a:pt x="1" y="1066"/>
                  </a:cubicBezTo>
                  <a:cubicBezTo>
                    <a:pt x="1" y="1703"/>
                    <a:pt x="525" y="2129"/>
                    <a:pt x="1074" y="2129"/>
                  </a:cubicBezTo>
                  <a:cubicBezTo>
                    <a:pt x="1336" y="2129"/>
                    <a:pt x="1604" y="2032"/>
                    <a:pt x="1822" y="1813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9" name="Google Shape;3137;p80">
              <a:extLst>
                <a:ext uri="{FF2B5EF4-FFF2-40B4-BE49-F238E27FC236}">
                  <a16:creationId xmlns:a16="http://schemas.microsoft.com/office/drawing/2014/main" id="{5CF3B591-1060-391D-8F01-9B1E5223ADBE}"/>
                </a:ext>
              </a:extLst>
            </p:cNvPr>
            <p:cNvSpPr/>
            <p:nvPr/>
          </p:nvSpPr>
          <p:spPr>
            <a:xfrm>
              <a:off x="1837775" y="14189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1"/>
                  </a:moveTo>
                  <a:cubicBezTo>
                    <a:pt x="481" y="1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0" name="Google Shape;3138;p80">
              <a:extLst>
                <a:ext uri="{FF2B5EF4-FFF2-40B4-BE49-F238E27FC236}">
                  <a16:creationId xmlns:a16="http://schemas.microsoft.com/office/drawing/2014/main" id="{9CBCD8D7-1F1F-4AA6-21D5-8A9FE08EF369}"/>
                </a:ext>
              </a:extLst>
            </p:cNvPr>
            <p:cNvSpPr/>
            <p:nvPr/>
          </p:nvSpPr>
          <p:spPr>
            <a:xfrm>
              <a:off x="1837775" y="11905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6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1" name="Google Shape;3139;p80">
              <a:extLst>
                <a:ext uri="{FF2B5EF4-FFF2-40B4-BE49-F238E27FC236}">
                  <a16:creationId xmlns:a16="http://schemas.microsoft.com/office/drawing/2014/main" id="{5BBE5556-09B8-B502-1DAE-D0D6F2D3EFB1}"/>
                </a:ext>
              </a:extLst>
            </p:cNvPr>
            <p:cNvSpPr/>
            <p:nvPr/>
          </p:nvSpPr>
          <p:spPr>
            <a:xfrm>
              <a:off x="1837775" y="11143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2" name="Google Shape;3140;p80">
              <a:extLst>
                <a:ext uri="{FF2B5EF4-FFF2-40B4-BE49-F238E27FC236}">
                  <a16:creationId xmlns:a16="http://schemas.microsoft.com/office/drawing/2014/main" id="{233F5778-B34C-6696-B0F3-5AE0C5A36DF9}"/>
                </a:ext>
              </a:extLst>
            </p:cNvPr>
            <p:cNvSpPr/>
            <p:nvPr/>
          </p:nvSpPr>
          <p:spPr>
            <a:xfrm>
              <a:off x="1761775" y="317107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5" y="0"/>
                  </a:moveTo>
                  <a:cubicBezTo>
                    <a:pt x="472" y="0"/>
                    <a:pt x="0" y="472"/>
                    <a:pt x="0" y="1065"/>
                  </a:cubicBezTo>
                  <a:cubicBezTo>
                    <a:pt x="0" y="1707"/>
                    <a:pt x="523" y="2131"/>
                    <a:pt x="1067" y="2131"/>
                  </a:cubicBezTo>
                  <a:cubicBezTo>
                    <a:pt x="1329" y="2131"/>
                    <a:pt x="1597" y="2032"/>
                    <a:pt x="1813" y="1813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3" name="Google Shape;3141;p80">
              <a:extLst>
                <a:ext uri="{FF2B5EF4-FFF2-40B4-BE49-F238E27FC236}">
                  <a16:creationId xmlns:a16="http://schemas.microsoft.com/office/drawing/2014/main" id="{28BA483B-3741-8C19-7E07-353A6CC1105C}"/>
                </a:ext>
              </a:extLst>
            </p:cNvPr>
            <p:cNvSpPr/>
            <p:nvPr/>
          </p:nvSpPr>
          <p:spPr>
            <a:xfrm>
              <a:off x="1761775" y="30948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4" name="Google Shape;3142;p80">
              <a:extLst>
                <a:ext uri="{FF2B5EF4-FFF2-40B4-BE49-F238E27FC236}">
                  <a16:creationId xmlns:a16="http://schemas.microsoft.com/office/drawing/2014/main" id="{B3F3CA48-F013-3369-0452-AF5F8ED718CF}"/>
                </a:ext>
              </a:extLst>
            </p:cNvPr>
            <p:cNvSpPr/>
            <p:nvPr/>
          </p:nvSpPr>
          <p:spPr>
            <a:xfrm>
              <a:off x="1761775" y="30186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2" y="2137"/>
                  </a:cubicBezTo>
                  <a:cubicBezTo>
                    <a:pt x="1332" y="2137"/>
                    <a:pt x="1598" y="2039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5" name="Google Shape;3143;p80">
              <a:extLst>
                <a:ext uri="{FF2B5EF4-FFF2-40B4-BE49-F238E27FC236}">
                  <a16:creationId xmlns:a16="http://schemas.microsoft.com/office/drawing/2014/main" id="{45DB3352-22F8-0A22-30F3-B87B69525B48}"/>
                </a:ext>
              </a:extLst>
            </p:cNvPr>
            <p:cNvSpPr/>
            <p:nvPr/>
          </p:nvSpPr>
          <p:spPr>
            <a:xfrm>
              <a:off x="1761775" y="2561575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72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1" y="2137"/>
                  </a:cubicBezTo>
                  <a:cubicBezTo>
                    <a:pt x="1332" y="2137"/>
                    <a:pt x="1598" y="2039"/>
                    <a:pt x="1813" y="1821"/>
                  </a:cubicBezTo>
                  <a:cubicBezTo>
                    <a:pt x="2488" y="1154"/>
                    <a:pt x="2008" y="0"/>
                    <a:pt x="106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6" name="Google Shape;3144;p80">
              <a:extLst>
                <a:ext uri="{FF2B5EF4-FFF2-40B4-BE49-F238E27FC236}">
                  <a16:creationId xmlns:a16="http://schemas.microsoft.com/office/drawing/2014/main" id="{66D3B125-0685-C3B2-AFEB-67EF7B8D31D0}"/>
                </a:ext>
              </a:extLst>
            </p:cNvPr>
            <p:cNvSpPr/>
            <p:nvPr/>
          </p:nvSpPr>
          <p:spPr>
            <a:xfrm>
              <a:off x="1761775" y="24855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8"/>
                    <a:pt x="523" y="2131"/>
                    <a:pt x="1067" y="2131"/>
                  </a:cubicBezTo>
                  <a:cubicBezTo>
                    <a:pt x="1329" y="2131"/>
                    <a:pt x="1597" y="2033"/>
                    <a:pt x="1813" y="1814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7" name="Google Shape;3145;p80">
              <a:extLst>
                <a:ext uri="{FF2B5EF4-FFF2-40B4-BE49-F238E27FC236}">
                  <a16:creationId xmlns:a16="http://schemas.microsoft.com/office/drawing/2014/main" id="{2BBBFFA8-FC3B-7325-296B-6AAB84C07FDD}"/>
                </a:ext>
              </a:extLst>
            </p:cNvPr>
            <p:cNvSpPr/>
            <p:nvPr/>
          </p:nvSpPr>
          <p:spPr>
            <a:xfrm>
              <a:off x="1761775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8" name="Google Shape;3146;p80">
              <a:extLst>
                <a:ext uri="{FF2B5EF4-FFF2-40B4-BE49-F238E27FC236}">
                  <a16:creationId xmlns:a16="http://schemas.microsoft.com/office/drawing/2014/main" id="{110C9EF0-BD93-6188-6FB5-C84105881AA1}"/>
                </a:ext>
              </a:extLst>
            </p:cNvPr>
            <p:cNvSpPr/>
            <p:nvPr/>
          </p:nvSpPr>
          <p:spPr>
            <a:xfrm>
              <a:off x="1761775" y="23331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6" y="2137"/>
                    <a:pt x="1072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9" name="Google Shape;3147;p80">
              <a:extLst>
                <a:ext uri="{FF2B5EF4-FFF2-40B4-BE49-F238E27FC236}">
                  <a16:creationId xmlns:a16="http://schemas.microsoft.com/office/drawing/2014/main" id="{6DECA971-E4AD-A6E7-A6CD-CFCC924F5C44}"/>
                </a:ext>
              </a:extLst>
            </p:cNvPr>
            <p:cNvSpPr/>
            <p:nvPr/>
          </p:nvSpPr>
          <p:spPr>
            <a:xfrm>
              <a:off x="1761775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5" y="0"/>
                  </a:moveTo>
                  <a:cubicBezTo>
                    <a:pt x="1072" y="0"/>
                    <a:pt x="1069" y="0"/>
                    <a:pt x="1065" y="0"/>
                  </a:cubicBez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94" y="1149"/>
                    <a:pt x="2020" y="0"/>
                    <a:pt x="107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90" name="Google Shape;3148;p80">
              <a:extLst>
                <a:ext uri="{FF2B5EF4-FFF2-40B4-BE49-F238E27FC236}">
                  <a16:creationId xmlns:a16="http://schemas.microsoft.com/office/drawing/2014/main" id="{CFCC1BF0-560B-0437-026B-935A36CE122B}"/>
                </a:ext>
              </a:extLst>
            </p:cNvPr>
            <p:cNvSpPr/>
            <p:nvPr/>
          </p:nvSpPr>
          <p:spPr>
            <a:xfrm>
              <a:off x="1761775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91" name="Google Shape;3149;p80">
              <a:extLst>
                <a:ext uri="{FF2B5EF4-FFF2-40B4-BE49-F238E27FC236}">
                  <a16:creationId xmlns:a16="http://schemas.microsoft.com/office/drawing/2014/main" id="{26383364-A98E-B733-B125-A985B674DFD3}"/>
                </a:ext>
              </a:extLst>
            </p:cNvPr>
            <p:cNvSpPr/>
            <p:nvPr/>
          </p:nvSpPr>
          <p:spPr>
            <a:xfrm>
              <a:off x="1761775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92" name="Google Shape;3150;p80">
              <a:extLst>
                <a:ext uri="{FF2B5EF4-FFF2-40B4-BE49-F238E27FC236}">
                  <a16:creationId xmlns:a16="http://schemas.microsoft.com/office/drawing/2014/main" id="{4B71A4A3-11B9-FF2D-9B87-2301B784E038}"/>
                </a:ext>
              </a:extLst>
            </p:cNvPr>
            <p:cNvSpPr/>
            <p:nvPr/>
          </p:nvSpPr>
          <p:spPr>
            <a:xfrm>
              <a:off x="1761775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6" y="2137"/>
                    <a:pt x="1072" y="2137"/>
                  </a:cubicBezTo>
                  <a:cubicBezTo>
                    <a:pt x="1332" y="2137"/>
                    <a:pt x="1598" y="2040"/>
                    <a:pt x="1813" y="1821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93" name="Google Shape;3151;p80">
              <a:extLst>
                <a:ext uri="{FF2B5EF4-FFF2-40B4-BE49-F238E27FC236}">
                  <a16:creationId xmlns:a16="http://schemas.microsoft.com/office/drawing/2014/main" id="{23EAA75B-5714-0E21-1898-6342F2DCA2D4}"/>
                </a:ext>
              </a:extLst>
            </p:cNvPr>
            <p:cNvSpPr/>
            <p:nvPr/>
          </p:nvSpPr>
          <p:spPr>
            <a:xfrm>
              <a:off x="1761775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55"/>
                    <a:pt x="2008" y="1"/>
                    <a:pt x="106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94" name="Google Shape;3152;p80">
              <a:extLst>
                <a:ext uri="{FF2B5EF4-FFF2-40B4-BE49-F238E27FC236}">
                  <a16:creationId xmlns:a16="http://schemas.microsoft.com/office/drawing/2014/main" id="{DDB581C0-5155-4978-4768-B736611F7F74}"/>
                </a:ext>
              </a:extLst>
            </p:cNvPr>
            <p:cNvSpPr/>
            <p:nvPr/>
          </p:nvSpPr>
          <p:spPr>
            <a:xfrm>
              <a:off x="1761775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1"/>
                    <a:pt x="0" y="481"/>
                    <a:pt x="0" y="1066"/>
                  </a:cubicBezTo>
                  <a:cubicBezTo>
                    <a:pt x="0" y="1710"/>
                    <a:pt x="526" y="2138"/>
                    <a:pt x="1072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95" name="Google Shape;3153;p80">
              <a:extLst>
                <a:ext uri="{FF2B5EF4-FFF2-40B4-BE49-F238E27FC236}">
                  <a16:creationId xmlns:a16="http://schemas.microsoft.com/office/drawing/2014/main" id="{1740365B-FCEC-B509-CC1F-5CC0B80AA183}"/>
                </a:ext>
              </a:extLst>
            </p:cNvPr>
            <p:cNvSpPr/>
            <p:nvPr/>
          </p:nvSpPr>
          <p:spPr>
            <a:xfrm>
              <a:off x="1761775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96" name="Google Shape;3154;p80">
              <a:extLst>
                <a:ext uri="{FF2B5EF4-FFF2-40B4-BE49-F238E27FC236}">
                  <a16:creationId xmlns:a16="http://schemas.microsoft.com/office/drawing/2014/main" id="{17619B28-0406-602E-7115-6F1F0650CF8F}"/>
                </a:ext>
              </a:extLst>
            </p:cNvPr>
            <p:cNvSpPr/>
            <p:nvPr/>
          </p:nvSpPr>
          <p:spPr>
            <a:xfrm>
              <a:off x="1761775" y="11905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97" name="Google Shape;3155;p80">
              <a:extLst>
                <a:ext uri="{FF2B5EF4-FFF2-40B4-BE49-F238E27FC236}">
                  <a16:creationId xmlns:a16="http://schemas.microsoft.com/office/drawing/2014/main" id="{F20CF451-D6B5-4520-58FF-C9F9507D8FAA}"/>
                </a:ext>
              </a:extLst>
            </p:cNvPr>
            <p:cNvSpPr/>
            <p:nvPr/>
          </p:nvSpPr>
          <p:spPr>
            <a:xfrm>
              <a:off x="1761775" y="11143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98" name="Google Shape;3156;p80">
              <a:extLst>
                <a:ext uri="{FF2B5EF4-FFF2-40B4-BE49-F238E27FC236}">
                  <a16:creationId xmlns:a16="http://schemas.microsoft.com/office/drawing/2014/main" id="{B2184F28-04B2-8CDE-8512-5045A4913FCC}"/>
                </a:ext>
              </a:extLst>
            </p:cNvPr>
            <p:cNvSpPr/>
            <p:nvPr/>
          </p:nvSpPr>
          <p:spPr>
            <a:xfrm>
              <a:off x="1685550" y="30186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39"/>
                    <a:pt x="1822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99" name="Google Shape;3157;p80">
              <a:extLst>
                <a:ext uri="{FF2B5EF4-FFF2-40B4-BE49-F238E27FC236}">
                  <a16:creationId xmlns:a16="http://schemas.microsoft.com/office/drawing/2014/main" id="{F6C600BC-A54B-C55A-05D8-97E88BA63C2B}"/>
                </a:ext>
              </a:extLst>
            </p:cNvPr>
            <p:cNvSpPr/>
            <p:nvPr/>
          </p:nvSpPr>
          <p:spPr>
            <a:xfrm>
              <a:off x="1685550" y="29424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0" name="Google Shape;3158;p80">
              <a:extLst>
                <a:ext uri="{FF2B5EF4-FFF2-40B4-BE49-F238E27FC236}">
                  <a16:creationId xmlns:a16="http://schemas.microsoft.com/office/drawing/2014/main" id="{FB9E2A2D-DEDA-8FE3-1B98-B1961613915E}"/>
                </a:ext>
              </a:extLst>
            </p:cNvPr>
            <p:cNvSpPr/>
            <p:nvPr/>
          </p:nvSpPr>
          <p:spPr>
            <a:xfrm>
              <a:off x="1685550" y="286642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0"/>
                  </a:moveTo>
                  <a:cubicBezTo>
                    <a:pt x="472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3" y="2032"/>
                    <a:pt x="1822" y="1813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1" name="Google Shape;3159;p80">
              <a:extLst>
                <a:ext uri="{FF2B5EF4-FFF2-40B4-BE49-F238E27FC236}">
                  <a16:creationId xmlns:a16="http://schemas.microsoft.com/office/drawing/2014/main" id="{9268AED0-BC2B-EBAF-C414-F8000CC04859}"/>
                </a:ext>
              </a:extLst>
            </p:cNvPr>
            <p:cNvSpPr/>
            <p:nvPr/>
          </p:nvSpPr>
          <p:spPr>
            <a:xfrm>
              <a:off x="1685550" y="2561575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72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1" y="2137"/>
                  </a:cubicBezTo>
                  <a:cubicBezTo>
                    <a:pt x="1332" y="2137"/>
                    <a:pt x="1598" y="2039"/>
                    <a:pt x="1814" y="1821"/>
                  </a:cubicBezTo>
                  <a:cubicBezTo>
                    <a:pt x="2489" y="1154"/>
                    <a:pt x="2017" y="0"/>
                    <a:pt x="106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2" name="Google Shape;3160;p80">
              <a:extLst>
                <a:ext uri="{FF2B5EF4-FFF2-40B4-BE49-F238E27FC236}">
                  <a16:creationId xmlns:a16="http://schemas.microsoft.com/office/drawing/2014/main" id="{050952C6-1641-9E40-DD57-0A004291941C}"/>
                </a:ext>
              </a:extLst>
            </p:cNvPr>
            <p:cNvSpPr/>
            <p:nvPr/>
          </p:nvSpPr>
          <p:spPr>
            <a:xfrm>
              <a:off x="1685550" y="24855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8"/>
                    <a:pt x="523" y="2131"/>
                    <a:pt x="1070" y="2131"/>
                  </a:cubicBezTo>
                  <a:cubicBezTo>
                    <a:pt x="1333" y="2131"/>
                    <a:pt x="1603" y="2033"/>
                    <a:pt x="1822" y="1814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3" name="Google Shape;3161;p80">
              <a:extLst>
                <a:ext uri="{FF2B5EF4-FFF2-40B4-BE49-F238E27FC236}">
                  <a16:creationId xmlns:a16="http://schemas.microsoft.com/office/drawing/2014/main" id="{7BDC4CE6-86B4-9496-4A2A-B0AE5A63CA4E}"/>
                </a:ext>
              </a:extLst>
            </p:cNvPr>
            <p:cNvSpPr/>
            <p:nvPr/>
          </p:nvSpPr>
          <p:spPr>
            <a:xfrm>
              <a:off x="1685550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4" name="Google Shape;3162;p80">
              <a:extLst>
                <a:ext uri="{FF2B5EF4-FFF2-40B4-BE49-F238E27FC236}">
                  <a16:creationId xmlns:a16="http://schemas.microsoft.com/office/drawing/2014/main" id="{1EC556A8-7200-B9E8-1F08-11FB8010B265}"/>
                </a:ext>
              </a:extLst>
            </p:cNvPr>
            <p:cNvSpPr/>
            <p:nvPr/>
          </p:nvSpPr>
          <p:spPr>
            <a:xfrm>
              <a:off x="1685550" y="23331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5" name="Google Shape;3163;p80">
              <a:extLst>
                <a:ext uri="{FF2B5EF4-FFF2-40B4-BE49-F238E27FC236}">
                  <a16:creationId xmlns:a16="http://schemas.microsoft.com/office/drawing/2014/main" id="{5B1D918F-1C90-9DBF-18E7-FD57CAD2C88E}"/>
                </a:ext>
              </a:extLst>
            </p:cNvPr>
            <p:cNvSpPr/>
            <p:nvPr/>
          </p:nvSpPr>
          <p:spPr>
            <a:xfrm>
              <a:off x="1685550" y="2256925"/>
              <a:ext cx="62375" cy="53425"/>
            </a:xfrm>
            <a:custGeom>
              <a:avLst/>
              <a:gdLst/>
              <a:ahLst/>
              <a:cxnLst/>
              <a:rect l="l" t="t" r="r" b="b"/>
              <a:pathLst>
                <a:path w="2495" h="2137" extrusionOk="0">
                  <a:moveTo>
                    <a:pt x="1076" y="0"/>
                  </a:moveTo>
                  <a:cubicBezTo>
                    <a:pt x="1073" y="0"/>
                    <a:pt x="1069" y="0"/>
                    <a:pt x="1066" y="0"/>
                  </a:cubicBez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39"/>
                    <a:pt x="1822" y="1821"/>
                  </a:cubicBezTo>
                  <a:cubicBezTo>
                    <a:pt x="2494" y="1149"/>
                    <a:pt x="2020" y="0"/>
                    <a:pt x="107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6" name="Google Shape;3164;p80">
              <a:extLst>
                <a:ext uri="{FF2B5EF4-FFF2-40B4-BE49-F238E27FC236}">
                  <a16:creationId xmlns:a16="http://schemas.microsoft.com/office/drawing/2014/main" id="{B7C9D765-CC5E-575B-4294-4D16231BB05D}"/>
                </a:ext>
              </a:extLst>
            </p:cNvPr>
            <p:cNvSpPr/>
            <p:nvPr/>
          </p:nvSpPr>
          <p:spPr>
            <a:xfrm>
              <a:off x="1685550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7" name="Google Shape;3165;p80">
              <a:extLst>
                <a:ext uri="{FF2B5EF4-FFF2-40B4-BE49-F238E27FC236}">
                  <a16:creationId xmlns:a16="http://schemas.microsoft.com/office/drawing/2014/main" id="{75287A1A-17DE-35EE-75EB-69071DD1C267}"/>
                </a:ext>
              </a:extLst>
            </p:cNvPr>
            <p:cNvSpPr/>
            <p:nvPr/>
          </p:nvSpPr>
          <p:spPr>
            <a:xfrm>
              <a:off x="1685550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8" name="Google Shape;3166;p80">
              <a:extLst>
                <a:ext uri="{FF2B5EF4-FFF2-40B4-BE49-F238E27FC236}">
                  <a16:creationId xmlns:a16="http://schemas.microsoft.com/office/drawing/2014/main" id="{F0189DB6-B31D-3DEE-2E18-E0C8E618E5BC}"/>
                </a:ext>
              </a:extLst>
            </p:cNvPr>
            <p:cNvSpPr/>
            <p:nvPr/>
          </p:nvSpPr>
          <p:spPr>
            <a:xfrm>
              <a:off x="1685550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1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9" name="Google Shape;3167;p80">
              <a:extLst>
                <a:ext uri="{FF2B5EF4-FFF2-40B4-BE49-F238E27FC236}">
                  <a16:creationId xmlns:a16="http://schemas.microsoft.com/office/drawing/2014/main" id="{F0BD702B-65E7-8E27-804B-99E6E9E7B11D}"/>
                </a:ext>
              </a:extLst>
            </p:cNvPr>
            <p:cNvSpPr/>
            <p:nvPr/>
          </p:nvSpPr>
          <p:spPr>
            <a:xfrm>
              <a:off x="1685550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4" y="1822"/>
                  </a:cubicBezTo>
                  <a:cubicBezTo>
                    <a:pt x="2489" y="1155"/>
                    <a:pt x="2017" y="1"/>
                    <a:pt x="106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0" name="Google Shape;3168;p80">
              <a:extLst>
                <a:ext uri="{FF2B5EF4-FFF2-40B4-BE49-F238E27FC236}">
                  <a16:creationId xmlns:a16="http://schemas.microsoft.com/office/drawing/2014/main" id="{EC06CE8F-FDC6-E040-CEAC-1EA030D9F0A6}"/>
                </a:ext>
              </a:extLst>
            </p:cNvPr>
            <p:cNvSpPr/>
            <p:nvPr/>
          </p:nvSpPr>
          <p:spPr>
            <a:xfrm>
              <a:off x="1685550" y="187605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7"/>
                    <a:pt x="523" y="2131"/>
                    <a:pt x="1068" y="2131"/>
                  </a:cubicBezTo>
                  <a:cubicBezTo>
                    <a:pt x="1330" y="2131"/>
                    <a:pt x="1597" y="2033"/>
                    <a:pt x="1814" y="1813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1" name="Google Shape;3169;p80">
              <a:extLst>
                <a:ext uri="{FF2B5EF4-FFF2-40B4-BE49-F238E27FC236}">
                  <a16:creationId xmlns:a16="http://schemas.microsoft.com/office/drawing/2014/main" id="{B76604DA-76A1-EFBC-49B9-624EB43BAC5F}"/>
                </a:ext>
              </a:extLst>
            </p:cNvPr>
            <p:cNvSpPr/>
            <p:nvPr/>
          </p:nvSpPr>
          <p:spPr>
            <a:xfrm>
              <a:off x="1685550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2" name="Google Shape;3170;p80">
              <a:extLst>
                <a:ext uri="{FF2B5EF4-FFF2-40B4-BE49-F238E27FC236}">
                  <a16:creationId xmlns:a16="http://schemas.microsoft.com/office/drawing/2014/main" id="{6268EB6A-0192-3A67-87F0-3EC294333D33}"/>
                </a:ext>
              </a:extLst>
            </p:cNvPr>
            <p:cNvSpPr/>
            <p:nvPr/>
          </p:nvSpPr>
          <p:spPr>
            <a:xfrm>
              <a:off x="1685550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3" name="Google Shape;3171;p80">
              <a:extLst>
                <a:ext uri="{FF2B5EF4-FFF2-40B4-BE49-F238E27FC236}">
                  <a16:creationId xmlns:a16="http://schemas.microsoft.com/office/drawing/2014/main" id="{D1ECBB9B-F5C1-6DD9-0F59-2A4C79AAEB2B}"/>
                </a:ext>
              </a:extLst>
            </p:cNvPr>
            <p:cNvSpPr/>
            <p:nvPr/>
          </p:nvSpPr>
          <p:spPr>
            <a:xfrm>
              <a:off x="1685550" y="11143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4" name="Google Shape;3172;p80">
              <a:extLst>
                <a:ext uri="{FF2B5EF4-FFF2-40B4-BE49-F238E27FC236}">
                  <a16:creationId xmlns:a16="http://schemas.microsoft.com/office/drawing/2014/main" id="{705CDB81-3463-E5B5-93E9-E110476B6F36}"/>
                </a:ext>
              </a:extLst>
            </p:cNvPr>
            <p:cNvSpPr/>
            <p:nvPr/>
          </p:nvSpPr>
          <p:spPr>
            <a:xfrm>
              <a:off x="1609350" y="294242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66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5" name="Google Shape;3173;p80">
              <a:extLst>
                <a:ext uri="{FF2B5EF4-FFF2-40B4-BE49-F238E27FC236}">
                  <a16:creationId xmlns:a16="http://schemas.microsoft.com/office/drawing/2014/main" id="{40A25BFF-A158-89B7-01C0-39E180FC1568}"/>
                </a:ext>
              </a:extLst>
            </p:cNvPr>
            <p:cNvSpPr/>
            <p:nvPr/>
          </p:nvSpPr>
          <p:spPr>
            <a:xfrm>
              <a:off x="1609350" y="2866425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3" y="2131"/>
                    <a:pt x="1069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6" name="Google Shape;3174;p80">
              <a:extLst>
                <a:ext uri="{FF2B5EF4-FFF2-40B4-BE49-F238E27FC236}">
                  <a16:creationId xmlns:a16="http://schemas.microsoft.com/office/drawing/2014/main" id="{1341F802-BC73-5F01-C1C2-D250FCA51F4D}"/>
                </a:ext>
              </a:extLst>
            </p:cNvPr>
            <p:cNvSpPr/>
            <p:nvPr/>
          </p:nvSpPr>
          <p:spPr>
            <a:xfrm>
              <a:off x="1609350" y="2561575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88" y="1154"/>
                    <a:pt x="2016" y="0"/>
                    <a:pt x="106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7" name="Google Shape;3175;p80">
              <a:extLst>
                <a:ext uri="{FF2B5EF4-FFF2-40B4-BE49-F238E27FC236}">
                  <a16:creationId xmlns:a16="http://schemas.microsoft.com/office/drawing/2014/main" id="{0E78A06C-C34B-88D7-D393-357C74590CB7}"/>
                </a:ext>
              </a:extLst>
            </p:cNvPr>
            <p:cNvSpPr/>
            <p:nvPr/>
          </p:nvSpPr>
          <p:spPr>
            <a:xfrm>
              <a:off x="1609350" y="2485550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8"/>
                    <a:pt x="523" y="2131"/>
                    <a:pt x="1069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8" name="Google Shape;3176;p80">
              <a:extLst>
                <a:ext uri="{FF2B5EF4-FFF2-40B4-BE49-F238E27FC236}">
                  <a16:creationId xmlns:a16="http://schemas.microsoft.com/office/drawing/2014/main" id="{FF97993D-FCB5-FAF3-F236-6270884B8890}"/>
                </a:ext>
              </a:extLst>
            </p:cNvPr>
            <p:cNvSpPr/>
            <p:nvPr/>
          </p:nvSpPr>
          <p:spPr>
            <a:xfrm>
              <a:off x="1609350" y="24093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9" name="Google Shape;3177;p80">
              <a:extLst>
                <a:ext uri="{FF2B5EF4-FFF2-40B4-BE49-F238E27FC236}">
                  <a16:creationId xmlns:a16="http://schemas.microsoft.com/office/drawing/2014/main" id="{9EC557C8-7CA3-BFFF-8BBC-C38AC6C18BE5}"/>
                </a:ext>
              </a:extLst>
            </p:cNvPr>
            <p:cNvSpPr/>
            <p:nvPr/>
          </p:nvSpPr>
          <p:spPr>
            <a:xfrm>
              <a:off x="1609350" y="233312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0" name="Google Shape;3178;p80">
              <a:extLst>
                <a:ext uri="{FF2B5EF4-FFF2-40B4-BE49-F238E27FC236}">
                  <a16:creationId xmlns:a16="http://schemas.microsoft.com/office/drawing/2014/main" id="{A6CE7536-2946-02EE-2FE9-7BA420094E54}"/>
                </a:ext>
              </a:extLst>
            </p:cNvPr>
            <p:cNvSpPr/>
            <p:nvPr/>
          </p:nvSpPr>
          <p:spPr>
            <a:xfrm>
              <a:off x="1609350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5" y="0"/>
                  </a:moveTo>
                  <a:cubicBezTo>
                    <a:pt x="1072" y="0"/>
                    <a:pt x="1069" y="0"/>
                    <a:pt x="1065" y="0"/>
                  </a:cubicBez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78" y="2137"/>
                  </a:cubicBezTo>
                  <a:cubicBezTo>
                    <a:pt x="1340" y="2137"/>
                    <a:pt x="1606" y="2039"/>
                    <a:pt x="1821" y="1821"/>
                  </a:cubicBezTo>
                  <a:cubicBezTo>
                    <a:pt x="2494" y="1149"/>
                    <a:pt x="2020" y="0"/>
                    <a:pt x="107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1" name="Google Shape;3179;p80">
              <a:extLst>
                <a:ext uri="{FF2B5EF4-FFF2-40B4-BE49-F238E27FC236}">
                  <a16:creationId xmlns:a16="http://schemas.microsoft.com/office/drawing/2014/main" id="{55AC18AA-891B-C780-673C-995692BC27D1}"/>
                </a:ext>
              </a:extLst>
            </p:cNvPr>
            <p:cNvSpPr/>
            <p:nvPr/>
          </p:nvSpPr>
          <p:spPr>
            <a:xfrm>
              <a:off x="1609350" y="21807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2" name="Google Shape;3180;p80">
              <a:extLst>
                <a:ext uri="{FF2B5EF4-FFF2-40B4-BE49-F238E27FC236}">
                  <a16:creationId xmlns:a16="http://schemas.microsoft.com/office/drawing/2014/main" id="{B2C617DD-4C05-4153-8376-CBD4464A89F4}"/>
                </a:ext>
              </a:extLst>
            </p:cNvPr>
            <p:cNvSpPr/>
            <p:nvPr/>
          </p:nvSpPr>
          <p:spPr>
            <a:xfrm>
              <a:off x="1609350" y="21045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3" name="Google Shape;3181;p80">
              <a:extLst>
                <a:ext uri="{FF2B5EF4-FFF2-40B4-BE49-F238E27FC236}">
                  <a16:creationId xmlns:a16="http://schemas.microsoft.com/office/drawing/2014/main" id="{D1F186B3-1F12-9E9B-5719-18E5D48DFFAD}"/>
                </a:ext>
              </a:extLst>
            </p:cNvPr>
            <p:cNvSpPr/>
            <p:nvPr/>
          </p:nvSpPr>
          <p:spPr>
            <a:xfrm>
              <a:off x="1609350" y="20282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4" name="Google Shape;3182;p80">
              <a:extLst>
                <a:ext uri="{FF2B5EF4-FFF2-40B4-BE49-F238E27FC236}">
                  <a16:creationId xmlns:a16="http://schemas.microsoft.com/office/drawing/2014/main" id="{53F16998-EF48-0E58-EC33-6DF3FE09DAFF}"/>
                </a:ext>
              </a:extLst>
            </p:cNvPr>
            <p:cNvSpPr/>
            <p:nvPr/>
          </p:nvSpPr>
          <p:spPr>
            <a:xfrm>
              <a:off x="1609350" y="19520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5" name="Google Shape;3183;p80">
              <a:extLst>
                <a:ext uri="{FF2B5EF4-FFF2-40B4-BE49-F238E27FC236}">
                  <a16:creationId xmlns:a16="http://schemas.microsoft.com/office/drawing/2014/main" id="{428C2300-AA24-E80F-528D-6197401630F4}"/>
                </a:ext>
              </a:extLst>
            </p:cNvPr>
            <p:cNvSpPr/>
            <p:nvPr/>
          </p:nvSpPr>
          <p:spPr>
            <a:xfrm>
              <a:off x="1609350" y="1876050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7"/>
                    <a:pt x="523" y="2131"/>
                    <a:pt x="1069" y="2131"/>
                  </a:cubicBezTo>
                  <a:cubicBezTo>
                    <a:pt x="1333" y="2131"/>
                    <a:pt x="1602" y="2033"/>
                    <a:pt x="1821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6" name="Google Shape;3184;p80">
              <a:extLst>
                <a:ext uri="{FF2B5EF4-FFF2-40B4-BE49-F238E27FC236}">
                  <a16:creationId xmlns:a16="http://schemas.microsoft.com/office/drawing/2014/main" id="{E4275A31-289C-5F07-7D34-E7F728004EBB}"/>
                </a:ext>
              </a:extLst>
            </p:cNvPr>
            <p:cNvSpPr/>
            <p:nvPr/>
          </p:nvSpPr>
          <p:spPr>
            <a:xfrm>
              <a:off x="1609350" y="17236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7" name="Google Shape;3185;p80">
              <a:extLst>
                <a:ext uri="{FF2B5EF4-FFF2-40B4-BE49-F238E27FC236}">
                  <a16:creationId xmlns:a16="http://schemas.microsoft.com/office/drawing/2014/main" id="{BC432EF4-F6E6-CDFE-0FEA-1BB93288DFCD}"/>
                </a:ext>
              </a:extLst>
            </p:cNvPr>
            <p:cNvSpPr/>
            <p:nvPr/>
          </p:nvSpPr>
          <p:spPr>
            <a:xfrm>
              <a:off x="1609350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66"/>
                  </a:cubicBezTo>
                  <a:cubicBezTo>
                    <a:pt x="0" y="1710"/>
                    <a:pt x="526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8" name="Google Shape;3186;p80">
              <a:extLst>
                <a:ext uri="{FF2B5EF4-FFF2-40B4-BE49-F238E27FC236}">
                  <a16:creationId xmlns:a16="http://schemas.microsoft.com/office/drawing/2014/main" id="{3924C275-41AD-1E37-EAEF-765CF3345823}"/>
                </a:ext>
              </a:extLst>
            </p:cNvPr>
            <p:cNvSpPr/>
            <p:nvPr/>
          </p:nvSpPr>
          <p:spPr>
            <a:xfrm>
              <a:off x="1609350" y="1571400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9" name="Google Shape;3187;p80">
              <a:extLst>
                <a:ext uri="{FF2B5EF4-FFF2-40B4-BE49-F238E27FC236}">
                  <a16:creationId xmlns:a16="http://schemas.microsoft.com/office/drawing/2014/main" id="{E0DD8283-5081-ED18-6126-4AFF0951FC6C}"/>
                </a:ext>
              </a:extLst>
            </p:cNvPr>
            <p:cNvSpPr/>
            <p:nvPr/>
          </p:nvSpPr>
          <p:spPr>
            <a:xfrm>
              <a:off x="1609350" y="14952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0" name="Google Shape;3188;p80">
              <a:extLst>
                <a:ext uri="{FF2B5EF4-FFF2-40B4-BE49-F238E27FC236}">
                  <a16:creationId xmlns:a16="http://schemas.microsoft.com/office/drawing/2014/main" id="{063061B3-10F0-1340-9000-104893E1B00F}"/>
                </a:ext>
              </a:extLst>
            </p:cNvPr>
            <p:cNvSpPr/>
            <p:nvPr/>
          </p:nvSpPr>
          <p:spPr>
            <a:xfrm>
              <a:off x="1609350" y="12665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0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1"/>
                  </a:cubicBezTo>
                  <a:cubicBezTo>
                    <a:pt x="2488" y="1155"/>
                    <a:pt x="2016" y="0"/>
                    <a:pt x="106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1" name="Google Shape;3189;p80">
              <a:extLst>
                <a:ext uri="{FF2B5EF4-FFF2-40B4-BE49-F238E27FC236}">
                  <a16:creationId xmlns:a16="http://schemas.microsoft.com/office/drawing/2014/main" id="{07029EC8-1661-E43E-46CF-80657FA97A78}"/>
                </a:ext>
              </a:extLst>
            </p:cNvPr>
            <p:cNvSpPr/>
            <p:nvPr/>
          </p:nvSpPr>
          <p:spPr>
            <a:xfrm>
              <a:off x="1609350" y="11143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2" name="Google Shape;3190;p80">
              <a:extLst>
                <a:ext uri="{FF2B5EF4-FFF2-40B4-BE49-F238E27FC236}">
                  <a16:creationId xmlns:a16="http://schemas.microsoft.com/office/drawing/2014/main" id="{FBD3E525-86B3-ECB1-40C2-CDDCCD4A08EE}"/>
                </a:ext>
              </a:extLst>
            </p:cNvPr>
            <p:cNvSpPr/>
            <p:nvPr/>
          </p:nvSpPr>
          <p:spPr>
            <a:xfrm>
              <a:off x="1533125" y="29424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0" y="9"/>
                    <a:pt x="1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3" name="Google Shape;3191;p80">
              <a:extLst>
                <a:ext uri="{FF2B5EF4-FFF2-40B4-BE49-F238E27FC236}">
                  <a16:creationId xmlns:a16="http://schemas.microsoft.com/office/drawing/2014/main" id="{2DA9D0F0-147A-BEC7-895F-813D13E0C0AC}"/>
                </a:ext>
              </a:extLst>
            </p:cNvPr>
            <p:cNvSpPr/>
            <p:nvPr/>
          </p:nvSpPr>
          <p:spPr>
            <a:xfrm>
              <a:off x="1533125" y="286642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6" y="0"/>
                  </a:moveTo>
                  <a:cubicBezTo>
                    <a:pt x="480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2" y="2032"/>
                    <a:pt x="1822" y="1813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4" name="Google Shape;3192;p80">
              <a:extLst>
                <a:ext uri="{FF2B5EF4-FFF2-40B4-BE49-F238E27FC236}">
                  <a16:creationId xmlns:a16="http://schemas.microsoft.com/office/drawing/2014/main" id="{A4CC94FF-CDBB-1436-50F1-34E71E309BBC}"/>
                </a:ext>
              </a:extLst>
            </p:cNvPr>
            <p:cNvSpPr/>
            <p:nvPr/>
          </p:nvSpPr>
          <p:spPr>
            <a:xfrm>
              <a:off x="1533125" y="25615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6" y="0"/>
                  </a:moveTo>
                  <a:cubicBezTo>
                    <a:pt x="480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3" y="2137"/>
                  </a:cubicBezTo>
                  <a:cubicBezTo>
                    <a:pt x="1336" y="2137"/>
                    <a:pt x="1603" y="2039"/>
                    <a:pt x="1822" y="1821"/>
                  </a:cubicBezTo>
                  <a:cubicBezTo>
                    <a:pt x="2497" y="1154"/>
                    <a:pt x="2017" y="0"/>
                    <a:pt x="106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5" name="Google Shape;3193;p80">
              <a:extLst>
                <a:ext uri="{FF2B5EF4-FFF2-40B4-BE49-F238E27FC236}">
                  <a16:creationId xmlns:a16="http://schemas.microsoft.com/office/drawing/2014/main" id="{3F3D906E-B3AC-F818-3390-AC8FE316561B}"/>
                </a:ext>
              </a:extLst>
            </p:cNvPr>
            <p:cNvSpPr/>
            <p:nvPr/>
          </p:nvSpPr>
          <p:spPr>
            <a:xfrm>
              <a:off x="1533125" y="2485550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8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2" y="1814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6" name="Google Shape;3194;p80">
              <a:extLst>
                <a:ext uri="{FF2B5EF4-FFF2-40B4-BE49-F238E27FC236}">
                  <a16:creationId xmlns:a16="http://schemas.microsoft.com/office/drawing/2014/main" id="{EE1C0301-916A-ECAC-DD97-C0584A5A1B83}"/>
                </a:ext>
              </a:extLst>
            </p:cNvPr>
            <p:cNvSpPr/>
            <p:nvPr/>
          </p:nvSpPr>
          <p:spPr>
            <a:xfrm>
              <a:off x="1533125" y="24093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7" name="Google Shape;3195;p80">
              <a:extLst>
                <a:ext uri="{FF2B5EF4-FFF2-40B4-BE49-F238E27FC236}">
                  <a16:creationId xmlns:a16="http://schemas.microsoft.com/office/drawing/2014/main" id="{13EE1DD8-C953-6410-B790-55F8D0F310B8}"/>
                </a:ext>
              </a:extLst>
            </p:cNvPr>
            <p:cNvSpPr/>
            <p:nvPr/>
          </p:nvSpPr>
          <p:spPr>
            <a:xfrm>
              <a:off x="1533125" y="23331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8" name="Google Shape;3196;p80">
              <a:extLst>
                <a:ext uri="{FF2B5EF4-FFF2-40B4-BE49-F238E27FC236}">
                  <a16:creationId xmlns:a16="http://schemas.microsoft.com/office/drawing/2014/main" id="{87AE16B5-45F5-945D-A75C-D0E4B3DBA993}"/>
                </a:ext>
              </a:extLst>
            </p:cNvPr>
            <p:cNvSpPr/>
            <p:nvPr/>
          </p:nvSpPr>
          <p:spPr>
            <a:xfrm>
              <a:off x="1533125" y="2256925"/>
              <a:ext cx="62575" cy="53425"/>
            </a:xfrm>
            <a:custGeom>
              <a:avLst/>
              <a:gdLst/>
              <a:ahLst/>
              <a:cxnLst/>
              <a:rect l="l" t="t" r="r" b="b"/>
              <a:pathLst>
                <a:path w="2503" h="2137" extrusionOk="0">
                  <a:moveTo>
                    <a:pt x="1076" y="0"/>
                  </a:moveTo>
                  <a:cubicBezTo>
                    <a:pt x="1073" y="0"/>
                    <a:pt x="1069" y="0"/>
                    <a:pt x="1066" y="0"/>
                  </a:cubicBez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30" y="2137"/>
                    <a:pt x="1081" y="2137"/>
                  </a:cubicBezTo>
                  <a:cubicBezTo>
                    <a:pt x="1344" y="2137"/>
                    <a:pt x="1612" y="2039"/>
                    <a:pt x="1830" y="1821"/>
                  </a:cubicBezTo>
                  <a:cubicBezTo>
                    <a:pt x="2502" y="1149"/>
                    <a:pt x="2028" y="0"/>
                    <a:pt x="107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9" name="Google Shape;3197;p80">
              <a:extLst>
                <a:ext uri="{FF2B5EF4-FFF2-40B4-BE49-F238E27FC236}">
                  <a16:creationId xmlns:a16="http://schemas.microsoft.com/office/drawing/2014/main" id="{E15643DE-06A4-9723-C9DE-A17E75B7549F}"/>
                </a:ext>
              </a:extLst>
            </p:cNvPr>
            <p:cNvSpPr/>
            <p:nvPr/>
          </p:nvSpPr>
          <p:spPr>
            <a:xfrm>
              <a:off x="1533125" y="21807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0" name="Google Shape;3198;p80">
              <a:extLst>
                <a:ext uri="{FF2B5EF4-FFF2-40B4-BE49-F238E27FC236}">
                  <a16:creationId xmlns:a16="http://schemas.microsoft.com/office/drawing/2014/main" id="{9D04F6D1-5AE8-0DA9-E1D8-38CCA55D4F0A}"/>
                </a:ext>
              </a:extLst>
            </p:cNvPr>
            <p:cNvSpPr/>
            <p:nvPr/>
          </p:nvSpPr>
          <p:spPr>
            <a:xfrm>
              <a:off x="1533125" y="21045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1" name="Google Shape;3199;p80">
              <a:extLst>
                <a:ext uri="{FF2B5EF4-FFF2-40B4-BE49-F238E27FC236}">
                  <a16:creationId xmlns:a16="http://schemas.microsoft.com/office/drawing/2014/main" id="{95C3BCA5-D367-0019-4F02-87E9794D826D}"/>
                </a:ext>
              </a:extLst>
            </p:cNvPr>
            <p:cNvSpPr/>
            <p:nvPr/>
          </p:nvSpPr>
          <p:spPr>
            <a:xfrm>
              <a:off x="1533125" y="20282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1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2" name="Google Shape;3200;p80">
              <a:extLst>
                <a:ext uri="{FF2B5EF4-FFF2-40B4-BE49-F238E27FC236}">
                  <a16:creationId xmlns:a16="http://schemas.microsoft.com/office/drawing/2014/main" id="{44D2F5E8-B140-A26F-95B3-BE7B79471FD5}"/>
                </a:ext>
              </a:extLst>
            </p:cNvPr>
            <p:cNvSpPr/>
            <p:nvPr/>
          </p:nvSpPr>
          <p:spPr>
            <a:xfrm>
              <a:off x="1533125" y="19520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0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3" y="2138"/>
                  </a:cubicBezTo>
                  <a:cubicBezTo>
                    <a:pt x="1336" y="2138"/>
                    <a:pt x="1603" y="2040"/>
                    <a:pt x="1822" y="1822"/>
                  </a:cubicBezTo>
                  <a:cubicBezTo>
                    <a:pt x="2497" y="1155"/>
                    <a:pt x="2017" y="1"/>
                    <a:pt x="106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3" name="Google Shape;3201;p80">
              <a:extLst>
                <a:ext uri="{FF2B5EF4-FFF2-40B4-BE49-F238E27FC236}">
                  <a16:creationId xmlns:a16="http://schemas.microsoft.com/office/drawing/2014/main" id="{CF01EBE2-E9CE-7B00-3214-4ED42F23FFC3}"/>
                </a:ext>
              </a:extLst>
            </p:cNvPr>
            <p:cNvSpPr/>
            <p:nvPr/>
          </p:nvSpPr>
          <p:spPr>
            <a:xfrm>
              <a:off x="1533125" y="1876050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2" y="1813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4" name="Google Shape;3202;p80">
              <a:extLst>
                <a:ext uri="{FF2B5EF4-FFF2-40B4-BE49-F238E27FC236}">
                  <a16:creationId xmlns:a16="http://schemas.microsoft.com/office/drawing/2014/main" id="{6FB6E6B7-3220-156F-7B73-9FA02892C4E1}"/>
                </a:ext>
              </a:extLst>
            </p:cNvPr>
            <p:cNvSpPr/>
            <p:nvPr/>
          </p:nvSpPr>
          <p:spPr>
            <a:xfrm>
              <a:off x="1533125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5" name="Google Shape;3203;p80">
              <a:extLst>
                <a:ext uri="{FF2B5EF4-FFF2-40B4-BE49-F238E27FC236}">
                  <a16:creationId xmlns:a16="http://schemas.microsoft.com/office/drawing/2014/main" id="{312C06C2-F3EF-0497-49EE-F8712DF6D5B6}"/>
                </a:ext>
              </a:extLst>
            </p:cNvPr>
            <p:cNvSpPr/>
            <p:nvPr/>
          </p:nvSpPr>
          <p:spPr>
            <a:xfrm>
              <a:off x="1533125" y="17236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6" name="Google Shape;3204;p80">
              <a:extLst>
                <a:ext uri="{FF2B5EF4-FFF2-40B4-BE49-F238E27FC236}">
                  <a16:creationId xmlns:a16="http://schemas.microsoft.com/office/drawing/2014/main" id="{198DB7AC-226D-F2BC-BC85-B70D6B1DC639}"/>
                </a:ext>
              </a:extLst>
            </p:cNvPr>
            <p:cNvSpPr/>
            <p:nvPr/>
          </p:nvSpPr>
          <p:spPr>
            <a:xfrm>
              <a:off x="1533125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7" y="2138"/>
                    <a:pt x="1604" y="2040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7" name="Google Shape;3205;p80">
              <a:extLst>
                <a:ext uri="{FF2B5EF4-FFF2-40B4-BE49-F238E27FC236}">
                  <a16:creationId xmlns:a16="http://schemas.microsoft.com/office/drawing/2014/main" id="{2D003EBF-7AD0-9709-CA55-3D9A4BD5A6C8}"/>
                </a:ext>
              </a:extLst>
            </p:cNvPr>
            <p:cNvSpPr/>
            <p:nvPr/>
          </p:nvSpPr>
          <p:spPr>
            <a:xfrm>
              <a:off x="1533125" y="13427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7" y="2138"/>
                    <a:pt x="1604" y="2040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8" name="Google Shape;3206;p80">
              <a:extLst>
                <a:ext uri="{FF2B5EF4-FFF2-40B4-BE49-F238E27FC236}">
                  <a16:creationId xmlns:a16="http://schemas.microsoft.com/office/drawing/2014/main" id="{0ED59898-7152-04D6-F7C0-EED1D1C08F65}"/>
                </a:ext>
              </a:extLst>
            </p:cNvPr>
            <p:cNvSpPr/>
            <p:nvPr/>
          </p:nvSpPr>
          <p:spPr>
            <a:xfrm>
              <a:off x="1456925" y="286642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6" y="2131"/>
                    <a:pt x="1073" y="2131"/>
                  </a:cubicBezTo>
                  <a:cubicBezTo>
                    <a:pt x="1336" y="2131"/>
                    <a:pt x="1605" y="2032"/>
                    <a:pt x="1821" y="1813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9" name="Google Shape;3207;p80">
              <a:extLst>
                <a:ext uri="{FF2B5EF4-FFF2-40B4-BE49-F238E27FC236}">
                  <a16:creationId xmlns:a16="http://schemas.microsoft.com/office/drawing/2014/main" id="{2E752B56-EC3D-B99D-ACAB-3CDB7F749F41}"/>
                </a:ext>
              </a:extLst>
            </p:cNvPr>
            <p:cNvSpPr/>
            <p:nvPr/>
          </p:nvSpPr>
          <p:spPr>
            <a:xfrm>
              <a:off x="1456925" y="27902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8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0" name="Google Shape;3208;p80">
              <a:extLst>
                <a:ext uri="{FF2B5EF4-FFF2-40B4-BE49-F238E27FC236}">
                  <a16:creationId xmlns:a16="http://schemas.microsoft.com/office/drawing/2014/main" id="{91C0233A-BB9E-E095-3990-C8C6A5B4A7B4}"/>
                </a:ext>
              </a:extLst>
            </p:cNvPr>
            <p:cNvSpPr/>
            <p:nvPr/>
          </p:nvSpPr>
          <p:spPr>
            <a:xfrm>
              <a:off x="1456925" y="2714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1" name="Google Shape;3209;p80">
              <a:extLst>
                <a:ext uri="{FF2B5EF4-FFF2-40B4-BE49-F238E27FC236}">
                  <a16:creationId xmlns:a16="http://schemas.microsoft.com/office/drawing/2014/main" id="{E1628B29-8F47-9BEA-DA65-FA33A7418C68}"/>
                </a:ext>
              </a:extLst>
            </p:cNvPr>
            <p:cNvSpPr/>
            <p:nvPr/>
          </p:nvSpPr>
          <p:spPr>
            <a:xfrm>
              <a:off x="1456925" y="26377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2"/>
                    <a:pt x="528" y="2137"/>
                    <a:pt x="1077" y="2137"/>
                  </a:cubicBezTo>
                  <a:cubicBezTo>
                    <a:pt x="1339" y="2137"/>
                    <a:pt x="1606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2" name="Google Shape;3210;p80">
              <a:extLst>
                <a:ext uri="{FF2B5EF4-FFF2-40B4-BE49-F238E27FC236}">
                  <a16:creationId xmlns:a16="http://schemas.microsoft.com/office/drawing/2014/main" id="{5D643BE1-D144-A798-42F0-1C0363574231}"/>
                </a:ext>
              </a:extLst>
            </p:cNvPr>
            <p:cNvSpPr/>
            <p:nvPr/>
          </p:nvSpPr>
          <p:spPr>
            <a:xfrm>
              <a:off x="1456925" y="25615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8"/>
                    <a:pt x="8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96" y="1154"/>
                    <a:pt x="2016" y="0"/>
                    <a:pt x="106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3" name="Google Shape;3211;p80">
              <a:extLst>
                <a:ext uri="{FF2B5EF4-FFF2-40B4-BE49-F238E27FC236}">
                  <a16:creationId xmlns:a16="http://schemas.microsoft.com/office/drawing/2014/main" id="{4B9CF1E5-E8E3-C87A-D186-A9C20A03CAC6}"/>
                </a:ext>
              </a:extLst>
            </p:cNvPr>
            <p:cNvSpPr/>
            <p:nvPr/>
          </p:nvSpPr>
          <p:spPr>
            <a:xfrm>
              <a:off x="1456925" y="2485550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8"/>
                    <a:pt x="526" y="2131"/>
                    <a:pt x="1073" y="2131"/>
                  </a:cubicBezTo>
                  <a:cubicBezTo>
                    <a:pt x="1336" y="2131"/>
                    <a:pt x="1605" y="2033"/>
                    <a:pt x="1821" y="1814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4" name="Google Shape;3212;p80">
              <a:extLst>
                <a:ext uri="{FF2B5EF4-FFF2-40B4-BE49-F238E27FC236}">
                  <a16:creationId xmlns:a16="http://schemas.microsoft.com/office/drawing/2014/main" id="{007D9795-2D16-5CE5-00D1-FA6E0C52A546}"/>
                </a:ext>
              </a:extLst>
            </p:cNvPr>
            <p:cNvSpPr/>
            <p:nvPr/>
          </p:nvSpPr>
          <p:spPr>
            <a:xfrm>
              <a:off x="1456925" y="24093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0"/>
                  </a:moveTo>
                  <a:cubicBezTo>
                    <a:pt x="480" y="0"/>
                    <a:pt x="8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5" name="Google Shape;3213;p80">
              <a:extLst>
                <a:ext uri="{FF2B5EF4-FFF2-40B4-BE49-F238E27FC236}">
                  <a16:creationId xmlns:a16="http://schemas.microsoft.com/office/drawing/2014/main" id="{251E1175-DE59-7A34-05AF-4DB7E19BD42B}"/>
                </a:ext>
              </a:extLst>
            </p:cNvPr>
            <p:cNvSpPr/>
            <p:nvPr/>
          </p:nvSpPr>
          <p:spPr>
            <a:xfrm>
              <a:off x="1456925" y="23331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6" name="Google Shape;3214;p80">
              <a:extLst>
                <a:ext uri="{FF2B5EF4-FFF2-40B4-BE49-F238E27FC236}">
                  <a16:creationId xmlns:a16="http://schemas.microsoft.com/office/drawing/2014/main" id="{B24C4BD3-97E3-F0B0-D17B-52A86286A22B}"/>
                </a:ext>
              </a:extLst>
            </p:cNvPr>
            <p:cNvSpPr/>
            <p:nvPr/>
          </p:nvSpPr>
          <p:spPr>
            <a:xfrm>
              <a:off x="1456925" y="2256925"/>
              <a:ext cx="62550" cy="53425"/>
            </a:xfrm>
            <a:custGeom>
              <a:avLst/>
              <a:gdLst/>
              <a:ahLst/>
              <a:cxnLst/>
              <a:rect l="l" t="t" r="r" b="b"/>
              <a:pathLst>
                <a:path w="2502" h="2137" extrusionOk="0">
                  <a:moveTo>
                    <a:pt x="1075" y="0"/>
                  </a:moveTo>
                  <a:cubicBezTo>
                    <a:pt x="1072" y="0"/>
                    <a:pt x="1069" y="0"/>
                    <a:pt x="1065" y="0"/>
                  </a:cubicBez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80" y="2137"/>
                  </a:cubicBezTo>
                  <a:cubicBezTo>
                    <a:pt x="1343" y="2137"/>
                    <a:pt x="1611" y="2039"/>
                    <a:pt x="1829" y="1821"/>
                  </a:cubicBezTo>
                  <a:cubicBezTo>
                    <a:pt x="2502" y="1149"/>
                    <a:pt x="2028" y="0"/>
                    <a:pt x="107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7" name="Google Shape;3215;p80">
              <a:extLst>
                <a:ext uri="{FF2B5EF4-FFF2-40B4-BE49-F238E27FC236}">
                  <a16:creationId xmlns:a16="http://schemas.microsoft.com/office/drawing/2014/main" id="{F99131E0-AE69-BDF5-9625-BBF136DB4247}"/>
                </a:ext>
              </a:extLst>
            </p:cNvPr>
            <p:cNvSpPr/>
            <p:nvPr/>
          </p:nvSpPr>
          <p:spPr>
            <a:xfrm>
              <a:off x="1456925" y="21807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8" y="480"/>
                    <a:pt x="0" y="1066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8" name="Google Shape;3216;p80">
              <a:extLst>
                <a:ext uri="{FF2B5EF4-FFF2-40B4-BE49-F238E27FC236}">
                  <a16:creationId xmlns:a16="http://schemas.microsoft.com/office/drawing/2014/main" id="{D6FF81A1-4519-439E-CCE9-585FBAC205CA}"/>
                </a:ext>
              </a:extLst>
            </p:cNvPr>
            <p:cNvSpPr/>
            <p:nvPr/>
          </p:nvSpPr>
          <p:spPr>
            <a:xfrm>
              <a:off x="1456925" y="21045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9" name="Google Shape;3217;p80">
              <a:extLst>
                <a:ext uri="{FF2B5EF4-FFF2-40B4-BE49-F238E27FC236}">
                  <a16:creationId xmlns:a16="http://schemas.microsoft.com/office/drawing/2014/main" id="{9FA59572-97DE-B297-64B9-4983A2E54157}"/>
                </a:ext>
              </a:extLst>
            </p:cNvPr>
            <p:cNvSpPr/>
            <p:nvPr/>
          </p:nvSpPr>
          <p:spPr>
            <a:xfrm>
              <a:off x="1456925" y="20282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8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0" name="Google Shape;3218;p80">
              <a:extLst>
                <a:ext uri="{FF2B5EF4-FFF2-40B4-BE49-F238E27FC236}">
                  <a16:creationId xmlns:a16="http://schemas.microsoft.com/office/drawing/2014/main" id="{238BEC90-2F8B-102F-8E04-704E28A2B531}"/>
                </a:ext>
              </a:extLst>
            </p:cNvPr>
            <p:cNvSpPr/>
            <p:nvPr/>
          </p:nvSpPr>
          <p:spPr>
            <a:xfrm>
              <a:off x="1456925" y="19520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8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96" y="1155"/>
                    <a:pt x="2016" y="1"/>
                    <a:pt x="106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1" name="Google Shape;3219;p80">
              <a:extLst>
                <a:ext uri="{FF2B5EF4-FFF2-40B4-BE49-F238E27FC236}">
                  <a16:creationId xmlns:a16="http://schemas.microsoft.com/office/drawing/2014/main" id="{DC4A5876-3AAB-BFD0-D4D4-FEA54BCB1FBE}"/>
                </a:ext>
              </a:extLst>
            </p:cNvPr>
            <p:cNvSpPr/>
            <p:nvPr/>
          </p:nvSpPr>
          <p:spPr>
            <a:xfrm>
              <a:off x="1456925" y="1876050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3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2" name="Google Shape;3220;p80">
              <a:extLst>
                <a:ext uri="{FF2B5EF4-FFF2-40B4-BE49-F238E27FC236}">
                  <a16:creationId xmlns:a16="http://schemas.microsoft.com/office/drawing/2014/main" id="{52112B48-EBD7-D825-DAE3-BD2D7E5904F4}"/>
                </a:ext>
              </a:extLst>
            </p:cNvPr>
            <p:cNvSpPr/>
            <p:nvPr/>
          </p:nvSpPr>
          <p:spPr>
            <a:xfrm>
              <a:off x="1456925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5" y="0"/>
                  </a:moveTo>
                  <a:cubicBezTo>
                    <a:pt x="480" y="0"/>
                    <a:pt x="8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3" name="Google Shape;3221;p80">
              <a:extLst>
                <a:ext uri="{FF2B5EF4-FFF2-40B4-BE49-F238E27FC236}">
                  <a16:creationId xmlns:a16="http://schemas.microsoft.com/office/drawing/2014/main" id="{F7E62C2C-03F2-1CDD-5716-91C306FFAF2E}"/>
                </a:ext>
              </a:extLst>
            </p:cNvPr>
            <p:cNvSpPr/>
            <p:nvPr/>
          </p:nvSpPr>
          <p:spPr>
            <a:xfrm>
              <a:off x="1456925" y="17236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4" name="Google Shape;3222;p80">
              <a:extLst>
                <a:ext uri="{FF2B5EF4-FFF2-40B4-BE49-F238E27FC236}">
                  <a16:creationId xmlns:a16="http://schemas.microsoft.com/office/drawing/2014/main" id="{C4932E0C-8AD0-4151-6044-C715DDC3AE48}"/>
                </a:ext>
              </a:extLst>
            </p:cNvPr>
            <p:cNvSpPr/>
            <p:nvPr/>
          </p:nvSpPr>
          <p:spPr>
            <a:xfrm>
              <a:off x="1456925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8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5" name="Google Shape;3223;p80">
              <a:extLst>
                <a:ext uri="{FF2B5EF4-FFF2-40B4-BE49-F238E27FC236}">
                  <a16:creationId xmlns:a16="http://schemas.microsoft.com/office/drawing/2014/main" id="{BBBACBFA-D66D-B4F5-B2AA-69886A75626B}"/>
                </a:ext>
              </a:extLst>
            </p:cNvPr>
            <p:cNvSpPr/>
            <p:nvPr/>
          </p:nvSpPr>
          <p:spPr>
            <a:xfrm>
              <a:off x="1456925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65" y="1"/>
                  </a:moveTo>
                  <a:cubicBezTo>
                    <a:pt x="480" y="1"/>
                    <a:pt x="8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6" name="Google Shape;3224;p80">
              <a:extLst>
                <a:ext uri="{FF2B5EF4-FFF2-40B4-BE49-F238E27FC236}">
                  <a16:creationId xmlns:a16="http://schemas.microsoft.com/office/drawing/2014/main" id="{FC989B08-C2E2-A147-A0A1-D628FE2CD695}"/>
                </a:ext>
              </a:extLst>
            </p:cNvPr>
            <p:cNvSpPr/>
            <p:nvPr/>
          </p:nvSpPr>
          <p:spPr>
            <a:xfrm>
              <a:off x="1456925" y="12665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0"/>
                  </a:moveTo>
                  <a:cubicBezTo>
                    <a:pt x="480" y="9"/>
                    <a:pt x="8" y="480"/>
                    <a:pt x="0" y="1074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1"/>
                  </a:cubicBezTo>
                  <a:cubicBezTo>
                    <a:pt x="2496" y="1155"/>
                    <a:pt x="2016" y="0"/>
                    <a:pt x="106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7" name="Google Shape;3225;p80">
              <a:extLst>
                <a:ext uri="{FF2B5EF4-FFF2-40B4-BE49-F238E27FC236}">
                  <a16:creationId xmlns:a16="http://schemas.microsoft.com/office/drawing/2014/main" id="{7A14F49D-C608-FE85-1221-B5317FD0D5E3}"/>
                </a:ext>
              </a:extLst>
            </p:cNvPr>
            <p:cNvSpPr/>
            <p:nvPr/>
          </p:nvSpPr>
          <p:spPr>
            <a:xfrm>
              <a:off x="1380900" y="27902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8" name="Google Shape;3226;p80">
              <a:extLst>
                <a:ext uri="{FF2B5EF4-FFF2-40B4-BE49-F238E27FC236}">
                  <a16:creationId xmlns:a16="http://schemas.microsoft.com/office/drawing/2014/main" id="{691B511C-D74F-5908-0AB3-A9FB42BA27B8}"/>
                </a:ext>
              </a:extLst>
            </p:cNvPr>
            <p:cNvSpPr/>
            <p:nvPr/>
          </p:nvSpPr>
          <p:spPr>
            <a:xfrm>
              <a:off x="1380900" y="2714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9" name="Google Shape;3227;p80">
              <a:extLst>
                <a:ext uri="{FF2B5EF4-FFF2-40B4-BE49-F238E27FC236}">
                  <a16:creationId xmlns:a16="http://schemas.microsoft.com/office/drawing/2014/main" id="{F9219E13-784C-BB45-A9BC-E77B46F7375E}"/>
                </a:ext>
              </a:extLst>
            </p:cNvPr>
            <p:cNvSpPr/>
            <p:nvPr/>
          </p:nvSpPr>
          <p:spPr>
            <a:xfrm>
              <a:off x="1380900" y="26377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0"/>
                    <a:pt x="1" y="1074"/>
                  </a:cubicBezTo>
                  <a:cubicBezTo>
                    <a:pt x="1" y="1712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0" name="Google Shape;3228;p80">
              <a:extLst>
                <a:ext uri="{FF2B5EF4-FFF2-40B4-BE49-F238E27FC236}">
                  <a16:creationId xmlns:a16="http://schemas.microsoft.com/office/drawing/2014/main" id="{E29C2FD1-8C8B-DAAF-3F6F-74BC6A0F4816}"/>
                </a:ext>
              </a:extLst>
            </p:cNvPr>
            <p:cNvSpPr/>
            <p:nvPr/>
          </p:nvSpPr>
          <p:spPr>
            <a:xfrm>
              <a:off x="1380900" y="2561575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72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1" y="2137"/>
                  </a:cubicBezTo>
                  <a:cubicBezTo>
                    <a:pt x="1332" y="2137"/>
                    <a:pt x="1598" y="2039"/>
                    <a:pt x="1814" y="1821"/>
                  </a:cubicBezTo>
                  <a:cubicBezTo>
                    <a:pt x="2488" y="1154"/>
                    <a:pt x="2009" y="0"/>
                    <a:pt x="106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1" name="Google Shape;3229;p80">
              <a:extLst>
                <a:ext uri="{FF2B5EF4-FFF2-40B4-BE49-F238E27FC236}">
                  <a16:creationId xmlns:a16="http://schemas.microsoft.com/office/drawing/2014/main" id="{5EEF6929-6431-BE2E-35C4-8A16060AB412}"/>
                </a:ext>
              </a:extLst>
            </p:cNvPr>
            <p:cNvSpPr/>
            <p:nvPr/>
          </p:nvSpPr>
          <p:spPr>
            <a:xfrm>
              <a:off x="1380900" y="24855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8"/>
                    <a:pt x="523" y="2131"/>
                    <a:pt x="1067" y="2131"/>
                  </a:cubicBezTo>
                  <a:cubicBezTo>
                    <a:pt x="1330" y="2131"/>
                    <a:pt x="1597" y="2033"/>
                    <a:pt x="1814" y="1814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2" name="Google Shape;3230;p80">
              <a:extLst>
                <a:ext uri="{FF2B5EF4-FFF2-40B4-BE49-F238E27FC236}">
                  <a16:creationId xmlns:a16="http://schemas.microsoft.com/office/drawing/2014/main" id="{69B2D81F-C8B5-D27D-E891-613D5D9FCE1A}"/>
                </a:ext>
              </a:extLst>
            </p:cNvPr>
            <p:cNvSpPr/>
            <p:nvPr/>
          </p:nvSpPr>
          <p:spPr>
            <a:xfrm>
              <a:off x="1380900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3" name="Google Shape;3231;p80">
              <a:extLst>
                <a:ext uri="{FF2B5EF4-FFF2-40B4-BE49-F238E27FC236}">
                  <a16:creationId xmlns:a16="http://schemas.microsoft.com/office/drawing/2014/main" id="{974B9498-5B2B-15B5-A321-9F80345803E3}"/>
                </a:ext>
              </a:extLst>
            </p:cNvPr>
            <p:cNvSpPr/>
            <p:nvPr/>
          </p:nvSpPr>
          <p:spPr>
            <a:xfrm>
              <a:off x="1380900" y="23331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4" name="Google Shape;3232;p80">
              <a:extLst>
                <a:ext uri="{FF2B5EF4-FFF2-40B4-BE49-F238E27FC236}">
                  <a16:creationId xmlns:a16="http://schemas.microsoft.com/office/drawing/2014/main" id="{6C4E35FE-1970-8A96-EA29-C6F36F765A38}"/>
                </a:ext>
              </a:extLst>
            </p:cNvPr>
            <p:cNvSpPr/>
            <p:nvPr/>
          </p:nvSpPr>
          <p:spPr>
            <a:xfrm>
              <a:off x="1380900" y="2256925"/>
              <a:ext cx="62375" cy="53425"/>
            </a:xfrm>
            <a:custGeom>
              <a:avLst/>
              <a:gdLst/>
              <a:ahLst/>
              <a:cxnLst/>
              <a:rect l="l" t="t" r="r" b="b"/>
              <a:pathLst>
                <a:path w="2495" h="2137" extrusionOk="0">
                  <a:moveTo>
                    <a:pt x="1076" y="0"/>
                  </a:moveTo>
                  <a:cubicBezTo>
                    <a:pt x="1072" y="0"/>
                    <a:pt x="1069" y="0"/>
                    <a:pt x="1066" y="0"/>
                  </a:cubicBez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39"/>
                    <a:pt x="1822" y="1821"/>
                  </a:cubicBezTo>
                  <a:cubicBezTo>
                    <a:pt x="2494" y="1149"/>
                    <a:pt x="2020" y="0"/>
                    <a:pt x="107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5" name="Google Shape;3233;p80">
              <a:extLst>
                <a:ext uri="{FF2B5EF4-FFF2-40B4-BE49-F238E27FC236}">
                  <a16:creationId xmlns:a16="http://schemas.microsoft.com/office/drawing/2014/main" id="{B3895720-FFB8-D807-C797-DE02C0D10FE0}"/>
                </a:ext>
              </a:extLst>
            </p:cNvPr>
            <p:cNvSpPr/>
            <p:nvPr/>
          </p:nvSpPr>
          <p:spPr>
            <a:xfrm>
              <a:off x="1380900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6" name="Google Shape;3234;p80">
              <a:extLst>
                <a:ext uri="{FF2B5EF4-FFF2-40B4-BE49-F238E27FC236}">
                  <a16:creationId xmlns:a16="http://schemas.microsoft.com/office/drawing/2014/main" id="{7E417B2E-BB7B-080C-312D-5CE6CB2D2F9A}"/>
                </a:ext>
              </a:extLst>
            </p:cNvPr>
            <p:cNvSpPr/>
            <p:nvPr/>
          </p:nvSpPr>
          <p:spPr>
            <a:xfrm>
              <a:off x="1380900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7" name="Google Shape;3235;p80">
              <a:extLst>
                <a:ext uri="{FF2B5EF4-FFF2-40B4-BE49-F238E27FC236}">
                  <a16:creationId xmlns:a16="http://schemas.microsoft.com/office/drawing/2014/main" id="{5ABA8756-9D62-17AC-DA37-9EEFC3613BEB}"/>
                </a:ext>
              </a:extLst>
            </p:cNvPr>
            <p:cNvSpPr/>
            <p:nvPr/>
          </p:nvSpPr>
          <p:spPr>
            <a:xfrm>
              <a:off x="1380900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1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8" name="Google Shape;3236;p80">
              <a:extLst>
                <a:ext uri="{FF2B5EF4-FFF2-40B4-BE49-F238E27FC236}">
                  <a16:creationId xmlns:a16="http://schemas.microsoft.com/office/drawing/2014/main" id="{C67E5039-962D-5EC2-3B86-64F7071FB76D}"/>
                </a:ext>
              </a:extLst>
            </p:cNvPr>
            <p:cNvSpPr/>
            <p:nvPr/>
          </p:nvSpPr>
          <p:spPr>
            <a:xfrm>
              <a:off x="1380900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4" y="1822"/>
                  </a:cubicBezTo>
                  <a:cubicBezTo>
                    <a:pt x="2488" y="1155"/>
                    <a:pt x="2009" y="1"/>
                    <a:pt x="106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9" name="Google Shape;3237;p80">
              <a:extLst>
                <a:ext uri="{FF2B5EF4-FFF2-40B4-BE49-F238E27FC236}">
                  <a16:creationId xmlns:a16="http://schemas.microsoft.com/office/drawing/2014/main" id="{6D2B576F-AA1F-1C55-9EC9-00658168F211}"/>
                </a:ext>
              </a:extLst>
            </p:cNvPr>
            <p:cNvSpPr/>
            <p:nvPr/>
          </p:nvSpPr>
          <p:spPr>
            <a:xfrm>
              <a:off x="1380900" y="187605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7"/>
                    <a:pt x="523" y="2131"/>
                    <a:pt x="1067" y="2131"/>
                  </a:cubicBezTo>
                  <a:cubicBezTo>
                    <a:pt x="1330" y="2131"/>
                    <a:pt x="1597" y="2033"/>
                    <a:pt x="1814" y="1813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0" name="Google Shape;3238;p80">
              <a:extLst>
                <a:ext uri="{FF2B5EF4-FFF2-40B4-BE49-F238E27FC236}">
                  <a16:creationId xmlns:a16="http://schemas.microsoft.com/office/drawing/2014/main" id="{916231F9-787E-39A3-DC37-3E7156A87123}"/>
                </a:ext>
              </a:extLst>
            </p:cNvPr>
            <p:cNvSpPr/>
            <p:nvPr/>
          </p:nvSpPr>
          <p:spPr>
            <a:xfrm>
              <a:off x="1380900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1" name="Google Shape;3239;p80">
              <a:extLst>
                <a:ext uri="{FF2B5EF4-FFF2-40B4-BE49-F238E27FC236}">
                  <a16:creationId xmlns:a16="http://schemas.microsoft.com/office/drawing/2014/main" id="{7A939C13-A52B-AEDC-B57D-FAFD6B4705EE}"/>
                </a:ext>
              </a:extLst>
            </p:cNvPr>
            <p:cNvSpPr/>
            <p:nvPr/>
          </p:nvSpPr>
          <p:spPr>
            <a:xfrm>
              <a:off x="1380900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2" name="Google Shape;3240;p80">
              <a:extLst>
                <a:ext uri="{FF2B5EF4-FFF2-40B4-BE49-F238E27FC236}">
                  <a16:creationId xmlns:a16="http://schemas.microsoft.com/office/drawing/2014/main" id="{14E64984-BAAE-8B44-0474-5FAA2589C927}"/>
                </a:ext>
              </a:extLst>
            </p:cNvPr>
            <p:cNvSpPr/>
            <p:nvPr/>
          </p:nvSpPr>
          <p:spPr>
            <a:xfrm>
              <a:off x="1380900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3" name="Google Shape;3241;p80">
              <a:extLst>
                <a:ext uri="{FF2B5EF4-FFF2-40B4-BE49-F238E27FC236}">
                  <a16:creationId xmlns:a16="http://schemas.microsoft.com/office/drawing/2014/main" id="{B96818A3-DE01-AC2F-9673-BFEEDBBA5304}"/>
                </a:ext>
              </a:extLst>
            </p:cNvPr>
            <p:cNvSpPr/>
            <p:nvPr/>
          </p:nvSpPr>
          <p:spPr>
            <a:xfrm>
              <a:off x="1380900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4" y="1813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4" name="Google Shape;3242;p80">
              <a:extLst>
                <a:ext uri="{FF2B5EF4-FFF2-40B4-BE49-F238E27FC236}">
                  <a16:creationId xmlns:a16="http://schemas.microsoft.com/office/drawing/2014/main" id="{E633B865-1710-D641-0014-CA4FD5A6BB37}"/>
                </a:ext>
              </a:extLst>
            </p:cNvPr>
            <p:cNvSpPr/>
            <p:nvPr/>
          </p:nvSpPr>
          <p:spPr>
            <a:xfrm>
              <a:off x="1380900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5" name="Google Shape;3243;p80">
              <a:extLst>
                <a:ext uri="{FF2B5EF4-FFF2-40B4-BE49-F238E27FC236}">
                  <a16:creationId xmlns:a16="http://schemas.microsoft.com/office/drawing/2014/main" id="{9BAE2BE6-1BD9-8375-C257-6A1F589F600B}"/>
                </a:ext>
              </a:extLst>
            </p:cNvPr>
            <p:cNvSpPr/>
            <p:nvPr/>
          </p:nvSpPr>
          <p:spPr>
            <a:xfrm>
              <a:off x="1304700" y="2561575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88" y="1154"/>
                    <a:pt x="2016" y="0"/>
                    <a:pt x="106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6" name="Google Shape;3244;p80">
              <a:extLst>
                <a:ext uri="{FF2B5EF4-FFF2-40B4-BE49-F238E27FC236}">
                  <a16:creationId xmlns:a16="http://schemas.microsoft.com/office/drawing/2014/main" id="{9930C881-7705-7DBF-BEC3-BF3DD6C6427C}"/>
                </a:ext>
              </a:extLst>
            </p:cNvPr>
            <p:cNvSpPr/>
            <p:nvPr/>
          </p:nvSpPr>
          <p:spPr>
            <a:xfrm>
              <a:off x="1304700" y="2485550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8"/>
                    <a:pt x="523" y="2131"/>
                    <a:pt x="1069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7" name="Google Shape;3245;p80">
              <a:extLst>
                <a:ext uri="{FF2B5EF4-FFF2-40B4-BE49-F238E27FC236}">
                  <a16:creationId xmlns:a16="http://schemas.microsoft.com/office/drawing/2014/main" id="{7BAF9AB2-8D95-C93F-AC27-FBB6B23AC4AE}"/>
                </a:ext>
              </a:extLst>
            </p:cNvPr>
            <p:cNvSpPr/>
            <p:nvPr/>
          </p:nvSpPr>
          <p:spPr>
            <a:xfrm>
              <a:off x="1304700" y="24093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8" name="Google Shape;3246;p80">
              <a:extLst>
                <a:ext uri="{FF2B5EF4-FFF2-40B4-BE49-F238E27FC236}">
                  <a16:creationId xmlns:a16="http://schemas.microsoft.com/office/drawing/2014/main" id="{337B4F4F-5AE8-AA05-3FC8-8C824E3896CA}"/>
                </a:ext>
              </a:extLst>
            </p:cNvPr>
            <p:cNvSpPr/>
            <p:nvPr/>
          </p:nvSpPr>
          <p:spPr>
            <a:xfrm>
              <a:off x="1304700" y="233312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9" name="Google Shape;3247;p80">
              <a:extLst>
                <a:ext uri="{FF2B5EF4-FFF2-40B4-BE49-F238E27FC236}">
                  <a16:creationId xmlns:a16="http://schemas.microsoft.com/office/drawing/2014/main" id="{8342BEE0-DF57-222F-E5B4-A0945CC4FC1B}"/>
                </a:ext>
              </a:extLst>
            </p:cNvPr>
            <p:cNvSpPr/>
            <p:nvPr/>
          </p:nvSpPr>
          <p:spPr>
            <a:xfrm>
              <a:off x="1304700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5" y="0"/>
                  </a:moveTo>
                  <a:cubicBezTo>
                    <a:pt x="1072" y="0"/>
                    <a:pt x="1069" y="0"/>
                    <a:pt x="1065" y="0"/>
                  </a:cubicBez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78" y="2137"/>
                  </a:cubicBezTo>
                  <a:cubicBezTo>
                    <a:pt x="1340" y="2137"/>
                    <a:pt x="1606" y="2039"/>
                    <a:pt x="1821" y="1821"/>
                  </a:cubicBezTo>
                  <a:cubicBezTo>
                    <a:pt x="2494" y="1149"/>
                    <a:pt x="2020" y="0"/>
                    <a:pt x="107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0" name="Google Shape;3248;p80">
              <a:extLst>
                <a:ext uri="{FF2B5EF4-FFF2-40B4-BE49-F238E27FC236}">
                  <a16:creationId xmlns:a16="http://schemas.microsoft.com/office/drawing/2014/main" id="{7857136A-48B3-A6B8-7682-229F1B78BCE1}"/>
                </a:ext>
              </a:extLst>
            </p:cNvPr>
            <p:cNvSpPr/>
            <p:nvPr/>
          </p:nvSpPr>
          <p:spPr>
            <a:xfrm>
              <a:off x="1304700" y="21807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1" name="Google Shape;3249;p80">
              <a:extLst>
                <a:ext uri="{FF2B5EF4-FFF2-40B4-BE49-F238E27FC236}">
                  <a16:creationId xmlns:a16="http://schemas.microsoft.com/office/drawing/2014/main" id="{356B55C4-EF29-73F8-821E-6AA71C52043E}"/>
                </a:ext>
              </a:extLst>
            </p:cNvPr>
            <p:cNvSpPr/>
            <p:nvPr/>
          </p:nvSpPr>
          <p:spPr>
            <a:xfrm>
              <a:off x="1304700" y="21045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2" name="Google Shape;3250;p80">
              <a:extLst>
                <a:ext uri="{FF2B5EF4-FFF2-40B4-BE49-F238E27FC236}">
                  <a16:creationId xmlns:a16="http://schemas.microsoft.com/office/drawing/2014/main" id="{F7F2266B-1375-D5F9-82BD-5D8DA3355CF0}"/>
                </a:ext>
              </a:extLst>
            </p:cNvPr>
            <p:cNvSpPr/>
            <p:nvPr/>
          </p:nvSpPr>
          <p:spPr>
            <a:xfrm>
              <a:off x="1304700" y="20282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3" name="Google Shape;3251;p80">
              <a:extLst>
                <a:ext uri="{FF2B5EF4-FFF2-40B4-BE49-F238E27FC236}">
                  <a16:creationId xmlns:a16="http://schemas.microsoft.com/office/drawing/2014/main" id="{E2DBEC61-A1BE-D5BE-0929-E45805BC4D3F}"/>
                </a:ext>
              </a:extLst>
            </p:cNvPr>
            <p:cNvSpPr/>
            <p:nvPr/>
          </p:nvSpPr>
          <p:spPr>
            <a:xfrm>
              <a:off x="1304700" y="19520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4" name="Google Shape;3252;p80">
              <a:extLst>
                <a:ext uri="{FF2B5EF4-FFF2-40B4-BE49-F238E27FC236}">
                  <a16:creationId xmlns:a16="http://schemas.microsoft.com/office/drawing/2014/main" id="{ACCD13AC-6678-F861-F3F3-C3A6AB31F07A}"/>
                </a:ext>
              </a:extLst>
            </p:cNvPr>
            <p:cNvSpPr/>
            <p:nvPr/>
          </p:nvSpPr>
          <p:spPr>
            <a:xfrm>
              <a:off x="1304700" y="1876050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7"/>
                    <a:pt x="523" y="2131"/>
                    <a:pt x="1069" y="2131"/>
                  </a:cubicBezTo>
                  <a:cubicBezTo>
                    <a:pt x="1333" y="2131"/>
                    <a:pt x="1602" y="2033"/>
                    <a:pt x="1821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5" name="Google Shape;3253;p80">
              <a:extLst>
                <a:ext uri="{FF2B5EF4-FFF2-40B4-BE49-F238E27FC236}">
                  <a16:creationId xmlns:a16="http://schemas.microsoft.com/office/drawing/2014/main" id="{7921E456-594D-4B59-19A3-A99EF9136292}"/>
                </a:ext>
              </a:extLst>
            </p:cNvPr>
            <p:cNvSpPr/>
            <p:nvPr/>
          </p:nvSpPr>
          <p:spPr>
            <a:xfrm>
              <a:off x="1304700" y="17998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6" name="Google Shape;3254;p80">
              <a:extLst>
                <a:ext uri="{FF2B5EF4-FFF2-40B4-BE49-F238E27FC236}">
                  <a16:creationId xmlns:a16="http://schemas.microsoft.com/office/drawing/2014/main" id="{E2AFC14C-88A0-F9D6-6493-216BA11B3244}"/>
                </a:ext>
              </a:extLst>
            </p:cNvPr>
            <p:cNvSpPr/>
            <p:nvPr/>
          </p:nvSpPr>
          <p:spPr>
            <a:xfrm>
              <a:off x="1304700" y="17236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7" name="Google Shape;3255;p80">
              <a:extLst>
                <a:ext uri="{FF2B5EF4-FFF2-40B4-BE49-F238E27FC236}">
                  <a16:creationId xmlns:a16="http://schemas.microsoft.com/office/drawing/2014/main" id="{CA04C2BD-1F7B-3928-7BD0-DA5B5A40FD62}"/>
                </a:ext>
              </a:extLst>
            </p:cNvPr>
            <p:cNvSpPr/>
            <p:nvPr/>
          </p:nvSpPr>
          <p:spPr>
            <a:xfrm>
              <a:off x="1304700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8" name="Google Shape;3256;p80">
              <a:extLst>
                <a:ext uri="{FF2B5EF4-FFF2-40B4-BE49-F238E27FC236}">
                  <a16:creationId xmlns:a16="http://schemas.microsoft.com/office/drawing/2014/main" id="{5C7A9A3B-A341-431D-8439-D25EA632CB2D}"/>
                </a:ext>
              </a:extLst>
            </p:cNvPr>
            <p:cNvSpPr/>
            <p:nvPr/>
          </p:nvSpPr>
          <p:spPr>
            <a:xfrm>
              <a:off x="1304700" y="1571400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9" name="Google Shape;3257;p80">
              <a:extLst>
                <a:ext uri="{FF2B5EF4-FFF2-40B4-BE49-F238E27FC236}">
                  <a16:creationId xmlns:a16="http://schemas.microsoft.com/office/drawing/2014/main" id="{74EB7FFD-786D-7DD3-7FD6-80A159649CD5}"/>
                </a:ext>
              </a:extLst>
            </p:cNvPr>
            <p:cNvSpPr/>
            <p:nvPr/>
          </p:nvSpPr>
          <p:spPr>
            <a:xfrm>
              <a:off x="1304700" y="14952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0" name="Google Shape;3258;p80">
              <a:extLst>
                <a:ext uri="{FF2B5EF4-FFF2-40B4-BE49-F238E27FC236}">
                  <a16:creationId xmlns:a16="http://schemas.microsoft.com/office/drawing/2014/main" id="{EF588DB2-CF28-17CB-1D12-6B0AA6528A5C}"/>
                </a:ext>
              </a:extLst>
            </p:cNvPr>
            <p:cNvSpPr/>
            <p:nvPr/>
          </p:nvSpPr>
          <p:spPr>
            <a:xfrm>
              <a:off x="1304700" y="14189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1" name="Google Shape;3259;p80">
              <a:extLst>
                <a:ext uri="{FF2B5EF4-FFF2-40B4-BE49-F238E27FC236}">
                  <a16:creationId xmlns:a16="http://schemas.microsoft.com/office/drawing/2014/main" id="{EAFBD805-29EE-E1DB-A4B1-BFE7E1C00F34}"/>
                </a:ext>
              </a:extLst>
            </p:cNvPr>
            <p:cNvSpPr/>
            <p:nvPr/>
          </p:nvSpPr>
          <p:spPr>
            <a:xfrm>
              <a:off x="1304700" y="11905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2" name="Google Shape;3260;p80">
              <a:extLst>
                <a:ext uri="{FF2B5EF4-FFF2-40B4-BE49-F238E27FC236}">
                  <a16:creationId xmlns:a16="http://schemas.microsoft.com/office/drawing/2014/main" id="{D608470D-24F4-DBB4-042D-409FB7E040F5}"/>
                </a:ext>
              </a:extLst>
            </p:cNvPr>
            <p:cNvSpPr/>
            <p:nvPr/>
          </p:nvSpPr>
          <p:spPr>
            <a:xfrm>
              <a:off x="1228475" y="2714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3" name="Google Shape;3261;p80">
              <a:extLst>
                <a:ext uri="{FF2B5EF4-FFF2-40B4-BE49-F238E27FC236}">
                  <a16:creationId xmlns:a16="http://schemas.microsoft.com/office/drawing/2014/main" id="{6A20348B-3888-B299-BBBD-2D8EBA64912A}"/>
                </a:ext>
              </a:extLst>
            </p:cNvPr>
            <p:cNvSpPr/>
            <p:nvPr/>
          </p:nvSpPr>
          <p:spPr>
            <a:xfrm>
              <a:off x="1228475" y="26377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0"/>
                    <a:pt x="1" y="1074"/>
                  </a:cubicBezTo>
                  <a:cubicBezTo>
                    <a:pt x="1" y="1712"/>
                    <a:pt x="525" y="2137"/>
                    <a:pt x="1073" y="2137"/>
                  </a:cubicBezTo>
                  <a:cubicBezTo>
                    <a:pt x="1336" y="2137"/>
                    <a:pt x="1603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4" name="Google Shape;3262;p80">
              <a:extLst>
                <a:ext uri="{FF2B5EF4-FFF2-40B4-BE49-F238E27FC236}">
                  <a16:creationId xmlns:a16="http://schemas.microsoft.com/office/drawing/2014/main" id="{ECCE8C83-6BA6-BD00-B6C0-A62698991363}"/>
                </a:ext>
              </a:extLst>
            </p:cNvPr>
            <p:cNvSpPr/>
            <p:nvPr/>
          </p:nvSpPr>
          <p:spPr>
            <a:xfrm>
              <a:off x="1228475" y="2561575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80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3" y="2137"/>
                  </a:cubicBezTo>
                  <a:cubicBezTo>
                    <a:pt x="1336" y="2137"/>
                    <a:pt x="1603" y="2039"/>
                    <a:pt x="1822" y="1821"/>
                  </a:cubicBezTo>
                  <a:cubicBezTo>
                    <a:pt x="2488" y="1154"/>
                    <a:pt x="2017" y="0"/>
                    <a:pt x="106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5" name="Google Shape;3263;p80">
              <a:extLst>
                <a:ext uri="{FF2B5EF4-FFF2-40B4-BE49-F238E27FC236}">
                  <a16:creationId xmlns:a16="http://schemas.microsoft.com/office/drawing/2014/main" id="{4CE2E729-7EF2-912C-6DD4-B9EDE3F45A12}"/>
                </a:ext>
              </a:extLst>
            </p:cNvPr>
            <p:cNvSpPr/>
            <p:nvPr/>
          </p:nvSpPr>
          <p:spPr>
            <a:xfrm>
              <a:off x="1228475" y="24855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8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2" y="1814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6" name="Google Shape;3264;p80">
              <a:extLst>
                <a:ext uri="{FF2B5EF4-FFF2-40B4-BE49-F238E27FC236}">
                  <a16:creationId xmlns:a16="http://schemas.microsoft.com/office/drawing/2014/main" id="{942821A9-6DC9-FF2C-594F-9F47EA2978BC}"/>
                </a:ext>
              </a:extLst>
            </p:cNvPr>
            <p:cNvSpPr/>
            <p:nvPr/>
          </p:nvSpPr>
          <p:spPr>
            <a:xfrm>
              <a:off x="1228475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7" name="Google Shape;3265;p80">
              <a:extLst>
                <a:ext uri="{FF2B5EF4-FFF2-40B4-BE49-F238E27FC236}">
                  <a16:creationId xmlns:a16="http://schemas.microsoft.com/office/drawing/2014/main" id="{1ADCE76C-8A7E-5F0E-F4D0-2BC7E4A55596}"/>
                </a:ext>
              </a:extLst>
            </p:cNvPr>
            <p:cNvSpPr/>
            <p:nvPr/>
          </p:nvSpPr>
          <p:spPr>
            <a:xfrm>
              <a:off x="1228475" y="23331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6" y="2137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8" name="Google Shape;3266;p80">
              <a:extLst>
                <a:ext uri="{FF2B5EF4-FFF2-40B4-BE49-F238E27FC236}">
                  <a16:creationId xmlns:a16="http://schemas.microsoft.com/office/drawing/2014/main" id="{A5A9A6E7-5C98-2745-0D81-4B54DB125989}"/>
                </a:ext>
              </a:extLst>
            </p:cNvPr>
            <p:cNvSpPr/>
            <p:nvPr/>
          </p:nvSpPr>
          <p:spPr>
            <a:xfrm>
              <a:off x="1228475" y="2256925"/>
              <a:ext cx="62375" cy="53425"/>
            </a:xfrm>
            <a:custGeom>
              <a:avLst/>
              <a:gdLst/>
              <a:ahLst/>
              <a:cxnLst/>
              <a:rect l="l" t="t" r="r" b="b"/>
              <a:pathLst>
                <a:path w="2495" h="2137" extrusionOk="0">
                  <a:moveTo>
                    <a:pt x="1076" y="0"/>
                  </a:moveTo>
                  <a:cubicBezTo>
                    <a:pt x="1072" y="0"/>
                    <a:pt x="1069" y="0"/>
                    <a:pt x="1066" y="0"/>
                  </a:cubicBez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30" y="2137"/>
                    <a:pt x="1081" y="2137"/>
                  </a:cubicBezTo>
                  <a:cubicBezTo>
                    <a:pt x="1344" y="2137"/>
                    <a:pt x="1612" y="2039"/>
                    <a:pt x="1830" y="1821"/>
                  </a:cubicBezTo>
                  <a:cubicBezTo>
                    <a:pt x="2494" y="1149"/>
                    <a:pt x="2020" y="0"/>
                    <a:pt x="107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9" name="Google Shape;3267;p80">
              <a:extLst>
                <a:ext uri="{FF2B5EF4-FFF2-40B4-BE49-F238E27FC236}">
                  <a16:creationId xmlns:a16="http://schemas.microsoft.com/office/drawing/2014/main" id="{1E371BCE-122B-914E-0085-69B882EFA8BF}"/>
                </a:ext>
              </a:extLst>
            </p:cNvPr>
            <p:cNvSpPr/>
            <p:nvPr/>
          </p:nvSpPr>
          <p:spPr>
            <a:xfrm>
              <a:off x="1228475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0" name="Google Shape;3268;p80">
              <a:extLst>
                <a:ext uri="{FF2B5EF4-FFF2-40B4-BE49-F238E27FC236}">
                  <a16:creationId xmlns:a16="http://schemas.microsoft.com/office/drawing/2014/main" id="{5A647CC6-78E3-1B74-29C9-92691FFF2F3F}"/>
                </a:ext>
              </a:extLst>
            </p:cNvPr>
            <p:cNvSpPr/>
            <p:nvPr/>
          </p:nvSpPr>
          <p:spPr>
            <a:xfrm>
              <a:off x="1228475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1" name="Google Shape;3269;p80">
              <a:extLst>
                <a:ext uri="{FF2B5EF4-FFF2-40B4-BE49-F238E27FC236}">
                  <a16:creationId xmlns:a16="http://schemas.microsoft.com/office/drawing/2014/main" id="{2385F838-6622-A7C0-4FE0-C292D8F74743}"/>
                </a:ext>
              </a:extLst>
            </p:cNvPr>
            <p:cNvSpPr/>
            <p:nvPr/>
          </p:nvSpPr>
          <p:spPr>
            <a:xfrm>
              <a:off x="1228475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6" y="2137"/>
                    <a:pt x="1604" y="2040"/>
                    <a:pt x="1822" y="1821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2" name="Google Shape;3270;p80">
              <a:extLst>
                <a:ext uri="{FF2B5EF4-FFF2-40B4-BE49-F238E27FC236}">
                  <a16:creationId xmlns:a16="http://schemas.microsoft.com/office/drawing/2014/main" id="{28E13D8B-40B0-6C7E-D690-D624583E5C19}"/>
                </a:ext>
              </a:extLst>
            </p:cNvPr>
            <p:cNvSpPr/>
            <p:nvPr/>
          </p:nvSpPr>
          <p:spPr>
            <a:xfrm>
              <a:off x="1228475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3" y="2138"/>
                  </a:cubicBezTo>
                  <a:cubicBezTo>
                    <a:pt x="1336" y="2138"/>
                    <a:pt x="1603" y="2040"/>
                    <a:pt x="1822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3" name="Google Shape;3271;p80">
              <a:extLst>
                <a:ext uri="{FF2B5EF4-FFF2-40B4-BE49-F238E27FC236}">
                  <a16:creationId xmlns:a16="http://schemas.microsoft.com/office/drawing/2014/main" id="{02FE9C31-6780-E405-EB31-888C703CACA6}"/>
                </a:ext>
              </a:extLst>
            </p:cNvPr>
            <p:cNvSpPr/>
            <p:nvPr/>
          </p:nvSpPr>
          <p:spPr>
            <a:xfrm>
              <a:off x="1228475" y="187605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2" y="1813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4" name="Google Shape;3272;p80">
              <a:extLst>
                <a:ext uri="{FF2B5EF4-FFF2-40B4-BE49-F238E27FC236}">
                  <a16:creationId xmlns:a16="http://schemas.microsoft.com/office/drawing/2014/main" id="{65EE9739-D7BD-C635-BA1F-4A7059096B8E}"/>
                </a:ext>
              </a:extLst>
            </p:cNvPr>
            <p:cNvSpPr/>
            <p:nvPr/>
          </p:nvSpPr>
          <p:spPr>
            <a:xfrm>
              <a:off x="1228475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5" name="Google Shape;3273;p80">
              <a:extLst>
                <a:ext uri="{FF2B5EF4-FFF2-40B4-BE49-F238E27FC236}">
                  <a16:creationId xmlns:a16="http://schemas.microsoft.com/office/drawing/2014/main" id="{2A9BE5DD-8973-FAC3-325A-121438DB4B4A}"/>
                </a:ext>
              </a:extLst>
            </p:cNvPr>
            <p:cNvSpPr/>
            <p:nvPr/>
          </p:nvSpPr>
          <p:spPr>
            <a:xfrm>
              <a:off x="1228475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6" name="Google Shape;3274;p80">
              <a:extLst>
                <a:ext uri="{FF2B5EF4-FFF2-40B4-BE49-F238E27FC236}">
                  <a16:creationId xmlns:a16="http://schemas.microsoft.com/office/drawing/2014/main" id="{55F76DE4-7271-DDB3-EA4B-A4D2B76E23D7}"/>
                </a:ext>
              </a:extLst>
            </p:cNvPr>
            <p:cNvSpPr/>
            <p:nvPr/>
          </p:nvSpPr>
          <p:spPr>
            <a:xfrm>
              <a:off x="1228475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7" name="Google Shape;3275;p80">
              <a:extLst>
                <a:ext uri="{FF2B5EF4-FFF2-40B4-BE49-F238E27FC236}">
                  <a16:creationId xmlns:a16="http://schemas.microsoft.com/office/drawing/2014/main" id="{F4FD4550-C767-9A70-5BB4-C35B29B3B82F}"/>
                </a:ext>
              </a:extLst>
            </p:cNvPr>
            <p:cNvSpPr/>
            <p:nvPr/>
          </p:nvSpPr>
          <p:spPr>
            <a:xfrm>
              <a:off x="1228475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3" y="2129"/>
                  </a:cubicBezTo>
                  <a:cubicBezTo>
                    <a:pt x="1336" y="2129"/>
                    <a:pt x="1603" y="2032"/>
                    <a:pt x="1822" y="1813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8" name="Google Shape;3276;p80">
              <a:extLst>
                <a:ext uri="{FF2B5EF4-FFF2-40B4-BE49-F238E27FC236}">
                  <a16:creationId xmlns:a16="http://schemas.microsoft.com/office/drawing/2014/main" id="{9A5A4786-B102-DDD2-336F-40FD9F1AD9C1}"/>
                </a:ext>
              </a:extLst>
            </p:cNvPr>
            <p:cNvSpPr/>
            <p:nvPr/>
          </p:nvSpPr>
          <p:spPr>
            <a:xfrm>
              <a:off x="1228475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9" name="Google Shape;3277;p80">
              <a:extLst>
                <a:ext uri="{FF2B5EF4-FFF2-40B4-BE49-F238E27FC236}">
                  <a16:creationId xmlns:a16="http://schemas.microsoft.com/office/drawing/2014/main" id="{8C17A456-FDE2-4EB3-1C03-E6C617D0D4F3}"/>
                </a:ext>
              </a:extLst>
            </p:cNvPr>
            <p:cNvSpPr/>
            <p:nvPr/>
          </p:nvSpPr>
          <p:spPr>
            <a:xfrm>
              <a:off x="1228475" y="12665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0"/>
                  </a:moveTo>
                  <a:cubicBezTo>
                    <a:pt x="480" y="9"/>
                    <a:pt x="1" y="480"/>
                    <a:pt x="1" y="1074"/>
                  </a:cubicBezTo>
                  <a:cubicBezTo>
                    <a:pt x="1" y="1711"/>
                    <a:pt x="525" y="2137"/>
                    <a:pt x="1073" y="2137"/>
                  </a:cubicBezTo>
                  <a:cubicBezTo>
                    <a:pt x="1336" y="2137"/>
                    <a:pt x="1603" y="2040"/>
                    <a:pt x="1822" y="1821"/>
                  </a:cubicBezTo>
                  <a:cubicBezTo>
                    <a:pt x="2488" y="1155"/>
                    <a:pt x="2017" y="0"/>
                    <a:pt x="106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0" name="Google Shape;3278;p80">
              <a:extLst>
                <a:ext uri="{FF2B5EF4-FFF2-40B4-BE49-F238E27FC236}">
                  <a16:creationId xmlns:a16="http://schemas.microsoft.com/office/drawing/2014/main" id="{F1BF4230-5835-B01B-F34D-50415B12192A}"/>
                </a:ext>
              </a:extLst>
            </p:cNvPr>
            <p:cNvSpPr/>
            <p:nvPr/>
          </p:nvSpPr>
          <p:spPr>
            <a:xfrm>
              <a:off x="1152275" y="2561575"/>
              <a:ext cx="62400" cy="53425"/>
            </a:xfrm>
            <a:custGeom>
              <a:avLst/>
              <a:gdLst/>
              <a:ahLst/>
              <a:cxnLst/>
              <a:rect l="l" t="t" r="r" b="b"/>
              <a:pathLst>
                <a:path w="2496" h="2137" extrusionOk="0">
                  <a:moveTo>
                    <a:pt x="1065" y="0"/>
                  </a:moveTo>
                  <a:cubicBezTo>
                    <a:pt x="480" y="8"/>
                    <a:pt x="8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96" y="1154"/>
                    <a:pt x="2016" y="0"/>
                    <a:pt x="106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1" name="Google Shape;3279;p80">
              <a:extLst>
                <a:ext uri="{FF2B5EF4-FFF2-40B4-BE49-F238E27FC236}">
                  <a16:creationId xmlns:a16="http://schemas.microsoft.com/office/drawing/2014/main" id="{507E2C39-DE79-C10F-CF09-B874D5056718}"/>
                </a:ext>
              </a:extLst>
            </p:cNvPr>
            <p:cNvSpPr/>
            <p:nvPr/>
          </p:nvSpPr>
          <p:spPr>
            <a:xfrm>
              <a:off x="1152275" y="2485550"/>
              <a:ext cx="62400" cy="53300"/>
            </a:xfrm>
            <a:custGeom>
              <a:avLst/>
              <a:gdLst/>
              <a:ahLst/>
              <a:cxnLst/>
              <a:rect l="l" t="t" r="r" b="b"/>
              <a:pathLst>
                <a:path w="2496" h="2132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8"/>
                    <a:pt x="526" y="2131"/>
                    <a:pt x="1073" y="2131"/>
                  </a:cubicBezTo>
                  <a:cubicBezTo>
                    <a:pt x="1336" y="2131"/>
                    <a:pt x="1605" y="2033"/>
                    <a:pt x="1821" y="1814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2" name="Google Shape;3280;p80">
              <a:extLst>
                <a:ext uri="{FF2B5EF4-FFF2-40B4-BE49-F238E27FC236}">
                  <a16:creationId xmlns:a16="http://schemas.microsoft.com/office/drawing/2014/main" id="{5C8E3AFE-D627-2B1F-DECA-895BECEDFE0C}"/>
                </a:ext>
              </a:extLst>
            </p:cNvPr>
            <p:cNvSpPr/>
            <p:nvPr/>
          </p:nvSpPr>
          <p:spPr>
            <a:xfrm>
              <a:off x="1152275" y="2409350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65" y="0"/>
                  </a:moveTo>
                  <a:cubicBezTo>
                    <a:pt x="480" y="0"/>
                    <a:pt x="8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3" name="Google Shape;3281;p80">
              <a:extLst>
                <a:ext uri="{FF2B5EF4-FFF2-40B4-BE49-F238E27FC236}">
                  <a16:creationId xmlns:a16="http://schemas.microsoft.com/office/drawing/2014/main" id="{AE06BBB6-6E2F-5395-6B26-A12FB44E8A6B}"/>
                </a:ext>
              </a:extLst>
            </p:cNvPr>
            <p:cNvSpPr/>
            <p:nvPr/>
          </p:nvSpPr>
          <p:spPr>
            <a:xfrm>
              <a:off x="1152275" y="2333125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4" name="Google Shape;3282;p80">
              <a:extLst>
                <a:ext uri="{FF2B5EF4-FFF2-40B4-BE49-F238E27FC236}">
                  <a16:creationId xmlns:a16="http://schemas.microsoft.com/office/drawing/2014/main" id="{954F0221-0BEC-F4DA-5B5B-FC3FD4CB8CA9}"/>
                </a:ext>
              </a:extLst>
            </p:cNvPr>
            <p:cNvSpPr/>
            <p:nvPr/>
          </p:nvSpPr>
          <p:spPr>
            <a:xfrm>
              <a:off x="1152275" y="2256925"/>
              <a:ext cx="62550" cy="53425"/>
            </a:xfrm>
            <a:custGeom>
              <a:avLst/>
              <a:gdLst/>
              <a:ahLst/>
              <a:cxnLst/>
              <a:rect l="l" t="t" r="r" b="b"/>
              <a:pathLst>
                <a:path w="2502" h="2137" extrusionOk="0">
                  <a:moveTo>
                    <a:pt x="1075" y="0"/>
                  </a:moveTo>
                  <a:cubicBezTo>
                    <a:pt x="1072" y="0"/>
                    <a:pt x="1069" y="0"/>
                    <a:pt x="1065" y="0"/>
                  </a:cubicBez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80" y="2137"/>
                  </a:cubicBezTo>
                  <a:cubicBezTo>
                    <a:pt x="1343" y="2137"/>
                    <a:pt x="1611" y="2039"/>
                    <a:pt x="1829" y="1821"/>
                  </a:cubicBezTo>
                  <a:cubicBezTo>
                    <a:pt x="2502" y="1149"/>
                    <a:pt x="2028" y="0"/>
                    <a:pt x="107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5" name="Google Shape;3283;p80">
              <a:extLst>
                <a:ext uri="{FF2B5EF4-FFF2-40B4-BE49-F238E27FC236}">
                  <a16:creationId xmlns:a16="http://schemas.microsoft.com/office/drawing/2014/main" id="{527977F3-D1A2-A677-76FC-E4F0C3EA363B}"/>
                </a:ext>
              </a:extLst>
            </p:cNvPr>
            <p:cNvSpPr/>
            <p:nvPr/>
          </p:nvSpPr>
          <p:spPr>
            <a:xfrm>
              <a:off x="1152275" y="2180700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6" name="Google Shape;3284;p80">
              <a:extLst>
                <a:ext uri="{FF2B5EF4-FFF2-40B4-BE49-F238E27FC236}">
                  <a16:creationId xmlns:a16="http://schemas.microsoft.com/office/drawing/2014/main" id="{91E12B7A-5B35-6795-B372-667ED3EA94C5}"/>
                </a:ext>
              </a:extLst>
            </p:cNvPr>
            <p:cNvSpPr/>
            <p:nvPr/>
          </p:nvSpPr>
          <p:spPr>
            <a:xfrm>
              <a:off x="1152275" y="2104500"/>
              <a:ext cx="62400" cy="53325"/>
            </a:xfrm>
            <a:custGeom>
              <a:avLst/>
              <a:gdLst/>
              <a:ahLst/>
              <a:cxnLst/>
              <a:rect l="l" t="t" r="r" b="b"/>
              <a:pathLst>
                <a:path w="2496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7" name="Google Shape;3285;p80">
              <a:extLst>
                <a:ext uri="{FF2B5EF4-FFF2-40B4-BE49-F238E27FC236}">
                  <a16:creationId xmlns:a16="http://schemas.microsoft.com/office/drawing/2014/main" id="{680E1CCA-FE49-F85E-B876-C8919BA0B2C8}"/>
                </a:ext>
              </a:extLst>
            </p:cNvPr>
            <p:cNvSpPr/>
            <p:nvPr/>
          </p:nvSpPr>
          <p:spPr>
            <a:xfrm>
              <a:off x="1152275" y="2028275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8" name="Google Shape;3286;p80">
              <a:extLst>
                <a:ext uri="{FF2B5EF4-FFF2-40B4-BE49-F238E27FC236}">
                  <a16:creationId xmlns:a16="http://schemas.microsoft.com/office/drawing/2014/main" id="{9E974041-3299-14BD-33A4-672CF99A641B}"/>
                </a:ext>
              </a:extLst>
            </p:cNvPr>
            <p:cNvSpPr/>
            <p:nvPr/>
          </p:nvSpPr>
          <p:spPr>
            <a:xfrm>
              <a:off x="1152275" y="1952050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96" y="1155"/>
                    <a:pt x="2016" y="1"/>
                    <a:pt x="106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9" name="Google Shape;3287;p80">
              <a:extLst>
                <a:ext uri="{FF2B5EF4-FFF2-40B4-BE49-F238E27FC236}">
                  <a16:creationId xmlns:a16="http://schemas.microsoft.com/office/drawing/2014/main" id="{34A0C145-BD48-5856-C10A-51CD574F2B32}"/>
                </a:ext>
              </a:extLst>
            </p:cNvPr>
            <p:cNvSpPr/>
            <p:nvPr/>
          </p:nvSpPr>
          <p:spPr>
            <a:xfrm>
              <a:off x="1152275" y="1876050"/>
              <a:ext cx="62400" cy="53275"/>
            </a:xfrm>
            <a:custGeom>
              <a:avLst/>
              <a:gdLst/>
              <a:ahLst/>
              <a:cxnLst/>
              <a:rect l="l" t="t" r="r" b="b"/>
              <a:pathLst>
                <a:path w="2496" h="2131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3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0" name="Google Shape;3288;p80">
              <a:extLst>
                <a:ext uri="{FF2B5EF4-FFF2-40B4-BE49-F238E27FC236}">
                  <a16:creationId xmlns:a16="http://schemas.microsoft.com/office/drawing/2014/main" id="{FA336793-C9D3-0507-C0BC-F07265B0044C}"/>
                </a:ext>
              </a:extLst>
            </p:cNvPr>
            <p:cNvSpPr/>
            <p:nvPr/>
          </p:nvSpPr>
          <p:spPr>
            <a:xfrm>
              <a:off x="1152275" y="1799850"/>
              <a:ext cx="62400" cy="53325"/>
            </a:xfrm>
            <a:custGeom>
              <a:avLst/>
              <a:gdLst/>
              <a:ahLst/>
              <a:cxnLst/>
              <a:rect l="l" t="t" r="r" b="b"/>
              <a:pathLst>
                <a:path w="2496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1" name="Google Shape;3289;p80">
              <a:extLst>
                <a:ext uri="{FF2B5EF4-FFF2-40B4-BE49-F238E27FC236}">
                  <a16:creationId xmlns:a16="http://schemas.microsoft.com/office/drawing/2014/main" id="{66252689-1BC5-773C-269D-812D62FFA7CE}"/>
                </a:ext>
              </a:extLst>
            </p:cNvPr>
            <p:cNvSpPr/>
            <p:nvPr/>
          </p:nvSpPr>
          <p:spPr>
            <a:xfrm>
              <a:off x="1152275" y="1723625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2" name="Google Shape;3290;p80">
              <a:extLst>
                <a:ext uri="{FF2B5EF4-FFF2-40B4-BE49-F238E27FC236}">
                  <a16:creationId xmlns:a16="http://schemas.microsoft.com/office/drawing/2014/main" id="{90D2DABF-4129-C030-59A5-3A642B51C177}"/>
                </a:ext>
              </a:extLst>
            </p:cNvPr>
            <p:cNvSpPr/>
            <p:nvPr/>
          </p:nvSpPr>
          <p:spPr>
            <a:xfrm>
              <a:off x="1152275" y="1647400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3" name="Google Shape;3291;p80">
              <a:extLst>
                <a:ext uri="{FF2B5EF4-FFF2-40B4-BE49-F238E27FC236}">
                  <a16:creationId xmlns:a16="http://schemas.microsoft.com/office/drawing/2014/main" id="{EFE20FD1-752C-4132-36A3-1DCCE624B53E}"/>
                </a:ext>
              </a:extLst>
            </p:cNvPr>
            <p:cNvSpPr/>
            <p:nvPr/>
          </p:nvSpPr>
          <p:spPr>
            <a:xfrm>
              <a:off x="1152275" y="1571400"/>
              <a:ext cx="62400" cy="53250"/>
            </a:xfrm>
            <a:custGeom>
              <a:avLst/>
              <a:gdLst/>
              <a:ahLst/>
              <a:cxnLst/>
              <a:rect l="l" t="t" r="r" b="b"/>
              <a:pathLst>
                <a:path w="2496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4" name="Google Shape;3292;p80">
              <a:extLst>
                <a:ext uri="{FF2B5EF4-FFF2-40B4-BE49-F238E27FC236}">
                  <a16:creationId xmlns:a16="http://schemas.microsoft.com/office/drawing/2014/main" id="{CF3DD0E9-CAA2-8F22-5047-4A40FBE0EB63}"/>
                </a:ext>
              </a:extLst>
            </p:cNvPr>
            <p:cNvSpPr/>
            <p:nvPr/>
          </p:nvSpPr>
          <p:spPr>
            <a:xfrm>
              <a:off x="1152275" y="1342750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5" name="Google Shape;3293;p80">
              <a:extLst>
                <a:ext uri="{FF2B5EF4-FFF2-40B4-BE49-F238E27FC236}">
                  <a16:creationId xmlns:a16="http://schemas.microsoft.com/office/drawing/2014/main" id="{8E8C761F-BDDB-3DD5-EAFF-4F8963F1E5C5}"/>
                </a:ext>
              </a:extLst>
            </p:cNvPr>
            <p:cNvSpPr/>
            <p:nvPr/>
          </p:nvSpPr>
          <p:spPr>
            <a:xfrm>
              <a:off x="1076050" y="24093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6"/>
                    <a:pt x="1822" y="1821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6" name="Google Shape;3294;p80">
              <a:extLst>
                <a:ext uri="{FF2B5EF4-FFF2-40B4-BE49-F238E27FC236}">
                  <a16:creationId xmlns:a16="http://schemas.microsoft.com/office/drawing/2014/main" id="{51FA4503-A1AF-D732-DE45-1F61E8E7E577}"/>
                </a:ext>
              </a:extLst>
            </p:cNvPr>
            <p:cNvSpPr/>
            <p:nvPr/>
          </p:nvSpPr>
          <p:spPr>
            <a:xfrm>
              <a:off x="1076050" y="23331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1"/>
                    <a:pt x="9" y="480"/>
                    <a:pt x="1" y="1066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6" y="2040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7" name="Google Shape;3295;p80">
              <a:extLst>
                <a:ext uri="{FF2B5EF4-FFF2-40B4-BE49-F238E27FC236}">
                  <a16:creationId xmlns:a16="http://schemas.microsoft.com/office/drawing/2014/main" id="{DB2BBD8A-DEE4-9C75-686C-6289A22FEBBB}"/>
                </a:ext>
              </a:extLst>
            </p:cNvPr>
            <p:cNvSpPr/>
            <p:nvPr/>
          </p:nvSpPr>
          <p:spPr>
            <a:xfrm>
              <a:off x="1076050" y="2256925"/>
              <a:ext cx="62575" cy="53425"/>
            </a:xfrm>
            <a:custGeom>
              <a:avLst/>
              <a:gdLst/>
              <a:ahLst/>
              <a:cxnLst/>
              <a:rect l="l" t="t" r="r" b="b"/>
              <a:pathLst>
                <a:path w="2503" h="2137" extrusionOk="0">
                  <a:moveTo>
                    <a:pt x="1084" y="0"/>
                  </a:moveTo>
                  <a:cubicBezTo>
                    <a:pt x="1080" y="0"/>
                    <a:pt x="1077" y="0"/>
                    <a:pt x="1074" y="0"/>
                  </a:cubicBez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30" y="2137"/>
                    <a:pt x="1081" y="2137"/>
                  </a:cubicBezTo>
                  <a:cubicBezTo>
                    <a:pt x="1344" y="2137"/>
                    <a:pt x="1612" y="2039"/>
                    <a:pt x="1830" y="1821"/>
                  </a:cubicBezTo>
                  <a:cubicBezTo>
                    <a:pt x="2502" y="1149"/>
                    <a:pt x="2028" y="0"/>
                    <a:pt x="108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8" name="Google Shape;3296;p80">
              <a:extLst>
                <a:ext uri="{FF2B5EF4-FFF2-40B4-BE49-F238E27FC236}">
                  <a16:creationId xmlns:a16="http://schemas.microsoft.com/office/drawing/2014/main" id="{7160C95C-297F-B34E-B2FB-C5B979915E34}"/>
                </a:ext>
              </a:extLst>
            </p:cNvPr>
            <p:cNvSpPr/>
            <p:nvPr/>
          </p:nvSpPr>
          <p:spPr>
            <a:xfrm>
              <a:off x="1076050" y="21807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6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7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9" name="Google Shape;3297;p80">
              <a:extLst>
                <a:ext uri="{FF2B5EF4-FFF2-40B4-BE49-F238E27FC236}">
                  <a16:creationId xmlns:a16="http://schemas.microsoft.com/office/drawing/2014/main" id="{4DA63774-6321-3BE9-73B3-1E71CFB4A01A}"/>
                </a:ext>
              </a:extLst>
            </p:cNvPr>
            <p:cNvSpPr/>
            <p:nvPr/>
          </p:nvSpPr>
          <p:spPr>
            <a:xfrm>
              <a:off x="1076050" y="21045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6"/>
                    <a:pt x="1822" y="1821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0" name="Google Shape;3298;p80">
              <a:extLst>
                <a:ext uri="{FF2B5EF4-FFF2-40B4-BE49-F238E27FC236}">
                  <a16:creationId xmlns:a16="http://schemas.microsoft.com/office/drawing/2014/main" id="{6D3E11BD-CE00-0838-EA80-B2DE375946B6}"/>
                </a:ext>
              </a:extLst>
            </p:cNvPr>
            <p:cNvSpPr/>
            <p:nvPr/>
          </p:nvSpPr>
          <p:spPr>
            <a:xfrm>
              <a:off x="1076050" y="20282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1"/>
                    <a:pt x="9" y="480"/>
                    <a:pt x="1" y="1065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6" y="2040"/>
                    <a:pt x="1822" y="1821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1" name="Google Shape;3299;p80">
              <a:extLst>
                <a:ext uri="{FF2B5EF4-FFF2-40B4-BE49-F238E27FC236}">
                  <a16:creationId xmlns:a16="http://schemas.microsoft.com/office/drawing/2014/main" id="{A18C3C92-5F56-E643-DDDD-33852CC2A507}"/>
                </a:ext>
              </a:extLst>
            </p:cNvPr>
            <p:cNvSpPr/>
            <p:nvPr/>
          </p:nvSpPr>
          <p:spPr>
            <a:xfrm>
              <a:off x="1076050" y="19520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9"/>
                    <a:pt x="9" y="481"/>
                    <a:pt x="1" y="1074"/>
                  </a:cubicBezTo>
                  <a:cubicBezTo>
                    <a:pt x="1" y="1712"/>
                    <a:pt x="529" y="2138"/>
                    <a:pt x="1077" y="2138"/>
                  </a:cubicBezTo>
                  <a:cubicBezTo>
                    <a:pt x="1339" y="2138"/>
                    <a:pt x="1606" y="2040"/>
                    <a:pt x="1822" y="1822"/>
                  </a:cubicBezTo>
                  <a:cubicBezTo>
                    <a:pt x="2496" y="1155"/>
                    <a:pt x="2017" y="1"/>
                    <a:pt x="107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2" name="Google Shape;3300;p80">
              <a:extLst>
                <a:ext uri="{FF2B5EF4-FFF2-40B4-BE49-F238E27FC236}">
                  <a16:creationId xmlns:a16="http://schemas.microsoft.com/office/drawing/2014/main" id="{F92A82E5-A2FD-1B25-1837-87250367ED6E}"/>
                </a:ext>
              </a:extLst>
            </p:cNvPr>
            <p:cNvSpPr/>
            <p:nvPr/>
          </p:nvSpPr>
          <p:spPr>
            <a:xfrm>
              <a:off x="1076050" y="1876050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74" y="1"/>
                  </a:moveTo>
                  <a:cubicBezTo>
                    <a:pt x="480" y="1"/>
                    <a:pt x="9" y="472"/>
                    <a:pt x="1" y="1066"/>
                  </a:cubicBezTo>
                  <a:cubicBezTo>
                    <a:pt x="1" y="1707"/>
                    <a:pt x="527" y="2131"/>
                    <a:pt x="1073" y="2131"/>
                  </a:cubicBezTo>
                  <a:cubicBezTo>
                    <a:pt x="1337" y="2131"/>
                    <a:pt x="1605" y="2033"/>
                    <a:pt x="1822" y="1813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3" name="Google Shape;3301;p80">
              <a:extLst>
                <a:ext uri="{FF2B5EF4-FFF2-40B4-BE49-F238E27FC236}">
                  <a16:creationId xmlns:a16="http://schemas.microsoft.com/office/drawing/2014/main" id="{D8A0EFF0-4948-D7D3-E67B-0414ED107E5E}"/>
                </a:ext>
              </a:extLst>
            </p:cNvPr>
            <p:cNvSpPr/>
            <p:nvPr/>
          </p:nvSpPr>
          <p:spPr>
            <a:xfrm>
              <a:off x="1076050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6"/>
                    <a:pt x="1822" y="1821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4" name="Google Shape;3302;p80">
              <a:extLst>
                <a:ext uri="{FF2B5EF4-FFF2-40B4-BE49-F238E27FC236}">
                  <a16:creationId xmlns:a16="http://schemas.microsoft.com/office/drawing/2014/main" id="{1E9CBF84-AA47-395C-C39B-0EFDCD681131}"/>
                </a:ext>
              </a:extLst>
            </p:cNvPr>
            <p:cNvSpPr/>
            <p:nvPr/>
          </p:nvSpPr>
          <p:spPr>
            <a:xfrm>
              <a:off x="1076050" y="17236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5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7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5" name="Google Shape;3303;p80">
              <a:extLst>
                <a:ext uri="{FF2B5EF4-FFF2-40B4-BE49-F238E27FC236}">
                  <a16:creationId xmlns:a16="http://schemas.microsoft.com/office/drawing/2014/main" id="{E77C95B0-032A-C731-521D-7FE92EFF3235}"/>
                </a:ext>
              </a:extLst>
            </p:cNvPr>
            <p:cNvSpPr/>
            <p:nvPr/>
          </p:nvSpPr>
          <p:spPr>
            <a:xfrm>
              <a:off x="1076050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9"/>
                    <a:pt x="9" y="481"/>
                    <a:pt x="1" y="1066"/>
                  </a:cubicBezTo>
                  <a:cubicBezTo>
                    <a:pt x="1" y="1710"/>
                    <a:pt x="530" y="2138"/>
                    <a:pt x="1078" y="2138"/>
                  </a:cubicBezTo>
                  <a:cubicBezTo>
                    <a:pt x="1340" y="2138"/>
                    <a:pt x="1606" y="2040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6" name="Google Shape;3304;p80">
              <a:extLst>
                <a:ext uri="{FF2B5EF4-FFF2-40B4-BE49-F238E27FC236}">
                  <a16:creationId xmlns:a16="http://schemas.microsoft.com/office/drawing/2014/main" id="{04F3033D-F3AB-358B-790D-97C6275AC749}"/>
                </a:ext>
              </a:extLst>
            </p:cNvPr>
            <p:cNvSpPr/>
            <p:nvPr/>
          </p:nvSpPr>
          <p:spPr>
            <a:xfrm>
              <a:off x="1076050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74" y="1"/>
                  </a:moveTo>
                  <a:cubicBezTo>
                    <a:pt x="480" y="1"/>
                    <a:pt x="9" y="472"/>
                    <a:pt x="1" y="1066"/>
                  </a:cubicBezTo>
                  <a:cubicBezTo>
                    <a:pt x="1" y="1703"/>
                    <a:pt x="529" y="2129"/>
                    <a:pt x="1077" y="2129"/>
                  </a:cubicBezTo>
                  <a:cubicBezTo>
                    <a:pt x="1339" y="2129"/>
                    <a:pt x="1606" y="2032"/>
                    <a:pt x="1822" y="1813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7" name="Google Shape;3305;p80">
              <a:extLst>
                <a:ext uri="{FF2B5EF4-FFF2-40B4-BE49-F238E27FC236}">
                  <a16:creationId xmlns:a16="http://schemas.microsoft.com/office/drawing/2014/main" id="{D170ACC5-87AB-AE60-252A-F3B827E1EDAC}"/>
                </a:ext>
              </a:extLst>
            </p:cNvPr>
            <p:cNvSpPr/>
            <p:nvPr/>
          </p:nvSpPr>
          <p:spPr>
            <a:xfrm>
              <a:off x="1076050" y="14189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5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7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8" name="Google Shape;3306;p80">
              <a:extLst>
                <a:ext uri="{FF2B5EF4-FFF2-40B4-BE49-F238E27FC236}">
                  <a16:creationId xmlns:a16="http://schemas.microsoft.com/office/drawing/2014/main" id="{C39F34CD-8F93-3BBD-9BC5-97E3100E3F4A}"/>
                </a:ext>
              </a:extLst>
            </p:cNvPr>
            <p:cNvSpPr/>
            <p:nvPr/>
          </p:nvSpPr>
          <p:spPr>
            <a:xfrm>
              <a:off x="1076050" y="13427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1"/>
                    <a:pt x="9" y="481"/>
                    <a:pt x="1" y="1066"/>
                  </a:cubicBezTo>
                  <a:cubicBezTo>
                    <a:pt x="1" y="1710"/>
                    <a:pt x="530" y="2138"/>
                    <a:pt x="1078" y="2138"/>
                  </a:cubicBezTo>
                  <a:cubicBezTo>
                    <a:pt x="1340" y="2138"/>
                    <a:pt x="1606" y="2040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9" name="Google Shape;3307;p80">
              <a:extLst>
                <a:ext uri="{FF2B5EF4-FFF2-40B4-BE49-F238E27FC236}">
                  <a16:creationId xmlns:a16="http://schemas.microsoft.com/office/drawing/2014/main" id="{3E7EC861-2276-6D59-E230-0986A3DE1F8B}"/>
                </a:ext>
              </a:extLst>
            </p:cNvPr>
            <p:cNvSpPr/>
            <p:nvPr/>
          </p:nvSpPr>
          <p:spPr>
            <a:xfrm>
              <a:off x="1076050" y="12665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0"/>
                  </a:moveTo>
                  <a:cubicBezTo>
                    <a:pt x="480" y="9"/>
                    <a:pt x="9" y="480"/>
                    <a:pt x="1" y="1074"/>
                  </a:cubicBezTo>
                  <a:cubicBezTo>
                    <a:pt x="1" y="1711"/>
                    <a:pt x="529" y="2137"/>
                    <a:pt x="1077" y="2137"/>
                  </a:cubicBezTo>
                  <a:cubicBezTo>
                    <a:pt x="1339" y="2137"/>
                    <a:pt x="1606" y="2040"/>
                    <a:pt x="1822" y="1821"/>
                  </a:cubicBezTo>
                  <a:cubicBezTo>
                    <a:pt x="2496" y="1155"/>
                    <a:pt x="2017" y="0"/>
                    <a:pt x="107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0" name="Google Shape;3308;p80">
              <a:extLst>
                <a:ext uri="{FF2B5EF4-FFF2-40B4-BE49-F238E27FC236}">
                  <a16:creationId xmlns:a16="http://schemas.microsoft.com/office/drawing/2014/main" id="{C8936641-B4E8-2802-5E2A-F299B954A5A3}"/>
                </a:ext>
              </a:extLst>
            </p:cNvPr>
            <p:cNvSpPr/>
            <p:nvPr/>
          </p:nvSpPr>
          <p:spPr>
            <a:xfrm>
              <a:off x="1000050" y="21045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1" name="Google Shape;3309;p80">
              <a:extLst>
                <a:ext uri="{FF2B5EF4-FFF2-40B4-BE49-F238E27FC236}">
                  <a16:creationId xmlns:a16="http://schemas.microsoft.com/office/drawing/2014/main" id="{18A32AEC-2161-14B3-48BB-0D44A89063AA}"/>
                </a:ext>
              </a:extLst>
            </p:cNvPr>
            <p:cNvSpPr/>
            <p:nvPr/>
          </p:nvSpPr>
          <p:spPr>
            <a:xfrm>
              <a:off x="1000050" y="20282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5" y="2137"/>
                    <a:pt x="1072" y="2137"/>
                  </a:cubicBezTo>
                  <a:cubicBezTo>
                    <a:pt x="1332" y="2137"/>
                    <a:pt x="1598" y="2040"/>
                    <a:pt x="1813" y="1821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2" name="Google Shape;3310;p80">
              <a:extLst>
                <a:ext uri="{FF2B5EF4-FFF2-40B4-BE49-F238E27FC236}">
                  <a16:creationId xmlns:a16="http://schemas.microsoft.com/office/drawing/2014/main" id="{48B97C14-CB89-B52A-9BE0-AC3DB538CBAF}"/>
                </a:ext>
              </a:extLst>
            </p:cNvPr>
            <p:cNvSpPr/>
            <p:nvPr/>
          </p:nvSpPr>
          <p:spPr>
            <a:xfrm>
              <a:off x="1000050" y="19520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0" y="2138"/>
                  </a:cubicBezTo>
                  <a:cubicBezTo>
                    <a:pt x="1332" y="2138"/>
                    <a:pt x="1597" y="2040"/>
                    <a:pt x="1813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3" name="Google Shape;3311;p80">
              <a:extLst>
                <a:ext uri="{FF2B5EF4-FFF2-40B4-BE49-F238E27FC236}">
                  <a16:creationId xmlns:a16="http://schemas.microsoft.com/office/drawing/2014/main" id="{BF123371-3C7D-C4E0-F723-4A62130561E8}"/>
                </a:ext>
              </a:extLst>
            </p:cNvPr>
            <p:cNvSpPr/>
            <p:nvPr/>
          </p:nvSpPr>
          <p:spPr>
            <a:xfrm>
              <a:off x="1000050" y="1876050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7"/>
                    <a:pt x="522" y="2131"/>
                    <a:pt x="1067" y="2131"/>
                  </a:cubicBezTo>
                  <a:cubicBezTo>
                    <a:pt x="1329" y="2131"/>
                    <a:pt x="1596" y="2033"/>
                    <a:pt x="1813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4" name="Google Shape;3312;p80">
              <a:extLst>
                <a:ext uri="{FF2B5EF4-FFF2-40B4-BE49-F238E27FC236}">
                  <a16:creationId xmlns:a16="http://schemas.microsoft.com/office/drawing/2014/main" id="{B6045D3C-1F2C-4D4D-739F-E27A368BA4CD}"/>
                </a:ext>
              </a:extLst>
            </p:cNvPr>
            <p:cNvSpPr/>
            <p:nvPr/>
          </p:nvSpPr>
          <p:spPr>
            <a:xfrm>
              <a:off x="1000050" y="17998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5" name="Google Shape;3313;p80">
              <a:extLst>
                <a:ext uri="{FF2B5EF4-FFF2-40B4-BE49-F238E27FC236}">
                  <a16:creationId xmlns:a16="http://schemas.microsoft.com/office/drawing/2014/main" id="{56744FF1-8F78-0A65-28DF-38D88015EB33}"/>
                </a:ext>
              </a:extLst>
            </p:cNvPr>
            <p:cNvSpPr/>
            <p:nvPr/>
          </p:nvSpPr>
          <p:spPr>
            <a:xfrm>
              <a:off x="1000050" y="17236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2" y="2133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6" name="Google Shape;3314;p80">
              <a:extLst>
                <a:ext uri="{FF2B5EF4-FFF2-40B4-BE49-F238E27FC236}">
                  <a16:creationId xmlns:a16="http://schemas.microsoft.com/office/drawing/2014/main" id="{0D5CC44E-9FE6-EA41-1A0F-43AA47EE9D52}"/>
                </a:ext>
              </a:extLst>
            </p:cNvPr>
            <p:cNvSpPr/>
            <p:nvPr/>
          </p:nvSpPr>
          <p:spPr>
            <a:xfrm>
              <a:off x="1000050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2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7" name="Google Shape;3315;p80">
              <a:extLst>
                <a:ext uri="{FF2B5EF4-FFF2-40B4-BE49-F238E27FC236}">
                  <a16:creationId xmlns:a16="http://schemas.microsoft.com/office/drawing/2014/main" id="{6C373AB4-6842-EBE4-A345-69EDB651E6F1}"/>
                </a:ext>
              </a:extLst>
            </p:cNvPr>
            <p:cNvSpPr/>
            <p:nvPr/>
          </p:nvSpPr>
          <p:spPr>
            <a:xfrm>
              <a:off x="1000050" y="1571400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0" y="2129"/>
                  </a:cubicBezTo>
                  <a:cubicBezTo>
                    <a:pt x="1332" y="2129"/>
                    <a:pt x="1597" y="2032"/>
                    <a:pt x="1813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8" name="Google Shape;3316;p80">
              <a:extLst>
                <a:ext uri="{FF2B5EF4-FFF2-40B4-BE49-F238E27FC236}">
                  <a16:creationId xmlns:a16="http://schemas.microsoft.com/office/drawing/2014/main" id="{055F628A-AD9C-8BD2-3EC7-D7157A6AA1CD}"/>
                </a:ext>
              </a:extLst>
            </p:cNvPr>
            <p:cNvSpPr/>
            <p:nvPr/>
          </p:nvSpPr>
          <p:spPr>
            <a:xfrm>
              <a:off x="1000050" y="13427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2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9" name="Google Shape;3317;p80">
              <a:extLst>
                <a:ext uri="{FF2B5EF4-FFF2-40B4-BE49-F238E27FC236}">
                  <a16:creationId xmlns:a16="http://schemas.microsoft.com/office/drawing/2014/main" id="{B615FF61-C69B-44BD-7A4A-78ACB62DFFA9}"/>
                </a:ext>
              </a:extLst>
            </p:cNvPr>
            <p:cNvSpPr/>
            <p:nvPr/>
          </p:nvSpPr>
          <p:spPr>
            <a:xfrm>
              <a:off x="923825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6" y="2137"/>
                    <a:pt x="1604" y="2040"/>
                    <a:pt x="1822" y="1821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0" name="Google Shape;3318;p80">
              <a:extLst>
                <a:ext uri="{FF2B5EF4-FFF2-40B4-BE49-F238E27FC236}">
                  <a16:creationId xmlns:a16="http://schemas.microsoft.com/office/drawing/2014/main" id="{7BC8BF89-60B5-5F36-AC0F-73ABDC603B65}"/>
                </a:ext>
              </a:extLst>
            </p:cNvPr>
            <p:cNvSpPr/>
            <p:nvPr/>
          </p:nvSpPr>
          <p:spPr>
            <a:xfrm>
              <a:off x="923825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3" y="2138"/>
                  </a:cubicBezTo>
                  <a:cubicBezTo>
                    <a:pt x="1336" y="2138"/>
                    <a:pt x="1603" y="2040"/>
                    <a:pt x="1822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1" name="Google Shape;3319;p80">
              <a:extLst>
                <a:ext uri="{FF2B5EF4-FFF2-40B4-BE49-F238E27FC236}">
                  <a16:creationId xmlns:a16="http://schemas.microsoft.com/office/drawing/2014/main" id="{7305DEF9-B163-1A5D-2321-1F2D7DAF6B5A}"/>
                </a:ext>
              </a:extLst>
            </p:cNvPr>
            <p:cNvSpPr/>
            <p:nvPr/>
          </p:nvSpPr>
          <p:spPr>
            <a:xfrm>
              <a:off x="923825" y="18760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2" name="Google Shape;3320;p80">
              <a:extLst>
                <a:ext uri="{FF2B5EF4-FFF2-40B4-BE49-F238E27FC236}">
                  <a16:creationId xmlns:a16="http://schemas.microsoft.com/office/drawing/2014/main" id="{0C662D1D-4DCD-3BAA-CF16-798222E602B3}"/>
                </a:ext>
              </a:extLst>
            </p:cNvPr>
            <p:cNvSpPr/>
            <p:nvPr/>
          </p:nvSpPr>
          <p:spPr>
            <a:xfrm>
              <a:off x="923825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3" name="Google Shape;3321;p80">
              <a:extLst>
                <a:ext uri="{FF2B5EF4-FFF2-40B4-BE49-F238E27FC236}">
                  <a16:creationId xmlns:a16="http://schemas.microsoft.com/office/drawing/2014/main" id="{5D3A6837-0AB7-CEBB-1B64-45890E8E42DE}"/>
                </a:ext>
              </a:extLst>
            </p:cNvPr>
            <p:cNvSpPr/>
            <p:nvPr/>
          </p:nvSpPr>
          <p:spPr>
            <a:xfrm>
              <a:off x="923825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4" name="Google Shape;3322;p80">
              <a:extLst>
                <a:ext uri="{FF2B5EF4-FFF2-40B4-BE49-F238E27FC236}">
                  <a16:creationId xmlns:a16="http://schemas.microsoft.com/office/drawing/2014/main" id="{A25A89FB-DDA6-7E68-648F-73994C65724F}"/>
                </a:ext>
              </a:extLst>
            </p:cNvPr>
            <p:cNvSpPr/>
            <p:nvPr/>
          </p:nvSpPr>
          <p:spPr>
            <a:xfrm>
              <a:off x="923825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5" name="Google Shape;3323;p80">
              <a:extLst>
                <a:ext uri="{FF2B5EF4-FFF2-40B4-BE49-F238E27FC236}">
                  <a16:creationId xmlns:a16="http://schemas.microsoft.com/office/drawing/2014/main" id="{780C0573-6865-C103-CAC3-7D241CE34927}"/>
                </a:ext>
              </a:extLst>
            </p:cNvPr>
            <p:cNvSpPr/>
            <p:nvPr/>
          </p:nvSpPr>
          <p:spPr>
            <a:xfrm>
              <a:off x="923825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3" y="2129"/>
                  </a:cubicBezTo>
                  <a:cubicBezTo>
                    <a:pt x="1336" y="2129"/>
                    <a:pt x="1603" y="2032"/>
                    <a:pt x="1822" y="1813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6" name="Google Shape;3324;p80">
              <a:extLst>
                <a:ext uri="{FF2B5EF4-FFF2-40B4-BE49-F238E27FC236}">
                  <a16:creationId xmlns:a16="http://schemas.microsoft.com/office/drawing/2014/main" id="{22E386CF-B6B4-95AE-E211-87942638AAD7}"/>
                </a:ext>
              </a:extLst>
            </p:cNvPr>
            <p:cNvSpPr/>
            <p:nvPr/>
          </p:nvSpPr>
          <p:spPr>
            <a:xfrm>
              <a:off x="847625" y="19520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7" name="Google Shape;3325;p80">
              <a:extLst>
                <a:ext uri="{FF2B5EF4-FFF2-40B4-BE49-F238E27FC236}">
                  <a16:creationId xmlns:a16="http://schemas.microsoft.com/office/drawing/2014/main" id="{5032A1A8-C911-D720-98E1-10A000D683FD}"/>
                </a:ext>
              </a:extLst>
            </p:cNvPr>
            <p:cNvSpPr/>
            <p:nvPr/>
          </p:nvSpPr>
          <p:spPr>
            <a:xfrm>
              <a:off x="847625" y="1876050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8" name="Google Shape;3326;p80">
              <a:extLst>
                <a:ext uri="{FF2B5EF4-FFF2-40B4-BE49-F238E27FC236}">
                  <a16:creationId xmlns:a16="http://schemas.microsoft.com/office/drawing/2014/main" id="{E2A2B530-9F75-092B-8DB9-540B5AA1825F}"/>
                </a:ext>
              </a:extLst>
            </p:cNvPr>
            <p:cNvSpPr/>
            <p:nvPr/>
          </p:nvSpPr>
          <p:spPr>
            <a:xfrm>
              <a:off x="847625" y="17998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9" name="Google Shape;3327;p80">
              <a:extLst>
                <a:ext uri="{FF2B5EF4-FFF2-40B4-BE49-F238E27FC236}">
                  <a16:creationId xmlns:a16="http://schemas.microsoft.com/office/drawing/2014/main" id="{D58A783C-E02D-F078-75F4-9CF1A3BB096D}"/>
                </a:ext>
              </a:extLst>
            </p:cNvPr>
            <p:cNvSpPr/>
            <p:nvPr/>
          </p:nvSpPr>
          <p:spPr>
            <a:xfrm>
              <a:off x="847625" y="17236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0" name="Google Shape;3328;p80">
              <a:extLst>
                <a:ext uri="{FF2B5EF4-FFF2-40B4-BE49-F238E27FC236}">
                  <a16:creationId xmlns:a16="http://schemas.microsoft.com/office/drawing/2014/main" id="{D7F4B2BA-EBF7-147F-6461-1BE4347BA416}"/>
                </a:ext>
              </a:extLst>
            </p:cNvPr>
            <p:cNvSpPr/>
            <p:nvPr/>
          </p:nvSpPr>
          <p:spPr>
            <a:xfrm>
              <a:off x="847625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1" name="Google Shape;3329;p80">
              <a:extLst>
                <a:ext uri="{FF2B5EF4-FFF2-40B4-BE49-F238E27FC236}">
                  <a16:creationId xmlns:a16="http://schemas.microsoft.com/office/drawing/2014/main" id="{07C8A2DF-DA5D-11DE-801B-4933157AFDAB}"/>
                </a:ext>
              </a:extLst>
            </p:cNvPr>
            <p:cNvSpPr/>
            <p:nvPr/>
          </p:nvSpPr>
          <p:spPr>
            <a:xfrm>
              <a:off x="847625" y="1571400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2" name="Google Shape;3330;p80">
              <a:extLst>
                <a:ext uri="{FF2B5EF4-FFF2-40B4-BE49-F238E27FC236}">
                  <a16:creationId xmlns:a16="http://schemas.microsoft.com/office/drawing/2014/main" id="{94FEEC95-369B-57C2-01E1-BA28E929C54B}"/>
                </a:ext>
              </a:extLst>
            </p:cNvPr>
            <p:cNvSpPr/>
            <p:nvPr/>
          </p:nvSpPr>
          <p:spPr>
            <a:xfrm>
              <a:off x="771400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96" y="1146"/>
                    <a:pt x="2017" y="0"/>
                    <a:pt x="106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3" name="Google Shape;3331;p80">
              <a:extLst>
                <a:ext uri="{FF2B5EF4-FFF2-40B4-BE49-F238E27FC236}">
                  <a16:creationId xmlns:a16="http://schemas.microsoft.com/office/drawing/2014/main" id="{46BE4C93-F078-2E7A-2C62-52BAB4710B55}"/>
                </a:ext>
              </a:extLst>
            </p:cNvPr>
            <p:cNvSpPr/>
            <p:nvPr/>
          </p:nvSpPr>
          <p:spPr>
            <a:xfrm>
              <a:off x="771400" y="17236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96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4" name="Google Shape;3332;p80">
              <a:extLst>
                <a:ext uri="{FF2B5EF4-FFF2-40B4-BE49-F238E27FC236}">
                  <a16:creationId xmlns:a16="http://schemas.microsoft.com/office/drawing/2014/main" id="{C57C5FF1-3D48-BDD5-744C-5D0333B87280}"/>
                </a:ext>
              </a:extLst>
            </p:cNvPr>
            <p:cNvSpPr/>
            <p:nvPr/>
          </p:nvSpPr>
          <p:spPr>
            <a:xfrm>
              <a:off x="771400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96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5" name="Google Shape;3333;p80">
              <a:extLst>
                <a:ext uri="{FF2B5EF4-FFF2-40B4-BE49-F238E27FC236}">
                  <a16:creationId xmlns:a16="http://schemas.microsoft.com/office/drawing/2014/main" id="{6C224E64-8E64-2037-B83B-4A7066CA9F88}"/>
                </a:ext>
              </a:extLst>
            </p:cNvPr>
            <p:cNvSpPr/>
            <p:nvPr/>
          </p:nvSpPr>
          <p:spPr>
            <a:xfrm>
              <a:off x="771400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3" y="2129"/>
                  </a:cubicBezTo>
                  <a:cubicBezTo>
                    <a:pt x="1336" y="2129"/>
                    <a:pt x="1603" y="2032"/>
                    <a:pt x="1822" y="1813"/>
                  </a:cubicBezTo>
                  <a:cubicBezTo>
                    <a:pt x="2496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6" name="Google Shape;3334;p80">
              <a:extLst>
                <a:ext uri="{FF2B5EF4-FFF2-40B4-BE49-F238E27FC236}">
                  <a16:creationId xmlns:a16="http://schemas.microsoft.com/office/drawing/2014/main" id="{2B246A51-AC58-7964-ADA1-A19A6C6E72D3}"/>
                </a:ext>
              </a:extLst>
            </p:cNvPr>
            <p:cNvSpPr/>
            <p:nvPr/>
          </p:nvSpPr>
          <p:spPr>
            <a:xfrm>
              <a:off x="695200" y="17998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7" name="Google Shape;3335;p80">
              <a:extLst>
                <a:ext uri="{FF2B5EF4-FFF2-40B4-BE49-F238E27FC236}">
                  <a16:creationId xmlns:a16="http://schemas.microsoft.com/office/drawing/2014/main" id="{223DABC6-7B84-9A1C-D081-92A03E6B3D27}"/>
                </a:ext>
              </a:extLst>
            </p:cNvPr>
            <p:cNvSpPr/>
            <p:nvPr/>
          </p:nvSpPr>
          <p:spPr>
            <a:xfrm>
              <a:off x="695200" y="17236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7"/>
                    <a:pt x="1813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8" name="Google Shape;3336;p80">
              <a:extLst>
                <a:ext uri="{FF2B5EF4-FFF2-40B4-BE49-F238E27FC236}">
                  <a16:creationId xmlns:a16="http://schemas.microsoft.com/office/drawing/2014/main" id="{7B906AB0-BFA4-A9BC-E12F-59A570B61737}"/>
                </a:ext>
              </a:extLst>
            </p:cNvPr>
            <p:cNvSpPr/>
            <p:nvPr/>
          </p:nvSpPr>
          <p:spPr>
            <a:xfrm>
              <a:off x="695200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55"/>
                    <a:pt x="2016" y="9"/>
                    <a:pt x="106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9" name="Google Shape;3337;p80">
              <a:extLst>
                <a:ext uri="{FF2B5EF4-FFF2-40B4-BE49-F238E27FC236}">
                  <a16:creationId xmlns:a16="http://schemas.microsoft.com/office/drawing/2014/main" id="{08FD2368-26C4-454B-E46D-960675D05F01}"/>
                </a:ext>
              </a:extLst>
            </p:cNvPr>
            <p:cNvSpPr/>
            <p:nvPr/>
          </p:nvSpPr>
          <p:spPr>
            <a:xfrm>
              <a:off x="695200" y="1571400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0" y="2129"/>
                  </a:cubicBezTo>
                  <a:cubicBezTo>
                    <a:pt x="1331" y="2129"/>
                    <a:pt x="1597" y="2032"/>
                    <a:pt x="1813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0" name="Google Shape;3338;p80">
              <a:extLst>
                <a:ext uri="{FF2B5EF4-FFF2-40B4-BE49-F238E27FC236}">
                  <a16:creationId xmlns:a16="http://schemas.microsoft.com/office/drawing/2014/main" id="{0A425379-487A-AE71-5BBF-BEC14649E88E}"/>
                </a:ext>
              </a:extLst>
            </p:cNvPr>
            <p:cNvSpPr/>
            <p:nvPr/>
          </p:nvSpPr>
          <p:spPr>
            <a:xfrm>
              <a:off x="618975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1" name="Google Shape;3339;p80">
              <a:extLst>
                <a:ext uri="{FF2B5EF4-FFF2-40B4-BE49-F238E27FC236}">
                  <a16:creationId xmlns:a16="http://schemas.microsoft.com/office/drawing/2014/main" id="{1E2AED90-25F2-2D94-590F-8FDAC969B54B}"/>
                </a:ext>
              </a:extLst>
            </p:cNvPr>
            <p:cNvSpPr/>
            <p:nvPr/>
          </p:nvSpPr>
          <p:spPr>
            <a:xfrm>
              <a:off x="618975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2" name="Google Shape;3340;p80">
              <a:extLst>
                <a:ext uri="{FF2B5EF4-FFF2-40B4-BE49-F238E27FC236}">
                  <a16:creationId xmlns:a16="http://schemas.microsoft.com/office/drawing/2014/main" id="{40F1A3FA-A5F0-C831-F0FA-B96E2947F03D}"/>
                </a:ext>
              </a:extLst>
            </p:cNvPr>
            <p:cNvSpPr/>
            <p:nvPr/>
          </p:nvSpPr>
          <p:spPr>
            <a:xfrm>
              <a:off x="618975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1"/>
                    <a:pt x="1" y="1066"/>
                  </a:cubicBezTo>
                  <a:cubicBezTo>
                    <a:pt x="1" y="1710"/>
                    <a:pt x="526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3" name="Google Shape;3341;p80">
              <a:extLst>
                <a:ext uri="{FF2B5EF4-FFF2-40B4-BE49-F238E27FC236}">
                  <a16:creationId xmlns:a16="http://schemas.microsoft.com/office/drawing/2014/main" id="{246562DE-74CD-7079-5D20-2A54933A3FC6}"/>
                </a:ext>
              </a:extLst>
            </p:cNvPr>
            <p:cNvSpPr/>
            <p:nvPr/>
          </p:nvSpPr>
          <p:spPr>
            <a:xfrm>
              <a:off x="618975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3" y="2129"/>
                  </a:cubicBezTo>
                  <a:cubicBezTo>
                    <a:pt x="1336" y="2129"/>
                    <a:pt x="1603" y="2032"/>
                    <a:pt x="1822" y="1813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4" name="Google Shape;3342;p80">
              <a:extLst>
                <a:ext uri="{FF2B5EF4-FFF2-40B4-BE49-F238E27FC236}">
                  <a16:creationId xmlns:a16="http://schemas.microsoft.com/office/drawing/2014/main" id="{DABBD021-9954-0141-EED6-556B4FDA74CA}"/>
                </a:ext>
              </a:extLst>
            </p:cNvPr>
            <p:cNvSpPr/>
            <p:nvPr/>
          </p:nvSpPr>
          <p:spPr>
            <a:xfrm>
              <a:off x="542775" y="1799850"/>
              <a:ext cx="62400" cy="53325"/>
            </a:xfrm>
            <a:custGeom>
              <a:avLst/>
              <a:gdLst/>
              <a:ahLst/>
              <a:cxnLst/>
              <a:rect l="l" t="t" r="r" b="b"/>
              <a:pathLst>
                <a:path w="2496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5" name="Google Shape;3343;p80">
              <a:extLst>
                <a:ext uri="{FF2B5EF4-FFF2-40B4-BE49-F238E27FC236}">
                  <a16:creationId xmlns:a16="http://schemas.microsoft.com/office/drawing/2014/main" id="{B360C8D0-19A6-82B7-2B7F-3504AB31A014}"/>
                </a:ext>
              </a:extLst>
            </p:cNvPr>
            <p:cNvSpPr/>
            <p:nvPr/>
          </p:nvSpPr>
          <p:spPr>
            <a:xfrm>
              <a:off x="542775" y="1723625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6" name="Google Shape;3344;p80">
              <a:extLst>
                <a:ext uri="{FF2B5EF4-FFF2-40B4-BE49-F238E27FC236}">
                  <a16:creationId xmlns:a16="http://schemas.microsoft.com/office/drawing/2014/main" id="{7BDDBC95-2F2F-55AF-804E-86F2452D8952}"/>
                </a:ext>
              </a:extLst>
            </p:cNvPr>
            <p:cNvSpPr/>
            <p:nvPr/>
          </p:nvSpPr>
          <p:spPr>
            <a:xfrm>
              <a:off x="542775" y="1647400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7" name="Google Shape;3345;p80">
              <a:extLst>
                <a:ext uri="{FF2B5EF4-FFF2-40B4-BE49-F238E27FC236}">
                  <a16:creationId xmlns:a16="http://schemas.microsoft.com/office/drawing/2014/main" id="{67794CCD-35B0-3814-04CA-1D4CD30E5367}"/>
                </a:ext>
              </a:extLst>
            </p:cNvPr>
            <p:cNvSpPr/>
            <p:nvPr/>
          </p:nvSpPr>
          <p:spPr>
            <a:xfrm>
              <a:off x="542775" y="1571400"/>
              <a:ext cx="62400" cy="53250"/>
            </a:xfrm>
            <a:custGeom>
              <a:avLst/>
              <a:gdLst/>
              <a:ahLst/>
              <a:cxnLst/>
              <a:rect l="l" t="t" r="r" b="b"/>
              <a:pathLst>
                <a:path w="2496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4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8" name="Google Shape;3346;p80">
              <a:extLst>
                <a:ext uri="{FF2B5EF4-FFF2-40B4-BE49-F238E27FC236}">
                  <a16:creationId xmlns:a16="http://schemas.microsoft.com/office/drawing/2014/main" id="{827682AF-ABE9-D5EC-97B9-64B9643E9788}"/>
                </a:ext>
              </a:extLst>
            </p:cNvPr>
            <p:cNvSpPr/>
            <p:nvPr/>
          </p:nvSpPr>
          <p:spPr>
            <a:xfrm>
              <a:off x="466550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0" y="0"/>
                    <a:pt x="9" y="480"/>
                    <a:pt x="0" y="1065"/>
                  </a:cubicBezTo>
                  <a:cubicBezTo>
                    <a:pt x="0" y="1709"/>
                    <a:pt x="530" y="2133"/>
                    <a:pt x="1078" y="2133"/>
                  </a:cubicBezTo>
                  <a:cubicBezTo>
                    <a:pt x="1340" y="2133"/>
                    <a:pt x="1606" y="2036"/>
                    <a:pt x="1821" y="1821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9" name="Google Shape;3347;p80">
              <a:extLst>
                <a:ext uri="{FF2B5EF4-FFF2-40B4-BE49-F238E27FC236}">
                  <a16:creationId xmlns:a16="http://schemas.microsoft.com/office/drawing/2014/main" id="{699D558C-34DB-97BF-56D3-A27B5203978A}"/>
                </a:ext>
              </a:extLst>
            </p:cNvPr>
            <p:cNvSpPr/>
            <p:nvPr/>
          </p:nvSpPr>
          <p:spPr>
            <a:xfrm>
              <a:off x="466550" y="17236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0" y="1065"/>
                  </a:cubicBezTo>
                  <a:cubicBezTo>
                    <a:pt x="0" y="1709"/>
                    <a:pt x="530" y="2133"/>
                    <a:pt x="1078" y="2133"/>
                  </a:cubicBezTo>
                  <a:cubicBezTo>
                    <a:pt x="1340" y="2133"/>
                    <a:pt x="1606" y="2037"/>
                    <a:pt x="1821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0" name="Google Shape;3348;p80">
              <a:extLst>
                <a:ext uri="{FF2B5EF4-FFF2-40B4-BE49-F238E27FC236}">
                  <a16:creationId xmlns:a16="http://schemas.microsoft.com/office/drawing/2014/main" id="{5867C7D3-54D3-CF78-DEAE-221CBBDD02F1}"/>
                </a:ext>
              </a:extLst>
            </p:cNvPr>
            <p:cNvSpPr/>
            <p:nvPr/>
          </p:nvSpPr>
          <p:spPr>
            <a:xfrm>
              <a:off x="466550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9"/>
                    <a:pt x="9" y="481"/>
                    <a:pt x="0" y="1066"/>
                  </a:cubicBezTo>
                  <a:cubicBezTo>
                    <a:pt x="0" y="1710"/>
                    <a:pt x="529" y="2138"/>
                    <a:pt x="1078" y="2138"/>
                  </a:cubicBezTo>
                  <a:cubicBezTo>
                    <a:pt x="1340" y="2138"/>
                    <a:pt x="1606" y="2040"/>
                    <a:pt x="1821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1" name="Google Shape;3349;p80">
              <a:extLst>
                <a:ext uri="{FF2B5EF4-FFF2-40B4-BE49-F238E27FC236}">
                  <a16:creationId xmlns:a16="http://schemas.microsoft.com/office/drawing/2014/main" id="{0DA39E9A-2676-CC1C-75CA-8809D865D16F}"/>
                </a:ext>
              </a:extLst>
            </p:cNvPr>
            <p:cNvSpPr/>
            <p:nvPr/>
          </p:nvSpPr>
          <p:spPr>
            <a:xfrm>
              <a:off x="466550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74" y="1"/>
                  </a:moveTo>
                  <a:cubicBezTo>
                    <a:pt x="480" y="1"/>
                    <a:pt x="9" y="472"/>
                    <a:pt x="0" y="1066"/>
                  </a:cubicBezTo>
                  <a:cubicBezTo>
                    <a:pt x="0" y="1703"/>
                    <a:pt x="529" y="2129"/>
                    <a:pt x="1077" y="2129"/>
                  </a:cubicBezTo>
                  <a:cubicBezTo>
                    <a:pt x="1339" y="2129"/>
                    <a:pt x="1606" y="2032"/>
                    <a:pt x="1821" y="1813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2" name="Google Shape;3350;p80">
              <a:extLst>
                <a:ext uri="{FF2B5EF4-FFF2-40B4-BE49-F238E27FC236}">
                  <a16:creationId xmlns:a16="http://schemas.microsoft.com/office/drawing/2014/main" id="{6FB54B15-BFE6-9778-3FDC-9DA525B52488}"/>
                </a:ext>
              </a:extLst>
            </p:cNvPr>
            <p:cNvSpPr/>
            <p:nvPr/>
          </p:nvSpPr>
          <p:spPr>
            <a:xfrm>
              <a:off x="390550" y="1876050"/>
              <a:ext cx="62350" cy="53275"/>
            </a:xfrm>
            <a:custGeom>
              <a:avLst/>
              <a:gdLst/>
              <a:ahLst/>
              <a:cxnLst/>
              <a:rect l="l" t="t" r="r" b="b"/>
              <a:pathLst>
                <a:path w="2494" h="2131" extrusionOk="0">
                  <a:moveTo>
                    <a:pt x="1075" y="1"/>
                  </a:moveTo>
                  <a:cubicBezTo>
                    <a:pt x="1072" y="1"/>
                    <a:pt x="1068" y="1"/>
                    <a:pt x="1065" y="1"/>
                  </a:cubicBezTo>
                  <a:cubicBezTo>
                    <a:pt x="480" y="1"/>
                    <a:pt x="0" y="480"/>
                    <a:pt x="0" y="1066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3"/>
                  </a:cubicBezTo>
                  <a:cubicBezTo>
                    <a:pt x="2493" y="1149"/>
                    <a:pt x="2020" y="1"/>
                    <a:pt x="107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3" name="Google Shape;3351;p80">
              <a:extLst>
                <a:ext uri="{FF2B5EF4-FFF2-40B4-BE49-F238E27FC236}">
                  <a16:creationId xmlns:a16="http://schemas.microsoft.com/office/drawing/2014/main" id="{005527FE-58D4-CA8E-5F61-B3B55E172D61}"/>
                </a:ext>
              </a:extLst>
            </p:cNvPr>
            <p:cNvSpPr/>
            <p:nvPr/>
          </p:nvSpPr>
          <p:spPr>
            <a:xfrm>
              <a:off x="390550" y="1799825"/>
              <a:ext cx="62350" cy="53300"/>
            </a:xfrm>
            <a:custGeom>
              <a:avLst/>
              <a:gdLst/>
              <a:ahLst/>
              <a:cxnLst/>
              <a:rect l="l" t="t" r="r" b="b"/>
              <a:pathLst>
                <a:path w="2494" h="2132" extrusionOk="0">
                  <a:moveTo>
                    <a:pt x="1075" y="1"/>
                  </a:moveTo>
                  <a:cubicBezTo>
                    <a:pt x="1072" y="1"/>
                    <a:pt x="1068" y="1"/>
                    <a:pt x="1065" y="1"/>
                  </a:cubicBezTo>
                  <a:cubicBezTo>
                    <a:pt x="480" y="1"/>
                    <a:pt x="0" y="481"/>
                    <a:pt x="0" y="1066"/>
                  </a:cubicBezTo>
                  <a:cubicBezTo>
                    <a:pt x="0" y="1708"/>
                    <a:pt x="526" y="2131"/>
                    <a:pt x="1073" y="2131"/>
                  </a:cubicBezTo>
                  <a:cubicBezTo>
                    <a:pt x="1336" y="2131"/>
                    <a:pt x="1604" y="2033"/>
                    <a:pt x="1821" y="1814"/>
                  </a:cubicBezTo>
                  <a:cubicBezTo>
                    <a:pt x="2493" y="1150"/>
                    <a:pt x="2020" y="1"/>
                    <a:pt x="107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4" name="Google Shape;3352;p80">
              <a:extLst>
                <a:ext uri="{FF2B5EF4-FFF2-40B4-BE49-F238E27FC236}">
                  <a16:creationId xmlns:a16="http://schemas.microsoft.com/office/drawing/2014/main" id="{7360B380-3249-95EE-1C70-5C58777C1A63}"/>
                </a:ext>
              </a:extLst>
            </p:cNvPr>
            <p:cNvSpPr/>
            <p:nvPr/>
          </p:nvSpPr>
          <p:spPr>
            <a:xfrm>
              <a:off x="390550" y="1723625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9" y="2133"/>
                    <a:pt x="1078" y="2133"/>
                  </a:cubicBezTo>
                  <a:cubicBezTo>
                    <a:pt x="1339" y="2133"/>
                    <a:pt x="1606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5" name="Google Shape;3353;p80">
              <a:extLst>
                <a:ext uri="{FF2B5EF4-FFF2-40B4-BE49-F238E27FC236}">
                  <a16:creationId xmlns:a16="http://schemas.microsoft.com/office/drawing/2014/main" id="{FA0CBA5B-0F94-0CC2-22D0-DD449119F5A4}"/>
                </a:ext>
              </a:extLst>
            </p:cNvPr>
            <p:cNvSpPr/>
            <p:nvPr/>
          </p:nvSpPr>
          <p:spPr>
            <a:xfrm>
              <a:off x="390550" y="1647400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6" name="Google Shape;3354;p80">
              <a:extLst>
                <a:ext uri="{FF2B5EF4-FFF2-40B4-BE49-F238E27FC236}">
                  <a16:creationId xmlns:a16="http://schemas.microsoft.com/office/drawing/2014/main" id="{6223534C-2EBF-AD51-49AE-A5285D44FC1E}"/>
                </a:ext>
              </a:extLst>
            </p:cNvPr>
            <p:cNvSpPr/>
            <p:nvPr/>
          </p:nvSpPr>
          <p:spPr>
            <a:xfrm>
              <a:off x="390550" y="1571400"/>
              <a:ext cx="62350" cy="53275"/>
            </a:xfrm>
            <a:custGeom>
              <a:avLst/>
              <a:gdLst/>
              <a:ahLst/>
              <a:cxnLst/>
              <a:rect l="l" t="t" r="r" b="b"/>
              <a:pathLst>
                <a:path w="2494" h="2131" extrusionOk="0">
                  <a:moveTo>
                    <a:pt x="1075" y="1"/>
                  </a:moveTo>
                  <a:cubicBezTo>
                    <a:pt x="1072" y="1"/>
                    <a:pt x="1068" y="1"/>
                    <a:pt x="1065" y="1"/>
                  </a:cubicBezTo>
                  <a:cubicBezTo>
                    <a:pt x="480" y="1"/>
                    <a:pt x="0" y="472"/>
                    <a:pt x="0" y="1066"/>
                  </a:cubicBezTo>
                  <a:cubicBezTo>
                    <a:pt x="0" y="1708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3"/>
                  </a:cubicBezTo>
                  <a:cubicBezTo>
                    <a:pt x="2493" y="1141"/>
                    <a:pt x="2020" y="1"/>
                    <a:pt x="107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7" name="Google Shape;3355;p80">
              <a:extLst>
                <a:ext uri="{FF2B5EF4-FFF2-40B4-BE49-F238E27FC236}">
                  <a16:creationId xmlns:a16="http://schemas.microsoft.com/office/drawing/2014/main" id="{5FB7964A-48E0-7A54-1FD8-5696D5AEC508}"/>
                </a:ext>
              </a:extLst>
            </p:cNvPr>
            <p:cNvSpPr/>
            <p:nvPr/>
          </p:nvSpPr>
          <p:spPr>
            <a:xfrm>
              <a:off x="314325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2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8" name="Google Shape;3356;p80">
              <a:extLst>
                <a:ext uri="{FF2B5EF4-FFF2-40B4-BE49-F238E27FC236}">
                  <a16:creationId xmlns:a16="http://schemas.microsoft.com/office/drawing/2014/main" id="{F3733AF9-B83A-AD70-C898-1587DC1833BF}"/>
                </a:ext>
              </a:extLst>
            </p:cNvPr>
            <p:cNvSpPr/>
            <p:nvPr/>
          </p:nvSpPr>
          <p:spPr>
            <a:xfrm>
              <a:off x="314325" y="187605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5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2" y="1813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9" name="Google Shape;3357;p80">
              <a:extLst>
                <a:ext uri="{FF2B5EF4-FFF2-40B4-BE49-F238E27FC236}">
                  <a16:creationId xmlns:a16="http://schemas.microsoft.com/office/drawing/2014/main" id="{91703D6E-262A-253F-E7BE-F1D0DA2A2E5A}"/>
                </a:ext>
              </a:extLst>
            </p:cNvPr>
            <p:cNvSpPr/>
            <p:nvPr/>
          </p:nvSpPr>
          <p:spPr>
            <a:xfrm>
              <a:off x="314325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0" name="Google Shape;3358;p80">
              <a:extLst>
                <a:ext uri="{FF2B5EF4-FFF2-40B4-BE49-F238E27FC236}">
                  <a16:creationId xmlns:a16="http://schemas.microsoft.com/office/drawing/2014/main" id="{78A3C61E-1948-3864-F5CB-70076BE6DCF9}"/>
                </a:ext>
              </a:extLst>
            </p:cNvPr>
            <p:cNvSpPr/>
            <p:nvPr/>
          </p:nvSpPr>
          <p:spPr>
            <a:xfrm>
              <a:off x="314325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1" name="Google Shape;3359;p80">
              <a:extLst>
                <a:ext uri="{FF2B5EF4-FFF2-40B4-BE49-F238E27FC236}">
                  <a16:creationId xmlns:a16="http://schemas.microsoft.com/office/drawing/2014/main" id="{56D39A6A-87A8-84E8-9B34-3A78DCFD4E92}"/>
                </a:ext>
              </a:extLst>
            </p:cNvPr>
            <p:cNvSpPr/>
            <p:nvPr/>
          </p:nvSpPr>
          <p:spPr>
            <a:xfrm>
              <a:off x="314325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9"/>
                    <a:pt x="1" y="481"/>
                    <a:pt x="1" y="1066"/>
                  </a:cubicBezTo>
                  <a:cubicBezTo>
                    <a:pt x="1" y="1710"/>
                    <a:pt x="526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2" name="Google Shape;3360;p80">
              <a:extLst>
                <a:ext uri="{FF2B5EF4-FFF2-40B4-BE49-F238E27FC236}">
                  <a16:creationId xmlns:a16="http://schemas.microsoft.com/office/drawing/2014/main" id="{99D25F28-DEEA-96C9-3298-744319A38369}"/>
                </a:ext>
              </a:extLst>
            </p:cNvPr>
            <p:cNvSpPr/>
            <p:nvPr/>
          </p:nvSpPr>
          <p:spPr>
            <a:xfrm>
              <a:off x="314325" y="1571400"/>
              <a:ext cx="62150" cy="53250"/>
            </a:xfrm>
            <a:custGeom>
              <a:avLst/>
              <a:gdLst/>
              <a:ahLst/>
              <a:cxnLst/>
              <a:rect l="l" t="t" r="r" b="b"/>
              <a:pathLst>
                <a:path w="2486" h="2130" extrusionOk="0">
                  <a:moveTo>
                    <a:pt x="1075" y="1"/>
                  </a:moveTo>
                  <a:cubicBezTo>
                    <a:pt x="1072" y="1"/>
                    <a:pt x="1069" y="1"/>
                    <a:pt x="1065" y="1"/>
                  </a:cubicBezTo>
                  <a:cubicBezTo>
                    <a:pt x="480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2" y="1813"/>
                  </a:cubicBezTo>
                  <a:cubicBezTo>
                    <a:pt x="2486" y="1149"/>
                    <a:pt x="2020" y="1"/>
                    <a:pt x="107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3" name="Google Shape;3361;p80">
              <a:extLst>
                <a:ext uri="{FF2B5EF4-FFF2-40B4-BE49-F238E27FC236}">
                  <a16:creationId xmlns:a16="http://schemas.microsoft.com/office/drawing/2014/main" id="{406D6373-C68F-8BDD-2A3E-67775A2176C9}"/>
                </a:ext>
              </a:extLst>
            </p:cNvPr>
            <p:cNvSpPr/>
            <p:nvPr/>
          </p:nvSpPr>
          <p:spPr>
            <a:xfrm>
              <a:off x="238125" y="19520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4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4" name="Google Shape;3362;p80">
              <a:extLst>
                <a:ext uri="{FF2B5EF4-FFF2-40B4-BE49-F238E27FC236}">
                  <a16:creationId xmlns:a16="http://schemas.microsoft.com/office/drawing/2014/main" id="{46E09997-0CB1-BD01-B8E5-033F893C3226}"/>
                </a:ext>
              </a:extLst>
            </p:cNvPr>
            <p:cNvSpPr/>
            <p:nvPr/>
          </p:nvSpPr>
          <p:spPr>
            <a:xfrm>
              <a:off x="238125" y="17998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5" name="Google Shape;3363;p80">
              <a:extLst>
                <a:ext uri="{FF2B5EF4-FFF2-40B4-BE49-F238E27FC236}">
                  <a16:creationId xmlns:a16="http://schemas.microsoft.com/office/drawing/2014/main" id="{11DA882C-232A-3228-A2A9-3FD09F66BEFC}"/>
                </a:ext>
              </a:extLst>
            </p:cNvPr>
            <p:cNvSpPr/>
            <p:nvPr/>
          </p:nvSpPr>
          <p:spPr>
            <a:xfrm>
              <a:off x="238125" y="17236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6" name="Google Shape;3364;p80">
              <a:extLst>
                <a:ext uri="{FF2B5EF4-FFF2-40B4-BE49-F238E27FC236}">
                  <a16:creationId xmlns:a16="http://schemas.microsoft.com/office/drawing/2014/main" id="{AE30027C-82C0-4F10-BFD5-71888AC50D86}"/>
                </a:ext>
              </a:extLst>
            </p:cNvPr>
            <p:cNvSpPr/>
            <p:nvPr/>
          </p:nvSpPr>
          <p:spPr>
            <a:xfrm>
              <a:off x="238125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7" name="Google Shape;3365;p80">
              <a:extLst>
                <a:ext uri="{FF2B5EF4-FFF2-40B4-BE49-F238E27FC236}">
                  <a16:creationId xmlns:a16="http://schemas.microsoft.com/office/drawing/2014/main" id="{1F943F29-B38A-2612-B349-22C1D1370F7B}"/>
                </a:ext>
              </a:extLst>
            </p:cNvPr>
            <p:cNvSpPr/>
            <p:nvPr/>
          </p:nvSpPr>
          <p:spPr>
            <a:xfrm>
              <a:off x="4427825" y="26377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1" y="480"/>
                    <a:pt x="1" y="1074"/>
                  </a:cubicBezTo>
                  <a:cubicBezTo>
                    <a:pt x="1" y="1712"/>
                    <a:pt x="529" y="2137"/>
                    <a:pt x="1077" y="2137"/>
                  </a:cubicBezTo>
                  <a:cubicBezTo>
                    <a:pt x="1339" y="2137"/>
                    <a:pt x="1606" y="2040"/>
                    <a:pt x="1822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8" name="Google Shape;3366;p80">
              <a:extLst>
                <a:ext uri="{FF2B5EF4-FFF2-40B4-BE49-F238E27FC236}">
                  <a16:creationId xmlns:a16="http://schemas.microsoft.com/office/drawing/2014/main" id="{7E31AADB-FFD9-DAE1-2A13-CFB85055C25E}"/>
                </a:ext>
              </a:extLst>
            </p:cNvPr>
            <p:cNvSpPr/>
            <p:nvPr/>
          </p:nvSpPr>
          <p:spPr>
            <a:xfrm>
              <a:off x="4427825" y="2714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9" name="Google Shape;3367;p80">
              <a:extLst>
                <a:ext uri="{FF2B5EF4-FFF2-40B4-BE49-F238E27FC236}">
                  <a16:creationId xmlns:a16="http://schemas.microsoft.com/office/drawing/2014/main" id="{00AC8CC1-68C9-428E-07C7-DB5A3D4CBED2}"/>
                </a:ext>
              </a:extLst>
            </p:cNvPr>
            <p:cNvSpPr/>
            <p:nvPr/>
          </p:nvSpPr>
          <p:spPr>
            <a:xfrm>
              <a:off x="4504050" y="27140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0" name="Google Shape;3368;p80">
              <a:extLst>
                <a:ext uri="{FF2B5EF4-FFF2-40B4-BE49-F238E27FC236}">
                  <a16:creationId xmlns:a16="http://schemas.microsoft.com/office/drawing/2014/main" id="{39E09203-3EB3-6A1F-2FC1-7D4AC59580FC}"/>
                </a:ext>
              </a:extLst>
            </p:cNvPr>
            <p:cNvSpPr/>
            <p:nvPr/>
          </p:nvSpPr>
          <p:spPr>
            <a:xfrm>
              <a:off x="4504050" y="2866425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1" name="Google Shape;3369;p80">
              <a:extLst>
                <a:ext uri="{FF2B5EF4-FFF2-40B4-BE49-F238E27FC236}">
                  <a16:creationId xmlns:a16="http://schemas.microsoft.com/office/drawing/2014/main" id="{8BFDCA34-BF2E-36ED-465C-B3B3EFB2C07E}"/>
                </a:ext>
              </a:extLst>
            </p:cNvPr>
            <p:cNvSpPr/>
            <p:nvPr/>
          </p:nvSpPr>
          <p:spPr>
            <a:xfrm>
              <a:off x="4580250" y="27902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6" y="2134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2" name="Google Shape;3370;p80">
              <a:extLst>
                <a:ext uri="{FF2B5EF4-FFF2-40B4-BE49-F238E27FC236}">
                  <a16:creationId xmlns:a16="http://schemas.microsoft.com/office/drawing/2014/main" id="{8908529F-47E2-F0EC-2EEF-3D91B1F3341C}"/>
                </a:ext>
              </a:extLst>
            </p:cNvPr>
            <p:cNvSpPr/>
            <p:nvPr/>
          </p:nvSpPr>
          <p:spPr>
            <a:xfrm>
              <a:off x="4504050" y="27902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3" name="Google Shape;3371;p80">
              <a:extLst>
                <a:ext uri="{FF2B5EF4-FFF2-40B4-BE49-F238E27FC236}">
                  <a16:creationId xmlns:a16="http://schemas.microsoft.com/office/drawing/2014/main" id="{1E25D45E-D2CF-C666-2631-DA859D346479}"/>
                </a:ext>
              </a:extLst>
            </p:cNvPr>
            <p:cNvSpPr/>
            <p:nvPr/>
          </p:nvSpPr>
          <p:spPr>
            <a:xfrm>
              <a:off x="5113350" y="1495200"/>
              <a:ext cx="62400" cy="53325"/>
            </a:xfrm>
            <a:custGeom>
              <a:avLst/>
              <a:gdLst/>
              <a:ahLst/>
              <a:cxnLst/>
              <a:rect l="l" t="t" r="r" b="b"/>
              <a:pathLst>
                <a:path w="2496" h="2133" extrusionOk="0">
                  <a:moveTo>
                    <a:pt x="1073" y="0"/>
                  </a:moveTo>
                  <a:cubicBezTo>
                    <a:pt x="480" y="0"/>
                    <a:pt x="8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7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4" name="Google Shape;3372;p80">
              <a:extLst>
                <a:ext uri="{FF2B5EF4-FFF2-40B4-BE49-F238E27FC236}">
                  <a16:creationId xmlns:a16="http://schemas.microsoft.com/office/drawing/2014/main" id="{8ADD4A46-6C35-EFE1-6B37-F65A9F6B6B1A}"/>
                </a:ext>
              </a:extLst>
            </p:cNvPr>
            <p:cNvSpPr/>
            <p:nvPr/>
          </p:nvSpPr>
          <p:spPr>
            <a:xfrm>
              <a:off x="5113350" y="1571400"/>
              <a:ext cx="62400" cy="53250"/>
            </a:xfrm>
            <a:custGeom>
              <a:avLst/>
              <a:gdLst/>
              <a:ahLst/>
              <a:cxnLst/>
              <a:rect l="l" t="t" r="r" b="b"/>
              <a:pathLst>
                <a:path w="2496" h="2130" extrusionOk="0">
                  <a:moveTo>
                    <a:pt x="1073" y="1"/>
                  </a:moveTo>
                  <a:cubicBezTo>
                    <a:pt x="480" y="1"/>
                    <a:pt x="8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5" name="Google Shape;3373;p80">
              <a:extLst>
                <a:ext uri="{FF2B5EF4-FFF2-40B4-BE49-F238E27FC236}">
                  <a16:creationId xmlns:a16="http://schemas.microsoft.com/office/drawing/2014/main" id="{312217BA-ACC4-0E42-A902-8EAF805BAC0D}"/>
                </a:ext>
              </a:extLst>
            </p:cNvPr>
            <p:cNvSpPr/>
            <p:nvPr/>
          </p:nvSpPr>
          <p:spPr>
            <a:xfrm>
              <a:off x="5113350" y="1647400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73" y="1"/>
                  </a:moveTo>
                  <a:cubicBezTo>
                    <a:pt x="480" y="1"/>
                    <a:pt x="8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96" y="1155"/>
                    <a:pt x="2016" y="1"/>
                    <a:pt x="107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6" name="Google Shape;3374;p80">
              <a:extLst>
                <a:ext uri="{FF2B5EF4-FFF2-40B4-BE49-F238E27FC236}">
                  <a16:creationId xmlns:a16="http://schemas.microsoft.com/office/drawing/2014/main" id="{E2F258C6-8B06-22CF-354A-F6E59D2902A1}"/>
                </a:ext>
              </a:extLst>
            </p:cNvPr>
            <p:cNvSpPr/>
            <p:nvPr/>
          </p:nvSpPr>
          <p:spPr>
            <a:xfrm>
              <a:off x="5113350" y="1723625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73" y="1"/>
                  </a:moveTo>
                  <a:cubicBezTo>
                    <a:pt x="480" y="1"/>
                    <a:pt x="8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7" name="Google Shape;3375;p80">
              <a:extLst>
                <a:ext uri="{FF2B5EF4-FFF2-40B4-BE49-F238E27FC236}">
                  <a16:creationId xmlns:a16="http://schemas.microsoft.com/office/drawing/2014/main" id="{8E804701-DA72-0159-2BC7-AC91F77B09D5}"/>
                </a:ext>
              </a:extLst>
            </p:cNvPr>
            <p:cNvSpPr/>
            <p:nvPr/>
          </p:nvSpPr>
          <p:spPr>
            <a:xfrm>
              <a:off x="5113350" y="1799850"/>
              <a:ext cx="62400" cy="53325"/>
            </a:xfrm>
            <a:custGeom>
              <a:avLst/>
              <a:gdLst/>
              <a:ahLst/>
              <a:cxnLst/>
              <a:rect l="l" t="t" r="r" b="b"/>
              <a:pathLst>
                <a:path w="2496" h="2133" extrusionOk="0">
                  <a:moveTo>
                    <a:pt x="1073" y="0"/>
                  </a:moveTo>
                  <a:cubicBezTo>
                    <a:pt x="480" y="0"/>
                    <a:pt x="8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7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8" name="Google Shape;3376;p80">
              <a:extLst>
                <a:ext uri="{FF2B5EF4-FFF2-40B4-BE49-F238E27FC236}">
                  <a16:creationId xmlns:a16="http://schemas.microsoft.com/office/drawing/2014/main" id="{1C14E1B0-E3B4-A2A0-4AD0-BC891B5BFAC7}"/>
                </a:ext>
              </a:extLst>
            </p:cNvPr>
            <p:cNvSpPr/>
            <p:nvPr/>
          </p:nvSpPr>
          <p:spPr>
            <a:xfrm>
              <a:off x="5113350" y="1876050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73" y="1"/>
                  </a:moveTo>
                  <a:cubicBezTo>
                    <a:pt x="480" y="1"/>
                    <a:pt x="8" y="472"/>
                    <a:pt x="0" y="1066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9" name="Google Shape;3377;p80">
              <a:extLst>
                <a:ext uri="{FF2B5EF4-FFF2-40B4-BE49-F238E27FC236}">
                  <a16:creationId xmlns:a16="http://schemas.microsoft.com/office/drawing/2014/main" id="{DD9D14E9-4620-A7AC-FC27-E4211BF616A6}"/>
                </a:ext>
              </a:extLst>
            </p:cNvPr>
            <p:cNvSpPr/>
            <p:nvPr/>
          </p:nvSpPr>
          <p:spPr>
            <a:xfrm>
              <a:off x="5113350" y="1952050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73" y="1"/>
                  </a:moveTo>
                  <a:cubicBezTo>
                    <a:pt x="480" y="9"/>
                    <a:pt x="8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96" y="1155"/>
                    <a:pt x="2016" y="1"/>
                    <a:pt x="107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0" name="Google Shape;3378;p80">
              <a:extLst>
                <a:ext uri="{FF2B5EF4-FFF2-40B4-BE49-F238E27FC236}">
                  <a16:creationId xmlns:a16="http://schemas.microsoft.com/office/drawing/2014/main" id="{83F26536-5343-6CAB-7FD4-AEDD73B9C27F}"/>
                </a:ext>
              </a:extLst>
            </p:cNvPr>
            <p:cNvSpPr/>
            <p:nvPr/>
          </p:nvSpPr>
          <p:spPr>
            <a:xfrm>
              <a:off x="5113350" y="2028275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73" y="1"/>
                  </a:moveTo>
                  <a:cubicBezTo>
                    <a:pt x="480" y="1"/>
                    <a:pt x="8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1" name="Google Shape;3379;p80">
              <a:extLst>
                <a:ext uri="{FF2B5EF4-FFF2-40B4-BE49-F238E27FC236}">
                  <a16:creationId xmlns:a16="http://schemas.microsoft.com/office/drawing/2014/main" id="{87352C56-62DA-50DA-F0DF-F52C4DDE2939}"/>
                </a:ext>
              </a:extLst>
            </p:cNvPr>
            <p:cNvSpPr/>
            <p:nvPr/>
          </p:nvSpPr>
          <p:spPr>
            <a:xfrm>
              <a:off x="5113350" y="2104500"/>
              <a:ext cx="62400" cy="53325"/>
            </a:xfrm>
            <a:custGeom>
              <a:avLst/>
              <a:gdLst/>
              <a:ahLst/>
              <a:cxnLst/>
              <a:rect l="l" t="t" r="r" b="b"/>
              <a:pathLst>
                <a:path w="2496" h="2133" extrusionOk="0">
                  <a:moveTo>
                    <a:pt x="1073" y="0"/>
                  </a:moveTo>
                  <a:cubicBezTo>
                    <a:pt x="480" y="0"/>
                    <a:pt x="8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7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2" name="Google Shape;3380;p80">
              <a:extLst>
                <a:ext uri="{FF2B5EF4-FFF2-40B4-BE49-F238E27FC236}">
                  <a16:creationId xmlns:a16="http://schemas.microsoft.com/office/drawing/2014/main" id="{2EF957F8-542D-34A0-E399-9F65B7A99696}"/>
                </a:ext>
              </a:extLst>
            </p:cNvPr>
            <p:cNvSpPr/>
            <p:nvPr/>
          </p:nvSpPr>
          <p:spPr>
            <a:xfrm>
              <a:off x="5113350" y="2180700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73" y="1"/>
                  </a:moveTo>
                  <a:cubicBezTo>
                    <a:pt x="480" y="1"/>
                    <a:pt x="8" y="480"/>
                    <a:pt x="0" y="1066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3" name="Google Shape;3381;p80">
              <a:extLst>
                <a:ext uri="{FF2B5EF4-FFF2-40B4-BE49-F238E27FC236}">
                  <a16:creationId xmlns:a16="http://schemas.microsoft.com/office/drawing/2014/main" id="{148EACCA-ADA2-9168-9178-760053E0EA46}"/>
                </a:ext>
              </a:extLst>
            </p:cNvPr>
            <p:cNvSpPr/>
            <p:nvPr/>
          </p:nvSpPr>
          <p:spPr>
            <a:xfrm>
              <a:off x="5113350" y="2256925"/>
              <a:ext cx="62550" cy="53425"/>
            </a:xfrm>
            <a:custGeom>
              <a:avLst/>
              <a:gdLst/>
              <a:ahLst/>
              <a:cxnLst/>
              <a:rect l="l" t="t" r="r" b="b"/>
              <a:pathLst>
                <a:path w="2502" h="2137" extrusionOk="0">
                  <a:moveTo>
                    <a:pt x="1083" y="0"/>
                  </a:moveTo>
                  <a:cubicBezTo>
                    <a:pt x="1080" y="0"/>
                    <a:pt x="1077" y="0"/>
                    <a:pt x="1073" y="0"/>
                  </a:cubicBez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80" y="2137"/>
                  </a:cubicBezTo>
                  <a:cubicBezTo>
                    <a:pt x="1343" y="2137"/>
                    <a:pt x="1611" y="2039"/>
                    <a:pt x="1829" y="1821"/>
                  </a:cubicBezTo>
                  <a:cubicBezTo>
                    <a:pt x="2502" y="1149"/>
                    <a:pt x="2028" y="0"/>
                    <a:pt x="108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4" name="Google Shape;3382;p80">
              <a:extLst>
                <a:ext uri="{FF2B5EF4-FFF2-40B4-BE49-F238E27FC236}">
                  <a16:creationId xmlns:a16="http://schemas.microsoft.com/office/drawing/2014/main" id="{7F563A11-1CCF-FA8C-3C69-1E7CD3B6115E}"/>
                </a:ext>
              </a:extLst>
            </p:cNvPr>
            <p:cNvSpPr/>
            <p:nvPr/>
          </p:nvSpPr>
          <p:spPr>
            <a:xfrm>
              <a:off x="5113350" y="2333125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73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5" name="Google Shape;3383;p80">
              <a:extLst>
                <a:ext uri="{FF2B5EF4-FFF2-40B4-BE49-F238E27FC236}">
                  <a16:creationId xmlns:a16="http://schemas.microsoft.com/office/drawing/2014/main" id="{1D31CE0D-ED14-B34E-6162-59A27AB77701}"/>
                </a:ext>
              </a:extLst>
            </p:cNvPr>
            <p:cNvSpPr/>
            <p:nvPr/>
          </p:nvSpPr>
          <p:spPr>
            <a:xfrm>
              <a:off x="5113350" y="2409350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73" y="0"/>
                  </a:moveTo>
                  <a:cubicBezTo>
                    <a:pt x="480" y="0"/>
                    <a:pt x="8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7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6" name="Google Shape;3384;p80">
              <a:extLst>
                <a:ext uri="{FF2B5EF4-FFF2-40B4-BE49-F238E27FC236}">
                  <a16:creationId xmlns:a16="http://schemas.microsoft.com/office/drawing/2014/main" id="{E927D2BB-400D-0C28-30EC-627506B5972D}"/>
                </a:ext>
              </a:extLst>
            </p:cNvPr>
            <p:cNvSpPr/>
            <p:nvPr/>
          </p:nvSpPr>
          <p:spPr>
            <a:xfrm>
              <a:off x="5113350" y="2485550"/>
              <a:ext cx="62400" cy="53300"/>
            </a:xfrm>
            <a:custGeom>
              <a:avLst/>
              <a:gdLst/>
              <a:ahLst/>
              <a:cxnLst/>
              <a:rect l="l" t="t" r="r" b="b"/>
              <a:pathLst>
                <a:path w="2496" h="2132" extrusionOk="0">
                  <a:moveTo>
                    <a:pt x="1073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8"/>
                    <a:pt x="526" y="2131"/>
                    <a:pt x="1073" y="2131"/>
                  </a:cubicBezTo>
                  <a:cubicBezTo>
                    <a:pt x="1336" y="2131"/>
                    <a:pt x="1604" y="2033"/>
                    <a:pt x="1821" y="1814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7" name="Google Shape;3385;p80">
              <a:extLst>
                <a:ext uri="{FF2B5EF4-FFF2-40B4-BE49-F238E27FC236}">
                  <a16:creationId xmlns:a16="http://schemas.microsoft.com/office/drawing/2014/main" id="{84CC5C73-0DE4-E09C-8C55-A84EB2E6BE4E}"/>
                </a:ext>
              </a:extLst>
            </p:cNvPr>
            <p:cNvSpPr/>
            <p:nvPr/>
          </p:nvSpPr>
          <p:spPr>
            <a:xfrm>
              <a:off x="4732475" y="14952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8" name="Google Shape;3386;p80">
              <a:extLst>
                <a:ext uri="{FF2B5EF4-FFF2-40B4-BE49-F238E27FC236}">
                  <a16:creationId xmlns:a16="http://schemas.microsoft.com/office/drawing/2014/main" id="{B8F7F5B0-194E-DAF7-9DC6-66DED41A1913}"/>
                </a:ext>
              </a:extLst>
            </p:cNvPr>
            <p:cNvSpPr/>
            <p:nvPr/>
          </p:nvSpPr>
          <p:spPr>
            <a:xfrm>
              <a:off x="4732475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74" y="1"/>
                  </a:moveTo>
                  <a:cubicBezTo>
                    <a:pt x="480" y="1"/>
                    <a:pt x="9" y="472"/>
                    <a:pt x="1" y="1066"/>
                  </a:cubicBezTo>
                  <a:cubicBezTo>
                    <a:pt x="1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2" y="1813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9" name="Google Shape;3387;p80">
              <a:extLst>
                <a:ext uri="{FF2B5EF4-FFF2-40B4-BE49-F238E27FC236}">
                  <a16:creationId xmlns:a16="http://schemas.microsoft.com/office/drawing/2014/main" id="{77ABB6A2-5F67-2F82-01BA-809C49A10C46}"/>
                </a:ext>
              </a:extLst>
            </p:cNvPr>
            <p:cNvSpPr/>
            <p:nvPr/>
          </p:nvSpPr>
          <p:spPr>
            <a:xfrm>
              <a:off x="4732475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1"/>
                    <a:pt x="9" y="481"/>
                    <a:pt x="1" y="1066"/>
                  </a:cubicBezTo>
                  <a:cubicBezTo>
                    <a:pt x="1" y="1710"/>
                    <a:pt x="526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96" y="1155"/>
                    <a:pt x="2017" y="1"/>
                    <a:pt x="107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0" name="Google Shape;3388;p80">
              <a:extLst>
                <a:ext uri="{FF2B5EF4-FFF2-40B4-BE49-F238E27FC236}">
                  <a16:creationId xmlns:a16="http://schemas.microsoft.com/office/drawing/2014/main" id="{C9BB21FD-E26B-215F-1844-5449D37851D7}"/>
                </a:ext>
              </a:extLst>
            </p:cNvPr>
            <p:cNvSpPr/>
            <p:nvPr/>
          </p:nvSpPr>
          <p:spPr>
            <a:xfrm>
              <a:off x="4732475" y="17236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1" name="Google Shape;3389;p80">
              <a:extLst>
                <a:ext uri="{FF2B5EF4-FFF2-40B4-BE49-F238E27FC236}">
                  <a16:creationId xmlns:a16="http://schemas.microsoft.com/office/drawing/2014/main" id="{7EFB69C1-0C4C-4CA1-8774-D0A1D6C966B5}"/>
                </a:ext>
              </a:extLst>
            </p:cNvPr>
            <p:cNvSpPr/>
            <p:nvPr/>
          </p:nvSpPr>
          <p:spPr>
            <a:xfrm>
              <a:off x="4732475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2" name="Google Shape;3390;p80">
              <a:extLst>
                <a:ext uri="{FF2B5EF4-FFF2-40B4-BE49-F238E27FC236}">
                  <a16:creationId xmlns:a16="http://schemas.microsoft.com/office/drawing/2014/main" id="{7A9E4393-65BE-7A8B-381D-72FD3AD327F5}"/>
                </a:ext>
              </a:extLst>
            </p:cNvPr>
            <p:cNvSpPr/>
            <p:nvPr/>
          </p:nvSpPr>
          <p:spPr>
            <a:xfrm>
              <a:off x="4732475" y="18760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72"/>
                    <a:pt x="1" y="1066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3" name="Google Shape;3391;p80">
              <a:extLst>
                <a:ext uri="{FF2B5EF4-FFF2-40B4-BE49-F238E27FC236}">
                  <a16:creationId xmlns:a16="http://schemas.microsoft.com/office/drawing/2014/main" id="{3E155EDD-9B61-BFAF-8240-9F750A770945}"/>
                </a:ext>
              </a:extLst>
            </p:cNvPr>
            <p:cNvSpPr/>
            <p:nvPr/>
          </p:nvSpPr>
          <p:spPr>
            <a:xfrm>
              <a:off x="4732475" y="19520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9"/>
                    <a:pt x="9" y="481"/>
                    <a:pt x="1" y="1074"/>
                  </a:cubicBezTo>
                  <a:cubicBezTo>
                    <a:pt x="1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2" y="1822"/>
                  </a:cubicBezTo>
                  <a:cubicBezTo>
                    <a:pt x="2496" y="1155"/>
                    <a:pt x="2017" y="1"/>
                    <a:pt x="107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4" name="Google Shape;3392;p80">
              <a:extLst>
                <a:ext uri="{FF2B5EF4-FFF2-40B4-BE49-F238E27FC236}">
                  <a16:creationId xmlns:a16="http://schemas.microsoft.com/office/drawing/2014/main" id="{559ED97D-7CB3-BB9E-4A27-60AFA4486F57}"/>
                </a:ext>
              </a:extLst>
            </p:cNvPr>
            <p:cNvSpPr/>
            <p:nvPr/>
          </p:nvSpPr>
          <p:spPr>
            <a:xfrm>
              <a:off x="4732475" y="20282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1"/>
                    <a:pt x="9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4" y="2040"/>
                    <a:pt x="1822" y="1821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5" name="Google Shape;3393;p80">
              <a:extLst>
                <a:ext uri="{FF2B5EF4-FFF2-40B4-BE49-F238E27FC236}">
                  <a16:creationId xmlns:a16="http://schemas.microsoft.com/office/drawing/2014/main" id="{F08D4620-D8E6-8B7A-6839-670799C7D0F0}"/>
                </a:ext>
              </a:extLst>
            </p:cNvPr>
            <p:cNvSpPr/>
            <p:nvPr/>
          </p:nvSpPr>
          <p:spPr>
            <a:xfrm>
              <a:off x="4732475" y="21045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6" name="Google Shape;3394;p80">
              <a:extLst>
                <a:ext uri="{FF2B5EF4-FFF2-40B4-BE49-F238E27FC236}">
                  <a16:creationId xmlns:a16="http://schemas.microsoft.com/office/drawing/2014/main" id="{3E7251AB-2C4A-9C40-0877-171653287283}"/>
                </a:ext>
              </a:extLst>
            </p:cNvPr>
            <p:cNvSpPr/>
            <p:nvPr/>
          </p:nvSpPr>
          <p:spPr>
            <a:xfrm>
              <a:off x="4732475" y="21807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6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7" name="Google Shape;3395;p80">
              <a:extLst>
                <a:ext uri="{FF2B5EF4-FFF2-40B4-BE49-F238E27FC236}">
                  <a16:creationId xmlns:a16="http://schemas.microsoft.com/office/drawing/2014/main" id="{867FF78F-07B3-DB7A-A6EB-E2F183CE98F5}"/>
                </a:ext>
              </a:extLst>
            </p:cNvPr>
            <p:cNvSpPr/>
            <p:nvPr/>
          </p:nvSpPr>
          <p:spPr>
            <a:xfrm>
              <a:off x="4732475" y="2256925"/>
              <a:ext cx="62575" cy="53425"/>
            </a:xfrm>
            <a:custGeom>
              <a:avLst/>
              <a:gdLst/>
              <a:ahLst/>
              <a:cxnLst/>
              <a:rect l="l" t="t" r="r" b="b"/>
              <a:pathLst>
                <a:path w="2503" h="2137" extrusionOk="0">
                  <a:moveTo>
                    <a:pt x="1084" y="0"/>
                  </a:moveTo>
                  <a:cubicBezTo>
                    <a:pt x="1080" y="0"/>
                    <a:pt x="1077" y="0"/>
                    <a:pt x="1074" y="0"/>
                  </a:cubicBez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9" y="2137"/>
                    <a:pt x="1080" y="2137"/>
                  </a:cubicBezTo>
                  <a:cubicBezTo>
                    <a:pt x="1344" y="2137"/>
                    <a:pt x="1612" y="2039"/>
                    <a:pt x="1830" y="1821"/>
                  </a:cubicBezTo>
                  <a:cubicBezTo>
                    <a:pt x="2502" y="1149"/>
                    <a:pt x="2028" y="0"/>
                    <a:pt x="108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8" name="Google Shape;3396;p80">
              <a:extLst>
                <a:ext uri="{FF2B5EF4-FFF2-40B4-BE49-F238E27FC236}">
                  <a16:creationId xmlns:a16="http://schemas.microsoft.com/office/drawing/2014/main" id="{58366331-2398-D463-E78E-1F5FB4DF5FD0}"/>
                </a:ext>
              </a:extLst>
            </p:cNvPr>
            <p:cNvSpPr/>
            <p:nvPr/>
          </p:nvSpPr>
          <p:spPr>
            <a:xfrm>
              <a:off x="4732475" y="23331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4" y="2040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9" name="Google Shape;3397;p80">
              <a:extLst>
                <a:ext uri="{FF2B5EF4-FFF2-40B4-BE49-F238E27FC236}">
                  <a16:creationId xmlns:a16="http://schemas.microsoft.com/office/drawing/2014/main" id="{7DC033FD-C3FB-65BE-D5A2-21C95A3B4774}"/>
                </a:ext>
              </a:extLst>
            </p:cNvPr>
            <p:cNvSpPr/>
            <p:nvPr/>
          </p:nvSpPr>
          <p:spPr>
            <a:xfrm>
              <a:off x="4351600" y="2256925"/>
              <a:ext cx="62575" cy="53425"/>
            </a:xfrm>
            <a:custGeom>
              <a:avLst/>
              <a:gdLst/>
              <a:ahLst/>
              <a:cxnLst/>
              <a:rect l="l" t="t" r="r" b="b"/>
              <a:pathLst>
                <a:path w="2503" h="2137" extrusionOk="0">
                  <a:moveTo>
                    <a:pt x="1084" y="0"/>
                  </a:moveTo>
                  <a:cubicBezTo>
                    <a:pt x="1081" y="0"/>
                    <a:pt x="1077" y="0"/>
                    <a:pt x="1074" y="0"/>
                  </a:cubicBez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7"/>
                    <a:pt x="1081" y="2137"/>
                  </a:cubicBezTo>
                  <a:cubicBezTo>
                    <a:pt x="1344" y="2137"/>
                    <a:pt x="1612" y="2039"/>
                    <a:pt x="1830" y="1821"/>
                  </a:cubicBezTo>
                  <a:cubicBezTo>
                    <a:pt x="2502" y="1149"/>
                    <a:pt x="2029" y="0"/>
                    <a:pt x="108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0" name="Google Shape;3398;p80">
              <a:extLst>
                <a:ext uri="{FF2B5EF4-FFF2-40B4-BE49-F238E27FC236}">
                  <a16:creationId xmlns:a16="http://schemas.microsoft.com/office/drawing/2014/main" id="{224539AC-C9B0-6300-04BB-160B68520410}"/>
                </a:ext>
              </a:extLst>
            </p:cNvPr>
            <p:cNvSpPr/>
            <p:nvPr/>
          </p:nvSpPr>
          <p:spPr>
            <a:xfrm>
              <a:off x="4351600" y="2485550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74" y="1"/>
                  </a:moveTo>
                  <a:cubicBezTo>
                    <a:pt x="481" y="1"/>
                    <a:pt x="9" y="472"/>
                    <a:pt x="1" y="1066"/>
                  </a:cubicBezTo>
                  <a:cubicBezTo>
                    <a:pt x="1" y="1708"/>
                    <a:pt x="527" y="2131"/>
                    <a:pt x="1074" y="2131"/>
                  </a:cubicBezTo>
                  <a:cubicBezTo>
                    <a:pt x="1337" y="2131"/>
                    <a:pt x="1605" y="2033"/>
                    <a:pt x="1822" y="1814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1" name="Google Shape;3399;p80">
              <a:extLst>
                <a:ext uri="{FF2B5EF4-FFF2-40B4-BE49-F238E27FC236}">
                  <a16:creationId xmlns:a16="http://schemas.microsoft.com/office/drawing/2014/main" id="{0F46D734-52AF-59D0-B0A7-A7041B7596CD}"/>
                </a:ext>
              </a:extLst>
            </p:cNvPr>
            <p:cNvSpPr/>
            <p:nvPr/>
          </p:nvSpPr>
          <p:spPr>
            <a:xfrm>
              <a:off x="4351600" y="24093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2" name="Google Shape;3400;p80">
              <a:extLst>
                <a:ext uri="{FF2B5EF4-FFF2-40B4-BE49-F238E27FC236}">
                  <a16:creationId xmlns:a16="http://schemas.microsoft.com/office/drawing/2014/main" id="{0C2D9C7C-4B65-A102-AF50-1C4D4E68BC9D}"/>
                </a:ext>
              </a:extLst>
            </p:cNvPr>
            <p:cNvSpPr/>
            <p:nvPr/>
          </p:nvSpPr>
          <p:spPr>
            <a:xfrm>
              <a:off x="4351600" y="23331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7" y="2040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3" name="Google Shape;3401;p80">
              <a:extLst>
                <a:ext uri="{FF2B5EF4-FFF2-40B4-BE49-F238E27FC236}">
                  <a16:creationId xmlns:a16="http://schemas.microsoft.com/office/drawing/2014/main" id="{C4692D9D-D6D2-89B3-92C4-B6A542AE80F5}"/>
                </a:ext>
              </a:extLst>
            </p:cNvPr>
            <p:cNvSpPr/>
            <p:nvPr/>
          </p:nvSpPr>
          <p:spPr>
            <a:xfrm>
              <a:off x="4427825" y="2256925"/>
              <a:ext cx="62575" cy="53425"/>
            </a:xfrm>
            <a:custGeom>
              <a:avLst/>
              <a:gdLst/>
              <a:ahLst/>
              <a:cxnLst/>
              <a:rect l="l" t="t" r="r" b="b"/>
              <a:pathLst>
                <a:path w="2503" h="2137" extrusionOk="0">
                  <a:moveTo>
                    <a:pt x="1076" y="0"/>
                  </a:moveTo>
                  <a:cubicBezTo>
                    <a:pt x="1072" y="0"/>
                    <a:pt x="1069" y="0"/>
                    <a:pt x="1065" y="0"/>
                  </a:cubicBez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9" y="2137"/>
                    <a:pt x="1080" y="2137"/>
                  </a:cubicBezTo>
                  <a:cubicBezTo>
                    <a:pt x="1343" y="2137"/>
                    <a:pt x="1612" y="2039"/>
                    <a:pt x="1830" y="1821"/>
                  </a:cubicBezTo>
                  <a:cubicBezTo>
                    <a:pt x="2502" y="1149"/>
                    <a:pt x="2028" y="0"/>
                    <a:pt x="107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4" name="Google Shape;3402;p80">
              <a:extLst>
                <a:ext uri="{FF2B5EF4-FFF2-40B4-BE49-F238E27FC236}">
                  <a16:creationId xmlns:a16="http://schemas.microsoft.com/office/drawing/2014/main" id="{1A43B135-C382-2217-2B46-3CF9C2040216}"/>
                </a:ext>
              </a:extLst>
            </p:cNvPr>
            <p:cNvSpPr/>
            <p:nvPr/>
          </p:nvSpPr>
          <p:spPr>
            <a:xfrm>
              <a:off x="4427825" y="23331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2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5" name="Google Shape;3403;p80">
              <a:extLst>
                <a:ext uri="{FF2B5EF4-FFF2-40B4-BE49-F238E27FC236}">
                  <a16:creationId xmlns:a16="http://schemas.microsoft.com/office/drawing/2014/main" id="{7E7039F4-A872-DD35-A6D4-B650469C9917}"/>
                </a:ext>
              </a:extLst>
            </p:cNvPr>
            <p:cNvSpPr/>
            <p:nvPr/>
          </p:nvSpPr>
          <p:spPr>
            <a:xfrm>
              <a:off x="4504050" y="1571400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6" name="Google Shape;3404;p80">
              <a:extLst>
                <a:ext uri="{FF2B5EF4-FFF2-40B4-BE49-F238E27FC236}">
                  <a16:creationId xmlns:a16="http://schemas.microsoft.com/office/drawing/2014/main" id="{CE8E0912-266C-4E35-D299-40B2019D87F5}"/>
                </a:ext>
              </a:extLst>
            </p:cNvPr>
            <p:cNvSpPr/>
            <p:nvPr/>
          </p:nvSpPr>
          <p:spPr>
            <a:xfrm>
              <a:off x="4504050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7" name="Google Shape;3405;p80">
              <a:extLst>
                <a:ext uri="{FF2B5EF4-FFF2-40B4-BE49-F238E27FC236}">
                  <a16:creationId xmlns:a16="http://schemas.microsoft.com/office/drawing/2014/main" id="{4838E36D-BB44-90E7-ABA2-516544D3D4C5}"/>
                </a:ext>
              </a:extLst>
            </p:cNvPr>
            <p:cNvSpPr/>
            <p:nvPr/>
          </p:nvSpPr>
          <p:spPr>
            <a:xfrm>
              <a:off x="4504050" y="17236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8" name="Google Shape;3406;p80">
              <a:extLst>
                <a:ext uri="{FF2B5EF4-FFF2-40B4-BE49-F238E27FC236}">
                  <a16:creationId xmlns:a16="http://schemas.microsoft.com/office/drawing/2014/main" id="{C4989A6B-7FAC-D59F-7B92-8C052F9B2416}"/>
                </a:ext>
              </a:extLst>
            </p:cNvPr>
            <p:cNvSpPr/>
            <p:nvPr/>
          </p:nvSpPr>
          <p:spPr>
            <a:xfrm>
              <a:off x="4504050" y="17998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9" name="Google Shape;3407;p80">
              <a:extLst>
                <a:ext uri="{FF2B5EF4-FFF2-40B4-BE49-F238E27FC236}">
                  <a16:creationId xmlns:a16="http://schemas.microsoft.com/office/drawing/2014/main" id="{5496CBBC-FCF9-BF38-73A3-1BD4CF4C5329}"/>
                </a:ext>
              </a:extLst>
            </p:cNvPr>
            <p:cNvSpPr/>
            <p:nvPr/>
          </p:nvSpPr>
          <p:spPr>
            <a:xfrm>
              <a:off x="4504050" y="18760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0" name="Google Shape;3408;p80">
              <a:extLst>
                <a:ext uri="{FF2B5EF4-FFF2-40B4-BE49-F238E27FC236}">
                  <a16:creationId xmlns:a16="http://schemas.microsoft.com/office/drawing/2014/main" id="{220226CD-1DF0-5B8F-4A37-0D8B1BCA44DF}"/>
                </a:ext>
              </a:extLst>
            </p:cNvPr>
            <p:cNvSpPr/>
            <p:nvPr/>
          </p:nvSpPr>
          <p:spPr>
            <a:xfrm>
              <a:off x="4504050" y="19520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1" name="Google Shape;3409;p80">
              <a:extLst>
                <a:ext uri="{FF2B5EF4-FFF2-40B4-BE49-F238E27FC236}">
                  <a16:creationId xmlns:a16="http://schemas.microsoft.com/office/drawing/2014/main" id="{58F72E9B-4644-954A-5D69-529DD564E8AE}"/>
                </a:ext>
              </a:extLst>
            </p:cNvPr>
            <p:cNvSpPr/>
            <p:nvPr/>
          </p:nvSpPr>
          <p:spPr>
            <a:xfrm>
              <a:off x="4504050" y="20282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2" name="Google Shape;3410;p80">
              <a:extLst>
                <a:ext uri="{FF2B5EF4-FFF2-40B4-BE49-F238E27FC236}">
                  <a16:creationId xmlns:a16="http://schemas.microsoft.com/office/drawing/2014/main" id="{DA6E98E3-6F2B-58EC-D3F1-0A72378DF059}"/>
                </a:ext>
              </a:extLst>
            </p:cNvPr>
            <p:cNvSpPr/>
            <p:nvPr/>
          </p:nvSpPr>
          <p:spPr>
            <a:xfrm>
              <a:off x="4504050" y="21045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3" name="Google Shape;3411;p80">
              <a:extLst>
                <a:ext uri="{FF2B5EF4-FFF2-40B4-BE49-F238E27FC236}">
                  <a16:creationId xmlns:a16="http://schemas.microsoft.com/office/drawing/2014/main" id="{EAA03402-CE7C-9024-C8CA-15D8996901E2}"/>
                </a:ext>
              </a:extLst>
            </p:cNvPr>
            <p:cNvSpPr/>
            <p:nvPr/>
          </p:nvSpPr>
          <p:spPr>
            <a:xfrm>
              <a:off x="4504050" y="21807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4" name="Google Shape;3412;p80">
              <a:extLst>
                <a:ext uri="{FF2B5EF4-FFF2-40B4-BE49-F238E27FC236}">
                  <a16:creationId xmlns:a16="http://schemas.microsoft.com/office/drawing/2014/main" id="{769C7DE3-EB16-29C7-9F15-17D573C4D7EE}"/>
                </a:ext>
              </a:extLst>
            </p:cNvPr>
            <p:cNvSpPr/>
            <p:nvPr/>
          </p:nvSpPr>
          <p:spPr>
            <a:xfrm>
              <a:off x="4504050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5" y="0"/>
                  </a:moveTo>
                  <a:cubicBezTo>
                    <a:pt x="1072" y="0"/>
                    <a:pt x="1068" y="0"/>
                    <a:pt x="1065" y="0"/>
                  </a:cubicBez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80" y="2137"/>
                  </a:cubicBezTo>
                  <a:cubicBezTo>
                    <a:pt x="1343" y="2137"/>
                    <a:pt x="1611" y="2039"/>
                    <a:pt x="1829" y="1821"/>
                  </a:cubicBezTo>
                  <a:cubicBezTo>
                    <a:pt x="2493" y="1149"/>
                    <a:pt x="2020" y="0"/>
                    <a:pt x="107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5" name="Google Shape;3413;p80">
              <a:extLst>
                <a:ext uri="{FF2B5EF4-FFF2-40B4-BE49-F238E27FC236}">
                  <a16:creationId xmlns:a16="http://schemas.microsoft.com/office/drawing/2014/main" id="{2CB44273-88D4-CFF4-FEA8-11ED2B14C7D4}"/>
                </a:ext>
              </a:extLst>
            </p:cNvPr>
            <p:cNvSpPr/>
            <p:nvPr/>
          </p:nvSpPr>
          <p:spPr>
            <a:xfrm>
              <a:off x="4504050" y="233312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6" name="Google Shape;3414;p80">
              <a:extLst>
                <a:ext uri="{FF2B5EF4-FFF2-40B4-BE49-F238E27FC236}">
                  <a16:creationId xmlns:a16="http://schemas.microsoft.com/office/drawing/2014/main" id="{ADAFAFA3-F747-E154-FA41-1B15612B4287}"/>
                </a:ext>
              </a:extLst>
            </p:cNvPr>
            <p:cNvSpPr/>
            <p:nvPr/>
          </p:nvSpPr>
          <p:spPr>
            <a:xfrm>
              <a:off x="4504050" y="24093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7" name="Google Shape;3415;p80">
              <a:extLst>
                <a:ext uri="{FF2B5EF4-FFF2-40B4-BE49-F238E27FC236}">
                  <a16:creationId xmlns:a16="http://schemas.microsoft.com/office/drawing/2014/main" id="{98D407A3-50A6-C09C-45AA-46E37B614CAA}"/>
                </a:ext>
              </a:extLst>
            </p:cNvPr>
            <p:cNvSpPr/>
            <p:nvPr/>
          </p:nvSpPr>
          <p:spPr>
            <a:xfrm>
              <a:off x="4580250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3" y="2129"/>
                  </a:cubicBezTo>
                  <a:cubicBezTo>
                    <a:pt x="1336" y="2129"/>
                    <a:pt x="1603" y="2032"/>
                    <a:pt x="1822" y="1813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8" name="Google Shape;3416;p80">
              <a:extLst>
                <a:ext uri="{FF2B5EF4-FFF2-40B4-BE49-F238E27FC236}">
                  <a16:creationId xmlns:a16="http://schemas.microsoft.com/office/drawing/2014/main" id="{A73DBD3C-DCE6-801E-E72F-94BC9306F429}"/>
                </a:ext>
              </a:extLst>
            </p:cNvPr>
            <p:cNvSpPr/>
            <p:nvPr/>
          </p:nvSpPr>
          <p:spPr>
            <a:xfrm>
              <a:off x="4580250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9" name="Google Shape;3417;p80">
              <a:extLst>
                <a:ext uri="{FF2B5EF4-FFF2-40B4-BE49-F238E27FC236}">
                  <a16:creationId xmlns:a16="http://schemas.microsoft.com/office/drawing/2014/main" id="{F35D5C0E-67B7-5D91-5E05-4836629FC2FC}"/>
                </a:ext>
              </a:extLst>
            </p:cNvPr>
            <p:cNvSpPr/>
            <p:nvPr/>
          </p:nvSpPr>
          <p:spPr>
            <a:xfrm>
              <a:off x="4580250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0" name="Google Shape;3418;p80">
              <a:extLst>
                <a:ext uri="{FF2B5EF4-FFF2-40B4-BE49-F238E27FC236}">
                  <a16:creationId xmlns:a16="http://schemas.microsoft.com/office/drawing/2014/main" id="{E873F112-9E95-C8A9-B9B3-CFA9602EE76F}"/>
                </a:ext>
              </a:extLst>
            </p:cNvPr>
            <p:cNvSpPr/>
            <p:nvPr/>
          </p:nvSpPr>
          <p:spPr>
            <a:xfrm>
              <a:off x="4580250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1" name="Google Shape;3419;p80">
              <a:extLst>
                <a:ext uri="{FF2B5EF4-FFF2-40B4-BE49-F238E27FC236}">
                  <a16:creationId xmlns:a16="http://schemas.microsoft.com/office/drawing/2014/main" id="{BC2F9E9D-0131-4B0B-084C-C905444A2A88}"/>
                </a:ext>
              </a:extLst>
            </p:cNvPr>
            <p:cNvSpPr/>
            <p:nvPr/>
          </p:nvSpPr>
          <p:spPr>
            <a:xfrm>
              <a:off x="4580250" y="187605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2" y="1813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2" name="Google Shape;3420;p80">
              <a:extLst>
                <a:ext uri="{FF2B5EF4-FFF2-40B4-BE49-F238E27FC236}">
                  <a16:creationId xmlns:a16="http://schemas.microsoft.com/office/drawing/2014/main" id="{F52D7043-ABEB-2204-E358-B248C31A60D0}"/>
                </a:ext>
              </a:extLst>
            </p:cNvPr>
            <p:cNvSpPr/>
            <p:nvPr/>
          </p:nvSpPr>
          <p:spPr>
            <a:xfrm>
              <a:off x="4580250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3" y="2138"/>
                  </a:cubicBezTo>
                  <a:cubicBezTo>
                    <a:pt x="1336" y="2138"/>
                    <a:pt x="1603" y="2040"/>
                    <a:pt x="1822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3" name="Google Shape;3421;p80">
              <a:extLst>
                <a:ext uri="{FF2B5EF4-FFF2-40B4-BE49-F238E27FC236}">
                  <a16:creationId xmlns:a16="http://schemas.microsoft.com/office/drawing/2014/main" id="{202EFA15-5A88-4B7E-CF9B-12B53D8DADC2}"/>
                </a:ext>
              </a:extLst>
            </p:cNvPr>
            <p:cNvSpPr/>
            <p:nvPr/>
          </p:nvSpPr>
          <p:spPr>
            <a:xfrm>
              <a:off x="4580250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4" y="2040"/>
                    <a:pt x="1822" y="1821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4" name="Google Shape;3422;p80">
              <a:extLst>
                <a:ext uri="{FF2B5EF4-FFF2-40B4-BE49-F238E27FC236}">
                  <a16:creationId xmlns:a16="http://schemas.microsoft.com/office/drawing/2014/main" id="{182CB228-234F-DF6D-BF49-3BAA035105C1}"/>
                </a:ext>
              </a:extLst>
            </p:cNvPr>
            <p:cNvSpPr/>
            <p:nvPr/>
          </p:nvSpPr>
          <p:spPr>
            <a:xfrm>
              <a:off x="4580250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5" name="Google Shape;3423;p80">
              <a:extLst>
                <a:ext uri="{FF2B5EF4-FFF2-40B4-BE49-F238E27FC236}">
                  <a16:creationId xmlns:a16="http://schemas.microsoft.com/office/drawing/2014/main" id="{A96C78CB-370B-C8B4-8D2E-9076E2BE0910}"/>
                </a:ext>
              </a:extLst>
            </p:cNvPr>
            <p:cNvSpPr/>
            <p:nvPr/>
          </p:nvSpPr>
          <p:spPr>
            <a:xfrm>
              <a:off x="4580250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6" name="Google Shape;3424;p80">
              <a:extLst>
                <a:ext uri="{FF2B5EF4-FFF2-40B4-BE49-F238E27FC236}">
                  <a16:creationId xmlns:a16="http://schemas.microsoft.com/office/drawing/2014/main" id="{6C6DAA10-9FC6-0584-5DB4-8EA864B90B1E}"/>
                </a:ext>
              </a:extLst>
            </p:cNvPr>
            <p:cNvSpPr/>
            <p:nvPr/>
          </p:nvSpPr>
          <p:spPr>
            <a:xfrm>
              <a:off x="4580250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6" y="0"/>
                  </a:moveTo>
                  <a:cubicBezTo>
                    <a:pt x="1072" y="0"/>
                    <a:pt x="1069" y="0"/>
                    <a:pt x="1066" y="0"/>
                  </a:cubicBez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9" y="2137"/>
                    <a:pt x="1078" y="2137"/>
                  </a:cubicBezTo>
                  <a:cubicBezTo>
                    <a:pt x="1340" y="2137"/>
                    <a:pt x="1606" y="2039"/>
                    <a:pt x="1822" y="1821"/>
                  </a:cubicBezTo>
                  <a:cubicBezTo>
                    <a:pt x="2494" y="1149"/>
                    <a:pt x="2020" y="0"/>
                    <a:pt x="107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7" name="Google Shape;3425;p80">
              <a:extLst>
                <a:ext uri="{FF2B5EF4-FFF2-40B4-BE49-F238E27FC236}">
                  <a16:creationId xmlns:a16="http://schemas.microsoft.com/office/drawing/2014/main" id="{51147E98-95AE-D26B-2CA4-246DD1CF329C}"/>
                </a:ext>
              </a:extLst>
            </p:cNvPr>
            <p:cNvSpPr/>
            <p:nvPr/>
          </p:nvSpPr>
          <p:spPr>
            <a:xfrm>
              <a:off x="4580250" y="23331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8" name="Google Shape;3426;p80">
              <a:extLst>
                <a:ext uri="{FF2B5EF4-FFF2-40B4-BE49-F238E27FC236}">
                  <a16:creationId xmlns:a16="http://schemas.microsoft.com/office/drawing/2014/main" id="{88FC7857-8BDE-2EFC-00F8-FEA80C45C4C6}"/>
                </a:ext>
              </a:extLst>
            </p:cNvPr>
            <p:cNvSpPr/>
            <p:nvPr/>
          </p:nvSpPr>
          <p:spPr>
            <a:xfrm>
              <a:off x="4580250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9" name="Google Shape;3427;p80">
              <a:extLst>
                <a:ext uri="{FF2B5EF4-FFF2-40B4-BE49-F238E27FC236}">
                  <a16:creationId xmlns:a16="http://schemas.microsoft.com/office/drawing/2014/main" id="{8BC8EEFA-A557-62D6-16B0-4094F4AB2CA8}"/>
                </a:ext>
              </a:extLst>
            </p:cNvPr>
            <p:cNvSpPr/>
            <p:nvPr/>
          </p:nvSpPr>
          <p:spPr>
            <a:xfrm>
              <a:off x="4656475" y="1571400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0" y="2129"/>
                  </a:cubicBezTo>
                  <a:cubicBezTo>
                    <a:pt x="1331" y="2129"/>
                    <a:pt x="1597" y="2032"/>
                    <a:pt x="1813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0" name="Google Shape;3428;p80">
              <a:extLst>
                <a:ext uri="{FF2B5EF4-FFF2-40B4-BE49-F238E27FC236}">
                  <a16:creationId xmlns:a16="http://schemas.microsoft.com/office/drawing/2014/main" id="{0093858D-D577-6A06-C3C8-946CB3FAD238}"/>
                </a:ext>
              </a:extLst>
            </p:cNvPr>
            <p:cNvSpPr/>
            <p:nvPr/>
          </p:nvSpPr>
          <p:spPr>
            <a:xfrm>
              <a:off x="4656475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9"/>
                    <a:pt x="0" y="481"/>
                    <a:pt x="0" y="1066"/>
                  </a:cubicBezTo>
                  <a:cubicBezTo>
                    <a:pt x="0" y="1710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1" name="Google Shape;3429;p80">
              <a:extLst>
                <a:ext uri="{FF2B5EF4-FFF2-40B4-BE49-F238E27FC236}">
                  <a16:creationId xmlns:a16="http://schemas.microsoft.com/office/drawing/2014/main" id="{CE56576F-B0EE-D0E4-AC6D-CFF8ED5B61D4}"/>
                </a:ext>
              </a:extLst>
            </p:cNvPr>
            <p:cNvSpPr/>
            <p:nvPr/>
          </p:nvSpPr>
          <p:spPr>
            <a:xfrm>
              <a:off x="4656475" y="17236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2" name="Google Shape;3430;p80">
              <a:extLst>
                <a:ext uri="{FF2B5EF4-FFF2-40B4-BE49-F238E27FC236}">
                  <a16:creationId xmlns:a16="http://schemas.microsoft.com/office/drawing/2014/main" id="{5D9C5A5D-A721-DC13-67F8-D3E51EA13862}"/>
                </a:ext>
              </a:extLst>
            </p:cNvPr>
            <p:cNvSpPr/>
            <p:nvPr/>
          </p:nvSpPr>
          <p:spPr>
            <a:xfrm>
              <a:off x="4656475" y="17998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3" name="Google Shape;3431;p80">
              <a:extLst>
                <a:ext uri="{FF2B5EF4-FFF2-40B4-BE49-F238E27FC236}">
                  <a16:creationId xmlns:a16="http://schemas.microsoft.com/office/drawing/2014/main" id="{2DBE0514-5958-F881-4FC3-43F95F976E1D}"/>
                </a:ext>
              </a:extLst>
            </p:cNvPr>
            <p:cNvSpPr/>
            <p:nvPr/>
          </p:nvSpPr>
          <p:spPr>
            <a:xfrm>
              <a:off x="4656475" y="1876050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7"/>
                    <a:pt x="522" y="2131"/>
                    <a:pt x="1067" y="2131"/>
                  </a:cubicBezTo>
                  <a:cubicBezTo>
                    <a:pt x="1329" y="2131"/>
                    <a:pt x="1596" y="2033"/>
                    <a:pt x="1813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4" name="Google Shape;3432;p80">
              <a:extLst>
                <a:ext uri="{FF2B5EF4-FFF2-40B4-BE49-F238E27FC236}">
                  <a16:creationId xmlns:a16="http://schemas.microsoft.com/office/drawing/2014/main" id="{9539BD71-6B0E-FCF7-91EA-8907A0E6F366}"/>
                </a:ext>
              </a:extLst>
            </p:cNvPr>
            <p:cNvSpPr/>
            <p:nvPr/>
          </p:nvSpPr>
          <p:spPr>
            <a:xfrm>
              <a:off x="4656475" y="19520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0" y="2138"/>
                  </a:cubicBezTo>
                  <a:cubicBezTo>
                    <a:pt x="1331" y="2138"/>
                    <a:pt x="1597" y="2040"/>
                    <a:pt x="1813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5" name="Google Shape;3433;p80">
              <a:extLst>
                <a:ext uri="{FF2B5EF4-FFF2-40B4-BE49-F238E27FC236}">
                  <a16:creationId xmlns:a16="http://schemas.microsoft.com/office/drawing/2014/main" id="{B1023D02-EF3E-6E5B-F7CE-5E1110E2BA4E}"/>
                </a:ext>
              </a:extLst>
            </p:cNvPr>
            <p:cNvSpPr/>
            <p:nvPr/>
          </p:nvSpPr>
          <p:spPr>
            <a:xfrm>
              <a:off x="4656475" y="20282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3" y="1821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6" name="Google Shape;3434;p80">
              <a:extLst>
                <a:ext uri="{FF2B5EF4-FFF2-40B4-BE49-F238E27FC236}">
                  <a16:creationId xmlns:a16="http://schemas.microsoft.com/office/drawing/2014/main" id="{DE6DB933-93E6-DC46-3AD4-6D4AF798B8EB}"/>
                </a:ext>
              </a:extLst>
            </p:cNvPr>
            <p:cNvSpPr/>
            <p:nvPr/>
          </p:nvSpPr>
          <p:spPr>
            <a:xfrm>
              <a:off x="4656475" y="21045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7" name="Google Shape;3435;p80">
              <a:extLst>
                <a:ext uri="{FF2B5EF4-FFF2-40B4-BE49-F238E27FC236}">
                  <a16:creationId xmlns:a16="http://schemas.microsoft.com/office/drawing/2014/main" id="{0D089771-6248-DF0D-D539-15293984D9C6}"/>
                </a:ext>
              </a:extLst>
            </p:cNvPr>
            <p:cNvSpPr/>
            <p:nvPr/>
          </p:nvSpPr>
          <p:spPr>
            <a:xfrm>
              <a:off x="4656475" y="21807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8" name="Google Shape;3436;p80">
              <a:extLst>
                <a:ext uri="{FF2B5EF4-FFF2-40B4-BE49-F238E27FC236}">
                  <a16:creationId xmlns:a16="http://schemas.microsoft.com/office/drawing/2014/main" id="{6D92F1A5-88F6-4771-9AD7-A0D4D200F997}"/>
                </a:ext>
              </a:extLst>
            </p:cNvPr>
            <p:cNvSpPr/>
            <p:nvPr/>
          </p:nvSpPr>
          <p:spPr>
            <a:xfrm>
              <a:off x="4656475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5" y="0"/>
                  </a:moveTo>
                  <a:cubicBezTo>
                    <a:pt x="1072" y="0"/>
                    <a:pt x="1068" y="0"/>
                    <a:pt x="1065" y="0"/>
                  </a:cubicBez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94" y="1149"/>
                    <a:pt x="2020" y="0"/>
                    <a:pt x="107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9" name="Google Shape;3437;p80">
              <a:extLst>
                <a:ext uri="{FF2B5EF4-FFF2-40B4-BE49-F238E27FC236}">
                  <a16:creationId xmlns:a16="http://schemas.microsoft.com/office/drawing/2014/main" id="{60D53EB1-465B-A188-48C5-463F71B1F4C1}"/>
                </a:ext>
              </a:extLst>
            </p:cNvPr>
            <p:cNvSpPr/>
            <p:nvPr/>
          </p:nvSpPr>
          <p:spPr>
            <a:xfrm>
              <a:off x="4656475" y="233312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0" name="Google Shape;3438;p80">
              <a:extLst>
                <a:ext uri="{FF2B5EF4-FFF2-40B4-BE49-F238E27FC236}">
                  <a16:creationId xmlns:a16="http://schemas.microsoft.com/office/drawing/2014/main" id="{AB607D3B-27C3-1FC6-2C98-C1FBC872D311}"/>
                </a:ext>
              </a:extLst>
            </p:cNvPr>
            <p:cNvSpPr/>
            <p:nvPr/>
          </p:nvSpPr>
          <p:spPr>
            <a:xfrm>
              <a:off x="4656475" y="24093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1" name="Google Shape;3439;p80">
              <a:extLst>
                <a:ext uri="{FF2B5EF4-FFF2-40B4-BE49-F238E27FC236}">
                  <a16:creationId xmlns:a16="http://schemas.microsoft.com/office/drawing/2014/main" id="{F6D7272E-FD0B-4CFB-EF63-C76F17B88238}"/>
                </a:ext>
              </a:extLst>
            </p:cNvPr>
            <p:cNvSpPr/>
            <p:nvPr/>
          </p:nvSpPr>
          <p:spPr>
            <a:xfrm>
              <a:off x="4732475" y="24093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2" name="Google Shape;3440;p80">
              <a:extLst>
                <a:ext uri="{FF2B5EF4-FFF2-40B4-BE49-F238E27FC236}">
                  <a16:creationId xmlns:a16="http://schemas.microsoft.com/office/drawing/2014/main" id="{D8784106-E2DC-A6EB-4381-410907D870E3}"/>
                </a:ext>
              </a:extLst>
            </p:cNvPr>
            <p:cNvSpPr/>
            <p:nvPr/>
          </p:nvSpPr>
          <p:spPr>
            <a:xfrm>
              <a:off x="4732475" y="2485550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74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8"/>
                    <a:pt x="526" y="2131"/>
                    <a:pt x="1073" y="2131"/>
                  </a:cubicBezTo>
                  <a:cubicBezTo>
                    <a:pt x="1337" y="2131"/>
                    <a:pt x="1605" y="2033"/>
                    <a:pt x="1822" y="1814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3" name="Google Shape;3441;p80">
              <a:extLst>
                <a:ext uri="{FF2B5EF4-FFF2-40B4-BE49-F238E27FC236}">
                  <a16:creationId xmlns:a16="http://schemas.microsoft.com/office/drawing/2014/main" id="{2368D9C6-9628-ED88-A87E-3E124E59BEDF}"/>
                </a:ext>
              </a:extLst>
            </p:cNvPr>
            <p:cNvSpPr/>
            <p:nvPr/>
          </p:nvSpPr>
          <p:spPr>
            <a:xfrm>
              <a:off x="4808700" y="1495200"/>
              <a:ext cx="62400" cy="53325"/>
            </a:xfrm>
            <a:custGeom>
              <a:avLst/>
              <a:gdLst/>
              <a:ahLst/>
              <a:cxnLst/>
              <a:rect l="l" t="t" r="r" b="b"/>
              <a:pathLst>
                <a:path w="2496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4" name="Google Shape;3442;p80">
              <a:extLst>
                <a:ext uri="{FF2B5EF4-FFF2-40B4-BE49-F238E27FC236}">
                  <a16:creationId xmlns:a16="http://schemas.microsoft.com/office/drawing/2014/main" id="{C45719E1-D6FB-96E9-F198-CE605C870559}"/>
                </a:ext>
              </a:extLst>
            </p:cNvPr>
            <p:cNvSpPr/>
            <p:nvPr/>
          </p:nvSpPr>
          <p:spPr>
            <a:xfrm>
              <a:off x="4808700" y="1571400"/>
              <a:ext cx="62400" cy="53250"/>
            </a:xfrm>
            <a:custGeom>
              <a:avLst/>
              <a:gdLst/>
              <a:ahLst/>
              <a:cxnLst/>
              <a:rect l="l" t="t" r="r" b="b"/>
              <a:pathLst>
                <a:path w="2496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5" name="Google Shape;3443;p80">
              <a:extLst>
                <a:ext uri="{FF2B5EF4-FFF2-40B4-BE49-F238E27FC236}">
                  <a16:creationId xmlns:a16="http://schemas.microsoft.com/office/drawing/2014/main" id="{367E06D6-8B78-4EC5-C1E9-1C090B6674A1}"/>
                </a:ext>
              </a:extLst>
            </p:cNvPr>
            <p:cNvSpPr/>
            <p:nvPr/>
          </p:nvSpPr>
          <p:spPr>
            <a:xfrm>
              <a:off x="4808700" y="1647400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6" name="Google Shape;3444;p80">
              <a:extLst>
                <a:ext uri="{FF2B5EF4-FFF2-40B4-BE49-F238E27FC236}">
                  <a16:creationId xmlns:a16="http://schemas.microsoft.com/office/drawing/2014/main" id="{95D1C700-5AA6-89F2-9C52-402391872FEC}"/>
                </a:ext>
              </a:extLst>
            </p:cNvPr>
            <p:cNvSpPr/>
            <p:nvPr/>
          </p:nvSpPr>
          <p:spPr>
            <a:xfrm>
              <a:off x="4808700" y="1723625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7" name="Google Shape;3445;p80">
              <a:extLst>
                <a:ext uri="{FF2B5EF4-FFF2-40B4-BE49-F238E27FC236}">
                  <a16:creationId xmlns:a16="http://schemas.microsoft.com/office/drawing/2014/main" id="{1D1C8B64-2E94-8EB3-BA03-AC8E7AA1CC3E}"/>
                </a:ext>
              </a:extLst>
            </p:cNvPr>
            <p:cNvSpPr/>
            <p:nvPr/>
          </p:nvSpPr>
          <p:spPr>
            <a:xfrm>
              <a:off x="4808700" y="1799850"/>
              <a:ext cx="62400" cy="53325"/>
            </a:xfrm>
            <a:custGeom>
              <a:avLst/>
              <a:gdLst/>
              <a:ahLst/>
              <a:cxnLst/>
              <a:rect l="l" t="t" r="r" b="b"/>
              <a:pathLst>
                <a:path w="2496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8" name="Google Shape;3446;p80">
              <a:extLst>
                <a:ext uri="{FF2B5EF4-FFF2-40B4-BE49-F238E27FC236}">
                  <a16:creationId xmlns:a16="http://schemas.microsoft.com/office/drawing/2014/main" id="{73B19C9A-C9CD-90F8-9D44-C6870292B004}"/>
                </a:ext>
              </a:extLst>
            </p:cNvPr>
            <p:cNvSpPr/>
            <p:nvPr/>
          </p:nvSpPr>
          <p:spPr>
            <a:xfrm>
              <a:off x="4808700" y="1876050"/>
              <a:ext cx="62400" cy="53275"/>
            </a:xfrm>
            <a:custGeom>
              <a:avLst/>
              <a:gdLst/>
              <a:ahLst/>
              <a:cxnLst/>
              <a:rect l="l" t="t" r="r" b="b"/>
              <a:pathLst>
                <a:path w="2496" h="2131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3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9" name="Google Shape;3447;p80">
              <a:extLst>
                <a:ext uri="{FF2B5EF4-FFF2-40B4-BE49-F238E27FC236}">
                  <a16:creationId xmlns:a16="http://schemas.microsoft.com/office/drawing/2014/main" id="{242BAC8D-9B77-0A4A-46CC-4D5C205EDC3E}"/>
                </a:ext>
              </a:extLst>
            </p:cNvPr>
            <p:cNvSpPr/>
            <p:nvPr/>
          </p:nvSpPr>
          <p:spPr>
            <a:xfrm>
              <a:off x="4808700" y="1952050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96" y="1155"/>
                    <a:pt x="2016" y="1"/>
                    <a:pt x="106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90" name="Google Shape;3448;p80">
              <a:extLst>
                <a:ext uri="{FF2B5EF4-FFF2-40B4-BE49-F238E27FC236}">
                  <a16:creationId xmlns:a16="http://schemas.microsoft.com/office/drawing/2014/main" id="{0A9CB6EB-2E76-E0C4-D536-8784C67E6642}"/>
                </a:ext>
              </a:extLst>
            </p:cNvPr>
            <p:cNvSpPr/>
            <p:nvPr/>
          </p:nvSpPr>
          <p:spPr>
            <a:xfrm>
              <a:off x="4808700" y="2028275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91" name="Google Shape;3449;p80">
              <a:extLst>
                <a:ext uri="{FF2B5EF4-FFF2-40B4-BE49-F238E27FC236}">
                  <a16:creationId xmlns:a16="http://schemas.microsoft.com/office/drawing/2014/main" id="{19984C1E-A5F1-247D-AC1C-2C844A61ABA8}"/>
                </a:ext>
              </a:extLst>
            </p:cNvPr>
            <p:cNvSpPr/>
            <p:nvPr/>
          </p:nvSpPr>
          <p:spPr>
            <a:xfrm>
              <a:off x="4808700" y="2104500"/>
              <a:ext cx="62400" cy="53325"/>
            </a:xfrm>
            <a:custGeom>
              <a:avLst/>
              <a:gdLst/>
              <a:ahLst/>
              <a:cxnLst/>
              <a:rect l="l" t="t" r="r" b="b"/>
              <a:pathLst>
                <a:path w="2496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92" name="Google Shape;3450;p80">
              <a:extLst>
                <a:ext uri="{FF2B5EF4-FFF2-40B4-BE49-F238E27FC236}">
                  <a16:creationId xmlns:a16="http://schemas.microsoft.com/office/drawing/2014/main" id="{2D0352AC-92FC-F683-CF24-C80C3ACD8A14}"/>
                </a:ext>
              </a:extLst>
            </p:cNvPr>
            <p:cNvSpPr/>
            <p:nvPr/>
          </p:nvSpPr>
          <p:spPr>
            <a:xfrm>
              <a:off x="4808700" y="2180700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93" name="Google Shape;3451;p80">
              <a:extLst>
                <a:ext uri="{FF2B5EF4-FFF2-40B4-BE49-F238E27FC236}">
                  <a16:creationId xmlns:a16="http://schemas.microsoft.com/office/drawing/2014/main" id="{8988CAD8-738F-24C4-52B8-DBB2F11B1535}"/>
                </a:ext>
              </a:extLst>
            </p:cNvPr>
            <p:cNvSpPr/>
            <p:nvPr/>
          </p:nvSpPr>
          <p:spPr>
            <a:xfrm>
              <a:off x="4808700" y="2256925"/>
              <a:ext cx="62550" cy="53425"/>
            </a:xfrm>
            <a:custGeom>
              <a:avLst/>
              <a:gdLst/>
              <a:ahLst/>
              <a:cxnLst/>
              <a:rect l="l" t="t" r="r" b="b"/>
              <a:pathLst>
                <a:path w="2502" h="2137" extrusionOk="0">
                  <a:moveTo>
                    <a:pt x="1075" y="0"/>
                  </a:moveTo>
                  <a:cubicBezTo>
                    <a:pt x="1072" y="0"/>
                    <a:pt x="1068" y="0"/>
                    <a:pt x="1065" y="0"/>
                  </a:cubicBez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80" y="2137"/>
                  </a:cubicBezTo>
                  <a:cubicBezTo>
                    <a:pt x="1343" y="2137"/>
                    <a:pt x="1611" y="2039"/>
                    <a:pt x="1829" y="1821"/>
                  </a:cubicBezTo>
                  <a:cubicBezTo>
                    <a:pt x="2502" y="1149"/>
                    <a:pt x="2028" y="0"/>
                    <a:pt x="107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94" name="Google Shape;3452;p80">
              <a:extLst>
                <a:ext uri="{FF2B5EF4-FFF2-40B4-BE49-F238E27FC236}">
                  <a16:creationId xmlns:a16="http://schemas.microsoft.com/office/drawing/2014/main" id="{25864732-4599-8D1D-53F9-FFD24F8890B4}"/>
                </a:ext>
              </a:extLst>
            </p:cNvPr>
            <p:cNvSpPr/>
            <p:nvPr/>
          </p:nvSpPr>
          <p:spPr>
            <a:xfrm>
              <a:off x="4808700" y="2333125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95" name="Google Shape;3453;p80">
              <a:extLst>
                <a:ext uri="{FF2B5EF4-FFF2-40B4-BE49-F238E27FC236}">
                  <a16:creationId xmlns:a16="http://schemas.microsoft.com/office/drawing/2014/main" id="{E868BCB0-2F81-ED77-87AB-B2CADF984598}"/>
                </a:ext>
              </a:extLst>
            </p:cNvPr>
            <p:cNvSpPr/>
            <p:nvPr/>
          </p:nvSpPr>
          <p:spPr>
            <a:xfrm>
              <a:off x="4808700" y="2409350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96" name="Google Shape;3454;p80">
              <a:extLst>
                <a:ext uri="{FF2B5EF4-FFF2-40B4-BE49-F238E27FC236}">
                  <a16:creationId xmlns:a16="http://schemas.microsoft.com/office/drawing/2014/main" id="{CF7E5DD7-C49C-E432-4D5D-BD4EE8136FC1}"/>
                </a:ext>
              </a:extLst>
            </p:cNvPr>
            <p:cNvSpPr/>
            <p:nvPr/>
          </p:nvSpPr>
          <p:spPr>
            <a:xfrm>
              <a:off x="4808700" y="2485550"/>
              <a:ext cx="62400" cy="53300"/>
            </a:xfrm>
            <a:custGeom>
              <a:avLst/>
              <a:gdLst/>
              <a:ahLst/>
              <a:cxnLst/>
              <a:rect l="l" t="t" r="r" b="b"/>
              <a:pathLst>
                <a:path w="2496" h="2132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8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97" name="Google Shape;3455;p80">
              <a:extLst>
                <a:ext uri="{FF2B5EF4-FFF2-40B4-BE49-F238E27FC236}">
                  <a16:creationId xmlns:a16="http://schemas.microsoft.com/office/drawing/2014/main" id="{E051435E-0F72-786E-2F9B-C5C0315F705A}"/>
                </a:ext>
              </a:extLst>
            </p:cNvPr>
            <p:cNvSpPr/>
            <p:nvPr/>
          </p:nvSpPr>
          <p:spPr>
            <a:xfrm>
              <a:off x="4884900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98" name="Google Shape;3456;p80">
              <a:extLst>
                <a:ext uri="{FF2B5EF4-FFF2-40B4-BE49-F238E27FC236}">
                  <a16:creationId xmlns:a16="http://schemas.microsoft.com/office/drawing/2014/main" id="{640D8B59-1DB7-2A33-D3AF-68BC920E7B4E}"/>
                </a:ext>
              </a:extLst>
            </p:cNvPr>
            <p:cNvSpPr/>
            <p:nvPr/>
          </p:nvSpPr>
          <p:spPr>
            <a:xfrm>
              <a:off x="4884900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3" y="2129"/>
                  </a:cubicBezTo>
                  <a:cubicBezTo>
                    <a:pt x="1336" y="2129"/>
                    <a:pt x="1603" y="2032"/>
                    <a:pt x="1822" y="1813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99" name="Google Shape;3457;p80">
              <a:extLst>
                <a:ext uri="{FF2B5EF4-FFF2-40B4-BE49-F238E27FC236}">
                  <a16:creationId xmlns:a16="http://schemas.microsoft.com/office/drawing/2014/main" id="{D632F82B-D1EC-E381-0BFB-9C8184A9E726}"/>
                </a:ext>
              </a:extLst>
            </p:cNvPr>
            <p:cNvSpPr/>
            <p:nvPr/>
          </p:nvSpPr>
          <p:spPr>
            <a:xfrm>
              <a:off x="4884900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00" name="Google Shape;3458;p80">
              <a:extLst>
                <a:ext uri="{FF2B5EF4-FFF2-40B4-BE49-F238E27FC236}">
                  <a16:creationId xmlns:a16="http://schemas.microsoft.com/office/drawing/2014/main" id="{75DCE249-97BC-88A8-F9C2-2D964FB29705}"/>
                </a:ext>
              </a:extLst>
            </p:cNvPr>
            <p:cNvSpPr/>
            <p:nvPr/>
          </p:nvSpPr>
          <p:spPr>
            <a:xfrm>
              <a:off x="4884900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01" name="Google Shape;3459;p80">
              <a:extLst>
                <a:ext uri="{FF2B5EF4-FFF2-40B4-BE49-F238E27FC236}">
                  <a16:creationId xmlns:a16="http://schemas.microsoft.com/office/drawing/2014/main" id="{3E59F592-CF60-3863-F883-4A3A45C3F712}"/>
                </a:ext>
              </a:extLst>
            </p:cNvPr>
            <p:cNvSpPr/>
            <p:nvPr/>
          </p:nvSpPr>
          <p:spPr>
            <a:xfrm>
              <a:off x="4884900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02" name="Google Shape;3460;p80">
              <a:extLst>
                <a:ext uri="{FF2B5EF4-FFF2-40B4-BE49-F238E27FC236}">
                  <a16:creationId xmlns:a16="http://schemas.microsoft.com/office/drawing/2014/main" id="{EB23A6F3-2CCE-C313-408F-729DF94C8776}"/>
                </a:ext>
              </a:extLst>
            </p:cNvPr>
            <p:cNvSpPr/>
            <p:nvPr/>
          </p:nvSpPr>
          <p:spPr>
            <a:xfrm>
              <a:off x="4884900" y="18760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03" name="Google Shape;3461;p80">
              <a:extLst>
                <a:ext uri="{FF2B5EF4-FFF2-40B4-BE49-F238E27FC236}">
                  <a16:creationId xmlns:a16="http://schemas.microsoft.com/office/drawing/2014/main" id="{A4FF88F1-BA04-B0A0-510C-F85486BD32A9}"/>
                </a:ext>
              </a:extLst>
            </p:cNvPr>
            <p:cNvSpPr/>
            <p:nvPr/>
          </p:nvSpPr>
          <p:spPr>
            <a:xfrm>
              <a:off x="4884900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3" y="2138"/>
                  </a:cubicBezTo>
                  <a:cubicBezTo>
                    <a:pt x="1336" y="2138"/>
                    <a:pt x="1603" y="2040"/>
                    <a:pt x="1822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04" name="Google Shape;3462;p80">
              <a:extLst>
                <a:ext uri="{FF2B5EF4-FFF2-40B4-BE49-F238E27FC236}">
                  <a16:creationId xmlns:a16="http://schemas.microsoft.com/office/drawing/2014/main" id="{98992746-382E-849C-4D3C-3247F05E7EFB}"/>
                </a:ext>
              </a:extLst>
            </p:cNvPr>
            <p:cNvSpPr/>
            <p:nvPr/>
          </p:nvSpPr>
          <p:spPr>
            <a:xfrm>
              <a:off x="4884900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4" y="2040"/>
                    <a:pt x="1822" y="1821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05" name="Google Shape;3463;p80">
              <a:extLst>
                <a:ext uri="{FF2B5EF4-FFF2-40B4-BE49-F238E27FC236}">
                  <a16:creationId xmlns:a16="http://schemas.microsoft.com/office/drawing/2014/main" id="{863C9D97-785A-D87F-CEA6-812A696E8008}"/>
                </a:ext>
              </a:extLst>
            </p:cNvPr>
            <p:cNvSpPr/>
            <p:nvPr/>
          </p:nvSpPr>
          <p:spPr>
            <a:xfrm>
              <a:off x="4884900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06" name="Google Shape;3464;p80">
              <a:extLst>
                <a:ext uri="{FF2B5EF4-FFF2-40B4-BE49-F238E27FC236}">
                  <a16:creationId xmlns:a16="http://schemas.microsoft.com/office/drawing/2014/main" id="{2039CD97-AB6E-2BEE-2BF1-574780AAA505}"/>
                </a:ext>
              </a:extLst>
            </p:cNvPr>
            <p:cNvSpPr/>
            <p:nvPr/>
          </p:nvSpPr>
          <p:spPr>
            <a:xfrm>
              <a:off x="4884900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07" name="Google Shape;3465;p80">
              <a:extLst>
                <a:ext uri="{FF2B5EF4-FFF2-40B4-BE49-F238E27FC236}">
                  <a16:creationId xmlns:a16="http://schemas.microsoft.com/office/drawing/2014/main" id="{6274D3C8-8258-9178-1F82-976A1829FB05}"/>
                </a:ext>
              </a:extLst>
            </p:cNvPr>
            <p:cNvSpPr/>
            <p:nvPr/>
          </p:nvSpPr>
          <p:spPr>
            <a:xfrm>
              <a:off x="4884900" y="2256925"/>
              <a:ext cx="62375" cy="53425"/>
            </a:xfrm>
            <a:custGeom>
              <a:avLst/>
              <a:gdLst/>
              <a:ahLst/>
              <a:cxnLst/>
              <a:rect l="l" t="t" r="r" b="b"/>
              <a:pathLst>
                <a:path w="2495" h="2137" extrusionOk="0">
                  <a:moveTo>
                    <a:pt x="1076" y="0"/>
                  </a:moveTo>
                  <a:cubicBezTo>
                    <a:pt x="1072" y="0"/>
                    <a:pt x="1069" y="0"/>
                    <a:pt x="1066" y="0"/>
                  </a:cubicBez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6" y="2039"/>
                    <a:pt x="1822" y="1821"/>
                  </a:cubicBezTo>
                  <a:cubicBezTo>
                    <a:pt x="2494" y="1149"/>
                    <a:pt x="2020" y="0"/>
                    <a:pt x="107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08" name="Google Shape;3466;p80">
              <a:extLst>
                <a:ext uri="{FF2B5EF4-FFF2-40B4-BE49-F238E27FC236}">
                  <a16:creationId xmlns:a16="http://schemas.microsoft.com/office/drawing/2014/main" id="{86EFF9E1-5A6D-B5BE-2706-C19F96315D84}"/>
                </a:ext>
              </a:extLst>
            </p:cNvPr>
            <p:cNvSpPr/>
            <p:nvPr/>
          </p:nvSpPr>
          <p:spPr>
            <a:xfrm>
              <a:off x="4884900" y="23331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09" name="Google Shape;3467;p80">
              <a:extLst>
                <a:ext uri="{FF2B5EF4-FFF2-40B4-BE49-F238E27FC236}">
                  <a16:creationId xmlns:a16="http://schemas.microsoft.com/office/drawing/2014/main" id="{A6013CA1-831C-1260-42BC-D13F0ABD0520}"/>
                </a:ext>
              </a:extLst>
            </p:cNvPr>
            <p:cNvSpPr/>
            <p:nvPr/>
          </p:nvSpPr>
          <p:spPr>
            <a:xfrm>
              <a:off x="4884900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10" name="Google Shape;3468;p80">
              <a:extLst>
                <a:ext uri="{FF2B5EF4-FFF2-40B4-BE49-F238E27FC236}">
                  <a16:creationId xmlns:a16="http://schemas.microsoft.com/office/drawing/2014/main" id="{667B925A-D677-8079-CF76-6F2D8169E6B2}"/>
                </a:ext>
              </a:extLst>
            </p:cNvPr>
            <p:cNvSpPr/>
            <p:nvPr/>
          </p:nvSpPr>
          <p:spPr>
            <a:xfrm>
              <a:off x="4884900" y="24855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8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2" y="1814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11" name="Google Shape;3469;p80">
              <a:extLst>
                <a:ext uri="{FF2B5EF4-FFF2-40B4-BE49-F238E27FC236}">
                  <a16:creationId xmlns:a16="http://schemas.microsoft.com/office/drawing/2014/main" id="{2D93DC7C-6D91-BA9A-3E2B-B6998DA37E85}"/>
                </a:ext>
              </a:extLst>
            </p:cNvPr>
            <p:cNvSpPr/>
            <p:nvPr/>
          </p:nvSpPr>
          <p:spPr>
            <a:xfrm>
              <a:off x="4884900" y="2561575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80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3" y="2137"/>
                  </a:cubicBezTo>
                  <a:cubicBezTo>
                    <a:pt x="1336" y="2137"/>
                    <a:pt x="1603" y="2039"/>
                    <a:pt x="1822" y="1821"/>
                  </a:cubicBezTo>
                  <a:cubicBezTo>
                    <a:pt x="2488" y="1154"/>
                    <a:pt x="2017" y="0"/>
                    <a:pt x="106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12" name="Google Shape;3470;p80">
              <a:extLst>
                <a:ext uri="{FF2B5EF4-FFF2-40B4-BE49-F238E27FC236}">
                  <a16:creationId xmlns:a16="http://schemas.microsoft.com/office/drawing/2014/main" id="{1CBD00FA-E3E4-E43D-993F-12A0BE0B6CDD}"/>
                </a:ext>
              </a:extLst>
            </p:cNvPr>
            <p:cNvSpPr/>
            <p:nvPr/>
          </p:nvSpPr>
          <p:spPr>
            <a:xfrm>
              <a:off x="4961125" y="1571400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13" name="Google Shape;3471;p80">
              <a:extLst>
                <a:ext uri="{FF2B5EF4-FFF2-40B4-BE49-F238E27FC236}">
                  <a16:creationId xmlns:a16="http://schemas.microsoft.com/office/drawing/2014/main" id="{E334289A-165A-B5DB-C9E8-6564050F5ED8}"/>
                </a:ext>
              </a:extLst>
            </p:cNvPr>
            <p:cNvSpPr/>
            <p:nvPr/>
          </p:nvSpPr>
          <p:spPr>
            <a:xfrm>
              <a:off x="4961125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14" name="Google Shape;3472;p80">
              <a:extLst>
                <a:ext uri="{FF2B5EF4-FFF2-40B4-BE49-F238E27FC236}">
                  <a16:creationId xmlns:a16="http://schemas.microsoft.com/office/drawing/2014/main" id="{65C4959B-09CF-E3AB-3202-35A0FD6F04CA}"/>
                </a:ext>
              </a:extLst>
            </p:cNvPr>
            <p:cNvSpPr/>
            <p:nvPr/>
          </p:nvSpPr>
          <p:spPr>
            <a:xfrm>
              <a:off x="4961125" y="17236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15" name="Google Shape;3473;p80">
              <a:extLst>
                <a:ext uri="{FF2B5EF4-FFF2-40B4-BE49-F238E27FC236}">
                  <a16:creationId xmlns:a16="http://schemas.microsoft.com/office/drawing/2014/main" id="{3F838294-443C-A74C-F66C-677A7D5FC770}"/>
                </a:ext>
              </a:extLst>
            </p:cNvPr>
            <p:cNvSpPr/>
            <p:nvPr/>
          </p:nvSpPr>
          <p:spPr>
            <a:xfrm>
              <a:off x="4961125" y="17998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16" name="Google Shape;3474;p80">
              <a:extLst>
                <a:ext uri="{FF2B5EF4-FFF2-40B4-BE49-F238E27FC236}">
                  <a16:creationId xmlns:a16="http://schemas.microsoft.com/office/drawing/2014/main" id="{B97C5A70-A83D-8CD9-470D-F674621338E0}"/>
                </a:ext>
              </a:extLst>
            </p:cNvPr>
            <p:cNvSpPr/>
            <p:nvPr/>
          </p:nvSpPr>
          <p:spPr>
            <a:xfrm>
              <a:off x="4961125" y="1876050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17" name="Google Shape;3475;p80">
              <a:extLst>
                <a:ext uri="{FF2B5EF4-FFF2-40B4-BE49-F238E27FC236}">
                  <a16:creationId xmlns:a16="http://schemas.microsoft.com/office/drawing/2014/main" id="{145E5B97-03D1-020F-9689-1219D5351253}"/>
                </a:ext>
              </a:extLst>
            </p:cNvPr>
            <p:cNvSpPr/>
            <p:nvPr/>
          </p:nvSpPr>
          <p:spPr>
            <a:xfrm>
              <a:off x="4961125" y="19520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18" name="Google Shape;3476;p80">
              <a:extLst>
                <a:ext uri="{FF2B5EF4-FFF2-40B4-BE49-F238E27FC236}">
                  <a16:creationId xmlns:a16="http://schemas.microsoft.com/office/drawing/2014/main" id="{0B21F79F-8E9E-F036-95D5-201961642D77}"/>
                </a:ext>
              </a:extLst>
            </p:cNvPr>
            <p:cNvSpPr/>
            <p:nvPr/>
          </p:nvSpPr>
          <p:spPr>
            <a:xfrm>
              <a:off x="4961125" y="20282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19" name="Google Shape;3477;p80">
              <a:extLst>
                <a:ext uri="{FF2B5EF4-FFF2-40B4-BE49-F238E27FC236}">
                  <a16:creationId xmlns:a16="http://schemas.microsoft.com/office/drawing/2014/main" id="{38C15834-F860-DA10-CC30-FB2C0DE0B915}"/>
                </a:ext>
              </a:extLst>
            </p:cNvPr>
            <p:cNvSpPr/>
            <p:nvPr/>
          </p:nvSpPr>
          <p:spPr>
            <a:xfrm>
              <a:off x="4961125" y="21045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20" name="Google Shape;3478;p80">
              <a:extLst>
                <a:ext uri="{FF2B5EF4-FFF2-40B4-BE49-F238E27FC236}">
                  <a16:creationId xmlns:a16="http://schemas.microsoft.com/office/drawing/2014/main" id="{023F1810-4FE0-D84D-66D6-779FD2D811D1}"/>
                </a:ext>
              </a:extLst>
            </p:cNvPr>
            <p:cNvSpPr/>
            <p:nvPr/>
          </p:nvSpPr>
          <p:spPr>
            <a:xfrm>
              <a:off x="4961125" y="21807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21" name="Google Shape;3479;p80">
              <a:extLst>
                <a:ext uri="{FF2B5EF4-FFF2-40B4-BE49-F238E27FC236}">
                  <a16:creationId xmlns:a16="http://schemas.microsoft.com/office/drawing/2014/main" id="{F12CE824-B59C-5197-029E-8B644CE20EBC}"/>
                </a:ext>
              </a:extLst>
            </p:cNvPr>
            <p:cNvSpPr/>
            <p:nvPr/>
          </p:nvSpPr>
          <p:spPr>
            <a:xfrm>
              <a:off x="4961125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5" y="0"/>
                  </a:moveTo>
                  <a:cubicBezTo>
                    <a:pt x="1072" y="0"/>
                    <a:pt x="1068" y="0"/>
                    <a:pt x="1065" y="0"/>
                  </a:cubicBez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78" y="2137"/>
                  </a:cubicBezTo>
                  <a:cubicBezTo>
                    <a:pt x="1339" y="2137"/>
                    <a:pt x="1606" y="2039"/>
                    <a:pt x="1821" y="1821"/>
                  </a:cubicBezTo>
                  <a:cubicBezTo>
                    <a:pt x="2494" y="1149"/>
                    <a:pt x="2020" y="0"/>
                    <a:pt x="107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22" name="Google Shape;3480;p80">
              <a:extLst>
                <a:ext uri="{FF2B5EF4-FFF2-40B4-BE49-F238E27FC236}">
                  <a16:creationId xmlns:a16="http://schemas.microsoft.com/office/drawing/2014/main" id="{5E09FAA1-46D3-E3A6-FC71-2FC025F1D262}"/>
                </a:ext>
              </a:extLst>
            </p:cNvPr>
            <p:cNvSpPr/>
            <p:nvPr/>
          </p:nvSpPr>
          <p:spPr>
            <a:xfrm>
              <a:off x="4961125" y="233312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23" name="Google Shape;3481;p80">
              <a:extLst>
                <a:ext uri="{FF2B5EF4-FFF2-40B4-BE49-F238E27FC236}">
                  <a16:creationId xmlns:a16="http://schemas.microsoft.com/office/drawing/2014/main" id="{8F400AB6-7C8E-8AA3-6459-6EA993321027}"/>
                </a:ext>
              </a:extLst>
            </p:cNvPr>
            <p:cNvSpPr/>
            <p:nvPr/>
          </p:nvSpPr>
          <p:spPr>
            <a:xfrm>
              <a:off x="4961125" y="24093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24" name="Google Shape;3482;p80">
              <a:extLst>
                <a:ext uri="{FF2B5EF4-FFF2-40B4-BE49-F238E27FC236}">
                  <a16:creationId xmlns:a16="http://schemas.microsoft.com/office/drawing/2014/main" id="{E2891796-E2AC-9F10-6BF2-19A2CBAFAE5E}"/>
                </a:ext>
              </a:extLst>
            </p:cNvPr>
            <p:cNvSpPr/>
            <p:nvPr/>
          </p:nvSpPr>
          <p:spPr>
            <a:xfrm>
              <a:off x="4961125" y="2485550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8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25" name="Google Shape;3483;p80">
              <a:extLst>
                <a:ext uri="{FF2B5EF4-FFF2-40B4-BE49-F238E27FC236}">
                  <a16:creationId xmlns:a16="http://schemas.microsoft.com/office/drawing/2014/main" id="{25E43988-C6E0-6B0E-EA2D-F57457BE462B}"/>
                </a:ext>
              </a:extLst>
            </p:cNvPr>
            <p:cNvSpPr/>
            <p:nvPr/>
          </p:nvSpPr>
          <p:spPr>
            <a:xfrm>
              <a:off x="4961125" y="2561575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88" y="1154"/>
                    <a:pt x="2016" y="0"/>
                    <a:pt x="106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26" name="Google Shape;3484;p80">
              <a:extLst>
                <a:ext uri="{FF2B5EF4-FFF2-40B4-BE49-F238E27FC236}">
                  <a16:creationId xmlns:a16="http://schemas.microsoft.com/office/drawing/2014/main" id="{1FBCABD1-C992-9080-8A93-F99B617A884A}"/>
                </a:ext>
              </a:extLst>
            </p:cNvPr>
            <p:cNvSpPr/>
            <p:nvPr/>
          </p:nvSpPr>
          <p:spPr>
            <a:xfrm>
              <a:off x="5037325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4" y="1813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27" name="Google Shape;3485;p80">
              <a:extLst>
                <a:ext uri="{FF2B5EF4-FFF2-40B4-BE49-F238E27FC236}">
                  <a16:creationId xmlns:a16="http://schemas.microsoft.com/office/drawing/2014/main" id="{B4699C90-2DBA-88EB-E5CA-C28C5EF53E2D}"/>
                </a:ext>
              </a:extLst>
            </p:cNvPr>
            <p:cNvSpPr/>
            <p:nvPr/>
          </p:nvSpPr>
          <p:spPr>
            <a:xfrm>
              <a:off x="5037325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28" name="Google Shape;3486;p80">
              <a:extLst>
                <a:ext uri="{FF2B5EF4-FFF2-40B4-BE49-F238E27FC236}">
                  <a16:creationId xmlns:a16="http://schemas.microsoft.com/office/drawing/2014/main" id="{D1297D07-1173-4D74-0C26-3CF06FA77037}"/>
                </a:ext>
              </a:extLst>
            </p:cNvPr>
            <p:cNvSpPr/>
            <p:nvPr/>
          </p:nvSpPr>
          <p:spPr>
            <a:xfrm>
              <a:off x="5037325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29" name="Google Shape;3487;p80">
              <a:extLst>
                <a:ext uri="{FF2B5EF4-FFF2-40B4-BE49-F238E27FC236}">
                  <a16:creationId xmlns:a16="http://schemas.microsoft.com/office/drawing/2014/main" id="{EF12B6EF-0361-34BA-0995-78FC336A2A9A}"/>
                </a:ext>
              </a:extLst>
            </p:cNvPr>
            <p:cNvSpPr/>
            <p:nvPr/>
          </p:nvSpPr>
          <p:spPr>
            <a:xfrm>
              <a:off x="5037325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30" name="Google Shape;3488;p80">
              <a:extLst>
                <a:ext uri="{FF2B5EF4-FFF2-40B4-BE49-F238E27FC236}">
                  <a16:creationId xmlns:a16="http://schemas.microsoft.com/office/drawing/2014/main" id="{FEF38F9C-65FA-475A-F49F-8A606A801711}"/>
                </a:ext>
              </a:extLst>
            </p:cNvPr>
            <p:cNvSpPr/>
            <p:nvPr/>
          </p:nvSpPr>
          <p:spPr>
            <a:xfrm>
              <a:off x="5037325" y="187605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7"/>
                    <a:pt x="523" y="2131"/>
                    <a:pt x="1067" y="2131"/>
                  </a:cubicBezTo>
                  <a:cubicBezTo>
                    <a:pt x="1330" y="2131"/>
                    <a:pt x="1597" y="2033"/>
                    <a:pt x="1814" y="1813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31" name="Google Shape;3489;p80">
              <a:extLst>
                <a:ext uri="{FF2B5EF4-FFF2-40B4-BE49-F238E27FC236}">
                  <a16:creationId xmlns:a16="http://schemas.microsoft.com/office/drawing/2014/main" id="{8206A54B-1C96-BA9A-5A09-A9B17CC06EA8}"/>
                </a:ext>
              </a:extLst>
            </p:cNvPr>
            <p:cNvSpPr/>
            <p:nvPr/>
          </p:nvSpPr>
          <p:spPr>
            <a:xfrm>
              <a:off x="5037325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4" y="1822"/>
                  </a:cubicBezTo>
                  <a:cubicBezTo>
                    <a:pt x="2488" y="1155"/>
                    <a:pt x="2009" y="1"/>
                    <a:pt x="106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32" name="Google Shape;3490;p80">
              <a:extLst>
                <a:ext uri="{FF2B5EF4-FFF2-40B4-BE49-F238E27FC236}">
                  <a16:creationId xmlns:a16="http://schemas.microsoft.com/office/drawing/2014/main" id="{472F946E-309E-2257-FD80-C59FC93F681C}"/>
                </a:ext>
              </a:extLst>
            </p:cNvPr>
            <p:cNvSpPr/>
            <p:nvPr/>
          </p:nvSpPr>
          <p:spPr>
            <a:xfrm>
              <a:off x="5037325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1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33" name="Google Shape;3491;p80">
              <a:extLst>
                <a:ext uri="{FF2B5EF4-FFF2-40B4-BE49-F238E27FC236}">
                  <a16:creationId xmlns:a16="http://schemas.microsoft.com/office/drawing/2014/main" id="{99F46803-9DE9-D3AF-61D6-84E19B8DB445}"/>
                </a:ext>
              </a:extLst>
            </p:cNvPr>
            <p:cNvSpPr/>
            <p:nvPr/>
          </p:nvSpPr>
          <p:spPr>
            <a:xfrm>
              <a:off x="5037325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34" name="Google Shape;3492;p80">
              <a:extLst>
                <a:ext uri="{FF2B5EF4-FFF2-40B4-BE49-F238E27FC236}">
                  <a16:creationId xmlns:a16="http://schemas.microsoft.com/office/drawing/2014/main" id="{8365D44A-EA2A-5EE4-5F2B-F721655086B3}"/>
                </a:ext>
              </a:extLst>
            </p:cNvPr>
            <p:cNvSpPr/>
            <p:nvPr/>
          </p:nvSpPr>
          <p:spPr>
            <a:xfrm>
              <a:off x="5037325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35" name="Google Shape;3493;p80">
              <a:extLst>
                <a:ext uri="{FF2B5EF4-FFF2-40B4-BE49-F238E27FC236}">
                  <a16:creationId xmlns:a16="http://schemas.microsoft.com/office/drawing/2014/main" id="{5F28ABD2-99B2-E97F-C678-8E51461983F7}"/>
                </a:ext>
              </a:extLst>
            </p:cNvPr>
            <p:cNvSpPr/>
            <p:nvPr/>
          </p:nvSpPr>
          <p:spPr>
            <a:xfrm>
              <a:off x="5037325" y="2256925"/>
              <a:ext cx="62375" cy="53425"/>
            </a:xfrm>
            <a:custGeom>
              <a:avLst/>
              <a:gdLst/>
              <a:ahLst/>
              <a:cxnLst/>
              <a:rect l="l" t="t" r="r" b="b"/>
              <a:pathLst>
                <a:path w="2495" h="2137" extrusionOk="0">
                  <a:moveTo>
                    <a:pt x="1076" y="0"/>
                  </a:moveTo>
                  <a:cubicBezTo>
                    <a:pt x="1072" y="0"/>
                    <a:pt x="1069" y="0"/>
                    <a:pt x="1066" y="0"/>
                  </a:cubicBez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6" y="2137"/>
                    <a:pt x="1604" y="2039"/>
                    <a:pt x="1822" y="1821"/>
                  </a:cubicBezTo>
                  <a:cubicBezTo>
                    <a:pt x="2494" y="1149"/>
                    <a:pt x="2020" y="0"/>
                    <a:pt x="107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36" name="Google Shape;3494;p80">
              <a:extLst>
                <a:ext uri="{FF2B5EF4-FFF2-40B4-BE49-F238E27FC236}">
                  <a16:creationId xmlns:a16="http://schemas.microsoft.com/office/drawing/2014/main" id="{ED41384E-548C-6A24-AB43-E7A90B549571}"/>
                </a:ext>
              </a:extLst>
            </p:cNvPr>
            <p:cNvSpPr/>
            <p:nvPr/>
          </p:nvSpPr>
          <p:spPr>
            <a:xfrm>
              <a:off x="5037325" y="23331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37" name="Google Shape;3495;p80">
              <a:extLst>
                <a:ext uri="{FF2B5EF4-FFF2-40B4-BE49-F238E27FC236}">
                  <a16:creationId xmlns:a16="http://schemas.microsoft.com/office/drawing/2014/main" id="{75D48326-3A5A-CD8B-7366-9B1B6B0DF0C9}"/>
                </a:ext>
              </a:extLst>
            </p:cNvPr>
            <p:cNvSpPr/>
            <p:nvPr/>
          </p:nvSpPr>
          <p:spPr>
            <a:xfrm>
              <a:off x="5037325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38" name="Google Shape;3496;p80">
              <a:extLst>
                <a:ext uri="{FF2B5EF4-FFF2-40B4-BE49-F238E27FC236}">
                  <a16:creationId xmlns:a16="http://schemas.microsoft.com/office/drawing/2014/main" id="{CAA184B1-55BF-EF2F-464C-AC51897BFB12}"/>
                </a:ext>
              </a:extLst>
            </p:cNvPr>
            <p:cNvSpPr/>
            <p:nvPr/>
          </p:nvSpPr>
          <p:spPr>
            <a:xfrm>
              <a:off x="5037325" y="24855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8"/>
                    <a:pt x="523" y="2131"/>
                    <a:pt x="1067" y="2131"/>
                  </a:cubicBezTo>
                  <a:cubicBezTo>
                    <a:pt x="1330" y="2131"/>
                    <a:pt x="1597" y="2033"/>
                    <a:pt x="1814" y="1814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39" name="Google Shape;3497;p80">
              <a:extLst>
                <a:ext uri="{FF2B5EF4-FFF2-40B4-BE49-F238E27FC236}">
                  <a16:creationId xmlns:a16="http://schemas.microsoft.com/office/drawing/2014/main" id="{3DFB92F1-276B-2011-3BC6-BA3E2F20CE28}"/>
                </a:ext>
              </a:extLst>
            </p:cNvPr>
            <p:cNvSpPr/>
            <p:nvPr/>
          </p:nvSpPr>
          <p:spPr>
            <a:xfrm>
              <a:off x="5037325" y="2561575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72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1" y="2137"/>
                  </a:cubicBezTo>
                  <a:cubicBezTo>
                    <a:pt x="1332" y="2137"/>
                    <a:pt x="1598" y="2039"/>
                    <a:pt x="1814" y="1821"/>
                  </a:cubicBezTo>
                  <a:cubicBezTo>
                    <a:pt x="2488" y="1154"/>
                    <a:pt x="2009" y="0"/>
                    <a:pt x="106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0" name="Google Shape;3498;p80">
              <a:extLst>
                <a:ext uri="{FF2B5EF4-FFF2-40B4-BE49-F238E27FC236}">
                  <a16:creationId xmlns:a16="http://schemas.microsoft.com/office/drawing/2014/main" id="{D7045FCC-D66D-4857-B04A-4B1F58BA5E47}"/>
                </a:ext>
              </a:extLst>
            </p:cNvPr>
            <p:cNvSpPr/>
            <p:nvPr/>
          </p:nvSpPr>
          <p:spPr>
            <a:xfrm>
              <a:off x="5113350" y="2561575"/>
              <a:ext cx="62400" cy="53425"/>
            </a:xfrm>
            <a:custGeom>
              <a:avLst/>
              <a:gdLst/>
              <a:ahLst/>
              <a:cxnLst/>
              <a:rect l="l" t="t" r="r" b="b"/>
              <a:pathLst>
                <a:path w="2496" h="2137" extrusionOk="0">
                  <a:moveTo>
                    <a:pt x="1073" y="0"/>
                  </a:moveTo>
                  <a:cubicBezTo>
                    <a:pt x="480" y="8"/>
                    <a:pt x="8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96" y="1154"/>
                    <a:pt x="2016" y="0"/>
                    <a:pt x="107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1" name="Google Shape;3499;p80">
              <a:extLst>
                <a:ext uri="{FF2B5EF4-FFF2-40B4-BE49-F238E27FC236}">
                  <a16:creationId xmlns:a16="http://schemas.microsoft.com/office/drawing/2014/main" id="{C5B91F41-4F9A-D7C7-DD00-0130D2C6E0F1}"/>
                </a:ext>
              </a:extLst>
            </p:cNvPr>
            <p:cNvSpPr/>
            <p:nvPr/>
          </p:nvSpPr>
          <p:spPr>
            <a:xfrm>
              <a:off x="5113350" y="2637775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73" y="1"/>
                  </a:moveTo>
                  <a:cubicBezTo>
                    <a:pt x="480" y="1"/>
                    <a:pt x="0" y="480"/>
                    <a:pt x="0" y="1074"/>
                  </a:cubicBezTo>
                  <a:cubicBezTo>
                    <a:pt x="0" y="1712"/>
                    <a:pt x="528" y="2137"/>
                    <a:pt x="1076" y="2137"/>
                  </a:cubicBezTo>
                  <a:cubicBezTo>
                    <a:pt x="1339" y="2137"/>
                    <a:pt x="1605" y="2040"/>
                    <a:pt x="1821" y="1822"/>
                  </a:cubicBezTo>
                  <a:cubicBezTo>
                    <a:pt x="2496" y="1155"/>
                    <a:pt x="2016" y="1"/>
                    <a:pt x="107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2" name="Google Shape;3500;p80">
              <a:extLst>
                <a:ext uri="{FF2B5EF4-FFF2-40B4-BE49-F238E27FC236}">
                  <a16:creationId xmlns:a16="http://schemas.microsoft.com/office/drawing/2014/main" id="{A531FABF-77E6-E95A-BEA6-6BEE00BD2215}"/>
                </a:ext>
              </a:extLst>
            </p:cNvPr>
            <p:cNvSpPr/>
            <p:nvPr/>
          </p:nvSpPr>
          <p:spPr>
            <a:xfrm>
              <a:off x="5189550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3" name="Google Shape;3501;p80">
              <a:extLst>
                <a:ext uri="{FF2B5EF4-FFF2-40B4-BE49-F238E27FC236}">
                  <a16:creationId xmlns:a16="http://schemas.microsoft.com/office/drawing/2014/main" id="{6642A72D-A0B9-6A74-177A-97F0ABF94817}"/>
                </a:ext>
              </a:extLst>
            </p:cNvPr>
            <p:cNvSpPr/>
            <p:nvPr/>
          </p:nvSpPr>
          <p:spPr>
            <a:xfrm>
              <a:off x="5189550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72"/>
                    <a:pt x="1" y="1065"/>
                  </a:cubicBezTo>
                  <a:cubicBezTo>
                    <a:pt x="1" y="1709"/>
                    <a:pt x="522" y="2133"/>
                    <a:pt x="1069" y="2133"/>
                  </a:cubicBezTo>
                  <a:cubicBezTo>
                    <a:pt x="1329" y="2133"/>
                    <a:pt x="1596" y="2036"/>
                    <a:pt x="1814" y="1821"/>
                  </a:cubicBezTo>
                  <a:cubicBezTo>
                    <a:pt x="2488" y="1154"/>
                    <a:pt x="2017" y="0"/>
                    <a:pt x="106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4" name="Google Shape;3502;p80">
              <a:extLst>
                <a:ext uri="{FF2B5EF4-FFF2-40B4-BE49-F238E27FC236}">
                  <a16:creationId xmlns:a16="http://schemas.microsoft.com/office/drawing/2014/main" id="{54518375-CDC5-FA5C-1A0D-F3948CDD7062}"/>
                </a:ext>
              </a:extLst>
            </p:cNvPr>
            <p:cNvSpPr/>
            <p:nvPr/>
          </p:nvSpPr>
          <p:spPr>
            <a:xfrm>
              <a:off x="5189550" y="157140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51" y="0"/>
                  </a:moveTo>
                  <a:cubicBezTo>
                    <a:pt x="472" y="0"/>
                    <a:pt x="1" y="477"/>
                    <a:pt x="1" y="1066"/>
                  </a:cubicBezTo>
                  <a:cubicBezTo>
                    <a:pt x="1" y="1705"/>
                    <a:pt x="524" y="2132"/>
                    <a:pt x="1072" y="2132"/>
                  </a:cubicBezTo>
                  <a:cubicBezTo>
                    <a:pt x="1332" y="2132"/>
                    <a:pt x="1597" y="2036"/>
                    <a:pt x="1814" y="1822"/>
                  </a:cubicBezTo>
                  <a:cubicBezTo>
                    <a:pt x="2488" y="1147"/>
                    <a:pt x="2017" y="1"/>
                    <a:pt x="1066" y="1"/>
                  </a:cubicBezTo>
                  <a:cubicBezTo>
                    <a:pt x="1061" y="1"/>
                    <a:pt x="1056" y="0"/>
                    <a:pt x="105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5" name="Google Shape;3503;p80">
              <a:extLst>
                <a:ext uri="{FF2B5EF4-FFF2-40B4-BE49-F238E27FC236}">
                  <a16:creationId xmlns:a16="http://schemas.microsoft.com/office/drawing/2014/main" id="{DA197694-FD3A-B99D-434C-0775223A7043}"/>
                </a:ext>
              </a:extLst>
            </p:cNvPr>
            <p:cNvSpPr/>
            <p:nvPr/>
          </p:nvSpPr>
          <p:spPr>
            <a:xfrm>
              <a:off x="5189550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2" y="2138"/>
                    <a:pt x="1068" y="2138"/>
                  </a:cubicBezTo>
                  <a:cubicBezTo>
                    <a:pt x="1329" y="2138"/>
                    <a:pt x="1596" y="2040"/>
                    <a:pt x="1814" y="1822"/>
                  </a:cubicBezTo>
                  <a:cubicBezTo>
                    <a:pt x="2488" y="1155"/>
                    <a:pt x="2017" y="9"/>
                    <a:pt x="106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6" name="Google Shape;3504;p80">
              <a:extLst>
                <a:ext uri="{FF2B5EF4-FFF2-40B4-BE49-F238E27FC236}">
                  <a16:creationId xmlns:a16="http://schemas.microsoft.com/office/drawing/2014/main" id="{F0DF355A-F952-CF7F-32E4-265CAB4BB440}"/>
                </a:ext>
              </a:extLst>
            </p:cNvPr>
            <p:cNvSpPr/>
            <p:nvPr/>
          </p:nvSpPr>
          <p:spPr>
            <a:xfrm>
              <a:off x="5189550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8" y="1155"/>
                    <a:pt x="2017" y="9"/>
                    <a:pt x="106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7" name="Google Shape;3505;p80">
              <a:extLst>
                <a:ext uri="{FF2B5EF4-FFF2-40B4-BE49-F238E27FC236}">
                  <a16:creationId xmlns:a16="http://schemas.microsoft.com/office/drawing/2014/main" id="{371C45D7-321F-C115-F644-3BED2F754C99}"/>
                </a:ext>
              </a:extLst>
            </p:cNvPr>
            <p:cNvSpPr/>
            <p:nvPr/>
          </p:nvSpPr>
          <p:spPr>
            <a:xfrm>
              <a:off x="5189550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72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8" name="Google Shape;3506;p80">
              <a:extLst>
                <a:ext uri="{FF2B5EF4-FFF2-40B4-BE49-F238E27FC236}">
                  <a16:creationId xmlns:a16="http://schemas.microsoft.com/office/drawing/2014/main" id="{3091ABF9-8CC3-EBAE-A517-CD51ADB79433}"/>
                </a:ext>
              </a:extLst>
            </p:cNvPr>
            <p:cNvSpPr/>
            <p:nvPr/>
          </p:nvSpPr>
          <p:spPr>
            <a:xfrm>
              <a:off x="5189550" y="18760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5"/>
                    <a:pt x="524" y="2132"/>
                    <a:pt x="1072" y="2132"/>
                  </a:cubicBezTo>
                  <a:cubicBezTo>
                    <a:pt x="1332" y="2132"/>
                    <a:pt x="1597" y="2036"/>
                    <a:pt x="1814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9" name="Google Shape;3507;p80">
              <a:extLst>
                <a:ext uri="{FF2B5EF4-FFF2-40B4-BE49-F238E27FC236}">
                  <a16:creationId xmlns:a16="http://schemas.microsoft.com/office/drawing/2014/main" id="{3534AE32-482C-A705-1BB2-E606F7A8016D}"/>
                </a:ext>
              </a:extLst>
            </p:cNvPr>
            <p:cNvSpPr/>
            <p:nvPr/>
          </p:nvSpPr>
          <p:spPr>
            <a:xfrm>
              <a:off x="5189550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74"/>
                  </a:cubicBezTo>
                  <a:cubicBezTo>
                    <a:pt x="1" y="1712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4" y="1822"/>
                  </a:cubicBezTo>
                  <a:cubicBezTo>
                    <a:pt x="2488" y="1155"/>
                    <a:pt x="2017" y="9"/>
                    <a:pt x="106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0" name="Google Shape;3508;p80">
              <a:extLst>
                <a:ext uri="{FF2B5EF4-FFF2-40B4-BE49-F238E27FC236}">
                  <a16:creationId xmlns:a16="http://schemas.microsoft.com/office/drawing/2014/main" id="{CB313B73-AE61-3219-E149-EDB3959FDA53}"/>
                </a:ext>
              </a:extLst>
            </p:cNvPr>
            <p:cNvSpPr/>
            <p:nvPr/>
          </p:nvSpPr>
          <p:spPr>
            <a:xfrm>
              <a:off x="5189550" y="20282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1"/>
                  </a:cubicBezTo>
                  <a:cubicBezTo>
                    <a:pt x="2488" y="1155"/>
                    <a:pt x="2017" y="9"/>
                    <a:pt x="106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1" name="Google Shape;3509;p80">
              <a:extLst>
                <a:ext uri="{FF2B5EF4-FFF2-40B4-BE49-F238E27FC236}">
                  <a16:creationId xmlns:a16="http://schemas.microsoft.com/office/drawing/2014/main" id="{DC01791E-78BE-E1A3-9852-352654BA4EEC}"/>
                </a:ext>
              </a:extLst>
            </p:cNvPr>
            <p:cNvSpPr/>
            <p:nvPr/>
          </p:nvSpPr>
          <p:spPr>
            <a:xfrm>
              <a:off x="5189550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2" y="2133"/>
                    <a:pt x="1069" y="2133"/>
                  </a:cubicBezTo>
                  <a:cubicBezTo>
                    <a:pt x="1329" y="2133"/>
                    <a:pt x="1596" y="2036"/>
                    <a:pt x="1814" y="1821"/>
                  </a:cubicBezTo>
                  <a:cubicBezTo>
                    <a:pt x="2488" y="1154"/>
                    <a:pt x="2017" y="8"/>
                    <a:pt x="106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2" name="Google Shape;3510;p80">
              <a:extLst>
                <a:ext uri="{FF2B5EF4-FFF2-40B4-BE49-F238E27FC236}">
                  <a16:creationId xmlns:a16="http://schemas.microsoft.com/office/drawing/2014/main" id="{D7B25366-6199-ABF0-F64B-761E4C844DE3}"/>
                </a:ext>
              </a:extLst>
            </p:cNvPr>
            <p:cNvSpPr/>
            <p:nvPr/>
          </p:nvSpPr>
          <p:spPr>
            <a:xfrm>
              <a:off x="5189550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9"/>
                    <a:pt x="522" y="2133"/>
                    <a:pt x="1069" y="2133"/>
                  </a:cubicBezTo>
                  <a:cubicBezTo>
                    <a:pt x="1329" y="2133"/>
                    <a:pt x="1596" y="2037"/>
                    <a:pt x="1814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3" name="Google Shape;3511;p80">
              <a:extLst>
                <a:ext uri="{FF2B5EF4-FFF2-40B4-BE49-F238E27FC236}">
                  <a16:creationId xmlns:a16="http://schemas.microsoft.com/office/drawing/2014/main" id="{80A855EE-2116-472D-F571-3678145FDA64}"/>
                </a:ext>
              </a:extLst>
            </p:cNvPr>
            <p:cNvSpPr/>
            <p:nvPr/>
          </p:nvSpPr>
          <p:spPr>
            <a:xfrm>
              <a:off x="5189550" y="225692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6" y="0"/>
                  </a:moveTo>
                  <a:cubicBezTo>
                    <a:pt x="480" y="0"/>
                    <a:pt x="1" y="472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4" y="2039"/>
                    <a:pt x="1822" y="1821"/>
                  </a:cubicBezTo>
                  <a:cubicBezTo>
                    <a:pt x="2496" y="1146"/>
                    <a:pt x="2017" y="0"/>
                    <a:pt x="106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4" name="Google Shape;3512;p80">
              <a:extLst>
                <a:ext uri="{FF2B5EF4-FFF2-40B4-BE49-F238E27FC236}">
                  <a16:creationId xmlns:a16="http://schemas.microsoft.com/office/drawing/2014/main" id="{4FD8367E-D50C-2EFA-92A6-EDFBD5F68554}"/>
                </a:ext>
              </a:extLst>
            </p:cNvPr>
            <p:cNvSpPr/>
            <p:nvPr/>
          </p:nvSpPr>
          <p:spPr>
            <a:xfrm>
              <a:off x="5189550" y="23331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2" y="2134"/>
                    <a:pt x="1069" y="2134"/>
                  </a:cubicBezTo>
                  <a:cubicBezTo>
                    <a:pt x="1329" y="2134"/>
                    <a:pt x="1596" y="2037"/>
                    <a:pt x="1814" y="1822"/>
                  </a:cubicBezTo>
                  <a:cubicBezTo>
                    <a:pt x="2488" y="1155"/>
                    <a:pt x="2017" y="9"/>
                    <a:pt x="106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5" name="Google Shape;3513;p80">
              <a:extLst>
                <a:ext uri="{FF2B5EF4-FFF2-40B4-BE49-F238E27FC236}">
                  <a16:creationId xmlns:a16="http://schemas.microsoft.com/office/drawing/2014/main" id="{BD1257A4-6F09-ABDF-8918-023656F361AF}"/>
                </a:ext>
              </a:extLst>
            </p:cNvPr>
            <p:cNvSpPr/>
            <p:nvPr/>
          </p:nvSpPr>
          <p:spPr>
            <a:xfrm>
              <a:off x="5189550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0" y="0"/>
                    <a:pt x="1" y="472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6" name="Google Shape;3514;p80">
              <a:extLst>
                <a:ext uri="{FF2B5EF4-FFF2-40B4-BE49-F238E27FC236}">
                  <a16:creationId xmlns:a16="http://schemas.microsoft.com/office/drawing/2014/main" id="{8913AEEE-2EB7-1EA2-1EFD-B38B0E698645}"/>
                </a:ext>
              </a:extLst>
            </p:cNvPr>
            <p:cNvSpPr/>
            <p:nvPr/>
          </p:nvSpPr>
          <p:spPr>
            <a:xfrm>
              <a:off x="5189550" y="2485550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8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2" y="1814"/>
                  </a:cubicBezTo>
                  <a:cubicBezTo>
                    <a:pt x="2496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7" name="Google Shape;3515;p80">
              <a:extLst>
                <a:ext uri="{FF2B5EF4-FFF2-40B4-BE49-F238E27FC236}">
                  <a16:creationId xmlns:a16="http://schemas.microsoft.com/office/drawing/2014/main" id="{5D2A96FA-A801-EAAB-C206-8F0A7CB95135}"/>
                </a:ext>
              </a:extLst>
            </p:cNvPr>
            <p:cNvSpPr/>
            <p:nvPr/>
          </p:nvSpPr>
          <p:spPr>
            <a:xfrm>
              <a:off x="5189550" y="2561575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80" y="0"/>
                    <a:pt x="1" y="480"/>
                    <a:pt x="1" y="1073"/>
                  </a:cubicBezTo>
                  <a:cubicBezTo>
                    <a:pt x="1" y="1711"/>
                    <a:pt x="521" y="2137"/>
                    <a:pt x="1067" y="2137"/>
                  </a:cubicBezTo>
                  <a:cubicBezTo>
                    <a:pt x="1328" y="2137"/>
                    <a:pt x="1595" y="2039"/>
                    <a:pt x="1814" y="1821"/>
                  </a:cubicBezTo>
                  <a:cubicBezTo>
                    <a:pt x="2488" y="1154"/>
                    <a:pt x="2017" y="8"/>
                    <a:pt x="106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8" name="Google Shape;3516;p80">
              <a:extLst>
                <a:ext uri="{FF2B5EF4-FFF2-40B4-BE49-F238E27FC236}">
                  <a16:creationId xmlns:a16="http://schemas.microsoft.com/office/drawing/2014/main" id="{8359CE09-1FE7-36D9-6866-D89872B1DA52}"/>
                </a:ext>
              </a:extLst>
            </p:cNvPr>
            <p:cNvSpPr/>
            <p:nvPr/>
          </p:nvSpPr>
          <p:spPr>
            <a:xfrm>
              <a:off x="5189550" y="2714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2" y="2133"/>
                    <a:pt x="1069" y="2133"/>
                  </a:cubicBezTo>
                  <a:cubicBezTo>
                    <a:pt x="1329" y="2133"/>
                    <a:pt x="1596" y="2036"/>
                    <a:pt x="1814" y="1821"/>
                  </a:cubicBezTo>
                  <a:cubicBezTo>
                    <a:pt x="2488" y="1155"/>
                    <a:pt x="2017" y="8"/>
                    <a:pt x="106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9" name="Google Shape;3517;p80">
              <a:extLst>
                <a:ext uri="{FF2B5EF4-FFF2-40B4-BE49-F238E27FC236}">
                  <a16:creationId xmlns:a16="http://schemas.microsoft.com/office/drawing/2014/main" id="{90A766F1-DA66-F24B-78B0-68D8975E5807}"/>
                </a:ext>
              </a:extLst>
            </p:cNvPr>
            <p:cNvSpPr/>
            <p:nvPr/>
          </p:nvSpPr>
          <p:spPr>
            <a:xfrm>
              <a:off x="5189550" y="26377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0" y="9"/>
                    <a:pt x="1" y="480"/>
                    <a:pt x="1" y="1074"/>
                  </a:cubicBezTo>
                  <a:cubicBezTo>
                    <a:pt x="1" y="1712"/>
                    <a:pt x="525" y="2137"/>
                    <a:pt x="1073" y="2137"/>
                  </a:cubicBezTo>
                  <a:cubicBezTo>
                    <a:pt x="1336" y="2137"/>
                    <a:pt x="1603" y="2040"/>
                    <a:pt x="1822" y="1822"/>
                  </a:cubicBezTo>
                  <a:cubicBezTo>
                    <a:pt x="2496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60" name="Google Shape;3518;p80">
              <a:extLst>
                <a:ext uri="{FF2B5EF4-FFF2-40B4-BE49-F238E27FC236}">
                  <a16:creationId xmlns:a16="http://schemas.microsoft.com/office/drawing/2014/main" id="{A7DE46D0-7537-DB3B-A568-27948EFCDFE6}"/>
                </a:ext>
              </a:extLst>
            </p:cNvPr>
            <p:cNvSpPr/>
            <p:nvPr/>
          </p:nvSpPr>
          <p:spPr>
            <a:xfrm>
              <a:off x="5265775" y="13427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2" y="2134"/>
                    <a:pt x="1068" y="2134"/>
                  </a:cubicBezTo>
                  <a:cubicBezTo>
                    <a:pt x="1329" y="2134"/>
                    <a:pt x="1595" y="2037"/>
                    <a:pt x="1813" y="1822"/>
                  </a:cubicBezTo>
                  <a:cubicBezTo>
                    <a:pt x="2488" y="1155"/>
                    <a:pt x="2016" y="9"/>
                    <a:pt x="106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61" name="Google Shape;3519;p80">
              <a:extLst>
                <a:ext uri="{FF2B5EF4-FFF2-40B4-BE49-F238E27FC236}">
                  <a16:creationId xmlns:a16="http://schemas.microsoft.com/office/drawing/2014/main" id="{6DE2200C-8F79-BDB6-E303-4EA1CD558594}"/>
                </a:ext>
              </a:extLst>
            </p:cNvPr>
            <p:cNvSpPr/>
            <p:nvPr/>
          </p:nvSpPr>
          <p:spPr>
            <a:xfrm>
              <a:off x="5265775" y="14189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2" y="2133"/>
                    <a:pt x="1068" y="2133"/>
                  </a:cubicBezTo>
                  <a:cubicBezTo>
                    <a:pt x="1329" y="2133"/>
                    <a:pt x="1595" y="2037"/>
                    <a:pt x="1813" y="1822"/>
                  </a:cubicBezTo>
                  <a:cubicBezTo>
                    <a:pt x="2488" y="1155"/>
                    <a:pt x="2016" y="9"/>
                    <a:pt x="106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62" name="Google Shape;3520;p80">
              <a:extLst>
                <a:ext uri="{FF2B5EF4-FFF2-40B4-BE49-F238E27FC236}">
                  <a16:creationId xmlns:a16="http://schemas.microsoft.com/office/drawing/2014/main" id="{FB48F85C-4916-7E95-B5B4-97CB75076B1A}"/>
                </a:ext>
              </a:extLst>
            </p:cNvPr>
            <p:cNvSpPr/>
            <p:nvPr/>
          </p:nvSpPr>
          <p:spPr>
            <a:xfrm>
              <a:off x="5265775" y="14952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9"/>
                    <a:pt x="522" y="2133"/>
                    <a:pt x="1068" y="2133"/>
                  </a:cubicBezTo>
                  <a:cubicBezTo>
                    <a:pt x="1329" y="2133"/>
                    <a:pt x="1595" y="2036"/>
                    <a:pt x="1813" y="1821"/>
                  </a:cubicBezTo>
                  <a:cubicBezTo>
                    <a:pt x="2488" y="1154"/>
                    <a:pt x="2016" y="0"/>
                    <a:pt x="106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63" name="Google Shape;3521;p80">
              <a:extLst>
                <a:ext uri="{FF2B5EF4-FFF2-40B4-BE49-F238E27FC236}">
                  <a16:creationId xmlns:a16="http://schemas.microsoft.com/office/drawing/2014/main" id="{80D2A1BD-946A-AAEC-BC8C-C7BC8F01A652}"/>
                </a:ext>
              </a:extLst>
            </p:cNvPr>
            <p:cNvSpPr/>
            <p:nvPr/>
          </p:nvSpPr>
          <p:spPr>
            <a:xfrm>
              <a:off x="5265775" y="1571400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51" y="0"/>
                  </a:moveTo>
                  <a:cubicBezTo>
                    <a:pt x="472" y="0"/>
                    <a:pt x="0" y="477"/>
                    <a:pt x="0" y="1066"/>
                  </a:cubicBezTo>
                  <a:cubicBezTo>
                    <a:pt x="0" y="1705"/>
                    <a:pt x="524" y="2132"/>
                    <a:pt x="1072" y="2132"/>
                  </a:cubicBezTo>
                  <a:cubicBezTo>
                    <a:pt x="1331" y="2132"/>
                    <a:pt x="1596" y="2036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ubicBezTo>
                    <a:pt x="1060" y="1"/>
                    <a:pt x="1055" y="0"/>
                    <a:pt x="105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64" name="Google Shape;3522;p80">
              <a:extLst>
                <a:ext uri="{FF2B5EF4-FFF2-40B4-BE49-F238E27FC236}">
                  <a16:creationId xmlns:a16="http://schemas.microsoft.com/office/drawing/2014/main" id="{74E4ACC1-0070-F834-88AD-E626C8D32C69}"/>
                </a:ext>
              </a:extLst>
            </p:cNvPr>
            <p:cNvSpPr/>
            <p:nvPr/>
          </p:nvSpPr>
          <p:spPr>
            <a:xfrm>
              <a:off x="5265775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2" y="2138"/>
                    <a:pt x="1068" y="2138"/>
                  </a:cubicBezTo>
                  <a:cubicBezTo>
                    <a:pt x="1329" y="2138"/>
                    <a:pt x="1595" y="2040"/>
                    <a:pt x="1813" y="1822"/>
                  </a:cubicBezTo>
                  <a:cubicBezTo>
                    <a:pt x="2488" y="1155"/>
                    <a:pt x="2016" y="9"/>
                    <a:pt x="106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65" name="Google Shape;3523;p80">
              <a:extLst>
                <a:ext uri="{FF2B5EF4-FFF2-40B4-BE49-F238E27FC236}">
                  <a16:creationId xmlns:a16="http://schemas.microsoft.com/office/drawing/2014/main" id="{70B7AE06-22C5-3CBB-9C94-09DE76D02757}"/>
                </a:ext>
              </a:extLst>
            </p:cNvPr>
            <p:cNvSpPr/>
            <p:nvPr/>
          </p:nvSpPr>
          <p:spPr>
            <a:xfrm>
              <a:off x="5265775" y="17236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2" y="2133"/>
                    <a:pt x="1068" y="2133"/>
                  </a:cubicBezTo>
                  <a:cubicBezTo>
                    <a:pt x="1329" y="2133"/>
                    <a:pt x="1595" y="2037"/>
                    <a:pt x="1813" y="1822"/>
                  </a:cubicBezTo>
                  <a:cubicBezTo>
                    <a:pt x="2488" y="1155"/>
                    <a:pt x="2016" y="9"/>
                    <a:pt x="106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66" name="Google Shape;3524;p80">
              <a:extLst>
                <a:ext uri="{FF2B5EF4-FFF2-40B4-BE49-F238E27FC236}">
                  <a16:creationId xmlns:a16="http://schemas.microsoft.com/office/drawing/2014/main" id="{A2ED7700-08D8-0E99-25A1-4E37297869B9}"/>
                </a:ext>
              </a:extLst>
            </p:cNvPr>
            <p:cNvSpPr/>
            <p:nvPr/>
          </p:nvSpPr>
          <p:spPr>
            <a:xfrm>
              <a:off x="5265775" y="17998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9"/>
                    <a:pt x="522" y="2133"/>
                    <a:pt x="1068" y="2133"/>
                  </a:cubicBezTo>
                  <a:cubicBezTo>
                    <a:pt x="1329" y="2133"/>
                    <a:pt x="1595" y="2036"/>
                    <a:pt x="1813" y="1821"/>
                  </a:cubicBezTo>
                  <a:cubicBezTo>
                    <a:pt x="2488" y="1154"/>
                    <a:pt x="2016" y="0"/>
                    <a:pt x="106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67" name="Google Shape;3525;p80">
              <a:extLst>
                <a:ext uri="{FF2B5EF4-FFF2-40B4-BE49-F238E27FC236}">
                  <a16:creationId xmlns:a16="http://schemas.microsoft.com/office/drawing/2014/main" id="{55397074-AC8B-3464-FD59-FCE806EF865D}"/>
                </a:ext>
              </a:extLst>
            </p:cNvPr>
            <p:cNvSpPr/>
            <p:nvPr/>
          </p:nvSpPr>
          <p:spPr>
            <a:xfrm>
              <a:off x="5265775" y="1876050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5"/>
                    <a:pt x="524" y="2132"/>
                    <a:pt x="1072" y="2132"/>
                  </a:cubicBezTo>
                  <a:cubicBezTo>
                    <a:pt x="1331" y="2132"/>
                    <a:pt x="1596" y="2036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68" name="Google Shape;3526;p80">
              <a:extLst>
                <a:ext uri="{FF2B5EF4-FFF2-40B4-BE49-F238E27FC236}">
                  <a16:creationId xmlns:a16="http://schemas.microsoft.com/office/drawing/2014/main" id="{9FAD6D9C-EFE7-98DD-8122-10F0181EDD53}"/>
                </a:ext>
              </a:extLst>
            </p:cNvPr>
            <p:cNvSpPr/>
            <p:nvPr/>
          </p:nvSpPr>
          <p:spPr>
            <a:xfrm>
              <a:off x="5265775" y="19520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74"/>
                  </a:cubicBezTo>
                  <a:cubicBezTo>
                    <a:pt x="0" y="1712"/>
                    <a:pt x="521" y="2138"/>
                    <a:pt x="1067" y="2138"/>
                  </a:cubicBezTo>
                  <a:cubicBezTo>
                    <a:pt x="1328" y="2138"/>
                    <a:pt x="1595" y="2040"/>
                    <a:pt x="1813" y="1822"/>
                  </a:cubicBezTo>
                  <a:cubicBezTo>
                    <a:pt x="2488" y="1155"/>
                    <a:pt x="2016" y="9"/>
                    <a:pt x="106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69" name="Google Shape;3527;p80">
              <a:extLst>
                <a:ext uri="{FF2B5EF4-FFF2-40B4-BE49-F238E27FC236}">
                  <a16:creationId xmlns:a16="http://schemas.microsoft.com/office/drawing/2014/main" id="{55F86191-B947-59D8-751C-DB847B22D11A}"/>
                </a:ext>
              </a:extLst>
            </p:cNvPr>
            <p:cNvSpPr/>
            <p:nvPr/>
          </p:nvSpPr>
          <p:spPr>
            <a:xfrm>
              <a:off x="5265775" y="20282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2" y="2133"/>
                    <a:pt x="1068" y="2133"/>
                  </a:cubicBezTo>
                  <a:cubicBezTo>
                    <a:pt x="1329" y="2133"/>
                    <a:pt x="1595" y="2037"/>
                    <a:pt x="1813" y="1821"/>
                  </a:cubicBezTo>
                  <a:cubicBezTo>
                    <a:pt x="2488" y="1155"/>
                    <a:pt x="2016" y="9"/>
                    <a:pt x="106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70" name="Google Shape;3528;p80">
              <a:extLst>
                <a:ext uri="{FF2B5EF4-FFF2-40B4-BE49-F238E27FC236}">
                  <a16:creationId xmlns:a16="http://schemas.microsoft.com/office/drawing/2014/main" id="{078BE2DD-2867-D8F3-8076-678B8437663A}"/>
                </a:ext>
              </a:extLst>
            </p:cNvPr>
            <p:cNvSpPr/>
            <p:nvPr/>
          </p:nvSpPr>
          <p:spPr>
            <a:xfrm>
              <a:off x="5265775" y="21045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2" y="2133"/>
                    <a:pt x="1068" y="2133"/>
                  </a:cubicBezTo>
                  <a:cubicBezTo>
                    <a:pt x="1329" y="2133"/>
                    <a:pt x="1595" y="2036"/>
                    <a:pt x="1813" y="1821"/>
                  </a:cubicBezTo>
                  <a:cubicBezTo>
                    <a:pt x="2488" y="1154"/>
                    <a:pt x="2016" y="8"/>
                    <a:pt x="106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71" name="Google Shape;3529;p80">
              <a:extLst>
                <a:ext uri="{FF2B5EF4-FFF2-40B4-BE49-F238E27FC236}">
                  <a16:creationId xmlns:a16="http://schemas.microsoft.com/office/drawing/2014/main" id="{DC11C137-A4B6-D26E-9580-30DBCCA02D70}"/>
                </a:ext>
              </a:extLst>
            </p:cNvPr>
            <p:cNvSpPr/>
            <p:nvPr/>
          </p:nvSpPr>
          <p:spPr>
            <a:xfrm>
              <a:off x="5265775" y="21807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9"/>
                    <a:pt x="522" y="2133"/>
                    <a:pt x="1068" y="2133"/>
                  </a:cubicBezTo>
                  <a:cubicBezTo>
                    <a:pt x="1329" y="2133"/>
                    <a:pt x="1595" y="2037"/>
                    <a:pt x="1813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72" name="Google Shape;3530;p80">
              <a:extLst>
                <a:ext uri="{FF2B5EF4-FFF2-40B4-BE49-F238E27FC236}">
                  <a16:creationId xmlns:a16="http://schemas.microsoft.com/office/drawing/2014/main" id="{4C37B19D-EF2C-263D-2EEE-A659BEA379AF}"/>
                </a:ext>
              </a:extLst>
            </p:cNvPr>
            <p:cNvSpPr/>
            <p:nvPr/>
          </p:nvSpPr>
          <p:spPr>
            <a:xfrm>
              <a:off x="5265775" y="2256925"/>
              <a:ext cx="62400" cy="53425"/>
            </a:xfrm>
            <a:custGeom>
              <a:avLst/>
              <a:gdLst/>
              <a:ahLst/>
              <a:cxnLst/>
              <a:rect l="l" t="t" r="r" b="b"/>
              <a:pathLst>
                <a:path w="2496" h="2137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96" y="1154"/>
                    <a:pt x="2016" y="0"/>
                    <a:pt x="106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73" name="Google Shape;3531;p80">
              <a:extLst>
                <a:ext uri="{FF2B5EF4-FFF2-40B4-BE49-F238E27FC236}">
                  <a16:creationId xmlns:a16="http://schemas.microsoft.com/office/drawing/2014/main" id="{6D081AC8-9E6E-4C4C-1A97-F3F38372B9B7}"/>
                </a:ext>
              </a:extLst>
            </p:cNvPr>
            <p:cNvSpPr/>
            <p:nvPr/>
          </p:nvSpPr>
          <p:spPr>
            <a:xfrm>
              <a:off x="5265775" y="23331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2" y="2134"/>
                    <a:pt x="1068" y="2134"/>
                  </a:cubicBezTo>
                  <a:cubicBezTo>
                    <a:pt x="1329" y="2134"/>
                    <a:pt x="1595" y="2037"/>
                    <a:pt x="1813" y="1822"/>
                  </a:cubicBezTo>
                  <a:cubicBezTo>
                    <a:pt x="2488" y="1155"/>
                    <a:pt x="2016" y="9"/>
                    <a:pt x="106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74" name="Google Shape;3532;p80">
              <a:extLst>
                <a:ext uri="{FF2B5EF4-FFF2-40B4-BE49-F238E27FC236}">
                  <a16:creationId xmlns:a16="http://schemas.microsoft.com/office/drawing/2014/main" id="{D76F6624-8330-6EC5-1174-2B4F90811A5C}"/>
                </a:ext>
              </a:extLst>
            </p:cNvPr>
            <p:cNvSpPr/>
            <p:nvPr/>
          </p:nvSpPr>
          <p:spPr>
            <a:xfrm>
              <a:off x="5265775" y="24093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9"/>
                    <a:pt x="522" y="2133"/>
                    <a:pt x="1068" y="2133"/>
                  </a:cubicBezTo>
                  <a:cubicBezTo>
                    <a:pt x="1329" y="2133"/>
                    <a:pt x="1595" y="2036"/>
                    <a:pt x="1813" y="1821"/>
                  </a:cubicBezTo>
                  <a:cubicBezTo>
                    <a:pt x="2488" y="1155"/>
                    <a:pt x="2016" y="0"/>
                    <a:pt x="106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75" name="Google Shape;3533;p80">
              <a:extLst>
                <a:ext uri="{FF2B5EF4-FFF2-40B4-BE49-F238E27FC236}">
                  <a16:creationId xmlns:a16="http://schemas.microsoft.com/office/drawing/2014/main" id="{BC4ACE65-3DD4-6901-6DE9-22DC600EECA7}"/>
                </a:ext>
              </a:extLst>
            </p:cNvPr>
            <p:cNvSpPr/>
            <p:nvPr/>
          </p:nvSpPr>
          <p:spPr>
            <a:xfrm>
              <a:off x="5265775" y="24855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10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76" name="Google Shape;3534;p80">
              <a:extLst>
                <a:ext uri="{FF2B5EF4-FFF2-40B4-BE49-F238E27FC236}">
                  <a16:creationId xmlns:a16="http://schemas.microsoft.com/office/drawing/2014/main" id="{76D6F20F-C626-4CBF-4C7B-2082A7E3C5AA}"/>
                </a:ext>
              </a:extLst>
            </p:cNvPr>
            <p:cNvSpPr/>
            <p:nvPr/>
          </p:nvSpPr>
          <p:spPr>
            <a:xfrm>
              <a:off x="5265775" y="2561575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73"/>
                  </a:cubicBezTo>
                  <a:cubicBezTo>
                    <a:pt x="0" y="1711"/>
                    <a:pt x="521" y="2137"/>
                    <a:pt x="1067" y="2137"/>
                  </a:cubicBezTo>
                  <a:cubicBezTo>
                    <a:pt x="1328" y="2137"/>
                    <a:pt x="1595" y="2039"/>
                    <a:pt x="1813" y="1821"/>
                  </a:cubicBezTo>
                  <a:cubicBezTo>
                    <a:pt x="2488" y="1154"/>
                    <a:pt x="2016" y="8"/>
                    <a:pt x="106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77" name="Google Shape;3535;p80">
              <a:extLst>
                <a:ext uri="{FF2B5EF4-FFF2-40B4-BE49-F238E27FC236}">
                  <a16:creationId xmlns:a16="http://schemas.microsoft.com/office/drawing/2014/main" id="{D92E925C-C82F-73E0-ACCD-232E58AA1406}"/>
                </a:ext>
              </a:extLst>
            </p:cNvPr>
            <p:cNvSpPr/>
            <p:nvPr/>
          </p:nvSpPr>
          <p:spPr>
            <a:xfrm>
              <a:off x="5265775" y="26377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74"/>
                  </a:cubicBezTo>
                  <a:cubicBezTo>
                    <a:pt x="0" y="1712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78" name="Google Shape;3536;p80">
              <a:extLst>
                <a:ext uri="{FF2B5EF4-FFF2-40B4-BE49-F238E27FC236}">
                  <a16:creationId xmlns:a16="http://schemas.microsoft.com/office/drawing/2014/main" id="{185B5BFB-0A8D-589A-E16F-30D7C0CBF1EF}"/>
                </a:ext>
              </a:extLst>
            </p:cNvPr>
            <p:cNvSpPr/>
            <p:nvPr/>
          </p:nvSpPr>
          <p:spPr>
            <a:xfrm>
              <a:off x="5341975" y="13427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1"/>
                    <a:pt x="9" y="481"/>
                    <a:pt x="1" y="1066"/>
                  </a:cubicBezTo>
                  <a:cubicBezTo>
                    <a:pt x="1" y="1710"/>
                    <a:pt x="530" y="2138"/>
                    <a:pt x="1078" y="2138"/>
                  </a:cubicBezTo>
                  <a:cubicBezTo>
                    <a:pt x="1340" y="2138"/>
                    <a:pt x="1606" y="2040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79" name="Google Shape;3537;p80">
              <a:extLst>
                <a:ext uri="{FF2B5EF4-FFF2-40B4-BE49-F238E27FC236}">
                  <a16:creationId xmlns:a16="http://schemas.microsoft.com/office/drawing/2014/main" id="{1F6DADE6-75E0-F5AF-75AB-873078ADA8C7}"/>
                </a:ext>
              </a:extLst>
            </p:cNvPr>
            <p:cNvSpPr/>
            <p:nvPr/>
          </p:nvSpPr>
          <p:spPr>
            <a:xfrm>
              <a:off x="5341975" y="14189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5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80" name="Google Shape;3538;p80">
              <a:extLst>
                <a:ext uri="{FF2B5EF4-FFF2-40B4-BE49-F238E27FC236}">
                  <a16:creationId xmlns:a16="http://schemas.microsoft.com/office/drawing/2014/main" id="{AD52B085-31DE-9936-2B9B-7633E0A493B0}"/>
                </a:ext>
              </a:extLst>
            </p:cNvPr>
            <p:cNvSpPr/>
            <p:nvPr/>
          </p:nvSpPr>
          <p:spPr>
            <a:xfrm>
              <a:off x="5341975" y="14952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81" name="Google Shape;3539;p80">
              <a:extLst>
                <a:ext uri="{FF2B5EF4-FFF2-40B4-BE49-F238E27FC236}">
                  <a16:creationId xmlns:a16="http://schemas.microsoft.com/office/drawing/2014/main" id="{4671B920-CBC5-9589-8856-BF7860DFEF91}"/>
                </a:ext>
              </a:extLst>
            </p:cNvPr>
            <p:cNvSpPr/>
            <p:nvPr/>
          </p:nvSpPr>
          <p:spPr>
            <a:xfrm>
              <a:off x="5341975" y="1571400"/>
              <a:ext cx="62375" cy="53250"/>
            </a:xfrm>
            <a:custGeom>
              <a:avLst/>
              <a:gdLst/>
              <a:ahLst/>
              <a:cxnLst/>
              <a:rect l="l" t="t" r="r" b="b"/>
              <a:pathLst>
                <a:path w="2495" h="2130" extrusionOk="0">
                  <a:moveTo>
                    <a:pt x="1084" y="1"/>
                  </a:moveTo>
                  <a:cubicBezTo>
                    <a:pt x="1080" y="1"/>
                    <a:pt x="1077" y="1"/>
                    <a:pt x="1074" y="1"/>
                  </a:cubicBezTo>
                  <a:cubicBezTo>
                    <a:pt x="480" y="1"/>
                    <a:pt x="9" y="472"/>
                    <a:pt x="1" y="1066"/>
                  </a:cubicBezTo>
                  <a:cubicBezTo>
                    <a:pt x="1" y="1703"/>
                    <a:pt x="529" y="2129"/>
                    <a:pt x="1077" y="2129"/>
                  </a:cubicBezTo>
                  <a:cubicBezTo>
                    <a:pt x="1339" y="2129"/>
                    <a:pt x="1606" y="2032"/>
                    <a:pt x="1822" y="1813"/>
                  </a:cubicBezTo>
                  <a:cubicBezTo>
                    <a:pt x="2494" y="1149"/>
                    <a:pt x="2020" y="1"/>
                    <a:pt x="108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82" name="Google Shape;3540;p80">
              <a:extLst>
                <a:ext uri="{FF2B5EF4-FFF2-40B4-BE49-F238E27FC236}">
                  <a16:creationId xmlns:a16="http://schemas.microsoft.com/office/drawing/2014/main" id="{5C87AD21-A54D-303A-02B5-E177C15E7FFA}"/>
                </a:ext>
              </a:extLst>
            </p:cNvPr>
            <p:cNvSpPr/>
            <p:nvPr/>
          </p:nvSpPr>
          <p:spPr>
            <a:xfrm>
              <a:off x="5341975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9"/>
                    <a:pt x="9" y="481"/>
                    <a:pt x="1" y="1066"/>
                  </a:cubicBezTo>
                  <a:cubicBezTo>
                    <a:pt x="1" y="1710"/>
                    <a:pt x="530" y="2138"/>
                    <a:pt x="1078" y="2138"/>
                  </a:cubicBezTo>
                  <a:cubicBezTo>
                    <a:pt x="1340" y="2138"/>
                    <a:pt x="1606" y="2040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83" name="Google Shape;3541;p80">
              <a:extLst>
                <a:ext uri="{FF2B5EF4-FFF2-40B4-BE49-F238E27FC236}">
                  <a16:creationId xmlns:a16="http://schemas.microsoft.com/office/drawing/2014/main" id="{B5609611-70F7-EE31-2C8C-8992B965CC94}"/>
                </a:ext>
              </a:extLst>
            </p:cNvPr>
            <p:cNvSpPr/>
            <p:nvPr/>
          </p:nvSpPr>
          <p:spPr>
            <a:xfrm>
              <a:off x="5341975" y="17236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5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84" name="Google Shape;3542;p80">
              <a:extLst>
                <a:ext uri="{FF2B5EF4-FFF2-40B4-BE49-F238E27FC236}">
                  <a16:creationId xmlns:a16="http://schemas.microsoft.com/office/drawing/2014/main" id="{2F1FA6C4-D982-C030-2DFA-E326A27878D3}"/>
                </a:ext>
              </a:extLst>
            </p:cNvPr>
            <p:cNvSpPr/>
            <p:nvPr/>
          </p:nvSpPr>
          <p:spPr>
            <a:xfrm>
              <a:off x="5341975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85" name="Google Shape;3543;p80">
              <a:extLst>
                <a:ext uri="{FF2B5EF4-FFF2-40B4-BE49-F238E27FC236}">
                  <a16:creationId xmlns:a16="http://schemas.microsoft.com/office/drawing/2014/main" id="{A0A4DD9C-2253-964A-6926-5EF1DC450DD8}"/>
                </a:ext>
              </a:extLst>
            </p:cNvPr>
            <p:cNvSpPr/>
            <p:nvPr/>
          </p:nvSpPr>
          <p:spPr>
            <a:xfrm>
              <a:off x="5341975" y="1876050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74" y="1"/>
                  </a:moveTo>
                  <a:cubicBezTo>
                    <a:pt x="480" y="1"/>
                    <a:pt x="9" y="472"/>
                    <a:pt x="1" y="1066"/>
                  </a:cubicBezTo>
                  <a:cubicBezTo>
                    <a:pt x="1" y="1707"/>
                    <a:pt x="527" y="2131"/>
                    <a:pt x="1074" y="2131"/>
                  </a:cubicBezTo>
                  <a:cubicBezTo>
                    <a:pt x="1337" y="2131"/>
                    <a:pt x="1605" y="2033"/>
                    <a:pt x="1822" y="1813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86" name="Google Shape;3544;p80">
              <a:extLst>
                <a:ext uri="{FF2B5EF4-FFF2-40B4-BE49-F238E27FC236}">
                  <a16:creationId xmlns:a16="http://schemas.microsoft.com/office/drawing/2014/main" id="{1C48E5BC-BA27-CF70-BC63-2B915217C397}"/>
                </a:ext>
              </a:extLst>
            </p:cNvPr>
            <p:cNvSpPr/>
            <p:nvPr/>
          </p:nvSpPr>
          <p:spPr>
            <a:xfrm>
              <a:off x="5341975" y="19520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9"/>
                    <a:pt x="9" y="481"/>
                    <a:pt x="1" y="1074"/>
                  </a:cubicBezTo>
                  <a:cubicBezTo>
                    <a:pt x="1" y="1712"/>
                    <a:pt x="529" y="2138"/>
                    <a:pt x="1077" y="2138"/>
                  </a:cubicBezTo>
                  <a:cubicBezTo>
                    <a:pt x="1339" y="2138"/>
                    <a:pt x="1606" y="2040"/>
                    <a:pt x="1822" y="1822"/>
                  </a:cubicBezTo>
                  <a:cubicBezTo>
                    <a:pt x="2497" y="1155"/>
                    <a:pt x="2017" y="1"/>
                    <a:pt x="107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87" name="Google Shape;3545;p80">
              <a:extLst>
                <a:ext uri="{FF2B5EF4-FFF2-40B4-BE49-F238E27FC236}">
                  <a16:creationId xmlns:a16="http://schemas.microsoft.com/office/drawing/2014/main" id="{5DCA22D9-B920-63CD-D8D6-69CCA6DB66F2}"/>
                </a:ext>
              </a:extLst>
            </p:cNvPr>
            <p:cNvSpPr/>
            <p:nvPr/>
          </p:nvSpPr>
          <p:spPr>
            <a:xfrm>
              <a:off x="5341975" y="20282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1"/>
                    <a:pt x="9" y="480"/>
                    <a:pt x="1" y="1065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6" y="2040"/>
                    <a:pt x="1822" y="1821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88" name="Google Shape;3546;p80">
              <a:extLst>
                <a:ext uri="{FF2B5EF4-FFF2-40B4-BE49-F238E27FC236}">
                  <a16:creationId xmlns:a16="http://schemas.microsoft.com/office/drawing/2014/main" id="{9546FAA1-3C0D-BE23-BE93-ACF18C2C79E1}"/>
                </a:ext>
              </a:extLst>
            </p:cNvPr>
            <p:cNvSpPr/>
            <p:nvPr/>
          </p:nvSpPr>
          <p:spPr>
            <a:xfrm>
              <a:off x="5341975" y="21045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89" name="Google Shape;3547;p80">
              <a:extLst>
                <a:ext uri="{FF2B5EF4-FFF2-40B4-BE49-F238E27FC236}">
                  <a16:creationId xmlns:a16="http://schemas.microsoft.com/office/drawing/2014/main" id="{CA284AB3-9848-E93F-F897-3279DFD5275F}"/>
                </a:ext>
              </a:extLst>
            </p:cNvPr>
            <p:cNvSpPr/>
            <p:nvPr/>
          </p:nvSpPr>
          <p:spPr>
            <a:xfrm>
              <a:off x="5341975" y="21807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6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90" name="Google Shape;3548;p80">
              <a:extLst>
                <a:ext uri="{FF2B5EF4-FFF2-40B4-BE49-F238E27FC236}">
                  <a16:creationId xmlns:a16="http://schemas.microsoft.com/office/drawing/2014/main" id="{92EE416F-531F-513B-0AB3-5C0B715F4268}"/>
                </a:ext>
              </a:extLst>
            </p:cNvPr>
            <p:cNvSpPr/>
            <p:nvPr/>
          </p:nvSpPr>
          <p:spPr>
            <a:xfrm>
              <a:off x="5341975" y="2256925"/>
              <a:ext cx="62575" cy="53425"/>
            </a:xfrm>
            <a:custGeom>
              <a:avLst/>
              <a:gdLst/>
              <a:ahLst/>
              <a:cxnLst/>
              <a:rect l="l" t="t" r="r" b="b"/>
              <a:pathLst>
                <a:path w="2503" h="2137" extrusionOk="0">
                  <a:moveTo>
                    <a:pt x="1084" y="0"/>
                  </a:moveTo>
                  <a:cubicBezTo>
                    <a:pt x="1081" y="0"/>
                    <a:pt x="1077" y="0"/>
                    <a:pt x="1074" y="0"/>
                  </a:cubicBez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30" y="2137"/>
                    <a:pt x="1081" y="2137"/>
                  </a:cubicBezTo>
                  <a:cubicBezTo>
                    <a:pt x="1344" y="2137"/>
                    <a:pt x="1612" y="2039"/>
                    <a:pt x="1830" y="1821"/>
                  </a:cubicBezTo>
                  <a:cubicBezTo>
                    <a:pt x="2502" y="1149"/>
                    <a:pt x="2028" y="0"/>
                    <a:pt x="108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91" name="Google Shape;3549;p80">
              <a:extLst>
                <a:ext uri="{FF2B5EF4-FFF2-40B4-BE49-F238E27FC236}">
                  <a16:creationId xmlns:a16="http://schemas.microsoft.com/office/drawing/2014/main" id="{255B4F1B-237D-EA7E-04E2-330ECA975AA0}"/>
                </a:ext>
              </a:extLst>
            </p:cNvPr>
            <p:cNvSpPr/>
            <p:nvPr/>
          </p:nvSpPr>
          <p:spPr>
            <a:xfrm>
              <a:off x="5341975" y="23331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1"/>
                    <a:pt x="9" y="480"/>
                    <a:pt x="1" y="1066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6" y="2040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92" name="Google Shape;3550;p80">
              <a:extLst>
                <a:ext uri="{FF2B5EF4-FFF2-40B4-BE49-F238E27FC236}">
                  <a16:creationId xmlns:a16="http://schemas.microsoft.com/office/drawing/2014/main" id="{2D4A2089-9539-C25B-3D29-A20F904DFDE9}"/>
                </a:ext>
              </a:extLst>
            </p:cNvPr>
            <p:cNvSpPr/>
            <p:nvPr/>
          </p:nvSpPr>
          <p:spPr>
            <a:xfrm>
              <a:off x="5341975" y="2485550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74" y="1"/>
                  </a:moveTo>
                  <a:cubicBezTo>
                    <a:pt x="480" y="1"/>
                    <a:pt x="9" y="480"/>
                    <a:pt x="1" y="1066"/>
                  </a:cubicBezTo>
                  <a:cubicBezTo>
                    <a:pt x="1" y="1708"/>
                    <a:pt x="527" y="2131"/>
                    <a:pt x="1074" y="2131"/>
                  </a:cubicBezTo>
                  <a:cubicBezTo>
                    <a:pt x="1337" y="2131"/>
                    <a:pt x="1605" y="2033"/>
                    <a:pt x="1822" y="1814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93" name="Google Shape;3551;p80">
              <a:extLst>
                <a:ext uri="{FF2B5EF4-FFF2-40B4-BE49-F238E27FC236}">
                  <a16:creationId xmlns:a16="http://schemas.microsoft.com/office/drawing/2014/main" id="{B36DA6AD-A5E0-2B40-4E25-BFC0A77A5226}"/>
                </a:ext>
              </a:extLst>
            </p:cNvPr>
            <p:cNvSpPr/>
            <p:nvPr/>
          </p:nvSpPr>
          <p:spPr>
            <a:xfrm>
              <a:off x="5341975" y="25615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0" y="8"/>
                    <a:pt x="9" y="480"/>
                    <a:pt x="1" y="1073"/>
                  </a:cubicBezTo>
                  <a:cubicBezTo>
                    <a:pt x="1" y="1711"/>
                    <a:pt x="529" y="2137"/>
                    <a:pt x="1077" y="2137"/>
                  </a:cubicBezTo>
                  <a:cubicBezTo>
                    <a:pt x="1339" y="2137"/>
                    <a:pt x="1606" y="2039"/>
                    <a:pt x="1822" y="1821"/>
                  </a:cubicBezTo>
                  <a:cubicBezTo>
                    <a:pt x="2497" y="1154"/>
                    <a:pt x="2017" y="0"/>
                    <a:pt x="107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94" name="Google Shape;3552;p80">
              <a:extLst>
                <a:ext uri="{FF2B5EF4-FFF2-40B4-BE49-F238E27FC236}">
                  <a16:creationId xmlns:a16="http://schemas.microsoft.com/office/drawing/2014/main" id="{C5E0FE98-1DEB-7AC3-202E-46CAC9FC9AC8}"/>
                </a:ext>
              </a:extLst>
            </p:cNvPr>
            <p:cNvSpPr/>
            <p:nvPr/>
          </p:nvSpPr>
          <p:spPr>
            <a:xfrm>
              <a:off x="5341975" y="26377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9"/>
                    <a:pt x="9" y="480"/>
                    <a:pt x="1" y="1074"/>
                  </a:cubicBezTo>
                  <a:cubicBezTo>
                    <a:pt x="1" y="1712"/>
                    <a:pt x="529" y="2137"/>
                    <a:pt x="1077" y="2137"/>
                  </a:cubicBezTo>
                  <a:cubicBezTo>
                    <a:pt x="1339" y="2137"/>
                    <a:pt x="1606" y="2040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95" name="Google Shape;3553;p80">
              <a:extLst>
                <a:ext uri="{FF2B5EF4-FFF2-40B4-BE49-F238E27FC236}">
                  <a16:creationId xmlns:a16="http://schemas.microsoft.com/office/drawing/2014/main" id="{812CD0EA-361E-A9A7-E5CD-396335ED5258}"/>
                </a:ext>
              </a:extLst>
            </p:cNvPr>
            <p:cNvSpPr/>
            <p:nvPr/>
          </p:nvSpPr>
          <p:spPr>
            <a:xfrm>
              <a:off x="5418200" y="13427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96" name="Google Shape;3554;p80">
              <a:extLst>
                <a:ext uri="{FF2B5EF4-FFF2-40B4-BE49-F238E27FC236}">
                  <a16:creationId xmlns:a16="http://schemas.microsoft.com/office/drawing/2014/main" id="{C495BF56-2D14-2173-4C5B-AD9A3F07D405}"/>
                </a:ext>
              </a:extLst>
            </p:cNvPr>
            <p:cNvSpPr/>
            <p:nvPr/>
          </p:nvSpPr>
          <p:spPr>
            <a:xfrm>
              <a:off x="5418200" y="14189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97" name="Google Shape;3555;p80">
              <a:extLst>
                <a:ext uri="{FF2B5EF4-FFF2-40B4-BE49-F238E27FC236}">
                  <a16:creationId xmlns:a16="http://schemas.microsoft.com/office/drawing/2014/main" id="{48F9F8EF-E124-391C-2AE5-F72F21D03CB6}"/>
                </a:ext>
              </a:extLst>
            </p:cNvPr>
            <p:cNvSpPr/>
            <p:nvPr/>
          </p:nvSpPr>
          <p:spPr>
            <a:xfrm>
              <a:off x="5418200" y="14952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98" name="Google Shape;3556;p80">
              <a:extLst>
                <a:ext uri="{FF2B5EF4-FFF2-40B4-BE49-F238E27FC236}">
                  <a16:creationId xmlns:a16="http://schemas.microsoft.com/office/drawing/2014/main" id="{9A92CCF0-F02E-3BB6-F82D-DE45B0136642}"/>
                </a:ext>
              </a:extLst>
            </p:cNvPr>
            <p:cNvSpPr/>
            <p:nvPr/>
          </p:nvSpPr>
          <p:spPr>
            <a:xfrm>
              <a:off x="5418200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99" name="Google Shape;3557;p80">
              <a:extLst>
                <a:ext uri="{FF2B5EF4-FFF2-40B4-BE49-F238E27FC236}">
                  <a16:creationId xmlns:a16="http://schemas.microsoft.com/office/drawing/2014/main" id="{96292D7F-DFC6-CA25-C2D6-0B0479E4131C}"/>
                </a:ext>
              </a:extLst>
            </p:cNvPr>
            <p:cNvSpPr/>
            <p:nvPr/>
          </p:nvSpPr>
          <p:spPr>
            <a:xfrm>
              <a:off x="5418200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00" name="Google Shape;3558;p80">
              <a:extLst>
                <a:ext uri="{FF2B5EF4-FFF2-40B4-BE49-F238E27FC236}">
                  <a16:creationId xmlns:a16="http://schemas.microsoft.com/office/drawing/2014/main" id="{FBCB415B-CE76-9C2C-591E-D6DD6AC09207}"/>
                </a:ext>
              </a:extLst>
            </p:cNvPr>
            <p:cNvSpPr/>
            <p:nvPr/>
          </p:nvSpPr>
          <p:spPr>
            <a:xfrm>
              <a:off x="5418200" y="17236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01" name="Google Shape;3559;p80">
              <a:extLst>
                <a:ext uri="{FF2B5EF4-FFF2-40B4-BE49-F238E27FC236}">
                  <a16:creationId xmlns:a16="http://schemas.microsoft.com/office/drawing/2014/main" id="{74FA6099-C45A-A0A8-3ABF-A515AA361976}"/>
                </a:ext>
              </a:extLst>
            </p:cNvPr>
            <p:cNvSpPr/>
            <p:nvPr/>
          </p:nvSpPr>
          <p:spPr>
            <a:xfrm>
              <a:off x="5418200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02" name="Google Shape;3560;p80">
              <a:extLst>
                <a:ext uri="{FF2B5EF4-FFF2-40B4-BE49-F238E27FC236}">
                  <a16:creationId xmlns:a16="http://schemas.microsoft.com/office/drawing/2014/main" id="{DA1845B3-AAB7-CD3E-93BD-2606791E50C4}"/>
                </a:ext>
              </a:extLst>
            </p:cNvPr>
            <p:cNvSpPr/>
            <p:nvPr/>
          </p:nvSpPr>
          <p:spPr>
            <a:xfrm>
              <a:off x="5418200" y="1876050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3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03" name="Google Shape;3561;p80">
              <a:extLst>
                <a:ext uri="{FF2B5EF4-FFF2-40B4-BE49-F238E27FC236}">
                  <a16:creationId xmlns:a16="http://schemas.microsoft.com/office/drawing/2014/main" id="{9ED4B9E7-7084-745F-7B65-DE6D64C721FA}"/>
                </a:ext>
              </a:extLst>
            </p:cNvPr>
            <p:cNvSpPr/>
            <p:nvPr/>
          </p:nvSpPr>
          <p:spPr>
            <a:xfrm>
              <a:off x="5418200" y="19520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96" y="1155"/>
                    <a:pt x="2016" y="1"/>
                    <a:pt x="106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04" name="Google Shape;3562;p80">
              <a:extLst>
                <a:ext uri="{FF2B5EF4-FFF2-40B4-BE49-F238E27FC236}">
                  <a16:creationId xmlns:a16="http://schemas.microsoft.com/office/drawing/2014/main" id="{00588EA5-C13F-1ABB-C64D-6373120BCCFE}"/>
                </a:ext>
              </a:extLst>
            </p:cNvPr>
            <p:cNvSpPr/>
            <p:nvPr/>
          </p:nvSpPr>
          <p:spPr>
            <a:xfrm>
              <a:off x="5418200" y="20282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05" name="Google Shape;3563;p80">
              <a:extLst>
                <a:ext uri="{FF2B5EF4-FFF2-40B4-BE49-F238E27FC236}">
                  <a16:creationId xmlns:a16="http://schemas.microsoft.com/office/drawing/2014/main" id="{0D22A7CE-75BE-76CA-7D39-7066CC111047}"/>
                </a:ext>
              </a:extLst>
            </p:cNvPr>
            <p:cNvSpPr/>
            <p:nvPr/>
          </p:nvSpPr>
          <p:spPr>
            <a:xfrm>
              <a:off x="5418200" y="21045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06" name="Google Shape;3564;p80">
              <a:extLst>
                <a:ext uri="{FF2B5EF4-FFF2-40B4-BE49-F238E27FC236}">
                  <a16:creationId xmlns:a16="http://schemas.microsoft.com/office/drawing/2014/main" id="{23189499-1EAB-9413-6F50-F2185DBCC795}"/>
                </a:ext>
              </a:extLst>
            </p:cNvPr>
            <p:cNvSpPr/>
            <p:nvPr/>
          </p:nvSpPr>
          <p:spPr>
            <a:xfrm>
              <a:off x="5418200" y="21807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07" name="Google Shape;3565;p80">
              <a:extLst>
                <a:ext uri="{FF2B5EF4-FFF2-40B4-BE49-F238E27FC236}">
                  <a16:creationId xmlns:a16="http://schemas.microsoft.com/office/drawing/2014/main" id="{9F085556-3980-24A9-FA09-69656FB4BC33}"/>
                </a:ext>
              </a:extLst>
            </p:cNvPr>
            <p:cNvSpPr/>
            <p:nvPr/>
          </p:nvSpPr>
          <p:spPr>
            <a:xfrm>
              <a:off x="5418200" y="2256925"/>
              <a:ext cx="62550" cy="53425"/>
            </a:xfrm>
            <a:custGeom>
              <a:avLst/>
              <a:gdLst/>
              <a:ahLst/>
              <a:cxnLst/>
              <a:rect l="l" t="t" r="r" b="b"/>
              <a:pathLst>
                <a:path w="2502" h="2137" extrusionOk="0">
                  <a:moveTo>
                    <a:pt x="1075" y="0"/>
                  </a:moveTo>
                  <a:cubicBezTo>
                    <a:pt x="1072" y="0"/>
                    <a:pt x="1069" y="0"/>
                    <a:pt x="1065" y="0"/>
                  </a:cubicBez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80" y="2137"/>
                  </a:cubicBezTo>
                  <a:cubicBezTo>
                    <a:pt x="1343" y="2137"/>
                    <a:pt x="1611" y="2039"/>
                    <a:pt x="1829" y="1821"/>
                  </a:cubicBezTo>
                  <a:cubicBezTo>
                    <a:pt x="2502" y="1149"/>
                    <a:pt x="2028" y="0"/>
                    <a:pt x="107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08" name="Google Shape;3566;p80">
              <a:extLst>
                <a:ext uri="{FF2B5EF4-FFF2-40B4-BE49-F238E27FC236}">
                  <a16:creationId xmlns:a16="http://schemas.microsoft.com/office/drawing/2014/main" id="{1F850FB0-EC10-FDC1-1962-E372CC475DBD}"/>
                </a:ext>
              </a:extLst>
            </p:cNvPr>
            <p:cNvSpPr/>
            <p:nvPr/>
          </p:nvSpPr>
          <p:spPr>
            <a:xfrm>
              <a:off x="5418200" y="23331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09" name="Google Shape;3567;p80">
              <a:extLst>
                <a:ext uri="{FF2B5EF4-FFF2-40B4-BE49-F238E27FC236}">
                  <a16:creationId xmlns:a16="http://schemas.microsoft.com/office/drawing/2014/main" id="{64F9189C-6EED-9FA3-0BA4-9E77202EC654}"/>
                </a:ext>
              </a:extLst>
            </p:cNvPr>
            <p:cNvSpPr/>
            <p:nvPr/>
          </p:nvSpPr>
          <p:spPr>
            <a:xfrm>
              <a:off x="5418200" y="2485550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8"/>
                    <a:pt x="526" y="2131"/>
                    <a:pt x="1073" y="2131"/>
                  </a:cubicBezTo>
                  <a:cubicBezTo>
                    <a:pt x="1336" y="2131"/>
                    <a:pt x="1605" y="2033"/>
                    <a:pt x="1821" y="1814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10" name="Google Shape;3568;p80">
              <a:extLst>
                <a:ext uri="{FF2B5EF4-FFF2-40B4-BE49-F238E27FC236}">
                  <a16:creationId xmlns:a16="http://schemas.microsoft.com/office/drawing/2014/main" id="{F4BCE9DA-F50B-2C65-D399-CB32C1AA2C45}"/>
                </a:ext>
              </a:extLst>
            </p:cNvPr>
            <p:cNvSpPr/>
            <p:nvPr/>
          </p:nvSpPr>
          <p:spPr>
            <a:xfrm>
              <a:off x="5418200" y="25615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96" y="1154"/>
                    <a:pt x="2016" y="0"/>
                    <a:pt x="106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11" name="Google Shape;3569;p80">
              <a:extLst>
                <a:ext uri="{FF2B5EF4-FFF2-40B4-BE49-F238E27FC236}">
                  <a16:creationId xmlns:a16="http://schemas.microsoft.com/office/drawing/2014/main" id="{F3B89588-2A2E-259A-755B-96D4262F7952}"/>
                </a:ext>
              </a:extLst>
            </p:cNvPr>
            <p:cNvSpPr/>
            <p:nvPr/>
          </p:nvSpPr>
          <p:spPr>
            <a:xfrm>
              <a:off x="5418200" y="26377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2"/>
                    <a:pt x="528" y="2137"/>
                    <a:pt x="1077" y="2137"/>
                  </a:cubicBezTo>
                  <a:cubicBezTo>
                    <a:pt x="1339" y="2137"/>
                    <a:pt x="1606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12" name="Google Shape;3570;p80">
              <a:extLst>
                <a:ext uri="{FF2B5EF4-FFF2-40B4-BE49-F238E27FC236}">
                  <a16:creationId xmlns:a16="http://schemas.microsoft.com/office/drawing/2014/main" id="{40F237FF-8E9A-1130-1861-345B9B021832}"/>
                </a:ext>
              </a:extLst>
            </p:cNvPr>
            <p:cNvSpPr/>
            <p:nvPr/>
          </p:nvSpPr>
          <p:spPr>
            <a:xfrm>
              <a:off x="5418200" y="2714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13" name="Google Shape;3571;p80">
              <a:extLst>
                <a:ext uri="{FF2B5EF4-FFF2-40B4-BE49-F238E27FC236}">
                  <a16:creationId xmlns:a16="http://schemas.microsoft.com/office/drawing/2014/main" id="{81ACA4D5-35A9-BBB6-E4A3-BC592A2BF387}"/>
                </a:ext>
              </a:extLst>
            </p:cNvPr>
            <p:cNvSpPr/>
            <p:nvPr/>
          </p:nvSpPr>
          <p:spPr>
            <a:xfrm>
              <a:off x="5494400" y="12665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0"/>
                  </a:moveTo>
                  <a:cubicBezTo>
                    <a:pt x="480" y="9"/>
                    <a:pt x="1" y="480"/>
                    <a:pt x="1" y="1074"/>
                  </a:cubicBezTo>
                  <a:cubicBezTo>
                    <a:pt x="1" y="1711"/>
                    <a:pt x="525" y="2137"/>
                    <a:pt x="1074" y="2137"/>
                  </a:cubicBezTo>
                  <a:cubicBezTo>
                    <a:pt x="1336" y="2137"/>
                    <a:pt x="1604" y="2040"/>
                    <a:pt x="1822" y="1821"/>
                  </a:cubicBezTo>
                  <a:cubicBezTo>
                    <a:pt x="2488" y="1155"/>
                    <a:pt x="2017" y="0"/>
                    <a:pt x="106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14" name="Google Shape;3572;p80">
              <a:extLst>
                <a:ext uri="{FF2B5EF4-FFF2-40B4-BE49-F238E27FC236}">
                  <a16:creationId xmlns:a16="http://schemas.microsoft.com/office/drawing/2014/main" id="{3428E201-3606-690A-FFE7-3DE4C46A93E8}"/>
                </a:ext>
              </a:extLst>
            </p:cNvPr>
            <p:cNvSpPr/>
            <p:nvPr/>
          </p:nvSpPr>
          <p:spPr>
            <a:xfrm>
              <a:off x="5494400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7" y="2138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15" name="Google Shape;3573;p80">
              <a:extLst>
                <a:ext uri="{FF2B5EF4-FFF2-40B4-BE49-F238E27FC236}">
                  <a16:creationId xmlns:a16="http://schemas.microsoft.com/office/drawing/2014/main" id="{3EF96FC2-20AF-428C-802F-D022B98C6146}"/>
                </a:ext>
              </a:extLst>
            </p:cNvPr>
            <p:cNvSpPr/>
            <p:nvPr/>
          </p:nvSpPr>
          <p:spPr>
            <a:xfrm>
              <a:off x="5494400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16" name="Google Shape;3574;p80">
              <a:extLst>
                <a:ext uri="{FF2B5EF4-FFF2-40B4-BE49-F238E27FC236}">
                  <a16:creationId xmlns:a16="http://schemas.microsoft.com/office/drawing/2014/main" id="{02F0D85E-7AE4-E2A0-A44D-0CA9CAEFBE1E}"/>
                </a:ext>
              </a:extLst>
            </p:cNvPr>
            <p:cNvSpPr/>
            <p:nvPr/>
          </p:nvSpPr>
          <p:spPr>
            <a:xfrm>
              <a:off x="5494400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17" name="Google Shape;3575;p80">
              <a:extLst>
                <a:ext uri="{FF2B5EF4-FFF2-40B4-BE49-F238E27FC236}">
                  <a16:creationId xmlns:a16="http://schemas.microsoft.com/office/drawing/2014/main" id="{A58DF9A6-80DD-7378-0AA5-EE6C67ABD4BA}"/>
                </a:ext>
              </a:extLst>
            </p:cNvPr>
            <p:cNvSpPr/>
            <p:nvPr/>
          </p:nvSpPr>
          <p:spPr>
            <a:xfrm>
              <a:off x="5494400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4" y="2129"/>
                  </a:cubicBezTo>
                  <a:cubicBezTo>
                    <a:pt x="1336" y="2129"/>
                    <a:pt x="1604" y="2032"/>
                    <a:pt x="1822" y="1813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18" name="Google Shape;3576;p80">
              <a:extLst>
                <a:ext uri="{FF2B5EF4-FFF2-40B4-BE49-F238E27FC236}">
                  <a16:creationId xmlns:a16="http://schemas.microsoft.com/office/drawing/2014/main" id="{E4DE709F-225B-E8D5-5D31-15C40041FDD9}"/>
                </a:ext>
              </a:extLst>
            </p:cNvPr>
            <p:cNvSpPr/>
            <p:nvPr/>
          </p:nvSpPr>
          <p:spPr>
            <a:xfrm>
              <a:off x="6332350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19" name="Google Shape;3577;p80">
              <a:extLst>
                <a:ext uri="{FF2B5EF4-FFF2-40B4-BE49-F238E27FC236}">
                  <a16:creationId xmlns:a16="http://schemas.microsoft.com/office/drawing/2014/main" id="{D2B05FD2-3EAB-E667-9AEC-3A2284918150}"/>
                </a:ext>
              </a:extLst>
            </p:cNvPr>
            <p:cNvSpPr/>
            <p:nvPr/>
          </p:nvSpPr>
          <p:spPr>
            <a:xfrm>
              <a:off x="6332350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0" name="Google Shape;3578;p80">
              <a:extLst>
                <a:ext uri="{FF2B5EF4-FFF2-40B4-BE49-F238E27FC236}">
                  <a16:creationId xmlns:a16="http://schemas.microsoft.com/office/drawing/2014/main" id="{3E7354D2-C56D-ADF3-ED65-1467DE64E9D9}"/>
                </a:ext>
              </a:extLst>
            </p:cNvPr>
            <p:cNvSpPr/>
            <p:nvPr/>
          </p:nvSpPr>
          <p:spPr>
            <a:xfrm>
              <a:off x="6408350" y="14189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1" name="Google Shape;3579;p80">
              <a:extLst>
                <a:ext uri="{FF2B5EF4-FFF2-40B4-BE49-F238E27FC236}">
                  <a16:creationId xmlns:a16="http://schemas.microsoft.com/office/drawing/2014/main" id="{825465E3-311E-D543-E3EC-A73B1E5F4423}"/>
                </a:ext>
              </a:extLst>
            </p:cNvPr>
            <p:cNvSpPr/>
            <p:nvPr/>
          </p:nvSpPr>
          <p:spPr>
            <a:xfrm>
              <a:off x="6408350" y="14952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2" name="Google Shape;3580;p80">
              <a:extLst>
                <a:ext uri="{FF2B5EF4-FFF2-40B4-BE49-F238E27FC236}">
                  <a16:creationId xmlns:a16="http://schemas.microsoft.com/office/drawing/2014/main" id="{4D337E06-517E-469E-6F04-9AE12B429E23}"/>
                </a:ext>
              </a:extLst>
            </p:cNvPr>
            <p:cNvSpPr/>
            <p:nvPr/>
          </p:nvSpPr>
          <p:spPr>
            <a:xfrm>
              <a:off x="6484575" y="13427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4" y="2138"/>
                  </a:cubicBezTo>
                  <a:cubicBezTo>
                    <a:pt x="1336" y="2138"/>
                    <a:pt x="1603" y="2040"/>
                    <a:pt x="1822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3" name="Google Shape;3581;p80">
              <a:extLst>
                <a:ext uri="{FF2B5EF4-FFF2-40B4-BE49-F238E27FC236}">
                  <a16:creationId xmlns:a16="http://schemas.microsoft.com/office/drawing/2014/main" id="{06C9CDCF-F315-3DB3-53F6-FEDCE3B77AD5}"/>
                </a:ext>
              </a:extLst>
            </p:cNvPr>
            <p:cNvSpPr/>
            <p:nvPr/>
          </p:nvSpPr>
          <p:spPr>
            <a:xfrm>
              <a:off x="6484575" y="14189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4" name="Google Shape;3582;p80">
              <a:extLst>
                <a:ext uri="{FF2B5EF4-FFF2-40B4-BE49-F238E27FC236}">
                  <a16:creationId xmlns:a16="http://schemas.microsoft.com/office/drawing/2014/main" id="{BC611E75-5442-D7CC-1E84-0FB093853F13}"/>
                </a:ext>
              </a:extLst>
            </p:cNvPr>
            <p:cNvSpPr/>
            <p:nvPr/>
          </p:nvSpPr>
          <p:spPr>
            <a:xfrm>
              <a:off x="6484575" y="14952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5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5" name="Google Shape;3583;p80">
              <a:extLst>
                <a:ext uri="{FF2B5EF4-FFF2-40B4-BE49-F238E27FC236}">
                  <a16:creationId xmlns:a16="http://schemas.microsoft.com/office/drawing/2014/main" id="{C62C0AD1-F02C-F5B6-E2DC-7610B37CAFCC}"/>
                </a:ext>
              </a:extLst>
            </p:cNvPr>
            <p:cNvSpPr/>
            <p:nvPr/>
          </p:nvSpPr>
          <p:spPr>
            <a:xfrm>
              <a:off x="6560800" y="14189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6" name="Google Shape;3584;p80">
              <a:extLst>
                <a:ext uri="{FF2B5EF4-FFF2-40B4-BE49-F238E27FC236}">
                  <a16:creationId xmlns:a16="http://schemas.microsoft.com/office/drawing/2014/main" id="{50808939-F40C-4820-F9C1-C80E4146F6EB}"/>
                </a:ext>
              </a:extLst>
            </p:cNvPr>
            <p:cNvSpPr/>
            <p:nvPr/>
          </p:nvSpPr>
          <p:spPr>
            <a:xfrm>
              <a:off x="6560800" y="14952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7" name="Google Shape;3585;p80">
              <a:extLst>
                <a:ext uri="{FF2B5EF4-FFF2-40B4-BE49-F238E27FC236}">
                  <a16:creationId xmlns:a16="http://schemas.microsoft.com/office/drawing/2014/main" id="{F583393A-8FAE-7C02-9699-4C903EA2E48E}"/>
                </a:ext>
              </a:extLst>
            </p:cNvPr>
            <p:cNvSpPr/>
            <p:nvPr/>
          </p:nvSpPr>
          <p:spPr>
            <a:xfrm>
              <a:off x="6637000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8" name="Google Shape;3586;p80">
              <a:extLst>
                <a:ext uri="{FF2B5EF4-FFF2-40B4-BE49-F238E27FC236}">
                  <a16:creationId xmlns:a16="http://schemas.microsoft.com/office/drawing/2014/main" id="{DB36A6F3-8039-5AA1-4D7F-C6D89C4AE3D3}"/>
                </a:ext>
              </a:extLst>
            </p:cNvPr>
            <p:cNvSpPr/>
            <p:nvPr/>
          </p:nvSpPr>
          <p:spPr>
            <a:xfrm>
              <a:off x="7094075" y="14952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96" y="1146"/>
                    <a:pt x="2017" y="0"/>
                    <a:pt x="106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9" name="Google Shape;3587;p80">
              <a:extLst>
                <a:ext uri="{FF2B5EF4-FFF2-40B4-BE49-F238E27FC236}">
                  <a16:creationId xmlns:a16="http://schemas.microsoft.com/office/drawing/2014/main" id="{8CEDD8BE-C8C7-D1E0-5963-A2836C9E390A}"/>
                </a:ext>
              </a:extLst>
            </p:cNvPr>
            <p:cNvSpPr/>
            <p:nvPr/>
          </p:nvSpPr>
          <p:spPr>
            <a:xfrm>
              <a:off x="6713225" y="14189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7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30" name="Google Shape;3588;p80">
              <a:extLst>
                <a:ext uri="{FF2B5EF4-FFF2-40B4-BE49-F238E27FC236}">
                  <a16:creationId xmlns:a16="http://schemas.microsoft.com/office/drawing/2014/main" id="{D8DF169F-4C8A-E414-A004-64AC234C8EEB}"/>
                </a:ext>
              </a:extLst>
            </p:cNvPr>
            <p:cNvSpPr/>
            <p:nvPr/>
          </p:nvSpPr>
          <p:spPr>
            <a:xfrm>
              <a:off x="6789225" y="14189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96" y="1147"/>
                    <a:pt x="2025" y="1"/>
                    <a:pt x="107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31" name="Google Shape;3589;p80">
              <a:extLst>
                <a:ext uri="{FF2B5EF4-FFF2-40B4-BE49-F238E27FC236}">
                  <a16:creationId xmlns:a16="http://schemas.microsoft.com/office/drawing/2014/main" id="{4E8C77E5-D3C3-BE5A-D9D4-ABC8F6D46FB3}"/>
                </a:ext>
              </a:extLst>
            </p:cNvPr>
            <p:cNvSpPr/>
            <p:nvPr/>
          </p:nvSpPr>
          <p:spPr>
            <a:xfrm>
              <a:off x="6865650" y="14189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32" name="Google Shape;3590;p80">
              <a:extLst>
                <a:ext uri="{FF2B5EF4-FFF2-40B4-BE49-F238E27FC236}">
                  <a16:creationId xmlns:a16="http://schemas.microsoft.com/office/drawing/2014/main" id="{60B50ECD-B3BC-8FB5-B91F-79C088EA43F7}"/>
                </a:ext>
              </a:extLst>
            </p:cNvPr>
            <p:cNvSpPr/>
            <p:nvPr/>
          </p:nvSpPr>
          <p:spPr>
            <a:xfrm>
              <a:off x="7017875" y="1495200"/>
              <a:ext cx="62400" cy="53325"/>
            </a:xfrm>
            <a:custGeom>
              <a:avLst/>
              <a:gdLst/>
              <a:ahLst/>
              <a:cxnLst/>
              <a:rect l="l" t="t" r="r" b="b"/>
              <a:pathLst>
                <a:path w="2496" h="2133" extrusionOk="0">
                  <a:moveTo>
                    <a:pt x="1073" y="0"/>
                  </a:moveTo>
                  <a:cubicBezTo>
                    <a:pt x="480" y="0"/>
                    <a:pt x="8" y="480"/>
                    <a:pt x="0" y="1065"/>
                  </a:cubicBezTo>
                  <a:cubicBezTo>
                    <a:pt x="0" y="1709"/>
                    <a:pt x="529" y="2133"/>
                    <a:pt x="1078" y="2133"/>
                  </a:cubicBezTo>
                  <a:cubicBezTo>
                    <a:pt x="1340" y="2133"/>
                    <a:pt x="1606" y="2036"/>
                    <a:pt x="1821" y="1821"/>
                  </a:cubicBezTo>
                  <a:cubicBezTo>
                    <a:pt x="2496" y="1146"/>
                    <a:pt x="2016" y="0"/>
                    <a:pt x="107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33" name="Google Shape;3591;p80">
              <a:extLst>
                <a:ext uri="{FF2B5EF4-FFF2-40B4-BE49-F238E27FC236}">
                  <a16:creationId xmlns:a16="http://schemas.microsoft.com/office/drawing/2014/main" id="{99FA69A7-E3D2-7583-357E-73BAF89EC35C}"/>
                </a:ext>
              </a:extLst>
            </p:cNvPr>
            <p:cNvSpPr/>
            <p:nvPr/>
          </p:nvSpPr>
          <p:spPr>
            <a:xfrm>
              <a:off x="6941850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34" name="Google Shape;3592;p80">
              <a:extLst>
                <a:ext uri="{FF2B5EF4-FFF2-40B4-BE49-F238E27FC236}">
                  <a16:creationId xmlns:a16="http://schemas.microsoft.com/office/drawing/2014/main" id="{AEBC852B-C937-354C-B381-87B2995E5292}"/>
                </a:ext>
              </a:extLst>
            </p:cNvPr>
            <p:cNvSpPr/>
            <p:nvPr/>
          </p:nvSpPr>
          <p:spPr>
            <a:xfrm>
              <a:off x="6865650" y="14952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35" name="Google Shape;3593;p80">
              <a:extLst>
                <a:ext uri="{FF2B5EF4-FFF2-40B4-BE49-F238E27FC236}">
                  <a16:creationId xmlns:a16="http://schemas.microsoft.com/office/drawing/2014/main" id="{294805AB-EFB5-CCAB-5E87-5AC60D02640B}"/>
                </a:ext>
              </a:extLst>
            </p:cNvPr>
            <p:cNvSpPr/>
            <p:nvPr/>
          </p:nvSpPr>
          <p:spPr>
            <a:xfrm>
              <a:off x="6789225" y="14952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96" y="1146"/>
                    <a:pt x="2025" y="0"/>
                    <a:pt x="107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36" name="Google Shape;3594;p80">
              <a:extLst>
                <a:ext uri="{FF2B5EF4-FFF2-40B4-BE49-F238E27FC236}">
                  <a16:creationId xmlns:a16="http://schemas.microsoft.com/office/drawing/2014/main" id="{BFD574CA-221B-76D2-E32A-E52A7FEFB982}"/>
                </a:ext>
              </a:extLst>
            </p:cNvPr>
            <p:cNvSpPr/>
            <p:nvPr/>
          </p:nvSpPr>
          <p:spPr>
            <a:xfrm>
              <a:off x="6713225" y="14952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37" name="Google Shape;3595;p80">
              <a:extLst>
                <a:ext uri="{FF2B5EF4-FFF2-40B4-BE49-F238E27FC236}">
                  <a16:creationId xmlns:a16="http://schemas.microsoft.com/office/drawing/2014/main" id="{A4607FE1-8A67-3B3D-BA02-184C70529881}"/>
                </a:ext>
              </a:extLst>
            </p:cNvPr>
            <p:cNvSpPr/>
            <p:nvPr/>
          </p:nvSpPr>
          <p:spPr>
            <a:xfrm>
              <a:off x="6637000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38" name="Google Shape;3596;p80">
              <a:extLst>
                <a:ext uri="{FF2B5EF4-FFF2-40B4-BE49-F238E27FC236}">
                  <a16:creationId xmlns:a16="http://schemas.microsoft.com/office/drawing/2014/main" id="{67618705-F031-3144-3D8C-BDB30F72BD89}"/>
                </a:ext>
              </a:extLst>
            </p:cNvPr>
            <p:cNvSpPr/>
            <p:nvPr/>
          </p:nvSpPr>
          <p:spPr>
            <a:xfrm>
              <a:off x="6637000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3" y="1813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39" name="Google Shape;3597;p80">
              <a:extLst>
                <a:ext uri="{FF2B5EF4-FFF2-40B4-BE49-F238E27FC236}">
                  <a16:creationId xmlns:a16="http://schemas.microsoft.com/office/drawing/2014/main" id="{8A66EED5-BDC3-42D2-1026-7E040D1D16DE}"/>
                </a:ext>
              </a:extLst>
            </p:cNvPr>
            <p:cNvSpPr/>
            <p:nvPr/>
          </p:nvSpPr>
          <p:spPr>
            <a:xfrm>
              <a:off x="6560800" y="1571400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4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40" name="Google Shape;3598;p80">
              <a:extLst>
                <a:ext uri="{FF2B5EF4-FFF2-40B4-BE49-F238E27FC236}">
                  <a16:creationId xmlns:a16="http://schemas.microsoft.com/office/drawing/2014/main" id="{EDD16A35-819B-D0F2-7ABB-77C367AADE0F}"/>
                </a:ext>
              </a:extLst>
            </p:cNvPr>
            <p:cNvSpPr/>
            <p:nvPr/>
          </p:nvSpPr>
          <p:spPr>
            <a:xfrm>
              <a:off x="6484575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65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2" y="1813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41" name="Google Shape;3599;p80">
              <a:extLst>
                <a:ext uri="{FF2B5EF4-FFF2-40B4-BE49-F238E27FC236}">
                  <a16:creationId xmlns:a16="http://schemas.microsoft.com/office/drawing/2014/main" id="{2BA0E273-C0D9-A53D-8285-CFBF098BBADE}"/>
                </a:ext>
              </a:extLst>
            </p:cNvPr>
            <p:cNvSpPr/>
            <p:nvPr/>
          </p:nvSpPr>
          <p:spPr>
            <a:xfrm>
              <a:off x="6408350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74" y="1"/>
                  </a:moveTo>
                  <a:cubicBezTo>
                    <a:pt x="481" y="1"/>
                    <a:pt x="9" y="472"/>
                    <a:pt x="1" y="1066"/>
                  </a:cubicBezTo>
                  <a:cubicBezTo>
                    <a:pt x="1" y="1703"/>
                    <a:pt x="525" y="2129"/>
                    <a:pt x="1074" y="2129"/>
                  </a:cubicBezTo>
                  <a:cubicBezTo>
                    <a:pt x="1336" y="2129"/>
                    <a:pt x="1604" y="2032"/>
                    <a:pt x="1822" y="1813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42" name="Google Shape;3600;p80">
              <a:extLst>
                <a:ext uri="{FF2B5EF4-FFF2-40B4-BE49-F238E27FC236}">
                  <a16:creationId xmlns:a16="http://schemas.microsoft.com/office/drawing/2014/main" id="{1B372367-C1ED-2C3C-C76F-A1178C0CC89F}"/>
                </a:ext>
              </a:extLst>
            </p:cNvPr>
            <p:cNvSpPr/>
            <p:nvPr/>
          </p:nvSpPr>
          <p:spPr>
            <a:xfrm>
              <a:off x="6332350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3" y="1813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43" name="Google Shape;3601;p80">
              <a:extLst>
                <a:ext uri="{FF2B5EF4-FFF2-40B4-BE49-F238E27FC236}">
                  <a16:creationId xmlns:a16="http://schemas.microsoft.com/office/drawing/2014/main" id="{5E7EFA1B-140F-5543-9480-6054283E844E}"/>
                </a:ext>
              </a:extLst>
            </p:cNvPr>
            <p:cNvSpPr/>
            <p:nvPr/>
          </p:nvSpPr>
          <p:spPr>
            <a:xfrm>
              <a:off x="5875275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44" name="Google Shape;3602;p80">
              <a:extLst>
                <a:ext uri="{FF2B5EF4-FFF2-40B4-BE49-F238E27FC236}">
                  <a16:creationId xmlns:a16="http://schemas.microsoft.com/office/drawing/2014/main" id="{C1CE8587-0E7A-ABF5-57BB-31ECA7C93F3F}"/>
                </a:ext>
              </a:extLst>
            </p:cNvPr>
            <p:cNvSpPr/>
            <p:nvPr/>
          </p:nvSpPr>
          <p:spPr>
            <a:xfrm>
              <a:off x="5875275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45" name="Google Shape;3603;p80">
              <a:extLst>
                <a:ext uri="{FF2B5EF4-FFF2-40B4-BE49-F238E27FC236}">
                  <a16:creationId xmlns:a16="http://schemas.microsoft.com/office/drawing/2014/main" id="{3BD77284-37B1-F7DF-1B29-B17CF5617C58}"/>
                </a:ext>
              </a:extLst>
            </p:cNvPr>
            <p:cNvSpPr/>
            <p:nvPr/>
          </p:nvSpPr>
          <p:spPr>
            <a:xfrm>
              <a:off x="5951475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46" name="Google Shape;3604;p80">
              <a:extLst>
                <a:ext uri="{FF2B5EF4-FFF2-40B4-BE49-F238E27FC236}">
                  <a16:creationId xmlns:a16="http://schemas.microsoft.com/office/drawing/2014/main" id="{8CF7A67D-B651-CD59-4679-8CEEC9F55EF9}"/>
                </a:ext>
              </a:extLst>
            </p:cNvPr>
            <p:cNvSpPr/>
            <p:nvPr/>
          </p:nvSpPr>
          <p:spPr>
            <a:xfrm>
              <a:off x="5951475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47" name="Google Shape;3605;p80">
              <a:extLst>
                <a:ext uri="{FF2B5EF4-FFF2-40B4-BE49-F238E27FC236}">
                  <a16:creationId xmlns:a16="http://schemas.microsoft.com/office/drawing/2014/main" id="{D049DC25-94E0-7B8E-0537-B70003C9E624}"/>
                </a:ext>
              </a:extLst>
            </p:cNvPr>
            <p:cNvSpPr/>
            <p:nvPr/>
          </p:nvSpPr>
          <p:spPr>
            <a:xfrm>
              <a:off x="5951475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4" y="1813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48" name="Google Shape;3606;p80">
              <a:extLst>
                <a:ext uri="{FF2B5EF4-FFF2-40B4-BE49-F238E27FC236}">
                  <a16:creationId xmlns:a16="http://schemas.microsoft.com/office/drawing/2014/main" id="{37FC716B-48C7-DF54-BC90-DFFCCBF09F86}"/>
                </a:ext>
              </a:extLst>
            </p:cNvPr>
            <p:cNvSpPr/>
            <p:nvPr/>
          </p:nvSpPr>
          <p:spPr>
            <a:xfrm>
              <a:off x="5951475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49" name="Google Shape;3607;p80">
              <a:extLst>
                <a:ext uri="{FF2B5EF4-FFF2-40B4-BE49-F238E27FC236}">
                  <a16:creationId xmlns:a16="http://schemas.microsoft.com/office/drawing/2014/main" id="{6728300C-8467-21E7-6224-9ED4FFFF752A}"/>
                </a:ext>
              </a:extLst>
            </p:cNvPr>
            <p:cNvSpPr/>
            <p:nvPr/>
          </p:nvSpPr>
          <p:spPr>
            <a:xfrm>
              <a:off x="5951475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50" name="Google Shape;3608;p80">
              <a:extLst>
                <a:ext uri="{FF2B5EF4-FFF2-40B4-BE49-F238E27FC236}">
                  <a16:creationId xmlns:a16="http://schemas.microsoft.com/office/drawing/2014/main" id="{7F04F140-2245-9F42-F089-9C66428DE547}"/>
                </a:ext>
              </a:extLst>
            </p:cNvPr>
            <p:cNvSpPr/>
            <p:nvPr/>
          </p:nvSpPr>
          <p:spPr>
            <a:xfrm>
              <a:off x="5951475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51" name="Google Shape;3609;p80">
              <a:extLst>
                <a:ext uri="{FF2B5EF4-FFF2-40B4-BE49-F238E27FC236}">
                  <a16:creationId xmlns:a16="http://schemas.microsoft.com/office/drawing/2014/main" id="{301BF491-E526-E602-EFD7-D8B9083A6FAA}"/>
                </a:ext>
              </a:extLst>
            </p:cNvPr>
            <p:cNvSpPr/>
            <p:nvPr/>
          </p:nvSpPr>
          <p:spPr>
            <a:xfrm>
              <a:off x="5951475" y="187605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7"/>
                    <a:pt x="523" y="2131"/>
                    <a:pt x="1068" y="2131"/>
                  </a:cubicBezTo>
                  <a:cubicBezTo>
                    <a:pt x="1330" y="2131"/>
                    <a:pt x="1597" y="2033"/>
                    <a:pt x="1814" y="1813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52" name="Google Shape;3610;p80">
              <a:extLst>
                <a:ext uri="{FF2B5EF4-FFF2-40B4-BE49-F238E27FC236}">
                  <a16:creationId xmlns:a16="http://schemas.microsoft.com/office/drawing/2014/main" id="{1CFA065A-DBC0-64E5-2C29-58D3561F2354}"/>
                </a:ext>
              </a:extLst>
            </p:cNvPr>
            <p:cNvSpPr/>
            <p:nvPr/>
          </p:nvSpPr>
          <p:spPr>
            <a:xfrm>
              <a:off x="5951475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4" y="1822"/>
                  </a:cubicBezTo>
                  <a:cubicBezTo>
                    <a:pt x="2489" y="1155"/>
                    <a:pt x="2017" y="1"/>
                    <a:pt x="106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53" name="Google Shape;3611;p80">
              <a:extLst>
                <a:ext uri="{FF2B5EF4-FFF2-40B4-BE49-F238E27FC236}">
                  <a16:creationId xmlns:a16="http://schemas.microsoft.com/office/drawing/2014/main" id="{92F806F5-5EDA-415E-BE85-7E63FE3EF825}"/>
                </a:ext>
              </a:extLst>
            </p:cNvPr>
            <p:cNvSpPr/>
            <p:nvPr/>
          </p:nvSpPr>
          <p:spPr>
            <a:xfrm>
              <a:off x="5951475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1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54" name="Google Shape;3612;p80">
              <a:extLst>
                <a:ext uri="{FF2B5EF4-FFF2-40B4-BE49-F238E27FC236}">
                  <a16:creationId xmlns:a16="http://schemas.microsoft.com/office/drawing/2014/main" id="{A28FFFBB-3E61-6F8D-A4C0-58DED46DDA87}"/>
                </a:ext>
              </a:extLst>
            </p:cNvPr>
            <p:cNvSpPr/>
            <p:nvPr/>
          </p:nvSpPr>
          <p:spPr>
            <a:xfrm>
              <a:off x="6027500" y="14189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3" y="1"/>
                  </a:moveTo>
                  <a:cubicBezTo>
                    <a:pt x="480" y="1"/>
                    <a:pt x="9" y="480"/>
                    <a:pt x="0" y="1065"/>
                  </a:cubicBezTo>
                  <a:cubicBezTo>
                    <a:pt x="0" y="1709"/>
                    <a:pt x="529" y="2133"/>
                    <a:pt x="1078" y="2133"/>
                  </a:cubicBezTo>
                  <a:cubicBezTo>
                    <a:pt x="1340" y="2133"/>
                    <a:pt x="1606" y="2037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55" name="Google Shape;3613;p80">
              <a:extLst>
                <a:ext uri="{FF2B5EF4-FFF2-40B4-BE49-F238E27FC236}">
                  <a16:creationId xmlns:a16="http://schemas.microsoft.com/office/drawing/2014/main" id="{543B8DCC-0257-E5CC-D541-C744C94FD73A}"/>
                </a:ext>
              </a:extLst>
            </p:cNvPr>
            <p:cNvSpPr/>
            <p:nvPr/>
          </p:nvSpPr>
          <p:spPr>
            <a:xfrm>
              <a:off x="6027500" y="14952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3" y="0"/>
                  </a:moveTo>
                  <a:cubicBezTo>
                    <a:pt x="480" y="0"/>
                    <a:pt x="9" y="480"/>
                    <a:pt x="0" y="1065"/>
                  </a:cubicBezTo>
                  <a:cubicBezTo>
                    <a:pt x="0" y="1709"/>
                    <a:pt x="529" y="2133"/>
                    <a:pt x="1078" y="2133"/>
                  </a:cubicBezTo>
                  <a:cubicBezTo>
                    <a:pt x="1340" y="2133"/>
                    <a:pt x="1606" y="2036"/>
                    <a:pt x="1821" y="1821"/>
                  </a:cubicBezTo>
                  <a:cubicBezTo>
                    <a:pt x="2496" y="1146"/>
                    <a:pt x="2016" y="0"/>
                    <a:pt x="107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56" name="Google Shape;3614;p80">
              <a:extLst>
                <a:ext uri="{FF2B5EF4-FFF2-40B4-BE49-F238E27FC236}">
                  <a16:creationId xmlns:a16="http://schemas.microsoft.com/office/drawing/2014/main" id="{CA2D4730-BDCD-F398-BA63-7AD6523F924A}"/>
                </a:ext>
              </a:extLst>
            </p:cNvPr>
            <p:cNvSpPr/>
            <p:nvPr/>
          </p:nvSpPr>
          <p:spPr>
            <a:xfrm>
              <a:off x="6027500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73" y="1"/>
                  </a:moveTo>
                  <a:cubicBezTo>
                    <a:pt x="480" y="1"/>
                    <a:pt x="9" y="472"/>
                    <a:pt x="0" y="1066"/>
                  </a:cubicBezTo>
                  <a:cubicBezTo>
                    <a:pt x="0" y="1703"/>
                    <a:pt x="529" y="2129"/>
                    <a:pt x="1077" y="2129"/>
                  </a:cubicBezTo>
                  <a:cubicBezTo>
                    <a:pt x="1339" y="2129"/>
                    <a:pt x="1606" y="2032"/>
                    <a:pt x="1821" y="1813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57" name="Google Shape;3615;p80">
              <a:extLst>
                <a:ext uri="{FF2B5EF4-FFF2-40B4-BE49-F238E27FC236}">
                  <a16:creationId xmlns:a16="http://schemas.microsoft.com/office/drawing/2014/main" id="{3E3B863E-8F66-90D6-D3E5-EE7145DFBB0D}"/>
                </a:ext>
              </a:extLst>
            </p:cNvPr>
            <p:cNvSpPr/>
            <p:nvPr/>
          </p:nvSpPr>
          <p:spPr>
            <a:xfrm>
              <a:off x="6027500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3" y="1"/>
                  </a:moveTo>
                  <a:cubicBezTo>
                    <a:pt x="480" y="1"/>
                    <a:pt x="9" y="481"/>
                    <a:pt x="0" y="1066"/>
                  </a:cubicBezTo>
                  <a:cubicBezTo>
                    <a:pt x="0" y="1710"/>
                    <a:pt x="529" y="2138"/>
                    <a:pt x="1078" y="2138"/>
                  </a:cubicBezTo>
                  <a:cubicBezTo>
                    <a:pt x="1340" y="2138"/>
                    <a:pt x="1606" y="2040"/>
                    <a:pt x="1821" y="1822"/>
                  </a:cubicBezTo>
                  <a:cubicBezTo>
                    <a:pt x="2496" y="1155"/>
                    <a:pt x="2016" y="1"/>
                    <a:pt x="107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58" name="Google Shape;3616;p80">
              <a:extLst>
                <a:ext uri="{FF2B5EF4-FFF2-40B4-BE49-F238E27FC236}">
                  <a16:creationId xmlns:a16="http://schemas.microsoft.com/office/drawing/2014/main" id="{99669A13-EC3A-4F18-788A-795553246048}"/>
                </a:ext>
              </a:extLst>
            </p:cNvPr>
            <p:cNvSpPr/>
            <p:nvPr/>
          </p:nvSpPr>
          <p:spPr>
            <a:xfrm>
              <a:off x="6027500" y="17236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3" y="1"/>
                  </a:moveTo>
                  <a:cubicBezTo>
                    <a:pt x="480" y="1"/>
                    <a:pt x="9" y="480"/>
                    <a:pt x="0" y="1065"/>
                  </a:cubicBezTo>
                  <a:cubicBezTo>
                    <a:pt x="0" y="1709"/>
                    <a:pt x="529" y="2133"/>
                    <a:pt x="1078" y="2133"/>
                  </a:cubicBezTo>
                  <a:cubicBezTo>
                    <a:pt x="1340" y="2133"/>
                    <a:pt x="1606" y="2037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59" name="Google Shape;3617;p80">
              <a:extLst>
                <a:ext uri="{FF2B5EF4-FFF2-40B4-BE49-F238E27FC236}">
                  <a16:creationId xmlns:a16="http://schemas.microsoft.com/office/drawing/2014/main" id="{C23C55AA-6AC2-AC7B-732B-5D6347EC0E1C}"/>
                </a:ext>
              </a:extLst>
            </p:cNvPr>
            <p:cNvSpPr/>
            <p:nvPr/>
          </p:nvSpPr>
          <p:spPr>
            <a:xfrm>
              <a:off x="6027500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3" y="0"/>
                  </a:moveTo>
                  <a:cubicBezTo>
                    <a:pt x="480" y="0"/>
                    <a:pt x="9" y="480"/>
                    <a:pt x="0" y="1065"/>
                  </a:cubicBezTo>
                  <a:cubicBezTo>
                    <a:pt x="0" y="1709"/>
                    <a:pt x="529" y="2133"/>
                    <a:pt x="1078" y="2133"/>
                  </a:cubicBezTo>
                  <a:cubicBezTo>
                    <a:pt x="1340" y="2133"/>
                    <a:pt x="1606" y="2036"/>
                    <a:pt x="1821" y="1821"/>
                  </a:cubicBezTo>
                  <a:cubicBezTo>
                    <a:pt x="2496" y="1146"/>
                    <a:pt x="2016" y="0"/>
                    <a:pt x="107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60" name="Google Shape;3618;p80">
              <a:extLst>
                <a:ext uri="{FF2B5EF4-FFF2-40B4-BE49-F238E27FC236}">
                  <a16:creationId xmlns:a16="http://schemas.microsoft.com/office/drawing/2014/main" id="{485FCFEC-9037-686D-AAD0-8B53C9BCC18C}"/>
                </a:ext>
              </a:extLst>
            </p:cNvPr>
            <p:cNvSpPr/>
            <p:nvPr/>
          </p:nvSpPr>
          <p:spPr>
            <a:xfrm>
              <a:off x="6027500" y="18760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3" y="1"/>
                  </a:moveTo>
                  <a:cubicBezTo>
                    <a:pt x="480" y="1"/>
                    <a:pt x="9" y="472"/>
                    <a:pt x="0" y="1066"/>
                  </a:cubicBezTo>
                  <a:cubicBezTo>
                    <a:pt x="0" y="1709"/>
                    <a:pt x="529" y="2133"/>
                    <a:pt x="1078" y="2133"/>
                  </a:cubicBezTo>
                  <a:cubicBezTo>
                    <a:pt x="1340" y="2133"/>
                    <a:pt x="1606" y="2037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61" name="Google Shape;3619;p80">
              <a:extLst>
                <a:ext uri="{FF2B5EF4-FFF2-40B4-BE49-F238E27FC236}">
                  <a16:creationId xmlns:a16="http://schemas.microsoft.com/office/drawing/2014/main" id="{9654DD62-64B3-00A8-965D-E204B556772A}"/>
                </a:ext>
              </a:extLst>
            </p:cNvPr>
            <p:cNvSpPr/>
            <p:nvPr/>
          </p:nvSpPr>
          <p:spPr>
            <a:xfrm>
              <a:off x="6027500" y="19520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3" y="1"/>
                  </a:moveTo>
                  <a:cubicBezTo>
                    <a:pt x="480" y="9"/>
                    <a:pt x="9" y="481"/>
                    <a:pt x="0" y="1074"/>
                  </a:cubicBezTo>
                  <a:cubicBezTo>
                    <a:pt x="0" y="1712"/>
                    <a:pt x="529" y="2138"/>
                    <a:pt x="1077" y="2138"/>
                  </a:cubicBezTo>
                  <a:cubicBezTo>
                    <a:pt x="1339" y="2138"/>
                    <a:pt x="1606" y="2040"/>
                    <a:pt x="1821" y="1822"/>
                  </a:cubicBezTo>
                  <a:cubicBezTo>
                    <a:pt x="2496" y="1155"/>
                    <a:pt x="2016" y="1"/>
                    <a:pt x="107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62" name="Google Shape;3620;p80">
              <a:extLst>
                <a:ext uri="{FF2B5EF4-FFF2-40B4-BE49-F238E27FC236}">
                  <a16:creationId xmlns:a16="http://schemas.microsoft.com/office/drawing/2014/main" id="{937146EB-5405-A8E6-AAC6-BB2BE25DBD4F}"/>
                </a:ext>
              </a:extLst>
            </p:cNvPr>
            <p:cNvSpPr/>
            <p:nvPr/>
          </p:nvSpPr>
          <p:spPr>
            <a:xfrm>
              <a:off x="6103700" y="14189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1"/>
                  </a:moveTo>
                  <a:cubicBezTo>
                    <a:pt x="481" y="1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63" name="Google Shape;3621;p80">
              <a:extLst>
                <a:ext uri="{FF2B5EF4-FFF2-40B4-BE49-F238E27FC236}">
                  <a16:creationId xmlns:a16="http://schemas.microsoft.com/office/drawing/2014/main" id="{06AE0928-B4F5-928A-78BF-803A78F54011}"/>
                </a:ext>
              </a:extLst>
            </p:cNvPr>
            <p:cNvSpPr/>
            <p:nvPr/>
          </p:nvSpPr>
          <p:spPr>
            <a:xfrm>
              <a:off x="6103700" y="14952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6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64" name="Google Shape;3622;p80">
              <a:extLst>
                <a:ext uri="{FF2B5EF4-FFF2-40B4-BE49-F238E27FC236}">
                  <a16:creationId xmlns:a16="http://schemas.microsoft.com/office/drawing/2014/main" id="{1C5B9411-655F-023E-FBC9-26D1688775C0}"/>
                </a:ext>
              </a:extLst>
            </p:cNvPr>
            <p:cNvSpPr/>
            <p:nvPr/>
          </p:nvSpPr>
          <p:spPr>
            <a:xfrm>
              <a:off x="6103700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66" y="1"/>
                  </a:moveTo>
                  <a:cubicBezTo>
                    <a:pt x="481" y="1"/>
                    <a:pt x="9" y="472"/>
                    <a:pt x="1" y="1066"/>
                  </a:cubicBezTo>
                  <a:cubicBezTo>
                    <a:pt x="1" y="1703"/>
                    <a:pt x="525" y="2129"/>
                    <a:pt x="1074" y="2129"/>
                  </a:cubicBezTo>
                  <a:cubicBezTo>
                    <a:pt x="1336" y="2129"/>
                    <a:pt x="1604" y="2032"/>
                    <a:pt x="1822" y="1813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65" name="Google Shape;3623;p80">
              <a:extLst>
                <a:ext uri="{FF2B5EF4-FFF2-40B4-BE49-F238E27FC236}">
                  <a16:creationId xmlns:a16="http://schemas.microsoft.com/office/drawing/2014/main" id="{F3083405-CCEB-6946-07E7-D8D3253D6F2A}"/>
                </a:ext>
              </a:extLst>
            </p:cNvPr>
            <p:cNvSpPr/>
            <p:nvPr/>
          </p:nvSpPr>
          <p:spPr>
            <a:xfrm>
              <a:off x="6103700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1" y="9"/>
                    <a:pt x="9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7" y="2138"/>
                    <a:pt x="1604" y="2040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66" name="Google Shape;3624;p80">
              <a:extLst>
                <a:ext uri="{FF2B5EF4-FFF2-40B4-BE49-F238E27FC236}">
                  <a16:creationId xmlns:a16="http://schemas.microsoft.com/office/drawing/2014/main" id="{6B08D46C-D98D-709C-9D75-EE4DA223C401}"/>
                </a:ext>
              </a:extLst>
            </p:cNvPr>
            <p:cNvSpPr/>
            <p:nvPr/>
          </p:nvSpPr>
          <p:spPr>
            <a:xfrm>
              <a:off x="6103700" y="17236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1"/>
                  </a:moveTo>
                  <a:cubicBezTo>
                    <a:pt x="481" y="1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67" name="Google Shape;3625;p80">
              <a:extLst>
                <a:ext uri="{FF2B5EF4-FFF2-40B4-BE49-F238E27FC236}">
                  <a16:creationId xmlns:a16="http://schemas.microsoft.com/office/drawing/2014/main" id="{44598E54-8813-1379-4C8F-F4DC9B7925CC}"/>
                </a:ext>
              </a:extLst>
            </p:cNvPr>
            <p:cNvSpPr/>
            <p:nvPr/>
          </p:nvSpPr>
          <p:spPr>
            <a:xfrm>
              <a:off x="6103700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6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68" name="Google Shape;3626;p80">
              <a:extLst>
                <a:ext uri="{FF2B5EF4-FFF2-40B4-BE49-F238E27FC236}">
                  <a16:creationId xmlns:a16="http://schemas.microsoft.com/office/drawing/2014/main" id="{822A9AF7-4553-9892-3E46-7EE852F5FED5}"/>
                </a:ext>
              </a:extLst>
            </p:cNvPr>
            <p:cNvSpPr/>
            <p:nvPr/>
          </p:nvSpPr>
          <p:spPr>
            <a:xfrm>
              <a:off x="6103700" y="1876050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6" y="1"/>
                  </a:moveTo>
                  <a:cubicBezTo>
                    <a:pt x="481" y="1"/>
                    <a:pt x="9" y="472"/>
                    <a:pt x="1" y="1066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3" y="2033"/>
                    <a:pt x="1822" y="1813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69" name="Google Shape;3627;p80">
              <a:extLst>
                <a:ext uri="{FF2B5EF4-FFF2-40B4-BE49-F238E27FC236}">
                  <a16:creationId xmlns:a16="http://schemas.microsoft.com/office/drawing/2014/main" id="{15C6778E-F770-079C-6D92-D57E7AE7F909}"/>
                </a:ext>
              </a:extLst>
            </p:cNvPr>
            <p:cNvSpPr/>
            <p:nvPr/>
          </p:nvSpPr>
          <p:spPr>
            <a:xfrm>
              <a:off x="6103700" y="19520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1" y="9"/>
                    <a:pt x="9" y="481"/>
                    <a:pt x="1" y="1074"/>
                  </a:cubicBezTo>
                  <a:cubicBezTo>
                    <a:pt x="1" y="1712"/>
                    <a:pt x="525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97" y="1155"/>
                    <a:pt x="2017" y="1"/>
                    <a:pt x="106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70" name="Google Shape;3628;p80">
              <a:extLst>
                <a:ext uri="{FF2B5EF4-FFF2-40B4-BE49-F238E27FC236}">
                  <a16:creationId xmlns:a16="http://schemas.microsoft.com/office/drawing/2014/main" id="{C1767B8B-7ED5-D5C1-5DEC-A2BF8A0CBDC2}"/>
                </a:ext>
              </a:extLst>
            </p:cNvPr>
            <p:cNvSpPr/>
            <p:nvPr/>
          </p:nvSpPr>
          <p:spPr>
            <a:xfrm>
              <a:off x="6179925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71" name="Google Shape;3629;p80">
              <a:extLst>
                <a:ext uri="{FF2B5EF4-FFF2-40B4-BE49-F238E27FC236}">
                  <a16:creationId xmlns:a16="http://schemas.microsoft.com/office/drawing/2014/main" id="{44EB2DE9-685C-3BFA-3865-B2172FE8881F}"/>
                </a:ext>
              </a:extLst>
            </p:cNvPr>
            <p:cNvSpPr/>
            <p:nvPr/>
          </p:nvSpPr>
          <p:spPr>
            <a:xfrm>
              <a:off x="6179925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72" name="Google Shape;3630;p80">
              <a:extLst>
                <a:ext uri="{FF2B5EF4-FFF2-40B4-BE49-F238E27FC236}">
                  <a16:creationId xmlns:a16="http://schemas.microsoft.com/office/drawing/2014/main" id="{7624F02A-1B2F-E8B5-40F0-A5D9316F1291}"/>
                </a:ext>
              </a:extLst>
            </p:cNvPr>
            <p:cNvSpPr/>
            <p:nvPr/>
          </p:nvSpPr>
          <p:spPr>
            <a:xfrm>
              <a:off x="6179925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73" name="Google Shape;3631;p80">
              <a:extLst>
                <a:ext uri="{FF2B5EF4-FFF2-40B4-BE49-F238E27FC236}">
                  <a16:creationId xmlns:a16="http://schemas.microsoft.com/office/drawing/2014/main" id="{FF873264-9FFE-94AA-BAF0-C532B4F1FADC}"/>
                </a:ext>
              </a:extLst>
            </p:cNvPr>
            <p:cNvSpPr/>
            <p:nvPr/>
          </p:nvSpPr>
          <p:spPr>
            <a:xfrm>
              <a:off x="6256150" y="14189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1" y="2133"/>
                  </a:cubicBezTo>
                  <a:cubicBezTo>
                    <a:pt x="1332" y="2133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74" name="Google Shape;3632;p80">
              <a:extLst>
                <a:ext uri="{FF2B5EF4-FFF2-40B4-BE49-F238E27FC236}">
                  <a16:creationId xmlns:a16="http://schemas.microsoft.com/office/drawing/2014/main" id="{53949F41-D8BB-DC54-DFE5-849B4FDD1B9E}"/>
                </a:ext>
              </a:extLst>
            </p:cNvPr>
            <p:cNvSpPr/>
            <p:nvPr/>
          </p:nvSpPr>
          <p:spPr>
            <a:xfrm>
              <a:off x="6256150" y="14952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1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75" name="Google Shape;3633;p80">
              <a:extLst>
                <a:ext uri="{FF2B5EF4-FFF2-40B4-BE49-F238E27FC236}">
                  <a16:creationId xmlns:a16="http://schemas.microsoft.com/office/drawing/2014/main" id="{6406028A-0684-A4EA-0346-FE01A49DC355}"/>
                </a:ext>
              </a:extLst>
            </p:cNvPr>
            <p:cNvSpPr/>
            <p:nvPr/>
          </p:nvSpPr>
          <p:spPr>
            <a:xfrm>
              <a:off x="6256150" y="1571400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4" y="2129"/>
                    <a:pt x="1070" y="2129"/>
                  </a:cubicBezTo>
                  <a:cubicBezTo>
                    <a:pt x="1331" y="2129"/>
                    <a:pt x="1597" y="2032"/>
                    <a:pt x="1813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76" name="Google Shape;3634;p80">
              <a:extLst>
                <a:ext uri="{FF2B5EF4-FFF2-40B4-BE49-F238E27FC236}">
                  <a16:creationId xmlns:a16="http://schemas.microsoft.com/office/drawing/2014/main" id="{C2CF4E86-5F59-5CFB-74BC-0860663C57CA}"/>
                </a:ext>
              </a:extLst>
            </p:cNvPr>
            <p:cNvSpPr/>
            <p:nvPr/>
          </p:nvSpPr>
          <p:spPr>
            <a:xfrm>
              <a:off x="6256150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1" y="2138"/>
                  </a:cubicBezTo>
                  <a:cubicBezTo>
                    <a:pt x="1332" y="2138"/>
                    <a:pt x="1597" y="2040"/>
                    <a:pt x="1813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77" name="Google Shape;3635;p80">
              <a:extLst>
                <a:ext uri="{FF2B5EF4-FFF2-40B4-BE49-F238E27FC236}">
                  <a16:creationId xmlns:a16="http://schemas.microsoft.com/office/drawing/2014/main" id="{20170C0A-3BB4-FB33-BBB3-6095166680F7}"/>
                </a:ext>
              </a:extLst>
            </p:cNvPr>
            <p:cNvSpPr/>
            <p:nvPr/>
          </p:nvSpPr>
          <p:spPr>
            <a:xfrm>
              <a:off x="6179925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6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78" name="Google Shape;3636;p80">
              <a:extLst>
                <a:ext uri="{FF2B5EF4-FFF2-40B4-BE49-F238E27FC236}">
                  <a16:creationId xmlns:a16="http://schemas.microsoft.com/office/drawing/2014/main" id="{68A614F9-1BC3-3FE4-E891-61E807BA8FB9}"/>
                </a:ext>
              </a:extLst>
            </p:cNvPr>
            <p:cNvSpPr/>
            <p:nvPr/>
          </p:nvSpPr>
          <p:spPr>
            <a:xfrm>
              <a:off x="6179925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79" name="Google Shape;3637;p80">
              <a:extLst>
                <a:ext uri="{FF2B5EF4-FFF2-40B4-BE49-F238E27FC236}">
                  <a16:creationId xmlns:a16="http://schemas.microsoft.com/office/drawing/2014/main" id="{1DDDAB6F-EBF5-BF02-AD5E-C781315F6611}"/>
                </a:ext>
              </a:extLst>
            </p:cNvPr>
            <p:cNvSpPr/>
            <p:nvPr/>
          </p:nvSpPr>
          <p:spPr>
            <a:xfrm>
              <a:off x="6179925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80" name="Google Shape;3638;p80">
              <a:extLst>
                <a:ext uri="{FF2B5EF4-FFF2-40B4-BE49-F238E27FC236}">
                  <a16:creationId xmlns:a16="http://schemas.microsoft.com/office/drawing/2014/main" id="{769AB0F0-01D2-536B-374D-840D2BB7BDDB}"/>
                </a:ext>
              </a:extLst>
            </p:cNvPr>
            <p:cNvSpPr/>
            <p:nvPr/>
          </p:nvSpPr>
          <p:spPr>
            <a:xfrm>
              <a:off x="6179925" y="187605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7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1" y="1813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81" name="Google Shape;3639;p80">
              <a:extLst>
                <a:ext uri="{FF2B5EF4-FFF2-40B4-BE49-F238E27FC236}">
                  <a16:creationId xmlns:a16="http://schemas.microsoft.com/office/drawing/2014/main" id="{668622D6-4D61-4FCA-B757-2C60AFA7662C}"/>
                </a:ext>
              </a:extLst>
            </p:cNvPr>
            <p:cNvSpPr/>
            <p:nvPr/>
          </p:nvSpPr>
          <p:spPr>
            <a:xfrm>
              <a:off x="6179925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88" y="1155"/>
                    <a:pt x="2017" y="1"/>
                    <a:pt x="106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82" name="Google Shape;3640;p80">
              <a:extLst>
                <a:ext uri="{FF2B5EF4-FFF2-40B4-BE49-F238E27FC236}">
                  <a16:creationId xmlns:a16="http://schemas.microsoft.com/office/drawing/2014/main" id="{F3794CA5-327C-B2DC-B943-C564DBC8850B}"/>
                </a:ext>
              </a:extLst>
            </p:cNvPr>
            <p:cNvSpPr/>
            <p:nvPr/>
          </p:nvSpPr>
          <p:spPr>
            <a:xfrm>
              <a:off x="6179925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83" name="Google Shape;3641;p80">
              <a:extLst>
                <a:ext uri="{FF2B5EF4-FFF2-40B4-BE49-F238E27FC236}">
                  <a16:creationId xmlns:a16="http://schemas.microsoft.com/office/drawing/2014/main" id="{1100A70D-514A-842E-D73A-DAF5B2B61EFC}"/>
                </a:ext>
              </a:extLst>
            </p:cNvPr>
            <p:cNvSpPr/>
            <p:nvPr/>
          </p:nvSpPr>
          <p:spPr>
            <a:xfrm>
              <a:off x="6103700" y="20282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1" y="1"/>
                    <a:pt x="9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1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84" name="Google Shape;3642;p80">
              <a:extLst>
                <a:ext uri="{FF2B5EF4-FFF2-40B4-BE49-F238E27FC236}">
                  <a16:creationId xmlns:a16="http://schemas.microsoft.com/office/drawing/2014/main" id="{92668BB7-A093-7095-8411-90C5922AAF1E}"/>
                </a:ext>
              </a:extLst>
            </p:cNvPr>
            <p:cNvSpPr/>
            <p:nvPr/>
          </p:nvSpPr>
          <p:spPr>
            <a:xfrm>
              <a:off x="6027500" y="20282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3" y="1"/>
                  </a:moveTo>
                  <a:cubicBezTo>
                    <a:pt x="480" y="1"/>
                    <a:pt x="9" y="480"/>
                    <a:pt x="0" y="1065"/>
                  </a:cubicBezTo>
                  <a:cubicBezTo>
                    <a:pt x="0" y="1709"/>
                    <a:pt x="529" y="2137"/>
                    <a:pt x="1078" y="2137"/>
                  </a:cubicBezTo>
                  <a:cubicBezTo>
                    <a:pt x="1340" y="2137"/>
                    <a:pt x="1606" y="2040"/>
                    <a:pt x="1821" y="1821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85" name="Google Shape;3643;p80">
              <a:extLst>
                <a:ext uri="{FF2B5EF4-FFF2-40B4-BE49-F238E27FC236}">
                  <a16:creationId xmlns:a16="http://schemas.microsoft.com/office/drawing/2014/main" id="{F6589088-99EF-D471-185C-63AB2D96F45E}"/>
                </a:ext>
              </a:extLst>
            </p:cNvPr>
            <p:cNvSpPr/>
            <p:nvPr/>
          </p:nvSpPr>
          <p:spPr>
            <a:xfrm>
              <a:off x="6027500" y="21045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3" y="0"/>
                  </a:moveTo>
                  <a:cubicBezTo>
                    <a:pt x="480" y="0"/>
                    <a:pt x="9" y="480"/>
                    <a:pt x="0" y="1065"/>
                  </a:cubicBezTo>
                  <a:cubicBezTo>
                    <a:pt x="0" y="1709"/>
                    <a:pt x="529" y="2133"/>
                    <a:pt x="1078" y="2133"/>
                  </a:cubicBezTo>
                  <a:cubicBezTo>
                    <a:pt x="1340" y="2133"/>
                    <a:pt x="1606" y="2036"/>
                    <a:pt x="1821" y="1821"/>
                  </a:cubicBezTo>
                  <a:cubicBezTo>
                    <a:pt x="2496" y="1146"/>
                    <a:pt x="2016" y="0"/>
                    <a:pt x="107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86" name="Google Shape;3644;p80">
              <a:extLst>
                <a:ext uri="{FF2B5EF4-FFF2-40B4-BE49-F238E27FC236}">
                  <a16:creationId xmlns:a16="http://schemas.microsoft.com/office/drawing/2014/main" id="{481AB14C-6404-723D-9682-87DC78EFF41B}"/>
                </a:ext>
              </a:extLst>
            </p:cNvPr>
            <p:cNvSpPr/>
            <p:nvPr/>
          </p:nvSpPr>
          <p:spPr>
            <a:xfrm>
              <a:off x="5951475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87" name="Google Shape;3645;p80">
              <a:extLst>
                <a:ext uri="{FF2B5EF4-FFF2-40B4-BE49-F238E27FC236}">
                  <a16:creationId xmlns:a16="http://schemas.microsoft.com/office/drawing/2014/main" id="{F00BA628-EAB3-2EDE-2F39-9E28205B80FE}"/>
                </a:ext>
              </a:extLst>
            </p:cNvPr>
            <p:cNvSpPr/>
            <p:nvPr/>
          </p:nvSpPr>
          <p:spPr>
            <a:xfrm>
              <a:off x="5494400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7" y="2138"/>
                    <a:pt x="1604" y="2040"/>
                    <a:pt x="1822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88" name="Google Shape;3646;p80">
              <a:extLst>
                <a:ext uri="{FF2B5EF4-FFF2-40B4-BE49-F238E27FC236}">
                  <a16:creationId xmlns:a16="http://schemas.microsoft.com/office/drawing/2014/main" id="{E3F926E0-8A6E-00D6-09B0-42AC16466782}"/>
                </a:ext>
              </a:extLst>
            </p:cNvPr>
            <p:cNvSpPr/>
            <p:nvPr/>
          </p:nvSpPr>
          <p:spPr>
            <a:xfrm>
              <a:off x="5494400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89" name="Google Shape;3647;p80">
              <a:extLst>
                <a:ext uri="{FF2B5EF4-FFF2-40B4-BE49-F238E27FC236}">
                  <a16:creationId xmlns:a16="http://schemas.microsoft.com/office/drawing/2014/main" id="{C5B9F065-DC03-3659-28C2-50345173BC9A}"/>
                </a:ext>
              </a:extLst>
            </p:cNvPr>
            <p:cNvSpPr/>
            <p:nvPr/>
          </p:nvSpPr>
          <p:spPr>
            <a:xfrm>
              <a:off x="5494400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90" name="Google Shape;3648;p80">
              <a:extLst>
                <a:ext uri="{FF2B5EF4-FFF2-40B4-BE49-F238E27FC236}">
                  <a16:creationId xmlns:a16="http://schemas.microsoft.com/office/drawing/2014/main" id="{B0E38E85-0B59-31D4-55E4-0343BB512EB6}"/>
                </a:ext>
              </a:extLst>
            </p:cNvPr>
            <p:cNvSpPr/>
            <p:nvPr/>
          </p:nvSpPr>
          <p:spPr>
            <a:xfrm>
              <a:off x="5494400" y="18760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5"/>
                    <a:pt x="525" y="2132"/>
                    <a:pt x="1072" y="2132"/>
                  </a:cubicBezTo>
                  <a:cubicBezTo>
                    <a:pt x="1332" y="2132"/>
                    <a:pt x="1597" y="2036"/>
                    <a:pt x="1814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91" name="Google Shape;3649;p80">
              <a:extLst>
                <a:ext uri="{FF2B5EF4-FFF2-40B4-BE49-F238E27FC236}">
                  <a16:creationId xmlns:a16="http://schemas.microsoft.com/office/drawing/2014/main" id="{A042248D-2D64-312E-5A6E-7D8E6CF4C988}"/>
                </a:ext>
              </a:extLst>
            </p:cNvPr>
            <p:cNvSpPr/>
            <p:nvPr/>
          </p:nvSpPr>
          <p:spPr>
            <a:xfrm>
              <a:off x="5494400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92" name="Google Shape;3650;p80">
              <a:extLst>
                <a:ext uri="{FF2B5EF4-FFF2-40B4-BE49-F238E27FC236}">
                  <a16:creationId xmlns:a16="http://schemas.microsoft.com/office/drawing/2014/main" id="{049542CD-65FB-E04E-90A2-A8C73B6AFDD5}"/>
                </a:ext>
              </a:extLst>
            </p:cNvPr>
            <p:cNvSpPr/>
            <p:nvPr/>
          </p:nvSpPr>
          <p:spPr>
            <a:xfrm>
              <a:off x="5494400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1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93" name="Google Shape;3651;p80">
              <a:extLst>
                <a:ext uri="{FF2B5EF4-FFF2-40B4-BE49-F238E27FC236}">
                  <a16:creationId xmlns:a16="http://schemas.microsoft.com/office/drawing/2014/main" id="{09A025AE-0E8E-0FF6-6857-3A432586C090}"/>
                </a:ext>
              </a:extLst>
            </p:cNvPr>
            <p:cNvSpPr/>
            <p:nvPr/>
          </p:nvSpPr>
          <p:spPr>
            <a:xfrm>
              <a:off x="5494400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94" name="Google Shape;3652;p80">
              <a:extLst>
                <a:ext uri="{FF2B5EF4-FFF2-40B4-BE49-F238E27FC236}">
                  <a16:creationId xmlns:a16="http://schemas.microsoft.com/office/drawing/2014/main" id="{2C03E773-9393-FBD9-1250-0300BCECC156}"/>
                </a:ext>
              </a:extLst>
            </p:cNvPr>
            <p:cNvSpPr/>
            <p:nvPr/>
          </p:nvSpPr>
          <p:spPr>
            <a:xfrm>
              <a:off x="5494400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95" name="Google Shape;3653;p80">
              <a:extLst>
                <a:ext uri="{FF2B5EF4-FFF2-40B4-BE49-F238E27FC236}">
                  <a16:creationId xmlns:a16="http://schemas.microsoft.com/office/drawing/2014/main" id="{93999205-B033-CA06-E2FD-4C19E70D4D10}"/>
                </a:ext>
              </a:extLst>
            </p:cNvPr>
            <p:cNvSpPr/>
            <p:nvPr/>
          </p:nvSpPr>
          <p:spPr>
            <a:xfrm>
              <a:off x="5494400" y="2256925"/>
              <a:ext cx="62375" cy="53425"/>
            </a:xfrm>
            <a:custGeom>
              <a:avLst/>
              <a:gdLst/>
              <a:ahLst/>
              <a:cxnLst/>
              <a:rect l="l" t="t" r="r" b="b"/>
              <a:pathLst>
                <a:path w="2495" h="2137" extrusionOk="0">
                  <a:moveTo>
                    <a:pt x="1076" y="0"/>
                  </a:moveTo>
                  <a:cubicBezTo>
                    <a:pt x="1072" y="0"/>
                    <a:pt x="1069" y="0"/>
                    <a:pt x="1066" y="0"/>
                  </a:cubicBez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6" y="2039"/>
                    <a:pt x="1822" y="1821"/>
                  </a:cubicBezTo>
                  <a:cubicBezTo>
                    <a:pt x="2494" y="1149"/>
                    <a:pt x="2020" y="0"/>
                    <a:pt x="107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96" name="Google Shape;3654;p80">
              <a:extLst>
                <a:ext uri="{FF2B5EF4-FFF2-40B4-BE49-F238E27FC236}">
                  <a16:creationId xmlns:a16="http://schemas.microsoft.com/office/drawing/2014/main" id="{3561FD6F-F661-C3CB-70EE-8F0D4F5EE06E}"/>
                </a:ext>
              </a:extLst>
            </p:cNvPr>
            <p:cNvSpPr/>
            <p:nvPr/>
          </p:nvSpPr>
          <p:spPr>
            <a:xfrm>
              <a:off x="5494400" y="23331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97" name="Google Shape;3655;p80">
              <a:extLst>
                <a:ext uri="{FF2B5EF4-FFF2-40B4-BE49-F238E27FC236}">
                  <a16:creationId xmlns:a16="http://schemas.microsoft.com/office/drawing/2014/main" id="{5B4BBAA4-E434-1C40-E6F5-8D7B4DDCB943}"/>
                </a:ext>
              </a:extLst>
            </p:cNvPr>
            <p:cNvSpPr/>
            <p:nvPr/>
          </p:nvSpPr>
          <p:spPr>
            <a:xfrm>
              <a:off x="5494400" y="24855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8"/>
                    <a:pt x="523" y="2131"/>
                    <a:pt x="1070" y="2131"/>
                  </a:cubicBezTo>
                  <a:cubicBezTo>
                    <a:pt x="1333" y="2131"/>
                    <a:pt x="1603" y="2033"/>
                    <a:pt x="1822" y="1814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98" name="Google Shape;3656;p80">
              <a:extLst>
                <a:ext uri="{FF2B5EF4-FFF2-40B4-BE49-F238E27FC236}">
                  <a16:creationId xmlns:a16="http://schemas.microsoft.com/office/drawing/2014/main" id="{C71CCE0F-AFC3-B4BA-A9CB-4E1C3B483838}"/>
                </a:ext>
              </a:extLst>
            </p:cNvPr>
            <p:cNvSpPr/>
            <p:nvPr/>
          </p:nvSpPr>
          <p:spPr>
            <a:xfrm>
              <a:off x="5494400" y="2561575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80" y="0"/>
                    <a:pt x="1" y="480"/>
                    <a:pt x="1" y="1073"/>
                  </a:cubicBezTo>
                  <a:cubicBezTo>
                    <a:pt x="1" y="1711"/>
                    <a:pt x="522" y="2137"/>
                    <a:pt x="1067" y="2137"/>
                  </a:cubicBezTo>
                  <a:cubicBezTo>
                    <a:pt x="1329" y="2137"/>
                    <a:pt x="1595" y="2039"/>
                    <a:pt x="1814" y="1821"/>
                  </a:cubicBezTo>
                  <a:cubicBezTo>
                    <a:pt x="2488" y="1154"/>
                    <a:pt x="2017" y="8"/>
                    <a:pt x="106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99" name="Google Shape;3657;p80">
              <a:extLst>
                <a:ext uri="{FF2B5EF4-FFF2-40B4-BE49-F238E27FC236}">
                  <a16:creationId xmlns:a16="http://schemas.microsoft.com/office/drawing/2014/main" id="{0C5CADBE-633E-6B09-9153-EB0683C11E0D}"/>
                </a:ext>
              </a:extLst>
            </p:cNvPr>
            <p:cNvSpPr/>
            <p:nvPr/>
          </p:nvSpPr>
          <p:spPr>
            <a:xfrm>
              <a:off x="5494400" y="26377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74"/>
                  </a:cubicBezTo>
                  <a:cubicBezTo>
                    <a:pt x="1" y="1712"/>
                    <a:pt x="525" y="2137"/>
                    <a:pt x="1074" y="2137"/>
                  </a:cubicBezTo>
                  <a:cubicBezTo>
                    <a:pt x="1336" y="2137"/>
                    <a:pt x="1604" y="2040"/>
                    <a:pt x="1822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00" name="Google Shape;3658;p80">
              <a:extLst>
                <a:ext uri="{FF2B5EF4-FFF2-40B4-BE49-F238E27FC236}">
                  <a16:creationId xmlns:a16="http://schemas.microsoft.com/office/drawing/2014/main" id="{7AFEF73F-09D7-2125-3160-AEE892645F70}"/>
                </a:ext>
              </a:extLst>
            </p:cNvPr>
            <p:cNvSpPr/>
            <p:nvPr/>
          </p:nvSpPr>
          <p:spPr>
            <a:xfrm>
              <a:off x="5494400" y="2714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01" name="Google Shape;3659;p80">
              <a:extLst>
                <a:ext uri="{FF2B5EF4-FFF2-40B4-BE49-F238E27FC236}">
                  <a16:creationId xmlns:a16="http://schemas.microsoft.com/office/drawing/2014/main" id="{38913A7D-6AEB-CE08-6DEE-F1CC385000D5}"/>
                </a:ext>
              </a:extLst>
            </p:cNvPr>
            <p:cNvSpPr/>
            <p:nvPr/>
          </p:nvSpPr>
          <p:spPr>
            <a:xfrm>
              <a:off x="5494400" y="27902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7" y="2134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02" name="Google Shape;3660;p80">
              <a:extLst>
                <a:ext uri="{FF2B5EF4-FFF2-40B4-BE49-F238E27FC236}">
                  <a16:creationId xmlns:a16="http://schemas.microsoft.com/office/drawing/2014/main" id="{128EDD3C-A4B5-52F6-7E36-6C73861A30A0}"/>
                </a:ext>
              </a:extLst>
            </p:cNvPr>
            <p:cNvSpPr/>
            <p:nvPr/>
          </p:nvSpPr>
          <p:spPr>
            <a:xfrm>
              <a:off x="5570625" y="12665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0"/>
                  </a:moveTo>
                  <a:cubicBezTo>
                    <a:pt x="472" y="9"/>
                    <a:pt x="0" y="480"/>
                    <a:pt x="0" y="1074"/>
                  </a:cubicBezTo>
                  <a:cubicBezTo>
                    <a:pt x="0" y="1711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3" y="1821"/>
                  </a:cubicBezTo>
                  <a:cubicBezTo>
                    <a:pt x="2488" y="1155"/>
                    <a:pt x="2016" y="9"/>
                    <a:pt x="106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03" name="Google Shape;3661;p80">
              <a:extLst>
                <a:ext uri="{FF2B5EF4-FFF2-40B4-BE49-F238E27FC236}">
                  <a16:creationId xmlns:a16="http://schemas.microsoft.com/office/drawing/2014/main" id="{DD91D719-873A-C6D5-275A-7A45D6954984}"/>
                </a:ext>
              </a:extLst>
            </p:cNvPr>
            <p:cNvSpPr/>
            <p:nvPr/>
          </p:nvSpPr>
          <p:spPr>
            <a:xfrm>
              <a:off x="5570625" y="13427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1"/>
                    <a:pt x="0" y="481"/>
                    <a:pt x="0" y="1066"/>
                  </a:cubicBezTo>
                  <a:cubicBezTo>
                    <a:pt x="0" y="1710"/>
                    <a:pt x="526" y="2138"/>
                    <a:pt x="1072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04" name="Google Shape;3662;p80">
              <a:extLst>
                <a:ext uri="{FF2B5EF4-FFF2-40B4-BE49-F238E27FC236}">
                  <a16:creationId xmlns:a16="http://schemas.microsoft.com/office/drawing/2014/main" id="{AB02B51F-086C-70C6-AF66-6CD7A8F3E85A}"/>
                </a:ext>
              </a:extLst>
            </p:cNvPr>
            <p:cNvSpPr/>
            <p:nvPr/>
          </p:nvSpPr>
          <p:spPr>
            <a:xfrm>
              <a:off x="5570625" y="14189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05" name="Google Shape;3663;p80">
              <a:extLst>
                <a:ext uri="{FF2B5EF4-FFF2-40B4-BE49-F238E27FC236}">
                  <a16:creationId xmlns:a16="http://schemas.microsoft.com/office/drawing/2014/main" id="{D6639B35-68AE-B27F-B453-6AE7ABA2CE6B}"/>
                </a:ext>
              </a:extLst>
            </p:cNvPr>
            <p:cNvSpPr/>
            <p:nvPr/>
          </p:nvSpPr>
          <p:spPr>
            <a:xfrm>
              <a:off x="5570625" y="14952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72" y="0"/>
                    <a:pt x="0" y="472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06" name="Google Shape;3664;p80">
              <a:extLst>
                <a:ext uri="{FF2B5EF4-FFF2-40B4-BE49-F238E27FC236}">
                  <a16:creationId xmlns:a16="http://schemas.microsoft.com/office/drawing/2014/main" id="{360DFBF4-73B7-E03C-8944-9695C4A9E902}"/>
                </a:ext>
              </a:extLst>
            </p:cNvPr>
            <p:cNvSpPr/>
            <p:nvPr/>
          </p:nvSpPr>
          <p:spPr>
            <a:xfrm>
              <a:off x="5570625" y="1571400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3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07" name="Google Shape;3665;p80">
              <a:extLst>
                <a:ext uri="{FF2B5EF4-FFF2-40B4-BE49-F238E27FC236}">
                  <a16:creationId xmlns:a16="http://schemas.microsoft.com/office/drawing/2014/main" id="{755359E1-A765-6A28-30EB-83C18E2512EC}"/>
                </a:ext>
              </a:extLst>
            </p:cNvPr>
            <p:cNvSpPr/>
            <p:nvPr/>
          </p:nvSpPr>
          <p:spPr>
            <a:xfrm>
              <a:off x="5570625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1"/>
                    <a:pt x="0" y="481"/>
                    <a:pt x="0" y="1066"/>
                  </a:cubicBezTo>
                  <a:cubicBezTo>
                    <a:pt x="0" y="1710"/>
                    <a:pt x="526" y="2138"/>
                    <a:pt x="1072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08" name="Google Shape;3666;p80">
              <a:extLst>
                <a:ext uri="{FF2B5EF4-FFF2-40B4-BE49-F238E27FC236}">
                  <a16:creationId xmlns:a16="http://schemas.microsoft.com/office/drawing/2014/main" id="{6E0AC435-33B1-4AAE-31F3-53926CBF930B}"/>
                </a:ext>
              </a:extLst>
            </p:cNvPr>
            <p:cNvSpPr/>
            <p:nvPr/>
          </p:nvSpPr>
          <p:spPr>
            <a:xfrm>
              <a:off x="5570625" y="17236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09" name="Google Shape;3667;p80">
              <a:extLst>
                <a:ext uri="{FF2B5EF4-FFF2-40B4-BE49-F238E27FC236}">
                  <a16:creationId xmlns:a16="http://schemas.microsoft.com/office/drawing/2014/main" id="{BCA1D2A4-8B8C-B847-F513-5B503C854416}"/>
                </a:ext>
              </a:extLst>
            </p:cNvPr>
            <p:cNvSpPr/>
            <p:nvPr/>
          </p:nvSpPr>
          <p:spPr>
            <a:xfrm>
              <a:off x="5570625" y="17998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10" name="Google Shape;3668;p80">
              <a:extLst>
                <a:ext uri="{FF2B5EF4-FFF2-40B4-BE49-F238E27FC236}">
                  <a16:creationId xmlns:a16="http://schemas.microsoft.com/office/drawing/2014/main" id="{B71A31B5-4CE9-B82B-FC70-77E49B61EC6D}"/>
                </a:ext>
              </a:extLst>
            </p:cNvPr>
            <p:cNvSpPr/>
            <p:nvPr/>
          </p:nvSpPr>
          <p:spPr>
            <a:xfrm>
              <a:off x="5570625" y="18760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11" name="Google Shape;3669;p80">
              <a:extLst>
                <a:ext uri="{FF2B5EF4-FFF2-40B4-BE49-F238E27FC236}">
                  <a16:creationId xmlns:a16="http://schemas.microsoft.com/office/drawing/2014/main" id="{BD99946A-93DA-6CCB-0D0C-0F9D8AED96F9}"/>
                </a:ext>
              </a:extLst>
            </p:cNvPr>
            <p:cNvSpPr/>
            <p:nvPr/>
          </p:nvSpPr>
          <p:spPr>
            <a:xfrm>
              <a:off x="5570625" y="19520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55"/>
                    <a:pt x="2016" y="9"/>
                    <a:pt x="106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12" name="Google Shape;3670;p80">
              <a:extLst>
                <a:ext uri="{FF2B5EF4-FFF2-40B4-BE49-F238E27FC236}">
                  <a16:creationId xmlns:a16="http://schemas.microsoft.com/office/drawing/2014/main" id="{EFCF4D00-B8EC-1D4A-FBCA-80EB9A0BBAAB}"/>
                </a:ext>
              </a:extLst>
            </p:cNvPr>
            <p:cNvSpPr/>
            <p:nvPr/>
          </p:nvSpPr>
          <p:spPr>
            <a:xfrm>
              <a:off x="5570625" y="20282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6" y="2137"/>
                    <a:pt x="1072" y="2137"/>
                  </a:cubicBezTo>
                  <a:cubicBezTo>
                    <a:pt x="1332" y="2137"/>
                    <a:pt x="1598" y="2040"/>
                    <a:pt x="1813" y="1821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13" name="Google Shape;3671;p80">
              <a:extLst>
                <a:ext uri="{FF2B5EF4-FFF2-40B4-BE49-F238E27FC236}">
                  <a16:creationId xmlns:a16="http://schemas.microsoft.com/office/drawing/2014/main" id="{A58554B7-32C3-26D5-C1D1-8F3B1A248A5E}"/>
                </a:ext>
              </a:extLst>
            </p:cNvPr>
            <p:cNvSpPr/>
            <p:nvPr/>
          </p:nvSpPr>
          <p:spPr>
            <a:xfrm>
              <a:off x="5570625" y="21045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14" name="Google Shape;3672;p80">
              <a:extLst>
                <a:ext uri="{FF2B5EF4-FFF2-40B4-BE49-F238E27FC236}">
                  <a16:creationId xmlns:a16="http://schemas.microsoft.com/office/drawing/2014/main" id="{599DD1AE-69FE-7A14-2309-2E503E90F959}"/>
                </a:ext>
              </a:extLst>
            </p:cNvPr>
            <p:cNvSpPr/>
            <p:nvPr/>
          </p:nvSpPr>
          <p:spPr>
            <a:xfrm>
              <a:off x="5570625" y="21807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15" name="Google Shape;3673;p80">
              <a:extLst>
                <a:ext uri="{FF2B5EF4-FFF2-40B4-BE49-F238E27FC236}">
                  <a16:creationId xmlns:a16="http://schemas.microsoft.com/office/drawing/2014/main" id="{D08D67AE-AB7C-5133-FEE0-C2B64BE27BC2}"/>
                </a:ext>
              </a:extLst>
            </p:cNvPr>
            <p:cNvSpPr/>
            <p:nvPr/>
          </p:nvSpPr>
          <p:spPr>
            <a:xfrm>
              <a:off x="5570625" y="225692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16" name="Google Shape;3674;p80">
              <a:extLst>
                <a:ext uri="{FF2B5EF4-FFF2-40B4-BE49-F238E27FC236}">
                  <a16:creationId xmlns:a16="http://schemas.microsoft.com/office/drawing/2014/main" id="{8607AA35-0FEF-A2FA-4486-24698BECEE80}"/>
                </a:ext>
              </a:extLst>
            </p:cNvPr>
            <p:cNvSpPr/>
            <p:nvPr/>
          </p:nvSpPr>
          <p:spPr>
            <a:xfrm>
              <a:off x="5570625" y="233312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6" y="2137"/>
                    <a:pt x="1072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17" name="Google Shape;3675;p80">
              <a:extLst>
                <a:ext uri="{FF2B5EF4-FFF2-40B4-BE49-F238E27FC236}">
                  <a16:creationId xmlns:a16="http://schemas.microsoft.com/office/drawing/2014/main" id="{6EBEBBB3-7098-4FA0-EF40-A673C203F212}"/>
                </a:ext>
              </a:extLst>
            </p:cNvPr>
            <p:cNvSpPr/>
            <p:nvPr/>
          </p:nvSpPr>
          <p:spPr>
            <a:xfrm>
              <a:off x="5570625" y="2485550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8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18" name="Google Shape;3676;p80">
              <a:extLst>
                <a:ext uri="{FF2B5EF4-FFF2-40B4-BE49-F238E27FC236}">
                  <a16:creationId xmlns:a16="http://schemas.microsoft.com/office/drawing/2014/main" id="{FD317A98-3594-E1C4-6683-69CC03B03B13}"/>
                </a:ext>
              </a:extLst>
            </p:cNvPr>
            <p:cNvSpPr/>
            <p:nvPr/>
          </p:nvSpPr>
          <p:spPr>
            <a:xfrm>
              <a:off x="5570625" y="2561575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72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1" y="2137"/>
                  </a:cubicBezTo>
                  <a:cubicBezTo>
                    <a:pt x="1332" y="2137"/>
                    <a:pt x="1598" y="2039"/>
                    <a:pt x="1813" y="1821"/>
                  </a:cubicBezTo>
                  <a:cubicBezTo>
                    <a:pt x="2488" y="1154"/>
                    <a:pt x="2016" y="8"/>
                    <a:pt x="106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19" name="Google Shape;3677;p80">
              <a:extLst>
                <a:ext uri="{FF2B5EF4-FFF2-40B4-BE49-F238E27FC236}">
                  <a16:creationId xmlns:a16="http://schemas.microsoft.com/office/drawing/2014/main" id="{80CF73B4-1614-4A1E-7E0D-6763C4A60553}"/>
                </a:ext>
              </a:extLst>
            </p:cNvPr>
            <p:cNvSpPr/>
            <p:nvPr/>
          </p:nvSpPr>
          <p:spPr>
            <a:xfrm>
              <a:off x="5570625" y="26377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2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20" name="Google Shape;3678;p80">
              <a:extLst>
                <a:ext uri="{FF2B5EF4-FFF2-40B4-BE49-F238E27FC236}">
                  <a16:creationId xmlns:a16="http://schemas.microsoft.com/office/drawing/2014/main" id="{1A02BB71-9F73-DC32-DDAC-0492FD62FDFC}"/>
                </a:ext>
              </a:extLst>
            </p:cNvPr>
            <p:cNvSpPr/>
            <p:nvPr/>
          </p:nvSpPr>
          <p:spPr>
            <a:xfrm>
              <a:off x="5570625" y="2866425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3" y="2131"/>
                    <a:pt x="1070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21" name="Google Shape;3679;p80">
              <a:extLst>
                <a:ext uri="{FF2B5EF4-FFF2-40B4-BE49-F238E27FC236}">
                  <a16:creationId xmlns:a16="http://schemas.microsoft.com/office/drawing/2014/main" id="{94273A51-354E-03A2-B8BF-9BA58CDE7B9D}"/>
                </a:ext>
              </a:extLst>
            </p:cNvPr>
            <p:cNvSpPr/>
            <p:nvPr/>
          </p:nvSpPr>
          <p:spPr>
            <a:xfrm>
              <a:off x="5570625" y="27902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9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22" name="Google Shape;3680;p80">
              <a:extLst>
                <a:ext uri="{FF2B5EF4-FFF2-40B4-BE49-F238E27FC236}">
                  <a16:creationId xmlns:a16="http://schemas.microsoft.com/office/drawing/2014/main" id="{E4914061-44CE-9D31-FF22-31FE533F49AF}"/>
                </a:ext>
              </a:extLst>
            </p:cNvPr>
            <p:cNvSpPr/>
            <p:nvPr/>
          </p:nvSpPr>
          <p:spPr>
            <a:xfrm>
              <a:off x="5570625" y="27140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23" name="Google Shape;3681;p80">
              <a:extLst>
                <a:ext uri="{FF2B5EF4-FFF2-40B4-BE49-F238E27FC236}">
                  <a16:creationId xmlns:a16="http://schemas.microsoft.com/office/drawing/2014/main" id="{4FBBFE7C-4668-E0A8-F381-737E30E02C3B}"/>
                </a:ext>
              </a:extLst>
            </p:cNvPr>
            <p:cNvSpPr/>
            <p:nvPr/>
          </p:nvSpPr>
          <p:spPr>
            <a:xfrm>
              <a:off x="5646825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24" name="Google Shape;3682;p80">
              <a:extLst>
                <a:ext uri="{FF2B5EF4-FFF2-40B4-BE49-F238E27FC236}">
                  <a16:creationId xmlns:a16="http://schemas.microsoft.com/office/drawing/2014/main" id="{BC05EC86-6F2D-49FF-40B0-1871641D38B8}"/>
                </a:ext>
              </a:extLst>
            </p:cNvPr>
            <p:cNvSpPr/>
            <p:nvPr/>
          </p:nvSpPr>
          <p:spPr>
            <a:xfrm>
              <a:off x="5646825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25" name="Google Shape;3683;p80">
              <a:extLst>
                <a:ext uri="{FF2B5EF4-FFF2-40B4-BE49-F238E27FC236}">
                  <a16:creationId xmlns:a16="http://schemas.microsoft.com/office/drawing/2014/main" id="{9F6CD3AD-AB10-EB0B-EFD8-BBCFC295F251}"/>
                </a:ext>
              </a:extLst>
            </p:cNvPr>
            <p:cNvSpPr/>
            <p:nvPr/>
          </p:nvSpPr>
          <p:spPr>
            <a:xfrm>
              <a:off x="5646825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4" y="1813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26" name="Google Shape;3684;p80">
              <a:extLst>
                <a:ext uri="{FF2B5EF4-FFF2-40B4-BE49-F238E27FC236}">
                  <a16:creationId xmlns:a16="http://schemas.microsoft.com/office/drawing/2014/main" id="{9DE762DA-5E17-C237-F2C0-547706A34363}"/>
                </a:ext>
              </a:extLst>
            </p:cNvPr>
            <p:cNvSpPr/>
            <p:nvPr/>
          </p:nvSpPr>
          <p:spPr>
            <a:xfrm>
              <a:off x="5646825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4" y="1822"/>
                  </a:cubicBezTo>
                  <a:cubicBezTo>
                    <a:pt x="2489" y="1155"/>
                    <a:pt x="2017" y="1"/>
                    <a:pt x="106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27" name="Google Shape;3685;p80">
              <a:extLst>
                <a:ext uri="{FF2B5EF4-FFF2-40B4-BE49-F238E27FC236}">
                  <a16:creationId xmlns:a16="http://schemas.microsoft.com/office/drawing/2014/main" id="{669935C5-A542-DF44-EC65-C4C3CE564359}"/>
                </a:ext>
              </a:extLst>
            </p:cNvPr>
            <p:cNvSpPr/>
            <p:nvPr/>
          </p:nvSpPr>
          <p:spPr>
            <a:xfrm>
              <a:off x="5646825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28" name="Google Shape;3686;p80">
              <a:extLst>
                <a:ext uri="{FF2B5EF4-FFF2-40B4-BE49-F238E27FC236}">
                  <a16:creationId xmlns:a16="http://schemas.microsoft.com/office/drawing/2014/main" id="{FDE03D31-E02C-19C4-4EB4-204133024739}"/>
                </a:ext>
              </a:extLst>
            </p:cNvPr>
            <p:cNvSpPr/>
            <p:nvPr/>
          </p:nvSpPr>
          <p:spPr>
            <a:xfrm>
              <a:off x="5646825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29" name="Google Shape;3687;p80">
              <a:extLst>
                <a:ext uri="{FF2B5EF4-FFF2-40B4-BE49-F238E27FC236}">
                  <a16:creationId xmlns:a16="http://schemas.microsoft.com/office/drawing/2014/main" id="{69617DCF-CF68-5E7C-35EE-6F27AD0D9BF7}"/>
                </a:ext>
              </a:extLst>
            </p:cNvPr>
            <p:cNvSpPr/>
            <p:nvPr/>
          </p:nvSpPr>
          <p:spPr>
            <a:xfrm>
              <a:off x="5646825" y="18760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30" name="Google Shape;3688;p80">
              <a:extLst>
                <a:ext uri="{FF2B5EF4-FFF2-40B4-BE49-F238E27FC236}">
                  <a16:creationId xmlns:a16="http://schemas.microsoft.com/office/drawing/2014/main" id="{FA0D9B9A-E767-F6F2-2B60-BA01F56C9030}"/>
                </a:ext>
              </a:extLst>
            </p:cNvPr>
            <p:cNvSpPr/>
            <p:nvPr/>
          </p:nvSpPr>
          <p:spPr>
            <a:xfrm>
              <a:off x="5646825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4" y="1822"/>
                  </a:cubicBezTo>
                  <a:cubicBezTo>
                    <a:pt x="2489" y="1155"/>
                    <a:pt x="2017" y="1"/>
                    <a:pt x="106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31" name="Google Shape;3689;p80">
              <a:extLst>
                <a:ext uri="{FF2B5EF4-FFF2-40B4-BE49-F238E27FC236}">
                  <a16:creationId xmlns:a16="http://schemas.microsoft.com/office/drawing/2014/main" id="{13B64178-7443-4D9D-58DF-AEA34D805619}"/>
                </a:ext>
              </a:extLst>
            </p:cNvPr>
            <p:cNvSpPr/>
            <p:nvPr/>
          </p:nvSpPr>
          <p:spPr>
            <a:xfrm>
              <a:off x="5646825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1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32" name="Google Shape;3690;p80">
              <a:extLst>
                <a:ext uri="{FF2B5EF4-FFF2-40B4-BE49-F238E27FC236}">
                  <a16:creationId xmlns:a16="http://schemas.microsoft.com/office/drawing/2014/main" id="{07BAEBB4-EF0C-5679-A452-20FD6FD772B5}"/>
                </a:ext>
              </a:extLst>
            </p:cNvPr>
            <p:cNvSpPr/>
            <p:nvPr/>
          </p:nvSpPr>
          <p:spPr>
            <a:xfrm>
              <a:off x="5646825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33" name="Google Shape;3691;p80">
              <a:extLst>
                <a:ext uri="{FF2B5EF4-FFF2-40B4-BE49-F238E27FC236}">
                  <a16:creationId xmlns:a16="http://schemas.microsoft.com/office/drawing/2014/main" id="{2FD83D93-EC58-12F3-65FD-82D3494511E2}"/>
                </a:ext>
              </a:extLst>
            </p:cNvPr>
            <p:cNvSpPr/>
            <p:nvPr/>
          </p:nvSpPr>
          <p:spPr>
            <a:xfrm>
              <a:off x="5646825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34" name="Google Shape;3692;p80">
              <a:extLst>
                <a:ext uri="{FF2B5EF4-FFF2-40B4-BE49-F238E27FC236}">
                  <a16:creationId xmlns:a16="http://schemas.microsoft.com/office/drawing/2014/main" id="{DE378C35-37A1-62BD-2D8F-ADA9316F6A77}"/>
                </a:ext>
              </a:extLst>
            </p:cNvPr>
            <p:cNvSpPr/>
            <p:nvPr/>
          </p:nvSpPr>
          <p:spPr>
            <a:xfrm>
              <a:off x="5646825" y="2256925"/>
              <a:ext cx="62375" cy="53425"/>
            </a:xfrm>
            <a:custGeom>
              <a:avLst/>
              <a:gdLst/>
              <a:ahLst/>
              <a:cxnLst/>
              <a:rect l="l" t="t" r="r" b="b"/>
              <a:pathLst>
                <a:path w="2495" h="2137" extrusionOk="0">
                  <a:moveTo>
                    <a:pt x="1076" y="0"/>
                  </a:moveTo>
                  <a:cubicBezTo>
                    <a:pt x="1073" y="0"/>
                    <a:pt x="1069" y="0"/>
                    <a:pt x="1066" y="0"/>
                  </a:cubicBez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39"/>
                    <a:pt x="1822" y="1821"/>
                  </a:cubicBezTo>
                  <a:cubicBezTo>
                    <a:pt x="2494" y="1149"/>
                    <a:pt x="2020" y="0"/>
                    <a:pt x="107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35" name="Google Shape;3693;p80">
              <a:extLst>
                <a:ext uri="{FF2B5EF4-FFF2-40B4-BE49-F238E27FC236}">
                  <a16:creationId xmlns:a16="http://schemas.microsoft.com/office/drawing/2014/main" id="{0EBB6759-2C2D-E390-C134-20DB9E401C03}"/>
                </a:ext>
              </a:extLst>
            </p:cNvPr>
            <p:cNvSpPr/>
            <p:nvPr/>
          </p:nvSpPr>
          <p:spPr>
            <a:xfrm>
              <a:off x="5646825" y="23331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36" name="Google Shape;3694;p80">
              <a:extLst>
                <a:ext uri="{FF2B5EF4-FFF2-40B4-BE49-F238E27FC236}">
                  <a16:creationId xmlns:a16="http://schemas.microsoft.com/office/drawing/2014/main" id="{BFDD661C-D353-EC1B-EF87-CEA0BA8AEFB2}"/>
                </a:ext>
              </a:extLst>
            </p:cNvPr>
            <p:cNvSpPr/>
            <p:nvPr/>
          </p:nvSpPr>
          <p:spPr>
            <a:xfrm>
              <a:off x="5646825" y="24855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8"/>
                    <a:pt x="523" y="2131"/>
                    <a:pt x="1068" y="2131"/>
                  </a:cubicBezTo>
                  <a:cubicBezTo>
                    <a:pt x="1330" y="2131"/>
                    <a:pt x="1597" y="2033"/>
                    <a:pt x="1814" y="1814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37" name="Google Shape;3695;p80">
              <a:extLst>
                <a:ext uri="{FF2B5EF4-FFF2-40B4-BE49-F238E27FC236}">
                  <a16:creationId xmlns:a16="http://schemas.microsoft.com/office/drawing/2014/main" id="{AB2BC076-2450-E1A5-B490-077C1F8EB815}"/>
                </a:ext>
              </a:extLst>
            </p:cNvPr>
            <p:cNvSpPr/>
            <p:nvPr/>
          </p:nvSpPr>
          <p:spPr>
            <a:xfrm>
              <a:off x="5646825" y="2561575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72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1" y="2137"/>
                  </a:cubicBezTo>
                  <a:cubicBezTo>
                    <a:pt x="1332" y="2137"/>
                    <a:pt x="1598" y="2039"/>
                    <a:pt x="1814" y="1821"/>
                  </a:cubicBezTo>
                  <a:cubicBezTo>
                    <a:pt x="2489" y="1154"/>
                    <a:pt x="2017" y="0"/>
                    <a:pt x="106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38" name="Google Shape;3696;p80">
              <a:extLst>
                <a:ext uri="{FF2B5EF4-FFF2-40B4-BE49-F238E27FC236}">
                  <a16:creationId xmlns:a16="http://schemas.microsoft.com/office/drawing/2014/main" id="{30E1AD07-AD30-1256-6495-0AFD5E228017}"/>
                </a:ext>
              </a:extLst>
            </p:cNvPr>
            <p:cNvSpPr/>
            <p:nvPr/>
          </p:nvSpPr>
          <p:spPr>
            <a:xfrm>
              <a:off x="5646825" y="2714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39" name="Google Shape;3697;p80">
              <a:extLst>
                <a:ext uri="{FF2B5EF4-FFF2-40B4-BE49-F238E27FC236}">
                  <a16:creationId xmlns:a16="http://schemas.microsoft.com/office/drawing/2014/main" id="{A1AB0CF4-7347-3296-C615-5D7B76CC6BAF}"/>
                </a:ext>
              </a:extLst>
            </p:cNvPr>
            <p:cNvSpPr/>
            <p:nvPr/>
          </p:nvSpPr>
          <p:spPr>
            <a:xfrm>
              <a:off x="5646825" y="26377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74"/>
                  </a:cubicBezTo>
                  <a:cubicBezTo>
                    <a:pt x="1" y="1712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4" y="1822"/>
                  </a:cubicBezTo>
                  <a:cubicBezTo>
                    <a:pt x="2489" y="1155"/>
                    <a:pt x="2017" y="1"/>
                    <a:pt x="106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40" name="Google Shape;3698;p80">
              <a:extLst>
                <a:ext uri="{FF2B5EF4-FFF2-40B4-BE49-F238E27FC236}">
                  <a16:creationId xmlns:a16="http://schemas.microsoft.com/office/drawing/2014/main" id="{1FB3A49C-FF24-EC59-32A9-36578769AACE}"/>
                </a:ext>
              </a:extLst>
            </p:cNvPr>
            <p:cNvSpPr/>
            <p:nvPr/>
          </p:nvSpPr>
          <p:spPr>
            <a:xfrm>
              <a:off x="5723050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41" name="Google Shape;3699;p80">
              <a:extLst>
                <a:ext uri="{FF2B5EF4-FFF2-40B4-BE49-F238E27FC236}">
                  <a16:creationId xmlns:a16="http://schemas.microsoft.com/office/drawing/2014/main" id="{1F1469BF-F280-CF64-67AF-9BEA587106D0}"/>
                </a:ext>
              </a:extLst>
            </p:cNvPr>
            <p:cNvSpPr/>
            <p:nvPr/>
          </p:nvSpPr>
          <p:spPr>
            <a:xfrm>
              <a:off x="5723050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42" name="Google Shape;3700;p80">
              <a:extLst>
                <a:ext uri="{FF2B5EF4-FFF2-40B4-BE49-F238E27FC236}">
                  <a16:creationId xmlns:a16="http://schemas.microsoft.com/office/drawing/2014/main" id="{63EEAD9E-9529-0C6C-D4AC-70514F850FE5}"/>
                </a:ext>
              </a:extLst>
            </p:cNvPr>
            <p:cNvSpPr/>
            <p:nvPr/>
          </p:nvSpPr>
          <p:spPr>
            <a:xfrm>
              <a:off x="5723050" y="1571400"/>
              <a:ext cx="62150" cy="53250"/>
            </a:xfrm>
            <a:custGeom>
              <a:avLst/>
              <a:gdLst/>
              <a:ahLst/>
              <a:cxnLst/>
              <a:rect l="l" t="t" r="r" b="b"/>
              <a:pathLst>
                <a:path w="2486" h="2130" extrusionOk="0">
                  <a:moveTo>
                    <a:pt x="1075" y="1"/>
                  </a:moveTo>
                  <a:cubicBezTo>
                    <a:pt x="1072" y="1"/>
                    <a:pt x="1069" y="1"/>
                    <a:pt x="1065" y="1"/>
                  </a:cubicBezTo>
                  <a:cubicBezTo>
                    <a:pt x="472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3" y="1813"/>
                  </a:cubicBezTo>
                  <a:cubicBezTo>
                    <a:pt x="2486" y="1149"/>
                    <a:pt x="2012" y="1"/>
                    <a:pt x="107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43" name="Google Shape;3701;p80">
              <a:extLst>
                <a:ext uri="{FF2B5EF4-FFF2-40B4-BE49-F238E27FC236}">
                  <a16:creationId xmlns:a16="http://schemas.microsoft.com/office/drawing/2014/main" id="{98C47A49-6A5C-C13D-BC45-BA867787BF7E}"/>
                </a:ext>
              </a:extLst>
            </p:cNvPr>
            <p:cNvSpPr/>
            <p:nvPr/>
          </p:nvSpPr>
          <p:spPr>
            <a:xfrm>
              <a:off x="5723050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9"/>
                    <a:pt x="0" y="481"/>
                    <a:pt x="0" y="1066"/>
                  </a:cubicBezTo>
                  <a:cubicBezTo>
                    <a:pt x="0" y="1710"/>
                    <a:pt x="526" y="2138"/>
                    <a:pt x="1072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44" name="Google Shape;3702;p80">
              <a:extLst>
                <a:ext uri="{FF2B5EF4-FFF2-40B4-BE49-F238E27FC236}">
                  <a16:creationId xmlns:a16="http://schemas.microsoft.com/office/drawing/2014/main" id="{D6E1B578-57EB-2C8F-0B32-69A420130560}"/>
                </a:ext>
              </a:extLst>
            </p:cNvPr>
            <p:cNvSpPr/>
            <p:nvPr/>
          </p:nvSpPr>
          <p:spPr>
            <a:xfrm>
              <a:off x="5723050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45" name="Google Shape;3703;p80">
              <a:extLst>
                <a:ext uri="{FF2B5EF4-FFF2-40B4-BE49-F238E27FC236}">
                  <a16:creationId xmlns:a16="http://schemas.microsoft.com/office/drawing/2014/main" id="{A1D55BAB-FAB7-6E8B-5AF5-FFD1004CDDDB}"/>
                </a:ext>
              </a:extLst>
            </p:cNvPr>
            <p:cNvSpPr/>
            <p:nvPr/>
          </p:nvSpPr>
          <p:spPr>
            <a:xfrm>
              <a:off x="5723050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46" name="Google Shape;3704;p80">
              <a:extLst>
                <a:ext uri="{FF2B5EF4-FFF2-40B4-BE49-F238E27FC236}">
                  <a16:creationId xmlns:a16="http://schemas.microsoft.com/office/drawing/2014/main" id="{BB7605AD-4001-AC10-2603-B2C14DE6BB26}"/>
                </a:ext>
              </a:extLst>
            </p:cNvPr>
            <p:cNvSpPr/>
            <p:nvPr/>
          </p:nvSpPr>
          <p:spPr>
            <a:xfrm>
              <a:off x="5723050" y="187605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7"/>
                    <a:pt x="523" y="2131"/>
                    <a:pt x="1067" y="2131"/>
                  </a:cubicBezTo>
                  <a:cubicBezTo>
                    <a:pt x="1329" y="2131"/>
                    <a:pt x="1597" y="2033"/>
                    <a:pt x="1813" y="1813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47" name="Google Shape;3705;p80">
              <a:extLst>
                <a:ext uri="{FF2B5EF4-FFF2-40B4-BE49-F238E27FC236}">
                  <a16:creationId xmlns:a16="http://schemas.microsoft.com/office/drawing/2014/main" id="{046DE5F9-E5E7-6551-DF10-332FBF276B4B}"/>
                </a:ext>
              </a:extLst>
            </p:cNvPr>
            <p:cNvSpPr/>
            <p:nvPr/>
          </p:nvSpPr>
          <p:spPr>
            <a:xfrm>
              <a:off x="5723050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48" name="Google Shape;3706;p80">
              <a:extLst>
                <a:ext uri="{FF2B5EF4-FFF2-40B4-BE49-F238E27FC236}">
                  <a16:creationId xmlns:a16="http://schemas.microsoft.com/office/drawing/2014/main" id="{E2ADDCDD-5297-F500-EE89-C8B69F43B3A0}"/>
                </a:ext>
              </a:extLst>
            </p:cNvPr>
            <p:cNvSpPr/>
            <p:nvPr/>
          </p:nvSpPr>
          <p:spPr>
            <a:xfrm>
              <a:off x="5723050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6" y="2137"/>
                    <a:pt x="1072" y="2137"/>
                  </a:cubicBezTo>
                  <a:cubicBezTo>
                    <a:pt x="1332" y="2137"/>
                    <a:pt x="1598" y="2040"/>
                    <a:pt x="1813" y="1821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49" name="Google Shape;3707;p80">
              <a:extLst>
                <a:ext uri="{FF2B5EF4-FFF2-40B4-BE49-F238E27FC236}">
                  <a16:creationId xmlns:a16="http://schemas.microsoft.com/office/drawing/2014/main" id="{0F822074-8F46-033D-142C-7FAC72C4E2F9}"/>
                </a:ext>
              </a:extLst>
            </p:cNvPr>
            <p:cNvSpPr/>
            <p:nvPr/>
          </p:nvSpPr>
          <p:spPr>
            <a:xfrm>
              <a:off x="5723050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0" name="Google Shape;3708;p80">
              <a:extLst>
                <a:ext uri="{FF2B5EF4-FFF2-40B4-BE49-F238E27FC236}">
                  <a16:creationId xmlns:a16="http://schemas.microsoft.com/office/drawing/2014/main" id="{15BB1E49-BC8C-846B-9B9A-1D307416C1E7}"/>
                </a:ext>
              </a:extLst>
            </p:cNvPr>
            <p:cNvSpPr/>
            <p:nvPr/>
          </p:nvSpPr>
          <p:spPr>
            <a:xfrm>
              <a:off x="5723050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1" name="Google Shape;3709;p80">
              <a:extLst>
                <a:ext uri="{FF2B5EF4-FFF2-40B4-BE49-F238E27FC236}">
                  <a16:creationId xmlns:a16="http://schemas.microsoft.com/office/drawing/2014/main" id="{7C5E03D9-3F9A-E734-286F-E17B1B57E30D}"/>
                </a:ext>
              </a:extLst>
            </p:cNvPr>
            <p:cNvSpPr/>
            <p:nvPr/>
          </p:nvSpPr>
          <p:spPr>
            <a:xfrm>
              <a:off x="5723050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5" y="0"/>
                  </a:moveTo>
                  <a:cubicBezTo>
                    <a:pt x="1072" y="0"/>
                    <a:pt x="1069" y="0"/>
                    <a:pt x="1065" y="0"/>
                  </a:cubicBez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94" y="1149"/>
                    <a:pt x="2020" y="0"/>
                    <a:pt x="107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2" name="Google Shape;3710;p80">
              <a:extLst>
                <a:ext uri="{FF2B5EF4-FFF2-40B4-BE49-F238E27FC236}">
                  <a16:creationId xmlns:a16="http://schemas.microsoft.com/office/drawing/2014/main" id="{CE309A74-EA8B-B98B-9FD1-5871F11C6A79}"/>
                </a:ext>
              </a:extLst>
            </p:cNvPr>
            <p:cNvSpPr/>
            <p:nvPr/>
          </p:nvSpPr>
          <p:spPr>
            <a:xfrm>
              <a:off x="5723050" y="23331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6" y="2137"/>
                    <a:pt x="1072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3" name="Google Shape;3711;p80">
              <a:extLst>
                <a:ext uri="{FF2B5EF4-FFF2-40B4-BE49-F238E27FC236}">
                  <a16:creationId xmlns:a16="http://schemas.microsoft.com/office/drawing/2014/main" id="{B0EA3E3F-0363-44CF-1CAA-92B51CD63696}"/>
                </a:ext>
              </a:extLst>
            </p:cNvPr>
            <p:cNvSpPr/>
            <p:nvPr/>
          </p:nvSpPr>
          <p:spPr>
            <a:xfrm>
              <a:off x="5722850" y="2485550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73" y="1"/>
                  </a:moveTo>
                  <a:cubicBezTo>
                    <a:pt x="480" y="1"/>
                    <a:pt x="8" y="480"/>
                    <a:pt x="0" y="1066"/>
                  </a:cubicBezTo>
                  <a:cubicBezTo>
                    <a:pt x="0" y="1708"/>
                    <a:pt x="526" y="2131"/>
                    <a:pt x="1073" y="2131"/>
                  </a:cubicBezTo>
                  <a:cubicBezTo>
                    <a:pt x="1336" y="2131"/>
                    <a:pt x="1605" y="2033"/>
                    <a:pt x="1821" y="1814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4" name="Google Shape;3712;p80">
              <a:extLst>
                <a:ext uri="{FF2B5EF4-FFF2-40B4-BE49-F238E27FC236}">
                  <a16:creationId xmlns:a16="http://schemas.microsoft.com/office/drawing/2014/main" id="{2980CF4C-7DE6-30B2-8B37-84DA03C359B9}"/>
                </a:ext>
              </a:extLst>
            </p:cNvPr>
            <p:cNvSpPr/>
            <p:nvPr/>
          </p:nvSpPr>
          <p:spPr>
            <a:xfrm>
              <a:off x="5723050" y="2561575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72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1" y="2137"/>
                  </a:cubicBezTo>
                  <a:cubicBezTo>
                    <a:pt x="1332" y="2137"/>
                    <a:pt x="1598" y="2039"/>
                    <a:pt x="1813" y="1821"/>
                  </a:cubicBezTo>
                  <a:cubicBezTo>
                    <a:pt x="2488" y="1154"/>
                    <a:pt x="2008" y="0"/>
                    <a:pt x="106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5" name="Google Shape;3713;p80">
              <a:extLst>
                <a:ext uri="{FF2B5EF4-FFF2-40B4-BE49-F238E27FC236}">
                  <a16:creationId xmlns:a16="http://schemas.microsoft.com/office/drawing/2014/main" id="{E73BB2FF-5F90-8C31-E600-4A355DF9BC69}"/>
                </a:ext>
              </a:extLst>
            </p:cNvPr>
            <p:cNvSpPr/>
            <p:nvPr/>
          </p:nvSpPr>
          <p:spPr>
            <a:xfrm>
              <a:off x="5722850" y="26377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3" y="1"/>
                  </a:moveTo>
                  <a:cubicBezTo>
                    <a:pt x="480" y="9"/>
                    <a:pt x="8" y="480"/>
                    <a:pt x="0" y="1074"/>
                  </a:cubicBezTo>
                  <a:cubicBezTo>
                    <a:pt x="0" y="1712"/>
                    <a:pt x="529" y="2137"/>
                    <a:pt x="1077" y="2137"/>
                  </a:cubicBezTo>
                  <a:cubicBezTo>
                    <a:pt x="1339" y="2137"/>
                    <a:pt x="1606" y="2040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6" name="Google Shape;3714;p80">
              <a:extLst>
                <a:ext uri="{FF2B5EF4-FFF2-40B4-BE49-F238E27FC236}">
                  <a16:creationId xmlns:a16="http://schemas.microsoft.com/office/drawing/2014/main" id="{E4A89CFE-D666-B48B-E55D-F0F0143E9428}"/>
                </a:ext>
              </a:extLst>
            </p:cNvPr>
            <p:cNvSpPr/>
            <p:nvPr/>
          </p:nvSpPr>
          <p:spPr>
            <a:xfrm>
              <a:off x="5799275" y="14189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57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08" y="1"/>
                    <a:pt x="105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7" name="Google Shape;3715;p80">
              <a:extLst>
                <a:ext uri="{FF2B5EF4-FFF2-40B4-BE49-F238E27FC236}">
                  <a16:creationId xmlns:a16="http://schemas.microsoft.com/office/drawing/2014/main" id="{449A5758-65B2-6B5D-493B-C993B3F05A5F}"/>
                </a:ext>
              </a:extLst>
            </p:cNvPr>
            <p:cNvSpPr/>
            <p:nvPr/>
          </p:nvSpPr>
          <p:spPr>
            <a:xfrm>
              <a:off x="5799275" y="1495200"/>
              <a:ext cx="62150" cy="53275"/>
            </a:xfrm>
            <a:custGeom>
              <a:avLst/>
              <a:gdLst/>
              <a:ahLst/>
              <a:cxnLst/>
              <a:rect l="l" t="t" r="r" b="b"/>
              <a:pathLst>
                <a:path w="2486" h="2131" extrusionOk="0">
                  <a:moveTo>
                    <a:pt x="1067" y="0"/>
                  </a:moveTo>
                  <a:cubicBezTo>
                    <a:pt x="1064" y="0"/>
                    <a:pt x="1060" y="0"/>
                    <a:pt x="1057" y="0"/>
                  </a:cubicBezTo>
                  <a:cubicBezTo>
                    <a:pt x="472" y="0"/>
                    <a:pt x="0" y="480"/>
                    <a:pt x="0" y="1065"/>
                  </a:cubicBezTo>
                  <a:cubicBezTo>
                    <a:pt x="0" y="1707"/>
                    <a:pt x="522" y="2130"/>
                    <a:pt x="1067" y="2130"/>
                  </a:cubicBezTo>
                  <a:cubicBezTo>
                    <a:pt x="1329" y="2130"/>
                    <a:pt x="1596" y="2032"/>
                    <a:pt x="1813" y="1813"/>
                  </a:cubicBezTo>
                  <a:cubicBezTo>
                    <a:pt x="2485" y="1149"/>
                    <a:pt x="2011" y="0"/>
                    <a:pt x="106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8" name="Google Shape;3716;p80">
              <a:extLst>
                <a:ext uri="{FF2B5EF4-FFF2-40B4-BE49-F238E27FC236}">
                  <a16:creationId xmlns:a16="http://schemas.microsoft.com/office/drawing/2014/main" id="{A49896A9-F4D3-56A9-D4B7-E5DE1239243B}"/>
                </a:ext>
              </a:extLst>
            </p:cNvPr>
            <p:cNvSpPr/>
            <p:nvPr/>
          </p:nvSpPr>
          <p:spPr>
            <a:xfrm>
              <a:off x="5799275" y="1571400"/>
              <a:ext cx="62150" cy="53275"/>
            </a:xfrm>
            <a:custGeom>
              <a:avLst/>
              <a:gdLst/>
              <a:ahLst/>
              <a:cxnLst/>
              <a:rect l="l" t="t" r="r" b="b"/>
              <a:pathLst>
                <a:path w="2486" h="2131" extrusionOk="0">
                  <a:moveTo>
                    <a:pt x="1067" y="1"/>
                  </a:moveTo>
                  <a:cubicBezTo>
                    <a:pt x="1064" y="1"/>
                    <a:pt x="1060" y="1"/>
                    <a:pt x="1057" y="1"/>
                  </a:cubicBezTo>
                  <a:cubicBezTo>
                    <a:pt x="472" y="1"/>
                    <a:pt x="0" y="472"/>
                    <a:pt x="0" y="1066"/>
                  </a:cubicBezTo>
                  <a:cubicBezTo>
                    <a:pt x="0" y="1708"/>
                    <a:pt x="522" y="2131"/>
                    <a:pt x="1067" y="2131"/>
                  </a:cubicBezTo>
                  <a:cubicBezTo>
                    <a:pt x="1329" y="2131"/>
                    <a:pt x="1596" y="2033"/>
                    <a:pt x="1813" y="1813"/>
                  </a:cubicBezTo>
                  <a:cubicBezTo>
                    <a:pt x="2485" y="1141"/>
                    <a:pt x="2011" y="1"/>
                    <a:pt x="106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9" name="Google Shape;3717;p80">
              <a:extLst>
                <a:ext uri="{FF2B5EF4-FFF2-40B4-BE49-F238E27FC236}">
                  <a16:creationId xmlns:a16="http://schemas.microsoft.com/office/drawing/2014/main" id="{E7452A11-CCA5-252B-D6A4-DD52C9CFB740}"/>
                </a:ext>
              </a:extLst>
            </p:cNvPr>
            <p:cNvSpPr/>
            <p:nvPr/>
          </p:nvSpPr>
          <p:spPr>
            <a:xfrm>
              <a:off x="5799275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57" y="1"/>
                  </a:moveTo>
                  <a:cubicBezTo>
                    <a:pt x="472" y="9"/>
                    <a:pt x="0" y="481"/>
                    <a:pt x="0" y="1066"/>
                  </a:cubicBezTo>
                  <a:cubicBezTo>
                    <a:pt x="0" y="1710"/>
                    <a:pt x="525" y="2138"/>
                    <a:pt x="1071" y="2138"/>
                  </a:cubicBezTo>
                  <a:cubicBezTo>
                    <a:pt x="1332" y="2138"/>
                    <a:pt x="1597" y="2040"/>
                    <a:pt x="1813" y="1822"/>
                  </a:cubicBezTo>
                  <a:cubicBezTo>
                    <a:pt x="2488" y="1147"/>
                    <a:pt x="2008" y="1"/>
                    <a:pt x="105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0" name="Google Shape;3718;p80">
              <a:extLst>
                <a:ext uri="{FF2B5EF4-FFF2-40B4-BE49-F238E27FC236}">
                  <a16:creationId xmlns:a16="http://schemas.microsoft.com/office/drawing/2014/main" id="{456ACC6E-A962-A98A-0FD6-0E0B212F19C3}"/>
                </a:ext>
              </a:extLst>
            </p:cNvPr>
            <p:cNvSpPr/>
            <p:nvPr/>
          </p:nvSpPr>
          <p:spPr>
            <a:xfrm>
              <a:off x="5799275" y="17236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57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08" y="1"/>
                    <a:pt x="105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1" name="Google Shape;3719;p80">
              <a:extLst>
                <a:ext uri="{FF2B5EF4-FFF2-40B4-BE49-F238E27FC236}">
                  <a16:creationId xmlns:a16="http://schemas.microsoft.com/office/drawing/2014/main" id="{F5231954-66F9-CA58-6F2B-26DE999007D7}"/>
                </a:ext>
              </a:extLst>
            </p:cNvPr>
            <p:cNvSpPr/>
            <p:nvPr/>
          </p:nvSpPr>
          <p:spPr>
            <a:xfrm>
              <a:off x="5799275" y="1799825"/>
              <a:ext cx="62150" cy="53300"/>
            </a:xfrm>
            <a:custGeom>
              <a:avLst/>
              <a:gdLst/>
              <a:ahLst/>
              <a:cxnLst/>
              <a:rect l="l" t="t" r="r" b="b"/>
              <a:pathLst>
                <a:path w="2486" h="2132" extrusionOk="0">
                  <a:moveTo>
                    <a:pt x="1067" y="1"/>
                  </a:moveTo>
                  <a:cubicBezTo>
                    <a:pt x="1064" y="1"/>
                    <a:pt x="1060" y="1"/>
                    <a:pt x="1057" y="1"/>
                  </a:cubicBezTo>
                  <a:cubicBezTo>
                    <a:pt x="472" y="1"/>
                    <a:pt x="0" y="481"/>
                    <a:pt x="0" y="1066"/>
                  </a:cubicBezTo>
                  <a:cubicBezTo>
                    <a:pt x="0" y="1708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5" y="1150"/>
                    <a:pt x="2011" y="1"/>
                    <a:pt x="106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2" name="Google Shape;3720;p80">
              <a:extLst>
                <a:ext uri="{FF2B5EF4-FFF2-40B4-BE49-F238E27FC236}">
                  <a16:creationId xmlns:a16="http://schemas.microsoft.com/office/drawing/2014/main" id="{C0D8667B-8A1F-9794-29E0-9AE30E9426E3}"/>
                </a:ext>
              </a:extLst>
            </p:cNvPr>
            <p:cNvSpPr/>
            <p:nvPr/>
          </p:nvSpPr>
          <p:spPr>
            <a:xfrm>
              <a:off x="5799275" y="1876050"/>
              <a:ext cx="62150" cy="53275"/>
            </a:xfrm>
            <a:custGeom>
              <a:avLst/>
              <a:gdLst/>
              <a:ahLst/>
              <a:cxnLst/>
              <a:rect l="l" t="t" r="r" b="b"/>
              <a:pathLst>
                <a:path w="2486" h="2131" extrusionOk="0">
                  <a:moveTo>
                    <a:pt x="1067" y="1"/>
                  </a:moveTo>
                  <a:cubicBezTo>
                    <a:pt x="1064" y="1"/>
                    <a:pt x="1060" y="1"/>
                    <a:pt x="1057" y="1"/>
                  </a:cubicBezTo>
                  <a:cubicBezTo>
                    <a:pt x="472" y="1"/>
                    <a:pt x="0" y="480"/>
                    <a:pt x="0" y="1066"/>
                  </a:cubicBezTo>
                  <a:cubicBezTo>
                    <a:pt x="0" y="1707"/>
                    <a:pt x="522" y="2131"/>
                    <a:pt x="1067" y="2131"/>
                  </a:cubicBezTo>
                  <a:cubicBezTo>
                    <a:pt x="1329" y="2131"/>
                    <a:pt x="1596" y="2033"/>
                    <a:pt x="1813" y="1813"/>
                  </a:cubicBezTo>
                  <a:cubicBezTo>
                    <a:pt x="2485" y="1149"/>
                    <a:pt x="2011" y="1"/>
                    <a:pt x="106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3" name="Google Shape;3721;p80">
              <a:extLst>
                <a:ext uri="{FF2B5EF4-FFF2-40B4-BE49-F238E27FC236}">
                  <a16:creationId xmlns:a16="http://schemas.microsoft.com/office/drawing/2014/main" id="{578329F7-CB29-671D-DC26-4FAF2664D562}"/>
                </a:ext>
              </a:extLst>
            </p:cNvPr>
            <p:cNvSpPr/>
            <p:nvPr/>
          </p:nvSpPr>
          <p:spPr>
            <a:xfrm>
              <a:off x="5799275" y="1952050"/>
              <a:ext cx="62200" cy="53500"/>
            </a:xfrm>
            <a:custGeom>
              <a:avLst/>
              <a:gdLst/>
              <a:ahLst/>
              <a:cxnLst/>
              <a:rect l="l" t="t" r="r" b="b"/>
              <a:pathLst>
                <a:path w="2488" h="2140" extrusionOk="0">
                  <a:moveTo>
                    <a:pt x="1057" y="1"/>
                  </a:moveTo>
                  <a:cubicBezTo>
                    <a:pt x="472" y="9"/>
                    <a:pt x="0" y="481"/>
                    <a:pt x="0" y="1074"/>
                  </a:cubicBezTo>
                  <a:cubicBezTo>
                    <a:pt x="0" y="1716"/>
                    <a:pt x="522" y="2139"/>
                    <a:pt x="1069" y="2139"/>
                  </a:cubicBezTo>
                  <a:cubicBezTo>
                    <a:pt x="1333" y="2139"/>
                    <a:pt x="1602" y="2041"/>
                    <a:pt x="1821" y="1822"/>
                  </a:cubicBezTo>
                  <a:cubicBezTo>
                    <a:pt x="2488" y="1147"/>
                    <a:pt x="2008" y="1"/>
                    <a:pt x="105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4" name="Google Shape;3722;p80">
              <a:extLst>
                <a:ext uri="{FF2B5EF4-FFF2-40B4-BE49-F238E27FC236}">
                  <a16:creationId xmlns:a16="http://schemas.microsoft.com/office/drawing/2014/main" id="{59C4335F-BD6E-2EC5-E9E8-30F21ECDE616}"/>
                </a:ext>
              </a:extLst>
            </p:cNvPr>
            <p:cNvSpPr/>
            <p:nvPr/>
          </p:nvSpPr>
          <p:spPr>
            <a:xfrm>
              <a:off x="5799275" y="20282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57" y="1"/>
                  </a:moveTo>
                  <a:cubicBezTo>
                    <a:pt x="472" y="9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88" y="1147"/>
                    <a:pt x="2008" y="1"/>
                    <a:pt x="105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5" name="Google Shape;3723;p80">
              <a:extLst>
                <a:ext uri="{FF2B5EF4-FFF2-40B4-BE49-F238E27FC236}">
                  <a16:creationId xmlns:a16="http://schemas.microsoft.com/office/drawing/2014/main" id="{1B7D9AD7-ED48-CBC2-4597-8590E2612B06}"/>
                </a:ext>
              </a:extLst>
            </p:cNvPr>
            <p:cNvSpPr/>
            <p:nvPr/>
          </p:nvSpPr>
          <p:spPr>
            <a:xfrm>
              <a:off x="5875275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6" name="Google Shape;3724;p80">
              <a:extLst>
                <a:ext uri="{FF2B5EF4-FFF2-40B4-BE49-F238E27FC236}">
                  <a16:creationId xmlns:a16="http://schemas.microsoft.com/office/drawing/2014/main" id="{244A78A4-4AA2-D239-BE53-F806C4D4518D}"/>
                </a:ext>
              </a:extLst>
            </p:cNvPr>
            <p:cNvSpPr/>
            <p:nvPr/>
          </p:nvSpPr>
          <p:spPr>
            <a:xfrm>
              <a:off x="5875275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7" name="Google Shape;3725;p80">
              <a:extLst>
                <a:ext uri="{FF2B5EF4-FFF2-40B4-BE49-F238E27FC236}">
                  <a16:creationId xmlns:a16="http://schemas.microsoft.com/office/drawing/2014/main" id="{756D4D80-D831-0F15-6F47-63B5675CAEE3}"/>
                </a:ext>
              </a:extLst>
            </p:cNvPr>
            <p:cNvSpPr/>
            <p:nvPr/>
          </p:nvSpPr>
          <p:spPr>
            <a:xfrm>
              <a:off x="5875275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8" name="Google Shape;3726;p80">
              <a:extLst>
                <a:ext uri="{FF2B5EF4-FFF2-40B4-BE49-F238E27FC236}">
                  <a16:creationId xmlns:a16="http://schemas.microsoft.com/office/drawing/2014/main" id="{EE7C725B-CF20-5325-AF84-5B1F2731F82F}"/>
                </a:ext>
              </a:extLst>
            </p:cNvPr>
            <p:cNvSpPr/>
            <p:nvPr/>
          </p:nvSpPr>
          <p:spPr>
            <a:xfrm>
              <a:off x="5875275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6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55"/>
                    <a:pt x="2017" y="1"/>
                    <a:pt x="106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9" name="Google Shape;3727;p80">
              <a:extLst>
                <a:ext uri="{FF2B5EF4-FFF2-40B4-BE49-F238E27FC236}">
                  <a16:creationId xmlns:a16="http://schemas.microsoft.com/office/drawing/2014/main" id="{FC93B72F-1F04-3EBE-2D96-E709F488211B}"/>
                </a:ext>
              </a:extLst>
            </p:cNvPr>
            <p:cNvSpPr/>
            <p:nvPr/>
          </p:nvSpPr>
          <p:spPr>
            <a:xfrm>
              <a:off x="5875275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0" name="Google Shape;3728;p80">
              <a:extLst>
                <a:ext uri="{FF2B5EF4-FFF2-40B4-BE49-F238E27FC236}">
                  <a16:creationId xmlns:a16="http://schemas.microsoft.com/office/drawing/2014/main" id="{2931F17E-75F5-A291-2629-AB10A032FDE9}"/>
                </a:ext>
              </a:extLst>
            </p:cNvPr>
            <p:cNvSpPr/>
            <p:nvPr/>
          </p:nvSpPr>
          <p:spPr>
            <a:xfrm>
              <a:off x="5875275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1" name="Google Shape;3729;p80">
              <a:extLst>
                <a:ext uri="{FF2B5EF4-FFF2-40B4-BE49-F238E27FC236}">
                  <a16:creationId xmlns:a16="http://schemas.microsoft.com/office/drawing/2014/main" id="{2F2CE624-056E-30ED-E4D4-0FAFABD72876}"/>
                </a:ext>
              </a:extLst>
            </p:cNvPr>
            <p:cNvSpPr/>
            <p:nvPr/>
          </p:nvSpPr>
          <p:spPr>
            <a:xfrm>
              <a:off x="5875275" y="18760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2" name="Google Shape;3730;p80">
              <a:extLst>
                <a:ext uri="{FF2B5EF4-FFF2-40B4-BE49-F238E27FC236}">
                  <a16:creationId xmlns:a16="http://schemas.microsoft.com/office/drawing/2014/main" id="{A32AE878-CAC0-37C4-5392-D6AD09C59ACF}"/>
                </a:ext>
              </a:extLst>
            </p:cNvPr>
            <p:cNvSpPr/>
            <p:nvPr/>
          </p:nvSpPr>
          <p:spPr>
            <a:xfrm>
              <a:off x="5875275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88" y="1155"/>
                    <a:pt x="2017" y="1"/>
                    <a:pt x="106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3" name="Google Shape;3731;p80">
              <a:extLst>
                <a:ext uri="{FF2B5EF4-FFF2-40B4-BE49-F238E27FC236}">
                  <a16:creationId xmlns:a16="http://schemas.microsoft.com/office/drawing/2014/main" id="{A77C7725-0FFF-8F15-ECBE-EC2AC91D484E}"/>
                </a:ext>
              </a:extLst>
            </p:cNvPr>
            <p:cNvSpPr/>
            <p:nvPr/>
          </p:nvSpPr>
          <p:spPr>
            <a:xfrm>
              <a:off x="5875275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4" name="Google Shape;3732;p80">
              <a:extLst>
                <a:ext uri="{FF2B5EF4-FFF2-40B4-BE49-F238E27FC236}">
                  <a16:creationId xmlns:a16="http://schemas.microsoft.com/office/drawing/2014/main" id="{05FC7A71-4D30-335B-6761-48E0E1566C3E}"/>
                </a:ext>
              </a:extLst>
            </p:cNvPr>
            <p:cNvSpPr/>
            <p:nvPr/>
          </p:nvSpPr>
          <p:spPr>
            <a:xfrm>
              <a:off x="5875275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5" name="Google Shape;3733;p80">
              <a:extLst>
                <a:ext uri="{FF2B5EF4-FFF2-40B4-BE49-F238E27FC236}">
                  <a16:creationId xmlns:a16="http://schemas.microsoft.com/office/drawing/2014/main" id="{7688F054-544B-7180-B53A-6143615F6FD2}"/>
                </a:ext>
              </a:extLst>
            </p:cNvPr>
            <p:cNvSpPr/>
            <p:nvPr/>
          </p:nvSpPr>
          <p:spPr>
            <a:xfrm>
              <a:off x="5799275" y="21045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57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1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08" y="0"/>
                    <a:pt x="105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6" name="Google Shape;3734;p80">
              <a:extLst>
                <a:ext uri="{FF2B5EF4-FFF2-40B4-BE49-F238E27FC236}">
                  <a16:creationId xmlns:a16="http://schemas.microsoft.com/office/drawing/2014/main" id="{94C271EA-D5E3-403B-3CCE-A68DAE1A229D}"/>
                </a:ext>
              </a:extLst>
            </p:cNvPr>
            <p:cNvSpPr/>
            <p:nvPr/>
          </p:nvSpPr>
          <p:spPr>
            <a:xfrm>
              <a:off x="5799275" y="2180700"/>
              <a:ext cx="62150" cy="53275"/>
            </a:xfrm>
            <a:custGeom>
              <a:avLst/>
              <a:gdLst/>
              <a:ahLst/>
              <a:cxnLst/>
              <a:rect l="l" t="t" r="r" b="b"/>
              <a:pathLst>
                <a:path w="2486" h="2131" extrusionOk="0">
                  <a:moveTo>
                    <a:pt x="1067" y="1"/>
                  </a:moveTo>
                  <a:cubicBezTo>
                    <a:pt x="1064" y="1"/>
                    <a:pt x="1060" y="1"/>
                    <a:pt x="1057" y="1"/>
                  </a:cubicBezTo>
                  <a:cubicBezTo>
                    <a:pt x="472" y="1"/>
                    <a:pt x="0" y="480"/>
                    <a:pt x="0" y="1066"/>
                  </a:cubicBezTo>
                  <a:cubicBezTo>
                    <a:pt x="0" y="1707"/>
                    <a:pt x="522" y="2131"/>
                    <a:pt x="1067" y="2131"/>
                  </a:cubicBezTo>
                  <a:cubicBezTo>
                    <a:pt x="1329" y="2131"/>
                    <a:pt x="1596" y="2033"/>
                    <a:pt x="1813" y="1813"/>
                  </a:cubicBezTo>
                  <a:cubicBezTo>
                    <a:pt x="2485" y="1149"/>
                    <a:pt x="2011" y="1"/>
                    <a:pt x="106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7" name="Google Shape;3735;p80">
              <a:extLst>
                <a:ext uri="{FF2B5EF4-FFF2-40B4-BE49-F238E27FC236}">
                  <a16:creationId xmlns:a16="http://schemas.microsoft.com/office/drawing/2014/main" id="{F9053484-BBBC-1020-12E9-EFADF3BD3BA7}"/>
                </a:ext>
              </a:extLst>
            </p:cNvPr>
            <p:cNvSpPr/>
            <p:nvPr/>
          </p:nvSpPr>
          <p:spPr>
            <a:xfrm>
              <a:off x="5799275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67" y="0"/>
                  </a:moveTo>
                  <a:cubicBezTo>
                    <a:pt x="1064" y="0"/>
                    <a:pt x="1060" y="0"/>
                    <a:pt x="1057" y="0"/>
                  </a:cubicBez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77" y="2137"/>
                  </a:cubicBezTo>
                  <a:cubicBezTo>
                    <a:pt x="1339" y="2137"/>
                    <a:pt x="1606" y="2039"/>
                    <a:pt x="1821" y="1821"/>
                  </a:cubicBezTo>
                  <a:cubicBezTo>
                    <a:pt x="2493" y="1149"/>
                    <a:pt x="2019" y="0"/>
                    <a:pt x="106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8" name="Google Shape;3736;p80">
              <a:extLst>
                <a:ext uri="{FF2B5EF4-FFF2-40B4-BE49-F238E27FC236}">
                  <a16:creationId xmlns:a16="http://schemas.microsoft.com/office/drawing/2014/main" id="{9960F629-C530-41FA-17E5-7F629858C56D}"/>
                </a:ext>
              </a:extLst>
            </p:cNvPr>
            <p:cNvSpPr/>
            <p:nvPr/>
          </p:nvSpPr>
          <p:spPr>
            <a:xfrm>
              <a:off x="5799275" y="233312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57" y="1"/>
                  </a:moveTo>
                  <a:cubicBezTo>
                    <a:pt x="472" y="9"/>
                    <a:pt x="0" y="480"/>
                    <a:pt x="0" y="1066"/>
                  </a:cubicBezTo>
                  <a:cubicBezTo>
                    <a:pt x="0" y="1709"/>
                    <a:pt x="525" y="2137"/>
                    <a:pt x="1071" y="2137"/>
                  </a:cubicBezTo>
                  <a:cubicBezTo>
                    <a:pt x="1332" y="2137"/>
                    <a:pt x="1597" y="2040"/>
                    <a:pt x="1813" y="1822"/>
                  </a:cubicBezTo>
                  <a:cubicBezTo>
                    <a:pt x="2488" y="1147"/>
                    <a:pt x="2008" y="1"/>
                    <a:pt x="105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9" name="Google Shape;3737;p80">
              <a:extLst>
                <a:ext uri="{FF2B5EF4-FFF2-40B4-BE49-F238E27FC236}">
                  <a16:creationId xmlns:a16="http://schemas.microsoft.com/office/drawing/2014/main" id="{E73600F8-954C-FD9D-E613-D61F8FBC58F3}"/>
                </a:ext>
              </a:extLst>
            </p:cNvPr>
            <p:cNvSpPr/>
            <p:nvPr/>
          </p:nvSpPr>
          <p:spPr>
            <a:xfrm>
              <a:off x="5799050" y="26377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1" y="9"/>
                    <a:pt x="1" y="480"/>
                    <a:pt x="1" y="1074"/>
                  </a:cubicBezTo>
                  <a:cubicBezTo>
                    <a:pt x="1" y="1712"/>
                    <a:pt x="525" y="2137"/>
                    <a:pt x="1074" y="2137"/>
                  </a:cubicBezTo>
                  <a:cubicBezTo>
                    <a:pt x="1336" y="2137"/>
                    <a:pt x="1604" y="2040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0" name="Google Shape;3738;p80">
              <a:extLst>
                <a:ext uri="{FF2B5EF4-FFF2-40B4-BE49-F238E27FC236}">
                  <a16:creationId xmlns:a16="http://schemas.microsoft.com/office/drawing/2014/main" id="{EB345BAB-9681-7B2C-B9F4-CC165F9ED2E8}"/>
                </a:ext>
              </a:extLst>
            </p:cNvPr>
            <p:cNvSpPr/>
            <p:nvPr/>
          </p:nvSpPr>
          <p:spPr>
            <a:xfrm>
              <a:off x="5799275" y="2561575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57" y="0"/>
                  </a:moveTo>
                  <a:cubicBezTo>
                    <a:pt x="472" y="8"/>
                    <a:pt x="0" y="480"/>
                    <a:pt x="0" y="1073"/>
                  </a:cubicBezTo>
                  <a:cubicBezTo>
                    <a:pt x="0" y="1711"/>
                    <a:pt x="524" y="2137"/>
                    <a:pt x="1070" y="2137"/>
                  </a:cubicBezTo>
                  <a:cubicBezTo>
                    <a:pt x="1331" y="2137"/>
                    <a:pt x="1597" y="2039"/>
                    <a:pt x="1813" y="1821"/>
                  </a:cubicBezTo>
                  <a:cubicBezTo>
                    <a:pt x="2488" y="1146"/>
                    <a:pt x="2008" y="0"/>
                    <a:pt x="105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1" name="Google Shape;3739;p80">
              <a:extLst>
                <a:ext uri="{FF2B5EF4-FFF2-40B4-BE49-F238E27FC236}">
                  <a16:creationId xmlns:a16="http://schemas.microsoft.com/office/drawing/2014/main" id="{E67FD908-65CF-B98F-018C-FE7C87502C54}"/>
                </a:ext>
              </a:extLst>
            </p:cNvPr>
            <p:cNvSpPr/>
            <p:nvPr/>
          </p:nvSpPr>
          <p:spPr>
            <a:xfrm>
              <a:off x="5799050" y="2485550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66" y="1"/>
                  </a:moveTo>
                  <a:cubicBezTo>
                    <a:pt x="481" y="1"/>
                    <a:pt x="1" y="472"/>
                    <a:pt x="1" y="1066"/>
                  </a:cubicBezTo>
                  <a:cubicBezTo>
                    <a:pt x="1" y="1708"/>
                    <a:pt x="523" y="2131"/>
                    <a:pt x="1070" y="2131"/>
                  </a:cubicBezTo>
                  <a:cubicBezTo>
                    <a:pt x="1333" y="2131"/>
                    <a:pt x="1603" y="2033"/>
                    <a:pt x="1822" y="1814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2" name="Google Shape;3740;p80">
              <a:extLst>
                <a:ext uri="{FF2B5EF4-FFF2-40B4-BE49-F238E27FC236}">
                  <a16:creationId xmlns:a16="http://schemas.microsoft.com/office/drawing/2014/main" id="{736172EF-39CC-4216-4B24-247D0B7CD919}"/>
                </a:ext>
              </a:extLst>
            </p:cNvPr>
            <p:cNvSpPr/>
            <p:nvPr/>
          </p:nvSpPr>
          <p:spPr>
            <a:xfrm>
              <a:off x="5799275" y="2409350"/>
              <a:ext cx="62150" cy="53275"/>
            </a:xfrm>
            <a:custGeom>
              <a:avLst/>
              <a:gdLst/>
              <a:ahLst/>
              <a:cxnLst/>
              <a:rect l="l" t="t" r="r" b="b"/>
              <a:pathLst>
                <a:path w="2486" h="2131" extrusionOk="0">
                  <a:moveTo>
                    <a:pt x="1067" y="0"/>
                  </a:moveTo>
                  <a:cubicBezTo>
                    <a:pt x="1064" y="0"/>
                    <a:pt x="1060" y="0"/>
                    <a:pt x="1057" y="0"/>
                  </a:cubicBezTo>
                  <a:cubicBezTo>
                    <a:pt x="472" y="0"/>
                    <a:pt x="0" y="480"/>
                    <a:pt x="0" y="1065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85" y="1149"/>
                    <a:pt x="2011" y="0"/>
                    <a:pt x="106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3" name="Google Shape;3741;p80">
              <a:extLst>
                <a:ext uri="{FF2B5EF4-FFF2-40B4-BE49-F238E27FC236}">
                  <a16:creationId xmlns:a16="http://schemas.microsoft.com/office/drawing/2014/main" id="{DD419DBB-BA14-2243-7F31-F178E29932F9}"/>
                </a:ext>
              </a:extLst>
            </p:cNvPr>
            <p:cNvSpPr/>
            <p:nvPr/>
          </p:nvSpPr>
          <p:spPr>
            <a:xfrm>
              <a:off x="5723050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4" name="Google Shape;3742;p80">
              <a:extLst>
                <a:ext uri="{FF2B5EF4-FFF2-40B4-BE49-F238E27FC236}">
                  <a16:creationId xmlns:a16="http://schemas.microsoft.com/office/drawing/2014/main" id="{057A3F1B-CA68-2524-79CE-7314825CF8EB}"/>
                </a:ext>
              </a:extLst>
            </p:cNvPr>
            <p:cNvSpPr/>
            <p:nvPr/>
          </p:nvSpPr>
          <p:spPr>
            <a:xfrm>
              <a:off x="5646825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5" name="Google Shape;3743;p80">
              <a:extLst>
                <a:ext uri="{FF2B5EF4-FFF2-40B4-BE49-F238E27FC236}">
                  <a16:creationId xmlns:a16="http://schemas.microsoft.com/office/drawing/2014/main" id="{175D1247-DF4B-DEB3-611C-F34547D93074}"/>
                </a:ext>
              </a:extLst>
            </p:cNvPr>
            <p:cNvSpPr/>
            <p:nvPr/>
          </p:nvSpPr>
          <p:spPr>
            <a:xfrm>
              <a:off x="5570625" y="24093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6" name="Google Shape;3744;p80">
              <a:extLst>
                <a:ext uri="{FF2B5EF4-FFF2-40B4-BE49-F238E27FC236}">
                  <a16:creationId xmlns:a16="http://schemas.microsoft.com/office/drawing/2014/main" id="{1D7A9F94-2986-1C7B-5785-92B4C96166CD}"/>
                </a:ext>
              </a:extLst>
            </p:cNvPr>
            <p:cNvSpPr/>
            <p:nvPr/>
          </p:nvSpPr>
          <p:spPr>
            <a:xfrm>
              <a:off x="5494400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7" name="Google Shape;3745;p80">
              <a:extLst>
                <a:ext uri="{FF2B5EF4-FFF2-40B4-BE49-F238E27FC236}">
                  <a16:creationId xmlns:a16="http://schemas.microsoft.com/office/drawing/2014/main" id="{2878867B-A02B-5F1E-857A-220AFECE3AE8}"/>
                </a:ext>
              </a:extLst>
            </p:cNvPr>
            <p:cNvSpPr/>
            <p:nvPr/>
          </p:nvSpPr>
          <p:spPr>
            <a:xfrm>
              <a:off x="5418200" y="24093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8" name="Google Shape;3746;p80">
              <a:extLst>
                <a:ext uri="{FF2B5EF4-FFF2-40B4-BE49-F238E27FC236}">
                  <a16:creationId xmlns:a16="http://schemas.microsoft.com/office/drawing/2014/main" id="{0BB56EEA-FD55-179F-530F-3F51EAFBE2A4}"/>
                </a:ext>
              </a:extLst>
            </p:cNvPr>
            <p:cNvSpPr/>
            <p:nvPr/>
          </p:nvSpPr>
          <p:spPr>
            <a:xfrm>
              <a:off x="5341975" y="24093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9" name="Google Shape;3747;p80">
              <a:extLst>
                <a:ext uri="{FF2B5EF4-FFF2-40B4-BE49-F238E27FC236}">
                  <a16:creationId xmlns:a16="http://schemas.microsoft.com/office/drawing/2014/main" id="{037E292E-70F7-3C9F-3451-F675ACABC53C}"/>
                </a:ext>
              </a:extLst>
            </p:cNvPr>
            <p:cNvSpPr/>
            <p:nvPr/>
          </p:nvSpPr>
          <p:spPr>
            <a:xfrm>
              <a:off x="6027500" y="33995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3" y="1"/>
                  </a:moveTo>
                  <a:cubicBezTo>
                    <a:pt x="480" y="1"/>
                    <a:pt x="9" y="480"/>
                    <a:pt x="0" y="1066"/>
                  </a:cubicBezTo>
                  <a:cubicBezTo>
                    <a:pt x="0" y="1709"/>
                    <a:pt x="529" y="2134"/>
                    <a:pt x="1078" y="2134"/>
                  </a:cubicBezTo>
                  <a:cubicBezTo>
                    <a:pt x="1340" y="2134"/>
                    <a:pt x="1606" y="2037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0" name="Google Shape;3748;p80">
              <a:extLst>
                <a:ext uri="{FF2B5EF4-FFF2-40B4-BE49-F238E27FC236}">
                  <a16:creationId xmlns:a16="http://schemas.microsoft.com/office/drawing/2014/main" id="{CB323364-1190-0D46-445A-8DEFF6E2DDCC}"/>
                </a:ext>
              </a:extLst>
            </p:cNvPr>
            <p:cNvSpPr/>
            <p:nvPr/>
          </p:nvSpPr>
          <p:spPr>
            <a:xfrm>
              <a:off x="6027500" y="332330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3" y="0"/>
                  </a:moveTo>
                  <a:cubicBezTo>
                    <a:pt x="480" y="0"/>
                    <a:pt x="9" y="480"/>
                    <a:pt x="0" y="1065"/>
                  </a:cubicBezTo>
                  <a:cubicBezTo>
                    <a:pt x="0" y="1709"/>
                    <a:pt x="529" y="2137"/>
                    <a:pt x="1078" y="2137"/>
                  </a:cubicBezTo>
                  <a:cubicBezTo>
                    <a:pt x="1340" y="2137"/>
                    <a:pt x="1606" y="2039"/>
                    <a:pt x="1821" y="1821"/>
                  </a:cubicBezTo>
                  <a:cubicBezTo>
                    <a:pt x="2496" y="1154"/>
                    <a:pt x="2016" y="0"/>
                    <a:pt x="107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1" name="Google Shape;3749;p80">
              <a:extLst>
                <a:ext uri="{FF2B5EF4-FFF2-40B4-BE49-F238E27FC236}">
                  <a16:creationId xmlns:a16="http://schemas.microsoft.com/office/drawing/2014/main" id="{F643BCD7-C3F6-9D57-1AA0-DF2C9C97F49D}"/>
                </a:ext>
              </a:extLst>
            </p:cNvPr>
            <p:cNvSpPr/>
            <p:nvPr/>
          </p:nvSpPr>
          <p:spPr>
            <a:xfrm>
              <a:off x="6103700" y="317107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6" y="0"/>
                  </a:moveTo>
                  <a:cubicBezTo>
                    <a:pt x="481" y="0"/>
                    <a:pt x="9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3" y="2032"/>
                    <a:pt x="1822" y="1813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2" name="Google Shape;3750;p80">
              <a:extLst>
                <a:ext uri="{FF2B5EF4-FFF2-40B4-BE49-F238E27FC236}">
                  <a16:creationId xmlns:a16="http://schemas.microsoft.com/office/drawing/2014/main" id="{2B4329E9-44EE-B995-09F2-62FB86290BF1}"/>
                </a:ext>
              </a:extLst>
            </p:cNvPr>
            <p:cNvSpPr/>
            <p:nvPr/>
          </p:nvSpPr>
          <p:spPr>
            <a:xfrm>
              <a:off x="6103700" y="30948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7" y="2134"/>
                    <a:pt x="1604" y="2037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3" name="Google Shape;3751;p80">
              <a:extLst>
                <a:ext uri="{FF2B5EF4-FFF2-40B4-BE49-F238E27FC236}">
                  <a16:creationId xmlns:a16="http://schemas.microsoft.com/office/drawing/2014/main" id="{D238B87F-6BA1-374F-1C3F-316DFC02624C}"/>
                </a:ext>
              </a:extLst>
            </p:cNvPr>
            <p:cNvSpPr/>
            <p:nvPr/>
          </p:nvSpPr>
          <p:spPr>
            <a:xfrm>
              <a:off x="5951475" y="30948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4" name="Google Shape;3752;p80">
              <a:extLst>
                <a:ext uri="{FF2B5EF4-FFF2-40B4-BE49-F238E27FC236}">
                  <a16:creationId xmlns:a16="http://schemas.microsoft.com/office/drawing/2014/main" id="{A2D35745-A344-A6C8-8B30-0BE8EE2B5AA7}"/>
                </a:ext>
              </a:extLst>
            </p:cNvPr>
            <p:cNvSpPr/>
            <p:nvPr/>
          </p:nvSpPr>
          <p:spPr>
            <a:xfrm>
              <a:off x="5951475" y="29424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5" name="Google Shape;3753;p80">
              <a:extLst>
                <a:ext uri="{FF2B5EF4-FFF2-40B4-BE49-F238E27FC236}">
                  <a16:creationId xmlns:a16="http://schemas.microsoft.com/office/drawing/2014/main" id="{A5984631-E7FF-FE7E-6A90-1E13F24F4974}"/>
                </a:ext>
              </a:extLst>
            </p:cNvPr>
            <p:cNvSpPr/>
            <p:nvPr/>
          </p:nvSpPr>
          <p:spPr>
            <a:xfrm>
              <a:off x="5875275" y="33995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6" name="Google Shape;3754;p80">
              <a:extLst>
                <a:ext uri="{FF2B5EF4-FFF2-40B4-BE49-F238E27FC236}">
                  <a16:creationId xmlns:a16="http://schemas.microsoft.com/office/drawing/2014/main" id="{F67C01F7-D97E-E7DA-BB25-DA30BD9A85B4}"/>
                </a:ext>
              </a:extLst>
            </p:cNvPr>
            <p:cNvSpPr/>
            <p:nvPr/>
          </p:nvSpPr>
          <p:spPr>
            <a:xfrm>
              <a:off x="5875275" y="332330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88" y="1154"/>
                    <a:pt x="2017" y="0"/>
                    <a:pt x="106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7" name="Google Shape;3755;p80">
              <a:extLst>
                <a:ext uri="{FF2B5EF4-FFF2-40B4-BE49-F238E27FC236}">
                  <a16:creationId xmlns:a16="http://schemas.microsoft.com/office/drawing/2014/main" id="{2ED5D197-0D39-9668-8868-9F032066838C}"/>
                </a:ext>
              </a:extLst>
            </p:cNvPr>
            <p:cNvSpPr/>
            <p:nvPr/>
          </p:nvSpPr>
          <p:spPr>
            <a:xfrm>
              <a:off x="5875275" y="32470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2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88" y="1155"/>
                    <a:pt x="2017" y="1"/>
                    <a:pt x="106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8" name="Google Shape;3756;p80">
              <a:extLst>
                <a:ext uri="{FF2B5EF4-FFF2-40B4-BE49-F238E27FC236}">
                  <a16:creationId xmlns:a16="http://schemas.microsoft.com/office/drawing/2014/main" id="{2AD65D9F-B144-FC37-A97A-005FCB421E7E}"/>
                </a:ext>
              </a:extLst>
            </p:cNvPr>
            <p:cNvSpPr/>
            <p:nvPr/>
          </p:nvSpPr>
          <p:spPr>
            <a:xfrm>
              <a:off x="5799125" y="3399500"/>
              <a:ext cx="62350" cy="53450"/>
            </a:xfrm>
            <a:custGeom>
              <a:avLst/>
              <a:gdLst/>
              <a:ahLst/>
              <a:cxnLst/>
              <a:rect l="l" t="t" r="r" b="b"/>
              <a:pathLst>
                <a:path w="2494" h="2138" extrusionOk="0">
                  <a:moveTo>
                    <a:pt x="1063" y="1"/>
                  </a:moveTo>
                  <a:cubicBezTo>
                    <a:pt x="478" y="1"/>
                    <a:pt x="6" y="480"/>
                    <a:pt x="6" y="1066"/>
                  </a:cubicBezTo>
                  <a:cubicBezTo>
                    <a:pt x="1" y="1709"/>
                    <a:pt x="528" y="2137"/>
                    <a:pt x="1076" y="2137"/>
                  </a:cubicBezTo>
                  <a:cubicBezTo>
                    <a:pt x="1337" y="2137"/>
                    <a:pt x="1603" y="2040"/>
                    <a:pt x="1819" y="1822"/>
                  </a:cubicBezTo>
                  <a:cubicBezTo>
                    <a:pt x="2494" y="1147"/>
                    <a:pt x="2014" y="1"/>
                    <a:pt x="106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9" name="Google Shape;3757;p80">
              <a:extLst>
                <a:ext uri="{FF2B5EF4-FFF2-40B4-BE49-F238E27FC236}">
                  <a16:creationId xmlns:a16="http://schemas.microsoft.com/office/drawing/2014/main" id="{A65B2F8E-E813-3FA6-F952-38564D91E792}"/>
                </a:ext>
              </a:extLst>
            </p:cNvPr>
            <p:cNvSpPr/>
            <p:nvPr/>
          </p:nvSpPr>
          <p:spPr>
            <a:xfrm>
              <a:off x="5799125" y="3323300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63" y="0"/>
                  </a:moveTo>
                  <a:cubicBezTo>
                    <a:pt x="478" y="8"/>
                    <a:pt x="6" y="480"/>
                    <a:pt x="6" y="1065"/>
                  </a:cubicBezTo>
                  <a:cubicBezTo>
                    <a:pt x="1" y="1709"/>
                    <a:pt x="528" y="2137"/>
                    <a:pt x="1076" y="2137"/>
                  </a:cubicBezTo>
                  <a:cubicBezTo>
                    <a:pt x="1337" y="2137"/>
                    <a:pt x="1603" y="2039"/>
                    <a:pt x="1819" y="1821"/>
                  </a:cubicBezTo>
                  <a:cubicBezTo>
                    <a:pt x="2494" y="1146"/>
                    <a:pt x="2014" y="0"/>
                    <a:pt x="106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0" name="Google Shape;3758;p80">
              <a:extLst>
                <a:ext uri="{FF2B5EF4-FFF2-40B4-BE49-F238E27FC236}">
                  <a16:creationId xmlns:a16="http://schemas.microsoft.com/office/drawing/2014/main" id="{081F6D22-BE65-E960-4197-8C2CDEAD6945}"/>
                </a:ext>
              </a:extLst>
            </p:cNvPr>
            <p:cNvSpPr/>
            <p:nvPr/>
          </p:nvSpPr>
          <p:spPr>
            <a:xfrm>
              <a:off x="6027500" y="3551925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73" y="1"/>
                  </a:moveTo>
                  <a:cubicBezTo>
                    <a:pt x="480" y="1"/>
                    <a:pt x="9" y="472"/>
                    <a:pt x="0" y="1066"/>
                  </a:cubicBezTo>
                  <a:cubicBezTo>
                    <a:pt x="0" y="1704"/>
                    <a:pt x="529" y="2129"/>
                    <a:pt x="1077" y="2129"/>
                  </a:cubicBezTo>
                  <a:cubicBezTo>
                    <a:pt x="1339" y="2129"/>
                    <a:pt x="1606" y="2032"/>
                    <a:pt x="1821" y="1814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1" name="Google Shape;3759;p80">
              <a:extLst>
                <a:ext uri="{FF2B5EF4-FFF2-40B4-BE49-F238E27FC236}">
                  <a16:creationId xmlns:a16="http://schemas.microsoft.com/office/drawing/2014/main" id="{E8DC0075-E0A0-192E-7D4C-3EF9A1FC476C}"/>
                </a:ext>
              </a:extLst>
            </p:cNvPr>
            <p:cNvSpPr/>
            <p:nvPr/>
          </p:nvSpPr>
          <p:spPr>
            <a:xfrm>
              <a:off x="5951475" y="3551925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4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4" y="1814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2" name="Google Shape;3760;p80">
              <a:extLst>
                <a:ext uri="{FF2B5EF4-FFF2-40B4-BE49-F238E27FC236}">
                  <a16:creationId xmlns:a16="http://schemas.microsoft.com/office/drawing/2014/main" id="{3B1127E3-53AE-BFCE-43FF-EE9EDDE4E90E}"/>
                </a:ext>
              </a:extLst>
            </p:cNvPr>
            <p:cNvSpPr/>
            <p:nvPr/>
          </p:nvSpPr>
          <p:spPr>
            <a:xfrm>
              <a:off x="5875275" y="3551925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4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4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3" name="Google Shape;3761;p80">
              <a:extLst>
                <a:ext uri="{FF2B5EF4-FFF2-40B4-BE49-F238E27FC236}">
                  <a16:creationId xmlns:a16="http://schemas.microsoft.com/office/drawing/2014/main" id="{DCACAF28-FAAD-E8F5-D6A4-17E9D0C9CB2C}"/>
                </a:ext>
              </a:extLst>
            </p:cNvPr>
            <p:cNvSpPr/>
            <p:nvPr/>
          </p:nvSpPr>
          <p:spPr>
            <a:xfrm>
              <a:off x="5799050" y="3551925"/>
              <a:ext cx="62375" cy="53300"/>
            </a:xfrm>
            <a:custGeom>
              <a:avLst/>
              <a:gdLst/>
              <a:ahLst/>
              <a:cxnLst/>
              <a:rect l="l" t="t" r="r" b="b"/>
              <a:pathLst>
                <a:path w="2495" h="2132" extrusionOk="0">
                  <a:moveTo>
                    <a:pt x="1076" y="1"/>
                  </a:moveTo>
                  <a:cubicBezTo>
                    <a:pt x="1073" y="1"/>
                    <a:pt x="1069" y="1"/>
                    <a:pt x="1066" y="1"/>
                  </a:cubicBezTo>
                  <a:cubicBezTo>
                    <a:pt x="481" y="1"/>
                    <a:pt x="1" y="480"/>
                    <a:pt x="9" y="1066"/>
                  </a:cubicBezTo>
                  <a:cubicBezTo>
                    <a:pt x="9" y="1708"/>
                    <a:pt x="531" y="2131"/>
                    <a:pt x="1078" y="2131"/>
                  </a:cubicBezTo>
                  <a:cubicBezTo>
                    <a:pt x="1342" y="2131"/>
                    <a:pt x="1611" y="2033"/>
                    <a:pt x="1830" y="1814"/>
                  </a:cubicBezTo>
                  <a:cubicBezTo>
                    <a:pt x="2494" y="1141"/>
                    <a:pt x="2020" y="1"/>
                    <a:pt x="107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4" name="Google Shape;3762;p80">
              <a:extLst>
                <a:ext uri="{FF2B5EF4-FFF2-40B4-BE49-F238E27FC236}">
                  <a16:creationId xmlns:a16="http://schemas.microsoft.com/office/drawing/2014/main" id="{2C92EF5A-6DE7-92BA-8308-9948AA2D438C}"/>
                </a:ext>
              </a:extLst>
            </p:cNvPr>
            <p:cNvSpPr/>
            <p:nvPr/>
          </p:nvSpPr>
          <p:spPr>
            <a:xfrm>
              <a:off x="5723050" y="3551925"/>
              <a:ext cx="62150" cy="53300"/>
            </a:xfrm>
            <a:custGeom>
              <a:avLst/>
              <a:gdLst/>
              <a:ahLst/>
              <a:cxnLst/>
              <a:rect l="l" t="t" r="r" b="b"/>
              <a:pathLst>
                <a:path w="2486" h="2132" extrusionOk="0">
                  <a:moveTo>
                    <a:pt x="1075" y="1"/>
                  </a:moveTo>
                  <a:cubicBezTo>
                    <a:pt x="1072" y="1"/>
                    <a:pt x="1069" y="1"/>
                    <a:pt x="1065" y="1"/>
                  </a:cubicBezTo>
                  <a:cubicBezTo>
                    <a:pt x="472" y="1"/>
                    <a:pt x="0" y="480"/>
                    <a:pt x="0" y="1066"/>
                  </a:cubicBezTo>
                  <a:cubicBezTo>
                    <a:pt x="0" y="1708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6" y="1141"/>
                    <a:pt x="2012" y="1"/>
                    <a:pt x="107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5" name="Google Shape;3763;p80">
              <a:extLst>
                <a:ext uri="{FF2B5EF4-FFF2-40B4-BE49-F238E27FC236}">
                  <a16:creationId xmlns:a16="http://schemas.microsoft.com/office/drawing/2014/main" id="{FE5D15F3-4372-670E-291D-AFB4B9388D30}"/>
                </a:ext>
              </a:extLst>
            </p:cNvPr>
            <p:cNvSpPr/>
            <p:nvPr/>
          </p:nvSpPr>
          <p:spPr>
            <a:xfrm>
              <a:off x="5723050" y="34757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6" name="Google Shape;3764;p80">
              <a:extLst>
                <a:ext uri="{FF2B5EF4-FFF2-40B4-BE49-F238E27FC236}">
                  <a16:creationId xmlns:a16="http://schemas.microsoft.com/office/drawing/2014/main" id="{B094264C-46D5-3E80-6FF0-A38400A21721}"/>
                </a:ext>
              </a:extLst>
            </p:cNvPr>
            <p:cNvSpPr/>
            <p:nvPr/>
          </p:nvSpPr>
          <p:spPr>
            <a:xfrm>
              <a:off x="5646825" y="34757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7" name="Google Shape;3765;p80">
              <a:extLst>
                <a:ext uri="{FF2B5EF4-FFF2-40B4-BE49-F238E27FC236}">
                  <a16:creationId xmlns:a16="http://schemas.microsoft.com/office/drawing/2014/main" id="{4E7EA45C-87E0-D265-AB83-5191193C91FD}"/>
                </a:ext>
              </a:extLst>
            </p:cNvPr>
            <p:cNvSpPr/>
            <p:nvPr/>
          </p:nvSpPr>
          <p:spPr>
            <a:xfrm>
              <a:off x="5646700" y="3399500"/>
              <a:ext cx="62350" cy="53350"/>
            </a:xfrm>
            <a:custGeom>
              <a:avLst/>
              <a:gdLst/>
              <a:ahLst/>
              <a:cxnLst/>
              <a:rect l="l" t="t" r="r" b="b"/>
              <a:pathLst>
                <a:path w="2494" h="2134" extrusionOk="0">
                  <a:moveTo>
                    <a:pt x="1071" y="1"/>
                  </a:moveTo>
                  <a:cubicBezTo>
                    <a:pt x="477" y="1"/>
                    <a:pt x="6" y="480"/>
                    <a:pt x="6" y="1066"/>
                  </a:cubicBezTo>
                  <a:cubicBezTo>
                    <a:pt x="0" y="1709"/>
                    <a:pt x="528" y="2134"/>
                    <a:pt x="1076" y="2134"/>
                  </a:cubicBezTo>
                  <a:cubicBezTo>
                    <a:pt x="1337" y="2134"/>
                    <a:pt x="1603" y="2037"/>
                    <a:pt x="1819" y="1822"/>
                  </a:cubicBezTo>
                  <a:cubicBezTo>
                    <a:pt x="2494" y="1147"/>
                    <a:pt x="2022" y="1"/>
                    <a:pt x="107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8" name="Google Shape;3766;p80">
              <a:extLst>
                <a:ext uri="{FF2B5EF4-FFF2-40B4-BE49-F238E27FC236}">
                  <a16:creationId xmlns:a16="http://schemas.microsoft.com/office/drawing/2014/main" id="{B8C6596B-B549-146F-2D54-E092D0CF1CD7}"/>
                </a:ext>
              </a:extLst>
            </p:cNvPr>
            <p:cNvSpPr/>
            <p:nvPr/>
          </p:nvSpPr>
          <p:spPr>
            <a:xfrm>
              <a:off x="5570475" y="3399500"/>
              <a:ext cx="62350" cy="53350"/>
            </a:xfrm>
            <a:custGeom>
              <a:avLst/>
              <a:gdLst/>
              <a:ahLst/>
              <a:cxnLst/>
              <a:rect l="l" t="t" r="r" b="b"/>
              <a:pathLst>
                <a:path w="2494" h="2134" extrusionOk="0">
                  <a:moveTo>
                    <a:pt x="1071" y="1"/>
                  </a:moveTo>
                  <a:cubicBezTo>
                    <a:pt x="486" y="1"/>
                    <a:pt x="6" y="480"/>
                    <a:pt x="6" y="1066"/>
                  </a:cubicBezTo>
                  <a:cubicBezTo>
                    <a:pt x="1" y="1709"/>
                    <a:pt x="528" y="2134"/>
                    <a:pt x="1076" y="2134"/>
                  </a:cubicBezTo>
                  <a:cubicBezTo>
                    <a:pt x="1338" y="2134"/>
                    <a:pt x="1604" y="2037"/>
                    <a:pt x="1819" y="1822"/>
                  </a:cubicBezTo>
                  <a:cubicBezTo>
                    <a:pt x="2494" y="1155"/>
                    <a:pt x="2022" y="1"/>
                    <a:pt x="107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9" name="Google Shape;3767;p80">
              <a:extLst>
                <a:ext uri="{FF2B5EF4-FFF2-40B4-BE49-F238E27FC236}">
                  <a16:creationId xmlns:a16="http://schemas.microsoft.com/office/drawing/2014/main" id="{D9253F6F-E702-3815-04B6-332A65473B86}"/>
                </a:ext>
              </a:extLst>
            </p:cNvPr>
            <p:cNvSpPr/>
            <p:nvPr/>
          </p:nvSpPr>
          <p:spPr>
            <a:xfrm>
              <a:off x="5570475" y="3323300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1" y="0"/>
                  </a:moveTo>
                  <a:cubicBezTo>
                    <a:pt x="486" y="0"/>
                    <a:pt x="6" y="480"/>
                    <a:pt x="6" y="1065"/>
                  </a:cubicBezTo>
                  <a:cubicBezTo>
                    <a:pt x="1" y="1709"/>
                    <a:pt x="524" y="2137"/>
                    <a:pt x="1072" y="2137"/>
                  </a:cubicBezTo>
                  <a:cubicBezTo>
                    <a:pt x="1334" y="2137"/>
                    <a:pt x="1601" y="2039"/>
                    <a:pt x="1819" y="1821"/>
                  </a:cubicBezTo>
                  <a:cubicBezTo>
                    <a:pt x="2494" y="1154"/>
                    <a:pt x="2022" y="0"/>
                    <a:pt x="107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0" name="Google Shape;3768;p80">
              <a:extLst>
                <a:ext uri="{FF2B5EF4-FFF2-40B4-BE49-F238E27FC236}">
                  <a16:creationId xmlns:a16="http://schemas.microsoft.com/office/drawing/2014/main" id="{78014FB6-FE9B-8ED2-9839-ABF9AA44EEC2}"/>
                </a:ext>
              </a:extLst>
            </p:cNvPr>
            <p:cNvSpPr/>
            <p:nvPr/>
          </p:nvSpPr>
          <p:spPr>
            <a:xfrm>
              <a:off x="5494275" y="3323300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1" y="0"/>
                  </a:moveTo>
                  <a:cubicBezTo>
                    <a:pt x="485" y="0"/>
                    <a:pt x="6" y="480"/>
                    <a:pt x="6" y="1065"/>
                  </a:cubicBezTo>
                  <a:cubicBezTo>
                    <a:pt x="0" y="1709"/>
                    <a:pt x="524" y="2137"/>
                    <a:pt x="1072" y="2137"/>
                  </a:cubicBezTo>
                  <a:cubicBezTo>
                    <a:pt x="1333" y="2137"/>
                    <a:pt x="1601" y="2039"/>
                    <a:pt x="1819" y="1821"/>
                  </a:cubicBezTo>
                  <a:cubicBezTo>
                    <a:pt x="2493" y="1154"/>
                    <a:pt x="2022" y="8"/>
                    <a:pt x="107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1" name="Google Shape;3769;p80">
              <a:extLst>
                <a:ext uri="{FF2B5EF4-FFF2-40B4-BE49-F238E27FC236}">
                  <a16:creationId xmlns:a16="http://schemas.microsoft.com/office/drawing/2014/main" id="{829287F8-FF7B-3AFF-592C-694BB30AA25A}"/>
                </a:ext>
              </a:extLst>
            </p:cNvPr>
            <p:cNvSpPr/>
            <p:nvPr/>
          </p:nvSpPr>
          <p:spPr>
            <a:xfrm>
              <a:off x="5494275" y="3247075"/>
              <a:ext cx="62350" cy="53500"/>
            </a:xfrm>
            <a:custGeom>
              <a:avLst/>
              <a:gdLst/>
              <a:ahLst/>
              <a:cxnLst/>
              <a:rect l="l" t="t" r="r" b="b"/>
              <a:pathLst>
                <a:path w="2494" h="2140" extrusionOk="0">
                  <a:moveTo>
                    <a:pt x="1071" y="1"/>
                  </a:moveTo>
                  <a:cubicBezTo>
                    <a:pt x="485" y="1"/>
                    <a:pt x="6" y="480"/>
                    <a:pt x="6" y="1066"/>
                  </a:cubicBezTo>
                  <a:cubicBezTo>
                    <a:pt x="0" y="1711"/>
                    <a:pt x="527" y="2140"/>
                    <a:pt x="1077" y="2140"/>
                  </a:cubicBezTo>
                  <a:cubicBezTo>
                    <a:pt x="1337" y="2140"/>
                    <a:pt x="1602" y="2044"/>
                    <a:pt x="1819" y="1830"/>
                  </a:cubicBezTo>
                  <a:cubicBezTo>
                    <a:pt x="2493" y="1155"/>
                    <a:pt x="2022" y="9"/>
                    <a:pt x="107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2" name="Google Shape;3770;p80">
              <a:extLst>
                <a:ext uri="{FF2B5EF4-FFF2-40B4-BE49-F238E27FC236}">
                  <a16:creationId xmlns:a16="http://schemas.microsoft.com/office/drawing/2014/main" id="{C14D072A-DE53-696E-2990-87C0B9A14047}"/>
                </a:ext>
              </a:extLst>
            </p:cNvPr>
            <p:cNvSpPr/>
            <p:nvPr/>
          </p:nvSpPr>
          <p:spPr>
            <a:xfrm>
              <a:off x="5646700" y="3247075"/>
              <a:ext cx="62350" cy="53450"/>
            </a:xfrm>
            <a:custGeom>
              <a:avLst/>
              <a:gdLst/>
              <a:ahLst/>
              <a:cxnLst/>
              <a:rect l="l" t="t" r="r" b="b"/>
              <a:pathLst>
                <a:path w="2494" h="2138" extrusionOk="0">
                  <a:moveTo>
                    <a:pt x="1071" y="1"/>
                  </a:moveTo>
                  <a:cubicBezTo>
                    <a:pt x="486" y="9"/>
                    <a:pt x="6" y="480"/>
                    <a:pt x="6" y="1066"/>
                  </a:cubicBezTo>
                  <a:cubicBezTo>
                    <a:pt x="0" y="1709"/>
                    <a:pt x="524" y="2137"/>
                    <a:pt x="1072" y="2137"/>
                  </a:cubicBezTo>
                  <a:cubicBezTo>
                    <a:pt x="1333" y="2137"/>
                    <a:pt x="1601" y="2040"/>
                    <a:pt x="1819" y="1822"/>
                  </a:cubicBezTo>
                  <a:cubicBezTo>
                    <a:pt x="2494" y="1155"/>
                    <a:pt x="2022" y="1"/>
                    <a:pt x="107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3" name="Google Shape;3771;p80">
              <a:extLst>
                <a:ext uri="{FF2B5EF4-FFF2-40B4-BE49-F238E27FC236}">
                  <a16:creationId xmlns:a16="http://schemas.microsoft.com/office/drawing/2014/main" id="{74509F05-E214-AE35-3C3C-F0DC86E26147}"/>
                </a:ext>
              </a:extLst>
            </p:cNvPr>
            <p:cNvSpPr/>
            <p:nvPr/>
          </p:nvSpPr>
          <p:spPr>
            <a:xfrm>
              <a:off x="5570625" y="31710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72" y="0"/>
                    <a:pt x="0" y="472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4" name="Google Shape;3772;p80">
              <a:extLst>
                <a:ext uri="{FF2B5EF4-FFF2-40B4-BE49-F238E27FC236}">
                  <a16:creationId xmlns:a16="http://schemas.microsoft.com/office/drawing/2014/main" id="{BF2BF12D-3D2F-1CA9-91FC-06990C81670D}"/>
                </a:ext>
              </a:extLst>
            </p:cNvPr>
            <p:cNvSpPr/>
            <p:nvPr/>
          </p:nvSpPr>
          <p:spPr>
            <a:xfrm>
              <a:off x="5494400" y="30948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7" y="2134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5" name="Google Shape;3773;p80">
              <a:extLst>
                <a:ext uri="{FF2B5EF4-FFF2-40B4-BE49-F238E27FC236}">
                  <a16:creationId xmlns:a16="http://schemas.microsoft.com/office/drawing/2014/main" id="{682D516A-6CB0-7C91-A3BE-A1E74B07D19E}"/>
                </a:ext>
              </a:extLst>
            </p:cNvPr>
            <p:cNvSpPr/>
            <p:nvPr/>
          </p:nvSpPr>
          <p:spPr>
            <a:xfrm>
              <a:off x="7322525" y="1495200"/>
              <a:ext cx="62400" cy="53325"/>
            </a:xfrm>
            <a:custGeom>
              <a:avLst/>
              <a:gdLst/>
              <a:ahLst/>
              <a:cxnLst/>
              <a:rect l="l" t="t" r="r" b="b"/>
              <a:pathLst>
                <a:path w="2496" h="2133" extrusionOk="0">
                  <a:moveTo>
                    <a:pt x="1073" y="0"/>
                  </a:moveTo>
                  <a:cubicBezTo>
                    <a:pt x="480" y="0"/>
                    <a:pt x="8" y="480"/>
                    <a:pt x="0" y="1065"/>
                  </a:cubicBezTo>
                  <a:cubicBezTo>
                    <a:pt x="0" y="1709"/>
                    <a:pt x="529" y="2133"/>
                    <a:pt x="1078" y="2133"/>
                  </a:cubicBezTo>
                  <a:cubicBezTo>
                    <a:pt x="1340" y="2133"/>
                    <a:pt x="1606" y="2036"/>
                    <a:pt x="1821" y="1821"/>
                  </a:cubicBezTo>
                  <a:cubicBezTo>
                    <a:pt x="2496" y="1146"/>
                    <a:pt x="2016" y="0"/>
                    <a:pt x="107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6" name="Google Shape;3774;p80">
              <a:extLst>
                <a:ext uri="{FF2B5EF4-FFF2-40B4-BE49-F238E27FC236}">
                  <a16:creationId xmlns:a16="http://schemas.microsoft.com/office/drawing/2014/main" id="{BC3DC2B3-F835-2FBE-CCA7-E073380CA917}"/>
                </a:ext>
              </a:extLst>
            </p:cNvPr>
            <p:cNvSpPr/>
            <p:nvPr/>
          </p:nvSpPr>
          <p:spPr>
            <a:xfrm>
              <a:off x="7246500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7" name="Google Shape;3775;p80">
              <a:extLst>
                <a:ext uri="{FF2B5EF4-FFF2-40B4-BE49-F238E27FC236}">
                  <a16:creationId xmlns:a16="http://schemas.microsoft.com/office/drawing/2014/main" id="{27FAA19E-F79A-DF2B-2B4C-10D3B425CA99}"/>
                </a:ext>
              </a:extLst>
            </p:cNvPr>
            <p:cNvSpPr/>
            <p:nvPr/>
          </p:nvSpPr>
          <p:spPr>
            <a:xfrm>
              <a:off x="7246500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8" name="Google Shape;3776;p80">
              <a:extLst>
                <a:ext uri="{FF2B5EF4-FFF2-40B4-BE49-F238E27FC236}">
                  <a16:creationId xmlns:a16="http://schemas.microsoft.com/office/drawing/2014/main" id="{8FB50457-1A8A-C426-7C54-35D1A8F83667}"/>
                </a:ext>
              </a:extLst>
            </p:cNvPr>
            <p:cNvSpPr/>
            <p:nvPr/>
          </p:nvSpPr>
          <p:spPr>
            <a:xfrm>
              <a:off x="7170300" y="14952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9" name="Google Shape;3777;p80">
              <a:extLst>
                <a:ext uri="{FF2B5EF4-FFF2-40B4-BE49-F238E27FC236}">
                  <a16:creationId xmlns:a16="http://schemas.microsoft.com/office/drawing/2014/main" id="{CE771E9A-C170-F9E3-C26E-F7BC8A8ECC9F}"/>
                </a:ext>
              </a:extLst>
            </p:cNvPr>
            <p:cNvSpPr/>
            <p:nvPr/>
          </p:nvSpPr>
          <p:spPr>
            <a:xfrm>
              <a:off x="7170300" y="14189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0" name="Google Shape;3778;p80">
              <a:extLst>
                <a:ext uri="{FF2B5EF4-FFF2-40B4-BE49-F238E27FC236}">
                  <a16:creationId xmlns:a16="http://schemas.microsoft.com/office/drawing/2014/main" id="{CAA9B6DB-2659-8195-F127-A1F3015981FD}"/>
                </a:ext>
              </a:extLst>
            </p:cNvPr>
            <p:cNvSpPr/>
            <p:nvPr/>
          </p:nvSpPr>
          <p:spPr>
            <a:xfrm>
              <a:off x="7094075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3" y="2129"/>
                  </a:cubicBezTo>
                  <a:cubicBezTo>
                    <a:pt x="1336" y="2129"/>
                    <a:pt x="1603" y="2032"/>
                    <a:pt x="1822" y="1813"/>
                  </a:cubicBezTo>
                  <a:cubicBezTo>
                    <a:pt x="2496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1" name="Google Shape;3779;p80">
              <a:extLst>
                <a:ext uri="{FF2B5EF4-FFF2-40B4-BE49-F238E27FC236}">
                  <a16:creationId xmlns:a16="http://schemas.microsoft.com/office/drawing/2014/main" id="{E7065E1E-CC0C-CCE6-BC1D-651063D3F5AC}"/>
                </a:ext>
              </a:extLst>
            </p:cNvPr>
            <p:cNvSpPr/>
            <p:nvPr/>
          </p:nvSpPr>
          <p:spPr>
            <a:xfrm>
              <a:off x="7094075" y="14189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96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2" name="Google Shape;3780;p80">
              <a:extLst>
                <a:ext uri="{FF2B5EF4-FFF2-40B4-BE49-F238E27FC236}">
                  <a16:creationId xmlns:a16="http://schemas.microsoft.com/office/drawing/2014/main" id="{F6E048EF-4074-CA0E-7BCF-A32050DC82AC}"/>
                </a:ext>
              </a:extLst>
            </p:cNvPr>
            <p:cNvSpPr/>
            <p:nvPr/>
          </p:nvSpPr>
          <p:spPr>
            <a:xfrm>
              <a:off x="7017875" y="1571400"/>
              <a:ext cx="62400" cy="53250"/>
            </a:xfrm>
            <a:custGeom>
              <a:avLst/>
              <a:gdLst/>
              <a:ahLst/>
              <a:cxnLst/>
              <a:rect l="l" t="t" r="r" b="b"/>
              <a:pathLst>
                <a:path w="2496" h="2130" extrusionOk="0">
                  <a:moveTo>
                    <a:pt x="1073" y="1"/>
                  </a:moveTo>
                  <a:cubicBezTo>
                    <a:pt x="480" y="1"/>
                    <a:pt x="8" y="472"/>
                    <a:pt x="0" y="1066"/>
                  </a:cubicBezTo>
                  <a:cubicBezTo>
                    <a:pt x="0" y="1703"/>
                    <a:pt x="528" y="2129"/>
                    <a:pt x="1076" y="2129"/>
                  </a:cubicBezTo>
                  <a:cubicBezTo>
                    <a:pt x="1339" y="2129"/>
                    <a:pt x="1605" y="2032"/>
                    <a:pt x="1821" y="1813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3" name="Google Shape;3781;p80">
              <a:extLst>
                <a:ext uri="{FF2B5EF4-FFF2-40B4-BE49-F238E27FC236}">
                  <a16:creationId xmlns:a16="http://schemas.microsoft.com/office/drawing/2014/main" id="{2672E9E2-1C16-2A4B-F3D1-E39DC2F313CF}"/>
                </a:ext>
              </a:extLst>
            </p:cNvPr>
            <p:cNvSpPr/>
            <p:nvPr/>
          </p:nvSpPr>
          <p:spPr>
            <a:xfrm>
              <a:off x="7017875" y="1418975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73" y="1"/>
                  </a:moveTo>
                  <a:cubicBezTo>
                    <a:pt x="480" y="1"/>
                    <a:pt x="8" y="480"/>
                    <a:pt x="0" y="1065"/>
                  </a:cubicBezTo>
                  <a:cubicBezTo>
                    <a:pt x="0" y="1709"/>
                    <a:pt x="529" y="2133"/>
                    <a:pt x="1078" y="2133"/>
                  </a:cubicBezTo>
                  <a:cubicBezTo>
                    <a:pt x="1340" y="2133"/>
                    <a:pt x="1606" y="2037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4" name="Google Shape;3782;p80">
              <a:extLst>
                <a:ext uri="{FF2B5EF4-FFF2-40B4-BE49-F238E27FC236}">
                  <a16:creationId xmlns:a16="http://schemas.microsoft.com/office/drawing/2014/main" id="{B384865A-7C6D-4927-D5B5-BB13075753A8}"/>
                </a:ext>
              </a:extLst>
            </p:cNvPr>
            <p:cNvSpPr/>
            <p:nvPr/>
          </p:nvSpPr>
          <p:spPr>
            <a:xfrm>
              <a:off x="6941850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4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5" name="Google Shape;3783;p80">
              <a:extLst>
                <a:ext uri="{FF2B5EF4-FFF2-40B4-BE49-F238E27FC236}">
                  <a16:creationId xmlns:a16="http://schemas.microsoft.com/office/drawing/2014/main" id="{41F29841-28DC-4631-E809-CCD32661B8E0}"/>
                </a:ext>
              </a:extLst>
            </p:cNvPr>
            <p:cNvSpPr/>
            <p:nvPr/>
          </p:nvSpPr>
          <p:spPr>
            <a:xfrm>
              <a:off x="6941850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4" y="1813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6" name="Google Shape;3784;p80">
              <a:extLst>
                <a:ext uri="{FF2B5EF4-FFF2-40B4-BE49-F238E27FC236}">
                  <a16:creationId xmlns:a16="http://schemas.microsoft.com/office/drawing/2014/main" id="{CBCF3E1A-9D10-BBB7-9669-6FB0B42299B9}"/>
                </a:ext>
              </a:extLst>
            </p:cNvPr>
            <p:cNvSpPr/>
            <p:nvPr/>
          </p:nvSpPr>
          <p:spPr>
            <a:xfrm>
              <a:off x="6941850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7" name="Google Shape;3785;p80">
              <a:extLst>
                <a:ext uri="{FF2B5EF4-FFF2-40B4-BE49-F238E27FC236}">
                  <a16:creationId xmlns:a16="http://schemas.microsoft.com/office/drawing/2014/main" id="{1F74C9BC-CE15-1D3A-E581-A0CB9E0C1412}"/>
                </a:ext>
              </a:extLst>
            </p:cNvPr>
            <p:cNvSpPr/>
            <p:nvPr/>
          </p:nvSpPr>
          <p:spPr>
            <a:xfrm>
              <a:off x="6941850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4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8" name="Google Shape;3786;p80">
              <a:extLst>
                <a:ext uri="{FF2B5EF4-FFF2-40B4-BE49-F238E27FC236}">
                  <a16:creationId xmlns:a16="http://schemas.microsoft.com/office/drawing/2014/main" id="{23C5A7C3-DBD7-BA9A-A578-9BFFBF36AB47}"/>
                </a:ext>
              </a:extLst>
            </p:cNvPr>
            <p:cNvSpPr/>
            <p:nvPr/>
          </p:nvSpPr>
          <p:spPr>
            <a:xfrm>
              <a:off x="6865650" y="17236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9" name="Google Shape;3787;p80">
              <a:extLst>
                <a:ext uri="{FF2B5EF4-FFF2-40B4-BE49-F238E27FC236}">
                  <a16:creationId xmlns:a16="http://schemas.microsoft.com/office/drawing/2014/main" id="{EC8BB2A0-60C0-8F03-AA97-D4992AE4CE28}"/>
                </a:ext>
              </a:extLst>
            </p:cNvPr>
            <p:cNvSpPr/>
            <p:nvPr/>
          </p:nvSpPr>
          <p:spPr>
            <a:xfrm>
              <a:off x="6865650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0" name="Google Shape;3788;p80">
              <a:extLst>
                <a:ext uri="{FF2B5EF4-FFF2-40B4-BE49-F238E27FC236}">
                  <a16:creationId xmlns:a16="http://schemas.microsoft.com/office/drawing/2014/main" id="{214EDC4C-6BBF-F183-BEF7-86E59812AD7C}"/>
                </a:ext>
              </a:extLst>
            </p:cNvPr>
            <p:cNvSpPr/>
            <p:nvPr/>
          </p:nvSpPr>
          <p:spPr>
            <a:xfrm>
              <a:off x="6865650" y="1571400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1" name="Google Shape;3789;p80">
              <a:extLst>
                <a:ext uri="{FF2B5EF4-FFF2-40B4-BE49-F238E27FC236}">
                  <a16:creationId xmlns:a16="http://schemas.microsoft.com/office/drawing/2014/main" id="{961AAFCA-AC69-450E-E0E4-8A8F1E95A759}"/>
                </a:ext>
              </a:extLst>
            </p:cNvPr>
            <p:cNvSpPr/>
            <p:nvPr/>
          </p:nvSpPr>
          <p:spPr>
            <a:xfrm>
              <a:off x="6865650" y="13427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2" name="Google Shape;3790;p80">
              <a:extLst>
                <a:ext uri="{FF2B5EF4-FFF2-40B4-BE49-F238E27FC236}">
                  <a16:creationId xmlns:a16="http://schemas.microsoft.com/office/drawing/2014/main" id="{74F9AB54-BA92-22A9-7134-A48DE0008CB8}"/>
                </a:ext>
              </a:extLst>
            </p:cNvPr>
            <p:cNvSpPr/>
            <p:nvPr/>
          </p:nvSpPr>
          <p:spPr>
            <a:xfrm>
              <a:off x="6789225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96" y="1146"/>
                    <a:pt x="2025" y="0"/>
                    <a:pt x="107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3" name="Google Shape;3791;p80">
              <a:extLst>
                <a:ext uri="{FF2B5EF4-FFF2-40B4-BE49-F238E27FC236}">
                  <a16:creationId xmlns:a16="http://schemas.microsoft.com/office/drawing/2014/main" id="{F7F5CC8C-C0FF-4201-F41F-698C348A40D2}"/>
                </a:ext>
              </a:extLst>
            </p:cNvPr>
            <p:cNvSpPr/>
            <p:nvPr/>
          </p:nvSpPr>
          <p:spPr>
            <a:xfrm>
              <a:off x="6789225" y="17236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96" y="1147"/>
                    <a:pt x="2025" y="1"/>
                    <a:pt x="107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4" name="Google Shape;3792;p80">
              <a:extLst>
                <a:ext uri="{FF2B5EF4-FFF2-40B4-BE49-F238E27FC236}">
                  <a16:creationId xmlns:a16="http://schemas.microsoft.com/office/drawing/2014/main" id="{EAFFE2DA-CFFB-9E12-C7FB-8C8FE6419572}"/>
                </a:ext>
              </a:extLst>
            </p:cNvPr>
            <p:cNvSpPr/>
            <p:nvPr/>
          </p:nvSpPr>
          <p:spPr>
            <a:xfrm>
              <a:off x="6789225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74" y="1"/>
                  </a:moveTo>
                  <a:cubicBezTo>
                    <a:pt x="480" y="1"/>
                    <a:pt x="9" y="472"/>
                    <a:pt x="1" y="1066"/>
                  </a:cubicBezTo>
                  <a:cubicBezTo>
                    <a:pt x="1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2" y="1813"/>
                  </a:cubicBezTo>
                  <a:cubicBezTo>
                    <a:pt x="2496" y="1147"/>
                    <a:pt x="2025" y="1"/>
                    <a:pt x="107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5" name="Google Shape;3793;p80">
              <a:extLst>
                <a:ext uri="{FF2B5EF4-FFF2-40B4-BE49-F238E27FC236}">
                  <a16:creationId xmlns:a16="http://schemas.microsoft.com/office/drawing/2014/main" id="{E90A8A36-900B-18E8-FC6A-152D1BECC2D5}"/>
                </a:ext>
              </a:extLst>
            </p:cNvPr>
            <p:cNvSpPr/>
            <p:nvPr/>
          </p:nvSpPr>
          <p:spPr>
            <a:xfrm>
              <a:off x="6789225" y="13427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1"/>
                    <a:pt x="9" y="481"/>
                    <a:pt x="1" y="1066"/>
                  </a:cubicBezTo>
                  <a:cubicBezTo>
                    <a:pt x="1" y="1710"/>
                    <a:pt x="526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96" y="1155"/>
                    <a:pt x="2025" y="1"/>
                    <a:pt x="107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6" name="Google Shape;3794;p80">
              <a:extLst>
                <a:ext uri="{FF2B5EF4-FFF2-40B4-BE49-F238E27FC236}">
                  <a16:creationId xmlns:a16="http://schemas.microsoft.com/office/drawing/2014/main" id="{B3164CB4-C612-3A3E-ECE1-230848EB72B8}"/>
                </a:ext>
              </a:extLst>
            </p:cNvPr>
            <p:cNvSpPr/>
            <p:nvPr/>
          </p:nvSpPr>
          <p:spPr>
            <a:xfrm>
              <a:off x="6713225" y="1876050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7"/>
                    <a:pt x="522" y="2131"/>
                    <a:pt x="1067" y="2131"/>
                  </a:cubicBezTo>
                  <a:cubicBezTo>
                    <a:pt x="1329" y="2131"/>
                    <a:pt x="1596" y="2033"/>
                    <a:pt x="1813" y="1813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7" name="Google Shape;3795;p80">
              <a:extLst>
                <a:ext uri="{FF2B5EF4-FFF2-40B4-BE49-F238E27FC236}">
                  <a16:creationId xmlns:a16="http://schemas.microsoft.com/office/drawing/2014/main" id="{B8A69663-A2E8-36F3-C388-1A3F9B6FA254}"/>
                </a:ext>
              </a:extLst>
            </p:cNvPr>
            <p:cNvSpPr/>
            <p:nvPr/>
          </p:nvSpPr>
          <p:spPr>
            <a:xfrm>
              <a:off x="6713225" y="17998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8" name="Google Shape;3796;p80">
              <a:extLst>
                <a:ext uri="{FF2B5EF4-FFF2-40B4-BE49-F238E27FC236}">
                  <a16:creationId xmlns:a16="http://schemas.microsoft.com/office/drawing/2014/main" id="{7D37A9AE-2957-EBBA-D0D2-BF4D69E2B86F}"/>
                </a:ext>
              </a:extLst>
            </p:cNvPr>
            <p:cNvSpPr/>
            <p:nvPr/>
          </p:nvSpPr>
          <p:spPr>
            <a:xfrm>
              <a:off x="6713225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9"/>
                    <a:pt x="0" y="481"/>
                    <a:pt x="0" y="1066"/>
                  </a:cubicBezTo>
                  <a:cubicBezTo>
                    <a:pt x="0" y="1710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9" name="Google Shape;3797;p80">
              <a:extLst>
                <a:ext uri="{FF2B5EF4-FFF2-40B4-BE49-F238E27FC236}">
                  <a16:creationId xmlns:a16="http://schemas.microsoft.com/office/drawing/2014/main" id="{79AED814-0253-3295-287F-A9BC91202607}"/>
                </a:ext>
              </a:extLst>
            </p:cNvPr>
            <p:cNvSpPr/>
            <p:nvPr/>
          </p:nvSpPr>
          <p:spPr>
            <a:xfrm>
              <a:off x="6713225" y="1571400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0" y="2129"/>
                  </a:cubicBezTo>
                  <a:cubicBezTo>
                    <a:pt x="1331" y="2129"/>
                    <a:pt x="1597" y="2032"/>
                    <a:pt x="1813" y="1813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0" name="Google Shape;3798;p80">
              <a:extLst>
                <a:ext uri="{FF2B5EF4-FFF2-40B4-BE49-F238E27FC236}">
                  <a16:creationId xmlns:a16="http://schemas.microsoft.com/office/drawing/2014/main" id="{B2573682-A4E6-8EF6-F5AB-071008349148}"/>
                </a:ext>
              </a:extLst>
            </p:cNvPr>
            <p:cNvSpPr/>
            <p:nvPr/>
          </p:nvSpPr>
          <p:spPr>
            <a:xfrm>
              <a:off x="6713225" y="13427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1" name="Google Shape;3799;p80">
              <a:extLst>
                <a:ext uri="{FF2B5EF4-FFF2-40B4-BE49-F238E27FC236}">
                  <a16:creationId xmlns:a16="http://schemas.microsoft.com/office/drawing/2014/main" id="{0A944058-34F5-CDF3-14E8-EED500BA03BC}"/>
                </a:ext>
              </a:extLst>
            </p:cNvPr>
            <p:cNvSpPr/>
            <p:nvPr/>
          </p:nvSpPr>
          <p:spPr>
            <a:xfrm>
              <a:off x="6637000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3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2" name="Google Shape;3800;p80">
              <a:extLst>
                <a:ext uri="{FF2B5EF4-FFF2-40B4-BE49-F238E27FC236}">
                  <a16:creationId xmlns:a16="http://schemas.microsoft.com/office/drawing/2014/main" id="{21E04DA8-CD93-2F9A-B489-3BED4A5D62CB}"/>
                </a:ext>
              </a:extLst>
            </p:cNvPr>
            <p:cNvSpPr/>
            <p:nvPr/>
          </p:nvSpPr>
          <p:spPr>
            <a:xfrm>
              <a:off x="6637000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3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3" name="Google Shape;3801;p80">
              <a:extLst>
                <a:ext uri="{FF2B5EF4-FFF2-40B4-BE49-F238E27FC236}">
                  <a16:creationId xmlns:a16="http://schemas.microsoft.com/office/drawing/2014/main" id="{3F95F618-4E37-A852-AB44-38C9F1DF3580}"/>
                </a:ext>
              </a:extLst>
            </p:cNvPr>
            <p:cNvSpPr/>
            <p:nvPr/>
          </p:nvSpPr>
          <p:spPr>
            <a:xfrm>
              <a:off x="6560800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4" name="Google Shape;3802;p80">
              <a:extLst>
                <a:ext uri="{FF2B5EF4-FFF2-40B4-BE49-F238E27FC236}">
                  <a16:creationId xmlns:a16="http://schemas.microsoft.com/office/drawing/2014/main" id="{3F7C3870-D280-2386-C73D-7F48D1E778A8}"/>
                </a:ext>
              </a:extLst>
            </p:cNvPr>
            <p:cNvSpPr/>
            <p:nvPr/>
          </p:nvSpPr>
          <p:spPr>
            <a:xfrm>
              <a:off x="6560800" y="13427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5" name="Google Shape;3803;p80">
              <a:extLst>
                <a:ext uri="{FF2B5EF4-FFF2-40B4-BE49-F238E27FC236}">
                  <a16:creationId xmlns:a16="http://schemas.microsoft.com/office/drawing/2014/main" id="{DABBEDDA-4D4F-E1B0-4F76-F2905095D121}"/>
                </a:ext>
              </a:extLst>
            </p:cNvPr>
            <p:cNvSpPr/>
            <p:nvPr/>
          </p:nvSpPr>
          <p:spPr>
            <a:xfrm>
              <a:off x="6560800" y="12665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0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1"/>
                    <a:pt x="524" y="2137"/>
                    <a:pt x="1073" y="2137"/>
                  </a:cubicBezTo>
                  <a:cubicBezTo>
                    <a:pt x="1335" y="2137"/>
                    <a:pt x="1603" y="2040"/>
                    <a:pt x="1821" y="1821"/>
                  </a:cubicBezTo>
                  <a:cubicBezTo>
                    <a:pt x="2488" y="1155"/>
                    <a:pt x="2016" y="0"/>
                    <a:pt x="106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6" name="Google Shape;3804;p80">
              <a:extLst>
                <a:ext uri="{FF2B5EF4-FFF2-40B4-BE49-F238E27FC236}">
                  <a16:creationId xmlns:a16="http://schemas.microsoft.com/office/drawing/2014/main" id="{58ABF484-3555-6FED-C3BE-01BAABF700A1}"/>
                </a:ext>
              </a:extLst>
            </p:cNvPr>
            <p:cNvSpPr/>
            <p:nvPr/>
          </p:nvSpPr>
          <p:spPr>
            <a:xfrm>
              <a:off x="6484575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1" y="481"/>
                    <a:pt x="1" y="1066"/>
                  </a:cubicBezTo>
                  <a:cubicBezTo>
                    <a:pt x="1" y="1710"/>
                    <a:pt x="526" y="2138"/>
                    <a:pt x="1074" y="2138"/>
                  </a:cubicBezTo>
                  <a:cubicBezTo>
                    <a:pt x="1336" y="2138"/>
                    <a:pt x="1603" y="2040"/>
                    <a:pt x="1822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7" name="Google Shape;3805;p80">
              <a:extLst>
                <a:ext uri="{FF2B5EF4-FFF2-40B4-BE49-F238E27FC236}">
                  <a16:creationId xmlns:a16="http://schemas.microsoft.com/office/drawing/2014/main" id="{A70B5EC2-2BDD-8AE8-7DDC-12D88289DD9B}"/>
                </a:ext>
              </a:extLst>
            </p:cNvPr>
            <p:cNvSpPr/>
            <p:nvPr/>
          </p:nvSpPr>
          <p:spPr>
            <a:xfrm>
              <a:off x="6484575" y="12665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0"/>
                  </a:moveTo>
                  <a:cubicBezTo>
                    <a:pt x="480" y="9"/>
                    <a:pt x="1" y="480"/>
                    <a:pt x="1" y="1074"/>
                  </a:cubicBezTo>
                  <a:cubicBezTo>
                    <a:pt x="1" y="1711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2" y="1821"/>
                  </a:cubicBezTo>
                  <a:cubicBezTo>
                    <a:pt x="2496" y="1155"/>
                    <a:pt x="2017" y="0"/>
                    <a:pt x="106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8" name="Google Shape;3806;p80">
              <a:extLst>
                <a:ext uri="{FF2B5EF4-FFF2-40B4-BE49-F238E27FC236}">
                  <a16:creationId xmlns:a16="http://schemas.microsoft.com/office/drawing/2014/main" id="{30F46973-DE5F-6CD0-805C-E5797B8C951E}"/>
                </a:ext>
              </a:extLst>
            </p:cNvPr>
            <p:cNvSpPr/>
            <p:nvPr/>
          </p:nvSpPr>
          <p:spPr>
            <a:xfrm>
              <a:off x="6408350" y="23331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9" name="Google Shape;3807;p80">
              <a:extLst>
                <a:ext uri="{FF2B5EF4-FFF2-40B4-BE49-F238E27FC236}">
                  <a16:creationId xmlns:a16="http://schemas.microsoft.com/office/drawing/2014/main" id="{7E421570-79F2-8384-81CC-72CF53FF254B}"/>
                </a:ext>
              </a:extLst>
            </p:cNvPr>
            <p:cNvSpPr/>
            <p:nvPr/>
          </p:nvSpPr>
          <p:spPr>
            <a:xfrm>
              <a:off x="6408350" y="2256925"/>
              <a:ext cx="62575" cy="53425"/>
            </a:xfrm>
            <a:custGeom>
              <a:avLst/>
              <a:gdLst/>
              <a:ahLst/>
              <a:cxnLst/>
              <a:rect l="l" t="t" r="r" b="b"/>
              <a:pathLst>
                <a:path w="2503" h="2137" extrusionOk="0">
                  <a:moveTo>
                    <a:pt x="1084" y="0"/>
                  </a:moveTo>
                  <a:cubicBezTo>
                    <a:pt x="1081" y="0"/>
                    <a:pt x="1077" y="0"/>
                    <a:pt x="1074" y="0"/>
                  </a:cubicBez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30" y="2137"/>
                    <a:pt x="1081" y="2137"/>
                  </a:cubicBezTo>
                  <a:cubicBezTo>
                    <a:pt x="1344" y="2137"/>
                    <a:pt x="1612" y="2039"/>
                    <a:pt x="1830" y="1821"/>
                  </a:cubicBezTo>
                  <a:cubicBezTo>
                    <a:pt x="2502" y="1149"/>
                    <a:pt x="2029" y="0"/>
                    <a:pt x="108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0" name="Google Shape;3808;p80">
              <a:extLst>
                <a:ext uri="{FF2B5EF4-FFF2-40B4-BE49-F238E27FC236}">
                  <a16:creationId xmlns:a16="http://schemas.microsoft.com/office/drawing/2014/main" id="{D7046A56-A94F-331F-626C-3E9E09438E40}"/>
                </a:ext>
              </a:extLst>
            </p:cNvPr>
            <p:cNvSpPr/>
            <p:nvPr/>
          </p:nvSpPr>
          <p:spPr>
            <a:xfrm>
              <a:off x="6408350" y="21045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1" name="Google Shape;3809;p80">
              <a:extLst>
                <a:ext uri="{FF2B5EF4-FFF2-40B4-BE49-F238E27FC236}">
                  <a16:creationId xmlns:a16="http://schemas.microsoft.com/office/drawing/2014/main" id="{AA90F13D-A6F1-F0EC-BE3B-56D9919BD47C}"/>
                </a:ext>
              </a:extLst>
            </p:cNvPr>
            <p:cNvSpPr/>
            <p:nvPr/>
          </p:nvSpPr>
          <p:spPr>
            <a:xfrm>
              <a:off x="6408350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2" name="Google Shape;3810;p80">
              <a:extLst>
                <a:ext uri="{FF2B5EF4-FFF2-40B4-BE49-F238E27FC236}">
                  <a16:creationId xmlns:a16="http://schemas.microsoft.com/office/drawing/2014/main" id="{48A85186-C5BF-BE77-2EE0-4AE81918504E}"/>
                </a:ext>
              </a:extLst>
            </p:cNvPr>
            <p:cNvSpPr/>
            <p:nvPr/>
          </p:nvSpPr>
          <p:spPr>
            <a:xfrm>
              <a:off x="6408350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1"/>
                    <a:pt x="9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7" y="2138"/>
                    <a:pt x="1604" y="2040"/>
                    <a:pt x="1822" y="1822"/>
                  </a:cubicBezTo>
                  <a:cubicBezTo>
                    <a:pt x="2497" y="1155"/>
                    <a:pt x="2017" y="1"/>
                    <a:pt x="107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3" name="Google Shape;3811;p80">
              <a:extLst>
                <a:ext uri="{FF2B5EF4-FFF2-40B4-BE49-F238E27FC236}">
                  <a16:creationId xmlns:a16="http://schemas.microsoft.com/office/drawing/2014/main" id="{EEDFD80A-504B-AD34-F4A9-9A9B83CD6965}"/>
                </a:ext>
              </a:extLst>
            </p:cNvPr>
            <p:cNvSpPr/>
            <p:nvPr/>
          </p:nvSpPr>
          <p:spPr>
            <a:xfrm>
              <a:off x="6408350" y="13427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1"/>
                    <a:pt x="9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7" y="2138"/>
                    <a:pt x="1604" y="2040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4" name="Google Shape;3812;p80">
              <a:extLst>
                <a:ext uri="{FF2B5EF4-FFF2-40B4-BE49-F238E27FC236}">
                  <a16:creationId xmlns:a16="http://schemas.microsoft.com/office/drawing/2014/main" id="{146A06CE-3CB6-AEC7-D120-AE60387C7CFB}"/>
                </a:ext>
              </a:extLst>
            </p:cNvPr>
            <p:cNvSpPr/>
            <p:nvPr/>
          </p:nvSpPr>
          <p:spPr>
            <a:xfrm>
              <a:off x="6408350" y="12665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0"/>
                  </a:moveTo>
                  <a:cubicBezTo>
                    <a:pt x="481" y="9"/>
                    <a:pt x="9" y="480"/>
                    <a:pt x="1" y="1074"/>
                  </a:cubicBezTo>
                  <a:cubicBezTo>
                    <a:pt x="1" y="1711"/>
                    <a:pt x="525" y="2137"/>
                    <a:pt x="1074" y="2137"/>
                  </a:cubicBezTo>
                  <a:cubicBezTo>
                    <a:pt x="1336" y="2137"/>
                    <a:pt x="1604" y="2040"/>
                    <a:pt x="1822" y="1821"/>
                  </a:cubicBezTo>
                  <a:cubicBezTo>
                    <a:pt x="2497" y="1155"/>
                    <a:pt x="2017" y="0"/>
                    <a:pt x="107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5" name="Google Shape;3813;p80">
              <a:extLst>
                <a:ext uri="{FF2B5EF4-FFF2-40B4-BE49-F238E27FC236}">
                  <a16:creationId xmlns:a16="http://schemas.microsoft.com/office/drawing/2014/main" id="{3C8BFFFC-D09F-A82C-30AD-59611E3DD847}"/>
                </a:ext>
              </a:extLst>
            </p:cNvPr>
            <p:cNvSpPr/>
            <p:nvPr/>
          </p:nvSpPr>
          <p:spPr>
            <a:xfrm>
              <a:off x="6332350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6" name="Google Shape;3814;p80">
              <a:extLst>
                <a:ext uri="{FF2B5EF4-FFF2-40B4-BE49-F238E27FC236}">
                  <a16:creationId xmlns:a16="http://schemas.microsoft.com/office/drawing/2014/main" id="{FFD1628E-6307-7181-FB41-8C36498C855A}"/>
                </a:ext>
              </a:extLst>
            </p:cNvPr>
            <p:cNvSpPr/>
            <p:nvPr/>
          </p:nvSpPr>
          <p:spPr>
            <a:xfrm>
              <a:off x="6332350" y="23331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3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7" name="Google Shape;3815;p80">
              <a:extLst>
                <a:ext uri="{FF2B5EF4-FFF2-40B4-BE49-F238E27FC236}">
                  <a16:creationId xmlns:a16="http://schemas.microsoft.com/office/drawing/2014/main" id="{9BF5A3C7-C551-E629-3C72-D42AB0FABA17}"/>
                </a:ext>
              </a:extLst>
            </p:cNvPr>
            <p:cNvSpPr/>
            <p:nvPr/>
          </p:nvSpPr>
          <p:spPr>
            <a:xfrm>
              <a:off x="6332350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55"/>
                    <a:pt x="2009" y="1"/>
                    <a:pt x="106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8" name="Google Shape;3816;p80">
              <a:extLst>
                <a:ext uri="{FF2B5EF4-FFF2-40B4-BE49-F238E27FC236}">
                  <a16:creationId xmlns:a16="http://schemas.microsoft.com/office/drawing/2014/main" id="{AB6A1914-FB0F-3AF3-B305-7AB6ADD469AD}"/>
                </a:ext>
              </a:extLst>
            </p:cNvPr>
            <p:cNvSpPr/>
            <p:nvPr/>
          </p:nvSpPr>
          <p:spPr>
            <a:xfrm>
              <a:off x="6332350" y="187605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7"/>
                    <a:pt x="523" y="2131"/>
                    <a:pt x="1067" y="2131"/>
                  </a:cubicBezTo>
                  <a:cubicBezTo>
                    <a:pt x="1329" y="2131"/>
                    <a:pt x="1597" y="2033"/>
                    <a:pt x="1813" y="1813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9" name="Google Shape;3817;p80">
              <a:extLst>
                <a:ext uri="{FF2B5EF4-FFF2-40B4-BE49-F238E27FC236}">
                  <a16:creationId xmlns:a16="http://schemas.microsoft.com/office/drawing/2014/main" id="{515E9DD4-B2CD-B24E-E395-F8D2146BCBC0}"/>
                </a:ext>
              </a:extLst>
            </p:cNvPr>
            <p:cNvSpPr/>
            <p:nvPr/>
          </p:nvSpPr>
          <p:spPr>
            <a:xfrm>
              <a:off x="6332350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0" name="Google Shape;3818;p80">
              <a:extLst>
                <a:ext uri="{FF2B5EF4-FFF2-40B4-BE49-F238E27FC236}">
                  <a16:creationId xmlns:a16="http://schemas.microsoft.com/office/drawing/2014/main" id="{5B4D08A4-56A5-7377-C1C8-7F6681C05B3D}"/>
                </a:ext>
              </a:extLst>
            </p:cNvPr>
            <p:cNvSpPr/>
            <p:nvPr/>
          </p:nvSpPr>
          <p:spPr>
            <a:xfrm>
              <a:off x="6332350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3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1" name="Google Shape;3819;p80">
              <a:extLst>
                <a:ext uri="{FF2B5EF4-FFF2-40B4-BE49-F238E27FC236}">
                  <a16:creationId xmlns:a16="http://schemas.microsoft.com/office/drawing/2014/main" id="{329E0C26-F46E-A06B-D28A-B9E39078E36A}"/>
                </a:ext>
              </a:extLst>
            </p:cNvPr>
            <p:cNvSpPr/>
            <p:nvPr/>
          </p:nvSpPr>
          <p:spPr>
            <a:xfrm>
              <a:off x="6332350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3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2" name="Google Shape;3820;p80">
              <a:extLst>
                <a:ext uri="{FF2B5EF4-FFF2-40B4-BE49-F238E27FC236}">
                  <a16:creationId xmlns:a16="http://schemas.microsoft.com/office/drawing/2014/main" id="{A7D912D9-6CE6-5898-BE94-93A6F4301E99}"/>
                </a:ext>
              </a:extLst>
            </p:cNvPr>
            <p:cNvSpPr/>
            <p:nvPr/>
          </p:nvSpPr>
          <p:spPr>
            <a:xfrm>
              <a:off x="6256150" y="2485550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8"/>
                    <a:pt x="522" y="2131"/>
                    <a:pt x="1067" y="2131"/>
                  </a:cubicBezTo>
                  <a:cubicBezTo>
                    <a:pt x="1329" y="2131"/>
                    <a:pt x="1596" y="2033"/>
                    <a:pt x="1813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3" name="Google Shape;3821;p80">
              <a:extLst>
                <a:ext uri="{FF2B5EF4-FFF2-40B4-BE49-F238E27FC236}">
                  <a16:creationId xmlns:a16="http://schemas.microsoft.com/office/drawing/2014/main" id="{AD84DDB2-B3D8-1489-23AE-0A7B80AA99AB}"/>
                </a:ext>
              </a:extLst>
            </p:cNvPr>
            <p:cNvSpPr/>
            <p:nvPr/>
          </p:nvSpPr>
          <p:spPr>
            <a:xfrm>
              <a:off x="6256150" y="24093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1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4" name="Google Shape;3822;p80">
              <a:extLst>
                <a:ext uri="{FF2B5EF4-FFF2-40B4-BE49-F238E27FC236}">
                  <a16:creationId xmlns:a16="http://schemas.microsoft.com/office/drawing/2014/main" id="{E919ADC5-1A00-6C56-548B-2B2CB4E0C505}"/>
                </a:ext>
              </a:extLst>
            </p:cNvPr>
            <p:cNvSpPr/>
            <p:nvPr/>
          </p:nvSpPr>
          <p:spPr>
            <a:xfrm>
              <a:off x="6256150" y="20282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7"/>
                    <a:pt x="1071" y="2137"/>
                  </a:cubicBezTo>
                  <a:cubicBezTo>
                    <a:pt x="1332" y="2137"/>
                    <a:pt x="1597" y="2040"/>
                    <a:pt x="1813" y="1821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5" name="Google Shape;3823;p80">
              <a:extLst>
                <a:ext uri="{FF2B5EF4-FFF2-40B4-BE49-F238E27FC236}">
                  <a16:creationId xmlns:a16="http://schemas.microsoft.com/office/drawing/2014/main" id="{FD6470BD-A060-8FD6-3CDA-048C7A6BDD95}"/>
                </a:ext>
              </a:extLst>
            </p:cNvPr>
            <p:cNvSpPr/>
            <p:nvPr/>
          </p:nvSpPr>
          <p:spPr>
            <a:xfrm>
              <a:off x="6256150" y="19520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4" y="2138"/>
                    <a:pt x="1070" y="2138"/>
                  </a:cubicBezTo>
                  <a:cubicBezTo>
                    <a:pt x="1331" y="2138"/>
                    <a:pt x="1597" y="2040"/>
                    <a:pt x="1813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6" name="Google Shape;3824;p80">
              <a:extLst>
                <a:ext uri="{FF2B5EF4-FFF2-40B4-BE49-F238E27FC236}">
                  <a16:creationId xmlns:a16="http://schemas.microsoft.com/office/drawing/2014/main" id="{0024073F-E02A-A4F8-4291-06B11F9E1C1D}"/>
                </a:ext>
              </a:extLst>
            </p:cNvPr>
            <p:cNvSpPr/>
            <p:nvPr/>
          </p:nvSpPr>
          <p:spPr>
            <a:xfrm>
              <a:off x="6256150" y="18760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9"/>
                    <a:pt x="525" y="2133"/>
                    <a:pt x="1071" y="2133"/>
                  </a:cubicBezTo>
                  <a:cubicBezTo>
                    <a:pt x="1332" y="2133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7" name="Google Shape;3825;p80">
              <a:extLst>
                <a:ext uri="{FF2B5EF4-FFF2-40B4-BE49-F238E27FC236}">
                  <a16:creationId xmlns:a16="http://schemas.microsoft.com/office/drawing/2014/main" id="{C392C426-11BB-3EA5-2C81-668B011E6851}"/>
                </a:ext>
              </a:extLst>
            </p:cNvPr>
            <p:cNvSpPr/>
            <p:nvPr/>
          </p:nvSpPr>
          <p:spPr>
            <a:xfrm>
              <a:off x="6256150" y="17998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1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8" name="Google Shape;3826;p80">
              <a:extLst>
                <a:ext uri="{FF2B5EF4-FFF2-40B4-BE49-F238E27FC236}">
                  <a16:creationId xmlns:a16="http://schemas.microsoft.com/office/drawing/2014/main" id="{CF067335-F2B1-37C1-5C00-6C95C6F5FD12}"/>
                </a:ext>
              </a:extLst>
            </p:cNvPr>
            <p:cNvSpPr/>
            <p:nvPr/>
          </p:nvSpPr>
          <p:spPr>
            <a:xfrm>
              <a:off x="6256150" y="17236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1" y="2133"/>
                  </a:cubicBezTo>
                  <a:cubicBezTo>
                    <a:pt x="1332" y="2133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9" name="Google Shape;3827;p80">
              <a:extLst>
                <a:ext uri="{FF2B5EF4-FFF2-40B4-BE49-F238E27FC236}">
                  <a16:creationId xmlns:a16="http://schemas.microsoft.com/office/drawing/2014/main" id="{FD0597CB-22E1-CC8F-D323-DE75CAB530DE}"/>
                </a:ext>
              </a:extLst>
            </p:cNvPr>
            <p:cNvSpPr/>
            <p:nvPr/>
          </p:nvSpPr>
          <p:spPr>
            <a:xfrm>
              <a:off x="6256150" y="13427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1" y="2138"/>
                  </a:cubicBezTo>
                  <a:cubicBezTo>
                    <a:pt x="1332" y="2138"/>
                    <a:pt x="1597" y="2040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0" name="Google Shape;3828;p80">
              <a:extLst>
                <a:ext uri="{FF2B5EF4-FFF2-40B4-BE49-F238E27FC236}">
                  <a16:creationId xmlns:a16="http://schemas.microsoft.com/office/drawing/2014/main" id="{49966387-770B-EA58-6989-2855FAF0F304}"/>
                </a:ext>
              </a:extLst>
            </p:cNvPr>
            <p:cNvSpPr/>
            <p:nvPr/>
          </p:nvSpPr>
          <p:spPr>
            <a:xfrm>
              <a:off x="6179925" y="24855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8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1" name="Google Shape;3829;p80">
              <a:extLst>
                <a:ext uri="{FF2B5EF4-FFF2-40B4-BE49-F238E27FC236}">
                  <a16:creationId xmlns:a16="http://schemas.microsoft.com/office/drawing/2014/main" id="{46E8BF7F-45B7-EAE9-CDA8-2C504AC0EE55}"/>
                </a:ext>
              </a:extLst>
            </p:cNvPr>
            <p:cNvSpPr/>
            <p:nvPr/>
          </p:nvSpPr>
          <p:spPr>
            <a:xfrm>
              <a:off x="6179925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2" name="Google Shape;3830;p80">
              <a:extLst>
                <a:ext uri="{FF2B5EF4-FFF2-40B4-BE49-F238E27FC236}">
                  <a16:creationId xmlns:a16="http://schemas.microsoft.com/office/drawing/2014/main" id="{8069E8C7-C1A2-86C7-3A0C-BC4125D50340}"/>
                </a:ext>
              </a:extLst>
            </p:cNvPr>
            <p:cNvSpPr/>
            <p:nvPr/>
          </p:nvSpPr>
          <p:spPr>
            <a:xfrm>
              <a:off x="6179925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3" name="Google Shape;3831;p80">
              <a:extLst>
                <a:ext uri="{FF2B5EF4-FFF2-40B4-BE49-F238E27FC236}">
                  <a16:creationId xmlns:a16="http://schemas.microsoft.com/office/drawing/2014/main" id="{2AE1DCDF-D198-C1B4-054F-32E284208D36}"/>
                </a:ext>
              </a:extLst>
            </p:cNvPr>
            <p:cNvSpPr/>
            <p:nvPr/>
          </p:nvSpPr>
          <p:spPr>
            <a:xfrm>
              <a:off x="6179925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6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4" name="Google Shape;3832;p80">
              <a:extLst>
                <a:ext uri="{FF2B5EF4-FFF2-40B4-BE49-F238E27FC236}">
                  <a16:creationId xmlns:a16="http://schemas.microsoft.com/office/drawing/2014/main" id="{FB690DD5-9E49-0DF8-DF91-92EA752BE67F}"/>
                </a:ext>
              </a:extLst>
            </p:cNvPr>
            <p:cNvSpPr/>
            <p:nvPr/>
          </p:nvSpPr>
          <p:spPr>
            <a:xfrm>
              <a:off x="6103700" y="23331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5" name="Google Shape;3833;p80">
              <a:extLst>
                <a:ext uri="{FF2B5EF4-FFF2-40B4-BE49-F238E27FC236}">
                  <a16:creationId xmlns:a16="http://schemas.microsoft.com/office/drawing/2014/main" id="{568FD69A-0589-C8FB-E619-5F789D9EDA24}"/>
                </a:ext>
              </a:extLst>
            </p:cNvPr>
            <p:cNvSpPr/>
            <p:nvPr/>
          </p:nvSpPr>
          <p:spPr>
            <a:xfrm>
              <a:off x="6103700" y="2256925"/>
              <a:ext cx="62575" cy="53425"/>
            </a:xfrm>
            <a:custGeom>
              <a:avLst/>
              <a:gdLst/>
              <a:ahLst/>
              <a:cxnLst/>
              <a:rect l="l" t="t" r="r" b="b"/>
              <a:pathLst>
                <a:path w="2503" h="2137" extrusionOk="0">
                  <a:moveTo>
                    <a:pt x="1076" y="0"/>
                  </a:moveTo>
                  <a:cubicBezTo>
                    <a:pt x="1073" y="0"/>
                    <a:pt x="1069" y="0"/>
                    <a:pt x="1066" y="0"/>
                  </a:cubicBez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30" y="2137"/>
                    <a:pt x="1081" y="2137"/>
                  </a:cubicBezTo>
                  <a:cubicBezTo>
                    <a:pt x="1344" y="2137"/>
                    <a:pt x="1612" y="2039"/>
                    <a:pt x="1830" y="1821"/>
                  </a:cubicBezTo>
                  <a:cubicBezTo>
                    <a:pt x="2502" y="1149"/>
                    <a:pt x="2029" y="0"/>
                    <a:pt x="107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6" name="Google Shape;3834;p80">
              <a:extLst>
                <a:ext uri="{FF2B5EF4-FFF2-40B4-BE49-F238E27FC236}">
                  <a16:creationId xmlns:a16="http://schemas.microsoft.com/office/drawing/2014/main" id="{28DBDD22-4173-B19A-FE9C-0839D19A2DF9}"/>
                </a:ext>
              </a:extLst>
            </p:cNvPr>
            <p:cNvSpPr/>
            <p:nvPr/>
          </p:nvSpPr>
          <p:spPr>
            <a:xfrm>
              <a:off x="6103700" y="21807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7" name="Google Shape;3835;p80">
              <a:extLst>
                <a:ext uri="{FF2B5EF4-FFF2-40B4-BE49-F238E27FC236}">
                  <a16:creationId xmlns:a16="http://schemas.microsoft.com/office/drawing/2014/main" id="{F9F24FE6-B2FB-C39C-F978-477CB4BDB7A6}"/>
                </a:ext>
              </a:extLst>
            </p:cNvPr>
            <p:cNvSpPr/>
            <p:nvPr/>
          </p:nvSpPr>
          <p:spPr>
            <a:xfrm>
              <a:off x="6103700" y="21045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6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8" name="Google Shape;3836;p80">
              <a:extLst>
                <a:ext uri="{FF2B5EF4-FFF2-40B4-BE49-F238E27FC236}">
                  <a16:creationId xmlns:a16="http://schemas.microsoft.com/office/drawing/2014/main" id="{753E179C-FF71-CEC4-6F98-83095494A284}"/>
                </a:ext>
              </a:extLst>
            </p:cNvPr>
            <p:cNvSpPr/>
            <p:nvPr/>
          </p:nvSpPr>
          <p:spPr>
            <a:xfrm>
              <a:off x="6103700" y="13427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1" y="1"/>
                    <a:pt x="9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7" y="2138"/>
                    <a:pt x="1604" y="2040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9" name="Google Shape;3837;p80">
              <a:extLst>
                <a:ext uri="{FF2B5EF4-FFF2-40B4-BE49-F238E27FC236}">
                  <a16:creationId xmlns:a16="http://schemas.microsoft.com/office/drawing/2014/main" id="{C2BF72E7-C953-FD98-1520-71F35E253381}"/>
                </a:ext>
              </a:extLst>
            </p:cNvPr>
            <p:cNvSpPr/>
            <p:nvPr/>
          </p:nvSpPr>
          <p:spPr>
            <a:xfrm>
              <a:off x="6027500" y="21807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3" y="1"/>
                  </a:moveTo>
                  <a:cubicBezTo>
                    <a:pt x="480" y="1"/>
                    <a:pt x="9" y="480"/>
                    <a:pt x="0" y="1066"/>
                  </a:cubicBezTo>
                  <a:cubicBezTo>
                    <a:pt x="0" y="1709"/>
                    <a:pt x="529" y="2133"/>
                    <a:pt x="1078" y="2133"/>
                  </a:cubicBezTo>
                  <a:cubicBezTo>
                    <a:pt x="1340" y="2133"/>
                    <a:pt x="1606" y="2037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0" name="Google Shape;3838;p80">
              <a:extLst>
                <a:ext uri="{FF2B5EF4-FFF2-40B4-BE49-F238E27FC236}">
                  <a16:creationId xmlns:a16="http://schemas.microsoft.com/office/drawing/2014/main" id="{19B86B3F-1F15-754E-E574-68E7F1EB78CE}"/>
                </a:ext>
              </a:extLst>
            </p:cNvPr>
            <p:cNvSpPr/>
            <p:nvPr/>
          </p:nvSpPr>
          <p:spPr>
            <a:xfrm>
              <a:off x="6027500" y="13427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3" y="1"/>
                  </a:moveTo>
                  <a:cubicBezTo>
                    <a:pt x="480" y="1"/>
                    <a:pt x="9" y="481"/>
                    <a:pt x="0" y="1066"/>
                  </a:cubicBezTo>
                  <a:cubicBezTo>
                    <a:pt x="0" y="1710"/>
                    <a:pt x="529" y="2138"/>
                    <a:pt x="1078" y="2138"/>
                  </a:cubicBezTo>
                  <a:cubicBezTo>
                    <a:pt x="1340" y="2138"/>
                    <a:pt x="1606" y="2040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1" name="Google Shape;3839;p80">
              <a:extLst>
                <a:ext uri="{FF2B5EF4-FFF2-40B4-BE49-F238E27FC236}">
                  <a16:creationId xmlns:a16="http://schemas.microsoft.com/office/drawing/2014/main" id="{FA414CA2-9FE2-2543-ADF0-6057063B06F0}"/>
                </a:ext>
              </a:extLst>
            </p:cNvPr>
            <p:cNvSpPr/>
            <p:nvPr/>
          </p:nvSpPr>
          <p:spPr>
            <a:xfrm>
              <a:off x="5951475" y="24855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8"/>
                    <a:pt x="523" y="2131"/>
                    <a:pt x="1070" y="2131"/>
                  </a:cubicBezTo>
                  <a:cubicBezTo>
                    <a:pt x="1333" y="2131"/>
                    <a:pt x="1603" y="2033"/>
                    <a:pt x="1822" y="1814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2" name="Google Shape;3840;p80">
              <a:extLst>
                <a:ext uri="{FF2B5EF4-FFF2-40B4-BE49-F238E27FC236}">
                  <a16:creationId xmlns:a16="http://schemas.microsoft.com/office/drawing/2014/main" id="{F75F9AD7-1A5C-5299-E63F-07EE71E766A3}"/>
                </a:ext>
              </a:extLst>
            </p:cNvPr>
            <p:cNvSpPr/>
            <p:nvPr/>
          </p:nvSpPr>
          <p:spPr>
            <a:xfrm>
              <a:off x="5951475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3" name="Google Shape;3841;p80">
              <a:extLst>
                <a:ext uri="{FF2B5EF4-FFF2-40B4-BE49-F238E27FC236}">
                  <a16:creationId xmlns:a16="http://schemas.microsoft.com/office/drawing/2014/main" id="{1B6A51CE-C7AB-52D1-EF08-77A6A8C3740F}"/>
                </a:ext>
              </a:extLst>
            </p:cNvPr>
            <p:cNvSpPr/>
            <p:nvPr/>
          </p:nvSpPr>
          <p:spPr>
            <a:xfrm>
              <a:off x="5951475" y="23331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4" name="Google Shape;3842;p80">
              <a:extLst>
                <a:ext uri="{FF2B5EF4-FFF2-40B4-BE49-F238E27FC236}">
                  <a16:creationId xmlns:a16="http://schemas.microsoft.com/office/drawing/2014/main" id="{6F4BABAC-D1D4-A366-DC50-0F713DE511A1}"/>
                </a:ext>
              </a:extLst>
            </p:cNvPr>
            <p:cNvSpPr/>
            <p:nvPr/>
          </p:nvSpPr>
          <p:spPr>
            <a:xfrm>
              <a:off x="5951475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5" name="Google Shape;3843;p80">
              <a:extLst>
                <a:ext uri="{FF2B5EF4-FFF2-40B4-BE49-F238E27FC236}">
                  <a16:creationId xmlns:a16="http://schemas.microsoft.com/office/drawing/2014/main" id="{5ADD3E51-B8FD-161B-A27F-2FAA8DDEE503}"/>
                </a:ext>
              </a:extLst>
            </p:cNvPr>
            <p:cNvSpPr/>
            <p:nvPr/>
          </p:nvSpPr>
          <p:spPr>
            <a:xfrm>
              <a:off x="5951475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6" name="Google Shape;3844;p80">
              <a:extLst>
                <a:ext uri="{FF2B5EF4-FFF2-40B4-BE49-F238E27FC236}">
                  <a16:creationId xmlns:a16="http://schemas.microsoft.com/office/drawing/2014/main" id="{30E2579C-522F-19BA-C156-A4ED25772202}"/>
                </a:ext>
              </a:extLst>
            </p:cNvPr>
            <p:cNvSpPr/>
            <p:nvPr/>
          </p:nvSpPr>
          <p:spPr>
            <a:xfrm>
              <a:off x="5875275" y="2714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7" name="Google Shape;3845;p80">
              <a:extLst>
                <a:ext uri="{FF2B5EF4-FFF2-40B4-BE49-F238E27FC236}">
                  <a16:creationId xmlns:a16="http://schemas.microsoft.com/office/drawing/2014/main" id="{A871B30D-A35B-E712-D4D8-720D8783BE01}"/>
                </a:ext>
              </a:extLst>
            </p:cNvPr>
            <p:cNvSpPr/>
            <p:nvPr/>
          </p:nvSpPr>
          <p:spPr>
            <a:xfrm>
              <a:off x="5875275" y="26377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74"/>
                  </a:cubicBezTo>
                  <a:cubicBezTo>
                    <a:pt x="0" y="1712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88" y="1155"/>
                    <a:pt x="2017" y="1"/>
                    <a:pt x="106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8" name="Google Shape;3846;p80">
              <a:extLst>
                <a:ext uri="{FF2B5EF4-FFF2-40B4-BE49-F238E27FC236}">
                  <a16:creationId xmlns:a16="http://schemas.microsoft.com/office/drawing/2014/main" id="{0C21F67B-8197-33D5-ECBE-FF85BD7C8993}"/>
                </a:ext>
              </a:extLst>
            </p:cNvPr>
            <p:cNvSpPr/>
            <p:nvPr/>
          </p:nvSpPr>
          <p:spPr>
            <a:xfrm>
              <a:off x="5875275" y="2561575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88" y="1154"/>
                    <a:pt x="2017" y="0"/>
                    <a:pt x="106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9" name="Google Shape;3847;p80">
              <a:extLst>
                <a:ext uri="{FF2B5EF4-FFF2-40B4-BE49-F238E27FC236}">
                  <a16:creationId xmlns:a16="http://schemas.microsoft.com/office/drawing/2014/main" id="{1C327D7C-733E-50E5-38C7-14B1A9081D64}"/>
                </a:ext>
              </a:extLst>
            </p:cNvPr>
            <p:cNvSpPr/>
            <p:nvPr/>
          </p:nvSpPr>
          <p:spPr>
            <a:xfrm>
              <a:off x="5875275" y="24855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8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0" name="Google Shape;3848;p80">
              <a:extLst>
                <a:ext uri="{FF2B5EF4-FFF2-40B4-BE49-F238E27FC236}">
                  <a16:creationId xmlns:a16="http://schemas.microsoft.com/office/drawing/2014/main" id="{44F99AB1-12D8-B110-79BF-E00FB68409F8}"/>
                </a:ext>
              </a:extLst>
            </p:cNvPr>
            <p:cNvSpPr/>
            <p:nvPr/>
          </p:nvSpPr>
          <p:spPr>
            <a:xfrm>
              <a:off x="5875275" y="23331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1" name="Google Shape;3849;p80">
              <a:extLst>
                <a:ext uri="{FF2B5EF4-FFF2-40B4-BE49-F238E27FC236}">
                  <a16:creationId xmlns:a16="http://schemas.microsoft.com/office/drawing/2014/main" id="{3F31D86E-C97A-AF0F-C3AA-67D655232BDC}"/>
                </a:ext>
              </a:extLst>
            </p:cNvPr>
            <p:cNvSpPr/>
            <p:nvPr/>
          </p:nvSpPr>
          <p:spPr>
            <a:xfrm>
              <a:off x="5875275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5" y="0"/>
                  </a:moveTo>
                  <a:cubicBezTo>
                    <a:pt x="1072" y="0"/>
                    <a:pt x="1069" y="0"/>
                    <a:pt x="1065" y="0"/>
                  </a:cubicBez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78" y="2137"/>
                  </a:cubicBezTo>
                  <a:cubicBezTo>
                    <a:pt x="1340" y="2137"/>
                    <a:pt x="1606" y="2039"/>
                    <a:pt x="1821" y="1821"/>
                  </a:cubicBezTo>
                  <a:cubicBezTo>
                    <a:pt x="2494" y="1149"/>
                    <a:pt x="2020" y="0"/>
                    <a:pt x="107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2" name="Google Shape;3850;p80">
              <a:extLst>
                <a:ext uri="{FF2B5EF4-FFF2-40B4-BE49-F238E27FC236}">
                  <a16:creationId xmlns:a16="http://schemas.microsoft.com/office/drawing/2014/main" id="{C342E03F-CAE8-C56F-2C16-FA59F3EC113C}"/>
                </a:ext>
              </a:extLst>
            </p:cNvPr>
            <p:cNvSpPr/>
            <p:nvPr/>
          </p:nvSpPr>
          <p:spPr>
            <a:xfrm>
              <a:off x="5875275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6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3" name="Google Shape;3851;p80">
              <a:extLst>
                <a:ext uri="{FF2B5EF4-FFF2-40B4-BE49-F238E27FC236}">
                  <a16:creationId xmlns:a16="http://schemas.microsoft.com/office/drawing/2014/main" id="{D48A8A94-C9A5-DE8A-C810-61094A0FD661}"/>
                </a:ext>
              </a:extLst>
            </p:cNvPr>
            <p:cNvSpPr/>
            <p:nvPr/>
          </p:nvSpPr>
          <p:spPr>
            <a:xfrm>
              <a:off x="5799275" y="27140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57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1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08" y="0"/>
                    <a:pt x="105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4" name="Google Shape;3852;p80">
              <a:extLst>
                <a:ext uri="{FF2B5EF4-FFF2-40B4-BE49-F238E27FC236}">
                  <a16:creationId xmlns:a16="http://schemas.microsoft.com/office/drawing/2014/main" id="{08A76AA4-A9E7-02C2-761B-0547A8573798}"/>
                </a:ext>
              </a:extLst>
            </p:cNvPr>
            <p:cNvSpPr/>
            <p:nvPr/>
          </p:nvSpPr>
          <p:spPr>
            <a:xfrm>
              <a:off x="5799275" y="13427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57" y="1"/>
                  </a:moveTo>
                  <a:cubicBezTo>
                    <a:pt x="472" y="9"/>
                    <a:pt x="0" y="481"/>
                    <a:pt x="0" y="1066"/>
                  </a:cubicBezTo>
                  <a:cubicBezTo>
                    <a:pt x="0" y="1710"/>
                    <a:pt x="525" y="2138"/>
                    <a:pt x="1071" y="2138"/>
                  </a:cubicBezTo>
                  <a:cubicBezTo>
                    <a:pt x="1332" y="2138"/>
                    <a:pt x="1597" y="2040"/>
                    <a:pt x="1813" y="1822"/>
                  </a:cubicBezTo>
                  <a:cubicBezTo>
                    <a:pt x="2488" y="1147"/>
                    <a:pt x="2008" y="1"/>
                    <a:pt x="105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5" name="Google Shape;3853;p80">
              <a:extLst>
                <a:ext uri="{FF2B5EF4-FFF2-40B4-BE49-F238E27FC236}">
                  <a16:creationId xmlns:a16="http://schemas.microsoft.com/office/drawing/2014/main" id="{582AB972-B218-7F7B-719C-577F9CE893FB}"/>
                </a:ext>
              </a:extLst>
            </p:cNvPr>
            <p:cNvSpPr/>
            <p:nvPr/>
          </p:nvSpPr>
          <p:spPr>
            <a:xfrm>
              <a:off x="5799125" y="1190550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63" y="0"/>
                  </a:moveTo>
                  <a:cubicBezTo>
                    <a:pt x="478" y="0"/>
                    <a:pt x="6" y="480"/>
                    <a:pt x="6" y="1065"/>
                  </a:cubicBezTo>
                  <a:cubicBezTo>
                    <a:pt x="1" y="1709"/>
                    <a:pt x="528" y="2137"/>
                    <a:pt x="1076" y="2137"/>
                  </a:cubicBezTo>
                  <a:cubicBezTo>
                    <a:pt x="1337" y="2137"/>
                    <a:pt x="1603" y="2039"/>
                    <a:pt x="1819" y="1821"/>
                  </a:cubicBezTo>
                  <a:cubicBezTo>
                    <a:pt x="2494" y="1146"/>
                    <a:pt x="2014" y="0"/>
                    <a:pt x="106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6" name="Google Shape;3854;p80">
              <a:extLst>
                <a:ext uri="{FF2B5EF4-FFF2-40B4-BE49-F238E27FC236}">
                  <a16:creationId xmlns:a16="http://schemas.microsoft.com/office/drawing/2014/main" id="{6E353412-6703-38A3-3BF2-2B5CCA65B026}"/>
                </a:ext>
              </a:extLst>
            </p:cNvPr>
            <p:cNvSpPr/>
            <p:nvPr/>
          </p:nvSpPr>
          <p:spPr>
            <a:xfrm>
              <a:off x="5723050" y="30948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7" name="Google Shape;3855;p80">
              <a:extLst>
                <a:ext uri="{FF2B5EF4-FFF2-40B4-BE49-F238E27FC236}">
                  <a16:creationId xmlns:a16="http://schemas.microsoft.com/office/drawing/2014/main" id="{98156FD0-FAC4-4572-93D0-5CE8A2E80F9E}"/>
                </a:ext>
              </a:extLst>
            </p:cNvPr>
            <p:cNvSpPr/>
            <p:nvPr/>
          </p:nvSpPr>
          <p:spPr>
            <a:xfrm>
              <a:off x="5723050" y="30186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2" y="2137"/>
                  </a:cubicBezTo>
                  <a:cubicBezTo>
                    <a:pt x="1332" y="2137"/>
                    <a:pt x="1598" y="2039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8" name="Google Shape;3856;p80">
              <a:extLst>
                <a:ext uri="{FF2B5EF4-FFF2-40B4-BE49-F238E27FC236}">
                  <a16:creationId xmlns:a16="http://schemas.microsoft.com/office/drawing/2014/main" id="{61923916-4D56-F0C5-431D-8D209CB3BF5D}"/>
                </a:ext>
              </a:extLst>
            </p:cNvPr>
            <p:cNvSpPr/>
            <p:nvPr/>
          </p:nvSpPr>
          <p:spPr>
            <a:xfrm>
              <a:off x="5723050" y="29424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9"/>
                    <a:pt x="0" y="480"/>
                    <a:pt x="0" y="1074"/>
                  </a:cubicBezTo>
                  <a:cubicBezTo>
                    <a:pt x="0" y="1712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9" name="Google Shape;3857;p80">
              <a:extLst>
                <a:ext uri="{FF2B5EF4-FFF2-40B4-BE49-F238E27FC236}">
                  <a16:creationId xmlns:a16="http://schemas.microsoft.com/office/drawing/2014/main" id="{D612305A-A940-0E02-FB0E-3BC77D465373}"/>
                </a:ext>
              </a:extLst>
            </p:cNvPr>
            <p:cNvSpPr/>
            <p:nvPr/>
          </p:nvSpPr>
          <p:spPr>
            <a:xfrm>
              <a:off x="5723050" y="2714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0" name="Google Shape;3858;p80">
              <a:extLst>
                <a:ext uri="{FF2B5EF4-FFF2-40B4-BE49-F238E27FC236}">
                  <a16:creationId xmlns:a16="http://schemas.microsoft.com/office/drawing/2014/main" id="{A860BB04-B979-7C1C-DD45-EF2073F7E3CC}"/>
                </a:ext>
              </a:extLst>
            </p:cNvPr>
            <p:cNvSpPr/>
            <p:nvPr/>
          </p:nvSpPr>
          <p:spPr>
            <a:xfrm>
              <a:off x="5723050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1"/>
                    <a:pt x="0" y="481"/>
                    <a:pt x="0" y="1066"/>
                  </a:cubicBezTo>
                  <a:cubicBezTo>
                    <a:pt x="0" y="1710"/>
                    <a:pt x="526" y="2138"/>
                    <a:pt x="1072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1" name="Google Shape;3859;p80">
              <a:extLst>
                <a:ext uri="{FF2B5EF4-FFF2-40B4-BE49-F238E27FC236}">
                  <a16:creationId xmlns:a16="http://schemas.microsoft.com/office/drawing/2014/main" id="{2BFF14DF-52E7-E8F5-B4EF-C401AD01C7E9}"/>
                </a:ext>
              </a:extLst>
            </p:cNvPr>
            <p:cNvSpPr/>
            <p:nvPr/>
          </p:nvSpPr>
          <p:spPr>
            <a:xfrm>
              <a:off x="5722900" y="1190550"/>
              <a:ext cx="62375" cy="53425"/>
            </a:xfrm>
            <a:custGeom>
              <a:avLst/>
              <a:gdLst/>
              <a:ahLst/>
              <a:cxnLst/>
              <a:rect l="l" t="t" r="r" b="b"/>
              <a:pathLst>
                <a:path w="2495" h="2137" extrusionOk="0">
                  <a:moveTo>
                    <a:pt x="1071" y="0"/>
                  </a:moveTo>
                  <a:cubicBezTo>
                    <a:pt x="478" y="0"/>
                    <a:pt x="6" y="480"/>
                    <a:pt x="6" y="1065"/>
                  </a:cubicBezTo>
                  <a:cubicBezTo>
                    <a:pt x="1" y="1709"/>
                    <a:pt x="524" y="2137"/>
                    <a:pt x="1072" y="2137"/>
                  </a:cubicBezTo>
                  <a:cubicBezTo>
                    <a:pt x="1334" y="2137"/>
                    <a:pt x="1601" y="2039"/>
                    <a:pt x="1819" y="1821"/>
                  </a:cubicBezTo>
                  <a:cubicBezTo>
                    <a:pt x="2494" y="1146"/>
                    <a:pt x="2014" y="0"/>
                    <a:pt x="107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2" name="Google Shape;3860;p80">
              <a:extLst>
                <a:ext uri="{FF2B5EF4-FFF2-40B4-BE49-F238E27FC236}">
                  <a16:creationId xmlns:a16="http://schemas.microsoft.com/office/drawing/2014/main" id="{11CAABB8-0DB8-7E39-A705-2A4791A9336B}"/>
                </a:ext>
              </a:extLst>
            </p:cNvPr>
            <p:cNvSpPr/>
            <p:nvPr/>
          </p:nvSpPr>
          <p:spPr>
            <a:xfrm>
              <a:off x="5646825" y="30186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39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3" name="Google Shape;3861;p80">
              <a:extLst>
                <a:ext uri="{FF2B5EF4-FFF2-40B4-BE49-F238E27FC236}">
                  <a16:creationId xmlns:a16="http://schemas.microsoft.com/office/drawing/2014/main" id="{41771DA2-34A0-89B8-6D66-25BA8DA13A11}"/>
                </a:ext>
              </a:extLst>
            </p:cNvPr>
            <p:cNvSpPr/>
            <p:nvPr/>
          </p:nvSpPr>
          <p:spPr>
            <a:xfrm>
              <a:off x="5646825" y="286642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0"/>
                  </a:moveTo>
                  <a:cubicBezTo>
                    <a:pt x="472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68" y="2131"/>
                  </a:cubicBezTo>
                  <a:cubicBezTo>
                    <a:pt x="1330" y="2131"/>
                    <a:pt x="1597" y="2032"/>
                    <a:pt x="1814" y="1813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4" name="Google Shape;3862;p80">
              <a:extLst>
                <a:ext uri="{FF2B5EF4-FFF2-40B4-BE49-F238E27FC236}">
                  <a16:creationId xmlns:a16="http://schemas.microsoft.com/office/drawing/2014/main" id="{F4ABF080-E520-3349-A5CF-53A8EFA554ED}"/>
                </a:ext>
              </a:extLst>
            </p:cNvPr>
            <p:cNvSpPr/>
            <p:nvPr/>
          </p:nvSpPr>
          <p:spPr>
            <a:xfrm>
              <a:off x="5646825" y="27902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5" name="Google Shape;3863;p80">
              <a:extLst>
                <a:ext uri="{FF2B5EF4-FFF2-40B4-BE49-F238E27FC236}">
                  <a16:creationId xmlns:a16="http://schemas.microsoft.com/office/drawing/2014/main" id="{EC7CA7AD-A427-C827-B9FF-2911F767C164}"/>
                </a:ext>
              </a:extLst>
            </p:cNvPr>
            <p:cNvSpPr/>
            <p:nvPr/>
          </p:nvSpPr>
          <p:spPr>
            <a:xfrm>
              <a:off x="5646825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6" name="Google Shape;3864;p80">
              <a:extLst>
                <a:ext uri="{FF2B5EF4-FFF2-40B4-BE49-F238E27FC236}">
                  <a16:creationId xmlns:a16="http://schemas.microsoft.com/office/drawing/2014/main" id="{D0F09F65-889F-D3DD-5292-1CE5123D3952}"/>
                </a:ext>
              </a:extLst>
            </p:cNvPr>
            <p:cNvSpPr/>
            <p:nvPr/>
          </p:nvSpPr>
          <p:spPr>
            <a:xfrm>
              <a:off x="5646825" y="12665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0"/>
                  </a:moveTo>
                  <a:cubicBezTo>
                    <a:pt x="472" y="9"/>
                    <a:pt x="1" y="480"/>
                    <a:pt x="1" y="1074"/>
                  </a:cubicBezTo>
                  <a:cubicBezTo>
                    <a:pt x="1" y="1711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4" y="1821"/>
                  </a:cubicBezTo>
                  <a:cubicBezTo>
                    <a:pt x="2489" y="1155"/>
                    <a:pt x="2017" y="0"/>
                    <a:pt x="106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7" name="Google Shape;3865;p80">
              <a:extLst>
                <a:ext uri="{FF2B5EF4-FFF2-40B4-BE49-F238E27FC236}">
                  <a16:creationId xmlns:a16="http://schemas.microsoft.com/office/drawing/2014/main" id="{5BCF39C5-7330-5538-2AD0-3B39D477C316}"/>
                </a:ext>
              </a:extLst>
            </p:cNvPr>
            <p:cNvSpPr/>
            <p:nvPr/>
          </p:nvSpPr>
          <p:spPr>
            <a:xfrm>
              <a:off x="5646700" y="1190550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1" y="0"/>
                  </a:moveTo>
                  <a:cubicBezTo>
                    <a:pt x="486" y="0"/>
                    <a:pt x="6" y="480"/>
                    <a:pt x="6" y="1065"/>
                  </a:cubicBezTo>
                  <a:cubicBezTo>
                    <a:pt x="0" y="1709"/>
                    <a:pt x="524" y="2137"/>
                    <a:pt x="1072" y="2137"/>
                  </a:cubicBezTo>
                  <a:cubicBezTo>
                    <a:pt x="1333" y="2137"/>
                    <a:pt x="1601" y="2039"/>
                    <a:pt x="1819" y="1821"/>
                  </a:cubicBezTo>
                  <a:cubicBezTo>
                    <a:pt x="2494" y="1154"/>
                    <a:pt x="2022" y="0"/>
                    <a:pt x="107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8" name="Google Shape;3866;p80">
              <a:extLst>
                <a:ext uri="{FF2B5EF4-FFF2-40B4-BE49-F238E27FC236}">
                  <a16:creationId xmlns:a16="http://schemas.microsoft.com/office/drawing/2014/main" id="{3BA73579-9B26-FDFD-BFA2-AC3F71CEDFA0}"/>
                </a:ext>
              </a:extLst>
            </p:cNvPr>
            <p:cNvSpPr/>
            <p:nvPr/>
          </p:nvSpPr>
          <p:spPr>
            <a:xfrm>
              <a:off x="5570625" y="3018650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2" y="2137"/>
                  </a:cubicBezTo>
                  <a:cubicBezTo>
                    <a:pt x="1332" y="2137"/>
                    <a:pt x="1598" y="2039"/>
                    <a:pt x="1813" y="1821"/>
                  </a:cubicBezTo>
                  <a:cubicBezTo>
                    <a:pt x="2488" y="1155"/>
                    <a:pt x="2016" y="0"/>
                    <a:pt x="106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9" name="Google Shape;3867;p80">
              <a:extLst>
                <a:ext uri="{FF2B5EF4-FFF2-40B4-BE49-F238E27FC236}">
                  <a16:creationId xmlns:a16="http://schemas.microsoft.com/office/drawing/2014/main" id="{211BBB68-01A3-B2D0-AA40-3CB6C5E41B4D}"/>
                </a:ext>
              </a:extLst>
            </p:cNvPr>
            <p:cNvSpPr/>
            <p:nvPr/>
          </p:nvSpPr>
          <p:spPr>
            <a:xfrm>
              <a:off x="5570625" y="294242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74"/>
                  </a:cubicBezTo>
                  <a:cubicBezTo>
                    <a:pt x="0" y="1712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0" name="Google Shape;3868;p80">
              <a:extLst>
                <a:ext uri="{FF2B5EF4-FFF2-40B4-BE49-F238E27FC236}">
                  <a16:creationId xmlns:a16="http://schemas.microsoft.com/office/drawing/2014/main" id="{ACEBDCDF-5108-F8D8-716D-CB77D43D1A99}"/>
                </a:ext>
              </a:extLst>
            </p:cNvPr>
            <p:cNvSpPr/>
            <p:nvPr/>
          </p:nvSpPr>
          <p:spPr>
            <a:xfrm>
              <a:off x="5570475" y="1190550"/>
              <a:ext cx="62350" cy="53325"/>
            </a:xfrm>
            <a:custGeom>
              <a:avLst/>
              <a:gdLst/>
              <a:ahLst/>
              <a:cxnLst/>
              <a:rect l="l" t="t" r="r" b="b"/>
              <a:pathLst>
                <a:path w="2494" h="2133" extrusionOk="0">
                  <a:moveTo>
                    <a:pt x="1071" y="0"/>
                  </a:moveTo>
                  <a:cubicBezTo>
                    <a:pt x="486" y="0"/>
                    <a:pt x="6" y="472"/>
                    <a:pt x="6" y="1065"/>
                  </a:cubicBezTo>
                  <a:cubicBezTo>
                    <a:pt x="1" y="1709"/>
                    <a:pt x="524" y="2133"/>
                    <a:pt x="1073" y="2133"/>
                  </a:cubicBezTo>
                  <a:cubicBezTo>
                    <a:pt x="1334" y="2133"/>
                    <a:pt x="1601" y="2036"/>
                    <a:pt x="1819" y="1821"/>
                  </a:cubicBezTo>
                  <a:cubicBezTo>
                    <a:pt x="2494" y="1154"/>
                    <a:pt x="2022" y="0"/>
                    <a:pt x="107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1" name="Google Shape;3869;p80">
              <a:extLst>
                <a:ext uri="{FF2B5EF4-FFF2-40B4-BE49-F238E27FC236}">
                  <a16:creationId xmlns:a16="http://schemas.microsoft.com/office/drawing/2014/main" id="{E97B0D66-0857-4908-FDF0-B90ED0C6332A}"/>
                </a:ext>
              </a:extLst>
            </p:cNvPr>
            <p:cNvSpPr/>
            <p:nvPr/>
          </p:nvSpPr>
          <p:spPr>
            <a:xfrm>
              <a:off x="5494400" y="29424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2" name="Google Shape;3870;p80">
              <a:extLst>
                <a:ext uri="{FF2B5EF4-FFF2-40B4-BE49-F238E27FC236}">
                  <a16:creationId xmlns:a16="http://schemas.microsoft.com/office/drawing/2014/main" id="{B960EA4D-EC39-E049-5A16-A295B59705AD}"/>
                </a:ext>
              </a:extLst>
            </p:cNvPr>
            <p:cNvSpPr/>
            <p:nvPr/>
          </p:nvSpPr>
          <p:spPr>
            <a:xfrm>
              <a:off x="5494400" y="286642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0"/>
                  </a:moveTo>
                  <a:cubicBezTo>
                    <a:pt x="480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3" y="2032"/>
                    <a:pt x="1822" y="1813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3" name="Google Shape;3871;p80">
              <a:extLst>
                <a:ext uri="{FF2B5EF4-FFF2-40B4-BE49-F238E27FC236}">
                  <a16:creationId xmlns:a16="http://schemas.microsoft.com/office/drawing/2014/main" id="{AE9F4A6C-29A9-3210-0C48-1A0305729527}"/>
                </a:ext>
              </a:extLst>
            </p:cNvPr>
            <p:cNvSpPr/>
            <p:nvPr/>
          </p:nvSpPr>
          <p:spPr>
            <a:xfrm>
              <a:off x="5494275" y="1190550"/>
              <a:ext cx="62350" cy="53325"/>
            </a:xfrm>
            <a:custGeom>
              <a:avLst/>
              <a:gdLst/>
              <a:ahLst/>
              <a:cxnLst/>
              <a:rect l="l" t="t" r="r" b="b"/>
              <a:pathLst>
                <a:path w="2494" h="2133" extrusionOk="0">
                  <a:moveTo>
                    <a:pt x="1071" y="0"/>
                  </a:moveTo>
                  <a:cubicBezTo>
                    <a:pt x="485" y="0"/>
                    <a:pt x="6" y="472"/>
                    <a:pt x="6" y="1065"/>
                  </a:cubicBezTo>
                  <a:cubicBezTo>
                    <a:pt x="0" y="1709"/>
                    <a:pt x="524" y="2133"/>
                    <a:pt x="1072" y="2133"/>
                  </a:cubicBezTo>
                  <a:cubicBezTo>
                    <a:pt x="1334" y="2133"/>
                    <a:pt x="1601" y="2036"/>
                    <a:pt x="1819" y="1821"/>
                  </a:cubicBezTo>
                  <a:cubicBezTo>
                    <a:pt x="2493" y="1154"/>
                    <a:pt x="2022" y="0"/>
                    <a:pt x="107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4" name="Google Shape;3872;p80">
              <a:extLst>
                <a:ext uri="{FF2B5EF4-FFF2-40B4-BE49-F238E27FC236}">
                  <a16:creationId xmlns:a16="http://schemas.microsoft.com/office/drawing/2014/main" id="{620E70A1-0B90-F666-ECC8-8CFEFE4F8794}"/>
                </a:ext>
              </a:extLst>
            </p:cNvPr>
            <p:cNvSpPr/>
            <p:nvPr/>
          </p:nvSpPr>
          <p:spPr>
            <a:xfrm>
              <a:off x="5418200" y="286642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6" y="2131"/>
                    <a:pt x="1073" y="2131"/>
                  </a:cubicBezTo>
                  <a:cubicBezTo>
                    <a:pt x="1336" y="2131"/>
                    <a:pt x="1605" y="2032"/>
                    <a:pt x="1821" y="1813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5" name="Google Shape;3873;p80">
              <a:extLst>
                <a:ext uri="{FF2B5EF4-FFF2-40B4-BE49-F238E27FC236}">
                  <a16:creationId xmlns:a16="http://schemas.microsoft.com/office/drawing/2014/main" id="{92321C8B-6EF7-E5A0-3BA6-BA0E6390EE52}"/>
                </a:ext>
              </a:extLst>
            </p:cNvPr>
            <p:cNvSpPr/>
            <p:nvPr/>
          </p:nvSpPr>
          <p:spPr>
            <a:xfrm>
              <a:off x="5418200" y="27902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6" name="Google Shape;3874;p80">
              <a:extLst>
                <a:ext uri="{FF2B5EF4-FFF2-40B4-BE49-F238E27FC236}">
                  <a16:creationId xmlns:a16="http://schemas.microsoft.com/office/drawing/2014/main" id="{78A1929C-546B-B35F-668E-A10F399F49EB}"/>
                </a:ext>
              </a:extLst>
            </p:cNvPr>
            <p:cNvSpPr/>
            <p:nvPr/>
          </p:nvSpPr>
          <p:spPr>
            <a:xfrm>
              <a:off x="5418200" y="12665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0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1"/>
                  </a:cubicBezTo>
                  <a:cubicBezTo>
                    <a:pt x="2496" y="1155"/>
                    <a:pt x="2016" y="0"/>
                    <a:pt x="106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7" name="Google Shape;3875;p80">
              <a:extLst>
                <a:ext uri="{FF2B5EF4-FFF2-40B4-BE49-F238E27FC236}">
                  <a16:creationId xmlns:a16="http://schemas.microsoft.com/office/drawing/2014/main" id="{434B29E7-930A-145F-C9CB-7F1C45E60947}"/>
                </a:ext>
              </a:extLst>
            </p:cNvPr>
            <p:cNvSpPr/>
            <p:nvPr/>
          </p:nvSpPr>
          <p:spPr>
            <a:xfrm>
              <a:off x="5418200" y="11905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8" name="Google Shape;3876;p80">
              <a:extLst>
                <a:ext uri="{FF2B5EF4-FFF2-40B4-BE49-F238E27FC236}">
                  <a16:creationId xmlns:a16="http://schemas.microsoft.com/office/drawing/2014/main" id="{442C65F8-BA50-70EA-E680-7725EF5721AA}"/>
                </a:ext>
              </a:extLst>
            </p:cNvPr>
            <p:cNvSpPr/>
            <p:nvPr/>
          </p:nvSpPr>
          <p:spPr>
            <a:xfrm>
              <a:off x="5341975" y="2714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9" name="Google Shape;3877;p80">
              <a:extLst>
                <a:ext uri="{FF2B5EF4-FFF2-40B4-BE49-F238E27FC236}">
                  <a16:creationId xmlns:a16="http://schemas.microsoft.com/office/drawing/2014/main" id="{38E013D0-D458-5300-F747-5E79380B10FD}"/>
                </a:ext>
              </a:extLst>
            </p:cNvPr>
            <p:cNvSpPr/>
            <p:nvPr/>
          </p:nvSpPr>
          <p:spPr>
            <a:xfrm>
              <a:off x="5341975" y="12665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0"/>
                  </a:moveTo>
                  <a:cubicBezTo>
                    <a:pt x="480" y="9"/>
                    <a:pt x="9" y="480"/>
                    <a:pt x="1" y="1074"/>
                  </a:cubicBezTo>
                  <a:cubicBezTo>
                    <a:pt x="1" y="1711"/>
                    <a:pt x="529" y="2137"/>
                    <a:pt x="1077" y="2137"/>
                  </a:cubicBezTo>
                  <a:cubicBezTo>
                    <a:pt x="1339" y="2137"/>
                    <a:pt x="1606" y="2040"/>
                    <a:pt x="1822" y="1821"/>
                  </a:cubicBezTo>
                  <a:cubicBezTo>
                    <a:pt x="2497" y="1155"/>
                    <a:pt x="2017" y="0"/>
                    <a:pt x="107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20" name="Google Shape;3878;p80">
              <a:extLst>
                <a:ext uri="{FF2B5EF4-FFF2-40B4-BE49-F238E27FC236}">
                  <a16:creationId xmlns:a16="http://schemas.microsoft.com/office/drawing/2014/main" id="{0C66D982-84C8-72A6-6DC4-961FFD3068A6}"/>
                </a:ext>
              </a:extLst>
            </p:cNvPr>
            <p:cNvSpPr/>
            <p:nvPr/>
          </p:nvSpPr>
          <p:spPr>
            <a:xfrm>
              <a:off x="5265775" y="27902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9"/>
                    <a:pt x="522" y="2134"/>
                    <a:pt x="1068" y="2134"/>
                  </a:cubicBezTo>
                  <a:cubicBezTo>
                    <a:pt x="1329" y="2134"/>
                    <a:pt x="1595" y="2037"/>
                    <a:pt x="1813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21" name="Google Shape;3879;p80">
              <a:extLst>
                <a:ext uri="{FF2B5EF4-FFF2-40B4-BE49-F238E27FC236}">
                  <a16:creationId xmlns:a16="http://schemas.microsoft.com/office/drawing/2014/main" id="{50A13D04-B58E-8B99-9704-B3B452FF889F}"/>
                </a:ext>
              </a:extLst>
            </p:cNvPr>
            <p:cNvSpPr/>
            <p:nvPr/>
          </p:nvSpPr>
          <p:spPr>
            <a:xfrm>
              <a:off x="5265775" y="27140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2" y="2133"/>
                    <a:pt x="1068" y="2133"/>
                  </a:cubicBezTo>
                  <a:cubicBezTo>
                    <a:pt x="1329" y="2133"/>
                    <a:pt x="1595" y="2036"/>
                    <a:pt x="1813" y="1821"/>
                  </a:cubicBezTo>
                  <a:cubicBezTo>
                    <a:pt x="2488" y="1155"/>
                    <a:pt x="2016" y="8"/>
                    <a:pt x="106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22" name="Google Shape;3880;p80">
              <a:extLst>
                <a:ext uri="{FF2B5EF4-FFF2-40B4-BE49-F238E27FC236}">
                  <a16:creationId xmlns:a16="http://schemas.microsoft.com/office/drawing/2014/main" id="{2E470CF1-A749-7286-60F8-8A287C2538E3}"/>
                </a:ext>
              </a:extLst>
            </p:cNvPr>
            <p:cNvSpPr/>
            <p:nvPr/>
          </p:nvSpPr>
          <p:spPr>
            <a:xfrm>
              <a:off x="5265775" y="12665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0"/>
                  </a:moveTo>
                  <a:cubicBezTo>
                    <a:pt x="480" y="0"/>
                    <a:pt x="0" y="480"/>
                    <a:pt x="0" y="1074"/>
                  </a:cubicBezTo>
                  <a:cubicBezTo>
                    <a:pt x="0" y="1711"/>
                    <a:pt x="521" y="2137"/>
                    <a:pt x="1067" y="2137"/>
                  </a:cubicBezTo>
                  <a:cubicBezTo>
                    <a:pt x="1328" y="2137"/>
                    <a:pt x="1595" y="2040"/>
                    <a:pt x="1813" y="1821"/>
                  </a:cubicBezTo>
                  <a:cubicBezTo>
                    <a:pt x="2488" y="1155"/>
                    <a:pt x="2016" y="9"/>
                    <a:pt x="106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23" name="Google Shape;3881;p80">
              <a:extLst>
                <a:ext uri="{FF2B5EF4-FFF2-40B4-BE49-F238E27FC236}">
                  <a16:creationId xmlns:a16="http://schemas.microsoft.com/office/drawing/2014/main" id="{21329B66-4FC4-D0E3-D969-B2F959FB0957}"/>
                </a:ext>
              </a:extLst>
            </p:cNvPr>
            <p:cNvSpPr/>
            <p:nvPr/>
          </p:nvSpPr>
          <p:spPr>
            <a:xfrm>
              <a:off x="5189550" y="286642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6" y="0"/>
                  </a:moveTo>
                  <a:cubicBezTo>
                    <a:pt x="480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2" y="2032"/>
                    <a:pt x="1822" y="1813"/>
                  </a:cubicBezTo>
                  <a:cubicBezTo>
                    <a:pt x="2496" y="1146"/>
                    <a:pt x="2017" y="0"/>
                    <a:pt x="106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24" name="Google Shape;3882;p80">
              <a:extLst>
                <a:ext uri="{FF2B5EF4-FFF2-40B4-BE49-F238E27FC236}">
                  <a16:creationId xmlns:a16="http://schemas.microsoft.com/office/drawing/2014/main" id="{E24D420E-6CF7-8486-53FC-ADE130786109}"/>
                </a:ext>
              </a:extLst>
            </p:cNvPr>
            <p:cNvSpPr/>
            <p:nvPr/>
          </p:nvSpPr>
          <p:spPr>
            <a:xfrm>
              <a:off x="5189550" y="27902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9"/>
                    <a:pt x="522" y="2134"/>
                    <a:pt x="1069" y="2134"/>
                  </a:cubicBezTo>
                  <a:cubicBezTo>
                    <a:pt x="1329" y="2134"/>
                    <a:pt x="1596" y="2037"/>
                    <a:pt x="1814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25" name="Google Shape;3883;p80">
              <a:extLst>
                <a:ext uri="{FF2B5EF4-FFF2-40B4-BE49-F238E27FC236}">
                  <a16:creationId xmlns:a16="http://schemas.microsoft.com/office/drawing/2014/main" id="{81D5F115-52D6-DF4F-5729-377F69BD75A1}"/>
                </a:ext>
              </a:extLst>
            </p:cNvPr>
            <p:cNvSpPr/>
            <p:nvPr/>
          </p:nvSpPr>
          <p:spPr>
            <a:xfrm>
              <a:off x="5189550" y="13427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2" y="2134"/>
                    <a:pt x="1069" y="2134"/>
                  </a:cubicBezTo>
                  <a:cubicBezTo>
                    <a:pt x="1329" y="2134"/>
                    <a:pt x="1596" y="2037"/>
                    <a:pt x="1814" y="1822"/>
                  </a:cubicBezTo>
                  <a:cubicBezTo>
                    <a:pt x="2488" y="1155"/>
                    <a:pt x="2017" y="9"/>
                    <a:pt x="106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26" name="Google Shape;3884;p80">
              <a:extLst>
                <a:ext uri="{FF2B5EF4-FFF2-40B4-BE49-F238E27FC236}">
                  <a16:creationId xmlns:a16="http://schemas.microsoft.com/office/drawing/2014/main" id="{BD149C39-44C3-5F1C-3C19-139A484948DA}"/>
                </a:ext>
              </a:extLst>
            </p:cNvPr>
            <p:cNvSpPr/>
            <p:nvPr/>
          </p:nvSpPr>
          <p:spPr>
            <a:xfrm>
              <a:off x="5113350" y="3094850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73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27" name="Google Shape;3885;p80">
              <a:extLst>
                <a:ext uri="{FF2B5EF4-FFF2-40B4-BE49-F238E27FC236}">
                  <a16:creationId xmlns:a16="http://schemas.microsoft.com/office/drawing/2014/main" id="{B4B561D0-7211-9FC9-78EE-614BEA726241}"/>
                </a:ext>
              </a:extLst>
            </p:cNvPr>
            <p:cNvSpPr/>
            <p:nvPr/>
          </p:nvSpPr>
          <p:spPr>
            <a:xfrm>
              <a:off x="5113350" y="3018650"/>
              <a:ext cx="62400" cy="53425"/>
            </a:xfrm>
            <a:custGeom>
              <a:avLst/>
              <a:gdLst/>
              <a:ahLst/>
              <a:cxnLst/>
              <a:rect l="l" t="t" r="r" b="b"/>
              <a:pathLst>
                <a:path w="2496" h="2137" extrusionOk="0">
                  <a:moveTo>
                    <a:pt x="1073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78" y="2137"/>
                  </a:cubicBezTo>
                  <a:cubicBezTo>
                    <a:pt x="1339" y="2137"/>
                    <a:pt x="1606" y="2039"/>
                    <a:pt x="1821" y="1821"/>
                  </a:cubicBezTo>
                  <a:cubicBezTo>
                    <a:pt x="2496" y="1146"/>
                    <a:pt x="2016" y="0"/>
                    <a:pt x="107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28" name="Google Shape;3886;p80">
              <a:extLst>
                <a:ext uri="{FF2B5EF4-FFF2-40B4-BE49-F238E27FC236}">
                  <a16:creationId xmlns:a16="http://schemas.microsoft.com/office/drawing/2014/main" id="{E6EB6B18-DD84-36E1-BE70-BBD84AEB03FD}"/>
                </a:ext>
              </a:extLst>
            </p:cNvPr>
            <p:cNvSpPr/>
            <p:nvPr/>
          </p:nvSpPr>
          <p:spPr>
            <a:xfrm>
              <a:off x="5113350" y="2942425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73" y="1"/>
                  </a:moveTo>
                  <a:cubicBezTo>
                    <a:pt x="480" y="1"/>
                    <a:pt x="8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96" y="1155"/>
                    <a:pt x="2016" y="1"/>
                    <a:pt x="107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29" name="Google Shape;3887;p80">
              <a:extLst>
                <a:ext uri="{FF2B5EF4-FFF2-40B4-BE49-F238E27FC236}">
                  <a16:creationId xmlns:a16="http://schemas.microsoft.com/office/drawing/2014/main" id="{50A99094-5BA6-94C5-5D98-C4F61EC81458}"/>
                </a:ext>
              </a:extLst>
            </p:cNvPr>
            <p:cNvSpPr/>
            <p:nvPr/>
          </p:nvSpPr>
          <p:spPr>
            <a:xfrm>
              <a:off x="5113350" y="2866425"/>
              <a:ext cx="62400" cy="53275"/>
            </a:xfrm>
            <a:custGeom>
              <a:avLst/>
              <a:gdLst/>
              <a:ahLst/>
              <a:cxnLst/>
              <a:rect l="l" t="t" r="r" b="b"/>
              <a:pathLst>
                <a:path w="2496" h="2131" extrusionOk="0">
                  <a:moveTo>
                    <a:pt x="1073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6" y="2131"/>
                    <a:pt x="1073" y="2131"/>
                  </a:cubicBezTo>
                  <a:cubicBezTo>
                    <a:pt x="1336" y="2131"/>
                    <a:pt x="1604" y="2032"/>
                    <a:pt x="1821" y="1813"/>
                  </a:cubicBezTo>
                  <a:cubicBezTo>
                    <a:pt x="2496" y="1146"/>
                    <a:pt x="2016" y="0"/>
                    <a:pt x="107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30" name="Google Shape;3888;p80">
              <a:extLst>
                <a:ext uri="{FF2B5EF4-FFF2-40B4-BE49-F238E27FC236}">
                  <a16:creationId xmlns:a16="http://schemas.microsoft.com/office/drawing/2014/main" id="{F1AFF64E-2ADB-34BA-54DE-DD899AC2E9D8}"/>
                </a:ext>
              </a:extLst>
            </p:cNvPr>
            <p:cNvSpPr/>
            <p:nvPr/>
          </p:nvSpPr>
          <p:spPr>
            <a:xfrm>
              <a:off x="5113350" y="2790200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73" y="1"/>
                  </a:moveTo>
                  <a:cubicBezTo>
                    <a:pt x="480" y="1"/>
                    <a:pt x="8" y="480"/>
                    <a:pt x="0" y="1066"/>
                  </a:cubicBezTo>
                  <a:cubicBezTo>
                    <a:pt x="0" y="1709"/>
                    <a:pt x="525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31" name="Google Shape;3889;p80">
              <a:extLst>
                <a:ext uri="{FF2B5EF4-FFF2-40B4-BE49-F238E27FC236}">
                  <a16:creationId xmlns:a16="http://schemas.microsoft.com/office/drawing/2014/main" id="{21A733C6-3B48-0CB1-5A8E-EE102A3F0114}"/>
                </a:ext>
              </a:extLst>
            </p:cNvPr>
            <p:cNvSpPr/>
            <p:nvPr/>
          </p:nvSpPr>
          <p:spPr>
            <a:xfrm>
              <a:off x="5113350" y="2714000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73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7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32" name="Google Shape;3890;p80">
              <a:extLst>
                <a:ext uri="{FF2B5EF4-FFF2-40B4-BE49-F238E27FC236}">
                  <a16:creationId xmlns:a16="http://schemas.microsoft.com/office/drawing/2014/main" id="{9EA19FC5-6ED5-B9A7-AE39-B98DE05CBCE6}"/>
                </a:ext>
              </a:extLst>
            </p:cNvPr>
            <p:cNvSpPr/>
            <p:nvPr/>
          </p:nvSpPr>
          <p:spPr>
            <a:xfrm>
              <a:off x="5113350" y="1418975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73" y="1"/>
                  </a:moveTo>
                  <a:cubicBezTo>
                    <a:pt x="480" y="1"/>
                    <a:pt x="8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33" name="Google Shape;3891;p80">
              <a:extLst>
                <a:ext uri="{FF2B5EF4-FFF2-40B4-BE49-F238E27FC236}">
                  <a16:creationId xmlns:a16="http://schemas.microsoft.com/office/drawing/2014/main" id="{BF6A37A1-61C0-A770-6D5B-0080CF21B838}"/>
                </a:ext>
              </a:extLst>
            </p:cNvPr>
            <p:cNvSpPr/>
            <p:nvPr/>
          </p:nvSpPr>
          <p:spPr>
            <a:xfrm>
              <a:off x="5113350" y="1342750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73" y="1"/>
                  </a:moveTo>
                  <a:cubicBezTo>
                    <a:pt x="480" y="1"/>
                    <a:pt x="8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34" name="Google Shape;3892;p80">
              <a:extLst>
                <a:ext uri="{FF2B5EF4-FFF2-40B4-BE49-F238E27FC236}">
                  <a16:creationId xmlns:a16="http://schemas.microsoft.com/office/drawing/2014/main" id="{77F074FC-FF2B-6DF6-A7DD-F4764DD2DF35}"/>
                </a:ext>
              </a:extLst>
            </p:cNvPr>
            <p:cNvSpPr/>
            <p:nvPr/>
          </p:nvSpPr>
          <p:spPr>
            <a:xfrm>
              <a:off x="5037325" y="30186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39"/>
                    <a:pt x="1814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35" name="Google Shape;3893;p80">
              <a:extLst>
                <a:ext uri="{FF2B5EF4-FFF2-40B4-BE49-F238E27FC236}">
                  <a16:creationId xmlns:a16="http://schemas.microsoft.com/office/drawing/2014/main" id="{3E47B1B0-C5F0-79A5-6D2A-D24835F9A70D}"/>
                </a:ext>
              </a:extLst>
            </p:cNvPr>
            <p:cNvSpPr/>
            <p:nvPr/>
          </p:nvSpPr>
          <p:spPr>
            <a:xfrm>
              <a:off x="5037325" y="29424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36" name="Google Shape;3894;p80">
              <a:extLst>
                <a:ext uri="{FF2B5EF4-FFF2-40B4-BE49-F238E27FC236}">
                  <a16:creationId xmlns:a16="http://schemas.microsoft.com/office/drawing/2014/main" id="{9EA5BD87-E95E-5D21-668C-D0594F995EF5}"/>
                </a:ext>
              </a:extLst>
            </p:cNvPr>
            <p:cNvSpPr/>
            <p:nvPr/>
          </p:nvSpPr>
          <p:spPr>
            <a:xfrm>
              <a:off x="5037325" y="286642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0"/>
                  </a:moveTo>
                  <a:cubicBezTo>
                    <a:pt x="472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67" y="2131"/>
                  </a:cubicBezTo>
                  <a:cubicBezTo>
                    <a:pt x="1330" y="2131"/>
                    <a:pt x="1597" y="2032"/>
                    <a:pt x="1814" y="1813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37" name="Google Shape;3895;p80">
              <a:extLst>
                <a:ext uri="{FF2B5EF4-FFF2-40B4-BE49-F238E27FC236}">
                  <a16:creationId xmlns:a16="http://schemas.microsoft.com/office/drawing/2014/main" id="{C9643CCE-4F75-0F3D-24B9-F5B5454AE1AB}"/>
                </a:ext>
              </a:extLst>
            </p:cNvPr>
            <p:cNvSpPr/>
            <p:nvPr/>
          </p:nvSpPr>
          <p:spPr>
            <a:xfrm>
              <a:off x="5037325" y="27902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38" name="Google Shape;3896;p80">
              <a:extLst>
                <a:ext uri="{FF2B5EF4-FFF2-40B4-BE49-F238E27FC236}">
                  <a16:creationId xmlns:a16="http://schemas.microsoft.com/office/drawing/2014/main" id="{89567EA0-F92C-A68B-A350-CDAE3F7C18C2}"/>
                </a:ext>
              </a:extLst>
            </p:cNvPr>
            <p:cNvSpPr/>
            <p:nvPr/>
          </p:nvSpPr>
          <p:spPr>
            <a:xfrm>
              <a:off x="5037325" y="2714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39" name="Google Shape;3897;p80">
              <a:extLst>
                <a:ext uri="{FF2B5EF4-FFF2-40B4-BE49-F238E27FC236}">
                  <a16:creationId xmlns:a16="http://schemas.microsoft.com/office/drawing/2014/main" id="{77EA1399-9865-A9B8-E395-914976CB77D8}"/>
                </a:ext>
              </a:extLst>
            </p:cNvPr>
            <p:cNvSpPr/>
            <p:nvPr/>
          </p:nvSpPr>
          <p:spPr>
            <a:xfrm>
              <a:off x="5037325" y="26377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0"/>
                    <a:pt x="1" y="1074"/>
                  </a:cubicBezTo>
                  <a:cubicBezTo>
                    <a:pt x="1" y="1712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40" name="Google Shape;3898;p80">
              <a:extLst>
                <a:ext uri="{FF2B5EF4-FFF2-40B4-BE49-F238E27FC236}">
                  <a16:creationId xmlns:a16="http://schemas.microsoft.com/office/drawing/2014/main" id="{CAE4D23C-23B9-ECB6-4F64-2F4F4532C139}"/>
                </a:ext>
              </a:extLst>
            </p:cNvPr>
            <p:cNvSpPr/>
            <p:nvPr/>
          </p:nvSpPr>
          <p:spPr>
            <a:xfrm>
              <a:off x="5037325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41" name="Google Shape;3899;p80">
              <a:extLst>
                <a:ext uri="{FF2B5EF4-FFF2-40B4-BE49-F238E27FC236}">
                  <a16:creationId xmlns:a16="http://schemas.microsoft.com/office/drawing/2014/main" id="{6A45F2D2-020F-A8BF-0647-92224963E278}"/>
                </a:ext>
              </a:extLst>
            </p:cNvPr>
            <p:cNvSpPr/>
            <p:nvPr/>
          </p:nvSpPr>
          <p:spPr>
            <a:xfrm>
              <a:off x="4961125" y="27140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42" name="Google Shape;3900;p80">
              <a:extLst>
                <a:ext uri="{FF2B5EF4-FFF2-40B4-BE49-F238E27FC236}">
                  <a16:creationId xmlns:a16="http://schemas.microsoft.com/office/drawing/2014/main" id="{BE2AA910-E98F-FA72-F14B-3D670714F5FE}"/>
                </a:ext>
              </a:extLst>
            </p:cNvPr>
            <p:cNvSpPr/>
            <p:nvPr/>
          </p:nvSpPr>
          <p:spPr>
            <a:xfrm>
              <a:off x="4961125" y="26377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2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43" name="Google Shape;3901;p80">
              <a:extLst>
                <a:ext uri="{FF2B5EF4-FFF2-40B4-BE49-F238E27FC236}">
                  <a16:creationId xmlns:a16="http://schemas.microsoft.com/office/drawing/2014/main" id="{4D74260A-3733-2745-4B9D-93A5F8086533}"/>
                </a:ext>
              </a:extLst>
            </p:cNvPr>
            <p:cNvSpPr/>
            <p:nvPr/>
          </p:nvSpPr>
          <p:spPr>
            <a:xfrm>
              <a:off x="4961125" y="14952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44" name="Google Shape;3902;p80">
              <a:extLst>
                <a:ext uri="{FF2B5EF4-FFF2-40B4-BE49-F238E27FC236}">
                  <a16:creationId xmlns:a16="http://schemas.microsoft.com/office/drawing/2014/main" id="{492DC1DD-AE52-558B-BB5C-72B4DBB2A3FF}"/>
                </a:ext>
              </a:extLst>
            </p:cNvPr>
            <p:cNvSpPr/>
            <p:nvPr/>
          </p:nvSpPr>
          <p:spPr>
            <a:xfrm>
              <a:off x="4961125" y="14189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45" name="Google Shape;3903;p80">
              <a:extLst>
                <a:ext uri="{FF2B5EF4-FFF2-40B4-BE49-F238E27FC236}">
                  <a16:creationId xmlns:a16="http://schemas.microsoft.com/office/drawing/2014/main" id="{55C904A7-F73C-1C75-DC22-0ABAFE5DEB83}"/>
                </a:ext>
              </a:extLst>
            </p:cNvPr>
            <p:cNvSpPr/>
            <p:nvPr/>
          </p:nvSpPr>
          <p:spPr>
            <a:xfrm>
              <a:off x="4961125" y="13427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46" name="Google Shape;3904;p80">
              <a:extLst>
                <a:ext uri="{FF2B5EF4-FFF2-40B4-BE49-F238E27FC236}">
                  <a16:creationId xmlns:a16="http://schemas.microsoft.com/office/drawing/2014/main" id="{295B36D2-B6D9-70BB-7403-7C054EF8A42F}"/>
                </a:ext>
              </a:extLst>
            </p:cNvPr>
            <p:cNvSpPr/>
            <p:nvPr/>
          </p:nvSpPr>
          <p:spPr>
            <a:xfrm>
              <a:off x="4961125" y="12665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0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1"/>
                  </a:cubicBezTo>
                  <a:cubicBezTo>
                    <a:pt x="2488" y="1155"/>
                    <a:pt x="2016" y="0"/>
                    <a:pt x="106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47" name="Google Shape;3905;p80">
              <a:extLst>
                <a:ext uri="{FF2B5EF4-FFF2-40B4-BE49-F238E27FC236}">
                  <a16:creationId xmlns:a16="http://schemas.microsoft.com/office/drawing/2014/main" id="{AACA55F7-D18B-7E5A-40B5-41F6CAF713C3}"/>
                </a:ext>
              </a:extLst>
            </p:cNvPr>
            <p:cNvSpPr/>
            <p:nvPr/>
          </p:nvSpPr>
          <p:spPr>
            <a:xfrm>
              <a:off x="4884900" y="26377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74"/>
                  </a:cubicBezTo>
                  <a:cubicBezTo>
                    <a:pt x="1" y="1712"/>
                    <a:pt x="525" y="2137"/>
                    <a:pt x="1073" y="2137"/>
                  </a:cubicBezTo>
                  <a:cubicBezTo>
                    <a:pt x="1336" y="2137"/>
                    <a:pt x="1603" y="2040"/>
                    <a:pt x="1822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48" name="Google Shape;3906;p80">
              <a:extLst>
                <a:ext uri="{FF2B5EF4-FFF2-40B4-BE49-F238E27FC236}">
                  <a16:creationId xmlns:a16="http://schemas.microsoft.com/office/drawing/2014/main" id="{D55093DD-EFCC-684F-25C6-BE99844DCAE0}"/>
                </a:ext>
              </a:extLst>
            </p:cNvPr>
            <p:cNvSpPr/>
            <p:nvPr/>
          </p:nvSpPr>
          <p:spPr>
            <a:xfrm>
              <a:off x="4884900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49" name="Google Shape;3907;p80">
              <a:extLst>
                <a:ext uri="{FF2B5EF4-FFF2-40B4-BE49-F238E27FC236}">
                  <a16:creationId xmlns:a16="http://schemas.microsoft.com/office/drawing/2014/main" id="{80DCDDDA-81F5-7E84-45CB-7C4BA7DB9A08}"/>
                </a:ext>
              </a:extLst>
            </p:cNvPr>
            <p:cNvSpPr/>
            <p:nvPr/>
          </p:nvSpPr>
          <p:spPr>
            <a:xfrm>
              <a:off x="4884900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0" name="Google Shape;3908;p80">
              <a:extLst>
                <a:ext uri="{FF2B5EF4-FFF2-40B4-BE49-F238E27FC236}">
                  <a16:creationId xmlns:a16="http://schemas.microsoft.com/office/drawing/2014/main" id="{7A0C9366-1174-30E8-C454-CE7074758287}"/>
                </a:ext>
              </a:extLst>
            </p:cNvPr>
            <p:cNvSpPr/>
            <p:nvPr/>
          </p:nvSpPr>
          <p:spPr>
            <a:xfrm>
              <a:off x="4884900" y="11905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1" name="Google Shape;3909;p80">
              <a:extLst>
                <a:ext uri="{FF2B5EF4-FFF2-40B4-BE49-F238E27FC236}">
                  <a16:creationId xmlns:a16="http://schemas.microsoft.com/office/drawing/2014/main" id="{62855EFA-D07A-95ED-6669-B5843C5D1D95}"/>
                </a:ext>
              </a:extLst>
            </p:cNvPr>
            <p:cNvSpPr/>
            <p:nvPr/>
          </p:nvSpPr>
          <p:spPr>
            <a:xfrm>
              <a:off x="4808700" y="2637775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2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2" name="Google Shape;3910;p80">
              <a:extLst>
                <a:ext uri="{FF2B5EF4-FFF2-40B4-BE49-F238E27FC236}">
                  <a16:creationId xmlns:a16="http://schemas.microsoft.com/office/drawing/2014/main" id="{6F197835-0174-89D8-7254-6441BB87FD83}"/>
                </a:ext>
              </a:extLst>
            </p:cNvPr>
            <p:cNvSpPr/>
            <p:nvPr/>
          </p:nvSpPr>
          <p:spPr>
            <a:xfrm>
              <a:off x="4808700" y="2561575"/>
              <a:ext cx="62400" cy="53425"/>
            </a:xfrm>
            <a:custGeom>
              <a:avLst/>
              <a:gdLst/>
              <a:ahLst/>
              <a:cxnLst/>
              <a:rect l="l" t="t" r="r" b="b"/>
              <a:pathLst>
                <a:path w="2496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96" y="1154"/>
                    <a:pt x="2016" y="0"/>
                    <a:pt x="106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3" name="Google Shape;3911;p80">
              <a:extLst>
                <a:ext uri="{FF2B5EF4-FFF2-40B4-BE49-F238E27FC236}">
                  <a16:creationId xmlns:a16="http://schemas.microsoft.com/office/drawing/2014/main" id="{CB9EBF14-4C41-7F9B-7A72-77D5B442D6AE}"/>
                </a:ext>
              </a:extLst>
            </p:cNvPr>
            <p:cNvSpPr/>
            <p:nvPr/>
          </p:nvSpPr>
          <p:spPr>
            <a:xfrm>
              <a:off x="4808700" y="1418975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4" name="Google Shape;3912;p80">
              <a:extLst>
                <a:ext uri="{FF2B5EF4-FFF2-40B4-BE49-F238E27FC236}">
                  <a16:creationId xmlns:a16="http://schemas.microsoft.com/office/drawing/2014/main" id="{9CC21FC8-91A2-C7FF-FD72-2618ABA61CB5}"/>
                </a:ext>
              </a:extLst>
            </p:cNvPr>
            <p:cNvSpPr/>
            <p:nvPr/>
          </p:nvSpPr>
          <p:spPr>
            <a:xfrm>
              <a:off x="4808700" y="1342750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5" name="Google Shape;3913;p80">
              <a:extLst>
                <a:ext uri="{FF2B5EF4-FFF2-40B4-BE49-F238E27FC236}">
                  <a16:creationId xmlns:a16="http://schemas.microsoft.com/office/drawing/2014/main" id="{FCBB40DB-CD4B-CC57-896A-AEAE1B74D2B7}"/>
                </a:ext>
              </a:extLst>
            </p:cNvPr>
            <p:cNvSpPr/>
            <p:nvPr/>
          </p:nvSpPr>
          <p:spPr>
            <a:xfrm>
              <a:off x="4808700" y="1190550"/>
              <a:ext cx="62400" cy="53325"/>
            </a:xfrm>
            <a:custGeom>
              <a:avLst/>
              <a:gdLst/>
              <a:ahLst/>
              <a:cxnLst/>
              <a:rect l="l" t="t" r="r" b="b"/>
              <a:pathLst>
                <a:path w="2496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6" name="Google Shape;3914;p80">
              <a:extLst>
                <a:ext uri="{FF2B5EF4-FFF2-40B4-BE49-F238E27FC236}">
                  <a16:creationId xmlns:a16="http://schemas.microsoft.com/office/drawing/2014/main" id="{C37C0373-C7F0-DE64-4C32-55F828F4A402}"/>
                </a:ext>
              </a:extLst>
            </p:cNvPr>
            <p:cNvSpPr/>
            <p:nvPr/>
          </p:nvSpPr>
          <p:spPr>
            <a:xfrm>
              <a:off x="4808700" y="1038125"/>
              <a:ext cx="62400" cy="53325"/>
            </a:xfrm>
            <a:custGeom>
              <a:avLst/>
              <a:gdLst/>
              <a:ahLst/>
              <a:cxnLst/>
              <a:rect l="l" t="t" r="r" b="b"/>
              <a:pathLst>
                <a:path w="2496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7" name="Google Shape;3915;p80">
              <a:extLst>
                <a:ext uri="{FF2B5EF4-FFF2-40B4-BE49-F238E27FC236}">
                  <a16:creationId xmlns:a16="http://schemas.microsoft.com/office/drawing/2014/main" id="{21ACCF39-71A6-981A-BC61-E29CCF15C849}"/>
                </a:ext>
              </a:extLst>
            </p:cNvPr>
            <p:cNvSpPr/>
            <p:nvPr/>
          </p:nvSpPr>
          <p:spPr>
            <a:xfrm>
              <a:off x="4732475" y="27902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6" y="2134"/>
                    <a:pt x="1604" y="2037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8" name="Google Shape;3916;p80">
              <a:extLst>
                <a:ext uri="{FF2B5EF4-FFF2-40B4-BE49-F238E27FC236}">
                  <a16:creationId xmlns:a16="http://schemas.microsoft.com/office/drawing/2014/main" id="{8A7E7725-9E2C-154E-0885-D5EDD454E18F}"/>
                </a:ext>
              </a:extLst>
            </p:cNvPr>
            <p:cNvSpPr/>
            <p:nvPr/>
          </p:nvSpPr>
          <p:spPr>
            <a:xfrm>
              <a:off x="4732475" y="2714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9" name="Google Shape;3917;p80">
              <a:extLst>
                <a:ext uri="{FF2B5EF4-FFF2-40B4-BE49-F238E27FC236}">
                  <a16:creationId xmlns:a16="http://schemas.microsoft.com/office/drawing/2014/main" id="{53883247-6EC1-218A-40F1-D44A254ACE0C}"/>
                </a:ext>
              </a:extLst>
            </p:cNvPr>
            <p:cNvSpPr/>
            <p:nvPr/>
          </p:nvSpPr>
          <p:spPr>
            <a:xfrm>
              <a:off x="4732475" y="25615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0" y="8"/>
                    <a:pt x="9" y="480"/>
                    <a:pt x="1" y="1073"/>
                  </a:cubicBezTo>
                  <a:cubicBezTo>
                    <a:pt x="1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2" y="1821"/>
                  </a:cubicBezTo>
                  <a:cubicBezTo>
                    <a:pt x="2496" y="1154"/>
                    <a:pt x="2017" y="0"/>
                    <a:pt x="107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0" name="Google Shape;3918;p80">
              <a:extLst>
                <a:ext uri="{FF2B5EF4-FFF2-40B4-BE49-F238E27FC236}">
                  <a16:creationId xmlns:a16="http://schemas.microsoft.com/office/drawing/2014/main" id="{2EEDE0F1-99C9-9720-79B6-57A9B00A9CE2}"/>
                </a:ext>
              </a:extLst>
            </p:cNvPr>
            <p:cNvSpPr/>
            <p:nvPr/>
          </p:nvSpPr>
          <p:spPr>
            <a:xfrm>
              <a:off x="4732475" y="14189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1" name="Google Shape;3919;p80">
              <a:extLst>
                <a:ext uri="{FF2B5EF4-FFF2-40B4-BE49-F238E27FC236}">
                  <a16:creationId xmlns:a16="http://schemas.microsoft.com/office/drawing/2014/main" id="{198A5992-0D4C-4695-C497-828F41010C0F}"/>
                </a:ext>
              </a:extLst>
            </p:cNvPr>
            <p:cNvSpPr/>
            <p:nvPr/>
          </p:nvSpPr>
          <p:spPr>
            <a:xfrm>
              <a:off x="4732475" y="11905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2" name="Google Shape;3920;p80">
              <a:extLst>
                <a:ext uri="{FF2B5EF4-FFF2-40B4-BE49-F238E27FC236}">
                  <a16:creationId xmlns:a16="http://schemas.microsoft.com/office/drawing/2014/main" id="{8BC51420-BDB5-858A-AA9A-663D4C05E858}"/>
                </a:ext>
              </a:extLst>
            </p:cNvPr>
            <p:cNvSpPr/>
            <p:nvPr/>
          </p:nvSpPr>
          <p:spPr>
            <a:xfrm>
              <a:off x="4656475" y="2866425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0"/>
                  </a:moveTo>
                  <a:cubicBezTo>
                    <a:pt x="472" y="0"/>
                    <a:pt x="0" y="472"/>
                    <a:pt x="0" y="1065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3" name="Google Shape;3921;p80">
              <a:extLst>
                <a:ext uri="{FF2B5EF4-FFF2-40B4-BE49-F238E27FC236}">
                  <a16:creationId xmlns:a16="http://schemas.microsoft.com/office/drawing/2014/main" id="{E22098BD-B981-BA58-152D-2FAE49165C52}"/>
                </a:ext>
              </a:extLst>
            </p:cNvPr>
            <p:cNvSpPr/>
            <p:nvPr/>
          </p:nvSpPr>
          <p:spPr>
            <a:xfrm>
              <a:off x="4656475" y="27902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5" y="2134"/>
                    <a:pt x="1072" y="2134"/>
                  </a:cubicBezTo>
                  <a:cubicBezTo>
                    <a:pt x="1332" y="2134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4" name="Google Shape;3922;p80">
              <a:extLst>
                <a:ext uri="{FF2B5EF4-FFF2-40B4-BE49-F238E27FC236}">
                  <a16:creationId xmlns:a16="http://schemas.microsoft.com/office/drawing/2014/main" id="{6E972654-E0A7-3F7F-24D2-5D9B96A67648}"/>
                </a:ext>
              </a:extLst>
            </p:cNvPr>
            <p:cNvSpPr/>
            <p:nvPr/>
          </p:nvSpPr>
          <p:spPr>
            <a:xfrm>
              <a:off x="4656475" y="27140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5" name="Google Shape;3923;p80">
              <a:extLst>
                <a:ext uri="{FF2B5EF4-FFF2-40B4-BE49-F238E27FC236}">
                  <a16:creationId xmlns:a16="http://schemas.microsoft.com/office/drawing/2014/main" id="{6740E23D-9E4F-B306-BD5D-EDEA6F58371C}"/>
                </a:ext>
              </a:extLst>
            </p:cNvPr>
            <p:cNvSpPr/>
            <p:nvPr/>
          </p:nvSpPr>
          <p:spPr>
            <a:xfrm>
              <a:off x="4656475" y="2485550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8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6" name="Google Shape;3924;p80">
              <a:extLst>
                <a:ext uri="{FF2B5EF4-FFF2-40B4-BE49-F238E27FC236}">
                  <a16:creationId xmlns:a16="http://schemas.microsoft.com/office/drawing/2014/main" id="{13E7006D-60BB-1F92-ED78-43E5541A183E}"/>
                </a:ext>
              </a:extLst>
            </p:cNvPr>
            <p:cNvSpPr/>
            <p:nvPr/>
          </p:nvSpPr>
          <p:spPr>
            <a:xfrm>
              <a:off x="4656475" y="14952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7" name="Google Shape;3925;p80">
              <a:extLst>
                <a:ext uri="{FF2B5EF4-FFF2-40B4-BE49-F238E27FC236}">
                  <a16:creationId xmlns:a16="http://schemas.microsoft.com/office/drawing/2014/main" id="{84EF1429-3621-EC4A-FC87-8BE8B3E63BFE}"/>
                </a:ext>
              </a:extLst>
            </p:cNvPr>
            <p:cNvSpPr/>
            <p:nvPr/>
          </p:nvSpPr>
          <p:spPr>
            <a:xfrm>
              <a:off x="4656475" y="14189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8" name="Google Shape;3926;p80">
              <a:extLst>
                <a:ext uri="{FF2B5EF4-FFF2-40B4-BE49-F238E27FC236}">
                  <a16:creationId xmlns:a16="http://schemas.microsoft.com/office/drawing/2014/main" id="{ECDB54F0-C8DA-A21B-E7CB-8E9A97287088}"/>
                </a:ext>
              </a:extLst>
            </p:cNvPr>
            <p:cNvSpPr/>
            <p:nvPr/>
          </p:nvSpPr>
          <p:spPr>
            <a:xfrm>
              <a:off x="4656475" y="12665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0"/>
                  </a:moveTo>
                  <a:cubicBezTo>
                    <a:pt x="472" y="9"/>
                    <a:pt x="0" y="480"/>
                    <a:pt x="0" y="1074"/>
                  </a:cubicBezTo>
                  <a:cubicBezTo>
                    <a:pt x="0" y="1711"/>
                    <a:pt x="525" y="2137"/>
                    <a:pt x="1070" y="2137"/>
                  </a:cubicBezTo>
                  <a:cubicBezTo>
                    <a:pt x="1331" y="2137"/>
                    <a:pt x="1597" y="2040"/>
                    <a:pt x="1813" y="1821"/>
                  </a:cubicBezTo>
                  <a:cubicBezTo>
                    <a:pt x="2488" y="1155"/>
                    <a:pt x="2016" y="0"/>
                    <a:pt x="106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9" name="Google Shape;3927;p80">
              <a:extLst>
                <a:ext uri="{FF2B5EF4-FFF2-40B4-BE49-F238E27FC236}">
                  <a16:creationId xmlns:a16="http://schemas.microsoft.com/office/drawing/2014/main" id="{19727EF9-07A3-FFB4-24F4-7DB35EC5D70F}"/>
                </a:ext>
              </a:extLst>
            </p:cNvPr>
            <p:cNvSpPr/>
            <p:nvPr/>
          </p:nvSpPr>
          <p:spPr>
            <a:xfrm>
              <a:off x="4656475" y="1038125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0" name="Google Shape;3928;p80">
              <a:extLst>
                <a:ext uri="{FF2B5EF4-FFF2-40B4-BE49-F238E27FC236}">
                  <a16:creationId xmlns:a16="http://schemas.microsoft.com/office/drawing/2014/main" id="{12871720-2A9C-8D31-4E9C-4F497F345D8F}"/>
                </a:ext>
              </a:extLst>
            </p:cNvPr>
            <p:cNvSpPr/>
            <p:nvPr/>
          </p:nvSpPr>
          <p:spPr>
            <a:xfrm>
              <a:off x="4580250" y="29424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1" name="Google Shape;3929;p80">
              <a:extLst>
                <a:ext uri="{FF2B5EF4-FFF2-40B4-BE49-F238E27FC236}">
                  <a16:creationId xmlns:a16="http://schemas.microsoft.com/office/drawing/2014/main" id="{C39FD9F9-AEAB-5914-881F-8BAC7A5A03ED}"/>
                </a:ext>
              </a:extLst>
            </p:cNvPr>
            <p:cNvSpPr/>
            <p:nvPr/>
          </p:nvSpPr>
          <p:spPr>
            <a:xfrm>
              <a:off x="4580250" y="286642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0"/>
                  </a:moveTo>
                  <a:cubicBezTo>
                    <a:pt x="480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2" y="2032"/>
                    <a:pt x="1822" y="1813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2" name="Google Shape;3930;p80">
              <a:extLst>
                <a:ext uri="{FF2B5EF4-FFF2-40B4-BE49-F238E27FC236}">
                  <a16:creationId xmlns:a16="http://schemas.microsoft.com/office/drawing/2014/main" id="{5818AB7B-46FA-A9AF-198D-A614C8024CA3}"/>
                </a:ext>
              </a:extLst>
            </p:cNvPr>
            <p:cNvSpPr/>
            <p:nvPr/>
          </p:nvSpPr>
          <p:spPr>
            <a:xfrm>
              <a:off x="4580250" y="2714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3" name="Google Shape;3931;p80">
              <a:extLst>
                <a:ext uri="{FF2B5EF4-FFF2-40B4-BE49-F238E27FC236}">
                  <a16:creationId xmlns:a16="http://schemas.microsoft.com/office/drawing/2014/main" id="{FB547D75-B206-BBBA-0628-79271DE18030}"/>
                </a:ext>
              </a:extLst>
            </p:cNvPr>
            <p:cNvSpPr/>
            <p:nvPr/>
          </p:nvSpPr>
          <p:spPr>
            <a:xfrm>
              <a:off x="4580250" y="26377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0"/>
                    <a:pt x="1" y="1074"/>
                  </a:cubicBezTo>
                  <a:cubicBezTo>
                    <a:pt x="1" y="1712"/>
                    <a:pt x="525" y="2137"/>
                    <a:pt x="1073" y="2137"/>
                  </a:cubicBezTo>
                  <a:cubicBezTo>
                    <a:pt x="1336" y="2137"/>
                    <a:pt x="1603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4" name="Google Shape;3932;p80">
              <a:extLst>
                <a:ext uri="{FF2B5EF4-FFF2-40B4-BE49-F238E27FC236}">
                  <a16:creationId xmlns:a16="http://schemas.microsoft.com/office/drawing/2014/main" id="{B4E1A767-291F-7D62-F54C-7A0A3BA211EF}"/>
                </a:ext>
              </a:extLst>
            </p:cNvPr>
            <p:cNvSpPr/>
            <p:nvPr/>
          </p:nvSpPr>
          <p:spPr>
            <a:xfrm>
              <a:off x="4580250" y="24855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8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2" y="1814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5" name="Google Shape;3933;p80">
              <a:extLst>
                <a:ext uri="{FF2B5EF4-FFF2-40B4-BE49-F238E27FC236}">
                  <a16:creationId xmlns:a16="http://schemas.microsoft.com/office/drawing/2014/main" id="{2C359A5C-EA62-9B3C-DCAE-84AF4DDCA604}"/>
                </a:ext>
              </a:extLst>
            </p:cNvPr>
            <p:cNvSpPr/>
            <p:nvPr/>
          </p:nvSpPr>
          <p:spPr>
            <a:xfrm>
              <a:off x="4580250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6" name="Google Shape;3934;p80">
              <a:extLst>
                <a:ext uri="{FF2B5EF4-FFF2-40B4-BE49-F238E27FC236}">
                  <a16:creationId xmlns:a16="http://schemas.microsoft.com/office/drawing/2014/main" id="{5320AC5C-B258-A769-B66F-E619DBB55BDB}"/>
                </a:ext>
              </a:extLst>
            </p:cNvPr>
            <p:cNvSpPr/>
            <p:nvPr/>
          </p:nvSpPr>
          <p:spPr>
            <a:xfrm>
              <a:off x="4580250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7" name="Google Shape;3935;p80">
              <a:extLst>
                <a:ext uri="{FF2B5EF4-FFF2-40B4-BE49-F238E27FC236}">
                  <a16:creationId xmlns:a16="http://schemas.microsoft.com/office/drawing/2014/main" id="{E4BF961B-1F8B-F3F8-83BA-2B57D3CA8449}"/>
                </a:ext>
              </a:extLst>
            </p:cNvPr>
            <p:cNvSpPr/>
            <p:nvPr/>
          </p:nvSpPr>
          <p:spPr>
            <a:xfrm>
              <a:off x="4580250" y="12665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0"/>
                  </a:moveTo>
                  <a:cubicBezTo>
                    <a:pt x="480" y="9"/>
                    <a:pt x="1" y="480"/>
                    <a:pt x="1" y="1074"/>
                  </a:cubicBezTo>
                  <a:cubicBezTo>
                    <a:pt x="1" y="1711"/>
                    <a:pt x="525" y="2137"/>
                    <a:pt x="1073" y="2137"/>
                  </a:cubicBezTo>
                  <a:cubicBezTo>
                    <a:pt x="1336" y="2137"/>
                    <a:pt x="1603" y="2040"/>
                    <a:pt x="1822" y="1821"/>
                  </a:cubicBezTo>
                  <a:cubicBezTo>
                    <a:pt x="2488" y="1155"/>
                    <a:pt x="2017" y="0"/>
                    <a:pt x="106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8" name="Google Shape;3936;p80">
              <a:extLst>
                <a:ext uri="{FF2B5EF4-FFF2-40B4-BE49-F238E27FC236}">
                  <a16:creationId xmlns:a16="http://schemas.microsoft.com/office/drawing/2014/main" id="{F58E931D-B764-246C-3B40-C3B0C61CF50B}"/>
                </a:ext>
              </a:extLst>
            </p:cNvPr>
            <p:cNvSpPr/>
            <p:nvPr/>
          </p:nvSpPr>
          <p:spPr>
            <a:xfrm>
              <a:off x="4504050" y="294242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9" name="Google Shape;3937;p80">
              <a:extLst>
                <a:ext uri="{FF2B5EF4-FFF2-40B4-BE49-F238E27FC236}">
                  <a16:creationId xmlns:a16="http://schemas.microsoft.com/office/drawing/2014/main" id="{0FDE44CF-5234-A9DF-0E4D-0CF0EF307B22}"/>
                </a:ext>
              </a:extLst>
            </p:cNvPr>
            <p:cNvSpPr/>
            <p:nvPr/>
          </p:nvSpPr>
          <p:spPr>
            <a:xfrm>
              <a:off x="4504050" y="26377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74"/>
                  </a:cubicBezTo>
                  <a:cubicBezTo>
                    <a:pt x="0" y="1712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0" name="Google Shape;3938;p80">
              <a:extLst>
                <a:ext uri="{FF2B5EF4-FFF2-40B4-BE49-F238E27FC236}">
                  <a16:creationId xmlns:a16="http://schemas.microsoft.com/office/drawing/2014/main" id="{7BE92C12-7ABE-D1A3-1F65-E5E7DA8493E8}"/>
                </a:ext>
              </a:extLst>
            </p:cNvPr>
            <p:cNvSpPr/>
            <p:nvPr/>
          </p:nvSpPr>
          <p:spPr>
            <a:xfrm>
              <a:off x="4504050" y="2561575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88" y="1154"/>
                    <a:pt x="2016" y="0"/>
                    <a:pt x="106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1" name="Google Shape;3939;p80">
              <a:extLst>
                <a:ext uri="{FF2B5EF4-FFF2-40B4-BE49-F238E27FC236}">
                  <a16:creationId xmlns:a16="http://schemas.microsoft.com/office/drawing/2014/main" id="{66A31F07-77C9-EDE7-42C2-40836DD0667C}"/>
                </a:ext>
              </a:extLst>
            </p:cNvPr>
            <p:cNvSpPr/>
            <p:nvPr/>
          </p:nvSpPr>
          <p:spPr>
            <a:xfrm>
              <a:off x="4504050" y="2485550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8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2" name="Google Shape;3940;p80">
              <a:extLst>
                <a:ext uri="{FF2B5EF4-FFF2-40B4-BE49-F238E27FC236}">
                  <a16:creationId xmlns:a16="http://schemas.microsoft.com/office/drawing/2014/main" id="{F47B5059-938C-8E33-B5A9-F8BE48410428}"/>
                </a:ext>
              </a:extLst>
            </p:cNvPr>
            <p:cNvSpPr/>
            <p:nvPr/>
          </p:nvSpPr>
          <p:spPr>
            <a:xfrm>
              <a:off x="4504050" y="14952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3" name="Google Shape;3941;p80">
              <a:extLst>
                <a:ext uri="{FF2B5EF4-FFF2-40B4-BE49-F238E27FC236}">
                  <a16:creationId xmlns:a16="http://schemas.microsoft.com/office/drawing/2014/main" id="{4F5295C6-AFE0-1A33-98FF-D4ED1182FD88}"/>
                </a:ext>
              </a:extLst>
            </p:cNvPr>
            <p:cNvSpPr/>
            <p:nvPr/>
          </p:nvSpPr>
          <p:spPr>
            <a:xfrm>
              <a:off x="4504050" y="11143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4" name="Google Shape;3942;p80">
              <a:extLst>
                <a:ext uri="{FF2B5EF4-FFF2-40B4-BE49-F238E27FC236}">
                  <a16:creationId xmlns:a16="http://schemas.microsoft.com/office/drawing/2014/main" id="{554F672B-871D-B845-6B35-BDD8D02E9510}"/>
                </a:ext>
              </a:extLst>
            </p:cNvPr>
            <p:cNvSpPr/>
            <p:nvPr/>
          </p:nvSpPr>
          <p:spPr>
            <a:xfrm>
              <a:off x="4427825" y="29424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9" y="480"/>
                    <a:pt x="1" y="1066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2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5" name="Google Shape;3943;p80">
              <a:extLst>
                <a:ext uri="{FF2B5EF4-FFF2-40B4-BE49-F238E27FC236}">
                  <a16:creationId xmlns:a16="http://schemas.microsoft.com/office/drawing/2014/main" id="{0145EF4A-EC7A-21E0-E7C4-B4530CCDFF4D}"/>
                </a:ext>
              </a:extLst>
            </p:cNvPr>
            <p:cNvSpPr/>
            <p:nvPr/>
          </p:nvSpPr>
          <p:spPr>
            <a:xfrm>
              <a:off x="4427825" y="286642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5" y="0"/>
                  </a:moveTo>
                  <a:cubicBezTo>
                    <a:pt x="480" y="0"/>
                    <a:pt x="1" y="472"/>
                    <a:pt x="1" y="1065"/>
                  </a:cubicBezTo>
                  <a:cubicBezTo>
                    <a:pt x="1" y="1707"/>
                    <a:pt x="526" y="2131"/>
                    <a:pt x="1073" y="2131"/>
                  </a:cubicBezTo>
                  <a:cubicBezTo>
                    <a:pt x="1337" y="2131"/>
                    <a:pt x="1605" y="2032"/>
                    <a:pt x="1822" y="1813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6" name="Google Shape;3944;p80">
              <a:extLst>
                <a:ext uri="{FF2B5EF4-FFF2-40B4-BE49-F238E27FC236}">
                  <a16:creationId xmlns:a16="http://schemas.microsoft.com/office/drawing/2014/main" id="{E21E0AAC-6478-98E7-4167-DAD832B678C2}"/>
                </a:ext>
              </a:extLst>
            </p:cNvPr>
            <p:cNvSpPr/>
            <p:nvPr/>
          </p:nvSpPr>
          <p:spPr>
            <a:xfrm>
              <a:off x="4427825" y="27902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9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6" y="2134"/>
                    <a:pt x="1604" y="2037"/>
                    <a:pt x="1822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7" name="Google Shape;3945;p80">
              <a:extLst>
                <a:ext uri="{FF2B5EF4-FFF2-40B4-BE49-F238E27FC236}">
                  <a16:creationId xmlns:a16="http://schemas.microsoft.com/office/drawing/2014/main" id="{C2884252-D055-60C1-4BF9-328D186AF0FE}"/>
                </a:ext>
              </a:extLst>
            </p:cNvPr>
            <p:cNvSpPr/>
            <p:nvPr/>
          </p:nvSpPr>
          <p:spPr>
            <a:xfrm>
              <a:off x="4427825" y="25615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8"/>
                    <a:pt x="9" y="480"/>
                    <a:pt x="1" y="1073"/>
                  </a:cubicBezTo>
                  <a:cubicBezTo>
                    <a:pt x="1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2" y="1821"/>
                  </a:cubicBezTo>
                  <a:cubicBezTo>
                    <a:pt x="2496" y="1154"/>
                    <a:pt x="2017" y="0"/>
                    <a:pt x="106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8" name="Google Shape;3946;p80">
              <a:extLst>
                <a:ext uri="{FF2B5EF4-FFF2-40B4-BE49-F238E27FC236}">
                  <a16:creationId xmlns:a16="http://schemas.microsoft.com/office/drawing/2014/main" id="{AB5BFA90-1263-9C99-CC14-85AE4249E81C}"/>
                </a:ext>
              </a:extLst>
            </p:cNvPr>
            <p:cNvSpPr/>
            <p:nvPr/>
          </p:nvSpPr>
          <p:spPr>
            <a:xfrm>
              <a:off x="4427825" y="2485550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65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8"/>
                    <a:pt x="526" y="2131"/>
                    <a:pt x="1073" y="2131"/>
                  </a:cubicBezTo>
                  <a:cubicBezTo>
                    <a:pt x="1337" y="2131"/>
                    <a:pt x="1605" y="2033"/>
                    <a:pt x="1822" y="1814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9" name="Google Shape;3947;p80">
              <a:extLst>
                <a:ext uri="{FF2B5EF4-FFF2-40B4-BE49-F238E27FC236}">
                  <a16:creationId xmlns:a16="http://schemas.microsoft.com/office/drawing/2014/main" id="{63C45447-2965-3657-97D3-B6B8D5EDD76A}"/>
                </a:ext>
              </a:extLst>
            </p:cNvPr>
            <p:cNvSpPr/>
            <p:nvPr/>
          </p:nvSpPr>
          <p:spPr>
            <a:xfrm>
              <a:off x="4427825" y="24093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90" name="Google Shape;3948;p80">
              <a:extLst>
                <a:ext uri="{FF2B5EF4-FFF2-40B4-BE49-F238E27FC236}">
                  <a16:creationId xmlns:a16="http://schemas.microsoft.com/office/drawing/2014/main" id="{C0276EBC-71F2-C6EE-8978-58C030374BEA}"/>
                </a:ext>
              </a:extLst>
            </p:cNvPr>
            <p:cNvSpPr/>
            <p:nvPr/>
          </p:nvSpPr>
          <p:spPr>
            <a:xfrm>
              <a:off x="4351600" y="27902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30" y="2134"/>
                    <a:pt x="1079" y="2134"/>
                  </a:cubicBezTo>
                  <a:cubicBezTo>
                    <a:pt x="1340" y="2134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91" name="Google Shape;3949;p80">
              <a:extLst>
                <a:ext uri="{FF2B5EF4-FFF2-40B4-BE49-F238E27FC236}">
                  <a16:creationId xmlns:a16="http://schemas.microsoft.com/office/drawing/2014/main" id="{4B0567A6-4CC8-ED2D-BB13-9D52F8EF0C51}"/>
                </a:ext>
              </a:extLst>
            </p:cNvPr>
            <p:cNvSpPr/>
            <p:nvPr/>
          </p:nvSpPr>
          <p:spPr>
            <a:xfrm>
              <a:off x="4351600" y="2714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92" name="Google Shape;3950;p80">
              <a:extLst>
                <a:ext uri="{FF2B5EF4-FFF2-40B4-BE49-F238E27FC236}">
                  <a16:creationId xmlns:a16="http://schemas.microsoft.com/office/drawing/2014/main" id="{9B208E81-C610-1DF7-795F-A972EE5C4BFE}"/>
                </a:ext>
              </a:extLst>
            </p:cNvPr>
            <p:cNvSpPr/>
            <p:nvPr/>
          </p:nvSpPr>
          <p:spPr>
            <a:xfrm>
              <a:off x="4351600" y="26377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1"/>
                    <a:pt x="9" y="480"/>
                    <a:pt x="1" y="1074"/>
                  </a:cubicBezTo>
                  <a:cubicBezTo>
                    <a:pt x="1" y="1712"/>
                    <a:pt x="529" y="2137"/>
                    <a:pt x="1077" y="2137"/>
                  </a:cubicBezTo>
                  <a:cubicBezTo>
                    <a:pt x="1339" y="2137"/>
                    <a:pt x="1606" y="2040"/>
                    <a:pt x="1822" y="1822"/>
                  </a:cubicBezTo>
                  <a:cubicBezTo>
                    <a:pt x="2497" y="1155"/>
                    <a:pt x="2017" y="1"/>
                    <a:pt x="107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93" name="Google Shape;3951;p80">
              <a:extLst>
                <a:ext uri="{FF2B5EF4-FFF2-40B4-BE49-F238E27FC236}">
                  <a16:creationId xmlns:a16="http://schemas.microsoft.com/office/drawing/2014/main" id="{E1AC1A52-5137-4870-83A7-A214EEC19548}"/>
                </a:ext>
              </a:extLst>
            </p:cNvPr>
            <p:cNvSpPr/>
            <p:nvPr/>
          </p:nvSpPr>
          <p:spPr>
            <a:xfrm>
              <a:off x="4351600" y="25615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1" y="8"/>
                    <a:pt x="9" y="480"/>
                    <a:pt x="1" y="1073"/>
                  </a:cubicBezTo>
                  <a:cubicBezTo>
                    <a:pt x="1" y="1711"/>
                    <a:pt x="529" y="2137"/>
                    <a:pt x="1077" y="2137"/>
                  </a:cubicBezTo>
                  <a:cubicBezTo>
                    <a:pt x="1339" y="2137"/>
                    <a:pt x="1606" y="2039"/>
                    <a:pt x="1822" y="1821"/>
                  </a:cubicBezTo>
                  <a:cubicBezTo>
                    <a:pt x="2497" y="1154"/>
                    <a:pt x="2017" y="0"/>
                    <a:pt x="107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94" name="Google Shape;3952;p80">
              <a:extLst>
                <a:ext uri="{FF2B5EF4-FFF2-40B4-BE49-F238E27FC236}">
                  <a16:creationId xmlns:a16="http://schemas.microsoft.com/office/drawing/2014/main" id="{F1F16164-5FCF-C5E9-05C6-DCC0F4CAEC38}"/>
                </a:ext>
              </a:extLst>
            </p:cNvPr>
            <p:cNvSpPr/>
            <p:nvPr/>
          </p:nvSpPr>
          <p:spPr>
            <a:xfrm>
              <a:off x="4275600" y="26377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0"/>
                    <a:pt x="1" y="1074"/>
                  </a:cubicBezTo>
                  <a:cubicBezTo>
                    <a:pt x="1" y="1712"/>
                    <a:pt x="525" y="2137"/>
                    <a:pt x="1073" y="2137"/>
                  </a:cubicBezTo>
                  <a:cubicBezTo>
                    <a:pt x="1336" y="2137"/>
                    <a:pt x="1603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95" name="Google Shape;3953;p80">
              <a:extLst>
                <a:ext uri="{FF2B5EF4-FFF2-40B4-BE49-F238E27FC236}">
                  <a16:creationId xmlns:a16="http://schemas.microsoft.com/office/drawing/2014/main" id="{AF56A9C2-65F0-0800-1B42-C63986B3FDA5}"/>
                </a:ext>
              </a:extLst>
            </p:cNvPr>
            <p:cNvSpPr/>
            <p:nvPr/>
          </p:nvSpPr>
          <p:spPr>
            <a:xfrm>
              <a:off x="4275600" y="2561575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72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1" y="2137"/>
                  </a:cubicBezTo>
                  <a:cubicBezTo>
                    <a:pt x="1332" y="2137"/>
                    <a:pt x="1598" y="2039"/>
                    <a:pt x="1813" y="1821"/>
                  </a:cubicBezTo>
                  <a:cubicBezTo>
                    <a:pt x="2488" y="1154"/>
                    <a:pt x="2017" y="0"/>
                    <a:pt x="106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96" name="Google Shape;3954;p80">
              <a:extLst>
                <a:ext uri="{FF2B5EF4-FFF2-40B4-BE49-F238E27FC236}">
                  <a16:creationId xmlns:a16="http://schemas.microsoft.com/office/drawing/2014/main" id="{EB38C69D-49F8-41DF-651A-2E05CF6CE035}"/>
                </a:ext>
              </a:extLst>
            </p:cNvPr>
            <p:cNvSpPr/>
            <p:nvPr/>
          </p:nvSpPr>
          <p:spPr>
            <a:xfrm>
              <a:off x="4275600" y="24855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8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2" y="1814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97" name="Google Shape;3955;p80">
              <a:extLst>
                <a:ext uri="{FF2B5EF4-FFF2-40B4-BE49-F238E27FC236}">
                  <a16:creationId xmlns:a16="http://schemas.microsoft.com/office/drawing/2014/main" id="{61D54CBC-7181-2CBC-E78D-DBDEE7A42D3E}"/>
                </a:ext>
              </a:extLst>
            </p:cNvPr>
            <p:cNvSpPr/>
            <p:nvPr/>
          </p:nvSpPr>
          <p:spPr>
            <a:xfrm>
              <a:off x="4275600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98" name="Google Shape;3956;p80">
              <a:extLst>
                <a:ext uri="{FF2B5EF4-FFF2-40B4-BE49-F238E27FC236}">
                  <a16:creationId xmlns:a16="http://schemas.microsoft.com/office/drawing/2014/main" id="{EB9CC4B0-4515-E1AC-AE48-D9DEB93A2EC1}"/>
                </a:ext>
              </a:extLst>
            </p:cNvPr>
            <p:cNvSpPr/>
            <p:nvPr/>
          </p:nvSpPr>
          <p:spPr>
            <a:xfrm>
              <a:off x="4275600" y="23331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3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99" name="Google Shape;3957;p80">
              <a:extLst>
                <a:ext uri="{FF2B5EF4-FFF2-40B4-BE49-F238E27FC236}">
                  <a16:creationId xmlns:a16="http://schemas.microsoft.com/office/drawing/2014/main" id="{2F6A70E1-58B8-EA11-B093-4D905D4BF680}"/>
                </a:ext>
              </a:extLst>
            </p:cNvPr>
            <p:cNvSpPr/>
            <p:nvPr/>
          </p:nvSpPr>
          <p:spPr>
            <a:xfrm>
              <a:off x="4275600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6" y="0"/>
                  </a:moveTo>
                  <a:cubicBezTo>
                    <a:pt x="1072" y="0"/>
                    <a:pt x="1069" y="0"/>
                    <a:pt x="1066" y="0"/>
                  </a:cubicBez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4" y="2039"/>
                    <a:pt x="1822" y="1821"/>
                  </a:cubicBezTo>
                  <a:cubicBezTo>
                    <a:pt x="2494" y="1149"/>
                    <a:pt x="2020" y="0"/>
                    <a:pt x="107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00" name="Google Shape;3958;p80">
              <a:extLst>
                <a:ext uri="{FF2B5EF4-FFF2-40B4-BE49-F238E27FC236}">
                  <a16:creationId xmlns:a16="http://schemas.microsoft.com/office/drawing/2014/main" id="{F9A9192B-2B46-7622-F25D-101C362A9BB0}"/>
                </a:ext>
              </a:extLst>
            </p:cNvPr>
            <p:cNvSpPr/>
            <p:nvPr/>
          </p:nvSpPr>
          <p:spPr>
            <a:xfrm>
              <a:off x="4199400" y="2485550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8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01" name="Google Shape;3959;p80">
              <a:extLst>
                <a:ext uri="{FF2B5EF4-FFF2-40B4-BE49-F238E27FC236}">
                  <a16:creationId xmlns:a16="http://schemas.microsoft.com/office/drawing/2014/main" id="{9BA4DC58-8E69-D724-CD8C-23FABC147F5B}"/>
                </a:ext>
              </a:extLst>
            </p:cNvPr>
            <p:cNvSpPr/>
            <p:nvPr/>
          </p:nvSpPr>
          <p:spPr>
            <a:xfrm>
              <a:off x="4199400" y="233312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02" name="Google Shape;3960;p80">
              <a:extLst>
                <a:ext uri="{FF2B5EF4-FFF2-40B4-BE49-F238E27FC236}">
                  <a16:creationId xmlns:a16="http://schemas.microsoft.com/office/drawing/2014/main" id="{CD4E6BFD-6825-6B21-5D6B-0B7EAAC00B8B}"/>
                </a:ext>
              </a:extLst>
            </p:cNvPr>
            <p:cNvSpPr/>
            <p:nvPr/>
          </p:nvSpPr>
          <p:spPr>
            <a:xfrm>
              <a:off x="4199400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5" y="0"/>
                  </a:moveTo>
                  <a:cubicBezTo>
                    <a:pt x="1072" y="0"/>
                    <a:pt x="1068" y="0"/>
                    <a:pt x="1065" y="0"/>
                  </a:cubicBez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80" y="2137"/>
                  </a:cubicBezTo>
                  <a:cubicBezTo>
                    <a:pt x="1343" y="2137"/>
                    <a:pt x="1611" y="2039"/>
                    <a:pt x="1829" y="1821"/>
                  </a:cubicBezTo>
                  <a:cubicBezTo>
                    <a:pt x="2493" y="1149"/>
                    <a:pt x="2019" y="0"/>
                    <a:pt x="107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03" name="Google Shape;3961;p80">
              <a:extLst>
                <a:ext uri="{FF2B5EF4-FFF2-40B4-BE49-F238E27FC236}">
                  <a16:creationId xmlns:a16="http://schemas.microsoft.com/office/drawing/2014/main" id="{1DB1B794-B0DB-1B21-6890-953C14F6EA26}"/>
                </a:ext>
              </a:extLst>
            </p:cNvPr>
            <p:cNvSpPr/>
            <p:nvPr/>
          </p:nvSpPr>
          <p:spPr>
            <a:xfrm>
              <a:off x="4123175" y="23331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04" name="Google Shape;3962;p80">
              <a:extLst>
                <a:ext uri="{FF2B5EF4-FFF2-40B4-BE49-F238E27FC236}">
                  <a16:creationId xmlns:a16="http://schemas.microsoft.com/office/drawing/2014/main" id="{9AA95D40-EF2A-0926-2FBE-E745832E1650}"/>
                </a:ext>
              </a:extLst>
            </p:cNvPr>
            <p:cNvSpPr/>
            <p:nvPr/>
          </p:nvSpPr>
          <p:spPr>
            <a:xfrm>
              <a:off x="4123175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6" y="0"/>
                  </a:moveTo>
                  <a:cubicBezTo>
                    <a:pt x="1072" y="0"/>
                    <a:pt x="1069" y="0"/>
                    <a:pt x="1065" y="0"/>
                  </a:cubicBez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80" y="2137"/>
                  </a:cubicBezTo>
                  <a:cubicBezTo>
                    <a:pt x="1343" y="2137"/>
                    <a:pt x="1612" y="2039"/>
                    <a:pt x="1830" y="1821"/>
                  </a:cubicBezTo>
                  <a:cubicBezTo>
                    <a:pt x="2494" y="1149"/>
                    <a:pt x="2028" y="0"/>
                    <a:pt x="107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705" name="Google Shape;3963;p80">
            <a:extLst>
              <a:ext uri="{FF2B5EF4-FFF2-40B4-BE49-F238E27FC236}">
                <a16:creationId xmlns:a16="http://schemas.microsoft.com/office/drawing/2014/main" id="{CD1F632E-5385-3CFE-4050-21AB76FF3DDF}"/>
              </a:ext>
            </a:extLst>
          </p:cNvPr>
          <p:cNvGrpSpPr/>
          <p:nvPr/>
        </p:nvGrpSpPr>
        <p:grpSpPr>
          <a:xfrm>
            <a:off x="6637752" y="4137419"/>
            <a:ext cx="560636" cy="516497"/>
            <a:chOff x="6652051" y="3714143"/>
            <a:chExt cx="560636" cy="516497"/>
          </a:xfrm>
        </p:grpSpPr>
        <p:grpSp>
          <p:nvGrpSpPr>
            <p:cNvPr id="2706" name="Google Shape;3964;p80">
              <a:extLst>
                <a:ext uri="{FF2B5EF4-FFF2-40B4-BE49-F238E27FC236}">
                  <a16:creationId xmlns:a16="http://schemas.microsoft.com/office/drawing/2014/main" id="{9802627C-D67B-37BE-D3CB-E88A5C0EF249}"/>
                </a:ext>
              </a:extLst>
            </p:cNvPr>
            <p:cNvGrpSpPr/>
            <p:nvPr/>
          </p:nvGrpSpPr>
          <p:grpSpPr>
            <a:xfrm>
              <a:off x="6669657" y="3716715"/>
              <a:ext cx="466768" cy="464314"/>
              <a:chOff x="3139766" y="765669"/>
              <a:chExt cx="886380" cy="881888"/>
            </a:xfrm>
          </p:grpSpPr>
          <p:grpSp>
            <p:nvGrpSpPr>
              <p:cNvPr id="2708" name="Google Shape;3965;p80">
                <a:extLst>
                  <a:ext uri="{FF2B5EF4-FFF2-40B4-BE49-F238E27FC236}">
                    <a16:creationId xmlns:a16="http://schemas.microsoft.com/office/drawing/2014/main" id="{3E70D584-CF10-0C8A-0F3B-D8A211657521}"/>
                  </a:ext>
                </a:extLst>
              </p:cNvPr>
              <p:cNvGrpSpPr/>
              <p:nvPr/>
            </p:nvGrpSpPr>
            <p:grpSpPr>
              <a:xfrm>
                <a:off x="3139766" y="765669"/>
                <a:ext cx="886380" cy="881888"/>
                <a:chOff x="3139766" y="765669"/>
                <a:chExt cx="886380" cy="881888"/>
              </a:xfrm>
            </p:grpSpPr>
            <p:sp>
              <p:nvSpPr>
                <p:cNvPr id="2713" name="Google Shape;3966;p80">
                  <a:extLst>
                    <a:ext uri="{FF2B5EF4-FFF2-40B4-BE49-F238E27FC236}">
                      <a16:creationId xmlns:a16="http://schemas.microsoft.com/office/drawing/2014/main" id="{18FD9801-3DC3-9CB6-8597-526C89B3F37A}"/>
                    </a:ext>
                  </a:extLst>
                </p:cNvPr>
                <p:cNvSpPr/>
                <p:nvPr/>
              </p:nvSpPr>
              <p:spPr>
                <a:xfrm>
                  <a:off x="3139766" y="765669"/>
                  <a:ext cx="733591" cy="88188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6964" h="80501" extrusionOk="0">
                      <a:moveTo>
                        <a:pt x="45863" y="0"/>
                      </a:moveTo>
                      <a:cubicBezTo>
                        <a:pt x="43461" y="0"/>
                        <a:pt x="41054" y="188"/>
                        <a:pt x="38663" y="566"/>
                      </a:cubicBezTo>
                      <a:cubicBezTo>
                        <a:pt x="20352" y="3441"/>
                        <a:pt x="6281" y="16660"/>
                        <a:pt x="1757" y="33161"/>
                      </a:cubicBezTo>
                      <a:lnTo>
                        <a:pt x="4081" y="32487"/>
                      </a:lnTo>
                      <a:lnTo>
                        <a:pt x="4081" y="32487"/>
                      </a:lnTo>
                      <a:cubicBezTo>
                        <a:pt x="4756" y="33871"/>
                        <a:pt x="3939" y="34971"/>
                        <a:pt x="3496" y="36213"/>
                      </a:cubicBezTo>
                      <a:cubicBezTo>
                        <a:pt x="3088" y="37384"/>
                        <a:pt x="2129" y="37207"/>
                        <a:pt x="1384" y="37295"/>
                      </a:cubicBezTo>
                      <a:cubicBezTo>
                        <a:pt x="1207" y="37313"/>
                        <a:pt x="1012" y="37348"/>
                        <a:pt x="816" y="37366"/>
                      </a:cubicBezTo>
                      <a:cubicBezTo>
                        <a:pt x="36" y="41997"/>
                        <a:pt x="0" y="46717"/>
                        <a:pt x="728" y="51348"/>
                      </a:cubicBezTo>
                      <a:cubicBezTo>
                        <a:pt x="2644" y="63591"/>
                        <a:pt x="9528" y="73847"/>
                        <a:pt x="19057" y="80501"/>
                      </a:cubicBezTo>
                      <a:cubicBezTo>
                        <a:pt x="18897" y="80217"/>
                        <a:pt x="18737" y="79950"/>
                        <a:pt x="18560" y="79684"/>
                      </a:cubicBezTo>
                      <a:cubicBezTo>
                        <a:pt x="18099" y="79010"/>
                        <a:pt x="17069" y="77928"/>
                        <a:pt x="17194" y="77768"/>
                      </a:cubicBezTo>
                      <a:cubicBezTo>
                        <a:pt x="18081" y="76703"/>
                        <a:pt x="16094" y="76632"/>
                        <a:pt x="16626" y="75834"/>
                      </a:cubicBezTo>
                      <a:cubicBezTo>
                        <a:pt x="15206" y="74876"/>
                        <a:pt x="14816" y="73652"/>
                        <a:pt x="15277" y="71948"/>
                      </a:cubicBezTo>
                      <a:cubicBezTo>
                        <a:pt x="15455" y="71292"/>
                        <a:pt x="15100" y="70529"/>
                        <a:pt x="14426" y="69854"/>
                      </a:cubicBezTo>
                      <a:cubicBezTo>
                        <a:pt x="13468" y="68896"/>
                        <a:pt x="12811" y="67601"/>
                        <a:pt x="12101" y="66394"/>
                      </a:cubicBezTo>
                      <a:cubicBezTo>
                        <a:pt x="11782" y="65862"/>
                        <a:pt x="11338" y="65152"/>
                        <a:pt x="11463" y="64620"/>
                      </a:cubicBezTo>
                      <a:cubicBezTo>
                        <a:pt x="11871" y="62739"/>
                        <a:pt x="12172" y="60734"/>
                        <a:pt x="13095" y="59102"/>
                      </a:cubicBezTo>
                      <a:cubicBezTo>
                        <a:pt x="14337" y="56919"/>
                        <a:pt x="14284" y="54914"/>
                        <a:pt x="13343" y="51969"/>
                      </a:cubicBezTo>
                      <a:lnTo>
                        <a:pt x="13343" y="51969"/>
                      </a:lnTo>
                      <a:cubicBezTo>
                        <a:pt x="12811" y="53619"/>
                        <a:pt x="11888" y="53229"/>
                        <a:pt x="11090" y="53353"/>
                      </a:cubicBezTo>
                      <a:cubicBezTo>
                        <a:pt x="10814" y="53401"/>
                        <a:pt x="10612" y="53439"/>
                        <a:pt x="10447" y="53439"/>
                      </a:cubicBezTo>
                      <a:cubicBezTo>
                        <a:pt x="9997" y="53439"/>
                        <a:pt x="9823" y="53151"/>
                        <a:pt x="9174" y="51969"/>
                      </a:cubicBezTo>
                      <a:cubicBezTo>
                        <a:pt x="7861" y="50763"/>
                        <a:pt x="6619" y="49485"/>
                        <a:pt x="5447" y="48136"/>
                      </a:cubicBezTo>
                      <a:cubicBezTo>
                        <a:pt x="5270" y="47853"/>
                        <a:pt x="5146" y="47551"/>
                        <a:pt x="5110" y="47214"/>
                      </a:cubicBezTo>
                      <a:cubicBezTo>
                        <a:pt x="4862" y="45759"/>
                        <a:pt x="4649" y="44304"/>
                        <a:pt x="4773" y="42796"/>
                      </a:cubicBezTo>
                      <a:lnTo>
                        <a:pt x="4773" y="42796"/>
                      </a:lnTo>
                      <a:lnTo>
                        <a:pt x="9653" y="51756"/>
                      </a:lnTo>
                      <a:cubicBezTo>
                        <a:pt x="11924" y="50745"/>
                        <a:pt x="13680" y="49201"/>
                        <a:pt x="15650" y="47995"/>
                      </a:cubicBezTo>
                      <a:cubicBezTo>
                        <a:pt x="17034" y="47161"/>
                        <a:pt x="17584" y="45954"/>
                        <a:pt x="18045" y="44606"/>
                      </a:cubicBezTo>
                      <a:cubicBezTo>
                        <a:pt x="18205" y="44109"/>
                        <a:pt x="18329" y="43594"/>
                        <a:pt x="18436" y="43080"/>
                      </a:cubicBezTo>
                      <a:lnTo>
                        <a:pt x="15597" y="40542"/>
                      </a:lnTo>
                      <a:lnTo>
                        <a:pt x="15224" y="41749"/>
                      </a:lnTo>
                      <a:cubicBezTo>
                        <a:pt x="14000" y="41092"/>
                        <a:pt x="12793" y="40507"/>
                        <a:pt x="11640" y="39833"/>
                      </a:cubicBezTo>
                      <a:cubicBezTo>
                        <a:pt x="10593" y="39212"/>
                        <a:pt x="10433" y="38395"/>
                        <a:pt x="11374" y="37082"/>
                      </a:cubicBezTo>
                      <a:lnTo>
                        <a:pt x="11374" y="37082"/>
                      </a:lnTo>
                      <a:cubicBezTo>
                        <a:pt x="12448" y="38789"/>
                        <a:pt x="13681" y="39825"/>
                        <a:pt x="15346" y="39825"/>
                      </a:cubicBezTo>
                      <a:cubicBezTo>
                        <a:pt x="15689" y="39825"/>
                        <a:pt x="16049" y="39781"/>
                        <a:pt x="16431" y="39691"/>
                      </a:cubicBezTo>
                      <a:cubicBezTo>
                        <a:pt x="16437" y="39689"/>
                        <a:pt x="16444" y="39688"/>
                        <a:pt x="16450" y="39688"/>
                      </a:cubicBezTo>
                      <a:cubicBezTo>
                        <a:pt x="16592" y="39688"/>
                        <a:pt x="16795" y="40029"/>
                        <a:pt x="16998" y="40063"/>
                      </a:cubicBezTo>
                      <a:cubicBezTo>
                        <a:pt x="17810" y="40257"/>
                        <a:pt x="18605" y="40492"/>
                        <a:pt x="19428" y="40492"/>
                      </a:cubicBezTo>
                      <a:cubicBezTo>
                        <a:pt x="19811" y="40492"/>
                        <a:pt x="20200" y="40441"/>
                        <a:pt x="20600" y="40312"/>
                      </a:cubicBezTo>
                      <a:cubicBezTo>
                        <a:pt x="21150" y="40152"/>
                        <a:pt x="21718" y="40045"/>
                        <a:pt x="22304" y="40010"/>
                      </a:cubicBezTo>
                      <a:cubicBezTo>
                        <a:pt x="24003" y="41489"/>
                        <a:pt x="25144" y="42940"/>
                        <a:pt x="27015" y="42940"/>
                      </a:cubicBezTo>
                      <a:cubicBezTo>
                        <a:pt x="27253" y="42940"/>
                        <a:pt x="27504" y="42917"/>
                        <a:pt x="27769" y="42867"/>
                      </a:cubicBezTo>
                      <a:cubicBezTo>
                        <a:pt x="27999" y="44251"/>
                        <a:pt x="27875" y="45564"/>
                        <a:pt x="28407" y="46486"/>
                      </a:cubicBezTo>
                      <a:cubicBezTo>
                        <a:pt x="29614" y="48616"/>
                        <a:pt x="31158" y="50532"/>
                        <a:pt x="32701" y="52732"/>
                      </a:cubicBezTo>
                      <a:lnTo>
                        <a:pt x="34600" y="50425"/>
                      </a:lnTo>
                      <a:lnTo>
                        <a:pt x="34103" y="47196"/>
                      </a:lnTo>
                      <a:cubicBezTo>
                        <a:pt x="34972" y="46096"/>
                        <a:pt x="36268" y="45173"/>
                        <a:pt x="36286" y="44251"/>
                      </a:cubicBezTo>
                      <a:cubicBezTo>
                        <a:pt x="36303" y="42707"/>
                        <a:pt x="38503" y="42955"/>
                        <a:pt x="38202" y="41394"/>
                      </a:cubicBezTo>
                      <a:cubicBezTo>
                        <a:pt x="38184" y="41305"/>
                        <a:pt x="39604" y="40986"/>
                        <a:pt x="40313" y="40702"/>
                      </a:cubicBezTo>
                      <a:cubicBezTo>
                        <a:pt x="40650" y="40560"/>
                        <a:pt x="40899" y="40223"/>
                        <a:pt x="41378" y="39797"/>
                      </a:cubicBezTo>
                      <a:lnTo>
                        <a:pt x="44785" y="44978"/>
                      </a:lnTo>
                      <a:lnTo>
                        <a:pt x="46630" y="43914"/>
                      </a:lnTo>
                      <a:cubicBezTo>
                        <a:pt x="47553" y="45102"/>
                        <a:pt x="46754" y="46699"/>
                        <a:pt x="48067" y="47480"/>
                      </a:cubicBezTo>
                      <a:cubicBezTo>
                        <a:pt x="47020" y="50124"/>
                        <a:pt x="48741" y="51508"/>
                        <a:pt x="50445" y="52980"/>
                      </a:cubicBezTo>
                      <a:cubicBezTo>
                        <a:pt x="50764" y="53247"/>
                        <a:pt x="50640" y="54010"/>
                        <a:pt x="50746" y="54684"/>
                      </a:cubicBezTo>
                      <a:cubicBezTo>
                        <a:pt x="49546" y="54279"/>
                        <a:pt x="48739" y="53108"/>
                        <a:pt x="47515" y="53108"/>
                      </a:cubicBezTo>
                      <a:cubicBezTo>
                        <a:pt x="47074" y="53108"/>
                        <a:pt x="46579" y="53260"/>
                        <a:pt x="45991" y="53655"/>
                      </a:cubicBezTo>
                      <a:cubicBezTo>
                        <a:pt x="46130" y="53637"/>
                        <a:pt x="46261" y="53629"/>
                        <a:pt x="46385" y="53629"/>
                      </a:cubicBezTo>
                      <a:cubicBezTo>
                        <a:pt x="47902" y="53629"/>
                        <a:pt x="48314" y="54868"/>
                        <a:pt x="48954" y="55606"/>
                      </a:cubicBezTo>
                      <a:cubicBezTo>
                        <a:pt x="49646" y="56387"/>
                        <a:pt x="51119" y="56937"/>
                        <a:pt x="50782" y="58712"/>
                      </a:cubicBezTo>
                      <a:cubicBezTo>
                        <a:pt x="50925" y="58653"/>
                        <a:pt x="51063" y="58628"/>
                        <a:pt x="51196" y="58628"/>
                      </a:cubicBezTo>
                      <a:cubicBezTo>
                        <a:pt x="52116" y="58628"/>
                        <a:pt x="52822" y="59846"/>
                        <a:pt x="53828" y="59846"/>
                      </a:cubicBezTo>
                      <a:cubicBezTo>
                        <a:pt x="54135" y="59846"/>
                        <a:pt x="54469" y="59733"/>
                        <a:pt x="54845" y="59439"/>
                      </a:cubicBezTo>
                      <a:lnTo>
                        <a:pt x="55431" y="57026"/>
                      </a:lnTo>
                      <a:cubicBezTo>
                        <a:pt x="55147" y="56955"/>
                        <a:pt x="54863" y="56902"/>
                        <a:pt x="54579" y="56849"/>
                      </a:cubicBezTo>
                      <a:cubicBezTo>
                        <a:pt x="53053" y="56760"/>
                        <a:pt x="51385" y="55819"/>
                        <a:pt x="51793" y="55269"/>
                      </a:cubicBezTo>
                      <a:lnTo>
                        <a:pt x="52787" y="54844"/>
                      </a:lnTo>
                      <a:lnTo>
                        <a:pt x="52414" y="52501"/>
                      </a:lnTo>
                      <a:cubicBezTo>
                        <a:pt x="48866" y="49893"/>
                        <a:pt x="48440" y="48917"/>
                        <a:pt x="49770" y="46291"/>
                      </a:cubicBezTo>
                      <a:lnTo>
                        <a:pt x="49770" y="46291"/>
                      </a:lnTo>
                      <a:cubicBezTo>
                        <a:pt x="50462" y="46859"/>
                        <a:pt x="51208" y="47338"/>
                        <a:pt x="51775" y="47977"/>
                      </a:cubicBezTo>
                      <a:cubicBezTo>
                        <a:pt x="52326" y="48562"/>
                        <a:pt x="52698" y="49325"/>
                        <a:pt x="53088" y="49929"/>
                      </a:cubicBezTo>
                      <a:lnTo>
                        <a:pt x="55821" y="46948"/>
                      </a:lnTo>
                      <a:lnTo>
                        <a:pt x="55200" y="42955"/>
                      </a:lnTo>
                      <a:lnTo>
                        <a:pt x="52805" y="41447"/>
                      </a:lnTo>
                      <a:lnTo>
                        <a:pt x="53585" y="38253"/>
                      </a:lnTo>
                      <a:lnTo>
                        <a:pt x="55111" y="39229"/>
                      </a:lnTo>
                      <a:cubicBezTo>
                        <a:pt x="55111" y="40045"/>
                        <a:pt x="55111" y="40542"/>
                        <a:pt x="55111" y="41039"/>
                      </a:cubicBezTo>
                      <a:lnTo>
                        <a:pt x="56300" y="41021"/>
                      </a:lnTo>
                      <a:lnTo>
                        <a:pt x="56034" y="38466"/>
                      </a:lnTo>
                      <a:cubicBezTo>
                        <a:pt x="59778" y="37011"/>
                        <a:pt x="60754" y="35876"/>
                        <a:pt x="62546" y="30925"/>
                      </a:cubicBezTo>
                      <a:lnTo>
                        <a:pt x="59370" y="25407"/>
                      </a:lnTo>
                      <a:lnTo>
                        <a:pt x="60754" y="24609"/>
                      </a:lnTo>
                      <a:cubicBezTo>
                        <a:pt x="60620" y="24079"/>
                        <a:pt x="60336" y="23926"/>
                        <a:pt x="59999" y="23926"/>
                      </a:cubicBezTo>
                      <a:cubicBezTo>
                        <a:pt x="59536" y="23926"/>
                        <a:pt x="58975" y="24215"/>
                        <a:pt x="58567" y="24215"/>
                      </a:cubicBezTo>
                      <a:cubicBezTo>
                        <a:pt x="58326" y="24215"/>
                        <a:pt x="58138" y="24114"/>
                        <a:pt x="58057" y="23792"/>
                      </a:cubicBezTo>
                      <a:lnTo>
                        <a:pt x="59316" y="21344"/>
                      </a:lnTo>
                      <a:lnTo>
                        <a:pt x="60062" y="22692"/>
                      </a:lnTo>
                      <a:lnTo>
                        <a:pt x="61286" y="21858"/>
                      </a:lnTo>
                      <a:lnTo>
                        <a:pt x="63504" y="23775"/>
                      </a:lnTo>
                      <a:lnTo>
                        <a:pt x="64178" y="27040"/>
                      </a:lnTo>
                      <a:cubicBezTo>
                        <a:pt x="64959" y="25993"/>
                        <a:pt x="65598" y="25478"/>
                        <a:pt x="65775" y="24822"/>
                      </a:cubicBezTo>
                      <a:cubicBezTo>
                        <a:pt x="66201" y="23367"/>
                        <a:pt x="64356" y="23225"/>
                        <a:pt x="64089" y="22515"/>
                      </a:cubicBezTo>
                      <a:lnTo>
                        <a:pt x="64444" y="18647"/>
                      </a:lnTo>
                      <a:cubicBezTo>
                        <a:pt x="66520" y="17955"/>
                        <a:pt x="66538" y="17902"/>
                        <a:pt x="66609" y="16305"/>
                      </a:cubicBezTo>
                      <a:cubicBezTo>
                        <a:pt x="66698" y="14229"/>
                        <a:pt x="66840" y="12171"/>
                        <a:pt x="66964" y="10059"/>
                      </a:cubicBezTo>
                      <a:cubicBezTo>
                        <a:pt x="65951" y="8994"/>
                        <a:pt x="64617" y="8884"/>
                        <a:pt x="63235" y="8884"/>
                      </a:cubicBezTo>
                      <a:cubicBezTo>
                        <a:pt x="62876" y="8884"/>
                        <a:pt x="62514" y="8891"/>
                        <a:pt x="62153" y="8891"/>
                      </a:cubicBezTo>
                      <a:cubicBezTo>
                        <a:pt x="62029" y="8891"/>
                        <a:pt x="61906" y="8890"/>
                        <a:pt x="61783" y="8888"/>
                      </a:cubicBezTo>
                      <a:cubicBezTo>
                        <a:pt x="61978" y="8001"/>
                        <a:pt x="62209" y="7362"/>
                        <a:pt x="62262" y="6741"/>
                      </a:cubicBezTo>
                      <a:cubicBezTo>
                        <a:pt x="62297" y="6102"/>
                        <a:pt x="62173" y="5464"/>
                        <a:pt x="62120" y="4701"/>
                      </a:cubicBezTo>
                      <a:lnTo>
                        <a:pt x="65119" y="4239"/>
                      </a:lnTo>
                      <a:cubicBezTo>
                        <a:pt x="59052" y="1427"/>
                        <a:pt x="52479" y="0"/>
                        <a:pt x="45863" y="0"/>
                      </a:cubicBezTo>
                      <a:close/>
                    </a:path>
                  </a:pathLst>
                </a:custGeom>
                <a:noFill/>
                <a:ln w="9525" cap="flat" cmpd="sng">
                  <a:solidFill>
                    <a:srgbClr val="5F8195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714" name="Google Shape;3967;p80">
                  <a:extLst>
                    <a:ext uri="{FF2B5EF4-FFF2-40B4-BE49-F238E27FC236}">
                      <a16:creationId xmlns:a16="http://schemas.microsoft.com/office/drawing/2014/main" id="{2CAEE90B-2C37-3C60-D9E0-D8852F3260CC}"/>
                    </a:ext>
                  </a:extLst>
                </p:cNvPr>
                <p:cNvSpPr/>
                <p:nvPr/>
              </p:nvSpPr>
              <p:spPr>
                <a:xfrm>
                  <a:off x="3787623" y="1419737"/>
                  <a:ext cx="223361" cy="19400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389" h="17709" extrusionOk="0">
                      <a:moveTo>
                        <a:pt x="17567" y="0"/>
                      </a:moveTo>
                      <a:lnTo>
                        <a:pt x="17567" y="0"/>
                      </a:lnTo>
                      <a:cubicBezTo>
                        <a:pt x="17070" y="1331"/>
                        <a:pt x="16644" y="2697"/>
                        <a:pt x="16307" y="4081"/>
                      </a:cubicBezTo>
                      <a:cubicBezTo>
                        <a:pt x="16278" y="4199"/>
                        <a:pt x="16114" y="4268"/>
                        <a:pt x="16100" y="4268"/>
                      </a:cubicBezTo>
                      <a:cubicBezTo>
                        <a:pt x="16097" y="4268"/>
                        <a:pt x="16100" y="4265"/>
                        <a:pt x="16112" y="4259"/>
                      </a:cubicBezTo>
                      <a:lnTo>
                        <a:pt x="13912" y="3034"/>
                      </a:lnTo>
                      <a:lnTo>
                        <a:pt x="14391" y="1437"/>
                      </a:lnTo>
                      <a:lnTo>
                        <a:pt x="12617" y="337"/>
                      </a:lnTo>
                      <a:cubicBezTo>
                        <a:pt x="12563" y="2112"/>
                        <a:pt x="10416" y="1970"/>
                        <a:pt x="10523" y="3655"/>
                      </a:cubicBezTo>
                      <a:cubicBezTo>
                        <a:pt x="10523" y="3709"/>
                        <a:pt x="10239" y="3797"/>
                        <a:pt x="10079" y="3815"/>
                      </a:cubicBezTo>
                      <a:cubicBezTo>
                        <a:pt x="8287" y="4028"/>
                        <a:pt x="8553" y="4418"/>
                        <a:pt x="7276" y="5305"/>
                      </a:cubicBezTo>
                      <a:cubicBezTo>
                        <a:pt x="5785" y="6352"/>
                        <a:pt x="5466" y="8730"/>
                        <a:pt x="3017" y="8765"/>
                      </a:cubicBezTo>
                      <a:cubicBezTo>
                        <a:pt x="2166" y="8783"/>
                        <a:pt x="1154" y="9919"/>
                        <a:pt x="569" y="10770"/>
                      </a:cubicBezTo>
                      <a:cubicBezTo>
                        <a:pt x="178" y="11356"/>
                        <a:pt x="1" y="12705"/>
                        <a:pt x="374" y="13095"/>
                      </a:cubicBezTo>
                      <a:cubicBezTo>
                        <a:pt x="1687" y="14443"/>
                        <a:pt x="746" y="15810"/>
                        <a:pt x="569" y="17708"/>
                      </a:cubicBezTo>
                      <a:cubicBezTo>
                        <a:pt x="3337" y="16519"/>
                        <a:pt x="5839" y="15668"/>
                        <a:pt x="8074" y="14213"/>
                      </a:cubicBezTo>
                      <a:lnTo>
                        <a:pt x="10558" y="15934"/>
                      </a:lnTo>
                      <a:lnTo>
                        <a:pt x="9866" y="17336"/>
                      </a:lnTo>
                      <a:cubicBezTo>
                        <a:pt x="11960" y="17300"/>
                        <a:pt x="13592" y="16998"/>
                        <a:pt x="14710" y="15508"/>
                      </a:cubicBezTo>
                      <a:cubicBezTo>
                        <a:pt x="16094" y="13645"/>
                        <a:pt x="17585" y="11835"/>
                        <a:pt x="18773" y="9866"/>
                      </a:cubicBezTo>
                      <a:cubicBezTo>
                        <a:pt x="19590" y="8482"/>
                        <a:pt x="20388" y="6885"/>
                        <a:pt x="18862" y="5305"/>
                      </a:cubicBezTo>
                      <a:cubicBezTo>
                        <a:pt x="18596" y="5039"/>
                        <a:pt x="18330" y="4330"/>
                        <a:pt x="18472" y="4099"/>
                      </a:cubicBezTo>
                      <a:cubicBezTo>
                        <a:pt x="19732" y="2307"/>
                        <a:pt x="17372" y="1491"/>
                        <a:pt x="17567" y="0"/>
                      </a:cubicBezTo>
                      <a:close/>
                    </a:path>
                  </a:pathLst>
                </a:custGeom>
                <a:noFill/>
                <a:ln w="9525" cap="flat" cmpd="sng">
                  <a:solidFill>
                    <a:srgbClr val="5F8195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715" name="Google Shape;3968;p80">
                  <a:extLst>
                    <a:ext uri="{FF2B5EF4-FFF2-40B4-BE49-F238E27FC236}">
                      <a16:creationId xmlns:a16="http://schemas.microsoft.com/office/drawing/2014/main" id="{E8C1E459-8555-2A35-1630-3975033D5F0E}"/>
                    </a:ext>
                  </a:extLst>
                </p:cNvPr>
                <p:cNvSpPr/>
                <p:nvPr/>
              </p:nvSpPr>
              <p:spPr>
                <a:xfrm>
                  <a:off x="3757694" y="1303888"/>
                  <a:ext cx="77956" cy="9700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116" h="8855" extrusionOk="0">
                      <a:moveTo>
                        <a:pt x="5359" y="0"/>
                      </a:moveTo>
                      <a:cubicBezTo>
                        <a:pt x="4649" y="976"/>
                        <a:pt x="3993" y="1774"/>
                        <a:pt x="3460" y="2644"/>
                      </a:cubicBezTo>
                      <a:cubicBezTo>
                        <a:pt x="2910" y="3513"/>
                        <a:pt x="1455" y="3638"/>
                        <a:pt x="1828" y="5181"/>
                      </a:cubicBezTo>
                      <a:cubicBezTo>
                        <a:pt x="1354" y="4803"/>
                        <a:pt x="1037" y="4660"/>
                        <a:pt x="815" y="4660"/>
                      </a:cubicBezTo>
                      <a:cubicBezTo>
                        <a:pt x="256" y="4660"/>
                        <a:pt x="305" y="5571"/>
                        <a:pt x="1" y="5926"/>
                      </a:cubicBezTo>
                      <a:cubicBezTo>
                        <a:pt x="1136" y="7417"/>
                        <a:pt x="1438" y="7577"/>
                        <a:pt x="5412" y="8854"/>
                      </a:cubicBezTo>
                      <a:cubicBezTo>
                        <a:pt x="5590" y="7896"/>
                        <a:pt x="5625" y="7239"/>
                        <a:pt x="5820" y="6636"/>
                      </a:cubicBezTo>
                      <a:cubicBezTo>
                        <a:pt x="6033" y="6015"/>
                        <a:pt x="6335" y="5430"/>
                        <a:pt x="6708" y="4880"/>
                      </a:cubicBezTo>
                      <a:cubicBezTo>
                        <a:pt x="7116" y="4294"/>
                        <a:pt x="5696" y="4170"/>
                        <a:pt x="6459" y="3354"/>
                      </a:cubicBezTo>
                      <a:cubicBezTo>
                        <a:pt x="6849" y="2928"/>
                        <a:pt x="6637" y="1686"/>
                        <a:pt x="6778" y="1384"/>
                      </a:cubicBezTo>
                      <a:cubicBezTo>
                        <a:pt x="6832" y="1224"/>
                        <a:pt x="6867" y="1047"/>
                        <a:pt x="6885" y="870"/>
                      </a:cubicBezTo>
                      <a:lnTo>
                        <a:pt x="5359" y="0"/>
                      </a:lnTo>
                      <a:close/>
                    </a:path>
                  </a:pathLst>
                </a:custGeom>
                <a:noFill/>
                <a:ln w="9525" cap="flat" cmpd="sng">
                  <a:solidFill>
                    <a:srgbClr val="5F8195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716" name="Google Shape;3969;p80">
                  <a:extLst>
                    <a:ext uri="{FF2B5EF4-FFF2-40B4-BE49-F238E27FC236}">
                      <a16:creationId xmlns:a16="http://schemas.microsoft.com/office/drawing/2014/main" id="{8E7F5FBE-4123-EA32-446E-0BB8E25FC218}"/>
                    </a:ext>
                  </a:extLst>
                </p:cNvPr>
                <p:cNvSpPr/>
                <p:nvPr/>
              </p:nvSpPr>
              <p:spPr>
                <a:xfrm>
                  <a:off x="3916892" y="1338867"/>
                  <a:ext cx="109254" cy="6843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73" h="6247" extrusionOk="0">
                      <a:moveTo>
                        <a:pt x="0" y="1"/>
                      </a:moveTo>
                      <a:lnTo>
                        <a:pt x="266" y="1722"/>
                      </a:lnTo>
                      <a:lnTo>
                        <a:pt x="1668" y="1970"/>
                      </a:lnTo>
                      <a:lnTo>
                        <a:pt x="870" y="3177"/>
                      </a:lnTo>
                      <a:cubicBezTo>
                        <a:pt x="1300" y="3058"/>
                        <a:pt x="1704" y="3001"/>
                        <a:pt x="2079" y="3001"/>
                      </a:cubicBezTo>
                      <a:cubicBezTo>
                        <a:pt x="3221" y="3001"/>
                        <a:pt x="4106" y="3533"/>
                        <a:pt x="4720" y="4508"/>
                      </a:cubicBezTo>
                      <a:cubicBezTo>
                        <a:pt x="5319" y="5452"/>
                        <a:pt x="5558" y="5867"/>
                        <a:pt x="5945" y="5867"/>
                      </a:cubicBezTo>
                      <a:cubicBezTo>
                        <a:pt x="6235" y="5867"/>
                        <a:pt x="6607" y="5635"/>
                        <a:pt x="7275" y="5218"/>
                      </a:cubicBezTo>
                      <a:cubicBezTo>
                        <a:pt x="7453" y="5111"/>
                        <a:pt x="7648" y="5058"/>
                        <a:pt x="7861" y="5022"/>
                      </a:cubicBezTo>
                      <a:lnTo>
                        <a:pt x="9564" y="6247"/>
                      </a:lnTo>
                      <a:lnTo>
                        <a:pt x="9972" y="5679"/>
                      </a:lnTo>
                      <a:cubicBezTo>
                        <a:pt x="9582" y="4809"/>
                        <a:pt x="9262" y="3887"/>
                        <a:pt x="8819" y="3035"/>
                      </a:cubicBezTo>
                      <a:cubicBezTo>
                        <a:pt x="8151" y="1821"/>
                        <a:pt x="7070" y="1194"/>
                        <a:pt x="5857" y="1194"/>
                      </a:cubicBezTo>
                      <a:cubicBezTo>
                        <a:pt x="5138" y="1194"/>
                        <a:pt x="4373" y="1415"/>
                        <a:pt x="3620" y="1864"/>
                      </a:cubicBezTo>
                      <a:cubicBezTo>
                        <a:pt x="3336" y="2024"/>
                        <a:pt x="3052" y="2166"/>
                        <a:pt x="2644" y="2396"/>
                      </a:cubicBezTo>
                      <a:lnTo>
                        <a:pt x="1970" y="462"/>
                      </a:lnTo>
                      <a:lnTo>
                        <a:pt x="0" y="1"/>
                      </a:lnTo>
                      <a:close/>
                    </a:path>
                  </a:pathLst>
                </a:custGeom>
                <a:noFill/>
                <a:ln w="9525" cap="flat" cmpd="sng">
                  <a:solidFill>
                    <a:srgbClr val="5F8195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717" name="Google Shape;3970;p80">
                  <a:extLst>
                    <a:ext uri="{FF2B5EF4-FFF2-40B4-BE49-F238E27FC236}">
                      <a16:creationId xmlns:a16="http://schemas.microsoft.com/office/drawing/2014/main" id="{D2D7DB5D-DE40-2A89-032D-6B02ACBEC2FD}"/>
                    </a:ext>
                  </a:extLst>
                </p:cNvPr>
                <p:cNvSpPr/>
                <p:nvPr/>
              </p:nvSpPr>
              <p:spPr>
                <a:xfrm>
                  <a:off x="3865184" y="936118"/>
                  <a:ext cx="73103" cy="13451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673" h="12279" extrusionOk="0">
                      <a:moveTo>
                        <a:pt x="6672" y="1"/>
                      </a:moveTo>
                      <a:lnTo>
                        <a:pt x="6672" y="1"/>
                      </a:lnTo>
                      <a:cubicBezTo>
                        <a:pt x="6223" y="198"/>
                        <a:pt x="5784" y="260"/>
                        <a:pt x="5357" y="260"/>
                      </a:cubicBezTo>
                      <a:cubicBezTo>
                        <a:pt x="4670" y="260"/>
                        <a:pt x="4013" y="100"/>
                        <a:pt x="3390" y="89"/>
                      </a:cubicBezTo>
                      <a:lnTo>
                        <a:pt x="3088" y="2786"/>
                      </a:lnTo>
                      <a:lnTo>
                        <a:pt x="4809" y="5164"/>
                      </a:lnTo>
                      <a:lnTo>
                        <a:pt x="1" y="10771"/>
                      </a:lnTo>
                      <a:lnTo>
                        <a:pt x="1083" y="12279"/>
                      </a:lnTo>
                      <a:lnTo>
                        <a:pt x="6388" y="7772"/>
                      </a:lnTo>
                      <a:cubicBezTo>
                        <a:pt x="4454" y="6495"/>
                        <a:pt x="6175" y="3709"/>
                        <a:pt x="4383" y="2502"/>
                      </a:cubicBezTo>
                      <a:lnTo>
                        <a:pt x="6672" y="1"/>
                      </a:lnTo>
                      <a:close/>
                    </a:path>
                  </a:pathLst>
                </a:custGeom>
                <a:noFill/>
                <a:ln w="9525" cap="flat" cmpd="sng">
                  <a:solidFill>
                    <a:srgbClr val="5F8195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718" name="Google Shape;3971;p80">
                  <a:extLst>
                    <a:ext uri="{FF2B5EF4-FFF2-40B4-BE49-F238E27FC236}">
                      <a16:creationId xmlns:a16="http://schemas.microsoft.com/office/drawing/2014/main" id="{0A1EE104-A074-CA01-4FB2-B5452D04BF1F}"/>
                    </a:ext>
                  </a:extLst>
                </p:cNvPr>
                <p:cNvSpPr/>
                <p:nvPr/>
              </p:nvSpPr>
              <p:spPr>
                <a:xfrm>
                  <a:off x="3738260" y="1420756"/>
                  <a:ext cx="79895" cy="1689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293" h="1542" extrusionOk="0">
                      <a:moveTo>
                        <a:pt x="4286" y="0"/>
                      </a:moveTo>
                      <a:cubicBezTo>
                        <a:pt x="2949" y="0"/>
                        <a:pt x="1596" y="367"/>
                        <a:pt x="0" y="510"/>
                      </a:cubicBezTo>
                      <a:cubicBezTo>
                        <a:pt x="787" y="973"/>
                        <a:pt x="1302" y="1542"/>
                        <a:pt x="1738" y="1542"/>
                      </a:cubicBezTo>
                      <a:cubicBezTo>
                        <a:pt x="1970" y="1542"/>
                        <a:pt x="2179" y="1380"/>
                        <a:pt x="2396" y="954"/>
                      </a:cubicBezTo>
                      <a:cubicBezTo>
                        <a:pt x="2708" y="1325"/>
                        <a:pt x="3056" y="1432"/>
                        <a:pt x="3417" y="1432"/>
                      </a:cubicBezTo>
                      <a:cubicBezTo>
                        <a:pt x="3816" y="1432"/>
                        <a:pt x="4231" y="1302"/>
                        <a:pt x="4631" y="1256"/>
                      </a:cubicBezTo>
                      <a:cubicBezTo>
                        <a:pt x="5394" y="1149"/>
                        <a:pt x="6157" y="1025"/>
                        <a:pt x="7293" y="830"/>
                      </a:cubicBezTo>
                      <a:cubicBezTo>
                        <a:pt x="6240" y="198"/>
                        <a:pt x="5268" y="0"/>
                        <a:pt x="4286" y="0"/>
                      </a:cubicBezTo>
                      <a:close/>
                    </a:path>
                  </a:pathLst>
                </a:custGeom>
                <a:noFill/>
                <a:ln w="9525" cap="flat" cmpd="sng">
                  <a:solidFill>
                    <a:srgbClr val="5F8195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719" name="Google Shape;3972;p80">
                  <a:extLst>
                    <a:ext uri="{FF2B5EF4-FFF2-40B4-BE49-F238E27FC236}">
                      <a16:creationId xmlns:a16="http://schemas.microsoft.com/office/drawing/2014/main" id="{2A39DF88-9721-89DD-1039-29EEA11540BF}"/>
                    </a:ext>
                  </a:extLst>
                </p:cNvPr>
                <p:cNvSpPr/>
                <p:nvPr/>
              </p:nvSpPr>
              <p:spPr>
                <a:xfrm>
                  <a:off x="3833886" y="1361610"/>
                  <a:ext cx="29370" cy="4122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681" h="3763" extrusionOk="0">
                      <a:moveTo>
                        <a:pt x="2662" y="1"/>
                      </a:moveTo>
                      <a:cubicBezTo>
                        <a:pt x="19" y="675"/>
                        <a:pt x="1" y="764"/>
                        <a:pt x="1012" y="3763"/>
                      </a:cubicBezTo>
                      <a:lnTo>
                        <a:pt x="1491" y="2148"/>
                      </a:lnTo>
                      <a:lnTo>
                        <a:pt x="2201" y="3408"/>
                      </a:lnTo>
                      <a:lnTo>
                        <a:pt x="2680" y="3372"/>
                      </a:lnTo>
                      <a:cubicBezTo>
                        <a:pt x="2574" y="2840"/>
                        <a:pt x="2485" y="2308"/>
                        <a:pt x="2450" y="1758"/>
                      </a:cubicBezTo>
                      <a:cubicBezTo>
                        <a:pt x="2485" y="1172"/>
                        <a:pt x="2556" y="586"/>
                        <a:pt x="2662" y="1"/>
                      </a:cubicBezTo>
                      <a:close/>
                    </a:path>
                  </a:pathLst>
                </a:custGeom>
                <a:noFill/>
                <a:ln w="9525" cap="flat" cmpd="sng">
                  <a:solidFill>
                    <a:srgbClr val="5F8195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720" name="Google Shape;3973;p80">
                  <a:extLst>
                    <a:ext uri="{FF2B5EF4-FFF2-40B4-BE49-F238E27FC236}">
                      <a16:creationId xmlns:a16="http://schemas.microsoft.com/office/drawing/2014/main" id="{DA0478A5-5CE5-35B0-16A0-DAC893DC217A}"/>
                    </a:ext>
                  </a:extLst>
                </p:cNvPr>
                <p:cNvSpPr/>
                <p:nvPr/>
              </p:nvSpPr>
              <p:spPr>
                <a:xfrm>
                  <a:off x="3852553" y="1272590"/>
                  <a:ext cx="36162" cy="3442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301" h="3142" extrusionOk="0">
                      <a:moveTo>
                        <a:pt x="3301" y="0"/>
                      </a:moveTo>
                      <a:lnTo>
                        <a:pt x="0" y="1455"/>
                      </a:lnTo>
                      <a:lnTo>
                        <a:pt x="550" y="2520"/>
                      </a:lnTo>
                      <a:lnTo>
                        <a:pt x="1154" y="1793"/>
                      </a:lnTo>
                      <a:lnTo>
                        <a:pt x="2804" y="3141"/>
                      </a:lnTo>
                      <a:lnTo>
                        <a:pt x="3301" y="0"/>
                      </a:lnTo>
                      <a:close/>
                    </a:path>
                  </a:pathLst>
                </a:custGeom>
                <a:noFill/>
                <a:ln w="9525" cap="flat" cmpd="sng">
                  <a:solidFill>
                    <a:srgbClr val="5F8195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721" name="Google Shape;3974;p80">
                  <a:extLst>
                    <a:ext uri="{FF2B5EF4-FFF2-40B4-BE49-F238E27FC236}">
                      <a16:creationId xmlns:a16="http://schemas.microsoft.com/office/drawing/2014/main" id="{6A7F5479-430C-1CDE-06AB-D708ED5F339F}"/>
                    </a:ext>
                  </a:extLst>
                </p:cNvPr>
                <p:cNvSpPr/>
                <p:nvPr/>
              </p:nvSpPr>
              <p:spPr>
                <a:xfrm>
                  <a:off x="3832330" y="1195806"/>
                  <a:ext cx="18481" cy="4666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87" h="4260" extrusionOk="0">
                      <a:moveTo>
                        <a:pt x="249" y="1"/>
                      </a:moveTo>
                      <a:cubicBezTo>
                        <a:pt x="1" y="2627"/>
                        <a:pt x="1" y="2627"/>
                        <a:pt x="977" y="4259"/>
                      </a:cubicBezTo>
                      <a:cubicBezTo>
                        <a:pt x="1687" y="1261"/>
                        <a:pt x="1687" y="1261"/>
                        <a:pt x="249" y="1"/>
                      </a:cubicBezTo>
                      <a:close/>
                    </a:path>
                  </a:pathLst>
                </a:custGeom>
                <a:noFill/>
                <a:ln w="9525" cap="flat" cmpd="sng">
                  <a:solidFill>
                    <a:srgbClr val="5F8195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sp>
            <p:nvSpPr>
              <p:cNvPr id="2709" name="Google Shape;3975;p80">
                <a:extLst>
                  <a:ext uri="{FF2B5EF4-FFF2-40B4-BE49-F238E27FC236}">
                    <a16:creationId xmlns:a16="http://schemas.microsoft.com/office/drawing/2014/main" id="{38BAB33E-5E53-621E-5DDD-5687BBD69395}"/>
                  </a:ext>
                </a:extLst>
              </p:cNvPr>
              <p:cNvSpPr/>
              <p:nvPr/>
            </p:nvSpPr>
            <p:spPr>
              <a:xfrm>
                <a:off x="3243368" y="1332656"/>
                <a:ext cx="2147" cy="975"/>
              </a:xfrm>
              <a:custGeom>
                <a:avLst/>
                <a:gdLst/>
                <a:ahLst/>
                <a:cxnLst/>
                <a:rect l="l" t="t" r="r" b="b"/>
                <a:pathLst>
                  <a:path w="196" h="89" extrusionOk="0">
                    <a:moveTo>
                      <a:pt x="196" y="0"/>
                    </a:moveTo>
                    <a:lnTo>
                      <a:pt x="1" y="89"/>
                    </a:lnTo>
                    <a:lnTo>
                      <a:pt x="1" y="89"/>
                    </a:lnTo>
                    <a:lnTo>
                      <a:pt x="196" y="18"/>
                    </a:lnTo>
                    <a:lnTo>
                      <a:pt x="196" y="0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rgbClr val="5F819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0" name="Google Shape;3976;p80">
                <a:extLst>
                  <a:ext uri="{FF2B5EF4-FFF2-40B4-BE49-F238E27FC236}">
                    <a16:creationId xmlns:a16="http://schemas.microsoft.com/office/drawing/2014/main" id="{91B3A1F6-462E-4AAE-E768-15B80CAF0422}"/>
                  </a:ext>
                </a:extLst>
              </p:cNvPr>
              <p:cNvSpPr/>
              <p:nvPr/>
            </p:nvSpPr>
            <p:spPr>
              <a:xfrm>
                <a:off x="3903089" y="838542"/>
                <a:ext cx="31496" cy="31112"/>
              </a:xfrm>
              <a:custGeom>
                <a:avLst/>
                <a:gdLst/>
                <a:ahLst/>
                <a:cxnLst/>
                <a:rect l="l" t="t" r="r" b="b"/>
                <a:pathLst>
                  <a:path w="2875" h="2840" extrusionOk="0">
                    <a:moveTo>
                      <a:pt x="1" y="0"/>
                    </a:moveTo>
                    <a:lnTo>
                      <a:pt x="1" y="0"/>
                    </a:lnTo>
                    <a:cubicBezTo>
                      <a:pt x="835" y="1029"/>
                      <a:pt x="1739" y="1970"/>
                      <a:pt x="2733" y="2839"/>
                    </a:cubicBezTo>
                    <a:cubicBezTo>
                      <a:pt x="2840" y="2520"/>
                      <a:pt x="2875" y="2201"/>
                      <a:pt x="2822" y="1881"/>
                    </a:cubicBezTo>
                    <a:cubicBezTo>
                      <a:pt x="1899" y="1225"/>
                      <a:pt x="959" y="604"/>
                      <a:pt x="1" y="0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rgbClr val="5F819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1" name="Google Shape;3977;p80">
                <a:extLst>
                  <a:ext uri="{FF2B5EF4-FFF2-40B4-BE49-F238E27FC236}">
                    <a16:creationId xmlns:a16="http://schemas.microsoft.com/office/drawing/2014/main" id="{7FFAE891-CC38-2132-9509-4051F4A994A2}"/>
                  </a:ext>
                </a:extLst>
              </p:cNvPr>
              <p:cNvSpPr/>
              <p:nvPr/>
            </p:nvSpPr>
            <p:spPr>
              <a:xfrm>
                <a:off x="3240256" y="1333620"/>
                <a:ext cx="2925" cy="1380"/>
              </a:xfrm>
              <a:custGeom>
                <a:avLst/>
                <a:gdLst/>
                <a:ahLst/>
                <a:cxnLst/>
                <a:rect l="l" t="t" r="r" b="b"/>
                <a:pathLst>
                  <a:path w="267" h="126" extrusionOk="0">
                    <a:moveTo>
                      <a:pt x="267" y="1"/>
                    </a:moveTo>
                    <a:cubicBezTo>
                      <a:pt x="178" y="36"/>
                      <a:pt x="89" y="72"/>
                      <a:pt x="1" y="125"/>
                    </a:cubicBezTo>
                    <a:cubicBezTo>
                      <a:pt x="107" y="90"/>
                      <a:pt x="178" y="36"/>
                      <a:pt x="267" y="1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rgbClr val="5F819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2" name="Google Shape;3978;p80">
                <a:extLst>
                  <a:ext uri="{FF2B5EF4-FFF2-40B4-BE49-F238E27FC236}">
                    <a16:creationId xmlns:a16="http://schemas.microsoft.com/office/drawing/2014/main" id="{61ABBD1F-7F89-70E1-10BA-99D75F055912}"/>
                  </a:ext>
                </a:extLst>
              </p:cNvPr>
              <p:cNvSpPr/>
              <p:nvPr/>
            </p:nvSpPr>
            <p:spPr>
              <a:xfrm>
                <a:off x="3334721" y="1524314"/>
                <a:ext cx="58719" cy="88834"/>
              </a:xfrm>
              <a:custGeom>
                <a:avLst/>
                <a:gdLst/>
                <a:ahLst/>
                <a:cxnLst/>
                <a:rect l="l" t="t" r="r" b="b"/>
                <a:pathLst>
                  <a:path w="5360" h="8109" extrusionOk="0">
                    <a:moveTo>
                      <a:pt x="1828" y="0"/>
                    </a:moveTo>
                    <a:lnTo>
                      <a:pt x="1" y="2946"/>
                    </a:lnTo>
                    <a:cubicBezTo>
                      <a:pt x="444" y="3762"/>
                      <a:pt x="1030" y="4738"/>
                      <a:pt x="1527" y="5785"/>
                    </a:cubicBezTo>
                    <a:cubicBezTo>
                      <a:pt x="2308" y="7328"/>
                      <a:pt x="3479" y="8091"/>
                      <a:pt x="5359" y="8109"/>
                    </a:cubicBezTo>
                    <a:cubicBezTo>
                      <a:pt x="4667" y="6689"/>
                      <a:pt x="3993" y="5625"/>
                      <a:pt x="3798" y="4205"/>
                    </a:cubicBezTo>
                    <a:cubicBezTo>
                      <a:pt x="3621" y="2768"/>
                      <a:pt x="2574" y="1491"/>
                      <a:pt x="1828" y="0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rgbClr val="5F819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2707" name="Google Shape;3979;p80">
              <a:extLst>
                <a:ext uri="{FF2B5EF4-FFF2-40B4-BE49-F238E27FC236}">
                  <a16:creationId xmlns:a16="http://schemas.microsoft.com/office/drawing/2014/main" id="{3DF85404-27E8-9F8A-160A-476B34933AA1}"/>
                </a:ext>
              </a:extLst>
            </p:cNvPr>
            <p:cNvSpPr/>
            <p:nvPr/>
          </p:nvSpPr>
          <p:spPr>
            <a:xfrm>
              <a:off x="6652051" y="3714143"/>
              <a:ext cx="560636" cy="516497"/>
            </a:xfrm>
            <a:custGeom>
              <a:avLst/>
              <a:gdLst/>
              <a:ahLst/>
              <a:cxnLst/>
              <a:rect l="l" t="t" r="r" b="b"/>
              <a:pathLst>
                <a:path w="97164" h="89553" extrusionOk="0">
                  <a:moveTo>
                    <a:pt x="48954" y="445"/>
                  </a:moveTo>
                  <a:cubicBezTo>
                    <a:pt x="70832" y="445"/>
                    <a:pt x="89977" y="15970"/>
                    <a:pt x="93384" y="37777"/>
                  </a:cubicBezTo>
                  <a:cubicBezTo>
                    <a:pt x="97163" y="61943"/>
                    <a:pt x="80183" y="84673"/>
                    <a:pt x="55431" y="88541"/>
                  </a:cubicBezTo>
                  <a:cubicBezTo>
                    <a:pt x="53035" y="88913"/>
                    <a:pt x="50622" y="89109"/>
                    <a:pt x="48209" y="89109"/>
                  </a:cubicBezTo>
                  <a:cubicBezTo>
                    <a:pt x="26332" y="89109"/>
                    <a:pt x="7204" y="73583"/>
                    <a:pt x="3780" y="51794"/>
                  </a:cubicBezTo>
                  <a:cubicBezTo>
                    <a:pt x="0" y="27610"/>
                    <a:pt x="16999" y="4880"/>
                    <a:pt x="41733" y="1012"/>
                  </a:cubicBezTo>
                  <a:cubicBezTo>
                    <a:pt x="44128" y="640"/>
                    <a:pt x="46541" y="445"/>
                    <a:pt x="48954" y="445"/>
                  </a:cubicBezTo>
                  <a:close/>
                  <a:moveTo>
                    <a:pt x="48954" y="1"/>
                  </a:moveTo>
                  <a:cubicBezTo>
                    <a:pt x="46524" y="1"/>
                    <a:pt x="44075" y="196"/>
                    <a:pt x="41662" y="569"/>
                  </a:cubicBezTo>
                  <a:cubicBezTo>
                    <a:pt x="35629" y="1509"/>
                    <a:pt x="29827" y="3621"/>
                    <a:pt x="24610" y="6797"/>
                  </a:cubicBezTo>
                  <a:cubicBezTo>
                    <a:pt x="19589" y="9849"/>
                    <a:pt x="15206" y="13823"/>
                    <a:pt x="11711" y="18525"/>
                  </a:cubicBezTo>
                  <a:cubicBezTo>
                    <a:pt x="8216" y="23174"/>
                    <a:pt x="5661" y="28461"/>
                    <a:pt x="4206" y="34086"/>
                  </a:cubicBezTo>
                  <a:cubicBezTo>
                    <a:pt x="1331" y="45247"/>
                    <a:pt x="2946" y="57064"/>
                    <a:pt x="8712" y="67036"/>
                  </a:cubicBezTo>
                  <a:cubicBezTo>
                    <a:pt x="11338" y="71578"/>
                    <a:pt x="14745" y="75623"/>
                    <a:pt x="18791" y="78959"/>
                  </a:cubicBezTo>
                  <a:cubicBezTo>
                    <a:pt x="27059" y="85808"/>
                    <a:pt x="37474" y="89552"/>
                    <a:pt x="48209" y="89552"/>
                  </a:cubicBezTo>
                  <a:cubicBezTo>
                    <a:pt x="50640" y="89552"/>
                    <a:pt x="53089" y="89357"/>
                    <a:pt x="55502" y="88984"/>
                  </a:cubicBezTo>
                  <a:cubicBezTo>
                    <a:pt x="61534" y="88044"/>
                    <a:pt x="67337" y="85932"/>
                    <a:pt x="72571" y="82756"/>
                  </a:cubicBezTo>
                  <a:cubicBezTo>
                    <a:pt x="77575" y="79704"/>
                    <a:pt x="81957" y="75730"/>
                    <a:pt x="85453" y="71028"/>
                  </a:cubicBezTo>
                  <a:cubicBezTo>
                    <a:pt x="88948" y="66379"/>
                    <a:pt x="91503" y="61092"/>
                    <a:pt x="92958" y="55467"/>
                  </a:cubicBezTo>
                  <a:cubicBezTo>
                    <a:pt x="95832" y="44324"/>
                    <a:pt x="94218" y="32489"/>
                    <a:pt x="88451" y="22517"/>
                  </a:cubicBezTo>
                  <a:cubicBezTo>
                    <a:pt x="85825" y="17975"/>
                    <a:pt x="82418" y="13947"/>
                    <a:pt x="78373" y="10594"/>
                  </a:cubicBezTo>
                  <a:cubicBezTo>
                    <a:pt x="70105" y="3745"/>
                    <a:pt x="59689" y="1"/>
                    <a:pt x="48954" y="1"/>
                  </a:cubicBezTo>
                  <a:close/>
                </a:path>
              </a:pathLst>
            </a:custGeom>
            <a:noFill/>
            <a:ln w="9525" cap="flat" cmpd="sng">
              <a:solidFill>
                <a:srgbClr val="E3E9ED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722" name="Google Shape;3980;p80">
            <a:extLst>
              <a:ext uri="{FF2B5EF4-FFF2-40B4-BE49-F238E27FC236}">
                <a16:creationId xmlns:a16="http://schemas.microsoft.com/office/drawing/2014/main" id="{47EF387D-2825-2FA1-D9E4-02BB209BEECD}"/>
              </a:ext>
            </a:extLst>
          </p:cNvPr>
          <p:cNvGrpSpPr/>
          <p:nvPr/>
        </p:nvGrpSpPr>
        <p:grpSpPr>
          <a:xfrm>
            <a:off x="7636462" y="3618002"/>
            <a:ext cx="104231" cy="320340"/>
            <a:chOff x="7564426" y="3224343"/>
            <a:chExt cx="119985" cy="368801"/>
          </a:xfrm>
        </p:grpSpPr>
        <p:sp>
          <p:nvSpPr>
            <p:cNvPr id="2723" name="Google Shape;3981;p80">
              <a:extLst>
                <a:ext uri="{FF2B5EF4-FFF2-40B4-BE49-F238E27FC236}">
                  <a16:creationId xmlns:a16="http://schemas.microsoft.com/office/drawing/2014/main" id="{A90CDAF5-E0D0-B428-FAE7-F25EBD16AAE2}"/>
                </a:ext>
              </a:extLst>
            </p:cNvPr>
            <p:cNvSpPr/>
            <p:nvPr/>
          </p:nvSpPr>
          <p:spPr>
            <a:xfrm>
              <a:off x="7564426" y="3224379"/>
              <a:ext cx="119985" cy="368765"/>
            </a:xfrm>
            <a:custGeom>
              <a:avLst/>
              <a:gdLst/>
              <a:ahLst/>
              <a:cxnLst/>
              <a:rect l="l" t="t" r="r" b="b"/>
              <a:pathLst>
                <a:path w="13196" h="40557" extrusionOk="0">
                  <a:moveTo>
                    <a:pt x="2529" y="1"/>
                  </a:moveTo>
                  <a:lnTo>
                    <a:pt x="2547" y="1348"/>
                  </a:lnTo>
                  <a:lnTo>
                    <a:pt x="10244" y="1459"/>
                  </a:lnTo>
                  <a:lnTo>
                    <a:pt x="10227" y="108"/>
                  </a:lnTo>
                  <a:lnTo>
                    <a:pt x="2529" y="1"/>
                  </a:lnTo>
                  <a:close/>
                  <a:moveTo>
                    <a:pt x="3107" y="1850"/>
                  </a:moveTo>
                  <a:lnTo>
                    <a:pt x="556" y="15262"/>
                  </a:lnTo>
                  <a:lnTo>
                    <a:pt x="12617" y="15439"/>
                  </a:lnTo>
                  <a:lnTo>
                    <a:pt x="9489" y="1872"/>
                  </a:lnTo>
                  <a:lnTo>
                    <a:pt x="3107" y="1850"/>
                  </a:lnTo>
                  <a:close/>
                  <a:moveTo>
                    <a:pt x="1" y="15688"/>
                  </a:moveTo>
                  <a:lnTo>
                    <a:pt x="23" y="17035"/>
                  </a:lnTo>
                  <a:lnTo>
                    <a:pt x="13195" y="17226"/>
                  </a:lnTo>
                  <a:lnTo>
                    <a:pt x="13177" y="15879"/>
                  </a:lnTo>
                  <a:lnTo>
                    <a:pt x="1" y="15688"/>
                  </a:lnTo>
                  <a:close/>
                  <a:moveTo>
                    <a:pt x="4658" y="17528"/>
                  </a:moveTo>
                  <a:lnTo>
                    <a:pt x="4658" y="17528"/>
                  </a:lnTo>
                  <a:cubicBezTo>
                    <a:pt x="4685" y="21359"/>
                    <a:pt x="6027" y="32838"/>
                    <a:pt x="6902" y="40557"/>
                  </a:cubicBezTo>
                  <a:cubicBezTo>
                    <a:pt x="6902" y="40557"/>
                    <a:pt x="8813" y="21274"/>
                    <a:pt x="8560" y="17586"/>
                  </a:cubicBezTo>
                  <a:lnTo>
                    <a:pt x="4658" y="17528"/>
                  </a:lnTo>
                  <a:close/>
                </a:path>
              </a:pathLst>
            </a:custGeom>
            <a:noFill/>
            <a:ln w="9525" cap="flat" cmpd="sng">
              <a:solidFill>
                <a:srgbClr val="BAC8D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24" name="Google Shape;3982;p80">
              <a:extLst>
                <a:ext uri="{FF2B5EF4-FFF2-40B4-BE49-F238E27FC236}">
                  <a16:creationId xmlns:a16="http://schemas.microsoft.com/office/drawing/2014/main" id="{EBAEB97F-7182-59F6-AD02-269190B0AAD4}"/>
                </a:ext>
              </a:extLst>
            </p:cNvPr>
            <p:cNvSpPr/>
            <p:nvPr/>
          </p:nvSpPr>
          <p:spPr>
            <a:xfrm>
              <a:off x="7564426" y="3224343"/>
              <a:ext cx="119985" cy="368801"/>
            </a:xfrm>
            <a:custGeom>
              <a:avLst/>
              <a:gdLst/>
              <a:ahLst/>
              <a:cxnLst/>
              <a:rect l="l" t="t" r="r" b="b"/>
              <a:pathLst>
                <a:path w="13196" h="40561" extrusionOk="0">
                  <a:moveTo>
                    <a:pt x="2529" y="1"/>
                  </a:moveTo>
                  <a:lnTo>
                    <a:pt x="2529" y="5"/>
                  </a:lnTo>
                  <a:lnTo>
                    <a:pt x="2547" y="1352"/>
                  </a:lnTo>
                  <a:lnTo>
                    <a:pt x="10244" y="1463"/>
                  </a:lnTo>
                  <a:lnTo>
                    <a:pt x="10227" y="112"/>
                  </a:lnTo>
                  <a:lnTo>
                    <a:pt x="2529" y="1"/>
                  </a:lnTo>
                  <a:close/>
                  <a:moveTo>
                    <a:pt x="3107" y="1854"/>
                  </a:moveTo>
                  <a:lnTo>
                    <a:pt x="556" y="15266"/>
                  </a:lnTo>
                  <a:lnTo>
                    <a:pt x="12617" y="15443"/>
                  </a:lnTo>
                  <a:lnTo>
                    <a:pt x="9489" y="1876"/>
                  </a:lnTo>
                  <a:lnTo>
                    <a:pt x="3107" y="1854"/>
                  </a:lnTo>
                  <a:close/>
                  <a:moveTo>
                    <a:pt x="1" y="15692"/>
                  </a:moveTo>
                  <a:lnTo>
                    <a:pt x="23" y="17039"/>
                  </a:lnTo>
                  <a:lnTo>
                    <a:pt x="13195" y="17230"/>
                  </a:lnTo>
                  <a:lnTo>
                    <a:pt x="13177" y="15883"/>
                  </a:lnTo>
                  <a:lnTo>
                    <a:pt x="1" y="15692"/>
                  </a:lnTo>
                  <a:close/>
                  <a:moveTo>
                    <a:pt x="4658" y="17532"/>
                  </a:moveTo>
                  <a:lnTo>
                    <a:pt x="4658" y="17532"/>
                  </a:lnTo>
                  <a:cubicBezTo>
                    <a:pt x="4685" y="21363"/>
                    <a:pt x="6027" y="32842"/>
                    <a:pt x="6902" y="40561"/>
                  </a:cubicBezTo>
                  <a:cubicBezTo>
                    <a:pt x="6902" y="40561"/>
                    <a:pt x="8813" y="21278"/>
                    <a:pt x="8560" y="17590"/>
                  </a:cubicBezTo>
                  <a:lnTo>
                    <a:pt x="4658" y="17532"/>
                  </a:lnTo>
                  <a:close/>
                </a:path>
              </a:pathLst>
            </a:custGeom>
            <a:noFill/>
            <a:ln w="9525" cap="flat" cmpd="sng">
              <a:solidFill>
                <a:srgbClr val="BAC8D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725" name="Google Shape;3983;p80">
            <a:extLst>
              <a:ext uri="{FF2B5EF4-FFF2-40B4-BE49-F238E27FC236}">
                <a16:creationId xmlns:a16="http://schemas.microsoft.com/office/drawing/2014/main" id="{BEFC1511-99C7-59A1-45DE-9984E076FAFC}"/>
              </a:ext>
            </a:extLst>
          </p:cNvPr>
          <p:cNvGrpSpPr/>
          <p:nvPr/>
        </p:nvGrpSpPr>
        <p:grpSpPr>
          <a:xfrm>
            <a:off x="7335950" y="3612103"/>
            <a:ext cx="189489" cy="332132"/>
            <a:chOff x="8370831" y="3202002"/>
            <a:chExt cx="218129" cy="382376"/>
          </a:xfrm>
        </p:grpSpPr>
        <p:sp>
          <p:nvSpPr>
            <p:cNvPr id="2726" name="Google Shape;3984;p80">
              <a:extLst>
                <a:ext uri="{FF2B5EF4-FFF2-40B4-BE49-F238E27FC236}">
                  <a16:creationId xmlns:a16="http://schemas.microsoft.com/office/drawing/2014/main" id="{829E0FF9-B6CD-A0C8-46B8-D043BA5F52A7}"/>
                </a:ext>
              </a:extLst>
            </p:cNvPr>
            <p:cNvSpPr/>
            <p:nvPr/>
          </p:nvSpPr>
          <p:spPr>
            <a:xfrm>
              <a:off x="8370831" y="3202002"/>
              <a:ext cx="218129" cy="382376"/>
            </a:xfrm>
            <a:custGeom>
              <a:avLst/>
              <a:gdLst/>
              <a:ahLst/>
              <a:cxnLst/>
              <a:rect l="l" t="t" r="r" b="b"/>
              <a:pathLst>
                <a:path w="23990" h="42054" extrusionOk="0">
                  <a:moveTo>
                    <a:pt x="11991" y="0"/>
                  </a:moveTo>
                  <a:cubicBezTo>
                    <a:pt x="11992" y="0"/>
                    <a:pt x="11992" y="0"/>
                    <a:pt x="11993" y="0"/>
                  </a:cubicBezTo>
                  <a:lnTo>
                    <a:pt x="11993" y="0"/>
                  </a:lnTo>
                  <a:cubicBezTo>
                    <a:pt x="11994" y="0"/>
                    <a:pt x="11995" y="0"/>
                    <a:pt x="11995" y="0"/>
                  </a:cubicBezTo>
                  <a:close/>
                  <a:moveTo>
                    <a:pt x="11993" y="0"/>
                  </a:moveTo>
                  <a:cubicBezTo>
                    <a:pt x="5373" y="1"/>
                    <a:pt x="1" y="4974"/>
                    <a:pt x="1" y="11110"/>
                  </a:cubicBezTo>
                  <a:cubicBezTo>
                    <a:pt x="1" y="14754"/>
                    <a:pt x="1894" y="17985"/>
                    <a:pt x="4823" y="20011"/>
                  </a:cubicBezTo>
                  <a:lnTo>
                    <a:pt x="12062" y="42054"/>
                  </a:lnTo>
                  <a:lnTo>
                    <a:pt x="18950" y="20154"/>
                  </a:lnTo>
                  <a:cubicBezTo>
                    <a:pt x="21999" y="18136"/>
                    <a:pt x="23990" y="14843"/>
                    <a:pt x="23990" y="11110"/>
                  </a:cubicBezTo>
                  <a:cubicBezTo>
                    <a:pt x="23990" y="4978"/>
                    <a:pt x="18618" y="1"/>
                    <a:pt x="11993" y="0"/>
                  </a:cubicBezTo>
                  <a:close/>
                </a:path>
              </a:pathLst>
            </a:custGeom>
            <a:noFill/>
            <a:ln w="9525" cap="flat" cmpd="sng">
              <a:solidFill>
                <a:srgbClr val="D7DFE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27" name="Google Shape;3985;p80">
              <a:extLst>
                <a:ext uri="{FF2B5EF4-FFF2-40B4-BE49-F238E27FC236}">
                  <a16:creationId xmlns:a16="http://schemas.microsoft.com/office/drawing/2014/main" id="{BEEF2F59-B22C-A17A-D736-30C909EC9997}"/>
                </a:ext>
              </a:extLst>
            </p:cNvPr>
            <p:cNvSpPr/>
            <p:nvPr/>
          </p:nvSpPr>
          <p:spPr>
            <a:xfrm>
              <a:off x="8397745" y="3226607"/>
              <a:ext cx="164347" cy="152181"/>
            </a:xfrm>
            <a:custGeom>
              <a:avLst/>
              <a:gdLst/>
              <a:ahLst/>
              <a:cxnLst/>
              <a:rect l="l" t="t" r="r" b="b"/>
              <a:pathLst>
                <a:path w="18075" h="16737" extrusionOk="0">
                  <a:moveTo>
                    <a:pt x="9035" y="0"/>
                  </a:moveTo>
                  <a:cubicBezTo>
                    <a:pt x="4045" y="0"/>
                    <a:pt x="1" y="3747"/>
                    <a:pt x="1" y="8368"/>
                  </a:cubicBezTo>
                  <a:cubicBezTo>
                    <a:pt x="1" y="12990"/>
                    <a:pt x="4045" y="16736"/>
                    <a:pt x="9035" y="16736"/>
                  </a:cubicBezTo>
                  <a:cubicBezTo>
                    <a:pt x="14026" y="16736"/>
                    <a:pt x="18075" y="12990"/>
                    <a:pt x="18075" y="8368"/>
                  </a:cubicBezTo>
                  <a:cubicBezTo>
                    <a:pt x="18075" y="3747"/>
                    <a:pt x="14030" y="0"/>
                    <a:pt x="9035" y="0"/>
                  </a:cubicBezTo>
                  <a:close/>
                </a:path>
              </a:pathLst>
            </a:custGeom>
            <a:noFill/>
            <a:ln w="9525" cap="flat" cmpd="sng">
              <a:solidFill>
                <a:srgbClr val="D7DFE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728" name="Google Shape;3986;p80">
            <a:extLst>
              <a:ext uri="{FF2B5EF4-FFF2-40B4-BE49-F238E27FC236}">
                <a16:creationId xmlns:a16="http://schemas.microsoft.com/office/drawing/2014/main" id="{6E36B24E-C84F-A8FC-13CC-08B6D4C05B8B}"/>
              </a:ext>
            </a:extLst>
          </p:cNvPr>
          <p:cNvGrpSpPr/>
          <p:nvPr/>
        </p:nvGrpSpPr>
        <p:grpSpPr>
          <a:xfrm>
            <a:off x="8059339" y="4023235"/>
            <a:ext cx="309429" cy="267000"/>
            <a:chOff x="6742064" y="3750480"/>
            <a:chExt cx="399315" cy="344560"/>
          </a:xfrm>
        </p:grpSpPr>
        <p:sp>
          <p:nvSpPr>
            <p:cNvPr id="2729" name="Google Shape;3987;p80">
              <a:extLst>
                <a:ext uri="{FF2B5EF4-FFF2-40B4-BE49-F238E27FC236}">
                  <a16:creationId xmlns:a16="http://schemas.microsoft.com/office/drawing/2014/main" id="{F5631C13-CFCC-9771-A8E7-E1DC03797266}"/>
                </a:ext>
              </a:extLst>
            </p:cNvPr>
            <p:cNvSpPr/>
            <p:nvPr/>
          </p:nvSpPr>
          <p:spPr>
            <a:xfrm>
              <a:off x="6742064" y="3750480"/>
              <a:ext cx="399315" cy="344560"/>
            </a:xfrm>
            <a:custGeom>
              <a:avLst/>
              <a:gdLst/>
              <a:ahLst/>
              <a:cxnLst/>
              <a:rect l="l" t="t" r="r" b="b"/>
              <a:pathLst>
                <a:path w="43917" h="37895" extrusionOk="0">
                  <a:moveTo>
                    <a:pt x="37846" y="1"/>
                  </a:moveTo>
                  <a:lnTo>
                    <a:pt x="6071" y="1"/>
                  </a:lnTo>
                  <a:cubicBezTo>
                    <a:pt x="2729" y="1"/>
                    <a:pt x="0" y="2734"/>
                    <a:pt x="0" y="6071"/>
                  </a:cubicBezTo>
                  <a:lnTo>
                    <a:pt x="0" y="18212"/>
                  </a:lnTo>
                  <a:cubicBezTo>
                    <a:pt x="0" y="21550"/>
                    <a:pt x="2729" y="24278"/>
                    <a:pt x="6071" y="24278"/>
                  </a:cubicBezTo>
                  <a:lnTo>
                    <a:pt x="18927" y="24278"/>
                  </a:lnTo>
                  <a:cubicBezTo>
                    <a:pt x="19332" y="24278"/>
                    <a:pt x="19754" y="24705"/>
                    <a:pt x="19821" y="25105"/>
                  </a:cubicBezTo>
                  <a:lnTo>
                    <a:pt x="21958" y="37895"/>
                  </a:lnTo>
                  <a:lnTo>
                    <a:pt x="24096" y="25101"/>
                  </a:lnTo>
                  <a:cubicBezTo>
                    <a:pt x="24162" y="24687"/>
                    <a:pt x="24629" y="24278"/>
                    <a:pt x="25051" y="24278"/>
                  </a:cubicBezTo>
                  <a:lnTo>
                    <a:pt x="37846" y="24278"/>
                  </a:lnTo>
                  <a:cubicBezTo>
                    <a:pt x="41183" y="24278"/>
                    <a:pt x="43916" y="21550"/>
                    <a:pt x="43916" y="18212"/>
                  </a:cubicBezTo>
                  <a:lnTo>
                    <a:pt x="43916" y="6071"/>
                  </a:lnTo>
                  <a:cubicBezTo>
                    <a:pt x="43916" y="2734"/>
                    <a:pt x="41183" y="1"/>
                    <a:pt x="37846" y="1"/>
                  </a:cubicBezTo>
                  <a:close/>
                </a:path>
              </a:pathLst>
            </a:custGeom>
            <a:noFill/>
            <a:ln w="9525" cap="flat" cmpd="sng">
              <a:solidFill>
                <a:srgbClr val="D7DFE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30" name="Google Shape;3988;p80">
              <a:extLst>
                <a:ext uri="{FF2B5EF4-FFF2-40B4-BE49-F238E27FC236}">
                  <a16:creationId xmlns:a16="http://schemas.microsoft.com/office/drawing/2014/main" id="{54456436-2803-9E92-2AA4-4643C0EA466B}"/>
                </a:ext>
              </a:extLst>
            </p:cNvPr>
            <p:cNvSpPr/>
            <p:nvPr/>
          </p:nvSpPr>
          <p:spPr>
            <a:xfrm>
              <a:off x="6764168" y="3772584"/>
              <a:ext cx="355108" cy="176549"/>
            </a:xfrm>
            <a:custGeom>
              <a:avLst/>
              <a:gdLst/>
              <a:ahLst/>
              <a:cxnLst/>
              <a:rect l="l" t="t" r="r" b="b"/>
              <a:pathLst>
                <a:path w="39055" h="19417" extrusionOk="0">
                  <a:moveTo>
                    <a:pt x="3755" y="1"/>
                  </a:moveTo>
                  <a:lnTo>
                    <a:pt x="35295" y="1"/>
                  </a:lnTo>
                  <a:cubicBezTo>
                    <a:pt x="37370" y="10"/>
                    <a:pt x="39045" y="1685"/>
                    <a:pt x="39054" y="3756"/>
                  </a:cubicBezTo>
                  <a:lnTo>
                    <a:pt x="39054" y="15666"/>
                  </a:lnTo>
                  <a:cubicBezTo>
                    <a:pt x="39045" y="17737"/>
                    <a:pt x="37370" y="19412"/>
                    <a:pt x="35295" y="19417"/>
                  </a:cubicBezTo>
                  <a:lnTo>
                    <a:pt x="3755" y="19417"/>
                  </a:lnTo>
                  <a:cubicBezTo>
                    <a:pt x="1680" y="19412"/>
                    <a:pt x="5" y="17737"/>
                    <a:pt x="0" y="15666"/>
                  </a:cubicBezTo>
                  <a:lnTo>
                    <a:pt x="0" y="3756"/>
                  </a:lnTo>
                  <a:cubicBezTo>
                    <a:pt x="5" y="1685"/>
                    <a:pt x="1680" y="10"/>
                    <a:pt x="3755" y="1"/>
                  </a:cubicBezTo>
                  <a:close/>
                </a:path>
              </a:pathLst>
            </a:custGeom>
            <a:noFill/>
            <a:ln w="9525" cap="flat" cmpd="sng">
              <a:solidFill>
                <a:srgbClr val="D7DFE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731" name="Google Shape;3989;p80">
            <a:extLst>
              <a:ext uri="{FF2B5EF4-FFF2-40B4-BE49-F238E27FC236}">
                <a16:creationId xmlns:a16="http://schemas.microsoft.com/office/drawing/2014/main" id="{9CB017EC-E79D-D814-AB77-01E6868D7031}"/>
              </a:ext>
            </a:extLst>
          </p:cNvPr>
          <p:cNvGrpSpPr/>
          <p:nvPr/>
        </p:nvGrpSpPr>
        <p:grpSpPr>
          <a:xfrm>
            <a:off x="7598358" y="4374283"/>
            <a:ext cx="180437" cy="281608"/>
            <a:chOff x="7248525" y="3739696"/>
            <a:chExt cx="230531" cy="359790"/>
          </a:xfrm>
        </p:grpSpPr>
        <p:sp>
          <p:nvSpPr>
            <p:cNvPr id="2732" name="Google Shape;3990;p80">
              <a:extLst>
                <a:ext uri="{FF2B5EF4-FFF2-40B4-BE49-F238E27FC236}">
                  <a16:creationId xmlns:a16="http://schemas.microsoft.com/office/drawing/2014/main" id="{0039FF71-DEE6-B7DA-C8EE-2B459E8D29CB}"/>
                </a:ext>
              </a:extLst>
            </p:cNvPr>
            <p:cNvSpPr/>
            <p:nvPr/>
          </p:nvSpPr>
          <p:spPr>
            <a:xfrm>
              <a:off x="7248525" y="3739696"/>
              <a:ext cx="230531" cy="359790"/>
            </a:xfrm>
            <a:custGeom>
              <a:avLst/>
              <a:gdLst/>
              <a:ahLst/>
              <a:cxnLst/>
              <a:rect l="l" t="t" r="r" b="b"/>
              <a:pathLst>
                <a:path w="25354" h="39570" extrusionOk="0">
                  <a:moveTo>
                    <a:pt x="19434" y="18"/>
                  </a:moveTo>
                  <a:lnTo>
                    <a:pt x="6338" y="5"/>
                  </a:lnTo>
                  <a:cubicBezTo>
                    <a:pt x="2854" y="0"/>
                    <a:pt x="1" y="2858"/>
                    <a:pt x="1" y="6342"/>
                  </a:cubicBezTo>
                  <a:lnTo>
                    <a:pt x="1" y="19016"/>
                  </a:lnTo>
                  <a:cubicBezTo>
                    <a:pt x="1" y="29006"/>
                    <a:pt x="6280" y="22820"/>
                    <a:pt x="12679" y="39570"/>
                  </a:cubicBezTo>
                  <a:cubicBezTo>
                    <a:pt x="19074" y="22820"/>
                    <a:pt x="25354" y="29006"/>
                    <a:pt x="25354" y="19016"/>
                  </a:cubicBezTo>
                  <a:lnTo>
                    <a:pt x="25354" y="6342"/>
                  </a:lnTo>
                  <a:cubicBezTo>
                    <a:pt x="25354" y="2858"/>
                    <a:pt x="22923" y="18"/>
                    <a:pt x="19434" y="18"/>
                  </a:cubicBezTo>
                  <a:close/>
                </a:path>
              </a:pathLst>
            </a:custGeom>
            <a:noFill/>
            <a:ln w="9525" cap="flat" cmpd="sng">
              <a:solidFill>
                <a:srgbClr val="E3E9ED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33" name="Google Shape;3991;p80">
              <a:extLst>
                <a:ext uri="{FF2B5EF4-FFF2-40B4-BE49-F238E27FC236}">
                  <a16:creationId xmlns:a16="http://schemas.microsoft.com/office/drawing/2014/main" id="{878F7864-10A1-A848-DA28-C48297EAF16B}"/>
                </a:ext>
              </a:extLst>
            </p:cNvPr>
            <p:cNvSpPr/>
            <p:nvPr/>
          </p:nvSpPr>
          <p:spPr>
            <a:xfrm>
              <a:off x="7271639" y="3762810"/>
              <a:ext cx="184350" cy="184387"/>
            </a:xfrm>
            <a:custGeom>
              <a:avLst/>
              <a:gdLst/>
              <a:ahLst/>
              <a:cxnLst/>
              <a:rect l="l" t="t" r="r" b="b"/>
              <a:pathLst>
                <a:path w="20275" h="20279" extrusionOk="0">
                  <a:moveTo>
                    <a:pt x="3738" y="0"/>
                  </a:moveTo>
                  <a:lnTo>
                    <a:pt x="16532" y="0"/>
                  </a:lnTo>
                  <a:cubicBezTo>
                    <a:pt x="18594" y="5"/>
                    <a:pt x="20270" y="1680"/>
                    <a:pt x="20274" y="3742"/>
                  </a:cubicBezTo>
                  <a:lnTo>
                    <a:pt x="20274" y="16536"/>
                  </a:lnTo>
                  <a:cubicBezTo>
                    <a:pt x="20270" y="18598"/>
                    <a:pt x="18594" y="20274"/>
                    <a:pt x="16532" y="20278"/>
                  </a:cubicBezTo>
                  <a:lnTo>
                    <a:pt x="3738" y="20278"/>
                  </a:lnTo>
                  <a:cubicBezTo>
                    <a:pt x="1676" y="20274"/>
                    <a:pt x="5" y="18598"/>
                    <a:pt x="1" y="16536"/>
                  </a:cubicBezTo>
                  <a:lnTo>
                    <a:pt x="1" y="3742"/>
                  </a:lnTo>
                  <a:cubicBezTo>
                    <a:pt x="5" y="1680"/>
                    <a:pt x="1676" y="5"/>
                    <a:pt x="3738" y="0"/>
                  </a:cubicBezTo>
                  <a:close/>
                </a:path>
              </a:pathLst>
            </a:custGeom>
            <a:noFill/>
            <a:ln w="9525" cap="flat" cmpd="sng">
              <a:solidFill>
                <a:srgbClr val="E3E9ED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734" name="Google Shape;3992;p80">
            <a:extLst>
              <a:ext uri="{FF2B5EF4-FFF2-40B4-BE49-F238E27FC236}">
                <a16:creationId xmlns:a16="http://schemas.microsoft.com/office/drawing/2014/main" id="{49C9E32D-0011-7D55-515A-34D0BA81FD1B}"/>
              </a:ext>
            </a:extLst>
          </p:cNvPr>
          <p:cNvGrpSpPr/>
          <p:nvPr/>
        </p:nvGrpSpPr>
        <p:grpSpPr>
          <a:xfrm>
            <a:off x="7844278" y="4017507"/>
            <a:ext cx="162896" cy="278710"/>
            <a:chOff x="7601242" y="3729267"/>
            <a:chExt cx="222566" cy="380803"/>
          </a:xfrm>
        </p:grpSpPr>
        <p:sp>
          <p:nvSpPr>
            <p:cNvPr id="2735" name="Google Shape;3993;p80">
              <a:extLst>
                <a:ext uri="{FF2B5EF4-FFF2-40B4-BE49-F238E27FC236}">
                  <a16:creationId xmlns:a16="http://schemas.microsoft.com/office/drawing/2014/main" id="{76485BE5-B68B-B262-0F2B-7B98C28BE729}"/>
                </a:ext>
              </a:extLst>
            </p:cNvPr>
            <p:cNvSpPr/>
            <p:nvPr/>
          </p:nvSpPr>
          <p:spPr>
            <a:xfrm>
              <a:off x="7601242" y="3729267"/>
              <a:ext cx="222566" cy="380803"/>
            </a:xfrm>
            <a:custGeom>
              <a:avLst/>
              <a:gdLst/>
              <a:ahLst/>
              <a:cxnLst/>
              <a:rect l="l" t="t" r="r" b="b"/>
              <a:pathLst>
                <a:path w="24478" h="41881" extrusionOk="0">
                  <a:moveTo>
                    <a:pt x="12239" y="1"/>
                  </a:moveTo>
                  <a:cubicBezTo>
                    <a:pt x="5480" y="1"/>
                    <a:pt x="0" y="5320"/>
                    <a:pt x="0" y="11875"/>
                  </a:cubicBezTo>
                  <a:cubicBezTo>
                    <a:pt x="0" y="17537"/>
                    <a:pt x="4080" y="22270"/>
                    <a:pt x="9537" y="23461"/>
                  </a:cubicBezTo>
                  <a:cubicBezTo>
                    <a:pt x="10235" y="23616"/>
                    <a:pt x="10190" y="24114"/>
                    <a:pt x="10270" y="24825"/>
                  </a:cubicBezTo>
                  <a:lnTo>
                    <a:pt x="12239" y="41881"/>
                  </a:lnTo>
                  <a:lnTo>
                    <a:pt x="14181" y="25065"/>
                  </a:lnTo>
                  <a:cubicBezTo>
                    <a:pt x="14257" y="24385"/>
                    <a:pt x="14230" y="23612"/>
                    <a:pt x="14897" y="23469"/>
                  </a:cubicBezTo>
                  <a:cubicBezTo>
                    <a:pt x="20381" y="22296"/>
                    <a:pt x="24478" y="17550"/>
                    <a:pt x="24478" y="11875"/>
                  </a:cubicBezTo>
                  <a:cubicBezTo>
                    <a:pt x="24478" y="5320"/>
                    <a:pt x="18998" y="1"/>
                    <a:pt x="12239" y="1"/>
                  </a:cubicBezTo>
                  <a:close/>
                </a:path>
              </a:pathLst>
            </a:custGeom>
            <a:noFill/>
            <a:ln w="9525" cap="flat" cmpd="sng">
              <a:solidFill>
                <a:srgbClr val="D7DFE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36" name="Google Shape;3994;p80">
              <a:extLst>
                <a:ext uri="{FF2B5EF4-FFF2-40B4-BE49-F238E27FC236}">
                  <a16:creationId xmlns:a16="http://schemas.microsoft.com/office/drawing/2014/main" id="{F3AD7B1F-DD05-C1C4-D45E-B48998FA9059}"/>
                </a:ext>
              </a:extLst>
            </p:cNvPr>
            <p:cNvSpPr/>
            <p:nvPr/>
          </p:nvSpPr>
          <p:spPr>
            <a:xfrm>
              <a:off x="7621200" y="3748625"/>
              <a:ext cx="182696" cy="177276"/>
            </a:xfrm>
            <a:custGeom>
              <a:avLst/>
              <a:gdLst/>
              <a:ahLst/>
              <a:cxnLst/>
              <a:rect l="l" t="t" r="r" b="b"/>
              <a:pathLst>
                <a:path w="20093" h="19497" extrusionOk="0">
                  <a:moveTo>
                    <a:pt x="10044" y="19496"/>
                  </a:moveTo>
                  <a:cubicBezTo>
                    <a:pt x="15577" y="19496"/>
                    <a:pt x="20092" y="15119"/>
                    <a:pt x="20092" y="9751"/>
                  </a:cubicBezTo>
                  <a:cubicBezTo>
                    <a:pt x="20092" y="4378"/>
                    <a:pt x="15577" y="0"/>
                    <a:pt x="10044" y="0"/>
                  </a:cubicBezTo>
                  <a:cubicBezTo>
                    <a:pt x="4511" y="0"/>
                    <a:pt x="1" y="4378"/>
                    <a:pt x="1" y="9751"/>
                  </a:cubicBezTo>
                  <a:cubicBezTo>
                    <a:pt x="1" y="15119"/>
                    <a:pt x="4511" y="19496"/>
                    <a:pt x="10044" y="19496"/>
                  </a:cubicBezTo>
                  <a:close/>
                </a:path>
              </a:pathLst>
            </a:custGeom>
            <a:noFill/>
            <a:ln w="9525" cap="flat" cmpd="sng">
              <a:solidFill>
                <a:srgbClr val="D7DFE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737" name="Google Shape;3995;p80">
            <a:extLst>
              <a:ext uri="{FF2B5EF4-FFF2-40B4-BE49-F238E27FC236}">
                <a16:creationId xmlns:a16="http://schemas.microsoft.com/office/drawing/2014/main" id="{D6502652-CBDC-612A-C6A1-B40AB6C4C901}"/>
              </a:ext>
            </a:extLst>
          </p:cNvPr>
          <p:cNvSpPr/>
          <p:nvPr/>
        </p:nvSpPr>
        <p:spPr>
          <a:xfrm>
            <a:off x="7810304" y="3629863"/>
            <a:ext cx="230844" cy="296575"/>
          </a:xfrm>
          <a:custGeom>
            <a:avLst/>
            <a:gdLst/>
            <a:ahLst/>
            <a:cxnLst/>
            <a:rect l="l" t="t" r="r" b="b"/>
            <a:pathLst>
              <a:path w="29230" h="37553" extrusionOk="0">
                <a:moveTo>
                  <a:pt x="9655" y="0"/>
                </a:moveTo>
                <a:cubicBezTo>
                  <a:pt x="7693" y="0"/>
                  <a:pt x="5983" y="1692"/>
                  <a:pt x="5974" y="3671"/>
                </a:cubicBezTo>
                <a:cubicBezTo>
                  <a:pt x="5974" y="4182"/>
                  <a:pt x="6085" y="4693"/>
                  <a:pt x="6245" y="5036"/>
                </a:cubicBezTo>
                <a:cubicBezTo>
                  <a:pt x="7169" y="7653"/>
                  <a:pt x="7369" y="9675"/>
                  <a:pt x="6863" y="11515"/>
                </a:cubicBezTo>
                <a:lnTo>
                  <a:pt x="6716" y="11933"/>
                </a:lnTo>
                <a:cubicBezTo>
                  <a:pt x="6089" y="13821"/>
                  <a:pt x="5018" y="16181"/>
                  <a:pt x="1850" y="19345"/>
                </a:cubicBezTo>
                <a:cubicBezTo>
                  <a:pt x="1" y="21194"/>
                  <a:pt x="623" y="24331"/>
                  <a:pt x="3041" y="25340"/>
                </a:cubicBezTo>
                <a:cubicBezTo>
                  <a:pt x="3475" y="25523"/>
                  <a:pt x="3948" y="25620"/>
                  <a:pt x="4422" y="25620"/>
                </a:cubicBezTo>
                <a:cubicBezTo>
                  <a:pt x="4433" y="25620"/>
                  <a:pt x="4443" y="25620"/>
                  <a:pt x="4454" y="25620"/>
                </a:cubicBezTo>
                <a:lnTo>
                  <a:pt x="12866" y="25620"/>
                </a:lnTo>
                <a:lnTo>
                  <a:pt x="14862" y="37552"/>
                </a:lnTo>
                <a:lnTo>
                  <a:pt x="16848" y="25625"/>
                </a:lnTo>
                <a:lnTo>
                  <a:pt x="25243" y="25625"/>
                </a:lnTo>
                <a:cubicBezTo>
                  <a:pt x="25254" y="25625"/>
                  <a:pt x="25264" y="25625"/>
                  <a:pt x="25275" y="25625"/>
                </a:cubicBezTo>
                <a:cubicBezTo>
                  <a:pt x="25753" y="25625"/>
                  <a:pt x="26230" y="25527"/>
                  <a:pt x="26669" y="25345"/>
                </a:cubicBezTo>
                <a:cubicBezTo>
                  <a:pt x="27576" y="24976"/>
                  <a:pt x="28292" y="24256"/>
                  <a:pt x="28660" y="23354"/>
                </a:cubicBezTo>
                <a:cubicBezTo>
                  <a:pt x="29229" y="21980"/>
                  <a:pt x="28914" y="20398"/>
                  <a:pt x="27865" y="19345"/>
                </a:cubicBezTo>
                <a:cubicBezTo>
                  <a:pt x="24701" y="16177"/>
                  <a:pt x="23630" y="13821"/>
                  <a:pt x="22999" y="11933"/>
                </a:cubicBezTo>
                <a:cubicBezTo>
                  <a:pt x="22354" y="9999"/>
                  <a:pt x="22505" y="7880"/>
                  <a:pt x="23443" y="5213"/>
                </a:cubicBezTo>
                <a:cubicBezTo>
                  <a:pt x="23661" y="4733"/>
                  <a:pt x="23772" y="4218"/>
                  <a:pt x="23772" y="3693"/>
                </a:cubicBezTo>
                <a:cubicBezTo>
                  <a:pt x="23759" y="1670"/>
                  <a:pt x="22105" y="27"/>
                  <a:pt x="20100" y="27"/>
                </a:cubicBezTo>
                <a:cubicBezTo>
                  <a:pt x="20098" y="27"/>
                  <a:pt x="20095" y="27"/>
                  <a:pt x="20092" y="27"/>
                </a:cubicBezTo>
                <a:lnTo>
                  <a:pt x="9662" y="0"/>
                </a:lnTo>
                <a:cubicBezTo>
                  <a:pt x="9660" y="0"/>
                  <a:pt x="9657" y="0"/>
                  <a:pt x="9655" y="0"/>
                </a:cubicBezTo>
                <a:close/>
              </a:path>
            </a:pathLst>
          </a:custGeom>
          <a:noFill/>
          <a:ln w="9525" cap="flat" cmpd="sng">
            <a:solidFill>
              <a:srgbClr val="D7DFE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738" name="Google Shape;3996;p80">
            <a:extLst>
              <a:ext uri="{FF2B5EF4-FFF2-40B4-BE49-F238E27FC236}">
                <a16:creationId xmlns:a16="http://schemas.microsoft.com/office/drawing/2014/main" id="{2078693F-2569-46FF-D8F0-F439C910DB9A}"/>
              </a:ext>
            </a:extLst>
          </p:cNvPr>
          <p:cNvGrpSpPr/>
          <p:nvPr/>
        </p:nvGrpSpPr>
        <p:grpSpPr>
          <a:xfrm>
            <a:off x="7333923" y="4018647"/>
            <a:ext cx="193543" cy="275990"/>
            <a:chOff x="8304647" y="3738687"/>
            <a:chExt cx="225076" cy="320956"/>
          </a:xfrm>
        </p:grpSpPr>
        <p:sp>
          <p:nvSpPr>
            <p:cNvPr id="2739" name="Google Shape;3997;p80">
              <a:extLst>
                <a:ext uri="{FF2B5EF4-FFF2-40B4-BE49-F238E27FC236}">
                  <a16:creationId xmlns:a16="http://schemas.microsoft.com/office/drawing/2014/main" id="{FE555089-1BD6-7011-9E2D-9CF415FD0731}"/>
                </a:ext>
              </a:extLst>
            </p:cNvPr>
            <p:cNvSpPr/>
            <p:nvPr/>
          </p:nvSpPr>
          <p:spPr>
            <a:xfrm>
              <a:off x="8341164" y="3738692"/>
              <a:ext cx="2209" cy="309245"/>
            </a:xfrm>
            <a:custGeom>
              <a:avLst/>
              <a:gdLst/>
              <a:ahLst/>
              <a:cxnLst/>
              <a:rect l="l" t="t" r="r" b="b"/>
              <a:pathLst>
                <a:path w="1347" h="34011" extrusionOk="0">
                  <a:moveTo>
                    <a:pt x="0" y="0"/>
                  </a:moveTo>
                  <a:lnTo>
                    <a:pt x="0" y="34010"/>
                  </a:lnTo>
                  <a:lnTo>
                    <a:pt x="1347" y="34010"/>
                  </a:lnTo>
                  <a:lnTo>
                    <a:pt x="1347" y="0"/>
                  </a:lnTo>
                  <a:close/>
                </a:path>
              </a:pathLst>
            </a:custGeom>
            <a:noFill/>
            <a:ln w="9525" cap="flat" cmpd="sng">
              <a:solidFill>
                <a:srgbClr val="869FB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40" name="Google Shape;3998;p80">
              <a:extLst>
                <a:ext uri="{FF2B5EF4-FFF2-40B4-BE49-F238E27FC236}">
                  <a16:creationId xmlns:a16="http://schemas.microsoft.com/office/drawing/2014/main" id="{585203BA-38BB-3963-F30B-A96D15E21E9C}"/>
                </a:ext>
              </a:extLst>
            </p:cNvPr>
            <p:cNvSpPr/>
            <p:nvPr/>
          </p:nvSpPr>
          <p:spPr>
            <a:xfrm>
              <a:off x="8337943" y="3738687"/>
              <a:ext cx="191779" cy="86151"/>
            </a:xfrm>
            <a:custGeom>
              <a:avLst/>
              <a:gdLst/>
              <a:ahLst/>
              <a:cxnLst/>
              <a:rect l="l" t="t" r="r" b="b"/>
              <a:pathLst>
                <a:path w="21092" h="9475" extrusionOk="0">
                  <a:moveTo>
                    <a:pt x="1" y="0"/>
                  </a:moveTo>
                  <a:lnTo>
                    <a:pt x="432" y="9475"/>
                  </a:lnTo>
                  <a:lnTo>
                    <a:pt x="21092" y="9475"/>
                  </a:lnTo>
                  <a:lnTo>
                    <a:pt x="17648" y="4524"/>
                  </a:lnTo>
                  <a:lnTo>
                    <a:pt x="21092" y="0"/>
                  </a:lnTo>
                  <a:close/>
                </a:path>
              </a:pathLst>
            </a:custGeom>
            <a:noFill/>
            <a:ln w="9525" cap="flat" cmpd="sng">
              <a:solidFill>
                <a:srgbClr val="869FB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41" name="Google Shape;3999;p80">
              <a:extLst>
                <a:ext uri="{FF2B5EF4-FFF2-40B4-BE49-F238E27FC236}">
                  <a16:creationId xmlns:a16="http://schemas.microsoft.com/office/drawing/2014/main" id="{381CAF7D-3BA7-6D2E-B466-FCA7B3A5F67C}"/>
                </a:ext>
              </a:extLst>
            </p:cNvPr>
            <p:cNvSpPr/>
            <p:nvPr/>
          </p:nvSpPr>
          <p:spPr>
            <a:xfrm>
              <a:off x="8304647" y="4044004"/>
              <a:ext cx="76341" cy="15639"/>
            </a:xfrm>
            <a:custGeom>
              <a:avLst/>
              <a:gdLst/>
              <a:ahLst/>
              <a:cxnLst/>
              <a:rect l="l" t="t" r="r" b="b"/>
              <a:pathLst>
                <a:path w="8396" h="1720" extrusionOk="0">
                  <a:moveTo>
                    <a:pt x="4200" y="0"/>
                  </a:moveTo>
                  <a:cubicBezTo>
                    <a:pt x="1881" y="0"/>
                    <a:pt x="1" y="382"/>
                    <a:pt x="1" y="862"/>
                  </a:cubicBezTo>
                  <a:cubicBezTo>
                    <a:pt x="1" y="1338"/>
                    <a:pt x="1881" y="1720"/>
                    <a:pt x="4200" y="1720"/>
                  </a:cubicBezTo>
                  <a:cubicBezTo>
                    <a:pt x="6516" y="1720"/>
                    <a:pt x="8395" y="1338"/>
                    <a:pt x="8395" y="862"/>
                  </a:cubicBezTo>
                  <a:cubicBezTo>
                    <a:pt x="8395" y="382"/>
                    <a:pt x="6516" y="0"/>
                    <a:pt x="4200" y="0"/>
                  </a:cubicBezTo>
                  <a:close/>
                </a:path>
              </a:pathLst>
            </a:custGeom>
            <a:noFill/>
            <a:ln w="9525" cap="flat" cmpd="sng">
              <a:solidFill>
                <a:srgbClr val="869FB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742" name="Google Shape;4000;p80">
            <a:extLst>
              <a:ext uri="{FF2B5EF4-FFF2-40B4-BE49-F238E27FC236}">
                <a16:creationId xmlns:a16="http://schemas.microsoft.com/office/drawing/2014/main" id="{6249C480-010D-E960-EC62-735A85E003E9}"/>
              </a:ext>
            </a:extLst>
          </p:cNvPr>
          <p:cNvGrpSpPr/>
          <p:nvPr/>
        </p:nvGrpSpPr>
        <p:grpSpPr>
          <a:xfrm>
            <a:off x="7606416" y="4018647"/>
            <a:ext cx="178492" cy="275990"/>
            <a:chOff x="8615101" y="3738687"/>
            <a:chExt cx="207573" cy="320956"/>
          </a:xfrm>
        </p:grpSpPr>
        <p:sp>
          <p:nvSpPr>
            <p:cNvPr id="2743" name="Google Shape;4001;p80">
              <a:extLst>
                <a:ext uri="{FF2B5EF4-FFF2-40B4-BE49-F238E27FC236}">
                  <a16:creationId xmlns:a16="http://schemas.microsoft.com/office/drawing/2014/main" id="{DEC296C9-E445-6708-3A7E-84DF7D162C05}"/>
                </a:ext>
              </a:extLst>
            </p:cNvPr>
            <p:cNvSpPr/>
            <p:nvPr/>
          </p:nvSpPr>
          <p:spPr>
            <a:xfrm>
              <a:off x="8651571" y="3738692"/>
              <a:ext cx="3896" cy="309245"/>
            </a:xfrm>
            <a:custGeom>
              <a:avLst/>
              <a:gdLst/>
              <a:ahLst/>
              <a:cxnLst/>
              <a:rect l="l" t="t" r="r" b="b"/>
              <a:pathLst>
                <a:path w="1347" h="34011" extrusionOk="0">
                  <a:moveTo>
                    <a:pt x="0" y="0"/>
                  </a:moveTo>
                  <a:lnTo>
                    <a:pt x="0" y="34010"/>
                  </a:lnTo>
                  <a:lnTo>
                    <a:pt x="1347" y="34010"/>
                  </a:lnTo>
                  <a:lnTo>
                    <a:pt x="1347" y="0"/>
                  </a:lnTo>
                  <a:close/>
                </a:path>
              </a:pathLst>
            </a:custGeom>
            <a:noFill/>
            <a:ln w="9525" cap="flat" cmpd="sng">
              <a:solidFill>
                <a:srgbClr val="869FB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44" name="Google Shape;4002;p80">
              <a:extLst>
                <a:ext uri="{FF2B5EF4-FFF2-40B4-BE49-F238E27FC236}">
                  <a16:creationId xmlns:a16="http://schemas.microsoft.com/office/drawing/2014/main" id="{4E711DF3-AF57-4D6A-5419-BF8124EB30BB}"/>
                </a:ext>
              </a:extLst>
            </p:cNvPr>
            <p:cNvSpPr/>
            <p:nvPr/>
          </p:nvSpPr>
          <p:spPr>
            <a:xfrm>
              <a:off x="8615101" y="4044004"/>
              <a:ext cx="76332" cy="15639"/>
            </a:xfrm>
            <a:custGeom>
              <a:avLst/>
              <a:gdLst/>
              <a:ahLst/>
              <a:cxnLst/>
              <a:rect l="l" t="t" r="r" b="b"/>
              <a:pathLst>
                <a:path w="8395" h="1720" extrusionOk="0">
                  <a:moveTo>
                    <a:pt x="4195" y="0"/>
                  </a:moveTo>
                  <a:cubicBezTo>
                    <a:pt x="1875" y="0"/>
                    <a:pt x="0" y="382"/>
                    <a:pt x="0" y="862"/>
                  </a:cubicBezTo>
                  <a:cubicBezTo>
                    <a:pt x="0" y="1338"/>
                    <a:pt x="1875" y="1720"/>
                    <a:pt x="4195" y="1720"/>
                  </a:cubicBezTo>
                  <a:cubicBezTo>
                    <a:pt x="6515" y="1720"/>
                    <a:pt x="8395" y="1338"/>
                    <a:pt x="8395" y="862"/>
                  </a:cubicBezTo>
                  <a:cubicBezTo>
                    <a:pt x="8395" y="382"/>
                    <a:pt x="6515" y="0"/>
                    <a:pt x="4195" y="0"/>
                  </a:cubicBezTo>
                  <a:close/>
                </a:path>
              </a:pathLst>
            </a:custGeom>
            <a:noFill/>
            <a:ln w="9525" cap="flat" cmpd="sng">
              <a:solidFill>
                <a:srgbClr val="869FB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45" name="Google Shape;4003;p80">
              <a:extLst>
                <a:ext uri="{FF2B5EF4-FFF2-40B4-BE49-F238E27FC236}">
                  <a16:creationId xmlns:a16="http://schemas.microsoft.com/office/drawing/2014/main" id="{8C9B720E-BD8B-18B6-9447-B27A0AFCE874}"/>
                </a:ext>
              </a:extLst>
            </p:cNvPr>
            <p:cNvSpPr/>
            <p:nvPr/>
          </p:nvSpPr>
          <p:spPr>
            <a:xfrm>
              <a:off x="8651953" y="3738687"/>
              <a:ext cx="170721" cy="99808"/>
            </a:xfrm>
            <a:custGeom>
              <a:avLst/>
              <a:gdLst/>
              <a:ahLst/>
              <a:cxnLst/>
              <a:rect l="l" t="t" r="r" b="b"/>
              <a:pathLst>
                <a:path w="18776" h="10977" extrusionOk="0">
                  <a:moveTo>
                    <a:pt x="707" y="0"/>
                  </a:moveTo>
                  <a:lnTo>
                    <a:pt x="0" y="10977"/>
                  </a:lnTo>
                  <a:lnTo>
                    <a:pt x="18776" y="4360"/>
                  </a:lnTo>
                  <a:lnTo>
                    <a:pt x="707" y="0"/>
                  </a:lnTo>
                  <a:close/>
                </a:path>
              </a:pathLst>
            </a:custGeom>
            <a:noFill/>
            <a:ln w="9525" cap="flat" cmpd="sng">
              <a:solidFill>
                <a:srgbClr val="869FB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746" name="Google Shape;4004;p80">
            <a:extLst>
              <a:ext uri="{FF2B5EF4-FFF2-40B4-BE49-F238E27FC236}">
                <a16:creationId xmlns:a16="http://schemas.microsoft.com/office/drawing/2014/main" id="{70616889-D54C-FF8A-9301-494285CFD78C}"/>
              </a:ext>
            </a:extLst>
          </p:cNvPr>
          <p:cNvSpPr/>
          <p:nvPr/>
        </p:nvSpPr>
        <p:spPr>
          <a:xfrm>
            <a:off x="8102855" y="3608530"/>
            <a:ext cx="222397" cy="288694"/>
          </a:xfrm>
          <a:custGeom>
            <a:avLst/>
            <a:gdLst/>
            <a:ahLst/>
            <a:cxnLst/>
            <a:rect l="l" t="t" r="r" b="b"/>
            <a:pathLst>
              <a:path w="2810" h="3648" extrusionOk="0">
                <a:moveTo>
                  <a:pt x="1365" y="241"/>
                </a:moveTo>
                <a:cubicBezTo>
                  <a:pt x="1630" y="241"/>
                  <a:pt x="1899" y="338"/>
                  <a:pt x="2120" y="555"/>
                </a:cubicBezTo>
                <a:cubicBezTo>
                  <a:pt x="2810" y="1245"/>
                  <a:pt x="2329" y="2416"/>
                  <a:pt x="1356" y="2416"/>
                </a:cubicBezTo>
                <a:cubicBezTo>
                  <a:pt x="764" y="2416"/>
                  <a:pt x="272" y="1935"/>
                  <a:pt x="272" y="1344"/>
                </a:cubicBezTo>
                <a:cubicBezTo>
                  <a:pt x="263" y="681"/>
                  <a:pt x="802" y="241"/>
                  <a:pt x="1365" y="241"/>
                </a:cubicBezTo>
                <a:close/>
                <a:moveTo>
                  <a:pt x="1356" y="1"/>
                </a:moveTo>
                <a:cubicBezTo>
                  <a:pt x="604" y="1"/>
                  <a:pt x="0" y="604"/>
                  <a:pt x="0" y="1356"/>
                </a:cubicBezTo>
                <a:cubicBezTo>
                  <a:pt x="0" y="2391"/>
                  <a:pt x="1183" y="3512"/>
                  <a:pt x="1331" y="3648"/>
                </a:cubicBezTo>
                <a:lnTo>
                  <a:pt x="1368" y="3648"/>
                </a:lnTo>
                <a:cubicBezTo>
                  <a:pt x="1528" y="3512"/>
                  <a:pt x="2711" y="2453"/>
                  <a:pt x="2711" y="1356"/>
                </a:cubicBezTo>
                <a:cubicBezTo>
                  <a:pt x="2711" y="604"/>
                  <a:pt x="2095" y="1"/>
                  <a:pt x="1356" y="1"/>
                </a:cubicBezTo>
                <a:close/>
              </a:path>
            </a:pathLst>
          </a:custGeom>
          <a:noFill/>
          <a:ln w="9525" cap="flat" cmpd="sng">
            <a:solidFill>
              <a:srgbClr val="E3E9E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747" name="Google Shape;4005;p80">
            <a:extLst>
              <a:ext uri="{FF2B5EF4-FFF2-40B4-BE49-F238E27FC236}">
                <a16:creationId xmlns:a16="http://schemas.microsoft.com/office/drawing/2014/main" id="{3F2A86B9-B236-CE87-A30C-96EF9F8E02D3}"/>
              </a:ext>
            </a:extLst>
          </p:cNvPr>
          <p:cNvGrpSpPr/>
          <p:nvPr/>
        </p:nvGrpSpPr>
        <p:grpSpPr>
          <a:xfrm>
            <a:off x="7831947" y="4421308"/>
            <a:ext cx="187557" cy="187557"/>
            <a:chOff x="8565775" y="671075"/>
            <a:chExt cx="441000" cy="441000"/>
          </a:xfrm>
        </p:grpSpPr>
        <p:sp>
          <p:nvSpPr>
            <p:cNvPr id="2748" name="Google Shape;4006;p80">
              <a:extLst>
                <a:ext uri="{FF2B5EF4-FFF2-40B4-BE49-F238E27FC236}">
                  <a16:creationId xmlns:a16="http://schemas.microsoft.com/office/drawing/2014/main" id="{11B78A0A-7F3E-7BB5-1DA9-2162B0AB5A19}"/>
                </a:ext>
              </a:extLst>
            </p:cNvPr>
            <p:cNvSpPr/>
            <p:nvPr/>
          </p:nvSpPr>
          <p:spPr>
            <a:xfrm>
              <a:off x="8565775" y="671075"/>
              <a:ext cx="441000" cy="441000"/>
            </a:xfrm>
            <a:prstGeom prst="ellipse">
              <a:avLst/>
            </a:prstGeom>
            <a:noFill/>
            <a:ln w="19050" cap="flat" cmpd="sng">
              <a:solidFill>
                <a:srgbClr val="BAC8D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49" name="Google Shape;4007;p80">
              <a:extLst>
                <a:ext uri="{FF2B5EF4-FFF2-40B4-BE49-F238E27FC236}">
                  <a16:creationId xmlns:a16="http://schemas.microsoft.com/office/drawing/2014/main" id="{F4786682-7108-008D-E033-9442E2F080D8}"/>
                </a:ext>
              </a:extLst>
            </p:cNvPr>
            <p:cNvSpPr/>
            <p:nvPr/>
          </p:nvSpPr>
          <p:spPr>
            <a:xfrm>
              <a:off x="8706625" y="811925"/>
              <a:ext cx="159300" cy="159300"/>
            </a:xfrm>
            <a:prstGeom prst="ellipse">
              <a:avLst/>
            </a:prstGeom>
            <a:noFill/>
            <a:ln w="19050" cap="flat" cmpd="sng">
              <a:solidFill>
                <a:srgbClr val="BAC8D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750" name="Google Shape;4008;p80">
            <a:extLst>
              <a:ext uri="{FF2B5EF4-FFF2-40B4-BE49-F238E27FC236}">
                <a16:creationId xmlns:a16="http://schemas.microsoft.com/office/drawing/2014/main" id="{E58764ED-D61E-4148-8C79-C29EFA8AF0B1}"/>
              </a:ext>
            </a:extLst>
          </p:cNvPr>
          <p:cNvSpPr/>
          <p:nvPr/>
        </p:nvSpPr>
        <p:spPr>
          <a:xfrm>
            <a:off x="8117213" y="4417228"/>
            <a:ext cx="193683" cy="195716"/>
          </a:xfrm>
          <a:custGeom>
            <a:avLst/>
            <a:gdLst/>
            <a:ahLst/>
            <a:cxnLst/>
            <a:rect l="l" t="t" r="r" b="b"/>
            <a:pathLst>
              <a:path w="194168" h="196207" extrusionOk="0">
                <a:moveTo>
                  <a:pt x="11576" y="0"/>
                </a:moveTo>
                <a:cubicBezTo>
                  <a:pt x="8883" y="0"/>
                  <a:pt x="6181" y="987"/>
                  <a:pt x="4103" y="3065"/>
                </a:cubicBezTo>
                <a:cubicBezTo>
                  <a:pt x="1026" y="5799"/>
                  <a:pt x="1" y="10243"/>
                  <a:pt x="1368" y="14004"/>
                </a:cubicBezTo>
                <a:lnTo>
                  <a:pt x="65293" y="189369"/>
                </a:lnTo>
                <a:cubicBezTo>
                  <a:pt x="67002" y="193471"/>
                  <a:pt x="70762" y="196206"/>
                  <a:pt x="74864" y="196206"/>
                </a:cubicBezTo>
                <a:cubicBezTo>
                  <a:pt x="79308" y="196206"/>
                  <a:pt x="83410" y="193813"/>
                  <a:pt x="85120" y="190053"/>
                </a:cubicBezTo>
                <a:lnTo>
                  <a:pt x="114176" y="124077"/>
                </a:lnTo>
                <a:cubicBezTo>
                  <a:pt x="115202" y="121342"/>
                  <a:pt x="117595" y="119291"/>
                  <a:pt x="119988" y="118266"/>
                </a:cubicBezTo>
                <a:lnTo>
                  <a:pt x="187331" y="92286"/>
                </a:lnTo>
                <a:cubicBezTo>
                  <a:pt x="191433" y="90577"/>
                  <a:pt x="193826" y="86816"/>
                  <a:pt x="193826" y="82714"/>
                </a:cubicBezTo>
                <a:cubicBezTo>
                  <a:pt x="194168" y="78270"/>
                  <a:pt x="191433" y="74510"/>
                  <a:pt x="187673" y="72801"/>
                </a:cubicBezTo>
                <a:lnTo>
                  <a:pt x="15384" y="672"/>
                </a:lnTo>
                <a:cubicBezTo>
                  <a:pt x="14163" y="228"/>
                  <a:pt x="12871" y="0"/>
                  <a:pt x="11576" y="0"/>
                </a:cubicBezTo>
                <a:close/>
              </a:path>
            </a:pathLst>
          </a:custGeom>
          <a:noFill/>
          <a:ln w="9525" cap="flat" cmpd="sng">
            <a:solidFill>
              <a:srgbClr val="E3E9E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51" name="Google Shape;4009;p80">
            <a:extLst>
              <a:ext uri="{FF2B5EF4-FFF2-40B4-BE49-F238E27FC236}">
                <a16:creationId xmlns:a16="http://schemas.microsoft.com/office/drawing/2014/main" id="{1C21F794-89E8-AD15-92E3-468AEA9C23B5}"/>
              </a:ext>
            </a:extLst>
          </p:cNvPr>
          <p:cNvSpPr/>
          <p:nvPr/>
        </p:nvSpPr>
        <p:spPr>
          <a:xfrm flipH="1">
            <a:off x="7341400" y="4383684"/>
            <a:ext cx="178589" cy="262805"/>
          </a:xfrm>
          <a:custGeom>
            <a:avLst/>
            <a:gdLst/>
            <a:ahLst/>
            <a:cxnLst/>
            <a:rect l="l" t="t" r="r" b="b"/>
            <a:pathLst>
              <a:path w="133027" h="195758" extrusionOk="0">
                <a:moveTo>
                  <a:pt x="65846" y="26249"/>
                </a:moveTo>
                <a:cubicBezTo>
                  <a:pt x="87201" y="26249"/>
                  <a:pt x="104108" y="43156"/>
                  <a:pt x="104108" y="64511"/>
                </a:cubicBezTo>
                <a:cubicBezTo>
                  <a:pt x="104108" y="85422"/>
                  <a:pt x="87201" y="102328"/>
                  <a:pt x="65846" y="102328"/>
                </a:cubicBezTo>
                <a:cubicBezTo>
                  <a:pt x="44936" y="102328"/>
                  <a:pt x="28029" y="85422"/>
                  <a:pt x="28029" y="64511"/>
                </a:cubicBezTo>
                <a:cubicBezTo>
                  <a:pt x="28029" y="43156"/>
                  <a:pt x="44936" y="26249"/>
                  <a:pt x="65846" y="26249"/>
                </a:cubicBezTo>
                <a:close/>
                <a:moveTo>
                  <a:pt x="66291" y="0"/>
                </a:moveTo>
                <a:cubicBezTo>
                  <a:pt x="29809" y="0"/>
                  <a:pt x="0" y="29809"/>
                  <a:pt x="0" y="66291"/>
                </a:cubicBezTo>
                <a:cubicBezTo>
                  <a:pt x="0" y="84977"/>
                  <a:pt x="18241" y="118345"/>
                  <a:pt x="18241" y="118345"/>
                </a:cubicBezTo>
                <a:lnTo>
                  <a:pt x="64066" y="195758"/>
                </a:lnTo>
                <a:lnTo>
                  <a:pt x="111671" y="119234"/>
                </a:lnTo>
                <a:cubicBezTo>
                  <a:pt x="111671" y="119234"/>
                  <a:pt x="133027" y="87201"/>
                  <a:pt x="133027" y="66291"/>
                </a:cubicBezTo>
                <a:cubicBezTo>
                  <a:pt x="133027" y="29809"/>
                  <a:pt x="103218" y="0"/>
                  <a:pt x="66291" y="0"/>
                </a:cubicBezTo>
                <a:close/>
              </a:path>
            </a:pathLst>
          </a:custGeom>
          <a:noFill/>
          <a:ln w="9525" cap="flat" cmpd="sng">
            <a:solidFill>
              <a:srgbClr val="E3E9E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752" name="Google Shape;4010;p80">
            <a:extLst>
              <a:ext uri="{FF2B5EF4-FFF2-40B4-BE49-F238E27FC236}">
                <a16:creationId xmlns:a16="http://schemas.microsoft.com/office/drawing/2014/main" id="{820368E0-B63C-1DC9-712E-A18EE4129145}"/>
              </a:ext>
            </a:extLst>
          </p:cNvPr>
          <p:cNvGrpSpPr/>
          <p:nvPr/>
        </p:nvGrpSpPr>
        <p:grpSpPr>
          <a:xfrm>
            <a:off x="5986419" y="3493833"/>
            <a:ext cx="587865" cy="517731"/>
            <a:chOff x="6000718" y="3070557"/>
            <a:chExt cx="587865" cy="517731"/>
          </a:xfrm>
        </p:grpSpPr>
        <p:sp>
          <p:nvSpPr>
            <p:cNvPr id="2753" name="Google Shape;4011;p80">
              <a:extLst>
                <a:ext uri="{FF2B5EF4-FFF2-40B4-BE49-F238E27FC236}">
                  <a16:creationId xmlns:a16="http://schemas.microsoft.com/office/drawing/2014/main" id="{DB777CCD-ACE2-D94C-BC0C-0B1DFA68E0F0}"/>
                </a:ext>
              </a:extLst>
            </p:cNvPr>
            <p:cNvSpPr/>
            <p:nvPr/>
          </p:nvSpPr>
          <p:spPr>
            <a:xfrm>
              <a:off x="6161116" y="3104229"/>
              <a:ext cx="410235" cy="449911"/>
            </a:xfrm>
            <a:custGeom>
              <a:avLst/>
              <a:gdLst/>
              <a:ahLst/>
              <a:cxnLst/>
              <a:rect l="l" t="t" r="r" b="b"/>
              <a:pathLst>
                <a:path w="71098" h="78008" extrusionOk="0">
                  <a:moveTo>
                    <a:pt x="36108" y="3531"/>
                  </a:moveTo>
                  <a:lnTo>
                    <a:pt x="36835" y="4631"/>
                  </a:lnTo>
                  <a:cubicBezTo>
                    <a:pt x="36551" y="4826"/>
                    <a:pt x="36268" y="5039"/>
                    <a:pt x="35948" y="5217"/>
                  </a:cubicBezTo>
                  <a:cubicBezTo>
                    <a:pt x="35043" y="5749"/>
                    <a:pt x="34635" y="6459"/>
                    <a:pt x="35132" y="7488"/>
                  </a:cubicBezTo>
                  <a:cubicBezTo>
                    <a:pt x="35486" y="8208"/>
                    <a:pt x="35984" y="8561"/>
                    <a:pt x="36635" y="8561"/>
                  </a:cubicBezTo>
                  <a:cubicBezTo>
                    <a:pt x="36866" y="8561"/>
                    <a:pt x="37116" y="8517"/>
                    <a:pt x="37385" y="8428"/>
                  </a:cubicBezTo>
                  <a:cubicBezTo>
                    <a:pt x="37776" y="8304"/>
                    <a:pt x="38184" y="8198"/>
                    <a:pt x="38752" y="8056"/>
                  </a:cubicBezTo>
                  <a:lnTo>
                    <a:pt x="38752" y="8056"/>
                  </a:lnTo>
                  <a:cubicBezTo>
                    <a:pt x="38412" y="9075"/>
                    <a:pt x="37909" y="9331"/>
                    <a:pt x="37373" y="9331"/>
                  </a:cubicBezTo>
                  <a:cubicBezTo>
                    <a:pt x="36833" y="9331"/>
                    <a:pt x="36258" y="9072"/>
                    <a:pt x="35779" y="9072"/>
                  </a:cubicBezTo>
                  <a:cubicBezTo>
                    <a:pt x="35690" y="9072"/>
                    <a:pt x="35604" y="9081"/>
                    <a:pt x="35522" y="9102"/>
                  </a:cubicBezTo>
                  <a:lnTo>
                    <a:pt x="33162" y="11977"/>
                  </a:lnTo>
                  <a:lnTo>
                    <a:pt x="28585" y="11037"/>
                  </a:lnTo>
                  <a:lnTo>
                    <a:pt x="31832" y="10238"/>
                  </a:lnTo>
                  <a:cubicBezTo>
                    <a:pt x="32825" y="8162"/>
                    <a:pt x="33127" y="7062"/>
                    <a:pt x="32914" y="6228"/>
                  </a:cubicBezTo>
                  <a:lnTo>
                    <a:pt x="36108" y="3531"/>
                  </a:lnTo>
                  <a:close/>
                  <a:moveTo>
                    <a:pt x="38947" y="36232"/>
                  </a:moveTo>
                  <a:lnTo>
                    <a:pt x="38947" y="36232"/>
                  </a:lnTo>
                  <a:cubicBezTo>
                    <a:pt x="40402" y="36374"/>
                    <a:pt x="40561" y="37705"/>
                    <a:pt x="41253" y="38486"/>
                  </a:cubicBezTo>
                  <a:cubicBezTo>
                    <a:pt x="40278" y="40029"/>
                    <a:pt x="42194" y="41076"/>
                    <a:pt x="41963" y="42673"/>
                  </a:cubicBezTo>
                  <a:cubicBezTo>
                    <a:pt x="41786" y="43862"/>
                    <a:pt x="42833" y="45264"/>
                    <a:pt x="43241" y="46648"/>
                  </a:cubicBezTo>
                  <a:cubicBezTo>
                    <a:pt x="43560" y="47641"/>
                    <a:pt x="43507" y="48741"/>
                    <a:pt x="43046" y="49699"/>
                  </a:cubicBezTo>
                  <a:lnTo>
                    <a:pt x="40473" y="45760"/>
                  </a:lnTo>
                  <a:cubicBezTo>
                    <a:pt x="41449" y="42726"/>
                    <a:pt x="39160" y="39728"/>
                    <a:pt x="38947" y="36232"/>
                  </a:cubicBezTo>
                  <a:close/>
                  <a:moveTo>
                    <a:pt x="36430" y="1"/>
                  </a:moveTo>
                  <a:cubicBezTo>
                    <a:pt x="35873" y="1"/>
                    <a:pt x="35316" y="87"/>
                    <a:pt x="34759" y="284"/>
                  </a:cubicBezTo>
                  <a:cubicBezTo>
                    <a:pt x="33659" y="657"/>
                    <a:pt x="32346" y="870"/>
                    <a:pt x="31885" y="2005"/>
                  </a:cubicBezTo>
                  <a:cubicBezTo>
                    <a:pt x="31264" y="3567"/>
                    <a:pt x="29809" y="3549"/>
                    <a:pt x="28656" y="3992"/>
                  </a:cubicBezTo>
                  <a:cubicBezTo>
                    <a:pt x="26331" y="4826"/>
                    <a:pt x="26012" y="5465"/>
                    <a:pt x="27006" y="7683"/>
                  </a:cubicBezTo>
                  <a:lnTo>
                    <a:pt x="29791" y="7736"/>
                  </a:lnTo>
                  <a:lnTo>
                    <a:pt x="29046" y="10327"/>
                  </a:lnTo>
                  <a:lnTo>
                    <a:pt x="28425" y="7736"/>
                  </a:lnTo>
                  <a:lnTo>
                    <a:pt x="26633" y="11143"/>
                  </a:lnTo>
                  <a:cubicBezTo>
                    <a:pt x="25746" y="11374"/>
                    <a:pt x="24734" y="11391"/>
                    <a:pt x="24113" y="11870"/>
                  </a:cubicBezTo>
                  <a:cubicBezTo>
                    <a:pt x="22960" y="12775"/>
                    <a:pt x="21328" y="12509"/>
                    <a:pt x="20352" y="13680"/>
                  </a:cubicBezTo>
                  <a:lnTo>
                    <a:pt x="19695" y="12900"/>
                  </a:lnTo>
                  <a:lnTo>
                    <a:pt x="18808" y="14106"/>
                  </a:lnTo>
                  <a:cubicBezTo>
                    <a:pt x="18523" y="13971"/>
                    <a:pt x="18518" y="13452"/>
                    <a:pt x="18160" y="13452"/>
                  </a:cubicBezTo>
                  <a:cubicBezTo>
                    <a:pt x="18049" y="13452"/>
                    <a:pt x="17905" y="13501"/>
                    <a:pt x="17708" y="13627"/>
                  </a:cubicBezTo>
                  <a:lnTo>
                    <a:pt x="18560" y="17193"/>
                  </a:lnTo>
                  <a:cubicBezTo>
                    <a:pt x="17972" y="17718"/>
                    <a:pt x="17385" y="18062"/>
                    <a:pt x="16823" y="18062"/>
                  </a:cubicBezTo>
                  <a:cubicBezTo>
                    <a:pt x="16435" y="18062"/>
                    <a:pt x="16059" y="17897"/>
                    <a:pt x="15703" y="17513"/>
                  </a:cubicBezTo>
                  <a:cubicBezTo>
                    <a:pt x="14869" y="16626"/>
                    <a:pt x="13929" y="16750"/>
                    <a:pt x="13112" y="16643"/>
                  </a:cubicBezTo>
                  <a:lnTo>
                    <a:pt x="11196" y="21381"/>
                  </a:lnTo>
                  <a:cubicBezTo>
                    <a:pt x="11922" y="22616"/>
                    <a:pt x="12753" y="22986"/>
                    <a:pt x="13632" y="22986"/>
                  </a:cubicBezTo>
                  <a:cubicBezTo>
                    <a:pt x="14835" y="22986"/>
                    <a:pt x="16130" y="22292"/>
                    <a:pt x="17371" y="22179"/>
                  </a:cubicBezTo>
                  <a:lnTo>
                    <a:pt x="17868" y="20618"/>
                  </a:lnTo>
                  <a:cubicBezTo>
                    <a:pt x="19961" y="20600"/>
                    <a:pt x="19961" y="20600"/>
                    <a:pt x="21594" y="18879"/>
                  </a:cubicBezTo>
                  <a:lnTo>
                    <a:pt x="22587" y="19784"/>
                  </a:lnTo>
                  <a:lnTo>
                    <a:pt x="24646" y="19181"/>
                  </a:lnTo>
                  <a:lnTo>
                    <a:pt x="28762" y="24788"/>
                  </a:lnTo>
                  <a:lnTo>
                    <a:pt x="24930" y="23971"/>
                  </a:lnTo>
                  <a:lnTo>
                    <a:pt x="24930" y="23971"/>
                  </a:lnTo>
                  <a:lnTo>
                    <a:pt x="26544" y="25746"/>
                  </a:lnTo>
                  <a:cubicBezTo>
                    <a:pt x="28177" y="25604"/>
                    <a:pt x="29507" y="24930"/>
                    <a:pt x="30182" y="23209"/>
                  </a:cubicBezTo>
                  <a:cubicBezTo>
                    <a:pt x="29738" y="22747"/>
                    <a:pt x="29365" y="22321"/>
                    <a:pt x="28957" y="21949"/>
                  </a:cubicBezTo>
                  <a:cubicBezTo>
                    <a:pt x="28017" y="21150"/>
                    <a:pt x="27165" y="20352"/>
                    <a:pt x="27502" y="18400"/>
                  </a:cubicBezTo>
                  <a:lnTo>
                    <a:pt x="27502" y="18400"/>
                  </a:lnTo>
                  <a:cubicBezTo>
                    <a:pt x="28336" y="19678"/>
                    <a:pt x="28709" y="20902"/>
                    <a:pt x="29472" y="21239"/>
                  </a:cubicBezTo>
                  <a:cubicBezTo>
                    <a:pt x="30678" y="21771"/>
                    <a:pt x="30785" y="22641"/>
                    <a:pt x="30927" y="23617"/>
                  </a:cubicBezTo>
                  <a:cubicBezTo>
                    <a:pt x="31016" y="24255"/>
                    <a:pt x="30874" y="24965"/>
                    <a:pt x="31087" y="25551"/>
                  </a:cubicBezTo>
                  <a:cubicBezTo>
                    <a:pt x="31282" y="26083"/>
                    <a:pt x="31832" y="26473"/>
                    <a:pt x="32187" y="26952"/>
                  </a:cubicBezTo>
                  <a:cubicBezTo>
                    <a:pt x="32275" y="27077"/>
                    <a:pt x="32329" y="27236"/>
                    <a:pt x="32329" y="27396"/>
                  </a:cubicBezTo>
                  <a:lnTo>
                    <a:pt x="34369" y="26225"/>
                  </a:lnTo>
                  <a:cubicBezTo>
                    <a:pt x="33860" y="25322"/>
                    <a:pt x="33670" y="24632"/>
                    <a:pt x="34867" y="24632"/>
                  </a:cubicBezTo>
                  <a:cubicBezTo>
                    <a:pt x="34964" y="24632"/>
                    <a:pt x="35070" y="24636"/>
                    <a:pt x="35185" y="24646"/>
                  </a:cubicBezTo>
                  <a:cubicBezTo>
                    <a:pt x="35416" y="25462"/>
                    <a:pt x="35718" y="26189"/>
                    <a:pt x="35753" y="26917"/>
                  </a:cubicBezTo>
                  <a:cubicBezTo>
                    <a:pt x="35859" y="28390"/>
                    <a:pt x="37013" y="29011"/>
                    <a:pt x="38024" y="29224"/>
                  </a:cubicBezTo>
                  <a:cubicBezTo>
                    <a:pt x="38126" y="29247"/>
                    <a:pt x="38227" y="29254"/>
                    <a:pt x="38330" y="29254"/>
                  </a:cubicBezTo>
                  <a:cubicBezTo>
                    <a:pt x="38476" y="29254"/>
                    <a:pt x="38623" y="29240"/>
                    <a:pt x="38773" y="29240"/>
                  </a:cubicBezTo>
                  <a:cubicBezTo>
                    <a:pt x="39073" y="29240"/>
                    <a:pt x="39384" y="29296"/>
                    <a:pt x="39710" y="29632"/>
                  </a:cubicBezTo>
                  <a:cubicBezTo>
                    <a:pt x="39812" y="29734"/>
                    <a:pt x="39986" y="29769"/>
                    <a:pt x="40202" y="29769"/>
                  </a:cubicBezTo>
                  <a:cubicBezTo>
                    <a:pt x="40620" y="29769"/>
                    <a:pt x="41193" y="29637"/>
                    <a:pt x="41697" y="29614"/>
                  </a:cubicBezTo>
                  <a:lnTo>
                    <a:pt x="41697" y="29614"/>
                  </a:lnTo>
                  <a:cubicBezTo>
                    <a:pt x="41182" y="31175"/>
                    <a:pt x="41608" y="32825"/>
                    <a:pt x="39657" y="33517"/>
                  </a:cubicBezTo>
                  <a:cubicBezTo>
                    <a:pt x="37368" y="32683"/>
                    <a:pt x="34369" y="33198"/>
                    <a:pt x="32488" y="30608"/>
                  </a:cubicBezTo>
                  <a:cubicBezTo>
                    <a:pt x="32240" y="30253"/>
                    <a:pt x="31388" y="30306"/>
                    <a:pt x="30820" y="30217"/>
                  </a:cubicBezTo>
                  <a:cubicBezTo>
                    <a:pt x="30607" y="30217"/>
                    <a:pt x="30395" y="30270"/>
                    <a:pt x="30182" y="30324"/>
                  </a:cubicBezTo>
                  <a:lnTo>
                    <a:pt x="29507" y="32151"/>
                  </a:lnTo>
                  <a:cubicBezTo>
                    <a:pt x="27875" y="31246"/>
                    <a:pt x="26686" y="29969"/>
                    <a:pt x="25373" y="29259"/>
                  </a:cubicBezTo>
                  <a:cubicBezTo>
                    <a:pt x="23918" y="28496"/>
                    <a:pt x="23794" y="27431"/>
                    <a:pt x="23794" y="26456"/>
                  </a:cubicBezTo>
                  <a:cubicBezTo>
                    <a:pt x="23808" y="24745"/>
                    <a:pt x="23906" y="24354"/>
                    <a:pt x="23055" y="24354"/>
                  </a:cubicBezTo>
                  <a:cubicBezTo>
                    <a:pt x="22802" y="24354"/>
                    <a:pt x="22466" y="24388"/>
                    <a:pt x="22020" y="24433"/>
                  </a:cubicBezTo>
                  <a:cubicBezTo>
                    <a:pt x="21712" y="24458"/>
                    <a:pt x="21377" y="24558"/>
                    <a:pt x="21074" y="24558"/>
                  </a:cubicBezTo>
                  <a:cubicBezTo>
                    <a:pt x="20958" y="24558"/>
                    <a:pt x="20846" y="24543"/>
                    <a:pt x="20742" y="24504"/>
                  </a:cubicBezTo>
                  <a:cubicBezTo>
                    <a:pt x="20157" y="24291"/>
                    <a:pt x="19678" y="23670"/>
                    <a:pt x="19092" y="23546"/>
                  </a:cubicBezTo>
                  <a:cubicBezTo>
                    <a:pt x="19019" y="23530"/>
                    <a:pt x="18944" y="23524"/>
                    <a:pt x="18868" y="23524"/>
                  </a:cubicBezTo>
                  <a:cubicBezTo>
                    <a:pt x="18388" y="23524"/>
                    <a:pt x="17849" y="23788"/>
                    <a:pt x="17363" y="23788"/>
                  </a:cubicBezTo>
                  <a:cubicBezTo>
                    <a:pt x="17305" y="23788"/>
                    <a:pt x="17249" y="23784"/>
                    <a:pt x="17193" y="23776"/>
                  </a:cubicBezTo>
                  <a:cubicBezTo>
                    <a:pt x="17025" y="23751"/>
                    <a:pt x="16855" y="23741"/>
                    <a:pt x="16686" y="23741"/>
                  </a:cubicBezTo>
                  <a:cubicBezTo>
                    <a:pt x="15885" y="23741"/>
                    <a:pt x="15077" y="23971"/>
                    <a:pt x="14280" y="23971"/>
                  </a:cubicBezTo>
                  <a:cubicBezTo>
                    <a:pt x="13809" y="23971"/>
                    <a:pt x="13342" y="23890"/>
                    <a:pt x="12882" y="23634"/>
                  </a:cubicBezTo>
                  <a:cubicBezTo>
                    <a:pt x="12688" y="23891"/>
                    <a:pt x="12389" y="23939"/>
                    <a:pt x="12067" y="23939"/>
                  </a:cubicBezTo>
                  <a:cubicBezTo>
                    <a:pt x="11878" y="23939"/>
                    <a:pt x="11682" y="23923"/>
                    <a:pt x="11494" y="23923"/>
                  </a:cubicBezTo>
                  <a:cubicBezTo>
                    <a:pt x="11005" y="23923"/>
                    <a:pt x="10573" y="24032"/>
                    <a:pt x="10486" y="24823"/>
                  </a:cubicBezTo>
                  <a:cubicBezTo>
                    <a:pt x="8943" y="25125"/>
                    <a:pt x="8925" y="26935"/>
                    <a:pt x="7594" y="27644"/>
                  </a:cubicBezTo>
                  <a:cubicBezTo>
                    <a:pt x="6636" y="28159"/>
                    <a:pt x="5270" y="28461"/>
                    <a:pt x="4720" y="29365"/>
                  </a:cubicBezTo>
                  <a:cubicBezTo>
                    <a:pt x="3992" y="30554"/>
                    <a:pt x="2733" y="30874"/>
                    <a:pt x="1899" y="31779"/>
                  </a:cubicBezTo>
                  <a:cubicBezTo>
                    <a:pt x="1420" y="32311"/>
                    <a:pt x="1100" y="33021"/>
                    <a:pt x="692" y="33695"/>
                  </a:cubicBezTo>
                  <a:lnTo>
                    <a:pt x="2058" y="34529"/>
                  </a:lnTo>
                  <a:lnTo>
                    <a:pt x="0" y="40331"/>
                  </a:lnTo>
                  <a:cubicBezTo>
                    <a:pt x="568" y="41839"/>
                    <a:pt x="1828" y="42460"/>
                    <a:pt x="1579" y="43844"/>
                  </a:cubicBezTo>
                  <a:cubicBezTo>
                    <a:pt x="1526" y="44093"/>
                    <a:pt x="4542" y="47659"/>
                    <a:pt x="4720" y="47677"/>
                  </a:cubicBezTo>
                  <a:cubicBezTo>
                    <a:pt x="6407" y="47823"/>
                    <a:pt x="7973" y="48589"/>
                    <a:pt x="9698" y="48589"/>
                  </a:cubicBezTo>
                  <a:cubicBezTo>
                    <a:pt x="10059" y="48589"/>
                    <a:pt x="10428" y="48555"/>
                    <a:pt x="10806" y="48475"/>
                  </a:cubicBezTo>
                  <a:cubicBezTo>
                    <a:pt x="10987" y="48438"/>
                    <a:pt x="11194" y="48420"/>
                    <a:pt x="11413" y="48420"/>
                  </a:cubicBezTo>
                  <a:cubicBezTo>
                    <a:pt x="12352" y="48420"/>
                    <a:pt x="13516" y="48748"/>
                    <a:pt x="13875" y="49309"/>
                  </a:cubicBezTo>
                  <a:cubicBezTo>
                    <a:pt x="14692" y="50587"/>
                    <a:pt x="15916" y="50622"/>
                    <a:pt x="17140" y="51048"/>
                  </a:cubicBezTo>
                  <a:lnTo>
                    <a:pt x="16076" y="56140"/>
                  </a:lnTo>
                  <a:cubicBezTo>
                    <a:pt x="17477" y="57542"/>
                    <a:pt x="16874" y="59405"/>
                    <a:pt x="17513" y="60896"/>
                  </a:cubicBezTo>
                  <a:cubicBezTo>
                    <a:pt x="17939" y="61907"/>
                    <a:pt x="17566" y="62439"/>
                    <a:pt x="17105" y="63291"/>
                  </a:cubicBezTo>
                  <a:cubicBezTo>
                    <a:pt x="16484" y="64409"/>
                    <a:pt x="14922" y="65544"/>
                    <a:pt x="15526" y="66751"/>
                  </a:cubicBezTo>
                  <a:cubicBezTo>
                    <a:pt x="16359" y="68454"/>
                    <a:pt x="16218" y="70264"/>
                    <a:pt x="16218" y="71879"/>
                  </a:cubicBezTo>
                  <a:cubicBezTo>
                    <a:pt x="16218" y="73795"/>
                    <a:pt x="17726" y="75427"/>
                    <a:pt x="16697" y="77361"/>
                  </a:cubicBezTo>
                  <a:cubicBezTo>
                    <a:pt x="17566" y="77539"/>
                    <a:pt x="18134" y="77610"/>
                    <a:pt x="18684" y="77787"/>
                  </a:cubicBezTo>
                  <a:cubicBezTo>
                    <a:pt x="19160" y="77941"/>
                    <a:pt x="19615" y="78007"/>
                    <a:pt x="20054" y="78007"/>
                  </a:cubicBezTo>
                  <a:cubicBezTo>
                    <a:pt x="21942" y="78007"/>
                    <a:pt x="23543" y="76798"/>
                    <a:pt x="25284" y="76208"/>
                  </a:cubicBezTo>
                  <a:cubicBezTo>
                    <a:pt x="25497" y="74416"/>
                    <a:pt x="27183" y="74310"/>
                    <a:pt x="28336" y="73671"/>
                  </a:cubicBezTo>
                  <a:cubicBezTo>
                    <a:pt x="29472" y="73032"/>
                    <a:pt x="29064" y="71826"/>
                    <a:pt x="29436" y="71240"/>
                  </a:cubicBezTo>
                  <a:cubicBezTo>
                    <a:pt x="30359" y="70814"/>
                    <a:pt x="31051" y="70495"/>
                    <a:pt x="31761" y="70175"/>
                  </a:cubicBezTo>
                  <a:cubicBezTo>
                    <a:pt x="32701" y="69750"/>
                    <a:pt x="34032" y="69998"/>
                    <a:pt x="34351" y="68472"/>
                  </a:cubicBezTo>
                  <a:cubicBezTo>
                    <a:pt x="34564" y="67407"/>
                    <a:pt x="35593" y="66680"/>
                    <a:pt x="35682" y="65456"/>
                  </a:cubicBezTo>
                  <a:cubicBezTo>
                    <a:pt x="35789" y="64196"/>
                    <a:pt x="36179" y="62972"/>
                    <a:pt x="36427" y="61783"/>
                  </a:cubicBezTo>
                  <a:cubicBezTo>
                    <a:pt x="38255" y="60576"/>
                    <a:pt x="39869" y="58979"/>
                    <a:pt x="41786" y="58376"/>
                  </a:cubicBezTo>
                  <a:cubicBezTo>
                    <a:pt x="44997" y="57365"/>
                    <a:pt x="46843" y="55306"/>
                    <a:pt x="48156" y="52432"/>
                  </a:cubicBezTo>
                  <a:cubicBezTo>
                    <a:pt x="47847" y="52304"/>
                    <a:pt x="47534" y="52259"/>
                    <a:pt x="47221" y="52259"/>
                  </a:cubicBezTo>
                  <a:cubicBezTo>
                    <a:pt x="46487" y="52259"/>
                    <a:pt x="45750" y="52505"/>
                    <a:pt x="45050" y="52505"/>
                  </a:cubicBezTo>
                  <a:cubicBezTo>
                    <a:pt x="44519" y="52505"/>
                    <a:pt x="44011" y="52363"/>
                    <a:pt x="43542" y="51864"/>
                  </a:cubicBezTo>
                  <a:cubicBezTo>
                    <a:pt x="44838" y="50108"/>
                    <a:pt x="44909" y="50037"/>
                    <a:pt x="46293" y="49859"/>
                  </a:cubicBezTo>
                  <a:cubicBezTo>
                    <a:pt x="49646" y="49451"/>
                    <a:pt x="52822" y="48599"/>
                    <a:pt x="55395" y="46222"/>
                  </a:cubicBezTo>
                  <a:cubicBezTo>
                    <a:pt x="55484" y="45760"/>
                    <a:pt x="55697" y="45281"/>
                    <a:pt x="55643" y="44838"/>
                  </a:cubicBezTo>
                  <a:cubicBezTo>
                    <a:pt x="55519" y="44022"/>
                    <a:pt x="55359" y="43205"/>
                    <a:pt x="55164" y="42389"/>
                  </a:cubicBezTo>
                  <a:lnTo>
                    <a:pt x="54224" y="42886"/>
                  </a:lnTo>
                  <a:lnTo>
                    <a:pt x="53887" y="41254"/>
                  </a:lnTo>
                  <a:lnTo>
                    <a:pt x="53017" y="42655"/>
                  </a:lnTo>
                  <a:cubicBezTo>
                    <a:pt x="51775" y="40810"/>
                    <a:pt x="49327" y="39763"/>
                    <a:pt x="49735" y="36906"/>
                  </a:cubicBezTo>
                  <a:lnTo>
                    <a:pt x="49735" y="36906"/>
                  </a:lnTo>
                  <a:cubicBezTo>
                    <a:pt x="51738" y="37643"/>
                    <a:pt x="51709" y="40841"/>
                    <a:pt x="54224" y="40841"/>
                  </a:cubicBezTo>
                  <a:cubicBezTo>
                    <a:pt x="54315" y="40841"/>
                    <a:pt x="54410" y="40836"/>
                    <a:pt x="54508" y="40828"/>
                  </a:cubicBezTo>
                  <a:cubicBezTo>
                    <a:pt x="55927" y="42620"/>
                    <a:pt x="57968" y="43134"/>
                    <a:pt x="59831" y="43365"/>
                  </a:cubicBezTo>
                  <a:lnTo>
                    <a:pt x="61091" y="47286"/>
                  </a:lnTo>
                  <a:lnTo>
                    <a:pt x="62244" y="46683"/>
                  </a:lnTo>
                  <a:lnTo>
                    <a:pt x="61215" y="57010"/>
                  </a:lnTo>
                  <a:cubicBezTo>
                    <a:pt x="61641" y="57382"/>
                    <a:pt x="62102" y="57613"/>
                    <a:pt x="62208" y="57950"/>
                  </a:cubicBezTo>
                  <a:cubicBezTo>
                    <a:pt x="62350" y="58411"/>
                    <a:pt x="62226" y="58944"/>
                    <a:pt x="62226" y="59547"/>
                  </a:cubicBezTo>
                  <a:cubicBezTo>
                    <a:pt x="64054" y="58323"/>
                    <a:pt x="61783" y="56531"/>
                    <a:pt x="63397" y="55164"/>
                  </a:cubicBezTo>
                  <a:cubicBezTo>
                    <a:pt x="64338" y="54348"/>
                    <a:pt x="63894" y="52503"/>
                    <a:pt x="65420" y="51421"/>
                  </a:cubicBezTo>
                  <a:cubicBezTo>
                    <a:pt x="66236" y="50835"/>
                    <a:pt x="66627" y="49575"/>
                    <a:pt x="67407" y="48670"/>
                  </a:cubicBezTo>
                  <a:cubicBezTo>
                    <a:pt x="71098" y="31370"/>
                    <a:pt x="63805" y="13556"/>
                    <a:pt x="49451" y="3265"/>
                  </a:cubicBezTo>
                  <a:lnTo>
                    <a:pt x="47836" y="4223"/>
                  </a:lnTo>
                  <a:lnTo>
                    <a:pt x="47286" y="3425"/>
                  </a:lnTo>
                  <a:lnTo>
                    <a:pt x="45068" y="5465"/>
                  </a:lnTo>
                  <a:lnTo>
                    <a:pt x="44802" y="2963"/>
                  </a:lnTo>
                  <a:cubicBezTo>
                    <a:pt x="44483" y="4383"/>
                    <a:pt x="44412" y="5554"/>
                    <a:pt x="43383" y="6193"/>
                  </a:cubicBezTo>
                  <a:lnTo>
                    <a:pt x="41094" y="4844"/>
                  </a:lnTo>
                  <a:lnTo>
                    <a:pt x="41253" y="4702"/>
                  </a:lnTo>
                  <a:lnTo>
                    <a:pt x="43436" y="4525"/>
                  </a:lnTo>
                  <a:cubicBezTo>
                    <a:pt x="43312" y="3975"/>
                    <a:pt x="43329" y="3673"/>
                    <a:pt x="43205" y="3567"/>
                  </a:cubicBezTo>
                  <a:cubicBezTo>
                    <a:pt x="41857" y="2502"/>
                    <a:pt x="40153" y="1934"/>
                    <a:pt x="38929" y="657"/>
                  </a:cubicBezTo>
                  <a:cubicBezTo>
                    <a:pt x="38787" y="497"/>
                    <a:pt x="38592" y="390"/>
                    <a:pt x="38379" y="319"/>
                  </a:cubicBezTo>
                  <a:cubicBezTo>
                    <a:pt x="37729" y="119"/>
                    <a:pt x="37080" y="1"/>
                    <a:pt x="36430" y="1"/>
                  </a:cubicBezTo>
                  <a:close/>
                </a:path>
              </a:pathLst>
            </a:custGeom>
            <a:noFill/>
            <a:ln w="9525" cap="flat" cmpd="sng">
              <a:solidFill>
                <a:srgbClr val="5F819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54" name="Google Shape;4012;p80">
              <a:extLst>
                <a:ext uri="{FF2B5EF4-FFF2-40B4-BE49-F238E27FC236}">
                  <a16:creationId xmlns:a16="http://schemas.microsoft.com/office/drawing/2014/main" id="{1B155579-83D7-D0B8-B8DD-DA63E124CF9E}"/>
                </a:ext>
              </a:extLst>
            </p:cNvPr>
            <p:cNvSpPr/>
            <p:nvPr/>
          </p:nvSpPr>
          <p:spPr>
            <a:xfrm>
              <a:off x="6032245" y="3317811"/>
              <a:ext cx="62149" cy="151155"/>
            </a:xfrm>
            <a:custGeom>
              <a:avLst/>
              <a:gdLst/>
              <a:ahLst/>
              <a:cxnLst/>
              <a:rect l="l" t="t" r="r" b="b"/>
              <a:pathLst>
                <a:path w="10771" h="26208" extrusionOk="0">
                  <a:moveTo>
                    <a:pt x="266" y="1"/>
                  </a:moveTo>
                  <a:lnTo>
                    <a:pt x="266" y="1"/>
                  </a:lnTo>
                  <a:cubicBezTo>
                    <a:pt x="0" y="9316"/>
                    <a:pt x="2679" y="18489"/>
                    <a:pt x="7914" y="26208"/>
                  </a:cubicBezTo>
                  <a:lnTo>
                    <a:pt x="9014" y="25995"/>
                  </a:lnTo>
                  <a:cubicBezTo>
                    <a:pt x="9954" y="24078"/>
                    <a:pt x="9617" y="22073"/>
                    <a:pt x="9475" y="20068"/>
                  </a:cubicBezTo>
                  <a:cubicBezTo>
                    <a:pt x="9422" y="19412"/>
                    <a:pt x="9120" y="18347"/>
                    <a:pt x="9386" y="18188"/>
                  </a:cubicBezTo>
                  <a:cubicBezTo>
                    <a:pt x="10753" y="17336"/>
                    <a:pt x="10274" y="15881"/>
                    <a:pt x="10770" y="14834"/>
                  </a:cubicBezTo>
                  <a:cubicBezTo>
                    <a:pt x="9777" y="13415"/>
                    <a:pt x="8890" y="12137"/>
                    <a:pt x="7328" y="11161"/>
                  </a:cubicBezTo>
                  <a:cubicBezTo>
                    <a:pt x="5270" y="9901"/>
                    <a:pt x="3194" y="8216"/>
                    <a:pt x="3247" y="5235"/>
                  </a:cubicBezTo>
                  <a:cubicBezTo>
                    <a:pt x="3265" y="4649"/>
                    <a:pt x="2999" y="3709"/>
                    <a:pt x="2591" y="3514"/>
                  </a:cubicBezTo>
                  <a:cubicBezTo>
                    <a:pt x="1295" y="2893"/>
                    <a:pt x="479" y="1562"/>
                    <a:pt x="408" y="604"/>
                  </a:cubicBezTo>
                  <a:cubicBezTo>
                    <a:pt x="373" y="391"/>
                    <a:pt x="337" y="196"/>
                    <a:pt x="266" y="1"/>
                  </a:cubicBezTo>
                  <a:close/>
                </a:path>
              </a:pathLst>
            </a:custGeom>
            <a:noFill/>
            <a:ln w="9525" cap="flat" cmpd="sng">
              <a:solidFill>
                <a:srgbClr val="5F819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55" name="Google Shape;4013;p80">
              <a:extLst>
                <a:ext uri="{FF2B5EF4-FFF2-40B4-BE49-F238E27FC236}">
                  <a16:creationId xmlns:a16="http://schemas.microsoft.com/office/drawing/2014/main" id="{9F3616B7-5BE1-8D6F-873B-987BFBA5F21D}"/>
                </a:ext>
              </a:extLst>
            </p:cNvPr>
            <p:cNvSpPr/>
            <p:nvPr/>
          </p:nvSpPr>
          <p:spPr>
            <a:xfrm>
              <a:off x="6189159" y="3073176"/>
              <a:ext cx="117131" cy="35868"/>
            </a:xfrm>
            <a:custGeom>
              <a:avLst/>
              <a:gdLst/>
              <a:ahLst/>
              <a:cxnLst/>
              <a:rect l="l" t="t" r="r" b="b"/>
              <a:pathLst>
                <a:path w="20300" h="6219" extrusionOk="0">
                  <a:moveTo>
                    <a:pt x="17629" y="0"/>
                  </a:moveTo>
                  <a:cubicBezTo>
                    <a:pt x="12187" y="0"/>
                    <a:pt x="6775" y="976"/>
                    <a:pt x="1651" y="2882"/>
                  </a:cubicBezTo>
                  <a:cubicBezTo>
                    <a:pt x="1207" y="3344"/>
                    <a:pt x="764" y="3823"/>
                    <a:pt x="302" y="4266"/>
                  </a:cubicBezTo>
                  <a:cubicBezTo>
                    <a:pt x="1" y="4568"/>
                    <a:pt x="231" y="5402"/>
                    <a:pt x="214" y="6218"/>
                  </a:cubicBezTo>
                  <a:cubicBezTo>
                    <a:pt x="1402" y="5473"/>
                    <a:pt x="2201" y="4834"/>
                    <a:pt x="3141" y="4408"/>
                  </a:cubicBezTo>
                  <a:cubicBezTo>
                    <a:pt x="5525" y="3347"/>
                    <a:pt x="8003" y="2632"/>
                    <a:pt x="10607" y="2632"/>
                  </a:cubicBezTo>
                  <a:cubicBezTo>
                    <a:pt x="11182" y="2632"/>
                    <a:pt x="11763" y="2666"/>
                    <a:pt x="12350" y="2740"/>
                  </a:cubicBezTo>
                  <a:cubicBezTo>
                    <a:pt x="12586" y="2362"/>
                    <a:pt x="12876" y="2257"/>
                    <a:pt x="13186" y="2257"/>
                  </a:cubicBezTo>
                  <a:cubicBezTo>
                    <a:pt x="13571" y="2257"/>
                    <a:pt x="13986" y="2419"/>
                    <a:pt x="14364" y="2419"/>
                  </a:cubicBezTo>
                  <a:cubicBezTo>
                    <a:pt x="14550" y="2419"/>
                    <a:pt x="14727" y="2379"/>
                    <a:pt x="14887" y="2261"/>
                  </a:cubicBezTo>
                  <a:cubicBezTo>
                    <a:pt x="16502" y="1072"/>
                    <a:pt x="18472" y="718"/>
                    <a:pt x="20299" y="79"/>
                  </a:cubicBezTo>
                  <a:cubicBezTo>
                    <a:pt x="19409" y="26"/>
                    <a:pt x="18519" y="0"/>
                    <a:pt x="17629" y="0"/>
                  </a:cubicBezTo>
                  <a:close/>
                </a:path>
              </a:pathLst>
            </a:custGeom>
            <a:noFill/>
            <a:ln w="9525" cap="flat" cmpd="sng">
              <a:solidFill>
                <a:srgbClr val="5F819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56" name="Google Shape;4014;p80">
              <a:extLst>
                <a:ext uri="{FF2B5EF4-FFF2-40B4-BE49-F238E27FC236}">
                  <a16:creationId xmlns:a16="http://schemas.microsoft.com/office/drawing/2014/main" id="{178526B8-F1ED-0CF3-70E0-1ADD80639E8E}"/>
                </a:ext>
              </a:extLst>
            </p:cNvPr>
            <p:cNvSpPr/>
            <p:nvPr/>
          </p:nvSpPr>
          <p:spPr>
            <a:xfrm>
              <a:off x="6123036" y="3116815"/>
              <a:ext cx="22734" cy="17095"/>
            </a:xfrm>
            <a:custGeom>
              <a:avLst/>
              <a:gdLst/>
              <a:ahLst/>
              <a:cxnLst/>
              <a:rect l="l" t="t" r="r" b="b"/>
              <a:pathLst>
                <a:path w="3940" h="2964" extrusionOk="0">
                  <a:moveTo>
                    <a:pt x="3940" y="1"/>
                  </a:moveTo>
                  <a:lnTo>
                    <a:pt x="3940" y="1"/>
                  </a:lnTo>
                  <a:cubicBezTo>
                    <a:pt x="2573" y="923"/>
                    <a:pt x="1260" y="1899"/>
                    <a:pt x="1" y="2964"/>
                  </a:cubicBezTo>
                  <a:cubicBezTo>
                    <a:pt x="1651" y="2839"/>
                    <a:pt x="2964" y="2094"/>
                    <a:pt x="3656" y="568"/>
                  </a:cubicBezTo>
                  <a:cubicBezTo>
                    <a:pt x="3744" y="373"/>
                    <a:pt x="3833" y="196"/>
                    <a:pt x="3940" y="1"/>
                  </a:cubicBezTo>
                  <a:close/>
                </a:path>
              </a:pathLst>
            </a:custGeom>
            <a:noFill/>
            <a:ln w="9525" cap="flat" cmpd="sng">
              <a:solidFill>
                <a:srgbClr val="5F819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57" name="Google Shape;4015;p80">
              <a:extLst>
                <a:ext uri="{FF2B5EF4-FFF2-40B4-BE49-F238E27FC236}">
                  <a16:creationId xmlns:a16="http://schemas.microsoft.com/office/drawing/2014/main" id="{1E30C1CF-510F-7743-1F3E-BF9CAFFC71DE}"/>
                </a:ext>
              </a:extLst>
            </p:cNvPr>
            <p:cNvSpPr/>
            <p:nvPr/>
          </p:nvSpPr>
          <p:spPr>
            <a:xfrm>
              <a:off x="6099493" y="3152223"/>
              <a:ext cx="3999" cy="4205"/>
            </a:xfrm>
            <a:custGeom>
              <a:avLst/>
              <a:gdLst/>
              <a:ahLst/>
              <a:cxnLst/>
              <a:rect l="l" t="t" r="r" b="b"/>
              <a:pathLst>
                <a:path w="693" h="729" extrusionOk="0">
                  <a:moveTo>
                    <a:pt x="693" y="1"/>
                  </a:moveTo>
                  <a:cubicBezTo>
                    <a:pt x="462" y="231"/>
                    <a:pt x="231" y="480"/>
                    <a:pt x="1" y="728"/>
                  </a:cubicBezTo>
                  <a:cubicBezTo>
                    <a:pt x="284" y="533"/>
                    <a:pt x="533" y="285"/>
                    <a:pt x="693" y="1"/>
                  </a:cubicBezTo>
                  <a:close/>
                </a:path>
              </a:pathLst>
            </a:custGeom>
            <a:noFill/>
            <a:ln w="9525" cap="flat" cmpd="sng">
              <a:solidFill>
                <a:srgbClr val="5F819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58" name="Google Shape;4016;p80">
              <a:extLst>
                <a:ext uri="{FF2B5EF4-FFF2-40B4-BE49-F238E27FC236}">
                  <a16:creationId xmlns:a16="http://schemas.microsoft.com/office/drawing/2014/main" id="{EF970DE9-6427-97A8-C2DF-E2BB5DBFD213}"/>
                </a:ext>
              </a:extLst>
            </p:cNvPr>
            <p:cNvSpPr/>
            <p:nvPr/>
          </p:nvSpPr>
          <p:spPr>
            <a:xfrm>
              <a:off x="6350890" y="3500386"/>
              <a:ext cx="45156" cy="42581"/>
            </a:xfrm>
            <a:custGeom>
              <a:avLst/>
              <a:gdLst/>
              <a:ahLst/>
              <a:cxnLst/>
              <a:rect l="l" t="t" r="r" b="b"/>
              <a:pathLst>
                <a:path w="7826" h="7383" extrusionOk="0">
                  <a:moveTo>
                    <a:pt x="7648" y="1"/>
                  </a:moveTo>
                  <a:lnTo>
                    <a:pt x="7648" y="1"/>
                  </a:lnTo>
                  <a:cubicBezTo>
                    <a:pt x="6488" y="417"/>
                    <a:pt x="5728" y="1543"/>
                    <a:pt x="4541" y="1543"/>
                  </a:cubicBezTo>
                  <a:cubicBezTo>
                    <a:pt x="4311" y="1543"/>
                    <a:pt x="4065" y="1501"/>
                    <a:pt x="3797" y="1403"/>
                  </a:cubicBezTo>
                  <a:cubicBezTo>
                    <a:pt x="3766" y="1397"/>
                    <a:pt x="3735" y="1395"/>
                    <a:pt x="3704" y="1395"/>
                  </a:cubicBezTo>
                  <a:cubicBezTo>
                    <a:pt x="3523" y="1395"/>
                    <a:pt x="3348" y="1482"/>
                    <a:pt x="3212" y="1633"/>
                  </a:cubicBezTo>
                  <a:cubicBezTo>
                    <a:pt x="2520" y="3567"/>
                    <a:pt x="142" y="4490"/>
                    <a:pt x="0" y="7045"/>
                  </a:cubicBezTo>
                  <a:lnTo>
                    <a:pt x="1633" y="7382"/>
                  </a:lnTo>
                  <a:cubicBezTo>
                    <a:pt x="2662" y="6353"/>
                    <a:pt x="3655" y="5306"/>
                    <a:pt x="4844" y="4419"/>
                  </a:cubicBezTo>
                  <a:cubicBezTo>
                    <a:pt x="6211" y="3390"/>
                    <a:pt x="7825" y="2219"/>
                    <a:pt x="7648" y="1"/>
                  </a:cubicBezTo>
                  <a:close/>
                </a:path>
              </a:pathLst>
            </a:custGeom>
            <a:noFill/>
            <a:ln w="9525" cap="flat" cmpd="sng">
              <a:solidFill>
                <a:srgbClr val="5F819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59" name="Google Shape;4017;p80">
              <a:extLst>
                <a:ext uri="{FF2B5EF4-FFF2-40B4-BE49-F238E27FC236}">
                  <a16:creationId xmlns:a16="http://schemas.microsoft.com/office/drawing/2014/main" id="{D98568BA-E5C9-44EB-AF9F-8C0921DA3564}"/>
                </a:ext>
              </a:extLst>
            </p:cNvPr>
            <p:cNvSpPr/>
            <p:nvPr/>
          </p:nvSpPr>
          <p:spPr>
            <a:xfrm>
              <a:off x="6263064" y="3138409"/>
              <a:ext cx="28469" cy="38688"/>
            </a:xfrm>
            <a:custGeom>
              <a:avLst/>
              <a:gdLst/>
              <a:ahLst/>
              <a:cxnLst/>
              <a:rect l="l" t="t" r="r" b="b"/>
              <a:pathLst>
                <a:path w="4934" h="6708" extrusionOk="0">
                  <a:moveTo>
                    <a:pt x="2094" y="0"/>
                  </a:moveTo>
                  <a:lnTo>
                    <a:pt x="2094" y="0"/>
                  </a:lnTo>
                  <a:cubicBezTo>
                    <a:pt x="0" y="1420"/>
                    <a:pt x="3052" y="2467"/>
                    <a:pt x="1988" y="4454"/>
                  </a:cubicBezTo>
                  <a:lnTo>
                    <a:pt x="817" y="4756"/>
                  </a:lnTo>
                  <a:cubicBezTo>
                    <a:pt x="1243" y="6707"/>
                    <a:pt x="2822" y="6228"/>
                    <a:pt x="3851" y="6619"/>
                  </a:cubicBezTo>
                  <a:lnTo>
                    <a:pt x="4933" y="5430"/>
                  </a:lnTo>
                  <a:cubicBezTo>
                    <a:pt x="4685" y="3993"/>
                    <a:pt x="2768" y="2875"/>
                    <a:pt x="4206" y="1207"/>
                  </a:cubicBezTo>
                  <a:cubicBezTo>
                    <a:pt x="3883" y="979"/>
                    <a:pt x="3846" y="221"/>
                    <a:pt x="3400" y="221"/>
                  </a:cubicBezTo>
                  <a:cubicBezTo>
                    <a:pt x="3257" y="221"/>
                    <a:pt x="3072" y="299"/>
                    <a:pt x="2822" y="497"/>
                  </a:cubicBezTo>
                  <a:cubicBezTo>
                    <a:pt x="2815" y="502"/>
                    <a:pt x="2807" y="505"/>
                    <a:pt x="2796" y="505"/>
                  </a:cubicBezTo>
                  <a:cubicBezTo>
                    <a:pt x="2667" y="505"/>
                    <a:pt x="2259" y="115"/>
                    <a:pt x="2094" y="0"/>
                  </a:cubicBezTo>
                  <a:close/>
                </a:path>
              </a:pathLst>
            </a:custGeom>
            <a:noFill/>
            <a:ln w="9525" cap="flat" cmpd="sng">
              <a:solidFill>
                <a:srgbClr val="5F819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60" name="Google Shape;4018;p80">
              <a:extLst>
                <a:ext uri="{FF2B5EF4-FFF2-40B4-BE49-F238E27FC236}">
                  <a16:creationId xmlns:a16="http://schemas.microsoft.com/office/drawing/2014/main" id="{14473F71-8B87-0724-B121-7600C3F5A488}"/>
                </a:ext>
              </a:extLst>
            </p:cNvPr>
            <p:cNvSpPr/>
            <p:nvPr/>
          </p:nvSpPr>
          <p:spPr>
            <a:xfrm>
              <a:off x="6251907" y="3097504"/>
              <a:ext cx="26011" cy="13686"/>
            </a:xfrm>
            <a:custGeom>
              <a:avLst/>
              <a:gdLst/>
              <a:ahLst/>
              <a:cxnLst/>
              <a:rect l="l" t="t" r="r" b="b"/>
              <a:pathLst>
                <a:path w="4508" h="2373" extrusionOk="0">
                  <a:moveTo>
                    <a:pt x="1606" y="0"/>
                  </a:moveTo>
                  <a:cubicBezTo>
                    <a:pt x="1091" y="0"/>
                    <a:pt x="558" y="171"/>
                    <a:pt x="0" y="723"/>
                  </a:cubicBezTo>
                  <a:cubicBezTo>
                    <a:pt x="430" y="1555"/>
                    <a:pt x="972" y="2195"/>
                    <a:pt x="1679" y="2195"/>
                  </a:cubicBezTo>
                  <a:cubicBezTo>
                    <a:pt x="1906" y="2195"/>
                    <a:pt x="2151" y="2129"/>
                    <a:pt x="2414" y="1982"/>
                  </a:cubicBezTo>
                  <a:cubicBezTo>
                    <a:pt x="2981" y="1663"/>
                    <a:pt x="4507" y="2373"/>
                    <a:pt x="4064" y="456"/>
                  </a:cubicBezTo>
                  <a:lnTo>
                    <a:pt x="4064" y="456"/>
                  </a:lnTo>
                  <a:cubicBezTo>
                    <a:pt x="4046" y="457"/>
                    <a:pt x="4028" y="457"/>
                    <a:pt x="4010" y="457"/>
                  </a:cubicBezTo>
                  <a:cubicBezTo>
                    <a:pt x="3239" y="457"/>
                    <a:pt x="2447" y="0"/>
                    <a:pt x="1606" y="0"/>
                  </a:cubicBezTo>
                  <a:close/>
                </a:path>
              </a:pathLst>
            </a:custGeom>
            <a:noFill/>
            <a:ln w="9525" cap="flat" cmpd="sng">
              <a:solidFill>
                <a:srgbClr val="5F819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61" name="Google Shape;4019;p80">
              <a:extLst>
                <a:ext uri="{FF2B5EF4-FFF2-40B4-BE49-F238E27FC236}">
                  <a16:creationId xmlns:a16="http://schemas.microsoft.com/office/drawing/2014/main" id="{92E3AC7A-670A-8698-8ABF-FCBDE7B386AE}"/>
                </a:ext>
              </a:extLst>
            </p:cNvPr>
            <p:cNvSpPr/>
            <p:nvPr/>
          </p:nvSpPr>
          <p:spPr>
            <a:xfrm>
              <a:off x="6251498" y="3152108"/>
              <a:ext cx="21609" cy="17008"/>
            </a:xfrm>
            <a:custGeom>
              <a:avLst/>
              <a:gdLst/>
              <a:ahLst/>
              <a:cxnLst/>
              <a:rect l="l" t="t" r="r" b="b"/>
              <a:pathLst>
                <a:path w="3745" h="2949" extrusionOk="0">
                  <a:moveTo>
                    <a:pt x="1345" y="1"/>
                  </a:moveTo>
                  <a:cubicBezTo>
                    <a:pt x="985" y="1"/>
                    <a:pt x="770" y="142"/>
                    <a:pt x="568" y="429"/>
                  </a:cubicBezTo>
                  <a:cubicBezTo>
                    <a:pt x="213" y="943"/>
                    <a:pt x="249" y="1706"/>
                    <a:pt x="0" y="2948"/>
                  </a:cubicBezTo>
                  <a:lnTo>
                    <a:pt x="3744" y="695"/>
                  </a:lnTo>
                  <a:cubicBezTo>
                    <a:pt x="2515" y="235"/>
                    <a:pt x="1810" y="1"/>
                    <a:pt x="1345" y="1"/>
                  </a:cubicBezTo>
                  <a:close/>
                </a:path>
              </a:pathLst>
            </a:custGeom>
            <a:noFill/>
            <a:ln w="9525" cap="flat" cmpd="sng">
              <a:solidFill>
                <a:srgbClr val="5F819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62" name="Google Shape;4020;p80">
              <a:extLst>
                <a:ext uri="{FF2B5EF4-FFF2-40B4-BE49-F238E27FC236}">
                  <a16:creationId xmlns:a16="http://schemas.microsoft.com/office/drawing/2014/main" id="{49C439E7-7A86-FD07-0607-6D653115003F}"/>
                </a:ext>
              </a:extLst>
            </p:cNvPr>
            <p:cNvSpPr/>
            <p:nvPr/>
          </p:nvSpPr>
          <p:spPr>
            <a:xfrm>
              <a:off x="6000718" y="3070557"/>
              <a:ext cx="587865" cy="517731"/>
            </a:xfrm>
            <a:custGeom>
              <a:avLst/>
              <a:gdLst/>
              <a:ahLst/>
              <a:cxnLst/>
              <a:rect l="l" t="t" r="r" b="b"/>
              <a:pathLst>
                <a:path w="101883" h="89767" extrusionOk="0">
                  <a:moveTo>
                    <a:pt x="50267" y="444"/>
                  </a:moveTo>
                  <a:cubicBezTo>
                    <a:pt x="55590" y="462"/>
                    <a:pt x="60878" y="1384"/>
                    <a:pt x="65881" y="3177"/>
                  </a:cubicBezTo>
                  <a:cubicBezTo>
                    <a:pt x="89445" y="11622"/>
                    <a:pt x="101883" y="37138"/>
                    <a:pt x="93614" y="60186"/>
                  </a:cubicBezTo>
                  <a:cubicBezTo>
                    <a:pt x="87173" y="78160"/>
                    <a:pt x="70033" y="89321"/>
                    <a:pt x="51598" y="89321"/>
                  </a:cubicBezTo>
                  <a:cubicBezTo>
                    <a:pt x="46275" y="89321"/>
                    <a:pt x="41005" y="88381"/>
                    <a:pt x="36002" y="86588"/>
                  </a:cubicBezTo>
                  <a:cubicBezTo>
                    <a:pt x="12421" y="78143"/>
                    <a:pt x="0" y="52628"/>
                    <a:pt x="8251" y="29597"/>
                  </a:cubicBezTo>
                  <a:cubicBezTo>
                    <a:pt x="14692" y="11605"/>
                    <a:pt x="31850" y="444"/>
                    <a:pt x="50267" y="444"/>
                  </a:cubicBezTo>
                  <a:close/>
                  <a:moveTo>
                    <a:pt x="50267" y="0"/>
                  </a:moveTo>
                  <a:cubicBezTo>
                    <a:pt x="45672" y="0"/>
                    <a:pt x="41094" y="692"/>
                    <a:pt x="36711" y="2041"/>
                  </a:cubicBezTo>
                  <a:cubicBezTo>
                    <a:pt x="32364" y="3372"/>
                    <a:pt x="28265" y="5359"/>
                    <a:pt x="24504" y="7896"/>
                  </a:cubicBezTo>
                  <a:cubicBezTo>
                    <a:pt x="11640" y="16644"/>
                    <a:pt x="4347" y="31531"/>
                    <a:pt x="5341" y="47056"/>
                  </a:cubicBezTo>
                  <a:cubicBezTo>
                    <a:pt x="5714" y="52858"/>
                    <a:pt x="7222" y="58536"/>
                    <a:pt x="9777" y="63753"/>
                  </a:cubicBezTo>
                  <a:cubicBezTo>
                    <a:pt x="12350" y="69022"/>
                    <a:pt x="15898" y="73760"/>
                    <a:pt x="20245" y="77681"/>
                  </a:cubicBezTo>
                  <a:cubicBezTo>
                    <a:pt x="28930" y="85568"/>
                    <a:pt x="40125" y="89766"/>
                    <a:pt x="51538" y="89766"/>
                  </a:cubicBezTo>
                  <a:cubicBezTo>
                    <a:pt x="56096" y="89766"/>
                    <a:pt x="60690" y="89097"/>
                    <a:pt x="65172" y="87724"/>
                  </a:cubicBezTo>
                  <a:cubicBezTo>
                    <a:pt x="69501" y="86376"/>
                    <a:pt x="73618" y="84406"/>
                    <a:pt x="77361" y="81851"/>
                  </a:cubicBezTo>
                  <a:cubicBezTo>
                    <a:pt x="90225" y="73121"/>
                    <a:pt x="97518" y="58234"/>
                    <a:pt x="96524" y="42709"/>
                  </a:cubicBezTo>
                  <a:cubicBezTo>
                    <a:pt x="96152" y="36907"/>
                    <a:pt x="94643" y="31229"/>
                    <a:pt x="92088" y="26012"/>
                  </a:cubicBezTo>
                  <a:cubicBezTo>
                    <a:pt x="89533" y="20743"/>
                    <a:pt x="85985" y="16005"/>
                    <a:pt x="81620" y="12084"/>
                  </a:cubicBezTo>
                  <a:cubicBezTo>
                    <a:pt x="73032" y="4330"/>
                    <a:pt x="61854" y="36"/>
                    <a:pt x="50285" y="0"/>
                  </a:cubicBezTo>
                  <a:close/>
                </a:path>
              </a:pathLst>
            </a:custGeom>
            <a:noFill/>
            <a:ln w="9525" cap="flat" cmpd="sng">
              <a:solidFill>
                <a:srgbClr val="E3E9ED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763" name="Google Shape;4021;p80">
            <a:extLst>
              <a:ext uri="{FF2B5EF4-FFF2-40B4-BE49-F238E27FC236}">
                <a16:creationId xmlns:a16="http://schemas.microsoft.com/office/drawing/2014/main" id="{5869165C-6478-287E-D49F-13FD99DB6BC5}"/>
              </a:ext>
            </a:extLst>
          </p:cNvPr>
          <p:cNvGrpSpPr/>
          <p:nvPr/>
        </p:nvGrpSpPr>
        <p:grpSpPr>
          <a:xfrm>
            <a:off x="6001224" y="4137493"/>
            <a:ext cx="557665" cy="516387"/>
            <a:chOff x="6015523" y="3714217"/>
            <a:chExt cx="557665" cy="516387"/>
          </a:xfrm>
        </p:grpSpPr>
        <p:grpSp>
          <p:nvGrpSpPr>
            <p:cNvPr id="2764" name="Google Shape;4022;p80">
              <a:extLst>
                <a:ext uri="{FF2B5EF4-FFF2-40B4-BE49-F238E27FC236}">
                  <a16:creationId xmlns:a16="http://schemas.microsoft.com/office/drawing/2014/main" id="{FCC06B41-A18B-6CF2-6F99-7720CE5FD258}"/>
                </a:ext>
              </a:extLst>
            </p:cNvPr>
            <p:cNvGrpSpPr/>
            <p:nvPr/>
          </p:nvGrpSpPr>
          <p:grpSpPr>
            <a:xfrm>
              <a:off x="6036094" y="3716980"/>
              <a:ext cx="529822" cy="510480"/>
              <a:chOff x="3148311" y="-545634"/>
              <a:chExt cx="1006118" cy="969572"/>
            </a:xfrm>
          </p:grpSpPr>
          <p:sp>
            <p:nvSpPr>
              <p:cNvPr id="2766" name="Google Shape;4023;p80">
                <a:extLst>
                  <a:ext uri="{FF2B5EF4-FFF2-40B4-BE49-F238E27FC236}">
                    <a16:creationId xmlns:a16="http://schemas.microsoft.com/office/drawing/2014/main" id="{0F77D1A7-88EF-DD6B-EC4B-EFFB6719C052}"/>
                  </a:ext>
                </a:extLst>
              </p:cNvPr>
              <p:cNvSpPr/>
              <p:nvPr/>
            </p:nvSpPr>
            <p:spPr>
              <a:xfrm>
                <a:off x="3497808" y="-545634"/>
                <a:ext cx="152012" cy="122083"/>
              </a:xfrm>
              <a:custGeom>
                <a:avLst/>
                <a:gdLst/>
                <a:ahLst/>
                <a:cxnLst/>
                <a:rect l="l" t="t" r="r" b="b"/>
                <a:pathLst>
                  <a:path w="13876" h="11144" extrusionOk="0">
                    <a:moveTo>
                      <a:pt x="11055" y="0"/>
                    </a:moveTo>
                    <a:cubicBezTo>
                      <a:pt x="9600" y="71"/>
                      <a:pt x="8127" y="213"/>
                      <a:pt x="6654" y="426"/>
                    </a:cubicBezTo>
                    <a:cubicBezTo>
                      <a:pt x="4401" y="746"/>
                      <a:pt x="2165" y="1225"/>
                      <a:pt x="1" y="1863"/>
                    </a:cubicBezTo>
                    <a:lnTo>
                      <a:pt x="54" y="2307"/>
                    </a:lnTo>
                    <a:lnTo>
                      <a:pt x="2165" y="2396"/>
                    </a:lnTo>
                    <a:lnTo>
                      <a:pt x="1739" y="4117"/>
                    </a:lnTo>
                    <a:lnTo>
                      <a:pt x="3194" y="4401"/>
                    </a:lnTo>
                    <a:lnTo>
                      <a:pt x="1828" y="5146"/>
                    </a:lnTo>
                    <a:cubicBezTo>
                      <a:pt x="2893" y="6015"/>
                      <a:pt x="1207" y="7417"/>
                      <a:pt x="2538" y="8393"/>
                    </a:cubicBezTo>
                    <a:cubicBezTo>
                      <a:pt x="3088" y="8783"/>
                      <a:pt x="3088" y="9937"/>
                      <a:pt x="3301" y="10611"/>
                    </a:cubicBezTo>
                    <a:lnTo>
                      <a:pt x="6335" y="11143"/>
                    </a:lnTo>
                    <a:cubicBezTo>
                      <a:pt x="6583" y="10611"/>
                      <a:pt x="6832" y="10061"/>
                      <a:pt x="7098" y="9493"/>
                    </a:cubicBezTo>
                    <a:cubicBezTo>
                      <a:pt x="7670" y="8245"/>
                      <a:pt x="7649" y="6456"/>
                      <a:pt x="9632" y="6456"/>
                    </a:cubicBezTo>
                    <a:cubicBezTo>
                      <a:pt x="9679" y="6456"/>
                      <a:pt x="9728" y="6457"/>
                      <a:pt x="9777" y="6459"/>
                    </a:cubicBezTo>
                    <a:cubicBezTo>
                      <a:pt x="10380" y="5217"/>
                      <a:pt x="11410" y="4791"/>
                      <a:pt x="12723" y="4685"/>
                    </a:cubicBezTo>
                    <a:cubicBezTo>
                      <a:pt x="13113" y="4649"/>
                      <a:pt x="13450" y="3939"/>
                      <a:pt x="13876" y="3443"/>
                    </a:cubicBezTo>
                    <a:cubicBezTo>
                      <a:pt x="13166" y="2378"/>
                      <a:pt x="12687" y="1012"/>
                      <a:pt x="11729" y="391"/>
                    </a:cubicBezTo>
                    <a:cubicBezTo>
                      <a:pt x="11516" y="249"/>
                      <a:pt x="11285" y="125"/>
                      <a:pt x="11055" y="0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rgbClr val="5F819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67" name="Google Shape;4024;p80">
                <a:extLst>
                  <a:ext uri="{FF2B5EF4-FFF2-40B4-BE49-F238E27FC236}">
                    <a16:creationId xmlns:a16="http://schemas.microsoft.com/office/drawing/2014/main" id="{FDFB969D-5CA3-C876-4788-6202AC3AA9DB}"/>
                  </a:ext>
                </a:extLst>
              </p:cNvPr>
              <p:cNvSpPr/>
              <p:nvPr/>
            </p:nvSpPr>
            <p:spPr>
              <a:xfrm>
                <a:off x="3779659" y="-441254"/>
                <a:ext cx="74264" cy="69794"/>
              </a:xfrm>
              <a:custGeom>
                <a:avLst/>
                <a:gdLst/>
                <a:ahLst/>
                <a:cxnLst/>
                <a:rect l="l" t="t" r="r" b="b"/>
                <a:pathLst>
                  <a:path w="6779" h="6371" extrusionOk="0">
                    <a:moveTo>
                      <a:pt x="870" y="1"/>
                    </a:moveTo>
                    <a:lnTo>
                      <a:pt x="1" y="1154"/>
                    </a:lnTo>
                    <a:lnTo>
                      <a:pt x="1509" y="2698"/>
                    </a:lnTo>
                    <a:lnTo>
                      <a:pt x="2272" y="3283"/>
                    </a:lnTo>
                    <a:cubicBezTo>
                      <a:pt x="3567" y="3922"/>
                      <a:pt x="3301" y="5625"/>
                      <a:pt x="4436" y="6370"/>
                    </a:cubicBezTo>
                    <a:cubicBezTo>
                      <a:pt x="4880" y="5341"/>
                      <a:pt x="5838" y="5554"/>
                      <a:pt x="6654" y="5377"/>
                    </a:cubicBezTo>
                    <a:cubicBezTo>
                      <a:pt x="6778" y="4117"/>
                      <a:pt x="5732" y="3549"/>
                      <a:pt x="4933" y="3265"/>
                    </a:cubicBezTo>
                    <a:cubicBezTo>
                      <a:pt x="3762" y="2875"/>
                      <a:pt x="2928" y="2360"/>
                      <a:pt x="2325" y="1278"/>
                    </a:cubicBezTo>
                    <a:cubicBezTo>
                      <a:pt x="2023" y="746"/>
                      <a:pt x="1367" y="426"/>
                      <a:pt x="870" y="1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rgbClr val="5F819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68" name="Google Shape;4025;p80">
                <a:extLst>
                  <a:ext uri="{FF2B5EF4-FFF2-40B4-BE49-F238E27FC236}">
                    <a16:creationId xmlns:a16="http://schemas.microsoft.com/office/drawing/2014/main" id="{0B705FA7-7FF0-5CB0-91CA-A681AF4C7A5F}"/>
                  </a:ext>
                </a:extLst>
              </p:cNvPr>
              <p:cNvSpPr/>
              <p:nvPr/>
            </p:nvSpPr>
            <p:spPr>
              <a:xfrm>
                <a:off x="3658562" y="-488295"/>
                <a:ext cx="47632" cy="25284"/>
              </a:xfrm>
              <a:custGeom>
                <a:avLst/>
                <a:gdLst/>
                <a:ahLst/>
                <a:cxnLst/>
                <a:rect l="l" t="t" r="r" b="b"/>
                <a:pathLst>
                  <a:path w="4348" h="2308" extrusionOk="0">
                    <a:moveTo>
                      <a:pt x="3957" y="1"/>
                    </a:moveTo>
                    <a:cubicBezTo>
                      <a:pt x="2680" y="355"/>
                      <a:pt x="1296" y="143"/>
                      <a:pt x="0" y="906"/>
                    </a:cubicBezTo>
                    <a:cubicBezTo>
                      <a:pt x="728" y="1651"/>
                      <a:pt x="728" y="1615"/>
                      <a:pt x="1544" y="1757"/>
                    </a:cubicBezTo>
                    <a:cubicBezTo>
                      <a:pt x="2147" y="1917"/>
                      <a:pt x="2733" y="2094"/>
                      <a:pt x="3318" y="2307"/>
                    </a:cubicBezTo>
                    <a:lnTo>
                      <a:pt x="4348" y="639"/>
                    </a:lnTo>
                    <a:lnTo>
                      <a:pt x="3957" y="1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rgbClr val="5F819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69" name="Google Shape;4026;p80">
                <a:extLst>
                  <a:ext uri="{FF2B5EF4-FFF2-40B4-BE49-F238E27FC236}">
                    <a16:creationId xmlns:a16="http://schemas.microsoft.com/office/drawing/2014/main" id="{767B3D43-58DE-1484-479B-DA12151BC391}"/>
                  </a:ext>
                </a:extLst>
              </p:cNvPr>
              <p:cNvSpPr/>
              <p:nvPr/>
            </p:nvSpPr>
            <p:spPr>
              <a:xfrm>
                <a:off x="3773239" y="-411709"/>
                <a:ext cx="34223" cy="31496"/>
              </a:xfrm>
              <a:custGeom>
                <a:avLst/>
                <a:gdLst/>
                <a:ahLst/>
                <a:cxnLst/>
                <a:rect l="l" t="t" r="r" b="b"/>
                <a:pathLst>
                  <a:path w="3124" h="2875" extrusionOk="0">
                    <a:moveTo>
                      <a:pt x="2095" y="1"/>
                    </a:moveTo>
                    <a:lnTo>
                      <a:pt x="1" y="1030"/>
                    </a:lnTo>
                    <a:cubicBezTo>
                      <a:pt x="498" y="1455"/>
                      <a:pt x="782" y="1615"/>
                      <a:pt x="941" y="1864"/>
                    </a:cubicBezTo>
                    <a:cubicBezTo>
                      <a:pt x="1119" y="2112"/>
                      <a:pt x="1154" y="2449"/>
                      <a:pt x="1279" y="2875"/>
                    </a:cubicBezTo>
                    <a:lnTo>
                      <a:pt x="3124" y="2467"/>
                    </a:lnTo>
                    <a:lnTo>
                      <a:pt x="2858" y="586"/>
                    </a:lnTo>
                    <a:lnTo>
                      <a:pt x="2095" y="1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rgbClr val="5F819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70" name="Google Shape;4027;p80">
                <a:extLst>
                  <a:ext uri="{FF2B5EF4-FFF2-40B4-BE49-F238E27FC236}">
                    <a16:creationId xmlns:a16="http://schemas.microsoft.com/office/drawing/2014/main" id="{D15C9B7A-54A6-FFCA-4B15-DEF004DD10AE}"/>
                  </a:ext>
                </a:extLst>
              </p:cNvPr>
              <p:cNvSpPr/>
              <p:nvPr/>
            </p:nvSpPr>
            <p:spPr>
              <a:xfrm>
                <a:off x="3776942" y="-526397"/>
                <a:ext cx="377487" cy="831956"/>
              </a:xfrm>
              <a:custGeom>
                <a:avLst/>
                <a:gdLst/>
                <a:ahLst/>
                <a:cxnLst/>
                <a:rect l="l" t="t" r="r" b="b"/>
                <a:pathLst>
                  <a:path w="34458" h="75943" extrusionOk="0">
                    <a:moveTo>
                      <a:pt x="8836" y="6211"/>
                    </a:moveTo>
                    <a:cubicBezTo>
                      <a:pt x="10061" y="6371"/>
                      <a:pt x="10061" y="6371"/>
                      <a:pt x="12438" y="9352"/>
                    </a:cubicBezTo>
                    <a:lnTo>
                      <a:pt x="10930" y="10416"/>
                    </a:lnTo>
                    <a:cubicBezTo>
                      <a:pt x="10646" y="10044"/>
                      <a:pt x="9244" y="10079"/>
                      <a:pt x="10309" y="8997"/>
                    </a:cubicBezTo>
                    <a:lnTo>
                      <a:pt x="8836" y="6211"/>
                    </a:lnTo>
                    <a:close/>
                    <a:moveTo>
                      <a:pt x="13237" y="17585"/>
                    </a:moveTo>
                    <a:cubicBezTo>
                      <a:pt x="14213" y="18330"/>
                      <a:pt x="14976" y="19235"/>
                      <a:pt x="15951" y="19572"/>
                    </a:cubicBezTo>
                    <a:cubicBezTo>
                      <a:pt x="17034" y="19945"/>
                      <a:pt x="17548" y="20761"/>
                      <a:pt x="18294" y="21506"/>
                    </a:cubicBezTo>
                    <a:lnTo>
                      <a:pt x="16892" y="22216"/>
                    </a:lnTo>
                    <a:lnTo>
                      <a:pt x="19092" y="23440"/>
                    </a:lnTo>
                    <a:lnTo>
                      <a:pt x="18826" y="19359"/>
                    </a:lnTo>
                    <a:lnTo>
                      <a:pt x="18826" y="19359"/>
                    </a:lnTo>
                    <a:cubicBezTo>
                      <a:pt x="19500" y="20264"/>
                      <a:pt x="19890" y="20867"/>
                      <a:pt x="20352" y="21382"/>
                    </a:cubicBezTo>
                    <a:cubicBezTo>
                      <a:pt x="20813" y="21914"/>
                      <a:pt x="21328" y="22340"/>
                      <a:pt x="22091" y="23050"/>
                    </a:cubicBezTo>
                    <a:lnTo>
                      <a:pt x="22587" y="21346"/>
                    </a:lnTo>
                    <a:lnTo>
                      <a:pt x="25267" y="23742"/>
                    </a:lnTo>
                    <a:lnTo>
                      <a:pt x="26402" y="22713"/>
                    </a:lnTo>
                    <a:lnTo>
                      <a:pt x="27999" y="26261"/>
                    </a:lnTo>
                    <a:cubicBezTo>
                      <a:pt x="27384" y="26597"/>
                      <a:pt x="26823" y="26720"/>
                      <a:pt x="26292" y="26720"/>
                    </a:cubicBezTo>
                    <a:cubicBezTo>
                      <a:pt x="24969" y="26720"/>
                      <a:pt x="23833" y="25957"/>
                      <a:pt x="22516" y="25818"/>
                    </a:cubicBezTo>
                    <a:cubicBezTo>
                      <a:pt x="22516" y="26527"/>
                      <a:pt x="22499" y="27131"/>
                      <a:pt x="22499" y="27787"/>
                    </a:cubicBezTo>
                    <a:cubicBezTo>
                      <a:pt x="22392" y="27787"/>
                      <a:pt x="22270" y="27819"/>
                      <a:pt x="22169" y="27819"/>
                    </a:cubicBezTo>
                    <a:cubicBezTo>
                      <a:pt x="22118" y="27819"/>
                      <a:pt x="22073" y="27811"/>
                      <a:pt x="22037" y="27787"/>
                    </a:cubicBezTo>
                    <a:cubicBezTo>
                      <a:pt x="21133" y="27288"/>
                      <a:pt x="20502" y="26308"/>
                      <a:pt x="19338" y="26308"/>
                    </a:cubicBezTo>
                    <a:cubicBezTo>
                      <a:pt x="19178" y="26308"/>
                      <a:pt x="19008" y="26327"/>
                      <a:pt x="18826" y="26368"/>
                    </a:cubicBezTo>
                    <a:cubicBezTo>
                      <a:pt x="18808" y="26372"/>
                      <a:pt x="18788" y="26375"/>
                      <a:pt x="18768" y="26375"/>
                    </a:cubicBezTo>
                    <a:cubicBezTo>
                      <a:pt x="18417" y="26375"/>
                      <a:pt x="17797" y="25667"/>
                      <a:pt x="17495" y="25197"/>
                    </a:cubicBezTo>
                    <a:cubicBezTo>
                      <a:pt x="16998" y="24416"/>
                      <a:pt x="16661" y="23529"/>
                      <a:pt x="16360" y="22925"/>
                    </a:cubicBezTo>
                    <a:cubicBezTo>
                      <a:pt x="16129" y="22764"/>
                      <a:pt x="15928" y="22701"/>
                      <a:pt x="15748" y="22701"/>
                    </a:cubicBezTo>
                    <a:cubicBezTo>
                      <a:pt x="15114" y="22701"/>
                      <a:pt x="14724" y="23479"/>
                      <a:pt x="14110" y="23479"/>
                    </a:cubicBezTo>
                    <a:cubicBezTo>
                      <a:pt x="13959" y="23479"/>
                      <a:pt x="13794" y="23432"/>
                      <a:pt x="13609" y="23316"/>
                    </a:cubicBezTo>
                    <a:cubicBezTo>
                      <a:pt x="13398" y="23182"/>
                      <a:pt x="13213" y="23127"/>
                      <a:pt x="13048" y="23127"/>
                    </a:cubicBezTo>
                    <a:cubicBezTo>
                      <a:pt x="12310" y="23127"/>
                      <a:pt x="11952" y="24236"/>
                      <a:pt x="11285" y="24540"/>
                    </a:cubicBezTo>
                    <a:cubicBezTo>
                      <a:pt x="10309" y="24984"/>
                      <a:pt x="9475" y="24913"/>
                      <a:pt x="8357" y="25126"/>
                    </a:cubicBezTo>
                    <a:cubicBezTo>
                      <a:pt x="8712" y="23440"/>
                      <a:pt x="10007" y="23263"/>
                      <a:pt x="10877" y="22588"/>
                    </a:cubicBezTo>
                    <a:cubicBezTo>
                      <a:pt x="9333" y="21453"/>
                      <a:pt x="11161" y="20583"/>
                      <a:pt x="11107" y="19732"/>
                    </a:cubicBezTo>
                    <a:cubicBezTo>
                      <a:pt x="10966" y="17815"/>
                      <a:pt x="13183" y="19075"/>
                      <a:pt x="13237" y="17585"/>
                    </a:cubicBezTo>
                    <a:close/>
                    <a:moveTo>
                      <a:pt x="444" y="1"/>
                    </a:moveTo>
                    <a:lnTo>
                      <a:pt x="444" y="1"/>
                    </a:lnTo>
                    <a:cubicBezTo>
                      <a:pt x="373" y="746"/>
                      <a:pt x="0" y="1438"/>
                      <a:pt x="1278" y="1758"/>
                    </a:cubicBezTo>
                    <a:cubicBezTo>
                      <a:pt x="2147" y="1953"/>
                      <a:pt x="2662" y="2929"/>
                      <a:pt x="2857" y="3869"/>
                    </a:cubicBezTo>
                    <a:cubicBezTo>
                      <a:pt x="3034" y="4756"/>
                      <a:pt x="3123" y="5643"/>
                      <a:pt x="3247" y="6530"/>
                    </a:cubicBezTo>
                    <a:lnTo>
                      <a:pt x="3549" y="6140"/>
                    </a:lnTo>
                    <a:lnTo>
                      <a:pt x="5412" y="8145"/>
                    </a:lnTo>
                    <a:lnTo>
                      <a:pt x="6654" y="6903"/>
                    </a:lnTo>
                    <a:lnTo>
                      <a:pt x="8393" y="10505"/>
                    </a:lnTo>
                    <a:lnTo>
                      <a:pt x="6654" y="14426"/>
                    </a:lnTo>
                    <a:lnTo>
                      <a:pt x="5944" y="14036"/>
                    </a:lnTo>
                    <a:cubicBezTo>
                      <a:pt x="5678" y="14338"/>
                      <a:pt x="5447" y="14657"/>
                      <a:pt x="5252" y="14976"/>
                    </a:cubicBezTo>
                    <a:cubicBezTo>
                      <a:pt x="5163" y="15154"/>
                      <a:pt x="5217" y="15402"/>
                      <a:pt x="5199" y="15615"/>
                    </a:cubicBezTo>
                    <a:cubicBezTo>
                      <a:pt x="7346" y="16591"/>
                      <a:pt x="7701" y="17017"/>
                      <a:pt x="8162" y="19004"/>
                    </a:cubicBezTo>
                    <a:lnTo>
                      <a:pt x="4471" y="18827"/>
                    </a:lnTo>
                    <a:lnTo>
                      <a:pt x="4471" y="18827"/>
                    </a:lnTo>
                    <a:cubicBezTo>
                      <a:pt x="4755" y="21754"/>
                      <a:pt x="5057" y="22606"/>
                      <a:pt x="6193" y="24114"/>
                    </a:cubicBezTo>
                    <a:lnTo>
                      <a:pt x="7754" y="24061"/>
                    </a:lnTo>
                    <a:lnTo>
                      <a:pt x="7754" y="24061"/>
                    </a:lnTo>
                    <a:cubicBezTo>
                      <a:pt x="8073" y="25480"/>
                      <a:pt x="7914" y="26740"/>
                      <a:pt x="6920" y="27379"/>
                    </a:cubicBezTo>
                    <a:cubicBezTo>
                      <a:pt x="5518" y="28319"/>
                      <a:pt x="7026" y="29703"/>
                      <a:pt x="5962" y="30857"/>
                    </a:cubicBezTo>
                    <a:cubicBezTo>
                      <a:pt x="4241" y="32720"/>
                      <a:pt x="3850" y="35399"/>
                      <a:pt x="2644" y="37812"/>
                    </a:cubicBezTo>
                    <a:lnTo>
                      <a:pt x="4471" y="38380"/>
                    </a:lnTo>
                    <a:cubicBezTo>
                      <a:pt x="4400" y="39161"/>
                      <a:pt x="4436" y="40012"/>
                      <a:pt x="4259" y="40829"/>
                    </a:cubicBezTo>
                    <a:cubicBezTo>
                      <a:pt x="3939" y="42319"/>
                      <a:pt x="4329" y="43579"/>
                      <a:pt x="5252" y="44732"/>
                    </a:cubicBezTo>
                    <a:cubicBezTo>
                      <a:pt x="5838" y="45460"/>
                      <a:pt x="6370" y="46240"/>
                      <a:pt x="7026" y="46932"/>
                    </a:cubicBezTo>
                    <a:cubicBezTo>
                      <a:pt x="7789" y="47731"/>
                      <a:pt x="9209" y="47678"/>
                      <a:pt x="9670" y="48920"/>
                    </a:cubicBezTo>
                    <a:cubicBezTo>
                      <a:pt x="9723" y="49026"/>
                      <a:pt x="9812" y="49097"/>
                      <a:pt x="9919" y="49132"/>
                    </a:cubicBezTo>
                    <a:cubicBezTo>
                      <a:pt x="10191" y="49213"/>
                      <a:pt x="10478" y="49350"/>
                      <a:pt x="10740" y="49350"/>
                    </a:cubicBezTo>
                    <a:cubicBezTo>
                      <a:pt x="10768" y="49350"/>
                      <a:pt x="10796" y="49349"/>
                      <a:pt x="10824" y="49345"/>
                    </a:cubicBezTo>
                    <a:cubicBezTo>
                      <a:pt x="11569" y="49257"/>
                      <a:pt x="12279" y="49257"/>
                      <a:pt x="12917" y="48547"/>
                    </a:cubicBezTo>
                    <a:cubicBezTo>
                      <a:pt x="12958" y="48500"/>
                      <a:pt x="13033" y="48481"/>
                      <a:pt x="13131" y="48481"/>
                    </a:cubicBezTo>
                    <a:cubicBezTo>
                      <a:pt x="13526" y="48481"/>
                      <a:pt x="14291" y="48790"/>
                      <a:pt x="14670" y="48790"/>
                    </a:cubicBezTo>
                    <a:cubicBezTo>
                      <a:pt x="14764" y="48790"/>
                      <a:pt x="14834" y="48771"/>
                      <a:pt x="14869" y="48724"/>
                    </a:cubicBezTo>
                    <a:cubicBezTo>
                      <a:pt x="15721" y="47642"/>
                      <a:pt x="16892" y="47944"/>
                      <a:pt x="17921" y="47695"/>
                    </a:cubicBezTo>
                    <a:cubicBezTo>
                      <a:pt x="17948" y="47687"/>
                      <a:pt x="17976" y="47684"/>
                      <a:pt x="18005" y="47684"/>
                    </a:cubicBezTo>
                    <a:cubicBezTo>
                      <a:pt x="18165" y="47684"/>
                      <a:pt x="18357" y="47795"/>
                      <a:pt x="18613" y="47855"/>
                    </a:cubicBezTo>
                    <a:cubicBezTo>
                      <a:pt x="18550" y="48716"/>
                      <a:pt x="18847" y="48890"/>
                      <a:pt x="19260" y="48890"/>
                    </a:cubicBezTo>
                    <a:cubicBezTo>
                      <a:pt x="19540" y="48890"/>
                      <a:pt x="19874" y="48810"/>
                      <a:pt x="20185" y="48810"/>
                    </a:cubicBezTo>
                    <a:cubicBezTo>
                      <a:pt x="20457" y="48810"/>
                      <a:pt x="20713" y="48871"/>
                      <a:pt x="20902" y="49097"/>
                    </a:cubicBezTo>
                    <a:cubicBezTo>
                      <a:pt x="20831" y="49558"/>
                      <a:pt x="20902" y="50233"/>
                      <a:pt x="20636" y="50765"/>
                    </a:cubicBezTo>
                    <a:cubicBezTo>
                      <a:pt x="20228" y="51546"/>
                      <a:pt x="21150" y="52592"/>
                      <a:pt x="20068" y="53178"/>
                    </a:cubicBezTo>
                    <a:cubicBezTo>
                      <a:pt x="21771" y="55112"/>
                      <a:pt x="20955" y="57649"/>
                      <a:pt x="21594" y="59424"/>
                    </a:cubicBezTo>
                    <a:cubicBezTo>
                      <a:pt x="20742" y="61713"/>
                      <a:pt x="19589" y="63327"/>
                      <a:pt x="19624" y="65776"/>
                    </a:cubicBezTo>
                    <a:cubicBezTo>
                      <a:pt x="19678" y="68597"/>
                      <a:pt x="18453" y="71436"/>
                      <a:pt x="17406" y="74168"/>
                    </a:cubicBezTo>
                    <a:cubicBezTo>
                      <a:pt x="17247" y="74577"/>
                      <a:pt x="17158" y="75002"/>
                      <a:pt x="16910" y="75943"/>
                    </a:cubicBezTo>
                    <a:cubicBezTo>
                      <a:pt x="28177" y="66379"/>
                      <a:pt x="34458" y="51617"/>
                      <a:pt x="32258" y="36144"/>
                    </a:cubicBezTo>
                    <a:cubicBezTo>
                      <a:pt x="29756" y="18472"/>
                      <a:pt x="16874" y="4756"/>
                      <a:pt x="444" y="1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rgbClr val="5F819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71" name="Google Shape;4028;p80">
                <a:extLst>
                  <a:ext uri="{FF2B5EF4-FFF2-40B4-BE49-F238E27FC236}">
                    <a16:creationId xmlns:a16="http://schemas.microsoft.com/office/drawing/2014/main" id="{C134ADCA-EB04-7C5D-0DE4-57123414CC09}"/>
                  </a:ext>
                </a:extLst>
              </p:cNvPr>
              <p:cNvSpPr/>
              <p:nvPr/>
            </p:nvSpPr>
            <p:spPr>
              <a:xfrm>
                <a:off x="3352414" y="12491"/>
                <a:ext cx="353584" cy="411448"/>
              </a:xfrm>
              <a:custGeom>
                <a:avLst/>
                <a:gdLst/>
                <a:ahLst/>
                <a:cxnLst/>
                <a:rect l="l" t="t" r="r" b="b"/>
                <a:pathLst>
                  <a:path w="32276" h="37558" extrusionOk="0">
                    <a:moveTo>
                      <a:pt x="3376" y="1"/>
                    </a:moveTo>
                    <a:cubicBezTo>
                      <a:pt x="3358" y="1"/>
                      <a:pt x="3345" y="4"/>
                      <a:pt x="3336" y="12"/>
                    </a:cubicBezTo>
                    <a:cubicBezTo>
                      <a:pt x="905" y="2621"/>
                      <a:pt x="905" y="2621"/>
                      <a:pt x="1243" y="6400"/>
                    </a:cubicBezTo>
                    <a:cubicBezTo>
                      <a:pt x="1260" y="6595"/>
                      <a:pt x="1118" y="6790"/>
                      <a:pt x="1065" y="7003"/>
                    </a:cubicBezTo>
                    <a:cubicBezTo>
                      <a:pt x="693" y="8405"/>
                      <a:pt x="338" y="9807"/>
                      <a:pt x="1" y="11155"/>
                    </a:cubicBezTo>
                    <a:lnTo>
                      <a:pt x="1118" y="14012"/>
                    </a:lnTo>
                    <a:cubicBezTo>
                      <a:pt x="2147" y="15148"/>
                      <a:pt x="3106" y="16283"/>
                      <a:pt x="4188" y="17330"/>
                    </a:cubicBezTo>
                    <a:cubicBezTo>
                      <a:pt x="5271" y="18413"/>
                      <a:pt x="5677" y="20424"/>
                      <a:pt x="7592" y="20424"/>
                    </a:cubicBezTo>
                    <a:cubicBezTo>
                      <a:pt x="7779" y="20424"/>
                      <a:pt x="7980" y="20405"/>
                      <a:pt x="8198" y="20364"/>
                    </a:cubicBezTo>
                    <a:cubicBezTo>
                      <a:pt x="9263" y="21234"/>
                      <a:pt x="10735" y="21553"/>
                      <a:pt x="11179" y="23221"/>
                    </a:cubicBezTo>
                    <a:cubicBezTo>
                      <a:pt x="11587" y="24711"/>
                      <a:pt x="12669" y="26024"/>
                      <a:pt x="13024" y="27515"/>
                    </a:cubicBezTo>
                    <a:cubicBezTo>
                      <a:pt x="13361" y="28863"/>
                      <a:pt x="14461" y="29662"/>
                      <a:pt x="14834" y="30780"/>
                    </a:cubicBezTo>
                    <a:cubicBezTo>
                      <a:pt x="15278" y="32128"/>
                      <a:pt x="15970" y="33246"/>
                      <a:pt x="16573" y="34470"/>
                    </a:cubicBezTo>
                    <a:cubicBezTo>
                      <a:pt x="17070" y="35428"/>
                      <a:pt x="18223" y="35038"/>
                      <a:pt x="18525" y="36191"/>
                    </a:cubicBezTo>
                    <a:cubicBezTo>
                      <a:pt x="18631" y="36564"/>
                      <a:pt x="18844" y="36901"/>
                      <a:pt x="19146" y="37185"/>
                    </a:cubicBezTo>
                    <a:cubicBezTo>
                      <a:pt x="20299" y="37345"/>
                      <a:pt x="21470" y="37469"/>
                      <a:pt x="22659" y="37558"/>
                    </a:cubicBezTo>
                    <a:cubicBezTo>
                      <a:pt x="22559" y="37158"/>
                      <a:pt x="22490" y="36790"/>
                      <a:pt x="21808" y="36790"/>
                    </a:cubicBezTo>
                    <a:cubicBezTo>
                      <a:pt x="21763" y="36790"/>
                      <a:pt x="21716" y="36791"/>
                      <a:pt x="21665" y="36795"/>
                    </a:cubicBezTo>
                    <a:cubicBezTo>
                      <a:pt x="21645" y="36796"/>
                      <a:pt x="21626" y="36796"/>
                      <a:pt x="21608" y="36796"/>
                    </a:cubicBezTo>
                    <a:cubicBezTo>
                      <a:pt x="20725" y="36796"/>
                      <a:pt x="22437" y="35547"/>
                      <a:pt x="21115" y="35251"/>
                    </a:cubicBezTo>
                    <a:cubicBezTo>
                      <a:pt x="20388" y="35073"/>
                      <a:pt x="22109" y="33707"/>
                      <a:pt x="20725" y="33246"/>
                    </a:cubicBezTo>
                    <a:lnTo>
                      <a:pt x="20920" y="32980"/>
                    </a:lnTo>
                    <a:lnTo>
                      <a:pt x="22783" y="32394"/>
                    </a:lnTo>
                    <a:lnTo>
                      <a:pt x="21860" y="30017"/>
                    </a:lnTo>
                    <a:lnTo>
                      <a:pt x="23191" y="29839"/>
                    </a:lnTo>
                    <a:cubicBezTo>
                      <a:pt x="23599" y="29041"/>
                      <a:pt x="24007" y="28313"/>
                      <a:pt x="24380" y="27550"/>
                    </a:cubicBezTo>
                    <a:cubicBezTo>
                      <a:pt x="24646" y="26982"/>
                      <a:pt x="25178" y="26308"/>
                      <a:pt x="25036" y="25829"/>
                    </a:cubicBezTo>
                    <a:cubicBezTo>
                      <a:pt x="24451" y="23718"/>
                      <a:pt x="26083" y="22972"/>
                      <a:pt x="27343" y="22529"/>
                    </a:cubicBezTo>
                    <a:cubicBezTo>
                      <a:pt x="28603" y="22068"/>
                      <a:pt x="29082" y="21482"/>
                      <a:pt x="29242" y="20311"/>
                    </a:cubicBezTo>
                    <a:cubicBezTo>
                      <a:pt x="29419" y="19069"/>
                      <a:pt x="29809" y="17862"/>
                      <a:pt x="29898" y="16620"/>
                    </a:cubicBezTo>
                    <a:cubicBezTo>
                      <a:pt x="29987" y="15467"/>
                      <a:pt x="30005" y="14438"/>
                      <a:pt x="31087" y="13675"/>
                    </a:cubicBezTo>
                    <a:cubicBezTo>
                      <a:pt x="31442" y="13444"/>
                      <a:pt x="31531" y="12788"/>
                      <a:pt x="31655" y="12309"/>
                    </a:cubicBezTo>
                    <a:cubicBezTo>
                      <a:pt x="32276" y="10144"/>
                      <a:pt x="31868" y="9612"/>
                      <a:pt x="29490" y="9133"/>
                    </a:cubicBezTo>
                    <a:cubicBezTo>
                      <a:pt x="29100" y="9062"/>
                      <a:pt x="28816" y="8494"/>
                      <a:pt x="28266" y="7926"/>
                    </a:cubicBezTo>
                    <a:lnTo>
                      <a:pt x="24895" y="8778"/>
                    </a:lnTo>
                    <a:cubicBezTo>
                      <a:pt x="24522" y="7678"/>
                      <a:pt x="23315" y="7678"/>
                      <a:pt x="22215" y="7465"/>
                    </a:cubicBezTo>
                    <a:lnTo>
                      <a:pt x="21647" y="8157"/>
                    </a:lnTo>
                    <a:lnTo>
                      <a:pt x="18063" y="3597"/>
                    </a:lnTo>
                    <a:cubicBezTo>
                      <a:pt x="16840" y="3528"/>
                      <a:pt x="15905" y="3374"/>
                      <a:pt x="15067" y="3374"/>
                    </a:cubicBezTo>
                    <a:cubicBezTo>
                      <a:pt x="14823" y="3374"/>
                      <a:pt x="14587" y="3387"/>
                      <a:pt x="14355" y="3419"/>
                    </a:cubicBezTo>
                    <a:cubicBezTo>
                      <a:pt x="14295" y="3427"/>
                      <a:pt x="14238" y="3430"/>
                      <a:pt x="14183" y="3430"/>
                    </a:cubicBezTo>
                    <a:cubicBezTo>
                      <a:pt x="13092" y="3430"/>
                      <a:pt x="13035" y="1981"/>
                      <a:pt x="11835" y="1964"/>
                    </a:cubicBezTo>
                    <a:cubicBezTo>
                      <a:pt x="11108" y="1964"/>
                      <a:pt x="9901" y="1467"/>
                      <a:pt x="9582" y="438"/>
                    </a:cubicBezTo>
                    <a:cubicBezTo>
                      <a:pt x="8677" y="793"/>
                      <a:pt x="7914" y="1361"/>
                      <a:pt x="7133" y="1361"/>
                    </a:cubicBezTo>
                    <a:cubicBezTo>
                      <a:pt x="7119" y="1361"/>
                      <a:pt x="7105" y="1361"/>
                      <a:pt x="7091" y="1361"/>
                    </a:cubicBezTo>
                    <a:cubicBezTo>
                      <a:pt x="6288" y="1361"/>
                      <a:pt x="5470" y="877"/>
                      <a:pt x="4703" y="616"/>
                    </a:cubicBezTo>
                    <a:lnTo>
                      <a:pt x="4170" y="1184"/>
                    </a:lnTo>
                    <a:lnTo>
                      <a:pt x="3585" y="48"/>
                    </a:lnTo>
                    <a:cubicBezTo>
                      <a:pt x="3517" y="34"/>
                      <a:pt x="3429" y="1"/>
                      <a:pt x="3376" y="1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rgbClr val="5F819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72" name="Google Shape;4029;p80">
                <a:extLst>
                  <a:ext uri="{FF2B5EF4-FFF2-40B4-BE49-F238E27FC236}">
                    <a16:creationId xmlns:a16="http://schemas.microsoft.com/office/drawing/2014/main" id="{0B32AC91-C751-976C-7A4C-E70B5098F2BB}"/>
                  </a:ext>
                </a:extLst>
              </p:cNvPr>
              <p:cNvSpPr/>
              <p:nvPr/>
            </p:nvSpPr>
            <p:spPr>
              <a:xfrm>
                <a:off x="3289631" y="-66747"/>
                <a:ext cx="64547" cy="26511"/>
              </a:xfrm>
              <a:custGeom>
                <a:avLst/>
                <a:gdLst/>
                <a:ahLst/>
                <a:cxnLst/>
                <a:rect l="l" t="t" r="r" b="b"/>
                <a:pathLst>
                  <a:path w="5892" h="2420" extrusionOk="0">
                    <a:moveTo>
                      <a:pt x="2076" y="1"/>
                    </a:moveTo>
                    <a:cubicBezTo>
                      <a:pt x="1454" y="1"/>
                      <a:pt x="791" y="230"/>
                      <a:pt x="0" y="592"/>
                    </a:cubicBezTo>
                    <a:cubicBezTo>
                      <a:pt x="564" y="957"/>
                      <a:pt x="1113" y="1415"/>
                      <a:pt x="1254" y="1415"/>
                    </a:cubicBezTo>
                    <a:cubicBezTo>
                      <a:pt x="1264" y="1415"/>
                      <a:pt x="1272" y="1412"/>
                      <a:pt x="1278" y="1408"/>
                    </a:cubicBezTo>
                    <a:cubicBezTo>
                      <a:pt x="1606" y="1108"/>
                      <a:pt x="1874" y="952"/>
                      <a:pt x="2167" y="952"/>
                    </a:cubicBezTo>
                    <a:cubicBezTo>
                      <a:pt x="2429" y="952"/>
                      <a:pt x="2710" y="1077"/>
                      <a:pt x="3070" y="1337"/>
                    </a:cubicBezTo>
                    <a:cubicBezTo>
                      <a:pt x="3815" y="1869"/>
                      <a:pt x="4773" y="2011"/>
                      <a:pt x="5838" y="2419"/>
                    </a:cubicBezTo>
                    <a:lnTo>
                      <a:pt x="5891" y="1071"/>
                    </a:lnTo>
                    <a:cubicBezTo>
                      <a:pt x="5040" y="893"/>
                      <a:pt x="4170" y="964"/>
                      <a:pt x="3656" y="574"/>
                    </a:cubicBezTo>
                    <a:cubicBezTo>
                      <a:pt x="3121" y="171"/>
                      <a:pt x="2614" y="1"/>
                      <a:pt x="2076" y="1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rgbClr val="5F819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73" name="Google Shape;4030;p80">
                <a:extLst>
                  <a:ext uri="{FF2B5EF4-FFF2-40B4-BE49-F238E27FC236}">
                    <a16:creationId xmlns:a16="http://schemas.microsoft.com/office/drawing/2014/main" id="{9356A583-7B8E-EF3A-AAD1-B3CE025B6039}"/>
                  </a:ext>
                </a:extLst>
              </p:cNvPr>
              <p:cNvSpPr/>
              <p:nvPr/>
            </p:nvSpPr>
            <p:spPr>
              <a:xfrm>
                <a:off x="3368156" y="-47247"/>
                <a:ext cx="67855" cy="22556"/>
              </a:xfrm>
              <a:custGeom>
                <a:avLst/>
                <a:gdLst/>
                <a:ahLst/>
                <a:cxnLst/>
                <a:rect l="l" t="t" r="r" b="b"/>
                <a:pathLst>
                  <a:path w="6194" h="2059" extrusionOk="0">
                    <a:moveTo>
                      <a:pt x="6193" y="0"/>
                    </a:moveTo>
                    <a:lnTo>
                      <a:pt x="6193" y="0"/>
                    </a:lnTo>
                    <a:cubicBezTo>
                      <a:pt x="4801" y="195"/>
                      <a:pt x="3970" y="433"/>
                      <a:pt x="3202" y="433"/>
                    </a:cubicBezTo>
                    <a:cubicBezTo>
                      <a:pt x="3128" y="433"/>
                      <a:pt x="3055" y="431"/>
                      <a:pt x="2982" y="426"/>
                    </a:cubicBezTo>
                    <a:cubicBezTo>
                      <a:pt x="2453" y="395"/>
                      <a:pt x="1944" y="74"/>
                      <a:pt x="1353" y="74"/>
                    </a:cubicBezTo>
                    <a:cubicBezTo>
                      <a:pt x="951" y="74"/>
                      <a:pt x="511" y="222"/>
                      <a:pt x="1" y="710"/>
                    </a:cubicBezTo>
                    <a:lnTo>
                      <a:pt x="1473" y="2059"/>
                    </a:lnTo>
                    <a:cubicBezTo>
                      <a:pt x="2432" y="409"/>
                      <a:pt x="4472" y="1526"/>
                      <a:pt x="6193" y="0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rgbClr val="5F819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74" name="Google Shape;4031;p80">
                <a:extLst>
                  <a:ext uri="{FF2B5EF4-FFF2-40B4-BE49-F238E27FC236}">
                    <a16:creationId xmlns:a16="http://schemas.microsoft.com/office/drawing/2014/main" id="{A0855C40-78A1-BC34-F986-3F594B7E7D6A}"/>
                  </a:ext>
                </a:extLst>
              </p:cNvPr>
              <p:cNvSpPr/>
              <p:nvPr/>
            </p:nvSpPr>
            <p:spPr>
              <a:xfrm>
                <a:off x="3466707" y="-328516"/>
                <a:ext cx="37532" cy="23334"/>
              </a:xfrm>
              <a:custGeom>
                <a:avLst/>
                <a:gdLst/>
                <a:ahLst/>
                <a:cxnLst/>
                <a:rect l="l" t="t" r="r" b="b"/>
                <a:pathLst>
                  <a:path w="3426" h="2130" extrusionOk="0">
                    <a:moveTo>
                      <a:pt x="1473" y="1"/>
                    </a:moveTo>
                    <a:lnTo>
                      <a:pt x="1" y="1828"/>
                    </a:lnTo>
                    <a:lnTo>
                      <a:pt x="3372" y="2130"/>
                    </a:lnTo>
                    <a:cubicBezTo>
                      <a:pt x="3407" y="1917"/>
                      <a:pt x="3425" y="1704"/>
                      <a:pt x="3425" y="1509"/>
                    </a:cubicBezTo>
                    <a:cubicBezTo>
                      <a:pt x="3390" y="1172"/>
                      <a:pt x="3301" y="870"/>
                      <a:pt x="3248" y="586"/>
                    </a:cubicBezTo>
                    <a:lnTo>
                      <a:pt x="1473" y="1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rgbClr val="5F819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75" name="Google Shape;4032;p80">
                <a:extLst>
                  <a:ext uri="{FF2B5EF4-FFF2-40B4-BE49-F238E27FC236}">
                    <a16:creationId xmlns:a16="http://schemas.microsoft.com/office/drawing/2014/main" id="{355A62FF-AF18-4A8A-4E07-7BAAE00E60FF}"/>
                  </a:ext>
                </a:extLst>
              </p:cNvPr>
              <p:cNvSpPr/>
              <p:nvPr/>
            </p:nvSpPr>
            <p:spPr>
              <a:xfrm>
                <a:off x="3148311" y="-512013"/>
                <a:ext cx="344841" cy="575576"/>
              </a:xfrm>
              <a:custGeom>
                <a:avLst/>
                <a:gdLst/>
                <a:ahLst/>
                <a:cxnLst/>
                <a:rect l="l" t="t" r="r" b="b"/>
                <a:pathLst>
                  <a:path w="31478" h="52540" extrusionOk="0">
                    <a:moveTo>
                      <a:pt x="28337" y="1"/>
                    </a:moveTo>
                    <a:cubicBezTo>
                      <a:pt x="13326" y="5785"/>
                      <a:pt x="2556" y="18986"/>
                      <a:pt x="1" y="34405"/>
                    </a:cubicBezTo>
                    <a:cubicBezTo>
                      <a:pt x="516" y="36961"/>
                      <a:pt x="764" y="39569"/>
                      <a:pt x="1154" y="42159"/>
                    </a:cubicBezTo>
                    <a:cubicBezTo>
                      <a:pt x="1172" y="42266"/>
                      <a:pt x="1438" y="42355"/>
                      <a:pt x="1687" y="42496"/>
                    </a:cubicBezTo>
                    <a:cubicBezTo>
                      <a:pt x="1687" y="41574"/>
                      <a:pt x="1704" y="40704"/>
                      <a:pt x="1704" y="39835"/>
                    </a:cubicBezTo>
                    <a:lnTo>
                      <a:pt x="2112" y="39817"/>
                    </a:lnTo>
                    <a:lnTo>
                      <a:pt x="3905" y="45513"/>
                    </a:lnTo>
                    <a:cubicBezTo>
                      <a:pt x="4490" y="45956"/>
                      <a:pt x="5289" y="46595"/>
                      <a:pt x="6122" y="47145"/>
                    </a:cubicBezTo>
                    <a:cubicBezTo>
                      <a:pt x="6548" y="47465"/>
                      <a:pt x="7045" y="47678"/>
                      <a:pt x="7560" y="47784"/>
                    </a:cubicBezTo>
                    <a:cubicBezTo>
                      <a:pt x="9813" y="48068"/>
                      <a:pt x="12492" y="48884"/>
                      <a:pt x="13557" y="50481"/>
                    </a:cubicBezTo>
                    <a:cubicBezTo>
                      <a:pt x="14515" y="51971"/>
                      <a:pt x="15810" y="52202"/>
                      <a:pt x="16751" y="52539"/>
                    </a:cubicBezTo>
                    <a:lnTo>
                      <a:pt x="18827" y="51652"/>
                    </a:lnTo>
                    <a:cubicBezTo>
                      <a:pt x="18720" y="51475"/>
                      <a:pt x="18632" y="51155"/>
                      <a:pt x="18525" y="51138"/>
                    </a:cubicBezTo>
                    <a:cubicBezTo>
                      <a:pt x="15367" y="50960"/>
                      <a:pt x="15367" y="50978"/>
                      <a:pt x="14905" y="48015"/>
                    </a:cubicBezTo>
                    <a:cubicBezTo>
                      <a:pt x="14870" y="47695"/>
                      <a:pt x="14799" y="47376"/>
                      <a:pt x="14675" y="46755"/>
                    </a:cubicBezTo>
                    <a:lnTo>
                      <a:pt x="11818" y="46152"/>
                    </a:lnTo>
                    <a:lnTo>
                      <a:pt x="12031" y="42461"/>
                    </a:lnTo>
                    <a:cubicBezTo>
                      <a:pt x="12009" y="42460"/>
                      <a:pt x="11988" y="42460"/>
                      <a:pt x="11967" y="42460"/>
                    </a:cubicBezTo>
                    <a:cubicBezTo>
                      <a:pt x="9761" y="42460"/>
                      <a:pt x="10756" y="45214"/>
                      <a:pt x="9157" y="45531"/>
                    </a:cubicBezTo>
                    <a:cubicBezTo>
                      <a:pt x="7577" y="44537"/>
                      <a:pt x="7577" y="44537"/>
                      <a:pt x="6832" y="39036"/>
                    </a:cubicBezTo>
                    <a:cubicBezTo>
                      <a:pt x="7471" y="36162"/>
                      <a:pt x="10807" y="37120"/>
                      <a:pt x="11570" y="34867"/>
                    </a:cubicBezTo>
                    <a:lnTo>
                      <a:pt x="13876" y="35683"/>
                    </a:lnTo>
                    <a:cubicBezTo>
                      <a:pt x="13930" y="37014"/>
                      <a:pt x="14213" y="38274"/>
                      <a:pt x="15651" y="39090"/>
                    </a:cubicBezTo>
                    <a:lnTo>
                      <a:pt x="14870" y="33554"/>
                    </a:lnTo>
                    <a:cubicBezTo>
                      <a:pt x="15012" y="33305"/>
                      <a:pt x="15189" y="33092"/>
                      <a:pt x="15367" y="32880"/>
                    </a:cubicBezTo>
                    <a:cubicBezTo>
                      <a:pt x="16733" y="31584"/>
                      <a:pt x="18720" y="30662"/>
                      <a:pt x="18277" y="28231"/>
                    </a:cubicBezTo>
                    <a:cubicBezTo>
                      <a:pt x="19217" y="27148"/>
                      <a:pt x="19501" y="25569"/>
                      <a:pt x="20903" y="24824"/>
                    </a:cubicBezTo>
                    <a:cubicBezTo>
                      <a:pt x="21169" y="24664"/>
                      <a:pt x="21701" y="24540"/>
                      <a:pt x="21701" y="24416"/>
                    </a:cubicBezTo>
                    <a:cubicBezTo>
                      <a:pt x="21701" y="22606"/>
                      <a:pt x="23298" y="22375"/>
                      <a:pt x="24345" y="21453"/>
                    </a:cubicBezTo>
                    <a:cubicBezTo>
                      <a:pt x="24698" y="21969"/>
                      <a:pt x="25002" y="22149"/>
                      <a:pt x="25280" y="22149"/>
                    </a:cubicBezTo>
                    <a:cubicBezTo>
                      <a:pt x="25925" y="22149"/>
                      <a:pt x="26432" y="21185"/>
                      <a:pt x="27082" y="21185"/>
                    </a:cubicBezTo>
                    <a:cubicBezTo>
                      <a:pt x="27098" y="21185"/>
                      <a:pt x="27114" y="21185"/>
                      <a:pt x="27131" y="21187"/>
                    </a:cubicBezTo>
                    <a:cubicBezTo>
                      <a:pt x="27184" y="21187"/>
                      <a:pt x="27237" y="20867"/>
                      <a:pt x="27255" y="20832"/>
                    </a:cubicBezTo>
                    <a:lnTo>
                      <a:pt x="25250" y="19909"/>
                    </a:lnTo>
                    <a:lnTo>
                      <a:pt x="25835" y="18348"/>
                    </a:lnTo>
                    <a:lnTo>
                      <a:pt x="24274" y="17851"/>
                    </a:lnTo>
                    <a:cubicBezTo>
                      <a:pt x="25161" y="17514"/>
                      <a:pt x="26048" y="17727"/>
                      <a:pt x="26829" y="17531"/>
                    </a:cubicBezTo>
                    <a:cubicBezTo>
                      <a:pt x="27610" y="17336"/>
                      <a:pt x="28266" y="16751"/>
                      <a:pt x="28976" y="16325"/>
                    </a:cubicBezTo>
                    <a:cubicBezTo>
                      <a:pt x="29774" y="15846"/>
                      <a:pt x="30573" y="15349"/>
                      <a:pt x="31478" y="14781"/>
                    </a:cubicBezTo>
                    <a:cubicBezTo>
                      <a:pt x="30466" y="12723"/>
                      <a:pt x="27769" y="12049"/>
                      <a:pt x="27698" y="9565"/>
                    </a:cubicBezTo>
                    <a:lnTo>
                      <a:pt x="25143" y="11836"/>
                    </a:lnTo>
                    <a:cubicBezTo>
                      <a:pt x="25764" y="8571"/>
                      <a:pt x="23600" y="8908"/>
                      <a:pt x="22269" y="8465"/>
                    </a:cubicBezTo>
                    <a:cubicBezTo>
                      <a:pt x="21932" y="8855"/>
                      <a:pt x="21559" y="9032"/>
                      <a:pt x="21027" y="9316"/>
                    </a:cubicBezTo>
                    <a:lnTo>
                      <a:pt x="21825" y="10132"/>
                    </a:lnTo>
                    <a:lnTo>
                      <a:pt x="20353" y="11197"/>
                    </a:lnTo>
                    <a:cubicBezTo>
                      <a:pt x="21772" y="12244"/>
                      <a:pt x="20956" y="13628"/>
                      <a:pt x="20690" y="13734"/>
                    </a:cubicBezTo>
                    <a:cubicBezTo>
                      <a:pt x="18756" y="14444"/>
                      <a:pt x="19217" y="16396"/>
                      <a:pt x="18401" y="17620"/>
                    </a:cubicBezTo>
                    <a:lnTo>
                      <a:pt x="17460" y="16910"/>
                    </a:lnTo>
                    <a:cubicBezTo>
                      <a:pt x="17052" y="16502"/>
                      <a:pt x="17886" y="16360"/>
                      <a:pt x="17851" y="16023"/>
                    </a:cubicBezTo>
                    <a:cubicBezTo>
                      <a:pt x="17833" y="15580"/>
                      <a:pt x="17744" y="15136"/>
                      <a:pt x="17673" y="14639"/>
                    </a:cubicBezTo>
                    <a:lnTo>
                      <a:pt x="14781" y="13805"/>
                    </a:lnTo>
                    <a:cubicBezTo>
                      <a:pt x="14391" y="10558"/>
                      <a:pt x="17727" y="10026"/>
                      <a:pt x="19075" y="8056"/>
                    </a:cubicBezTo>
                    <a:cubicBezTo>
                      <a:pt x="19476" y="8451"/>
                      <a:pt x="19895" y="8555"/>
                      <a:pt x="20323" y="8555"/>
                    </a:cubicBezTo>
                    <a:cubicBezTo>
                      <a:pt x="20808" y="8555"/>
                      <a:pt x="21305" y="8420"/>
                      <a:pt x="21802" y="8420"/>
                    </a:cubicBezTo>
                    <a:cubicBezTo>
                      <a:pt x="21952" y="8420"/>
                      <a:pt x="22102" y="8433"/>
                      <a:pt x="22251" y="8465"/>
                    </a:cubicBezTo>
                    <a:cubicBezTo>
                      <a:pt x="22127" y="7702"/>
                      <a:pt x="22056" y="7152"/>
                      <a:pt x="21967" y="6495"/>
                    </a:cubicBezTo>
                    <a:cubicBezTo>
                      <a:pt x="23198" y="6481"/>
                      <a:pt x="23566" y="4540"/>
                      <a:pt x="24952" y="4540"/>
                    </a:cubicBezTo>
                    <a:cubicBezTo>
                      <a:pt x="25264" y="4540"/>
                      <a:pt x="25629" y="4639"/>
                      <a:pt x="26066" y="4880"/>
                    </a:cubicBezTo>
                    <a:cubicBezTo>
                      <a:pt x="25374" y="5963"/>
                      <a:pt x="24274" y="6335"/>
                      <a:pt x="23458" y="7010"/>
                    </a:cubicBezTo>
                    <a:lnTo>
                      <a:pt x="26243" y="8376"/>
                    </a:lnTo>
                    <a:lnTo>
                      <a:pt x="28089" y="7205"/>
                    </a:lnTo>
                    <a:lnTo>
                      <a:pt x="28160" y="5324"/>
                    </a:lnTo>
                    <a:cubicBezTo>
                      <a:pt x="28332" y="5383"/>
                      <a:pt x="28506" y="5414"/>
                      <a:pt x="28690" y="5414"/>
                    </a:cubicBezTo>
                    <a:cubicBezTo>
                      <a:pt x="29226" y="5414"/>
                      <a:pt x="29853" y="5151"/>
                      <a:pt x="30804" y="4543"/>
                    </a:cubicBezTo>
                    <a:lnTo>
                      <a:pt x="29029" y="3621"/>
                    </a:lnTo>
                    <a:lnTo>
                      <a:pt x="29561" y="2733"/>
                    </a:lnTo>
                    <a:lnTo>
                      <a:pt x="28231" y="1722"/>
                    </a:lnTo>
                    <a:cubicBezTo>
                      <a:pt x="28355" y="1190"/>
                      <a:pt x="28692" y="586"/>
                      <a:pt x="28515" y="232"/>
                    </a:cubicBezTo>
                    <a:cubicBezTo>
                      <a:pt x="28479" y="161"/>
                      <a:pt x="28408" y="72"/>
                      <a:pt x="28337" y="1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rgbClr val="5F819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2765" name="Google Shape;4033;p80">
              <a:extLst>
                <a:ext uri="{FF2B5EF4-FFF2-40B4-BE49-F238E27FC236}">
                  <a16:creationId xmlns:a16="http://schemas.microsoft.com/office/drawing/2014/main" id="{C56E3289-096C-5D81-8B97-173816EBF060}"/>
                </a:ext>
              </a:extLst>
            </p:cNvPr>
            <p:cNvSpPr/>
            <p:nvPr/>
          </p:nvSpPr>
          <p:spPr>
            <a:xfrm>
              <a:off x="6015523" y="3714217"/>
              <a:ext cx="557665" cy="516387"/>
            </a:xfrm>
            <a:custGeom>
              <a:avLst/>
              <a:gdLst/>
              <a:ahLst/>
              <a:cxnLst/>
              <a:rect l="l" t="t" r="r" b="b"/>
              <a:pathLst>
                <a:path w="96649" h="89534" extrusionOk="0">
                  <a:moveTo>
                    <a:pt x="48671" y="444"/>
                  </a:moveTo>
                  <a:cubicBezTo>
                    <a:pt x="70814" y="444"/>
                    <a:pt x="90084" y="16342"/>
                    <a:pt x="93207" y="38415"/>
                  </a:cubicBezTo>
                  <a:cubicBezTo>
                    <a:pt x="96649" y="62635"/>
                    <a:pt x="79314" y="85116"/>
                    <a:pt x="54526" y="88629"/>
                  </a:cubicBezTo>
                  <a:cubicBezTo>
                    <a:pt x="52344" y="88930"/>
                    <a:pt x="50161" y="89090"/>
                    <a:pt x="47961" y="89090"/>
                  </a:cubicBezTo>
                  <a:cubicBezTo>
                    <a:pt x="25817" y="89090"/>
                    <a:pt x="6548" y="73192"/>
                    <a:pt x="3425" y="51119"/>
                  </a:cubicBezTo>
                  <a:cubicBezTo>
                    <a:pt x="1" y="26899"/>
                    <a:pt x="17318" y="4418"/>
                    <a:pt x="42123" y="905"/>
                  </a:cubicBezTo>
                  <a:cubicBezTo>
                    <a:pt x="44288" y="586"/>
                    <a:pt x="46470" y="444"/>
                    <a:pt x="48671" y="444"/>
                  </a:cubicBezTo>
                  <a:close/>
                  <a:moveTo>
                    <a:pt x="48746" y="0"/>
                  </a:moveTo>
                  <a:cubicBezTo>
                    <a:pt x="48721" y="0"/>
                    <a:pt x="48696" y="0"/>
                    <a:pt x="48671" y="0"/>
                  </a:cubicBezTo>
                  <a:cubicBezTo>
                    <a:pt x="46453" y="0"/>
                    <a:pt x="44253" y="160"/>
                    <a:pt x="42052" y="462"/>
                  </a:cubicBezTo>
                  <a:cubicBezTo>
                    <a:pt x="36002" y="1313"/>
                    <a:pt x="30164" y="3336"/>
                    <a:pt x="24895" y="6441"/>
                  </a:cubicBezTo>
                  <a:cubicBezTo>
                    <a:pt x="19838" y="9404"/>
                    <a:pt x="15402" y="13326"/>
                    <a:pt x="11835" y="17974"/>
                  </a:cubicBezTo>
                  <a:cubicBezTo>
                    <a:pt x="8269" y="22570"/>
                    <a:pt x="5643" y="27822"/>
                    <a:pt x="4099" y="33447"/>
                  </a:cubicBezTo>
                  <a:cubicBezTo>
                    <a:pt x="2520" y="39213"/>
                    <a:pt x="2130" y="45246"/>
                    <a:pt x="2981" y="51190"/>
                  </a:cubicBezTo>
                  <a:cubicBezTo>
                    <a:pt x="4507" y="61925"/>
                    <a:pt x="9955" y="71737"/>
                    <a:pt x="18276" y="78728"/>
                  </a:cubicBezTo>
                  <a:cubicBezTo>
                    <a:pt x="26561" y="85703"/>
                    <a:pt x="37054" y="89534"/>
                    <a:pt x="47886" y="89534"/>
                  </a:cubicBezTo>
                  <a:cubicBezTo>
                    <a:pt x="47911" y="89534"/>
                    <a:pt x="47936" y="89534"/>
                    <a:pt x="47961" y="89534"/>
                  </a:cubicBezTo>
                  <a:cubicBezTo>
                    <a:pt x="50179" y="89534"/>
                    <a:pt x="52397" y="89374"/>
                    <a:pt x="54579" y="89072"/>
                  </a:cubicBezTo>
                  <a:cubicBezTo>
                    <a:pt x="60647" y="88221"/>
                    <a:pt x="66467" y="86198"/>
                    <a:pt x="71737" y="83093"/>
                  </a:cubicBezTo>
                  <a:cubicBezTo>
                    <a:pt x="76794" y="80112"/>
                    <a:pt x="81230" y="76208"/>
                    <a:pt x="84796" y="71560"/>
                  </a:cubicBezTo>
                  <a:cubicBezTo>
                    <a:pt x="88363" y="66964"/>
                    <a:pt x="90989" y="61712"/>
                    <a:pt x="92532" y="56105"/>
                  </a:cubicBezTo>
                  <a:cubicBezTo>
                    <a:pt x="94112" y="50321"/>
                    <a:pt x="94502" y="44288"/>
                    <a:pt x="93650" y="38362"/>
                  </a:cubicBezTo>
                  <a:cubicBezTo>
                    <a:pt x="92124" y="27609"/>
                    <a:pt x="86677" y="17797"/>
                    <a:pt x="78355" y="10824"/>
                  </a:cubicBezTo>
                  <a:cubicBezTo>
                    <a:pt x="70071" y="3831"/>
                    <a:pt x="59578" y="0"/>
                    <a:pt x="48746" y="0"/>
                  </a:cubicBezTo>
                  <a:close/>
                </a:path>
              </a:pathLst>
            </a:custGeom>
            <a:noFill/>
            <a:ln w="9525" cap="flat" cmpd="sng">
              <a:solidFill>
                <a:srgbClr val="E3E9ED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776" name="Google Shape;4034;p80">
            <a:extLst>
              <a:ext uri="{FF2B5EF4-FFF2-40B4-BE49-F238E27FC236}">
                <a16:creationId xmlns:a16="http://schemas.microsoft.com/office/drawing/2014/main" id="{A6051A53-351F-429E-F091-0159E21C8042}"/>
              </a:ext>
            </a:extLst>
          </p:cNvPr>
          <p:cNvGrpSpPr/>
          <p:nvPr/>
        </p:nvGrpSpPr>
        <p:grpSpPr>
          <a:xfrm>
            <a:off x="6630006" y="3496904"/>
            <a:ext cx="576302" cy="511871"/>
            <a:chOff x="6644304" y="3073628"/>
            <a:chExt cx="576302" cy="511871"/>
          </a:xfrm>
        </p:grpSpPr>
        <p:grpSp>
          <p:nvGrpSpPr>
            <p:cNvPr id="2777" name="Google Shape;4035;p80">
              <a:extLst>
                <a:ext uri="{FF2B5EF4-FFF2-40B4-BE49-F238E27FC236}">
                  <a16:creationId xmlns:a16="http://schemas.microsoft.com/office/drawing/2014/main" id="{A55651E8-9BF5-1081-B177-D509D0BE80F7}"/>
                </a:ext>
              </a:extLst>
            </p:cNvPr>
            <p:cNvGrpSpPr/>
            <p:nvPr/>
          </p:nvGrpSpPr>
          <p:grpSpPr>
            <a:xfrm>
              <a:off x="6712169" y="3073651"/>
              <a:ext cx="481611" cy="506713"/>
              <a:chOff x="1833536" y="-546641"/>
              <a:chExt cx="914567" cy="962419"/>
            </a:xfrm>
          </p:grpSpPr>
          <p:grpSp>
            <p:nvGrpSpPr>
              <p:cNvPr id="2779" name="Google Shape;4036;p80">
                <a:extLst>
                  <a:ext uri="{FF2B5EF4-FFF2-40B4-BE49-F238E27FC236}">
                    <a16:creationId xmlns:a16="http://schemas.microsoft.com/office/drawing/2014/main" id="{5871FD4B-D628-C808-887E-8E2F356C40CA}"/>
                  </a:ext>
                </a:extLst>
              </p:cNvPr>
              <p:cNvGrpSpPr/>
              <p:nvPr/>
            </p:nvGrpSpPr>
            <p:grpSpPr>
              <a:xfrm>
                <a:off x="1833536" y="-524249"/>
                <a:ext cx="914567" cy="940027"/>
                <a:chOff x="1833536" y="-524249"/>
                <a:chExt cx="914567" cy="940027"/>
              </a:xfrm>
            </p:grpSpPr>
            <p:sp>
              <p:nvSpPr>
                <p:cNvPr id="2784" name="Google Shape;4037;p80">
                  <a:extLst>
                    <a:ext uri="{FF2B5EF4-FFF2-40B4-BE49-F238E27FC236}">
                      <a16:creationId xmlns:a16="http://schemas.microsoft.com/office/drawing/2014/main" id="{587EE3A5-E8B8-A518-9FCB-C493A18541A6}"/>
                    </a:ext>
                  </a:extLst>
                </p:cNvPr>
                <p:cNvSpPr/>
                <p:nvPr/>
              </p:nvSpPr>
              <p:spPr>
                <a:xfrm>
                  <a:off x="1833536" y="-524249"/>
                  <a:ext cx="453307" cy="59949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1379" h="54723" extrusionOk="0">
                      <a:moveTo>
                        <a:pt x="20938" y="3904"/>
                      </a:moveTo>
                      <a:lnTo>
                        <a:pt x="22677" y="6583"/>
                      </a:lnTo>
                      <a:lnTo>
                        <a:pt x="22091" y="7097"/>
                      </a:lnTo>
                      <a:lnTo>
                        <a:pt x="18951" y="4400"/>
                      </a:lnTo>
                      <a:lnTo>
                        <a:pt x="20938" y="3904"/>
                      </a:lnTo>
                      <a:close/>
                      <a:moveTo>
                        <a:pt x="25072" y="0"/>
                      </a:moveTo>
                      <a:lnTo>
                        <a:pt x="25072" y="0"/>
                      </a:lnTo>
                      <a:cubicBezTo>
                        <a:pt x="24433" y="195"/>
                        <a:pt x="23812" y="408"/>
                        <a:pt x="23191" y="621"/>
                      </a:cubicBezTo>
                      <a:lnTo>
                        <a:pt x="23493" y="1047"/>
                      </a:lnTo>
                      <a:lnTo>
                        <a:pt x="21861" y="1136"/>
                      </a:lnTo>
                      <a:cubicBezTo>
                        <a:pt x="20920" y="1491"/>
                        <a:pt x="19980" y="1899"/>
                        <a:pt x="19075" y="2307"/>
                      </a:cubicBezTo>
                      <a:lnTo>
                        <a:pt x="17709" y="4489"/>
                      </a:lnTo>
                      <a:lnTo>
                        <a:pt x="19341" y="6778"/>
                      </a:lnTo>
                      <a:lnTo>
                        <a:pt x="19341" y="6778"/>
                      </a:lnTo>
                      <a:lnTo>
                        <a:pt x="16697" y="6086"/>
                      </a:lnTo>
                      <a:lnTo>
                        <a:pt x="17017" y="4542"/>
                      </a:lnTo>
                      <a:lnTo>
                        <a:pt x="15473" y="4205"/>
                      </a:lnTo>
                      <a:cubicBezTo>
                        <a:pt x="14124" y="4968"/>
                        <a:pt x="12811" y="5820"/>
                        <a:pt x="11552" y="6725"/>
                      </a:cubicBezTo>
                      <a:lnTo>
                        <a:pt x="12581" y="6920"/>
                      </a:lnTo>
                      <a:lnTo>
                        <a:pt x="11836" y="8091"/>
                      </a:lnTo>
                      <a:cubicBezTo>
                        <a:pt x="11392" y="7967"/>
                        <a:pt x="10842" y="7772"/>
                        <a:pt x="10363" y="7612"/>
                      </a:cubicBezTo>
                      <a:cubicBezTo>
                        <a:pt x="6300" y="10753"/>
                        <a:pt x="2804" y="14567"/>
                        <a:pt x="1" y="18897"/>
                      </a:cubicBezTo>
                      <a:cubicBezTo>
                        <a:pt x="356" y="19536"/>
                        <a:pt x="498" y="20299"/>
                        <a:pt x="373" y="21026"/>
                      </a:cubicBezTo>
                      <a:cubicBezTo>
                        <a:pt x="285" y="21895"/>
                        <a:pt x="870" y="22800"/>
                        <a:pt x="977" y="23723"/>
                      </a:cubicBezTo>
                      <a:cubicBezTo>
                        <a:pt x="1101" y="24681"/>
                        <a:pt x="835" y="25710"/>
                        <a:pt x="1048" y="26633"/>
                      </a:cubicBezTo>
                      <a:cubicBezTo>
                        <a:pt x="1580" y="28922"/>
                        <a:pt x="1651" y="28904"/>
                        <a:pt x="1314" y="30696"/>
                      </a:cubicBezTo>
                      <a:cubicBezTo>
                        <a:pt x="1260" y="30998"/>
                        <a:pt x="1243" y="31335"/>
                        <a:pt x="1189" y="31654"/>
                      </a:cubicBezTo>
                      <a:cubicBezTo>
                        <a:pt x="906" y="33943"/>
                        <a:pt x="852" y="36090"/>
                        <a:pt x="2378" y="38184"/>
                      </a:cubicBezTo>
                      <a:cubicBezTo>
                        <a:pt x="3194" y="39302"/>
                        <a:pt x="4490" y="39461"/>
                        <a:pt x="5217" y="40473"/>
                      </a:cubicBezTo>
                      <a:cubicBezTo>
                        <a:pt x="5377" y="41147"/>
                        <a:pt x="5679" y="41821"/>
                        <a:pt x="5679" y="42496"/>
                      </a:cubicBezTo>
                      <a:cubicBezTo>
                        <a:pt x="5679" y="43170"/>
                        <a:pt x="7311" y="43347"/>
                        <a:pt x="6406" y="44146"/>
                      </a:cubicBezTo>
                      <a:lnTo>
                        <a:pt x="8429" y="45122"/>
                      </a:lnTo>
                      <a:lnTo>
                        <a:pt x="8429" y="45122"/>
                      </a:lnTo>
                      <a:lnTo>
                        <a:pt x="8269" y="43170"/>
                      </a:lnTo>
                      <a:lnTo>
                        <a:pt x="8269" y="43170"/>
                      </a:lnTo>
                      <a:cubicBezTo>
                        <a:pt x="8872" y="43613"/>
                        <a:pt x="9298" y="43826"/>
                        <a:pt x="9600" y="44146"/>
                      </a:cubicBezTo>
                      <a:cubicBezTo>
                        <a:pt x="10345" y="44909"/>
                        <a:pt x="10948" y="45849"/>
                        <a:pt x="11765" y="46523"/>
                      </a:cubicBezTo>
                      <a:cubicBezTo>
                        <a:pt x="12652" y="47251"/>
                        <a:pt x="13734" y="47730"/>
                        <a:pt x="13255" y="49167"/>
                      </a:cubicBezTo>
                      <a:cubicBezTo>
                        <a:pt x="15142" y="50239"/>
                        <a:pt x="17068" y="51273"/>
                        <a:pt x="19240" y="51273"/>
                      </a:cubicBezTo>
                      <a:cubicBezTo>
                        <a:pt x="19621" y="51273"/>
                        <a:pt x="20009" y="51241"/>
                        <a:pt x="20406" y="51172"/>
                      </a:cubicBezTo>
                      <a:cubicBezTo>
                        <a:pt x="21066" y="51051"/>
                        <a:pt x="21687" y="50867"/>
                        <a:pt x="22299" y="50867"/>
                      </a:cubicBezTo>
                      <a:cubicBezTo>
                        <a:pt x="22856" y="50867"/>
                        <a:pt x="23406" y="51019"/>
                        <a:pt x="23972" y="51509"/>
                      </a:cubicBezTo>
                      <a:cubicBezTo>
                        <a:pt x="24575" y="52042"/>
                        <a:pt x="25551" y="52219"/>
                        <a:pt x="26403" y="52414"/>
                      </a:cubicBezTo>
                      <a:cubicBezTo>
                        <a:pt x="26412" y="52417"/>
                        <a:pt x="26421" y="52418"/>
                        <a:pt x="26431" y="52418"/>
                      </a:cubicBezTo>
                      <a:cubicBezTo>
                        <a:pt x="26612" y="52418"/>
                        <a:pt x="26911" y="51958"/>
                        <a:pt x="27130" y="51722"/>
                      </a:cubicBezTo>
                      <a:cubicBezTo>
                        <a:pt x="29563" y="53875"/>
                        <a:pt x="30553" y="54722"/>
                        <a:pt x="31970" y="54722"/>
                      </a:cubicBezTo>
                      <a:cubicBezTo>
                        <a:pt x="32888" y="54722"/>
                        <a:pt x="33985" y="54367"/>
                        <a:pt x="35771" y="53780"/>
                      </a:cubicBezTo>
                      <a:cubicBezTo>
                        <a:pt x="35754" y="53674"/>
                        <a:pt x="35736" y="53568"/>
                        <a:pt x="35700" y="53461"/>
                      </a:cubicBezTo>
                      <a:cubicBezTo>
                        <a:pt x="35026" y="53479"/>
                        <a:pt x="34387" y="53550"/>
                        <a:pt x="33731" y="53568"/>
                      </a:cubicBezTo>
                      <a:cubicBezTo>
                        <a:pt x="33590" y="53572"/>
                        <a:pt x="33456" y="53574"/>
                        <a:pt x="33329" y="53574"/>
                      </a:cubicBezTo>
                      <a:cubicBezTo>
                        <a:pt x="31461" y="53574"/>
                        <a:pt x="31079" y="53047"/>
                        <a:pt x="30697" y="50871"/>
                      </a:cubicBezTo>
                      <a:cubicBezTo>
                        <a:pt x="30590" y="50179"/>
                        <a:pt x="30005" y="49575"/>
                        <a:pt x="29650" y="48972"/>
                      </a:cubicBezTo>
                      <a:lnTo>
                        <a:pt x="26030" y="49628"/>
                      </a:lnTo>
                      <a:lnTo>
                        <a:pt x="26030" y="49628"/>
                      </a:lnTo>
                      <a:lnTo>
                        <a:pt x="26385" y="45406"/>
                      </a:lnTo>
                      <a:lnTo>
                        <a:pt x="24167" y="45956"/>
                      </a:lnTo>
                      <a:cubicBezTo>
                        <a:pt x="23812" y="46931"/>
                        <a:pt x="24007" y="48085"/>
                        <a:pt x="22553" y="48564"/>
                      </a:cubicBezTo>
                      <a:cubicBezTo>
                        <a:pt x="22259" y="48659"/>
                        <a:pt x="21992" y="48700"/>
                        <a:pt x="21745" y="48700"/>
                      </a:cubicBezTo>
                      <a:cubicBezTo>
                        <a:pt x="20706" y="48700"/>
                        <a:pt x="20016" y="47976"/>
                        <a:pt x="19199" y="47517"/>
                      </a:cubicBezTo>
                      <a:lnTo>
                        <a:pt x="17851" y="42123"/>
                      </a:lnTo>
                      <a:cubicBezTo>
                        <a:pt x="19459" y="40109"/>
                        <a:pt x="19754" y="39740"/>
                        <a:pt x="21393" y="39740"/>
                      </a:cubicBezTo>
                      <a:cubicBezTo>
                        <a:pt x="21761" y="39740"/>
                        <a:pt x="22197" y="39758"/>
                        <a:pt x="22730" y="39781"/>
                      </a:cubicBezTo>
                      <a:lnTo>
                        <a:pt x="22890" y="38237"/>
                      </a:lnTo>
                      <a:lnTo>
                        <a:pt x="27042" y="38113"/>
                      </a:lnTo>
                      <a:lnTo>
                        <a:pt x="30324" y="41786"/>
                      </a:lnTo>
                      <a:cubicBezTo>
                        <a:pt x="30679" y="39550"/>
                        <a:pt x="29064" y="38290"/>
                        <a:pt x="28532" y="36374"/>
                      </a:cubicBezTo>
                      <a:cubicBezTo>
                        <a:pt x="29366" y="35363"/>
                        <a:pt x="30324" y="34280"/>
                        <a:pt x="31229" y="33163"/>
                      </a:cubicBezTo>
                      <a:cubicBezTo>
                        <a:pt x="32045" y="32133"/>
                        <a:pt x="31974" y="31885"/>
                        <a:pt x="30644" y="30359"/>
                      </a:cubicBezTo>
                      <a:cubicBezTo>
                        <a:pt x="31105" y="29916"/>
                        <a:pt x="31886" y="29490"/>
                        <a:pt x="31957" y="28993"/>
                      </a:cubicBezTo>
                      <a:cubicBezTo>
                        <a:pt x="32152" y="27378"/>
                        <a:pt x="33411" y="26757"/>
                        <a:pt x="34441" y="25906"/>
                      </a:cubicBezTo>
                      <a:lnTo>
                        <a:pt x="34245" y="24273"/>
                      </a:lnTo>
                      <a:lnTo>
                        <a:pt x="36588" y="22996"/>
                      </a:lnTo>
                      <a:lnTo>
                        <a:pt x="37120" y="24096"/>
                      </a:lnTo>
                      <a:lnTo>
                        <a:pt x="40438" y="20849"/>
                      </a:lnTo>
                      <a:lnTo>
                        <a:pt x="40048" y="20387"/>
                      </a:lnTo>
                      <a:lnTo>
                        <a:pt x="38184" y="21700"/>
                      </a:lnTo>
                      <a:lnTo>
                        <a:pt x="36410" y="20547"/>
                      </a:lnTo>
                      <a:cubicBezTo>
                        <a:pt x="37315" y="19429"/>
                        <a:pt x="38309" y="18631"/>
                        <a:pt x="38752" y="17584"/>
                      </a:cubicBezTo>
                      <a:cubicBezTo>
                        <a:pt x="39285" y="16377"/>
                        <a:pt x="40686" y="16271"/>
                        <a:pt x="41378" y="15295"/>
                      </a:cubicBezTo>
                      <a:cubicBezTo>
                        <a:pt x="40314" y="14177"/>
                        <a:pt x="39285" y="13663"/>
                        <a:pt x="37989" y="13521"/>
                      </a:cubicBezTo>
                      <a:cubicBezTo>
                        <a:pt x="37031" y="13467"/>
                        <a:pt x="36162" y="12971"/>
                        <a:pt x="35647" y="12154"/>
                      </a:cubicBezTo>
                      <a:cubicBezTo>
                        <a:pt x="35257" y="11622"/>
                        <a:pt x="34813" y="11161"/>
                        <a:pt x="34281" y="10770"/>
                      </a:cubicBezTo>
                      <a:cubicBezTo>
                        <a:pt x="34068" y="10593"/>
                        <a:pt x="33678" y="10628"/>
                        <a:pt x="33323" y="10557"/>
                      </a:cubicBezTo>
                      <a:lnTo>
                        <a:pt x="32773" y="12509"/>
                      </a:lnTo>
                      <a:cubicBezTo>
                        <a:pt x="31022" y="12013"/>
                        <a:pt x="29978" y="9739"/>
                        <a:pt x="28235" y="9739"/>
                      </a:cubicBezTo>
                      <a:cubicBezTo>
                        <a:pt x="27735" y="9739"/>
                        <a:pt x="27176" y="9927"/>
                        <a:pt x="26527" y="10398"/>
                      </a:cubicBezTo>
                      <a:cubicBezTo>
                        <a:pt x="26793" y="11711"/>
                        <a:pt x="25942" y="13290"/>
                        <a:pt x="27343" y="14479"/>
                      </a:cubicBezTo>
                      <a:cubicBezTo>
                        <a:pt x="27538" y="14638"/>
                        <a:pt x="27609" y="15295"/>
                        <a:pt x="27485" y="15419"/>
                      </a:cubicBezTo>
                      <a:cubicBezTo>
                        <a:pt x="26154" y="16590"/>
                        <a:pt x="27095" y="18169"/>
                        <a:pt x="26935" y="19447"/>
                      </a:cubicBezTo>
                      <a:cubicBezTo>
                        <a:pt x="26757" y="19471"/>
                        <a:pt x="26594" y="19483"/>
                        <a:pt x="26444" y="19483"/>
                      </a:cubicBezTo>
                      <a:cubicBezTo>
                        <a:pt x="24534" y="19483"/>
                        <a:pt x="24803" y="17604"/>
                        <a:pt x="24309" y="16732"/>
                      </a:cubicBezTo>
                      <a:cubicBezTo>
                        <a:pt x="23538" y="16756"/>
                        <a:pt x="22881" y="16829"/>
                        <a:pt x="22272" y="16829"/>
                      </a:cubicBezTo>
                      <a:cubicBezTo>
                        <a:pt x="21985" y="16829"/>
                        <a:pt x="21708" y="16813"/>
                        <a:pt x="21435" y="16768"/>
                      </a:cubicBezTo>
                      <a:cubicBezTo>
                        <a:pt x="20583" y="16626"/>
                        <a:pt x="19767" y="16235"/>
                        <a:pt x="18968" y="15880"/>
                      </a:cubicBezTo>
                      <a:cubicBezTo>
                        <a:pt x="18099" y="15508"/>
                        <a:pt x="17904" y="14745"/>
                        <a:pt x="18117" y="13929"/>
                      </a:cubicBezTo>
                      <a:cubicBezTo>
                        <a:pt x="18489" y="12562"/>
                        <a:pt x="19820" y="11799"/>
                        <a:pt x="20317" y="10433"/>
                      </a:cubicBezTo>
                      <a:cubicBezTo>
                        <a:pt x="20420" y="10159"/>
                        <a:pt x="20643" y="10069"/>
                        <a:pt x="20926" y="10069"/>
                      </a:cubicBezTo>
                      <a:cubicBezTo>
                        <a:pt x="21466" y="10069"/>
                        <a:pt x="22224" y="10398"/>
                        <a:pt x="22783" y="10398"/>
                      </a:cubicBezTo>
                      <a:cubicBezTo>
                        <a:pt x="23422" y="10398"/>
                        <a:pt x="24078" y="10114"/>
                        <a:pt x="25445" y="9777"/>
                      </a:cubicBezTo>
                      <a:lnTo>
                        <a:pt x="22925" y="8836"/>
                      </a:lnTo>
                      <a:cubicBezTo>
                        <a:pt x="23351" y="8002"/>
                        <a:pt x="23759" y="7435"/>
                        <a:pt x="23972" y="6796"/>
                      </a:cubicBezTo>
                      <a:cubicBezTo>
                        <a:pt x="24489" y="5333"/>
                        <a:pt x="24808" y="4715"/>
                        <a:pt x="25467" y="4715"/>
                      </a:cubicBezTo>
                      <a:cubicBezTo>
                        <a:pt x="25870" y="4715"/>
                        <a:pt x="26401" y="4947"/>
                        <a:pt x="27184" y="5359"/>
                      </a:cubicBezTo>
                      <a:cubicBezTo>
                        <a:pt x="27485" y="5518"/>
                        <a:pt x="27787" y="5713"/>
                        <a:pt x="28177" y="5944"/>
                      </a:cubicBezTo>
                      <a:lnTo>
                        <a:pt x="26012" y="8694"/>
                      </a:lnTo>
                      <a:cubicBezTo>
                        <a:pt x="26754" y="8600"/>
                        <a:pt x="27262" y="8535"/>
                        <a:pt x="27696" y="8535"/>
                      </a:cubicBezTo>
                      <a:cubicBezTo>
                        <a:pt x="28642" y="8535"/>
                        <a:pt x="29231" y="8844"/>
                        <a:pt x="31105" y="9830"/>
                      </a:cubicBezTo>
                      <a:lnTo>
                        <a:pt x="32844" y="8304"/>
                      </a:lnTo>
                      <a:lnTo>
                        <a:pt x="31886" y="7346"/>
                      </a:lnTo>
                      <a:lnTo>
                        <a:pt x="32861" y="5341"/>
                      </a:lnTo>
                      <a:lnTo>
                        <a:pt x="25232" y="2005"/>
                      </a:lnTo>
                      <a:lnTo>
                        <a:pt x="21577" y="2733"/>
                      </a:lnTo>
                      <a:lnTo>
                        <a:pt x="21452" y="2218"/>
                      </a:lnTo>
                      <a:lnTo>
                        <a:pt x="24540" y="1437"/>
                      </a:lnTo>
                      <a:lnTo>
                        <a:pt x="25072" y="0"/>
                      </a:lnTo>
                      <a:close/>
                    </a:path>
                  </a:pathLst>
                </a:custGeom>
                <a:noFill/>
                <a:ln w="9525" cap="flat" cmpd="sng">
                  <a:solidFill>
                    <a:srgbClr val="5F8195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785" name="Google Shape;4038;p80">
                  <a:extLst>
                    <a:ext uri="{FF2B5EF4-FFF2-40B4-BE49-F238E27FC236}">
                      <a16:creationId xmlns:a16="http://schemas.microsoft.com/office/drawing/2014/main" id="{628F8705-2A5A-4452-24B5-978C11C19F9B}"/>
                    </a:ext>
                  </a:extLst>
                </p:cNvPr>
                <p:cNvSpPr/>
                <p:nvPr/>
              </p:nvSpPr>
              <p:spPr>
                <a:xfrm>
                  <a:off x="2215098" y="11844"/>
                  <a:ext cx="361756" cy="40393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3022" h="36872" extrusionOk="0">
                      <a:moveTo>
                        <a:pt x="11233" y="0"/>
                      </a:moveTo>
                      <a:cubicBezTo>
                        <a:pt x="10639" y="505"/>
                        <a:pt x="10418" y="1084"/>
                        <a:pt x="9687" y="1084"/>
                      </a:cubicBezTo>
                      <a:cubicBezTo>
                        <a:pt x="9544" y="1084"/>
                        <a:pt x="9381" y="1061"/>
                        <a:pt x="9192" y="1012"/>
                      </a:cubicBezTo>
                      <a:cubicBezTo>
                        <a:pt x="8542" y="845"/>
                        <a:pt x="7805" y="576"/>
                        <a:pt x="7089" y="576"/>
                      </a:cubicBezTo>
                      <a:cubicBezTo>
                        <a:pt x="6437" y="576"/>
                        <a:pt x="5804" y="799"/>
                        <a:pt x="5271" y="1526"/>
                      </a:cubicBezTo>
                      <a:lnTo>
                        <a:pt x="4632" y="231"/>
                      </a:lnTo>
                      <a:cubicBezTo>
                        <a:pt x="3940" y="1030"/>
                        <a:pt x="3780" y="2165"/>
                        <a:pt x="2591" y="2325"/>
                      </a:cubicBezTo>
                      <a:cubicBezTo>
                        <a:pt x="1208" y="2502"/>
                        <a:pt x="2538" y="4649"/>
                        <a:pt x="959" y="4844"/>
                      </a:cubicBezTo>
                      <a:lnTo>
                        <a:pt x="2006" y="8961"/>
                      </a:lnTo>
                      <a:lnTo>
                        <a:pt x="1" y="12190"/>
                      </a:lnTo>
                      <a:cubicBezTo>
                        <a:pt x="1190" y="12935"/>
                        <a:pt x="143" y="14302"/>
                        <a:pt x="640" y="15153"/>
                      </a:cubicBezTo>
                      <a:cubicBezTo>
                        <a:pt x="1882" y="15987"/>
                        <a:pt x="3071" y="16697"/>
                        <a:pt x="4135" y="17531"/>
                      </a:cubicBezTo>
                      <a:cubicBezTo>
                        <a:pt x="5058" y="18276"/>
                        <a:pt x="5732" y="19359"/>
                        <a:pt x="6726" y="19980"/>
                      </a:cubicBezTo>
                      <a:cubicBezTo>
                        <a:pt x="7808" y="20654"/>
                        <a:pt x="9121" y="20973"/>
                        <a:pt x="10044" y="21364"/>
                      </a:cubicBezTo>
                      <a:cubicBezTo>
                        <a:pt x="11250" y="25161"/>
                        <a:pt x="11587" y="28638"/>
                        <a:pt x="10878" y="32152"/>
                      </a:cubicBezTo>
                      <a:cubicBezTo>
                        <a:pt x="11091" y="32506"/>
                        <a:pt x="11623" y="32968"/>
                        <a:pt x="11605" y="33394"/>
                      </a:cubicBezTo>
                      <a:cubicBezTo>
                        <a:pt x="11552" y="34405"/>
                        <a:pt x="11605" y="35416"/>
                        <a:pt x="11783" y="36428"/>
                      </a:cubicBezTo>
                      <a:cubicBezTo>
                        <a:pt x="11800" y="36587"/>
                        <a:pt x="11836" y="36729"/>
                        <a:pt x="11871" y="36871"/>
                      </a:cubicBezTo>
                      <a:cubicBezTo>
                        <a:pt x="12634" y="36712"/>
                        <a:pt x="13379" y="36552"/>
                        <a:pt x="14125" y="36357"/>
                      </a:cubicBezTo>
                      <a:lnTo>
                        <a:pt x="14568" y="36233"/>
                      </a:lnTo>
                      <a:cubicBezTo>
                        <a:pt x="15172" y="34139"/>
                        <a:pt x="15828" y="32045"/>
                        <a:pt x="17798" y="30785"/>
                      </a:cubicBezTo>
                      <a:cubicBezTo>
                        <a:pt x="18543" y="30324"/>
                        <a:pt x="18951" y="29845"/>
                        <a:pt x="19235" y="29117"/>
                      </a:cubicBezTo>
                      <a:cubicBezTo>
                        <a:pt x="19377" y="28763"/>
                        <a:pt x="19465" y="28230"/>
                        <a:pt x="19732" y="28124"/>
                      </a:cubicBezTo>
                      <a:cubicBezTo>
                        <a:pt x="22233" y="27059"/>
                        <a:pt x="23334" y="24930"/>
                        <a:pt x="24008" y="22535"/>
                      </a:cubicBezTo>
                      <a:cubicBezTo>
                        <a:pt x="24345" y="21346"/>
                        <a:pt x="25232" y="20423"/>
                        <a:pt x="26403" y="20051"/>
                      </a:cubicBezTo>
                      <a:cubicBezTo>
                        <a:pt x="28550" y="19447"/>
                        <a:pt x="29065" y="17904"/>
                        <a:pt x="29615" y="16147"/>
                      </a:cubicBezTo>
                      <a:cubicBezTo>
                        <a:pt x="30449" y="13503"/>
                        <a:pt x="30999" y="10735"/>
                        <a:pt x="32844" y="8517"/>
                      </a:cubicBezTo>
                      <a:cubicBezTo>
                        <a:pt x="32933" y="8429"/>
                        <a:pt x="32986" y="8340"/>
                        <a:pt x="33021" y="8216"/>
                      </a:cubicBezTo>
                      <a:cubicBezTo>
                        <a:pt x="33021" y="7683"/>
                        <a:pt x="33021" y="7133"/>
                        <a:pt x="33021" y="6424"/>
                      </a:cubicBezTo>
                      <a:cubicBezTo>
                        <a:pt x="32898" y="6449"/>
                        <a:pt x="32778" y="6461"/>
                        <a:pt x="32662" y="6461"/>
                      </a:cubicBezTo>
                      <a:cubicBezTo>
                        <a:pt x="31610" y="6461"/>
                        <a:pt x="30838" y="5512"/>
                        <a:pt x="29835" y="5512"/>
                      </a:cubicBezTo>
                      <a:cubicBezTo>
                        <a:pt x="29647" y="5512"/>
                        <a:pt x="29450" y="5546"/>
                        <a:pt x="29242" y="5625"/>
                      </a:cubicBezTo>
                      <a:cubicBezTo>
                        <a:pt x="28763" y="5810"/>
                        <a:pt x="28295" y="5881"/>
                        <a:pt x="27833" y="5881"/>
                      </a:cubicBezTo>
                      <a:cubicBezTo>
                        <a:pt x="27010" y="5881"/>
                        <a:pt x="26203" y="5659"/>
                        <a:pt x="25374" y="5465"/>
                      </a:cubicBezTo>
                      <a:cubicBezTo>
                        <a:pt x="25322" y="5454"/>
                        <a:pt x="25270" y="5449"/>
                        <a:pt x="25215" y="5449"/>
                      </a:cubicBezTo>
                      <a:cubicBezTo>
                        <a:pt x="24767" y="5449"/>
                        <a:pt x="24231" y="5812"/>
                        <a:pt x="23582" y="6033"/>
                      </a:cubicBezTo>
                      <a:lnTo>
                        <a:pt x="20637" y="2112"/>
                      </a:lnTo>
                      <a:lnTo>
                        <a:pt x="16467" y="2201"/>
                      </a:lnTo>
                      <a:lnTo>
                        <a:pt x="11233" y="0"/>
                      </a:lnTo>
                      <a:close/>
                    </a:path>
                  </a:pathLst>
                </a:custGeom>
                <a:noFill/>
                <a:ln w="9525" cap="flat" cmpd="sng">
                  <a:solidFill>
                    <a:srgbClr val="5F8195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786" name="Google Shape;4039;p80">
                  <a:extLst>
                    <a:ext uri="{FF2B5EF4-FFF2-40B4-BE49-F238E27FC236}">
                      <a16:creationId xmlns:a16="http://schemas.microsoft.com/office/drawing/2014/main" id="{186562D5-10C5-59AE-7834-1FACA71307B8}"/>
                    </a:ext>
                  </a:extLst>
                </p:cNvPr>
                <p:cNvSpPr/>
                <p:nvPr/>
              </p:nvSpPr>
              <p:spPr>
                <a:xfrm>
                  <a:off x="2637874" y="-333183"/>
                  <a:ext cx="110229" cy="28944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062" h="26421" extrusionOk="0">
                      <a:moveTo>
                        <a:pt x="2520" y="1"/>
                      </a:moveTo>
                      <a:lnTo>
                        <a:pt x="2254" y="19"/>
                      </a:lnTo>
                      <a:cubicBezTo>
                        <a:pt x="2077" y="515"/>
                        <a:pt x="2041" y="1474"/>
                        <a:pt x="1545" y="1864"/>
                      </a:cubicBezTo>
                      <a:cubicBezTo>
                        <a:pt x="107" y="3035"/>
                        <a:pt x="214" y="4401"/>
                        <a:pt x="586" y="5927"/>
                      </a:cubicBezTo>
                      <a:cubicBezTo>
                        <a:pt x="746" y="6566"/>
                        <a:pt x="1012" y="7311"/>
                        <a:pt x="835" y="7897"/>
                      </a:cubicBezTo>
                      <a:cubicBezTo>
                        <a:pt x="1" y="10523"/>
                        <a:pt x="799" y="13202"/>
                        <a:pt x="72" y="15917"/>
                      </a:cubicBezTo>
                      <a:lnTo>
                        <a:pt x="1686" y="15846"/>
                      </a:lnTo>
                      <a:cubicBezTo>
                        <a:pt x="1811" y="17177"/>
                        <a:pt x="2698" y="18241"/>
                        <a:pt x="1970" y="19590"/>
                      </a:cubicBezTo>
                      <a:cubicBezTo>
                        <a:pt x="1740" y="20051"/>
                        <a:pt x="2024" y="21293"/>
                        <a:pt x="2414" y="21506"/>
                      </a:cubicBezTo>
                      <a:cubicBezTo>
                        <a:pt x="4596" y="22642"/>
                        <a:pt x="4632" y="25587"/>
                        <a:pt x="6885" y="26421"/>
                      </a:cubicBezTo>
                      <a:lnTo>
                        <a:pt x="10061" y="24079"/>
                      </a:lnTo>
                      <a:cubicBezTo>
                        <a:pt x="9973" y="15491"/>
                        <a:pt x="7364" y="7098"/>
                        <a:pt x="2520" y="1"/>
                      </a:cubicBezTo>
                      <a:close/>
                    </a:path>
                  </a:pathLst>
                </a:custGeom>
                <a:noFill/>
                <a:ln w="9525" cap="flat" cmpd="sng">
                  <a:solidFill>
                    <a:srgbClr val="5F8195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787" name="Google Shape;4040;p80">
                  <a:extLst>
                    <a:ext uri="{FF2B5EF4-FFF2-40B4-BE49-F238E27FC236}">
                      <a16:creationId xmlns:a16="http://schemas.microsoft.com/office/drawing/2014/main" id="{E0EF8ECC-A7E8-E236-06EC-E86BA3B5057A}"/>
                    </a:ext>
                  </a:extLst>
                </p:cNvPr>
                <p:cNvSpPr/>
                <p:nvPr/>
              </p:nvSpPr>
              <p:spPr>
                <a:xfrm>
                  <a:off x="2134042" y="-54389"/>
                  <a:ext cx="90203" cy="2219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234" h="2026" extrusionOk="0">
                      <a:moveTo>
                        <a:pt x="3405" y="1"/>
                      </a:moveTo>
                      <a:cubicBezTo>
                        <a:pt x="2255" y="1"/>
                        <a:pt x="1201" y="655"/>
                        <a:pt x="1" y="919"/>
                      </a:cubicBezTo>
                      <a:cubicBezTo>
                        <a:pt x="371" y="1711"/>
                        <a:pt x="675" y="1974"/>
                        <a:pt x="943" y="1974"/>
                      </a:cubicBezTo>
                      <a:cubicBezTo>
                        <a:pt x="1419" y="1974"/>
                        <a:pt x="1781" y="1142"/>
                        <a:pt x="2201" y="972"/>
                      </a:cubicBezTo>
                      <a:cubicBezTo>
                        <a:pt x="2266" y="967"/>
                        <a:pt x="2330" y="964"/>
                        <a:pt x="2394" y="964"/>
                      </a:cubicBezTo>
                      <a:cubicBezTo>
                        <a:pt x="3717" y="964"/>
                        <a:pt x="4976" y="2025"/>
                        <a:pt x="6356" y="2025"/>
                      </a:cubicBezTo>
                      <a:cubicBezTo>
                        <a:pt x="6954" y="2025"/>
                        <a:pt x="7575" y="1826"/>
                        <a:pt x="8234" y="1256"/>
                      </a:cubicBezTo>
                      <a:cubicBezTo>
                        <a:pt x="7932" y="936"/>
                        <a:pt x="7684" y="440"/>
                        <a:pt x="7400" y="422"/>
                      </a:cubicBezTo>
                      <a:cubicBezTo>
                        <a:pt x="7374" y="421"/>
                        <a:pt x="7348" y="420"/>
                        <a:pt x="7322" y="420"/>
                      </a:cubicBezTo>
                      <a:cubicBezTo>
                        <a:pt x="6763" y="420"/>
                        <a:pt x="6090" y="679"/>
                        <a:pt x="5591" y="679"/>
                      </a:cubicBezTo>
                      <a:cubicBezTo>
                        <a:pt x="5418" y="679"/>
                        <a:pt x="5266" y="648"/>
                        <a:pt x="5147" y="564"/>
                      </a:cubicBezTo>
                      <a:cubicBezTo>
                        <a:pt x="4527" y="150"/>
                        <a:pt x="3955" y="1"/>
                        <a:pt x="3405" y="1"/>
                      </a:cubicBezTo>
                      <a:close/>
                    </a:path>
                  </a:pathLst>
                </a:custGeom>
                <a:noFill/>
                <a:ln w="9525" cap="flat" cmpd="sng">
                  <a:solidFill>
                    <a:srgbClr val="5F8195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788" name="Google Shape;4041;p80">
                  <a:extLst>
                    <a:ext uri="{FF2B5EF4-FFF2-40B4-BE49-F238E27FC236}">
                      <a16:creationId xmlns:a16="http://schemas.microsoft.com/office/drawing/2014/main" id="{EA8D1CD0-E40B-E9A7-D4D4-18505793126E}"/>
                    </a:ext>
                  </a:extLst>
                </p:cNvPr>
                <p:cNvSpPr/>
                <p:nvPr/>
              </p:nvSpPr>
              <p:spPr>
                <a:xfrm>
                  <a:off x="2238816" y="-47827"/>
                  <a:ext cx="72325" cy="2702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602" h="2467" extrusionOk="0">
                      <a:moveTo>
                        <a:pt x="6601" y="0"/>
                      </a:moveTo>
                      <a:cubicBezTo>
                        <a:pt x="4188" y="231"/>
                        <a:pt x="2254" y="391"/>
                        <a:pt x="338" y="604"/>
                      </a:cubicBezTo>
                      <a:cubicBezTo>
                        <a:pt x="231" y="621"/>
                        <a:pt x="160" y="976"/>
                        <a:pt x="1" y="1384"/>
                      </a:cubicBezTo>
                      <a:lnTo>
                        <a:pt x="1438" y="2467"/>
                      </a:lnTo>
                      <a:cubicBezTo>
                        <a:pt x="2573" y="621"/>
                        <a:pt x="4862" y="1491"/>
                        <a:pt x="6601" y="0"/>
                      </a:cubicBezTo>
                      <a:close/>
                    </a:path>
                  </a:pathLst>
                </a:custGeom>
                <a:noFill/>
                <a:ln w="9525" cap="flat" cmpd="sng">
                  <a:solidFill>
                    <a:srgbClr val="5F8195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sp>
            <p:nvSpPr>
              <p:cNvPr id="2780" name="Google Shape;4042;p80">
                <a:extLst>
                  <a:ext uri="{FF2B5EF4-FFF2-40B4-BE49-F238E27FC236}">
                    <a16:creationId xmlns:a16="http://schemas.microsoft.com/office/drawing/2014/main" id="{0EBDF88C-BA8E-BC0F-5FF7-BB7BDA18CC18}"/>
                  </a:ext>
                </a:extLst>
              </p:cNvPr>
              <p:cNvSpPr/>
              <p:nvPr/>
            </p:nvSpPr>
            <p:spPr>
              <a:xfrm>
                <a:off x="2128411" y="-546641"/>
                <a:ext cx="194386" cy="108115"/>
              </a:xfrm>
              <a:custGeom>
                <a:avLst/>
                <a:gdLst/>
                <a:ahLst/>
                <a:cxnLst/>
                <a:rect l="l" t="t" r="r" b="b"/>
                <a:pathLst>
                  <a:path w="17744" h="9869" extrusionOk="0">
                    <a:moveTo>
                      <a:pt x="11775" y="1"/>
                    </a:moveTo>
                    <a:cubicBezTo>
                      <a:pt x="7969" y="1"/>
                      <a:pt x="4175" y="474"/>
                      <a:pt x="479" y="1405"/>
                    </a:cubicBezTo>
                    <a:lnTo>
                      <a:pt x="0" y="1530"/>
                    </a:lnTo>
                    <a:cubicBezTo>
                      <a:pt x="266" y="1749"/>
                      <a:pt x="570" y="1886"/>
                      <a:pt x="955" y="1886"/>
                    </a:cubicBezTo>
                    <a:cubicBezTo>
                      <a:pt x="1161" y="1886"/>
                      <a:pt x="1391" y="1847"/>
                      <a:pt x="1651" y="1760"/>
                    </a:cubicBezTo>
                    <a:cubicBezTo>
                      <a:pt x="2029" y="1630"/>
                      <a:pt x="2392" y="1564"/>
                      <a:pt x="2739" y="1564"/>
                    </a:cubicBezTo>
                    <a:cubicBezTo>
                      <a:pt x="3580" y="1564"/>
                      <a:pt x="4337" y="1950"/>
                      <a:pt x="5040" y="2754"/>
                    </a:cubicBezTo>
                    <a:cubicBezTo>
                      <a:pt x="5749" y="3588"/>
                      <a:pt x="7204" y="3428"/>
                      <a:pt x="7967" y="4422"/>
                    </a:cubicBezTo>
                    <a:cubicBezTo>
                      <a:pt x="8017" y="4486"/>
                      <a:pt x="8125" y="4504"/>
                      <a:pt x="8257" y="4504"/>
                    </a:cubicBezTo>
                    <a:cubicBezTo>
                      <a:pt x="8429" y="4504"/>
                      <a:pt x="8642" y="4473"/>
                      <a:pt x="8821" y="4473"/>
                    </a:cubicBezTo>
                    <a:cubicBezTo>
                      <a:pt x="8844" y="4473"/>
                      <a:pt x="8868" y="4474"/>
                      <a:pt x="8890" y="4475"/>
                    </a:cubicBezTo>
                    <a:lnTo>
                      <a:pt x="8233" y="6054"/>
                    </a:lnTo>
                    <a:cubicBezTo>
                      <a:pt x="9475" y="6533"/>
                      <a:pt x="11019" y="6640"/>
                      <a:pt x="11605" y="7420"/>
                    </a:cubicBezTo>
                    <a:cubicBezTo>
                      <a:pt x="13095" y="9479"/>
                      <a:pt x="15065" y="9745"/>
                      <a:pt x="17744" y="9869"/>
                    </a:cubicBezTo>
                    <a:cubicBezTo>
                      <a:pt x="17105" y="8982"/>
                      <a:pt x="16271" y="8325"/>
                      <a:pt x="16342" y="7828"/>
                    </a:cubicBezTo>
                    <a:cubicBezTo>
                      <a:pt x="16502" y="6888"/>
                      <a:pt x="16892" y="6125"/>
                      <a:pt x="15632" y="5717"/>
                    </a:cubicBezTo>
                    <a:lnTo>
                      <a:pt x="16857" y="4706"/>
                    </a:lnTo>
                    <a:lnTo>
                      <a:pt x="16484" y="3215"/>
                    </a:lnTo>
                    <a:cubicBezTo>
                      <a:pt x="16786" y="3073"/>
                      <a:pt x="17123" y="3002"/>
                      <a:pt x="17336" y="2772"/>
                    </a:cubicBezTo>
                    <a:cubicBezTo>
                      <a:pt x="17531" y="2559"/>
                      <a:pt x="17549" y="2222"/>
                      <a:pt x="17744" y="1689"/>
                    </a:cubicBezTo>
                    <a:cubicBezTo>
                      <a:pt x="16928" y="1441"/>
                      <a:pt x="16218" y="1281"/>
                      <a:pt x="15579" y="660"/>
                    </a:cubicBezTo>
                    <a:cubicBezTo>
                      <a:pt x="15384" y="465"/>
                      <a:pt x="15171" y="270"/>
                      <a:pt x="14940" y="110"/>
                    </a:cubicBezTo>
                    <a:cubicBezTo>
                      <a:pt x="13885" y="37"/>
                      <a:pt x="12830" y="1"/>
                      <a:pt x="11775" y="1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rgbClr val="5F819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81" name="Google Shape;4043;p80">
                <a:extLst>
                  <a:ext uri="{FF2B5EF4-FFF2-40B4-BE49-F238E27FC236}">
                    <a16:creationId xmlns:a16="http://schemas.microsoft.com/office/drawing/2014/main" id="{8D9899AB-E23F-C4C3-0795-94813E379891}"/>
                  </a:ext>
                </a:extLst>
              </p:cNvPr>
              <p:cNvSpPr/>
              <p:nvPr/>
            </p:nvSpPr>
            <p:spPr>
              <a:xfrm>
                <a:off x="2511333" y="-459604"/>
                <a:ext cx="149109" cy="146063"/>
              </a:xfrm>
              <a:custGeom>
                <a:avLst/>
                <a:gdLst/>
                <a:ahLst/>
                <a:cxnLst/>
                <a:rect l="l" t="t" r="r" b="b"/>
                <a:pathLst>
                  <a:path w="13611" h="13333" extrusionOk="0">
                    <a:moveTo>
                      <a:pt x="1947" y="1"/>
                    </a:moveTo>
                    <a:cubicBezTo>
                      <a:pt x="1321" y="1"/>
                      <a:pt x="678" y="263"/>
                      <a:pt x="1" y="842"/>
                    </a:cubicBezTo>
                    <a:lnTo>
                      <a:pt x="1420" y="2634"/>
                    </a:lnTo>
                    <a:lnTo>
                      <a:pt x="5856" y="2829"/>
                    </a:lnTo>
                    <a:lnTo>
                      <a:pt x="5342" y="5224"/>
                    </a:lnTo>
                    <a:lnTo>
                      <a:pt x="8802" y="7105"/>
                    </a:lnTo>
                    <a:lnTo>
                      <a:pt x="7453" y="8702"/>
                    </a:lnTo>
                    <a:lnTo>
                      <a:pt x="9884" y="12925"/>
                    </a:lnTo>
                    <a:lnTo>
                      <a:pt x="12386" y="13333"/>
                    </a:lnTo>
                    <a:cubicBezTo>
                      <a:pt x="11889" y="12109"/>
                      <a:pt x="13610" y="10813"/>
                      <a:pt x="11694" y="9891"/>
                    </a:cubicBezTo>
                    <a:cubicBezTo>
                      <a:pt x="11605" y="9181"/>
                      <a:pt x="11232" y="8436"/>
                      <a:pt x="11179" y="7726"/>
                    </a:cubicBezTo>
                    <a:cubicBezTo>
                      <a:pt x="8713" y="4852"/>
                      <a:pt x="5892" y="2297"/>
                      <a:pt x="2769" y="150"/>
                    </a:cubicBezTo>
                    <a:cubicBezTo>
                      <a:pt x="2497" y="52"/>
                      <a:pt x="2224" y="1"/>
                      <a:pt x="1947" y="1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rgbClr val="5F819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82" name="Google Shape;4044;p80">
                <a:extLst>
                  <a:ext uri="{FF2B5EF4-FFF2-40B4-BE49-F238E27FC236}">
                    <a16:creationId xmlns:a16="http://schemas.microsoft.com/office/drawing/2014/main" id="{A9881C73-80A8-BB7B-C3D4-61EF20E96232}"/>
                  </a:ext>
                </a:extLst>
              </p:cNvPr>
              <p:cNvSpPr/>
              <p:nvPr/>
            </p:nvSpPr>
            <p:spPr>
              <a:xfrm>
                <a:off x="2278079" y="-341148"/>
                <a:ext cx="40051" cy="28001"/>
              </a:xfrm>
              <a:custGeom>
                <a:avLst/>
                <a:gdLst/>
                <a:ahLst/>
                <a:cxnLst/>
                <a:rect l="l" t="t" r="r" b="b"/>
                <a:pathLst>
                  <a:path w="3656" h="2556" extrusionOk="0">
                    <a:moveTo>
                      <a:pt x="498" y="0"/>
                    </a:moveTo>
                    <a:cubicBezTo>
                      <a:pt x="444" y="426"/>
                      <a:pt x="373" y="852"/>
                      <a:pt x="302" y="1278"/>
                    </a:cubicBezTo>
                    <a:cubicBezTo>
                      <a:pt x="231" y="1686"/>
                      <a:pt x="107" y="2076"/>
                      <a:pt x="1" y="2555"/>
                    </a:cubicBezTo>
                    <a:lnTo>
                      <a:pt x="3656" y="2467"/>
                    </a:lnTo>
                    <a:lnTo>
                      <a:pt x="3319" y="1100"/>
                    </a:lnTo>
                    <a:lnTo>
                      <a:pt x="498" y="0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rgbClr val="5F819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83" name="Google Shape;4045;p80">
                <a:extLst>
                  <a:ext uri="{FF2B5EF4-FFF2-40B4-BE49-F238E27FC236}">
                    <a16:creationId xmlns:a16="http://schemas.microsoft.com/office/drawing/2014/main" id="{9BA1AFC3-3574-A657-0D07-03D1273665F9}"/>
                  </a:ext>
                </a:extLst>
              </p:cNvPr>
              <p:cNvSpPr/>
              <p:nvPr/>
            </p:nvSpPr>
            <p:spPr>
              <a:xfrm>
                <a:off x="2357973" y="-515102"/>
                <a:ext cx="46077" cy="20902"/>
              </a:xfrm>
              <a:custGeom>
                <a:avLst/>
                <a:gdLst/>
                <a:ahLst/>
                <a:cxnLst/>
                <a:rect l="l" t="t" r="r" b="b"/>
                <a:pathLst>
                  <a:path w="4206" h="1908" extrusionOk="0">
                    <a:moveTo>
                      <a:pt x="2533" y="1"/>
                    </a:moveTo>
                    <a:cubicBezTo>
                      <a:pt x="1985" y="1"/>
                      <a:pt x="1354" y="226"/>
                      <a:pt x="0" y="709"/>
                    </a:cubicBezTo>
                    <a:cubicBezTo>
                      <a:pt x="1204" y="1500"/>
                      <a:pt x="1825" y="1908"/>
                      <a:pt x="2340" y="1908"/>
                    </a:cubicBezTo>
                    <a:cubicBezTo>
                      <a:pt x="2889" y="1908"/>
                      <a:pt x="3319" y="1447"/>
                      <a:pt x="4206" y="496"/>
                    </a:cubicBezTo>
                    <a:cubicBezTo>
                      <a:pt x="3427" y="173"/>
                      <a:pt x="3012" y="1"/>
                      <a:pt x="2533" y="1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rgbClr val="5F819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2778" name="Google Shape;4046;p80">
              <a:extLst>
                <a:ext uri="{FF2B5EF4-FFF2-40B4-BE49-F238E27FC236}">
                  <a16:creationId xmlns:a16="http://schemas.microsoft.com/office/drawing/2014/main" id="{9D4681BE-C20E-8883-4575-96283113AA17}"/>
                </a:ext>
              </a:extLst>
            </p:cNvPr>
            <p:cNvSpPr/>
            <p:nvPr/>
          </p:nvSpPr>
          <p:spPr>
            <a:xfrm>
              <a:off x="6644304" y="3073628"/>
              <a:ext cx="576302" cy="511871"/>
            </a:xfrm>
            <a:custGeom>
              <a:avLst/>
              <a:gdLst/>
              <a:ahLst/>
              <a:cxnLst/>
              <a:rect l="l" t="t" r="r" b="b"/>
              <a:pathLst>
                <a:path w="99879" h="88751" extrusionOk="0">
                  <a:moveTo>
                    <a:pt x="50483" y="1"/>
                  </a:moveTo>
                  <a:cubicBezTo>
                    <a:pt x="46751" y="1"/>
                    <a:pt x="42953" y="456"/>
                    <a:pt x="39160" y="1409"/>
                  </a:cubicBezTo>
                  <a:cubicBezTo>
                    <a:pt x="14870" y="7513"/>
                    <a:pt x="1" y="31697"/>
                    <a:pt x="5963" y="55420"/>
                  </a:cubicBezTo>
                  <a:cubicBezTo>
                    <a:pt x="10993" y="75452"/>
                    <a:pt x="29236" y="88750"/>
                    <a:pt x="49406" y="88750"/>
                  </a:cubicBezTo>
                  <a:cubicBezTo>
                    <a:pt x="53141" y="88750"/>
                    <a:pt x="56941" y="88294"/>
                    <a:pt x="60736" y="87341"/>
                  </a:cubicBezTo>
                  <a:cubicBezTo>
                    <a:pt x="85027" y="81237"/>
                    <a:pt x="99878" y="57053"/>
                    <a:pt x="93917" y="33330"/>
                  </a:cubicBezTo>
                  <a:cubicBezTo>
                    <a:pt x="88901" y="13311"/>
                    <a:pt x="70655" y="1"/>
                    <a:pt x="50483" y="1"/>
                  </a:cubicBezTo>
                  <a:close/>
                </a:path>
              </a:pathLst>
            </a:custGeom>
            <a:noFill/>
            <a:ln w="9525" cap="flat" cmpd="sng">
              <a:solidFill>
                <a:srgbClr val="E3E9ED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789" name="Google Shape;4047;p80">
            <a:extLst>
              <a:ext uri="{FF2B5EF4-FFF2-40B4-BE49-F238E27FC236}">
                <a16:creationId xmlns:a16="http://schemas.microsoft.com/office/drawing/2014/main" id="{8BA1785F-7C29-DBA6-A253-4C385CF0060E}"/>
              </a:ext>
            </a:extLst>
          </p:cNvPr>
          <p:cNvGrpSpPr/>
          <p:nvPr/>
        </p:nvGrpSpPr>
        <p:grpSpPr>
          <a:xfrm>
            <a:off x="5895042" y="1586274"/>
            <a:ext cx="2435960" cy="1297725"/>
            <a:chOff x="233350" y="949250"/>
            <a:chExt cx="7137300" cy="3802300"/>
          </a:xfrm>
        </p:grpSpPr>
        <p:sp>
          <p:nvSpPr>
            <p:cNvPr id="2790" name="Google Shape;4048;p80">
              <a:extLst>
                <a:ext uri="{FF2B5EF4-FFF2-40B4-BE49-F238E27FC236}">
                  <a16:creationId xmlns:a16="http://schemas.microsoft.com/office/drawing/2014/main" id="{E84F8DB7-FD93-BA44-5C18-D18299E9F2F2}"/>
                </a:ext>
              </a:extLst>
            </p:cNvPr>
            <p:cNvSpPr/>
            <p:nvPr/>
          </p:nvSpPr>
          <p:spPr>
            <a:xfrm>
              <a:off x="4428450" y="2808675"/>
              <a:ext cx="1478900" cy="330100"/>
            </a:xfrm>
            <a:custGeom>
              <a:avLst/>
              <a:gdLst/>
              <a:ahLst/>
              <a:cxnLst/>
              <a:rect l="l" t="t" r="r" b="b"/>
              <a:pathLst>
                <a:path w="59156" h="13204" extrusionOk="0">
                  <a:moveTo>
                    <a:pt x="1" y="0"/>
                  </a:moveTo>
                  <a:lnTo>
                    <a:pt x="1" y="0"/>
                  </a:lnTo>
                  <a:close/>
                  <a:moveTo>
                    <a:pt x="59155" y="13203"/>
                  </a:move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91" name="Google Shape;4049;p80">
              <a:extLst>
                <a:ext uri="{FF2B5EF4-FFF2-40B4-BE49-F238E27FC236}">
                  <a16:creationId xmlns:a16="http://schemas.microsoft.com/office/drawing/2014/main" id="{1FBDE976-0462-53C7-835C-D321F3DBE337}"/>
                </a:ext>
              </a:extLst>
            </p:cNvPr>
            <p:cNvSpPr/>
            <p:nvPr/>
          </p:nvSpPr>
          <p:spPr>
            <a:xfrm>
              <a:off x="2909400" y="1076125"/>
              <a:ext cx="4118650" cy="3109225"/>
            </a:xfrm>
            <a:custGeom>
              <a:avLst/>
              <a:gdLst/>
              <a:ahLst/>
              <a:cxnLst/>
              <a:rect l="l" t="t" r="r" b="b"/>
              <a:pathLst>
                <a:path w="164746" h="124369" extrusionOk="0">
                  <a:moveTo>
                    <a:pt x="49520" y="11070"/>
                  </a:moveTo>
                  <a:cubicBezTo>
                    <a:pt x="49737" y="11070"/>
                    <a:pt x="49861" y="11136"/>
                    <a:pt x="49875" y="11358"/>
                  </a:cubicBezTo>
                  <a:cubicBezTo>
                    <a:pt x="49875" y="11575"/>
                    <a:pt x="49818" y="11698"/>
                    <a:pt x="49684" y="11698"/>
                  </a:cubicBezTo>
                  <a:cubicBezTo>
                    <a:pt x="49636" y="11698"/>
                    <a:pt x="49580" y="11683"/>
                    <a:pt x="49512" y="11651"/>
                  </a:cubicBezTo>
                  <a:cubicBezTo>
                    <a:pt x="49305" y="11565"/>
                    <a:pt x="49115" y="11444"/>
                    <a:pt x="48925" y="11323"/>
                  </a:cubicBezTo>
                  <a:lnTo>
                    <a:pt x="49339" y="11081"/>
                  </a:lnTo>
                  <a:cubicBezTo>
                    <a:pt x="49405" y="11074"/>
                    <a:pt x="49465" y="11070"/>
                    <a:pt x="49520" y="11070"/>
                  </a:cubicBezTo>
                  <a:close/>
                  <a:moveTo>
                    <a:pt x="46983" y="11081"/>
                  </a:moveTo>
                  <a:cubicBezTo>
                    <a:pt x="47014" y="11081"/>
                    <a:pt x="47051" y="11087"/>
                    <a:pt x="47093" y="11098"/>
                  </a:cubicBezTo>
                  <a:cubicBezTo>
                    <a:pt x="47369" y="11185"/>
                    <a:pt x="47870" y="11168"/>
                    <a:pt x="47767" y="11686"/>
                  </a:cubicBezTo>
                  <a:cubicBezTo>
                    <a:pt x="47732" y="11893"/>
                    <a:pt x="47888" y="12274"/>
                    <a:pt x="47490" y="12343"/>
                  </a:cubicBezTo>
                  <a:cubicBezTo>
                    <a:pt x="47110" y="12222"/>
                    <a:pt x="46834" y="11893"/>
                    <a:pt x="46799" y="11496"/>
                  </a:cubicBezTo>
                  <a:cubicBezTo>
                    <a:pt x="46784" y="11302"/>
                    <a:pt x="46782" y="11081"/>
                    <a:pt x="46983" y="11081"/>
                  </a:cubicBezTo>
                  <a:close/>
                  <a:moveTo>
                    <a:pt x="38158" y="11530"/>
                  </a:moveTo>
                  <a:cubicBezTo>
                    <a:pt x="38279" y="11530"/>
                    <a:pt x="38417" y="11703"/>
                    <a:pt x="38642" y="11876"/>
                  </a:cubicBezTo>
                  <a:cubicBezTo>
                    <a:pt x="38366" y="12118"/>
                    <a:pt x="38089" y="12360"/>
                    <a:pt x="37778" y="12585"/>
                  </a:cubicBezTo>
                  <a:cubicBezTo>
                    <a:pt x="35549" y="13967"/>
                    <a:pt x="35514" y="15903"/>
                    <a:pt x="37692" y="17268"/>
                  </a:cubicBezTo>
                  <a:cubicBezTo>
                    <a:pt x="38003" y="17458"/>
                    <a:pt x="38227" y="17631"/>
                    <a:pt x="38158" y="18080"/>
                  </a:cubicBezTo>
                  <a:cubicBezTo>
                    <a:pt x="38106" y="18529"/>
                    <a:pt x="37951" y="18599"/>
                    <a:pt x="37553" y="18737"/>
                  </a:cubicBezTo>
                  <a:cubicBezTo>
                    <a:pt x="36568" y="19117"/>
                    <a:pt x="36309" y="19981"/>
                    <a:pt x="36378" y="20949"/>
                  </a:cubicBezTo>
                  <a:cubicBezTo>
                    <a:pt x="36427" y="21679"/>
                    <a:pt x="36279" y="22143"/>
                    <a:pt x="35819" y="22143"/>
                  </a:cubicBezTo>
                  <a:cubicBezTo>
                    <a:pt x="35625" y="22143"/>
                    <a:pt x="35377" y="22061"/>
                    <a:pt x="35065" y="21882"/>
                  </a:cubicBezTo>
                  <a:cubicBezTo>
                    <a:pt x="34913" y="21798"/>
                    <a:pt x="34745" y="21754"/>
                    <a:pt x="34578" y="21754"/>
                  </a:cubicBezTo>
                  <a:cubicBezTo>
                    <a:pt x="34403" y="21754"/>
                    <a:pt x="34230" y="21802"/>
                    <a:pt x="34080" y="21899"/>
                  </a:cubicBezTo>
                  <a:cubicBezTo>
                    <a:pt x="33134" y="22372"/>
                    <a:pt x="32094" y="22613"/>
                    <a:pt x="31041" y="22613"/>
                  </a:cubicBezTo>
                  <a:cubicBezTo>
                    <a:pt x="30747" y="22613"/>
                    <a:pt x="30451" y="22594"/>
                    <a:pt x="30157" y="22556"/>
                  </a:cubicBezTo>
                  <a:cubicBezTo>
                    <a:pt x="29915" y="22521"/>
                    <a:pt x="29759" y="22608"/>
                    <a:pt x="29829" y="22262"/>
                  </a:cubicBezTo>
                  <a:lnTo>
                    <a:pt x="29829" y="22262"/>
                  </a:lnTo>
                  <a:lnTo>
                    <a:pt x="29829" y="22279"/>
                  </a:lnTo>
                  <a:cubicBezTo>
                    <a:pt x="29898" y="21986"/>
                    <a:pt x="29984" y="21882"/>
                    <a:pt x="30364" y="21830"/>
                  </a:cubicBezTo>
                  <a:cubicBezTo>
                    <a:pt x="31505" y="21675"/>
                    <a:pt x="32836" y="21467"/>
                    <a:pt x="33354" y="20361"/>
                  </a:cubicBezTo>
                  <a:cubicBezTo>
                    <a:pt x="33821" y="19342"/>
                    <a:pt x="33872" y="18184"/>
                    <a:pt x="34927" y="17458"/>
                  </a:cubicBezTo>
                  <a:cubicBezTo>
                    <a:pt x="35238" y="17216"/>
                    <a:pt x="34978" y="16836"/>
                    <a:pt x="34667" y="16594"/>
                  </a:cubicBezTo>
                  <a:cubicBezTo>
                    <a:pt x="33216" y="15436"/>
                    <a:pt x="33907" y="14572"/>
                    <a:pt x="35099" y="13846"/>
                  </a:cubicBezTo>
                  <a:cubicBezTo>
                    <a:pt x="35860" y="13380"/>
                    <a:pt x="36724" y="13086"/>
                    <a:pt x="37018" y="12066"/>
                  </a:cubicBezTo>
                  <a:cubicBezTo>
                    <a:pt x="37156" y="11582"/>
                    <a:pt x="37709" y="11548"/>
                    <a:pt x="38158" y="11530"/>
                  </a:cubicBezTo>
                  <a:close/>
                  <a:moveTo>
                    <a:pt x="46802" y="32066"/>
                  </a:moveTo>
                  <a:cubicBezTo>
                    <a:pt x="47245" y="32066"/>
                    <a:pt x="47720" y="32469"/>
                    <a:pt x="47888" y="33080"/>
                  </a:cubicBezTo>
                  <a:cubicBezTo>
                    <a:pt x="48059" y="33754"/>
                    <a:pt x="48393" y="34225"/>
                    <a:pt x="48918" y="34225"/>
                  </a:cubicBezTo>
                  <a:cubicBezTo>
                    <a:pt x="49080" y="34225"/>
                    <a:pt x="49261" y="34181"/>
                    <a:pt x="49460" y="34083"/>
                  </a:cubicBezTo>
                  <a:cubicBezTo>
                    <a:pt x="50103" y="33764"/>
                    <a:pt x="50701" y="33627"/>
                    <a:pt x="51269" y="33627"/>
                  </a:cubicBezTo>
                  <a:cubicBezTo>
                    <a:pt x="52489" y="33627"/>
                    <a:pt x="53566" y="34260"/>
                    <a:pt x="54628" y="35085"/>
                  </a:cubicBezTo>
                  <a:cubicBezTo>
                    <a:pt x="54818" y="35223"/>
                    <a:pt x="55008" y="35396"/>
                    <a:pt x="55163" y="35586"/>
                  </a:cubicBezTo>
                  <a:cubicBezTo>
                    <a:pt x="55543" y="36053"/>
                    <a:pt x="56684" y="36070"/>
                    <a:pt x="56321" y="36917"/>
                  </a:cubicBezTo>
                  <a:lnTo>
                    <a:pt x="56321" y="36934"/>
                  </a:lnTo>
                  <a:cubicBezTo>
                    <a:pt x="56149" y="37350"/>
                    <a:pt x="55751" y="37415"/>
                    <a:pt x="55318" y="37415"/>
                  </a:cubicBezTo>
                  <a:cubicBezTo>
                    <a:pt x="55122" y="37415"/>
                    <a:pt x="54919" y="37401"/>
                    <a:pt x="54727" y="37401"/>
                  </a:cubicBezTo>
                  <a:cubicBezTo>
                    <a:pt x="54620" y="37401"/>
                    <a:pt x="54517" y="37405"/>
                    <a:pt x="54420" y="37418"/>
                  </a:cubicBezTo>
                  <a:cubicBezTo>
                    <a:pt x="54278" y="37432"/>
                    <a:pt x="54136" y="37440"/>
                    <a:pt x="53995" y="37440"/>
                  </a:cubicBezTo>
                  <a:cubicBezTo>
                    <a:pt x="53292" y="37440"/>
                    <a:pt x="52602" y="37262"/>
                    <a:pt x="51983" y="36917"/>
                  </a:cubicBezTo>
                  <a:cubicBezTo>
                    <a:pt x="51332" y="36539"/>
                    <a:pt x="50680" y="36418"/>
                    <a:pt x="50028" y="36418"/>
                  </a:cubicBezTo>
                  <a:cubicBezTo>
                    <a:pt x="48867" y="36418"/>
                    <a:pt x="47706" y="36802"/>
                    <a:pt x="46545" y="36802"/>
                  </a:cubicBezTo>
                  <a:cubicBezTo>
                    <a:pt x="46302" y="36802"/>
                    <a:pt x="46058" y="36785"/>
                    <a:pt x="45814" y="36744"/>
                  </a:cubicBezTo>
                  <a:cubicBezTo>
                    <a:pt x="44881" y="36588"/>
                    <a:pt x="44552" y="36105"/>
                    <a:pt x="44673" y="35241"/>
                  </a:cubicBezTo>
                  <a:cubicBezTo>
                    <a:pt x="44846" y="34083"/>
                    <a:pt x="45537" y="33115"/>
                    <a:pt x="46263" y="32320"/>
                  </a:cubicBezTo>
                  <a:cubicBezTo>
                    <a:pt x="46417" y="32145"/>
                    <a:pt x="46607" y="32066"/>
                    <a:pt x="46802" y="32066"/>
                  </a:cubicBezTo>
                  <a:close/>
                  <a:moveTo>
                    <a:pt x="64554" y="31370"/>
                  </a:moveTo>
                  <a:cubicBezTo>
                    <a:pt x="64860" y="31370"/>
                    <a:pt x="65185" y="31437"/>
                    <a:pt x="65532" y="31594"/>
                  </a:cubicBezTo>
                  <a:cubicBezTo>
                    <a:pt x="65878" y="31767"/>
                    <a:pt x="65930" y="32251"/>
                    <a:pt x="65636" y="32493"/>
                  </a:cubicBezTo>
                  <a:cubicBezTo>
                    <a:pt x="64063" y="34065"/>
                    <a:pt x="64184" y="35085"/>
                    <a:pt x="65895" y="36588"/>
                  </a:cubicBezTo>
                  <a:cubicBezTo>
                    <a:pt x="67243" y="37815"/>
                    <a:pt x="67762" y="39544"/>
                    <a:pt x="68211" y="41237"/>
                  </a:cubicBezTo>
                  <a:cubicBezTo>
                    <a:pt x="68364" y="41802"/>
                    <a:pt x="68057" y="41990"/>
                    <a:pt x="67435" y="41990"/>
                  </a:cubicBezTo>
                  <a:cubicBezTo>
                    <a:pt x="67353" y="41990"/>
                    <a:pt x="67266" y="41986"/>
                    <a:pt x="67174" y="41980"/>
                  </a:cubicBezTo>
                  <a:cubicBezTo>
                    <a:pt x="66517" y="41064"/>
                    <a:pt x="64271" y="41825"/>
                    <a:pt x="64547" y="39146"/>
                  </a:cubicBezTo>
                  <a:lnTo>
                    <a:pt x="64547" y="39146"/>
                  </a:lnTo>
                  <a:lnTo>
                    <a:pt x="64547" y="39181"/>
                  </a:lnTo>
                  <a:cubicBezTo>
                    <a:pt x="64685" y="37885"/>
                    <a:pt x="63113" y="36295"/>
                    <a:pt x="62076" y="35050"/>
                  </a:cubicBezTo>
                  <a:cubicBezTo>
                    <a:pt x="61281" y="34100"/>
                    <a:pt x="61385" y="33288"/>
                    <a:pt x="62076" y="32683"/>
                  </a:cubicBezTo>
                  <a:cubicBezTo>
                    <a:pt x="62786" y="32052"/>
                    <a:pt x="63577" y="31370"/>
                    <a:pt x="64554" y="31370"/>
                  </a:cubicBezTo>
                  <a:close/>
                  <a:moveTo>
                    <a:pt x="30705" y="33465"/>
                  </a:moveTo>
                  <a:cubicBezTo>
                    <a:pt x="30874" y="33465"/>
                    <a:pt x="31043" y="33637"/>
                    <a:pt x="31090" y="33720"/>
                  </a:cubicBezTo>
                  <a:cubicBezTo>
                    <a:pt x="31920" y="35120"/>
                    <a:pt x="33579" y="35258"/>
                    <a:pt x="34719" y="36226"/>
                  </a:cubicBezTo>
                  <a:cubicBezTo>
                    <a:pt x="36205" y="37487"/>
                    <a:pt x="36275" y="39354"/>
                    <a:pt x="37191" y="40822"/>
                  </a:cubicBezTo>
                  <a:cubicBezTo>
                    <a:pt x="37484" y="41289"/>
                    <a:pt x="37571" y="41980"/>
                    <a:pt x="37968" y="42274"/>
                  </a:cubicBezTo>
                  <a:cubicBezTo>
                    <a:pt x="38403" y="42594"/>
                    <a:pt x="39075" y="43217"/>
                    <a:pt x="39556" y="43217"/>
                  </a:cubicBezTo>
                  <a:cubicBezTo>
                    <a:pt x="39725" y="43217"/>
                    <a:pt x="39870" y="43141"/>
                    <a:pt x="39973" y="42948"/>
                  </a:cubicBezTo>
                  <a:cubicBezTo>
                    <a:pt x="40336" y="42274"/>
                    <a:pt x="41234" y="41289"/>
                    <a:pt x="40543" y="40183"/>
                  </a:cubicBezTo>
                  <a:cubicBezTo>
                    <a:pt x="40301" y="39803"/>
                    <a:pt x="39610" y="39215"/>
                    <a:pt x="40284" y="38904"/>
                  </a:cubicBezTo>
                  <a:cubicBezTo>
                    <a:pt x="40592" y="38765"/>
                    <a:pt x="41024" y="38302"/>
                    <a:pt x="41439" y="38302"/>
                  </a:cubicBezTo>
                  <a:cubicBezTo>
                    <a:pt x="41746" y="38302"/>
                    <a:pt x="42043" y="38557"/>
                    <a:pt x="42271" y="39388"/>
                  </a:cubicBezTo>
                  <a:cubicBezTo>
                    <a:pt x="42782" y="41200"/>
                    <a:pt x="43748" y="43327"/>
                    <a:pt x="46038" y="43327"/>
                  </a:cubicBezTo>
                  <a:cubicBezTo>
                    <a:pt x="46150" y="43327"/>
                    <a:pt x="46266" y="43321"/>
                    <a:pt x="46384" y="43311"/>
                  </a:cubicBezTo>
                  <a:cubicBezTo>
                    <a:pt x="46463" y="43304"/>
                    <a:pt x="46542" y="43300"/>
                    <a:pt x="46620" y="43300"/>
                  </a:cubicBezTo>
                  <a:cubicBezTo>
                    <a:pt x="47585" y="43300"/>
                    <a:pt x="48526" y="43802"/>
                    <a:pt x="49487" y="43802"/>
                  </a:cubicBezTo>
                  <a:cubicBezTo>
                    <a:pt x="49955" y="43802"/>
                    <a:pt x="50429" y="43683"/>
                    <a:pt x="50912" y="43328"/>
                  </a:cubicBezTo>
                  <a:cubicBezTo>
                    <a:pt x="51106" y="43191"/>
                    <a:pt x="51242" y="43135"/>
                    <a:pt x="51336" y="43135"/>
                  </a:cubicBezTo>
                  <a:cubicBezTo>
                    <a:pt x="51643" y="43135"/>
                    <a:pt x="51508" y="43736"/>
                    <a:pt x="51534" y="44054"/>
                  </a:cubicBezTo>
                  <a:cubicBezTo>
                    <a:pt x="51845" y="45488"/>
                    <a:pt x="50843" y="46629"/>
                    <a:pt x="50618" y="47942"/>
                  </a:cubicBezTo>
                  <a:cubicBezTo>
                    <a:pt x="50585" y="48144"/>
                    <a:pt x="50240" y="48444"/>
                    <a:pt x="50046" y="48444"/>
                  </a:cubicBezTo>
                  <a:cubicBezTo>
                    <a:pt x="50041" y="48444"/>
                    <a:pt x="50036" y="48444"/>
                    <a:pt x="50031" y="48444"/>
                  </a:cubicBezTo>
                  <a:cubicBezTo>
                    <a:pt x="49523" y="48389"/>
                    <a:pt x="49010" y="48372"/>
                    <a:pt x="48494" y="48372"/>
                  </a:cubicBezTo>
                  <a:cubicBezTo>
                    <a:pt x="47534" y="48372"/>
                    <a:pt x="46564" y="48433"/>
                    <a:pt x="45600" y="48433"/>
                  </a:cubicBezTo>
                  <a:cubicBezTo>
                    <a:pt x="43779" y="48433"/>
                    <a:pt x="41984" y="48215"/>
                    <a:pt x="40336" y="46957"/>
                  </a:cubicBezTo>
                  <a:cubicBezTo>
                    <a:pt x="40033" y="46726"/>
                    <a:pt x="39675" y="46623"/>
                    <a:pt x="39308" y="46623"/>
                  </a:cubicBezTo>
                  <a:cubicBezTo>
                    <a:pt x="38250" y="46623"/>
                    <a:pt x="37116" y="47478"/>
                    <a:pt x="37000" y="48582"/>
                  </a:cubicBezTo>
                  <a:cubicBezTo>
                    <a:pt x="36972" y="48947"/>
                    <a:pt x="36796" y="49426"/>
                    <a:pt x="36527" y="49426"/>
                  </a:cubicBezTo>
                  <a:cubicBezTo>
                    <a:pt x="36465" y="49426"/>
                    <a:pt x="36398" y="49400"/>
                    <a:pt x="36326" y="49342"/>
                  </a:cubicBezTo>
                  <a:cubicBezTo>
                    <a:pt x="35376" y="48582"/>
                    <a:pt x="34045" y="48772"/>
                    <a:pt x="33147" y="47752"/>
                  </a:cubicBezTo>
                  <a:cubicBezTo>
                    <a:pt x="32334" y="46819"/>
                    <a:pt x="30900" y="46785"/>
                    <a:pt x="29673" y="46525"/>
                  </a:cubicBezTo>
                  <a:cubicBezTo>
                    <a:pt x="28913" y="46370"/>
                    <a:pt x="27807" y="46422"/>
                    <a:pt x="28567" y="44953"/>
                  </a:cubicBezTo>
                  <a:cubicBezTo>
                    <a:pt x="28982" y="44158"/>
                    <a:pt x="29034" y="43000"/>
                    <a:pt x="28515" y="42257"/>
                  </a:cubicBezTo>
                  <a:cubicBezTo>
                    <a:pt x="28230" y="41853"/>
                    <a:pt x="27848" y="41722"/>
                    <a:pt x="27412" y="41722"/>
                  </a:cubicBezTo>
                  <a:cubicBezTo>
                    <a:pt x="27028" y="41722"/>
                    <a:pt x="26602" y="41823"/>
                    <a:pt x="26165" y="41928"/>
                  </a:cubicBezTo>
                  <a:cubicBezTo>
                    <a:pt x="25497" y="42091"/>
                    <a:pt x="24818" y="42128"/>
                    <a:pt x="24133" y="42128"/>
                  </a:cubicBezTo>
                  <a:cubicBezTo>
                    <a:pt x="23569" y="42128"/>
                    <a:pt x="23001" y="42103"/>
                    <a:pt x="22432" y="42103"/>
                  </a:cubicBezTo>
                  <a:cubicBezTo>
                    <a:pt x="21707" y="42103"/>
                    <a:pt x="20980" y="42143"/>
                    <a:pt x="20255" y="42326"/>
                  </a:cubicBezTo>
                  <a:cubicBezTo>
                    <a:pt x="19287" y="42585"/>
                    <a:pt x="18319" y="42862"/>
                    <a:pt x="17559" y="43380"/>
                  </a:cubicBezTo>
                  <a:cubicBezTo>
                    <a:pt x="17082" y="43705"/>
                    <a:pt x="16613" y="43798"/>
                    <a:pt x="16149" y="43798"/>
                  </a:cubicBezTo>
                  <a:cubicBezTo>
                    <a:pt x="15538" y="43798"/>
                    <a:pt x="14935" y="43638"/>
                    <a:pt x="14326" y="43638"/>
                  </a:cubicBezTo>
                  <a:cubicBezTo>
                    <a:pt x="14292" y="43638"/>
                    <a:pt x="14258" y="43638"/>
                    <a:pt x="14223" y="43639"/>
                  </a:cubicBezTo>
                  <a:cubicBezTo>
                    <a:pt x="14120" y="43622"/>
                    <a:pt x="14016" y="43570"/>
                    <a:pt x="13930" y="43466"/>
                  </a:cubicBezTo>
                  <a:cubicBezTo>
                    <a:pt x="14043" y="43169"/>
                    <a:pt x="14308" y="43115"/>
                    <a:pt x="14562" y="43115"/>
                  </a:cubicBezTo>
                  <a:cubicBezTo>
                    <a:pt x="14617" y="43115"/>
                    <a:pt x="14672" y="43118"/>
                    <a:pt x="14725" y="43121"/>
                  </a:cubicBezTo>
                  <a:cubicBezTo>
                    <a:pt x="14838" y="43129"/>
                    <a:pt x="14949" y="43134"/>
                    <a:pt x="15058" y="43134"/>
                  </a:cubicBezTo>
                  <a:cubicBezTo>
                    <a:pt x="16723" y="43134"/>
                    <a:pt x="17967" y="42165"/>
                    <a:pt x="18388" y="40771"/>
                  </a:cubicBezTo>
                  <a:cubicBezTo>
                    <a:pt x="18976" y="38921"/>
                    <a:pt x="20808" y="38282"/>
                    <a:pt x="21482" y="37090"/>
                  </a:cubicBezTo>
                  <a:cubicBezTo>
                    <a:pt x="22174" y="35865"/>
                    <a:pt x="22770" y="35535"/>
                    <a:pt x="23579" y="35535"/>
                  </a:cubicBezTo>
                  <a:cubicBezTo>
                    <a:pt x="23899" y="35535"/>
                    <a:pt x="24254" y="35587"/>
                    <a:pt x="24661" y="35655"/>
                  </a:cubicBezTo>
                  <a:cubicBezTo>
                    <a:pt x="24682" y="35658"/>
                    <a:pt x="24703" y="35660"/>
                    <a:pt x="24725" y="35660"/>
                  </a:cubicBezTo>
                  <a:cubicBezTo>
                    <a:pt x="25065" y="35660"/>
                    <a:pt x="25513" y="35293"/>
                    <a:pt x="25854" y="35033"/>
                  </a:cubicBezTo>
                  <a:cubicBezTo>
                    <a:pt x="26267" y="34730"/>
                    <a:pt x="26584" y="34570"/>
                    <a:pt x="26849" y="34570"/>
                  </a:cubicBezTo>
                  <a:cubicBezTo>
                    <a:pt x="27249" y="34570"/>
                    <a:pt x="27529" y="34935"/>
                    <a:pt x="27841" y="35724"/>
                  </a:cubicBezTo>
                  <a:cubicBezTo>
                    <a:pt x="28325" y="36969"/>
                    <a:pt x="29742" y="37574"/>
                    <a:pt x="30952" y="38161"/>
                  </a:cubicBezTo>
                  <a:cubicBezTo>
                    <a:pt x="31712" y="38524"/>
                    <a:pt x="32732" y="38852"/>
                    <a:pt x="32680" y="39716"/>
                  </a:cubicBezTo>
                  <a:cubicBezTo>
                    <a:pt x="32594" y="40753"/>
                    <a:pt x="31488" y="40546"/>
                    <a:pt x="30710" y="40615"/>
                  </a:cubicBezTo>
                  <a:cubicBezTo>
                    <a:pt x="30312" y="40650"/>
                    <a:pt x="29794" y="40598"/>
                    <a:pt x="29673" y="41134"/>
                  </a:cubicBezTo>
                  <a:cubicBezTo>
                    <a:pt x="29552" y="41669"/>
                    <a:pt x="30036" y="41825"/>
                    <a:pt x="30382" y="42032"/>
                  </a:cubicBezTo>
                  <a:cubicBezTo>
                    <a:pt x="30898" y="42336"/>
                    <a:pt x="31474" y="42934"/>
                    <a:pt x="32011" y="42934"/>
                  </a:cubicBezTo>
                  <a:cubicBezTo>
                    <a:pt x="32175" y="42934"/>
                    <a:pt x="32336" y="42878"/>
                    <a:pt x="32490" y="42741"/>
                  </a:cubicBezTo>
                  <a:cubicBezTo>
                    <a:pt x="33354" y="41963"/>
                    <a:pt x="33890" y="40788"/>
                    <a:pt x="34512" y="39751"/>
                  </a:cubicBezTo>
                  <a:cubicBezTo>
                    <a:pt x="34586" y="39617"/>
                    <a:pt x="34289" y="39329"/>
                    <a:pt x="34602" y="39329"/>
                  </a:cubicBezTo>
                  <a:cubicBezTo>
                    <a:pt x="34653" y="39329"/>
                    <a:pt x="34719" y="39337"/>
                    <a:pt x="34806" y="39354"/>
                  </a:cubicBezTo>
                  <a:cubicBezTo>
                    <a:pt x="34890" y="39373"/>
                    <a:pt x="34965" y="39381"/>
                    <a:pt x="35031" y="39381"/>
                  </a:cubicBezTo>
                  <a:cubicBezTo>
                    <a:pt x="35567" y="39381"/>
                    <a:pt x="35557" y="38814"/>
                    <a:pt x="35341" y="38507"/>
                  </a:cubicBezTo>
                  <a:cubicBezTo>
                    <a:pt x="34806" y="37781"/>
                    <a:pt x="34546" y="36658"/>
                    <a:pt x="33561" y="36468"/>
                  </a:cubicBezTo>
                  <a:cubicBezTo>
                    <a:pt x="32248" y="36208"/>
                    <a:pt x="31591" y="35206"/>
                    <a:pt x="30727" y="34411"/>
                  </a:cubicBezTo>
                  <a:cubicBezTo>
                    <a:pt x="30468" y="34169"/>
                    <a:pt x="30278" y="33910"/>
                    <a:pt x="30485" y="33599"/>
                  </a:cubicBezTo>
                  <a:cubicBezTo>
                    <a:pt x="30551" y="33501"/>
                    <a:pt x="30628" y="33465"/>
                    <a:pt x="30705" y="33465"/>
                  </a:cubicBezTo>
                  <a:close/>
                  <a:moveTo>
                    <a:pt x="65829" y="50622"/>
                  </a:moveTo>
                  <a:cubicBezTo>
                    <a:pt x="66138" y="50622"/>
                    <a:pt x="66376" y="50877"/>
                    <a:pt x="66569" y="51209"/>
                  </a:cubicBezTo>
                  <a:cubicBezTo>
                    <a:pt x="67601" y="52923"/>
                    <a:pt x="68767" y="54401"/>
                    <a:pt x="70703" y="54401"/>
                  </a:cubicBezTo>
                  <a:cubicBezTo>
                    <a:pt x="71167" y="54401"/>
                    <a:pt x="71676" y="54316"/>
                    <a:pt x="72237" y="54129"/>
                  </a:cubicBezTo>
                  <a:cubicBezTo>
                    <a:pt x="72263" y="54119"/>
                    <a:pt x="72291" y="54114"/>
                    <a:pt x="72320" y="54114"/>
                  </a:cubicBezTo>
                  <a:cubicBezTo>
                    <a:pt x="72487" y="54114"/>
                    <a:pt x="72701" y="54260"/>
                    <a:pt x="72877" y="54319"/>
                  </a:cubicBezTo>
                  <a:cubicBezTo>
                    <a:pt x="72687" y="54406"/>
                    <a:pt x="72514" y="54527"/>
                    <a:pt x="72358" y="54665"/>
                  </a:cubicBezTo>
                  <a:lnTo>
                    <a:pt x="72358" y="54682"/>
                  </a:lnTo>
                  <a:cubicBezTo>
                    <a:pt x="71675" y="55659"/>
                    <a:pt x="71022" y="56681"/>
                    <a:pt x="69648" y="56681"/>
                  </a:cubicBezTo>
                  <a:cubicBezTo>
                    <a:pt x="69564" y="56681"/>
                    <a:pt x="69476" y="56678"/>
                    <a:pt x="69386" y="56669"/>
                  </a:cubicBezTo>
                  <a:cubicBezTo>
                    <a:pt x="69196" y="56600"/>
                    <a:pt x="68850" y="56549"/>
                    <a:pt x="68850" y="56445"/>
                  </a:cubicBezTo>
                  <a:cubicBezTo>
                    <a:pt x="68660" y="54216"/>
                    <a:pt x="66258" y="53559"/>
                    <a:pt x="65532" y="51727"/>
                  </a:cubicBezTo>
                  <a:cubicBezTo>
                    <a:pt x="65394" y="51381"/>
                    <a:pt x="64945" y="50932"/>
                    <a:pt x="65584" y="50673"/>
                  </a:cubicBezTo>
                  <a:cubicBezTo>
                    <a:pt x="65670" y="50638"/>
                    <a:pt x="65752" y="50622"/>
                    <a:pt x="65829" y="50622"/>
                  </a:cubicBezTo>
                  <a:close/>
                  <a:moveTo>
                    <a:pt x="50497" y="52695"/>
                  </a:moveTo>
                  <a:lnTo>
                    <a:pt x="50497" y="52695"/>
                  </a:lnTo>
                  <a:cubicBezTo>
                    <a:pt x="51016" y="52885"/>
                    <a:pt x="51863" y="52937"/>
                    <a:pt x="52001" y="53265"/>
                  </a:cubicBezTo>
                  <a:cubicBezTo>
                    <a:pt x="53055" y="55840"/>
                    <a:pt x="55734" y="57464"/>
                    <a:pt x="56114" y="60420"/>
                  </a:cubicBezTo>
                  <a:cubicBezTo>
                    <a:pt x="56252" y="61439"/>
                    <a:pt x="57323" y="61802"/>
                    <a:pt x="57859" y="62580"/>
                  </a:cubicBezTo>
                  <a:cubicBezTo>
                    <a:pt x="59294" y="64654"/>
                    <a:pt x="60106" y="66952"/>
                    <a:pt x="60763" y="69337"/>
                  </a:cubicBezTo>
                  <a:cubicBezTo>
                    <a:pt x="58533" y="67643"/>
                    <a:pt x="56615" y="65656"/>
                    <a:pt x="55336" y="63133"/>
                  </a:cubicBezTo>
                  <a:cubicBezTo>
                    <a:pt x="55198" y="62874"/>
                    <a:pt x="55008" y="62614"/>
                    <a:pt x="55008" y="62355"/>
                  </a:cubicBezTo>
                  <a:cubicBezTo>
                    <a:pt x="54990" y="58916"/>
                    <a:pt x="52139" y="56739"/>
                    <a:pt x="51189" y="53697"/>
                  </a:cubicBezTo>
                  <a:cubicBezTo>
                    <a:pt x="51085" y="53334"/>
                    <a:pt x="50739" y="53040"/>
                    <a:pt x="50497" y="52695"/>
                  </a:cubicBezTo>
                  <a:close/>
                  <a:moveTo>
                    <a:pt x="87976" y="1"/>
                  </a:moveTo>
                  <a:cubicBezTo>
                    <a:pt x="87018" y="1"/>
                    <a:pt x="85745" y="1010"/>
                    <a:pt x="84455" y="1127"/>
                  </a:cubicBezTo>
                  <a:cubicBezTo>
                    <a:pt x="83776" y="1176"/>
                    <a:pt x="83111" y="1512"/>
                    <a:pt x="82448" y="1512"/>
                  </a:cubicBezTo>
                  <a:cubicBezTo>
                    <a:pt x="82403" y="1512"/>
                    <a:pt x="82358" y="1511"/>
                    <a:pt x="82313" y="1507"/>
                  </a:cubicBezTo>
                  <a:cubicBezTo>
                    <a:pt x="82281" y="1506"/>
                    <a:pt x="82250" y="1506"/>
                    <a:pt x="82218" y="1506"/>
                  </a:cubicBezTo>
                  <a:cubicBezTo>
                    <a:pt x="80376" y="1506"/>
                    <a:pt x="79245" y="3375"/>
                    <a:pt x="77443" y="3375"/>
                  </a:cubicBezTo>
                  <a:cubicBezTo>
                    <a:pt x="77340" y="3375"/>
                    <a:pt x="77235" y="3369"/>
                    <a:pt x="77128" y="3356"/>
                  </a:cubicBezTo>
                  <a:cubicBezTo>
                    <a:pt x="77026" y="3344"/>
                    <a:pt x="76928" y="3335"/>
                    <a:pt x="76837" y="3335"/>
                  </a:cubicBezTo>
                  <a:cubicBezTo>
                    <a:pt x="76434" y="3335"/>
                    <a:pt x="76136" y="3491"/>
                    <a:pt x="75953" y="4082"/>
                  </a:cubicBezTo>
                  <a:cubicBezTo>
                    <a:pt x="75843" y="4459"/>
                    <a:pt x="75132" y="4980"/>
                    <a:pt x="74758" y="4980"/>
                  </a:cubicBezTo>
                  <a:cubicBezTo>
                    <a:pt x="74720" y="4980"/>
                    <a:pt x="74687" y="4974"/>
                    <a:pt x="74657" y="4964"/>
                  </a:cubicBezTo>
                  <a:cubicBezTo>
                    <a:pt x="73910" y="4715"/>
                    <a:pt x="73366" y="4590"/>
                    <a:pt x="73013" y="4590"/>
                  </a:cubicBezTo>
                  <a:cubicBezTo>
                    <a:pt x="72190" y="4590"/>
                    <a:pt x="72409" y="5268"/>
                    <a:pt x="73534" y="6623"/>
                  </a:cubicBezTo>
                  <a:cubicBezTo>
                    <a:pt x="73585" y="6692"/>
                    <a:pt x="73499" y="6882"/>
                    <a:pt x="73482" y="7003"/>
                  </a:cubicBezTo>
                  <a:cubicBezTo>
                    <a:pt x="73413" y="6968"/>
                    <a:pt x="73292" y="6951"/>
                    <a:pt x="73240" y="6882"/>
                  </a:cubicBezTo>
                  <a:cubicBezTo>
                    <a:pt x="72877" y="6381"/>
                    <a:pt x="72324" y="5914"/>
                    <a:pt x="72220" y="5344"/>
                  </a:cubicBezTo>
                  <a:cubicBezTo>
                    <a:pt x="72065" y="4531"/>
                    <a:pt x="71961" y="3840"/>
                    <a:pt x="71010" y="3650"/>
                  </a:cubicBezTo>
                  <a:cubicBezTo>
                    <a:pt x="70839" y="3615"/>
                    <a:pt x="70680" y="3599"/>
                    <a:pt x="70533" y="3599"/>
                  </a:cubicBezTo>
                  <a:cubicBezTo>
                    <a:pt x="69359" y="3599"/>
                    <a:pt x="68898" y="4626"/>
                    <a:pt x="68315" y="5517"/>
                  </a:cubicBezTo>
                  <a:cubicBezTo>
                    <a:pt x="67865" y="6208"/>
                    <a:pt x="68349" y="6536"/>
                    <a:pt x="68729" y="6934"/>
                  </a:cubicBezTo>
                  <a:cubicBezTo>
                    <a:pt x="68798" y="7003"/>
                    <a:pt x="68850" y="7089"/>
                    <a:pt x="68902" y="7176"/>
                  </a:cubicBezTo>
                  <a:cubicBezTo>
                    <a:pt x="68817" y="7188"/>
                    <a:pt x="68731" y="7200"/>
                    <a:pt x="68645" y="7200"/>
                  </a:cubicBezTo>
                  <a:cubicBezTo>
                    <a:pt x="68610" y="7200"/>
                    <a:pt x="68575" y="7198"/>
                    <a:pt x="68539" y="7193"/>
                  </a:cubicBezTo>
                  <a:cubicBezTo>
                    <a:pt x="67376" y="7024"/>
                    <a:pt x="66212" y="6691"/>
                    <a:pt x="65033" y="6691"/>
                  </a:cubicBezTo>
                  <a:cubicBezTo>
                    <a:pt x="65003" y="6691"/>
                    <a:pt x="64974" y="6691"/>
                    <a:pt x="64945" y="6692"/>
                  </a:cubicBezTo>
                  <a:cubicBezTo>
                    <a:pt x="64584" y="6692"/>
                    <a:pt x="63909" y="6196"/>
                    <a:pt x="63437" y="6196"/>
                  </a:cubicBezTo>
                  <a:cubicBezTo>
                    <a:pt x="63072" y="6196"/>
                    <a:pt x="62827" y="6492"/>
                    <a:pt x="62940" y="7538"/>
                  </a:cubicBezTo>
                  <a:cubicBezTo>
                    <a:pt x="62940" y="7608"/>
                    <a:pt x="62525" y="7711"/>
                    <a:pt x="62283" y="7798"/>
                  </a:cubicBezTo>
                  <a:cubicBezTo>
                    <a:pt x="61879" y="7955"/>
                    <a:pt x="61464" y="8005"/>
                    <a:pt x="61043" y="8005"/>
                  </a:cubicBezTo>
                  <a:cubicBezTo>
                    <a:pt x="60325" y="8005"/>
                    <a:pt x="59591" y="7860"/>
                    <a:pt x="58870" y="7860"/>
                  </a:cubicBezTo>
                  <a:cubicBezTo>
                    <a:pt x="58295" y="7860"/>
                    <a:pt x="57729" y="7952"/>
                    <a:pt x="57185" y="8282"/>
                  </a:cubicBezTo>
                  <a:cubicBezTo>
                    <a:pt x="56736" y="8610"/>
                    <a:pt x="56304" y="8938"/>
                    <a:pt x="55837" y="9267"/>
                  </a:cubicBezTo>
                  <a:cubicBezTo>
                    <a:pt x="55671" y="9381"/>
                    <a:pt x="55417" y="9527"/>
                    <a:pt x="55226" y="9527"/>
                  </a:cubicBezTo>
                  <a:cubicBezTo>
                    <a:pt x="55100" y="9527"/>
                    <a:pt x="55001" y="9463"/>
                    <a:pt x="54973" y="9284"/>
                  </a:cubicBezTo>
                  <a:cubicBezTo>
                    <a:pt x="54819" y="8258"/>
                    <a:pt x="54209" y="8003"/>
                    <a:pt x="53545" y="8003"/>
                  </a:cubicBezTo>
                  <a:cubicBezTo>
                    <a:pt x="53313" y="8003"/>
                    <a:pt x="53075" y="8034"/>
                    <a:pt x="52848" y="8074"/>
                  </a:cubicBezTo>
                  <a:cubicBezTo>
                    <a:pt x="51897" y="8264"/>
                    <a:pt x="52416" y="9232"/>
                    <a:pt x="52295" y="9854"/>
                  </a:cubicBezTo>
                  <a:cubicBezTo>
                    <a:pt x="52156" y="10615"/>
                    <a:pt x="51344" y="10096"/>
                    <a:pt x="50998" y="10545"/>
                  </a:cubicBezTo>
                  <a:cubicBezTo>
                    <a:pt x="50949" y="10609"/>
                    <a:pt x="50910" y="10635"/>
                    <a:pt x="50880" y="10635"/>
                  </a:cubicBezTo>
                  <a:cubicBezTo>
                    <a:pt x="50805" y="10635"/>
                    <a:pt x="50789" y="10469"/>
                    <a:pt x="50826" y="10321"/>
                  </a:cubicBezTo>
                  <a:cubicBezTo>
                    <a:pt x="51033" y="8990"/>
                    <a:pt x="50221" y="8541"/>
                    <a:pt x="49115" y="8161"/>
                  </a:cubicBezTo>
                  <a:cubicBezTo>
                    <a:pt x="46903" y="7400"/>
                    <a:pt x="44535" y="7176"/>
                    <a:pt x="42392" y="6070"/>
                  </a:cubicBezTo>
                  <a:cubicBezTo>
                    <a:pt x="41667" y="5697"/>
                    <a:pt x="40852" y="5536"/>
                    <a:pt x="40032" y="5536"/>
                  </a:cubicBezTo>
                  <a:cubicBezTo>
                    <a:pt x="39367" y="5536"/>
                    <a:pt x="38699" y="5642"/>
                    <a:pt x="38072" y="5828"/>
                  </a:cubicBezTo>
                  <a:cubicBezTo>
                    <a:pt x="36033" y="6432"/>
                    <a:pt x="33838" y="6502"/>
                    <a:pt x="31989" y="7642"/>
                  </a:cubicBezTo>
                  <a:cubicBezTo>
                    <a:pt x="31263" y="8074"/>
                    <a:pt x="29206" y="7296"/>
                    <a:pt x="30226" y="9457"/>
                  </a:cubicBezTo>
                  <a:cubicBezTo>
                    <a:pt x="30278" y="9578"/>
                    <a:pt x="29984" y="9854"/>
                    <a:pt x="29863" y="10079"/>
                  </a:cubicBezTo>
                  <a:cubicBezTo>
                    <a:pt x="28653" y="12412"/>
                    <a:pt x="26234" y="13224"/>
                    <a:pt x="24229" y="14555"/>
                  </a:cubicBezTo>
                  <a:cubicBezTo>
                    <a:pt x="22536" y="15661"/>
                    <a:pt x="23486" y="17112"/>
                    <a:pt x="24022" y="18236"/>
                  </a:cubicBezTo>
                  <a:cubicBezTo>
                    <a:pt x="24328" y="18880"/>
                    <a:pt x="24972" y="19241"/>
                    <a:pt x="25627" y="19241"/>
                  </a:cubicBezTo>
                  <a:cubicBezTo>
                    <a:pt x="26008" y="19241"/>
                    <a:pt x="26393" y="19119"/>
                    <a:pt x="26718" y="18858"/>
                  </a:cubicBezTo>
                  <a:cubicBezTo>
                    <a:pt x="27228" y="18470"/>
                    <a:pt x="27609" y="18306"/>
                    <a:pt x="27903" y="18306"/>
                  </a:cubicBezTo>
                  <a:cubicBezTo>
                    <a:pt x="28524" y="18306"/>
                    <a:pt x="28748" y="19042"/>
                    <a:pt x="28947" y="19946"/>
                  </a:cubicBezTo>
                  <a:cubicBezTo>
                    <a:pt x="28982" y="20223"/>
                    <a:pt x="28999" y="20499"/>
                    <a:pt x="28982" y="20776"/>
                  </a:cubicBezTo>
                  <a:cubicBezTo>
                    <a:pt x="28774" y="20551"/>
                    <a:pt x="28446" y="20396"/>
                    <a:pt x="28342" y="20119"/>
                  </a:cubicBezTo>
                  <a:cubicBezTo>
                    <a:pt x="28124" y="19474"/>
                    <a:pt x="27849" y="19234"/>
                    <a:pt x="27528" y="19234"/>
                  </a:cubicBezTo>
                  <a:cubicBezTo>
                    <a:pt x="27212" y="19234"/>
                    <a:pt x="26853" y="19465"/>
                    <a:pt x="26459" y="19774"/>
                  </a:cubicBezTo>
                  <a:cubicBezTo>
                    <a:pt x="25646" y="20379"/>
                    <a:pt x="25958" y="21260"/>
                    <a:pt x="26130" y="21899"/>
                  </a:cubicBezTo>
                  <a:cubicBezTo>
                    <a:pt x="26459" y="23092"/>
                    <a:pt x="25802" y="23420"/>
                    <a:pt x="24938" y="23627"/>
                  </a:cubicBezTo>
                  <a:cubicBezTo>
                    <a:pt x="23901" y="23852"/>
                    <a:pt x="23072" y="24267"/>
                    <a:pt x="22553" y="25269"/>
                  </a:cubicBezTo>
                  <a:cubicBezTo>
                    <a:pt x="22273" y="25790"/>
                    <a:pt x="21682" y="26043"/>
                    <a:pt x="21157" y="26043"/>
                  </a:cubicBezTo>
                  <a:cubicBezTo>
                    <a:pt x="21003" y="26043"/>
                    <a:pt x="20855" y="26021"/>
                    <a:pt x="20721" y="25978"/>
                  </a:cubicBezTo>
                  <a:cubicBezTo>
                    <a:pt x="20116" y="25788"/>
                    <a:pt x="20963" y="25390"/>
                    <a:pt x="20946" y="24993"/>
                  </a:cubicBezTo>
                  <a:cubicBezTo>
                    <a:pt x="20929" y="24543"/>
                    <a:pt x="20738" y="24129"/>
                    <a:pt x="20410" y="23835"/>
                  </a:cubicBezTo>
                  <a:cubicBezTo>
                    <a:pt x="19477" y="22798"/>
                    <a:pt x="18354" y="21709"/>
                    <a:pt x="18215" y="20327"/>
                  </a:cubicBezTo>
                  <a:cubicBezTo>
                    <a:pt x="18098" y="19205"/>
                    <a:pt x="17332" y="17921"/>
                    <a:pt x="16200" y="17921"/>
                  </a:cubicBezTo>
                  <a:cubicBezTo>
                    <a:pt x="16163" y="17921"/>
                    <a:pt x="16127" y="17922"/>
                    <a:pt x="16090" y="17925"/>
                  </a:cubicBezTo>
                  <a:cubicBezTo>
                    <a:pt x="15105" y="17976"/>
                    <a:pt x="14068" y="18391"/>
                    <a:pt x="13930" y="19221"/>
                  </a:cubicBezTo>
                  <a:cubicBezTo>
                    <a:pt x="13670" y="20430"/>
                    <a:pt x="14137" y="21709"/>
                    <a:pt x="15122" y="22470"/>
                  </a:cubicBezTo>
                  <a:cubicBezTo>
                    <a:pt x="15952" y="23109"/>
                    <a:pt x="15952" y="23161"/>
                    <a:pt x="15589" y="23489"/>
                  </a:cubicBezTo>
                  <a:cubicBezTo>
                    <a:pt x="14448" y="24526"/>
                    <a:pt x="14915" y="26116"/>
                    <a:pt x="14292" y="27377"/>
                  </a:cubicBezTo>
                  <a:cubicBezTo>
                    <a:pt x="14143" y="27687"/>
                    <a:pt x="14420" y="27822"/>
                    <a:pt x="14760" y="27822"/>
                  </a:cubicBezTo>
                  <a:cubicBezTo>
                    <a:pt x="14932" y="27822"/>
                    <a:pt x="15121" y="27787"/>
                    <a:pt x="15278" y="27723"/>
                  </a:cubicBezTo>
                  <a:cubicBezTo>
                    <a:pt x="16510" y="27249"/>
                    <a:pt x="17772" y="26919"/>
                    <a:pt x="19089" y="26919"/>
                  </a:cubicBezTo>
                  <a:cubicBezTo>
                    <a:pt x="19212" y="26919"/>
                    <a:pt x="19336" y="26922"/>
                    <a:pt x="19460" y="26928"/>
                  </a:cubicBezTo>
                  <a:lnTo>
                    <a:pt x="19874" y="26928"/>
                  </a:lnTo>
                  <a:cubicBezTo>
                    <a:pt x="19840" y="26997"/>
                    <a:pt x="19823" y="27136"/>
                    <a:pt x="19753" y="27153"/>
                  </a:cubicBezTo>
                  <a:cubicBezTo>
                    <a:pt x="18630" y="27585"/>
                    <a:pt x="17507" y="28138"/>
                    <a:pt x="16349" y="28414"/>
                  </a:cubicBezTo>
                  <a:cubicBezTo>
                    <a:pt x="15692" y="28570"/>
                    <a:pt x="14915" y="28432"/>
                    <a:pt x="14707" y="29209"/>
                  </a:cubicBezTo>
                  <a:cubicBezTo>
                    <a:pt x="14500" y="30004"/>
                    <a:pt x="15260" y="30194"/>
                    <a:pt x="15813" y="30505"/>
                  </a:cubicBezTo>
                  <a:cubicBezTo>
                    <a:pt x="17161" y="31318"/>
                    <a:pt x="17369" y="32493"/>
                    <a:pt x="16867" y="33910"/>
                  </a:cubicBezTo>
                  <a:cubicBezTo>
                    <a:pt x="16664" y="34503"/>
                    <a:pt x="16349" y="34660"/>
                    <a:pt x="15995" y="34660"/>
                  </a:cubicBezTo>
                  <a:cubicBezTo>
                    <a:pt x="15626" y="34660"/>
                    <a:pt x="15216" y="34489"/>
                    <a:pt x="14846" y="34463"/>
                  </a:cubicBezTo>
                  <a:cubicBezTo>
                    <a:pt x="13916" y="34396"/>
                    <a:pt x="12987" y="34203"/>
                    <a:pt x="12042" y="34203"/>
                  </a:cubicBezTo>
                  <a:cubicBezTo>
                    <a:pt x="12003" y="34203"/>
                    <a:pt x="11964" y="34203"/>
                    <a:pt x="11925" y="34204"/>
                  </a:cubicBezTo>
                  <a:cubicBezTo>
                    <a:pt x="10957" y="34221"/>
                    <a:pt x="9834" y="34446"/>
                    <a:pt x="9989" y="35759"/>
                  </a:cubicBezTo>
                  <a:cubicBezTo>
                    <a:pt x="10128" y="37072"/>
                    <a:pt x="9834" y="38196"/>
                    <a:pt x="9592" y="39440"/>
                  </a:cubicBezTo>
                  <a:cubicBezTo>
                    <a:pt x="9385" y="40425"/>
                    <a:pt x="8693" y="42136"/>
                    <a:pt x="10542" y="42464"/>
                  </a:cubicBezTo>
                  <a:cubicBezTo>
                    <a:pt x="12305" y="42758"/>
                    <a:pt x="12668" y="43173"/>
                    <a:pt x="11735" y="44693"/>
                  </a:cubicBezTo>
                  <a:cubicBezTo>
                    <a:pt x="11389" y="45298"/>
                    <a:pt x="10888" y="45817"/>
                    <a:pt x="10300" y="46180"/>
                  </a:cubicBezTo>
                  <a:cubicBezTo>
                    <a:pt x="9108" y="46871"/>
                    <a:pt x="8175" y="47752"/>
                    <a:pt x="8313" y="49342"/>
                  </a:cubicBezTo>
                  <a:cubicBezTo>
                    <a:pt x="8365" y="49964"/>
                    <a:pt x="8140" y="50707"/>
                    <a:pt x="7535" y="50967"/>
                  </a:cubicBezTo>
                  <a:cubicBezTo>
                    <a:pt x="5168" y="52021"/>
                    <a:pt x="3768" y="53991"/>
                    <a:pt x="2662" y="56168"/>
                  </a:cubicBezTo>
                  <a:cubicBezTo>
                    <a:pt x="1781" y="57931"/>
                    <a:pt x="122" y="59469"/>
                    <a:pt x="1279" y="61888"/>
                  </a:cubicBezTo>
                  <a:cubicBezTo>
                    <a:pt x="1936" y="63236"/>
                    <a:pt x="1573" y="64792"/>
                    <a:pt x="830" y="66209"/>
                  </a:cubicBezTo>
                  <a:cubicBezTo>
                    <a:pt x="1" y="67781"/>
                    <a:pt x="744" y="70477"/>
                    <a:pt x="2126" y="71687"/>
                  </a:cubicBezTo>
                  <a:cubicBezTo>
                    <a:pt x="2420" y="71946"/>
                    <a:pt x="2662" y="72240"/>
                    <a:pt x="2818" y="72586"/>
                  </a:cubicBezTo>
                  <a:cubicBezTo>
                    <a:pt x="4027" y="75040"/>
                    <a:pt x="5462" y="77303"/>
                    <a:pt x="7881" y="78755"/>
                  </a:cubicBezTo>
                  <a:cubicBezTo>
                    <a:pt x="8455" y="79100"/>
                    <a:pt x="9053" y="79742"/>
                    <a:pt x="9645" y="79742"/>
                  </a:cubicBezTo>
                  <a:cubicBezTo>
                    <a:pt x="9766" y="79742"/>
                    <a:pt x="9887" y="79715"/>
                    <a:pt x="10007" y="79654"/>
                  </a:cubicBezTo>
                  <a:cubicBezTo>
                    <a:pt x="12824" y="78254"/>
                    <a:pt x="16142" y="79844"/>
                    <a:pt x="18889" y="77874"/>
                  </a:cubicBezTo>
                  <a:cubicBezTo>
                    <a:pt x="19326" y="77562"/>
                    <a:pt x="19938" y="77352"/>
                    <a:pt x="20558" y="77352"/>
                  </a:cubicBezTo>
                  <a:cubicBezTo>
                    <a:pt x="21313" y="77352"/>
                    <a:pt x="22079" y="77663"/>
                    <a:pt x="22553" y="78479"/>
                  </a:cubicBezTo>
                  <a:cubicBezTo>
                    <a:pt x="23034" y="79313"/>
                    <a:pt x="23538" y="79650"/>
                    <a:pt x="24283" y="79650"/>
                  </a:cubicBezTo>
                  <a:cubicBezTo>
                    <a:pt x="24448" y="79650"/>
                    <a:pt x="24626" y="79633"/>
                    <a:pt x="24817" y="79602"/>
                  </a:cubicBezTo>
                  <a:cubicBezTo>
                    <a:pt x="24994" y="79574"/>
                    <a:pt x="25161" y="79561"/>
                    <a:pt x="25317" y="79561"/>
                  </a:cubicBezTo>
                  <a:cubicBezTo>
                    <a:pt x="26715" y="79561"/>
                    <a:pt x="27271" y="80640"/>
                    <a:pt x="26960" y="82194"/>
                  </a:cubicBezTo>
                  <a:cubicBezTo>
                    <a:pt x="26683" y="83611"/>
                    <a:pt x="25750" y="85218"/>
                    <a:pt x="26545" y="86480"/>
                  </a:cubicBezTo>
                  <a:cubicBezTo>
                    <a:pt x="27461" y="87966"/>
                    <a:pt x="28515" y="89400"/>
                    <a:pt x="29206" y="90973"/>
                  </a:cubicBezTo>
                  <a:cubicBezTo>
                    <a:pt x="30416" y="93721"/>
                    <a:pt x="31298" y="96641"/>
                    <a:pt x="29777" y="99631"/>
                  </a:cubicBezTo>
                  <a:cubicBezTo>
                    <a:pt x="28809" y="101515"/>
                    <a:pt x="28619" y="103502"/>
                    <a:pt x="29535" y="105369"/>
                  </a:cubicBezTo>
                  <a:cubicBezTo>
                    <a:pt x="30503" y="107321"/>
                    <a:pt x="31228" y="109274"/>
                    <a:pt x="31488" y="111469"/>
                  </a:cubicBezTo>
                  <a:cubicBezTo>
                    <a:pt x="31712" y="113456"/>
                    <a:pt x="31695" y="115599"/>
                    <a:pt x="33371" y="117172"/>
                  </a:cubicBezTo>
                  <a:cubicBezTo>
                    <a:pt x="34322" y="118088"/>
                    <a:pt x="34581" y="119436"/>
                    <a:pt x="35013" y="120645"/>
                  </a:cubicBezTo>
                  <a:cubicBezTo>
                    <a:pt x="35393" y="121717"/>
                    <a:pt x="34546" y="123065"/>
                    <a:pt x="35843" y="123998"/>
                  </a:cubicBezTo>
                  <a:cubicBezTo>
                    <a:pt x="36206" y="124270"/>
                    <a:pt x="36549" y="124368"/>
                    <a:pt x="36881" y="124368"/>
                  </a:cubicBezTo>
                  <a:cubicBezTo>
                    <a:pt x="37735" y="124368"/>
                    <a:pt x="38515" y="123721"/>
                    <a:pt x="39372" y="123721"/>
                  </a:cubicBezTo>
                  <a:cubicBezTo>
                    <a:pt x="39388" y="123721"/>
                    <a:pt x="39404" y="123721"/>
                    <a:pt x="39420" y="123721"/>
                  </a:cubicBezTo>
                  <a:cubicBezTo>
                    <a:pt x="39526" y="123724"/>
                    <a:pt x="39630" y="123725"/>
                    <a:pt x="39734" y="123725"/>
                  </a:cubicBezTo>
                  <a:cubicBezTo>
                    <a:pt x="44937" y="123725"/>
                    <a:pt x="47636" y="120353"/>
                    <a:pt x="49754" y="116100"/>
                  </a:cubicBezTo>
                  <a:cubicBezTo>
                    <a:pt x="50186" y="115236"/>
                    <a:pt x="49720" y="113957"/>
                    <a:pt x="50826" y="113508"/>
                  </a:cubicBezTo>
                  <a:cubicBezTo>
                    <a:pt x="52761" y="112713"/>
                    <a:pt x="53193" y="111175"/>
                    <a:pt x="52692" y="109499"/>
                  </a:cubicBezTo>
                  <a:cubicBezTo>
                    <a:pt x="51949" y="107028"/>
                    <a:pt x="53297" y="106112"/>
                    <a:pt x="55181" y="105282"/>
                  </a:cubicBezTo>
                  <a:cubicBezTo>
                    <a:pt x="57773" y="104107"/>
                    <a:pt x="59449" y="98370"/>
                    <a:pt x="57963" y="96071"/>
                  </a:cubicBezTo>
                  <a:cubicBezTo>
                    <a:pt x="56770" y="94239"/>
                    <a:pt x="57099" y="92217"/>
                    <a:pt x="57444" y="90316"/>
                  </a:cubicBezTo>
                  <a:cubicBezTo>
                    <a:pt x="57911" y="87621"/>
                    <a:pt x="59933" y="85823"/>
                    <a:pt x="61851" y="84164"/>
                  </a:cubicBezTo>
                  <a:cubicBezTo>
                    <a:pt x="65601" y="80915"/>
                    <a:pt x="68055" y="76992"/>
                    <a:pt x="69109" y="72171"/>
                  </a:cubicBezTo>
                  <a:cubicBezTo>
                    <a:pt x="69271" y="71459"/>
                    <a:pt x="69266" y="70656"/>
                    <a:pt x="68371" y="70656"/>
                  </a:cubicBezTo>
                  <a:cubicBezTo>
                    <a:pt x="68311" y="70656"/>
                    <a:pt x="68246" y="70660"/>
                    <a:pt x="68176" y="70667"/>
                  </a:cubicBezTo>
                  <a:cubicBezTo>
                    <a:pt x="67157" y="70788"/>
                    <a:pt x="66154" y="71151"/>
                    <a:pt x="65152" y="71462"/>
                  </a:cubicBezTo>
                  <a:cubicBezTo>
                    <a:pt x="63960" y="71826"/>
                    <a:pt x="63201" y="72060"/>
                    <a:pt x="62664" y="72060"/>
                  </a:cubicBezTo>
                  <a:cubicBezTo>
                    <a:pt x="61727" y="72060"/>
                    <a:pt x="61469" y="71346"/>
                    <a:pt x="60772" y="69363"/>
                  </a:cubicBezTo>
                  <a:lnTo>
                    <a:pt x="60772" y="69363"/>
                  </a:lnTo>
                  <a:cubicBezTo>
                    <a:pt x="61180" y="69747"/>
                    <a:pt x="61467" y="70422"/>
                    <a:pt x="62074" y="70422"/>
                  </a:cubicBezTo>
                  <a:cubicBezTo>
                    <a:pt x="62180" y="70422"/>
                    <a:pt x="62295" y="70402"/>
                    <a:pt x="62422" y="70356"/>
                  </a:cubicBezTo>
                  <a:cubicBezTo>
                    <a:pt x="63925" y="69769"/>
                    <a:pt x="65359" y="68957"/>
                    <a:pt x="66897" y="68455"/>
                  </a:cubicBezTo>
                  <a:cubicBezTo>
                    <a:pt x="68660" y="67868"/>
                    <a:pt x="69732" y="66209"/>
                    <a:pt x="71391" y="65639"/>
                  </a:cubicBezTo>
                  <a:cubicBezTo>
                    <a:pt x="73706" y="64844"/>
                    <a:pt x="76713" y="61716"/>
                    <a:pt x="76852" y="59383"/>
                  </a:cubicBezTo>
                  <a:cubicBezTo>
                    <a:pt x="76834" y="59072"/>
                    <a:pt x="76713" y="58778"/>
                    <a:pt x="76506" y="58553"/>
                  </a:cubicBezTo>
                  <a:cubicBezTo>
                    <a:pt x="75918" y="57810"/>
                    <a:pt x="75279" y="57153"/>
                    <a:pt x="74294" y="56894"/>
                  </a:cubicBezTo>
                  <a:cubicBezTo>
                    <a:pt x="73724" y="56739"/>
                    <a:pt x="73378" y="56151"/>
                    <a:pt x="73516" y="55581"/>
                  </a:cubicBezTo>
                  <a:cubicBezTo>
                    <a:pt x="73547" y="55481"/>
                    <a:pt x="73596" y="55443"/>
                    <a:pt x="73658" y="55443"/>
                  </a:cubicBezTo>
                  <a:cubicBezTo>
                    <a:pt x="73842" y="55443"/>
                    <a:pt x="74139" y="55775"/>
                    <a:pt x="74398" y="55788"/>
                  </a:cubicBezTo>
                  <a:cubicBezTo>
                    <a:pt x="75366" y="55855"/>
                    <a:pt x="76333" y="56083"/>
                    <a:pt x="77301" y="56083"/>
                  </a:cubicBezTo>
                  <a:cubicBezTo>
                    <a:pt x="77336" y="56083"/>
                    <a:pt x="77370" y="56083"/>
                    <a:pt x="77405" y="56082"/>
                  </a:cubicBezTo>
                  <a:cubicBezTo>
                    <a:pt x="77727" y="56077"/>
                    <a:pt x="78047" y="56073"/>
                    <a:pt x="78365" y="56073"/>
                  </a:cubicBezTo>
                  <a:cubicBezTo>
                    <a:pt x="81373" y="56073"/>
                    <a:pt x="84145" y="56432"/>
                    <a:pt x="85786" y="59746"/>
                  </a:cubicBezTo>
                  <a:cubicBezTo>
                    <a:pt x="86136" y="60461"/>
                    <a:pt x="86996" y="61297"/>
                    <a:pt x="88011" y="61297"/>
                  </a:cubicBezTo>
                  <a:cubicBezTo>
                    <a:pt x="88148" y="61297"/>
                    <a:pt x="88288" y="61282"/>
                    <a:pt x="88430" y="61249"/>
                  </a:cubicBezTo>
                  <a:cubicBezTo>
                    <a:pt x="88585" y="61214"/>
                    <a:pt x="88707" y="61197"/>
                    <a:pt x="88805" y="61197"/>
                  </a:cubicBezTo>
                  <a:cubicBezTo>
                    <a:pt x="89186" y="61197"/>
                    <a:pt x="89184" y="61451"/>
                    <a:pt x="89225" y="61837"/>
                  </a:cubicBezTo>
                  <a:cubicBezTo>
                    <a:pt x="89830" y="66554"/>
                    <a:pt x="91990" y="70685"/>
                    <a:pt x="94133" y="74832"/>
                  </a:cubicBezTo>
                  <a:cubicBezTo>
                    <a:pt x="94475" y="75487"/>
                    <a:pt x="94875" y="75911"/>
                    <a:pt x="95290" y="75911"/>
                  </a:cubicBezTo>
                  <a:cubicBezTo>
                    <a:pt x="95652" y="75911"/>
                    <a:pt x="96025" y="75588"/>
                    <a:pt x="96380" y="74815"/>
                  </a:cubicBezTo>
                  <a:cubicBezTo>
                    <a:pt x="96622" y="74297"/>
                    <a:pt x="97036" y="73847"/>
                    <a:pt x="97382" y="73381"/>
                  </a:cubicBezTo>
                  <a:lnTo>
                    <a:pt x="97538" y="73225"/>
                  </a:lnTo>
                  <a:cubicBezTo>
                    <a:pt x="98212" y="71618"/>
                    <a:pt x="98056" y="69993"/>
                    <a:pt x="97831" y="68317"/>
                  </a:cubicBezTo>
                  <a:cubicBezTo>
                    <a:pt x="97762" y="67833"/>
                    <a:pt x="97589" y="67211"/>
                    <a:pt x="98194" y="67073"/>
                  </a:cubicBezTo>
                  <a:cubicBezTo>
                    <a:pt x="99784" y="66693"/>
                    <a:pt x="100268" y="65258"/>
                    <a:pt x="101149" y="64187"/>
                  </a:cubicBezTo>
                  <a:cubicBezTo>
                    <a:pt x="102117" y="63029"/>
                    <a:pt x="103137" y="61629"/>
                    <a:pt x="104243" y="60903"/>
                  </a:cubicBezTo>
                  <a:cubicBezTo>
                    <a:pt x="104825" y="60515"/>
                    <a:pt x="105739" y="59942"/>
                    <a:pt x="106690" y="59942"/>
                  </a:cubicBezTo>
                  <a:cubicBezTo>
                    <a:pt x="107432" y="59942"/>
                    <a:pt x="108196" y="60292"/>
                    <a:pt x="108840" y="61353"/>
                  </a:cubicBezTo>
                  <a:cubicBezTo>
                    <a:pt x="109600" y="62632"/>
                    <a:pt x="110965" y="63565"/>
                    <a:pt x="111017" y="65258"/>
                  </a:cubicBezTo>
                  <a:cubicBezTo>
                    <a:pt x="111034" y="65777"/>
                    <a:pt x="110793" y="66433"/>
                    <a:pt x="111536" y="66693"/>
                  </a:cubicBezTo>
                  <a:cubicBezTo>
                    <a:pt x="111822" y="66788"/>
                    <a:pt x="112112" y="66862"/>
                    <a:pt x="112391" y="66862"/>
                  </a:cubicBezTo>
                  <a:cubicBezTo>
                    <a:pt x="112769" y="66862"/>
                    <a:pt x="113129" y="66727"/>
                    <a:pt x="113437" y="66330"/>
                  </a:cubicBezTo>
                  <a:cubicBezTo>
                    <a:pt x="113540" y="66205"/>
                    <a:pt x="113700" y="66031"/>
                    <a:pt x="113856" y="66031"/>
                  </a:cubicBezTo>
                  <a:cubicBezTo>
                    <a:pt x="113960" y="66031"/>
                    <a:pt x="114062" y="66109"/>
                    <a:pt x="114145" y="66330"/>
                  </a:cubicBezTo>
                  <a:cubicBezTo>
                    <a:pt x="114543" y="67470"/>
                    <a:pt x="114802" y="68663"/>
                    <a:pt x="115286" y="69769"/>
                  </a:cubicBezTo>
                  <a:cubicBezTo>
                    <a:pt x="116271" y="72033"/>
                    <a:pt x="114940" y="74677"/>
                    <a:pt x="116858" y="76871"/>
                  </a:cubicBezTo>
                  <a:cubicBezTo>
                    <a:pt x="118241" y="78461"/>
                    <a:pt x="118362" y="80915"/>
                    <a:pt x="119900" y="82540"/>
                  </a:cubicBezTo>
                  <a:cubicBezTo>
                    <a:pt x="120401" y="82799"/>
                    <a:pt x="120885" y="83058"/>
                    <a:pt x="121386" y="83300"/>
                  </a:cubicBezTo>
                  <a:cubicBezTo>
                    <a:pt x="121538" y="83368"/>
                    <a:pt x="121699" y="83403"/>
                    <a:pt x="121846" y="83403"/>
                  </a:cubicBezTo>
                  <a:cubicBezTo>
                    <a:pt x="122184" y="83403"/>
                    <a:pt x="122445" y="83219"/>
                    <a:pt x="122337" y="82834"/>
                  </a:cubicBezTo>
                  <a:cubicBezTo>
                    <a:pt x="121818" y="80915"/>
                    <a:pt x="121991" y="78790"/>
                    <a:pt x="119969" y="77355"/>
                  </a:cubicBezTo>
                  <a:cubicBezTo>
                    <a:pt x="118414" y="76249"/>
                    <a:pt x="117239" y="74521"/>
                    <a:pt x="117463" y="72378"/>
                  </a:cubicBezTo>
                  <a:cubicBezTo>
                    <a:pt x="117528" y="71821"/>
                    <a:pt x="116912" y="70437"/>
                    <a:pt x="117695" y="70437"/>
                  </a:cubicBezTo>
                  <a:cubicBezTo>
                    <a:pt x="117955" y="70437"/>
                    <a:pt x="118371" y="70590"/>
                    <a:pt x="119019" y="70979"/>
                  </a:cubicBezTo>
                  <a:cubicBezTo>
                    <a:pt x="120194" y="71704"/>
                    <a:pt x="121386" y="72655"/>
                    <a:pt x="121749" y="73605"/>
                  </a:cubicBezTo>
                  <a:cubicBezTo>
                    <a:pt x="122096" y="74553"/>
                    <a:pt x="122434" y="74868"/>
                    <a:pt x="122776" y="74868"/>
                  </a:cubicBezTo>
                  <a:cubicBezTo>
                    <a:pt x="123251" y="74868"/>
                    <a:pt x="123732" y="74261"/>
                    <a:pt x="124255" y="73899"/>
                  </a:cubicBezTo>
                  <a:cubicBezTo>
                    <a:pt x="124531" y="73709"/>
                    <a:pt x="124721" y="73363"/>
                    <a:pt x="125015" y="73208"/>
                  </a:cubicBezTo>
                  <a:cubicBezTo>
                    <a:pt x="126743" y="72292"/>
                    <a:pt x="127210" y="70961"/>
                    <a:pt x="126743" y="69043"/>
                  </a:cubicBezTo>
                  <a:cubicBezTo>
                    <a:pt x="126294" y="67159"/>
                    <a:pt x="125292" y="65725"/>
                    <a:pt x="123892" y="64533"/>
                  </a:cubicBezTo>
                  <a:cubicBezTo>
                    <a:pt x="122596" y="63409"/>
                    <a:pt x="122285" y="62459"/>
                    <a:pt x="123546" y="61059"/>
                  </a:cubicBezTo>
                  <a:cubicBezTo>
                    <a:pt x="123952" y="60621"/>
                    <a:pt x="124332" y="60388"/>
                    <a:pt x="124705" y="60388"/>
                  </a:cubicBezTo>
                  <a:cubicBezTo>
                    <a:pt x="124936" y="60388"/>
                    <a:pt x="125164" y="60477"/>
                    <a:pt x="125395" y="60661"/>
                  </a:cubicBezTo>
                  <a:cubicBezTo>
                    <a:pt x="126000" y="61145"/>
                    <a:pt x="125810" y="61750"/>
                    <a:pt x="125119" y="62234"/>
                  </a:cubicBezTo>
                  <a:cubicBezTo>
                    <a:pt x="124618" y="62580"/>
                    <a:pt x="124445" y="63219"/>
                    <a:pt x="125050" y="63651"/>
                  </a:cubicBezTo>
                  <a:cubicBezTo>
                    <a:pt x="125442" y="63952"/>
                    <a:pt x="125858" y="64171"/>
                    <a:pt x="126268" y="64171"/>
                  </a:cubicBezTo>
                  <a:cubicBezTo>
                    <a:pt x="126635" y="64171"/>
                    <a:pt x="126996" y="63996"/>
                    <a:pt x="127331" y="63547"/>
                  </a:cubicBezTo>
                  <a:cubicBezTo>
                    <a:pt x="127694" y="63046"/>
                    <a:pt x="128247" y="62407"/>
                    <a:pt x="127469" y="61940"/>
                  </a:cubicBezTo>
                  <a:cubicBezTo>
                    <a:pt x="126398" y="61318"/>
                    <a:pt x="127037" y="61042"/>
                    <a:pt x="127590" y="60696"/>
                  </a:cubicBezTo>
                  <a:cubicBezTo>
                    <a:pt x="130061" y="59210"/>
                    <a:pt x="133449" y="59106"/>
                    <a:pt x="134693" y="55788"/>
                  </a:cubicBezTo>
                  <a:cubicBezTo>
                    <a:pt x="135298" y="54146"/>
                    <a:pt x="136093" y="52591"/>
                    <a:pt x="135851" y="50725"/>
                  </a:cubicBezTo>
                  <a:cubicBezTo>
                    <a:pt x="135522" y="48288"/>
                    <a:pt x="133932" y="46629"/>
                    <a:pt x="132498" y="44918"/>
                  </a:cubicBezTo>
                  <a:cubicBezTo>
                    <a:pt x="131772" y="44054"/>
                    <a:pt x="131859" y="43622"/>
                    <a:pt x="132775" y="43173"/>
                  </a:cubicBezTo>
                  <a:cubicBezTo>
                    <a:pt x="133120" y="43017"/>
                    <a:pt x="133397" y="42793"/>
                    <a:pt x="133362" y="42378"/>
                  </a:cubicBezTo>
                  <a:cubicBezTo>
                    <a:pt x="133345" y="41980"/>
                    <a:pt x="133051" y="41635"/>
                    <a:pt x="132671" y="41548"/>
                  </a:cubicBezTo>
                  <a:cubicBezTo>
                    <a:pt x="132227" y="41462"/>
                    <a:pt x="131713" y="41297"/>
                    <a:pt x="131292" y="41297"/>
                  </a:cubicBezTo>
                  <a:cubicBezTo>
                    <a:pt x="131122" y="41297"/>
                    <a:pt x="130968" y="41323"/>
                    <a:pt x="130839" y="41393"/>
                  </a:cubicBezTo>
                  <a:cubicBezTo>
                    <a:pt x="130667" y="41486"/>
                    <a:pt x="130517" y="41524"/>
                    <a:pt x="130385" y="41524"/>
                  </a:cubicBezTo>
                  <a:cubicBezTo>
                    <a:pt x="129751" y="41524"/>
                    <a:pt x="129496" y="40648"/>
                    <a:pt x="128935" y="40648"/>
                  </a:cubicBezTo>
                  <a:cubicBezTo>
                    <a:pt x="128871" y="40648"/>
                    <a:pt x="128804" y="40659"/>
                    <a:pt x="128731" y="40684"/>
                  </a:cubicBezTo>
                  <a:cubicBezTo>
                    <a:pt x="129025" y="40425"/>
                    <a:pt x="129336" y="40166"/>
                    <a:pt x="129612" y="39889"/>
                  </a:cubicBezTo>
                  <a:cubicBezTo>
                    <a:pt x="129699" y="39786"/>
                    <a:pt x="129768" y="39647"/>
                    <a:pt x="129802" y="39509"/>
                  </a:cubicBezTo>
                  <a:cubicBezTo>
                    <a:pt x="129896" y="39229"/>
                    <a:pt x="130059" y="38963"/>
                    <a:pt x="130355" y="38963"/>
                  </a:cubicBezTo>
                  <a:cubicBezTo>
                    <a:pt x="130388" y="38963"/>
                    <a:pt x="130423" y="38966"/>
                    <a:pt x="130459" y="38973"/>
                  </a:cubicBezTo>
                  <a:cubicBezTo>
                    <a:pt x="130822" y="39025"/>
                    <a:pt x="130718" y="39405"/>
                    <a:pt x="130753" y="39665"/>
                  </a:cubicBezTo>
                  <a:cubicBezTo>
                    <a:pt x="130885" y="40368"/>
                    <a:pt x="131150" y="40680"/>
                    <a:pt x="131522" y="40680"/>
                  </a:cubicBezTo>
                  <a:cubicBezTo>
                    <a:pt x="131781" y="40680"/>
                    <a:pt x="132092" y="40529"/>
                    <a:pt x="132446" y="40252"/>
                  </a:cubicBezTo>
                  <a:cubicBezTo>
                    <a:pt x="132816" y="39963"/>
                    <a:pt x="133198" y="39825"/>
                    <a:pt x="133552" y="39825"/>
                  </a:cubicBezTo>
                  <a:cubicBezTo>
                    <a:pt x="134190" y="39825"/>
                    <a:pt x="134735" y="40276"/>
                    <a:pt x="134935" y="41099"/>
                  </a:cubicBezTo>
                  <a:cubicBezTo>
                    <a:pt x="135004" y="41410"/>
                    <a:pt x="135246" y="41911"/>
                    <a:pt x="135436" y="41928"/>
                  </a:cubicBezTo>
                  <a:cubicBezTo>
                    <a:pt x="136836" y="42067"/>
                    <a:pt x="137130" y="43259"/>
                    <a:pt x="137441" y="44192"/>
                  </a:cubicBezTo>
                  <a:cubicBezTo>
                    <a:pt x="137757" y="45176"/>
                    <a:pt x="138205" y="45491"/>
                    <a:pt x="138710" y="45491"/>
                  </a:cubicBezTo>
                  <a:cubicBezTo>
                    <a:pt x="139226" y="45491"/>
                    <a:pt x="139803" y="45163"/>
                    <a:pt x="140361" y="44884"/>
                  </a:cubicBezTo>
                  <a:cubicBezTo>
                    <a:pt x="141813" y="44175"/>
                    <a:pt x="140586" y="43363"/>
                    <a:pt x="140327" y="42654"/>
                  </a:cubicBezTo>
                  <a:cubicBezTo>
                    <a:pt x="140188" y="42188"/>
                    <a:pt x="139739" y="41773"/>
                    <a:pt x="139324" y="41479"/>
                  </a:cubicBezTo>
                  <a:cubicBezTo>
                    <a:pt x="137717" y="40356"/>
                    <a:pt x="137648" y="38921"/>
                    <a:pt x="138305" y="37245"/>
                  </a:cubicBezTo>
                  <a:cubicBezTo>
                    <a:pt x="138533" y="36644"/>
                    <a:pt x="138753" y="36160"/>
                    <a:pt x="139216" y="36160"/>
                  </a:cubicBezTo>
                  <a:cubicBezTo>
                    <a:pt x="139418" y="36160"/>
                    <a:pt x="139666" y="36252"/>
                    <a:pt x="139981" y="36468"/>
                  </a:cubicBezTo>
                  <a:cubicBezTo>
                    <a:pt x="140121" y="36569"/>
                    <a:pt x="140268" y="36617"/>
                    <a:pt x="140413" y="36617"/>
                  </a:cubicBezTo>
                  <a:cubicBezTo>
                    <a:pt x="140661" y="36617"/>
                    <a:pt x="140902" y="36477"/>
                    <a:pt x="141087" y="36226"/>
                  </a:cubicBezTo>
                  <a:cubicBezTo>
                    <a:pt x="142573" y="34255"/>
                    <a:pt x="142850" y="29797"/>
                    <a:pt x="141640" y="27706"/>
                  </a:cubicBezTo>
                  <a:cubicBezTo>
                    <a:pt x="141485" y="27447"/>
                    <a:pt x="141104" y="27187"/>
                    <a:pt x="141398" y="26807"/>
                  </a:cubicBezTo>
                  <a:lnTo>
                    <a:pt x="141398" y="26807"/>
                  </a:lnTo>
                  <a:cubicBezTo>
                    <a:pt x="141623" y="26997"/>
                    <a:pt x="141917" y="27153"/>
                    <a:pt x="142072" y="27395"/>
                  </a:cubicBezTo>
                  <a:cubicBezTo>
                    <a:pt x="142988" y="28812"/>
                    <a:pt x="143869" y="30229"/>
                    <a:pt x="144733" y="31663"/>
                  </a:cubicBezTo>
                  <a:cubicBezTo>
                    <a:pt x="144984" y="32062"/>
                    <a:pt x="145261" y="32460"/>
                    <a:pt x="145713" y="32460"/>
                  </a:cubicBezTo>
                  <a:cubicBezTo>
                    <a:pt x="145790" y="32460"/>
                    <a:pt x="145872" y="32449"/>
                    <a:pt x="145960" y="32424"/>
                  </a:cubicBezTo>
                  <a:cubicBezTo>
                    <a:pt x="146323" y="32320"/>
                    <a:pt x="146825" y="32043"/>
                    <a:pt x="146928" y="31750"/>
                  </a:cubicBezTo>
                  <a:cubicBezTo>
                    <a:pt x="147118" y="31197"/>
                    <a:pt x="146496" y="30972"/>
                    <a:pt x="146151" y="30644"/>
                  </a:cubicBezTo>
                  <a:cubicBezTo>
                    <a:pt x="145805" y="30298"/>
                    <a:pt x="144889" y="29935"/>
                    <a:pt x="145511" y="29348"/>
                  </a:cubicBezTo>
                  <a:cubicBezTo>
                    <a:pt x="146220" y="28674"/>
                    <a:pt x="145701" y="28363"/>
                    <a:pt x="145373" y="27982"/>
                  </a:cubicBezTo>
                  <a:cubicBezTo>
                    <a:pt x="144924" y="27464"/>
                    <a:pt x="144353" y="27049"/>
                    <a:pt x="143904" y="26513"/>
                  </a:cubicBezTo>
                  <a:cubicBezTo>
                    <a:pt x="142452" y="24803"/>
                    <a:pt x="140309" y="24008"/>
                    <a:pt x="138927" y="23455"/>
                  </a:cubicBezTo>
                  <a:cubicBezTo>
                    <a:pt x="137233" y="22781"/>
                    <a:pt x="135350" y="23368"/>
                    <a:pt x="133794" y="22349"/>
                  </a:cubicBezTo>
                  <a:cubicBezTo>
                    <a:pt x="133621" y="22228"/>
                    <a:pt x="133120" y="22141"/>
                    <a:pt x="133379" y="21934"/>
                  </a:cubicBezTo>
                  <a:cubicBezTo>
                    <a:pt x="134416" y="21156"/>
                    <a:pt x="134192" y="19843"/>
                    <a:pt x="134814" y="18910"/>
                  </a:cubicBezTo>
                  <a:cubicBezTo>
                    <a:pt x="135183" y="18357"/>
                    <a:pt x="137525" y="17996"/>
                    <a:pt x="139389" y="17996"/>
                  </a:cubicBezTo>
                  <a:cubicBezTo>
                    <a:pt x="140321" y="17996"/>
                    <a:pt x="141133" y="18086"/>
                    <a:pt x="141519" y="18287"/>
                  </a:cubicBezTo>
                  <a:cubicBezTo>
                    <a:pt x="141913" y="18491"/>
                    <a:pt x="142318" y="18567"/>
                    <a:pt x="142722" y="18567"/>
                  </a:cubicBezTo>
                  <a:cubicBezTo>
                    <a:pt x="143310" y="18567"/>
                    <a:pt x="143896" y="18407"/>
                    <a:pt x="144440" y="18253"/>
                  </a:cubicBezTo>
                  <a:cubicBezTo>
                    <a:pt x="145183" y="18028"/>
                    <a:pt x="144301" y="17320"/>
                    <a:pt x="144440" y="16905"/>
                  </a:cubicBezTo>
                  <a:cubicBezTo>
                    <a:pt x="144595" y="16473"/>
                    <a:pt x="144232" y="15764"/>
                    <a:pt x="144803" y="15626"/>
                  </a:cubicBezTo>
                  <a:cubicBezTo>
                    <a:pt x="144894" y="15602"/>
                    <a:pt x="144986" y="15590"/>
                    <a:pt x="145078" y="15590"/>
                  </a:cubicBezTo>
                  <a:cubicBezTo>
                    <a:pt x="145503" y="15590"/>
                    <a:pt x="145922" y="15838"/>
                    <a:pt x="146306" y="16179"/>
                  </a:cubicBezTo>
                  <a:cubicBezTo>
                    <a:pt x="146709" y="16532"/>
                    <a:pt x="147171" y="16997"/>
                    <a:pt x="147617" y="16997"/>
                  </a:cubicBezTo>
                  <a:cubicBezTo>
                    <a:pt x="147935" y="16997"/>
                    <a:pt x="148244" y="16760"/>
                    <a:pt x="148518" y="16075"/>
                  </a:cubicBezTo>
                  <a:cubicBezTo>
                    <a:pt x="148584" y="15900"/>
                    <a:pt x="148692" y="15801"/>
                    <a:pt x="148828" y="15801"/>
                  </a:cubicBezTo>
                  <a:cubicBezTo>
                    <a:pt x="148906" y="15801"/>
                    <a:pt x="148994" y="15833"/>
                    <a:pt x="149088" y="15903"/>
                  </a:cubicBezTo>
                  <a:cubicBezTo>
                    <a:pt x="149348" y="16110"/>
                    <a:pt x="149348" y="16335"/>
                    <a:pt x="149192" y="16646"/>
                  </a:cubicBezTo>
                  <a:cubicBezTo>
                    <a:pt x="148743" y="17596"/>
                    <a:pt x="147965" y="18547"/>
                    <a:pt x="147965" y="19497"/>
                  </a:cubicBezTo>
                  <a:cubicBezTo>
                    <a:pt x="147931" y="21122"/>
                    <a:pt x="148708" y="22677"/>
                    <a:pt x="150022" y="23627"/>
                  </a:cubicBezTo>
                  <a:cubicBezTo>
                    <a:pt x="151231" y="24561"/>
                    <a:pt x="152631" y="25269"/>
                    <a:pt x="153582" y="26513"/>
                  </a:cubicBezTo>
                  <a:cubicBezTo>
                    <a:pt x="153835" y="26852"/>
                    <a:pt x="154112" y="27339"/>
                    <a:pt x="154580" y="27339"/>
                  </a:cubicBezTo>
                  <a:cubicBezTo>
                    <a:pt x="154686" y="27339"/>
                    <a:pt x="154802" y="27314"/>
                    <a:pt x="154930" y="27257"/>
                  </a:cubicBezTo>
                  <a:cubicBezTo>
                    <a:pt x="155621" y="26928"/>
                    <a:pt x="155673" y="26271"/>
                    <a:pt x="155604" y="25615"/>
                  </a:cubicBezTo>
                  <a:cubicBezTo>
                    <a:pt x="155448" y="24025"/>
                    <a:pt x="155863" y="22435"/>
                    <a:pt x="154739" y="20845"/>
                  </a:cubicBezTo>
                  <a:cubicBezTo>
                    <a:pt x="154065" y="19877"/>
                    <a:pt x="153772" y="18823"/>
                    <a:pt x="152406" y="18737"/>
                  </a:cubicBezTo>
                  <a:cubicBezTo>
                    <a:pt x="152044" y="18720"/>
                    <a:pt x="151940" y="18478"/>
                    <a:pt x="151888" y="18201"/>
                  </a:cubicBezTo>
                  <a:cubicBezTo>
                    <a:pt x="151820" y="17931"/>
                    <a:pt x="151918" y="17578"/>
                    <a:pt x="152229" y="17578"/>
                  </a:cubicBezTo>
                  <a:cubicBezTo>
                    <a:pt x="152236" y="17578"/>
                    <a:pt x="152243" y="17579"/>
                    <a:pt x="152251" y="17579"/>
                  </a:cubicBezTo>
                  <a:cubicBezTo>
                    <a:pt x="152284" y="17581"/>
                    <a:pt x="152317" y="17582"/>
                    <a:pt x="152350" y="17582"/>
                  </a:cubicBezTo>
                  <a:cubicBezTo>
                    <a:pt x="153000" y="17582"/>
                    <a:pt x="153628" y="17254"/>
                    <a:pt x="154277" y="17254"/>
                  </a:cubicBezTo>
                  <a:cubicBezTo>
                    <a:pt x="154558" y="17254"/>
                    <a:pt x="154844" y="17316"/>
                    <a:pt x="155137" y="17493"/>
                  </a:cubicBezTo>
                  <a:cubicBezTo>
                    <a:pt x="155393" y="17649"/>
                    <a:pt x="155627" y="17726"/>
                    <a:pt x="155836" y="17726"/>
                  </a:cubicBezTo>
                  <a:cubicBezTo>
                    <a:pt x="156249" y="17726"/>
                    <a:pt x="156566" y="17427"/>
                    <a:pt x="156761" y="16853"/>
                  </a:cubicBezTo>
                  <a:cubicBezTo>
                    <a:pt x="157072" y="15920"/>
                    <a:pt x="157954" y="15505"/>
                    <a:pt x="158662" y="15039"/>
                  </a:cubicBezTo>
                  <a:cubicBezTo>
                    <a:pt x="158771" y="14969"/>
                    <a:pt x="158912" y="14953"/>
                    <a:pt x="159064" y="14953"/>
                  </a:cubicBezTo>
                  <a:cubicBezTo>
                    <a:pt x="159192" y="14953"/>
                    <a:pt x="159327" y="14964"/>
                    <a:pt x="159458" y="14964"/>
                  </a:cubicBezTo>
                  <a:cubicBezTo>
                    <a:pt x="159792" y="14964"/>
                    <a:pt x="160100" y="14892"/>
                    <a:pt x="160183" y="14382"/>
                  </a:cubicBezTo>
                  <a:cubicBezTo>
                    <a:pt x="160304" y="13501"/>
                    <a:pt x="159475" y="13310"/>
                    <a:pt x="158887" y="12965"/>
                  </a:cubicBezTo>
                  <a:cubicBezTo>
                    <a:pt x="158662" y="12827"/>
                    <a:pt x="158334" y="12550"/>
                    <a:pt x="158351" y="12395"/>
                  </a:cubicBezTo>
                  <a:cubicBezTo>
                    <a:pt x="158404" y="12154"/>
                    <a:pt x="158582" y="12097"/>
                    <a:pt x="158776" y="12097"/>
                  </a:cubicBezTo>
                  <a:cubicBezTo>
                    <a:pt x="158903" y="12097"/>
                    <a:pt x="159037" y="12122"/>
                    <a:pt x="159146" y="12135"/>
                  </a:cubicBezTo>
                  <a:cubicBezTo>
                    <a:pt x="160460" y="12308"/>
                    <a:pt x="161652" y="12999"/>
                    <a:pt x="163017" y="12999"/>
                  </a:cubicBezTo>
                  <a:cubicBezTo>
                    <a:pt x="163570" y="12999"/>
                    <a:pt x="163795" y="12913"/>
                    <a:pt x="164002" y="12274"/>
                  </a:cubicBezTo>
                  <a:cubicBezTo>
                    <a:pt x="164745" y="10182"/>
                    <a:pt x="163311" y="10010"/>
                    <a:pt x="161998" y="9923"/>
                  </a:cubicBezTo>
                  <a:cubicBezTo>
                    <a:pt x="160218" y="9820"/>
                    <a:pt x="158438" y="9543"/>
                    <a:pt x="156710" y="9076"/>
                  </a:cubicBezTo>
                  <a:cubicBezTo>
                    <a:pt x="153313" y="8169"/>
                    <a:pt x="149984" y="6872"/>
                    <a:pt x="146431" y="6872"/>
                  </a:cubicBezTo>
                  <a:cubicBezTo>
                    <a:pt x="145249" y="6872"/>
                    <a:pt x="144041" y="7016"/>
                    <a:pt x="142798" y="7366"/>
                  </a:cubicBezTo>
                  <a:cubicBezTo>
                    <a:pt x="142441" y="7468"/>
                    <a:pt x="142044" y="7507"/>
                    <a:pt x="141624" y="7507"/>
                  </a:cubicBezTo>
                  <a:cubicBezTo>
                    <a:pt x="140475" y="7507"/>
                    <a:pt x="139148" y="7211"/>
                    <a:pt x="137959" y="7072"/>
                  </a:cubicBezTo>
                  <a:cubicBezTo>
                    <a:pt x="135760" y="6810"/>
                    <a:pt x="133765" y="5577"/>
                    <a:pt x="131513" y="5577"/>
                  </a:cubicBezTo>
                  <a:cubicBezTo>
                    <a:pt x="131235" y="5577"/>
                    <a:pt x="130953" y="5596"/>
                    <a:pt x="130666" y="5637"/>
                  </a:cubicBezTo>
                  <a:cubicBezTo>
                    <a:pt x="130197" y="5701"/>
                    <a:pt x="129713" y="5752"/>
                    <a:pt x="129231" y="5752"/>
                  </a:cubicBezTo>
                  <a:cubicBezTo>
                    <a:pt x="128525" y="5752"/>
                    <a:pt x="127823" y="5641"/>
                    <a:pt x="127175" y="5292"/>
                  </a:cubicBezTo>
                  <a:cubicBezTo>
                    <a:pt x="124583" y="3857"/>
                    <a:pt x="121352" y="4808"/>
                    <a:pt x="118811" y="3097"/>
                  </a:cubicBezTo>
                  <a:cubicBezTo>
                    <a:pt x="118623" y="2965"/>
                    <a:pt x="118385" y="2894"/>
                    <a:pt x="118144" y="2894"/>
                  </a:cubicBezTo>
                  <a:cubicBezTo>
                    <a:pt x="117786" y="2894"/>
                    <a:pt x="117421" y="3050"/>
                    <a:pt x="117204" y="3391"/>
                  </a:cubicBezTo>
                  <a:cubicBezTo>
                    <a:pt x="116737" y="4117"/>
                    <a:pt x="117601" y="4134"/>
                    <a:pt x="117930" y="4462"/>
                  </a:cubicBezTo>
                  <a:cubicBezTo>
                    <a:pt x="118103" y="4670"/>
                    <a:pt x="118154" y="4946"/>
                    <a:pt x="118068" y="5188"/>
                  </a:cubicBezTo>
                  <a:cubicBezTo>
                    <a:pt x="117958" y="5398"/>
                    <a:pt x="116241" y="5510"/>
                    <a:pt x="114740" y="5510"/>
                  </a:cubicBezTo>
                  <a:cubicBezTo>
                    <a:pt x="113645" y="5510"/>
                    <a:pt x="112664" y="5450"/>
                    <a:pt x="112503" y="5326"/>
                  </a:cubicBezTo>
                  <a:cubicBezTo>
                    <a:pt x="111242" y="4410"/>
                    <a:pt x="109825" y="3719"/>
                    <a:pt x="108321" y="3287"/>
                  </a:cubicBezTo>
                  <a:cubicBezTo>
                    <a:pt x="108108" y="3224"/>
                    <a:pt x="107902" y="3198"/>
                    <a:pt x="107703" y="3198"/>
                  </a:cubicBezTo>
                  <a:cubicBezTo>
                    <a:pt x="106742" y="3198"/>
                    <a:pt x="105934" y="3807"/>
                    <a:pt x="105084" y="3807"/>
                  </a:cubicBezTo>
                  <a:cubicBezTo>
                    <a:pt x="105000" y="3807"/>
                    <a:pt x="104915" y="3801"/>
                    <a:pt x="104830" y="3788"/>
                  </a:cubicBezTo>
                  <a:cubicBezTo>
                    <a:pt x="102083" y="3391"/>
                    <a:pt x="99266" y="3909"/>
                    <a:pt x="96760" y="1559"/>
                  </a:cubicBezTo>
                  <a:cubicBezTo>
                    <a:pt x="95295" y="185"/>
                    <a:pt x="93272" y="50"/>
                    <a:pt x="91223" y="50"/>
                  </a:cubicBezTo>
                  <a:cubicBezTo>
                    <a:pt x="90718" y="50"/>
                    <a:pt x="90212" y="58"/>
                    <a:pt x="89713" y="58"/>
                  </a:cubicBezTo>
                  <a:cubicBezTo>
                    <a:pt x="89152" y="58"/>
                    <a:pt x="88600" y="48"/>
                    <a:pt x="88067" y="4"/>
                  </a:cubicBezTo>
                  <a:cubicBezTo>
                    <a:pt x="88037" y="2"/>
                    <a:pt x="88007" y="1"/>
                    <a:pt x="87976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92" name="Google Shape;4050;p80">
              <a:extLst>
                <a:ext uri="{FF2B5EF4-FFF2-40B4-BE49-F238E27FC236}">
                  <a16:creationId xmlns:a16="http://schemas.microsoft.com/office/drawing/2014/main" id="{04DE1305-B395-6842-2328-38E1B1A87CAD}"/>
                </a:ext>
              </a:extLst>
            </p:cNvPr>
            <p:cNvSpPr/>
            <p:nvPr/>
          </p:nvSpPr>
          <p:spPr>
            <a:xfrm>
              <a:off x="5913800" y="3523050"/>
              <a:ext cx="1109075" cy="813875"/>
            </a:xfrm>
            <a:custGeom>
              <a:avLst/>
              <a:gdLst/>
              <a:ahLst/>
              <a:cxnLst/>
              <a:rect l="l" t="t" r="r" b="b"/>
              <a:pathLst>
                <a:path w="44363" h="32555" extrusionOk="0">
                  <a:moveTo>
                    <a:pt x="28245" y="1"/>
                  </a:moveTo>
                  <a:cubicBezTo>
                    <a:pt x="27747" y="1"/>
                    <a:pt x="27602" y="373"/>
                    <a:pt x="27634" y="804"/>
                  </a:cubicBezTo>
                  <a:cubicBezTo>
                    <a:pt x="27737" y="2117"/>
                    <a:pt x="27979" y="3482"/>
                    <a:pt x="27996" y="4778"/>
                  </a:cubicBezTo>
                  <a:cubicBezTo>
                    <a:pt x="28014" y="5660"/>
                    <a:pt x="28567" y="7094"/>
                    <a:pt x="27634" y="7267"/>
                  </a:cubicBezTo>
                  <a:cubicBezTo>
                    <a:pt x="27521" y="7286"/>
                    <a:pt x="27406" y="7295"/>
                    <a:pt x="27290" y="7295"/>
                  </a:cubicBezTo>
                  <a:cubicBezTo>
                    <a:pt x="25431" y="7295"/>
                    <a:pt x="23230" y="4918"/>
                    <a:pt x="23555" y="3275"/>
                  </a:cubicBezTo>
                  <a:cubicBezTo>
                    <a:pt x="23754" y="2264"/>
                    <a:pt x="23333" y="1317"/>
                    <a:pt x="22034" y="1317"/>
                  </a:cubicBezTo>
                  <a:cubicBezTo>
                    <a:pt x="21978" y="1317"/>
                    <a:pt x="21920" y="1318"/>
                    <a:pt x="21862" y="1322"/>
                  </a:cubicBezTo>
                  <a:cubicBezTo>
                    <a:pt x="21814" y="1325"/>
                    <a:pt x="21765" y="1327"/>
                    <a:pt x="21716" y="1327"/>
                  </a:cubicBezTo>
                  <a:cubicBezTo>
                    <a:pt x="20777" y="1327"/>
                    <a:pt x="19668" y="752"/>
                    <a:pt x="18692" y="752"/>
                  </a:cubicBezTo>
                  <a:cubicBezTo>
                    <a:pt x="18107" y="752"/>
                    <a:pt x="17570" y="958"/>
                    <a:pt x="17144" y="1616"/>
                  </a:cubicBezTo>
                  <a:cubicBezTo>
                    <a:pt x="16642" y="2376"/>
                    <a:pt x="15295" y="2826"/>
                    <a:pt x="15191" y="4035"/>
                  </a:cubicBezTo>
                  <a:cubicBezTo>
                    <a:pt x="15162" y="4430"/>
                    <a:pt x="15144" y="4616"/>
                    <a:pt x="15002" y="4616"/>
                  </a:cubicBezTo>
                  <a:cubicBezTo>
                    <a:pt x="14889" y="4616"/>
                    <a:pt x="14698" y="4499"/>
                    <a:pt x="14361" y="4277"/>
                  </a:cubicBezTo>
                  <a:cubicBezTo>
                    <a:pt x="13724" y="3844"/>
                    <a:pt x="13113" y="3612"/>
                    <a:pt x="12606" y="3612"/>
                  </a:cubicBezTo>
                  <a:cubicBezTo>
                    <a:pt x="12042" y="3612"/>
                    <a:pt x="11607" y="3900"/>
                    <a:pt x="11406" y="4519"/>
                  </a:cubicBezTo>
                  <a:cubicBezTo>
                    <a:pt x="10784" y="6334"/>
                    <a:pt x="8710" y="7215"/>
                    <a:pt x="8624" y="9392"/>
                  </a:cubicBezTo>
                  <a:cubicBezTo>
                    <a:pt x="8607" y="10153"/>
                    <a:pt x="7933" y="10619"/>
                    <a:pt x="7086" y="10879"/>
                  </a:cubicBezTo>
                  <a:cubicBezTo>
                    <a:pt x="5669" y="11311"/>
                    <a:pt x="4355" y="11864"/>
                    <a:pt x="3007" y="12382"/>
                  </a:cubicBezTo>
                  <a:cubicBezTo>
                    <a:pt x="1003" y="13160"/>
                    <a:pt x="0" y="16910"/>
                    <a:pt x="1538" y="19018"/>
                  </a:cubicBezTo>
                  <a:cubicBezTo>
                    <a:pt x="2835" y="20798"/>
                    <a:pt x="3128" y="22595"/>
                    <a:pt x="3992" y="24375"/>
                  </a:cubicBezTo>
                  <a:cubicBezTo>
                    <a:pt x="4494" y="25360"/>
                    <a:pt x="4424" y="26276"/>
                    <a:pt x="3750" y="26950"/>
                  </a:cubicBezTo>
                  <a:cubicBezTo>
                    <a:pt x="3353" y="27348"/>
                    <a:pt x="3509" y="27797"/>
                    <a:pt x="4148" y="28298"/>
                  </a:cubicBezTo>
                  <a:cubicBezTo>
                    <a:pt x="5020" y="28962"/>
                    <a:pt x="5824" y="29302"/>
                    <a:pt x="6549" y="29302"/>
                  </a:cubicBezTo>
                  <a:cubicBezTo>
                    <a:pt x="7089" y="29302"/>
                    <a:pt x="7586" y="29114"/>
                    <a:pt x="8036" y="28730"/>
                  </a:cubicBezTo>
                  <a:cubicBezTo>
                    <a:pt x="8740" y="28095"/>
                    <a:pt x="9643" y="27747"/>
                    <a:pt x="10576" y="27747"/>
                  </a:cubicBezTo>
                  <a:cubicBezTo>
                    <a:pt x="10811" y="27747"/>
                    <a:pt x="11049" y="27769"/>
                    <a:pt x="11285" y="27814"/>
                  </a:cubicBezTo>
                  <a:cubicBezTo>
                    <a:pt x="11420" y="27836"/>
                    <a:pt x="11551" y="27846"/>
                    <a:pt x="11676" y="27846"/>
                  </a:cubicBezTo>
                  <a:cubicBezTo>
                    <a:pt x="12065" y="27846"/>
                    <a:pt x="12402" y="27743"/>
                    <a:pt x="12650" y="27521"/>
                  </a:cubicBezTo>
                  <a:cubicBezTo>
                    <a:pt x="14551" y="25793"/>
                    <a:pt x="17368" y="25343"/>
                    <a:pt x="20047" y="24790"/>
                  </a:cubicBezTo>
                  <a:cubicBezTo>
                    <a:pt x="20247" y="24746"/>
                    <a:pt x="20464" y="24721"/>
                    <a:pt x="20691" y="24721"/>
                  </a:cubicBezTo>
                  <a:cubicBezTo>
                    <a:pt x="21623" y="24721"/>
                    <a:pt x="22712" y="25150"/>
                    <a:pt x="23365" y="26484"/>
                  </a:cubicBezTo>
                  <a:cubicBezTo>
                    <a:pt x="23667" y="27105"/>
                    <a:pt x="23855" y="28198"/>
                    <a:pt x="25083" y="28198"/>
                  </a:cubicBezTo>
                  <a:cubicBezTo>
                    <a:pt x="25120" y="28198"/>
                    <a:pt x="25158" y="28197"/>
                    <a:pt x="25197" y="28195"/>
                  </a:cubicBezTo>
                  <a:cubicBezTo>
                    <a:pt x="25345" y="28183"/>
                    <a:pt x="25455" y="28022"/>
                    <a:pt x="25593" y="28022"/>
                  </a:cubicBezTo>
                  <a:cubicBezTo>
                    <a:pt x="25664" y="28022"/>
                    <a:pt x="25742" y="28065"/>
                    <a:pt x="25836" y="28195"/>
                  </a:cubicBezTo>
                  <a:cubicBezTo>
                    <a:pt x="25923" y="28298"/>
                    <a:pt x="25767" y="28592"/>
                    <a:pt x="25612" y="28713"/>
                  </a:cubicBezTo>
                  <a:cubicBezTo>
                    <a:pt x="25318" y="28938"/>
                    <a:pt x="24903" y="29128"/>
                    <a:pt x="25283" y="29646"/>
                  </a:cubicBezTo>
                  <a:cubicBezTo>
                    <a:pt x="25508" y="29871"/>
                    <a:pt x="25802" y="30026"/>
                    <a:pt x="26113" y="30078"/>
                  </a:cubicBezTo>
                  <a:cubicBezTo>
                    <a:pt x="26172" y="30086"/>
                    <a:pt x="26229" y="30090"/>
                    <a:pt x="26283" y="30090"/>
                  </a:cubicBezTo>
                  <a:cubicBezTo>
                    <a:pt x="26710" y="30090"/>
                    <a:pt x="27006" y="29856"/>
                    <a:pt x="27098" y="29473"/>
                  </a:cubicBezTo>
                  <a:cubicBezTo>
                    <a:pt x="27115" y="29335"/>
                    <a:pt x="27098" y="29197"/>
                    <a:pt x="27029" y="29076"/>
                  </a:cubicBezTo>
                  <a:cubicBezTo>
                    <a:pt x="26976" y="28903"/>
                    <a:pt x="26992" y="28848"/>
                    <a:pt x="27041" y="28848"/>
                  </a:cubicBezTo>
                  <a:cubicBezTo>
                    <a:pt x="27105" y="28848"/>
                    <a:pt x="27225" y="28941"/>
                    <a:pt x="27322" y="28990"/>
                  </a:cubicBezTo>
                  <a:cubicBezTo>
                    <a:pt x="27824" y="29266"/>
                    <a:pt x="28463" y="29473"/>
                    <a:pt x="28169" y="30113"/>
                  </a:cubicBezTo>
                  <a:cubicBezTo>
                    <a:pt x="27945" y="30597"/>
                    <a:pt x="28117" y="31029"/>
                    <a:pt x="28809" y="31461"/>
                  </a:cubicBezTo>
                  <a:cubicBezTo>
                    <a:pt x="30199" y="32318"/>
                    <a:pt x="31628" y="32554"/>
                    <a:pt x="32898" y="32554"/>
                  </a:cubicBezTo>
                  <a:cubicBezTo>
                    <a:pt x="33522" y="32554"/>
                    <a:pt x="34108" y="32497"/>
                    <a:pt x="34633" y="32429"/>
                  </a:cubicBezTo>
                  <a:cubicBezTo>
                    <a:pt x="36672" y="32135"/>
                    <a:pt x="39299" y="31824"/>
                    <a:pt x="39299" y="29145"/>
                  </a:cubicBezTo>
                  <a:cubicBezTo>
                    <a:pt x="39299" y="28938"/>
                    <a:pt x="39541" y="28799"/>
                    <a:pt x="39592" y="28575"/>
                  </a:cubicBezTo>
                  <a:cubicBezTo>
                    <a:pt x="40024" y="26968"/>
                    <a:pt x="41804" y="26363"/>
                    <a:pt x="42496" y="24998"/>
                  </a:cubicBezTo>
                  <a:cubicBezTo>
                    <a:pt x="44224" y="21559"/>
                    <a:pt x="44362" y="17722"/>
                    <a:pt x="40232" y="13661"/>
                  </a:cubicBezTo>
                  <a:cubicBezTo>
                    <a:pt x="38953" y="12399"/>
                    <a:pt x="38037" y="10671"/>
                    <a:pt x="36309" y="9859"/>
                  </a:cubicBezTo>
                  <a:cubicBezTo>
                    <a:pt x="34494" y="9012"/>
                    <a:pt x="34080" y="7716"/>
                    <a:pt x="33509" y="6472"/>
                  </a:cubicBezTo>
                  <a:cubicBezTo>
                    <a:pt x="33388" y="5608"/>
                    <a:pt x="33008" y="4761"/>
                    <a:pt x="32213" y="4346"/>
                  </a:cubicBezTo>
                  <a:cubicBezTo>
                    <a:pt x="30658" y="3465"/>
                    <a:pt x="30278" y="2100"/>
                    <a:pt x="29414" y="942"/>
                  </a:cubicBezTo>
                  <a:cubicBezTo>
                    <a:pt x="29120" y="544"/>
                    <a:pt x="28947" y="78"/>
                    <a:pt x="28377" y="9"/>
                  </a:cubicBezTo>
                  <a:cubicBezTo>
                    <a:pt x="28330" y="3"/>
                    <a:pt x="28287" y="1"/>
                    <a:pt x="28245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93" name="Google Shape;4051;p80">
              <a:extLst>
                <a:ext uri="{FF2B5EF4-FFF2-40B4-BE49-F238E27FC236}">
                  <a16:creationId xmlns:a16="http://schemas.microsoft.com/office/drawing/2014/main" id="{94AE88D9-CD58-F0F8-9CA2-5B5B7938B003}"/>
                </a:ext>
              </a:extLst>
            </p:cNvPr>
            <p:cNvSpPr/>
            <p:nvPr/>
          </p:nvSpPr>
          <p:spPr>
            <a:xfrm>
              <a:off x="6442175" y="3238700"/>
              <a:ext cx="571625" cy="311800"/>
            </a:xfrm>
            <a:custGeom>
              <a:avLst/>
              <a:gdLst/>
              <a:ahLst/>
              <a:cxnLst/>
              <a:rect l="l" t="t" r="r" b="b"/>
              <a:pathLst>
                <a:path w="22865" h="12472" extrusionOk="0">
                  <a:moveTo>
                    <a:pt x="3070" y="1"/>
                  </a:moveTo>
                  <a:cubicBezTo>
                    <a:pt x="2939" y="1"/>
                    <a:pt x="2792" y="15"/>
                    <a:pt x="2627" y="46"/>
                  </a:cubicBezTo>
                  <a:cubicBezTo>
                    <a:pt x="1833" y="202"/>
                    <a:pt x="830" y="29"/>
                    <a:pt x="415" y="927"/>
                  </a:cubicBezTo>
                  <a:cubicBezTo>
                    <a:pt x="1" y="1826"/>
                    <a:pt x="934" y="1861"/>
                    <a:pt x="1400" y="2189"/>
                  </a:cubicBezTo>
                  <a:cubicBezTo>
                    <a:pt x="1504" y="2258"/>
                    <a:pt x="1366" y="2569"/>
                    <a:pt x="1435" y="2742"/>
                  </a:cubicBezTo>
                  <a:cubicBezTo>
                    <a:pt x="1757" y="3623"/>
                    <a:pt x="1963" y="4886"/>
                    <a:pt x="3062" y="4886"/>
                  </a:cubicBezTo>
                  <a:cubicBezTo>
                    <a:pt x="3084" y="4886"/>
                    <a:pt x="3106" y="4886"/>
                    <a:pt x="3129" y="4885"/>
                  </a:cubicBezTo>
                  <a:cubicBezTo>
                    <a:pt x="3207" y="4880"/>
                    <a:pt x="3284" y="4878"/>
                    <a:pt x="3360" y="4878"/>
                  </a:cubicBezTo>
                  <a:cubicBezTo>
                    <a:pt x="4698" y="4878"/>
                    <a:pt x="5731" y="5570"/>
                    <a:pt x="6810" y="6077"/>
                  </a:cubicBezTo>
                  <a:cubicBezTo>
                    <a:pt x="7328" y="6319"/>
                    <a:pt x="8019" y="7322"/>
                    <a:pt x="7207" y="8203"/>
                  </a:cubicBezTo>
                  <a:cubicBezTo>
                    <a:pt x="6913" y="8531"/>
                    <a:pt x="6948" y="8911"/>
                    <a:pt x="7121" y="9292"/>
                  </a:cubicBezTo>
                  <a:cubicBezTo>
                    <a:pt x="7274" y="9613"/>
                    <a:pt x="7597" y="9810"/>
                    <a:pt x="7934" y="9810"/>
                  </a:cubicBezTo>
                  <a:cubicBezTo>
                    <a:pt x="8014" y="9810"/>
                    <a:pt x="8095" y="9799"/>
                    <a:pt x="8175" y="9775"/>
                  </a:cubicBezTo>
                  <a:cubicBezTo>
                    <a:pt x="8275" y="9755"/>
                    <a:pt x="8368" y="9745"/>
                    <a:pt x="8457" y="9745"/>
                  </a:cubicBezTo>
                  <a:cubicBezTo>
                    <a:pt x="8811" y="9745"/>
                    <a:pt x="9087" y="9900"/>
                    <a:pt x="9419" y="10121"/>
                  </a:cubicBezTo>
                  <a:cubicBezTo>
                    <a:pt x="10079" y="10569"/>
                    <a:pt x="10930" y="10787"/>
                    <a:pt x="11688" y="10787"/>
                  </a:cubicBezTo>
                  <a:cubicBezTo>
                    <a:pt x="12538" y="10787"/>
                    <a:pt x="13270" y="10513"/>
                    <a:pt x="13480" y="9983"/>
                  </a:cubicBezTo>
                  <a:cubicBezTo>
                    <a:pt x="13648" y="9563"/>
                    <a:pt x="13555" y="9014"/>
                    <a:pt x="14230" y="9014"/>
                  </a:cubicBezTo>
                  <a:cubicBezTo>
                    <a:pt x="14250" y="9014"/>
                    <a:pt x="14271" y="9014"/>
                    <a:pt x="14293" y="9015"/>
                  </a:cubicBezTo>
                  <a:cubicBezTo>
                    <a:pt x="15036" y="9050"/>
                    <a:pt x="15381" y="9516"/>
                    <a:pt x="15450" y="10138"/>
                  </a:cubicBezTo>
                  <a:cubicBezTo>
                    <a:pt x="15640" y="11486"/>
                    <a:pt x="16522" y="11953"/>
                    <a:pt x="17697" y="11988"/>
                  </a:cubicBezTo>
                  <a:cubicBezTo>
                    <a:pt x="18224" y="11988"/>
                    <a:pt x="18870" y="12472"/>
                    <a:pt x="19366" y="12472"/>
                  </a:cubicBezTo>
                  <a:cubicBezTo>
                    <a:pt x="19602" y="12472"/>
                    <a:pt x="19804" y="12362"/>
                    <a:pt x="19944" y="12039"/>
                  </a:cubicBezTo>
                  <a:cubicBezTo>
                    <a:pt x="20289" y="11210"/>
                    <a:pt x="19287" y="10398"/>
                    <a:pt x="18596" y="9758"/>
                  </a:cubicBezTo>
                  <a:cubicBezTo>
                    <a:pt x="18164" y="9361"/>
                    <a:pt x="17420" y="8825"/>
                    <a:pt x="17749" y="8272"/>
                  </a:cubicBezTo>
                  <a:cubicBezTo>
                    <a:pt x="17984" y="7884"/>
                    <a:pt x="18253" y="7197"/>
                    <a:pt x="18937" y="7197"/>
                  </a:cubicBezTo>
                  <a:cubicBezTo>
                    <a:pt x="19107" y="7197"/>
                    <a:pt x="19302" y="7239"/>
                    <a:pt x="19529" y="7339"/>
                  </a:cubicBezTo>
                  <a:cubicBezTo>
                    <a:pt x="19732" y="7429"/>
                    <a:pt x="19935" y="7468"/>
                    <a:pt x="20135" y="7468"/>
                  </a:cubicBezTo>
                  <a:cubicBezTo>
                    <a:pt x="20854" y="7468"/>
                    <a:pt x="21544" y="6970"/>
                    <a:pt x="22138" y="6578"/>
                  </a:cubicBezTo>
                  <a:cubicBezTo>
                    <a:pt x="22795" y="6146"/>
                    <a:pt x="22864" y="5248"/>
                    <a:pt x="22311" y="4643"/>
                  </a:cubicBezTo>
                  <a:cubicBezTo>
                    <a:pt x="22115" y="4425"/>
                    <a:pt x="21948" y="4340"/>
                    <a:pt x="21799" y="4340"/>
                  </a:cubicBezTo>
                  <a:cubicBezTo>
                    <a:pt x="21465" y="4340"/>
                    <a:pt x="21227" y="4774"/>
                    <a:pt x="20963" y="5110"/>
                  </a:cubicBezTo>
                  <a:cubicBezTo>
                    <a:pt x="20756" y="5334"/>
                    <a:pt x="20479" y="5472"/>
                    <a:pt x="20168" y="5507"/>
                  </a:cubicBezTo>
                  <a:cubicBezTo>
                    <a:pt x="20112" y="5512"/>
                    <a:pt x="20051" y="5514"/>
                    <a:pt x="19986" y="5514"/>
                  </a:cubicBezTo>
                  <a:cubicBezTo>
                    <a:pt x="18639" y="5514"/>
                    <a:pt x="15548" y="4518"/>
                    <a:pt x="14344" y="3727"/>
                  </a:cubicBezTo>
                  <a:cubicBezTo>
                    <a:pt x="13999" y="3485"/>
                    <a:pt x="13636" y="3295"/>
                    <a:pt x="13238" y="3139"/>
                  </a:cubicBezTo>
                  <a:cubicBezTo>
                    <a:pt x="11925" y="2690"/>
                    <a:pt x="10473" y="2465"/>
                    <a:pt x="9298" y="1774"/>
                  </a:cubicBezTo>
                  <a:cubicBezTo>
                    <a:pt x="8770" y="1458"/>
                    <a:pt x="8301" y="1322"/>
                    <a:pt x="7877" y="1322"/>
                  </a:cubicBezTo>
                  <a:cubicBezTo>
                    <a:pt x="7093" y="1322"/>
                    <a:pt x="6459" y="1787"/>
                    <a:pt x="5876" y="2448"/>
                  </a:cubicBezTo>
                  <a:cubicBezTo>
                    <a:pt x="5497" y="2886"/>
                    <a:pt x="5240" y="3062"/>
                    <a:pt x="5050" y="3062"/>
                  </a:cubicBezTo>
                  <a:cubicBezTo>
                    <a:pt x="4739" y="3062"/>
                    <a:pt x="4614" y="2586"/>
                    <a:pt x="4442" y="2016"/>
                  </a:cubicBezTo>
                  <a:cubicBezTo>
                    <a:pt x="4193" y="1191"/>
                    <a:pt x="4266" y="1"/>
                    <a:pt x="3070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94" name="Google Shape;4052;p80">
              <a:extLst>
                <a:ext uri="{FF2B5EF4-FFF2-40B4-BE49-F238E27FC236}">
                  <a16:creationId xmlns:a16="http://schemas.microsoft.com/office/drawing/2014/main" id="{0B2A6975-EDD0-7BBA-A0AE-7C7A8FF32EC3}"/>
                </a:ext>
              </a:extLst>
            </p:cNvPr>
            <p:cNvSpPr/>
            <p:nvPr/>
          </p:nvSpPr>
          <p:spPr>
            <a:xfrm>
              <a:off x="5898675" y="3029225"/>
              <a:ext cx="282150" cy="318450"/>
            </a:xfrm>
            <a:custGeom>
              <a:avLst/>
              <a:gdLst/>
              <a:ahLst/>
              <a:cxnLst/>
              <a:rect l="l" t="t" r="r" b="b"/>
              <a:pathLst>
                <a:path w="11286" h="12738" extrusionOk="0">
                  <a:moveTo>
                    <a:pt x="8163" y="0"/>
                  </a:moveTo>
                  <a:cubicBezTo>
                    <a:pt x="7646" y="0"/>
                    <a:pt x="7307" y="634"/>
                    <a:pt x="7121" y="1115"/>
                  </a:cubicBezTo>
                  <a:cubicBezTo>
                    <a:pt x="6498" y="2618"/>
                    <a:pt x="5081" y="3362"/>
                    <a:pt x="4027" y="4450"/>
                  </a:cubicBezTo>
                  <a:cubicBezTo>
                    <a:pt x="3562" y="4916"/>
                    <a:pt x="2753" y="5709"/>
                    <a:pt x="2170" y="5709"/>
                  </a:cubicBezTo>
                  <a:cubicBezTo>
                    <a:pt x="2125" y="5709"/>
                    <a:pt x="2082" y="5704"/>
                    <a:pt x="2040" y="5695"/>
                  </a:cubicBezTo>
                  <a:cubicBezTo>
                    <a:pt x="1767" y="5631"/>
                    <a:pt x="1536" y="5602"/>
                    <a:pt x="1339" y="5602"/>
                  </a:cubicBezTo>
                  <a:cubicBezTo>
                    <a:pt x="150" y="5602"/>
                    <a:pt x="215" y="6659"/>
                    <a:pt x="52" y="7475"/>
                  </a:cubicBezTo>
                  <a:cubicBezTo>
                    <a:pt x="1" y="9410"/>
                    <a:pt x="1625" y="11518"/>
                    <a:pt x="3267" y="12123"/>
                  </a:cubicBezTo>
                  <a:cubicBezTo>
                    <a:pt x="3638" y="12262"/>
                    <a:pt x="4019" y="12277"/>
                    <a:pt x="4389" y="12277"/>
                  </a:cubicBezTo>
                  <a:cubicBezTo>
                    <a:pt x="4488" y="12277"/>
                    <a:pt x="4586" y="12276"/>
                    <a:pt x="4683" y="12276"/>
                  </a:cubicBezTo>
                  <a:cubicBezTo>
                    <a:pt x="5034" y="12276"/>
                    <a:pt x="5369" y="12290"/>
                    <a:pt x="5669" y="12417"/>
                  </a:cubicBezTo>
                  <a:cubicBezTo>
                    <a:pt x="6156" y="12630"/>
                    <a:pt x="6559" y="12738"/>
                    <a:pt x="6895" y="12738"/>
                  </a:cubicBezTo>
                  <a:cubicBezTo>
                    <a:pt x="7678" y="12738"/>
                    <a:pt x="8093" y="12148"/>
                    <a:pt x="8348" y="10914"/>
                  </a:cubicBezTo>
                  <a:cubicBezTo>
                    <a:pt x="8572" y="9773"/>
                    <a:pt x="9073" y="8235"/>
                    <a:pt x="9937" y="7786"/>
                  </a:cubicBezTo>
                  <a:cubicBezTo>
                    <a:pt x="11268" y="7094"/>
                    <a:pt x="10577" y="6697"/>
                    <a:pt x="10231" y="6023"/>
                  </a:cubicBezTo>
                  <a:cubicBezTo>
                    <a:pt x="9782" y="5124"/>
                    <a:pt x="8797" y="4278"/>
                    <a:pt x="10058" y="3189"/>
                  </a:cubicBezTo>
                  <a:cubicBezTo>
                    <a:pt x="10404" y="2895"/>
                    <a:pt x="11285" y="2618"/>
                    <a:pt x="10853" y="1945"/>
                  </a:cubicBezTo>
                  <a:cubicBezTo>
                    <a:pt x="10266" y="1063"/>
                    <a:pt x="9402" y="286"/>
                    <a:pt x="8348" y="26"/>
                  </a:cubicBezTo>
                  <a:cubicBezTo>
                    <a:pt x="8284" y="9"/>
                    <a:pt x="8222" y="0"/>
                    <a:pt x="8163" y="0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95" name="Google Shape;4053;p80">
              <a:extLst>
                <a:ext uri="{FF2B5EF4-FFF2-40B4-BE49-F238E27FC236}">
                  <a16:creationId xmlns:a16="http://schemas.microsoft.com/office/drawing/2014/main" id="{26330F5B-2DC7-12E8-4CD6-7794881140D9}"/>
                </a:ext>
              </a:extLst>
            </p:cNvPr>
            <p:cNvSpPr/>
            <p:nvPr/>
          </p:nvSpPr>
          <p:spPr>
            <a:xfrm>
              <a:off x="5544400" y="3065225"/>
              <a:ext cx="541800" cy="430700"/>
            </a:xfrm>
            <a:custGeom>
              <a:avLst/>
              <a:gdLst/>
              <a:ahLst/>
              <a:cxnLst/>
              <a:rect l="l" t="t" r="r" b="b"/>
              <a:pathLst>
                <a:path w="21672" h="17228" extrusionOk="0">
                  <a:moveTo>
                    <a:pt x="7484" y="4583"/>
                  </a:moveTo>
                  <a:lnTo>
                    <a:pt x="7484" y="4583"/>
                  </a:lnTo>
                  <a:cubicBezTo>
                    <a:pt x="7486" y="4586"/>
                    <a:pt x="7488" y="4589"/>
                    <a:pt x="7491" y="4592"/>
                  </a:cubicBezTo>
                  <a:lnTo>
                    <a:pt x="7491" y="4592"/>
                  </a:lnTo>
                  <a:cubicBezTo>
                    <a:pt x="7494" y="4595"/>
                    <a:pt x="7498" y="4597"/>
                    <a:pt x="7501" y="4600"/>
                  </a:cubicBezTo>
                  <a:lnTo>
                    <a:pt x="7484" y="4583"/>
                  </a:lnTo>
                  <a:close/>
                  <a:moveTo>
                    <a:pt x="1210" y="0"/>
                  </a:moveTo>
                  <a:cubicBezTo>
                    <a:pt x="910" y="0"/>
                    <a:pt x="646" y="84"/>
                    <a:pt x="415" y="314"/>
                  </a:cubicBezTo>
                  <a:cubicBezTo>
                    <a:pt x="1" y="712"/>
                    <a:pt x="260" y="1127"/>
                    <a:pt x="571" y="1403"/>
                  </a:cubicBezTo>
                  <a:cubicBezTo>
                    <a:pt x="1833" y="2561"/>
                    <a:pt x="2939" y="3874"/>
                    <a:pt x="3872" y="5309"/>
                  </a:cubicBezTo>
                  <a:cubicBezTo>
                    <a:pt x="5894" y="8264"/>
                    <a:pt x="6948" y="12014"/>
                    <a:pt x="10663" y="13552"/>
                  </a:cubicBezTo>
                  <a:cubicBezTo>
                    <a:pt x="10715" y="13587"/>
                    <a:pt x="10733" y="13656"/>
                    <a:pt x="10733" y="13725"/>
                  </a:cubicBezTo>
                  <a:cubicBezTo>
                    <a:pt x="10007" y="15522"/>
                    <a:pt x="11579" y="15401"/>
                    <a:pt x="12478" y="15660"/>
                  </a:cubicBezTo>
                  <a:cubicBezTo>
                    <a:pt x="14932" y="16334"/>
                    <a:pt x="17420" y="16801"/>
                    <a:pt x="19961" y="17043"/>
                  </a:cubicBezTo>
                  <a:cubicBezTo>
                    <a:pt x="20276" y="17079"/>
                    <a:pt x="20618" y="17227"/>
                    <a:pt x="20904" y="17227"/>
                  </a:cubicBezTo>
                  <a:cubicBezTo>
                    <a:pt x="21167" y="17227"/>
                    <a:pt x="21382" y="17101"/>
                    <a:pt x="21482" y="16645"/>
                  </a:cubicBezTo>
                  <a:cubicBezTo>
                    <a:pt x="21672" y="15816"/>
                    <a:pt x="20842" y="15626"/>
                    <a:pt x="20306" y="15280"/>
                  </a:cubicBezTo>
                  <a:cubicBezTo>
                    <a:pt x="18129" y="13932"/>
                    <a:pt x="15502" y="14347"/>
                    <a:pt x="13204" y="13448"/>
                  </a:cubicBezTo>
                  <a:cubicBezTo>
                    <a:pt x="13103" y="13410"/>
                    <a:pt x="12986" y="13400"/>
                    <a:pt x="12863" y="13400"/>
                  </a:cubicBezTo>
                  <a:cubicBezTo>
                    <a:pt x="12726" y="13400"/>
                    <a:pt x="12582" y="13412"/>
                    <a:pt x="12448" y="13412"/>
                  </a:cubicBezTo>
                  <a:cubicBezTo>
                    <a:pt x="12162" y="13412"/>
                    <a:pt x="11919" y="13355"/>
                    <a:pt x="11873" y="12999"/>
                  </a:cubicBezTo>
                  <a:cubicBezTo>
                    <a:pt x="11769" y="12221"/>
                    <a:pt x="11614" y="11288"/>
                    <a:pt x="12409" y="10666"/>
                  </a:cubicBezTo>
                  <a:cubicBezTo>
                    <a:pt x="12979" y="10199"/>
                    <a:pt x="12806" y="9836"/>
                    <a:pt x="12478" y="9249"/>
                  </a:cubicBezTo>
                  <a:cubicBezTo>
                    <a:pt x="11908" y="8195"/>
                    <a:pt x="10352" y="8558"/>
                    <a:pt x="10076" y="7849"/>
                  </a:cubicBezTo>
                  <a:cubicBezTo>
                    <a:pt x="9542" y="6419"/>
                    <a:pt x="8354" y="5659"/>
                    <a:pt x="7491" y="4592"/>
                  </a:cubicBezTo>
                  <a:lnTo>
                    <a:pt x="7491" y="4592"/>
                  </a:lnTo>
                  <a:cubicBezTo>
                    <a:pt x="6993" y="4179"/>
                    <a:pt x="6512" y="3733"/>
                    <a:pt x="5980" y="3339"/>
                  </a:cubicBezTo>
                  <a:cubicBezTo>
                    <a:pt x="4563" y="2285"/>
                    <a:pt x="3682" y="522"/>
                    <a:pt x="1763" y="72"/>
                  </a:cubicBezTo>
                  <a:cubicBezTo>
                    <a:pt x="1567" y="28"/>
                    <a:pt x="1383" y="0"/>
                    <a:pt x="1210" y="0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96" name="Google Shape;4054;p80">
              <a:extLst>
                <a:ext uri="{FF2B5EF4-FFF2-40B4-BE49-F238E27FC236}">
                  <a16:creationId xmlns:a16="http://schemas.microsoft.com/office/drawing/2014/main" id="{CE7067F3-4BA4-5B99-54AA-F6898514EABE}"/>
                </a:ext>
              </a:extLst>
            </p:cNvPr>
            <p:cNvSpPr/>
            <p:nvPr/>
          </p:nvSpPr>
          <p:spPr>
            <a:xfrm>
              <a:off x="4388700" y="3530600"/>
              <a:ext cx="227275" cy="395425"/>
            </a:xfrm>
            <a:custGeom>
              <a:avLst/>
              <a:gdLst/>
              <a:ahLst/>
              <a:cxnLst/>
              <a:rect l="l" t="t" r="r" b="b"/>
              <a:pathLst>
                <a:path w="9091" h="15817" extrusionOk="0">
                  <a:moveTo>
                    <a:pt x="7622" y="0"/>
                  </a:moveTo>
                  <a:cubicBezTo>
                    <a:pt x="7155" y="0"/>
                    <a:pt x="6965" y="363"/>
                    <a:pt x="6740" y="761"/>
                  </a:cubicBezTo>
                  <a:cubicBezTo>
                    <a:pt x="5963" y="2212"/>
                    <a:pt x="5323" y="3802"/>
                    <a:pt x="3405" y="4200"/>
                  </a:cubicBezTo>
                  <a:cubicBezTo>
                    <a:pt x="2645" y="4338"/>
                    <a:pt x="2247" y="4891"/>
                    <a:pt x="2109" y="5738"/>
                  </a:cubicBezTo>
                  <a:cubicBezTo>
                    <a:pt x="1781" y="7587"/>
                    <a:pt x="1971" y="9471"/>
                    <a:pt x="917" y="11285"/>
                  </a:cubicBezTo>
                  <a:cubicBezTo>
                    <a:pt x="1" y="12910"/>
                    <a:pt x="1660" y="15813"/>
                    <a:pt x="3077" y="15813"/>
                  </a:cubicBezTo>
                  <a:cubicBezTo>
                    <a:pt x="3125" y="15815"/>
                    <a:pt x="3172" y="15816"/>
                    <a:pt x="3219" y="15816"/>
                  </a:cubicBezTo>
                  <a:cubicBezTo>
                    <a:pt x="4640" y="15816"/>
                    <a:pt x="5279" y="14808"/>
                    <a:pt x="5496" y="13670"/>
                  </a:cubicBezTo>
                  <a:cubicBezTo>
                    <a:pt x="6049" y="11095"/>
                    <a:pt x="7034" y="8676"/>
                    <a:pt x="8002" y="6256"/>
                  </a:cubicBezTo>
                  <a:cubicBezTo>
                    <a:pt x="8745" y="4373"/>
                    <a:pt x="9091" y="2645"/>
                    <a:pt x="8192" y="778"/>
                  </a:cubicBezTo>
                  <a:cubicBezTo>
                    <a:pt x="8054" y="467"/>
                    <a:pt x="8106" y="18"/>
                    <a:pt x="7622" y="0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97" name="Google Shape;4055;p80">
              <a:extLst>
                <a:ext uri="{FF2B5EF4-FFF2-40B4-BE49-F238E27FC236}">
                  <a16:creationId xmlns:a16="http://schemas.microsoft.com/office/drawing/2014/main" id="{22A75DF2-4071-D0F8-874D-F357572B7AEC}"/>
                </a:ext>
              </a:extLst>
            </p:cNvPr>
            <p:cNvSpPr/>
            <p:nvPr/>
          </p:nvSpPr>
          <p:spPr>
            <a:xfrm>
              <a:off x="6438300" y="1893850"/>
              <a:ext cx="267450" cy="418275"/>
            </a:xfrm>
            <a:custGeom>
              <a:avLst/>
              <a:gdLst/>
              <a:ahLst/>
              <a:cxnLst/>
              <a:rect l="l" t="t" r="r" b="b"/>
              <a:pathLst>
                <a:path w="10698" h="16731" extrusionOk="0">
                  <a:moveTo>
                    <a:pt x="4909" y="1"/>
                  </a:moveTo>
                  <a:cubicBezTo>
                    <a:pt x="4667" y="1"/>
                    <a:pt x="4504" y="61"/>
                    <a:pt x="4562" y="216"/>
                  </a:cubicBezTo>
                  <a:cubicBezTo>
                    <a:pt x="5064" y="1633"/>
                    <a:pt x="3992" y="3465"/>
                    <a:pt x="5444" y="4502"/>
                  </a:cubicBezTo>
                  <a:cubicBezTo>
                    <a:pt x="6654" y="5366"/>
                    <a:pt x="6515" y="6627"/>
                    <a:pt x="6913" y="7647"/>
                  </a:cubicBezTo>
                  <a:cubicBezTo>
                    <a:pt x="6804" y="8207"/>
                    <a:pt x="6835" y="9062"/>
                    <a:pt x="6426" y="9062"/>
                  </a:cubicBezTo>
                  <a:cubicBezTo>
                    <a:pt x="6380" y="9062"/>
                    <a:pt x="6330" y="9052"/>
                    <a:pt x="6273" y="9029"/>
                  </a:cubicBezTo>
                  <a:cubicBezTo>
                    <a:pt x="6019" y="8928"/>
                    <a:pt x="5817" y="8884"/>
                    <a:pt x="5657" y="8884"/>
                  </a:cubicBezTo>
                  <a:cubicBezTo>
                    <a:pt x="5131" y="8884"/>
                    <a:pt x="5047" y="9360"/>
                    <a:pt x="4995" y="9876"/>
                  </a:cubicBezTo>
                  <a:cubicBezTo>
                    <a:pt x="4925" y="10533"/>
                    <a:pt x="4614" y="10757"/>
                    <a:pt x="4044" y="10896"/>
                  </a:cubicBezTo>
                  <a:cubicBezTo>
                    <a:pt x="726" y="11673"/>
                    <a:pt x="0" y="13229"/>
                    <a:pt x="1659" y="16028"/>
                  </a:cubicBezTo>
                  <a:cubicBezTo>
                    <a:pt x="1834" y="16314"/>
                    <a:pt x="1935" y="16730"/>
                    <a:pt x="2351" y="16730"/>
                  </a:cubicBezTo>
                  <a:cubicBezTo>
                    <a:pt x="2389" y="16730"/>
                    <a:pt x="2429" y="16727"/>
                    <a:pt x="2471" y="16720"/>
                  </a:cubicBezTo>
                  <a:cubicBezTo>
                    <a:pt x="3007" y="16633"/>
                    <a:pt x="3197" y="16236"/>
                    <a:pt x="3301" y="15752"/>
                  </a:cubicBezTo>
                  <a:cubicBezTo>
                    <a:pt x="3405" y="15251"/>
                    <a:pt x="3301" y="14784"/>
                    <a:pt x="4009" y="14542"/>
                  </a:cubicBezTo>
                  <a:cubicBezTo>
                    <a:pt x="5651" y="13955"/>
                    <a:pt x="7241" y="13194"/>
                    <a:pt x="8866" y="12555"/>
                  </a:cubicBezTo>
                  <a:cubicBezTo>
                    <a:pt x="9298" y="12399"/>
                    <a:pt x="9643" y="12261"/>
                    <a:pt x="9799" y="11829"/>
                  </a:cubicBezTo>
                  <a:cubicBezTo>
                    <a:pt x="10300" y="10308"/>
                    <a:pt x="8866" y="5746"/>
                    <a:pt x="7604" y="4709"/>
                  </a:cubicBezTo>
                  <a:cubicBezTo>
                    <a:pt x="7397" y="4536"/>
                    <a:pt x="6809" y="4571"/>
                    <a:pt x="7016" y="4139"/>
                  </a:cubicBezTo>
                  <a:cubicBezTo>
                    <a:pt x="7082" y="4008"/>
                    <a:pt x="7166" y="3963"/>
                    <a:pt x="7262" y="3963"/>
                  </a:cubicBezTo>
                  <a:cubicBezTo>
                    <a:pt x="7468" y="3963"/>
                    <a:pt x="7725" y="4173"/>
                    <a:pt x="7950" y="4173"/>
                  </a:cubicBezTo>
                  <a:cubicBezTo>
                    <a:pt x="7979" y="4174"/>
                    <a:pt x="8009" y="4175"/>
                    <a:pt x="8039" y="4175"/>
                  </a:cubicBezTo>
                  <a:cubicBezTo>
                    <a:pt x="9008" y="4175"/>
                    <a:pt x="9913" y="3634"/>
                    <a:pt x="10265" y="2946"/>
                  </a:cubicBezTo>
                  <a:cubicBezTo>
                    <a:pt x="10697" y="2117"/>
                    <a:pt x="9695" y="1667"/>
                    <a:pt x="8987" y="1581"/>
                  </a:cubicBezTo>
                  <a:cubicBezTo>
                    <a:pt x="7811" y="1443"/>
                    <a:pt x="6930" y="786"/>
                    <a:pt x="5962" y="250"/>
                  </a:cubicBezTo>
                  <a:cubicBezTo>
                    <a:pt x="5704" y="111"/>
                    <a:pt x="5235" y="1"/>
                    <a:pt x="4909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98" name="Google Shape;4056;p80">
              <a:extLst>
                <a:ext uri="{FF2B5EF4-FFF2-40B4-BE49-F238E27FC236}">
                  <a16:creationId xmlns:a16="http://schemas.microsoft.com/office/drawing/2014/main" id="{6C18D79F-6093-A3B1-84CB-10643B5245A8}"/>
                </a:ext>
              </a:extLst>
            </p:cNvPr>
            <p:cNvSpPr/>
            <p:nvPr/>
          </p:nvSpPr>
          <p:spPr>
            <a:xfrm>
              <a:off x="6901875" y="4220725"/>
              <a:ext cx="468775" cy="354550"/>
            </a:xfrm>
            <a:custGeom>
              <a:avLst/>
              <a:gdLst/>
              <a:ahLst/>
              <a:cxnLst/>
              <a:rect l="l" t="t" r="r" b="b"/>
              <a:pathLst>
                <a:path w="18751" h="14182" extrusionOk="0">
                  <a:moveTo>
                    <a:pt x="15666" y="0"/>
                  </a:moveTo>
                  <a:cubicBezTo>
                    <a:pt x="15588" y="0"/>
                    <a:pt x="15504" y="9"/>
                    <a:pt x="15415" y="28"/>
                  </a:cubicBezTo>
                  <a:cubicBezTo>
                    <a:pt x="14690" y="184"/>
                    <a:pt x="14759" y="772"/>
                    <a:pt x="14897" y="1290"/>
                  </a:cubicBezTo>
                  <a:cubicBezTo>
                    <a:pt x="15294" y="2845"/>
                    <a:pt x="14880" y="4038"/>
                    <a:pt x="13463" y="4850"/>
                  </a:cubicBezTo>
                  <a:cubicBezTo>
                    <a:pt x="13013" y="5109"/>
                    <a:pt x="12823" y="5472"/>
                    <a:pt x="13065" y="5991"/>
                  </a:cubicBezTo>
                  <a:cubicBezTo>
                    <a:pt x="13324" y="6578"/>
                    <a:pt x="12823" y="6803"/>
                    <a:pt x="12512" y="7097"/>
                  </a:cubicBezTo>
                  <a:cubicBezTo>
                    <a:pt x="12410" y="7191"/>
                    <a:pt x="12303" y="7233"/>
                    <a:pt x="12200" y="7233"/>
                  </a:cubicBezTo>
                  <a:cubicBezTo>
                    <a:pt x="12041" y="7233"/>
                    <a:pt x="11891" y="7133"/>
                    <a:pt x="11786" y="6976"/>
                  </a:cubicBezTo>
                  <a:cubicBezTo>
                    <a:pt x="11531" y="6610"/>
                    <a:pt x="11284" y="6477"/>
                    <a:pt x="11039" y="6477"/>
                  </a:cubicBezTo>
                  <a:cubicBezTo>
                    <a:pt x="10705" y="6477"/>
                    <a:pt x="10373" y="6726"/>
                    <a:pt x="10024" y="6976"/>
                  </a:cubicBezTo>
                  <a:cubicBezTo>
                    <a:pt x="8797" y="7891"/>
                    <a:pt x="7811" y="9188"/>
                    <a:pt x="6308" y="9637"/>
                  </a:cubicBezTo>
                  <a:cubicBezTo>
                    <a:pt x="4303" y="10242"/>
                    <a:pt x="2696" y="11572"/>
                    <a:pt x="812" y="12385"/>
                  </a:cubicBezTo>
                  <a:cubicBezTo>
                    <a:pt x="242" y="12627"/>
                    <a:pt x="0" y="13214"/>
                    <a:pt x="692" y="13577"/>
                  </a:cubicBezTo>
                  <a:cubicBezTo>
                    <a:pt x="1262" y="13888"/>
                    <a:pt x="1936" y="13992"/>
                    <a:pt x="2610" y="14182"/>
                  </a:cubicBezTo>
                  <a:cubicBezTo>
                    <a:pt x="3819" y="13854"/>
                    <a:pt x="4943" y="13249"/>
                    <a:pt x="5893" y="12436"/>
                  </a:cubicBezTo>
                  <a:cubicBezTo>
                    <a:pt x="7829" y="10743"/>
                    <a:pt x="10144" y="9447"/>
                    <a:pt x="12357" y="8496"/>
                  </a:cubicBezTo>
                  <a:cubicBezTo>
                    <a:pt x="14396" y="7615"/>
                    <a:pt x="15847" y="6042"/>
                    <a:pt x="17817" y="5213"/>
                  </a:cubicBezTo>
                  <a:cubicBezTo>
                    <a:pt x="18301" y="4988"/>
                    <a:pt x="18751" y="4452"/>
                    <a:pt x="18612" y="3848"/>
                  </a:cubicBezTo>
                  <a:cubicBezTo>
                    <a:pt x="18539" y="3538"/>
                    <a:pt x="18402" y="3442"/>
                    <a:pt x="18239" y="3442"/>
                  </a:cubicBezTo>
                  <a:cubicBezTo>
                    <a:pt x="18019" y="3442"/>
                    <a:pt x="17752" y="3615"/>
                    <a:pt x="17524" y="3675"/>
                  </a:cubicBezTo>
                  <a:cubicBezTo>
                    <a:pt x="17487" y="3682"/>
                    <a:pt x="17451" y="3686"/>
                    <a:pt x="17417" y="3686"/>
                  </a:cubicBezTo>
                  <a:cubicBezTo>
                    <a:pt x="17207" y="3686"/>
                    <a:pt x="17050" y="3554"/>
                    <a:pt x="17109" y="3346"/>
                  </a:cubicBezTo>
                  <a:cubicBezTo>
                    <a:pt x="17385" y="2431"/>
                    <a:pt x="16625" y="1791"/>
                    <a:pt x="16556" y="962"/>
                  </a:cubicBezTo>
                  <a:cubicBezTo>
                    <a:pt x="16526" y="461"/>
                    <a:pt x="16229" y="0"/>
                    <a:pt x="15666" y="0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99" name="Google Shape;4057;p80">
              <a:extLst>
                <a:ext uri="{FF2B5EF4-FFF2-40B4-BE49-F238E27FC236}">
                  <a16:creationId xmlns:a16="http://schemas.microsoft.com/office/drawing/2014/main" id="{C896067D-C66F-98CC-83F4-B8609ED3B752}"/>
                </a:ext>
              </a:extLst>
            </p:cNvPr>
            <p:cNvSpPr/>
            <p:nvPr/>
          </p:nvSpPr>
          <p:spPr>
            <a:xfrm>
              <a:off x="6306100" y="2654825"/>
              <a:ext cx="232875" cy="385425"/>
            </a:xfrm>
            <a:custGeom>
              <a:avLst/>
              <a:gdLst/>
              <a:ahLst/>
              <a:cxnLst/>
              <a:rect l="l" t="t" r="r" b="b"/>
              <a:pathLst>
                <a:path w="9315" h="15417" extrusionOk="0">
                  <a:moveTo>
                    <a:pt x="6907" y="9941"/>
                  </a:moveTo>
                  <a:cubicBezTo>
                    <a:pt x="6738" y="10523"/>
                    <a:pt x="6645" y="11167"/>
                    <a:pt x="5910" y="11304"/>
                  </a:cubicBezTo>
                  <a:cubicBezTo>
                    <a:pt x="5905" y="11305"/>
                    <a:pt x="5899" y="11305"/>
                    <a:pt x="5892" y="11305"/>
                  </a:cubicBezTo>
                  <a:cubicBezTo>
                    <a:pt x="5767" y="11305"/>
                    <a:pt x="5547" y="11146"/>
                    <a:pt x="5547" y="11097"/>
                  </a:cubicBezTo>
                  <a:cubicBezTo>
                    <a:pt x="5616" y="10270"/>
                    <a:pt x="6304" y="10147"/>
                    <a:pt x="6907" y="9941"/>
                  </a:cubicBezTo>
                  <a:close/>
                  <a:moveTo>
                    <a:pt x="2345" y="1"/>
                  </a:moveTo>
                  <a:cubicBezTo>
                    <a:pt x="2049" y="1"/>
                    <a:pt x="1708" y="93"/>
                    <a:pt x="1419" y="93"/>
                  </a:cubicBezTo>
                  <a:cubicBezTo>
                    <a:pt x="1383" y="93"/>
                    <a:pt x="1348" y="92"/>
                    <a:pt x="1313" y="88"/>
                  </a:cubicBezTo>
                  <a:cubicBezTo>
                    <a:pt x="1306" y="88"/>
                    <a:pt x="1299" y="88"/>
                    <a:pt x="1292" y="88"/>
                  </a:cubicBezTo>
                  <a:cubicBezTo>
                    <a:pt x="885" y="88"/>
                    <a:pt x="504" y="561"/>
                    <a:pt x="639" y="883"/>
                  </a:cubicBezTo>
                  <a:cubicBezTo>
                    <a:pt x="1244" y="2283"/>
                    <a:pt x="0" y="3977"/>
                    <a:pt x="1348" y="5273"/>
                  </a:cubicBezTo>
                  <a:cubicBezTo>
                    <a:pt x="1538" y="5446"/>
                    <a:pt x="1383" y="5964"/>
                    <a:pt x="1538" y="6241"/>
                  </a:cubicBezTo>
                  <a:cubicBezTo>
                    <a:pt x="1851" y="6738"/>
                    <a:pt x="1941" y="7889"/>
                    <a:pt x="2501" y="7889"/>
                  </a:cubicBezTo>
                  <a:cubicBezTo>
                    <a:pt x="2623" y="7889"/>
                    <a:pt x="2766" y="7836"/>
                    <a:pt x="2938" y="7710"/>
                  </a:cubicBezTo>
                  <a:cubicBezTo>
                    <a:pt x="3345" y="7411"/>
                    <a:pt x="3664" y="7306"/>
                    <a:pt x="3951" y="7306"/>
                  </a:cubicBezTo>
                  <a:cubicBezTo>
                    <a:pt x="4345" y="7306"/>
                    <a:pt x="4678" y="7505"/>
                    <a:pt x="5098" y="7675"/>
                  </a:cubicBezTo>
                  <a:cubicBezTo>
                    <a:pt x="5375" y="7796"/>
                    <a:pt x="5651" y="7848"/>
                    <a:pt x="5668" y="8176"/>
                  </a:cubicBezTo>
                  <a:cubicBezTo>
                    <a:pt x="5668" y="8297"/>
                    <a:pt x="5547" y="8401"/>
                    <a:pt x="5478" y="8504"/>
                  </a:cubicBezTo>
                  <a:cubicBezTo>
                    <a:pt x="5288" y="8384"/>
                    <a:pt x="5098" y="8263"/>
                    <a:pt x="4908" y="8107"/>
                  </a:cubicBezTo>
                  <a:cubicBezTo>
                    <a:pt x="4670" y="7869"/>
                    <a:pt x="4349" y="7740"/>
                    <a:pt x="4020" y="7740"/>
                  </a:cubicBezTo>
                  <a:cubicBezTo>
                    <a:pt x="3895" y="7740"/>
                    <a:pt x="3770" y="7758"/>
                    <a:pt x="3646" y="7796"/>
                  </a:cubicBezTo>
                  <a:cubicBezTo>
                    <a:pt x="3059" y="7951"/>
                    <a:pt x="3284" y="8470"/>
                    <a:pt x="3249" y="8850"/>
                  </a:cubicBezTo>
                  <a:cubicBezTo>
                    <a:pt x="3180" y="10008"/>
                    <a:pt x="4701" y="11270"/>
                    <a:pt x="4580" y="11408"/>
                  </a:cubicBezTo>
                  <a:cubicBezTo>
                    <a:pt x="3042" y="13170"/>
                    <a:pt x="4251" y="13205"/>
                    <a:pt x="5599" y="13758"/>
                  </a:cubicBezTo>
                  <a:cubicBezTo>
                    <a:pt x="6014" y="13948"/>
                    <a:pt x="6429" y="15244"/>
                    <a:pt x="7379" y="15400"/>
                  </a:cubicBezTo>
                  <a:cubicBezTo>
                    <a:pt x="7454" y="15411"/>
                    <a:pt x="7523" y="15417"/>
                    <a:pt x="7586" y="15417"/>
                  </a:cubicBezTo>
                  <a:cubicBezTo>
                    <a:pt x="8462" y="15417"/>
                    <a:pt x="8316" y="14362"/>
                    <a:pt x="8606" y="13879"/>
                  </a:cubicBezTo>
                  <a:cubicBezTo>
                    <a:pt x="9315" y="12687"/>
                    <a:pt x="8554" y="11529"/>
                    <a:pt x="8105" y="10423"/>
                  </a:cubicBezTo>
                  <a:cubicBezTo>
                    <a:pt x="7967" y="10058"/>
                    <a:pt x="7709" y="9812"/>
                    <a:pt x="7353" y="9812"/>
                  </a:cubicBezTo>
                  <a:cubicBezTo>
                    <a:pt x="7222" y="9812"/>
                    <a:pt x="7078" y="9845"/>
                    <a:pt x="6922" y="9917"/>
                  </a:cubicBezTo>
                  <a:lnTo>
                    <a:pt x="6922" y="9917"/>
                  </a:lnTo>
                  <a:cubicBezTo>
                    <a:pt x="7290" y="9072"/>
                    <a:pt x="8114" y="7913"/>
                    <a:pt x="7103" y="7433"/>
                  </a:cubicBezTo>
                  <a:cubicBezTo>
                    <a:pt x="5789" y="6828"/>
                    <a:pt x="5530" y="5048"/>
                    <a:pt x="3854" y="4927"/>
                  </a:cubicBezTo>
                  <a:cubicBezTo>
                    <a:pt x="3335" y="4893"/>
                    <a:pt x="2886" y="4167"/>
                    <a:pt x="3318" y="3424"/>
                  </a:cubicBezTo>
                  <a:cubicBezTo>
                    <a:pt x="3975" y="2318"/>
                    <a:pt x="3353" y="1298"/>
                    <a:pt x="2955" y="348"/>
                  </a:cubicBezTo>
                  <a:cubicBezTo>
                    <a:pt x="2833" y="73"/>
                    <a:pt x="2607" y="1"/>
                    <a:pt x="2345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00" name="Google Shape;4058;p80">
              <a:extLst>
                <a:ext uri="{FF2B5EF4-FFF2-40B4-BE49-F238E27FC236}">
                  <a16:creationId xmlns:a16="http://schemas.microsoft.com/office/drawing/2014/main" id="{A8837523-A0A7-68E9-7CDF-5FE21CAF66A4}"/>
                </a:ext>
              </a:extLst>
            </p:cNvPr>
            <p:cNvSpPr/>
            <p:nvPr/>
          </p:nvSpPr>
          <p:spPr>
            <a:xfrm>
              <a:off x="6139750" y="3178550"/>
              <a:ext cx="185375" cy="227425"/>
            </a:xfrm>
            <a:custGeom>
              <a:avLst/>
              <a:gdLst/>
              <a:ahLst/>
              <a:cxnLst/>
              <a:rect l="l" t="t" r="r" b="b"/>
              <a:pathLst>
                <a:path w="7415" h="9097" extrusionOk="0">
                  <a:moveTo>
                    <a:pt x="6576" y="0"/>
                  </a:moveTo>
                  <a:cubicBezTo>
                    <a:pt x="6440" y="0"/>
                    <a:pt x="6314" y="46"/>
                    <a:pt x="6222" y="154"/>
                  </a:cubicBezTo>
                  <a:cubicBezTo>
                    <a:pt x="5928" y="483"/>
                    <a:pt x="5611" y="592"/>
                    <a:pt x="5290" y="592"/>
                  </a:cubicBezTo>
                  <a:cubicBezTo>
                    <a:pt x="4988" y="592"/>
                    <a:pt x="4683" y="496"/>
                    <a:pt x="4390" y="396"/>
                  </a:cubicBezTo>
                  <a:cubicBezTo>
                    <a:pt x="3964" y="242"/>
                    <a:pt x="3597" y="173"/>
                    <a:pt x="3279" y="173"/>
                  </a:cubicBezTo>
                  <a:cubicBezTo>
                    <a:pt x="1986" y="173"/>
                    <a:pt x="1492" y="1318"/>
                    <a:pt x="1020" y="2608"/>
                  </a:cubicBezTo>
                  <a:cubicBezTo>
                    <a:pt x="364" y="4353"/>
                    <a:pt x="1" y="6064"/>
                    <a:pt x="796" y="7360"/>
                  </a:cubicBezTo>
                  <a:cubicBezTo>
                    <a:pt x="847" y="8362"/>
                    <a:pt x="761" y="8984"/>
                    <a:pt x="1470" y="9088"/>
                  </a:cubicBezTo>
                  <a:cubicBezTo>
                    <a:pt x="1519" y="9094"/>
                    <a:pt x="1568" y="9097"/>
                    <a:pt x="1614" y="9097"/>
                  </a:cubicBezTo>
                  <a:cubicBezTo>
                    <a:pt x="2117" y="9097"/>
                    <a:pt x="2435" y="8762"/>
                    <a:pt x="2593" y="8224"/>
                  </a:cubicBezTo>
                  <a:cubicBezTo>
                    <a:pt x="2634" y="8075"/>
                    <a:pt x="2578" y="7743"/>
                    <a:pt x="2746" y="7743"/>
                  </a:cubicBezTo>
                  <a:cubicBezTo>
                    <a:pt x="2792" y="7743"/>
                    <a:pt x="2854" y="7768"/>
                    <a:pt x="2938" y="7827"/>
                  </a:cubicBezTo>
                  <a:cubicBezTo>
                    <a:pt x="3173" y="7995"/>
                    <a:pt x="3380" y="8062"/>
                    <a:pt x="3567" y="8062"/>
                  </a:cubicBezTo>
                  <a:cubicBezTo>
                    <a:pt x="4013" y="8062"/>
                    <a:pt x="4340" y="7677"/>
                    <a:pt x="4632" y="7360"/>
                  </a:cubicBezTo>
                  <a:cubicBezTo>
                    <a:pt x="5116" y="6842"/>
                    <a:pt x="4563" y="6358"/>
                    <a:pt x="4373" y="5839"/>
                  </a:cubicBezTo>
                  <a:cubicBezTo>
                    <a:pt x="4183" y="5321"/>
                    <a:pt x="3491" y="4750"/>
                    <a:pt x="4442" y="4249"/>
                  </a:cubicBezTo>
                  <a:cubicBezTo>
                    <a:pt x="4943" y="3990"/>
                    <a:pt x="5790" y="3852"/>
                    <a:pt x="5427" y="3057"/>
                  </a:cubicBezTo>
                  <a:cubicBezTo>
                    <a:pt x="5274" y="2713"/>
                    <a:pt x="5030" y="2616"/>
                    <a:pt x="4752" y="2616"/>
                  </a:cubicBezTo>
                  <a:cubicBezTo>
                    <a:pt x="4400" y="2616"/>
                    <a:pt x="3994" y="2771"/>
                    <a:pt x="3647" y="2780"/>
                  </a:cubicBezTo>
                  <a:cubicBezTo>
                    <a:pt x="3388" y="2815"/>
                    <a:pt x="3129" y="2850"/>
                    <a:pt x="2887" y="2919"/>
                  </a:cubicBezTo>
                  <a:cubicBezTo>
                    <a:pt x="2887" y="2746"/>
                    <a:pt x="2800" y="2487"/>
                    <a:pt x="2887" y="2435"/>
                  </a:cubicBezTo>
                  <a:cubicBezTo>
                    <a:pt x="3111" y="2262"/>
                    <a:pt x="3405" y="2037"/>
                    <a:pt x="3664" y="2037"/>
                  </a:cubicBezTo>
                  <a:cubicBezTo>
                    <a:pt x="4321" y="2055"/>
                    <a:pt x="4995" y="2262"/>
                    <a:pt x="5634" y="2262"/>
                  </a:cubicBezTo>
                  <a:cubicBezTo>
                    <a:pt x="6481" y="2262"/>
                    <a:pt x="6861" y="1553"/>
                    <a:pt x="7242" y="931"/>
                  </a:cubicBezTo>
                  <a:cubicBezTo>
                    <a:pt x="7414" y="689"/>
                    <a:pt x="7328" y="344"/>
                    <a:pt x="7086" y="188"/>
                  </a:cubicBezTo>
                  <a:cubicBezTo>
                    <a:pt x="6932" y="73"/>
                    <a:pt x="6746" y="0"/>
                    <a:pt x="6576" y="0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01" name="Google Shape;4059;p80">
              <a:extLst>
                <a:ext uri="{FF2B5EF4-FFF2-40B4-BE49-F238E27FC236}">
                  <a16:creationId xmlns:a16="http://schemas.microsoft.com/office/drawing/2014/main" id="{D430D044-2842-9AB0-BF02-A6459EA9EB60}"/>
                </a:ext>
              </a:extLst>
            </p:cNvPr>
            <p:cNvSpPr/>
            <p:nvPr/>
          </p:nvSpPr>
          <p:spPr>
            <a:xfrm>
              <a:off x="4320000" y="1079225"/>
              <a:ext cx="260125" cy="163000"/>
            </a:xfrm>
            <a:custGeom>
              <a:avLst/>
              <a:gdLst/>
              <a:ahLst/>
              <a:cxnLst/>
              <a:rect l="l" t="t" r="r" b="b"/>
              <a:pathLst>
                <a:path w="10405" h="6520" extrusionOk="0">
                  <a:moveTo>
                    <a:pt x="8970" y="1"/>
                  </a:moveTo>
                  <a:cubicBezTo>
                    <a:pt x="6620" y="778"/>
                    <a:pt x="3786" y="294"/>
                    <a:pt x="1764" y="2576"/>
                  </a:cubicBezTo>
                  <a:cubicBezTo>
                    <a:pt x="502" y="3993"/>
                    <a:pt x="1" y="5410"/>
                    <a:pt x="1038" y="5876"/>
                  </a:cubicBezTo>
                  <a:cubicBezTo>
                    <a:pt x="2057" y="6274"/>
                    <a:pt x="3146" y="6499"/>
                    <a:pt x="4252" y="6516"/>
                  </a:cubicBezTo>
                  <a:cubicBezTo>
                    <a:pt x="4303" y="6518"/>
                    <a:pt x="4355" y="6520"/>
                    <a:pt x="4406" y="6520"/>
                  </a:cubicBezTo>
                  <a:cubicBezTo>
                    <a:pt x="4717" y="6520"/>
                    <a:pt x="5012" y="6455"/>
                    <a:pt x="5116" y="6084"/>
                  </a:cubicBezTo>
                  <a:cubicBezTo>
                    <a:pt x="5237" y="5652"/>
                    <a:pt x="4892" y="5479"/>
                    <a:pt x="4563" y="5323"/>
                  </a:cubicBezTo>
                  <a:cubicBezTo>
                    <a:pt x="3094" y="4598"/>
                    <a:pt x="3630" y="3924"/>
                    <a:pt x="4598" y="3198"/>
                  </a:cubicBezTo>
                  <a:cubicBezTo>
                    <a:pt x="5980" y="2144"/>
                    <a:pt x="7726" y="2126"/>
                    <a:pt x="9264" y="1487"/>
                  </a:cubicBezTo>
                  <a:cubicBezTo>
                    <a:pt x="9696" y="1331"/>
                    <a:pt x="10404" y="1556"/>
                    <a:pt x="10352" y="796"/>
                  </a:cubicBezTo>
                  <a:cubicBezTo>
                    <a:pt x="10301" y="35"/>
                    <a:pt x="9627" y="70"/>
                    <a:pt x="8970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02" name="Google Shape;4060;p80">
              <a:extLst>
                <a:ext uri="{FF2B5EF4-FFF2-40B4-BE49-F238E27FC236}">
                  <a16:creationId xmlns:a16="http://schemas.microsoft.com/office/drawing/2014/main" id="{772DFF14-8E23-F5E8-62B4-90A68E07F45D}"/>
                </a:ext>
              </a:extLst>
            </p:cNvPr>
            <p:cNvSpPr/>
            <p:nvPr/>
          </p:nvSpPr>
          <p:spPr>
            <a:xfrm>
              <a:off x="3605850" y="1017225"/>
              <a:ext cx="246275" cy="88775"/>
            </a:xfrm>
            <a:custGeom>
              <a:avLst/>
              <a:gdLst/>
              <a:ahLst/>
              <a:cxnLst/>
              <a:rect l="l" t="t" r="r" b="b"/>
              <a:pathLst>
                <a:path w="9851" h="3551" extrusionOk="0">
                  <a:moveTo>
                    <a:pt x="3896" y="1"/>
                  </a:moveTo>
                  <a:cubicBezTo>
                    <a:pt x="2951" y="1"/>
                    <a:pt x="1998" y="113"/>
                    <a:pt x="1055" y="130"/>
                  </a:cubicBezTo>
                  <a:cubicBezTo>
                    <a:pt x="674" y="130"/>
                    <a:pt x="260" y="217"/>
                    <a:pt x="121" y="649"/>
                  </a:cubicBezTo>
                  <a:cubicBezTo>
                    <a:pt x="0" y="1046"/>
                    <a:pt x="173" y="1461"/>
                    <a:pt x="536" y="1651"/>
                  </a:cubicBezTo>
                  <a:cubicBezTo>
                    <a:pt x="1487" y="2256"/>
                    <a:pt x="2489" y="2792"/>
                    <a:pt x="3474" y="3345"/>
                  </a:cubicBezTo>
                  <a:cubicBezTo>
                    <a:pt x="3715" y="3472"/>
                    <a:pt x="3939" y="3551"/>
                    <a:pt x="4149" y="3551"/>
                  </a:cubicBezTo>
                  <a:cubicBezTo>
                    <a:pt x="4450" y="3551"/>
                    <a:pt x="4723" y="3389"/>
                    <a:pt x="4978" y="2982"/>
                  </a:cubicBezTo>
                  <a:cubicBezTo>
                    <a:pt x="5203" y="2650"/>
                    <a:pt x="5511" y="2104"/>
                    <a:pt x="5931" y="2104"/>
                  </a:cubicBezTo>
                  <a:cubicBezTo>
                    <a:pt x="6058" y="2104"/>
                    <a:pt x="6195" y="2153"/>
                    <a:pt x="6343" y="2273"/>
                  </a:cubicBezTo>
                  <a:cubicBezTo>
                    <a:pt x="6982" y="2809"/>
                    <a:pt x="7673" y="2826"/>
                    <a:pt x="8365" y="2895"/>
                  </a:cubicBezTo>
                  <a:cubicBezTo>
                    <a:pt x="8588" y="2920"/>
                    <a:pt x="8869" y="3004"/>
                    <a:pt x="9118" y="3004"/>
                  </a:cubicBezTo>
                  <a:cubicBezTo>
                    <a:pt x="9390" y="3004"/>
                    <a:pt x="9623" y="2904"/>
                    <a:pt x="9695" y="2515"/>
                  </a:cubicBezTo>
                  <a:cubicBezTo>
                    <a:pt x="9851" y="1789"/>
                    <a:pt x="9142" y="1668"/>
                    <a:pt x="8641" y="1478"/>
                  </a:cubicBezTo>
                  <a:lnTo>
                    <a:pt x="6585" y="493"/>
                  </a:lnTo>
                  <a:cubicBezTo>
                    <a:pt x="5704" y="104"/>
                    <a:pt x="4803" y="1"/>
                    <a:pt x="3896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03" name="Google Shape;4061;p80">
              <a:extLst>
                <a:ext uri="{FF2B5EF4-FFF2-40B4-BE49-F238E27FC236}">
                  <a16:creationId xmlns:a16="http://schemas.microsoft.com/office/drawing/2014/main" id="{40EFA558-4204-F53A-EFD2-0CCC9085DDA0}"/>
                </a:ext>
              </a:extLst>
            </p:cNvPr>
            <p:cNvSpPr/>
            <p:nvPr/>
          </p:nvSpPr>
          <p:spPr>
            <a:xfrm>
              <a:off x="3161275" y="1612775"/>
              <a:ext cx="115825" cy="115825"/>
            </a:xfrm>
            <a:custGeom>
              <a:avLst/>
              <a:gdLst/>
              <a:ahLst/>
              <a:cxnLst/>
              <a:rect l="l" t="t" r="r" b="b"/>
              <a:pathLst>
                <a:path w="4633" h="4633" extrusionOk="0">
                  <a:moveTo>
                    <a:pt x="2966" y="1"/>
                  </a:moveTo>
                  <a:cubicBezTo>
                    <a:pt x="2951" y="1"/>
                    <a:pt x="2936" y="1"/>
                    <a:pt x="2921" y="1"/>
                  </a:cubicBezTo>
                  <a:cubicBezTo>
                    <a:pt x="1729" y="36"/>
                    <a:pt x="1" y="2421"/>
                    <a:pt x="139" y="3803"/>
                  </a:cubicBezTo>
                  <a:cubicBezTo>
                    <a:pt x="139" y="4252"/>
                    <a:pt x="502" y="4615"/>
                    <a:pt x="951" y="4633"/>
                  </a:cubicBezTo>
                  <a:cubicBezTo>
                    <a:pt x="2956" y="4581"/>
                    <a:pt x="4632" y="3026"/>
                    <a:pt x="4529" y="1297"/>
                  </a:cubicBezTo>
                  <a:cubicBezTo>
                    <a:pt x="4478" y="482"/>
                    <a:pt x="3809" y="1"/>
                    <a:pt x="2966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04" name="Google Shape;4062;p80">
              <a:extLst>
                <a:ext uri="{FF2B5EF4-FFF2-40B4-BE49-F238E27FC236}">
                  <a16:creationId xmlns:a16="http://schemas.microsoft.com/office/drawing/2014/main" id="{E2DC9384-D1FA-604B-DFD8-658FB357B233}"/>
                </a:ext>
              </a:extLst>
            </p:cNvPr>
            <p:cNvSpPr/>
            <p:nvPr/>
          </p:nvSpPr>
          <p:spPr>
            <a:xfrm>
              <a:off x="6082850" y="3458350"/>
              <a:ext cx="215350" cy="82375"/>
            </a:xfrm>
            <a:custGeom>
              <a:avLst/>
              <a:gdLst/>
              <a:ahLst/>
              <a:cxnLst/>
              <a:rect l="l" t="t" r="r" b="b"/>
              <a:pathLst>
                <a:path w="8614" h="3295" extrusionOk="0">
                  <a:moveTo>
                    <a:pt x="8412" y="834"/>
                  </a:moveTo>
                  <a:lnTo>
                    <a:pt x="8412" y="834"/>
                  </a:lnTo>
                  <a:cubicBezTo>
                    <a:pt x="8408" y="835"/>
                    <a:pt x="8404" y="836"/>
                    <a:pt x="8401" y="837"/>
                  </a:cubicBezTo>
                  <a:lnTo>
                    <a:pt x="8401" y="837"/>
                  </a:lnTo>
                  <a:cubicBezTo>
                    <a:pt x="8399" y="842"/>
                    <a:pt x="8396" y="846"/>
                    <a:pt x="8394" y="851"/>
                  </a:cubicBezTo>
                  <a:lnTo>
                    <a:pt x="8412" y="834"/>
                  </a:lnTo>
                  <a:close/>
                  <a:moveTo>
                    <a:pt x="6441" y="1"/>
                  </a:moveTo>
                  <a:cubicBezTo>
                    <a:pt x="5426" y="1"/>
                    <a:pt x="4424" y="103"/>
                    <a:pt x="3504" y="557"/>
                  </a:cubicBezTo>
                  <a:cubicBezTo>
                    <a:pt x="3268" y="683"/>
                    <a:pt x="3156" y="756"/>
                    <a:pt x="3064" y="756"/>
                  </a:cubicBezTo>
                  <a:cubicBezTo>
                    <a:pt x="2968" y="756"/>
                    <a:pt x="2895" y="675"/>
                    <a:pt x="2726" y="488"/>
                  </a:cubicBezTo>
                  <a:cubicBezTo>
                    <a:pt x="2440" y="160"/>
                    <a:pt x="2158" y="41"/>
                    <a:pt x="1882" y="41"/>
                  </a:cubicBezTo>
                  <a:cubicBezTo>
                    <a:pt x="1373" y="41"/>
                    <a:pt x="881" y="443"/>
                    <a:pt x="410" y="678"/>
                  </a:cubicBezTo>
                  <a:cubicBezTo>
                    <a:pt x="0" y="866"/>
                    <a:pt x="164" y="1612"/>
                    <a:pt x="452" y="1612"/>
                  </a:cubicBezTo>
                  <a:cubicBezTo>
                    <a:pt x="455" y="1612"/>
                    <a:pt x="459" y="1612"/>
                    <a:pt x="462" y="1612"/>
                  </a:cubicBezTo>
                  <a:cubicBezTo>
                    <a:pt x="518" y="1607"/>
                    <a:pt x="572" y="1605"/>
                    <a:pt x="625" y="1605"/>
                  </a:cubicBezTo>
                  <a:cubicBezTo>
                    <a:pt x="1895" y="1605"/>
                    <a:pt x="2508" y="2753"/>
                    <a:pt x="3504" y="3184"/>
                  </a:cubicBezTo>
                  <a:cubicBezTo>
                    <a:pt x="3665" y="3259"/>
                    <a:pt x="3818" y="3295"/>
                    <a:pt x="3955" y="3295"/>
                  </a:cubicBezTo>
                  <a:cubicBezTo>
                    <a:pt x="4389" y="3295"/>
                    <a:pt x="4667" y="2934"/>
                    <a:pt x="4575" y="2303"/>
                  </a:cubicBezTo>
                  <a:cubicBezTo>
                    <a:pt x="4523" y="1905"/>
                    <a:pt x="4541" y="1784"/>
                    <a:pt x="4973" y="1698"/>
                  </a:cubicBezTo>
                  <a:cubicBezTo>
                    <a:pt x="6127" y="1457"/>
                    <a:pt x="7264" y="1130"/>
                    <a:pt x="8401" y="837"/>
                  </a:cubicBezTo>
                  <a:lnTo>
                    <a:pt x="8401" y="837"/>
                  </a:lnTo>
                  <a:cubicBezTo>
                    <a:pt x="8535" y="525"/>
                    <a:pt x="8613" y="56"/>
                    <a:pt x="8256" y="56"/>
                  </a:cubicBezTo>
                  <a:cubicBezTo>
                    <a:pt x="7656" y="37"/>
                    <a:pt x="7046" y="1"/>
                    <a:pt x="6441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05" name="Google Shape;4063;p80">
              <a:extLst>
                <a:ext uri="{FF2B5EF4-FFF2-40B4-BE49-F238E27FC236}">
                  <a16:creationId xmlns:a16="http://schemas.microsoft.com/office/drawing/2014/main" id="{364808C0-ED03-B254-C364-DAE8824172F9}"/>
                </a:ext>
              </a:extLst>
            </p:cNvPr>
            <p:cNvSpPr/>
            <p:nvPr/>
          </p:nvSpPr>
          <p:spPr>
            <a:xfrm>
              <a:off x="5726825" y="1103850"/>
              <a:ext cx="262175" cy="54825"/>
            </a:xfrm>
            <a:custGeom>
              <a:avLst/>
              <a:gdLst/>
              <a:ahLst/>
              <a:cxnLst/>
              <a:rect l="l" t="t" r="r" b="b"/>
              <a:pathLst>
                <a:path w="10487" h="2193" extrusionOk="0">
                  <a:moveTo>
                    <a:pt x="2675" y="1"/>
                  </a:moveTo>
                  <a:cubicBezTo>
                    <a:pt x="2260" y="122"/>
                    <a:pt x="1984" y="208"/>
                    <a:pt x="1707" y="260"/>
                  </a:cubicBezTo>
                  <a:cubicBezTo>
                    <a:pt x="1625" y="276"/>
                    <a:pt x="1533" y="281"/>
                    <a:pt x="1436" y="281"/>
                  </a:cubicBezTo>
                  <a:cubicBezTo>
                    <a:pt x="1238" y="281"/>
                    <a:pt x="1018" y="259"/>
                    <a:pt x="814" y="259"/>
                  </a:cubicBezTo>
                  <a:cubicBezTo>
                    <a:pt x="370" y="259"/>
                    <a:pt x="1" y="367"/>
                    <a:pt x="83" y="1055"/>
                  </a:cubicBezTo>
                  <a:cubicBezTo>
                    <a:pt x="160" y="1671"/>
                    <a:pt x="629" y="1783"/>
                    <a:pt x="1147" y="1783"/>
                  </a:cubicBezTo>
                  <a:cubicBezTo>
                    <a:pt x="1443" y="1783"/>
                    <a:pt x="1754" y="1746"/>
                    <a:pt x="2018" y="1746"/>
                  </a:cubicBezTo>
                  <a:cubicBezTo>
                    <a:pt x="3176" y="1729"/>
                    <a:pt x="4334" y="1625"/>
                    <a:pt x="5488" y="1625"/>
                  </a:cubicBezTo>
                  <a:cubicBezTo>
                    <a:pt x="6641" y="1625"/>
                    <a:pt x="7790" y="1729"/>
                    <a:pt x="8931" y="2126"/>
                  </a:cubicBezTo>
                  <a:cubicBezTo>
                    <a:pt x="9064" y="2171"/>
                    <a:pt x="9201" y="2192"/>
                    <a:pt x="9336" y="2192"/>
                  </a:cubicBezTo>
                  <a:cubicBezTo>
                    <a:pt x="9780" y="2192"/>
                    <a:pt x="10194" y="1955"/>
                    <a:pt x="10314" y="1504"/>
                  </a:cubicBezTo>
                  <a:cubicBezTo>
                    <a:pt x="10486" y="813"/>
                    <a:pt x="9761" y="744"/>
                    <a:pt x="9294" y="606"/>
                  </a:cubicBezTo>
                  <a:cubicBezTo>
                    <a:pt x="8746" y="426"/>
                    <a:pt x="8189" y="370"/>
                    <a:pt x="7630" y="370"/>
                  </a:cubicBezTo>
                  <a:cubicBezTo>
                    <a:pt x="6715" y="370"/>
                    <a:pt x="5795" y="519"/>
                    <a:pt x="4900" y="519"/>
                  </a:cubicBezTo>
                  <a:cubicBezTo>
                    <a:pt x="4133" y="519"/>
                    <a:pt x="3384" y="409"/>
                    <a:pt x="2675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06" name="Google Shape;4064;p80">
              <a:extLst>
                <a:ext uri="{FF2B5EF4-FFF2-40B4-BE49-F238E27FC236}">
                  <a16:creationId xmlns:a16="http://schemas.microsoft.com/office/drawing/2014/main" id="{62219803-EBC9-E1FD-819C-5B518E78B61E}"/>
                </a:ext>
              </a:extLst>
            </p:cNvPr>
            <p:cNvSpPr/>
            <p:nvPr/>
          </p:nvSpPr>
          <p:spPr>
            <a:xfrm>
              <a:off x="6497925" y="4391525"/>
              <a:ext cx="125725" cy="97375"/>
            </a:xfrm>
            <a:custGeom>
              <a:avLst/>
              <a:gdLst/>
              <a:ahLst/>
              <a:cxnLst/>
              <a:rect l="l" t="t" r="r" b="b"/>
              <a:pathLst>
                <a:path w="5029" h="3895" extrusionOk="0">
                  <a:moveTo>
                    <a:pt x="4062" y="0"/>
                  </a:moveTo>
                  <a:cubicBezTo>
                    <a:pt x="3557" y="0"/>
                    <a:pt x="2937" y="491"/>
                    <a:pt x="2445" y="491"/>
                  </a:cubicBezTo>
                  <a:cubicBezTo>
                    <a:pt x="2234" y="491"/>
                    <a:pt x="2046" y="401"/>
                    <a:pt x="1901" y="144"/>
                  </a:cubicBezTo>
                  <a:cubicBezTo>
                    <a:pt x="0" y="403"/>
                    <a:pt x="570" y="1975"/>
                    <a:pt x="225" y="2960"/>
                  </a:cubicBezTo>
                  <a:cubicBezTo>
                    <a:pt x="38" y="3485"/>
                    <a:pt x="566" y="3894"/>
                    <a:pt x="1172" y="3894"/>
                  </a:cubicBezTo>
                  <a:cubicBezTo>
                    <a:pt x="1185" y="3894"/>
                    <a:pt x="1197" y="3894"/>
                    <a:pt x="1210" y="3894"/>
                  </a:cubicBezTo>
                  <a:cubicBezTo>
                    <a:pt x="2298" y="3876"/>
                    <a:pt x="5029" y="1630"/>
                    <a:pt x="4804" y="783"/>
                  </a:cubicBezTo>
                  <a:cubicBezTo>
                    <a:pt x="4638" y="185"/>
                    <a:pt x="4372" y="0"/>
                    <a:pt x="4062" y="0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07" name="Google Shape;4065;p80">
              <a:extLst>
                <a:ext uri="{FF2B5EF4-FFF2-40B4-BE49-F238E27FC236}">
                  <a16:creationId xmlns:a16="http://schemas.microsoft.com/office/drawing/2014/main" id="{7702288C-EBE4-989B-274A-E470326BC15E}"/>
                </a:ext>
              </a:extLst>
            </p:cNvPr>
            <p:cNvSpPr/>
            <p:nvPr/>
          </p:nvSpPr>
          <p:spPr>
            <a:xfrm>
              <a:off x="5334875" y="2906300"/>
              <a:ext cx="82100" cy="128050"/>
            </a:xfrm>
            <a:custGeom>
              <a:avLst/>
              <a:gdLst/>
              <a:ahLst/>
              <a:cxnLst/>
              <a:rect l="l" t="t" r="r" b="b"/>
              <a:pathLst>
                <a:path w="3284" h="5122" extrusionOk="0">
                  <a:moveTo>
                    <a:pt x="519" y="1"/>
                  </a:moveTo>
                  <a:lnTo>
                    <a:pt x="380" y="139"/>
                  </a:lnTo>
                  <a:cubicBezTo>
                    <a:pt x="104" y="1452"/>
                    <a:pt x="0" y="2766"/>
                    <a:pt x="380" y="4062"/>
                  </a:cubicBezTo>
                  <a:cubicBezTo>
                    <a:pt x="534" y="4660"/>
                    <a:pt x="796" y="5122"/>
                    <a:pt x="1420" y="5122"/>
                  </a:cubicBezTo>
                  <a:cubicBezTo>
                    <a:pt x="1500" y="5122"/>
                    <a:pt x="1585" y="5114"/>
                    <a:pt x="1676" y="5099"/>
                  </a:cubicBezTo>
                  <a:cubicBezTo>
                    <a:pt x="2471" y="4978"/>
                    <a:pt x="3284" y="4408"/>
                    <a:pt x="3111" y="3734"/>
                  </a:cubicBezTo>
                  <a:cubicBezTo>
                    <a:pt x="2748" y="2213"/>
                    <a:pt x="2108" y="744"/>
                    <a:pt x="519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08" name="Google Shape;4066;p80">
              <a:extLst>
                <a:ext uri="{FF2B5EF4-FFF2-40B4-BE49-F238E27FC236}">
                  <a16:creationId xmlns:a16="http://schemas.microsoft.com/office/drawing/2014/main" id="{A0F0FB89-B719-63F6-2F6D-8B04FDB24378}"/>
                </a:ext>
              </a:extLst>
            </p:cNvPr>
            <p:cNvSpPr/>
            <p:nvPr/>
          </p:nvSpPr>
          <p:spPr>
            <a:xfrm>
              <a:off x="4869125" y="997550"/>
              <a:ext cx="160750" cy="66150"/>
            </a:xfrm>
            <a:custGeom>
              <a:avLst/>
              <a:gdLst/>
              <a:ahLst/>
              <a:cxnLst/>
              <a:rect l="l" t="t" r="r" b="b"/>
              <a:pathLst>
                <a:path w="6430" h="2646" extrusionOk="0">
                  <a:moveTo>
                    <a:pt x="1040" y="1"/>
                  </a:moveTo>
                  <a:cubicBezTo>
                    <a:pt x="589" y="1"/>
                    <a:pt x="239" y="358"/>
                    <a:pt x="104" y="814"/>
                  </a:cubicBezTo>
                  <a:cubicBezTo>
                    <a:pt x="1" y="1108"/>
                    <a:pt x="191" y="1419"/>
                    <a:pt x="502" y="1470"/>
                  </a:cubicBezTo>
                  <a:cubicBezTo>
                    <a:pt x="1971" y="1885"/>
                    <a:pt x="3440" y="2283"/>
                    <a:pt x="4736" y="2646"/>
                  </a:cubicBezTo>
                  <a:cubicBezTo>
                    <a:pt x="5427" y="2611"/>
                    <a:pt x="5928" y="2611"/>
                    <a:pt x="6239" y="2127"/>
                  </a:cubicBezTo>
                  <a:cubicBezTo>
                    <a:pt x="6429" y="1851"/>
                    <a:pt x="6308" y="1470"/>
                    <a:pt x="6066" y="1419"/>
                  </a:cubicBezTo>
                  <a:cubicBezTo>
                    <a:pt x="4373" y="1021"/>
                    <a:pt x="2852" y="36"/>
                    <a:pt x="1072" y="2"/>
                  </a:cubicBezTo>
                  <a:cubicBezTo>
                    <a:pt x="1061" y="1"/>
                    <a:pt x="1051" y="1"/>
                    <a:pt x="1040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09" name="Google Shape;4067;p80">
              <a:extLst>
                <a:ext uri="{FF2B5EF4-FFF2-40B4-BE49-F238E27FC236}">
                  <a16:creationId xmlns:a16="http://schemas.microsoft.com/office/drawing/2014/main" id="{9080DFC9-2506-DCB1-C14F-9EAEF10575F5}"/>
                </a:ext>
              </a:extLst>
            </p:cNvPr>
            <p:cNvSpPr/>
            <p:nvPr/>
          </p:nvSpPr>
          <p:spPr>
            <a:xfrm>
              <a:off x="3763550" y="998475"/>
              <a:ext cx="117975" cy="55725"/>
            </a:xfrm>
            <a:custGeom>
              <a:avLst/>
              <a:gdLst/>
              <a:ahLst/>
              <a:cxnLst/>
              <a:rect l="l" t="t" r="r" b="b"/>
              <a:pathLst>
                <a:path w="4719" h="2229" extrusionOk="0">
                  <a:moveTo>
                    <a:pt x="747" y="0"/>
                  </a:moveTo>
                  <a:cubicBezTo>
                    <a:pt x="407" y="0"/>
                    <a:pt x="65" y="161"/>
                    <a:pt x="18" y="690"/>
                  </a:cubicBezTo>
                  <a:cubicBezTo>
                    <a:pt x="0" y="863"/>
                    <a:pt x="190" y="1053"/>
                    <a:pt x="277" y="1243"/>
                  </a:cubicBezTo>
                  <a:lnTo>
                    <a:pt x="2333" y="2228"/>
                  </a:lnTo>
                  <a:cubicBezTo>
                    <a:pt x="2437" y="2220"/>
                    <a:pt x="2541" y="2220"/>
                    <a:pt x="2644" y="2220"/>
                  </a:cubicBezTo>
                  <a:cubicBezTo>
                    <a:pt x="2748" y="2220"/>
                    <a:pt x="2852" y="2220"/>
                    <a:pt x="2955" y="2211"/>
                  </a:cubicBezTo>
                  <a:cubicBezTo>
                    <a:pt x="3647" y="2142"/>
                    <a:pt x="4718" y="2090"/>
                    <a:pt x="4511" y="1261"/>
                  </a:cubicBezTo>
                  <a:cubicBezTo>
                    <a:pt x="4255" y="308"/>
                    <a:pt x="3582" y="187"/>
                    <a:pt x="2842" y="187"/>
                  </a:cubicBezTo>
                  <a:cubicBezTo>
                    <a:pt x="2589" y="187"/>
                    <a:pt x="2328" y="201"/>
                    <a:pt x="2074" y="201"/>
                  </a:cubicBezTo>
                  <a:cubicBezTo>
                    <a:pt x="1762" y="201"/>
                    <a:pt x="1460" y="180"/>
                    <a:pt x="1193" y="85"/>
                  </a:cubicBezTo>
                  <a:cubicBezTo>
                    <a:pt x="1066" y="36"/>
                    <a:pt x="907" y="0"/>
                    <a:pt x="747" y="0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10" name="Google Shape;4068;p80">
              <a:extLst>
                <a:ext uri="{FF2B5EF4-FFF2-40B4-BE49-F238E27FC236}">
                  <a16:creationId xmlns:a16="http://schemas.microsoft.com/office/drawing/2014/main" id="{81AAFD80-D961-0B2E-B750-63BA4E80D1D2}"/>
                </a:ext>
              </a:extLst>
            </p:cNvPr>
            <p:cNvSpPr/>
            <p:nvPr/>
          </p:nvSpPr>
          <p:spPr>
            <a:xfrm>
              <a:off x="6244750" y="3463175"/>
              <a:ext cx="127900" cy="76650"/>
            </a:xfrm>
            <a:custGeom>
              <a:avLst/>
              <a:gdLst/>
              <a:ahLst/>
              <a:cxnLst/>
              <a:rect l="l" t="t" r="r" b="b"/>
              <a:pathLst>
                <a:path w="5116" h="3066" extrusionOk="0">
                  <a:moveTo>
                    <a:pt x="4184" y="1"/>
                  </a:moveTo>
                  <a:cubicBezTo>
                    <a:pt x="4093" y="1"/>
                    <a:pt x="4000" y="13"/>
                    <a:pt x="3906" y="36"/>
                  </a:cubicBezTo>
                  <a:cubicBezTo>
                    <a:pt x="3232" y="209"/>
                    <a:pt x="2575" y="416"/>
                    <a:pt x="1918" y="641"/>
                  </a:cubicBezTo>
                  <a:lnTo>
                    <a:pt x="1936" y="641"/>
                  </a:lnTo>
                  <a:cubicBezTo>
                    <a:pt x="1659" y="848"/>
                    <a:pt x="1383" y="1038"/>
                    <a:pt x="1089" y="1194"/>
                  </a:cubicBezTo>
                  <a:cubicBezTo>
                    <a:pt x="432" y="1505"/>
                    <a:pt x="0" y="2093"/>
                    <a:pt x="311" y="2680"/>
                  </a:cubicBezTo>
                  <a:cubicBezTo>
                    <a:pt x="460" y="2964"/>
                    <a:pt x="650" y="3065"/>
                    <a:pt x="856" y="3065"/>
                  </a:cubicBezTo>
                  <a:cubicBezTo>
                    <a:pt x="1178" y="3065"/>
                    <a:pt x="1537" y="2818"/>
                    <a:pt x="1832" y="2628"/>
                  </a:cubicBezTo>
                  <a:cubicBezTo>
                    <a:pt x="2558" y="2093"/>
                    <a:pt x="3370" y="1695"/>
                    <a:pt x="4234" y="1436"/>
                  </a:cubicBezTo>
                  <a:cubicBezTo>
                    <a:pt x="4631" y="1332"/>
                    <a:pt x="5115" y="1108"/>
                    <a:pt x="4994" y="606"/>
                  </a:cubicBezTo>
                  <a:cubicBezTo>
                    <a:pt x="4883" y="203"/>
                    <a:pt x="4559" y="1"/>
                    <a:pt x="4184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11" name="Google Shape;4069;p80">
              <a:extLst>
                <a:ext uri="{FF2B5EF4-FFF2-40B4-BE49-F238E27FC236}">
                  <a16:creationId xmlns:a16="http://schemas.microsoft.com/office/drawing/2014/main" id="{334C62FC-2CFF-794C-D5F9-AE4DAA1203E2}"/>
                </a:ext>
              </a:extLst>
            </p:cNvPr>
            <p:cNvSpPr/>
            <p:nvPr/>
          </p:nvSpPr>
          <p:spPr>
            <a:xfrm>
              <a:off x="6286725" y="2464325"/>
              <a:ext cx="67775" cy="93850"/>
            </a:xfrm>
            <a:custGeom>
              <a:avLst/>
              <a:gdLst/>
              <a:ahLst/>
              <a:cxnLst/>
              <a:rect l="l" t="t" r="r" b="b"/>
              <a:pathLst>
                <a:path w="2711" h="3754" extrusionOk="0">
                  <a:moveTo>
                    <a:pt x="1532" y="0"/>
                  </a:moveTo>
                  <a:cubicBezTo>
                    <a:pt x="1516" y="0"/>
                    <a:pt x="1500" y="0"/>
                    <a:pt x="1484" y="1"/>
                  </a:cubicBezTo>
                  <a:cubicBezTo>
                    <a:pt x="187" y="53"/>
                    <a:pt x="239" y="1332"/>
                    <a:pt x="101" y="2265"/>
                  </a:cubicBezTo>
                  <a:cubicBezTo>
                    <a:pt x="1" y="3066"/>
                    <a:pt x="465" y="3754"/>
                    <a:pt x="1243" y="3754"/>
                  </a:cubicBezTo>
                  <a:cubicBezTo>
                    <a:pt x="1271" y="3754"/>
                    <a:pt x="1299" y="3753"/>
                    <a:pt x="1328" y="3751"/>
                  </a:cubicBezTo>
                  <a:cubicBezTo>
                    <a:pt x="2711" y="3682"/>
                    <a:pt x="1967" y="2403"/>
                    <a:pt x="2313" y="1815"/>
                  </a:cubicBezTo>
                  <a:cubicBezTo>
                    <a:pt x="2228" y="1050"/>
                    <a:pt x="2528" y="0"/>
                    <a:pt x="1532" y="0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12" name="Google Shape;4070;p80">
              <a:extLst>
                <a:ext uri="{FF2B5EF4-FFF2-40B4-BE49-F238E27FC236}">
                  <a16:creationId xmlns:a16="http://schemas.microsoft.com/office/drawing/2014/main" id="{34A418B8-E690-F415-2D9E-14F270DBA376}"/>
                </a:ext>
              </a:extLst>
            </p:cNvPr>
            <p:cNvSpPr/>
            <p:nvPr/>
          </p:nvSpPr>
          <p:spPr>
            <a:xfrm>
              <a:off x="6279300" y="2861375"/>
              <a:ext cx="75625" cy="97275"/>
            </a:xfrm>
            <a:custGeom>
              <a:avLst/>
              <a:gdLst/>
              <a:ahLst/>
              <a:cxnLst/>
              <a:rect l="l" t="t" r="r" b="b"/>
              <a:pathLst>
                <a:path w="3025" h="3891" extrusionOk="0">
                  <a:moveTo>
                    <a:pt x="2403" y="1"/>
                  </a:moveTo>
                  <a:cubicBezTo>
                    <a:pt x="2178" y="1"/>
                    <a:pt x="1971" y="104"/>
                    <a:pt x="1850" y="277"/>
                  </a:cubicBezTo>
                  <a:cubicBezTo>
                    <a:pt x="1504" y="1193"/>
                    <a:pt x="882" y="1884"/>
                    <a:pt x="277" y="2610"/>
                  </a:cubicBezTo>
                  <a:cubicBezTo>
                    <a:pt x="35" y="2869"/>
                    <a:pt x="1" y="3284"/>
                    <a:pt x="208" y="3578"/>
                  </a:cubicBezTo>
                  <a:cubicBezTo>
                    <a:pt x="326" y="3766"/>
                    <a:pt x="507" y="3890"/>
                    <a:pt x="682" y="3890"/>
                  </a:cubicBezTo>
                  <a:cubicBezTo>
                    <a:pt x="764" y="3890"/>
                    <a:pt x="845" y="3863"/>
                    <a:pt x="916" y="3802"/>
                  </a:cubicBezTo>
                  <a:cubicBezTo>
                    <a:pt x="1815" y="3128"/>
                    <a:pt x="2731" y="2420"/>
                    <a:pt x="3025" y="1452"/>
                  </a:cubicBezTo>
                  <a:cubicBezTo>
                    <a:pt x="2973" y="744"/>
                    <a:pt x="2921" y="225"/>
                    <a:pt x="2403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13" name="Google Shape;4071;p80">
              <a:extLst>
                <a:ext uri="{FF2B5EF4-FFF2-40B4-BE49-F238E27FC236}">
                  <a16:creationId xmlns:a16="http://schemas.microsoft.com/office/drawing/2014/main" id="{65AC40C0-5B61-6462-23CD-C8EFCDBE8564}"/>
                </a:ext>
              </a:extLst>
            </p:cNvPr>
            <p:cNvSpPr/>
            <p:nvPr/>
          </p:nvSpPr>
          <p:spPr>
            <a:xfrm>
              <a:off x="4145025" y="994975"/>
              <a:ext cx="111500" cy="47325"/>
            </a:xfrm>
            <a:custGeom>
              <a:avLst/>
              <a:gdLst/>
              <a:ahLst/>
              <a:cxnLst/>
              <a:rect l="l" t="t" r="r" b="b"/>
              <a:pathLst>
                <a:path w="4460" h="1893" extrusionOk="0">
                  <a:moveTo>
                    <a:pt x="1539" y="105"/>
                  </a:moveTo>
                  <a:cubicBezTo>
                    <a:pt x="969" y="243"/>
                    <a:pt x="139" y="1"/>
                    <a:pt x="70" y="744"/>
                  </a:cubicBezTo>
                  <a:cubicBezTo>
                    <a:pt x="1" y="1418"/>
                    <a:pt x="813" y="1418"/>
                    <a:pt x="1332" y="1556"/>
                  </a:cubicBezTo>
                  <a:cubicBezTo>
                    <a:pt x="1764" y="1677"/>
                    <a:pt x="2213" y="1764"/>
                    <a:pt x="2645" y="1815"/>
                  </a:cubicBezTo>
                  <a:cubicBezTo>
                    <a:pt x="2898" y="1847"/>
                    <a:pt x="3179" y="1893"/>
                    <a:pt x="3440" y="1893"/>
                  </a:cubicBezTo>
                  <a:cubicBezTo>
                    <a:pt x="3890" y="1893"/>
                    <a:pt x="4279" y="1756"/>
                    <a:pt x="4356" y="1176"/>
                  </a:cubicBezTo>
                  <a:cubicBezTo>
                    <a:pt x="4459" y="346"/>
                    <a:pt x="3561" y="416"/>
                    <a:pt x="2956" y="329"/>
                  </a:cubicBezTo>
                  <a:lnTo>
                    <a:pt x="1539" y="105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14" name="Google Shape;4072;p80">
              <a:extLst>
                <a:ext uri="{FF2B5EF4-FFF2-40B4-BE49-F238E27FC236}">
                  <a16:creationId xmlns:a16="http://schemas.microsoft.com/office/drawing/2014/main" id="{0DB942AB-1BB0-BA70-F2A8-FFD50816D644}"/>
                </a:ext>
              </a:extLst>
            </p:cNvPr>
            <p:cNvSpPr/>
            <p:nvPr/>
          </p:nvSpPr>
          <p:spPr>
            <a:xfrm>
              <a:off x="7213625" y="3803350"/>
              <a:ext cx="74075" cy="80050"/>
            </a:xfrm>
            <a:custGeom>
              <a:avLst/>
              <a:gdLst/>
              <a:ahLst/>
              <a:cxnLst/>
              <a:rect l="l" t="t" r="r" b="b"/>
              <a:pathLst>
                <a:path w="2963" h="3202" extrusionOk="0">
                  <a:moveTo>
                    <a:pt x="573" y="1"/>
                  </a:moveTo>
                  <a:cubicBezTo>
                    <a:pt x="233" y="1"/>
                    <a:pt x="0" y="333"/>
                    <a:pt x="59" y="704"/>
                  </a:cubicBezTo>
                  <a:cubicBezTo>
                    <a:pt x="284" y="1965"/>
                    <a:pt x="1096" y="2777"/>
                    <a:pt x="2289" y="3175"/>
                  </a:cubicBezTo>
                  <a:cubicBezTo>
                    <a:pt x="2343" y="3193"/>
                    <a:pt x="2395" y="3202"/>
                    <a:pt x="2445" y="3202"/>
                  </a:cubicBezTo>
                  <a:cubicBezTo>
                    <a:pt x="2729" y="3202"/>
                    <a:pt x="2933" y="2914"/>
                    <a:pt x="2963" y="2414"/>
                  </a:cubicBezTo>
                  <a:cubicBezTo>
                    <a:pt x="2341" y="1619"/>
                    <a:pt x="1960" y="427"/>
                    <a:pt x="751" y="30"/>
                  </a:cubicBezTo>
                  <a:cubicBezTo>
                    <a:pt x="689" y="10"/>
                    <a:pt x="630" y="1"/>
                    <a:pt x="573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15" name="Google Shape;4073;p80">
              <a:extLst>
                <a:ext uri="{FF2B5EF4-FFF2-40B4-BE49-F238E27FC236}">
                  <a16:creationId xmlns:a16="http://schemas.microsoft.com/office/drawing/2014/main" id="{2AA94DA6-5056-59B2-FB50-BD679E172AD8}"/>
                </a:ext>
              </a:extLst>
            </p:cNvPr>
            <p:cNvSpPr/>
            <p:nvPr/>
          </p:nvSpPr>
          <p:spPr>
            <a:xfrm>
              <a:off x="6542025" y="3118350"/>
              <a:ext cx="66075" cy="79800"/>
            </a:xfrm>
            <a:custGeom>
              <a:avLst/>
              <a:gdLst/>
              <a:ahLst/>
              <a:cxnLst/>
              <a:rect l="l" t="t" r="r" b="b"/>
              <a:pathLst>
                <a:path w="2643" h="3192" extrusionOk="0">
                  <a:moveTo>
                    <a:pt x="1295" y="1"/>
                  </a:moveTo>
                  <a:cubicBezTo>
                    <a:pt x="1273" y="1"/>
                    <a:pt x="1250" y="2"/>
                    <a:pt x="1226" y="4"/>
                  </a:cubicBezTo>
                  <a:cubicBezTo>
                    <a:pt x="275" y="108"/>
                    <a:pt x="51" y="954"/>
                    <a:pt x="33" y="1732"/>
                  </a:cubicBezTo>
                  <a:cubicBezTo>
                    <a:pt x="1" y="2354"/>
                    <a:pt x="200" y="3192"/>
                    <a:pt x="910" y="3192"/>
                  </a:cubicBezTo>
                  <a:cubicBezTo>
                    <a:pt x="950" y="3192"/>
                    <a:pt x="992" y="3189"/>
                    <a:pt x="1036" y="3184"/>
                  </a:cubicBezTo>
                  <a:cubicBezTo>
                    <a:pt x="2643" y="2959"/>
                    <a:pt x="1640" y="1767"/>
                    <a:pt x="1640" y="1110"/>
                  </a:cubicBezTo>
                  <a:cubicBezTo>
                    <a:pt x="1740" y="547"/>
                    <a:pt x="1792" y="1"/>
                    <a:pt x="1295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16" name="Google Shape;4074;p80">
              <a:extLst>
                <a:ext uri="{FF2B5EF4-FFF2-40B4-BE49-F238E27FC236}">
                  <a16:creationId xmlns:a16="http://schemas.microsoft.com/office/drawing/2014/main" id="{2DDC33A1-B312-031B-5B47-8FEB475179B9}"/>
                </a:ext>
              </a:extLst>
            </p:cNvPr>
            <p:cNvSpPr/>
            <p:nvPr/>
          </p:nvSpPr>
          <p:spPr>
            <a:xfrm>
              <a:off x="4278100" y="987200"/>
              <a:ext cx="87225" cy="50150"/>
            </a:xfrm>
            <a:custGeom>
              <a:avLst/>
              <a:gdLst/>
              <a:ahLst/>
              <a:cxnLst/>
              <a:rect l="l" t="t" r="r" b="b"/>
              <a:pathLst>
                <a:path w="3489" h="2006" extrusionOk="0">
                  <a:moveTo>
                    <a:pt x="2519" y="46"/>
                  </a:moveTo>
                  <a:cubicBezTo>
                    <a:pt x="2407" y="46"/>
                    <a:pt x="2296" y="60"/>
                    <a:pt x="2195" y="87"/>
                  </a:cubicBezTo>
                  <a:cubicBezTo>
                    <a:pt x="1435" y="312"/>
                    <a:pt x="191" y="1"/>
                    <a:pt x="87" y="1107"/>
                  </a:cubicBezTo>
                  <a:cubicBezTo>
                    <a:pt x="1" y="1798"/>
                    <a:pt x="986" y="1746"/>
                    <a:pt x="1642" y="1781"/>
                  </a:cubicBezTo>
                  <a:cubicBezTo>
                    <a:pt x="2299" y="1556"/>
                    <a:pt x="3422" y="2005"/>
                    <a:pt x="3474" y="813"/>
                  </a:cubicBezTo>
                  <a:cubicBezTo>
                    <a:pt x="3488" y="284"/>
                    <a:pt x="2986" y="46"/>
                    <a:pt x="2519" y="46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17" name="Google Shape;4075;p80">
              <a:extLst>
                <a:ext uri="{FF2B5EF4-FFF2-40B4-BE49-F238E27FC236}">
                  <a16:creationId xmlns:a16="http://schemas.microsoft.com/office/drawing/2014/main" id="{D30882BC-5F57-D958-4F8B-D1276BE0E6BA}"/>
                </a:ext>
              </a:extLst>
            </p:cNvPr>
            <p:cNvSpPr/>
            <p:nvPr/>
          </p:nvSpPr>
          <p:spPr>
            <a:xfrm>
              <a:off x="6595650" y="1204100"/>
              <a:ext cx="81075" cy="41800"/>
            </a:xfrm>
            <a:custGeom>
              <a:avLst/>
              <a:gdLst/>
              <a:ahLst/>
              <a:cxnLst/>
              <a:rect l="l" t="t" r="r" b="b"/>
              <a:pathLst>
                <a:path w="3243" h="1672" extrusionOk="0">
                  <a:moveTo>
                    <a:pt x="1466" y="121"/>
                  </a:moveTo>
                  <a:cubicBezTo>
                    <a:pt x="1366" y="163"/>
                    <a:pt x="1241" y="173"/>
                    <a:pt x="1106" y="173"/>
                  </a:cubicBezTo>
                  <a:cubicBezTo>
                    <a:pt x="987" y="173"/>
                    <a:pt x="861" y="165"/>
                    <a:pt x="738" y="165"/>
                  </a:cubicBezTo>
                  <a:cubicBezTo>
                    <a:pt x="371" y="165"/>
                    <a:pt x="34" y="234"/>
                    <a:pt x="14" y="778"/>
                  </a:cubicBezTo>
                  <a:cubicBezTo>
                    <a:pt x="0" y="1593"/>
                    <a:pt x="628" y="1660"/>
                    <a:pt x="1232" y="1660"/>
                  </a:cubicBezTo>
                  <a:cubicBezTo>
                    <a:pt x="1352" y="1660"/>
                    <a:pt x="1472" y="1658"/>
                    <a:pt x="1585" y="1658"/>
                  </a:cubicBezTo>
                  <a:cubicBezTo>
                    <a:pt x="1627" y="1658"/>
                    <a:pt x="1668" y="1658"/>
                    <a:pt x="1708" y="1659"/>
                  </a:cubicBezTo>
                  <a:cubicBezTo>
                    <a:pt x="1826" y="1666"/>
                    <a:pt x="1954" y="1672"/>
                    <a:pt x="2085" y="1672"/>
                  </a:cubicBezTo>
                  <a:cubicBezTo>
                    <a:pt x="2644" y="1672"/>
                    <a:pt x="3242" y="1563"/>
                    <a:pt x="3228" y="933"/>
                  </a:cubicBezTo>
                  <a:cubicBezTo>
                    <a:pt x="3194" y="0"/>
                    <a:pt x="2209" y="207"/>
                    <a:pt x="1466" y="12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18" name="Google Shape;4076;p80">
              <a:extLst>
                <a:ext uri="{FF2B5EF4-FFF2-40B4-BE49-F238E27FC236}">
                  <a16:creationId xmlns:a16="http://schemas.microsoft.com/office/drawing/2014/main" id="{43646FC4-857E-7453-7391-0BAAB19ED97F}"/>
                </a:ext>
              </a:extLst>
            </p:cNvPr>
            <p:cNvSpPr/>
            <p:nvPr/>
          </p:nvSpPr>
          <p:spPr>
            <a:xfrm>
              <a:off x="5040350" y="1034625"/>
              <a:ext cx="81550" cy="46975"/>
            </a:xfrm>
            <a:custGeom>
              <a:avLst/>
              <a:gdLst/>
              <a:ahLst/>
              <a:cxnLst/>
              <a:rect l="l" t="t" r="r" b="b"/>
              <a:pathLst>
                <a:path w="3262" h="1879" extrusionOk="0">
                  <a:moveTo>
                    <a:pt x="1625" y="1"/>
                  </a:moveTo>
                  <a:cubicBezTo>
                    <a:pt x="803" y="1"/>
                    <a:pt x="279" y="461"/>
                    <a:pt x="99" y="1249"/>
                  </a:cubicBezTo>
                  <a:cubicBezTo>
                    <a:pt x="0" y="1616"/>
                    <a:pt x="339" y="1879"/>
                    <a:pt x="645" y="1879"/>
                  </a:cubicBezTo>
                  <a:cubicBezTo>
                    <a:pt x="714" y="1879"/>
                    <a:pt x="781" y="1865"/>
                    <a:pt x="842" y="1837"/>
                  </a:cubicBezTo>
                  <a:cubicBezTo>
                    <a:pt x="1620" y="1474"/>
                    <a:pt x="2829" y="1750"/>
                    <a:pt x="3106" y="800"/>
                  </a:cubicBezTo>
                  <a:cubicBezTo>
                    <a:pt x="3261" y="229"/>
                    <a:pt x="2363" y="22"/>
                    <a:pt x="1758" y="5"/>
                  </a:cubicBezTo>
                  <a:cubicBezTo>
                    <a:pt x="1713" y="2"/>
                    <a:pt x="1668" y="1"/>
                    <a:pt x="1625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19" name="Google Shape;4077;p80">
              <a:extLst>
                <a:ext uri="{FF2B5EF4-FFF2-40B4-BE49-F238E27FC236}">
                  <a16:creationId xmlns:a16="http://schemas.microsoft.com/office/drawing/2014/main" id="{82B603B6-9160-A5D3-6633-B193F22BAB5D}"/>
                </a:ext>
              </a:extLst>
            </p:cNvPr>
            <p:cNvSpPr/>
            <p:nvPr/>
          </p:nvSpPr>
          <p:spPr>
            <a:xfrm>
              <a:off x="6380950" y="3302475"/>
              <a:ext cx="77800" cy="40225"/>
            </a:xfrm>
            <a:custGeom>
              <a:avLst/>
              <a:gdLst/>
              <a:ahLst/>
              <a:cxnLst/>
              <a:rect l="l" t="t" r="r" b="b"/>
              <a:pathLst>
                <a:path w="3112" h="1609" extrusionOk="0">
                  <a:moveTo>
                    <a:pt x="843" y="80"/>
                  </a:moveTo>
                  <a:cubicBezTo>
                    <a:pt x="352" y="80"/>
                    <a:pt x="1" y="466"/>
                    <a:pt x="65" y="882"/>
                  </a:cubicBezTo>
                  <a:cubicBezTo>
                    <a:pt x="161" y="1545"/>
                    <a:pt x="602" y="1578"/>
                    <a:pt x="1054" y="1578"/>
                  </a:cubicBezTo>
                  <a:cubicBezTo>
                    <a:pt x="1103" y="1578"/>
                    <a:pt x="1152" y="1577"/>
                    <a:pt x="1201" y="1577"/>
                  </a:cubicBezTo>
                  <a:cubicBezTo>
                    <a:pt x="1347" y="1577"/>
                    <a:pt x="1491" y="1581"/>
                    <a:pt x="1620" y="1608"/>
                  </a:cubicBezTo>
                  <a:cubicBezTo>
                    <a:pt x="1746" y="1549"/>
                    <a:pt x="1903" y="1535"/>
                    <a:pt x="2065" y="1535"/>
                  </a:cubicBezTo>
                  <a:cubicBezTo>
                    <a:pt x="2212" y="1535"/>
                    <a:pt x="2363" y="1547"/>
                    <a:pt x="2502" y="1547"/>
                  </a:cubicBezTo>
                  <a:cubicBezTo>
                    <a:pt x="2845" y="1547"/>
                    <a:pt x="3112" y="1478"/>
                    <a:pt x="3037" y="1003"/>
                  </a:cubicBezTo>
                  <a:cubicBezTo>
                    <a:pt x="2882" y="1"/>
                    <a:pt x="1741" y="191"/>
                    <a:pt x="963" y="87"/>
                  </a:cubicBezTo>
                  <a:cubicBezTo>
                    <a:pt x="923" y="82"/>
                    <a:pt x="882" y="80"/>
                    <a:pt x="843" y="80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20" name="Google Shape;4078;p80">
              <a:extLst>
                <a:ext uri="{FF2B5EF4-FFF2-40B4-BE49-F238E27FC236}">
                  <a16:creationId xmlns:a16="http://schemas.microsoft.com/office/drawing/2014/main" id="{4371D539-21E1-9BA2-392C-C4546984A17E}"/>
                </a:ext>
              </a:extLst>
            </p:cNvPr>
            <p:cNvSpPr/>
            <p:nvPr/>
          </p:nvSpPr>
          <p:spPr>
            <a:xfrm>
              <a:off x="4384825" y="996700"/>
              <a:ext cx="62025" cy="39775"/>
            </a:xfrm>
            <a:custGeom>
              <a:avLst/>
              <a:gdLst/>
              <a:ahLst/>
              <a:cxnLst/>
              <a:rect l="l" t="t" r="r" b="b"/>
              <a:pathLst>
                <a:path w="2481" h="1591" extrusionOk="0">
                  <a:moveTo>
                    <a:pt x="1811" y="155"/>
                  </a:moveTo>
                  <a:cubicBezTo>
                    <a:pt x="1713" y="155"/>
                    <a:pt x="1613" y="168"/>
                    <a:pt x="1521" y="191"/>
                  </a:cubicBezTo>
                  <a:cubicBezTo>
                    <a:pt x="985" y="312"/>
                    <a:pt x="121" y="1"/>
                    <a:pt x="52" y="917"/>
                  </a:cubicBezTo>
                  <a:cubicBezTo>
                    <a:pt x="0" y="1487"/>
                    <a:pt x="536" y="1574"/>
                    <a:pt x="1054" y="1591"/>
                  </a:cubicBezTo>
                  <a:cubicBezTo>
                    <a:pt x="1573" y="1418"/>
                    <a:pt x="2385" y="1556"/>
                    <a:pt x="2454" y="727"/>
                  </a:cubicBezTo>
                  <a:cubicBezTo>
                    <a:pt x="2481" y="311"/>
                    <a:pt x="2153" y="155"/>
                    <a:pt x="1811" y="155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21" name="Google Shape;4079;p80">
              <a:extLst>
                <a:ext uri="{FF2B5EF4-FFF2-40B4-BE49-F238E27FC236}">
                  <a16:creationId xmlns:a16="http://schemas.microsoft.com/office/drawing/2014/main" id="{5D21FC87-C466-42A7-49C3-EE5D5FA4510C}"/>
                </a:ext>
              </a:extLst>
            </p:cNvPr>
            <p:cNvSpPr/>
            <p:nvPr/>
          </p:nvSpPr>
          <p:spPr>
            <a:xfrm>
              <a:off x="2100625" y="1004500"/>
              <a:ext cx="520200" cy="95050"/>
            </a:xfrm>
            <a:custGeom>
              <a:avLst/>
              <a:gdLst/>
              <a:ahLst/>
              <a:cxnLst/>
              <a:rect l="l" t="t" r="r" b="b"/>
              <a:pathLst>
                <a:path w="20808" h="3802" extrusionOk="0">
                  <a:moveTo>
                    <a:pt x="20756" y="0"/>
                  </a:moveTo>
                  <a:lnTo>
                    <a:pt x="20738" y="17"/>
                  </a:lnTo>
                  <a:lnTo>
                    <a:pt x="20773" y="17"/>
                  </a:lnTo>
                  <a:lnTo>
                    <a:pt x="20808" y="0"/>
                  </a:lnTo>
                  <a:close/>
                  <a:moveTo>
                    <a:pt x="1" y="3785"/>
                  </a:moveTo>
                  <a:lnTo>
                    <a:pt x="1" y="3802"/>
                  </a:lnTo>
                  <a:lnTo>
                    <a:pt x="18" y="3802"/>
                  </a:lnTo>
                  <a:lnTo>
                    <a:pt x="18" y="3785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22" name="Google Shape;4080;p80">
              <a:extLst>
                <a:ext uri="{FF2B5EF4-FFF2-40B4-BE49-F238E27FC236}">
                  <a16:creationId xmlns:a16="http://schemas.microsoft.com/office/drawing/2014/main" id="{3FAA3D06-0989-AEE0-E71F-D6C4366EF488}"/>
                </a:ext>
              </a:extLst>
            </p:cNvPr>
            <p:cNvSpPr/>
            <p:nvPr/>
          </p:nvSpPr>
          <p:spPr>
            <a:xfrm>
              <a:off x="233350" y="949250"/>
              <a:ext cx="3232550" cy="3802300"/>
            </a:xfrm>
            <a:custGeom>
              <a:avLst/>
              <a:gdLst/>
              <a:ahLst/>
              <a:cxnLst/>
              <a:rect l="l" t="t" r="r" b="b"/>
              <a:pathLst>
                <a:path w="129302" h="152092" extrusionOk="0">
                  <a:moveTo>
                    <a:pt x="97270" y="1644"/>
                  </a:moveTo>
                  <a:cubicBezTo>
                    <a:pt x="97347" y="1644"/>
                    <a:pt x="97424" y="1648"/>
                    <a:pt x="97503" y="1657"/>
                  </a:cubicBezTo>
                  <a:cubicBezTo>
                    <a:pt x="97555" y="1674"/>
                    <a:pt x="97607" y="1692"/>
                    <a:pt x="97642" y="1709"/>
                  </a:cubicBezTo>
                  <a:lnTo>
                    <a:pt x="95601" y="2170"/>
                  </a:lnTo>
                  <a:lnTo>
                    <a:pt x="95601" y="2170"/>
                  </a:lnTo>
                  <a:cubicBezTo>
                    <a:pt x="96129" y="1917"/>
                    <a:pt x="96661" y="1644"/>
                    <a:pt x="97270" y="1644"/>
                  </a:cubicBezTo>
                  <a:close/>
                  <a:moveTo>
                    <a:pt x="95473" y="2210"/>
                  </a:moveTo>
                  <a:lnTo>
                    <a:pt x="95447" y="2227"/>
                  </a:lnTo>
                  <a:lnTo>
                    <a:pt x="95429" y="2227"/>
                  </a:lnTo>
                  <a:lnTo>
                    <a:pt x="95464" y="2210"/>
                  </a:lnTo>
                  <a:close/>
                  <a:moveTo>
                    <a:pt x="68358" y="8951"/>
                  </a:moveTo>
                  <a:cubicBezTo>
                    <a:pt x="68553" y="8951"/>
                    <a:pt x="68761" y="9049"/>
                    <a:pt x="68989" y="9313"/>
                  </a:cubicBezTo>
                  <a:cubicBezTo>
                    <a:pt x="69208" y="9280"/>
                    <a:pt x="69420" y="9268"/>
                    <a:pt x="69634" y="9268"/>
                  </a:cubicBezTo>
                  <a:cubicBezTo>
                    <a:pt x="69758" y="9268"/>
                    <a:pt x="69882" y="9272"/>
                    <a:pt x="70008" y="9278"/>
                  </a:cubicBezTo>
                  <a:cubicBezTo>
                    <a:pt x="70061" y="9286"/>
                    <a:pt x="70117" y="9289"/>
                    <a:pt x="70177" y="9289"/>
                  </a:cubicBezTo>
                  <a:cubicBezTo>
                    <a:pt x="70522" y="9289"/>
                    <a:pt x="70965" y="9176"/>
                    <a:pt x="71318" y="9176"/>
                  </a:cubicBezTo>
                  <a:cubicBezTo>
                    <a:pt x="71841" y="9176"/>
                    <a:pt x="72167" y="9425"/>
                    <a:pt x="71685" y="10661"/>
                  </a:cubicBezTo>
                  <a:cubicBezTo>
                    <a:pt x="71581" y="10937"/>
                    <a:pt x="71823" y="11265"/>
                    <a:pt x="72151" y="11386"/>
                  </a:cubicBezTo>
                  <a:cubicBezTo>
                    <a:pt x="72428" y="11438"/>
                    <a:pt x="72722" y="11490"/>
                    <a:pt x="72998" y="11507"/>
                  </a:cubicBezTo>
                  <a:cubicBezTo>
                    <a:pt x="72652" y="11922"/>
                    <a:pt x="72359" y="12406"/>
                    <a:pt x="71927" y="12717"/>
                  </a:cubicBezTo>
                  <a:cubicBezTo>
                    <a:pt x="71831" y="12786"/>
                    <a:pt x="71741" y="12813"/>
                    <a:pt x="71654" y="12813"/>
                  </a:cubicBezTo>
                  <a:cubicBezTo>
                    <a:pt x="71349" y="12813"/>
                    <a:pt x="71090" y="12473"/>
                    <a:pt x="70821" y="12406"/>
                  </a:cubicBezTo>
                  <a:cubicBezTo>
                    <a:pt x="69127" y="11939"/>
                    <a:pt x="69334" y="10488"/>
                    <a:pt x="68989" y="9313"/>
                  </a:cubicBezTo>
                  <a:lnTo>
                    <a:pt x="67330" y="9520"/>
                  </a:lnTo>
                  <a:cubicBezTo>
                    <a:pt x="67668" y="9295"/>
                    <a:pt x="67992" y="8951"/>
                    <a:pt x="68358" y="8951"/>
                  </a:cubicBezTo>
                  <a:close/>
                  <a:moveTo>
                    <a:pt x="51546" y="12467"/>
                  </a:moveTo>
                  <a:cubicBezTo>
                    <a:pt x="51593" y="12467"/>
                    <a:pt x="51647" y="12470"/>
                    <a:pt x="51707" y="12475"/>
                  </a:cubicBezTo>
                  <a:cubicBezTo>
                    <a:pt x="51897" y="12648"/>
                    <a:pt x="52157" y="12890"/>
                    <a:pt x="52433" y="13115"/>
                  </a:cubicBezTo>
                  <a:cubicBezTo>
                    <a:pt x="52260" y="13270"/>
                    <a:pt x="52053" y="13374"/>
                    <a:pt x="51845" y="13460"/>
                  </a:cubicBezTo>
                  <a:cubicBezTo>
                    <a:pt x="51802" y="13467"/>
                    <a:pt x="51764" y="13470"/>
                    <a:pt x="51729" y="13470"/>
                  </a:cubicBezTo>
                  <a:cubicBezTo>
                    <a:pt x="51300" y="13470"/>
                    <a:pt x="51439" y="13007"/>
                    <a:pt x="51327" y="12752"/>
                  </a:cubicBezTo>
                  <a:cubicBezTo>
                    <a:pt x="51225" y="12548"/>
                    <a:pt x="51295" y="12467"/>
                    <a:pt x="51546" y="12467"/>
                  </a:cubicBezTo>
                  <a:close/>
                  <a:moveTo>
                    <a:pt x="55481" y="12549"/>
                  </a:moveTo>
                  <a:cubicBezTo>
                    <a:pt x="55526" y="12549"/>
                    <a:pt x="55570" y="12553"/>
                    <a:pt x="55613" y="12562"/>
                  </a:cubicBezTo>
                  <a:lnTo>
                    <a:pt x="54576" y="13789"/>
                  </a:lnTo>
                  <a:lnTo>
                    <a:pt x="53954" y="13184"/>
                  </a:lnTo>
                  <a:cubicBezTo>
                    <a:pt x="54420" y="12976"/>
                    <a:pt x="54870" y="12752"/>
                    <a:pt x="55336" y="12562"/>
                  </a:cubicBezTo>
                  <a:cubicBezTo>
                    <a:pt x="55388" y="12553"/>
                    <a:pt x="55436" y="12549"/>
                    <a:pt x="55481" y="12549"/>
                  </a:cubicBezTo>
                  <a:close/>
                  <a:moveTo>
                    <a:pt x="116966" y="0"/>
                  </a:moveTo>
                  <a:cubicBezTo>
                    <a:pt x="112339" y="0"/>
                    <a:pt x="107712" y="747"/>
                    <a:pt x="103085" y="1035"/>
                  </a:cubicBezTo>
                  <a:cubicBezTo>
                    <a:pt x="101910" y="1104"/>
                    <a:pt x="100735" y="983"/>
                    <a:pt x="99542" y="1260"/>
                  </a:cubicBezTo>
                  <a:cubicBezTo>
                    <a:pt x="99533" y="1262"/>
                    <a:pt x="99523" y="1263"/>
                    <a:pt x="99512" y="1263"/>
                  </a:cubicBezTo>
                  <a:cubicBezTo>
                    <a:pt x="99194" y="1263"/>
                    <a:pt x="98389" y="307"/>
                    <a:pt x="97503" y="240"/>
                  </a:cubicBezTo>
                  <a:cubicBezTo>
                    <a:pt x="96554" y="172"/>
                    <a:pt x="95607" y="143"/>
                    <a:pt x="94661" y="143"/>
                  </a:cubicBezTo>
                  <a:cubicBezTo>
                    <a:pt x="91541" y="143"/>
                    <a:pt x="88432" y="459"/>
                    <a:pt x="85303" y="724"/>
                  </a:cubicBezTo>
                  <a:cubicBezTo>
                    <a:pt x="83379" y="875"/>
                    <a:pt x="81549" y="1637"/>
                    <a:pt x="79578" y="1637"/>
                  </a:cubicBezTo>
                  <a:cubicBezTo>
                    <a:pt x="79300" y="1637"/>
                    <a:pt x="79020" y="1622"/>
                    <a:pt x="78736" y="1588"/>
                  </a:cubicBezTo>
                  <a:cubicBezTo>
                    <a:pt x="78573" y="1568"/>
                    <a:pt x="78403" y="1557"/>
                    <a:pt x="78229" y="1557"/>
                  </a:cubicBezTo>
                  <a:cubicBezTo>
                    <a:pt x="77349" y="1557"/>
                    <a:pt x="76386" y="1840"/>
                    <a:pt x="75953" y="2677"/>
                  </a:cubicBezTo>
                  <a:cubicBezTo>
                    <a:pt x="75538" y="3489"/>
                    <a:pt x="76333" y="4163"/>
                    <a:pt x="76956" y="4750"/>
                  </a:cubicBezTo>
                  <a:cubicBezTo>
                    <a:pt x="77215" y="4992"/>
                    <a:pt x="77232" y="5511"/>
                    <a:pt x="77370" y="5891"/>
                  </a:cubicBezTo>
                  <a:cubicBezTo>
                    <a:pt x="77348" y="5890"/>
                    <a:pt x="77325" y="5889"/>
                    <a:pt x="77301" y="5889"/>
                  </a:cubicBezTo>
                  <a:cubicBezTo>
                    <a:pt x="77154" y="5889"/>
                    <a:pt x="76988" y="5912"/>
                    <a:pt x="76844" y="5912"/>
                  </a:cubicBezTo>
                  <a:cubicBezTo>
                    <a:pt x="76726" y="5912"/>
                    <a:pt x="76623" y="5896"/>
                    <a:pt x="76558" y="5839"/>
                  </a:cubicBezTo>
                  <a:cubicBezTo>
                    <a:pt x="76285" y="5586"/>
                    <a:pt x="76034" y="5489"/>
                    <a:pt x="75796" y="5489"/>
                  </a:cubicBezTo>
                  <a:cubicBezTo>
                    <a:pt x="75417" y="5489"/>
                    <a:pt x="75070" y="5733"/>
                    <a:pt x="74709" y="5977"/>
                  </a:cubicBezTo>
                  <a:lnTo>
                    <a:pt x="74709" y="5995"/>
                  </a:lnTo>
                  <a:lnTo>
                    <a:pt x="74692" y="5995"/>
                  </a:lnTo>
                  <a:cubicBezTo>
                    <a:pt x="74415" y="6358"/>
                    <a:pt x="73707" y="6479"/>
                    <a:pt x="73897" y="7066"/>
                  </a:cubicBezTo>
                  <a:cubicBezTo>
                    <a:pt x="74104" y="7654"/>
                    <a:pt x="74761" y="7671"/>
                    <a:pt x="75331" y="7723"/>
                  </a:cubicBezTo>
                  <a:lnTo>
                    <a:pt x="75625" y="7723"/>
                  </a:lnTo>
                  <a:lnTo>
                    <a:pt x="77146" y="7982"/>
                  </a:lnTo>
                  <a:cubicBezTo>
                    <a:pt x="76904" y="8068"/>
                    <a:pt x="76662" y="8120"/>
                    <a:pt x="76403" y="8120"/>
                  </a:cubicBezTo>
                  <a:cubicBezTo>
                    <a:pt x="76178" y="8103"/>
                    <a:pt x="75970" y="7930"/>
                    <a:pt x="75729" y="7861"/>
                  </a:cubicBezTo>
                  <a:cubicBezTo>
                    <a:pt x="75594" y="7823"/>
                    <a:pt x="75464" y="7807"/>
                    <a:pt x="75337" y="7807"/>
                  </a:cubicBezTo>
                  <a:cubicBezTo>
                    <a:pt x="74777" y="7807"/>
                    <a:pt x="74273" y="8116"/>
                    <a:pt x="73724" y="8172"/>
                  </a:cubicBezTo>
                  <a:cubicBezTo>
                    <a:pt x="73717" y="8173"/>
                    <a:pt x="73710" y="8174"/>
                    <a:pt x="73702" y="8174"/>
                  </a:cubicBezTo>
                  <a:cubicBezTo>
                    <a:pt x="73450" y="8174"/>
                    <a:pt x="72913" y="7613"/>
                    <a:pt x="72946" y="7394"/>
                  </a:cubicBezTo>
                  <a:cubicBezTo>
                    <a:pt x="73102" y="6479"/>
                    <a:pt x="73810" y="6098"/>
                    <a:pt x="74674" y="5995"/>
                  </a:cubicBezTo>
                  <a:lnTo>
                    <a:pt x="74674" y="5977"/>
                  </a:lnTo>
                  <a:cubicBezTo>
                    <a:pt x="74726" y="5545"/>
                    <a:pt x="74830" y="5113"/>
                    <a:pt x="74951" y="4681"/>
                  </a:cubicBezTo>
                  <a:cubicBezTo>
                    <a:pt x="75072" y="4370"/>
                    <a:pt x="75435" y="4076"/>
                    <a:pt x="75124" y="3748"/>
                  </a:cubicBezTo>
                  <a:cubicBezTo>
                    <a:pt x="74832" y="3467"/>
                    <a:pt x="74483" y="3396"/>
                    <a:pt x="74119" y="3396"/>
                  </a:cubicBezTo>
                  <a:cubicBezTo>
                    <a:pt x="73856" y="3396"/>
                    <a:pt x="73587" y="3433"/>
                    <a:pt x="73326" y="3454"/>
                  </a:cubicBezTo>
                  <a:cubicBezTo>
                    <a:pt x="72946" y="3506"/>
                    <a:pt x="72756" y="3748"/>
                    <a:pt x="72704" y="4180"/>
                  </a:cubicBezTo>
                  <a:cubicBezTo>
                    <a:pt x="72601" y="5252"/>
                    <a:pt x="72134" y="6098"/>
                    <a:pt x="70959" y="6340"/>
                  </a:cubicBezTo>
                  <a:cubicBezTo>
                    <a:pt x="70855" y="6427"/>
                    <a:pt x="70769" y="6513"/>
                    <a:pt x="70665" y="6617"/>
                  </a:cubicBezTo>
                  <a:cubicBezTo>
                    <a:pt x="70786" y="6859"/>
                    <a:pt x="70924" y="7083"/>
                    <a:pt x="71097" y="7291"/>
                  </a:cubicBezTo>
                  <a:cubicBezTo>
                    <a:pt x="71304" y="7412"/>
                    <a:pt x="71546" y="7515"/>
                    <a:pt x="71788" y="7567"/>
                  </a:cubicBezTo>
                  <a:cubicBezTo>
                    <a:pt x="71650" y="7550"/>
                    <a:pt x="71512" y="7541"/>
                    <a:pt x="71374" y="7541"/>
                  </a:cubicBezTo>
                  <a:cubicBezTo>
                    <a:pt x="71235" y="7541"/>
                    <a:pt x="71097" y="7550"/>
                    <a:pt x="70959" y="7567"/>
                  </a:cubicBezTo>
                  <a:cubicBezTo>
                    <a:pt x="70569" y="7671"/>
                    <a:pt x="70173" y="7708"/>
                    <a:pt x="69775" y="7708"/>
                  </a:cubicBezTo>
                  <a:cubicBezTo>
                    <a:pt x="68812" y="7708"/>
                    <a:pt x="67832" y="7494"/>
                    <a:pt x="66868" y="7494"/>
                  </a:cubicBezTo>
                  <a:cubicBezTo>
                    <a:pt x="66108" y="7494"/>
                    <a:pt x="65357" y="7627"/>
                    <a:pt x="64634" y="8103"/>
                  </a:cubicBezTo>
                  <a:cubicBezTo>
                    <a:pt x="64271" y="8345"/>
                    <a:pt x="63580" y="8379"/>
                    <a:pt x="63666" y="8863"/>
                  </a:cubicBezTo>
                  <a:cubicBezTo>
                    <a:pt x="63752" y="9382"/>
                    <a:pt x="64167" y="9900"/>
                    <a:pt x="64547" y="10315"/>
                  </a:cubicBezTo>
                  <a:cubicBezTo>
                    <a:pt x="64666" y="10447"/>
                    <a:pt x="64798" y="10498"/>
                    <a:pt x="64939" y="10498"/>
                  </a:cubicBezTo>
                  <a:cubicBezTo>
                    <a:pt x="65148" y="10498"/>
                    <a:pt x="65375" y="10387"/>
                    <a:pt x="65602" y="10263"/>
                  </a:cubicBezTo>
                  <a:cubicBezTo>
                    <a:pt x="66124" y="9977"/>
                    <a:pt x="66711" y="9789"/>
                    <a:pt x="67269" y="9556"/>
                  </a:cubicBezTo>
                  <a:lnTo>
                    <a:pt x="67269" y="9556"/>
                  </a:lnTo>
                  <a:cubicBezTo>
                    <a:pt x="66173" y="11022"/>
                    <a:pt x="64072" y="10911"/>
                    <a:pt x="62975" y="11974"/>
                  </a:cubicBezTo>
                  <a:cubicBezTo>
                    <a:pt x="62086" y="12850"/>
                    <a:pt x="61268" y="13162"/>
                    <a:pt x="60357" y="13162"/>
                  </a:cubicBezTo>
                  <a:cubicBezTo>
                    <a:pt x="59993" y="13162"/>
                    <a:pt x="59613" y="13112"/>
                    <a:pt x="59207" y="13028"/>
                  </a:cubicBezTo>
                  <a:cubicBezTo>
                    <a:pt x="58430" y="12873"/>
                    <a:pt x="57687" y="12510"/>
                    <a:pt x="56926" y="12233"/>
                  </a:cubicBezTo>
                  <a:cubicBezTo>
                    <a:pt x="57173" y="12050"/>
                    <a:pt x="57402" y="11981"/>
                    <a:pt x="57619" y="11981"/>
                  </a:cubicBezTo>
                  <a:cubicBezTo>
                    <a:pt x="58162" y="11981"/>
                    <a:pt x="58632" y="12416"/>
                    <a:pt x="59138" y="12613"/>
                  </a:cubicBezTo>
                  <a:cubicBezTo>
                    <a:pt x="59332" y="12687"/>
                    <a:pt x="59512" y="12718"/>
                    <a:pt x="59680" y="12718"/>
                  </a:cubicBezTo>
                  <a:cubicBezTo>
                    <a:pt x="60502" y="12718"/>
                    <a:pt x="61062" y="11967"/>
                    <a:pt x="61765" y="11680"/>
                  </a:cubicBezTo>
                  <a:cubicBezTo>
                    <a:pt x="62404" y="11421"/>
                    <a:pt x="61903" y="10851"/>
                    <a:pt x="61661" y="10384"/>
                  </a:cubicBezTo>
                  <a:cubicBezTo>
                    <a:pt x="61454" y="9987"/>
                    <a:pt x="61921" y="9745"/>
                    <a:pt x="62249" y="9537"/>
                  </a:cubicBezTo>
                  <a:cubicBezTo>
                    <a:pt x="62664" y="9295"/>
                    <a:pt x="63441" y="9226"/>
                    <a:pt x="63182" y="8518"/>
                  </a:cubicBezTo>
                  <a:cubicBezTo>
                    <a:pt x="63018" y="8098"/>
                    <a:pt x="62703" y="8030"/>
                    <a:pt x="62354" y="8030"/>
                  </a:cubicBezTo>
                  <a:cubicBezTo>
                    <a:pt x="62187" y="8030"/>
                    <a:pt x="62013" y="8045"/>
                    <a:pt x="61845" y="8045"/>
                  </a:cubicBezTo>
                  <a:cubicBezTo>
                    <a:pt x="61771" y="8045"/>
                    <a:pt x="61698" y="8042"/>
                    <a:pt x="61627" y="8034"/>
                  </a:cubicBezTo>
                  <a:cubicBezTo>
                    <a:pt x="61564" y="8027"/>
                    <a:pt x="61502" y="8024"/>
                    <a:pt x="61440" y="8024"/>
                  </a:cubicBezTo>
                  <a:cubicBezTo>
                    <a:pt x="60620" y="8024"/>
                    <a:pt x="59973" y="8583"/>
                    <a:pt x="59080" y="8583"/>
                  </a:cubicBezTo>
                  <a:cubicBezTo>
                    <a:pt x="59004" y="8583"/>
                    <a:pt x="58925" y="8579"/>
                    <a:pt x="58844" y="8570"/>
                  </a:cubicBezTo>
                  <a:cubicBezTo>
                    <a:pt x="57410" y="8414"/>
                    <a:pt x="56391" y="7671"/>
                    <a:pt x="55181" y="7187"/>
                  </a:cubicBezTo>
                  <a:cubicBezTo>
                    <a:pt x="54440" y="6892"/>
                    <a:pt x="53723" y="6767"/>
                    <a:pt x="53025" y="6767"/>
                  </a:cubicBezTo>
                  <a:cubicBezTo>
                    <a:pt x="51022" y="6767"/>
                    <a:pt x="49177" y="7799"/>
                    <a:pt x="47370" y="8812"/>
                  </a:cubicBezTo>
                  <a:cubicBezTo>
                    <a:pt x="46903" y="9071"/>
                    <a:pt x="46765" y="9434"/>
                    <a:pt x="46972" y="9969"/>
                  </a:cubicBezTo>
                  <a:cubicBezTo>
                    <a:pt x="47155" y="10426"/>
                    <a:pt x="47351" y="10748"/>
                    <a:pt x="47819" y="10748"/>
                  </a:cubicBezTo>
                  <a:cubicBezTo>
                    <a:pt x="47883" y="10748"/>
                    <a:pt x="47952" y="10742"/>
                    <a:pt x="48026" y="10730"/>
                  </a:cubicBezTo>
                  <a:lnTo>
                    <a:pt x="50498" y="10280"/>
                  </a:lnTo>
                  <a:cubicBezTo>
                    <a:pt x="50618" y="10263"/>
                    <a:pt x="50739" y="10229"/>
                    <a:pt x="50878" y="10194"/>
                  </a:cubicBezTo>
                  <a:lnTo>
                    <a:pt x="50878" y="10194"/>
                  </a:lnTo>
                  <a:cubicBezTo>
                    <a:pt x="50878" y="10298"/>
                    <a:pt x="50860" y="10401"/>
                    <a:pt x="50860" y="10505"/>
                  </a:cubicBezTo>
                  <a:cubicBezTo>
                    <a:pt x="50614" y="11663"/>
                    <a:pt x="50148" y="12321"/>
                    <a:pt x="49280" y="12321"/>
                  </a:cubicBezTo>
                  <a:cubicBezTo>
                    <a:pt x="48931" y="12321"/>
                    <a:pt x="48517" y="12214"/>
                    <a:pt x="48026" y="11991"/>
                  </a:cubicBezTo>
                  <a:cubicBezTo>
                    <a:pt x="46374" y="11254"/>
                    <a:pt x="44693" y="10979"/>
                    <a:pt x="42955" y="10979"/>
                  </a:cubicBezTo>
                  <a:cubicBezTo>
                    <a:pt x="42002" y="10979"/>
                    <a:pt x="41033" y="11062"/>
                    <a:pt x="40042" y="11196"/>
                  </a:cubicBezTo>
                  <a:cubicBezTo>
                    <a:pt x="38536" y="11404"/>
                    <a:pt x="37062" y="12285"/>
                    <a:pt x="35569" y="12285"/>
                  </a:cubicBezTo>
                  <a:cubicBezTo>
                    <a:pt x="35195" y="12285"/>
                    <a:pt x="34820" y="12230"/>
                    <a:pt x="34443" y="12095"/>
                  </a:cubicBezTo>
                  <a:cubicBezTo>
                    <a:pt x="32698" y="11490"/>
                    <a:pt x="30900" y="11110"/>
                    <a:pt x="29068" y="10920"/>
                  </a:cubicBezTo>
                  <a:cubicBezTo>
                    <a:pt x="27080" y="10698"/>
                    <a:pt x="25171" y="10202"/>
                    <a:pt x="23146" y="10202"/>
                  </a:cubicBezTo>
                  <a:cubicBezTo>
                    <a:pt x="22337" y="10202"/>
                    <a:pt x="21510" y="10281"/>
                    <a:pt x="20652" y="10488"/>
                  </a:cubicBezTo>
                  <a:cubicBezTo>
                    <a:pt x="18383" y="11055"/>
                    <a:pt x="16215" y="12269"/>
                    <a:pt x="13793" y="12269"/>
                  </a:cubicBezTo>
                  <a:cubicBezTo>
                    <a:pt x="13559" y="12269"/>
                    <a:pt x="13322" y="12258"/>
                    <a:pt x="13083" y="12233"/>
                  </a:cubicBezTo>
                  <a:cubicBezTo>
                    <a:pt x="13049" y="12230"/>
                    <a:pt x="13015" y="12229"/>
                    <a:pt x="12982" y="12229"/>
                  </a:cubicBezTo>
                  <a:cubicBezTo>
                    <a:pt x="12473" y="12229"/>
                    <a:pt x="12176" y="12605"/>
                    <a:pt x="12323" y="13287"/>
                  </a:cubicBezTo>
                  <a:cubicBezTo>
                    <a:pt x="12498" y="14071"/>
                    <a:pt x="12325" y="14707"/>
                    <a:pt x="11687" y="14707"/>
                  </a:cubicBezTo>
                  <a:cubicBezTo>
                    <a:pt x="11510" y="14707"/>
                    <a:pt x="11296" y="14658"/>
                    <a:pt x="11044" y="14549"/>
                  </a:cubicBezTo>
                  <a:cubicBezTo>
                    <a:pt x="10655" y="14378"/>
                    <a:pt x="10292" y="14308"/>
                    <a:pt x="9947" y="14308"/>
                  </a:cubicBezTo>
                  <a:cubicBezTo>
                    <a:pt x="9034" y="14308"/>
                    <a:pt x="8242" y="14801"/>
                    <a:pt x="7415" y="15240"/>
                  </a:cubicBezTo>
                  <a:cubicBezTo>
                    <a:pt x="6965" y="15482"/>
                    <a:pt x="6672" y="15914"/>
                    <a:pt x="6879" y="16467"/>
                  </a:cubicBezTo>
                  <a:cubicBezTo>
                    <a:pt x="7027" y="16886"/>
                    <a:pt x="7334" y="16988"/>
                    <a:pt x="7700" y="16988"/>
                  </a:cubicBezTo>
                  <a:cubicBezTo>
                    <a:pt x="7802" y="16988"/>
                    <a:pt x="7910" y="16980"/>
                    <a:pt x="8020" y="16968"/>
                  </a:cubicBezTo>
                  <a:cubicBezTo>
                    <a:pt x="8305" y="16929"/>
                    <a:pt x="8590" y="16910"/>
                    <a:pt x="8875" y="16910"/>
                  </a:cubicBezTo>
                  <a:cubicBezTo>
                    <a:pt x="8970" y="16910"/>
                    <a:pt x="9065" y="16912"/>
                    <a:pt x="9160" y="16917"/>
                  </a:cubicBezTo>
                  <a:cubicBezTo>
                    <a:pt x="9186" y="16919"/>
                    <a:pt x="9214" y="16920"/>
                    <a:pt x="9242" y="16920"/>
                  </a:cubicBezTo>
                  <a:cubicBezTo>
                    <a:pt x="9458" y="16920"/>
                    <a:pt x="9735" y="16862"/>
                    <a:pt x="9947" y="16862"/>
                  </a:cubicBezTo>
                  <a:cubicBezTo>
                    <a:pt x="10131" y="16862"/>
                    <a:pt x="10266" y="16906"/>
                    <a:pt x="10266" y="17072"/>
                  </a:cubicBezTo>
                  <a:cubicBezTo>
                    <a:pt x="10266" y="17498"/>
                    <a:pt x="9728" y="17637"/>
                    <a:pt x="9291" y="17637"/>
                  </a:cubicBezTo>
                  <a:cubicBezTo>
                    <a:pt x="9214" y="17637"/>
                    <a:pt x="9141" y="17633"/>
                    <a:pt x="9074" y="17625"/>
                  </a:cubicBezTo>
                  <a:cubicBezTo>
                    <a:pt x="8873" y="17604"/>
                    <a:pt x="8677" y="17594"/>
                    <a:pt x="8484" y="17594"/>
                  </a:cubicBezTo>
                  <a:cubicBezTo>
                    <a:pt x="6314" y="17594"/>
                    <a:pt x="4587" y="18859"/>
                    <a:pt x="2714" y="19716"/>
                  </a:cubicBezTo>
                  <a:cubicBezTo>
                    <a:pt x="1193" y="20407"/>
                    <a:pt x="2351" y="21548"/>
                    <a:pt x="2282" y="22429"/>
                  </a:cubicBezTo>
                  <a:cubicBezTo>
                    <a:pt x="2264" y="22814"/>
                    <a:pt x="2455" y="22907"/>
                    <a:pt x="2706" y="22907"/>
                  </a:cubicBezTo>
                  <a:cubicBezTo>
                    <a:pt x="2939" y="22907"/>
                    <a:pt x="3223" y="22827"/>
                    <a:pt x="3440" y="22827"/>
                  </a:cubicBezTo>
                  <a:cubicBezTo>
                    <a:pt x="3665" y="22827"/>
                    <a:pt x="3872" y="22982"/>
                    <a:pt x="4079" y="23069"/>
                  </a:cubicBezTo>
                  <a:cubicBezTo>
                    <a:pt x="3924" y="23242"/>
                    <a:pt x="3751" y="23380"/>
                    <a:pt x="3544" y="23501"/>
                  </a:cubicBezTo>
                  <a:cubicBezTo>
                    <a:pt x="2610" y="23881"/>
                    <a:pt x="1643" y="24192"/>
                    <a:pt x="709" y="24589"/>
                  </a:cubicBezTo>
                  <a:cubicBezTo>
                    <a:pt x="329" y="24745"/>
                    <a:pt x="1" y="25142"/>
                    <a:pt x="226" y="25609"/>
                  </a:cubicBezTo>
                  <a:cubicBezTo>
                    <a:pt x="325" y="25816"/>
                    <a:pt x="462" y="25880"/>
                    <a:pt x="615" y="25880"/>
                  </a:cubicBezTo>
                  <a:cubicBezTo>
                    <a:pt x="807" y="25880"/>
                    <a:pt x="1026" y="25778"/>
                    <a:pt x="1228" y="25730"/>
                  </a:cubicBezTo>
                  <a:cubicBezTo>
                    <a:pt x="2248" y="25454"/>
                    <a:pt x="3354" y="25350"/>
                    <a:pt x="4252" y="24866"/>
                  </a:cubicBezTo>
                  <a:cubicBezTo>
                    <a:pt x="4601" y="24679"/>
                    <a:pt x="4965" y="24620"/>
                    <a:pt x="5336" y="24620"/>
                  </a:cubicBezTo>
                  <a:cubicBezTo>
                    <a:pt x="5952" y="24620"/>
                    <a:pt x="6585" y="24782"/>
                    <a:pt x="7191" y="24782"/>
                  </a:cubicBezTo>
                  <a:cubicBezTo>
                    <a:pt x="7702" y="24782"/>
                    <a:pt x="8195" y="24667"/>
                    <a:pt x="8642" y="24244"/>
                  </a:cubicBezTo>
                  <a:cubicBezTo>
                    <a:pt x="9143" y="23760"/>
                    <a:pt x="9627" y="23276"/>
                    <a:pt x="10128" y="22809"/>
                  </a:cubicBezTo>
                  <a:cubicBezTo>
                    <a:pt x="10518" y="22438"/>
                    <a:pt x="10935" y="22335"/>
                    <a:pt x="11366" y="22335"/>
                  </a:cubicBezTo>
                  <a:cubicBezTo>
                    <a:pt x="11904" y="22335"/>
                    <a:pt x="12465" y="22495"/>
                    <a:pt x="13026" y="22495"/>
                  </a:cubicBezTo>
                  <a:cubicBezTo>
                    <a:pt x="13270" y="22495"/>
                    <a:pt x="13515" y="22465"/>
                    <a:pt x="13757" y="22377"/>
                  </a:cubicBezTo>
                  <a:cubicBezTo>
                    <a:pt x="14876" y="21972"/>
                    <a:pt x="15968" y="21278"/>
                    <a:pt x="17215" y="21278"/>
                  </a:cubicBezTo>
                  <a:cubicBezTo>
                    <a:pt x="17721" y="21278"/>
                    <a:pt x="18252" y="21392"/>
                    <a:pt x="18820" y="21686"/>
                  </a:cubicBezTo>
                  <a:cubicBezTo>
                    <a:pt x="20272" y="22429"/>
                    <a:pt x="22242" y="22343"/>
                    <a:pt x="21966" y="24780"/>
                  </a:cubicBezTo>
                  <a:cubicBezTo>
                    <a:pt x="21914" y="25212"/>
                    <a:pt x="22104" y="25868"/>
                    <a:pt x="22415" y="26127"/>
                  </a:cubicBezTo>
                  <a:cubicBezTo>
                    <a:pt x="23746" y="27251"/>
                    <a:pt x="23659" y="29411"/>
                    <a:pt x="23210" y="29981"/>
                  </a:cubicBezTo>
                  <a:cubicBezTo>
                    <a:pt x="22052" y="31485"/>
                    <a:pt x="22484" y="32573"/>
                    <a:pt x="22985" y="33973"/>
                  </a:cubicBezTo>
                  <a:cubicBezTo>
                    <a:pt x="23124" y="34405"/>
                    <a:pt x="22795" y="35045"/>
                    <a:pt x="22553" y="35529"/>
                  </a:cubicBezTo>
                  <a:cubicBezTo>
                    <a:pt x="21447" y="37844"/>
                    <a:pt x="19356" y="39469"/>
                    <a:pt x="18233" y="41802"/>
                  </a:cubicBezTo>
                  <a:cubicBezTo>
                    <a:pt x="17455" y="43409"/>
                    <a:pt x="17058" y="48783"/>
                    <a:pt x="18354" y="49734"/>
                  </a:cubicBezTo>
                  <a:cubicBezTo>
                    <a:pt x="20220" y="51116"/>
                    <a:pt x="19927" y="52862"/>
                    <a:pt x="20238" y="54659"/>
                  </a:cubicBezTo>
                  <a:cubicBezTo>
                    <a:pt x="20428" y="55748"/>
                    <a:pt x="20410" y="57528"/>
                    <a:pt x="20687" y="57752"/>
                  </a:cubicBezTo>
                  <a:cubicBezTo>
                    <a:pt x="22380" y="59083"/>
                    <a:pt x="22242" y="61364"/>
                    <a:pt x="23625" y="62764"/>
                  </a:cubicBezTo>
                  <a:cubicBezTo>
                    <a:pt x="23915" y="63066"/>
                    <a:pt x="24197" y="63258"/>
                    <a:pt x="24508" y="63258"/>
                  </a:cubicBezTo>
                  <a:cubicBezTo>
                    <a:pt x="24660" y="63258"/>
                    <a:pt x="24820" y="63212"/>
                    <a:pt x="24990" y="63110"/>
                  </a:cubicBezTo>
                  <a:cubicBezTo>
                    <a:pt x="25508" y="62816"/>
                    <a:pt x="25526" y="62246"/>
                    <a:pt x="25197" y="61831"/>
                  </a:cubicBezTo>
                  <a:cubicBezTo>
                    <a:pt x="23607" y="59671"/>
                    <a:pt x="23746" y="56888"/>
                    <a:pt x="22536" y="54590"/>
                  </a:cubicBezTo>
                  <a:cubicBezTo>
                    <a:pt x="22415" y="54348"/>
                    <a:pt x="22605" y="53933"/>
                    <a:pt x="22692" y="53605"/>
                  </a:cubicBezTo>
                  <a:cubicBezTo>
                    <a:pt x="22704" y="53568"/>
                    <a:pt x="22878" y="53539"/>
                    <a:pt x="22981" y="53539"/>
                  </a:cubicBezTo>
                  <a:cubicBezTo>
                    <a:pt x="23021" y="53539"/>
                    <a:pt x="23050" y="53543"/>
                    <a:pt x="23054" y="53553"/>
                  </a:cubicBezTo>
                  <a:cubicBezTo>
                    <a:pt x="23175" y="53812"/>
                    <a:pt x="23366" y="54106"/>
                    <a:pt x="23366" y="54400"/>
                  </a:cubicBezTo>
                  <a:cubicBezTo>
                    <a:pt x="23383" y="56819"/>
                    <a:pt x="24973" y="58617"/>
                    <a:pt x="26027" y="60569"/>
                  </a:cubicBezTo>
                  <a:cubicBezTo>
                    <a:pt x="26977" y="62297"/>
                    <a:pt x="28654" y="63663"/>
                    <a:pt x="27720" y="65978"/>
                  </a:cubicBezTo>
                  <a:cubicBezTo>
                    <a:pt x="27530" y="66445"/>
                    <a:pt x="27928" y="66791"/>
                    <a:pt x="28273" y="67136"/>
                  </a:cubicBezTo>
                  <a:cubicBezTo>
                    <a:pt x="29138" y="68000"/>
                    <a:pt x="30226" y="68536"/>
                    <a:pt x="31246" y="69193"/>
                  </a:cubicBezTo>
                  <a:cubicBezTo>
                    <a:pt x="32910" y="70222"/>
                    <a:pt x="34447" y="71516"/>
                    <a:pt x="36422" y="71516"/>
                  </a:cubicBezTo>
                  <a:cubicBezTo>
                    <a:pt x="36867" y="71516"/>
                    <a:pt x="37334" y="71451"/>
                    <a:pt x="37830" y="71301"/>
                  </a:cubicBezTo>
                  <a:cubicBezTo>
                    <a:pt x="37930" y="71272"/>
                    <a:pt x="38022" y="71258"/>
                    <a:pt x="38107" y="71258"/>
                  </a:cubicBezTo>
                  <a:cubicBezTo>
                    <a:pt x="38527" y="71258"/>
                    <a:pt x="38793" y="71582"/>
                    <a:pt x="39023" y="71941"/>
                  </a:cubicBezTo>
                  <a:cubicBezTo>
                    <a:pt x="39748" y="73098"/>
                    <a:pt x="40768" y="73721"/>
                    <a:pt x="42116" y="74032"/>
                  </a:cubicBezTo>
                  <a:cubicBezTo>
                    <a:pt x="43585" y="74360"/>
                    <a:pt x="45296" y="74775"/>
                    <a:pt x="45745" y="76399"/>
                  </a:cubicBezTo>
                  <a:cubicBezTo>
                    <a:pt x="46194" y="78110"/>
                    <a:pt x="47439" y="79112"/>
                    <a:pt x="48648" y="79907"/>
                  </a:cubicBezTo>
                  <a:cubicBezTo>
                    <a:pt x="49237" y="80296"/>
                    <a:pt x="50039" y="81326"/>
                    <a:pt x="50895" y="81326"/>
                  </a:cubicBezTo>
                  <a:cubicBezTo>
                    <a:pt x="51372" y="81326"/>
                    <a:pt x="51865" y="81007"/>
                    <a:pt x="52347" y="80080"/>
                  </a:cubicBezTo>
                  <a:cubicBezTo>
                    <a:pt x="52462" y="79850"/>
                    <a:pt x="52631" y="79714"/>
                    <a:pt x="52813" y="79714"/>
                  </a:cubicBezTo>
                  <a:cubicBezTo>
                    <a:pt x="53013" y="79714"/>
                    <a:pt x="53228" y="79880"/>
                    <a:pt x="53401" y="80270"/>
                  </a:cubicBezTo>
                  <a:cubicBezTo>
                    <a:pt x="54593" y="83156"/>
                    <a:pt x="53919" y="85697"/>
                    <a:pt x="51621" y="87943"/>
                  </a:cubicBezTo>
                  <a:cubicBezTo>
                    <a:pt x="50498" y="89049"/>
                    <a:pt x="49806" y="90604"/>
                    <a:pt x="50774" y="92194"/>
                  </a:cubicBezTo>
                  <a:cubicBezTo>
                    <a:pt x="51085" y="92730"/>
                    <a:pt x="51068" y="92886"/>
                    <a:pt x="50688" y="93283"/>
                  </a:cubicBezTo>
                  <a:cubicBezTo>
                    <a:pt x="49685" y="94337"/>
                    <a:pt x="49703" y="95875"/>
                    <a:pt x="50567" y="96636"/>
                  </a:cubicBezTo>
                  <a:cubicBezTo>
                    <a:pt x="52208" y="98087"/>
                    <a:pt x="52986" y="99971"/>
                    <a:pt x="53971" y="101803"/>
                  </a:cubicBezTo>
                  <a:cubicBezTo>
                    <a:pt x="55440" y="104516"/>
                    <a:pt x="56771" y="107281"/>
                    <a:pt x="59933" y="108629"/>
                  </a:cubicBezTo>
                  <a:cubicBezTo>
                    <a:pt x="61661" y="109372"/>
                    <a:pt x="62629" y="111014"/>
                    <a:pt x="62664" y="113122"/>
                  </a:cubicBezTo>
                  <a:cubicBezTo>
                    <a:pt x="62716" y="116319"/>
                    <a:pt x="62871" y="119516"/>
                    <a:pt x="63096" y="122713"/>
                  </a:cubicBezTo>
                  <a:cubicBezTo>
                    <a:pt x="63251" y="125115"/>
                    <a:pt x="64426" y="127431"/>
                    <a:pt x="63631" y="129920"/>
                  </a:cubicBezTo>
                  <a:cubicBezTo>
                    <a:pt x="63303" y="130922"/>
                    <a:pt x="63459" y="131907"/>
                    <a:pt x="63839" y="132875"/>
                  </a:cubicBezTo>
                  <a:cubicBezTo>
                    <a:pt x="64323" y="134067"/>
                    <a:pt x="64461" y="135363"/>
                    <a:pt x="64288" y="136642"/>
                  </a:cubicBezTo>
                  <a:cubicBezTo>
                    <a:pt x="64184" y="137593"/>
                    <a:pt x="64582" y="138664"/>
                    <a:pt x="65653" y="139148"/>
                  </a:cubicBezTo>
                  <a:cubicBezTo>
                    <a:pt x="65680" y="139159"/>
                    <a:pt x="65711" y="139163"/>
                    <a:pt x="65743" y="139163"/>
                  </a:cubicBezTo>
                  <a:cubicBezTo>
                    <a:pt x="65886" y="139163"/>
                    <a:pt x="66069" y="139076"/>
                    <a:pt x="66205" y="139076"/>
                  </a:cubicBezTo>
                  <a:cubicBezTo>
                    <a:pt x="66332" y="139076"/>
                    <a:pt x="66419" y="139151"/>
                    <a:pt x="66397" y="139442"/>
                  </a:cubicBezTo>
                  <a:cubicBezTo>
                    <a:pt x="66362" y="139995"/>
                    <a:pt x="67071" y="140565"/>
                    <a:pt x="66293" y="141135"/>
                  </a:cubicBezTo>
                  <a:cubicBezTo>
                    <a:pt x="65895" y="141412"/>
                    <a:pt x="65360" y="142259"/>
                    <a:pt x="65774" y="142414"/>
                  </a:cubicBezTo>
                  <a:cubicBezTo>
                    <a:pt x="66898" y="142846"/>
                    <a:pt x="66500" y="143797"/>
                    <a:pt x="66777" y="144488"/>
                  </a:cubicBezTo>
                  <a:cubicBezTo>
                    <a:pt x="67468" y="146164"/>
                    <a:pt x="68505" y="147668"/>
                    <a:pt x="69801" y="148929"/>
                  </a:cubicBezTo>
                  <a:cubicBezTo>
                    <a:pt x="71823" y="150906"/>
                    <a:pt x="74091" y="152091"/>
                    <a:pt x="76808" y="152091"/>
                  </a:cubicBezTo>
                  <a:cubicBezTo>
                    <a:pt x="77226" y="152091"/>
                    <a:pt x="77656" y="152063"/>
                    <a:pt x="78096" y="152005"/>
                  </a:cubicBezTo>
                  <a:cubicBezTo>
                    <a:pt x="78355" y="151953"/>
                    <a:pt x="78580" y="151781"/>
                    <a:pt x="78718" y="151556"/>
                  </a:cubicBezTo>
                  <a:cubicBezTo>
                    <a:pt x="78874" y="151262"/>
                    <a:pt x="78615" y="151038"/>
                    <a:pt x="78355" y="150882"/>
                  </a:cubicBezTo>
                  <a:cubicBezTo>
                    <a:pt x="77595" y="150415"/>
                    <a:pt x="76835" y="149914"/>
                    <a:pt x="76040" y="149482"/>
                  </a:cubicBezTo>
                  <a:cubicBezTo>
                    <a:pt x="73914" y="148342"/>
                    <a:pt x="73551" y="146648"/>
                    <a:pt x="74899" y="144695"/>
                  </a:cubicBezTo>
                  <a:cubicBezTo>
                    <a:pt x="75608" y="143658"/>
                    <a:pt x="75694" y="142570"/>
                    <a:pt x="74173" y="142017"/>
                  </a:cubicBezTo>
                  <a:cubicBezTo>
                    <a:pt x="73707" y="141861"/>
                    <a:pt x="72929" y="141550"/>
                    <a:pt x="73551" y="140997"/>
                  </a:cubicBezTo>
                  <a:cubicBezTo>
                    <a:pt x="74260" y="140340"/>
                    <a:pt x="74260" y="139597"/>
                    <a:pt x="74415" y="138837"/>
                  </a:cubicBezTo>
                  <a:cubicBezTo>
                    <a:pt x="74605" y="137783"/>
                    <a:pt x="73534" y="136193"/>
                    <a:pt x="75677" y="135985"/>
                  </a:cubicBezTo>
                  <a:cubicBezTo>
                    <a:pt x="75746" y="135985"/>
                    <a:pt x="75850" y="135588"/>
                    <a:pt x="75798" y="135432"/>
                  </a:cubicBezTo>
                  <a:cubicBezTo>
                    <a:pt x="75444" y="134260"/>
                    <a:pt x="75867" y="133923"/>
                    <a:pt x="76900" y="133923"/>
                  </a:cubicBezTo>
                  <a:cubicBezTo>
                    <a:pt x="76978" y="133923"/>
                    <a:pt x="77060" y="133925"/>
                    <a:pt x="77146" y="133929"/>
                  </a:cubicBezTo>
                  <a:cubicBezTo>
                    <a:pt x="77188" y="133931"/>
                    <a:pt x="77231" y="133932"/>
                    <a:pt x="77272" y="133932"/>
                  </a:cubicBezTo>
                  <a:cubicBezTo>
                    <a:pt x="78202" y="133932"/>
                    <a:pt x="78980" y="133388"/>
                    <a:pt x="79427" y="132512"/>
                  </a:cubicBezTo>
                  <a:cubicBezTo>
                    <a:pt x="79859" y="131648"/>
                    <a:pt x="79738" y="130836"/>
                    <a:pt x="79047" y="130110"/>
                  </a:cubicBezTo>
                  <a:cubicBezTo>
                    <a:pt x="78857" y="129902"/>
                    <a:pt x="78822" y="129557"/>
                    <a:pt x="78701" y="129280"/>
                  </a:cubicBezTo>
                  <a:lnTo>
                    <a:pt x="78701" y="129280"/>
                  </a:lnTo>
                  <a:cubicBezTo>
                    <a:pt x="78977" y="129298"/>
                    <a:pt x="79237" y="129332"/>
                    <a:pt x="79513" y="129384"/>
                  </a:cubicBezTo>
                  <a:cubicBezTo>
                    <a:pt x="79669" y="129427"/>
                    <a:pt x="79830" y="129448"/>
                    <a:pt x="79991" y="129448"/>
                  </a:cubicBezTo>
                  <a:cubicBezTo>
                    <a:pt x="80347" y="129448"/>
                    <a:pt x="80702" y="129344"/>
                    <a:pt x="80999" y="129142"/>
                  </a:cubicBezTo>
                  <a:cubicBezTo>
                    <a:pt x="82900" y="128001"/>
                    <a:pt x="83350" y="125841"/>
                    <a:pt x="84473" y="124148"/>
                  </a:cubicBezTo>
                  <a:cubicBezTo>
                    <a:pt x="85216" y="123024"/>
                    <a:pt x="86149" y="121815"/>
                    <a:pt x="85544" y="120225"/>
                  </a:cubicBezTo>
                  <a:cubicBezTo>
                    <a:pt x="85026" y="118808"/>
                    <a:pt x="85959" y="118186"/>
                    <a:pt x="86927" y="117356"/>
                  </a:cubicBezTo>
                  <a:cubicBezTo>
                    <a:pt x="88258" y="116233"/>
                    <a:pt x="90314" y="116371"/>
                    <a:pt x="91230" y="115213"/>
                  </a:cubicBezTo>
                  <a:cubicBezTo>
                    <a:pt x="93096" y="112846"/>
                    <a:pt x="93788" y="109908"/>
                    <a:pt x="93874" y="106866"/>
                  </a:cubicBezTo>
                  <a:cubicBezTo>
                    <a:pt x="93909" y="105743"/>
                    <a:pt x="93563" y="104637"/>
                    <a:pt x="94635" y="103635"/>
                  </a:cubicBezTo>
                  <a:cubicBezTo>
                    <a:pt x="95637" y="102650"/>
                    <a:pt x="96432" y="101492"/>
                    <a:pt x="97002" y="100213"/>
                  </a:cubicBezTo>
                  <a:cubicBezTo>
                    <a:pt x="98350" y="97189"/>
                    <a:pt x="97555" y="95668"/>
                    <a:pt x="93770" y="93404"/>
                  </a:cubicBezTo>
                  <a:cubicBezTo>
                    <a:pt x="92864" y="92866"/>
                    <a:pt x="92012" y="92178"/>
                    <a:pt x="90923" y="92178"/>
                  </a:cubicBezTo>
                  <a:cubicBezTo>
                    <a:pt x="90787" y="92178"/>
                    <a:pt x="90648" y="92189"/>
                    <a:pt x="90504" y="92212"/>
                  </a:cubicBezTo>
                  <a:cubicBezTo>
                    <a:pt x="90375" y="92232"/>
                    <a:pt x="90250" y="92241"/>
                    <a:pt x="90128" y="92241"/>
                  </a:cubicBezTo>
                  <a:cubicBezTo>
                    <a:pt x="89316" y="92241"/>
                    <a:pt x="88640" y="91827"/>
                    <a:pt x="87964" y="91451"/>
                  </a:cubicBezTo>
                  <a:cubicBezTo>
                    <a:pt x="86720" y="90760"/>
                    <a:pt x="85423" y="90190"/>
                    <a:pt x="84076" y="89740"/>
                  </a:cubicBezTo>
                  <a:cubicBezTo>
                    <a:pt x="83419" y="89533"/>
                    <a:pt x="82365" y="89412"/>
                    <a:pt x="82226" y="88306"/>
                  </a:cubicBezTo>
                  <a:cubicBezTo>
                    <a:pt x="81898" y="85511"/>
                    <a:pt x="80349" y="82231"/>
                    <a:pt x="77208" y="82231"/>
                  </a:cubicBezTo>
                  <a:cubicBezTo>
                    <a:pt x="77047" y="82231"/>
                    <a:pt x="76883" y="82240"/>
                    <a:pt x="76714" y="82258"/>
                  </a:cubicBezTo>
                  <a:cubicBezTo>
                    <a:pt x="76610" y="82274"/>
                    <a:pt x="76507" y="82282"/>
                    <a:pt x="76405" y="82282"/>
                  </a:cubicBezTo>
                  <a:cubicBezTo>
                    <a:pt x="75873" y="82282"/>
                    <a:pt x="75365" y="82061"/>
                    <a:pt x="75003" y="81670"/>
                  </a:cubicBezTo>
                  <a:cubicBezTo>
                    <a:pt x="73810" y="80478"/>
                    <a:pt x="72722" y="79147"/>
                    <a:pt x="71356" y="78179"/>
                  </a:cubicBezTo>
                  <a:cubicBezTo>
                    <a:pt x="70652" y="77672"/>
                    <a:pt x="69937" y="76844"/>
                    <a:pt x="68958" y="76844"/>
                  </a:cubicBezTo>
                  <a:cubicBezTo>
                    <a:pt x="68735" y="76844"/>
                    <a:pt x="68499" y="76887"/>
                    <a:pt x="68246" y="76987"/>
                  </a:cubicBezTo>
                  <a:cubicBezTo>
                    <a:pt x="68013" y="77081"/>
                    <a:pt x="67785" y="77113"/>
                    <a:pt x="67562" y="77113"/>
                  </a:cubicBezTo>
                  <a:cubicBezTo>
                    <a:pt x="67089" y="77113"/>
                    <a:pt x="66635" y="76969"/>
                    <a:pt x="66189" y="76969"/>
                  </a:cubicBezTo>
                  <a:cubicBezTo>
                    <a:pt x="64783" y="76969"/>
                    <a:pt x="63941" y="75706"/>
                    <a:pt x="62605" y="75706"/>
                  </a:cubicBezTo>
                  <a:cubicBezTo>
                    <a:pt x="62579" y="75706"/>
                    <a:pt x="62552" y="75707"/>
                    <a:pt x="62525" y="75708"/>
                  </a:cubicBezTo>
                  <a:cubicBezTo>
                    <a:pt x="62280" y="75708"/>
                    <a:pt x="61828" y="76012"/>
                    <a:pt x="61511" y="76012"/>
                  </a:cubicBezTo>
                  <a:cubicBezTo>
                    <a:pt x="61248" y="76012"/>
                    <a:pt x="61077" y="75802"/>
                    <a:pt x="61195" y="75034"/>
                  </a:cubicBezTo>
                  <a:cubicBezTo>
                    <a:pt x="61232" y="74788"/>
                    <a:pt x="60883" y="74612"/>
                    <a:pt x="60617" y="74612"/>
                  </a:cubicBezTo>
                  <a:cubicBezTo>
                    <a:pt x="60509" y="74612"/>
                    <a:pt x="60415" y="74641"/>
                    <a:pt x="60365" y="74706"/>
                  </a:cubicBezTo>
                  <a:cubicBezTo>
                    <a:pt x="59225" y="76088"/>
                    <a:pt x="57099" y="76071"/>
                    <a:pt x="56166" y="77747"/>
                  </a:cubicBezTo>
                  <a:cubicBezTo>
                    <a:pt x="55842" y="78325"/>
                    <a:pt x="55457" y="78771"/>
                    <a:pt x="54917" y="78771"/>
                  </a:cubicBezTo>
                  <a:cubicBezTo>
                    <a:pt x="54649" y="78771"/>
                    <a:pt x="54343" y="78661"/>
                    <a:pt x="53988" y="78404"/>
                  </a:cubicBezTo>
                  <a:cubicBezTo>
                    <a:pt x="53637" y="78125"/>
                    <a:pt x="53206" y="77982"/>
                    <a:pt x="52772" y="77982"/>
                  </a:cubicBezTo>
                  <a:cubicBezTo>
                    <a:pt x="52480" y="77982"/>
                    <a:pt x="52186" y="78047"/>
                    <a:pt x="51915" y="78179"/>
                  </a:cubicBezTo>
                  <a:cubicBezTo>
                    <a:pt x="51373" y="78410"/>
                    <a:pt x="50918" y="78527"/>
                    <a:pt x="50541" y="78527"/>
                  </a:cubicBezTo>
                  <a:cubicBezTo>
                    <a:pt x="49618" y="78527"/>
                    <a:pt x="49166" y="77825"/>
                    <a:pt x="49080" y="76365"/>
                  </a:cubicBezTo>
                  <a:cubicBezTo>
                    <a:pt x="49046" y="75397"/>
                    <a:pt x="49184" y="74446"/>
                    <a:pt x="49478" y="73530"/>
                  </a:cubicBezTo>
                  <a:cubicBezTo>
                    <a:pt x="50012" y="71861"/>
                    <a:pt x="49095" y="70692"/>
                    <a:pt x="47366" y="70692"/>
                  </a:cubicBezTo>
                  <a:cubicBezTo>
                    <a:pt x="47305" y="70692"/>
                    <a:pt x="47243" y="70693"/>
                    <a:pt x="47179" y="70696"/>
                  </a:cubicBezTo>
                  <a:cubicBezTo>
                    <a:pt x="46730" y="70714"/>
                    <a:pt x="46281" y="70765"/>
                    <a:pt x="45814" y="70783"/>
                  </a:cubicBezTo>
                  <a:cubicBezTo>
                    <a:pt x="45755" y="70784"/>
                    <a:pt x="45699" y="70786"/>
                    <a:pt x="45645" y="70786"/>
                  </a:cubicBezTo>
                  <a:cubicBezTo>
                    <a:pt x="45148" y="70786"/>
                    <a:pt x="44886" y="70683"/>
                    <a:pt x="45088" y="69919"/>
                  </a:cubicBezTo>
                  <a:cubicBezTo>
                    <a:pt x="45469" y="68484"/>
                    <a:pt x="46143" y="67240"/>
                    <a:pt x="46886" y="65996"/>
                  </a:cubicBezTo>
                  <a:cubicBezTo>
                    <a:pt x="47214" y="65443"/>
                    <a:pt x="47231" y="64993"/>
                    <a:pt x="46747" y="64613"/>
                  </a:cubicBezTo>
                  <a:cubicBezTo>
                    <a:pt x="46406" y="64334"/>
                    <a:pt x="45929" y="64209"/>
                    <a:pt x="45417" y="64209"/>
                  </a:cubicBezTo>
                  <a:cubicBezTo>
                    <a:pt x="44221" y="64209"/>
                    <a:pt x="42833" y="64889"/>
                    <a:pt x="42531" y="65857"/>
                  </a:cubicBezTo>
                  <a:cubicBezTo>
                    <a:pt x="42161" y="67044"/>
                    <a:pt x="40793" y="67929"/>
                    <a:pt x="39553" y="67929"/>
                  </a:cubicBezTo>
                  <a:cubicBezTo>
                    <a:pt x="39113" y="67929"/>
                    <a:pt x="38689" y="67817"/>
                    <a:pt x="38331" y="67568"/>
                  </a:cubicBezTo>
                  <a:cubicBezTo>
                    <a:pt x="36966" y="66601"/>
                    <a:pt x="35998" y="64872"/>
                    <a:pt x="36517" y="63455"/>
                  </a:cubicBezTo>
                  <a:cubicBezTo>
                    <a:pt x="37571" y="60569"/>
                    <a:pt x="37986" y="56802"/>
                    <a:pt x="41822" y="56093"/>
                  </a:cubicBezTo>
                  <a:cubicBezTo>
                    <a:pt x="44259" y="55627"/>
                    <a:pt x="46696" y="55299"/>
                    <a:pt x="49167" y="55126"/>
                  </a:cubicBezTo>
                  <a:cubicBezTo>
                    <a:pt x="49252" y="55120"/>
                    <a:pt x="49338" y="55117"/>
                    <a:pt x="49425" y="55117"/>
                  </a:cubicBezTo>
                  <a:cubicBezTo>
                    <a:pt x="50819" y="55117"/>
                    <a:pt x="52364" y="55920"/>
                    <a:pt x="51811" y="58133"/>
                  </a:cubicBezTo>
                  <a:cubicBezTo>
                    <a:pt x="51707" y="58582"/>
                    <a:pt x="52087" y="59204"/>
                    <a:pt x="52329" y="59688"/>
                  </a:cubicBezTo>
                  <a:cubicBezTo>
                    <a:pt x="52602" y="60250"/>
                    <a:pt x="52992" y="60846"/>
                    <a:pt x="53666" y="60846"/>
                  </a:cubicBezTo>
                  <a:cubicBezTo>
                    <a:pt x="53675" y="60846"/>
                    <a:pt x="53685" y="60846"/>
                    <a:pt x="53695" y="60846"/>
                  </a:cubicBezTo>
                  <a:cubicBezTo>
                    <a:pt x="54455" y="60811"/>
                    <a:pt x="54628" y="60085"/>
                    <a:pt x="54852" y="59498"/>
                  </a:cubicBezTo>
                  <a:cubicBezTo>
                    <a:pt x="55146" y="58703"/>
                    <a:pt x="55146" y="57822"/>
                    <a:pt x="54887" y="57027"/>
                  </a:cubicBezTo>
                  <a:cubicBezTo>
                    <a:pt x="54127" y="54642"/>
                    <a:pt x="54922" y="53017"/>
                    <a:pt x="57116" y="51894"/>
                  </a:cubicBezTo>
                  <a:cubicBezTo>
                    <a:pt x="58291" y="51307"/>
                    <a:pt x="59328" y="50442"/>
                    <a:pt x="60469" y="49786"/>
                  </a:cubicBezTo>
                  <a:cubicBezTo>
                    <a:pt x="62128" y="48818"/>
                    <a:pt x="61575" y="46641"/>
                    <a:pt x="63096" y="45448"/>
                  </a:cubicBezTo>
                  <a:cubicBezTo>
                    <a:pt x="64720" y="44169"/>
                    <a:pt x="65757" y="42113"/>
                    <a:pt x="68194" y="42061"/>
                  </a:cubicBezTo>
                  <a:cubicBezTo>
                    <a:pt x="68574" y="42044"/>
                    <a:pt x="69006" y="41888"/>
                    <a:pt x="69075" y="41456"/>
                  </a:cubicBezTo>
                  <a:cubicBezTo>
                    <a:pt x="69369" y="39711"/>
                    <a:pt x="70924" y="39417"/>
                    <a:pt x="72151" y="38760"/>
                  </a:cubicBezTo>
                  <a:cubicBezTo>
                    <a:pt x="72321" y="38667"/>
                    <a:pt x="72565" y="38512"/>
                    <a:pt x="72753" y="38512"/>
                  </a:cubicBezTo>
                  <a:cubicBezTo>
                    <a:pt x="72950" y="38512"/>
                    <a:pt x="73086" y="38680"/>
                    <a:pt x="73015" y="39261"/>
                  </a:cubicBezTo>
                  <a:cubicBezTo>
                    <a:pt x="72956" y="39796"/>
                    <a:pt x="73330" y="40078"/>
                    <a:pt x="73743" y="40078"/>
                  </a:cubicBezTo>
                  <a:cubicBezTo>
                    <a:pt x="73931" y="40078"/>
                    <a:pt x="74127" y="40020"/>
                    <a:pt x="74294" y="39901"/>
                  </a:cubicBezTo>
                  <a:cubicBezTo>
                    <a:pt x="75746" y="38898"/>
                    <a:pt x="77457" y="38501"/>
                    <a:pt x="78995" y="37723"/>
                  </a:cubicBezTo>
                  <a:cubicBezTo>
                    <a:pt x="79738" y="37326"/>
                    <a:pt x="80291" y="36773"/>
                    <a:pt x="79790" y="35995"/>
                  </a:cubicBezTo>
                  <a:cubicBezTo>
                    <a:pt x="79597" y="35708"/>
                    <a:pt x="79414" y="35603"/>
                    <a:pt x="79239" y="35603"/>
                  </a:cubicBezTo>
                  <a:cubicBezTo>
                    <a:pt x="78865" y="35603"/>
                    <a:pt x="78524" y="36083"/>
                    <a:pt x="78183" y="36306"/>
                  </a:cubicBezTo>
                  <a:cubicBezTo>
                    <a:pt x="77820" y="36545"/>
                    <a:pt x="77447" y="36741"/>
                    <a:pt x="77083" y="36741"/>
                  </a:cubicBezTo>
                  <a:cubicBezTo>
                    <a:pt x="76789" y="36741"/>
                    <a:pt x="76501" y="36612"/>
                    <a:pt x="76230" y="36272"/>
                  </a:cubicBezTo>
                  <a:cubicBezTo>
                    <a:pt x="75677" y="35563"/>
                    <a:pt x="76126" y="35148"/>
                    <a:pt x="76731" y="34751"/>
                  </a:cubicBezTo>
                  <a:cubicBezTo>
                    <a:pt x="77318" y="34371"/>
                    <a:pt x="77284" y="33818"/>
                    <a:pt x="77025" y="33196"/>
                  </a:cubicBezTo>
                  <a:cubicBezTo>
                    <a:pt x="76921" y="32919"/>
                    <a:pt x="76161" y="33023"/>
                    <a:pt x="76593" y="32643"/>
                  </a:cubicBezTo>
                  <a:cubicBezTo>
                    <a:pt x="76708" y="32536"/>
                    <a:pt x="76805" y="32492"/>
                    <a:pt x="76888" y="32492"/>
                  </a:cubicBezTo>
                  <a:cubicBezTo>
                    <a:pt x="77143" y="32492"/>
                    <a:pt x="77279" y="32892"/>
                    <a:pt x="77474" y="33126"/>
                  </a:cubicBezTo>
                  <a:cubicBezTo>
                    <a:pt x="77830" y="33563"/>
                    <a:pt x="78559" y="33892"/>
                    <a:pt x="79019" y="33892"/>
                  </a:cubicBezTo>
                  <a:cubicBezTo>
                    <a:pt x="79251" y="33892"/>
                    <a:pt x="79415" y="33808"/>
                    <a:pt x="79427" y="33610"/>
                  </a:cubicBezTo>
                  <a:cubicBezTo>
                    <a:pt x="79485" y="32639"/>
                    <a:pt x="79866" y="32465"/>
                    <a:pt x="80317" y="32465"/>
                  </a:cubicBezTo>
                  <a:cubicBezTo>
                    <a:pt x="80569" y="32465"/>
                    <a:pt x="80843" y="32519"/>
                    <a:pt x="81095" y="32519"/>
                  </a:cubicBezTo>
                  <a:cubicBezTo>
                    <a:pt x="81194" y="32519"/>
                    <a:pt x="81290" y="32511"/>
                    <a:pt x="81380" y="32487"/>
                  </a:cubicBezTo>
                  <a:cubicBezTo>
                    <a:pt x="81894" y="32340"/>
                    <a:pt x="82271" y="31830"/>
                    <a:pt x="82830" y="31830"/>
                  </a:cubicBezTo>
                  <a:cubicBezTo>
                    <a:pt x="82928" y="31830"/>
                    <a:pt x="83031" y="31846"/>
                    <a:pt x="83142" y="31882"/>
                  </a:cubicBezTo>
                  <a:cubicBezTo>
                    <a:pt x="82658" y="32470"/>
                    <a:pt x="82192" y="33075"/>
                    <a:pt x="81708" y="33679"/>
                  </a:cubicBezTo>
                  <a:cubicBezTo>
                    <a:pt x="81604" y="33766"/>
                    <a:pt x="81483" y="33835"/>
                    <a:pt x="81362" y="33904"/>
                  </a:cubicBezTo>
                  <a:cubicBezTo>
                    <a:pt x="81034" y="34129"/>
                    <a:pt x="80775" y="34423"/>
                    <a:pt x="80878" y="34872"/>
                  </a:cubicBezTo>
                  <a:cubicBezTo>
                    <a:pt x="80999" y="35304"/>
                    <a:pt x="81380" y="35252"/>
                    <a:pt x="81673" y="35425"/>
                  </a:cubicBezTo>
                  <a:cubicBezTo>
                    <a:pt x="81973" y="35596"/>
                    <a:pt x="82292" y="35648"/>
                    <a:pt x="82615" y="35648"/>
                  </a:cubicBezTo>
                  <a:cubicBezTo>
                    <a:pt x="83130" y="35648"/>
                    <a:pt x="83658" y="35514"/>
                    <a:pt x="84141" y="35514"/>
                  </a:cubicBezTo>
                  <a:cubicBezTo>
                    <a:pt x="84489" y="35514"/>
                    <a:pt x="84814" y="35584"/>
                    <a:pt x="85095" y="35822"/>
                  </a:cubicBezTo>
                  <a:cubicBezTo>
                    <a:pt x="85535" y="36187"/>
                    <a:pt x="85875" y="36332"/>
                    <a:pt x="86134" y="36332"/>
                  </a:cubicBezTo>
                  <a:cubicBezTo>
                    <a:pt x="86710" y="36332"/>
                    <a:pt x="86887" y="35618"/>
                    <a:pt x="86875" y="35010"/>
                  </a:cubicBezTo>
                  <a:cubicBezTo>
                    <a:pt x="86858" y="34215"/>
                    <a:pt x="87601" y="32729"/>
                    <a:pt x="85665" y="32625"/>
                  </a:cubicBezTo>
                  <a:cubicBezTo>
                    <a:pt x="84991" y="32591"/>
                    <a:pt x="85130" y="31986"/>
                    <a:pt x="85596" y="31485"/>
                  </a:cubicBezTo>
                  <a:cubicBezTo>
                    <a:pt x="87186" y="29791"/>
                    <a:pt x="86650" y="27527"/>
                    <a:pt x="84508" y="26767"/>
                  </a:cubicBezTo>
                  <a:cubicBezTo>
                    <a:pt x="84006" y="26594"/>
                    <a:pt x="83557" y="26214"/>
                    <a:pt x="83661" y="25834"/>
                  </a:cubicBezTo>
                  <a:cubicBezTo>
                    <a:pt x="83972" y="24503"/>
                    <a:pt x="83039" y="23432"/>
                    <a:pt x="83090" y="22170"/>
                  </a:cubicBezTo>
                  <a:cubicBezTo>
                    <a:pt x="83108" y="21773"/>
                    <a:pt x="83073" y="21375"/>
                    <a:pt x="82624" y="21220"/>
                  </a:cubicBezTo>
                  <a:cubicBezTo>
                    <a:pt x="82529" y="21188"/>
                    <a:pt x="82437" y="21174"/>
                    <a:pt x="82348" y="21174"/>
                  </a:cubicBezTo>
                  <a:cubicBezTo>
                    <a:pt x="82049" y="21174"/>
                    <a:pt x="81787" y="21339"/>
                    <a:pt x="81587" y="21565"/>
                  </a:cubicBezTo>
                  <a:cubicBezTo>
                    <a:pt x="81086" y="22135"/>
                    <a:pt x="80464" y="22602"/>
                    <a:pt x="79755" y="22913"/>
                  </a:cubicBezTo>
                  <a:cubicBezTo>
                    <a:pt x="79583" y="22995"/>
                    <a:pt x="79411" y="23071"/>
                    <a:pt x="79247" y="23071"/>
                  </a:cubicBezTo>
                  <a:cubicBezTo>
                    <a:pt x="79097" y="23071"/>
                    <a:pt x="78954" y="23008"/>
                    <a:pt x="78822" y="22827"/>
                  </a:cubicBezTo>
                  <a:cubicBezTo>
                    <a:pt x="78563" y="22498"/>
                    <a:pt x="78753" y="22274"/>
                    <a:pt x="78960" y="22015"/>
                  </a:cubicBezTo>
                  <a:cubicBezTo>
                    <a:pt x="79496" y="21254"/>
                    <a:pt x="79254" y="20736"/>
                    <a:pt x="78459" y="20338"/>
                  </a:cubicBezTo>
                  <a:cubicBezTo>
                    <a:pt x="78131" y="20165"/>
                    <a:pt x="77837" y="19941"/>
                    <a:pt x="77578" y="19664"/>
                  </a:cubicBezTo>
                  <a:cubicBezTo>
                    <a:pt x="77168" y="19146"/>
                    <a:pt x="76356" y="18913"/>
                    <a:pt x="75491" y="18913"/>
                  </a:cubicBezTo>
                  <a:cubicBezTo>
                    <a:pt x="74278" y="18913"/>
                    <a:pt x="72961" y="19371"/>
                    <a:pt x="72497" y="20148"/>
                  </a:cubicBezTo>
                  <a:cubicBezTo>
                    <a:pt x="72065" y="20874"/>
                    <a:pt x="71788" y="21824"/>
                    <a:pt x="70803" y="22170"/>
                  </a:cubicBezTo>
                  <a:cubicBezTo>
                    <a:pt x="70354" y="22326"/>
                    <a:pt x="70043" y="22792"/>
                    <a:pt x="70337" y="23276"/>
                  </a:cubicBezTo>
                  <a:cubicBezTo>
                    <a:pt x="71356" y="25004"/>
                    <a:pt x="70043" y="25488"/>
                    <a:pt x="68902" y="26024"/>
                  </a:cubicBezTo>
                  <a:cubicBezTo>
                    <a:pt x="67693" y="26577"/>
                    <a:pt x="66241" y="26801"/>
                    <a:pt x="66345" y="28685"/>
                  </a:cubicBezTo>
                  <a:cubicBezTo>
                    <a:pt x="66379" y="29117"/>
                    <a:pt x="65895" y="29601"/>
                    <a:pt x="65584" y="30016"/>
                  </a:cubicBezTo>
                  <a:cubicBezTo>
                    <a:pt x="65442" y="30197"/>
                    <a:pt x="65232" y="30465"/>
                    <a:pt x="64983" y="30465"/>
                  </a:cubicBezTo>
                  <a:cubicBezTo>
                    <a:pt x="64899" y="30465"/>
                    <a:pt x="64811" y="30435"/>
                    <a:pt x="64720" y="30361"/>
                  </a:cubicBezTo>
                  <a:cubicBezTo>
                    <a:pt x="64409" y="30120"/>
                    <a:pt x="64288" y="29705"/>
                    <a:pt x="64409" y="29342"/>
                  </a:cubicBezTo>
                  <a:cubicBezTo>
                    <a:pt x="64893" y="27596"/>
                    <a:pt x="65083" y="25989"/>
                    <a:pt x="62508" y="25903"/>
                  </a:cubicBezTo>
                  <a:cubicBezTo>
                    <a:pt x="62249" y="25903"/>
                    <a:pt x="61938" y="25644"/>
                    <a:pt x="61748" y="25436"/>
                  </a:cubicBezTo>
                  <a:cubicBezTo>
                    <a:pt x="61084" y="24759"/>
                    <a:pt x="60400" y="24243"/>
                    <a:pt x="59552" y="24243"/>
                  </a:cubicBezTo>
                  <a:cubicBezTo>
                    <a:pt x="59252" y="24243"/>
                    <a:pt x="58932" y="24307"/>
                    <a:pt x="58585" y="24451"/>
                  </a:cubicBezTo>
                  <a:cubicBezTo>
                    <a:pt x="58566" y="24457"/>
                    <a:pt x="58545" y="24459"/>
                    <a:pt x="58523" y="24459"/>
                  </a:cubicBezTo>
                  <a:cubicBezTo>
                    <a:pt x="58409" y="24459"/>
                    <a:pt x="58269" y="24394"/>
                    <a:pt x="58153" y="24365"/>
                  </a:cubicBezTo>
                  <a:cubicBezTo>
                    <a:pt x="58758" y="23501"/>
                    <a:pt x="57687" y="22429"/>
                    <a:pt x="58827" y="21462"/>
                  </a:cubicBezTo>
                  <a:cubicBezTo>
                    <a:pt x="61800" y="18990"/>
                    <a:pt x="65757" y="18558"/>
                    <a:pt x="68781" y="16294"/>
                  </a:cubicBezTo>
                  <a:lnTo>
                    <a:pt x="69455" y="15828"/>
                  </a:lnTo>
                  <a:cubicBezTo>
                    <a:pt x="70337" y="15586"/>
                    <a:pt x="71218" y="15206"/>
                    <a:pt x="72117" y="15119"/>
                  </a:cubicBezTo>
                  <a:cubicBezTo>
                    <a:pt x="74346" y="14912"/>
                    <a:pt x="75331" y="13910"/>
                    <a:pt x="75262" y="11767"/>
                  </a:cubicBezTo>
                  <a:cubicBezTo>
                    <a:pt x="75262" y="11596"/>
                    <a:pt x="75299" y="11543"/>
                    <a:pt x="75353" y="11543"/>
                  </a:cubicBezTo>
                  <a:cubicBezTo>
                    <a:pt x="75441" y="11543"/>
                    <a:pt x="75574" y="11687"/>
                    <a:pt x="75659" y="11698"/>
                  </a:cubicBezTo>
                  <a:cubicBezTo>
                    <a:pt x="76835" y="11749"/>
                    <a:pt x="77733" y="12683"/>
                    <a:pt x="78943" y="12752"/>
                  </a:cubicBezTo>
                  <a:cubicBezTo>
                    <a:pt x="79461" y="12769"/>
                    <a:pt x="79945" y="13391"/>
                    <a:pt x="80412" y="13789"/>
                  </a:cubicBezTo>
                  <a:cubicBezTo>
                    <a:pt x="80395" y="13944"/>
                    <a:pt x="80325" y="14082"/>
                    <a:pt x="80204" y="14203"/>
                  </a:cubicBezTo>
                  <a:cubicBezTo>
                    <a:pt x="79099" y="14649"/>
                    <a:pt x="78211" y="15599"/>
                    <a:pt x="76924" y="15599"/>
                  </a:cubicBezTo>
                  <a:cubicBezTo>
                    <a:pt x="76763" y="15599"/>
                    <a:pt x="76595" y="15584"/>
                    <a:pt x="76420" y="15551"/>
                  </a:cubicBezTo>
                  <a:cubicBezTo>
                    <a:pt x="76325" y="15534"/>
                    <a:pt x="76229" y="15525"/>
                    <a:pt x="76135" y="15525"/>
                  </a:cubicBezTo>
                  <a:cubicBezTo>
                    <a:pt x="75478" y="15525"/>
                    <a:pt x="74895" y="15947"/>
                    <a:pt x="74985" y="16778"/>
                  </a:cubicBezTo>
                  <a:cubicBezTo>
                    <a:pt x="75041" y="17437"/>
                    <a:pt x="75422" y="17620"/>
                    <a:pt x="75866" y="17620"/>
                  </a:cubicBezTo>
                  <a:cubicBezTo>
                    <a:pt x="76109" y="17620"/>
                    <a:pt x="76372" y="17565"/>
                    <a:pt x="76610" y="17504"/>
                  </a:cubicBezTo>
                  <a:cubicBezTo>
                    <a:pt x="76822" y="17451"/>
                    <a:pt x="77015" y="17425"/>
                    <a:pt x="77193" y="17425"/>
                  </a:cubicBezTo>
                  <a:cubicBezTo>
                    <a:pt x="77828" y="17425"/>
                    <a:pt x="78286" y="17750"/>
                    <a:pt x="78839" y="18316"/>
                  </a:cubicBezTo>
                  <a:cubicBezTo>
                    <a:pt x="79617" y="19094"/>
                    <a:pt x="80723" y="19612"/>
                    <a:pt x="81794" y="19993"/>
                  </a:cubicBezTo>
                  <a:cubicBezTo>
                    <a:pt x="81906" y="20034"/>
                    <a:pt x="82005" y="20053"/>
                    <a:pt x="82094" y="20053"/>
                  </a:cubicBezTo>
                  <a:cubicBezTo>
                    <a:pt x="82595" y="20053"/>
                    <a:pt x="82747" y="19445"/>
                    <a:pt x="82762" y="18887"/>
                  </a:cubicBezTo>
                  <a:cubicBezTo>
                    <a:pt x="82805" y="18878"/>
                    <a:pt x="82849" y="18874"/>
                    <a:pt x="82892" y="18874"/>
                  </a:cubicBezTo>
                  <a:cubicBezTo>
                    <a:pt x="82935" y="18874"/>
                    <a:pt x="82978" y="18878"/>
                    <a:pt x="83021" y="18887"/>
                  </a:cubicBezTo>
                  <a:cubicBezTo>
                    <a:pt x="83375" y="18985"/>
                    <a:pt x="83662" y="19030"/>
                    <a:pt x="83892" y="19030"/>
                  </a:cubicBezTo>
                  <a:cubicBezTo>
                    <a:pt x="85038" y="19030"/>
                    <a:pt x="84816" y="17932"/>
                    <a:pt x="84629" y="16882"/>
                  </a:cubicBezTo>
                  <a:cubicBezTo>
                    <a:pt x="84577" y="16588"/>
                    <a:pt x="84404" y="16122"/>
                    <a:pt x="84525" y="16018"/>
                  </a:cubicBezTo>
                  <a:cubicBezTo>
                    <a:pt x="84606" y="15948"/>
                    <a:pt x="84680" y="15920"/>
                    <a:pt x="84749" y="15920"/>
                  </a:cubicBezTo>
                  <a:cubicBezTo>
                    <a:pt x="84985" y="15920"/>
                    <a:pt x="85161" y="16252"/>
                    <a:pt x="85389" y="16346"/>
                  </a:cubicBezTo>
                  <a:cubicBezTo>
                    <a:pt x="85637" y="16436"/>
                    <a:pt x="85876" y="16474"/>
                    <a:pt x="86110" y="16474"/>
                  </a:cubicBezTo>
                  <a:cubicBezTo>
                    <a:pt x="86771" y="16474"/>
                    <a:pt x="87381" y="16174"/>
                    <a:pt x="87981" y="15931"/>
                  </a:cubicBezTo>
                  <a:cubicBezTo>
                    <a:pt x="88344" y="15793"/>
                    <a:pt x="88500" y="15275"/>
                    <a:pt x="88258" y="15033"/>
                  </a:cubicBezTo>
                  <a:cubicBezTo>
                    <a:pt x="87065" y="13754"/>
                    <a:pt x="85976" y="12406"/>
                    <a:pt x="84819" y="11110"/>
                  </a:cubicBezTo>
                  <a:cubicBezTo>
                    <a:pt x="84162" y="10350"/>
                    <a:pt x="83160" y="9779"/>
                    <a:pt x="82537" y="8915"/>
                  </a:cubicBezTo>
                  <a:cubicBezTo>
                    <a:pt x="82209" y="8379"/>
                    <a:pt x="81639" y="8034"/>
                    <a:pt x="81017" y="7999"/>
                  </a:cubicBezTo>
                  <a:cubicBezTo>
                    <a:pt x="80983" y="7995"/>
                    <a:pt x="80950" y="7994"/>
                    <a:pt x="80916" y="7994"/>
                  </a:cubicBezTo>
                  <a:cubicBezTo>
                    <a:pt x="80688" y="7994"/>
                    <a:pt x="80453" y="8074"/>
                    <a:pt x="80228" y="8074"/>
                  </a:cubicBezTo>
                  <a:cubicBezTo>
                    <a:pt x="80056" y="8074"/>
                    <a:pt x="79890" y="8027"/>
                    <a:pt x="79738" y="7861"/>
                  </a:cubicBezTo>
                  <a:cubicBezTo>
                    <a:pt x="80170" y="7757"/>
                    <a:pt x="80602" y="7654"/>
                    <a:pt x="81017" y="7585"/>
                  </a:cubicBezTo>
                  <a:cubicBezTo>
                    <a:pt x="81518" y="7481"/>
                    <a:pt x="82192" y="7567"/>
                    <a:pt x="82226" y="6859"/>
                  </a:cubicBezTo>
                  <a:cubicBezTo>
                    <a:pt x="82278" y="6202"/>
                    <a:pt x="81673" y="6167"/>
                    <a:pt x="81207" y="6046"/>
                  </a:cubicBezTo>
                  <a:cubicBezTo>
                    <a:pt x="81086" y="6012"/>
                    <a:pt x="80948" y="5960"/>
                    <a:pt x="80844" y="5891"/>
                  </a:cubicBezTo>
                  <a:cubicBezTo>
                    <a:pt x="80958" y="5878"/>
                    <a:pt x="81101" y="5837"/>
                    <a:pt x="81223" y="5837"/>
                  </a:cubicBezTo>
                  <a:cubicBezTo>
                    <a:pt x="81267" y="5837"/>
                    <a:pt x="81309" y="5843"/>
                    <a:pt x="81345" y="5856"/>
                  </a:cubicBezTo>
                  <a:cubicBezTo>
                    <a:pt x="81816" y="6065"/>
                    <a:pt x="82272" y="6151"/>
                    <a:pt x="82714" y="6151"/>
                  </a:cubicBezTo>
                  <a:cubicBezTo>
                    <a:pt x="83993" y="6151"/>
                    <a:pt x="85157" y="5437"/>
                    <a:pt x="86236" y="4923"/>
                  </a:cubicBezTo>
                  <a:cubicBezTo>
                    <a:pt x="89182" y="3528"/>
                    <a:pt x="92334" y="3094"/>
                    <a:pt x="95401" y="2235"/>
                  </a:cubicBezTo>
                  <a:lnTo>
                    <a:pt x="95401" y="2235"/>
                  </a:lnTo>
                  <a:cubicBezTo>
                    <a:pt x="93986" y="3267"/>
                    <a:pt x="92263" y="3834"/>
                    <a:pt x="90504" y="3834"/>
                  </a:cubicBezTo>
                  <a:cubicBezTo>
                    <a:pt x="90401" y="3834"/>
                    <a:pt x="90295" y="3831"/>
                    <a:pt x="90191" y="3831"/>
                  </a:cubicBezTo>
                  <a:cubicBezTo>
                    <a:pt x="89827" y="3831"/>
                    <a:pt x="89479" y="3873"/>
                    <a:pt x="89277" y="4249"/>
                  </a:cubicBezTo>
                  <a:cubicBezTo>
                    <a:pt x="89018" y="4802"/>
                    <a:pt x="89467" y="5113"/>
                    <a:pt x="89744" y="5528"/>
                  </a:cubicBezTo>
                  <a:cubicBezTo>
                    <a:pt x="90251" y="6307"/>
                    <a:pt x="90887" y="6586"/>
                    <a:pt x="91608" y="6586"/>
                  </a:cubicBezTo>
                  <a:cubicBezTo>
                    <a:pt x="91943" y="6586"/>
                    <a:pt x="92297" y="6525"/>
                    <a:pt x="92664" y="6427"/>
                  </a:cubicBezTo>
                  <a:cubicBezTo>
                    <a:pt x="93037" y="6322"/>
                    <a:pt x="93404" y="6272"/>
                    <a:pt x="93755" y="6272"/>
                  </a:cubicBezTo>
                  <a:cubicBezTo>
                    <a:pt x="95314" y="6272"/>
                    <a:pt x="96561" y="7243"/>
                    <a:pt x="96518" y="8639"/>
                  </a:cubicBezTo>
                  <a:cubicBezTo>
                    <a:pt x="96501" y="9123"/>
                    <a:pt x="96000" y="9710"/>
                    <a:pt x="96155" y="10073"/>
                  </a:cubicBezTo>
                  <a:cubicBezTo>
                    <a:pt x="96656" y="11300"/>
                    <a:pt x="95758" y="12302"/>
                    <a:pt x="95378" y="13045"/>
                  </a:cubicBezTo>
                  <a:cubicBezTo>
                    <a:pt x="94393" y="15016"/>
                    <a:pt x="93649" y="16709"/>
                    <a:pt x="95412" y="18541"/>
                  </a:cubicBezTo>
                  <a:cubicBezTo>
                    <a:pt x="95602" y="18714"/>
                    <a:pt x="95723" y="18938"/>
                    <a:pt x="95758" y="19180"/>
                  </a:cubicBezTo>
                  <a:cubicBezTo>
                    <a:pt x="95810" y="21358"/>
                    <a:pt x="97901" y="20788"/>
                    <a:pt x="99007" y="21479"/>
                  </a:cubicBezTo>
                  <a:cubicBezTo>
                    <a:pt x="99192" y="21597"/>
                    <a:pt x="99367" y="21648"/>
                    <a:pt x="99531" y="21648"/>
                  </a:cubicBezTo>
                  <a:cubicBezTo>
                    <a:pt x="100207" y="21648"/>
                    <a:pt x="100708" y="20784"/>
                    <a:pt x="101098" y="20200"/>
                  </a:cubicBezTo>
                  <a:cubicBezTo>
                    <a:pt x="102256" y="18472"/>
                    <a:pt x="104088" y="17055"/>
                    <a:pt x="105729" y="16536"/>
                  </a:cubicBezTo>
                  <a:cubicBezTo>
                    <a:pt x="109220" y="15396"/>
                    <a:pt x="112486" y="13547"/>
                    <a:pt x="116254" y="13115"/>
                  </a:cubicBezTo>
                  <a:cubicBezTo>
                    <a:pt x="117965" y="12907"/>
                    <a:pt x="119935" y="12320"/>
                    <a:pt x="120021" y="9883"/>
                  </a:cubicBezTo>
                  <a:cubicBezTo>
                    <a:pt x="120021" y="9693"/>
                    <a:pt x="120349" y="9485"/>
                    <a:pt x="120557" y="9330"/>
                  </a:cubicBezTo>
                  <a:cubicBezTo>
                    <a:pt x="121663" y="8552"/>
                    <a:pt x="123132" y="8034"/>
                    <a:pt x="122631" y="6202"/>
                  </a:cubicBezTo>
                  <a:cubicBezTo>
                    <a:pt x="122594" y="6055"/>
                    <a:pt x="122626" y="6020"/>
                    <a:pt x="122682" y="6020"/>
                  </a:cubicBezTo>
                  <a:cubicBezTo>
                    <a:pt x="122731" y="6020"/>
                    <a:pt x="122799" y="6046"/>
                    <a:pt x="122855" y="6046"/>
                  </a:cubicBezTo>
                  <a:cubicBezTo>
                    <a:pt x="122928" y="6051"/>
                    <a:pt x="122998" y="6053"/>
                    <a:pt x="123064" y="6053"/>
                  </a:cubicBezTo>
                  <a:cubicBezTo>
                    <a:pt x="124269" y="6053"/>
                    <a:pt x="124381" y="5321"/>
                    <a:pt x="123840" y="4387"/>
                  </a:cubicBezTo>
                  <a:cubicBezTo>
                    <a:pt x="123581" y="3921"/>
                    <a:pt x="123875" y="3955"/>
                    <a:pt x="124048" y="3817"/>
                  </a:cubicBezTo>
                  <a:cubicBezTo>
                    <a:pt x="125240" y="2867"/>
                    <a:pt x="126640" y="2728"/>
                    <a:pt x="128092" y="2659"/>
                  </a:cubicBezTo>
                  <a:cubicBezTo>
                    <a:pt x="128575" y="2625"/>
                    <a:pt x="129180" y="2521"/>
                    <a:pt x="129249" y="1934"/>
                  </a:cubicBezTo>
                  <a:cubicBezTo>
                    <a:pt x="129301" y="1363"/>
                    <a:pt x="128714" y="1242"/>
                    <a:pt x="128299" y="1190"/>
                  </a:cubicBezTo>
                  <a:cubicBezTo>
                    <a:pt x="125707" y="948"/>
                    <a:pt x="123132" y="430"/>
                    <a:pt x="120557" y="171"/>
                  </a:cubicBezTo>
                  <a:cubicBezTo>
                    <a:pt x="119360" y="50"/>
                    <a:pt x="118163" y="0"/>
                    <a:pt x="116966" y="0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23" name="Google Shape;4081;p80">
              <a:extLst>
                <a:ext uri="{FF2B5EF4-FFF2-40B4-BE49-F238E27FC236}">
                  <a16:creationId xmlns:a16="http://schemas.microsoft.com/office/drawing/2014/main" id="{BBFFB626-A298-F5E0-836F-97FC96A95485}"/>
                </a:ext>
              </a:extLst>
            </p:cNvPr>
            <p:cNvSpPr/>
            <p:nvPr/>
          </p:nvSpPr>
          <p:spPr>
            <a:xfrm>
              <a:off x="1581325" y="1051125"/>
              <a:ext cx="283000" cy="91675"/>
            </a:xfrm>
            <a:custGeom>
              <a:avLst/>
              <a:gdLst/>
              <a:ahLst/>
              <a:cxnLst/>
              <a:rect l="l" t="t" r="r" b="b"/>
              <a:pathLst>
                <a:path w="11320" h="3667" extrusionOk="0">
                  <a:moveTo>
                    <a:pt x="6214" y="0"/>
                  </a:moveTo>
                  <a:cubicBezTo>
                    <a:pt x="5926" y="0"/>
                    <a:pt x="5584" y="48"/>
                    <a:pt x="5219" y="71"/>
                  </a:cubicBezTo>
                  <a:cubicBezTo>
                    <a:pt x="5082" y="56"/>
                    <a:pt x="4943" y="49"/>
                    <a:pt x="4804" y="49"/>
                  </a:cubicBezTo>
                  <a:cubicBezTo>
                    <a:pt x="3493" y="49"/>
                    <a:pt x="2115" y="667"/>
                    <a:pt x="709" y="1073"/>
                  </a:cubicBezTo>
                  <a:cubicBezTo>
                    <a:pt x="432" y="1177"/>
                    <a:pt x="208" y="1401"/>
                    <a:pt x="69" y="1678"/>
                  </a:cubicBezTo>
                  <a:cubicBezTo>
                    <a:pt x="0" y="1781"/>
                    <a:pt x="242" y="2213"/>
                    <a:pt x="363" y="2231"/>
                  </a:cubicBezTo>
                  <a:cubicBezTo>
                    <a:pt x="2163" y="2438"/>
                    <a:pt x="3786" y="3667"/>
                    <a:pt x="5640" y="3667"/>
                  </a:cubicBezTo>
                  <a:cubicBezTo>
                    <a:pt x="6100" y="3667"/>
                    <a:pt x="6574" y="3591"/>
                    <a:pt x="7068" y="3406"/>
                  </a:cubicBezTo>
                  <a:cubicBezTo>
                    <a:pt x="7396" y="3281"/>
                    <a:pt x="7767" y="3236"/>
                    <a:pt x="8142" y="3236"/>
                  </a:cubicBezTo>
                  <a:cubicBezTo>
                    <a:pt x="8439" y="3236"/>
                    <a:pt x="8738" y="3264"/>
                    <a:pt x="9021" y="3302"/>
                  </a:cubicBezTo>
                  <a:cubicBezTo>
                    <a:pt x="9277" y="3340"/>
                    <a:pt x="9523" y="3370"/>
                    <a:pt x="9759" y="3370"/>
                  </a:cubicBezTo>
                  <a:cubicBezTo>
                    <a:pt x="10271" y="3370"/>
                    <a:pt x="10728" y="3229"/>
                    <a:pt x="11095" y="2732"/>
                  </a:cubicBezTo>
                  <a:cubicBezTo>
                    <a:pt x="11320" y="2473"/>
                    <a:pt x="11268" y="2075"/>
                    <a:pt x="10991" y="1885"/>
                  </a:cubicBezTo>
                  <a:cubicBezTo>
                    <a:pt x="10479" y="1524"/>
                    <a:pt x="10006" y="1077"/>
                    <a:pt x="9430" y="1077"/>
                  </a:cubicBezTo>
                  <a:cubicBezTo>
                    <a:pt x="9151" y="1077"/>
                    <a:pt x="8847" y="1182"/>
                    <a:pt x="8503" y="1453"/>
                  </a:cubicBezTo>
                  <a:cubicBezTo>
                    <a:pt x="8280" y="1626"/>
                    <a:pt x="7919" y="1737"/>
                    <a:pt x="7612" y="1737"/>
                  </a:cubicBezTo>
                  <a:cubicBezTo>
                    <a:pt x="7277" y="1737"/>
                    <a:pt x="7006" y="1605"/>
                    <a:pt x="7051" y="1280"/>
                  </a:cubicBezTo>
                  <a:cubicBezTo>
                    <a:pt x="7179" y="207"/>
                    <a:pt x="6812" y="0"/>
                    <a:pt x="6214" y="0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24" name="Google Shape;4082;p80">
              <a:extLst>
                <a:ext uri="{FF2B5EF4-FFF2-40B4-BE49-F238E27FC236}">
                  <a16:creationId xmlns:a16="http://schemas.microsoft.com/office/drawing/2014/main" id="{820FF80C-300F-9473-A4F6-33D8E0C6A4D8}"/>
                </a:ext>
              </a:extLst>
            </p:cNvPr>
            <p:cNvSpPr/>
            <p:nvPr/>
          </p:nvSpPr>
          <p:spPr>
            <a:xfrm>
              <a:off x="3144425" y="1319375"/>
              <a:ext cx="213450" cy="95575"/>
            </a:xfrm>
            <a:custGeom>
              <a:avLst/>
              <a:gdLst/>
              <a:ahLst/>
              <a:cxnLst/>
              <a:rect l="l" t="t" r="r" b="b"/>
              <a:pathLst>
                <a:path w="8538" h="3823" extrusionOk="0">
                  <a:moveTo>
                    <a:pt x="6155" y="1"/>
                  </a:moveTo>
                  <a:cubicBezTo>
                    <a:pt x="6054" y="1"/>
                    <a:pt x="5950" y="7"/>
                    <a:pt x="5842" y="20"/>
                  </a:cubicBezTo>
                  <a:cubicBezTo>
                    <a:pt x="4846" y="139"/>
                    <a:pt x="3874" y="469"/>
                    <a:pt x="2859" y="469"/>
                  </a:cubicBezTo>
                  <a:cubicBezTo>
                    <a:pt x="2396" y="469"/>
                    <a:pt x="1923" y="400"/>
                    <a:pt x="1435" y="211"/>
                  </a:cubicBezTo>
                  <a:cubicBezTo>
                    <a:pt x="1292" y="150"/>
                    <a:pt x="1133" y="113"/>
                    <a:pt x="974" y="113"/>
                  </a:cubicBezTo>
                  <a:cubicBezTo>
                    <a:pt x="501" y="113"/>
                    <a:pt x="35" y="441"/>
                    <a:pt x="35" y="1438"/>
                  </a:cubicBezTo>
                  <a:cubicBezTo>
                    <a:pt x="1" y="3771"/>
                    <a:pt x="1573" y="3580"/>
                    <a:pt x="3025" y="3822"/>
                  </a:cubicBezTo>
                  <a:cubicBezTo>
                    <a:pt x="4338" y="3753"/>
                    <a:pt x="5617" y="3408"/>
                    <a:pt x="6792" y="2837"/>
                  </a:cubicBezTo>
                  <a:cubicBezTo>
                    <a:pt x="7415" y="2526"/>
                    <a:pt x="8538" y="2474"/>
                    <a:pt x="8192" y="1541"/>
                  </a:cubicBezTo>
                  <a:cubicBezTo>
                    <a:pt x="7892" y="720"/>
                    <a:pt x="7218" y="1"/>
                    <a:pt x="6155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25" name="Google Shape;4083;p80">
              <a:extLst>
                <a:ext uri="{FF2B5EF4-FFF2-40B4-BE49-F238E27FC236}">
                  <a16:creationId xmlns:a16="http://schemas.microsoft.com/office/drawing/2014/main" id="{D2F0E27A-34C3-BCB4-E412-BA784E964F82}"/>
                </a:ext>
              </a:extLst>
            </p:cNvPr>
            <p:cNvSpPr/>
            <p:nvPr/>
          </p:nvSpPr>
          <p:spPr>
            <a:xfrm>
              <a:off x="1453000" y="2509000"/>
              <a:ext cx="263575" cy="113100"/>
            </a:xfrm>
            <a:custGeom>
              <a:avLst/>
              <a:gdLst/>
              <a:ahLst/>
              <a:cxnLst/>
              <a:rect l="l" t="t" r="r" b="b"/>
              <a:pathLst>
                <a:path w="10543" h="4524" extrusionOk="0">
                  <a:moveTo>
                    <a:pt x="3451" y="1"/>
                  </a:moveTo>
                  <a:cubicBezTo>
                    <a:pt x="2445" y="1"/>
                    <a:pt x="1486" y="228"/>
                    <a:pt x="761" y="702"/>
                  </a:cubicBezTo>
                  <a:cubicBezTo>
                    <a:pt x="398" y="927"/>
                    <a:pt x="1" y="1186"/>
                    <a:pt x="243" y="1687"/>
                  </a:cubicBezTo>
                  <a:cubicBezTo>
                    <a:pt x="390" y="1972"/>
                    <a:pt x="609" y="2083"/>
                    <a:pt x="855" y="2083"/>
                  </a:cubicBezTo>
                  <a:cubicBezTo>
                    <a:pt x="1012" y="2083"/>
                    <a:pt x="1180" y="2038"/>
                    <a:pt x="1349" y="1964"/>
                  </a:cubicBezTo>
                  <a:cubicBezTo>
                    <a:pt x="1677" y="1828"/>
                    <a:pt x="1990" y="1776"/>
                    <a:pt x="2298" y="1776"/>
                  </a:cubicBezTo>
                  <a:cubicBezTo>
                    <a:pt x="2932" y="1776"/>
                    <a:pt x="3543" y="1997"/>
                    <a:pt x="4217" y="2171"/>
                  </a:cubicBezTo>
                  <a:cubicBezTo>
                    <a:pt x="5708" y="2540"/>
                    <a:pt x="6405" y="4523"/>
                    <a:pt x="7868" y="4523"/>
                  </a:cubicBezTo>
                  <a:cubicBezTo>
                    <a:pt x="8118" y="4523"/>
                    <a:pt x="8391" y="4465"/>
                    <a:pt x="8693" y="4332"/>
                  </a:cubicBezTo>
                  <a:cubicBezTo>
                    <a:pt x="8824" y="4337"/>
                    <a:pt x="8947" y="4340"/>
                    <a:pt x="9062" y="4340"/>
                  </a:cubicBezTo>
                  <a:cubicBezTo>
                    <a:pt x="10032" y="4340"/>
                    <a:pt x="10475" y="4144"/>
                    <a:pt x="10491" y="3727"/>
                  </a:cubicBezTo>
                  <a:cubicBezTo>
                    <a:pt x="10542" y="2897"/>
                    <a:pt x="9817" y="2724"/>
                    <a:pt x="9264" y="2517"/>
                  </a:cubicBezTo>
                  <a:cubicBezTo>
                    <a:pt x="8711" y="2292"/>
                    <a:pt x="8209" y="1964"/>
                    <a:pt x="7777" y="1567"/>
                  </a:cubicBezTo>
                  <a:cubicBezTo>
                    <a:pt x="6685" y="547"/>
                    <a:pt x="5011" y="1"/>
                    <a:pt x="3451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26" name="Google Shape;4084;p80">
              <a:extLst>
                <a:ext uri="{FF2B5EF4-FFF2-40B4-BE49-F238E27FC236}">
                  <a16:creationId xmlns:a16="http://schemas.microsoft.com/office/drawing/2014/main" id="{01974EDA-DDBB-0DEC-6159-3DE658C1CDBC}"/>
                </a:ext>
              </a:extLst>
            </p:cNvPr>
            <p:cNvSpPr/>
            <p:nvPr/>
          </p:nvSpPr>
          <p:spPr>
            <a:xfrm>
              <a:off x="1880725" y="1020350"/>
              <a:ext cx="162025" cy="112025"/>
            </a:xfrm>
            <a:custGeom>
              <a:avLst/>
              <a:gdLst/>
              <a:ahLst/>
              <a:cxnLst/>
              <a:rect l="l" t="t" r="r" b="b"/>
              <a:pathLst>
                <a:path w="6481" h="4481" extrusionOk="0">
                  <a:moveTo>
                    <a:pt x="4294" y="0"/>
                  </a:moveTo>
                  <a:cubicBezTo>
                    <a:pt x="4062" y="0"/>
                    <a:pt x="3818" y="44"/>
                    <a:pt x="3560" y="144"/>
                  </a:cubicBezTo>
                  <a:cubicBezTo>
                    <a:pt x="3094" y="317"/>
                    <a:pt x="2593" y="541"/>
                    <a:pt x="2886" y="1198"/>
                  </a:cubicBezTo>
                  <a:cubicBezTo>
                    <a:pt x="3042" y="1509"/>
                    <a:pt x="3232" y="1820"/>
                    <a:pt x="3457" y="2114"/>
                  </a:cubicBezTo>
                  <a:cubicBezTo>
                    <a:pt x="3147" y="2260"/>
                    <a:pt x="2851" y="2348"/>
                    <a:pt x="2545" y="2348"/>
                  </a:cubicBezTo>
                  <a:cubicBezTo>
                    <a:pt x="2270" y="2348"/>
                    <a:pt x="1987" y="2277"/>
                    <a:pt x="1677" y="2114"/>
                  </a:cubicBezTo>
                  <a:cubicBezTo>
                    <a:pt x="1531" y="2037"/>
                    <a:pt x="1393" y="2002"/>
                    <a:pt x="1262" y="2002"/>
                  </a:cubicBezTo>
                  <a:cubicBezTo>
                    <a:pt x="867" y="2002"/>
                    <a:pt x="545" y="2320"/>
                    <a:pt x="311" y="2736"/>
                  </a:cubicBezTo>
                  <a:cubicBezTo>
                    <a:pt x="0" y="3289"/>
                    <a:pt x="467" y="3479"/>
                    <a:pt x="813" y="3807"/>
                  </a:cubicBezTo>
                  <a:cubicBezTo>
                    <a:pt x="1327" y="4309"/>
                    <a:pt x="1837" y="4480"/>
                    <a:pt x="2344" y="4480"/>
                  </a:cubicBezTo>
                  <a:cubicBezTo>
                    <a:pt x="3164" y="4480"/>
                    <a:pt x="3976" y="4032"/>
                    <a:pt x="4787" y="3807"/>
                  </a:cubicBezTo>
                  <a:lnTo>
                    <a:pt x="5081" y="3514"/>
                  </a:lnTo>
                  <a:cubicBezTo>
                    <a:pt x="5237" y="2788"/>
                    <a:pt x="5098" y="1924"/>
                    <a:pt x="6204" y="1734"/>
                  </a:cubicBezTo>
                  <a:cubicBezTo>
                    <a:pt x="6464" y="1699"/>
                    <a:pt x="6481" y="1129"/>
                    <a:pt x="6222" y="921"/>
                  </a:cubicBezTo>
                  <a:cubicBezTo>
                    <a:pt x="5644" y="436"/>
                    <a:pt x="5027" y="0"/>
                    <a:pt x="4294" y="0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27" name="Google Shape;4085;p80">
              <a:extLst>
                <a:ext uri="{FF2B5EF4-FFF2-40B4-BE49-F238E27FC236}">
                  <a16:creationId xmlns:a16="http://schemas.microsoft.com/office/drawing/2014/main" id="{75C67824-8DDC-658D-1E31-66CCDAF9F439}"/>
                </a:ext>
              </a:extLst>
            </p:cNvPr>
            <p:cNvSpPr/>
            <p:nvPr/>
          </p:nvSpPr>
          <p:spPr>
            <a:xfrm>
              <a:off x="1688900" y="2603450"/>
              <a:ext cx="165050" cy="73950"/>
            </a:xfrm>
            <a:custGeom>
              <a:avLst/>
              <a:gdLst/>
              <a:ahLst/>
              <a:cxnLst/>
              <a:rect l="l" t="t" r="r" b="b"/>
              <a:pathLst>
                <a:path w="6602" h="2958" extrusionOk="0">
                  <a:moveTo>
                    <a:pt x="2842" y="0"/>
                  </a:moveTo>
                  <a:cubicBezTo>
                    <a:pt x="2588" y="0"/>
                    <a:pt x="2332" y="28"/>
                    <a:pt x="2074" y="87"/>
                  </a:cubicBezTo>
                  <a:cubicBezTo>
                    <a:pt x="1452" y="225"/>
                    <a:pt x="1055" y="1331"/>
                    <a:pt x="225" y="1694"/>
                  </a:cubicBezTo>
                  <a:cubicBezTo>
                    <a:pt x="0" y="1798"/>
                    <a:pt x="277" y="2247"/>
                    <a:pt x="536" y="2454"/>
                  </a:cubicBezTo>
                  <a:cubicBezTo>
                    <a:pt x="957" y="2789"/>
                    <a:pt x="2162" y="2958"/>
                    <a:pt x="3373" y="2958"/>
                  </a:cubicBezTo>
                  <a:cubicBezTo>
                    <a:pt x="4599" y="2958"/>
                    <a:pt x="5830" y="2785"/>
                    <a:pt x="6256" y="2437"/>
                  </a:cubicBezTo>
                  <a:cubicBezTo>
                    <a:pt x="6395" y="2282"/>
                    <a:pt x="6515" y="2109"/>
                    <a:pt x="6602" y="1919"/>
                  </a:cubicBezTo>
                  <a:cubicBezTo>
                    <a:pt x="6481" y="1711"/>
                    <a:pt x="6429" y="1469"/>
                    <a:pt x="6291" y="1366"/>
                  </a:cubicBezTo>
                  <a:cubicBezTo>
                    <a:pt x="5231" y="636"/>
                    <a:pt x="4065" y="0"/>
                    <a:pt x="2842" y="0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28" name="Google Shape;4086;p80">
              <a:extLst>
                <a:ext uri="{FF2B5EF4-FFF2-40B4-BE49-F238E27FC236}">
                  <a16:creationId xmlns:a16="http://schemas.microsoft.com/office/drawing/2014/main" id="{7FA91F06-4465-DE5A-0507-15671D8205A2}"/>
                </a:ext>
              </a:extLst>
            </p:cNvPr>
            <p:cNvSpPr/>
            <p:nvPr/>
          </p:nvSpPr>
          <p:spPr>
            <a:xfrm>
              <a:off x="1922200" y="1344925"/>
              <a:ext cx="129625" cy="64525"/>
            </a:xfrm>
            <a:custGeom>
              <a:avLst/>
              <a:gdLst/>
              <a:ahLst/>
              <a:cxnLst/>
              <a:rect l="l" t="t" r="r" b="b"/>
              <a:pathLst>
                <a:path w="5185" h="2581" extrusionOk="0">
                  <a:moveTo>
                    <a:pt x="1901" y="1"/>
                  </a:moveTo>
                  <a:lnTo>
                    <a:pt x="1227" y="467"/>
                  </a:lnTo>
                  <a:cubicBezTo>
                    <a:pt x="934" y="1020"/>
                    <a:pt x="0" y="1383"/>
                    <a:pt x="415" y="2144"/>
                  </a:cubicBezTo>
                  <a:cubicBezTo>
                    <a:pt x="602" y="2475"/>
                    <a:pt x="838" y="2581"/>
                    <a:pt x="1096" y="2581"/>
                  </a:cubicBezTo>
                  <a:cubicBezTo>
                    <a:pt x="1482" y="2581"/>
                    <a:pt x="1915" y="2344"/>
                    <a:pt x="2299" y="2282"/>
                  </a:cubicBezTo>
                  <a:cubicBezTo>
                    <a:pt x="2552" y="2236"/>
                    <a:pt x="2806" y="2213"/>
                    <a:pt x="3064" y="2213"/>
                  </a:cubicBezTo>
                  <a:cubicBezTo>
                    <a:pt x="3194" y="2213"/>
                    <a:pt x="3324" y="2219"/>
                    <a:pt x="3457" y="2230"/>
                  </a:cubicBezTo>
                  <a:cubicBezTo>
                    <a:pt x="3730" y="2245"/>
                    <a:pt x="4039" y="2324"/>
                    <a:pt x="4314" y="2324"/>
                  </a:cubicBezTo>
                  <a:cubicBezTo>
                    <a:pt x="4665" y="2324"/>
                    <a:pt x="4959" y="2195"/>
                    <a:pt x="5047" y="1643"/>
                  </a:cubicBezTo>
                  <a:cubicBezTo>
                    <a:pt x="5185" y="744"/>
                    <a:pt x="4563" y="277"/>
                    <a:pt x="3768" y="122"/>
                  </a:cubicBezTo>
                  <a:cubicBezTo>
                    <a:pt x="3146" y="35"/>
                    <a:pt x="2523" y="1"/>
                    <a:pt x="1901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29" name="Google Shape;4087;p80">
              <a:extLst>
                <a:ext uri="{FF2B5EF4-FFF2-40B4-BE49-F238E27FC236}">
                  <a16:creationId xmlns:a16="http://schemas.microsoft.com/office/drawing/2014/main" id="{CAEB1276-FAC5-50EA-75B6-348E8B71408A}"/>
                </a:ext>
              </a:extLst>
            </p:cNvPr>
            <p:cNvSpPr/>
            <p:nvPr/>
          </p:nvSpPr>
          <p:spPr>
            <a:xfrm>
              <a:off x="1787825" y="1030550"/>
              <a:ext cx="94250" cy="44825"/>
            </a:xfrm>
            <a:custGeom>
              <a:avLst/>
              <a:gdLst/>
              <a:ahLst/>
              <a:cxnLst/>
              <a:rect l="l" t="t" r="r" b="b"/>
              <a:pathLst>
                <a:path w="3770" h="1793" extrusionOk="0">
                  <a:moveTo>
                    <a:pt x="2929" y="0"/>
                  </a:moveTo>
                  <a:cubicBezTo>
                    <a:pt x="2800" y="0"/>
                    <a:pt x="2676" y="17"/>
                    <a:pt x="2576" y="47"/>
                  </a:cubicBezTo>
                  <a:cubicBezTo>
                    <a:pt x="2412" y="93"/>
                    <a:pt x="2229" y="105"/>
                    <a:pt x="2039" y="105"/>
                  </a:cubicBezTo>
                  <a:cubicBezTo>
                    <a:pt x="1817" y="105"/>
                    <a:pt x="1584" y="88"/>
                    <a:pt x="1360" y="88"/>
                  </a:cubicBezTo>
                  <a:cubicBezTo>
                    <a:pt x="763" y="88"/>
                    <a:pt x="227" y="208"/>
                    <a:pt x="105" y="1084"/>
                  </a:cubicBezTo>
                  <a:cubicBezTo>
                    <a:pt x="1" y="1792"/>
                    <a:pt x="865" y="1688"/>
                    <a:pt x="1504" y="1740"/>
                  </a:cubicBezTo>
                  <a:cubicBezTo>
                    <a:pt x="2265" y="1568"/>
                    <a:pt x="3405" y="1792"/>
                    <a:pt x="3665" y="652"/>
                  </a:cubicBezTo>
                  <a:cubicBezTo>
                    <a:pt x="3769" y="167"/>
                    <a:pt x="3329" y="0"/>
                    <a:pt x="2929" y="0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30" name="Google Shape;4088;p80">
              <a:extLst>
                <a:ext uri="{FF2B5EF4-FFF2-40B4-BE49-F238E27FC236}">
                  <a16:creationId xmlns:a16="http://schemas.microsoft.com/office/drawing/2014/main" id="{CAA990C1-5245-40AB-4640-1C4BBA3AC451}"/>
                </a:ext>
              </a:extLst>
            </p:cNvPr>
            <p:cNvSpPr/>
            <p:nvPr/>
          </p:nvSpPr>
          <p:spPr>
            <a:xfrm>
              <a:off x="1870350" y="2639275"/>
              <a:ext cx="59225" cy="44325"/>
            </a:xfrm>
            <a:custGeom>
              <a:avLst/>
              <a:gdLst/>
              <a:ahLst/>
              <a:cxnLst/>
              <a:rect l="l" t="t" r="r" b="b"/>
              <a:pathLst>
                <a:path w="2369" h="1773" extrusionOk="0">
                  <a:moveTo>
                    <a:pt x="922" y="1"/>
                  </a:moveTo>
                  <a:cubicBezTo>
                    <a:pt x="435" y="1"/>
                    <a:pt x="1" y="156"/>
                    <a:pt x="1" y="762"/>
                  </a:cubicBezTo>
                  <a:cubicBezTo>
                    <a:pt x="1" y="1414"/>
                    <a:pt x="337" y="1773"/>
                    <a:pt x="982" y="1773"/>
                  </a:cubicBezTo>
                  <a:cubicBezTo>
                    <a:pt x="1038" y="1773"/>
                    <a:pt x="1097" y="1770"/>
                    <a:pt x="1158" y="1765"/>
                  </a:cubicBezTo>
                  <a:cubicBezTo>
                    <a:pt x="1711" y="1730"/>
                    <a:pt x="2368" y="1678"/>
                    <a:pt x="2299" y="901"/>
                  </a:cubicBezTo>
                  <a:cubicBezTo>
                    <a:pt x="2264" y="175"/>
                    <a:pt x="1642" y="2"/>
                    <a:pt x="1003" y="2"/>
                  </a:cubicBezTo>
                  <a:cubicBezTo>
                    <a:pt x="976" y="1"/>
                    <a:pt x="949" y="1"/>
                    <a:pt x="922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31" name="Google Shape;4089;p80">
              <a:extLst>
                <a:ext uri="{FF2B5EF4-FFF2-40B4-BE49-F238E27FC236}">
                  <a16:creationId xmlns:a16="http://schemas.microsoft.com/office/drawing/2014/main" id="{0EF97388-E2F1-60EF-6D7D-DAAE127F2E46}"/>
                </a:ext>
              </a:extLst>
            </p:cNvPr>
            <p:cNvSpPr/>
            <p:nvPr/>
          </p:nvSpPr>
          <p:spPr>
            <a:xfrm>
              <a:off x="2264800" y="4630125"/>
              <a:ext cx="62675" cy="39225"/>
            </a:xfrm>
            <a:custGeom>
              <a:avLst/>
              <a:gdLst/>
              <a:ahLst/>
              <a:cxnLst/>
              <a:rect l="l" t="t" r="r" b="b"/>
              <a:pathLst>
                <a:path w="2507" h="1569" extrusionOk="0">
                  <a:moveTo>
                    <a:pt x="1176" y="52"/>
                  </a:moveTo>
                  <a:cubicBezTo>
                    <a:pt x="675" y="87"/>
                    <a:pt x="1" y="1"/>
                    <a:pt x="1" y="813"/>
                  </a:cubicBezTo>
                  <a:cubicBezTo>
                    <a:pt x="1" y="1241"/>
                    <a:pt x="341" y="1568"/>
                    <a:pt x="742" y="1568"/>
                  </a:cubicBezTo>
                  <a:cubicBezTo>
                    <a:pt x="811" y="1568"/>
                    <a:pt x="881" y="1559"/>
                    <a:pt x="951" y="1539"/>
                  </a:cubicBezTo>
                  <a:cubicBezTo>
                    <a:pt x="1077" y="1515"/>
                    <a:pt x="1221" y="1513"/>
                    <a:pt x="1369" y="1513"/>
                  </a:cubicBezTo>
                  <a:cubicBezTo>
                    <a:pt x="1403" y="1513"/>
                    <a:pt x="1437" y="1513"/>
                    <a:pt x="1471" y="1513"/>
                  </a:cubicBezTo>
                  <a:cubicBezTo>
                    <a:pt x="1947" y="1513"/>
                    <a:pt x="2434" y="1491"/>
                    <a:pt x="2472" y="830"/>
                  </a:cubicBezTo>
                  <a:cubicBezTo>
                    <a:pt x="2506" y="52"/>
                    <a:pt x="1781" y="87"/>
                    <a:pt x="1176" y="52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32" name="Google Shape;4090;p80">
              <a:extLst>
                <a:ext uri="{FF2B5EF4-FFF2-40B4-BE49-F238E27FC236}">
                  <a16:creationId xmlns:a16="http://schemas.microsoft.com/office/drawing/2014/main" id="{F07A98F8-C92F-8792-4AD9-5E0A6DDEEF53}"/>
                </a:ext>
              </a:extLst>
            </p:cNvPr>
            <p:cNvSpPr/>
            <p:nvPr/>
          </p:nvSpPr>
          <p:spPr>
            <a:xfrm>
              <a:off x="1604225" y="2645350"/>
              <a:ext cx="56175" cy="38275"/>
            </a:xfrm>
            <a:custGeom>
              <a:avLst/>
              <a:gdLst/>
              <a:ahLst/>
              <a:cxnLst/>
              <a:rect l="l" t="t" r="r" b="b"/>
              <a:pathLst>
                <a:path w="2247" h="1531" extrusionOk="0">
                  <a:moveTo>
                    <a:pt x="1003" y="1"/>
                  </a:moveTo>
                  <a:cubicBezTo>
                    <a:pt x="536" y="35"/>
                    <a:pt x="0" y="1"/>
                    <a:pt x="17" y="554"/>
                  </a:cubicBezTo>
                  <a:cubicBezTo>
                    <a:pt x="17" y="1297"/>
                    <a:pt x="640" y="1452"/>
                    <a:pt x="1262" y="1522"/>
                  </a:cubicBezTo>
                  <a:cubicBezTo>
                    <a:pt x="1319" y="1528"/>
                    <a:pt x="1377" y="1531"/>
                    <a:pt x="1434" y="1531"/>
                  </a:cubicBezTo>
                  <a:cubicBezTo>
                    <a:pt x="1857" y="1531"/>
                    <a:pt x="2247" y="1352"/>
                    <a:pt x="2247" y="865"/>
                  </a:cubicBezTo>
                  <a:cubicBezTo>
                    <a:pt x="2247" y="18"/>
                    <a:pt x="1504" y="139"/>
                    <a:pt x="1003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33" name="Google Shape;4091;p80">
              <a:extLst>
                <a:ext uri="{FF2B5EF4-FFF2-40B4-BE49-F238E27FC236}">
                  <a16:creationId xmlns:a16="http://schemas.microsoft.com/office/drawing/2014/main" id="{F8254273-E469-4E15-3512-748AA84F9DA2}"/>
                </a:ext>
              </a:extLst>
            </p:cNvPr>
            <p:cNvSpPr/>
            <p:nvPr/>
          </p:nvSpPr>
          <p:spPr>
            <a:xfrm>
              <a:off x="7045475" y="3384250"/>
              <a:ext cx="47375" cy="53550"/>
            </a:xfrm>
            <a:custGeom>
              <a:avLst/>
              <a:gdLst/>
              <a:ahLst/>
              <a:cxnLst/>
              <a:rect l="l" t="t" r="r" b="b"/>
              <a:pathLst>
                <a:path w="1895" h="2142" extrusionOk="0">
                  <a:moveTo>
                    <a:pt x="416" y="1"/>
                  </a:moveTo>
                  <a:cubicBezTo>
                    <a:pt x="93" y="1"/>
                    <a:pt x="0" y="338"/>
                    <a:pt x="63" y="618"/>
                  </a:cubicBezTo>
                  <a:cubicBezTo>
                    <a:pt x="201" y="1292"/>
                    <a:pt x="339" y="2035"/>
                    <a:pt x="1203" y="2139"/>
                  </a:cubicBezTo>
                  <a:cubicBezTo>
                    <a:pt x="1224" y="2141"/>
                    <a:pt x="1245" y="2142"/>
                    <a:pt x="1265" y="2142"/>
                  </a:cubicBezTo>
                  <a:cubicBezTo>
                    <a:pt x="1645" y="2142"/>
                    <a:pt x="1895" y="1835"/>
                    <a:pt x="1895" y="1327"/>
                  </a:cubicBezTo>
                  <a:cubicBezTo>
                    <a:pt x="1670" y="705"/>
                    <a:pt x="1273" y="169"/>
                    <a:pt x="529" y="13"/>
                  </a:cubicBezTo>
                  <a:cubicBezTo>
                    <a:pt x="489" y="5"/>
                    <a:pt x="451" y="1"/>
                    <a:pt x="416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34" name="Google Shape;4092;p80">
              <a:extLst>
                <a:ext uri="{FF2B5EF4-FFF2-40B4-BE49-F238E27FC236}">
                  <a16:creationId xmlns:a16="http://schemas.microsoft.com/office/drawing/2014/main" id="{E249F37C-87DE-CAD9-6C5F-9DF3CCE67AE8}"/>
                </a:ext>
              </a:extLst>
            </p:cNvPr>
            <p:cNvSpPr/>
            <p:nvPr/>
          </p:nvSpPr>
          <p:spPr>
            <a:xfrm>
              <a:off x="4291500" y="1250400"/>
              <a:ext cx="54900" cy="37900"/>
            </a:xfrm>
            <a:custGeom>
              <a:avLst/>
              <a:gdLst/>
              <a:ahLst/>
              <a:cxnLst/>
              <a:rect l="l" t="t" r="r" b="b"/>
              <a:pathLst>
                <a:path w="2196" h="1516" extrusionOk="0">
                  <a:moveTo>
                    <a:pt x="1013" y="0"/>
                  </a:moveTo>
                  <a:cubicBezTo>
                    <a:pt x="676" y="0"/>
                    <a:pt x="369" y="181"/>
                    <a:pt x="190" y="464"/>
                  </a:cubicBezTo>
                  <a:cubicBezTo>
                    <a:pt x="0" y="706"/>
                    <a:pt x="35" y="1034"/>
                    <a:pt x="259" y="1224"/>
                  </a:cubicBezTo>
                  <a:cubicBezTo>
                    <a:pt x="466" y="1444"/>
                    <a:pt x="678" y="1515"/>
                    <a:pt x="892" y="1515"/>
                  </a:cubicBezTo>
                  <a:cubicBezTo>
                    <a:pt x="1233" y="1515"/>
                    <a:pt x="1579" y="1336"/>
                    <a:pt x="1919" y="1293"/>
                  </a:cubicBezTo>
                  <a:cubicBezTo>
                    <a:pt x="2195" y="567"/>
                    <a:pt x="1901" y="153"/>
                    <a:pt x="1175" y="14"/>
                  </a:cubicBezTo>
                  <a:cubicBezTo>
                    <a:pt x="1121" y="5"/>
                    <a:pt x="1066" y="0"/>
                    <a:pt x="1013" y="0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35" name="Google Shape;4093;p80">
              <a:extLst>
                <a:ext uri="{FF2B5EF4-FFF2-40B4-BE49-F238E27FC236}">
                  <a16:creationId xmlns:a16="http://schemas.microsoft.com/office/drawing/2014/main" id="{6EA51A55-1B1C-6A17-2F00-CB45AB3BB450}"/>
                </a:ext>
              </a:extLst>
            </p:cNvPr>
            <p:cNvSpPr/>
            <p:nvPr/>
          </p:nvSpPr>
          <p:spPr>
            <a:xfrm>
              <a:off x="6323375" y="3314875"/>
              <a:ext cx="50125" cy="37325"/>
            </a:xfrm>
            <a:custGeom>
              <a:avLst/>
              <a:gdLst/>
              <a:ahLst/>
              <a:cxnLst/>
              <a:rect l="l" t="t" r="r" b="b"/>
              <a:pathLst>
                <a:path w="2005" h="1493" extrusionOk="0">
                  <a:moveTo>
                    <a:pt x="754" y="1"/>
                  </a:moveTo>
                  <a:cubicBezTo>
                    <a:pt x="409" y="1"/>
                    <a:pt x="93" y="129"/>
                    <a:pt x="52" y="542"/>
                  </a:cubicBezTo>
                  <a:cubicBezTo>
                    <a:pt x="0" y="1198"/>
                    <a:pt x="536" y="1371"/>
                    <a:pt x="1106" y="1492"/>
                  </a:cubicBezTo>
                  <a:cubicBezTo>
                    <a:pt x="1504" y="1475"/>
                    <a:pt x="1988" y="1440"/>
                    <a:pt x="1988" y="905"/>
                  </a:cubicBezTo>
                  <a:cubicBezTo>
                    <a:pt x="2005" y="317"/>
                    <a:pt x="1504" y="110"/>
                    <a:pt x="1020" y="23"/>
                  </a:cubicBezTo>
                  <a:cubicBezTo>
                    <a:pt x="932" y="9"/>
                    <a:pt x="842" y="1"/>
                    <a:pt x="754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36" name="Google Shape;4094;p80">
              <a:extLst>
                <a:ext uri="{FF2B5EF4-FFF2-40B4-BE49-F238E27FC236}">
                  <a16:creationId xmlns:a16="http://schemas.microsoft.com/office/drawing/2014/main" id="{5EE84AF1-EBA8-9827-80FE-885B422E2E47}"/>
                </a:ext>
              </a:extLst>
            </p:cNvPr>
            <p:cNvSpPr/>
            <p:nvPr/>
          </p:nvSpPr>
          <p:spPr>
            <a:xfrm>
              <a:off x="6680225" y="1890750"/>
              <a:ext cx="46075" cy="42200"/>
            </a:xfrm>
            <a:custGeom>
              <a:avLst/>
              <a:gdLst/>
              <a:ahLst/>
              <a:cxnLst/>
              <a:rect l="l" t="t" r="r" b="b"/>
              <a:pathLst>
                <a:path w="1843" h="1688" extrusionOk="0">
                  <a:moveTo>
                    <a:pt x="1376" y="1"/>
                  </a:moveTo>
                  <a:cubicBezTo>
                    <a:pt x="1345" y="1"/>
                    <a:pt x="1312" y="4"/>
                    <a:pt x="1280" y="11"/>
                  </a:cubicBezTo>
                  <a:cubicBezTo>
                    <a:pt x="675" y="29"/>
                    <a:pt x="156" y="478"/>
                    <a:pt x="70" y="1083"/>
                  </a:cubicBezTo>
                  <a:cubicBezTo>
                    <a:pt x="1" y="1446"/>
                    <a:pt x="208" y="1670"/>
                    <a:pt x="675" y="1688"/>
                  </a:cubicBezTo>
                  <a:cubicBezTo>
                    <a:pt x="1193" y="1480"/>
                    <a:pt x="1643" y="1135"/>
                    <a:pt x="1781" y="513"/>
                  </a:cubicBezTo>
                  <a:cubicBezTo>
                    <a:pt x="1843" y="250"/>
                    <a:pt x="1642" y="1"/>
                    <a:pt x="1376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37" name="Google Shape;4095;p80">
              <a:extLst>
                <a:ext uri="{FF2B5EF4-FFF2-40B4-BE49-F238E27FC236}">
                  <a16:creationId xmlns:a16="http://schemas.microsoft.com/office/drawing/2014/main" id="{E62B86D4-2ABF-418C-02A5-D43B2D66C0D2}"/>
                </a:ext>
              </a:extLst>
            </p:cNvPr>
            <p:cNvSpPr/>
            <p:nvPr/>
          </p:nvSpPr>
          <p:spPr>
            <a:xfrm>
              <a:off x="3550975" y="1955400"/>
              <a:ext cx="53600" cy="126175"/>
            </a:xfrm>
            <a:custGeom>
              <a:avLst/>
              <a:gdLst/>
              <a:ahLst/>
              <a:cxnLst/>
              <a:rect l="l" t="t" r="r" b="b"/>
              <a:pathLst>
                <a:path w="2144" h="5047" extrusionOk="0">
                  <a:moveTo>
                    <a:pt x="1297" y="0"/>
                  </a:moveTo>
                  <a:cubicBezTo>
                    <a:pt x="778" y="0"/>
                    <a:pt x="260" y="363"/>
                    <a:pt x="364" y="795"/>
                  </a:cubicBezTo>
                  <a:cubicBezTo>
                    <a:pt x="640" y="1850"/>
                    <a:pt x="122" y="2731"/>
                    <a:pt x="1" y="3491"/>
                  </a:cubicBezTo>
                  <a:cubicBezTo>
                    <a:pt x="70" y="4338"/>
                    <a:pt x="1" y="5047"/>
                    <a:pt x="951" y="5047"/>
                  </a:cubicBezTo>
                  <a:cubicBezTo>
                    <a:pt x="1781" y="5047"/>
                    <a:pt x="1971" y="4476"/>
                    <a:pt x="2040" y="3785"/>
                  </a:cubicBezTo>
                  <a:cubicBezTo>
                    <a:pt x="2144" y="2748"/>
                    <a:pt x="1642" y="1746"/>
                    <a:pt x="1936" y="692"/>
                  </a:cubicBezTo>
                  <a:cubicBezTo>
                    <a:pt x="2023" y="381"/>
                    <a:pt x="1712" y="0"/>
                    <a:pt x="1297" y="0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38" name="Google Shape;4096;p80">
              <a:extLst>
                <a:ext uri="{FF2B5EF4-FFF2-40B4-BE49-F238E27FC236}">
                  <a16:creationId xmlns:a16="http://schemas.microsoft.com/office/drawing/2014/main" id="{5E9E9548-E2C8-51EB-255A-9CBB6E60B768}"/>
                </a:ext>
              </a:extLst>
            </p:cNvPr>
            <p:cNvSpPr/>
            <p:nvPr/>
          </p:nvSpPr>
          <p:spPr>
            <a:xfrm>
              <a:off x="3910000" y="2161475"/>
              <a:ext cx="93775" cy="45400"/>
            </a:xfrm>
            <a:custGeom>
              <a:avLst/>
              <a:gdLst/>
              <a:ahLst/>
              <a:cxnLst/>
              <a:rect l="l" t="t" r="r" b="b"/>
              <a:pathLst>
                <a:path w="3751" h="1816" extrusionOk="0">
                  <a:moveTo>
                    <a:pt x="1383" y="1"/>
                  </a:moveTo>
                  <a:cubicBezTo>
                    <a:pt x="778" y="87"/>
                    <a:pt x="1" y="18"/>
                    <a:pt x="122" y="640"/>
                  </a:cubicBezTo>
                  <a:cubicBezTo>
                    <a:pt x="329" y="1625"/>
                    <a:pt x="1297" y="1815"/>
                    <a:pt x="2195" y="1815"/>
                  </a:cubicBezTo>
                  <a:cubicBezTo>
                    <a:pt x="2835" y="1815"/>
                    <a:pt x="3751" y="1712"/>
                    <a:pt x="3613" y="951"/>
                  </a:cubicBezTo>
                  <a:cubicBezTo>
                    <a:pt x="3466" y="240"/>
                    <a:pt x="2970" y="188"/>
                    <a:pt x="2455" y="188"/>
                  </a:cubicBezTo>
                  <a:cubicBezTo>
                    <a:pt x="2366" y="188"/>
                    <a:pt x="2276" y="189"/>
                    <a:pt x="2187" y="189"/>
                  </a:cubicBezTo>
                  <a:cubicBezTo>
                    <a:pt x="1880" y="189"/>
                    <a:pt x="1588" y="170"/>
                    <a:pt x="1383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39" name="Google Shape;4097;p80">
              <a:extLst>
                <a:ext uri="{FF2B5EF4-FFF2-40B4-BE49-F238E27FC236}">
                  <a16:creationId xmlns:a16="http://schemas.microsoft.com/office/drawing/2014/main" id="{293BADB3-2958-BF78-3EF2-87E6433BB31A}"/>
                </a:ext>
              </a:extLst>
            </p:cNvPr>
            <p:cNvSpPr/>
            <p:nvPr/>
          </p:nvSpPr>
          <p:spPr>
            <a:xfrm>
              <a:off x="4125600" y="2173875"/>
              <a:ext cx="50575" cy="37600"/>
            </a:xfrm>
            <a:custGeom>
              <a:avLst/>
              <a:gdLst/>
              <a:ahLst/>
              <a:cxnLst/>
              <a:rect l="l" t="t" r="r" b="b"/>
              <a:pathLst>
                <a:path w="2023" h="1504" extrusionOk="0">
                  <a:moveTo>
                    <a:pt x="1294" y="1"/>
                  </a:moveTo>
                  <a:cubicBezTo>
                    <a:pt x="1249" y="1"/>
                    <a:pt x="1204" y="3"/>
                    <a:pt x="1158" y="6"/>
                  </a:cubicBezTo>
                  <a:cubicBezTo>
                    <a:pt x="691" y="144"/>
                    <a:pt x="0" y="109"/>
                    <a:pt x="17" y="904"/>
                  </a:cubicBezTo>
                  <a:cubicBezTo>
                    <a:pt x="17" y="1352"/>
                    <a:pt x="364" y="1503"/>
                    <a:pt x="748" y="1503"/>
                  </a:cubicBezTo>
                  <a:cubicBezTo>
                    <a:pt x="809" y="1503"/>
                    <a:pt x="872" y="1499"/>
                    <a:pt x="933" y="1492"/>
                  </a:cubicBezTo>
                  <a:cubicBezTo>
                    <a:pt x="1486" y="1440"/>
                    <a:pt x="2022" y="1233"/>
                    <a:pt x="2022" y="593"/>
                  </a:cubicBezTo>
                  <a:cubicBezTo>
                    <a:pt x="2022" y="156"/>
                    <a:pt x="1711" y="1"/>
                    <a:pt x="1294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40" name="Google Shape;4098;p80">
              <a:extLst>
                <a:ext uri="{FF2B5EF4-FFF2-40B4-BE49-F238E27FC236}">
                  <a16:creationId xmlns:a16="http://schemas.microsoft.com/office/drawing/2014/main" id="{DBA4CF97-E39A-EBA2-4324-1B09A29ABCC1}"/>
                </a:ext>
              </a:extLst>
            </p:cNvPr>
            <p:cNvSpPr/>
            <p:nvPr/>
          </p:nvSpPr>
          <p:spPr>
            <a:xfrm>
              <a:off x="3415775" y="2038325"/>
              <a:ext cx="44925" cy="38175"/>
            </a:xfrm>
            <a:custGeom>
              <a:avLst/>
              <a:gdLst/>
              <a:ahLst/>
              <a:cxnLst/>
              <a:rect l="l" t="t" r="r" b="b"/>
              <a:pathLst>
                <a:path w="1797" h="1527" extrusionOk="0">
                  <a:moveTo>
                    <a:pt x="812" y="0"/>
                  </a:moveTo>
                  <a:cubicBezTo>
                    <a:pt x="383" y="0"/>
                    <a:pt x="1" y="211"/>
                    <a:pt x="34" y="710"/>
                  </a:cubicBezTo>
                  <a:cubicBezTo>
                    <a:pt x="34" y="1164"/>
                    <a:pt x="400" y="1527"/>
                    <a:pt x="845" y="1527"/>
                  </a:cubicBezTo>
                  <a:cubicBezTo>
                    <a:pt x="874" y="1527"/>
                    <a:pt x="903" y="1525"/>
                    <a:pt x="933" y="1522"/>
                  </a:cubicBezTo>
                  <a:cubicBezTo>
                    <a:pt x="1382" y="1522"/>
                    <a:pt x="1745" y="1315"/>
                    <a:pt x="1797" y="796"/>
                  </a:cubicBezTo>
                  <a:cubicBezTo>
                    <a:pt x="1745" y="226"/>
                    <a:pt x="1330" y="19"/>
                    <a:pt x="864" y="1"/>
                  </a:cubicBezTo>
                  <a:cubicBezTo>
                    <a:pt x="847" y="1"/>
                    <a:pt x="829" y="0"/>
                    <a:pt x="812" y="0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841" name="Google Shape;4099;p80">
            <a:extLst>
              <a:ext uri="{FF2B5EF4-FFF2-40B4-BE49-F238E27FC236}">
                <a16:creationId xmlns:a16="http://schemas.microsoft.com/office/drawing/2014/main" id="{1D2CD147-DD39-0176-AD41-2B2803B15B2C}"/>
              </a:ext>
            </a:extLst>
          </p:cNvPr>
          <p:cNvGrpSpPr/>
          <p:nvPr/>
        </p:nvGrpSpPr>
        <p:grpSpPr>
          <a:xfrm>
            <a:off x="688199" y="1547964"/>
            <a:ext cx="2665073" cy="1317140"/>
            <a:chOff x="793334" y="1192826"/>
            <a:chExt cx="2665073" cy="1317140"/>
          </a:xfrm>
        </p:grpSpPr>
        <p:sp>
          <p:nvSpPr>
            <p:cNvPr id="2842" name="Google Shape;4100;p80">
              <a:extLst>
                <a:ext uri="{FF2B5EF4-FFF2-40B4-BE49-F238E27FC236}">
                  <a16:creationId xmlns:a16="http://schemas.microsoft.com/office/drawing/2014/main" id="{217DE5BB-C953-93BC-663C-C0A84D686413}"/>
                </a:ext>
              </a:extLst>
            </p:cNvPr>
            <p:cNvSpPr/>
            <p:nvPr/>
          </p:nvSpPr>
          <p:spPr>
            <a:xfrm>
              <a:off x="2759899" y="2034536"/>
              <a:ext cx="14" cy="14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1" y="0"/>
                  </a:moveTo>
                  <a:lnTo>
                    <a:pt x="1" y="0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43" name="Google Shape;4101;p80">
              <a:extLst>
                <a:ext uri="{FF2B5EF4-FFF2-40B4-BE49-F238E27FC236}">
                  <a16:creationId xmlns:a16="http://schemas.microsoft.com/office/drawing/2014/main" id="{92BBDB97-7B6E-80D1-E739-CEC4F82B1F27}"/>
                </a:ext>
              </a:extLst>
            </p:cNvPr>
            <p:cNvSpPr/>
            <p:nvPr/>
          </p:nvSpPr>
          <p:spPr>
            <a:xfrm>
              <a:off x="2622291" y="1667631"/>
              <a:ext cx="12573" cy="1765"/>
            </a:xfrm>
            <a:custGeom>
              <a:avLst/>
              <a:gdLst/>
              <a:ahLst/>
              <a:cxnLst/>
              <a:rect l="l" t="t" r="r" b="b"/>
              <a:pathLst>
                <a:path w="926" h="130" extrusionOk="0">
                  <a:moveTo>
                    <a:pt x="925" y="0"/>
                  </a:moveTo>
                  <a:cubicBezTo>
                    <a:pt x="866" y="7"/>
                    <a:pt x="771" y="18"/>
                    <a:pt x="687" y="32"/>
                  </a:cubicBezTo>
                  <a:cubicBezTo>
                    <a:pt x="460" y="67"/>
                    <a:pt x="232" y="91"/>
                    <a:pt x="1" y="102"/>
                  </a:cubicBezTo>
                  <a:lnTo>
                    <a:pt x="60" y="105"/>
                  </a:lnTo>
                  <a:cubicBezTo>
                    <a:pt x="208" y="119"/>
                    <a:pt x="334" y="130"/>
                    <a:pt x="432" y="130"/>
                  </a:cubicBezTo>
                  <a:cubicBezTo>
                    <a:pt x="694" y="130"/>
                    <a:pt x="855" y="53"/>
                    <a:pt x="925" y="0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44" name="Google Shape;4102;p80">
              <a:extLst>
                <a:ext uri="{FF2B5EF4-FFF2-40B4-BE49-F238E27FC236}">
                  <a16:creationId xmlns:a16="http://schemas.microsoft.com/office/drawing/2014/main" id="{735CD9BE-1F1E-47AF-D9A0-0932BD825E12}"/>
                </a:ext>
              </a:extLst>
            </p:cNvPr>
            <p:cNvSpPr/>
            <p:nvPr/>
          </p:nvSpPr>
          <p:spPr>
            <a:xfrm>
              <a:off x="2265040" y="1528449"/>
              <a:ext cx="1344" cy="109"/>
            </a:xfrm>
            <a:custGeom>
              <a:avLst/>
              <a:gdLst/>
              <a:ahLst/>
              <a:cxnLst/>
              <a:rect l="l" t="t" r="r" b="b"/>
              <a:pathLst>
                <a:path w="99" h="8" extrusionOk="0">
                  <a:moveTo>
                    <a:pt x="1" y="1"/>
                  </a:moveTo>
                  <a:cubicBezTo>
                    <a:pt x="32" y="4"/>
                    <a:pt x="67" y="8"/>
                    <a:pt x="99" y="8"/>
                  </a:cubicBezTo>
                  <a:cubicBezTo>
                    <a:pt x="67" y="1"/>
                    <a:pt x="32" y="1"/>
                    <a:pt x="1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45" name="Google Shape;4103;p80">
              <a:extLst>
                <a:ext uri="{FF2B5EF4-FFF2-40B4-BE49-F238E27FC236}">
                  <a16:creationId xmlns:a16="http://schemas.microsoft.com/office/drawing/2014/main" id="{C30397F2-13EA-2F0E-6735-BC489A69D5C0}"/>
                </a:ext>
              </a:extLst>
            </p:cNvPr>
            <p:cNvSpPr/>
            <p:nvPr/>
          </p:nvSpPr>
          <p:spPr>
            <a:xfrm>
              <a:off x="2494622" y="1668433"/>
              <a:ext cx="8147" cy="2118"/>
            </a:xfrm>
            <a:custGeom>
              <a:avLst/>
              <a:gdLst/>
              <a:ahLst/>
              <a:cxnLst/>
              <a:rect l="l" t="t" r="r" b="b"/>
              <a:pathLst>
                <a:path w="600" h="156" extrusionOk="0">
                  <a:moveTo>
                    <a:pt x="1" y="1"/>
                  </a:moveTo>
                  <a:cubicBezTo>
                    <a:pt x="115" y="69"/>
                    <a:pt x="416" y="156"/>
                    <a:pt x="554" y="156"/>
                  </a:cubicBezTo>
                  <a:cubicBezTo>
                    <a:pt x="572" y="156"/>
                    <a:pt x="588" y="154"/>
                    <a:pt x="599" y="151"/>
                  </a:cubicBezTo>
                  <a:cubicBezTo>
                    <a:pt x="564" y="120"/>
                    <a:pt x="522" y="95"/>
                    <a:pt x="477" y="85"/>
                  </a:cubicBezTo>
                  <a:cubicBezTo>
                    <a:pt x="323" y="29"/>
                    <a:pt x="162" y="1"/>
                    <a:pt x="1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46" name="Google Shape;4104;p80">
              <a:extLst>
                <a:ext uri="{FF2B5EF4-FFF2-40B4-BE49-F238E27FC236}">
                  <a16:creationId xmlns:a16="http://schemas.microsoft.com/office/drawing/2014/main" id="{41F122EA-321B-C938-657C-42FEF14A4899}"/>
                </a:ext>
              </a:extLst>
            </p:cNvPr>
            <p:cNvSpPr/>
            <p:nvPr/>
          </p:nvSpPr>
          <p:spPr>
            <a:xfrm>
              <a:off x="2304347" y="1661671"/>
              <a:ext cx="30291" cy="17094"/>
            </a:xfrm>
            <a:custGeom>
              <a:avLst/>
              <a:gdLst/>
              <a:ahLst/>
              <a:cxnLst/>
              <a:rect l="l" t="t" r="r" b="b"/>
              <a:pathLst>
                <a:path w="2231" h="1259" extrusionOk="0">
                  <a:moveTo>
                    <a:pt x="2192" y="1"/>
                  </a:moveTo>
                  <a:cubicBezTo>
                    <a:pt x="2051" y="1"/>
                    <a:pt x="1914" y="18"/>
                    <a:pt x="1776" y="47"/>
                  </a:cubicBezTo>
                  <a:cubicBezTo>
                    <a:pt x="1629" y="71"/>
                    <a:pt x="1485" y="113"/>
                    <a:pt x="1349" y="166"/>
                  </a:cubicBezTo>
                  <a:cubicBezTo>
                    <a:pt x="1107" y="278"/>
                    <a:pt x="894" y="359"/>
                    <a:pt x="627" y="383"/>
                  </a:cubicBezTo>
                  <a:cubicBezTo>
                    <a:pt x="407" y="404"/>
                    <a:pt x="36" y="691"/>
                    <a:pt x="1" y="761"/>
                  </a:cubicBezTo>
                  <a:cubicBezTo>
                    <a:pt x="1" y="810"/>
                    <a:pt x="11" y="968"/>
                    <a:pt x="113" y="1062"/>
                  </a:cubicBezTo>
                  <a:cubicBezTo>
                    <a:pt x="174" y="1112"/>
                    <a:pt x="249" y="1139"/>
                    <a:pt x="327" y="1139"/>
                  </a:cubicBezTo>
                  <a:cubicBezTo>
                    <a:pt x="343" y="1139"/>
                    <a:pt x="359" y="1138"/>
                    <a:pt x="375" y="1136"/>
                  </a:cubicBezTo>
                  <a:cubicBezTo>
                    <a:pt x="437" y="1131"/>
                    <a:pt x="494" y="1129"/>
                    <a:pt x="548" y="1129"/>
                  </a:cubicBezTo>
                  <a:cubicBezTo>
                    <a:pt x="781" y="1129"/>
                    <a:pt x="937" y="1172"/>
                    <a:pt x="988" y="1255"/>
                  </a:cubicBezTo>
                  <a:cubicBezTo>
                    <a:pt x="988" y="1255"/>
                    <a:pt x="988" y="1258"/>
                    <a:pt x="988" y="1258"/>
                  </a:cubicBezTo>
                  <a:cubicBezTo>
                    <a:pt x="1020" y="1206"/>
                    <a:pt x="1100" y="1160"/>
                    <a:pt x="1230" y="1160"/>
                  </a:cubicBezTo>
                  <a:cubicBezTo>
                    <a:pt x="1345" y="1160"/>
                    <a:pt x="1415" y="1143"/>
                    <a:pt x="1447" y="1104"/>
                  </a:cubicBezTo>
                  <a:cubicBezTo>
                    <a:pt x="1454" y="1097"/>
                    <a:pt x="1475" y="1073"/>
                    <a:pt x="1464" y="999"/>
                  </a:cubicBezTo>
                  <a:cubicBezTo>
                    <a:pt x="1436" y="835"/>
                    <a:pt x="1594" y="761"/>
                    <a:pt x="1695" y="712"/>
                  </a:cubicBezTo>
                  <a:cubicBezTo>
                    <a:pt x="1727" y="698"/>
                    <a:pt x="1755" y="684"/>
                    <a:pt x="1783" y="667"/>
                  </a:cubicBezTo>
                  <a:cubicBezTo>
                    <a:pt x="1751" y="628"/>
                    <a:pt x="1716" y="593"/>
                    <a:pt x="1678" y="562"/>
                  </a:cubicBezTo>
                  <a:cubicBezTo>
                    <a:pt x="1601" y="495"/>
                    <a:pt x="1541" y="443"/>
                    <a:pt x="1555" y="376"/>
                  </a:cubicBezTo>
                  <a:cubicBezTo>
                    <a:pt x="1562" y="341"/>
                    <a:pt x="1587" y="313"/>
                    <a:pt x="1618" y="306"/>
                  </a:cubicBezTo>
                  <a:cubicBezTo>
                    <a:pt x="1765" y="253"/>
                    <a:pt x="2122" y="92"/>
                    <a:pt x="2231" y="1"/>
                  </a:cubicBezTo>
                  <a:cubicBezTo>
                    <a:pt x="2218" y="1"/>
                    <a:pt x="2205" y="1"/>
                    <a:pt x="2192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47" name="Google Shape;4105;p80">
              <a:extLst>
                <a:ext uri="{FF2B5EF4-FFF2-40B4-BE49-F238E27FC236}">
                  <a16:creationId xmlns:a16="http://schemas.microsoft.com/office/drawing/2014/main" id="{EEC085E1-BC22-9442-DCC9-5B40EF7B137B}"/>
                </a:ext>
              </a:extLst>
            </p:cNvPr>
            <p:cNvSpPr/>
            <p:nvPr/>
          </p:nvSpPr>
          <p:spPr>
            <a:xfrm>
              <a:off x="2596779" y="1667903"/>
              <a:ext cx="20869" cy="13808"/>
            </a:xfrm>
            <a:custGeom>
              <a:avLst/>
              <a:gdLst/>
              <a:ahLst/>
              <a:cxnLst/>
              <a:rect l="l" t="t" r="r" b="b"/>
              <a:pathLst>
                <a:path w="1537" h="1017" extrusionOk="0">
                  <a:moveTo>
                    <a:pt x="1117" y="1"/>
                  </a:moveTo>
                  <a:cubicBezTo>
                    <a:pt x="1103" y="1"/>
                    <a:pt x="1089" y="1"/>
                    <a:pt x="1075" y="1"/>
                  </a:cubicBezTo>
                  <a:cubicBezTo>
                    <a:pt x="693" y="1"/>
                    <a:pt x="291" y="92"/>
                    <a:pt x="144" y="239"/>
                  </a:cubicBezTo>
                  <a:cubicBezTo>
                    <a:pt x="0" y="383"/>
                    <a:pt x="14" y="792"/>
                    <a:pt x="102" y="960"/>
                  </a:cubicBezTo>
                  <a:cubicBezTo>
                    <a:pt x="119" y="999"/>
                    <a:pt x="140" y="1016"/>
                    <a:pt x="151" y="1016"/>
                  </a:cubicBezTo>
                  <a:lnTo>
                    <a:pt x="161" y="1013"/>
                  </a:lnTo>
                  <a:cubicBezTo>
                    <a:pt x="161" y="995"/>
                    <a:pt x="161" y="974"/>
                    <a:pt x="161" y="957"/>
                  </a:cubicBezTo>
                  <a:cubicBezTo>
                    <a:pt x="154" y="831"/>
                    <a:pt x="140" y="624"/>
                    <a:pt x="406" y="341"/>
                  </a:cubicBezTo>
                  <a:cubicBezTo>
                    <a:pt x="620" y="109"/>
                    <a:pt x="981" y="48"/>
                    <a:pt x="1344" y="48"/>
                  </a:cubicBezTo>
                  <a:cubicBezTo>
                    <a:pt x="1409" y="48"/>
                    <a:pt x="1473" y="50"/>
                    <a:pt x="1537" y="54"/>
                  </a:cubicBezTo>
                  <a:cubicBezTo>
                    <a:pt x="1519" y="50"/>
                    <a:pt x="1505" y="47"/>
                    <a:pt x="1488" y="43"/>
                  </a:cubicBezTo>
                  <a:cubicBezTo>
                    <a:pt x="1365" y="15"/>
                    <a:pt x="1242" y="1"/>
                    <a:pt x="1117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48" name="Google Shape;4106;p80">
              <a:extLst>
                <a:ext uri="{FF2B5EF4-FFF2-40B4-BE49-F238E27FC236}">
                  <a16:creationId xmlns:a16="http://schemas.microsoft.com/office/drawing/2014/main" id="{200E90BD-DBF7-7809-F4C3-540A54A01B64}"/>
                </a:ext>
              </a:extLst>
            </p:cNvPr>
            <p:cNvSpPr/>
            <p:nvPr/>
          </p:nvSpPr>
          <p:spPr>
            <a:xfrm>
              <a:off x="1460410" y="1905428"/>
              <a:ext cx="14" cy="14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0" y="1"/>
                  </a:moveTo>
                  <a:lnTo>
                    <a:pt x="0" y="1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49" name="Google Shape;4107;p80">
              <a:extLst>
                <a:ext uri="{FF2B5EF4-FFF2-40B4-BE49-F238E27FC236}">
                  <a16:creationId xmlns:a16="http://schemas.microsoft.com/office/drawing/2014/main" id="{65406A32-DF4B-0F0D-EAEE-12F54E98E567}"/>
                </a:ext>
              </a:extLst>
            </p:cNvPr>
            <p:cNvSpPr/>
            <p:nvPr/>
          </p:nvSpPr>
          <p:spPr>
            <a:xfrm>
              <a:off x="2393809" y="1664875"/>
              <a:ext cx="58709" cy="92123"/>
            </a:xfrm>
            <a:custGeom>
              <a:avLst/>
              <a:gdLst/>
              <a:ahLst/>
              <a:cxnLst/>
              <a:rect l="l" t="t" r="r" b="b"/>
              <a:pathLst>
                <a:path w="4324" h="6785" extrusionOk="0">
                  <a:moveTo>
                    <a:pt x="2372" y="0"/>
                  </a:moveTo>
                  <a:cubicBezTo>
                    <a:pt x="2056" y="0"/>
                    <a:pt x="1686" y="178"/>
                    <a:pt x="1457" y="378"/>
                  </a:cubicBezTo>
                  <a:lnTo>
                    <a:pt x="1429" y="403"/>
                  </a:lnTo>
                  <a:lnTo>
                    <a:pt x="1432" y="403"/>
                  </a:lnTo>
                  <a:lnTo>
                    <a:pt x="1352" y="455"/>
                  </a:lnTo>
                  <a:lnTo>
                    <a:pt x="1317" y="480"/>
                  </a:lnTo>
                  <a:cubicBezTo>
                    <a:pt x="1208" y="543"/>
                    <a:pt x="1096" y="602"/>
                    <a:pt x="981" y="655"/>
                  </a:cubicBezTo>
                  <a:cubicBezTo>
                    <a:pt x="760" y="760"/>
                    <a:pt x="529" y="868"/>
                    <a:pt x="403" y="1029"/>
                  </a:cubicBezTo>
                  <a:cubicBezTo>
                    <a:pt x="344" y="1099"/>
                    <a:pt x="284" y="1169"/>
                    <a:pt x="221" y="1232"/>
                  </a:cubicBezTo>
                  <a:cubicBezTo>
                    <a:pt x="102" y="1355"/>
                    <a:pt x="0" y="1460"/>
                    <a:pt x="4" y="1558"/>
                  </a:cubicBezTo>
                  <a:cubicBezTo>
                    <a:pt x="7" y="1614"/>
                    <a:pt x="42" y="1670"/>
                    <a:pt x="119" y="1733"/>
                  </a:cubicBezTo>
                  <a:cubicBezTo>
                    <a:pt x="421" y="1992"/>
                    <a:pt x="393" y="2185"/>
                    <a:pt x="368" y="2388"/>
                  </a:cubicBezTo>
                  <a:cubicBezTo>
                    <a:pt x="361" y="2433"/>
                    <a:pt x="354" y="2482"/>
                    <a:pt x="351" y="2531"/>
                  </a:cubicBezTo>
                  <a:cubicBezTo>
                    <a:pt x="344" y="2668"/>
                    <a:pt x="694" y="3109"/>
                    <a:pt x="907" y="3371"/>
                  </a:cubicBezTo>
                  <a:lnTo>
                    <a:pt x="1051" y="3546"/>
                  </a:lnTo>
                  <a:cubicBezTo>
                    <a:pt x="1233" y="3781"/>
                    <a:pt x="1394" y="3977"/>
                    <a:pt x="1457" y="4085"/>
                  </a:cubicBezTo>
                  <a:cubicBezTo>
                    <a:pt x="1632" y="4404"/>
                    <a:pt x="1418" y="4961"/>
                    <a:pt x="1124" y="5325"/>
                  </a:cubicBezTo>
                  <a:cubicBezTo>
                    <a:pt x="1065" y="5402"/>
                    <a:pt x="1033" y="5503"/>
                    <a:pt x="1044" y="5601"/>
                  </a:cubicBezTo>
                  <a:cubicBezTo>
                    <a:pt x="1061" y="5878"/>
                    <a:pt x="1310" y="6186"/>
                    <a:pt x="1639" y="6186"/>
                  </a:cubicBezTo>
                  <a:cubicBezTo>
                    <a:pt x="1922" y="6186"/>
                    <a:pt x="2073" y="6361"/>
                    <a:pt x="2209" y="6519"/>
                  </a:cubicBezTo>
                  <a:cubicBezTo>
                    <a:pt x="2329" y="6662"/>
                    <a:pt x="2435" y="6785"/>
                    <a:pt x="2628" y="6785"/>
                  </a:cubicBezTo>
                  <a:cubicBezTo>
                    <a:pt x="2633" y="6785"/>
                    <a:pt x="2638" y="6785"/>
                    <a:pt x="2644" y="6785"/>
                  </a:cubicBezTo>
                  <a:cubicBezTo>
                    <a:pt x="3158" y="6767"/>
                    <a:pt x="3715" y="6641"/>
                    <a:pt x="3771" y="6557"/>
                  </a:cubicBezTo>
                  <a:cubicBezTo>
                    <a:pt x="3778" y="6543"/>
                    <a:pt x="3785" y="6494"/>
                    <a:pt x="3778" y="6309"/>
                  </a:cubicBezTo>
                  <a:cubicBezTo>
                    <a:pt x="3778" y="6263"/>
                    <a:pt x="3771" y="6217"/>
                    <a:pt x="3771" y="6168"/>
                  </a:cubicBezTo>
                  <a:cubicBezTo>
                    <a:pt x="3757" y="5951"/>
                    <a:pt x="3743" y="5699"/>
                    <a:pt x="3778" y="5556"/>
                  </a:cubicBezTo>
                  <a:cubicBezTo>
                    <a:pt x="3813" y="5412"/>
                    <a:pt x="3781" y="5374"/>
                    <a:pt x="3736" y="5311"/>
                  </a:cubicBezTo>
                  <a:cubicBezTo>
                    <a:pt x="3701" y="5262"/>
                    <a:pt x="3676" y="5206"/>
                    <a:pt x="3662" y="5150"/>
                  </a:cubicBezTo>
                  <a:cubicBezTo>
                    <a:pt x="3654" y="5140"/>
                    <a:pt x="3626" y="5137"/>
                    <a:pt x="3595" y="5137"/>
                  </a:cubicBezTo>
                  <a:cubicBezTo>
                    <a:pt x="3560" y="5137"/>
                    <a:pt x="3520" y="5141"/>
                    <a:pt x="3501" y="5143"/>
                  </a:cubicBezTo>
                  <a:cubicBezTo>
                    <a:pt x="3473" y="5146"/>
                    <a:pt x="3445" y="5150"/>
                    <a:pt x="3421" y="5150"/>
                  </a:cubicBezTo>
                  <a:cubicBezTo>
                    <a:pt x="3376" y="5150"/>
                    <a:pt x="3341" y="5139"/>
                    <a:pt x="3323" y="5101"/>
                  </a:cubicBezTo>
                  <a:cubicBezTo>
                    <a:pt x="3295" y="5038"/>
                    <a:pt x="3347" y="4985"/>
                    <a:pt x="3375" y="4961"/>
                  </a:cubicBezTo>
                  <a:cubicBezTo>
                    <a:pt x="3491" y="4845"/>
                    <a:pt x="3508" y="4768"/>
                    <a:pt x="3501" y="4751"/>
                  </a:cubicBezTo>
                  <a:cubicBezTo>
                    <a:pt x="3498" y="4745"/>
                    <a:pt x="3481" y="4732"/>
                    <a:pt x="3428" y="4732"/>
                  </a:cubicBezTo>
                  <a:cubicBezTo>
                    <a:pt x="3417" y="4732"/>
                    <a:pt x="3406" y="4732"/>
                    <a:pt x="3393" y="4733"/>
                  </a:cubicBezTo>
                  <a:cubicBezTo>
                    <a:pt x="3386" y="4733"/>
                    <a:pt x="3379" y="4733"/>
                    <a:pt x="3373" y="4733"/>
                  </a:cubicBezTo>
                  <a:cubicBezTo>
                    <a:pt x="3288" y="4733"/>
                    <a:pt x="3225" y="4712"/>
                    <a:pt x="3186" y="4663"/>
                  </a:cubicBezTo>
                  <a:cubicBezTo>
                    <a:pt x="3106" y="4562"/>
                    <a:pt x="3155" y="4401"/>
                    <a:pt x="3204" y="4226"/>
                  </a:cubicBezTo>
                  <a:lnTo>
                    <a:pt x="3211" y="4194"/>
                  </a:lnTo>
                  <a:cubicBezTo>
                    <a:pt x="3225" y="4134"/>
                    <a:pt x="3267" y="4078"/>
                    <a:pt x="3323" y="4050"/>
                  </a:cubicBezTo>
                  <a:cubicBezTo>
                    <a:pt x="3351" y="4037"/>
                    <a:pt x="3382" y="4031"/>
                    <a:pt x="3415" y="4031"/>
                  </a:cubicBezTo>
                  <a:cubicBezTo>
                    <a:pt x="3498" y="4031"/>
                    <a:pt x="3593" y="4069"/>
                    <a:pt x="3683" y="4106"/>
                  </a:cubicBezTo>
                  <a:cubicBezTo>
                    <a:pt x="3725" y="4124"/>
                    <a:pt x="3760" y="4138"/>
                    <a:pt x="3799" y="4152"/>
                  </a:cubicBezTo>
                  <a:cubicBezTo>
                    <a:pt x="3817" y="4158"/>
                    <a:pt x="3836" y="4160"/>
                    <a:pt x="3855" y="4160"/>
                  </a:cubicBezTo>
                  <a:cubicBezTo>
                    <a:pt x="3917" y="4160"/>
                    <a:pt x="3981" y="4133"/>
                    <a:pt x="4051" y="4103"/>
                  </a:cubicBezTo>
                  <a:cubicBezTo>
                    <a:pt x="4135" y="4057"/>
                    <a:pt x="4229" y="4033"/>
                    <a:pt x="4324" y="4033"/>
                  </a:cubicBezTo>
                  <a:cubicBezTo>
                    <a:pt x="4296" y="3973"/>
                    <a:pt x="4173" y="3851"/>
                    <a:pt x="4061" y="3840"/>
                  </a:cubicBezTo>
                  <a:cubicBezTo>
                    <a:pt x="3925" y="3830"/>
                    <a:pt x="3897" y="3704"/>
                    <a:pt x="3872" y="3599"/>
                  </a:cubicBezTo>
                  <a:cubicBezTo>
                    <a:pt x="3837" y="3448"/>
                    <a:pt x="3806" y="3354"/>
                    <a:pt x="3641" y="3340"/>
                  </a:cubicBezTo>
                  <a:cubicBezTo>
                    <a:pt x="3628" y="3339"/>
                    <a:pt x="3615" y="3338"/>
                    <a:pt x="3603" y="3338"/>
                  </a:cubicBezTo>
                  <a:cubicBezTo>
                    <a:pt x="3502" y="3338"/>
                    <a:pt x="3464" y="3375"/>
                    <a:pt x="3449" y="3406"/>
                  </a:cubicBezTo>
                  <a:cubicBezTo>
                    <a:pt x="3424" y="3466"/>
                    <a:pt x="3414" y="3532"/>
                    <a:pt x="3414" y="3595"/>
                  </a:cubicBezTo>
                  <a:cubicBezTo>
                    <a:pt x="3414" y="3655"/>
                    <a:pt x="3403" y="3714"/>
                    <a:pt x="3382" y="3770"/>
                  </a:cubicBezTo>
                  <a:cubicBezTo>
                    <a:pt x="3368" y="3805"/>
                    <a:pt x="3333" y="3826"/>
                    <a:pt x="3295" y="3826"/>
                  </a:cubicBezTo>
                  <a:cubicBezTo>
                    <a:pt x="3214" y="3826"/>
                    <a:pt x="3148" y="3714"/>
                    <a:pt x="3106" y="3620"/>
                  </a:cubicBezTo>
                  <a:cubicBezTo>
                    <a:pt x="3025" y="3441"/>
                    <a:pt x="2973" y="3182"/>
                    <a:pt x="3095" y="3039"/>
                  </a:cubicBezTo>
                  <a:cubicBezTo>
                    <a:pt x="3134" y="2990"/>
                    <a:pt x="3151" y="2951"/>
                    <a:pt x="3141" y="2927"/>
                  </a:cubicBezTo>
                  <a:cubicBezTo>
                    <a:pt x="3126" y="2896"/>
                    <a:pt x="3052" y="2869"/>
                    <a:pt x="2942" y="2869"/>
                  </a:cubicBezTo>
                  <a:cubicBezTo>
                    <a:pt x="2925" y="2869"/>
                    <a:pt x="2907" y="2869"/>
                    <a:pt x="2889" y="2871"/>
                  </a:cubicBezTo>
                  <a:cubicBezTo>
                    <a:pt x="2881" y="2871"/>
                    <a:pt x="2873" y="2871"/>
                    <a:pt x="2866" y="2871"/>
                  </a:cubicBezTo>
                  <a:cubicBezTo>
                    <a:pt x="2727" y="2871"/>
                    <a:pt x="2658" y="2779"/>
                    <a:pt x="2609" y="2710"/>
                  </a:cubicBezTo>
                  <a:cubicBezTo>
                    <a:pt x="2564" y="2652"/>
                    <a:pt x="2548" y="2637"/>
                    <a:pt x="2530" y="2637"/>
                  </a:cubicBezTo>
                  <a:cubicBezTo>
                    <a:pt x="2525" y="2637"/>
                    <a:pt x="2520" y="2638"/>
                    <a:pt x="2514" y="2640"/>
                  </a:cubicBezTo>
                  <a:cubicBezTo>
                    <a:pt x="2499" y="2645"/>
                    <a:pt x="2483" y="2648"/>
                    <a:pt x="2467" y="2648"/>
                  </a:cubicBezTo>
                  <a:cubicBezTo>
                    <a:pt x="2435" y="2648"/>
                    <a:pt x="2402" y="2637"/>
                    <a:pt x="2374" y="2619"/>
                  </a:cubicBezTo>
                  <a:cubicBezTo>
                    <a:pt x="2293" y="2559"/>
                    <a:pt x="2251" y="2402"/>
                    <a:pt x="2251" y="2157"/>
                  </a:cubicBezTo>
                  <a:cubicBezTo>
                    <a:pt x="2251" y="2055"/>
                    <a:pt x="2045" y="1866"/>
                    <a:pt x="1898" y="1866"/>
                  </a:cubicBezTo>
                  <a:cubicBezTo>
                    <a:pt x="1895" y="1866"/>
                    <a:pt x="1892" y="1866"/>
                    <a:pt x="1890" y="1866"/>
                  </a:cubicBezTo>
                  <a:cubicBezTo>
                    <a:pt x="1833" y="1866"/>
                    <a:pt x="1781" y="1832"/>
                    <a:pt x="1761" y="1778"/>
                  </a:cubicBezTo>
                  <a:cubicBezTo>
                    <a:pt x="1740" y="1701"/>
                    <a:pt x="1765" y="1621"/>
                    <a:pt x="1828" y="1572"/>
                  </a:cubicBezTo>
                  <a:cubicBezTo>
                    <a:pt x="1877" y="1530"/>
                    <a:pt x="1938" y="1509"/>
                    <a:pt x="2005" y="1509"/>
                  </a:cubicBezTo>
                  <a:cubicBezTo>
                    <a:pt x="2068" y="1509"/>
                    <a:pt x="2137" y="1528"/>
                    <a:pt x="2206" y="1565"/>
                  </a:cubicBezTo>
                  <a:cubicBezTo>
                    <a:pt x="2234" y="1582"/>
                    <a:pt x="2262" y="1596"/>
                    <a:pt x="2297" y="1607"/>
                  </a:cubicBezTo>
                  <a:cubicBezTo>
                    <a:pt x="2276" y="1530"/>
                    <a:pt x="2248" y="1456"/>
                    <a:pt x="2213" y="1383"/>
                  </a:cubicBezTo>
                  <a:lnTo>
                    <a:pt x="2195" y="1344"/>
                  </a:lnTo>
                  <a:cubicBezTo>
                    <a:pt x="2174" y="1299"/>
                    <a:pt x="2181" y="1246"/>
                    <a:pt x="2213" y="1208"/>
                  </a:cubicBezTo>
                  <a:cubicBezTo>
                    <a:pt x="2307" y="1080"/>
                    <a:pt x="2633" y="1003"/>
                    <a:pt x="2850" y="1003"/>
                  </a:cubicBezTo>
                  <a:cubicBezTo>
                    <a:pt x="2884" y="1003"/>
                    <a:pt x="2914" y="1005"/>
                    <a:pt x="2941" y="1008"/>
                  </a:cubicBezTo>
                  <a:cubicBezTo>
                    <a:pt x="3010" y="1018"/>
                    <a:pt x="3076" y="1022"/>
                    <a:pt x="3136" y="1022"/>
                  </a:cubicBezTo>
                  <a:cubicBezTo>
                    <a:pt x="3277" y="1022"/>
                    <a:pt x="3382" y="999"/>
                    <a:pt x="3407" y="970"/>
                  </a:cubicBezTo>
                  <a:cubicBezTo>
                    <a:pt x="3407" y="970"/>
                    <a:pt x="3410" y="966"/>
                    <a:pt x="3407" y="952"/>
                  </a:cubicBezTo>
                  <a:cubicBezTo>
                    <a:pt x="3375" y="875"/>
                    <a:pt x="3386" y="763"/>
                    <a:pt x="3400" y="634"/>
                  </a:cubicBezTo>
                  <a:cubicBezTo>
                    <a:pt x="3414" y="466"/>
                    <a:pt x="3431" y="273"/>
                    <a:pt x="3351" y="158"/>
                  </a:cubicBezTo>
                  <a:cubicBezTo>
                    <a:pt x="3287" y="70"/>
                    <a:pt x="3194" y="55"/>
                    <a:pt x="3048" y="55"/>
                  </a:cubicBezTo>
                  <a:cubicBezTo>
                    <a:pt x="3025" y="55"/>
                    <a:pt x="3001" y="56"/>
                    <a:pt x="2976" y="56"/>
                  </a:cubicBezTo>
                  <a:cubicBezTo>
                    <a:pt x="2944" y="58"/>
                    <a:pt x="2912" y="59"/>
                    <a:pt x="2880" y="59"/>
                  </a:cubicBezTo>
                  <a:cubicBezTo>
                    <a:pt x="2768" y="59"/>
                    <a:pt x="2655" y="46"/>
                    <a:pt x="2546" y="21"/>
                  </a:cubicBezTo>
                  <a:cubicBezTo>
                    <a:pt x="2491" y="7"/>
                    <a:pt x="2432" y="0"/>
                    <a:pt x="2372" y="0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50" name="Google Shape;4108;p80">
              <a:extLst>
                <a:ext uri="{FF2B5EF4-FFF2-40B4-BE49-F238E27FC236}">
                  <a16:creationId xmlns:a16="http://schemas.microsoft.com/office/drawing/2014/main" id="{937A1A15-6296-377E-AD1E-A8316E182994}"/>
                </a:ext>
              </a:extLst>
            </p:cNvPr>
            <p:cNvSpPr/>
            <p:nvPr/>
          </p:nvSpPr>
          <p:spPr>
            <a:xfrm>
              <a:off x="3030608" y="2063280"/>
              <a:ext cx="2525" cy="733"/>
            </a:xfrm>
            <a:custGeom>
              <a:avLst/>
              <a:gdLst/>
              <a:ahLst/>
              <a:cxnLst/>
              <a:rect l="l" t="t" r="r" b="b"/>
              <a:pathLst>
                <a:path w="186" h="54" extrusionOk="0">
                  <a:moveTo>
                    <a:pt x="116" y="0"/>
                  </a:moveTo>
                  <a:cubicBezTo>
                    <a:pt x="112" y="0"/>
                    <a:pt x="109" y="1"/>
                    <a:pt x="105" y="1"/>
                  </a:cubicBezTo>
                  <a:cubicBezTo>
                    <a:pt x="77" y="5"/>
                    <a:pt x="42" y="12"/>
                    <a:pt x="0" y="15"/>
                  </a:cubicBezTo>
                  <a:cubicBezTo>
                    <a:pt x="25" y="22"/>
                    <a:pt x="49" y="29"/>
                    <a:pt x="74" y="36"/>
                  </a:cubicBezTo>
                  <a:cubicBezTo>
                    <a:pt x="110" y="49"/>
                    <a:pt x="136" y="53"/>
                    <a:pt x="154" y="53"/>
                  </a:cubicBezTo>
                  <a:cubicBezTo>
                    <a:pt x="174" y="53"/>
                    <a:pt x="184" y="48"/>
                    <a:pt x="186" y="47"/>
                  </a:cubicBezTo>
                  <a:cubicBezTo>
                    <a:pt x="186" y="40"/>
                    <a:pt x="186" y="33"/>
                    <a:pt x="179" y="29"/>
                  </a:cubicBezTo>
                  <a:cubicBezTo>
                    <a:pt x="163" y="11"/>
                    <a:pt x="140" y="0"/>
                    <a:pt x="116" y="0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51" name="Google Shape;4109;p80">
              <a:extLst>
                <a:ext uri="{FF2B5EF4-FFF2-40B4-BE49-F238E27FC236}">
                  <a16:creationId xmlns:a16="http://schemas.microsoft.com/office/drawing/2014/main" id="{E6AF48B7-B90B-9F35-A20B-D972BE054F06}"/>
                </a:ext>
              </a:extLst>
            </p:cNvPr>
            <p:cNvSpPr/>
            <p:nvPr/>
          </p:nvSpPr>
          <p:spPr>
            <a:xfrm>
              <a:off x="2090841" y="1529304"/>
              <a:ext cx="1765" cy="2390"/>
            </a:xfrm>
            <a:custGeom>
              <a:avLst/>
              <a:gdLst/>
              <a:ahLst/>
              <a:cxnLst/>
              <a:rect l="l" t="t" r="r" b="b"/>
              <a:pathLst>
                <a:path w="130" h="176" extrusionOk="0">
                  <a:moveTo>
                    <a:pt x="130" y="1"/>
                  </a:moveTo>
                  <a:cubicBezTo>
                    <a:pt x="104" y="14"/>
                    <a:pt x="74" y="21"/>
                    <a:pt x="43" y="21"/>
                  </a:cubicBezTo>
                  <a:cubicBezTo>
                    <a:pt x="32" y="21"/>
                    <a:pt x="21" y="20"/>
                    <a:pt x="11" y="18"/>
                  </a:cubicBezTo>
                  <a:lnTo>
                    <a:pt x="0" y="15"/>
                  </a:lnTo>
                  <a:lnTo>
                    <a:pt x="0" y="15"/>
                  </a:lnTo>
                  <a:cubicBezTo>
                    <a:pt x="11" y="39"/>
                    <a:pt x="18" y="67"/>
                    <a:pt x="14" y="92"/>
                  </a:cubicBezTo>
                  <a:cubicBezTo>
                    <a:pt x="11" y="123"/>
                    <a:pt x="28" y="155"/>
                    <a:pt x="56" y="169"/>
                  </a:cubicBezTo>
                  <a:cubicBezTo>
                    <a:pt x="65" y="173"/>
                    <a:pt x="75" y="176"/>
                    <a:pt x="85" y="176"/>
                  </a:cubicBezTo>
                  <a:cubicBezTo>
                    <a:pt x="92" y="176"/>
                    <a:pt x="98" y="175"/>
                    <a:pt x="105" y="172"/>
                  </a:cubicBezTo>
                  <a:lnTo>
                    <a:pt x="105" y="162"/>
                  </a:lnTo>
                  <a:cubicBezTo>
                    <a:pt x="91" y="106"/>
                    <a:pt x="102" y="50"/>
                    <a:pt x="130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52" name="Google Shape;4110;p80">
              <a:extLst>
                <a:ext uri="{FF2B5EF4-FFF2-40B4-BE49-F238E27FC236}">
                  <a16:creationId xmlns:a16="http://schemas.microsoft.com/office/drawing/2014/main" id="{CD440D63-1E03-92B0-A70A-86C76A4D7F33}"/>
                </a:ext>
              </a:extLst>
            </p:cNvPr>
            <p:cNvSpPr/>
            <p:nvPr/>
          </p:nvSpPr>
          <p:spPr>
            <a:xfrm>
              <a:off x="2245597" y="1718058"/>
              <a:ext cx="14229" cy="4386"/>
            </a:xfrm>
            <a:custGeom>
              <a:avLst/>
              <a:gdLst/>
              <a:ahLst/>
              <a:cxnLst/>
              <a:rect l="l" t="t" r="r" b="b"/>
              <a:pathLst>
                <a:path w="1048" h="323" extrusionOk="0">
                  <a:moveTo>
                    <a:pt x="1048" y="0"/>
                  </a:moveTo>
                  <a:cubicBezTo>
                    <a:pt x="989" y="25"/>
                    <a:pt x="910" y="31"/>
                    <a:pt x="818" y="31"/>
                  </a:cubicBezTo>
                  <a:cubicBezTo>
                    <a:pt x="779" y="31"/>
                    <a:pt x="737" y="29"/>
                    <a:pt x="694" y="28"/>
                  </a:cubicBezTo>
                  <a:lnTo>
                    <a:pt x="578" y="28"/>
                  </a:lnTo>
                  <a:cubicBezTo>
                    <a:pt x="565" y="28"/>
                    <a:pt x="552" y="28"/>
                    <a:pt x="539" y="28"/>
                  </a:cubicBezTo>
                  <a:cubicBezTo>
                    <a:pt x="473" y="28"/>
                    <a:pt x="408" y="35"/>
                    <a:pt x="344" y="53"/>
                  </a:cubicBezTo>
                  <a:cubicBezTo>
                    <a:pt x="274" y="84"/>
                    <a:pt x="211" y="133"/>
                    <a:pt x="162" y="189"/>
                  </a:cubicBezTo>
                  <a:cubicBezTo>
                    <a:pt x="113" y="238"/>
                    <a:pt x="57" y="284"/>
                    <a:pt x="1" y="323"/>
                  </a:cubicBezTo>
                  <a:cubicBezTo>
                    <a:pt x="41" y="319"/>
                    <a:pt x="82" y="318"/>
                    <a:pt x="124" y="318"/>
                  </a:cubicBezTo>
                  <a:cubicBezTo>
                    <a:pt x="166" y="318"/>
                    <a:pt x="209" y="319"/>
                    <a:pt x="253" y="319"/>
                  </a:cubicBezTo>
                  <a:cubicBezTo>
                    <a:pt x="279" y="319"/>
                    <a:pt x="305" y="319"/>
                    <a:pt x="332" y="319"/>
                  </a:cubicBezTo>
                  <a:cubicBezTo>
                    <a:pt x="530" y="319"/>
                    <a:pt x="735" y="316"/>
                    <a:pt x="859" y="270"/>
                  </a:cubicBezTo>
                  <a:cubicBezTo>
                    <a:pt x="1016" y="207"/>
                    <a:pt x="1034" y="105"/>
                    <a:pt x="1048" y="11"/>
                  </a:cubicBezTo>
                  <a:lnTo>
                    <a:pt x="1048" y="0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53" name="Google Shape;4111;p80">
              <a:extLst>
                <a:ext uri="{FF2B5EF4-FFF2-40B4-BE49-F238E27FC236}">
                  <a16:creationId xmlns:a16="http://schemas.microsoft.com/office/drawing/2014/main" id="{DE3B96C5-4EDB-BE15-4011-AE63C71EEC51}"/>
                </a:ext>
              </a:extLst>
            </p:cNvPr>
            <p:cNvSpPr/>
            <p:nvPr/>
          </p:nvSpPr>
          <p:spPr>
            <a:xfrm>
              <a:off x="2812146" y="1578590"/>
              <a:ext cx="42742" cy="41805"/>
            </a:xfrm>
            <a:custGeom>
              <a:avLst/>
              <a:gdLst/>
              <a:ahLst/>
              <a:cxnLst/>
              <a:rect l="l" t="t" r="r" b="b"/>
              <a:pathLst>
                <a:path w="3148" h="3079" extrusionOk="0">
                  <a:moveTo>
                    <a:pt x="3071" y="1"/>
                  </a:moveTo>
                  <a:lnTo>
                    <a:pt x="3071" y="1"/>
                  </a:lnTo>
                  <a:cubicBezTo>
                    <a:pt x="3001" y="32"/>
                    <a:pt x="2843" y="348"/>
                    <a:pt x="2749" y="537"/>
                  </a:cubicBezTo>
                  <a:cubicBezTo>
                    <a:pt x="2661" y="715"/>
                    <a:pt x="2556" y="918"/>
                    <a:pt x="2451" y="1086"/>
                  </a:cubicBezTo>
                  <a:cubicBezTo>
                    <a:pt x="2237" y="1429"/>
                    <a:pt x="1908" y="1664"/>
                    <a:pt x="1621" y="1870"/>
                  </a:cubicBezTo>
                  <a:cubicBezTo>
                    <a:pt x="1341" y="2070"/>
                    <a:pt x="1100" y="2241"/>
                    <a:pt x="1002" y="2462"/>
                  </a:cubicBezTo>
                  <a:cubicBezTo>
                    <a:pt x="855" y="2791"/>
                    <a:pt x="438" y="2924"/>
                    <a:pt x="161" y="3015"/>
                  </a:cubicBezTo>
                  <a:cubicBezTo>
                    <a:pt x="105" y="3033"/>
                    <a:pt x="42" y="3054"/>
                    <a:pt x="0" y="3071"/>
                  </a:cubicBezTo>
                  <a:cubicBezTo>
                    <a:pt x="27" y="3076"/>
                    <a:pt x="62" y="3078"/>
                    <a:pt x="104" y="3078"/>
                  </a:cubicBezTo>
                  <a:cubicBezTo>
                    <a:pt x="286" y="3078"/>
                    <a:pt x="593" y="3034"/>
                    <a:pt x="823" y="2931"/>
                  </a:cubicBezTo>
                  <a:cubicBezTo>
                    <a:pt x="963" y="2868"/>
                    <a:pt x="1044" y="2791"/>
                    <a:pt x="1044" y="2728"/>
                  </a:cubicBezTo>
                  <a:cubicBezTo>
                    <a:pt x="1044" y="2494"/>
                    <a:pt x="1345" y="2375"/>
                    <a:pt x="1695" y="2231"/>
                  </a:cubicBezTo>
                  <a:cubicBezTo>
                    <a:pt x="1957" y="2126"/>
                    <a:pt x="2251" y="2007"/>
                    <a:pt x="2447" y="1828"/>
                  </a:cubicBezTo>
                  <a:cubicBezTo>
                    <a:pt x="2868" y="1454"/>
                    <a:pt x="3148" y="190"/>
                    <a:pt x="3071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54" name="Google Shape;4112;p80">
              <a:extLst>
                <a:ext uri="{FF2B5EF4-FFF2-40B4-BE49-F238E27FC236}">
                  <a16:creationId xmlns:a16="http://schemas.microsoft.com/office/drawing/2014/main" id="{6562CA97-328C-DBDF-309D-B69291F53164}"/>
                </a:ext>
              </a:extLst>
            </p:cNvPr>
            <p:cNvSpPr/>
            <p:nvPr/>
          </p:nvSpPr>
          <p:spPr>
            <a:xfrm>
              <a:off x="2563691" y="1451016"/>
              <a:ext cx="3055" cy="2593"/>
            </a:xfrm>
            <a:custGeom>
              <a:avLst/>
              <a:gdLst/>
              <a:ahLst/>
              <a:cxnLst/>
              <a:rect l="l" t="t" r="r" b="b"/>
              <a:pathLst>
                <a:path w="225" h="191" extrusionOk="0">
                  <a:moveTo>
                    <a:pt x="50" y="0"/>
                  </a:moveTo>
                  <a:cubicBezTo>
                    <a:pt x="35" y="0"/>
                    <a:pt x="21" y="10"/>
                    <a:pt x="18" y="25"/>
                  </a:cubicBezTo>
                  <a:cubicBezTo>
                    <a:pt x="0" y="71"/>
                    <a:pt x="7" y="120"/>
                    <a:pt x="42" y="155"/>
                  </a:cubicBezTo>
                  <a:cubicBezTo>
                    <a:pt x="68" y="178"/>
                    <a:pt x="102" y="190"/>
                    <a:pt x="136" y="190"/>
                  </a:cubicBezTo>
                  <a:cubicBezTo>
                    <a:pt x="158" y="190"/>
                    <a:pt x="180" y="185"/>
                    <a:pt x="200" y="176"/>
                  </a:cubicBezTo>
                  <a:lnTo>
                    <a:pt x="224" y="165"/>
                  </a:lnTo>
                  <a:cubicBezTo>
                    <a:pt x="200" y="144"/>
                    <a:pt x="186" y="116"/>
                    <a:pt x="182" y="85"/>
                  </a:cubicBezTo>
                  <a:cubicBezTo>
                    <a:pt x="158" y="39"/>
                    <a:pt x="116" y="8"/>
                    <a:pt x="67" y="1"/>
                  </a:cubicBezTo>
                  <a:lnTo>
                    <a:pt x="56" y="1"/>
                  </a:lnTo>
                  <a:cubicBezTo>
                    <a:pt x="54" y="0"/>
                    <a:pt x="52" y="0"/>
                    <a:pt x="50" y="0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55" name="Google Shape;4113;p80">
              <a:extLst>
                <a:ext uri="{FF2B5EF4-FFF2-40B4-BE49-F238E27FC236}">
                  <a16:creationId xmlns:a16="http://schemas.microsoft.com/office/drawing/2014/main" id="{3ADDF016-423F-B064-8B0D-63CF6B541B73}"/>
                </a:ext>
              </a:extLst>
            </p:cNvPr>
            <p:cNvSpPr/>
            <p:nvPr/>
          </p:nvSpPr>
          <p:spPr>
            <a:xfrm>
              <a:off x="2480977" y="1673361"/>
              <a:ext cx="16510" cy="18180"/>
            </a:xfrm>
            <a:custGeom>
              <a:avLst/>
              <a:gdLst/>
              <a:ahLst/>
              <a:cxnLst/>
              <a:rect l="l" t="t" r="r" b="b"/>
              <a:pathLst>
                <a:path w="1216" h="1339" extrusionOk="0">
                  <a:moveTo>
                    <a:pt x="797" y="1"/>
                  </a:moveTo>
                  <a:cubicBezTo>
                    <a:pt x="756" y="1"/>
                    <a:pt x="733" y="36"/>
                    <a:pt x="705" y="138"/>
                  </a:cubicBezTo>
                  <a:cubicBezTo>
                    <a:pt x="691" y="194"/>
                    <a:pt x="677" y="243"/>
                    <a:pt x="628" y="261"/>
                  </a:cubicBezTo>
                  <a:cubicBezTo>
                    <a:pt x="620" y="263"/>
                    <a:pt x="611" y="264"/>
                    <a:pt x="603" y="264"/>
                  </a:cubicBezTo>
                  <a:cubicBezTo>
                    <a:pt x="584" y="264"/>
                    <a:pt x="565" y="259"/>
                    <a:pt x="551" y="247"/>
                  </a:cubicBezTo>
                  <a:lnTo>
                    <a:pt x="526" y="229"/>
                  </a:lnTo>
                  <a:cubicBezTo>
                    <a:pt x="475" y="191"/>
                    <a:pt x="381" y="118"/>
                    <a:pt x="296" y="118"/>
                  </a:cubicBezTo>
                  <a:cubicBezTo>
                    <a:pt x="287" y="118"/>
                    <a:pt x="279" y="119"/>
                    <a:pt x="271" y="121"/>
                  </a:cubicBezTo>
                  <a:cubicBezTo>
                    <a:pt x="215" y="131"/>
                    <a:pt x="169" y="166"/>
                    <a:pt x="141" y="215"/>
                  </a:cubicBezTo>
                  <a:cubicBezTo>
                    <a:pt x="127" y="240"/>
                    <a:pt x="113" y="264"/>
                    <a:pt x="102" y="292"/>
                  </a:cubicBezTo>
                  <a:cubicBezTo>
                    <a:pt x="1" y="551"/>
                    <a:pt x="43" y="978"/>
                    <a:pt x="106" y="1048"/>
                  </a:cubicBezTo>
                  <a:cubicBezTo>
                    <a:pt x="134" y="1010"/>
                    <a:pt x="145" y="835"/>
                    <a:pt x="148" y="737"/>
                  </a:cubicBezTo>
                  <a:cubicBezTo>
                    <a:pt x="159" y="502"/>
                    <a:pt x="173" y="257"/>
                    <a:pt x="348" y="257"/>
                  </a:cubicBezTo>
                  <a:cubicBezTo>
                    <a:pt x="411" y="257"/>
                    <a:pt x="474" y="289"/>
                    <a:pt x="509" y="345"/>
                  </a:cubicBezTo>
                  <a:cubicBezTo>
                    <a:pt x="621" y="506"/>
                    <a:pt x="568" y="859"/>
                    <a:pt x="474" y="1122"/>
                  </a:cubicBezTo>
                  <a:cubicBezTo>
                    <a:pt x="449" y="1185"/>
                    <a:pt x="435" y="1269"/>
                    <a:pt x="488" y="1311"/>
                  </a:cubicBezTo>
                  <a:cubicBezTo>
                    <a:pt x="512" y="1329"/>
                    <a:pt x="548" y="1338"/>
                    <a:pt x="595" y="1338"/>
                  </a:cubicBezTo>
                  <a:cubicBezTo>
                    <a:pt x="703" y="1338"/>
                    <a:pt x="863" y="1286"/>
                    <a:pt x="1037" y="1160"/>
                  </a:cubicBezTo>
                  <a:cubicBezTo>
                    <a:pt x="1104" y="1111"/>
                    <a:pt x="1153" y="1041"/>
                    <a:pt x="1174" y="961"/>
                  </a:cubicBezTo>
                  <a:cubicBezTo>
                    <a:pt x="1216" y="786"/>
                    <a:pt x="1142" y="579"/>
                    <a:pt x="1065" y="453"/>
                  </a:cubicBezTo>
                  <a:cubicBezTo>
                    <a:pt x="1006" y="366"/>
                    <a:pt x="957" y="327"/>
                    <a:pt x="943" y="324"/>
                  </a:cubicBezTo>
                  <a:cubicBezTo>
                    <a:pt x="908" y="324"/>
                    <a:pt x="876" y="310"/>
                    <a:pt x="855" y="285"/>
                  </a:cubicBezTo>
                  <a:cubicBezTo>
                    <a:pt x="813" y="240"/>
                    <a:pt x="824" y="173"/>
                    <a:pt x="831" y="110"/>
                  </a:cubicBezTo>
                  <a:cubicBezTo>
                    <a:pt x="838" y="79"/>
                    <a:pt x="845" y="19"/>
                    <a:pt x="831" y="5"/>
                  </a:cubicBezTo>
                  <a:cubicBezTo>
                    <a:pt x="831" y="5"/>
                    <a:pt x="824" y="2"/>
                    <a:pt x="810" y="2"/>
                  </a:cubicBezTo>
                  <a:cubicBezTo>
                    <a:pt x="805" y="1"/>
                    <a:pt x="801" y="1"/>
                    <a:pt x="797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56" name="Google Shape;4114;p80">
              <a:extLst>
                <a:ext uri="{FF2B5EF4-FFF2-40B4-BE49-F238E27FC236}">
                  <a16:creationId xmlns:a16="http://schemas.microsoft.com/office/drawing/2014/main" id="{93186D31-F00A-B45C-5E2D-2D920A6BA7C9}"/>
                </a:ext>
              </a:extLst>
            </p:cNvPr>
            <p:cNvSpPr/>
            <p:nvPr/>
          </p:nvSpPr>
          <p:spPr>
            <a:xfrm>
              <a:off x="2278156" y="2042506"/>
              <a:ext cx="20651" cy="18846"/>
            </a:xfrm>
            <a:custGeom>
              <a:avLst/>
              <a:gdLst/>
              <a:ahLst/>
              <a:cxnLst/>
              <a:rect l="l" t="t" r="r" b="b"/>
              <a:pathLst>
                <a:path w="1521" h="1388" extrusionOk="0">
                  <a:moveTo>
                    <a:pt x="786" y="0"/>
                  </a:moveTo>
                  <a:cubicBezTo>
                    <a:pt x="691" y="0"/>
                    <a:pt x="599" y="10"/>
                    <a:pt x="519" y="33"/>
                  </a:cubicBezTo>
                  <a:cubicBezTo>
                    <a:pt x="396" y="71"/>
                    <a:pt x="256" y="281"/>
                    <a:pt x="148" y="586"/>
                  </a:cubicBezTo>
                  <a:cubicBezTo>
                    <a:pt x="4" y="992"/>
                    <a:pt x="1" y="1314"/>
                    <a:pt x="50" y="1346"/>
                  </a:cubicBezTo>
                  <a:cubicBezTo>
                    <a:pt x="53" y="1346"/>
                    <a:pt x="57" y="1342"/>
                    <a:pt x="64" y="1342"/>
                  </a:cubicBezTo>
                  <a:cubicBezTo>
                    <a:pt x="141" y="1310"/>
                    <a:pt x="224" y="1299"/>
                    <a:pt x="308" y="1299"/>
                  </a:cubicBezTo>
                  <a:cubicBezTo>
                    <a:pt x="439" y="1299"/>
                    <a:pt x="573" y="1327"/>
                    <a:pt x="691" y="1353"/>
                  </a:cubicBezTo>
                  <a:cubicBezTo>
                    <a:pt x="775" y="1377"/>
                    <a:pt x="862" y="1388"/>
                    <a:pt x="950" y="1388"/>
                  </a:cubicBezTo>
                  <a:cubicBezTo>
                    <a:pt x="939" y="1370"/>
                    <a:pt x="922" y="1349"/>
                    <a:pt x="911" y="1335"/>
                  </a:cubicBezTo>
                  <a:cubicBezTo>
                    <a:pt x="866" y="1268"/>
                    <a:pt x="817" y="1202"/>
                    <a:pt x="834" y="1132"/>
                  </a:cubicBezTo>
                  <a:cubicBezTo>
                    <a:pt x="845" y="1097"/>
                    <a:pt x="873" y="1065"/>
                    <a:pt x="911" y="1051"/>
                  </a:cubicBezTo>
                  <a:cubicBezTo>
                    <a:pt x="1034" y="992"/>
                    <a:pt x="1125" y="813"/>
                    <a:pt x="1135" y="593"/>
                  </a:cubicBezTo>
                  <a:lnTo>
                    <a:pt x="1139" y="526"/>
                  </a:lnTo>
                  <a:lnTo>
                    <a:pt x="1139" y="502"/>
                  </a:lnTo>
                  <a:lnTo>
                    <a:pt x="1139" y="491"/>
                  </a:lnTo>
                  <a:cubicBezTo>
                    <a:pt x="1163" y="316"/>
                    <a:pt x="1314" y="264"/>
                    <a:pt x="1419" y="229"/>
                  </a:cubicBezTo>
                  <a:cubicBezTo>
                    <a:pt x="1454" y="218"/>
                    <a:pt x="1489" y="204"/>
                    <a:pt x="1520" y="183"/>
                  </a:cubicBezTo>
                  <a:cubicBezTo>
                    <a:pt x="1496" y="159"/>
                    <a:pt x="1401" y="99"/>
                    <a:pt x="1212" y="54"/>
                  </a:cubicBezTo>
                  <a:cubicBezTo>
                    <a:pt x="1090" y="24"/>
                    <a:pt x="935" y="0"/>
                    <a:pt x="786" y="0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57" name="Google Shape;4115;p80">
              <a:extLst>
                <a:ext uri="{FF2B5EF4-FFF2-40B4-BE49-F238E27FC236}">
                  <a16:creationId xmlns:a16="http://schemas.microsoft.com/office/drawing/2014/main" id="{DABD9115-6E1C-1FE8-D0CF-ADEB3AE123C8}"/>
                </a:ext>
              </a:extLst>
            </p:cNvPr>
            <p:cNvSpPr/>
            <p:nvPr/>
          </p:nvSpPr>
          <p:spPr>
            <a:xfrm>
              <a:off x="2095159" y="1526222"/>
              <a:ext cx="2009" cy="1344"/>
            </a:xfrm>
            <a:custGeom>
              <a:avLst/>
              <a:gdLst/>
              <a:ahLst/>
              <a:cxnLst/>
              <a:rect l="l" t="t" r="r" b="b"/>
              <a:pathLst>
                <a:path w="148" h="99" extrusionOk="0">
                  <a:moveTo>
                    <a:pt x="123" y="0"/>
                  </a:moveTo>
                  <a:cubicBezTo>
                    <a:pt x="106" y="4"/>
                    <a:pt x="92" y="14"/>
                    <a:pt x="81" y="28"/>
                  </a:cubicBezTo>
                  <a:cubicBezTo>
                    <a:pt x="50" y="53"/>
                    <a:pt x="25" y="77"/>
                    <a:pt x="1" y="98"/>
                  </a:cubicBezTo>
                  <a:cubicBezTo>
                    <a:pt x="43" y="84"/>
                    <a:pt x="88" y="81"/>
                    <a:pt x="134" y="81"/>
                  </a:cubicBezTo>
                  <a:cubicBezTo>
                    <a:pt x="141" y="81"/>
                    <a:pt x="148" y="60"/>
                    <a:pt x="144" y="35"/>
                  </a:cubicBezTo>
                  <a:cubicBezTo>
                    <a:pt x="141" y="21"/>
                    <a:pt x="134" y="7"/>
                    <a:pt x="123" y="0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58" name="Google Shape;4116;p80">
              <a:extLst>
                <a:ext uri="{FF2B5EF4-FFF2-40B4-BE49-F238E27FC236}">
                  <a16:creationId xmlns:a16="http://schemas.microsoft.com/office/drawing/2014/main" id="{CB7A4A6D-D869-180E-1502-9F236FB36CFA}"/>
                </a:ext>
              </a:extLst>
            </p:cNvPr>
            <p:cNvSpPr/>
            <p:nvPr/>
          </p:nvSpPr>
          <p:spPr>
            <a:xfrm>
              <a:off x="2217030" y="1745010"/>
              <a:ext cx="1874" cy="394"/>
            </a:xfrm>
            <a:custGeom>
              <a:avLst/>
              <a:gdLst/>
              <a:ahLst/>
              <a:cxnLst/>
              <a:rect l="l" t="t" r="r" b="b"/>
              <a:pathLst>
                <a:path w="138" h="29" extrusionOk="0">
                  <a:moveTo>
                    <a:pt x="48" y="0"/>
                  </a:moveTo>
                  <a:cubicBezTo>
                    <a:pt x="34" y="0"/>
                    <a:pt x="19" y="3"/>
                    <a:pt x="4" y="7"/>
                  </a:cubicBezTo>
                  <a:lnTo>
                    <a:pt x="1" y="7"/>
                  </a:lnTo>
                  <a:cubicBezTo>
                    <a:pt x="46" y="7"/>
                    <a:pt x="92" y="14"/>
                    <a:pt x="137" y="28"/>
                  </a:cubicBezTo>
                  <a:lnTo>
                    <a:pt x="130" y="25"/>
                  </a:lnTo>
                  <a:cubicBezTo>
                    <a:pt x="105" y="9"/>
                    <a:pt x="77" y="0"/>
                    <a:pt x="48" y="0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59" name="Google Shape;4117;p80">
              <a:extLst>
                <a:ext uri="{FF2B5EF4-FFF2-40B4-BE49-F238E27FC236}">
                  <a16:creationId xmlns:a16="http://schemas.microsoft.com/office/drawing/2014/main" id="{C2E73494-ADD1-3C07-878D-AAED6F040A80}"/>
                </a:ext>
              </a:extLst>
            </p:cNvPr>
            <p:cNvSpPr/>
            <p:nvPr/>
          </p:nvSpPr>
          <p:spPr>
            <a:xfrm>
              <a:off x="2294517" y="2116096"/>
              <a:ext cx="8377" cy="33360"/>
            </a:xfrm>
            <a:custGeom>
              <a:avLst/>
              <a:gdLst/>
              <a:ahLst/>
              <a:cxnLst/>
              <a:rect l="l" t="t" r="r" b="b"/>
              <a:pathLst>
                <a:path w="617" h="2457" extrusionOk="0">
                  <a:moveTo>
                    <a:pt x="84" y="0"/>
                  </a:moveTo>
                  <a:cubicBezTo>
                    <a:pt x="70" y="0"/>
                    <a:pt x="56" y="7"/>
                    <a:pt x="46" y="14"/>
                  </a:cubicBezTo>
                  <a:cubicBezTo>
                    <a:pt x="11" y="50"/>
                    <a:pt x="0" y="221"/>
                    <a:pt x="193" y="648"/>
                  </a:cubicBezTo>
                  <a:cubicBezTo>
                    <a:pt x="298" y="883"/>
                    <a:pt x="245" y="1058"/>
                    <a:pt x="193" y="1226"/>
                  </a:cubicBezTo>
                  <a:cubicBezTo>
                    <a:pt x="154" y="1348"/>
                    <a:pt x="116" y="1478"/>
                    <a:pt x="137" y="1639"/>
                  </a:cubicBezTo>
                  <a:cubicBezTo>
                    <a:pt x="175" y="1961"/>
                    <a:pt x="448" y="2420"/>
                    <a:pt x="588" y="2455"/>
                  </a:cubicBezTo>
                  <a:cubicBezTo>
                    <a:pt x="591" y="2456"/>
                    <a:pt x="593" y="2457"/>
                    <a:pt x="595" y="2457"/>
                  </a:cubicBezTo>
                  <a:cubicBezTo>
                    <a:pt x="600" y="2457"/>
                    <a:pt x="605" y="2453"/>
                    <a:pt x="609" y="2444"/>
                  </a:cubicBezTo>
                  <a:cubicBezTo>
                    <a:pt x="609" y="2444"/>
                    <a:pt x="616" y="2434"/>
                    <a:pt x="616" y="2395"/>
                  </a:cubicBezTo>
                  <a:cubicBezTo>
                    <a:pt x="609" y="2304"/>
                    <a:pt x="560" y="2157"/>
                    <a:pt x="508" y="1999"/>
                  </a:cubicBezTo>
                  <a:cubicBezTo>
                    <a:pt x="417" y="1719"/>
                    <a:pt x="312" y="1404"/>
                    <a:pt x="385" y="1212"/>
                  </a:cubicBezTo>
                  <a:cubicBezTo>
                    <a:pt x="403" y="1156"/>
                    <a:pt x="410" y="1100"/>
                    <a:pt x="410" y="1044"/>
                  </a:cubicBezTo>
                  <a:cubicBezTo>
                    <a:pt x="417" y="708"/>
                    <a:pt x="266" y="176"/>
                    <a:pt x="123" y="29"/>
                  </a:cubicBezTo>
                  <a:cubicBezTo>
                    <a:pt x="98" y="4"/>
                    <a:pt x="84" y="0"/>
                    <a:pt x="84" y="0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60" name="Google Shape;4118;p80">
              <a:extLst>
                <a:ext uri="{FF2B5EF4-FFF2-40B4-BE49-F238E27FC236}">
                  <a16:creationId xmlns:a16="http://schemas.microsoft.com/office/drawing/2014/main" id="{88563CA6-1FEE-5788-16EE-BC021E73E55F}"/>
                </a:ext>
              </a:extLst>
            </p:cNvPr>
            <p:cNvSpPr/>
            <p:nvPr/>
          </p:nvSpPr>
          <p:spPr>
            <a:xfrm>
              <a:off x="2250119" y="1665337"/>
              <a:ext cx="104438" cy="51540"/>
            </a:xfrm>
            <a:custGeom>
              <a:avLst/>
              <a:gdLst/>
              <a:ahLst/>
              <a:cxnLst/>
              <a:rect l="l" t="t" r="r" b="b"/>
              <a:pathLst>
                <a:path w="7692" h="3796" extrusionOk="0">
                  <a:moveTo>
                    <a:pt x="2284" y="1"/>
                  </a:moveTo>
                  <a:cubicBezTo>
                    <a:pt x="2193" y="1"/>
                    <a:pt x="2103" y="19"/>
                    <a:pt x="2017" y="54"/>
                  </a:cubicBezTo>
                  <a:cubicBezTo>
                    <a:pt x="1961" y="75"/>
                    <a:pt x="1901" y="92"/>
                    <a:pt x="1838" y="103"/>
                  </a:cubicBezTo>
                  <a:cubicBezTo>
                    <a:pt x="1761" y="120"/>
                    <a:pt x="1716" y="197"/>
                    <a:pt x="1646" y="323"/>
                  </a:cubicBezTo>
                  <a:cubicBezTo>
                    <a:pt x="1586" y="428"/>
                    <a:pt x="1516" y="551"/>
                    <a:pt x="1397" y="642"/>
                  </a:cubicBezTo>
                  <a:cubicBezTo>
                    <a:pt x="1362" y="670"/>
                    <a:pt x="1327" y="694"/>
                    <a:pt x="1299" y="715"/>
                  </a:cubicBezTo>
                  <a:cubicBezTo>
                    <a:pt x="1163" y="813"/>
                    <a:pt x="1152" y="820"/>
                    <a:pt x="1163" y="995"/>
                  </a:cubicBezTo>
                  <a:lnTo>
                    <a:pt x="1177" y="1153"/>
                  </a:lnTo>
                  <a:lnTo>
                    <a:pt x="1166" y="1142"/>
                  </a:lnTo>
                  <a:cubicBezTo>
                    <a:pt x="1142" y="1363"/>
                    <a:pt x="977" y="1377"/>
                    <a:pt x="844" y="1387"/>
                  </a:cubicBezTo>
                  <a:lnTo>
                    <a:pt x="823" y="1387"/>
                  </a:lnTo>
                  <a:cubicBezTo>
                    <a:pt x="701" y="1401"/>
                    <a:pt x="613" y="1618"/>
                    <a:pt x="606" y="1772"/>
                  </a:cubicBezTo>
                  <a:cubicBezTo>
                    <a:pt x="606" y="1811"/>
                    <a:pt x="606" y="1849"/>
                    <a:pt x="610" y="1888"/>
                  </a:cubicBezTo>
                  <a:cubicBezTo>
                    <a:pt x="613" y="1930"/>
                    <a:pt x="617" y="1968"/>
                    <a:pt x="613" y="2010"/>
                  </a:cubicBezTo>
                  <a:lnTo>
                    <a:pt x="620" y="2010"/>
                  </a:lnTo>
                  <a:lnTo>
                    <a:pt x="606" y="2070"/>
                  </a:lnTo>
                  <a:lnTo>
                    <a:pt x="589" y="2140"/>
                  </a:lnTo>
                  <a:lnTo>
                    <a:pt x="578" y="2137"/>
                  </a:lnTo>
                  <a:cubicBezTo>
                    <a:pt x="550" y="2186"/>
                    <a:pt x="501" y="2221"/>
                    <a:pt x="448" y="2235"/>
                  </a:cubicBezTo>
                  <a:cubicBezTo>
                    <a:pt x="371" y="2259"/>
                    <a:pt x="287" y="2385"/>
                    <a:pt x="221" y="2483"/>
                  </a:cubicBezTo>
                  <a:cubicBezTo>
                    <a:pt x="147" y="2595"/>
                    <a:pt x="88" y="2679"/>
                    <a:pt x="14" y="2704"/>
                  </a:cubicBezTo>
                  <a:cubicBezTo>
                    <a:pt x="0" y="2760"/>
                    <a:pt x="70" y="2959"/>
                    <a:pt x="119" y="2991"/>
                  </a:cubicBezTo>
                  <a:cubicBezTo>
                    <a:pt x="165" y="3005"/>
                    <a:pt x="200" y="3036"/>
                    <a:pt x="214" y="3082"/>
                  </a:cubicBezTo>
                  <a:lnTo>
                    <a:pt x="217" y="3078"/>
                  </a:lnTo>
                  <a:lnTo>
                    <a:pt x="238" y="3152"/>
                  </a:lnTo>
                  <a:lnTo>
                    <a:pt x="242" y="3166"/>
                  </a:lnTo>
                  <a:lnTo>
                    <a:pt x="256" y="3208"/>
                  </a:lnTo>
                  <a:cubicBezTo>
                    <a:pt x="277" y="3288"/>
                    <a:pt x="305" y="3372"/>
                    <a:pt x="357" y="3414"/>
                  </a:cubicBezTo>
                  <a:cubicBezTo>
                    <a:pt x="417" y="3456"/>
                    <a:pt x="476" y="3495"/>
                    <a:pt x="543" y="3523"/>
                  </a:cubicBezTo>
                  <a:cubicBezTo>
                    <a:pt x="673" y="3593"/>
                    <a:pt x="778" y="3649"/>
                    <a:pt x="806" y="3726"/>
                  </a:cubicBezTo>
                  <a:cubicBezTo>
                    <a:pt x="827" y="3717"/>
                    <a:pt x="855" y="3713"/>
                    <a:pt x="896" y="3713"/>
                  </a:cubicBezTo>
                  <a:cubicBezTo>
                    <a:pt x="949" y="3713"/>
                    <a:pt x="1025" y="3719"/>
                    <a:pt x="1138" y="3729"/>
                  </a:cubicBezTo>
                  <a:cubicBezTo>
                    <a:pt x="1261" y="3741"/>
                    <a:pt x="1423" y="3755"/>
                    <a:pt x="1575" y="3755"/>
                  </a:cubicBezTo>
                  <a:cubicBezTo>
                    <a:pt x="1747" y="3755"/>
                    <a:pt x="1906" y="3737"/>
                    <a:pt x="1978" y="3673"/>
                  </a:cubicBezTo>
                  <a:cubicBezTo>
                    <a:pt x="2225" y="3458"/>
                    <a:pt x="2787" y="3133"/>
                    <a:pt x="3445" y="3133"/>
                  </a:cubicBezTo>
                  <a:cubicBezTo>
                    <a:pt x="3525" y="3133"/>
                    <a:pt x="3605" y="3138"/>
                    <a:pt x="3687" y="3148"/>
                  </a:cubicBezTo>
                  <a:cubicBezTo>
                    <a:pt x="4170" y="3211"/>
                    <a:pt x="4282" y="3281"/>
                    <a:pt x="4359" y="3330"/>
                  </a:cubicBezTo>
                  <a:cubicBezTo>
                    <a:pt x="4394" y="3353"/>
                    <a:pt x="4431" y="3367"/>
                    <a:pt x="4471" y="3367"/>
                  </a:cubicBezTo>
                  <a:cubicBezTo>
                    <a:pt x="4479" y="3367"/>
                    <a:pt x="4487" y="3367"/>
                    <a:pt x="4495" y="3365"/>
                  </a:cubicBezTo>
                  <a:cubicBezTo>
                    <a:pt x="4639" y="3365"/>
                    <a:pt x="4716" y="3439"/>
                    <a:pt x="4779" y="3498"/>
                  </a:cubicBezTo>
                  <a:cubicBezTo>
                    <a:pt x="4837" y="3553"/>
                    <a:pt x="4874" y="3587"/>
                    <a:pt x="4952" y="3587"/>
                  </a:cubicBezTo>
                  <a:cubicBezTo>
                    <a:pt x="4959" y="3587"/>
                    <a:pt x="4967" y="3586"/>
                    <a:pt x="4975" y="3586"/>
                  </a:cubicBezTo>
                  <a:cubicBezTo>
                    <a:pt x="4986" y="3585"/>
                    <a:pt x="4997" y="3585"/>
                    <a:pt x="5008" y="3585"/>
                  </a:cubicBezTo>
                  <a:cubicBezTo>
                    <a:pt x="5127" y="3585"/>
                    <a:pt x="5214" y="3636"/>
                    <a:pt x="5297" y="3687"/>
                  </a:cubicBezTo>
                  <a:cubicBezTo>
                    <a:pt x="5392" y="3740"/>
                    <a:pt x="5479" y="3796"/>
                    <a:pt x="5626" y="3796"/>
                  </a:cubicBezTo>
                  <a:cubicBezTo>
                    <a:pt x="5749" y="3792"/>
                    <a:pt x="5871" y="3782"/>
                    <a:pt x="5990" y="3768"/>
                  </a:cubicBezTo>
                  <a:cubicBezTo>
                    <a:pt x="6122" y="3754"/>
                    <a:pt x="6248" y="3741"/>
                    <a:pt x="6360" y="3741"/>
                  </a:cubicBezTo>
                  <a:cubicBezTo>
                    <a:pt x="6451" y="3741"/>
                    <a:pt x="6534" y="3750"/>
                    <a:pt x="6603" y="3775"/>
                  </a:cubicBezTo>
                  <a:cubicBezTo>
                    <a:pt x="6623" y="3782"/>
                    <a:pt x="6650" y="3785"/>
                    <a:pt x="6683" y="3785"/>
                  </a:cubicBezTo>
                  <a:cubicBezTo>
                    <a:pt x="6894" y="3785"/>
                    <a:pt x="7337" y="3646"/>
                    <a:pt x="7552" y="3449"/>
                  </a:cubicBezTo>
                  <a:cubicBezTo>
                    <a:pt x="7601" y="3411"/>
                    <a:pt x="7636" y="3358"/>
                    <a:pt x="7657" y="3299"/>
                  </a:cubicBezTo>
                  <a:cubicBezTo>
                    <a:pt x="7692" y="3162"/>
                    <a:pt x="7667" y="3141"/>
                    <a:pt x="7618" y="3092"/>
                  </a:cubicBezTo>
                  <a:cubicBezTo>
                    <a:pt x="7566" y="3043"/>
                    <a:pt x="7482" y="2966"/>
                    <a:pt x="7447" y="2763"/>
                  </a:cubicBezTo>
                  <a:cubicBezTo>
                    <a:pt x="7415" y="2595"/>
                    <a:pt x="7265" y="2546"/>
                    <a:pt x="7020" y="2480"/>
                  </a:cubicBezTo>
                  <a:cubicBezTo>
                    <a:pt x="6897" y="2448"/>
                    <a:pt x="6778" y="2410"/>
                    <a:pt x="6666" y="2354"/>
                  </a:cubicBezTo>
                  <a:lnTo>
                    <a:pt x="6634" y="2336"/>
                  </a:lnTo>
                  <a:lnTo>
                    <a:pt x="6536" y="2280"/>
                  </a:lnTo>
                  <a:lnTo>
                    <a:pt x="6543" y="2273"/>
                  </a:lnTo>
                  <a:cubicBezTo>
                    <a:pt x="6519" y="2256"/>
                    <a:pt x="6498" y="2235"/>
                    <a:pt x="6477" y="2210"/>
                  </a:cubicBezTo>
                  <a:cubicBezTo>
                    <a:pt x="6109" y="1814"/>
                    <a:pt x="5766" y="1566"/>
                    <a:pt x="5490" y="1496"/>
                  </a:cubicBezTo>
                  <a:cubicBezTo>
                    <a:pt x="5318" y="1457"/>
                    <a:pt x="5175" y="1349"/>
                    <a:pt x="5094" y="1198"/>
                  </a:cubicBezTo>
                  <a:cubicBezTo>
                    <a:pt x="5087" y="1181"/>
                    <a:pt x="5073" y="1163"/>
                    <a:pt x="5063" y="1146"/>
                  </a:cubicBezTo>
                  <a:cubicBezTo>
                    <a:pt x="5031" y="1142"/>
                    <a:pt x="5003" y="1125"/>
                    <a:pt x="4986" y="1100"/>
                  </a:cubicBezTo>
                  <a:cubicBezTo>
                    <a:pt x="4982" y="1104"/>
                    <a:pt x="4979" y="1107"/>
                    <a:pt x="4979" y="1111"/>
                  </a:cubicBezTo>
                  <a:cubicBezTo>
                    <a:pt x="4943" y="1165"/>
                    <a:pt x="4869" y="1175"/>
                    <a:pt x="4765" y="1175"/>
                  </a:cubicBezTo>
                  <a:cubicBezTo>
                    <a:pt x="4736" y="1175"/>
                    <a:pt x="4704" y="1175"/>
                    <a:pt x="4671" y="1174"/>
                  </a:cubicBezTo>
                  <a:cubicBezTo>
                    <a:pt x="4633" y="1173"/>
                    <a:pt x="4593" y="1172"/>
                    <a:pt x="4553" y="1172"/>
                  </a:cubicBezTo>
                  <a:cubicBezTo>
                    <a:pt x="4432" y="1172"/>
                    <a:pt x="4308" y="1182"/>
                    <a:pt x="4229" y="1237"/>
                  </a:cubicBezTo>
                  <a:cubicBezTo>
                    <a:pt x="4135" y="1296"/>
                    <a:pt x="4033" y="1342"/>
                    <a:pt x="3921" y="1366"/>
                  </a:cubicBezTo>
                  <a:cubicBezTo>
                    <a:pt x="3844" y="1384"/>
                    <a:pt x="3774" y="1415"/>
                    <a:pt x="3708" y="1457"/>
                  </a:cubicBezTo>
                  <a:cubicBezTo>
                    <a:pt x="3582" y="1545"/>
                    <a:pt x="3435" y="1611"/>
                    <a:pt x="3319" y="1611"/>
                  </a:cubicBezTo>
                  <a:cubicBezTo>
                    <a:pt x="3315" y="1612"/>
                    <a:pt x="3311" y="1612"/>
                    <a:pt x="3307" y="1612"/>
                  </a:cubicBezTo>
                  <a:cubicBezTo>
                    <a:pt x="3256" y="1612"/>
                    <a:pt x="3208" y="1591"/>
                    <a:pt x="3172" y="1552"/>
                  </a:cubicBezTo>
                  <a:cubicBezTo>
                    <a:pt x="3127" y="1492"/>
                    <a:pt x="3148" y="1408"/>
                    <a:pt x="3165" y="1328"/>
                  </a:cubicBezTo>
                  <a:cubicBezTo>
                    <a:pt x="3190" y="1237"/>
                    <a:pt x="3200" y="1170"/>
                    <a:pt x="3165" y="1146"/>
                  </a:cubicBezTo>
                  <a:cubicBezTo>
                    <a:pt x="3085" y="1100"/>
                    <a:pt x="3001" y="1069"/>
                    <a:pt x="2913" y="1041"/>
                  </a:cubicBezTo>
                  <a:cubicBezTo>
                    <a:pt x="2710" y="971"/>
                    <a:pt x="2605" y="932"/>
                    <a:pt x="2588" y="852"/>
                  </a:cubicBezTo>
                  <a:cubicBezTo>
                    <a:pt x="2570" y="764"/>
                    <a:pt x="2675" y="726"/>
                    <a:pt x="2903" y="642"/>
                  </a:cubicBezTo>
                  <a:cubicBezTo>
                    <a:pt x="3029" y="596"/>
                    <a:pt x="3281" y="502"/>
                    <a:pt x="3316" y="446"/>
                  </a:cubicBezTo>
                  <a:cubicBezTo>
                    <a:pt x="3287" y="420"/>
                    <a:pt x="3146" y="417"/>
                    <a:pt x="3028" y="417"/>
                  </a:cubicBezTo>
                  <a:cubicBezTo>
                    <a:pt x="3002" y="417"/>
                    <a:pt x="2977" y="418"/>
                    <a:pt x="2955" y="418"/>
                  </a:cubicBezTo>
                  <a:cubicBezTo>
                    <a:pt x="2912" y="418"/>
                    <a:pt x="2868" y="419"/>
                    <a:pt x="2825" y="419"/>
                  </a:cubicBezTo>
                  <a:cubicBezTo>
                    <a:pt x="2681" y="419"/>
                    <a:pt x="2544" y="410"/>
                    <a:pt x="2458" y="362"/>
                  </a:cubicBezTo>
                  <a:cubicBezTo>
                    <a:pt x="2416" y="344"/>
                    <a:pt x="2384" y="306"/>
                    <a:pt x="2370" y="260"/>
                  </a:cubicBezTo>
                  <a:cubicBezTo>
                    <a:pt x="2356" y="187"/>
                    <a:pt x="2402" y="124"/>
                    <a:pt x="2440" y="71"/>
                  </a:cubicBezTo>
                  <a:cubicBezTo>
                    <a:pt x="2451" y="57"/>
                    <a:pt x="2461" y="43"/>
                    <a:pt x="2472" y="25"/>
                  </a:cubicBezTo>
                  <a:cubicBezTo>
                    <a:pt x="2458" y="22"/>
                    <a:pt x="2440" y="18"/>
                    <a:pt x="2423" y="15"/>
                  </a:cubicBezTo>
                  <a:cubicBezTo>
                    <a:pt x="2377" y="6"/>
                    <a:pt x="2330" y="1"/>
                    <a:pt x="2284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61" name="Google Shape;4119;p80">
              <a:extLst>
                <a:ext uri="{FF2B5EF4-FFF2-40B4-BE49-F238E27FC236}">
                  <a16:creationId xmlns:a16="http://schemas.microsoft.com/office/drawing/2014/main" id="{93C0DEF8-33E2-7FEA-1827-5515F76CDF35}"/>
                </a:ext>
              </a:extLst>
            </p:cNvPr>
            <p:cNvSpPr/>
            <p:nvPr/>
          </p:nvSpPr>
          <p:spPr>
            <a:xfrm>
              <a:off x="2259243" y="2070557"/>
              <a:ext cx="13034" cy="35342"/>
            </a:xfrm>
            <a:custGeom>
              <a:avLst/>
              <a:gdLst/>
              <a:ahLst/>
              <a:cxnLst/>
              <a:rect l="l" t="t" r="r" b="b"/>
              <a:pathLst>
                <a:path w="960" h="2603" extrusionOk="0">
                  <a:moveTo>
                    <a:pt x="32" y="1"/>
                  </a:moveTo>
                  <a:lnTo>
                    <a:pt x="32" y="1"/>
                  </a:lnTo>
                  <a:cubicBezTo>
                    <a:pt x="1" y="291"/>
                    <a:pt x="39" y="1061"/>
                    <a:pt x="165" y="1541"/>
                  </a:cubicBezTo>
                  <a:cubicBezTo>
                    <a:pt x="225" y="1769"/>
                    <a:pt x="277" y="1807"/>
                    <a:pt x="288" y="1814"/>
                  </a:cubicBezTo>
                  <a:cubicBezTo>
                    <a:pt x="417" y="1884"/>
                    <a:pt x="526" y="2073"/>
                    <a:pt x="627" y="2252"/>
                  </a:cubicBezTo>
                  <a:cubicBezTo>
                    <a:pt x="655" y="2301"/>
                    <a:pt x="683" y="2350"/>
                    <a:pt x="711" y="2395"/>
                  </a:cubicBezTo>
                  <a:cubicBezTo>
                    <a:pt x="800" y="2536"/>
                    <a:pt x="862" y="2602"/>
                    <a:pt x="912" y="2602"/>
                  </a:cubicBezTo>
                  <a:cubicBezTo>
                    <a:pt x="919" y="2602"/>
                    <a:pt x="925" y="2601"/>
                    <a:pt x="932" y="2598"/>
                  </a:cubicBezTo>
                  <a:cubicBezTo>
                    <a:pt x="949" y="2591"/>
                    <a:pt x="953" y="2584"/>
                    <a:pt x="953" y="2584"/>
                  </a:cubicBezTo>
                  <a:cubicBezTo>
                    <a:pt x="960" y="2560"/>
                    <a:pt x="900" y="2476"/>
                    <a:pt x="872" y="2430"/>
                  </a:cubicBezTo>
                  <a:cubicBezTo>
                    <a:pt x="827" y="2374"/>
                    <a:pt x="792" y="2311"/>
                    <a:pt x="764" y="2245"/>
                  </a:cubicBezTo>
                  <a:cubicBezTo>
                    <a:pt x="746" y="2185"/>
                    <a:pt x="732" y="2126"/>
                    <a:pt x="725" y="2066"/>
                  </a:cubicBezTo>
                  <a:cubicBezTo>
                    <a:pt x="704" y="1905"/>
                    <a:pt x="676" y="1723"/>
                    <a:pt x="491" y="1555"/>
                  </a:cubicBezTo>
                  <a:cubicBezTo>
                    <a:pt x="344" y="1419"/>
                    <a:pt x="249" y="1033"/>
                    <a:pt x="155" y="571"/>
                  </a:cubicBezTo>
                  <a:lnTo>
                    <a:pt x="137" y="477"/>
                  </a:lnTo>
                  <a:lnTo>
                    <a:pt x="127" y="431"/>
                  </a:lnTo>
                  <a:cubicBezTo>
                    <a:pt x="95" y="263"/>
                    <a:pt x="64" y="106"/>
                    <a:pt x="32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62" name="Google Shape;4120;p80">
              <a:extLst>
                <a:ext uri="{FF2B5EF4-FFF2-40B4-BE49-F238E27FC236}">
                  <a16:creationId xmlns:a16="http://schemas.microsoft.com/office/drawing/2014/main" id="{081B79AC-9404-EA49-F764-3E15384B1901}"/>
                </a:ext>
              </a:extLst>
            </p:cNvPr>
            <p:cNvSpPr/>
            <p:nvPr/>
          </p:nvSpPr>
          <p:spPr>
            <a:xfrm>
              <a:off x="1664562" y="2045086"/>
              <a:ext cx="3435" cy="4711"/>
            </a:xfrm>
            <a:custGeom>
              <a:avLst/>
              <a:gdLst/>
              <a:ahLst/>
              <a:cxnLst/>
              <a:rect l="l" t="t" r="r" b="b"/>
              <a:pathLst>
                <a:path w="253" h="347" extrusionOk="0">
                  <a:moveTo>
                    <a:pt x="253" y="0"/>
                  </a:moveTo>
                  <a:lnTo>
                    <a:pt x="253" y="0"/>
                  </a:lnTo>
                  <a:cubicBezTo>
                    <a:pt x="239" y="4"/>
                    <a:pt x="221" y="4"/>
                    <a:pt x="207" y="4"/>
                  </a:cubicBezTo>
                  <a:lnTo>
                    <a:pt x="200" y="4"/>
                  </a:lnTo>
                  <a:cubicBezTo>
                    <a:pt x="130" y="4"/>
                    <a:pt x="50" y="77"/>
                    <a:pt x="25" y="161"/>
                  </a:cubicBezTo>
                  <a:cubicBezTo>
                    <a:pt x="0" y="228"/>
                    <a:pt x="32" y="301"/>
                    <a:pt x="99" y="329"/>
                  </a:cubicBezTo>
                  <a:cubicBezTo>
                    <a:pt x="109" y="336"/>
                    <a:pt x="120" y="343"/>
                    <a:pt x="134" y="347"/>
                  </a:cubicBezTo>
                  <a:cubicBezTo>
                    <a:pt x="144" y="319"/>
                    <a:pt x="148" y="291"/>
                    <a:pt x="155" y="263"/>
                  </a:cubicBezTo>
                  <a:cubicBezTo>
                    <a:pt x="165" y="168"/>
                    <a:pt x="197" y="77"/>
                    <a:pt x="253" y="0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63" name="Google Shape;4121;p80">
              <a:extLst>
                <a:ext uri="{FF2B5EF4-FFF2-40B4-BE49-F238E27FC236}">
                  <a16:creationId xmlns:a16="http://schemas.microsoft.com/office/drawing/2014/main" id="{E27A1E37-B0D1-084E-3586-A60FF6CCEA70}"/>
                </a:ext>
              </a:extLst>
            </p:cNvPr>
            <p:cNvSpPr/>
            <p:nvPr/>
          </p:nvSpPr>
          <p:spPr>
            <a:xfrm>
              <a:off x="1423480" y="1702037"/>
              <a:ext cx="30142" cy="11880"/>
            </a:xfrm>
            <a:custGeom>
              <a:avLst/>
              <a:gdLst/>
              <a:ahLst/>
              <a:cxnLst/>
              <a:rect l="l" t="t" r="r" b="b"/>
              <a:pathLst>
                <a:path w="2220" h="875" extrusionOk="0">
                  <a:moveTo>
                    <a:pt x="2216" y="1"/>
                  </a:moveTo>
                  <a:cubicBezTo>
                    <a:pt x="2178" y="25"/>
                    <a:pt x="2139" y="50"/>
                    <a:pt x="2104" y="78"/>
                  </a:cubicBezTo>
                  <a:cubicBezTo>
                    <a:pt x="2069" y="102"/>
                    <a:pt x="2031" y="134"/>
                    <a:pt x="1982" y="165"/>
                  </a:cubicBezTo>
                  <a:cubicBezTo>
                    <a:pt x="1901" y="222"/>
                    <a:pt x="1831" y="242"/>
                    <a:pt x="1767" y="242"/>
                  </a:cubicBezTo>
                  <a:cubicBezTo>
                    <a:pt x="1692" y="242"/>
                    <a:pt x="1624" y="214"/>
                    <a:pt x="1555" y="186"/>
                  </a:cubicBezTo>
                  <a:cubicBezTo>
                    <a:pt x="1453" y="141"/>
                    <a:pt x="1348" y="113"/>
                    <a:pt x="1236" y="106"/>
                  </a:cubicBezTo>
                  <a:cubicBezTo>
                    <a:pt x="1231" y="105"/>
                    <a:pt x="1225" y="105"/>
                    <a:pt x="1220" y="105"/>
                  </a:cubicBezTo>
                  <a:cubicBezTo>
                    <a:pt x="1054" y="105"/>
                    <a:pt x="849" y="257"/>
                    <a:pt x="686" y="379"/>
                  </a:cubicBezTo>
                  <a:lnTo>
                    <a:pt x="665" y="396"/>
                  </a:lnTo>
                  <a:lnTo>
                    <a:pt x="602" y="442"/>
                  </a:lnTo>
                  <a:lnTo>
                    <a:pt x="560" y="473"/>
                  </a:lnTo>
                  <a:cubicBezTo>
                    <a:pt x="490" y="518"/>
                    <a:pt x="438" y="545"/>
                    <a:pt x="392" y="545"/>
                  </a:cubicBezTo>
                  <a:cubicBezTo>
                    <a:pt x="380" y="545"/>
                    <a:pt x="369" y="543"/>
                    <a:pt x="357" y="540"/>
                  </a:cubicBezTo>
                  <a:cubicBezTo>
                    <a:pt x="326" y="533"/>
                    <a:pt x="298" y="508"/>
                    <a:pt x="287" y="477"/>
                  </a:cubicBezTo>
                  <a:cubicBezTo>
                    <a:pt x="256" y="414"/>
                    <a:pt x="192" y="377"/>
                    <a:pt x="123" y="377"/>
                  </a:cubicBezTo>
                  <a:cubicBezTo>
                    <a:pt x="115" y="377"/>
                    <a:pt x="107" y="378"/>
                    <a:pt x="98" y="379"/>
                  </a:cubicBezTo>
                  <a:cubicBezTo>
                    <a:pt x="11" y="396"/>
                    <a:pt x="0" y="508"/>
                    <a:pt x="0" y="571"/>
                  </a:cubicBezTo>
                  <a:cubicBezTo>
                    <a:pt x="0" y="659"/>
                    <a:pt x="46" y="732"/>
                    <a:pt x="137" y="788"/>
                  </a:cubicBezTo>
                  <a:cubicBezTo>
                    <a:pt x="235" y="846"/>
                    <a:pt x="365" y="874"/>
                    <a:pt x="503" y="874"/>
                  </a:cubicBezTo>
                  <a:cubicBezTo>
                    <a:pt x="668" y="874"/>
                    <a:pt x="845" y="835"/>
                    <a:pt x="994" y="757"/>
                  </a:cubicBezTo>
                  <a:lnTo>
                    <a:pt x="1184" y="659"/>
                  </a:lnTo>
                  <a:cubicBezTo>
                    <a:pt x="1544" y="470"/>
                    <a:pt x="2150" y="158"/>
                    <a:pt x="2220" y="15"/>
                  </a:cubicBezTo>
                  <a:cubicBezTo>
                    <a:pt x="2220" y="11"/>
                    <a:pt x="2220" y="11"/>
                    <a:pt x="2220" y="8"/>
                  </a:cubicBezTo>
                  <a:lnTo>
                    <a:pt x="2216" y="1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64" name="Google Shape;4122;p80">
              <a:extLst>
                <a:ext uri="{FF2B5EF4-FFF2-40B4-BE49-F238E27FC236}">
                  <a16:creationId xmlns:a16="http://schemas.microsoft.com/office/drawing/2014/main" id="{D88D91ED-944C-5C4A-7CAF-D843FA07E48C}"/>
                </a:ext>
              </a:extLst>
            </p:cNvPr>
            <p:cNvSpPr/>
            <p:nvPr/>
          </p:nvSpPr>
          <p:spPr>
            <a:xfrm>
              <a:off x="1110233" y="1631597"/>
              <a:ext cx="22498" cy="29097"/>
            </a:xfrm>
            <a:custGeom>
              <a:avLst/>
              <a:gdLst/>
              <a:ahLst/>
              <a:cxnLst/>
              <a:rect l="l" t="t" r="r" b="b"/>
              <a:pathLst>
                <a:path w="1657" h="2143" extrusionOk="0">
                  <a:moveTo>
                    <a:pt x="207" y="0"/>
                  </a:moveTo>
                  <a:lnTo>
                    <a:pt x="204" y="4"/>
                  </a:lnTo>
                  <a:cubicBezTo>
                    <a:pt x="158" y="34"/>
                    <a:pt x="104" y="51"/>
                    <a:pt x="50" y="51"/>
                  </a:cubicBezTo>
                  <a:cubicBezTo>
                    <a:pt x="33" y="51"/>
                    <a:pt x="17" y="49"/>
                    <a:pt x="1" y="46"/>
                  </a:cubicBezTo>
                  <a:lnTo>
                    <a:pt x="1" y="46"/>
                  </a:lnTo>
                  <a:cubicBezTo>
                    <a:pt x="165" y="221"/>
                    <a:pt x="302" y="417"/>
                    <a:pt x="407" y="631"/>
                  </a:cubicBezTo>
                  <a:cubicBezTo>
                    <a:pt x="428" y="680"/>
                    <a:pt x="543" y="708"/>
                    <a:pt x="648" y="732"/>
                  </a:cubicBezTo>
                  <a:cubicBezTo>
                    <a:pt x="785" y="767"/>
                    <a:pt x="935" y="802"/>
                    <a:pt x="1026" y="900"/>
                  </a:cubicBezTo>
                  <a:cubicBezTo>
                    <a:pt x="1086" y="967"/>
                    <a:pt x="1170" y="981"/>
                    <a:pt x="1236" y="991"/>
                  </a:cubicBezTo>
                  <a:cubicBezTo>
                    <a:pt x="1306" y="1005"/>
                    <a:pt x="1362" y="1016"/>
                    <a:pt x="1387" y="1068"/>
                  </a:cubicBezTo>
                  <a:cubicBezTo>
                    <a:pt x="1405" y="1110"/>
                    <a:pt x="1398" y="1156"/>
                    <a:pt x="1373" y="1194"/>
                  </a:cubicBezTo>
                  <a:cubicBezTo>
                    <a:pt x="1345" y="1257"/>
                    <a:pt x="1327" y="1324"/>
                    <a:pt x="1324" y="1394"/>
                  </a:cubicBezTo>
                  <a:cubicBezTo>
                    <a:pt x="1320" y="1436"/>
                    <a:pt x="1327" y="1478"/>
                    <a:pt x="1352" y="1516"/>
                  </a:cubicBezTo>
                  <a:cubicBezTo>
                    <a:pt x="1355" y="1520"/>
                    <a:pt x="1359" y="1523"/>
                    <a:pt x="1366" y="1523"/>
                  </a:cubicBezTo>
                  <a:cubicBezTo>
                    <a:pt x="1457" y="1523"/>
                    <a:pt x="1534" y="1597"/>
                    <a:pt x="1566" y="1712"/>
                  </a:cubicBezTo>
                  <a:cubicBezTo>
                    <a:pt x="1594" y="1824"/>
                    <a:pt x="1559" y="1936"/>
                    <a:pt x="1471" y="1985"/>
                  </a:cubicBezTo>
                  <a:cubicBezTo>
                    <a:pt x="1433" y="2003"/>
                    <a:pt x="1412" y="2045"/>
                    <a:pt x="1422" y="2087"/>
                  </a:cubicBezTo>
                  <a:cubicBezTo>
                    <a:pt x="1429" y="2122"/>
                    <a:pt x="1461" y="2143"/>
                    <a:pt x="1510" y="2143"/>
                  </a:cubicBezTo>
                  <a:cubicBezTo>
                    <a:pt x="1534" y="2139"/>
                    <a:pt x="1562" y="2125"/>
                    <a:pt x="1576" y="2104"/>
                  </a:cubicBezTo>
                  <a:cubicBezTo>
                    <a:pt x="1639" y="2020"/>
                    <a:pt x="1657" y="1824"/>
                    <a:pt x="1615" y="1667"/>
                  </a:cubicBezTo>
                  <a:cubicBezTo>
                    <a:pt x="1594" y="1579"/>
                    <a:pt x="1590" y="1492"/>
                    <a:pt x="1604" y="1404"/>
                  </a:cubicBezTo>
                  <a:cubicBezTo>
                    <a:pt x="1615" y="1296"/>
                    <a:pt x="1622" y="1222"/>
                    <a:pt x="1534" y="1124"/>
                  </a:cubicBezTo>
                  <a:cubicBezTo>
                    <a:pt x="1520" y="1110"/>
                    <a:pt x="1506" y="1093"/>
                    <a:pt x="1492" y="1075"/>
                  </a:cubicBezTo>
                  <a:lnTo>
                    <a:pt x="1475" y="1047"/>
                  </a:lnTo>
                  <a:lnTo>
                    <a:pt x="1408" y="946"/>
                  </a:lnTo>
                  <a:lnTo>
                    <a:pt x="1419" y="946"/>
                  </a:lnTo>
                  <a:cubicBezTo>
                    <a:pt x="1398" y="904"/>
                    <a:pt x="1376" y="862"/>
                    <a:pt x="1359" y="820"/>
                  </a:cubicBezTo>
                  <a:cubicBezTo>
                    <a:pt x="1279" y="644"/>
                    <a:pt x="1228" y="552"/>
                    <a:pt x="1162" y="552"/>
                  </a:cubicBezTo>
                  <a:cubicBezTo>
                    <a:pt x="1154" y="552"/>
                    <a:pt x="1144" y="554"/>
                    <a:pt x="1135" y="557"/>
                  </a:cubicBezTo>
                  <a:cubicBezTo>
                    <a:pt x="1119" y="563"/>
                    <a:pt x="1103" y="566"/>
                    <a:pt x="1088" y="566"/>
                  </a:cubicBezTo>
                  <a:cubicBezTo>
                    <a:pt x="1024" y="566"/>
                    <a:pt x="970" y="520"/>
                    <a:pt x="925" y="480"/>
                  </a:cubicBezTo>
                  <a:cubicBezTo>
                    <a:pt x="881" y="440"/>
                    <a:pt x="841" y="403"/>
                    <a:pt x="795" y="403"/>
                  </a:cubicBezTo>
                  <a:cubicBezTo>
                    <a:pt x="793" y="403"/>
                    <a:pt x="790" y="403"/>
                    <a:pt x="788" y="403"/>
                  </a:cubicBezTo>
                  <a:cubicBezTo>
                    <a:pt x="757" y="406"/>
                    <a:pt x="722" y="413"/>
                    <a:pt x="683" y="420"/>
                  </a:cubicBezTo>
                  <a:cubicBezTo>
                    <a:pt x="626" y="432"/>
                    <a:pt x="564" y="444"/>
                    <a:pt x="507" y="444"/>
                  </a:cubicBezTo>
                  <a:cubicBezTo>
                    <a:pt x="456" y="444"/>
                    <a:pt x="409" y="434"/>
                    <a:pt x="372" y="406"/>
                  </a:cubicBezTo>
                  <a:cubicBezTo>
                    <a:pt x="333" y="378"/>
                    <a:pt x="309" y="336"/>
                    <a:pt x="305" y="287"/>
                  </a:cubicBezTo>
                  <a:cubicBezTo>
                    <a:pt x="284" y="126"/>
                    <a:pt x="235" y="18"/>
                    <a:pt x="207" y="0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65" name="Google Shape;4123;p80">
              <a:extLst>
                <a:ext uri="{FF2B5EF4-FFF2-40B4-BE49-F238E27FC236}">
                  <a16:creationId xmlns:a16="http://schemas.microsoft.com/office/drawing/2014/main" id="{886E2D4E-70C1-1E62-E927-37E9DA233A0E}"/>
                </a:ext>
              </a:extLst>
            </p:cNvPr>
            <p:cNvSpPr/>
            <p:nvPr/>
          </p:nvSpPr>
          <p:spPr>
            <a:xfrm>
              <a:off x="1475522" y="1731935"/>
              <a:ext cx="1059" cy="1914"/>
            </a:xfrm>
            <a:custGeom>
              <a:avLst/>
              <a:gdLst/>
              <a:ahLst/>
              <a:cxnLst/>
              <a:rect l="l" t="t" r="r" b="b"/>
              <a:pathLst>
                <a:path w="78" h="141" extrusionOk="0">
                  <a:moveTo>
                    <a:pt x="78" y="1"/>
                  </a:moveTo>
                  <a:cubicBezTo>
                    <a:pt x="50" y="11"/>
                    <a:pt x="29" y="32"/>
                    <a:pt x="15" y="60"/>
                  </a:cubicBezTo>
                  <a:cubicBezTo>
                    <a:pt x="8" y="85"/>
                    <a:pt x="1" y="113"/>
                    <a:pt x="1" y="141"/>
                  </a:cubicBezTo>
                  <a:cubicBezTo>
                    <a:pt x="25" y="92"/>
                    <a:pt x="50" y="46"/>
                    <a:pt x="78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66" name="Google Shape;4124;p80">
              <a:extLst>
                <a:ext uri="{FF2B5EF4-FFF2-40B4-BE49-F238E27FC236}">
                  <a16:creationId xmlns:a16="http://schemas.microsoft.com/office/drawing/2014/main" id="{BF26F2A0-EE13-B378-AC63-27A80D0AA597}"/>
                </a:ext>
              </a:extLst>
            </p:cNvPr>
            <p:cNvSpPr/>
            <p:nvPr/>
          </p:nvSpPr>
          <p:spPr>
            <a:xfrm>
              <a:off x="1389726" y="1671094"/>
              <a:ext cx="58858" cy="39483"/>
            </a:xfrm>
            <a:custGeom>
              <a:avLst/>
              <a:gdLst/>
              <a:ahLst/>
              <a:cxnLst/>
              <a:rect l="l" t="t" r="r" b="b"/>
              <a:pathLst>
                <a:path w="4335" h="2908" extrusionOk="0">
                  <a:moveTo>
                    <a:pt x="2336" y="0"/>
                  </a:moveTo>
                  <a:cubicBezTo>
                    <a:pt x="2281" y="0"/>
                    <a:pt x="2237" y="5"/>
                    <a:pt x="2206" y="15"/>
                  </a:cubicBezTo>
                  <a:cubicBezTo>
                    <a:pt x="2203" y="18"/>
                    <a:pt x="2196" y="18"/>
                    <a:pt x="2189" y="22"/>
                  </a:cubicBezTo>
                  <a:cubicBezTo>
                    <a:pt x="2182" y="162"/>
                    <a:pt x="1979" y="179"/>
                    <a:pt x="1639" y="211"/>
                  </a:cubicBezTo>
                  <a:cubicBezTo>
                    <a:pt x="1425" y="225"/>
                    <a:pt x="1212" y="253"/>
                    <a:pt x="998" y="298"/>
                  </a:cubicBezTo>
                  <a:cubicBezTo>
                    <a:pt x="606" y="389"/>
                    <a:pt x="225" y="750"/>
                    <a:pt x="172" y="869"/>
                  </a:cubicBezTo>
                  <a:cubicBezTo>
                    <a:pt x="221" y="869"/>
                    <a:pt x="263" y="893"/>
                    <a:pt x="291" y="932"/>
                  </a:cubicBezTo>
                  <a:cubicBezTo>
                    <a:pt x="361" y="1026"/>
                    <a:pt x="305" y="1201"/>
                    <a:pt x="228" y="1446"/>
                  </a:cubicBezTo>
                  <a:cubicBezTo>
                    <a:pt x="179" y="1593"/>
                    <a:pt x="137" y="1744"/>
                    <a:pt x="102" y="1895"/>
                  </a:cubicBezTo>
                  <a:cubicBezTo>
                    <a:pt x="1" y="2416"/>
                    <a:pt x="85" y="2784"/>
                    <a:pt x="221" y="2882"/>
                  </a:cubicBezTo>
                  <a:cubicBezTo>
                    <a:pt x="245" y="2899"/>
                    <a:pt x="271" y="2908"/>
                    <a:pt x="300" y="2908"/>
                  </a:cubicBezTo>
                  <a:cubicBezTo>
                    <a:pt x="336" y="2908"/>
                    <a:pt x="375" y="2895"/>
                    <a:pt x="417" y="2868"/>
                  </a:cubicBezTo>
                  <a:cubicBezTo>
                    <a:pt x="778" y="2651"/>
                    <a:pt x="862" y="2483"/>
                    <a:pt x="774" y="2140"/>
                  </a:cubicBezTo>
                  <a:cubicBezTo>
                    <a:pt x="673" y="1727"/>
                    <a:pt x="806" y="1173"/>
                    <a:pt x="925" y="932"/>
                  </a:cubicBezTo>
                  <a:cubicBezTo>
                    <a:pt x="995" y="792"/>
                    <a:pt x="1117" y="757"/>
                    <a:pt x="1226" y="725"/>
                  </a:cubicBezTo>
                  <a:cubicBezTo>
                    <a:pt x="1345" y="690"/>
                    <a:pt x="1439" y="666"/>
                    <a:pt x="1481" y="529"/>
                  </a:cubicBezTo>
                  <a:cubicBezTo>
                    <a:pt x="1523" y="382"/>
                    <a:pt x="1653" y="277"/>
                    <a:pt x="1804" y="260"/>
                  </a:cubicBezTo>
                  <a:cubicBezTo>
                    <a:pt x="1826" y="257"/>
                    <a:pt x="1848" y="255"/>
                    <a:pt x="1871" y="255"/>
                  </a:cubicBezTo>
                  <a:cubicBezTo>
                    <a:pt x="2085" y="255"/>
                    <a:pt x="2305" y="388"/>
                    <a:pt x="2448" y="610"/>
                  </a:cubicBezTo>
                  <a:cubicBezTo>
                    <a:pt x="2644" y="918"/>
                    <a:pt x="2500" y="1149"/>
                    <a:pt x="2374" y="1359"/>
                  </a:cubicBezTo>
                  <a:cubicBezTo>
                    <a:pt x="2311" y="1460"/>
                    <a:pt x="2255" y="1555"/>
                    <a:pt x="2238" y="1649"/>
                  </a:cubicBezTo>
                  <a:lnTo>
                    <a:pt x="2238" y="1660"/>
                  </a:lnTo>
                  <a:cubicBezTo>
                    <a:pt x="2259" y="1649"/>
                    <a:pt x="2283" y="1632"/>
                    <a:pt x="2301" y="1621"/>
                  </a:cubicBezTo>
                  <a:cubicBezTo>
                    <a:pt x="2397" y="1556"/>
                    <a:pt x="2535" y="1465"/>
                    <a:pt x="2678" y="1465"/>
                  </a:cubicBezTo>
                  <a:cubicBezTo>
                    <a:pt x="2711" y="1465"/>
                    <a:pt x="2744" y="1470"/>
                    <a:pt x="2777" y="1481"/>
                  </a:cubicBezTo>
                  <a:cubicBezTo>
                    <a:pt x="2990" y="1551"/>
                    <a:pt x="2983" y="1804"/>
                    <a:pt x="2976" y="1986"/>
                  </a:cubicBezTo>
                  <a:cubicBezTo>
                    <a:pt x="2976" y="2052"/>
                    <a:pt x="2973" y="2161"/>
                    <a:pt x="2990" y="2182"/>
                  </a:cubicBezTo>
                  <a:cubicBezTo>
                    <a:pt x="3067" y="2168"/>
                    <a:pt x="3298" y="1758"/>
                    <a:pt x="3298" y="1397"/>
                  </a:cubicBezTo>
                  <a:cubicBezTo>
                    <a:pt x="3298" y="1173"/>
                    <a:pt x="3368" y="1103"/>
                    <a:pt x="3421" y="1051"/>
                  </a:cubicBezTo>
                  <a:cubicBezTo>
                    <a:pt x="3459" y="1016"/>
                    <a:pt x="3473" y="998"/>
                    <a:pt x="3463" y="918"/>
                  </a:cubicBezTo>
                  <a:cubicBezTo>
                    <a:pt x="3452" y="872"/>
                    <a:pt x="3470" y="820"/>
                    <a:pt x="3512" y="792"/>
                  </a:cubicBezTo>
                  <a:cubicBezTo>
                    <a:pt x="3530" y="780"/>
                    <a:pt x="3549" y="774"/>
                    <a:pt x="3570" y="774"/>
                  </a:cubicBezTo>
                  <a:cubicBezTo>
                    <a:pt x="3629" y="774"/>
                    <a:pt x="3702" y="815"/>
                    <a:pt x="3803" y="869"/>
                  </a:cubicBezTo>
                  <a:cubicBezTo>
                    <a:pt x="3928" y="938"/>
                    <a:pt x="4078" y="1017"/>
                    <a:pt x="4206" y="1017"/>
                  </a:cubicBezTo>
                  <a:cubicBezTo>
                    <a:pt x="4214" y="1017"/>
                    <a:pt x="4222" y="1016"/>
                    <a:pt x="4230" y="1016"/>
                  </a:cubicBezTo>
                  <a:cubicBezTo>
                    <a:pt x="4307" y="1012"/>
                    <a:pt x="4321" y="991"/>
                    <a:pt x="4321" y="991"/>
                  </a:cubicBezTo>
                  <a:cubicBezTo>
                    <a:pt x="4335" y="960"/>
                    <a:pt x="4251" y="827"/>
                    <a:pt x="4191" y="736"/>
                  </a:cubicBezTo>
                  <a:cubicBezTo>
                    <a:pt x="4111" y="617"/>
                    <a:pt x="4037" y="491"/>
                    <a:pt x="3978" y="354"/>
                  </a:cubicBezTo>
                  <a:cubicBezTo>
                    <a:pt x="3907" y="188"/>
                    <a:pt x="3780" y="153"/>
                    <a:pt x="3590" y="153"/>
                  </a:cubicBezTo>
                  <a:cubicBezTo>
                    <a:pt x="3543" y="153"/>
                    <a:pt x="3493" y="155"/>
                    <a:pt x="3438" y="158"/>
                  </a:cubicBezTo>
                  <a:cubicBezTo>
                    <a:pt x="3379" y="161"/>
                    <a:pt x="3319" y="164"/>
                    <a:pt x="3261" y="164"/>
                  </a:cubicBezTo>
                  <a:cubicBezTo>
                    <a:pt x="3170" y="164"/>
                    <a:pt x="3082" y="156"/>
                    <a:pt x="3001" y="127"/>
                  </a:cubicBezTo>
                  <a:cubicBezTo>
                    <a:pt x="2787" y="49"/>
                    <a:pt x="2511" y="0"/>
                    <a:pt x="2336" y="0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67" name="Google Shape;4125;p80">
              <a:extLst>
                <a:ext uri="{FF2B5EF4-FFF2-40B4-BE49-F238E27FC236}">
                  <a16:creationId xmlns:a16="http://schemas.microsoft.com/office/drawing/2014/main" id="{97EAA3A4-CCAE-B145-C9AB-8356C0611EF3}"/>
                </a:ext>
              </a:extLst>
            </p:cNvPr>
            <p:cNvSpPr/>
            <p:nvPr/>
          </p:nvSpPr>
          <p:spPr>
            <a:xfrm>
              <a:off x="1309917" y="1312268"/>
              <a:ext cx="14" cy="14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1" y="1"/>
                  </a:moveTo>
                  <a:lnTo>
                    <a:pt x="1" y="1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68" name="Google Shape;4126;p80">
              <a:extLst>
                <a:ext uri="{FF2B5EF4-FFF2-40B4-BE49-F238E27FC236}">
                  <a16:creationId xmlns:a16="http://schemas.microsoft.com/office/drawing/2014/main" id="{1E151A58-A3C6-0CEA-4B3E-9B9B5C86E46B}"/>
                </a:ext>
              </a:extLst>
            </p:cNvPr>
            <p:cNvSpPr/>
            <p:nvPr/>
          </p:nvSpPr>
          <p:spPr>
            <a:xfrm>
              <a:off x="1507986" y="1447255"/>
              <a:ext cx="18601" cy="10482"/>
            </a:xfrm>
            <a:custGeom>
              <a:avLst/>
              <a:gdLst/>
              <a:ahLst/>
              <a:cxnLst/>
              <a:rect l="l" t="t" r="r" b="b"/>
              <a:pathLst>
                <a:path w="1370" h="772" extrusionOk="0">
                  <a:moveTo>
                    <a:pt x="716" y="0"/>
                  </a:moveTo>
                  <a:cubicBezTo>
                    <a:pt x="671" y="0"/>
                    <a:pt x="625" y="11"/>
                    <a:pt x="578" y="36"/>
                  </a:cubicBezTo>
                  <a:cubicBezTo>
                    <a:pt x="396" y="127"/>
                    <a:pt x="200" y="183"/>
                    <a:pt x="1" y="197"/>
                  </a:cubicBezTo>
                  <a:cubicBezTo>
                    <a:pt x="214" y="260"/>
                    <a:pt x="410" y="376"/>
                    <a:pt x="568" y="537"/>
                  </a:cubicBezTo>
                  <a:cubicBezTo>
                    <a:pt x="645" y="624"/>
                    <a:pt x="680" y="701"/>
                    <a:pt x="669" y="771"/>
                  </a:cubicBezTo>
                  <a:cubicBezTo>
                    <a:pt x="809" y="771"/>
                    <a:pt x="1268" y="621"/>
                    <a:pt x="1359" y="477"/>
                  </a:cubicBezTo>
                  <a:cubicBezTo>
                    <a:pt x="1370" y="460"/>
                    <a:pt x="1366" y="453"/>
                    <a:pt x="1352" y="439"/>
                  </a:cubicBezTo>
                  <a:cubicBezTo>
                    <a:pt x="1317" y="407"/>
                    <a:pt x="1279" y="372"/>
                    <a:pt x="1237" y="334"/>
                  </a:cubicBezTo>
                  <a:cubicBezTo>
                    <a:pt x="1069" y="169"/>
                    <a:pt x="895" y="0"/>
                    <a:pt x="716" y="0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69" name="Google Shape;4127;p80">
              <a:extLst>
                <a:ext uri="{FF2B5EF4-FFF2-40B4-BE49-F238E27FC236}">
                  <a16:creationId xmlns:a16="http://schemas.microsoft.com/office/drawing/2014/main" id="{45D3D8DD-9F7C-C638-58B1-8E07BFBC3AF8}"/>
                </a:ext>
              </a:extLst>
            </p:cNvPr>
            <p:cNvSpPr/>
            <p:nvPr/>
          </p:nvSpPr>
          <p:spPr>
            <a:xfrm>
              <a:off x="1328559" y="1417113"/>
              <a:ext cx="4236" cy="937"/>
            </a:xfrm>
            <a:custGeom>
              <a:avLst/>
              <a:gdLst/>
              <a:ahLst/>
              <a:cxnLst/>
              <a:rect l="l" t="t" r="r" b="b"/>
              <a:pathLst>
                <a:path w="312" h="69" extrusionOk="0">
                  <a:moveTo>
                    <a:pt x="52" y="0"/>
                  </a:moveTo>
                  <a:cubicBezTo>
                    <a:pt x="35" y="0"/>
                    <a:pt x="19" y="4"/>
                    <a:pt x="4" y="12"/>
                  </a:cubicBezTo>
                  <a:cubicBezTo>
                    <a:pt x="4" y="16"/>
                    <a:pt x="0" y="23"/>
                    <a:pt x="4" y="30"/>
                  </a:cubicBezTo>
                  <a:cubicBezTo>
                    <a:pt x="4" y="51"/>
                    <a:pt x="7" y="54"/>
                    <a:pt x="11" y="58"/>
                  </a:cubicBezTo>
                  <a:cubicBezTo>
                    <a:pt x="15" y="61"/>
                    <a:pt x="31" y="68"/>
                    <a:pt x="68" y="68"/>
                  </a:cubicBezTo>
                  <a:cubicBezTo>
                    <a:pt x="113" y="68"/>
                    <a:pt x="188" y="58"/>
                    <a:pt x="312" y="16"/>
                  </a:cubicBezTo>
                  <a:cubicBezTo>
                    <a:pt x="270" y="16"/>
                    <a:pt x="224" y="12"/>
                    <a:pt x="182" y="9"/>
                  </a:cubicBezTo>
                  <a:cubicBezTo>
                    <a:pt x="147" y="5"/>
                    <a:pt x="105" y="2"/>
                    <a:pt x="70" y="2"/>
                  </a:cubicBezTo>
                  <a:cubicBezTo>
                    <a:pt x="64" y="1"/>
                    <a:pt x="58" y="0"/>
                    <a:pt x="52" y="0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70" name="Google Shape;4128;p80">
              <a:extLst>
                <a:ext uri="{FF2B5EF4-FFF2-40B4-BE49-F238E27FC236}">
                  <a16:creationId xmlns:a16="http://schemas.microsoft.com/office/drawing/2014/main" id="{A84FC26B-2549-CD91-8CF6-1992D487039C}"/>
                </a:ext>
              </a:extLst>
            </p:cNvPr>
            <p:cNvSpPr/>
            <p:nvPr/>
          </p:nvSpPr>
          <p:spPr>
            <a:xfrm>
              <a:off x="1359407" y="1645812"/>
              <a:ext cx="55247" cy="22335"/>
            </a:xfrm>
            <a:custGeom>
              <a:avLst/>
              <a:gdLst/>
              <a:ahLst/>
              <a:cxnLst/>
              <a:rect l="l" t="t" r="r" b="b"/>
              <a:pathLst>
                <a:path w="4069" h="1645" extrusionOk="0">
                  <a:moveTo>
                    <a:pt x="2059" y="0"/>
                  </a:moveTo>
                  <a:cubicBezTo>
                    <a:pt x="1943" y="0"/>
                    <a:pt x="1814" y="165"/>
                    <a:pt x="1684" y="326"/>
                  </a:cubicBezTo>
                  <a:cubicBezTo>
                    <a:pt x="1617" y="413"/>
                    <a:pt x="1544" y="497"/>
                    <a:pt x="1467" y="578"/>
                  </a:cubicBezTo>
                  <a:lnTo>
                    <a:pt x="1474" y="578"/>
                  </a:lnTo>
                  <a:lnTo>
                    <a:pt x="1386" y="651"/>
                  </a:lnTo>
                  <a:lnTo>
                    <a:pt x="1355" y="676"/>
                  </a:lnTo>
                  <a:cubicBezTo>
                    <a:pt x="1274" y="740"/>
                    <a:pt x="1175" y="778"/>
                    <a:pt x="1071" y="778"/>
                  </a:cubicBezTo>
                  <a:cubicBezTo>
                    <a:pt x="1066" y="778"/>
                    <a:pt x="1062" y="777"/>
                    <a:pt x="1057" y="777"/>
                  </a:cubicBezTo>
                  <a:cubicBezTo>
                    <a:pt x="1048" y="777"/>
                    <a:pt x="1039" y="776"/>
                    <a:pt x="1029" y="776"/>
                  </a:cubicBezTo>
                  <a:cubicBezTo>
                    <a:pt x="700" y="776"/>
                    <a:pt x="106" y="1116"/>
                    <a:pt x="18" y="1316"/>
                  </a:cubicBezTo>
                  <a:cubicBezTo>
                    <a:pt x="0" y="1351"/>
                    <a:pt x="11" y="1362"/>
                    <a:pt x="18" y="1369"/>
                  </a:cubicBezTo>
                  <a:cubicBezTo>
                    <a:pt x="52" y="1404"/>
                    <a:pt x="88" y="1416"/>
                    <a:pt x="132" y="1416"/>
                  </a:cubicBezTo>
                  <a:cubicBezTo>
                    <a:pt x="168" y="1416"/>
                    <a:pt x="209" y="1408"/>
                    <a:pt x="259" y="1397"/>
                  </a:cubicBezTo>
                  <a:cubicBezTo>
                    <a:pt x="314" y="1385"/>
                    <a:pt x="374" y="1373"/>
                    <a:pt x="437" y="1373"/>
                  </a:cubicBezTo>
                  <a:cubicBezTo>
                    <a:pt x="525" y="1373"/>
                    <a:pt x="620" y="1398"/>
                    <a:pt x="718" y="1488"/>
                  </a:cubicBezTo>
                  <a:cubicBezTo>
                    <a:pt x="752" y="1519"/>
                    <a:pt x="795" y="1533"/>
                    <a:pt x="845" y="1533"/>
                  </a:cubicBezTo>
                  <a:cubicBezTo>
                    <a:pt x="1035" y="1533"/>
                    <a:pt x="1320" y="1336"/>
                    <a:pt x="1558" y="1173"/>
                  </a:cubicBezTo>
                  <a:cubicBezTo>
                    <a:pt x="1673" y="1096"/>
                    <a:pt x="1779" y="1022"/>
                    <a:pt x="1877" y="970"/>
                  </a:cubicBezTo>
                  <a:cubicBezTo>
                    <a:pt x="1946" y="932"/>
                    <a:pt x="2002" y="907"/>
                    <a:pt x="2048" y="907"/>
                  </a:cubicBezTo>
                  <a:cubicBezTo>
                    <a:pt x="2070" y="907"/>
                    <a:pt x="2090" y="912"/>
                    <a:pt x="2108" y="924"/>
                  </a:cubicBezTo>
                  <a:cubicBezTo>
                    <a:pt x="2160" y="966"/>
                    <a:pt x="2136" y="1043"/>
                    <a:pt x="2111" y="1120"/>
                  </a:cubicBezTo>
                  <a:cubicBezTo>
                    <a:pt x="2094" y="1162"/>
                    <a:pt x="2083" y="1204"/>
                    <a:pt x="2083" y="1250"/>
                  </a:cubicBezTo>
                  <a:lnTo>
                    <a:pt x="2104" y="1250"/>
                  </a:lnTo>
                  <a:cubicBezTo>
                    <a:pt x="2286" y="1250"/>
                    <a:pt x="2328" y="1337"/>
                    <a:pt x="2367" y="1411"/>
                  </a:cubicBezTo>
                  <a:cubicBezTo>
                    <a:pt x="2402" y="1495"/>
                    <a:pt x="2465" y="1558"/>
                    <a:pt x="2549" y="1597"/>
                  </a:cubicBezTo>
                  <a:cubicBezTo>
                    <a:pt x="2589" y="1617"/>
                    <a:pt x="2633" y="1625"/>
                    <a:pt x="2679" y="1625"/>
                  </a:cubicBezTo>
                  <a:cubicBezTo>
                    <a:pt x="2791" y="1625"/>
                    <a:pt x="2919" y="1574"/>
                    <a:pt x="3053" y="1520"/>
                  </a:cubicBezTo>
                  <a:cubicBezTo>
                    <a:pt x="3207" y="1460"/>
                    <a:pt x="3368" y="1393"/>
                    <a:pt x="3536" y="1393"/>
                  </a:cubicBezTo>
                  <a:cubicBezTo>
                    <a:pt x="3756" y="1393"/>
                    <a:pt x="3851" y="1513"/>
                    <a:pt x="3911" y="1590"/>
                  </a:cubicBezTo>
                  <a:cubicBezTo>
                    <a:pt x="3942" y="1629"/>
                    <a:pt x="3954" y="1645"/>
                    <a:pt x="3969" y="1645"/>
                  </a:cubicBezTo>
                  <a:cubicBezTo>
                    <a:pt x="3979" y="1645"/>
                    <a:pt x="3990" y="1637"/>
                    <a:pt x="4009" y="1625"/>
                  </a:cubicBezTo>
                  <a:cubicBezTo>
                    <a:pt x="4026" y="1614"/>
                    <a:pt x="4044" y="1597"/>
                    <a:pt x="4051" y="1576"/>
                  </a:cubicBezTo>
                  <a:cubicBezTo>
                    <a:pt x="4068" y="1516"/>
                    <a:pt x="4005" y="1414"/>
                    <a:pt x="3939" y="1306"/>
                  </a:cubicBezTo>
                  <a:cubicBezTo>
                    <a:pt x="3855" y="1169"/>
                    <a:pt x="3763" y="1015"/>
                    <a:pt x="3739" y="837"/>
                  </a:cubicBezTo>
                  <a:cubicBezTo>
                    <a:pt x="3721" y="707"/>
                    <a:pt x="3658" y="700"/>
                    <a:pt x="3518" y="700"/>
                  </a:cubicBezTo>
                  <a:cubicBezTo>
                    <a:pt x="3385" y="697"/>
                    <a:pt x="3189" y="690"/>
                    <a:pt x="3158" y="424"/>
                  </a:cubicBezTo>
                  <a:cubicBezTo>
                    <a:pt x="3116" y="88"/>
                    <a:pt x="2419" y="0"/>
                    <a:pt x="2059" y="0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71" name="Google Shape;4129;p80">
              <a:extLst>
                <a:ext uri="{FF2B5EF4-FFF2-40B4-BE49-F238E27FC236}">
                  <a16:creationId xmlns:a16="http://schemas.microsoft.com/office/drawing/2014/main" id="{EF6835C4-4794-A06D-4A4C-D9B8CA517EF5}"/>
                </a:ext>
              </a:extLst>
            </p:cNvPr>
            <p:cNvSpPr/>
            <p:nvPr/>
          </p:nvSpPr>
          <p:spPr>
            <a:xfrm>
              <a:off x="1451571" y="1689858"/>
              <a:ext cx="24589" cy="7454"/>
            </a:xfrm>
            <a:custGeom>
              <a:avLst/>
              <a:gdLst/>
              <a:ahLst/>
              <a:cxnLst/>
              <a:rect l="l" t="t" r="r" b="b"/>
              <a:pathLst>
                <a:path w="1811" h="549" extrusionOk="0">
                  <a:moveTo>
                    <a:pt x="1702" y="0"/>
                  </a:moveTo>
                  <a:cubicBezTo>
                    <a:pt x="1664" y="0"/>
                    <a:pt x="1610" y="15"/>
                    <a:pt x="1530" y="40"/>
                  </a:cubicBezTo>
                  <a:cubicBezTo>
                    <a:pt x="1425" y="72"/>
                    <a:pt x="1295" y="111"/>
                    <a:pt x="1148" y="111"/>
                  </a:cubicBezTo>
                  <a:cubicBezTo>
                    <a:pt x="1118" y="111"/>
                    <a:pt x="1088" y="110"/>
                    <a:pt x="1057" y="106"/>
                  </a:cubicBezTo>
                  <a:cubicBezTo>
                    <a:pt x="1023" y="102"/>
                    <a:pt x="986" y="100"/>
                    <a:pt x="946" y="100"/>
                  </a:cubicBezTo>
                  <a:cubicBezTo>
                    <a:pt x="618" y="100"/>
                    <a:pt x="137" y="247"/>
                    <a:pt x="25" y="394"/>
                  </a:cubicBezTo>
                  <a:cubicBezTo>
                    <a:pt x="0" y="429"/>
                    <a:pt x="7" y="446"/>
                    <a:pt x="11" y="453"/>
                  </a:cubicBezTo>
                  <a:cubicBezTo>
                    <a:pt x="38" y="524"/>
                    <a:pt x="58" y="549"/>
                    <a:pt x="130" y="549"/>
                  </a:cubicBezTo>
                  <a:cubicBezTo>
                    <a:pt x="161" y="549"/>
                    <a:pt x="201" y="544"/>
                    <a:pt x="256" y="537"/>
                  </a:cubicBezTo>
                  <a:lnTo>
                    <a:pt x="329" y="523"/>
                  </a:lnTo>
                  <a:lnTo>
                    <a:pt x="336" y="523"/>
                  </a:lnTo>
                  <a:lnTo>
                    <a:pt x="385" y="516"/>
                  </a:lnTo>
                  <a:cubicBezTo>
                    <a:pt x="476" y="506"/>
                    <a:pt x="609" y="488"/>
                    <a:pt x="770" y="481"/>
                  </a:cubicBezTo>
                  <a:cubicBezTo>
                    <a:pt x="1271" y="464"/>
                    <a:pt x="1698" y="334"/>
                    <a:pt x="1789" y="176"/>
                  </a:cubicBezTo>
                  <a:cubicBezTo>
                    <a:pt x="1810" y="134"/>
                    <a:pt x="1810" y="85"/>
                    <a:pt x="1782" y="47"/>
                  </a:cubicBezTo>
                  <a:cubicBezTo>
                    <a:pt x="1779" y="40"/>
                    <a:pt x="1775" y="33"/>
                    <a:pt x="1768" y="29"/>
                  </a:cubicBezTo>
                  <a:cubicBezTo>
                    <a:pt x="1753" y="9"/>
                    <a:pt x="1732" y="0"/>
                    <a:pt x="1702" y="0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72" name="Google Shape;4130;p80">
              <a:extLst>
                <a:ext uri="{FF2B5EF4-FFF2-40B4-BE49-F238E27FC236}">
                  <a16:creationId xmlns:a16="http://schemas.microsoft.com/office/drawing/2014/main" id="{64D852FA-976C-0004-465D-60C08492FE3A}"/>
                </a:ext>
              </a:extLst>
            </p:cNvPr>
            <p:cNvSpPr/>
            <p:nvPr/>
          </p:nvSpPr>
          <p:spPr>
            <a:xfrm>
              <a:off x="1051157" y="1420222"/>
              <a:ext cx="5241" cy="3965"/>
            </a:xfrm>
            <a:custGeom>
              <a:avLst/>
              <a:gdLst/>
              <a:ahLst/>
              <a:cxnLst/>
              <a:rect l="l" t="t" r="r" b="b"/>
              <a:pathLst>
                <a:path w="386" h="292" extrusionOk="0">
                  <a:moveTo>
                    <a:pt x="385" y="0"/>
                  </a:moveTo>
                  <a:cubicBezTo>
                    <a:pt x="312" y="49"/>
                    <a:pt x="252" y="88"/>
                    <a:pt x="203" y="112"/>
                  </a:cubicBezTo>
                  <a:cubicBezTo>
                    <a:pt x="123" y="151"/>
                    <a:pt x="53" y="210"/>
                    <a:pt x="0" y="287"/>
                  </a:cubicBezTo>
                  <a:cubicBezTo>
                    <a:pt x="14" y="291"/>
                    <a:pt x="28" y="291"/>
                    <a:pt x="46" y="291"/>
                  </a:cubicBezTo>
                  <a:cubicBezTo>
                    <a:pt x="57" y="291"/>
                    <a:pt x="68" y="292"/>
                    <a:pt x="79" y="292"/>
                  </a:cubicBezTo>
                  <a:cubicBezTo>
                    <a:pt x="188" y="292"/>
                    <a:pt x="281" y="261"/>
                    <a:pt x="322" y="210"/>
                  </a:cubicBezTo>
                  <a:cubicBezTo>
                    <a:pt x="340" y="189"/>
                    <a:pt x="347" y="158"/>
                    <a:pt x="340" y="130"/>
                  </a:cubicBezTo>
                  <a:cubicBezTo>
                    <a:pt x="333" y="84"/>
                    <a:pt x="350" y="35"/>
                    <a:pt x="385" y="0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73" name="Google Shape;4131;p80">
              <a:extLst>
                <a:ext uri="{FF2B5EF4-FFF2-40B4-BE49-F238E27FC236}">
                  <a16:creationId xmlns:a16="http://schemas.microsoft.com/office/drawing/2014/main" id="{2E04AAB9-7DDC-D33F-8358-3DDD1079CAA9}"/>
                </a:ext>
              </a:extLst>
            </p:cNvPr>
            <p:cNvSpPr/>
            <p:nvPr/>
          </p:nvSpPr>
          <p:spPr>
            <a:xfrm>
              <a:off x="1513458" y="2479960"/>
              <a:ext cx="11663" cy="15465"/>
            </a:xfrm>
            <a:custGeom>
              <a:avLst/>
              <a:gdLst/>
              <a:ahLst/>
              <a:cxnLst/>
              <a:rect l="l" t="t" r="r" b="b"/>
              <a:pathLst>
                <a:path w="859" h="1139" extrusionOk="0">
                  <a:moveTo>
                    <a:pt x="651" y="0"/>
                  </a:moveTo>
                  <a:cubicBezTo>
                    <a:pt x="630" y="4"/>
                    <a:pt x="609" y="7"/>
                    <a:pt x="588" y="14"/>
                  </a:cubicBezTo>
                  <a:cubicBezTo>
                    <a:pt x="224" y="140"/>
                    <a:pt x="98" y="267"/>
                    <a:pt x="147" y="459"/>
                  </a:cubicBezTo>
                  <a:cubicBezTo>
                    <a:pt x="189" y="610"/>
                    <a:pt x="140" y="774"/>
                    <a:pt x="21" y="872"/>
                  </a:cubicBezTo>
                  <a:lnTo>
                    <a:pt x="0" y="890"/>
                  </a:lnTo>
                  <a:cubicBezTo>
                    <a:pt x="28" y="900"/>
                    <a:pt x="53" y="918"/>
                    <a:pt x="70" y="939"/>
                  </a:cubicBezTo>
                  <a:cubicBezTo>
                    <a:pt x="116" y="991"/>
                    <a:pt x="168" y="1040"/>
                    <a:pt x="221" y="1086"/>
                  </a:cubicBezTo>
                  <a:cubicBezTo>
                    <a:pt x="130" y="862"/>
                    <a:pt x="186" y="757"/>
                    <a:pt x="228" y="715"/>
                  </a:cubicBezTo>
                  <a:cubicBezTo>
                    <a:pt x="259" y="683"/>
                    <a:pt x="301" y="666"/>
                    <a:pt x="347" y="666"/>
                  </a:cubicBezTo>
                  <a:cubicBezTo>
                    <a:pt x="371" y="666"/>
                    <a:pt x="399" y="669"/>
                    <a:pt x="424" y="680"/>
                  </a:cubicBezTo>
                  <a:cubicBezTo>
                    <a:pt x="511" y="715"/>
                    <a:pt x="525" y="830"/>
                    <a:pt x="539" y="956"/>
                  </a:cubicBezTo>
                  <a:cubicBezTo>
                    <a:pt x="546" y="1012"/>
                    <a:pt x="560" y="1121"/>
                    <a:pt x="585" y="1138"/>
                  </a:cubicBezTo>
                  <a:cubicBezTo>
                    <a:pt x="592" y="1135"/>
                    <a:pt x="599" y="1135"/>
                    <a:pt x="602" y="1131"/>
                  </a:cubicBezTo>
                  <a:cubicBezTo>
                    <a:pt x="630" y="1117"/>
                    <a:pt x="637" y="1107"/>
                    <a:pt x="641" y="1103"/>
                  </a:cubicBezTo>
                  <a:cubicBezTo>
                    <a:pt x="644" y="1086"/>
                    <a:pt x="616" y="1040"/>
                    <a:pt x="595" y="1012"/>
                  </a:cubicBezTo>
                  <a:cubicBezTo>
                    <a:pt x="557" y="946"/>
                    <a:pt x="504" y="862"/>
                    <a:pt x="546" y="774"/>
                  </a:cubicBezTo>
                  <a:cubicBezTo>
                    <a:pt x="585" y="687"/>
                    <a:pt x="690" y="655"/>
                    <a:pt x="781" y="627"/>
                  </a:cubicBezTo>
                  <a:cubicBezTo>
                    <a:pt x="806" y="620"/>
                    <a:pt x="837" y="610"/>
                    <a:pt x="858" y="599"/>
                  </a:cubicBezTo>
                  <a:cubicBezTo>
                    <a:pt x="846" y="590"/>
                    <a:pt x="833" y="586"/>
                    <a:pt x="817" y="586"/>
                  </a:cubicBezTo>
                  <a:cubicBezTo>
                    <a:pt x="791" y="586"/>
                    <a:pt x="758" y="597"/>
                    <a:pt x="707" y="617"/>
                  </a:cubicBezTo>
                  <a:cubicBezTo>
                    <a:pt x="657" y="635"/>
                    <a:pt x="597" y="656"/>
                    <a:pt x="535" y="656"/>
                  </a:cubicBezTo>
                  <a:cubicBezTo>
                    <a:pt x="478" y="656"/>
                    <a:pt x="419" y="637"/>
                    <a:pt x="364" y="578"/>
                  </a:cubicBezTo>
                  <a:cubicBezTo>
                    <a:pt x="294" y="505"/>
                    <a:pt x="231" y="424"/>
                    <a:pt x="252" y="340"/>
                  </a:cubicBezTo>
                  <a:cubicBezTo>
                    <a:pt x="270" y="253"/>
                    <a:pt x="350" y="207"/>
                    <a:pt x="469" y="158"/>
                  </a:cubicBezTo>
                  <a:cubicBezTo>
                    <a:pt x="546" y="126"/>
                    <a:pt x="609" y="70"/>
                    <a:pt x="651" y="0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74" name="Google Shape;4132;p80">
              <a:extLst>
                <a:ext uri="{FF2B5EF4-FFF2-40B4-BE49-F238E27FC236}">
                  <a16:creationId xmlns:a16="http://schemas.microsoft.com/office/drawing/2014/main" id="{9D93DA8A-D459-330A-9003-76F7D01932E4}"/>
                </a:ext>
              </a:extLst>
            </p:cNvPr>
            <p:cNvSpPr/>
            <p:nvPr/>
          </p:nvSpPr>
          <p:spPr>
            <a:xfrm>
              <a:off x="1506995" y="2482186"/>
              <a:ext cx="4956" cy="2743"/>
            </a:xfrm>
            <a:custGeom>
              <a:avLst/>
              <a:gdLst/>
              <a:ahLst/>
              <a:cxnLst/>
              <a:rect l="l" t="t" r="r" b="b"/>
              <a:pathLst>
                <a:path w="365" h="202" extrusionOk="0">
                  <a:moveTo>
                    <a:pt x="323" y="1"/>
                  </a:moveTo>
                  <a:cubicBezTo>
                    <a:pt x="302" y="1"/>
                    <a:pt x="243" y="33"/>
                    <a:pt x="207" y="54"/>
                  </a:cubicBezTo>
                  <a:cubicBezTo>
                    <a:pt x="140" y="96"/>
                    <a:pt x="74" y="127"/>
                    <a:pt x="0" y="152"/>
                  </a:cubicBezTo>
                  <a:cubicBezTo>
                    <a:pt x="11" y="159"/>
                    <a:pt x="21" y="169"/>
                    <a:pt x="32" y="176"/>
                  </a:cubicBezTo>
                  <a:cubicBezTo>
                    <a:pt x="53" y="194"/>
                    <a:pt x="86" y="202"/>
                    <a:pt x="122" y="202"/>
                  </a:cubicBezTo>
                  <a:cubicBezTo>
                    <a:pt x="180" y="202"/>
                    <a:pt x="248" y="181"/>
                    <a:pt x="298" y="145"/>
                  </a:cubicBezTo>
                  <a:cubicBezTo>
                    <a:pt x="350" y="106"/>
                    <a:pt x="364" y="64"/>
                    <a:pt x="343" y="25"/>
                  </a:cubicBezTo>
                  <a:cubicBezTo>
                    <a:pt x="333" y="8"/>
                    <a:pt x="326" y="1"/>
                    <a:pt x="326" y="1"/>
                  </a:cubicBezTo>
                  <a:cubicBezTo>
                    <a:pt x="325" y="1"/>
                    <a:pt x="324" y="1"/>
                    <a:pt x="323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75" name="Google Shape;4133;p80">
              <a:extLst>
                <a:ext uri="{FF2B5EF4-FFF2-40B4-BE49-F238E27FC236}">
                  <a16:creationId xmlns:a16="http://schemas.microsoft.com/office/drawing/2014/main" id="{C78D850D-5A79-89DF-455D-1B854181D99B}"/>
                </a:ext>
              </a:extLst>
            </p:cNvPr>
            <p:cNvSpPr/>
            <p:nvPr/>
          </p:nvSpPr>
          <p:spPr>
            <a:xfrm>
              <a:off x="1039073" y="1557966"/>
              <a:ext cx="1344" cy="4155"/>
            </a:xfrm>
            <a:custGeom>
              <a:avLst/>
              <a:gdLst/>
              <a:ahLst/>
              <a:cxnLst/>
              <a:rect l="l" t="t" r="r" b="b"/>
              <a:pathLst>
                <a:path w="99" h="306" extrusionOk="0">
                  <a:moveTo>
                    <a:pt x="57" y="1"/>
                  </a:moveTo>
                  <a:cubicBezTo>
                    <a:pt x="50" y="1"/>
                    <a:pt x="43" y="4"/>
                    <a:pt x="39" y="11"/>
                  </a:cubicBezTo>
                  <a:cubicBezTo>
                    <a:pt x="4" y="53"/>
                    <a:pt x="1" y="169"/>
                    <a:pt x="64" y="270"/>
                  </a:cubicBezTo>
                  <a:cubicBezTo>
                    <a:pt x="71" y="281"/>
                    <a:pt x="78" y="291"/>
                    <a:pt x="85" y="305"/>
                  </a:cubicBezTo>
                  <a:cubicBezTo>
                    <a:pt x="78" y="253"/>
                    <a:pt x="78" y="200"/>
                    <a:pt x="88" y="148"/>
                  </a:cubicBezTo>
                  <a:cubicBezTo>
                    <a:pt x="99" y="53"/>
                    <a:pt x="99" y="11"/>
                    <a:pt x="74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76" name="Google Shape;4134;p80">
              <a:extLst>
                <a:ext uri="{FF2B5EF4-FFF2-40B4-BE49-F238E27FC236}">
                  <a16:creationId xmlns:a16="http://schemas.microsoft.com/office/drawing/2014/main" id="{1C4BB690-927D-26F6-4DC0-88BB7CC96FDB}"/>
                </a:ext>
              </a:extLst>
            </p:cNvPr>
            <p:cNvSpPr/>
            <p:nvPr/>
          </p:nvSpPr>
          <p:spPr>
            <a:xfrm>
              <a:off x="1493960" y="2432982"/>
              <a:ext cx="1589" cy="1168"/>
            </a:xfrm>
            <a:custGeom>
              <a:avLst/>
              <a:gdLst/>
              <a:ahLst/>
              <a:cxnLst/>
              <a:rect l="l" t="t" r="r" b="b"/>
              <a:pathLst>
                <a:path w="117" h="86" extrusionOk="0">
                  <a:moveTo>
                    <a:pt x="18" y="0"/>
                  </a:moveTo>
                  <a:cubicBezTo>
                    <a:pt x="12" y="0"/>
                    <a:pt x="7" y="1"/>
                    <a:pt x="1" y="2"/>
                  </a:cubicBezTo>
                  <a:cubicBezTo>
                    <a:pt x="43" y="26"/>
                    <a:pt x="78" y="54"/>
                    <a:pt x="113" y="86"/>
                  </a:cubicBezTo>
                  <a:cubicBezTo>
                    <a:pt x="116" y="75"/>
                    <a:pt x="113" y="61"/>
                    <a:pt x="109" y="51"/>
                  </a:cubicBezTo>
                  <a:cubicBezTo>
                    <a:pt x="102" y="30"/>
                    <a:pt x="88" y="12"/>
                    <a:pt x="67" y="9"/>
                  </a:cubicBezTo>
                  <a:cubicBezTo>
                    <a:pt x="52" y="3"/>
                    <a:pt x="35" y="0"/>
                    <a:pt x="18" y="0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77" name="Google Shape;4135;p80">
              <a:extLst>
                <a:ext uri="{FF2B5EF4-FFF2-40B4-BE49-F238E27FC236}">
                  <a16:creationId xmlns:a16="http://schemas.microsoft.com/office/drawing/2014/main" id="{FEDD0FBB-61F8-E909-8621-CF38EBB8231D}"/>
                </a:ext>
              </a:extLst>
            </p:cNvPr>
            <p:cNvSpPr/>
            <p:nvPr/>
          </p:nvSpPr>
          <p:spPr>
            <a:xfrm>
              <a:off x="1496866" y="2484630"/>
              <a:ext cx="7006" cy="4331"/>
            </a:xfrm>
            <a:custGeom>
              <a:avLst/>
              <a:gdLst/>
              <a:ahLst/>
              <a:cxnLst/>
              <a:rect l="l" t="t" r="r" b="b"/>
              <a:pathLst>
                <a:path w="516" h="319" extrusionOk="0">
                  <a:moveTo>
                    <a:pt x="479" y="0"/>
                  </a:moveTo>
                  <a:cubicBezTo>
                    <a:pt x="397" y="0"/>
                    <a:pt x="319" y="41"/>
                    <a:pt x="274" y="108"/>
                  </a:cubicBezTo>
                  <a:cubicBezTo>
                    <a:pt x="231" y="159"/>
                    <a:pt x="182" y="217"/>
                    <a:pt x="89" y="217"/>
                  </a:cubicBezTo>
                  <a:cubicBezTo>
                    <a:pt x="67" y="217"/>
                    <a:pt x="42" y="213"/>
                    <a:pt x="15" y="206"/>
                  </a:cubicBezTo>
                  <a:lnTo>
                    <a:pt x="1" y="203"/>
                  </a:lnTo>
                  <a:lnTo>
                    <a:pt x="1" y="203"/>
                  </a:lnTo>
                  <a:cubicBezTo>
                    <a:pt x="46" y="217"/>
                    <a:pt x="88" y="231"/>
                    <a:pt x="137" y="245"/>
                  </a:cubicBezTo>
                  <a:cubicBezTo>
                    <a:pt x="215" y="275"/>
                    <a:pt x="338" y="318"/>
                    <a:pt x="387" y="318"/>
                  </a:cubicBezTo>
                  <a:cubicBezTo>
                    <a:pt x="389" y="318"/>
                    <a:pt x="391" y="318"/>
                    <a:pt x="393" y="318"/>
                  </a:cubicBezTo>
                  <a:cubicBezTo>
                    <a:pt x="386" y="199"/>
                    <a:pt x="428" y="84"/>
                    <a:pt x="515" y="3"/>
                  </a:cubicBezTo>
                  <a:cubicBezTo>
                    <a:pt x="503" y="1"/>
                    <a:pt x="491" y="0"/>
                    <a:pt x="479" y="0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78" name="Google Shape;4136;p80">
              <a:extLst>
                <a:ext uri="{FF2B5EF4-FFF2-40B4-BE49-F238E27FC236}">
                  <a16:creationId xmlns:a16="http://schemas.microsoft.com/office/drawing/2014/main" id="{A564C60A-B479-9EEA-D721-C065B3FF6C45}"/>
                </a:ext>
              </a:extLst>
            </p:cNvPr>
            <p:cNvSpPr/>
            <p:nvPr/>
          </p:nvSpPr>
          <p:spPr>
            <a:xfrm>
              <a:off x="1412930" y="1447825"/>
              <a:ext cx="2200" cy="1643"/>
            </a:xfrm>
            <a:custGeom>
              <a:avLst/>
              <a:gdLst/>
              <a:ahLst/>
              <a:cxnLst/>
              <a:rect l="l" t="t" r="r" b="b"/>
              <a:pathLst>
                <a:path w="162" h="121" extrusionOk="0">
                  <a:moveTo>
                    <a:pt x="58" y="1"/>
                  </a:moveTo>
                  <a:cubicBezTo>
                    <a:pt x="56" y="1"/>
                    <a:pt x="54" y="1"/>
                    <a:pt x="53" y="1"/>
                  </a:cubicBezTo>
                  <a:lnTo>
                    <a:pt x="39" y="1"/>
                  </a:lnTo>
                  <a:cubicBezTo>
                    <a:pt x="25" y="1"/>
                    <a:pt x="7" y="12"/>
                    <a:pt x="0" y="26"/>
                  </a:cubicBezTo>
                  <a:cubicBezTo>
                    <a:pt x="0" y="33"/>
                    <a:pt x="14" y="57"/>
                    <a:pt x="77" y="82"/>
                  </a:cubicBezTo>
                  <a:cubicBezTo>
                    <a:pt x="105" y="92"/>
                    <a:pt x="133" y="106"/>
                    <a:pt x="161" y="120"/>
                  </a:cubicBezTo>
                  <a:cubicBezTo>
                    <a:pt x="133" y="96"/>
                    <a:pt x="109" y="61"/>
                    <a:pt x="91" y="26"/>
                  </a:cubicBezTo>
                  <a:cubicBezTo>
                    <a:pt x="85" y="13"/>
                    <a:pt x="73" y="1"/>
                    <a:pt x="58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79" name="Google Shape;4137;p80">
              <a:extLst>
                <a:ext uri="{FF2B5EF4-FFF2-40B4-BE49-F238E27FC236}">
                  <a16:creationId xmlns:a16="http://schemas.microsoft.com/office/drawing/2014/main" id="{8B4E9034-F139-D786-30CD-F5CD68882419}"/>
                </a:ext>
              </a:extLst>
            </p:cNvPr>
            <p:cNvSpPr/>
            <p:nvPr/>
          </p:nvSpPr>
          <p:spPr>
            <a:xfrm>
              <a:off x="1375700" y="1460860"/>
              <a:ext cx="14419" cy="6721"/>
            </a:xfrm>
            <a:custGeom>
              <a:avLst/>
              <a:gdLst/>
              <a:ahLst/>
              <a:cxnLst/>
              <a:rect l="l" t="t" r="r" b="b"/>
              <a:pathLst>
                <a:path w="1062" h="495" extrusionOk="0">
                  <a:moveTo>
                    <a:pt x="88" y="0"/>
                  </a:moveTo>
                  <a:cubicBezTo>
                    <a:pt x="22" y="0"/>
                    <a:pt x="1" y="14"/>
                    <a:pt x="1" y="18"/>
                  </a:cubicBezTo>
                  <a:cubicBezTo>
                    <a:pt x="1" y="21"/>
                    <a:pt x="8" y="88"/>
                    <a:pt x="141" y="186"/>
                  </a:cubicBezTo>
                  <a:cubicBezTo>
                    <a:pt x="367" y="355"/>
                    <a:pt x="585" y="495"/>
                    <a:pt x="936" y="495"/>
                  </a:cubicBezTo>
                  <a:cubicBezTo>
                    <a:pt x="971" y="495"/>
                    <a:pt x="1007" y="493"/>
                    <a:pt x="1044" y="490"/>
                  </a:cubicBezTo>
                  <a:lnTo>
                    <a:pt x="1062" y="490"/>
                  </a:lnTo>
                  <a:cubicBezTo>
                    <a:pt x="925" y="424"/>
                    <a:pt x="792" y="350"/>
                    <a:pt x="663" y="266"/>
                  </a:cubicBezTo>
                  <a:cubicBezTo>
                    <a:pt x="466" y="147"/>
                    <a:pt x="246" y="14"/>
                    <a:pt x="134" y="0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80" name="Google Shape;4138;p80">
              <a:extLst>
                <a:ext uri="{FF2B5EF4-FFF2-40B4-BE49-F238E27FC236}">
                  <a16:creationId xmlns:a16="http://schemas.microsoft.com/office/drawing/2014/main" id="{410D51EB-B374-CDE9-D4AF-8F7BB2247FD5}"/>
                </a:ext>
              </a:extLst>
            </p:cNvPr>
            <p:cNvSpPr/>
            <p:nvPr/>
          </p:nvSpPr>
          <p:spPr>
            <a:xfrm>
              <a:off x="1518536" y="1659444"/>
              <a:ext cx="3150" cy="2729"/>
            </a:xfrm>
            <a:custGeom>
              <a:avLst/>
              <a:gdLst/>
              <a:ahLst/>
              <a:cxnLst/>
              <a:rect l="l" t="t" r="r" b="b"/>
              <a:pathLst>
                <a:path w="232" h="201" extrusionOk="0">
                  <a:moveTo>
                    <a:pt x="232" y="1"/>
                  </a:moveTo>
                  <a:lnTo>
                    <a:pt x="186" y="36"/>
                  </a:lnTo>
                  <a:cubicBezTo>
                    <a:pt x="130" y="85"/>
                    <a:pt x="57" y="148"/>
                    <a:pt x="1" y="200"/>
                  </a:cubicBezTo>
                  <a:cubicBezTo>
                    <a:pt x="85" y="141"/>
                    <a:pt x="162" y="74"/>
                    <a:pt x="232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81" name="Google Shape;4139;p80">
              <a:extLst>
                <a:ext uri="{FF2B5EF4-FFF2-40B4-BE49-F238E27FC236}">
                  <a16:creationId xmlns:a16="http://schemas.microsoft.com/office/drawing/2014/main" id="{CDFB3D26-3ADF-CD79-3912-F9ED20E67D55}"/>
                </a:ext>
              </a:extLst>
            </p:cNvPr>
            <p:cNvSpPr/>
            <p:nvPr/>
          </p:nvSpPr>
          <p:spPr>
            <a:xfrm>
              <a:off x="2136230" y="2173135"/>
              <a:ext cx="92123" cy="91879"/>
            </a:xfrm>
            <a:custGeom>
              <a:avLst/>
              <a:gdLst/>
              <a:ahLst/>
              <a:cxnLst/>
              <a:rect l="l" t="t" r="r" b="b"/>
              <a:pathLst>
                <a:path w="6785" h="6767" extrusionOk="0">
                  <a:moveTo>
                    <a:pt x="298" y="1"/>
                  </a:moveTo>
                  <a:cubicBezTo>
                    <a:pt x="242" y="8"/>
                    <a:pt x="189" y="43"/>
                    <a:pt x="168" y="99"/>
                  </a:cubicBezTo>
                  <a:lnTo>
                    <a:pt x="154" y="127"/>
                  </a:lnTo>
                  <a:lnTo>
                    <a:pt x="0" y="169"/>
                  </a:lnTo>
                  <a:cubicBezTo>
                    <a:pt x="11" y="316"/>
                    <a:pt x="133" y="571"/>
                    <a:pt x="294" y="795"/>
                  </a:cubicBezTo>
                  <a:cubicBezTo>
                    <a:pt x="490" y="1054"/>
                    <a:pt x="718" y="1530"/>
                    <a:pt x="841" y="1933"/>
                  </a:cubicBezTo>
                  <a:cubicBezTo>
                    <a:pt x="900" y="2133"/>
                    <a:pt x="1026" y="2350"/>
                    <a:pt x="1145" y="2560"/>
                  </a:cubicBezTo>
                  <a:cubicBezTo>
                    <a:pt x="1254" y="2745"/>
                    <a:pt x="1355" y="2924"/>
                    <a:pt x="1397" y="3071"/>
                  </a:cubicBezTo>
                  <a:cubicBezTo>
                    <a:pt x="1446" y="3235"/>
                    <a:pt x="1429" y="3435"/>
                    <a:pt x="1411" y="3610"/>
                  </a:cubicBezTo>
                  <a:cubicBezTo>
                    <a:pt x="1397" y="3760"/>
                    <a:pt x="1383" y="3907"/>
                    <a:pt x="1418" y="3984"/>
                  </a:cubicBezTo>
                  <a:cubicBezTo>
                    <a:pt x="1516" y="4195"/>
                    <a:pt x="1572" y="4545"/>
                    <a:pt x="1618" y="4860"/>
                  </a:cubicBezTo>
                  <a:cubicBezTo>
                    <a:pt x="1628" y="4919"/>
                    <a:pt x="1635" y="4986"/>
                    <a:pt x="1642" y="5059"/>
                  </a:cubicBezTo>
                  <a:cubicBezTo>
                    <a:pt x="1681" y="5402"/>
                    <a:pt x="1740" y="5924"/>
                    <a:pt x="1971" y="6148"/>
                  </a:cubicBezTo>
                  <a:cubicBezTo>
                    <a:pt x="2097" y="6278"/>
                    <a:pt x="2209" y="6418"/>
                    <a:pt x="2304" y="6568"/>
                  </a:cubicBezTo>
                  <a:cubicBezTo>
                    <a:pt x="2328" y="6572"/>
                    <a:pt x="2353" y="6575"/>
                    <a:pt x="2377" y="6575"/>
                  </a:cubicBezTo>
                  <a:lnTo>
                    <a:pt x="2433" y="6575"/>
                  </a:lnTo>
                  <a:lnTo>
                    <a:pt x="2433" y="6565"/>
                  </a:lnTo>
                  <a:cubicBezTo>
                    <a:pt x="2447" y="6474"/>
                    <a:pt x="2496" y="6397"/>
                    <a:pt x="2570" y="6344"/>
                  </a:cubicBezTo>
                  <a:cubicBezTo>
                    <a:pt x="2573" y="6341"/>
                    <a:pt x="2577" y="6337"/>
                    <a:pt x="2584" y="6334"/>
                  </a:cubicBezTo>
                  <a:cubicBezTo>
                    <a:pt x="2587" y="6330"/>
                    <a:pt x="2598" y="6323"/>
                    <a:pt x="2608" y="6316"/>
                  </a:cubicBezTo>
                  <a:cubicBezTo>
                    <a:pt x="2619" y="6309"/>
                    <a:pt x="2633" y="6306"/>
                    <a:pt x="2647" y="6302"/>
                  </a:cubicBezTo>
                  <a:cubicBezTo>
                    <a:pt x="2657" y="6299"/>
                    <a:pt x="2668" y="6295"/>
                    <a:pt x="2679" y="6295"/>
                  </a:cubicBezTo>
                  <a:lnTo>
                    <a:pt x="2714" y="6295"/>
                  </a:lnTo>
                  <a:cubicBezTo>
                    <a:pt x="2717" y="6293"/>
                    <a:pt x="2721" y="6292"/>
                    <a:pt x="2724" y="6292"/>
                  </a:cubicBezTo>
                  <a:cubicBezTo>
                    <a:pt x="2728" y="6292"/>
                    <a:pt x="2731" y="6293"/>
                    <a:pt x="2735" y="6295"/>
                  </a:cubicBezTo>
                  <a:lnTo>
                    <a:pt x="2742" y="6295"/>
                  </a:lnTo>
                  <a:lnTo>
                    <a:pt x="2763" y="6299"/>
                  </a:lnTo>
                  <a:lnTo>
                    <a:pt x="2770" y="6302"/>
                  </a:lnTo>
                  <a:cubicBezTo>
                    <a:pt x="2777" y="6302"/>
                    <a:pt x="2784" y="6309"/>
                    <a:pt x="2791" y="6313"/>
                  </a:cubicBezTo>
                  <a:cubicBezTo>
                    <a:pt x="2801" y="6316"/>
                    <a:pt x="2808" y="6320"/>
                    <a:pt x="2812" y="6327"/>
                  </a:cubicBezTo>
                  <a:lnTo>
                    <a:pt x="2819" y="6330"/>
                  </a:lnTo>
                  <a:cubicBezTo>
                    <a:pt x="2826" y="6337"/>
                    <a:pt x="2829" y="6341"/>
                    <a:pt x="2836" y="6344"/>
                  </a:cubicBezTo>
                  <a:lnTo>
                    <a:pt x="2840" y="6351"/>
                  </a:lnTo>
                  <a:cubicBezTo>
                    <a:pt x="2847" y="6358"/>
                    <a:pt x="2854" y="6369"/>
                    <a:pt x="2861" y="6376"/>
                  </a:cubicBezTo>
                  <a:cubicBezTo>
                    <a:pt x="2899" y="6435"/>
                    <a:pt x="2927" y="6502"/>
                    <a:pt x="2948" y="6572"/>
                  </a:cubicBezTo>
                  <a:cubicBezTo>
                    <a:pt x="2983" y="6687"/>
                    <a:pt x="3001" y="6736"/>
                    <a:pt x="3099" y="6736"/>
                  </a:cubicBezTo>
                  <a:cubicBezTo>
                    <a:pt x="3169" y="6736"/>
                    <a:pt x="3256" y="6743"/>
                    <a:pt x="3344" y="6750"/>
                  </a:cubicBezTo>
                  <a:cubicBezTo>
                    <a:pt x="3417" y="6756"/>
                    <a:pt x="3527" y="6766"/>
                    <a:pt x="3613" y="6766"/>
                  </a:cubicBezTo>
                  <a:cubicBezTo>
                    <a:pt x="3674" y="6766"/>
                    <a:pt x="3723" y="6761"/>
                    <a:pt x="3739" y="6747"/>
                  </a:cubicBezTo>
                  <a:cubicBezTo>
                    <a:pt x="3781" y="6698"/>
                    <a:pt x="3834" y="6656"/>
                    <a:pt x="3893" y="6624"/>
                  </a:cubicBezTo>
                  <a:cubicBezTo>
                    <a:pt x="3981" y="6568"/>
                    <a:pt x="4082" y="6505"/>
                    <a:pt x="4082" y="6428"/>
                  </a:cubicBezTo>
                  <a:lnTo>
                    <a:pt x="4082" y="2826"/>
                  </a:lnTo>
                  <a:cubicBezTo>
                    <a:pt x="4082" y="2707"/>
                    <a:pt x="4229" y="2700"/>
                    <a:pt x="4369" y="2689"/>
                  </a:cubicBezTo>
                  <a:cubicBezTo>
                    <a:pt x="4474" y="2682"/>
                    <a:pt x="4632" y="2672"/>
                    <a:pt x="4632" y="2616"/>
                  </a:cubicBezTo>
                  <a:lnTo>
                    <a:pt x="4632" y="680"/>
                  </a:lnTo>
                  <a:lnTo>
                    <a:pt x="4695" y="673"/>
                  </a:lnTo>
                  <a:cubicBezTo>
                    <a:pt x="4804" y="666"/>
                    <a:pt x="5112" y="638"/>
                    <a:pt x="5199" y="610"/>
                  </a:cubicBezTo>
                  <a:cubicBezTo>
                    <a:pt x="5227" y="603"/>
                    <a:pt x="5280" y="582"/>
                    <a:pt x="5339" y="557"/>
                  </a:cubicBezTo>
                  <a:cubicBezTo>
                    <a:pt x="5526" y="477"/>
                    <a:pt x="5676" y="419"/>
                    <a:pt x="5779" y="419"/>
                  </a:cubicBezTo>
                  <a:cubicBezTo>
                    <a:pt x="5814" y="419"/>
                    <a:pt x="5844" y="426"/>
                    <a:pt x="5868" y="442"/>
                  </a:cubicBezTo>
                  <a:cubicBezTo>
                    <a:pt x="5913" y="477"/>
                    <a:pt x="5952" y="515"/>
                    <a:pt x="5990" y="561"/>
                  </a:cubicBezTo>
                  <a:cubicBezTo>
                    <a:pt x="6018" y="592"/>
                    <a:pt x="6046" y="624"/>
                    <a:pt x="6081" y="652"/>
                  </a:cubicBezTo>
                  <a:cubicBezTo>
                    <a:pt x="6134" y="589"/>
                    <a:pt x="6312" y="396"/>
                    <a:pt x="6508" y="396"/>
                  </a:cubicBezTo>
                  <a:lnTo>
                    <a:pt x="6568" y="396"/>
                  </a:lnTo>
                  <a:lnTo>
                    <a:pt x="6582" y="393"/>
                  </a:lnTo>
                  <a:lnTo>
                    <a:pt x="6603" y="389"/>
                  </a:lnTo>
                  <a:lnTo>
                    <a:pt x="6620" y="386"/>
                  </a:lnTo>
                  <a:lnTo>
                    <a:pt x="6638" y="386"/>
                  </a:lnTo>
                  <a:lnTo>
                    <a:pt x="6659" y="379"/>
                  </a:lnTo>
                  <a:lnTo>
                    <a:pt x="6676" y="375"/>
                  </a:lnTo>
                  <a:lnTo>
                    <a:pt x="6697" y="372"/>
                  </a:lnTo>
                  <a:lnTo>
                    <a:pt x="6711" y="368"/>
                  </a:lnTo>
                  <a:lnTo>
                    <a:pt x="6743" y="361"/>
                  </a:lnTo>
                  <a:lnTo>
                    <a:pt x="6746" y="361"/>
                  </a:lnTo>
                  <a:lnTo>
                    <a:pt x="6778" y="354"/>
                  </a:lnTo>
                  <a:lnTo>
                    <a:pt x="6785" y="354"/>
                  </a:lnTo>
                  <a:cubicBezTo>
                    <a:pt x="6781" y="347"/>
                    <a:pt x="6778" y="340"/>
                    <a:pt x="6778" y="337"/>
                  </a:cubicBezTo>
                  <a:cubicBezTo>
                    <a:pt x="6774" y="330"/>
                    <a:pt x="6774" y="330"/>
                    <a:pt x="6774" y="326"/>
                  </a:cubicBezTo>
                  <a:cubicBezTo>
                    <a:pt x="6771" y="316"/>
                    <a:pt x="6771" y="305"/>
                    <a:pt x="6767" y="295"/>
                  </a:cubicBezTo>
                  <a:cubicBezTo>
                    <a:pt x="6745" y="288"/>
                    <a:pt x="6700" y="284"/>
                    <a:pt x="6640" y="284"/>
                  </a:cubicBezTo>
                  <a:cubicBezTo>
                    <a:pt x="6579" y="284"/>
                    <a:pt x="6503" y="288"/>
                    <a:pt x="6417" y="295"/>
                  </a:cubicBezTo>
                  <a:lnTo>
                    <a:pt x="6414" y="295"/>
                  </a:lnTo>
                  <a:lnTo>
                    <a:pt x="6372" y="302"/>
                  </a:lnTo>
                  <a:lnTo>
                    <a:pt x="6263" y="312"/>
                  </a:lnTo>
                  <a:lnTo>
                    <a:pt x="6225" y="319"/>
                  </a:lnTo>
                  <a:lnTo>
                    <a:pt x="6211" y="319"/>
                  </a:lnTo>
                  <a:cubicBezTo>
                    <a:pt x="6095" y="333"/>
                    <a:pt x="5969" y="354"/>
                    <a:pt x="5850" y="379"/>
                  </a:cubicBezTo>
                  <a:cubicBezTo>
                    <a:pt x="5777" y="393"/>
                    <a:pt x="5738" y="403"/>
                    <a:pt x="5717" y="410"/>
                  </a:cubicBezTo>
                  <a:lnTo>
                    <a:pt x="5707" y="414"/>
                  </a:lnTo>
                  <a:lnTo>
                    <a:pt x="5679" y="421"/>
                  </a:lnTo>
                  <a:lnTo>
                    <a:pt x="5668" y="424"/>
                  </a:lnTo>
                  <a:lnTo>
                    <a:pt x="5640" y="431"/>
                  </a:lnTo>
                  <a:lnTo>
                    <a:pt x="5630" y="431"/>
                  </a:lnTo>
                  <a:lnTo>
                    <a:pt x="5591" y="442"/>
                  </a:lnTo>
                  <a:lnTo>
                    <a:pt x="5574" y="445"/>
                  </a:lnTo>
                  <a:lnTo>
                    <a:pt x="5539" y="452"/>
                  </a:lnTo>
                  <a:lnTo>
                    <a:pt x="5525" y="456"/>
                  </a:lnTo>
                  <a:lnTo>
                    <a:pt x="5476" y="463"/>
                  </a:lnTo>
                  <a:lnTo>
                    <a:pt x="5458" y="466"/>
                  </a:lnTo>
                  <a:lnTo>
                    <a:pt x="5420" y="473"/>
                  </a:lnTo>
                  <a:lnTo>
                    <a:pt x="5402" y="477"/>
                  </a:lnTo>
                  <a:lnTo>
                    <a:pt x="5346" y="484"/>
                  </a:lnTo>
                  <a:lnTo>
                    <a:pt x="5332" y="484"/>
                  </a:lnTo>
                  <a:lnTo>
                    <a:pt x="5283" y="491"/>
                  </a:lnTo>
                  <a:lnTo>
                    <a:pt x="5266" y="491"/>
                  </a:lnTo>
                  <a:lnTo>
                    <a:pt x="5206" y="494"/>
                  </a:lnTo>
                  <a:lnTo>
                    <a:pt x="5203" y="494"/>
                  </a:lnTo>
                  <a:lnTo>
                    <a:pt x="5147" y="498"/>
                  </a:lnTo>
                  <a:lnTo>
                    <a:pt x="5007" y="498"/>
                  </a:lnTo>
                  <a:cubicBezTo>
                    <a:pt x="4989" y="498"/>
                    <a:pt x="4972" y="498"/>
                    <a:pt x="4954" y="494"/>
                  </a:cubicBezTo>
                  <a:lnTo>
                    <a:pt x="4947" y="494"/>
                  </a:lnTo>
                  <a:cubicBezTo>
                    <a:pt x="4933" y="491"/>
                    <a:pt x="4919" y="491"/>
                    <a:pt x="4905" y="487"/>
                  </a:cubicBezTo>
                  <a:lnTo>
                    <a:pt x="4898" y="487"/>
                  </a:lnTo>
                  <a:cubicBezTo>
                    <a:pt x="4881" y="484"/>
                    <a:pt x="4867" y="480"/>
                    <a:pt x="4853" y="477"/>
                  </a:cubicBezTo>
                  <a:lnTo>
                    <a:pt x="4846" y="473"/>
                  </a:lnTo>
                  <a:cubicBezTo>
                    <a:pt x="4832" y="470"/>
                    <a:pt x="4821" y="466"/>
                    <a:pt x="4811" y="459"/>
                  </a:cubicBezTo>
                  <a:cubicBezTo>
                    <a:pt x="4768" y="439"/>
                    <a:pt x="4635" y="431"/>
                    <a:pt x="4464" y="431"/>
                  </a:cubicBezTo>
                  <a:cubicBezTo>
                    <a:pt x="4218" y="431"/>
                    <a:pt x="3892" y="447"/>
                    <a:pt x="3641" y="466"/>
                  </a:cubicBezTo>
                  <a:lnTo>
                    <a:pt x="3610" y="470"/>
                  </a:lnTo>
                  <a:lnTo>
                    <a:pt x="3417" y="274"/>
                  </a:lnTo>
                  <a:lnTo>
                    <a:pt x="1555" y="274"/>
                  </a:lnTo>
                  <a:cubicBezTo>
                    <a:pt x="1366" y="274"/>
                    <a:pt x="1212" y="249"/>
                    <a:pt x="1026" y="127"/>
                  </a:cubicBezTo>
                  <a:cubicBezTo>
                    <a:pt x="952" y="77"/>
                    <a:pt x="878" y="53"/>
                    <a:pt x="797" y="53"/>
                  </a:cubicBezTo>
                  <a:cubicBezTo>
                    <a:pt x="728" y="53"/>
                    <a:pt x="654" y="70"/>
                    <a:pt x="571" y="106"/>
                  </a:cubicBezTo>
                  <a:cubicBezTo>
                    <a:pt x="529" y="123"/>
                    <a:pt x="495" y="130"/>
                    <a:pt x="466" y="130"/>
                  </a:cubicBezTo>
                  <a:cubicBezTo>
                    <a:pt x="426" y="130"/>
                    <a:pt x="398" y="116"/>
                    <a:pt x="375" y="95"/>
                  </a:cubicBezTo>
                  <a:cubicBezTo>
                    <a:pt x="357" y="78"/>
                    <a:pt x="343" y="57"/>
                    <a:pt x="333" y="36"/>
                  </a:cubicBezTo>
                  <a:cubicBezTo>
                    <a:pt x="319" y="1"/>
                    <a:pt x="315" y="1"/>
                    <a:pt x="298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82" name="Google Shape;4140;p80">
              <a:extLst>
                <a:ext uri="{FF2B5EF4-FFF2-40B4-BE49-F238E27FC236}">
                  <a16:creationId xmlns:a16="http://schemas.microsoft.com/office/drawing/2014/main" id="{5D1EB384-C1A7-78D7-44D7-5828D97A03B0}"/>
                </a:ext>
              </a:extLst>
            </p:cNvPr>
            <p:cNvSpPr/>
            <p:nvPr/>
          </p:nvSpPr>
          <p:spPr>
            <a:xfrm>
              <a:off x="2231110" y="2162816"/>
              <a:ext cx="55953" cy="49734"/>
            </a:xfrm>
            <a:custGeom>
              <a:avLst/>
              <a:gdLst/>
              <a:ahLst/>
              <a:cxnLst/>
              <a:rect l="l" t="t" r="r" b="b"/>
              <a:pathLst>
                <a:path w="4121" h="3663" extrusionOk="0">
                  <a:moveTo>
                    <a:pt x="2664" y="1"/>
                  </a:moveTo>
                  <a:lnTo>
                    <a:pt x="2248" y="11"/>
                  </a:lnTo>
                  <a:cubicBezTo>
                    <a:pt x="1999" y="81"/>
                    <a:pt x="1999" y="144"/>
                    <a:pt x="1999" y="221"/>
                  </a:cubicBezTo>
                  <a:cubicBezTo>
                    <a:pt x="1999" y="372"/>
                    <a:pt x="1656" y="610"/>
                    <a:pt x="1449" y="673"/>
                  </a:cubicBezTo>
                  <a:cubicBezTo>
                    <a:pt x="1348" y="704"/>
                    <a:pt x="1222" y="883"/>
                    <a:pt x="1120" y="1023"/>
                  </a:cubicBezTo>
                  <a:cubicBezTo>
                    <a:pt x="1022" y="1163"/>
                    <a:pt x="959" y="1251"/>
                    <a:pt x="893" y="1282"/>
                  </a:cubicBezTo>
                  <a:cubicBezTo>
                    <a:pt x="882" y="1289"/>
                    <a:pt x="868" y="1293"/>
                    <a:pt x="854" y="1296"/>
                  </a:cubicBezTo>
                  <a:lnTo>
                    <a:pt x="847" y="1296"/>
                  </a:lnTo>
                  <a:cubicBezTo>
                    <a:pt x="833" y="1300"/>
                    <a:pt x="816" y="1303"/>
                    <a:pt x="802" y="1303"/>
                  </a:cubicBezTo>
                  <a:lnTo>
                    <a:pt x="739" y="1303"/>
                  </a:lnTo>
                  <a:cubicBezTo>
                    <a:pt x="718" y="1303"/>
                    <a:pt x="697" y="1300"/>
                    <a:pt x="676" y="1296"/>
                  </a:cubicBezTo>
                  <a:lnTo>
                    <a:pt x="662" y="1296"/>
                  </a:lnTo>
                  <a:lnTo>
                    <a:pt x="602" y="1286"/>
                  </a:lnTo>
                  <a:lnTo>
                    <a:pt x="592" y="1286"/>
                  </a:lnTo>
                  <a:lnTo>
                    <a:pt x="518" y="1268"/>
                  </a:lnTo>
                  <a:lnTo>
                    <a:pt x="511" y="1268"/>
                  </a:lnTo>
                  <a:lnTo>
                    <a:pt x="438" y="1251"/>
                  </a:lnTo>
                  <a:lnTo>
                    <a:pt x="420" y="1247"/>
                  </a:lnTo>
                  <a:lnTo>
                    <a:pt x="340" y="1223"/>
                  </a:lnTo>
                  <a:cubicBezTo>
                    <a:pt x="280" y="1205"/>
                    <a:pt x="221" y="1191"/>
                    <a:pt x="161" y="1181"/>
                  </a:cubicBezTo>
                  <a:lnTo>
                    <a:pt x="137" y="1181"/>
                  </a:lnTo>
                  <a:cubicBezTo>
                    <a:pt x="116" y="1181"/>
                    <a:pt x="95" y="1184"/>
                    <a:pt x="77" y="1188"/>
                  </a:cubicBezTo>
                  <a:lnTo>
                    <a:pt x="42" y="1191"/>
                  </a:lnTo>
                  <a:lnTo>
                    <a:pt x="7" y="1198"/>
                  </a:lnTo>
                  <a:lnTo>
                    <a:pt x="0" y="1198"/>
                  </a:lnTo>
                  <a:cubicBezTo>
                    <a:pt x="7" y="1212"/>
                    <a:pt x="18" y="1223"/>
                    <a:pt x="25" y="1233"/>
                  </a:cubicBezTo>
                  <a:lnTo>
                    <a:pt x="32" y="1240"/>
                  </a:lnTo>
                  <a:lnTo>
                    <a:pt x="56" y="1272"/>
                  </a:lnTo>
                  <a:lnTo>
                    <a:pt x="63" y="1279"/>
                  </a:lnTo>
                  <a:lnTo>
                    <a:pt x="88" y="1303"/>
                  </a:lnTo>
                  <a:lnTo>
                    <a:pt x="91" y="1307"/>
                  </a:lnTo>
                  <a:lnTo>
                    <a:pt x="116" y="1331"/>
                  </a:lnTo>
                  <a:lnTo>
                    <a:pt x="123" y="1338"/>
                  </a:lnTo>
                  <a:lnTo>
                    <a:pt x="144" y="1359"/>
                  </a:lnTo>
                  <a:lnTo>
                    <a:pt x="147" y="1363"/>
                  </a:lnTo>
                  <a:lnTo>
                    <a:pt x="168" y="1377"/>
                  </a:lnTo>
                  <a:lnTo>
                    <a:pt x="172" y="1380"/>
                  </a:lnTo>
                  <a:lnTo>
                    <a:pt x="189" y="1394"/>
                  </a:lnTo>
                  <a:lnTo>
                    <a:pt x="193" y="1394"/>
                  </a:lnTo>
                  <a:cubicBezTo>
                    <a:pt x="196" y="1394"/>
                    <a:pt x="200" y="1398"/>
                    <a:pt x="207" y="1398"/>
                  </a:cubicBezTo>
                  <a:cubicBezTo>
                    <a:pt x="287" y="1401"/>
                    <a:pt x="315" y="1503"/>
                    <a:pt x="354" y="1664"/>
                  </a:cubicBezTo>
                  <a:cubicBezTo>
                    <a:pt x="392" y="1807"/>
                    <a:pt x="445" y="2024"/>
                    <a:pt x="529" y="2059"/>
                  </a:cubicBezTo>
                  <a:cubicBezTo>
                    <a:pt x="588" y="2087"/>
                    <a:pt x="1117" y="2318"/>
                    <a:pt x="1117" y="2504"/>
                  </a:cubicBezTo>
                  <a:cubicBezTo>
                    <a:pt x="1117" y="2528"/>
                    <a:pt x="1159" y="2584"/>
                    <a:pt x="1194" y="2626"/>
                  </a:cubicBezTo>
                  <a:cubicBezTo>
                    <a:pt x="1260" y="2707"/>
                    <a:pt x="1334" y="2801"/>
                    <a:pt x="1334" y="2914"/>
                  </a:cubicBezTo>
                  <a:cubicBezTo>
                    <a:pt x="1334" y="2977"/>
                    <a:pt x="1383" y="3061"/>
                    <a:pt x="1453" y="3134"/>
                  </a:cubicBezTo>
                  <a:cubicBezTo>
                    <a:pt x="1505" y="3190"/>
                    <a:pt x="1575" y="3225"/>
                    <a:pt x="1649" y="3232"/>
                  </a:cubicBezTo>
                  <a:cubicBezTo>
                    <a:pt x="1658" y="3232"/>
                    <a:pt x="1667" y="3232"/>
                    <a:pt x="1676" y="3232"/>
                  </a:cubicBezTo>
                  <a:cubicBezTo>
                    <a:pt x="1843" y="3232"/>
                    <a:pt x="1957" y="3264"/>
                    <a:pt x="2027" y="3330"/>
                  </a:cubicBezTo>
                  <a:cubicBezTo>
                    <a:pt x="2031" y="3334"/>
                    <a:pt x="2034" y="3337"/>
                    <a:pt x="2034" y="3341"/>
                  </a:cubicBezTo>
                  <a:cubicBezTo>
                    <a:pt x="2041" y="3348"/>
                    <a:pt x="2048" y="3355"/>
                    <a:pt x="2055" y="3365"/>
                  </a:cubicBezTo>
                  <a:cubicBezTo>
                    <a:pt x="2059" y="3369"/>
                    <a:pt x="2062" y="3372"/>
                    <a:pt x="2066" y="3379"/>
                  </a:cubicBezTo>
                  <a:lnTo>
                    <a:pt x="2087" y="3348"/>
                  </a:lnTo>
                  <a:lnTo>
                    <a:pt x="2101" y="3481"/>
                  </a:lnTo>
                  <a:lnTo>
                    <a:pt x="2104" y="3481"/>
                  </a:lnTo>
                  <a:lnTo>
                    <a:pt x="2104" y="3502"/>
                  </a:lnTo>
                  <a:cubicBezTo>
                    <a:pt x="2145" y="3507"/>
                    <a:pt x="2188" y="3510"/>
                    <a:pt x="2230" y="3510"/>
                  </a:cubicBezTo>
                  <a:cubicBezTo>
                    <a:pt x="2245" y="3510"/>
                    <a:pt x="2261" y="3510"/>
                    <a:pt x="2276" y="3509"/>
                  </a:cubicBezTo>
                  <a:cubicBezTo>
                    <a:pt x="2290" y="3508"/>
                    <a:pt x="2304" y="3508"/>
                    <a:pt x="2318" y="3508"/>
                  </a:cubicBezTo>
                  <a:cubicBezTo>
                    <a:pt x="2388" y="3508"/>
                    <a:pt x="2457" y="3515"/>
                    <a:pt x="2524" y="3530"/>
                  </a:cubicBezTo>
                  <a:lnTo>
                    <a:pt x="2531" y="3533"/>
                  </a:lnTo>
                  <a:cubicBezTo>
                    <a:pt x="2542" y="3537"/>
                    <a:pt x="2552" y="3540"/>
                    <a:pt x="2559" y="3544"/>
                  </a:cubicBezTo>
                  <a:cubicBezTo>
                    <a:pt x="2566" y="3544"/>
                    <a:pt x="2570" y="3547"/>
                    <a:pt x="2573" y="3551"/>
                  </a:cubicBezTo>
                  <a:cubicBezTo>
                    <a:pt x="2577" y="3554"/>
                    <a:pt x="2584" y="3558"/>
                    <a:pt x="2591" y="3565"/>
                  </a:cubicBezTo>
                  <a:cubicBezTo>
                    <a:pt x="2594" y="3568"/>
                    <a:pt x="2598" y="3572"/>
                    <a:pt x="2601" y="3575"/>
                  </a:cubicBezTo>
                  <a:cubicBezTo>
                    <a:pt x="2605" y="3579"/>
                    <a:pt x="2608" y="3582"/>
                    <a:pt x="2612" y="3589"/>
                  </a:cubicBezTo>
                  <a:cubicBezTo>
                    <a:pt x="2643" y="3614"/>
                    <a:pt x="2808" y="3624"/>
                    <a:pt x="2902" y="3631"/>
                  </a:cubicBezTo>
                  <a:cubicBezTo>
                    <a:pt x="2990" y="3635"/>
                    <a:pt x="3081" y="3645"/>
                    <a:pt x="3165" y="3663"/>
                  </a:cubicBezTo>
                  <a:lnTo>
                    <a:pt x="3203" y="3631"/>
                  </a:lnTo>
                  <a:lnTo>
                    <a:pt x="3224" y="3607"/>
                  </a:lnTo>
                  <a:lnTo>
                    <a:pt x="3305" y="3533"/>
                  </a:lnTo>
                  <a:cubicBezTo>
                    <a:pt x="3459" y="3386"/>
                    <a:pt x="3620" y="3236"/>
                    <a:pt x="3683" y="3148"/>
                  </a:cubicBezTo>
                  <a:cubicBezTo>
                    <a:pt x="3749" y="3064"/>
                    <a:pt x="3749" y="2963"/>
                    <a:pt x="3753" y="2861"/>
                  </a:cubicBezTo>
                  <a:cubicBezTo>
                    <a:pt x="3756" y="2763"/>
                    <a:pt x="3760" y="2651"/>
                    <a:pt x="3847" y="2598"/>
                  </a:cubicBezTo>
                  <a:cubicBezTo>
                    <a:pt x="3959" y="2518"/>
                    <a:pt x="4051" y="2413"/>
                    <a:pt x="4121" y="2294"/>
                  </a:cubicBezTo>
                  <a:cubicBezTo>
                    <a:pt x="4065" y="2259"/>
                    <a:pt x="4054" y="2182"/>
                    <a:pt x="4044" y="2112"/>
                  </a:cubicBezTo>
                  <a:cubicBezTo>
                    <a:pt x="4033" y="2031"/>
                    <a:pt x="4019" y="1940"/>
                    <a:pt x="3956" y="1877"/>
                  </a:cubicBezTo>
                  <a:cubicBezTo>
                    <a:pt x="3840" y="1762"/>
                    <a:pt x="3924" y="1660"/>
                    <a:pt x="3984" y="1590"/>
                  </a:cubicBezTo>
                  <a:cubicBezTo>
                    <a:pt x="4040" y="1517"/>
                    <a:pt x="4093" y="1457"/>
                    <a:pt x="4082" y="1352"/>
                  </a:cubicBezTo>
                  <a:cubicBezTo>
                    <a:pt x="4075" y="1216"/>
                    <a:pt x="4075" y="1076"/>
                    <a:pt x="4082" y="936"/>
                  </a:cubicBezTo>
                  <a:cubicBezTo>
                    <a:pt x="4089" y="803"/>
                    <a:pt x="4096" y="599"/>
                    <a:pt x="4079" y="547"/>
                  </a:cubicBezTo>
                  <a:cubicBezTo>
                    <a:pt x="4033" y="533"/>
                    <a:pt x="3988" y="519"/>
                    <a:pt x="3938" y="512"/>
                  </a:cubicBezTo>
                  <a:cubicBezTo>
                    <a:pt x="3798" y="477"/>
                    <a:pt x="3602" y="431"/>
                    <a:pt x="3455" y="337"/>
                  </a:cubicBezTo>
                  <a:cubicBezTo>
                    <a:pt x="3252" y="200"/>
                    <a:pt x="2790" y="176"/>
                    <a:pt x="2783" y="176"/>
                  </a:cubicBezTo>
                  <a:lnTo>
                    <a:pt x="2745" y="176"/>
                  </a:lnTo>
                  <a:lnTo>
                    <a:pt x="2664" y="1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83" name="Google Shape;4141;p80">
              <a:extLst>
                <a:ext uri="{FF2B5EF4-FFF2-40B4-BE49-F238E27FC236}">
                  <a16:creationId xmlns:a16="http://schemas.microsoft.com/office/drawing/2014/main" id="{C53AA38C-F583-31B8-9D6E-CA4988908341}"/>
                </a:ext>
              </a:extLst>
            </p:cNvPr>
            <p:cNvSpPr/>
            <p:nvPr/>
          </p:nvSpPr>
          <p:spPr>
            <a:xfrm>
              <a:off x="2193500" y="2179503"/>
              <a:ext cx="64425" cy="69177"/>
            </a:xfrm>
            <a:custGeom>
              <a:avLst/>
              <a:gdLst/>
              <a:ahLst/>
              <a:cxnLst/>
              <a:rect l="l" t="t" r="r" b="b"/>
              <a:pathLst>
                <a:path w="4745" h="5095" extrusionOk="0">
                  <a:moveTo>
                    <a:pt x="2627" y="1"/>
                  </a:moveTo>
                  <a:cubicBezTo>
                    <a:pt x="2518" y="32"/>
                    <a:pt x="2406" y="53"/>
                    <a:pt x="2294" y="60"/>
                  </a:cubicBezTo>
                  <a:cubicBezTo>
                    <a:pt x="2168" y="60"/>
                    <a:pt x="2021" y="197"/>
                    <a:pt x="1958" y="281"/>
                  </a:cubicBezTo>
                  <a:cubicBezTo>
                    <a:pt x="1940" y="305"/>
                    <a:pt x="1909" y="323"/>
                    <a:pt x="1877" y="323"/>
                  </a:cubicBezTo>
                  <a:cubicBezTo>
                    <a:pt x="1807" y="323"/>
                    <a:pt x="1744" y="260"/>
                    <a:pt x="1678" y="183"/>
                  </a:cubicBezTo>
                  <a:cubicBezTo>
                    <a:pt x="1646" y="148"/>
                    <a:pt x="1615" y="113"/>
                    <a:pt x="1580" y="85"/>
                  </a:cubicBezTo>
                  <a:cubicBezTo>
                    <a:pt x="1575" y="83"/>
                    <a:pt x="1569" y="82"/>
                    <a:pt x="1562" y="82"/>
                  </a:cubicBezTo>
                  <a:cubicBezTo>
                    <a:pt x="1484" y="82"/>
                    <a:pt x="1263" y="176"/>
                    <a:pt x="1174" y="211"/>
                  </a:cubicBezTo>
                  <a:cubicBezTo>
                    <a:pt x="1107" y="239"/>
                    <a:pt x="1055" y="263"/>
                    <a:pt x="1020" y="270"/>
                  </a:cubicBezTo>
                  <a:cubicBezTo>
                    <a:pt x="866" y="302"/>
                    <a:pt x="708" y="323"/>
                    <a:pt x="551" y="333"/>
                  </a:cubicBezTo>
                  <a:lnTo>
                    <a:pt x="551" y="2150"/>
                  </a:lnTo>
                  <a:cubicBezTo>
                    <a:pt x="551" y="2329"/>
                    <a:pt x="326" y="2343"/>
                    <a:pt x="162" y="2353"/>
                  </a:cubicBezTo>
                  <a:cubicBezTo>
                    <a:pt x="109" y="2353"/>
                    <a:pt x="53" y="2360"/>
                    <a:pt x="1" y="2374"/>
                  </a:cubicBezTo>
                  <a:lnTo>
                    <a:pt x="1" y="3922"/>
                  </a:lnTo>
                  <a:lnTo>
                    <a:pt x="8" y="3925"/>
                  </a:lnTo>
                  <a:lnTo>
                    <a:pt x="32" y="3936"/>
                  </a:lnTo>
                  <a:lnTo>
                    <a:pt x="60" y="3950"/>
                  </a:lnTo>
                  <a:lnTo>
                    <a:pt x="81" y="3960"/>
                  </a:lnTo>
                  <a:lnTo>
                    <a:pt x="106" y="3974"/>
                  </a:lnTo>
                  <a:lnTo>
                    <a:pt x="127" y="3985"/>
                  </a:lnTo>
                  <a:lnTo>
                    <a:pt x="148" y="3999"/>
                  </a:lnTo>
                  <a:lnTo>
                    <a:pt x="162" y="4009"/>
                  </a:lnTo>
                  <a:lnTo>
                    <a:pt x="183" y="4023"/>
                  </a:lnTo>
                  <a:lnTo>
                    <a:pt x="193" y="4034"/>
                  </a:lnTo>
                  <a:cubicBezTo>
                    <a:pt x="200" y="4037"/>
                    <a:pt x="204" y="4044"/>
                    <a:pt x="211" y="4048"/>
                  </a:cubicBezTo>
                  <a:lnTo>
                    <a:pt x="221" y="4058"/>
                  </a:lnTo>
                  <a:cubicBezTo>
                    <a:pt x="225" y="4065"/>
                    <a:pt x="228" y="4072"/>
                    <a:pt x="232" y="4076"/>
                  </a:cubicBezTo>
                  <a:lnTo>
                    <a:pt x="239" y="4086"/>
                  </a:lnTo>
                  <a:cubicBezTo>
                    <a:pt x="246" y="4097"/>
                    <a:pt x="249" y="4104"/>
                    <a:pt x="253" y="4114"/>
                  </a:cubicBezTo>
                  <a:lnTo>
                    <a:pt x="260" y="4132"/>
                  </a:lnTo>
                  <a:cubicBezTo>
                    <a:pt x="393" y="4464"/>
                    <a:pt x="466" y="4678"/>
                    <a:pt x="431" y="4772"/>
                  </a:cubicBezTo>
                  <a:cubicBezTo>
                    <a:pt x="417" y="4825"/>
                    <a:pt x="375" y="4867"/>
                    <a:pt x="326" y="4881"/>
                  </a:cubicBezTo>
                  <a:cubicBezTo>
                    <a:pt x="323" y="4909"/>
                    <a:pt x="323" y="4933"/>
                    <a:pt x="319" y="4958"/>
                  </a:cubicBezTo>
                  <a:cubicBezTo>
                    <a:pt x="316" y="4989"/>
                    <a:pt x="309" y="5042"/>
                    <a:pt x="319" y="5052"/>
                  </a:cubicBezTo>
                  <a:cubicBezTo>
                    <a:pt x="319" y="5052"/>
                    <a:pt x="330" y="5059"/>
                    <a:pt x="358" y="5059"/>
                  </a:cubicBezTo>
                  <a:cubicBezTo>
                    <a:pt x="414" y="5059"/>
                    <a:pt x="470" y="5066"/>
                    <a:pt x="526" y="5077"/>
                  </a:cubicBezTo>
                  <a:cubicBezTo>
                    <a:pt x="588" y="5085"/>
                    <a:pt x="653" y="5094"/>
                    <a:pt x="711" y="5094"/>
                  </a:cubicBezTo>
                  <a:cubicBezTo>
                    <a:pt x="774" y="5094"/>
                    <a:pt x="828" y="5084"/>
                    <a:pt x="859" y="5049"/>
                  </a:cubicBezTo>
                  <a:cubicBezTo>
                    <a:pt x="894" y="5007"/>
                    <a:pt x="950" y="4954"/>
                    <a:pt x="1016" y="4891"/>
                  </a:cubicBezTo>
                  <a:cubicBezTo>
                    <a:pt x="1135" y="4779"/>
                    <a:pt x="1335" y="4597"/>
                    <a:pt x="1345" y="4517"/>
                  </a:cubicBezTo>
                  <a:cubicBezTo>
                    <a:pt x="1352" y="4426"/>
                    <a:pt x="1394" y="4209"/>
                    <a:pt x="1541" y="4139"/>
                  </a:cubicBezTo>
                  <a:cubicBezTo>
                    <a:pt x="1571" y="4124"/>
                    <a:pt x="1602" y="4117"/>
                    <a:pt x="1635" y="4117"/>
                  </a:cubicBezTo>
                  <a:cubicBezTo>
                    <a:pt x="1692" y="4117"/>
                    <a:pt x="1754" y="4139"/>
                    <a:pt x="1818" y="4181"/>
                  </a:cubicBezTo>
                  <a:lnTo>
                    <a:pt x="1884" y="4226"/>
                  </a:lnTo>
                  <a:cubicBezTo>
                    <a:pt x="2091" y="4359"/>
                    <a:pt x="2122" y="4380"/>
                    <a:pt x="2427" y="4380"/>
                  </a:cubicBezTo>
                  <a:cubicBezTo>
                    <a:pt x="2784" y="4380"/>
                    <a:pt x="2833" y="4363"/>
                    <a:pt x="2882" y="4188"/>
                  </a:cubicBezTo>
                  <a:cubicBezTo>
                    <a:pt x="2896" y="4128"/>
                    <a:pt x="2907" y="4072"/>
                    <a:pt x="2914" y="4013"/>
                  </a:cubicBezTo>
                  <a:cubicBezTo>
                    <a:pt x="2931" y="3880"/>
                    <a:pt x="2949" y="3733"/>
                    <a:pt x="3155" y="3733"/>
                  </a:cubicBezTo>
                  <a:cubicBezTo>
                    <a:pt x="3344" y="3733"/>
                    <a:pt x="3558" y="3554"/>
                    <a:pt x="3558" y="3459"/>
                  </a:cubicBezTo>
                  <a:cubicBezTo>
                    <a:pt x="3558" y="3284"/>
                    <a:pt x="3673" y="3022"/>
                    <a:pt x="3852" y="3022"/>
                  </a:cubicBezTo>
                  <a:cubicBezTo>
                    <a:pt x="3957" y="3022"/>
                    <a:pt x="4198" y="2875"/>
                    <a:pt x="4223" y="2749"/>
                  </a:cubicBezTo>
                  <a:cubicBezTo>
                    <a:pt x="4251" y="2616"/>
                    <a:pt x="4370" y="2588"/>
                    <a:pt x="4461" y="2570"/>
                  </a:cubicBezTo>
                  <a:cubicBezTo>
                    <a:pt x="4503" y="2567"/>
                    <a:pt x="4541" y="2553"/>
                    <a:pt x="4576" y="2528"/>
                  </a:cubicBezTo>
                  <a:lnTo>
                    <a:pt x="4590" y="2511"/>
                  </a:lnTo>
                  <a:lnTo>
                    <a:pt x="4594" y="2504"/>
                  </a:lnTo>
                  <a:lnTo>
                    <a:pt x="4604" y="2490"/>
                  </a:lnTo>
                  <a:lnTo>
                    <a:pt x="4611" y="2479"/>
                  </a:lnTo>
                  <a:lnTo>
                    <a:pt x="4625" y="2465"/>
                  </a:lnTo>
                  <a:lnTo>
                    <a:pt x="4632" y="2451"/>
                  </a:lnTo>
                  <a:lnTo>
                    <a:pt x="4646" y="2434"/>
                  </a:lnTo>
                  <a:lnTo>
                    <a:pt x="4657" y="2420"/>
                  </a:lnTo>
                  <a:lnTo>
                    <a:pt x="4667" y="2402"/>
                  </a:lnTo>
                  <a:lnTo>
                    <a:pt x="4682" y="2381"/>
                  </a:lnTo>
                  <a:lnTo>
                    <a:pt x="4696" y="2364"/>
                  </a:lnTo>
                  <a:lnTo>
                    <a:pt x="4710" y="2343"/>
                  </a:lnTo>
                  <a:lnTo>
                    <a:pt x="4724" y="2322"/>
                  </a:lnTo>
                  <a:lnTo>
                    <a:pt x="4738" y="2301"/>
                  </a:lnTo>
                  <a:lnTo>
                    <a:pt x="4745" y="2290"/>
                  </a:lnTo>
                  <a:cubicBezTo>
                    <a:pt x="4741" y="2283"/>
                    <a:pt x="4741" y="2280"/>
                    <a:pt x="4741" y="2276"/>
                  </a:cubicBezTo>
                  <a:lnTo>
                    <a:pt x="4741" y="2262"/>
                  </a:lnTo>
                  <a:cubicBezTo>
                    <a:pt x="4741" y="2259"/>
                    <a:pt x="4741" y="2255"/>
                    <a:pt x="4738" y="2252"/>
                  </a:cubicBezTo>
                  <a:cubicBezTo>
                    <a:pt x="4734" y="2245"/>
                    <a:pt x="4734" y="2241"/>
                    <a:pt x="4734" y="2238"/>
                  </a:cubicBezTo>
                  <a:cubicBezTo>
                    <a:pt x="4731" y="2234"/>
                    <a:pt x="4731" y="2231"/>
                    <a:pt x="4727" y="2227"/>
                  </a:cubicBezTo>
                  <a:cubicBezTo>
                    <a:pt x="4724" y="2224"/>
                    <a:pt x="4724" y="2220"/>
                    <a:pt x="4720" y="2217"/>
                  </a:cubicBezTo>
                  <a:cubicBezTo>
                    <a:pt x="4720" y="2213"/>
                    <a:pt x="4717" y="2210"/>
                    <a:pt x="4713" y="2206"/>
                  </a:cubicBezTo>
                  <a:cubicBezTo>
                    <a:pt x="4710" y="2203"/>
                    <a:pt x="4710" y="2199"/>
                    <a:pt x="4706" y="2196"/>
                  </a:cubicBezTo>
                  <a:cubicBezTo>
                    <a:pt x="4666" y="2158"/>
                    <a:pt x="4584" y="2135"/>
                    <a:pt x="4471" y="2135"/>
                  </a:cubicBezTo>
                  <a:cubicBezTo>
                    <a:pt x="4457" y="2135"/>
                    <a:pt x="4442" y="2135"/>
                    <a:pt x="4426" y="2136"/>
                  </a:cubicBezTo>
                  <a:cubicBezTo>
                    <a:pt x="4423" y="2136"/>
                    <a:pt x="4420" y="2136"/>
                    <a:pt x="4417" y="2136"/>
                  </a:cubicBezTo>
                  <a:cubicBezTo>
                    <a:pt x="4328" y="2136"/>
                    <a:pt x="4223" y="2084"/>
                    <a:pt x="4132" y="2000"/>
                  </a:cubicBezTo>
                  <a:cubicBezTo>
                    <a:pt x="4041" y="1909"/>
                    <a:pt x="3974" y="1786"/>
                    <a:pt x="3974" y="1688"/>
                  </a:cubicBezTo>
                  <a:cubicBezTo>
                    <a:pt x="3974" y="1618"/>
                    <a:pt x="3918" y="1548"/>
                    <a:pt x="3862" y="1481"/>
                  </a:cubicBezTo>
                  <a:cubicBezTo>
                    <a:pt x="3806" y="1415"/>
                    <a:pt x="3754" y="1352"/>
                    <a:pt x="3754" y="1275"/>
                  </a:cubicBezTo>
                  <a:cubicBezTo>
                    <a:pt x="3743" y="1226"/>
                    <a:pt x="3516" y="1068"/>
                    <a:pt x="3250" y="953"/>
                  </a:cubicBezTo>
                  <a:cubicBezTo>
                    <a:pt x="3106" y="893"/>
                    <a:pt x="3047" y="659"/>
                    <a:pt x="2998" y="470"/>
                  </a:cubicBezTo>
                  <a:lnTo>
                    <a:pt x="2991" y="445"/>
                  </a:lnTo>
                  <a:cubicBezTo>
                    <a:pt x="2980" y="396"/>
                    <a:pt x="2966" y="347"/>
                    <a:pt x="2949" y="298"/>
                  </a:cubicBezTo>
                  <a:cubicBezTo>
                    <a:pt x="2942" y="298"/>
                    <a:pt x="2935" y="295"/>
                    <a:pt x="2928" y="291"/>
                  </a:cubicBezTo>
                  <a:lnTo>
                    <a:pt x="2921" y="288"/>
                  </a:lnTo>
                  <a:lnTo>
                    <a:pt x="2907" y="281"/>
                  </a:lnTo>
                  <a:lnTo>
                    <a:pt x="2896" y="277"/>
                  </a:lnTo>
                  <a:lnTo>
                    <a:pt x="2882" y="267"/>
                  </a:lnTo>
                  <a:lnTo>
                    <a:pt x="2875" y="260"/>
                  </a:lnTo>
                  <a:lnTo>
                    <a:pt x="2861" y="253"/>
                  </a:lnTo>
                  <a:lnTo>
                    <a:pt x="2851" y="246"/>
                  </a:lnTo>
                  <a:lnTo>
                    <a:pt x="2837" y="232"/>
                  </a:lnTo>
                  <a:lnTo>
                    <a:pt x="2826" y="225"/>
                  </a:lnTo>
                  <a:lnTo>
                    <a:pt x="2812" y="214"/>
                  </a:lnTo>
                  <a:lnTo>
                    <a:pt x="2805" y="204"/>
                  </a:lnTo>
                  <a:lnTo>
                    <a:pt x="2788" y="190"/>
                  </a:lnTo>
                  <a:lnTo>
                    <a:pt x="2781" y="183"/>
                  </a:lnTo>
                  <a:lnTo>
                    <a:pt x="2760" y="158"/>
                  </a:lnTo>
                  <a:lnTo>
                    <a:pt x="2749" y="148"/>
                  </a:lnTo>
                  <a:lnTo>
                    <a:pt x="2735" y="134"/>
                  </a:lnTo>
                  <a:lnTo>
                    <a:pt x="2725" y="123"/>
                  </a:lnTo>
                  <a:lnTo>
                    <a:pt x="2714" y="109"/>
                  </a:lnTo>
                  <a:lnTo>
                    <a:pt x="2704" y="99"/>
                  </a:lnTo>
                  <a:lnTo>
                    <a:pt x="2693" y="85"/>
                  </a:lnTo>
                  <a:lnTo>
                    <a:pt x="2686" y="74"/>
                  </a:lnTo>
                  <a:lnTo>
                    <a:pt x="2676" y="60"/>
                  </a:lnTo>
                  <a:lnTo>
                    <a:pt x="2665" y="50"/>
                  </a:lnTo>
                  <a:lnTo>
                    <a:pt x="2655" y="36"/>
                  </a:lnTo>
                  <a:lnTo>
                    <a:pt x="2648" y="25"/>
                  </a:lnTo>
                  <a:lnTo>
                    <a:pt x="2637" y="8"/>
                  </a:lnTo>
                  <a:lnTo>
                    <a:pt x="2634" y="1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84" name="Google Shape;4142;p80">
              <a:extLst>
                <a:ext uri="{FF2B5EF4-FFF2-40B4-BE49-F238E27FC236}">
                  <a16:creationId xmlns:a16="http://schemas.microsoft.com/office/drawing/2014/main" id="{DEE912EB-C439-1F72-6CC1-7F1A1D2FD687}"/>
                </a:ext>
              </a:extLst>
            </p:cNvPr>
            <p:cNvSpPr/>
            <p:nvPr/>
          </p:nvSpPr>
          <p:spPr>
            <a:xfrm>
              <a:off x="2229155" y="2179503"/>
              <a:ext cx="54" cy="14"/>
            </a:xfrm>
            <a:custGeom>
              <a:avLst/>
              <a:gdLst/>
              <a:ahLst/>
              <a:cxnLst/>
              <a:rect l="l" t="t" r="r" b="b"/>
              <a:pathLst>
                <a:path w="4" h="1" extrusionOk="0">
                  <a:moveTo>
                    <a:pt x="4" y="1"/>
                  </a:moveTo>
                  <a:lnTo>
                    <a:pt x="1" y="1"/>
                  </a:lnTo>
                  <a:lnTo>
                    <a:pt x="4" y="1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85" name="Google Shape;4143;p80">
              <a:extLst>
                <a:ext uri="{FF2B5EF4-FFF2-40B4-BE49-F238E27FC236}">
                  <a16:creationId xmlns:a16="http://schemas.microsoft.com/office/drawing/2014/main" id="{2E703BE6-9EE8-95CB-B106-BBEE8F619E24}"/>
                </a:ext>
              </a:extLst>
            </p:cNvPr>
            <p:cNvSpPr/>
            <p:nvPr/>
          </p:nvSpPr>
          <p:spPr>
            <a:xfrm>
              <a:off x="2229209" y="2179503"/>
              <a:ext cx="54" cy="109"/>
            </a:xfrm>
            <a:custGeom>
              <a:avLst/>
              <a:gdLst/>
              <a:ahLst/>
              <a:cxnLst/>
              <a:rect l="l" t="t" r="r" b="b"/>
              <a:pathLst>
                <a:path w="4" h="8" extrusionOk="0">
                  <a:moveTo>
                    <a:pt x="4" y="8"/>
                  </a:moveTo>
                  <a:lnTo>
                    <a:pt x="0" y="1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86" name="Google Shape;4144;p80">
              <a:extLst>
                <a:ext uri="{FF2B5EF4-FFF2-40B4-BE49-F238E27FC236}">
                  <a16:creationId xmlns:a16="http://schemas.microsoft.com/office/drawing/2014/main" id="{77F962E2-FD93-C61B-39C7-0D369BF3662F}"/>
                </a:ext>
              </a:extLst>
            </p:cNvPr>
            <p:cNvSpPr/>
            <p:nvPr/>
          </p:nvSpPr>
          <p:spPr>
            <a:xfrm>
              <a:off x="2257776" y="2210066"/>
              <a:ext cx="54" cy="163"/>
            </a:xfrm>
            <a:custGeom>
              <a:avLst/>
              <a:gdLst/>
              <a:ahLst/>
              <a:cxnLst/>
              <a:rect l="l" t="t" r="r" b="b"/>
              <a:pathLst>
                <a:path w="4" h="12" extrusionOk="0">
                  <a:moveTo>
                    <a:pt x="0" y="1"/>
                  </a:moveTo>
                  <a:cubicBezTo>
                    <a:pt x="0" y="4"/>
                    <a:pt x="4" y="8"/>
                    <a:pt x="4" y="11"/>
                  </a:cubicBezTo>
                  <a:cubicBezTo>
                    <a:pt x="4" y="8"/>
                    <a:pt x="4" y="4"/>
                    <a:pt x="0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87" name="Google Shape;4145;p80">
              <a:extLst>
                <a:ext uri="{FF2B5EF4-FFF2-40B4-BE49-F238E27FC236}">
                  <a16:creationId xmlns:a16="http://schemas.microsoft.com/office/drawing/2014/main" id="{3BCAD299-C845-1504-659F-98BB02AED568}"/>
                </a:ext>
              </a:extLst>
            </p:cNvPr>
            <p:cNvSpPr/>
            <p:nvPr/>
          </p:nvSpPr>
          <p:spPr>
            <a:xfrm>
              <a:off x="2257491" y="2209455"/>
              <a:ext cx="95" cy="149"/>
            </a:xfrm>
            <a:custGeom>
              <a:avLst/>
              <a:gdLst/>
              <a:ahLst/>
              <a:cxnLst/>
              <a:rect l="l" t="t" r="r" b="b"/>
              <a:pathLst>
                <a:path w="7" h="11" extrusionOk="0">
                  <a:moveTo>
                    <a:pt x="7" y="11"/>
                  </a:moveTo>
                  <a:cubicBezTo>
                    <a:pt x="4" y="7"/>
                    <a:pt x="0" y="4"/>
                    <a:pt x="0" y="0"/>
                  </a:cubicBezTo>
                  <a:cubicBezTo>
                    <a:pt x="0" y="4"/>
                    <a:pt x="4" y="7"/>
                    <a:pt x="7" y="1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88" name="Google Shape;4146;p80">
              <a:extLst>
                <a:ext uri="{FF2B5EF4-FFF2-40B4-BE49-F238E27FC236}">
                  <a16:creationId xmlns:a16="http://schemas.microsoft.com/office/drawing/2014/main" id="{54127163-00E8-604B-3246-A068E2B9D717}"/>
                </a:ext>
              </a:extLst>
            </p:cNvPr>
            <p:cNvSpPr/>
            <p:nvPr/>
          </p:nvSpPr>
          <p:spPr>
            <a:xfrm>
              <a:off x="2233106" y="2183400"/>
              <a:ext cx="109" cy="68"/>
            </a:xfrm>
            <a:custGeom>
              <a:avLst/>
              <a:gdLst/>
              <a:ahLst/>
              <a:cxnLst/>
              <a:rect l="l" t="t" r="r" b="b"/>
              <a:pathLst>
                <a:path w="8" h="5" extrusionOk="0">
                  <a:moveTo>
                    <a:pt x="7" y="4"/>
                  </a:moveTo>
                  <a:lnTo>
                    <a:pt x="0" y="1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89" name="Google Shape;4147;p80">
              <a:extLst>
                <a:ext uri="{FF2B5EF4-FFF2-40B4-BE49-F238E27FC236}">
                  <a16:creationId xmlns:a16="http://schemas.microsoft.com/office/drawing/2014/main" id="{DB1919D2-8B24-8BCE-11DC-A1502B3194B2}"/>
                </a:ext>
              </a:extLst>
            </p:cNvPr>
            <p:cNvSpPr/>
            <p:nvPr/>
          </p:nvSpPr>
          <p:spPr>
            <a:xfrm>
              <a:off x="2257871" y="2210406"/>
              <a:ext cx="0" cy="149"/>
            </a:xfrm>
            <a:custGeom>
              <a:avLst/>
              <a:gdLst/>
              <a:ahLst/>
              <a:cxnLst/>
              <a:rect l="l" t="t" r="r" b="b"/>
              <a:pathLst>
                <a:path h="11" extrusionOk="0">
                  <a:moveTo>
                    <a:pt x="0" y="11"/>
                  </a:moveTo>
                  <a:lnTo>
                    <a:pt x="0" y="11"/>
                  </a:lnTo>
                  <a:lnTo>
                    <a:pt x="0" y="4"/>
                  </a:lnTo>
                  <a:cubicBezTo>
                    <a:pt x="0" y="0"/>
                    <a:pt x="0" y="7"/>
                    <a:pt x="0" y="1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90" name="Google Shape;4148;p80">
              <a:extLst>
                <a:ext uri="{FF2B5EF4-FFF2-40B4-BE49-F238E27FC236}">
                  <a16:creationId xmlns:a16="http://schemas.microsoft.com/office/drawing/2014/main" id="{7F6AB71A-1566-CB5E-48B5-475ED262CB61}"/>
                </a:ext>
              </a:extLst>
            </p:cNvPr>
            <p:cNvSpPr/>
            <p:nvPr/>
          </p:nvSpPr>
          <p:spPr>
            <a:xfrm>
              <a:off x="2249589" y="2206645"/>
              <a:ext cx="3965" cy="1874"/>
            </a:xfrm>
            <a:custGeom>
              <a:avLst/>
              <a:gdLst/>
              <a:ahLst/>
              <a:cxnLst/>
              <a:rect l="l" t="t" r="r" b="b"/>
              <a:pathLst>
                <a:path w="292" h="138" extrusionOk="0">
                  <a:moveTo>
                    <a:pt x="1" y="1"/>
                  </a:moveTo>
                  <a:cubicBezTo>
                    <a:pt x="35" y="33"/>
                    <a:pt x="71" y="60"/>
                    <a:pt x="108" y="82"/>
                  </a:cubicBezTo>
                  <a:lnTo>
                    <a:pt x="108" y="82"/>
                  </a:lnTo>
                  <a:cubicBezTo>
                    <a:pt x="72" y="60"/>
                    <a:pt x="36" y="33"/>
                    <a:pt x="1" y="1"/>
                  </a:cubicBezTo>
                  <a:close/>
                  <a:moveTo>
                    <a:pt x="108" y="82"/>
                  </a:moveTo>
                  <a:cubicBezTo>
                    <a:pt x="168" y="117"/>
                    <a:pt x="228" y="137"/>
                    <a:pt x="283" y="137"/>
                  </a:cubicBezTo>
                  <a:cubicBezTo>
                    <a:pt x="286" y="137"/>
                    <a:pt x="289" y="137"/>
                    <a:pt x="291" y="137"/>
                  </a:cubicBezTo>
                  <a:cubicBezTo>
                    <a:pt x="234" y="137"/>
                    <a:pt x="170" y="118"/>
                    <a:pt x="108" y="82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91" name="Google Shape;4149;p80">
              <a:extLst>
                <a:ext uri="{FF2B5EF4-FFF2-40B4-BE49-F238E27FC236}">
                  <a16:creationId xmlns:a16="http://schemas.microsoft.com/office/drawing/2014/main" id="{568F3535-D351-A81F-86AC-AA9516B3CADE}"/>
                </a:ext>
              </a:extLst>
            </p:cNvPr>
            <p:cNvSpPr/>
            <p:nvPr/>
          </p:nvSpPr>
          <p:spPr>
            <a:xfrm>
              <a:off x="2257681" y="2209740"/>
              <a:ext cx="54" cy="149"/>
            </a:xfrm>
            <a:custGeom>
              <a:avLst/>
              <a:gdLst/>
              <a:ahLst/>
              <a:cxnLst/>
              <a:rect l="l" t="t" r="r" b="b"/>
              <a:pathLst>
                <a:path w="4" h="11" extrusionOk="0">
                  <a:moveTo>
                    <a:pt x="4" y="11"/>
                  </a:moveTo>
                  <a:cubicBezTo>
                    <a:pt x="4" y="7"/>
                    <a:pt x="0" y="4"/>
                    <a:pt x="0" y="0"/>
                  </a:cubicBezTo>
                  <a:cubicBezTo>
                    <a:pt x="0" y="4"/>
                    <a:pt x="4" y="7"/>
                    <a:pt x="4" y="1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92" name="Google Shape;4150;p80">
              <a:extLst>
                <a:ext uri="{FF2B5EF4-FFF2-40B4-BE49-F238E27FC236}">
                  <a16:creationId xmlns:a16="http://schemas.microsoft.com/office/drawing/2014/main" id="{8B9377EA-637C-5C6F-7726-D0A59BFE69A4}"/>
                </a:ext>
              </a:extLst>
            </p:cNvPr>
            <p:cNvSpPr/>
            <p:nvPr/>
          </p:nvSpPr>
          <p:spPr>
            <a:xfrm>
              <a:off x="2229915" y="2180508"/>
              <a:ext cx="163" cy="149"/>
            </a:xfrm>
            <a:custGeom>
              <a:avLst/>
              <a:gdLst/>
              <a:ahLst/>
              <a:cxnLst/>
              <a:rect l="l" t="t" r="r" b="b"/>
              <a:pathLst>
                <a:path w="12" h="11" extrusionOk="0">
                  <a:moveTo>
                    <a:pt x="11" y="11"/>
                  </a:moveTo>
                  <a:lnTo>
                    <a:pt x="1" y="0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93" name="Google Shape;4151;p80">
              <a:extLst>
                <a:ext uri="{FF2B5EF4-FFF2-40B4-BE49-F238E27FC236}">
                  <a16:creationId xmlns:a16="http://schemas.microsoft.com/office/drawing/2014/main" id="{D39A0B70-F355-6B85-368F-15A00800EC7B}"/>
                </a:ext>
              </a:extLst>
            </p:cNvPr>
            <p:cNvSpPr/>
            <p:nvPr/>
          </p:nvSpPr>
          <p:spPr>
            <a:xfrm>
              <a:off x="2230200" y="2180834"/>
              <a:ext cx="163" cy="163"/>
            </a:xfrm>
            <a:custGeom>
              <a:avLst/>
              <a:gdLst/>
              <a:ahLst/>
              <a:cxnLst/>
              <a:rect l="l" t="t" r="r" b="b"/>
              <a:pathLst>
                <a:path w="12" h="12" extrusionOk="0">
                  <a:moveTo>
                    <a:pt x="11" y="11"/>
                  </a:moveTo>
                  <a:lnTo>
                    <a:pt x="1" y="1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94" name="Google Shape;4152;p80">
              <a:extLst>
                <a:ext uri="{FF2B5EF4-FFF2-40B4-BE49-F238E27FC236}">
                  <a16:creationId xmlns:a16="http://schemas.microsoft.com/office/drawing/2014/main" id="{E45C5A84-8C1E-EC37-E040-890B52D8012C}"/>
                </a:ext>
              </a:extLst>
            </p:cNvPr>
            <p:cNvSpPr/>
            <p:nvPr/>
          </p:nvSpPr>
          <p:spPr>
            <a:xfrm>
              <a:off x="2229399" y="2179843"/>
              <a:ext cx="149" cy="149"/>
            </a:xfrm>
            <a:custGeom>
              <a:avLst/>
              <a:gdLst/>
              <a:ahLst/>
              <a:cxnLst/>
              <a:rect l="l" t="t" r="r" b="b"/>
              <a:pathLst>
                <a:path w="11" h="11" extrusionOk="0">
                  <a:moveTo>
                    <a:pt x="11" y="11"/>
                  </a:moveTo>
                  <a:lnTo>
                    <a:pt x="0" y="0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95" name="Google Shape;4153;p80">
              <a:extLst>
                <a:ext uri="{FF2B5EF4-FFF2-40B4-BE49-F238E27FC236}">
                  <a16:creationId xmlns:a16="http://schemas.microsoft.com/office/drawing/2014/main" id="{D46DFE02-0671-D11A-F0B2-88AC7D2D054B}"/>
                </a:ext>
              </a:extLst>
            </p:cNvPr>
            <p:cNvSpPr/>
            <p:nvPr/>
          </p:nvSpPr>
          <p:spPr>
            <a:xfrm>
              <a:off x="2229684" y="2180169"/>
              <a:ext cx="109" cy="163"/>
            </a:xfrm>
            <a:custGeom>
              <a:avLst/>
              <a:gdLst/>
              <a:ahLst/>
              <a:cxnLst/>
              <a:rect l="l" t="t" r="r" b="b"/>
              <a:pathLst>
                <a:path w="8" h="12" extrusionOk="0">
                  <a:moveTo>
                    <a:pt x="7" y="11"/>
                  </a:moveTo>
                  <a:lnTo>
                    <a:pt x="0" y="1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96" name="Google Shape;4154;p80">
              <a:extLst>
                <a:ext uri="{FF2B5EF4-FFF2-40B4-BE49-F238E27FC236}">
                  <a16:creationId xmlns:a16="http://schemas.microsoft.com/office/drawing/2014/main" id="{3FE60C44-C440-CF23-49BE-E529FA4FCE33}"/>
                </a:ext>
              </a:extLst>
            </p:cNvPr>
            <p:cNvSpPr/>
            <p:nvPr/>
          </p:nvSpPr>
          <p:spPr>
            <a:xfrm>
              <a:off x="2230485" y="2181173"/>
              <a:ext cx="163" cy="204"/>
            </a:xfrm>
            <a:custGeom>
              <a:avLst/>
              <a:gdLst/>
              <a:ahLst/>
              <a:cxnLst/>
              <a:rect l="l" t="t" r="r" b="b"/>
              <a:pathLst>
                <a:path w="12" h="15" extrusionOk="0">
                  <a:moveTo>
                    <a:pt x="11" y="14"/>
                  </a:moveTo>
                  <a:lnTo>
                    <a:pt x="1" y="0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97" name="Google Shape;4155;p80">
              <a:extLst>
                <a:ext uri="{FF2B5EF4-FFF2-40B4-BE49-F238E27FC236}">
                  <a16:creationId xmlns:a16="http://schemas.microsoft.com/office/drawing/2014/main" id="{04788441-1D1A-4043-B657-77D645310E16}"/>
                </a:ext>
              </a:extLst>
            </p:cNvPr>
            <p:cNvSpPr/>
            <p:nvPr/>
          </p:nvSpPr>
          <p:spPr>
            <a:xfrm>
              <a:off x="2232156" y="2182830"/>
              <a:ext cx="149" cy="109"/>
            </a:xfrm>
            <a:custGeom>
              <a:avLst/>
              <a:gdLst/>
              <a:ahLst/>
              <a:cxnLst/>
              <a:rect l="l" t="t" r="r" b="b"/>
              <a:pathLst>
                <a:path w="11" h="8" extrusionOk="0">
                  <a:moveTo>
                    <a:pt x="11" y="8"/>
                  </a:moveTo>
                  <a:lnTo>
                    <a:pt x="0" y="1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98" name="Google Shape;4156;p80">
              <a:extLst>
                <a:ext uri="{FF2B5EF4-FFF2-40B4-BE49-F238E27FC236}">
                  <a16:creationId xmlns:a16="http://schemas.microsoft.com/office/drawing/2014/main" id="{3268B35D-9D41-BD92-6BD5-BA129425361D}"/>
                </a:ext>
              </a:extLst>
            </p:cNvPr>
            <p:cNvSpPr/>
            <p:nvPr/>
          </p:nvSpPr>
          <p:spPr>
            <a:xfrm>
              <a:off x="2231870" y="2182545"/>
              <a:ext cx="109" cy="163"/>
            </a:xfrm>
            <a:custGeom>
              <a:avLst/>
              <a:gdLst/>
              <a:ahLst/>
              <a:cxnLst/>
              <a:rect l="l" t="t" r="r" b="b"/>
              <a:pathLst>
                <a:path w="8" h="12" extrusionOk="0">
                  <a:moveTo>
                    <a:pt x="7" y="11"/>
                  </a:moveTo>
                  <a:lnTo>
                    <a:pt x="0" y="1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99" name="Google Shape;4157;p80">
              <a:extLst>
                <a:ext uri="{FF2B5EF4-FFF2-40B4-BE49-F238E27FC236}">
                  <a16:creationId xmlns:a16="http://schemas.microsoft.com/office/drawing/2014/main" id="{5DE210BB-9DCC-F0A7-7127-AB813E51F4EB}"/>
                </a:ext>
              </a:extLst>
            </p:cNvPr>
            <p:cNvSpPr/>
            <p:nvPr/>
          </p:nvSpPr>
          <p:spPr>
            <a:xfrm>
              <a:off x="2232821" y="2183264"/>
              <a:ext cx="109" cy="54"/>
            </a:xfrm>
            <a:custGeom>
              <a:avLst/>
              <a:gdLst/>
              <a:ahLst/>
              <a:cxnLst/>
              <a:rect l="l" t="t" r="r" b="b"/>
              <a:pathLst>
                <a:path w="8" h="4" extrusionOk="0">
                  <a:moveTo>
                    <a:pt x="7" y="4"/>
                  </a:moveTo>
                  <a:lnTo>
                    <a:pt x="0" y="0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00" name="Google Shape;4158;p80">
              <a:extLst>
                <a:ext uri="{FF2B5EF4-FFF2-40B4-BE49-F238E27FC236}">
                  <a16:creationId xmlns:a16="http://schemas.microsoft.com/office/drawing/2014/main" id="{F0C978D6-FB77-EE20-45B9-B90C821C2CE0}"/>
                </a:ext>
              </a:extLst>
            </p:cNvPr>
            <p:cNvSpPr/>
            <p:nvPr/>
          </p:nvSpPr>
          <p:spPr>
            <a:xfrm>
              <a:off x="2231205" y="2181974"/>
              <a:ext cx="149" cy="109"/>
            </a:xfrm>
            <a:custGeom>
              <a:avLst/>
              <a:gdLst/>
              <a:ahLst/>
              <a:cxnLst/>
              <a:rect l="l" t="t" r="r" b="b"/>
              <a:pathLst>
                <a:path w="11" h="8" extrusionOk="0">
                  <a:moveTo>
                    <a:pt x="11" y="8"/>
                  </a:moveTo>
                  <a:lnTo>
                    <a:pt x="0" y="1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01" name="Google Shape;4159;p80">
              <a:extLst>
                <a:ext uri="{FF2B5EF4-FFF2-40B4-BE49-F238E27FC236}">
                  <a16:creationId xmlns:a16="http://schemas.microsoft.com/office/drawing/2014/main" id="{A91150DC-B383-81BC-19E2-02258185FF47}"/>
                </a:ext>
              </a:extLst>
            </p:cNvPr>
            <p:cNvSpPr/>
            <p:nvPr/>
          </p:nvSpPr>
          <p:spPr>
            <a:xfrm>
              <a:off x="2231531" y="2182259"/>
              <a:ext cx="163" cy="163"/>
            </a:xfrm>
            <a:custGeom>
              <a:avLst/>
              <a:gdLst/>
              <a:ahLst/>
              <a:cxnLst/>
              <a:rect l="l" t="t" r="r" b="b"/>
              <a:pathLst>
                <a:path w="12" h="12" extrusionOk="0">
                  <a:moveTo>
                    <a:pt x="11" y="11"/>
                  </a:moveTo>
                  <a:lnTo>
                    <a:pt x="1" y="1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02" name="Google Shape;4160;p80">
              <a:extLst>
                <a:ext uri="{FF2B5EF4-FFF2-40B4-BE49-F238E27FC236}">
                  <a16:creationId xmlns:a16="http://schemas.microsoft.com/office/drawing/2014/main" id="{3F9AF6C0-D2B1-3CBF-BA83-153CA285A5A8}"/>
                </a:ext>
              </a:extLst>
            </p:cNvPr>
            <p:cNvSpPr/>
            <p:nvPr/>
          </p:nvSpPr>
          <p:spPr>
            <a:xfrm>
              <a:off x="2230771" y="2181553"/>
              <a:ext cx="163" cy="109"/>
            </a:xfrm>
            <a:custGeom>
              <a:avLst/>
              <a:gdLst/>
              <a:ahLst/>
              <a:cxnLst/>
              <a:rect l="l" t="t" r="r" b="b"/>
              <a:pathLst>
                <a:path w="12" h="8" extrusionOk="0">
                  <a:moveTo>
                    <a:pt x="11" y="7"/>
                  </a:moveTo>
                  <a:lnTo>
                    <a:pt x="1" y="0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03" name="Google Shape;4161;p80">
              <a:extLst>
                <a:ext uri="{FF2B5EF4-FFF2-40B4-BE49-F238E27FC236}">
                  <a16:creationId xmlns:a16="http://schemas.microsoft.com/office/drawing/2014/main" id="{E4BCBF3E-1745-02B9-CD9F-F6FC3E273FA6}"/>
                </a:ext>
              </a:extLst>
            </p:cNvPr>
            <p:cNvSpPr/>
            <p:nvPr/>
          </p:nvSpPr>
          <p:spPr>
            <a:xfrm>
              <a:off x="2232481" y="2183074"/>
              <a:ext cx="163" cy="54"/>
            </a:xfrm>
            <a:custGeom>
              <a:avLst/>
              <a:gdLst/>
              <a:ahLst/>
              <a:cxnLst/>
              <a:rect l="l" t="t" r="r" b="b"/>
              <a:pathLst>
                <a:path w="12" h="4" extrusionOk="0">
                  <a:moveTo>
                    <a:pt x="11" y="4"/>
                  </a:moveTo>
                  <a:lnTo>
                    <a:pt x="1" y="0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04" name="Google Shape;4162;p80">
              <a:extLst>
                <a:ext uri="{FF2B5EF4-FFF2-40B4-BE49-F238E27FC236}">
                  <a16:creationId xmlns:a16="http://schemas.microsoft.com/office/drawing/2014/main" id="{FF8477A6-E1A7-D86A-C16B-2EE959992DAA}"/>
                </a:ext>
              </a:extLst>
            </p:cNvPr>
            <p:cNvSpPr/>
            <p:nvPr/>
          </p:nvSpPr>
          <p:spPr>
            <a:xfrm>
              <a:off x="2271462" y="2241294"/>
              <a:ext cx="8133" cy="10523"/>
            </a:xfrm>
            <a:custGeom>
              <a:avLst/>
              <a:gdLst/>
              <a:ahLst/>
              <a:cxnLst/>
              <a:rect l="l" t="t" r="r" b="b"/>
              <a:pathLst>
                <a:path w="599" h="775" extrusionOk="0">
                  <a:moveTo>
                    <a:pt x="308" y="1"/>
                  </a:moveTo>
                  <a:cubicBezTo>
                    <a:pt x="301" y="1"/>
                    <a:pt x="298" y="1"/>
                    <a:pt x="291" y="4"/>
                  </a:cubicBezTo>
                  <a:cubicBezTo>
                    <a:pt x="249" y="25"/>
                    <a:pt x="210" y="53"/>
                    <a:pt x="179" y="88"/>
                  </a:cubicBezTo>
                  <a:cubicBezTo>
                    <a:pt x="98" y="169"/>
                    <a:pt x="11" y="288"/>
                    <a:pt x="0" y="333"/>
                  </a:cubicBezTo>
                  <a:cubicBezTo>
                    <a:pt x="11" y="410"/>
                    <a:pt x="172" y="764"/>
                    <a:pt x="277" y="771"/>
                  </a:cubicBezTo>
                  <a:cubicBezTo>
                    <a:pt x="309" y="773"/>
                    <a:pt x="337" y="774"/>
                    <a:pt x="361" y="774"/>
                  </a:cubicBezTo>
                  <a:cubicBezTo>
                    <a:pt x="493" y="774"/>
                    <a:pt x="508" y="743"/>
                    <a:pt x="511" y="708"/>
                  </a:cubicBezTo>
                  <a:cubicBezTo>
                    <a:pt x="515" y="694"/>
                    <a:pt x="518" y="680"/>
                    <a:pt x="522" y="666"/>
                  </a:cubicBezTo>
                  <a:lnTo>
                    <a:pt x="522" y="662"/>
                  </a:lnTo>
                  <a:cubicBezTo>
                    <a:pt x="525" y="648"/>
                    <a:pt x="529" y="634"/>
                    <a:pt x="536" y="624"/>
                  </a:cubicBezTo>
                  <a:lnTo>
                    <a:pt x="539" y="617"/>
                  </a:lnTo>
                  <a:cubicBezTo>
                    <a:pt x="546" y="603"/>
                    <a:pt x="553" y="592"/>
                    <a:pt x="564" y="582"/>
                  </a:cubicBezTo>
                  <a:lnTo>
                    <a:pt x="567" y="578"/>
                  </a:lnTo>
                  <a:cubicBezTo>
                    <a:pt x="578" y="564"/>
                    <a:pt x="585" y="554"/>
                    <a:pt x="599" y="543"/>
                  </a:cubicBezTo>
                  <a:lnTo>
                    <a:pt x="599" y="540"/>
                  </a:lnTo>
                  <a:cubicBezTo>
                    <a:pt x="588" y="424"/>
                    <a:pt x="567" y="256"/>
                    <a:pt x="557" y="134"/>
                  </a:cubicBezTo>
                  <a:lnTo>
                    <a:pt x="543" y="123"/>
                  </a:lnTo>
                  <a:cubicBezTo>
                    <a:pt x="469" y="71"/>
                    <a:pt x="364" y="1"/>
                    <a:pt x="308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05" name="Google Shape;4163;p80">
              <a:extLst>
                <a:ext uri="{FF2B5EF4-FFF2-40B4-BE49-F238E27FC236}">
                  <a16:creationId xmlns:a16="http://schemas.microsoft.com/office/drawing/2014/main" id="{9D10C096-0505-2EF9-6B2E-483EECA940BF}"/>
                </a:ext>
              </a:extLst>
            </p:cNvPr>
            <p:cNvSpPr/>
            <p:nvPr/>
          </p:nvSpPr>
          <p:spPr>
            <a:xfrm>
              <a:off x="2244837" y="2263697"/>
              <a:ext cx="14704" cy="14922"/>
            </a:xfrm>
            <a:custGeom>
              <a:avLst/>
              <a:gdLst/>
              <a:ahLst/>
              <a:cxnLst/>
              <a:rect l="l" t="t" r="r" b="b"/>
              <a:pathLst>
                <a:path w="1083" h="1099" extrusionOk="0">
                  <a:moveTo>
                    <a:pt x="710" y="0"/>
                  </a:moveTo>
                  <a:cubicBezTo>
                    <a:pt x="702" y="0"/>
                    <a:pt x="694" y="1"/>
                    <a:pt x="687" y="3"/>
                  </a:cubicBezTo>
                  <a:cubicBezTo>
                    <a:pt x="676" y="7"/>
                    <a:pt x="666" y="7"/>
                    <a:pt x="655" y="10"/>
                  </a:cubicBezTo>
                  <a:cubicBezTo>
                    <a:pt x="515" y="45"/>
                    <a:pt x="333" y="168"/>
                    <a:pt x="302" y="231"/>
                  </a:cubicBezTo>
                  <a:cubicBezTo>
                    <a:pt x="211" y="385"/>
                    <a:pt x="109" y="539"/>
                    <a:pt x="1" y="686"/>
                  </a:cubicBezTo>
                  <a:lnTo>
                    <a:pt x="281" y="1078"/>
                  </a:lnTo>
                  <a:lnTo>
                    <a:pt x="428" y="1099"/>
                  </a:lnTo>
                  <a:cubicBezTo>
                    <a:pt x="452" y="1043"/>
                    <a:pt x="498" y="941"/>
                    <a:pt x="540" y="850"/>
                  </a:cubicBezTo>
                  <a:cubicBezTo>
                    <a:pt x="577" y="777"/>
                    <a:pt x="650" y="762"/>
                    <a:pt x="722" y="762"/>
                  </a:cubicBezTo>
                  <a:cubicBezTo>
                    <a:pt x="752" y="762"/>
                    <a:pt x="782" y="764"/>
                    <a:pt x="809" y="766"/>
                  </a:cubicBezTo>
                  <a:cubicBezTo>
                    <a:pt x="830" y="766"/>
                    <a:pt x="855" y="773"/>
                    <a:pt x="872" y="773"/>
                  </a:cubicBezTo>
                  <a:lnTo>
                    <a:pt x="890" y="773"/>
                  </a:lnTo>
                  <a:cubicBezTo>
                    <a:pt x="901" y="700"/>
                    <a:pt x="932" y="633"/>
                    <a:pt x="981" y="577"/>
                  </a:cubicBezTo>
                  <a:lnTo>
                    <a:pt x="999" y="549"/>
                  </a:lnTo>
                  <a:cubicBezTo>
                    <a:pt x="1041" y="497"/>
                    <a:pt x="1083" y="437"/>
                    <a:pt x="1083" y="395"/>
                  </a:cubicBezTo>
                  <a:cubicBezTo>
                    <a:pt x="1083" y="353"/>
                    <a:pt x="981" y="259"/>
                    <a:pt x="915" y="199"/>
                  </a:cubicBezTo>
                  <a:cubicBezTo>
                    <a:pt x="886" y="175"/>
                    <a:pt x="858" y="150"/>
                    <a:pt x="830" y="126"/>
                  </a:cubicBezTo>
                  <a:lnTo>
                    <a:pt x="827" y="122"/>
                  </a:lnTo>
                  <a:lnTo>
                    <a:pt x="806" y="101"/>
                  </a:lnTo>
                  <a:lnTo>
                    <a:pt x="795" y="87"/>
                  </a:lnTo>
                  <a:lnTo>
                    <a:pt x="785" y="77"/>
                  </a:lnTo>
                  <a:lnTo>
                    <a:pt x="774" y="63"/>
                  </a:lnTo>
                  <a:lnTo>
                    <a:pt x="764" y="52"/>
                  </a:lnTo>
                  <a:lnTo>
                    <a:pt x="757" y="38"/>
                  </a:lnTo>
                  <a:lnTo>
                    <a:pt x="746" y="28"/>
                  </a:lnTo>
                  <a:cubicBezTo>
                    <a:pt x="746" y="24"/>
                    <a:pt x="743" y="21"/>
                    <a:pt x="739" y="17"/>
                  </a:cubicBezTo>
                  <a:cubicBezTo>
                    <a:pt x="739" y="10"/>
                    <a:pt x="736" y="7"/>
                    <a:pt x="732" y="3"/>
                  </a:cubicBezTo>
                  <a:cubicBezTo>
                    <a:pt x="725" y="1"/>
                    <a:pt x="718" y="0"/>
                    <a:pt x="710" y="0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06" name="Google Shape;4164;p80">
              <a:extLst>
                <a:ext uri="{FF2B5EF4-FFF2-40B4-BE49-F238E27FC236}">
                  <a16:creationId xmlns:a16="http://schemas.microsoft.com/office/drawing/2014/main" id="{2635D542-EA5D-33DE-89DD-674FD57EC783}"/>
                </a:ext>
              </a:extLst>
            </p:cNvPr>
            <p:cNvSpPr/>
            <p:nvPr/>
          </p:nvSpPr>
          <p:spPr>
            <a:xfrm>
              <a:off x="2168694" y="2212021"/>
              <a:ext cx="116509" cy="102252"/>
            </a:xfrm>
            <a:custGeom>
              <a:avLst/>
              <a:gdLst/>
              <a:ahLst/>
              <a:cxnLst/>
              <a:rect l="l" t="t" r="r" b="b"/>
              <a:pathLst>
                <a:path w="8581" h="7531" extrusionOk="0">
                  <a:moveTo>
                    <a:pt x="6332" y="3675"/>
                  </a:moveTo>
                  <a:cubicBezTo>
                    <a:pt x="6382" y="3675"/>
                    <a:pt x="6431" y="3705"/>
                    <a:pt x="6456" y="3750"/>
                  </a:cubicBezTo>
                  <a:cubicBezTo>
                    <a:pt x="6466" y="3767"/>
                    <a:pt x="6477" y="3785"/>
                    <a:pt x="6491" y="3802"/>
                  </a:cubicBezTo>
                  <a:cubicBezTo>
                    <a:pt x="6530" y="3837"/>
                    <a:pt x="6568" y="3876"/>
                    <a:pt x="6607" y="3911"/>
                  </a:cubicBezTo>
                  <a:cubicBezTo>
                    <a:pt x="6715" y="4005"/>
                    <a:pt x="6817" y="4096"/>
                    <a:pt x="6817" y="4201"/>
                  </a:cubicBezTo>
                  <a:cubicBezTo>
                    <a:pt x="6820" y="4285"/>
                    <a:pt x="6764" y="4359"/>
                    <a:pt x="6708" y="4432"/>
                  </a:cubicBezTo>
                  <a:lnTo>
                    <a:pt x="6712" y="4432"/>
                  </a:lnTo>
                  <a:cubicBezTo>
                    <a:pt x="6670" y="4488"/>
                    <a:pt x="6628" y="4544"/>
                    <a:pt x="6628" y="4586"/>
                  </a:cubicBezTo>
                  <a:cubicBezTo>
                    <a:pt x="6628" y="4621"/>
                    <a:pt x="6614" y="4653"/>
                    <a:pt x="6589" y="4674"/>
                  </a:cubicBezTo>
                  <a:cubicBezTo>
                    <a:pt x="6562" y="4701"/>
                    <a:pt x="6528" y="4708"/>
                    <a:pt x="6489" y="4708"/>
                  </a:cubicBezTo>
                  <a:cubicBezTo>
                    <a:pt x="6462" y="4708"/>
                    <a:pt x="6433" y="4705"/>
                    <a:pt x="6403" y="4702"/>
                  </a:cubicBezTo>
                  <a:cubicBezTo>
                    <a:pt x="6377" y="4700"/>
                    <a:pt x="6346" y="4697"/>
                    <a:pt x="6319" y="4697"/>
                  </a:cubicBezTo>
                  <a:cubicBezTo>
                    <a:pt x="6292" y="4697"/>
                    <a:pt x="6270" y="4700"/>
                    <a:pt x="6263" y="4712"/>
                  </a:cubicBezTo>
                  <a:cubicBezTo>
                    <a:pt x="6221" y="4807"/>
                    <a:pt x="6172" y="4915"/>
                    <a:pt x="6148" y="4968"/>
                  </a:cubicBezTo>
                  <a:lnTo>
                    <a:pt x="6148" y="4975"/>
                  </a:lnTo>
                  <a:lnTo>
                    <a:pt x="6137" y="4999"/>
                  </a:lnTo>
                  <a:lnTo>
                    <a:pt x="6116" y="5048"/>
                  </a:lnTo>
                  <a:lnTo>
                    <a:pt x="5812" y="5003"/>
                  </a:lnTo>
                  <a:lnTo>
                    <a:pt x="5444" y="4492"/>
                  </a:lnTo>
                  <a:lnTo>
                    <a:pt x="5472" y="4453"/>
                  </a:lnTo>
                  <a:cubicBezTo>
                    <a:pt x="5472" y="4450"/>
                    <a:pt x="5728" y="4100"/>
                    <a:pt x="5787" y="3977"/>
                  </a:cubicBezTo>
                  <a:cubicBezTo>
                    <a:pt x="5850" y="3855"/>
                    <a:pt x="6155" y="3676"/>
                    <a:pt x="6316" y="3676"/>
                  </a:cubicBezTo>
                  <a:cubicBezTo>
                    <a:pt x="6321" y="3675"/>
                    <a:pt x="6326" y="3675"/>
                    <a:pt x="6332" y="3675"/>
                  </a:cubicBezTo>
                  <a:close/>
                  <a:moveTo>
                    <a:pt x="6670" y="0"/>
                  </a:moveTo>
                  <a:lnTo>
                    <a:pt x="6663" y="11"/>
                  </a:lnTo>
                  <a:lnTo>
                    <a:pt x="6652" y="21"/>
                  </a:lnTo>
                  <a:lnTo>
                    <a:pt x="6638" y="46"/>
                  </a:lnTo>
                  <a:lnTo>
                    <a:pt x="6628" y="56"/>
                  </a:lnTo>
                  <a:lnTo>
                    <a:pt x="6607" y="91"/>
                  </a:lnTo>
                  <a:lnTo>
                    <a:pt x="6603" y="95"/>
                  </a:lnTo>
                  <a:lnTo>
                    <a:pt x="6582" y="123"/>
                  </a:lnTo>
                  <a:lnTo>
                    <a:pt x="6575" y="133"/>
                  </a:lnTo>
                  <a:lnTo>
                    <a:pt x="6561" y="154"/>
                  </a:lnTo>
                  <a:lnTo>
                    <a:pt x="6554" y="165"/>
                  </a:lnTo>
                  <a:lnTo>
                    <a:pt x="6540" y="182"/>
                  </a:lnTo>
                  <a:lnTo>
                    <a:pt x="6533" y="189"/>
                  </a:lnTo>
                  <a:lnTo>
                    <a:pt x="6516" y="210"/>
                  </a:lnTo>
                  <a:cubicBezTo>
                    <a:pt x="6466" y="270"/>
                    <a:pt x="6393" y="284"/>
                    <a:pt x="6326" y="298"/>
                  </a:cubicBezTo>
                  <a:cubicBezTo>
                    <a:pt x="6232" y="319"/>
                    <a:pt x="6200" y="333"/>
                    <a:pt x="6190" y="375"/>
                  </a:cubicBezTo>
                  <a:cubicBezTo>
                    <a:pt x="6151" y="571"/>
                    <a:pt x="5850" y="753"/>
                    <a:pt x="5689" y="753"/>
                  </a:cubicBezTo>
                  <a:cubicBezTo>
                    <a:pt x="5619" y="753"/>
                    <a:pt x="5528" y="924"/>
                    <a:pt x="5528" y="1057"/>
                  </a:cubicBezTo>
                  <a:cubicBezTo>
                    <a:pt x="5528" y="1243"/>
                    <a:pt x="5238" y="1464"/>
                    <a:pt x="4993" y="1464"/>
                  </a:cubicBezTo>
                  <a:cubicBezTo>
                    <a:pt x="4909" y="1464"/>
                    <a:pt x="4902" y="1485"/>
                    <a:pt x="4881" y="1628"/>
                  </a:cubicBezTo>
                  <a:cubicBezTo>
                    <a:pt x="4877" y="1691"/>
                    <a:pt x="4863" y="1758"/>
                    <a:pt x="4846" y="1821"/>
                  </a:cubicBezTo>
                  <a:cubicBezTo>
                    <a:pt x="4765" y="2101"/>
                    <a:pt x="4611" y="2111"/>
                    <a:pt x="4264" y="2111"/>
                  </a:cubicBezTo>
                  <a:cubicBezTo>
                    <a:pt x="3932" y="2111"/>
                    <a:pt x="3879" y="2083"/>
                    <a:pt x="3648" y="1933"/>
                  </a:cubicBezTo>
                  <a:lnTo>
                    <a:pt x="3582" y="1891"/>
                  </a:lnTo>
                  <a:cubicBezTo>
                    <a:pt x="3541" y="1862"/>
                    <a:pt x="3504" y="1848"/>
                    <a:pt x="3473" y="1848"/>
                  </a:cubicBezTo>
                  <a:cubicBezTo>
                    <a:pt x="3459" y="1848"/>
                    <a:pt x="3447" y="1850"/>
                    <a:pt x="3435" y="1856"/>
                  </a:cubicBezTo>
                  <a:cubicBezTo>
                    <a:pt x="3368" y="1887"/>
                    <a:pt x="3326" y="2017"/>
                    <a:pt x="3312" y="2132"/>
                  </a:cubicBezTo>
                  <a:cubicBezTo>
                    <a:pt x="3298" y="2248"/>
                    <a:pt x="3151" y="2395"/>
                    <a:pt x="2945" y="2587"/>
                  </a:cubicBezTo>
                  <a:cubicBezTo>
                    <a:pt x="2885" y="2643"/>
                    <a:pt x="2826" y="2699"/>
                    <a:pt x="2794" y="2734"/>
                  </a:cubicBezTo>
                  <a:cubicBezTo>
                    <a:pt x="2787" y="2741"/>
                    <a:pt x="2780" y="2748"/>
                    <a:pt x="2773" y="2755"/>
                  </a:cubicBezTo>
                  <a:lnTo>
                    <a:pt x="2763" y="2762"/>
                  </a:lnTo>
                  <a:cubicBezTo>
                    <a:pt x="2759" y="2766"/>
                    <a:pt x="2752" y="2773"/>
                    <a:pt x="2749" y="2776"/>
                  </a:cubicBezTo>
                  <a:lnTo>
                    <a:pt x="2738" y="2780"/>
                  </a:lnTo>
                  <a:lnTo>
                    <a:pt x="2721" y="2790"/>
                  </a:lnTo>
                  <a:lnTo>
                    <a:pt x="2710" y="2797"/>
                  </a:lnTo>
                  <a:lnTo>
                    <a:pt x="2689" y="2804"/>
                  </a:lnTo>
                  <a:lnTo>
                    <a:pt x="2682" y="2808"/>
                  </a:lnTo>
                  <a:lnTo>
                    <a:pt x="2658" y="2811"/>
                  </a:lnTo>
                  <a:lnTo>
                    <a:pt x="2651" y="2811"/>
                  </a:lnTo>
                  <a:cubicBezTo>
                    <a:pt x="2630" y="2818"/>
                    <a:pt x="2609" y="2822"/>
                    <a:pt x="2588" y="2822"/>
                  </a:cubicBezTo>
                  <a:lnTo>
                    <a:pt x="2546" y="2822"/>
                  </a:lnTo>
                  <a:cubicBezTo>
                    <a:pt x="2514" y="2822"/>
                    <a:pt x="2483" y="2818"/>
                    <a:pt x="2451" y="2815"/>
                  </a:cubicBezTo>
                  <a:lnTo>
                    <a:pt x="2444" y="2815"/>
                  </a:lnTo>
                  <a:lnTo>
                    <a:pt x="2399" y="2811"/>
                  </a:lnTo>
                  <a:lnTo>
                    <a:pt x="2392" y="2811"/>
                  </a:lnTo>
                  <a:lnTo>
                    <a:pt x="2346" y="2804"/>
                  </a:lnTo>
                  <a:cubicBezTo>
                    <a:pt x="2297" y="2794"/>
                    <a:pt x="2248" y="2790"/>
                    <a:pt x="2199" y="2787"/>
                  </a:cubicBezTo>
                  <a:cubicBezTo>
                    <a:pt x="2195" y="2787"/>
                    <a:pt x="2190" y="2787"/>
                    <a:pt x="2186" y="2787"/>
                  </a:cubicBezTo>
                  <a:cubicBezTo>
                    <a:pt x="2138" y="2787"/>
                    <a:pt x="2091" y="2770"/>
                    <a:pt x="2059" y="2738"/>
                  </a:cubicBezTo>
                  <a:cubicBezTo>
                    <a:pt x="2010" y="2682"/>
                    <a:pt x="2020" y="2605"/>
                    <a:pt x="2027" y="2542"/>
                  </a:cubicBezTo>
                  <a:cubicBezTo>
                    <a:pt x="2031" y="2521"/>
                    <a:pt x="2034" y="2500"/>
                    <a:pt x="2034" y="2479"/>
                  </a:cubicBezTo>
                  <a:cubicBezTo>
                    <a:pt x="2027" y="2419"/>
                    <a:pt x="2069" y="2367"/>
                    <a:pt x="2125" y="2353"/>
                  </a:cubicBezTo>
                  <a:cubicBezTo>
                    <a:pt x="2146" y="2346"/>
                    <a:pt x="2146" y="2346"/>
                    <a:pt x="2150" y="2332"/>
                  </a:cubicBezTo>
                  <a:cubicBezTo>
                    <a:pt x="2167" y="2283"/>
                    <a:pt x="2108" y="2097"/>
                    <a:pt x="1982" y="1779"/>
                  </a:cubicBezTo>
                  <a:lnTo>
                    <a:pt x="1975" y="1761"/>
                  </a:lnTo>
                  <a:lnTo>
                    <a:pt x="1971" y="1758"/>
                  </a:lnTo>
                  <a:lnTo>
                    <a:pt x="1968" y="1751"/>
                  </a:lnTo>
                  <a:lnTo>
                    <a:pt x="1961" y="1744"/>
                  </a:lnTo>
                  <a:lnTo>
                    <a:pt x="1950" y="1733"/>
                  </a:lnTo>
                  <a:lnTo>
                    <a:pt x="1947" y="1730"/>
                  </a:lnTo>
                  <a:lnTo>
                    <a:pt x="1933" y="1719"/>
                  </a:lnTo>
                  <a:lnTo>
                    <a:pt x="1929" y="1719"/>
                  </a:lnTo>
                  <a:lnTo>
                    <a:pt x="1912" y="1705"/>
                  </a:lnTo>
                  <a:lnTo>
                    <a:pt x="1908" y="1702"/>
                  </a:lnTo>
                  <a:lnTo>
                    <a:pt x="1884" y="1688"/>
                  </a:lnTo>
                  <a:lnTo>
                    <a:pt x="1877" y="1684"/>
                  </a:lnTo>
                  <a:lnTo>
                    <a:pt x="1849" y="1670"/>
                  </a:lnTo>
                  <a:lnTo>
                    <a:pt x="1845" y="1670"/>
                  </a:lnTo>
                  <a:lnTo>
                    <a:pt x="1845" y="3571"/>
                  </a:lnTo>
                  <a:cubicBezTo>
                    <a:pt x="1845" y="3722"/>
                    <a:pt x="1705" y="3809"/>
                    <a:pt x="1593" y="3879"/>
                  </a:cubicBezTo>
                  <a:cubicBezTo>
                    <a:pt x="1551" y="3900"/>
                    <a:pt x="1513" y="3928"/>
                    <a:pt x="1481" y="3963"/>
                  </a:cubicBezTo>
                  <a:cubicBezTo>
                    <a:pt x="1474" y="3970"/>
                    <a:pt x="1471" y="3974"/>
                    <a:pt x="1464" y="3981"/>
                  </a:cubicBezTo>
                  <a:lnTo>
                    <a:pt x="1460" y="3984"/>
                  </a:lnTo>
                  <a:cubicBezTo>
                    <a:pt x="1453" y="3988"/>
                    <a:pt x="1450" y="3995"/>
                    <a:pt x="1446" y="3998"/>
                  </a:cubicBezTo>
                  <a:lnTo>
                    <a:pt x="1439" y="4002"/>
                  </a:lnTo>
                  <a:lnTo>
                    <a:pt x="1422" y="4009"/>
                  </a:lnTo>
                  <a:lnTo>
                    <a:pt x="1415" y="4012"/>
                  </a:lnTo>
                  <a:cubicBezTo>
                    <a:pt x="1397" y="4019"/>
                    <a:pt x="1376" y="4026"/>
                    <a:pt x="1359" y="4030"/>
                  </a:cubicBezTo>
                  <a:lnTo>
                    <a:pt x="1352" y="4030"/>
                  </a:lnTo>
                  <a:lnTo>
                    <a:pt x="1324" y="4033"/>
                  </a:lnTo>
                  <a:lnTo>
                    <a:pt x="1170" y="4033"/>
                  </a:lnTo>
                  <a:cubicBezTo>
                    <a:pt x="1131" y="4033"/>
                    <a:pt x="1093" y="4030"/>
                    <a:pt x="1047" y="4026"/>
                  </a:cubicBezTo>
                  <a:lnTo>
                    <a:pt x="1033" y="4026"/>
                  </a:lnTo>
                  <a:lnTo>
                    <a:pt x="967" y="4019"/>
                  </a:lnTo>
                  <a:cubicBezTo>
                    <a:pt x="879" y="4012"/>
                    <a:pt x="795" y="4005"/>
                    <a:pt x="729" y="4005"/>
                  </a:cubicBezTo>
                  <a:cubicBezTo>
                    <a:pt x="533" y="4005"/>
                    <a:pt x="487" y="3862"/>
                    <a:pt x="452" y="3750"/>
                  </a:cubicBezTo>
                  <a:cubicBezTo>
                    <a:pt x="431" y="3690"/>
                    <a:pt x="400" y="3638"/>
                    <a:pt x="365" y="3592"/>
                  </a:cubicBezTo>
                  <a:cubicBezTo>
                    <a:pt x="348" y="3568"/>
                    <a:pt x="332" y="3560"/>
                    <a:pt x="318" y="3560"/>
                  </a:cubicBezTo>
                  <a:cubicBezTo>
                    <a:pt x="311" y="3560"/>
                    <a:pt x="304" y="3562"/>
                    <a:pt x="298" y="3564"/>
                  </a:cubicBezTo>
                  <a:cubicBezTo>
                    <a:pt x="235" y="3592"/>
                    <a:pt x="189" y="3648"/>
                    <a:pt x="175" y="3715"/>
                  </a:cubicBezTo>
                  <a:cubicBezTo>
                    <a:pt x="175" y="3725"/>
                    <a:pt x="175" y="3736"/>
                    <a:pt x="172" y="3746"/>
                  </a:cubicBezTo>
                  <a:cubicBezTo>
                    <a:pt x="165" y="3771"/>
                    <a:pt x="154" y="3792"/>
                    <a:pt x="137" y="3809"/>
                  </a:cubicBezTo>
                  <a:cubicBezTo>
                    <a:pt x="130" y="3816"/>
                    <a:pt x="119" y="3823"/>
                    <a:pt x="112" y="3827"/>
                  </a:cubicBezTo>
                  <a:lnTo>
                    <a:pt x="102" y="3830"/>
                  </a:lnTo>
                  <a:cubicBezTo>
                    <a:pt x="95" y="3834"/>
                    <a:pt x="88" y="3837"/>
                    <a:pt x="81" y="3837"/>
                  </a:cubicBezTo>
                  <a:lnTo>
                    <a:pt x="70" y="3841"/>
                  </a:lnTo>
                  <a:cubicBezTo>
                    <a:pt x="63" y="3844"/>
                    <a:pt x="53" y="3844"/>
                    <a:pt x="46" y="3844"/>
                  </a:cubicBezTo>
                  <a:lnTo>
                    <a:pt x="0" y="3844"/>
                  </a:lnTo>
                  <a:cubicBezTo>
                    <a:pt x="147" y="4089"/>
                    <a:pt x="263" y="4352"/>
                    <a:pt x="351" y="4625"/>
                  </a:cubicBezTo>
                  <a:cubicBezTo>
                    <a:pt x="424" y="4863"/>
                    <a:pt x="557" y="5097"/>
                    <a:pt x="676" y="5304"/>
                  </a:cubicBezTo>
                  <a:cubicBezTo>
                    <a:pt x="753" y="5430"/>
                    <a:pt x="823" y="5567"/>
                    <a:pt x="876" y="5707"/>
                  </a:cubicBezTo>
                  <a:lnTo>
                    <a:pt x="893" y="5756"/>
                  </a:lnTo>
                  <a:cubicBezTo>
                    <a:pt x="956" y="5952"/>
                    <a:pt x="1012" y="6123"/>
                    <a:pt x="949" y="6225"/>
                  </a:cubicBezTo>
                  <a:cubicBezTo>
                    <a:pt x="921" y="6267"/>
                    <a:pt x="876" y="6295"/>
                    <a:pt x="823" y="6302"/>
                  </a:cubicBezTo>
                  <a:cubicBezTo>
                    <a:pt x="788" y="6305"/>
                    <a:pt x="767" y="6316"/>
                    <a:pt x="760" y="6333"/>
                  </a:cubicBezTo>
                  <a:cubicBezTo>
                    <a:pt x="753" y="6347"/>
                    <a:pt x="736" y="6424"/>
                    <a:pt x="879" y="6645"/>
                  </a:cubicBezTo>
                  <a:cubicBezTo>
                    <a:pt x="949" y="6753"/>
                    <a:pt x="988" y="6879"/>
                    <a:pt x="988" y="7009"/>
                  </a:cubicBezTo>
                  <a:cubicBezTo>
                    <a:pt x="988" y="7079"/>
                    <a:pt x="988" y="7079"/>
                    <a:pt x="1016" y="7086"/>
                  </a:cubicBezTo>
                  <a:cubicBezTo>
                    <a:pt x="1082" y="7096"/>
                    <a:pt x="1142" y="7135"/>
                    <a:pt x="1180" y="7191"/>
                  </a:cubicBezTo>
                  <a:cubicBezTo>
                    <a:pt x="1198" y="7215"/>
                    <a:pt x="1201" y="7219"/>
                    <a:pt x="1233" y="7222"/>
                  </a:cubicBezTo>
                  <a:cubicBezTo>
                    <a:pt x="1376" y="7229"/>
                    <a:pt x="1474" y="7359"/>
                    <a:pt x="1562" y="7471"/>
                  </a:cubicBezTo>
                  <a:lnTo>
                    <a:pt x="1569" y="7481"/>
                  </a:lnTo>
                  <a:cubicBezTo>
                    <a:pt x="1594" y="7514"/>
                    <a:pt x="1635" y="7531"/>
                    <a:pt x="1676" y="7531"/>
                  </a:cubicBezTo>
                  <a:cubicBezTo>
                    <a:pt x="1680" y="7531"/>
                    <a:pt x="1684" y="7531"/>
                    <a:pt x="1688" y="7531"/>
                  </a:cubicBezTo>
                  <a:cubicBezTo>
                    <a:pt x="1740" y="7531"/>
                    <a:pt x="1789" y="7503"/>
                    <a:pt x="1817" y="7460"/>
                  </a:cubicBezTo>
                  <a:cubicBezTo>
                    <a:pt x="1908" y="7327"/>
                    <a:pt x="2143" y="7261"/>
                    <a:pt x="2518" y="7261"/>
                  </a:cubicBezTo>
                  <a:cubicBezTo>
                    <a:pt x="2658" y="7261"/>
                    <a:pt x="2693" y="7233"/>
                    <a:pt x="2756" y="7187"/>
                  </a:cubicBezTo>
                  <a:cubicBezTo>
                    <a:pt x="2826" y="7128"/>
                    <a:pt x="2910" y="7086"/>
                    <a:pt x="3001" y="7061"/>
                  </a:cubicBezTo>
                  <a:cubicBezTo>
                    <a:pt x="3153" y="7017"/>
                    <a:pt x="3317" y="6995"/>
                    <a:pt x="3474" y="6995"/>
                  </a:cubicBezTo>
                  <a:cubicBezTo>
                    <a:pt x="3624" y="6995"/>
                    <a:pt x="3766" y="7015"/>
                    <a:pt x="3883" y="7054"/>
                  </a:cubicBezTo>
                  <a:cubicBezTo>
                    <a:pt x="3941" y="7077"/>
                    <a:pt x="4002" y="7088"/>
                    <a:pt x="4062" y="7088"/>
                  </a:cubicBezTo>
                  <a:cubicBezTo>
                    <a:pt x="4163" y="7088"/>
                    <a:pt x="4265" y="7057"/>
                    <a:pt x="4352" y="6998"/>
                  </a:cubicBezTo>
                  <a:cubicBezTo>
                    <a:pt x="4385" y="6977"/>
                    <a:pt x="4421" y="6969"/>
                    <a:pt x="4458" y="6969"/>
                  </a:cubicBezTo>
                  <a:cubicBezTo>
                    <a:pt x="4498" y="6969"/>
                    <a:pt x="4539" y="6979"/>
                    <a:pt x="4576" y="6988"/>
                  </a:cubicBezTo>
                  <a:cubicBezTo>
                    <a:pt x="4604" y="6995"/>
                    <a:pt x="4632" y="6998"/>
                    <a:pt x="4664" y="6998"/>
                  </a:cubicBezTo>
                  <a:cubicBezTo>
                    <a:pt x="4664" y="6991"/>
                    <a:pt x="4667" y="6981"/>
                    <a:pt x="4667" y="6974"/>
                  </a:cubicBezTo>
                  <a:cubicBezTo>
                    <a:pt x="4685" y="6781"/>
                    <a:pt x="4859" y="6759"/>
                    <a:pt x="5026" y="6759"/>
                  </a:cubicBezTo>
                  <a:cubicBezTo>
                    <a:pt x="5053" y="6759"/>
                    <a:pt x="5079" y="6760"/>
                    <a:pt x="5105" y="6760"/>
                  </a:cubicBezTo>
                  <a:lnTo>
                    <a:pt x="5185" y="6760"/>
                  </a:lnTo>
                  <a:cubicBezTo>
                    <a:pt x="5371" y="6760"/>
                    <a:pt x="5864" y="6442"/>
                    <a:pt x="6263" y="6064"/>
                  </a:cubicBezTo>
                  <a:cubicBezTo>
                    <a:pt x="6673" y="5682"/>
                    <a:pt x="7338" y="4852"/>
                    <a:pt x="7555" y="4488"/>
                  </a:cubicBezTo>
                  <a:cubicBezTo>
                    <a:pt x="7772" y="4121"/>
                    <a:pt x="8108" y="3820"/>
                    <a:pt x="8308" y="3638"/>
                  </a:cubicBezTo>
                  <a:lnTo>
                    <a:pt x="8353" y="3599"/>
                  </a:lnTo>
                  <a:cubicBezTo>
                    <a:pt x="8441" y="3515"/>
                    <a:pt x="8528" y="3224"/>
                    <a:pt x="8581" y="2811"/>
                  </a:cubicBezTo>
                  <a:lnTo>
                    <a:pt x="8581" y="2811"/>
                  </a:lnTo>
                  <a:cubicBezTo>
                    <a:pt x="8472" y="2818"/>
                    <a:pt x="8364" y="2825"/>
                    <a:pt x="8255" y="2843"/>
                  </a:cubicBezTo>
                  <a:lnTo>
                    <a:pt x="8220" y="2846"/>
                  </a:lnTo>
                  <a:lnTo>
                    <a:pt x="8217" y="2853"/>
                  </a:lnTo>
                  <a:cubicBezTo>
                    <a:pt x="8217" y="2860"/>
                    <a:pt x="8213" y="2867"/>
                    <a:pt x="8213" y="2874"/>
                  </a:cubicBezTo>
                  <a:cubicBezTo>
                    <a:pt x="8213" y="2885"/>
                    <a:pt x="8210" y="2895"/>
                    <a:pt x="8206" y="2909"/>
                  </a:cubicBezTo>
                  <a:cubicBezTo>
                    <a:pt x="8206" y="2909"/>
                    <a:pt x="8206" y="2913"/>
                    <a:pt x="8206" y="2916"/>
                  </a:cubicBezTo>
                  <a:cubicBezTo>
                    <a:pt x="8203" y="2923"/>
                    <a:pt x="8199" y="2930"/>
                    <a:pt x="8199" y="2937"/>
                  </a:cubicBezTo>
                  <a:lnTo>
                    <a:pt x="8192" y="2948"/>
                  </a:lnTo>
                  <a:cubicBezTo>
                    <a:pt x="8189" y="2951"/>
                    <a:pt x="8185" y="2958"/>
                    <a:pt x="8182" y="2965"/>
                  </a:cubicBezTo>
                  <a:lnTo>
                    <a:pt x="8178" y="2969"/>
                  </a:lnTo>
                  <a:cubicBezTo>
                    <a:pt x="8175" y="2976"/>
                    <a:pt x="8168" y="2983"/>
                    <a:pt x="8164" y="2990"/>
                  </a:cubicBezTo>
                  <a:lnTo>
                    <a:pt x="8157" y="2993"/>
                  </a:lnTo>
                  <a:cubicBezTo>
                    <a:pt x="8154" y="3000"/>
                    <a:pt x="8147" y="3004"/>
                    <a:pt x="8143" y="3007"/>
                  </a:cubicBezTo>
                  <a:lnTo>
                    <a:pt x="8136" y="3014"/>
                  </a:lnTo>
                  <a:lnTo>
                    <a:pt x="8119" y="3021"/>
                  </a:lnTo>
                  <a:lnTo>
                    <a:pt x="8115" y="3025"/>
                  </a:lnTo>
                  <a:cubicBezTo>
                    <a:pt x="8105" y="3032"/>
                    <a:pt x="8098" y="3035"/>
                    <a:pt x="8091" y="3039"/>
                  </a:cubicBezTo>
                  <a:cubicBezTo>
                    <a:pt x="8080" y="3039"/>
                    <a:pt x="8073" y="3042"/>
                    <a:pt x="8063" y="3046"/>
                  </a:cubicBezTo>
                  <a:lnTo>
                    <a:pt x="8056" y="3046"/>
                  </a:lnTo>
                  <a:lnTo>
                    <a:pt x="8035" y="3049"/>
                  </a:lnTo>
                  <a:lnTo>
                    <a:pt x="8028" y="3049"/>
                  </a:lnTo>
                  <a:lnTo>
                    <a:pt x="8007" y="3053"/>
                  </a:lnTo>
                  <a:lnTo>
                    <a:pt x="8000" y="3053"/>
                  </a:lnTo>
                  <a:lnTo>
                    <a:pt x="7972" y="3056"/>
                  </a:lnTo>
                  <a:lnTo>
                    <a:pt x="7874" y="3056"/>
                  </a:lnTo>
                  <a:lnTo>
                    <a:pt x="7835" y="3053"/>
                  </a:lnTo>
                  <a:cubicBezTo>
                    <a:pt x="7611" y="3039"/>
                    <a:pt x="7436" y="2566"/>
                    <a:pt x="7436" y="2482"/>
                  </a:cubicBezTo>
                  <a:cubicBezTo>
                    <a:pt x="7436" y="2374"/>
                    <a:pt x="7702" y="2020"/>
                    <a:pt x="7874" y="2020"/>
                  </a:cubicBezTo>
                  <a:cubicBezTo>
                    <a:pt x="7888" y="2020"/>
                    <a:pt x="7898" y="2024"/>
                    <a:pt x="7909" y="2024"/>
                  </a:cubicBezTo>
                  <a:lnTo>
                    <a:pt x="7919" y="2027"/>
                  </a:lnTo>
                  <a:lnTo>
                    <a:pt x="7944" y="2034"/>
                  </a:lnTo>
                  <a:lnTo>
                    <a:pt x="7958" y="2038"/>
                  </a:lnTo>
                  <a:lnTo>
                    <a:pt x="7982" y="2048"/>
                  </a:lnTo>
                  <a:lnTo>
                    <a:pt x="7993" y="2052"/>
                  </a:lnTo>
                  <a:cubicBezTo>
                    <a:pt x="8003" y="2055"/>
                    <a:pt x="8017" y="2062"/>
                    <a:pt x="8028" y="2069"/>
                  </a:cubicBezTo>
                  <a:lnTo>
                    <a:pt x="8031" y="2069"/>
                  </a:lnTo>
                  <a:lnTo>
                    <a:pt x="8066" y="2087"/>
                  </a:lnTo>
                  <a:lnTo>
                    <a:pt x="8077" y="2094"/>
                  </a:lnTo>
                  <a:lnTo>
                    <a:pt x="8105" y="2111"/>
                  </a:lnTo>
                  <a:lnTo>
                    <a:pt x="8112" y="2115"/>
                  </a:lnTo>
                  <a:lnTo>
                    <a:pt x="8122" y="2122"/>
                  </a:lnTo>
                  <a:lnTo>
                    <a:pt x="8122" y="2115"/>
                  </a:lnTo>
                  <a:lnTo>
                    <a:pt x="8122" y="2104"/>
                  </a:lnTo>
                  <a:lnTo>
                    <a:pt x="8122" y="2097"/>
                  </a:lnTo>
                  <a:lnTo>
                    <a:pt x="8122" y="2076"/>
                  </a:lnTo>
                  <a:cubicBezTo>
                    <a:pt x="8136" y="1971"/>
                    <a:pt x="8147" y="1807"/>
                    <a:pt x="8150" y="1646"/>
                  </a:cubicBezTo>
                  <a:lnTo>
                    <a:pt x="8150" y="1611"/>
                  </a:lnTo>
                  <a:lnTo>
                    <a:pt x="8150" y="1607"/>
                  </a:lnTo>
                  <a:lnTo>
                    <a:pt x="8150" y="1576"/>
                  </a:lnTo>
                  <a:lnTo>
                    <a:pt x="8150" y="1569"/>
                  </a:lnTo>
                  <a:lnTo>
                    <a:pt x="8150" y="1537"/>
                  </a:lnTo>
                  <a:lnTo>
                    <a:pt x="8150" y="1534"/>
                  </a:lnTo>
                  <a:lnTo>
                    <a:pt x="8150" y="1506"/>
                  </a:lnTo>
                  <a:lnTo>
                    <a:pt x="8150" y="1495"/>
                  </a:lnTo>
                  <a:lnTo>
                    <a:pt x="8150" y="1471"/>
                  </a:lnTo>
                  <a:lnTo>
                    <a:pt x="8150" y="1460"/>
                  </a:lnTo>
                  <a:lnTo>
                    <a:pt x="8150" y="1439"/>
                  </a:lnTo>
                  <a:lnTo>
                    <a:pt x="8150" y="1429"/>
                  </a:lnTo>
                  <a:lnTo>
                    <a:pt x="8150" y="1408"/>
                  </a:lnTo>
                  <a:lnTo>
                    <a:pt x="8150" y="1394"/>
                  </a:lnTo>
                  <a:lnTo>
                    <a:pt x="8150" y="1376"/>
                  </a:lnTo>
                  <a:lnTo>
                    <a:pt x="8150" y="1366"/>
                  </a:lnTo>
                  <a:lnTo>
                    <a:pt x="8150" y="1348"/>
                  </a:lnTo>
                  <a:lnTo>
                    <a:pt x="8150" y="1338"/>
                  </a:lnTo>
                  <a:lnTo>
                    <a:pt x="8150" y="1324"/>
                  </a:lnTo>
                  <a:lnTo>
                    <a:pt x="8150" y="1310"/>
                  </a:lnTo>
                  <a:lnTo>
                    <a:pt x="8150" y="1299"/>
                  </a:lnTo>
                  <a:cubicBezTo>
                    <a:pt x="8150" y="1296"/>
                    <a:pt x="8150" y="1292"/>
                    <a:pt x="8147" y="1289"/>
                  </a:cubicBezTo>
                  <a:lnTo>
                    <a:pt x="8147" y="1275"/>
                  </a:lnTo>
                  <a:lnTo>
                    <a:pt x="8147" y="1268"/>
                  </a:lnTo>
                  <a:lnTo>
                    <a:pt x="8143" y="1257"/>
                  </a:lnTo>
                  <a:lnTo>
                    <a:pt x="8140" y="1246"/>
                  </a:lnTo>
                  <a:lnTo>
                    <a:pt x="8136" y="1239"/>
                  </a:lnTo>
                  <a:lnTo>
                    <a:pt x="8133" y="1232"/>
                  </a:lnTo>
                  <a:lnTo>
                    <a:pt x="8133" y="1225"/>
                  </a:lnTo>
                  <a:cubicBezTo>
                    <a:pt x="8129" y="1222"/>
                    <a:pt x="8129" y="1222"/>
                    <a:pt x="8126" y="1218"/>
                  </a:cubicBezTo>
                  <a:lnTo>
                    <a:pt x="8126" y="1215"/>
                  </a:lnTo>
                  <a:cubicBezTo>
                    <a:pt x="8122" y="1211"/>
                    <a:pt x="8119" y="1208"/>
                    <a:pt x="8119" y="1208"/>
                  </a:cubicBezTo>
                  <a:cubicBezTo>
                    <a:pt x="8003" y="1141"/>
                    <a:pt x="7919" y="823"/>
                    <a:pt x="7821" y="417"/>
                  </a:cubicBezTo>
                  <a:cubicBezTo>
                    <a:pt x="7811" y="378"/>
                    <a:pt x="7804" y="340"/>
                    <a:pt x="7793" y="301"/>
                  </a:cubicBezTo>
                  <a:lnTo>
                    <a:pt x="7793" y="298"/>
                  </a:lnTo>
                  <a:lnTo>
                    <a:pt x="7786" y="266"/>
                  </a:lnTo>
                  <a:lnTo>
                    <a:pt x="7783" y="259"/>
                  </a:lnTo>
                  <a:lnTo>
                    <a:pt x="7779" y="238"/>
                  </a:lnTo>
                  <a:lnTo>
                    <a:pt x="7776" y="224"/>
                  </a:lnTo>
                  <a:lnTo>
                    <a:pt x="7769" y="210"/>
                  </a:lnTo>
                  <a:lnTo>
                    <a:pt x="7765" y="196"/>
                  </a:lnTo>
                  <a:lnTo>
                    <a:pt x="7762" y="186"/>
                  </a:lnTo>
                  <a:lnTo>
                    <a:pt x="7758" y="179"/>
                  </a:lnTo>
                  <a:lnTo>
                    <a:pt x="7758" y="172"/>
                  </a:lnTo>
                  <a:cubicBezTo>
                    <a:pt x="7723" y="151"/>
                    <a:pt x="7604" y="144"/>
                    <a:pt x="7506" y="137"/>
                  </a:cubicBezTo>
                  <a:cubicBezTo>
                    <a:pt x="7296" y="123"/>
                    <a:pt x="7163" y="109"/>
                    <a:pt x="7114" y="35"/>
                  </a:cubicBezTo>
                  <a:cubicBezTo>
                    <a:pt x="7093" y="18"/>
                    <a:pt x="6960" y="18"/>
                    <a:pt x="6887" y="18"/>
                  </a:cubicBezTo>
                  <a:cubicBezTo>
                    <a:pt x="6874" y="18"/>
                    <a:pt x="6861" y="19"/>
                    <a:pt x="6849" y="19"/>
                  </a:cubicBezTo>
                  <a:cubicBezTo>
                    <a:pt x="6788" y="19"/>
                    <a:pt x="6728" y="12"/>
                    <a:pt x="6670" y="0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07" name="Google Shape;4165;p80">
              <a:extLst>
                <a:ext uri="{FF2B5EF4-FFF2-40B4-BE49-F238E27FC236}">
                  <a16:creationId xmlns:a16="http://schemas.microsoft.com/office/drawing/2014/main" id="{09BF5B11-6D0D-C98D-CD42-B2592C3596AB}"/>
                </a:ext>
              </a:extLst>
            </p:cNvPr>
            <p:cNvSpPr/>
            <p:nvPr/>
          </p:nvSpPr>
          <p:spPr>
            <a:xfrm>
              <a:off x="2185707" y="2266820"/>
              <a:ext cx="14" cy="14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1" y="1"/>
                  </a:move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08" name="Google Shape;4166;p80">
              <a:extLst>
                <a:ext uri="{FF2B5EF4-FFF2-40B4-BE49-F238E27FC236}">
                  <a16:creationId xmlns:a16="http://schemas.microsoft.com/office/drawing/2014/main" id="{EFFED2EE-CCDA-ADD5-F70C-06CBFD0942B5}"/>
                </a:ext>
              </a:extLst>
            </p:cNvPr>
            <p:cNvSpPr/>
            <p:nvPr/>
          </p:nvSpPr>
          <p:spPr>
            <a:xfrm>
              <a:off x="2169780" y="2264023"/>
              <a:ext cx="299" cy="109"/>
            </a:xfrm>
            <a:custGeom>
              <a:avLst/>
              <a:gdLst/>
              <a:ahLst/>
              <a:cxnLst/>
              <a:rect l="l" t="t" r="r" b="b"/>
              <a:pathLst>
                <a:path w="22" h="8" extrusionOk="0">
                  <a:moveTo>
                    <a:pt x="1" y="7"/>
                  </a:moveTo>
                  <a:cubicBezTo>
                    <a:pt x="8" y="7"/>
                    <a:pt x="15" y="4"/>
                    <a:pt x="22" y="0"/>
                  </a:cubicBezTo>
                  <a:cubicBezTo>
                    <a:pt x="15" y="4"/>
                    <a:pt x="8" y="7"/>
                    <a:pt x="1" y="7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09" name="Google Shape;4167;p80">
              <a:extLst>
                <a:ext uri="{FF2B5EF4-FFF2-40B4-BE49-F238E27FC236}">
                  <a16:creationId xmlns:a16="http://schemas.microsoft.com/office/drawing/2014/main" id="{C927B7CD-7E37-89C3-5AFF-BC1DB1D28ACB}"/>
                </a:ext>
              </a:extLst>
            </p:cNvPr>
            <p:cNvSpPr/>
            <p:nvPr/>
          </p:nvSpPr>
          <p:spPr>
            <a:xfrm>
              <a:off x="2182435" y="2266725"/>
              <a:ext cx="149" cy="14"/>
            </a:xfrm>
            <a:custGeom>
              <a:avLst/>
              <a:gdLst/>
              <a:ahLst/>
              <a:cxnLst/>
              <a:rect l="l" t="t" r="r" b="b"/>
              <a:pathLst>
                <a:path w="11" h="1" extrusionOk="0">
                  <a:moveTo>
                    <a:pt x="0" y="1"/>
                  </a:moveTo>
                  <a:lnTo>
                    <a:pt x="11" y="1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10" name="Google Shape;4168;p80">
              <a:extLst>
                <a:ext uri="{FF2B5EF4-FFF2-40B4-BE49-F238E27FC236}">
                  <a16:creationId xmlns:a16="http://schemas.microsoft.com/office/drawing/2014/main" id="{0969AA02-FEA8-AA91-98B7-7F03F705BECF}"/>
                </a:ext>
              </a:extLst>
            </p:cNvPr>
            <p:cNvSpPr/>
            <p:nvPr/>
          </p:nvSpPr>
          <p:spPr>
            <a:xfrm>
              <a:off x="2184336" y="2266820"/>
              <a:ext cx="14" cy="14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0" y="1"/>
                  </a:move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11" name="Google Shape;4169;p80">
              <a:extLst>
                <a:ext uri="{FF2B5EF4-FFF2-40B4-BE49-F238E27FC236}">
                  <a16:creationId xmlns:a16="http://schemas.microsoft.com/office/drawing/2014/main" id="{72D9149E-E051-5686-C2F2-033F1BADBCDE}"/>
                </a:ext>
              </a:extLst>
            </p:cNvPr>
            <p:cNvSpPr/>
            <p:nvPr/>
          </p:nvSpPr>
          <p:spPr>
            <a:xfrm>
              <a:off x="2186236" y="2266779"/>
              <a:ext cx="149" cy="14"/>
            </a:xfrm>
            <a:custGeom>
              <a:avLst/>
              <a:gdLst/>
              <a:ahLst/>
              <a:cxnLst/>
              <a:rect l="l" t="t" r="r" b="b"/>
              <a:pathLst>
                <a:path w="11" h="1" extrusionOk="0">
                  <a:moveTo>
                    <a:pt x="0" y="0"/>
                  </a:moveTo>
                  <a:lnTo>
                    <a:pt x="11" y="0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12" name="Google Shape;4170;p80">
              <a:extLst>
                <a:ext uri="{FF2B5EF4-FFF2-40B4-BE49-F238E27FC236}">
                  <a16:creationId xmlns:a16="http://schemas.microsoft.com/office/drawing/2014/main" id="{9E324207-25D8-7CF0-09A4-DF63DFD9C6B2}"/>
                </a:ext>
              </a:extLst>
            </p:cNvPr>
            <p:cNvSpPr/>
            <p:nvPr/>
          </p:nvSpPr>
          <p:spPr>
            <a:xfrm>
              <a:off x="2169265" y="2264159"/>
              <a:ext cx="394" cy="68"/>
            </a:xfrm>
            <a:custGeom>
              <a:avLst/>
              <a:gdLst/>
              <a:ahLst/>
              <a:cxnLst/>
              <a:rect l="l" t="t" r="r" b="b"/>
              <a:pathLst>
                <a:path w="29" h="5" extrusionOk="0">
                  <a:moveTo>
                    <a:pt x="0" y="4"/>
                  </a:moveTo>
                  <a:cubicBezTo>
                    <a:pt x="11" y="4"/>
                    <a:pt x="18" y="1"/>
                    <a:pt x="28" y="1"/>
                  </a:cubicBezTo>
                  <a:cubicBezTo>
                    <a:pt x="18" y="1"/>
                    <a:pt x="11" y="4"/>
                    <a:pt x="0" y="4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13" name="Google Shape;4171;p80">
              <a:extLst>
                <a:ext uri="{FF2B5EF4-FFF2-40B4-BE49-F238E27FC236}">
                  <a16:creationId xmlns:a16="http://schemas.microsoft.com/office/drawing/2014/main" id="{46A46756-B419-4B43-25A1-48C3BFDC58DC}"/>
                </a:ext>
              </a:extLst>
            </p:cNvPr>
            <p:cNvSpPr/>
            <p:nvPr/>
          </p:nvSpPr>
          <p:spPr>
            <a:xfrm>
              <a:off x="2168640" y="2264213"/>
              <a:ext cx="543" cy="41"/>
            </a:xfrm>
            <a:custGeom>
              <a:avLst/>
              <a:gdLst/>
              <a:ahLst/>
              <a:cxnLst/>
              <a:rect l="l" t="t" r="r" b="b"/>
              <a:pathLst>
                <a:path w="40" h="3" extrusionOk="0">
                  <a:moveTo>
                    <a:pt x="1" y="0"/>
                  </a:moveTo>
                  <a:cubicBezTo>
                    <a:pt x="10" y="2"/>
                    <a:pt x="17" y="3"/>
                    <a:pt x="23" y="3"/>
                  </a:cubicBezTo>
                  <a:cubicBezTo>
                    <a:pt x="29" y="3"/>
                    <a:pt x="34" y="2"/>
                    <a:pt x="39" y="0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14" name="Google Shape;4172;p80">
              <a:extLst>
                <a:ext uri="{FF2B5EF4-FFF2-40B4-BE49-F238E27FC236}">
                  <a16:creationId xmlns:a16="http://schemas.microsoft.com/office/drawing/2014/main" id="{50C32170-0F5A-98B1-66F1-DBA9AAA4548A}"/>
                </a:ext>
              </a:extLst>
            </p:cNvPr>
            <p:cNvSpPr/>
            <p:nvPr/>
          </p:nvSpPr>
          <p:spPr>
            <a:xfrm>
              <a:off x="2170161" y="2262883"/>
              <a:ext cx="869" cy="1100"/>
            </a:xfrm>
            <a:custGeom>
              <a:avLst/>
              <a:gdLst/>
              <a:ahLst/>
              <a:cxnLst/>
              <a:rect l="l" t="t" r="r" b="b"/>
              <a:pathLst>
                <a:path w="64" h="81" extrusionOk="0">
                  <a:moveTo>
                    <a:pt x="64" y="0"/>
                  </a:moveTo>
                  <a:cubicBezTo>
                    <a:pt x="57" y="25"/>
                    <a:pt x="46" y="46"/>
                    <a:pt x="29" y="63"/>
                  </a:cubicBezTo>
                  <a:cubicBezTo>
                    <a:pt x="18" y="70"/>
                    <a:pt x="11" y="77"/>
                    <a:pt x="1" y="81"/>
                  </a:cubicBezTo>
                  <a:cubicBezTo>
                    <a:pt x="11" y="77"/>
                    <a:pt x="18" y="70"/>
                    <a:pt x="29" y="63"/>
                  </a:cubicBezTo>
                  <a:cubicBezTo>
                    <a:pt x="46" y="46"/>
                    <a:pt x="57" y="25"/>
                    <a:pt x="64" y="0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15" name="Google Shape;4173;p80">
              <a:extLst>
                <a:ext uri="{FF2B5EF4-FFF2-40B4-BE49-F238E27FC236}">
                  <a16:creationId xmlns:a16="http://schemas.microsoft.com/office/drawing/2014/main" id="{B7A32502-A62C-D27E-E6A9-21DDCD4AF344}"/>
                </a:ext>
              </a:extLst>
            </p:cNvPr>
            <p:cNvSpPr/>
            <p:nvPr/>
          </p:nvSpPr>
          <p:spPr>
            <a:xfrm>
              <a:off x="2188178" y="2266019"/>
              <a:ext cx="109" cy="109"/>
            </a:xfrm>
            <a:custGeom>
              <a:avLst/>
              <a:gdLst/>
              <a:ahLst/>
              <a:cxnLst/>
              <a:rect l="l" t="t" r="r" b="b"/>
              <a:pathLst>
                <a:path w="8" h="8" extrusionOk="0">
                  <a:moveTo>
                    <a:pt x="8" y="0"/>
                  </a:moveTo>
                  <a:lnTo>
                    <a:pt x="1" y="7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16" name="Google Shape;4174;p80">
              <a:extLst>
                <a:ext uri="{FF2B5EF4-FFF2-40B4-BE49-F238E27FC236}">
                  <a16:creationId xmlns:a16="http://schemas.microsoft.com/office/drawing/2014/main" id="{A8928DA2-7D82-7CA1-24D3-310B3A4D7E31}"/>
                </a:ext>
              </a:extLst>
            </p:cNvPr>
            <p:cNvSpPr/>
            <p:nvPr/>
          </p:nvSpPr>
          <p:spPr>
            <a:xfrm>
              <a:off x="2187893" y="2266250"/>
              <a:ext cx="109" cy="68"/>
            </a:xfrm>
            <a:custGeom>
              <a:avLst/>
              <a:gdLst/>
              <a:ahLst/>
              <a:cxnLst/>
              <a:rect l="l" t="t" r="r" b="b"/>
              <a:pathLst>
                <a:path w="8" h="5" extrusionOk="0">
                  <a:moveTo>
                    <a:pt x="1" y="4"/>
                  </a:moveTo>
                  <a:lnTo>
                    <a:pt x="8" y="1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17" name="Google Shape;4175;p80">
              <a:extLst>
                <a:ext uri="{FF2B5EF4-FFF2-40B4-BE49-F238E27FC236}">
                  <a16:creationId xmlns:a16="http://schemas.microsoft.com/office/drawing/2014/main" id="{8298CAF8-DBD5-CC95-31CA-115061C2713D}"/>
                </a:ext>
              </a:extLst>
            </p:cNvPr>
            <p:cNvSpPr/>
            <p:nvPr/>
          </p:nvSpPr>
          <p:spPr>
            <a:xfrm>
              <a:off x="2187608" y="2266440"/>
              <a:ext cx="109" cy="68"/>
            </a:xfrm>
            <a:custGeom>
              <a:avLst/>
              <a:gdLst/>
              <a:ahLst/>
              <a:cxnLst/>
              <a:rect l="l" t="t" r="r" b="b"/>
              <a:pathLst>
                <a:path w="8" h="5" extrusionOk="0">
                  <a:moveTo>
                    <a:pt x="1" y="4"/>
                  </a:moveTo>
                  <a:lnTo>
                    <a:pt x="8" y="1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18" name="Google Shape;4176;p80">
              <a:extLst>
                <a:ext uri="{FF2B5EF4-FFF2-40B4-BE49-F238E27FC236}">
                  <a16:creationId xmlns:a16="http://schemas.microsoft.com/office/drawing/2014/main" id="{0803F4CB-B100-DB68-8931-E71C9E5CCC02}"/>
                </a:ext>
              </a:extLst>
            </p:cNvPr>
            <p:cNvSpPr/>
            <p:nvPr/>
          </p:nvSpPr>
          <p:spPr>
            <a:xfrm>
              <a:off x="2186712" y="2266725"/>
              <a:ext cx="109" cy="14"/>
            </a:xfrm>
            <a:custGeom>
              <a:avLst/>
              <a:gdLst/>
              <a:ahLst/>
              <a:cxnLst/>
              <a:rect l="l" t="t" r="r" b="b"/>
              <a:pathLst>
                <a:path w="8" h="1" extrusionOk="0">
                  <a:moveTo>
                    <a:pt x="0" y="1"/>
                  </a:moveTo>
                  <a:lnTo>
                    <a:pt x="7" y="1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19" name="Google Shape;4177;p80">
              <a:extLst>
                <a:ext uri="{FF2B5EF4-FFF2-40B4-BE49-F238E27FC236}">
                  <a16:creationId xmlns:a16="http://schemas.microsoft.com/office/drawing/2014/main" id="{0D24F59A-572D-53FE-4F26-8EA7215C14EE}"/>
                </a:ext>
              </a:extLst>
            </p:cNvPr>
            <p:cNvSpPr/>
            <p:nvPr/>
          </p:nvSpPr>
          <p:spPr>
            <a:xfrm>
              <a:off x="2259012" y="2212062"/>
              <a:ext cx="14840" cy="2349"/>
            </a:xfrm>
            <a:custGeom>
              <a:avLst/>
              <a:gdLst/>
              <a:ahLst/>
              <a:cxnLst/>
              <a:rect l="l" t="t" r="r" b="b"/>
              <a:pathLst>
                <a:path w="1093" h="173" extrusionOk="0">
                  <a:moveTo>
                    <a:pt x="221" y="15"/>
                  </a:moveTo>
                  <a:cubicBezTo>
                    <a:pt x="221" y="15"/>
                    <a:pt x="221" y="15"/>
                    <a:pt x="221" y="15"/>
                  </a:cubicBezTo>
                  <a:lnTo>
                    <a:pt x="221" y="15"/>
                  </a:lnTo>
                  <a:cubicBezTo>
                    <a:pt x="221" y="15"/>
                    <a:pt x="221" y="15"/>
                    <a:pt x="221" y="15"/>
                  </a:cubicBezTo>
                  <a:lnTo>
                    <a:pt x="221" y="15"/>
                  </a:lnTo>
                  <a:cubicBezTo>
                    <a:pt x="221" y="15"/>
                    <a:pt x="221" y="15"/>
                    <a:pt x="221" y="15"/>
                  </a:cubicBezTo>
                  <a:close/>
                  <a:moveTo>
                    <a:pt x="0" y="1"/>
                  </a:moveTo>
                  <a:cubicBezTo>
                    <a:pt x="51" y="11"/>
                    <a:pt x="105" y="17"/>
                    <a:pt x="158" y="17"/>
                  </a:cubicBezTo>
                  <a:cubicBezTo>
                    <a:pt x="159" y="17"/>
                    <a:pt x="159" y="17"/>
                    <a:pt x="159" y="17"/>
                  </a:cubicBezTo>
                  <a:lnTo>
                    <a:pt x="159" y="17"/>
                  </a:lnTo>
                  <a:cubicBezTo>
                    <a:pt x="160" y="17"/>
                    <a:pt x="160" y="17"/>
                    <a:pt x="161" y="17"/>
                  </a:cubicBezTo>
                  <a:cubicBezTo>
                    <a:pt x="181" y="17"/>
                    <a:pt x="201" y="17"/>
                    <a:pt x="221" y="15"/>
                  </a:cubicBezTo>
                  <a:lnTo>
                    <a:pt x="221" y="15"/>
                  </a:lnTo>
                  <a:cubicBezTo>
                    <a:pt x="219" y="15"/>
                    <a:pt x="218" y="15"/>
                    <a:pt x="217" y="15"/>
                  </a:cubicBezTo>
                  <a:cubicBezTo>
                    <a:pt x="198" y="17"/>
                    <a:pt x="179" y="17"/>
                    <a:pt x="159" y="17"/>
                  </a:cubicBezTo>
                  <a:lnTo>
                    <a:pt x="159" y="17"/>
                  </a:lnTo>
                  <a:cubicBezTo>
                    <a:pt x="105" y="17"/>
                    <a:pt x="51" y="11"/>
                    <a:pt x="0" y="1"/>
                  </a:cubicBezTo>
                  <a:close/>
                  <a:moveTo>
                    <a:pt x="221" y="15"/>
                  </a:moveTo>
                  <a:cubicBezTo>
                    <a:pt x="290" y="15"/>
                    <a:pt x="417" y="18"/>
                    <a:pt x="446" y="34"/>
                  </a:cubicBezTo>
                  <a:lnTo>
                    <a:pt x="446" y="34"/>
                  </a:lnTo>
                  <a:cubicBezTo>
                    <a:pt x="446" y="34"/>
                    <a:pt x="445" y="33"/>
                    <a:pt x="445" y="32"/>
                  </a:cubicBezTo>
                  <a:cubicBezTo>
                    <a:pt x="424" y="15"/>
                    <a:pt x="296" y="15"/>
                    <a:pt x="221" y="15"/>
                  </a:cubicBezTo>
                  <a:close/>
                  <a:moveTo>
                    <a:pt x="446" y="34"/>
                  </a:moveTo>
                  <a:lnTo>
                    <a:pt x="446" y="34"/>
                  </a:lnTo>
                  <a:cubicBezTo>
                    <a:pt x="451" y="41"/>
                    <a:pt x="456" y="47"/>
                    <a:pt x="461" y="53"/>
                  </a:cubicBezTo>
                  <a:lnTo>
                    <a:pt x="461" y="53"/>
                  </a:lnTo>
                  <a:cubicBezTo>
                    <a:pt x="456" y="48"/>
                    <a:pt x="452" y="42"/>
                    <a:pt x="448" y="36"/>
                  </a:cubicBezTo>
                  <a:cubicBezTo>
                    <a:pt x="448" y="35"/>
                    <a:pt x="447" y="35"/>
                    <a:pt x="446" y="34"/>
                  </a:cubicBezTo>
                  <a:close/>
                  <a:moveTo>
                    <a:pt x="461" y="53"/>
                  </a:moveTo>
                  <a:cubicBezTo>
                    <a:pt x="515" y="110"/>
                    <a:pt x="637" y="124"/>
                    <a:pt x="823" y="136"/>
                  </a:cubicBezTo>
                  <a:lnTo>
                    <a:pt x="823" y="136"/>
                  </a:lnTo>
                  <a:cubicBezTo>
                    <a:pt x="641" y="121"/>
                    <a:pt x="519" y="110"/>
                    <a:pt x="461" y="53"/>
                  </a:cubicBezTo>
                  <a:close/>
                  <a:moveTo>
                    <a:pt x="823" y="136"/>
                  </a:moveTo>
                  <a:cubicBezTo>
                    <a:pt x="828" y="136"/>
                    <a:pt x="832" y="137"/>
                    <a:pt x="837" y="137"/>
                  </a:cubicBezTo>
                  <a:cubicBezTo>
                    <a:pt x="869" y="140"/>
                    <a:pt x="904" y="142"/>
                    <a:pt x="937" y="145"/>
                  </a:cubicBezTo>
                  <a:lnTo>
                    <a:pt x="937" y="145"/>
                  </a:lnTo>
                  <a:cubicBezTo>
                    <a:pt x="904" y="141"/>
                    <a:pt x="872" y="139"/>
                    <a:pt x="840" y="137"/>
                  </a:cubicBezTo>
                  <a:cubicBezTo>
                    <a:pt x="834" y="137"/>
                    <a:pt x="829" y="136"/>
                    <a:pt x="823" y="136"/>
                  </a:cubicBezTo>
                  <a:close/>
                  <a:moveTo>
                    <a:pt x="937" y="145"/>
                  </a:moveTo>
                  <a:cubicBezTo>
                    <a:pt x="986" y="150"/>
                    <a:pt x="1036" y="158"/>
                    <a:pt x="1084" y="169"/>
                  </a:cubicBezTo>
                  <a:lnTo>
                    <a:pt x="1084" y="169"/>
                  </a:lnTo>
                  <a:cubicBezTo>
                    <a:pt x="1055" y="157"/>
                    <a:pt x="998" y="150"/>
                    <a:pt x="937" y="145"/>
                  </a:cubicBezTo>
                  <a:close/>
                  <a:moveTo>
                    <a:pt x="1084" y="169"/>
                  </a:moveTo>
                  <a:cubicBezTo>
                    <a:pt x="1086" y="169"/>
                    <a:pt x="1087" y="170"/>
                    <a:pt x="1088" y="170"/>
                  </a:cubicBezTo>
                  <a:lnTo>
                    <a:pt x="1088" y="170"/>
                  </a:lnTo>
                  <a:lnTo>
                    <a:pt x="1085" y="169"/>
                  </a:lnTo>
                  <a:cubicBezTo>
                    <a:pt x="1085" y="169"/>
                    <a:pt x="1085" y="169"/>
                    <a:pt x="1084" y="169"/>
                  </a:cubicBezTo>
                  <a:close/>
                  <a:moveTo>
                    <a:pt x="1088" y="170"/>
                  </a:moveTo>
                  <a:lnTo>
                    <a:pt x="1092" y="172"/>
                  </a:lnTo>
                  <a:cubicBezTo>
                    <a:pt x="1091" y="172"/>
                    <a:pt x="1090" y="171"/>
                    <a:pt x="1088" y="170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20" name="Google Shape;4178;p80">
              <a:extLst>
                <a:ext uri="{FF2B5EF4-FFF2-40B4-BE49-F238E27FC236}">
                  <a16:creationId xmlns:a16="http://schemas.microsoft.com/office/drawing/2014/main" id="{518F54B6-B9E9-ECFD-2486-478AEB855C7A}"/>
                </a:ext>
              </a:extLst>
            </p:cNvPr>
            <p:cNvSpPr/>
            <p:nvPr/>
          </p:nvSpPr>
          <p:spPr>
            <a:xfrm>
              <a:off x="2201728" y="2250323"/>
              <a:ext cx="14" cy="14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1" y="1"/>
                  </a:move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21" name="Google Shape;4179;p80">
              <a:extLst>
                <a:ext uri="{FF2B5EF4-FFF2-40B4-BE49-F238E27FC236}">
                  <a16:creationId xmlns:a16="http://schemas.microsoft.com/office/drawing/2014/main" id="{AB73AD28-54FA-CF0B-3A26-4C96EB6DABD5}"/>
                </a:ext>
              </a:extLst>
            </p:cNvPr>
            <p:cNvSpPr/>
            <p:nvPr/>
          </p:nvSpPr>
          <p:spPr>
            <a:xfrm>
              <a:off x="2193881" y="2234886"/>
              <a:ext cx="109" cy="54"/>
            </a:xfrm>
            <a:custGeom>
              <a:avLst/>
              <a:gdLst/>
              <a:ahLst/>
              <a:cxnLst/>
              <a:rect l="l" t="t" r="r" b="b"/>
              <a:pathLst>
                <a:path w="8" h="4" extrusionOk="0">
                  <a:moveTo>
                    <a:pt x="8" y="4"/>
                  </a:moveTo>
                  <a:lnTo>
                    <a:pt x="1" y="0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22" name="Google Shape;4180;p80">
              <a:extLst>
                <a:ext uri="{FF2B5EF4-FFF2-40B4-BE49-F238E27FC236}">
                  <a16:creationId xmlns:a16="http://schemas.microsoft.com/office/drawing/2014/main" id="{992D6C49-00F4-09BB-596A-ABDD91F2D348}"/>
                </a:ext>
              </a:extLst>
            </p:cNvPr>
            <p:cNvSpPr/>
            <p:nvPr/>
          </p:nvSpPr>
          <p:spPr>
            <a:xfrm>
              <a:off x="2203113" y="2250419"/>
              <a:ext cx="14" cy="14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0" y="1"/>
                  </a:move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23" name="Google Shape;4181;p80">
              <a:extLst>
                <a:ext uri="{FF2B5EF4-FFF2-40B4-BE49-F238E27FC236}">
                  <a16:creationId xmlns:a16="http://schemas.microsoft.com/office/drawing/2014/main" id="{191B3A86-E166-6008-5A08-01AF2B8801F4}"/>
                </a:ext>
              </a:extLst>
            </p:cNvPr>
            <p:cNvSpPr/>
            <p:nvPr/>
          </p:nvSpPr>
          <p:spPr>
            <a:xfrm>
              <a:off x="2195021" y="2235687"/>
              <a:ext cx="14" cy="14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1" y="1"/>
                  </a:move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24" name="Google Shape;4182;p80">
              <a:extLst>
                <a:ext uri="{FF2B5EF4-FFF2-40B4-BE49-F238E27FC236}">
                  <a16:creationId xmlns:a16="http://schemas.microsoft.com/office/drawing/2014/main" id="{6C3AACE3-67EA-275D-C8B0-A353C7B1C1B2}"/>
                </a:ext>
              </a:extLst>
            </p:cNvPr>
            <p:cNvSpPr/>
            <p:nvPr/>
          </p:nvSpPr>
          <p:spPr>
            <a:xfrm>
              <a:off x="2195211" y="2235931"/>
              <a:ext cx="14" cy="14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1" y="0"/>
                  </a:move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25" name="Google Shape;4183;p80">
              <a:extLst>
                <a:ext uri="{FF2B5EF4-FFF2-40B4-BE49-F238E27FC236}">
                  <a16:creationId xmlns:a16="http://schemas.microsoft.com/office/drawing/2014/main" id="{14B862F6-778A-4930-0796-1BACDAF7FA3D}"/>
                </a:ext>
              </a:extLst>
            </p:cNvPr>
            <p:cNvSpPr/>
            <p:nvPr/>
          </p:nvSpPr>
          <p:spPr>
            <a:xfrm>
              <a:off x="2200927" y="2250228"/>
              <a:ext cx="95" cy="14"/>
            </a:xfrm>
            <a:custGeom>
              <a:avLst/>
              <a:gdLst/>
              <a:ahLst/>
              <a:cxnLst/>
              <a:rect l="l" t="t" r="r" b="b"/>
              <a:pathLst>
                <a:path w="7" h="1" extrusionOk="0">
                  <a:moveTo>
                    <a:pt x="7" y="1"/>
                  </a:moveTo>
                  <a:lnTo>
                    <a:pt x="0" y="1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26" name="Google Shape;4184;p80">
              <a:extLst>
                <a:ext uri="{FF2B5EF4-FFF2-40B4-BE49-F238E27FC236}">
                  <a16:creationId xmlns:a16="http://schemas.microsoft.com/office/drawing/2014/main" id="{ABFA3466-DBDF-EFBC-CBF7-4CE16F26568E}"/>
                </a:ext>
              </a:extLst>
            </p:cNvPr>
            <p:cNvSpPr/>
            <p:nvPr/>
          </p:nvSpPr>
          <p:spPr>
            <a:xfrm>
              <a:off x="2194600" y="2235361"/>
              <a:ext cx="54" cy="14"/>
            </a:xfrm>
            <a:custGeom>
              <a:avLst/>
              <a:gdLst/>
              <a:ahLst/>
              <a:cxnLst/>
              <a:rect l="l" t="t" r="r" b="b"/>
              <a:pathLst>
                <a:path w="4" h="1" extrusionOk="0">
                  <a:moveTo>
                    <a:pt x="4" y="0"/>
                  </a:moveTo>
                  <a:lnTo>
                    <a:pt x="0" y="0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27" name="Google Shape;4185;p80">
              <a:extLst>
                <a:ext uri="{FF2B5EF4-FFF2-40B4-BE49-F238E27FC236}">
                  <a16:creationId xmlns:a16="http://schemas.microsoft.com/office/drawing/2014/main" id="{435CF408-02FD-0DFB-E40B-8D7B5E3FCF26}"/>
                </a:ext>
              </a:extLst>
            </p:cNvPr>
            <p:cNvSpPr/>
            <p:nvPr/>
          </p:nvSpPr>
          <p:spPr>
            <a:xfrm>
              <a:off x="2194315" y="2235117"/>
              <a:ext cx="54" cy="68"/>
            </a:xfrm>
            <a:custGeom>
              <a:avLst/>
              <a:gdLst/>
              <a:ahLst/>
              <a:cxnLst/>
              <a:rect l="l" t="t" r="r" b="b"/>
              <a:pathLst>
                <a:path w="4" h="5" extrusionOk="0">
                  <a:moveTo>
                    <a:pt x="4" y="4"/>
                  </a:moveTo>
                  <a:lnTo>
                    <a:pt x="0" y="1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28" name="Google Shape;4186;p80">
              <a:extLst>
                <a:ext uri="{FF2B5EF4-FFF2-40B4-BE49-F238E27FC236}">
                  <a16:creationId xmlns:a16="http://schemas.microsoft.com/office/drawing/2014/main" id="{0E767D45-9CF5-E632-4732-25AE4AE66949}"/>
                </a:ext>
              </a:extLst>
            </p:cNvPr>
            <p:cNvSpPr/>
            <p:nvPr/>
          </p:nvSpPr>
          <p:spPr>
            <a:xfrm>
              <a:off x="2203588" y="2250419"/>
              <a:ext cx="14" cy="14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0" y="1"/>
                  </a:move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29" name="Google Shape;4187;p80">
              <a:extLst>
                <a:ext uri="{FF2B5EF4-FFF2-40B4-BE49-F238E27FC236}">
                  <a16:creationId xmlns:a16="http://schemas.microsoft.com/office/drawing/2014/main" id="{45EFCF15-1FED-1A8E-B486-582C20DBD68F}"/>
                </a:ext>
              </a:extLst>
            </p:cNvPr>
            <p:cNvSpPr/>
            <p:nvPr/>
          </p:nvSpPr>
          <p:spPr>
            <a:xfrm>
              <a:off x="2195116" y="2235836"/>
              <a:ext cx="14" cy="14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1" y="0"/>
                  </a:move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30" name="Google Shape;4188;p80">
              <a:extLst>
                <a:ext uri="{FF2B5EF4-FFF2-40B4-BE49-F238E27FC236}">
                  <a16:creationId xmlns:a16="http://schemas.microsoft.com/office/drawing/2014/main" id="{992F81F4-7B96-713E-5306-274C53512745}"/>
                </a:ext>
              </a:extLst>
            </p:cNvPr>
            <p:cNvSpPr/>
            <p:nvPr/>
          </p:nvSpPr>
          <p:spPr>
            <a:xfrm>
              <a:off x="2194831" y="2235497"/>
              <a:ext cx="68" cy="68"/>
            </a:xfrm>
            <a:custGeom>
              <a:avLst/>
              <a:gdLst/>
              <a:ahLst/>
              <a:cxnLst/>
              <a:rect l="l" t="t" r="r" b="b"/>
              <a:pathLst>
                <a:path w="5" h="5" extrusionOk="0">
                  <a:moveTo>
                    <a:pt x="4" y="4"/>
                  </a:moveTo>
                  <a:lnTo>
                    <a:pt x="1" y="1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31" name="Google Shape;4189;p80">
              <a:extLst>
                <a:ext uri="{FF2B5EF4-FFF2-40B4-BE49-F238E27FC236}">
                  <a16:creationId xmlns:a16="http://schemas.microsoft.com/office/drawing/2014/main" id="{A20F8EA5-1E79-E0ED-4566-D8FEBC036C58}"/>
                </a:ext>
              </a:extLst>
            </p:cNvPr>
            <p:cNvSpPr/>
            <p:nvPr/>
          </p:nvSpPr>
          <p:spPr>
            <a:xfrm>
              <a:off x="2206005" y="2249468"/>
              <a:ext cx="109" cy="109"/>
            </a:xfrm>
            <a:custGeom>
              <a:avLst/>
              <a:gdLst/>
              <a:ahLst/>
              <a:cxnLst/>
              <a:rect l="l" t="t" r="r" b="b"/>
              <a:pathLst>
                <a:path w="8" h="8" extrusionOk="0">
                  <a:moveTo>
                    <a:pt x="8" y="1"/>
                  </a:moveTo>
                  <a:lnTo>
                    <a:pt x="1" y="8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32" name="Google Shape;4190;p80">
              <a:extLst>
                <a:ext uri="{FF2B5EF4-FFF2-40B4-BE49-F238E27FC236}">
                  <a16:creationId xmlns:a16="http://schemas.microsoft.com/office/drawing/2014/main" id="{F569D07F-6FF7-B032-7D93-26262F5C8673}"/>
                </a:ext>
              </a:extLst>
            </p:cNvPr>
            <p:cNvSpPr/>
            <p:nvPr/>
          </p:nvSpPr>
          <p:spPr>
            <a:xfrm>
              <a:off x="2205625" y="2249753"/>
              <a:ext cx="163" cy="109"/>
            </a:xfrm>
            <a:custGeom>
              <a:avLst/>
              <a:gdLst/>
              <a:ahLst/>
              <a:cxnLst/>
              <a:rect l="l" t="t" r="r" b="b"/>
              <a:pathLst>
                <a:path w="12" h="8" extrusionOk="0">
                  <a:moveTo>
                    <a:pt x="11" y="1"/>
                  </a:moveTo>
                  <a:lnTo>
                    <a:pt x="1" y="8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33" name="Google Shape;4191;p80">
              <a:extLst>
                <a:ext uri="{FF2B5EF4-FFF2-40B4-BE49-F238E27FC236}">
                  <a16:creationId xmlns:a16="http://schemas.microsoft.com/office/drawing/2014/main" id="{691AFF15-C6DE-9558-6ABC-F7E7CB5C7CC3}"/>
                </a:ext>
              </a:extLst>
            </p:cNvPr>
            <p:cNvSpPr/>
            <p:nvPr/>
          </p:nvSpPr>
          <p:spPr>
            <a:xfrm>
              <a:off x="2258102" y="2213298"/>
              <a:ext cx="68" cy="68"/>
            </a:xfrm>
            <a:custGeom>
              <a:avLst/>
              <a:gdLst/>
              <a:ahLst/>
              <a:cxnLst/>
              <a:rect l="l" t="t" r="r" b="b"/>
              <a:pathLst>
                <a:path w="5" h="5" extrusionOk="0">
                  <a:moveTo>
                    <a:pt x="4" y="1"/>
                  </a:moveTo>
                  <a:lnTo>
                    <a:pt x="1" y="4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34" name="Google Shape;4192;p80">
              <a:extLst>
                <a:ext uri="{FF2B5EF4-FFF2-40B4-BE49-F238E27FC236}">
                  <a16:creationId xmlns:a16="http://schemas.microsoft.com/office/drawing/2014/main" id="{CF11401B-3064-0B19-094E-91B3639DC7EB}"/>
                </a:ext>
              </a:extLst>
            </p:cNvPr>
            <p:cNvSpPr/>
            <p:nvPr/>
          </p:nvSpPr>
          <p:spPr>
            <a:xfrm>
              <a:off x="2257722" y="2213732"/>
              <a:ext cx="109" cy="149"/>
            </a:xfrm>
            <a:custGeom>
              <a:avLst/>
              <a:gdLst/>
              <a:ahLst/>
              <a:cxnLst/>
              <a:rect l="l" t="t" r="r" b="b"/>
              <a:pathLst>
                <a:path w="8" h="11" extrusionOk="0">
                  <a:moveTo>
                    <a:pt x="8" y="0"/>
                  </a:moveTo>
                  <a:lnTo>
                    <a:pt x="1" y="11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35" name="Google Shape;4193;p80">
              <a:extLst>
                <a:ext uri="{FF2B5EF4-FFF2-40B4-BE49-F238E27FC236}">
                  <a16:creationId xmlns:a16="http://schemas.microsoft.com/office/drawing/2014/main" id="{79A6AB0E-2D66-9BE1-B599-62BF99EDB02F}"/>
                </a:ext>
              </a:extLst>
            </p:cNvPr>
            <p:cNvSpPr/>
            <p:nvPr/>
          </p:nvSpPr>
          <p:spPr>
            <a:xfrm>
              <a:off x="2257152" y="2214533"/>
              <a:ext cx="54" cy="109"/>
            </a:xfrm>
            <a:custGeom>
              <a:avLst/>
              <a:gdLst/>
              <a:ahLst/>
              <a:cxnLst/>
              <a:rect l="l" t="t" r="r" b="b"/>
              <a:pathLst>
                <a:path w="4" h="8" extrusionOk="0">
                  <a:moveTo>
                    <a:pt x="4" y="1"/>
                  </a:moveTo>
                  <a:lnTo>
                    <a:pt x="1" y="8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36" name="Google Shape;4194;p80">
              <a:extLst>
                <a:ext uri="{FF2B5EF4-FFF2-40B4-BE49-F238E27FC236}">
                  <a16:creationId xmlns:a16="http://schemas.microsoft.com/office/drawing/2014/main" id="{8CE75E33-DC69-62F4-7D87-D242EDA8325F}"/>
                </a:ext>
              </a:extLst>
            </p:cNvPr>
            <p:cNvSpPr/>
            <p:nvPr/>
          </p:nvSpPr>
          <p:spPr>
            <a:xfrm>
              <a:off x="2257437" y="2214153"/>
              <a:ext cx="109" cy="163"/>
            </a:xfrm>
            <a:custGeom>
              <a:avLst/>
              <a:gdLst/>
              <a:ahLst/>
              <a:cxnLst/>
              <a:rect l="l" t="t" r="r" b="b"/>
              <a:pathLst>
                <a:path w="8" h="12" extrusionOk="0">
                  <a:moveTo>
                    <a:pt x="8" y="1"/>
                  </a:moveTo>
                  <a:lnTo>
                    <a:pt x="1" y="11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37" name="Google Shape;4195;p80">
              <a:extLst>
                <a:ext uri="{FF2B5EF4-FFF2-40B4-BE49-F238E27FC236}">
                  <a16:creationId xmlns:a16="http://schemas.microsoft.com/office/drawing/2014/main" id="{F07E430C-8A77-9552-8671-E2189FD4A22A}"/>
                </a:ext>
              </a:extLst>
            </p:cNvPr>
            <p:cNvSpPr/>
            <p:nvPr/>
          </p:nvSpPr>
          <p:spPr>
            <a:xfrm>
              <a:off x="2258482" y="2212687"/>
              <a:ext cx="109" cy="149"/>
            </a:xfrm>
            <a:custGeom>
              <a:avLst/>
              <a:gdLst/>
              <a:ahLst/>
              <a:cxnLst/>
              <a:rect l="l" t="t" r="r" b="b"/>
              <a:pathLst>
                <a:path w="8" h="11" extrusionOk="0">
                  <a:moveTo>
                    <a:pt x="8" y="0"/>
                  </a:moveTo>
                  <a:lnTo>
                    <a:pt x="1" y="11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38" name="Google Shape;4196;p80">
              <a:extLst>
                <a:ext uri="{FF2B5EF4-FFF2-40B4-BE49-F238E27FC236}">
                  <a16:creationId xmlns:a16="http://schemas.microsoft.com/office/drawing/2014/main" id="{423E54A3-3AE7-B05D-4B4C-CD97C3CB51A2}"/>
                </a:ext>
              </a:extLst>
            </p:cNvPr>
            <p:cNvSpPr/>
            <p:nvPr/>
          </p:nvSpPr>
          <p:spPr>
            <a:xfrm>
              <a:off x="2204865" y="2250133"/>
              <a:ext cx="163" cy="68"/>
            </a:xfrm>
            <a:custGeom>
              <a:avLst/>
              <a:gdLst/>
              <a:ahLst/>
              <a:cxnLst/>
              <a:rect l="l" t="t" r="r" b="b"/>
              <a:pathLst>
                <a:path w="12" h="5" extrusionOk="0">
                  <a:moveTo>
                    <a:pt x="11" y="1"/>
                  </a:moveTo>
                  <a:lnTo>
                    <a:pt x="1" y="4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39" name="Google Shape;4197;p80">
              <a:extLst>
                <a:ext uri="{FF2B5EF4-FFF2-40B4-BE49-F238E27FC236}">
                  <a16:creationId xmlns:a16="http://schemas.microsoft.com/office/drawing/2014/main" id="{B24BB2AB-108E-D63D-9272-BEF19C287BF8}"/>
                </a:ext>
              </a:extLst>
            </p:cNvPr>
            <p:cNvSpPr/>
            <p:nvPr/>
          </p:nvSpPr>
          <p:spPr>
            <a:xfrm>
              <a:off x="2258822" y="2212211"/>
              <a:ext cx="109" cy="149"/>
            </a:xfrm>
            <a:custGeom>
              <a:avLst/>
              <a:gdLst/>
              <a:ahLst/>
              <a:cxnLst/>
              <a:rect l="l" t="t" r="r" b="b"/>
              <a:pathLst>
                <a:path w="8" h="11" extrusionOk="0">
                  <a:moveTo>
                    <a:pt x="7" y="0"/>
                  </a:moveTo>
                  <a:lnTo>
                    <a:pt x="0" y="11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40" name="Google Shape;4198;p80">
              <a:extLst>
                <a:ext uri="{FF2B5EF4-FFF2-40B4-BE49-F238E27FC236}">
                  <a16:creationId xmlns:a16="http://schemas.microsoft.com/office/drawing/2014/main" id="{F354FC06-9CA9-C113-DD39-80180DF11ADA}"/>
                </a:ext>
              </a:extLst>
            </p:cNvPr>
            <p:cNvSpPr/>
            <p:nvPr/>
          </p:nvSpPr>
          <p:spPr>
            <a:xfrm>
              <a:off x="2193460" y="2234696"/>
              <a:ext cx="14" cy="14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41" name="Google Shape;4199;p80">
              <a:extLst>
                <a:ext uri="{FF2B5EF4-FFF2-40B4-BE49-F238E27FC236}">
                  <a16:creationId xmlns:a16="http://schemas.microsoft.com/office/drawing/2014/main" id="{EF25EB3B-0AC0-B6CD-264F-FB2A78040651}"/>
                </a:ext>
              </a:extLst>
            </p:cNvPr>
            <p:cNvSpPr/>
            <p:nvPr/>
          </p:nvSpPr>
          <p:spPr>
            <a:xfrm>
              <a:off x="2205245" y="2249943"/>
              <a:ext cx="163" cy="109"/>
            </a:xfrm>
            <a:custGeom>
              <a:avLst/>
              <a:gdLst/>
              <a:ahLst/>
              <a:cxnLst/>
              <a:rect l="l" t="t" r="r" b="b"/>
              <a:pathLst>
                <a:path w="12" h="8" extrusionOk="0">
                  <a:moveTo>
                    <a:pt x="11" y="1"/>
                  </a:moveTo>
                  <a:lnTo>
                    <a:pt x="1" y="8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42" name="Google Shape;4200;p80">
              <a:extLst>
                <a:ext uri="{FF2B5EF4-FFF2-40B4-BE49-F238E27FC236}">
                  <a16:creationId xmlns:a16="http://schemas.microsoft.com/office/drawing/2014/main" id="{67C5374C-BC37-1F38-BA37-D947B33F5042}"/>
                </a:ext>
              </a:extLst>
            </p:cNvPr>
            <p:cNvSpPr/>
            <p:nvPr/>
          </p:nvSpPr>
          <p:spPr>
            <a:xfrm>
              <a:off x="2204485" y="2250283"/>
              <a:ext cx="109" cy="14"/>
            </a:xfrm>
            <a:custGeom>
              <a:avLst/>
              <a:gdLst/>
              <a:ahLst/>
              <a:cxnLst/>
              <a:rect l="l" t="t" r="r" b="b"/>
              <a:pathLst>
                <a:path w="8" h="1" extrusionOk="0">
                  <a:moveTo>
                    <a:pt x="8" y="0"/>
                  </a:moveTo>
                  <a:lnTo>
                    <a:pt x="1" y="0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43" name="Google Shape;4201;p80">
              <a:extLst>
                <a:ext uri="{FF2B5EF4-FFF2-40B4-BE49-F238E27FC236}">
                  <a16:creationId xmlns:a16="http://schemas.microsoft.com/office/drawing/2014/main" id="{B48A431B-6709-F03A-AD68-4B02F8A9B9DC}"/>
                </a:ext>
              </a:extLst>
            </p:cNvPr>
            <p:cNvSpPr/>
            <p:nvPr/>
          </p:nvSpPr>
          <p:spPr>
            <a:xfrm>
              <a:off x="2278916" y="2252890"/>
              <a:ext cx="258" cy="163"/>
            </a:xfrm>
            <a:custGeom>
              <a:avLst/>
              <a:gdLst/>
              <a:ahLst/>
              <a:cxnLst/>
              <a:rect l="l" t="t" r="r" b="b"/>
              <a:pathLst>
                <a:path w="19" h="12" extrusionOk="0">
                  <a:moveTo>
                    <a:pt x="1" y="11"/>
                  </a:moveTo>
                  <a:lnTo>
                    <a:pt x="18" y="1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44" name="Google Shape;4202;p80">
              <a:extLst>
                <a:ext uri="{FF2B5EF4-FFF2-40B4-BE49-F238E27FC236}">
                  <a16:creationId xmlns:a16="http://schemas.microsoft.com/office/drawing/2014/main" id="{2C01DA64-01C0-4A57-5198-EE4BE3C1FB68}"/>
                </a:ext>
              </a:extLst>
            </p:cNvPr>
            <p:cNvSpPr/>
            <p:nvPr/>
          </p:nvSpPr>
          <p:spPr>
            <a:xfrm>
              <a:off x="2279256" y="2252659"/>
              <a:ext cx="204" cy="204"/>
            </a:xfrm>
            <a:custGeom>
              <a:avLst/>
              <a:gdLst/>
              <a:ahLst/>
              <a:cxnLst/>
              <a:rect l="l" t="t" r="r" b="b"/>
              <a:pathLst>
                <a:path w="15" h="15" extrusionOk="0">
                  <a:moveTo>
                    <a:pt x="0" y="14"/>
                  </a:moveTo>
                  <a:cubicBezTo>
                    <a:pt x="4" y="11"/>
                    <a:pt x="11" y="7"/>
                    <a:pt x="14" y="0"/>
                  </a:cubicBezTo>
                  <a:cubicBezTo>
                    <a:pt x="11" y="7"/>
                    <a:pt x="4" y="11"/>
                    <a:pt x="0" y="14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45" name="Google Shape;4203;p80">
              <a:extLst>
                <a:ext uri="{FF2B5EF4-FFF2-40B4-BE49-F238E27FC236}">
                  <a16:creationId xmlns:a16="http://schemas.microsoft.com/office/drawing/2014/main" id="{D5C41E77-5621-0A31-9C7C-4F746368AE3D}"/>
                </a:ext>
              </a:extLst>
            </p:cNvPr>
            <p:cNvSpPr/>
            <p:nvPr/>
          </p:nvSpPr>
          <p:spPr>
            <a:xfrm>
              <a:off x="2279772" y="2251994"/>
              <a:ext cx="163" cy="299"/>
            </a:xfrm>
            <a:custGeom>
              <a:avLst/>
              <a:gdLst/>
              <a:ahLst/>
              <a:cxnLst/>
              <a:rect l="l" t="t" r="r" b="b"/>
              <a:pathLst>
                <a:path w="12" h="22" extrusionOk="0">
                  <a:moveTo>
                    <a:pt x="1" y="21"/>
                  </a:moveTo>
                  <a:cubicBezTo>
                    <a:pt x="4" y="14"/>
                    <a:pt x="8" y="7"/>
                    <a:pt x="11" y="0"/>
                  </a:cubicBezTo>
                  <a:cubicBezTo>
                    <a:pt x="8" y="7"/>
                    <a:pt x="4" y="14"/>
                    <a:pt x="1" y="2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46" name="Google Shape;4204;p80">
              <a:extLst>
                <a:ext uri="{FF2B5EF4-FFF2-40B4-BE49-F238E27FC236}">
                  <a16:creationId xmlns:a16="http://schemas.microsoft.com/office/drawing/2014/main" id="{4E317507-B0EA-CBA2-F2CB-3A1CF311AF95}"/>
                </a:ext>
              </a:extLst>
            </p:cNvPr>
            <p:cNvSpPr/>
            <p:nvPr/>
          </p:nvSpPr>
          <p:spPr>
            <a:xfrm>
              <a:off x="2279541" y="2252319"/>
              <a:ext cx="244" cy="299"/>
            </a:xfrm>
            <a:custGeom>
              <a:avLst/>
              <a:gdLst/>
              <a:ahLst/>
              <a:cxnLst/>
              <a:rect l="l" t="t" r="r" b="b"/>
              <a:pathLst>
                <a:path w="18" h="22" extrusionOk="0">
                  <a:moveTo>
                    <a:pt x="18" y="1"/>
                  </a:moveTo>
                  <a:cubicBezTo>
                    <a:pt x="11" y="8"/>
                    <a:pt x="4" y="15"/>
                    <a:pt x="0" y="22"/>
                  </a:cubicBezTo>
                  <a:cubicBezTo>
                    <a:pt x="4" y="15"/>
                    <a:pt x="11" y="8"/>
                    <a:pt x="18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47" name="Google Shape;4205;p80">
              <a:extLst>
                <a:ext uri="{FF2B5EF4-FFF2-40B4-BE49-F238E27FC236}">
                  <a16:creationId xmlns:a16="http://schemas.microsoft.com/office/drawing/2014/main" id="{AF13716F-E689-3120-00FE-EFC3E096393A}"/>
                </a:ext>
              </a:extLst>
            </p:cNvPr>
            <p:cNvSpPr/>
            <p:nvPr/>
          </p:nvSpPr>
          <p:spPr>
            <a:xfrm>
              <a:off x="2276445" y="2253609"/>
              <a:ext cx="14" cy="14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1" y="0"/>
                  </a:move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48" name="Google Shape;4206;p80">
              <a:extLst>
                <a:ext uri="{FF2B5EF4-FFF2-40B4-BE49-F238E27FC236}">
                  <a16:creationId xmlns:a16="http://schemas.microsoft.com/office/drawing/2014/main" id="{C2E49282-DA21-A42D-E424-AFEBB8125B36}"/>
                </a:ext>
              </a:extLst>
            </p:cNvPr>
            <p:cNvSpPr/>
            <p:nvPr/>
          </p:nvSpPr>
          <p:spPr>
            <a:xfrm>
              <a:off x="2280301" y="2250704"/>
              <a:ext cx="14" cy="14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0" y="1"/>
                  </a:moveTo>
                  <a:lnTo>
                    <a:pt x="0" y="1"/>
                  </a:lnTo>
                  <a:lnTo>
                    <a:pt x="0" y="1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49" name="Google Shape;4207;p80">
              <a:extLst>
                <a:ext uri="{FF2B5EF4-FFF2-40B4-BE49-F238E27FC236}">
                  <a16:creationId xmlns:a16="http://schemas.microsoft.com/office/drawing/2014/main" id="{D5949319-CEC7-B3D2-3A37-2FECD20E309A}"/>
                </a:ext>
              </a:extLst>
            </p:cNvPr>
            <p:cNvSpPr/>
            <p:nvPr/>
          </p:nvSpPr>
          <p:spPr>
            <a:xfrm>
              <a:off x="2280111" y="2251043"/>
              <a:ext cx="109" cy="434"/>
            </a:xfrm>
            <a:custGeom>
              <a:avLst/>
              <a:gdLst/>
              <a:ahLst/>
              <a:cxnLst/>
              <a:rect l="l" t="t" r="r" b="b"/>
              <a:pathLst>
                <a:path w="8" h="32" extrusionOk="0">
                  <a:moveTo>
                    <a:pt x="0" y="32"/>
                  </a:moveTo>
                  <a:cubicBezTo>
                    <a:pt x="4" y="21"/>
                    <a:pt x="7" y="11"/>
                    <a:pt x="7" y="0"/>
                  </a:cubicBezTo>
                  <a:cubicBezTo>
                    <a:pt x="7" y="11"/>
                    <a:pt x="4" y="21"/>
                    <a:pt x="0" y="32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50" name="Google Shape;4208;p80">
              <a:extLst>
                <a:ext uri="{FF2B5EF4-FFF2-40B4-BE49-F238E27FC236}">
                  <a16:creationId xmlns:a16="http://schemas.microsoft.com/office/drawing/2014/main" id="{F520C276-E9CA-E783-9CF3-663659F28496}"/>
                </a:ext>
              </a:extLst>
            </p:cNvPr>
            <p:cNvSpPr/>
            <p:nvPr/>
          </p:nvSpPr>
          <p:spPr>
            <a:xfrm>
              <a:off x="2279962" y="2251613"/>
              <a:ext cx="109" cy="299"/>
            </a:xfrm>
            <a:custGeom>
              <a:avLst/>
              <a:gdLst/>
              <a:ahLst/>
              <a:cxnLst/>
              <a:rect l="l" t="t" r="r" b="b"/>
              <a:pathLst>
                <a:path w="8" h="22" extrusionOk="0">
                  <a:moveTo>
                    <a:pt x="1" y="21"/>
                  </a:moveTo>
                  <a:cubicBezTo>
                    <a:pt x="4" y="14"/>
                    <a:pt x="4" y="7"/>
                    <a:pt x="8" y="0"/>
                  </a:cubicBezTo>
                  <a:cubicBezTo>
                    <a:pt x="4" y="7"/>
                    <a:pt x="4" y="14"/>
                    <a:pt x="1" y="2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51" name="Google Shape;4209;p80">
              <a:extLst>
                <a:ext uri="{FF2B5EF4-FFF2-40B4-BE49-F238E27FC236}">
                  <a16:creationId xmlns:a16="http://schemas.microsoft.com/office/drawing/2014/main" id="{3F80D0AC-E998-53A3-1B71-88F9775D9E8A}"/>
                </a:ext>
              </a:extLst>
            </p:cNvPr>
            <p:cNvSpPr/>
            <p:nvPr/>
          </p:nvSpPr>
          <p:spPr>
            <a:xfrm>
              <a:off x="2278536" y="2253134"/>
              <a:ext cx="353" cy="149"/>
            </a:xfrm>
            <a:custGeom>
              <a:avLst/>
              <a:gdLst/>
              <a:ahLst/>
              <a:cxnLst/>
              <a:rect l="l" t="t" r="r" b="b"/>
              <a:pathLst>
                <a:path w="26" h="11" extrusionOk="0">
                  <a:moveTo>
                    <a:pt x="1" y="11"/>
                  </a:moveTo>
                  <a:cubicBezTo>
                    <a:pt x="8" y="7"/>
                    <a:pt x="15" y="4"/>
                    <a:pt x="25" y="0"/>
                  </a:cubicBezTo>
                  <a:cubicBezTo>
                    <a:pt x="15" y="4"/>
                    <a:pt x="8" y="7"/>
                    <a:pt x="1" y="1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52" name="Google Shape;4210;p80">
              <a:extLst>
                <a:ext uri="{FF2B5EF4-FFF2-40B4-BE49-F238E27FC236}">
                  <a16:creationId xmlns:a16="http://schemas.microsoft.com/office/drawing/2014/main" id="{62D1EC51-C4DC-DE7E-BAEF-8E7AC5727C84}"/>
                </a:ext>
              </a:extLst>
            </p:cNvPr>
            <p:cNvSpPr/>
            <p:nvPr/>
          </p:nvSpPr>
          <p:spPr>
            <a:xfrm>
              <a:off x="2276119" y="2239584"/>
              <a:ext cx="149" cy="14"/>
            </a:xfrm>
            <a:custGeom>
              <a:avLst/>
              <a:gdLst/>
              <a:ahLst/>
              <a:cxnLst/>
              <a:rect l="l" t="t" r="r" b="b"/>
              <a:pathLst>
                <a:path w="11" h="1" extrusionOk="0">
                  <a:moveTo>
                    <a:pt x="11" y="1"/>
                  </a:moveTo>
                  <a:lnTo>
                    <a:pt x="0" y="1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53" name="Google Shape;4211;p80">
              <a:extLst>
                <a:ext uri="{FF2B5EF4-FFF2-40B4-BE49-F238E27FC236}">
                  <a16:creationId xmlns:a16="http://schemas.microsoft.com/office/drawing/2014/main" id="{CB22786E-7813-D08F-FD50-F9415BC10F3E}"/>
                </a:ext>
              </a:extLst>
            </p:cNvPr>
            <p:cNvSpPr/>
            <p:nvPr/>
          </p:nvSpPr>
          <p:spPr>
            <a:xfrm>
              <a:off x="2277111" y="2239869"/>
              <a:ext cx="109" cy="68"/>
            </a:xfrm>
            <a:custGeom>
              <a:avLst/>
              <a:gdLst/>
              <a:ahLst/>
              <a:cxnLst/>
              <a:rect l="l" t="t" r="r" b="b"/>
              <a:pathLst>
                <a:path w="8" h="5" extrusionOk="0">
                  <a:moveTo>
                    <a:pt x="8" y="4"/>
                  </a:moveTo>
                  <a:lnTo>
                    <a:pt x="1" y="1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54" name="Google Shape;4212;p80">
              <a:extLst>
                <a:ext uri="{FF2B5EF4-FFF2-40B4-BE49-F238E27FC236}">
                  <a16:creationId xmlns:a16="http://schemas.microsoft.com/office/drawing/2014/main" id="{D22D40F0-0AD6-6D8A-94F6-4BFE12CD742C}"/>
                </a:ext>
              </a:extLst>
            </p:cNvPr>
            <p:cNvSpPr/>
            <p:nvPr/>
          </p:nvSpPr>
          <p:spPr>
            <a:xfrm>
              <a:off x="2276595" y="2239679"/>
              <a:ext cx="149" cy="68"/>
            </a:xfrm>
            <a:custGeom>
              <a:avLst/>
              <a:gdLst/>
              <a:ahLst/>
              <a:cxnLst/>
              <a:rect l="l" t="t" r="r" b="b"/>
              <a:pathLst>
                <a:path w="11" h="5" extrusionOk="0">
                  <a:moveTo>
                    <a:pt x="11" y="4"/>
                  </a:moveTo>
                  <a:lnTo>
                    <a:pt x="0" y="1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55" name="Google Shape;4213;p80">
              <a:extLst>
                <a:ext uri="{FF2B5EF4-FFF2-40B4-BE49-F238E27FC236}">
                  <a16:creationId xmlns:a16="http://schemas.microsoft.com/office/drawing/2014/main" id="{2AB06CA1-459A-F1BA-7970-B58F710E4DF1}"/>
                </a:ext>
              </a:extLst>
            </p:cNvPr>
            <p:cNvSpPr/>
            <p:nvPr/>
          </p:nvSpPr>
          <p:spPr>
            <a:xfrm>
              <a:off x="2277735" y="2240154"/>
              <a:ext cx="54" cy="14"/>
            </a:xfrm>
            <a:custGeom>
              <a:avLst/>
              <a:gdLst/>
              <a:ahLst/>
              <a:cxnLst/>
              <a:rect l="l" t="t" r="r" b="b"/>
              <a:pathLst>
                <a:path w="4" h="1" extrusionOk="0">
                  <a:moveTo>
                    <a:pt x="4" y="1"/>
                  </a:moveTo>
                  <a:lnTo>
                    <a:pt x="0" y="1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56" name="Google Shape;4214;p80">
              <a:extLst>
                <a:ext uri="{FF2B5EF4-FFF2-40B4-BE49-F238E27FC236}">
                  <a16:creationId xmlns:a16="http://schemas.microsoft.com/office/drawing/2014/main" id="{416AC838-E004-E97D-49D3-0D5CB8070562}"/>
                </a:ext>
              </a:extLst>
            </p:cNvPr>
            <p:cNvSpPr/>
            <p:nvPr/>
          </p:nvSpPr>
          <p:spPr>
            <a:xfrm>
              <a:off x="2278210" y="2240439"/>
              <a:ext cx="149" cy="109"/>
            </a:xfrm>
            <a:custGeom>
              <a:avLst/>
              <a:gdLst/>
              <a:ahLst/>
              <a:cxnLst/>
              <a:rect l="l" t="t" r="r" b="b"/>
              <a:pathLst>
                <a:path w="11" h="8" extrusionOk="0">
                  <a:moveTo>
                    <a:pt x="11" y="8"/>
                  </a:moveTo>
                  <a:lnTo>
                    <a:pt x="0" y="1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57" name="Google Shape;4215;p80">
              <a:extLst>
                <a:ext uri="{FF2B5EF4-FFF2-40B4-BE49-F238E27FC236}">
                  <a16:creationId xmlns:a16="http://schemas.microsoft.com/office/drawing/2014/main" id="{3549F5FA-60C2-D96C-EFCB-EA79A25B551B}"/>
                </a:ext>
              </a:extLst>
            </p:cNvPr>
            <p:cNvSpPr/>
            <p:nvPr/>
          </p:nvSpPr>
          <p:spPr>
            <a:xfrm>
              <a:off x="2278726" y="2240779"/>
              <a:ext cx="163" cy="54"/>
            </a:xfrm>
            <a:custGeom>
              <a:avLst/>
              <a:gdLst/>
              <a:ahLst/>
              <a:cxnLst/>
              <a:rect l="l" t="t" r="r" b="b"/>
              <a:pathLst>
                <a:path w="12" h="4" extrusionOk="0">
                  <a:moveTo>
                    <a:pt x="11" y="4"/>
                  </a:moveTo>
                  <a:lnTo>
                    <a:pt x="1" y="0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58" name="Google Shape;4216;p80">
              <a:extLst>
                <a:ext uri="{FF2B5EF4-FFF2-40B4-BE49-F238E27FC236}">
                  <a16:creationId xmlns:a16="http://schemas.microsoft.com/office/drawing/2014/main" id="{7C96A6AE-1569-7A3A-D189-AD5571F5BAE5}"/>
                </a:ext>
              </a:extLst>
            </p:cNvPr>
            <p:cNvSpPr/>
            <p:nvPr/>
          </p:nvSpPr>
          <p:spPr>
            <a:xfrm>
              <a:off x="2278210" y="2253270"/>
              <a:ext cx="339" cy="109"/>
            </a:xfrm>
            <a:custGeom>
              <a:avLst/>
              <a:gdLst/>
              <a:ahLst/>
              <a:cxnLst/>
              <a:rect l="l" t="t" r="r" b="b"/>
              <a:pathLst>
                <a:path w="25" h="8" extrusionOk="0">
                  <a:moveTo>
                    <a:pt x="25" y="1"/>
                  </a:moveTo>
                  <a:cubicBezTo>
                    <a:pt x="14" y="4"/>
                    <a:pt x="7" y="4"/>
                    <a:pt x="0" y="8"/>
                  </a:cubicBezTo>
                  <a:cubicBezTo>
                    <a:pt x="7" y="4"/>
                    <a:pt x="18" y="4"/>
                    <a:pt x="25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59" name="Google Shape;4217;p80">
              <a:extLst>
                <a:ext uri="{FF2B5EF4-FFF2-40B4-BE49-F238E27FC236}">
                  <a16:creationId xmlns:a16="http://schemas.microsoft.com/office/drawing/2014/main" id="{F2C52B37-E77B-5C2B-1556-AFD2DBFEA68C}"/>
                </a:ext>
              </a:extLst>
            </p:cNvPr>
            <p:cNvSpPr/>
            <p:nvPr/>
          </p:nvSpPr>
          <p:spPr>
            <a:xfrm>
              <a:off x="2277396" y="2253460"/>
              <a:ext cx="299" cy="68"/>
            </a:xfrm>
            <a:custGeom>
              <a:avLst/>
              <a:gdLst/>
              <a:ahLst/>
              <a:cxnLst/>
              <a:rect l="l" t="t" r="r" b="b"/>
              <a:pathLst>
                <a:path w="22" h="5" extrusionOk="0">
                  <a:moveTo>
                    <a:pt x="1" y="4"/>
                  </a:moveTo>
                  <a:lnTo>
                    <a:pt x="22" y="1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60" name="Google Shape;4218;p80">
              <a:extLst>
                <a:ext uri="{FF2B5EF4-FFF2-40B4-BE49-F238E27FC236}">
                  <a16:creationId xmlns:a16="http://schemas.microsoft.com/office/drawing/2014/main" id="{34E1B1B0-CF51-7FE8-B72F-7B026B719600}"/>
                </a:ext>
              </a:extLst>
            </p:cNvPr>
            <p:cNvSpPr/>
            <p:nvPr/>
          </p:nvSpPr>
          <p:spPr>
            <a:xfrm>
              <a:off x="2276921" y="2253514"/>
              <a:ext cx="394" cy="54"/>
            </a:xfrm>
            <a:custGeom>
              <a:avLst/>
              <a:gdLst/>
              <a:ahLst/>
              <a:cxnLst/>
              <a:rect l="l" t="t" r="r" b="b"/>
              <a:pathLst>
                <a:path w="29" h="4" extrusionOk="0">
                  <a:moveTo>
                    <a:pt x="1" y="4"/>
                  </a:moveTo>
                  <a:lnTo>
                    <a:pt x="29" y="0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61" name="Google Shape;4219;p80">
              <a:extLst>
                <a:ext uri="{FF2B5EF4-FFF2-40B4-BE49-F238E27FC236}">
                  <a16:creationId xmlns:a16="http://schemas.microsoft.com/office/drawing/2014/main" id="{5F58A127-A7C2-D224-6366-22576AC2F978}"/>
                </a:ext>
              </a:extLst>
            </p:cNvPr>
            <p:cNvSpPr/>
            <p:nvPr/>
          </p:nvSpPr>
          <p:spPr>
            <a:xfrm>
              <a:off x="2277776" y="2253419"/>
              <a:ext cx="299" cy="54"/>
            </a:xfrm>
            <a:custGeom>
              <a:avLst/>
              <a:gdLst/>
              <a:ahLst/>
              <a:cxnLst/>
              <a:rect l="l" t="t" r="r" b="b"/>
              <a:pathLst>
                <a:path w="22" h="4" extrusionOk="0">
                  <a:moveTo>
                    <a:pt x="1" y="4"/>
                  </a:moveTo>
                  <a:lnTo>
                    <a:pt x="22" y="0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62" name="Google Shape;4220;p80">
              <a:extLst>
                <a:ext uri="{FF2B5EF4-FFF2-40B4-BE49-F238E27FC236}">
                  <a16:creationId xmlns:a16="http://schemas.microsoft.com/office/drawing/2014/main" id="{9F43F99B-FBC8-9EED-B43C-D350A3608963}"/>
                </a:ext>
              </a:extLst>
            </p:cNvPr>
            <p:cNvSpPr/>
            <p:nvPr/>
          </p:nvSpPr>
          <p:spPr>
            <a:xfrm>
              <a:off x="2276595" y="2253609"/>
              <a:ext cx="299" cy="14"/>
            </a:xfrm>
            <a:custGeom>
              <a:avLst/>
              <a:gdLst/>
              <a:ahLst/>
              <a:cxnLst/>
              <a:rect l="l" t="t" r="r" b="b"/>
              <a:pathLst>
                <a:path w="22" h="1" extrusionOk="0">
                  <a:moveTo>
                    <a:pt x="0" y="0"/>
                  </a:moveTo>
                  <a:lnTo>
                    <a:pt x="21" y="0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63" name="Google Shape;4221;p80">
              <a:extLst>
                <a:ext uri="{FF2B5EF4-FFF2-40B4-BE49-F238E27FC236}">
                  <a16:creationId xmlns:a16="http://schemas.microsoft.com/office/drawing/2014/main" id="{4482C426-C356-25C7-3ADD-079AAEAB9263}"/>
                </a:ext>
              </a:extLst>
            </p:cNvPr>
            <p:cNvSpPr/>
            <p:nvPr/>
          </p:nvSpPr>
          <p:spPr>
            <a:xfrm>
              <a:off x="2275644" y="2253555"/>
              <a:ext cx="14" cy="14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0" y="1"/>
                  </a:move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64" name="Google Shape;4222;p80">
              <a:extLst>
                <a:ext uri="{FF2B5EF4-FFF2-40B4-BE49-F238E27FC236}">
                  <a16:creationId xmlns:a16="http://schemas.microsoft.com/office/drawing/2014/main" id="{A8520373-13F3-2FA5-2ED7-73E5C5BA4A4D}"/>
                </a:ext>
              </a:extLst>
            </p:cNvPr>
            <p:cNvSpPr/>
            <p:nvPr/>
          </p:nvSpPr>
          <p:spPr>
            <a:xfrm>
              <a:off x="2252019" y="2279556"/>
              <a:ext cx="149" cy="353"/>
            </a:xfrm>
            <a:custGeom>
              <a:avLst/>
              <a:gdLst/>
              <a:ahLst/>
              <a:cxnLst/>
              <a:rect l="l" t="t" r="r" b="b"/>
              <a:pathLst>
                <a:path w="11" h="26" extrusionOk="0">
                  <a:moveTo>
                    <a:pt x="11" y="1"/>
                  </a:moveTo>
                  <a:lnTo>
                    <a:pt x="0" y="25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65" name="Google Shape;4223;p80">
              <a:extLst>
                <a:ext uri="{FF2B5EF4-FFF2-40B4-BE49-F238E27FC236}">
                  <a16:creationId xmlns:a16="http://schemas.microsoft.com/office/drawing/2014/main" id="{E9F27BFB-F296-CF40-6859-A397AA9CDC4A}"/>
                </a:ext>
              </a:extLst>
            </p:cNvPr>
            <p:cNvSpPr/>
            <p:nvPr/>
          </p:nvSpPr>
          <p:spPr>
            <a:xfrm>
              <a:off x="2252155" y="2275999"/>
              <a:ext cx="1589" cy="3476"/>
            </a:xfrm>
            <a:custGeom>
              <a:avLst/>
              <a:gdLst/>
              <a:ahLst/>
              <a:cxnLst/>
              <a:rect l="l" t="t" r="r" b="b"/>
              <a:pathLst>
                <a:path w="117" h="256" extrusionOk="0">
                  <a:moveTo>
                    <a:pt x="116" y="0"/>
                  </a:moveTo>
                  <a:lnTo>
                    <a:pt x="116" y="0"/>
                  </a:lnTo>
                  <a:cubicBezTo>
                    <a:pt x="71" y="95"/>
                    <a:pt x="25" y="203"/>
                    <a:pt x="1" y="256"/>
                  </a:cubicBezTo>
                  <a:cubicBezTo>
                    <a:pt x="25" y="203"/>
                    <a:pt x="74" y="95"/>
                    <a:pt x="116" y="0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66" name="Google Shape;4224;p80">
              <a:extLst>
                <a:ext uri="{FF2B5EF4-FFF2-40B4-BE49-F238E27FC236}">
                  <a16:creationId xmlns:a16="http://schemas.microsoft.com/office/drawing/2014/main" id="{702EAEEE-C90C-C0C9-21CC-14D94EDD4BA6}"/>
                </a:ext>
              </a:extLst>
            </p:cNvPr>
            <p:cNvSpPr/>
            <p:nvPr/>
          </p:nvSpPr>
          <p:spPr>
            <a:xfrm>
              <a:off x="2256867" y="2263589"/>
              <a:ext cx="1589" cy="1494"/>
            </a:xfrm>
            <a:custGeom>
              <a:avLst/>
              <a:gdLst/>
              <a:ahLst/>
              <a:cxnLst/>
              <a:rect l="l" t="t" r="r" b="b"/>
              <a:pathLst>
                <a:path w="117" h="110" extrusionOk="0">
                  <a:moveTo>
                    <a:pt x="116" y="109"/>
                  </a:moveTo>
                  <a:cubicBezTo>
                    <a:pt x="74" y="74"/>
                    <a:pt x="36" y="39"/>
                    <a:pt x="0" y="1"/>
                  </a:cubicBezTo>
                  <a:cubicBezTo>
                    <a:pt x="36" y="39"/>
                    <a:pt x="74" y="74"/>
                    <a:pt x="116" y="109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67" name="Google Shape;4225;p80">
              <a:extLst>
                <a:ext uri="{FF2B5EF4-FFF2-40B4-BE49-F238E27FC236}">
                  <a16:creationId xmlns:a16="http://schemas.microsoft.com/office/drawing/2014/main" id="{418294B5-66F6-0A09-F69F-FF101039BCBA}"/>
                </a:ext>
              </a:extLst>
            </p:cNvPr>
            <p:cNvSpPr/>
            <p:nvPr/>
          </p:nvSpPr>
          <p:spPr>
            <a:xfrm>
              <a:off x="2136461" y="2088588"/>
              <a:ext cx="84819" cy="89883"/>
            </a:xfrm>
            <a:custGeom>
              <a:avLst/>
              <a:gdLst/>
              <a:ahLst/>
              <a:cxnLst/>
              <a:rect l="l" t="t" r="r" b="b"/>
              <a:pathLst>
                <a:path w="6247" h="6620" extrusionOk="0">
                  <a:moveTo>
                    <a:pt x="1218" y="0"/>
                  </a:moveTo>
                  <a:cubicBezTo>
                    <a:pt x="955" y="0"/>
                    <a:pt x="738" y="3"/>
                    <a:pt x="663" y="10"/>
                  </a:cubicBezTo>
                  <a:lnTo>
                    <a:pt x="638" y="10"/>
                  </a:lnTo>
                  <a:lnTo>
                    <a:pt x="628" y="14"/>
                  </a:lnTo>
                  <a:lnTo>
                    <a:pt x="624" y="14"/>
                  </a:lnTo>
                  <a:lnTo>
                    <a:pt x="607" y="21"/>
                  </a:lnTo>
                  <a:lnTo>
                    <a:pt x="603" y="21"/>
                  </a:lnTo>
                  <a:lnTo>
                    <a:pt x="582" y="31"/>
                  </a:lnTo>
                  <a:lnTo>
                    <a:pt x="579" y="35"/>
                  </a:lnTo>
                  <a:lnTo>
                    <a:pt x="550" y="49"/>
                  </a:lnTo>
                  <a:lnTo>
                    <a:pt x="543" y="52"/>
                  </a:lnTo>
                  <a:lnTo>
                    <a:pt x="512" y="70"/>
                  </a:lnTo>
                  <a:lnTo>
                    <a:pt x="505" y="73"/>
                  </a:lnTo>
                  <a:lnTo>
                    <a:pt x="463" y="101"/>
                  </a:lnTo>
                  <a:lnTo>
                    <a:pt x="459" y="105"/>
                  </a:lnTo>
                  <a:lnTo>
                    <a:pt x="414" y="133"/>
                  </a:lnTo>
                  <a:lnTo>
                    <a:pt x="407" y="136"/>
                  </a:lnTo>
                  <a:cubicBezTo>
                    <a:pt x="505" y="469"/>
                    <a:pt x="747" y="969"/>
                    <a:pt x="841" y="1165"/>
                  </a:cubicBezTo>
                  <a:lnTo>
                    <a:pt x="869" y="1225"/>
                  </a:lnTo>
                  <a:cubicBezTo>
                    <a:pt x="922" y="1330"/>
                    <a:pt x="887" y="1428"/>
                    <a:pt x="852" y="1529"/>
                  </a:cubicBezTo>
                  <a:cubicBezTo>
                    <a:pt x="813" y="1624"/>
                    <a:pt x="792" y="1725"/>
                    <a:pt x="789" y="1827"/>
                  </a:cubicBezTo>
                  <a:cubicBezTo>
                    <a:pt x="789" y="1960"/>
                    <a:pt x="869" y="2167"/>
                    <a:pt x="946" y="2363"/>
                  </a:cubicBezTo>
                  <a:cubicBezTo>
                    <a:pt x="1027" y="2573"/>
                    <a:pt x="1111" y="2790"/>
                    <a:pt x="1128" y="2968"/>
                  </a:cubicBezTo>
                  <a:cubicBezTo>
                    <a:pt x="1160" y="3311"/>
                    <a:pt x="967" y="3532"/>
                    <a:pt x="782" y="3745"/>
                  </a:cubicBezTo>
                  <a:lnTo>
                    <a:pt x="726" y="3812"/>
                  </a:lnTo>
                  <a:cubicBezTo>
                    <a:pt x="533" y="4032"/>
                    <a:pt x="344" y="4533"/>
                    <a:pt x="344" y="4817"/>
                  </a:cubicBezTo>
                  <a:cubicBezTo>
                    <a:pt x="344" y="5020"/>
                    <a:pt x="239" y="5212"/>
                    <a:pt x="155" y="5363"/>
                  </a:cubicBezTo>
                  <a:cubicBezTo>
                    <a:pt x="109" y="5450"/>
                    <a:pt x="57" y="5541"/>
                    <a:pt x="60" y="5580"/>
                  </a:cubicBezTo>
                  <a:cubicBezTo>
                    <a:pt x="67" y="5713"/>
                    <a:pt x="32" y="6056"/>
                    <a:pt x="1" y="6252"/>
                  </a:cubicBezTo>
                  <a:lnTo>
                    <a:pt x="46" y="6242"/>
                  </a:lnTo>
                  <a:cubicBezTo>
                    <a:pt x="95" y="6154"/>
                    <a:pt x="186" y="6098"/>
                    <a:pt x="284" y="6094"/>
                  </a:cubicBezTo>
                  <a:cubicBezTo>
                    <a:pt x="354" y="6094"/>
                    <a:pt x="414" y="6136"/>
                    <a:pt x="438" y="6199"/>
                  </a:cubicBezTo>
                  <a:cubicBezTo>
                    <a:pt x="442" y="6210"/>
                    <a:pt x="445" y="6217"/>
                    <a:pt x="452" y="6224"/>
                  </a:cubicBezTo>
                  <a:cubicBezTo>
                    <a:pt x="470" y="6221"/>
                    <a:pt x="487" y="6217"/>
                    <a:pt x="505" y="6210"/>
                  </a:cubicBezTo>
                  <a:cubicBezTo>
                    <a:pt x="604" y="6167"/>
                    <a:pt x="696" y="6146"/>
                    <a:pt x="784" y="6146"/>
                  </a:cubicBezTo>
                  <a:cubicBezTo>
                    <a:pt x="890" y="6146"/>
                    <a:pt x="990" y="6178"/>
                    <a:pt x="1086" y="6242"/>
                  </a:cubicBezTo>
                  <a:cubicBezTo>
                    <a:pt x="1244" y="6347"/>
                    <a:pt x="1373" y="6368"/>
                    <a:pt x="1541" y="6368"/>
                  </a:cubicBezTo>
                  <a:lnTo>
                    <a:pt x="3456" y="6368"/>
                  </a:lnTo>
                  <a:lnTo>
                    <a:pt x="3645" y="6557"/>
                  </a:lnTo>
                  <a:lnTo>
                    <a:pt x="4573" y="6557"/>
                  </a:lnTo>
                  <a:lnTo>
                    <a:pt x="4622" y="6560"/>
                  </a:lnTo>
                  <a:lnTo>
                    <a:pt x="4629" y="6560"/>
                  </a:lnTo>
                  <a:lnTo>
                    <a:pt x="4678" y="6564"/>
                  </a:lnTo>
                  <a:lnTo>
                    <a:pt x="4692" y="6564"/>
                  </a:lnTo>
                  <a:lnTo>
                    <a:pt x="4734" y="6567"/>
                  </a:lnTo>
                  <a:lnTo>
                    <a:pt x="4745" y="6567"/>
                  </a:lnTo>
                  <a:lnTo>
                    <a:pt x="4780" y="6574"/>
                  </a:lnTo>
                  <a:lnTo>
                    <a:pt x="4787" y="6574"/>
                  </a:lnTo>
                  <a:cubicBezTo>
                    <a:pt x="4797" y="6578"/>
                    <a:pt x="4811" y="6578"/>
                    <a:pt x="4818" y="6581"/>
                  </a:cubicBezTo>
                  <a:lnTo>
                    <a:pt x="4825" y="6581"/>
                  </a:lnTo>
                  <a:cubicBezTo>
                    <a:pt x="4836" y="6585"/>
                    <a:pt x="4843" y="6588"/>
                    <a:pt x="4853" y="6592"/>
                  </a:cubicBezTo>
                  <a:cubicBezTo>
                    <a:pt x="4892" y="6611"/>
                    <a:pt x="4963" y="6619"/>
                    <a:pt x="5046" y="6619"/>
                  </a:cubicBezTo>
                  <a:cubicBezTo>
                    <a:pt x="5246" y="6619"/>
                    <a:pt x="5522" y="6574"/>
                    <a:pt x="5648" y="6532"/>
                  </a:cubicBezTo>
                  <a:cubicBezTo>
                    <a:pt x="5662" y="6529"/>
                    <a:pt x="5683" y="6522"/>
                    <a:pt x="5707" y="6518"/>
                  </a:cubicBezTo>
                  <a:lnTo>
                    <a:pt x="5130" y="5709"/>
                  </a:lnTo>
                  <a:lnTo>
                    <a:pt x="5130" y="5688"/>
                  </a:lnTo>
                  <a:lnTo>
                    <a:pt x="5186" y="3801"/>
                  </a:lnTo>
                  <a:lnTo>
                    <a:pt x="6036" y="3829"/>
                  </a:lnTo>
                  <a:lnTo>
                    <a:pt x="6138" y="3728"/>
                  </a:lnTo>
                  <a:lnTo>
                    <a:pt x="6246" y="2716"/>
                  </a:lnTo>
                  <a:lnTo>
                    <a:pt x="6218" y="2716"/>
                  </a:lnTo>
                  <a:cubicBezTo>
                    <a:pt x="6211" y="2720"/>
                    <a:pt x="6201" y="2723"/>
                    <a:pt x="6194" y="2727"/>
                  </a:cubicBezTo>
                  <a:cubicBezTo>
                    <a:pt x="6088" y="2772"/>
                    <a:pt x="5992" y="2783"/>
                    <a:pt x="5897" y="2783"/>
                  </a:cubicBezTo>
                  <a:cubicBezTo>
                    <a:pt x="5859" y="2783"/>
                    <a:pt x="5822" y="2781"/>
                    <a:pt x="5784" y="2779"/>
                  </a:cubicBezTo>
                  <a:lnTo>
                    <a:pt x="5683" y="2779"/>
                  </a:lnTo>
                  <a:cubicBezTo>
                    <a:pt x="5630" y="2783"/>
                    <a:pt x="5581" y="2811"/>
                    <a:pt x="5546" y="2853"/>
                  </a:cubicBezTo>
                  <a:cubicBezTo>
                    <a:pt x="5517" y="2885"/>
                    <a:pt x="5475" y="2928"/>
                    <a:pt x="5412" y="2928"/>
                  </a:cubicBezTo>
                  <a:cubicBezTo>
                    <a:pt x="5400" y="2928"/>
                    <a:pt x="5388" y="2926"/>
                    <a:pt x="5375" y="2923"/>
                  </a:cubicBezTo>
                  <a:cubicBezTo>
                    <a:pt x="5228" y="2888"/>
                    <a:pt x="5280" y="2636"/>
                    <a:pt x="5319" y="2454"/>
                  </a:cubicBezTo>
                  <a:cubicBezTo>
                    <a:pt x="5322" y="2436"/>
                    <a:pt x="5326" y="2422"/>
                    <a:pt x="5329" y="2412"/>
                  </a:cubicBezTo>
                  <a:cubicBezTo>
                    <a:pt x="5343" y="2331"/>
                    <a:pt x="5207" y="2135"/>
                    <a:pt x="5084" y="2037"/>
                  </a:cubicBezTo>
                  <a:cubicBezTo>
                    <a:pt x="4990" y="1963"/>
                    <a:pt x="5025" y="1788"/>
                    <a:pt x="5095" y="1512"/>
                  </a:cubicBezTo>
                  <a:cubicBezTo>
                    <a:pt x="5119" y="1424"/>
                    <a:pt x="5151" y="1288"/>
                    <a:pt x="5147" y="1249"/>
                  </a:cubicBezTo>
                  <a:cubicBezTo>
                    <a:pt x="5060" y="1151"/>
                    <a:pt x="5039" y="938"/>
                    <a:pt x="5035" y="801"/>
                  </a:cubicBezTo>
                  <a:lnTo>
                    <a:pt x="5035" y="773"/>
                  </a:lnTo>
                  <a:cubicBezTo>
                    <a:pt x="5035" y="763"/>
                    <a:pt x="5035" y="752"/>
                    <a:pt x="5032" y="742"/>
                  </a:cubicBezTo>
                  <a:cubicBezTo>
                    <a:pt x="5004" y="742"/>
                    <a:pt x="4972" y="742"/>
                    <a:pt x="4941" y="749"/>
                  </a:cubicBezTo>
                  <a:cubicBezTo>
                    <a:pt x="4874" y="759"/>
                    <a:pt x="4808" y="766"/>
                    <a:pt x="4738" y="766"/>
                  </a:cubicBezTo>
                  <a:cubicBezTo>
                    <a:pt x="4534" y="766"/>
                    <a:pt x="4454" y="689"/>
                    <a:pt x="4426" y="637"/>
                  </a:cubicBezTo>
                  <a:cubicBezTo>
                    <a:pt x="4371" y="624"/>
                    <a:pt x="4287" y="611"/>
                    <a:pt x="4209" y="611"/>
                  </a:cubicBezTo>
                  <a:cubicBezTo>
                    <a:pt x="4154" y="611"/>
                    <a:pt x="4102" y="618"/>
                    <a:pt x="4065" y="637"/>
                  </a:cubicBezTo>
                  <a:cubicBezTo>
                    <a:pt x="4016" y="661"/>
                    <a:pt x="3985" y="798"/>
                    <a:pt x="3967" y="892"/>
                  </a:cubicBezTo>
                  <a:cubicBezTo>
                    <a:pt x="3943" y="1001"/>
                    <a:pt x="3929" y="1081"/>
                    <a:pt x="3873" y="1116"/>
                  </a:cubicBezTo>
                  <a:cubicBezTo>
                    <a:pt x="3858" y="1124"/>
                    <a:pt x="3841" y="1130"/>
                    <a:pt x="3822" y="1130"/>
                  </a:cubicBezTo>
                  <a:cubicBezTo>
                    <a:pt x="3815" y="1130"/>
                    <a:pt x="3807" y="1129"/>
                    <a:pt x="3799" y="1127"/>
                  </a:cubicBezTo>
                  <a:cubicBezTo>
                    <a:pt x="3787" y="1124"/>
                    <a:pt x="3770" y="1122"/>
                    <a:pt x="3748" y="1122"/>
                  </a:cubicBezTo>
                  <a:cubicBezTo>
                    <a:pt x="3640" y="1122"/>
                    <a:pt x="3422" y="1157"/>
                    <a:pt x="3204" y="1221"/>
                  </a:cubicBezTo>
                  <a:cubicBezTo>
                    <a:pt x="3151" y="1237"/>
                    <a:pt x="3104" y="1245"/>
                    <a:pt x="3061" y="1245"/>
                  </a:cubicBezTo>
                  <a:cubicBezTo>
                    <a:pt x="2850" y="1245"/>
                    <a:pt x="2755" y="1065"/>
                    <a:pt x="2665" y="847"/>
                  </a:cubicBezTo>
                  <a:cubicBezTo>
                    <a:pt x="2637" y="766"/>
                    <a:pt x="2584" y="696"/>
                    <a:pt x="2521" y="647"/>
                  </a:cubicBezTo>
                  <a:cubicBezTo>
                    <a:pt x="2451" y="588"/>
                    <a:pt x="2409" y="539"/>
                    <a:pt x="2441" y="392"/>
                  </a:cubicBezTo>
                  <a:cubicBezTo>
                    <a:pt x="2476" y="248"/>
                    <a:pt x="2402" y="80"/>
                    <a:pt x="2371" y="10"/>
                  </a:cubicBezTo>
                  <a:lnTo>
                    <a:pt x="2364" y="10"/>
                  </a:lnTo>
                  <a:cubicBezTo>
                    <a:pt x="2091" y="6"/>
                    <a:pt x="1606" y="0"/>
                    <a:pt x="1218" y="0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68" name="Google Shape;4226;p80">
              <a:extLst>
                <a:ext uri="{FF2B5EF4-FFF2-40B4-BE49-F238E27FC236}">
                  <a16:creationId xmlns:a16="http://schemas.microsoft.com/office/drawing/2014/main" id="{9C0F6D67-5070-86B2-0C99-19F9E31975A4}"/>
                </a:ext>
              </a:extLst>
            </p:cNvPr>
            <p:cNvSpPr/>
            <p:nvPr/>
          </p:nvSpPr>
          <p:spPr>
            <a:xfrm>
              <a:off x="2193595" y="2177277"/>
              <a:ext cx="353" cy="14"/>
            </a:xfrm>
            <a:custGeom>
              <a:avLst/>
              <a:gdLst/>
              <a:ahLst/>
              <a:cxnLst/>
              <a:rect l="l" t="t" r="r" b="b"/>
              <a:pathLst>
                <a:path w="26" h="1" extrusionOk="0">
                  <a:moveTo>
                    <a:pt x="25" y="0"/>
                  </a:moveTo>
                  <a:lnTo>
                    <a:pt x="1" y="0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69" name="Google Shape;4227;p80">
              <a:extLst>
                <a:ext uri="{FF2B5EF4-FFF2-40B4-BE49-F238E27FC236}">
                  <a16:creationId xmlns:a16="http://schemas.microsoft.com/office/drawing/2014/main" id="{A6C06ED6-70E5-3DF2-E975-6CC8CD514821}"/>
                </a:ext>
              </a:extLst>
            </p:cNvPr>
            <p:cNvSpPr/>
            <p:nvPr/>
          </p:nvSpPr>
          <p:spPr>
            <a:xfrm>
              <a:off x="2185897" y="2177697"/>
              <a:ext cx="394" cy="14"/>
            </a:xfrm>
            <a:custGeom>
              <a:avLst/>
              <a:gdLst/>
              <a:ahLst/>
              <a:cxnLst/>
              <a:rect l="l" t="t" r="r" b="b"/>
              <a:pathLst>
                <a:path w="29" h="1" extrusionOk="0">
                  <a:moveTo>
                    <a:pt x="29" y="1"/>
                  </a:moveTo>
                  <a:lnTo>
                    <a:pt x="1" y="1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70" name="Google Shape;4228;p80">
              <a:extLst>
                <a:ext uri="{FF2B5EF4-FFF2-40B4-BE49-F238E27FC236}">
                  <a16:creationId xmlns:a16="http://schemas.microsoft.com/office/drawing/2014/main" id="{1EB73F43-9494-BFE8-75AD-711FA19226B8}"/>
                </a:ext>
              </a:extLst>
            </p:cNvPr>
            <p:cNvSpPr/>
            <p:nvPr/>
          </p:nvSpPr>
          <p:spPr>
            <a:xfrm>
              <a:off x="2200113" y="2177372"/>
              <a:ext cx="625" cy="109"/>
            </a:xfrm>
            <a:custGeom>
              <a:avLst/>
              <a:gdLst/>
              <a:ahLst/>
              <a:cxnLst/>
              <a:rect l="l" t="t" r="r" b="b"/>
              <a:pathLst>
                <a:path w="46" h="8" extrusionOk="0">
                  <a:moveTo>
                    <a:pt x="46" y="7"/>
                  </a:moveTo>
                  <a:lnTo>
                    <a:pt x="0" y="0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71" name="Google Shape;4229;p80">
              <a:extLst>
                <a:ext uri="{FF2B5EF4-FFF2-40B4-BE49-F238E27FC236}">
                  <a16:creationId xmlns:a16="http://schemas.microsoft.com/office/drawing/2014/main" id="{510163C5-3A94-E029-6518-9B1A06E0C325}"/>
                </a:ext>
              </a:extLst>
            </p:cNvPr>
            <p:cNvSpPr/>
            <p:nvPr/>
          </p:nvSpPr>
          <p:spPr>
            <a:xfrm>
              <a:off x="2192889" y="2177317"/>
              <a:ext cx="394" cy="14"/>
            </a:xfrm>
            <a:custGeom>
              <a:avLst/>
              <a:gdLst/>
              <a:ahLst/>
              <a:cxnLst/>
              <a:rect l="l" t="t" r="r" b="b"/>
              <a:pathLst>
                <a:path w="29" h="1" extrusionOk="0">
                  <a:moveTo>
                    <a:pt x="28" y="1"/>
                  </a:moveTo>
                  <a:lnTo>
                    <a:pt x="0" y="1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72" name="Google Shape;4230;p80">
              <a:extLst>
                <a:ext uri="{FF2B5EF4-FFF2-40B4-BE49-F238E27FC236}">
                  <a16:creationId xmlns:a16="http://schemas.microsoft.com/office/drawing/2014/main" id="{1AB76F73-B257-63EB-A016-D44580C80FE0}"/>
                </a:ext>
              </a:extLst>
            </p:cNvPr>
            <p:cNvSpPr/>
            <p:nvPr/>
          </p:nvSpPr>
          <p:spPr>
            <a:xfrm>
              <a:off x="2197492" y="2177277"/>
              <a:ext cx="774" cy="14"/>
            </a:xfrm>
            <a:custGeom>
              <a:avLst/>
              <a:gdLst/>
              <a:ahLst/>
              <a:cxnLst/>
              <a:rect l="l" t="t" r="r" b="b"/>
              <a:pathLst>
                <a:path w="57" h="1" extrusionOk="0">
                  <a:moveTo>
                    <a:pt x="57" y="0"/>
                  </a:moveTo>
                  <a:lnTo>
                    <a:pt x="1" y="0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73" name="Google Shape;4231;p80">
              <a:extLst>
                <a:ext uri="{FF2B5EF4-FFF2-40B4-BE49-F238E27FC236}">
                  <a16:creationId xmlns:a16="http://schemas.microsoft.com/office/drawing/2014/main" id="{D226764A-C84C-A412-EB9B-3A7181A99DEA}"/>
                </a:ext>
              </a:extLst>
            </p:cNvPr>
            <p:cNvSpPr/>
            <p:nvPr/>
          </p:nvSpPr>
          <p:spPr>
            <a:xfrm>
              <a:off x="2198497" y="2177277"/>
              <a:ext cx="679" cy="54"/>
            </a:xfrm>
            <a:custGeom>
              <a:avLst/>
              <a:gdLst/>
              <a:ahLst/>
              <a:cxnLst/>
              <a:rect l="l" t="t" r="r" b="b"/>
              <a:pathLst>
                <a:path w="50" h="4" extrusionOk="0">
                  <a:moveTo>
                    <a:pt x="49" y="4"/>
                  </a:moveTo>
                  <a:lnTo>
                    <a:pt x="0" y="0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74" name="Google Shape;4232;p80">
              <a:extLst>
                <a:ext uri="{FF2B5EF4-FFF2-40B4-BE49-F238E27FC236}">
                  <a16:creationId xmlns:a16="http://schemas.microsoft.com/office/drawing/2014/main" id="{A683856E-2C6F-A20E-A013-CF352EC2D101}"/>
                </a:ext>
              </a:extLst>
            </p:cNvPr>
            <p:cNvSpPr/>
            <p:nvPr/>
          </p:nvSpPr>
          <p:spPr>
            <a:xfrm>
              <a:off x="2197261" y="2177222"/>
              <a:ext cx="14" cy="14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0" y="1"/>
                  </a:move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75" name="Google Shape;4233;p80">
              <a:extLst>
                <a:ext uri="{FF2B5EF4-FFF2-40B4-BE49-F238E27FC236}">
                  <a16:creationId xmlns:a16="http://schemas.microsoft.com/office/drawing/2014/main" id="{7EEEF10B-03F6-64C0-0EEE-827EAD380808}"/>
                </a:ext>
              </a:extLst>
            </p:cNvPr>
            <p:cNvSpPr/>
            <p:nvPr/>
          </p:nvSpPr>
          <p:spPr>
            <a:xfrm>
              <a:off x="2195401" y="2177277"/>
              <a:ext cx="14" cy="14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1" y="0"/>
                  </a:move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76" name="Google Shape;4234;p80">
              <a:extLst>
                <a:ext uri="{FF2B5EF4-FFF2-40B4-BE49-F238E27FC236}">
                  <a16:creationId xmlns:a16="http://schemas.microsoft.com/office/drawing/2014/main" id="{DA3BC6BD-A960-01D5-5920-407A2B3B762B}"/>
                </a:ext>
              </a:extLst>
            </p:cNvPr>
            <p:cNvSpPr/>
            <p:nvPr/>
          </p:nvSpPr>
          <p:spPr>
            <a:xfrm>
              <a:off x="2136421" y="2173421"/>
              <a:ext cx="679" cy="149"/>
            </a:xfrm>
            <a:custGeom>
              <a:avLst/>
              <a:gdLst/>
              <a:ahLst/>
              <a:cxnLst/>
              <a:rect l="l" t="t" r="r" b="b"/>
              <a:pathLst>
                <a:path w="50" h="11" extrusionOk="0">
                  <a:moveTo>
                    <a:pt x="0" y="11"/>
                  </a:moveTo>
                  <a:lnTo>
                    <a:pt x="49" y="1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77" name="Google Shape;4235;p80">
              <a:extLst>
                <a:ext uri="{FF2B5EF4-FFF2-40B4-BE49-F238E27FC236}">
                  <a16:creationId xmlns:a16="http://schemas.microsoft.com/office/drawing/2014/main" id="{1B3B8268-03A1-E83C-8C97-9A9F968DE90C}"/>
                </a:ext>
              </a:extLst>
            </p:cNvPr>
            <p:cNvSpPr/>
            <p:nvPr/>
          </p:nvSpPr>
          <p:spPr>
            <a:xfrm>
              <a:off x="2199257" y="2177317"/>
              <a:ext cx="679" cy="68"/>
            </a:xfrm>
            <a:custGeom>
              <a:avLst/>
              <a:gdLst/>
              <a:ahLst/>
              <a:cxnLst/>
              <a:rect l="l" t="t" r="r" b="b"/>
              <a:pathLst>
                <a:path w="50" h="5" extrusionOk="0">
                  <a:moveTo>
                    <a:pt x="49" y="4"/>
                  </a:moveTo>
                  <a:lnTo>
                    <a:pt x="0" y="1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78" name="Google Shape;4236;p80">
              <a:extLst>
                <a:ext uri="{FF2B5EF4-FFF2-40B4-BE49-F238E27FC236}">
                  <a16:creationId xmlns:a16="http://schemas.microsoft.com/office/drawing/2014/main" id="{89A0E743-AE69-CCE1-B306-86A3A85E3356}"/>
                </a:ext>
              </a:extLst>
            </p:cNvPr>
            <p:cNvSpPr/>
            <p:nvPr/>
          </p:nvSpPr>
          <p:spPr>
            <a:xfrm>
              <a:off x="2187852" y="2177562"/>
              <a:ext cx="394" cy="14"/>
            </a:xfrm>
            <a:custGeom>
              <a:avLst/>
              <a:gdLst/>
              <a:ahLst/>
              <a:cxnLst/>
              <a:rect l="l" t="t" r="r" b="b"/>
              <a:pathLst>
                <a:path w="29" h="1" extrusionOk="0">
                  <a:moveTo>
                    <a:pt x="28" y="0"/>
                  </a:moveTo>
                  <a:lnTo>
                    <a:pt x="0" y="0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79" name="Google Shape;4237;p80">
              <a:extLst>
                <a:ext uri="{FF2B5EF4-FFF2-40B4-BE49-F238E27FC236}">
                  <a16:creationId xmlns:a16="http://schemas.microsoft.com/office/drawing/2014/main" id="{84069500-6E50-00CB-92D8-D8FBA53877DC}"/>
                </a:ext>
              </a:extLst>
            </p:cNvPr>
            <p:cNvSpPr/>
            <p:nvPr/>
          </p:nvSpPr>
          <p:spPr>
            <a:xfrm>
              <a:off x="2187323" y="2177602"/>
              <a:ext cx="299" cy="14"/>
            </a:xfrm>
            <a:custGeom>
              <a:avLst/>
              <a:gdLst/>
              <a:ahLst/>
              <a:cxnLst/>
              <a:rect l="l" t="t" r="r" b="b"/>
              <a:pathLst>
                <a:path w="22" h="1" extrusionOk="0">
                  <a:moveTo>
                    <a:pt x="22" y="1"/>
                  </a:moveTo>
                  <a:lnTo>
                    <a:pt x="1" y="1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80" name="Google Shape;4238;p80">
              <a:extLst>
                <a:ext uri="{FF2B5EF4-FFF2-40B4-BE49-F238E27FC236}">
                  <a16:creationId xmlns:a16="http://schemas.microsoft.com/office/drawing/2014/main" id="{C33EFC97-EF8C-FEBF-4F64-B6F5DF6C452B}"/>
                </a:ext>
              </a:extLst>
            </p:cNvPr>
            <p:cNvSpPr/>
            <p:nvPr/>
          </p:nvSpPr>
          <p:spPr>
            <a:xfrm>
              <a:off x="2186847" y="2177602"/>
              <a:ext cx="258" cy="14"/>
            </a:xfrm>
            <a:custGeom>
              <a:avLst/>
              <a:gdLst/>
              <a:ahLst/>
              <a:cxnLst/>
              <a:rect l="l" t="t" r="r" b="b"/>
              <a:pathLst>
                <a:path w="19" h="1" extrusionOk="0">
                  <a:moveTo>
                    <a:pt x="18" y="1"/>
                  </a:moveTo>
                  <a:lnTo>
                    <a:pt x="1" y="1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81" name="Google Shape;4239;p80">
              <a:extLst>
                <a:ext uri="{FF2B5EF4-FFF2-40B4-BE49-F238E27FC236}">
                  <a16:creationId xmlns:a16="http://schemas.microsoft.com/office/drawing/2014/main" id="{0366F5A9-4D8D-7C0E-6F88-8F23A3CED6C8}"/>
                </a:ext>
              </a:extLst>
            </p:cNvPr>
            <p:cNvSpPr/>
            <p:nvPr/>
          </p:nvSpPr>
          <p:spPr>
            <a:xfrm>
              <a:off x="2200832" y="2177467"/>
              <a:ext cx="475" cy="109"/>
            </a:xfrm>
            <a:custGeom>
              <a:avLst/>
              <a:gdLst/>
              <a:ahLst/>
              <a:cxnLst/>
              <a:rect l="l" t="t" r="r" b="b"/>
              <a:pathLst>
                <a:path w="35" h="8" extrusionOk="0">
                  <a:moveTo>
                    <a:pt x="35" y="7"/>
                  </a:moveTo>
                  <a:lnTo>
                    <a:pt x="0" y="0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82" name="Google Shape;4240;p80">
              <a:extLst>
                <a:ext uri="{FF2B5EF4-FFF2-40B4-BE49-F238E27FC236}">
                  <a16:creationId xmlns:a16="http://schemas.microsoft.com/office/drawing/2014/main" id="{442F10D6-5785-F654-D07E-61D8D892E178}"/>
                </a:ext>
              </a:extLst>
            </p:cNvPr>
            <p:cNvSpPr/>
            <p:nvPr/>
          </p:nvSpPr>
          <p:spPr>
            <a:xfrm>
              <a:off x="2186372" y="2177657"/>
              <a:ext cx="353" cy="14"/>
            </a:xfrm>
            <a:custGeom>
              <a:avLst/>
              <a:gdLst/>
              <a:ahLst/>
              <a:cxnLst/>
              <a:rect l="l" t="t" r="r" b="b"/>
              <a:pathLst>
                <a:path w="26" h="1" extrusionOk="0">
                  <a:moveTo>
                    <a:pt x="25" y="0"/>
                  </a:moveTo>
                  <a:lnTo>
                    <a:pt x="1" y="0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83" name="Google Shape;4241;p80">
              <a:extLst>
                <a:ext uri="{FF2B5EF4-FFF2-40B4-BE49-F238E27FC236}">
                  <a16:creationId xmlns:a16="http://schemas.microsoft.com/office/drawing/2014/main" id="{8A849755-D7DB-DAA6-9455-71F83BAFA6F1}"/>
                </a:ext>
              </a:extLst>
            </p:cNvPr>
            <p:cNvSpPr/>
            <p:nvPr/>
          </p:nvSpPr>
          <p:spPr>
            <a:xfrm>
              <a:off x="2192075" y="2177317"/>
              <a:ext cx="489" cy="14"/>
            </a:xfrm>
            <a:custGeom>
              <a:avLst/>
              <a:gdLst/>
              <a:ahLst/>
              <a:cxnLst/>
              <a:rect l="l" t="t" r="r" b="b"/>
              <a:pathLst>
                <a:path w="36" h="1" extrusionOk="0">
                  <a:moveTo>
                    <a:pt x="36" y="1"/>
                  </a:moveTo>
                  <a:lnTo>
                    <a:pt x="1" y="1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84" name="Google Shape;4242;p80">
              <a:extLst>
                <a:ext uri="{FF2B5EF4-FFF2-40B4-BE49-F238E27FC236}">
                  <a16:creationId xmlns:a16="http://schemas.microsoft.com/office/drawing/2014/main" id="{5D6CABDF-F6B5-5E2A-6C26-D524929C57F7}"/>
                </a:ext>
              </a:extLst>
            </p:cNvPr>
            <p:cNvSpPr/>
            <p:nvPr/>
          </p:nvSpPr>
          <p:spPr>
            <a:xfrm>
              <a:off x="2191219" y="2177372"/>
              <a:ext cx="394" cy="14"/>
            </a:xfrm>
            <a:custGeom>
              <a:avLst/>
              <a:gdLst/>
              <a:ahLst/>
              <a:cxnLst/>
              <a:rect l="l" t="t" r="r" b="b"/>
              <a:pathLst>
                <a:path w="29" h="1" extrusionOk="0">
                  <a:moveTo>
                    <a:pt x="29" y="0"/>
                  </a:moveTo>
                  <a:lnTo>
                    <a:pt x="1" y="0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85" name="Google Shape;4243;p80">
              <a:extLst>
                <a:ext uri="{FF2B5EF4-FFF2-40B4-BE49-F238E27FC236}">
                  <a16:creationId xmlns:a16="http://schemas.microsoft.com/office/drawing/2014/main" id="{33A755B0-A37B-E2FB-2977-AAD65C059A80}"/>
                </a:ext>
              </a:extLst>
            </p:cNvPr>
            <p:cNvSpPr/>
            <p:nvPr/>
          </p:nvSpPr>
          <p:spPr>
            <a:xfrm>
              <a:off x="2190513" y="2177412"/>
              <a:ext cx="394" cy="14"/>
            </a:xfrm>
            <a:custGeom>
              <a:avLst/>
              <a:gdLst/>
              <a:ahLst/>
              <a:cxnLst/>
              <a:rect l="l" t="t" r="r" b="b"/>
              <a:pathLst>
                <a:path w="29" h="1" extrusionOk="0">
                  <a:moveTo>
                    <a:pt x="28" y="1"/>
                  </a:moveTo>
                  <a:lnTo>
                    <a:pt x="0" y="1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86" name="Google Shape;4244;p80">
              <a:extLst>
                <a:ext uri="{FF2B5EF4-FFF2-40B4-BE49-F238E27FC236}">
                  <a16:creationId xmlns:a16="http://schemas.microsoft.com/office/drawing/2014/main" id="{CC221096-7CD3-20FE-52AD-8FF9B08E969D}"/>
                </a:ext>
              </a:extLst>
            </p:cNvPr>
            <p:cNvSpPr/>
            <p:nvPr/>
          </p:nvSpPr>
          <p:spPr>
            <a:xfrm>
              <a:off x="2189223" y="2177467"/>
              <a:ext cx="353" cy="14"/>
            </a:xfrm>
            <a:custGeom>
              <a:avLst/>
              <a:gdLst/>
              <a:ahLst/>
              <a:cxnLst/>
              <a:rect l="l" t="t" r="r" b="b"/>
              <a:pathLst>
                <a:path w="26" h="1" extrusionOk="0">
                  <a:moveTo>
                    <a:pt x="25" y="0"/>
                  </a:moveTo>
                  <a:lnTo>
                    <a:pt x="1" y="0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87" name="Google Shape;4245;p80">
              <a:extLst>
                <a:ext uri="{FF2B5EF4-FFF2-40B4-BE49-F238E27FC236}">
                  <a16:creationId xmlns:a16="http://schemas.microsoft.com/office/drawing/2014/main" id="{0FA09932-1F6E-3D56-EA21-5BF7AA08E915}"/>
                </a:ext>
              </a:extLst>
            </p:cNvPr>
            <p:cNvSpPr/>
            <p:nvPr/>
          </p:nvSpPr>
          <p:spPr>
            <a:xfrm>
              <a:off x="2188558" y="2177507"/>
              <a:ext cx="394" cy="14"/>
            </a:xfrm>
            <a:custGeom>
              <a:avLst/>
              <a:gdLst/>
              <a:ahLst/>
              <a:cxnLst/>
              <a:rect l="l" t="t" r="r" b="b"/>
              <a:pathLst>
                <a:path w="29" h="1" extrusionOk="0">
                  <a:moveTo>
                    <a:pt x="29" y="1"/>
                  </a:moveTo>
                  <a:lnTo>
                    <a:pt x="1" y="1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88" name="Google Shape;4246;p80">
              <a:extLst>
                <a:ext uri="{FF2B5EF4-FFF2-40B4-BE49-F238E27FC236}">
                  <a16:creationId xmlns:a16="http://schemas.microsoft.com/office/drawing/2014/main" id="{1A949B82-A8CE-0610-20CA-16DFE5C2FDC2}"/>
                </a:ext>
              </a:extLst>
            </p:cNvPr>
            <p:cNvSpPr/>
            <p:nvPr/>
          </p:nvSpPr>
          <p:spPr>
            <a:xfrm>
              <a:off x="2189889" y="2177412"/>
              <a:ext cx="394" cy="14"/>
            </a:xfrm>
            <a:custGeom>
              <a:avLst/>
              <a:gdLst/>
              <a:ahLst/>
              <a:cxnLst/>
              <a:rect l="l" t="t" r="r" b="b"/>
              <a:pathLst>
                <a:path w="29" h="1" extrusionOk="0">
                  <a:moveTo>
                    <a:pt x="29" y="1"/>
                  </a:moveTo>
                  <a:lnTo>
                    <a:pt x="1" y="1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89" name="Google Shape;4247;p80">
              <a:extLst>
                <a:ext uri="{FF2B5EF4-FFF2-40B4-BE49-F238E27FC236}">
                  <a16:creationId xmlns:a16="http://schemas.microsoft.com/office/drawing/2014/main" id="{8AE0D741-2B4A-98CB-F2D4-FAAFAA8A3887}"/>
                </a:ext>
              </a:extLst>
            </p:cNvPr>
            <p:cNvSpPr/>
            <p:nvPr/>
          </p:nvSpPr>
          <p:spPr>
            <a:xfrm>
              <a:off x="2194695" y="2177277"/>
              <a:ext cx="14" cy="14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0" y="0"/>
                  </a:move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90" name="Google Shape;4248;p80">
              <a:extLst>
                <a:ext uri="{FF2B5EF4-FFF2-40B4-BE49-F238E27FC236}">
                  <a16:creationId xmlns:a16="http://schemas.microsoft.com/office/drawing/2014/main" id="{0F566B50-0042-266C-072B-512D752D4D35}"/>
                </a:ext>
              </a:extLst>
            </p:cNvPr>
            <p:cNvSpPr/>
            <p:nvPr/>
          </p:nvSpPr>
          <p:spPr>
            <a:xfrm>
              <a:off x="2195971" y="2177222"/>
              <a:ext cx="14" cy="14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1" y="1"/>
                  </a:move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91" name="Google Shape;4249;p80">
              <a:extLst>
                <a:ext uri="{FF2B5EF4-FFF2-40B4-BE49-F238E27FC236}">
                  <a16:creationId xmlns:a16="http://schemas.microsoft.com/office/drawing/2014/main" id="{B3DD99DE-0C94-2E21-4AFA-C10484AEBFBF}"/>
                </a:ext>
              </a:extLst>
            </p:cNvPr>
            <p:cNvSpPr/>
            <p:nvPr/>
          </p:nvSpPr>
          <p:spPr>
            <a:xfrm>
              <a:off x="2201973" y="2177697"/>
              <a:ext cx="339" cy="163"/>
            </a:xfrm>
            <a:custGeom>
              <a:avLst/>
              <a:gdLst/>
              <a:ahLst/>
              <a:cxnLst/>
              <a:rect l="l" t="t" r="r" b="b"/>
              <a:pathLst>
                <a:path w="25" h="12" extrusionOk="0">
                  <a:moveTo>
                    <a:pt x="25" y="11"/>
                  </a:moveTo>
                  <a:cubicBezTo>
                    <a:pt x="18" y="8"/>
                    <a:pt x="7" y="4"/>
                    <a:pt x="0" y="1"/>
                  </a:cubicBezTo>
                  <a:cubicBezTo>
                    <a:pt x="7" y="4"/>
                    <a:pt x="18" y="8"/>
                    <a:pt x="25" y="1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92" name="Google Shape;4250;p80">
              <a:extLst>
                <a:ext uri="{FF2B5EF4-FFF2-40B4-BE49-F238E27FC236}">
                  <a16:creationId xmlns:a16="http://schemas.microsoft.com/office/drawing/2014/main" id="{CC5840A0-B994-5BF9-34F6-CA165320771F}"/>
                </a:ext>
              </a:extLst>
            </p:cNvPr>
            <p:cNvSpPr/>
            <p:nvPr/>
          </p:nvSpPr>
          <p:spPr>
            <a:xfrm>
              <a:off x="2201402" y="2177562"/>
              <a:ext cx="489" cy="109"/>
            </a:xfrm>
            <a:custGeom>
              <a:avLst/>
              <a:gdLst/>
              <a:ahLst/>
              <a:cxnLst/>
              <a:rect l="l" t="t" r="r" b="b"/>
              <a:pathLst>
                <a:path w="36" h="8" extrusionOk="0">
                  <a:moveTo>
                    <a:pt x="35" y="7"/>
                  </a:moveTo>
                  <a:cubicBezTo>
                    <a:pt x="25" y="7"/>
                    <a:pt x="14" y="4"/>
                    <a:pt x="0" y="0"/>
                  </a:cubicBezTo>
                  <a:cubicBezTo>
                    <a:pt x="14" y="4"/>
                    <a:pt x="25" y="7"/>
                    <a:pt x="35" y="7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93" name="Google Shape;4251;p80">
              <a:extLst>
                <a:ext uri="{FF2B5EF4-FFF2-40B4-BE49-F238E27FC236}">
                  <a16:creationId xmlns:a16="http://schemas.microsoft.com/office/drawing/2014/main" id="{0F885183-91D2-F62D-A980-CBB62F67AAD7}"/>
                </a:ext>
              </a:extLst>
            </p:cNvPr>
            <p:cNvSpPr/>
            <p:nvPr/>
          </p:nvSpPr>
          <p:spPr>
            <a:xfrm>
              <a:off x="2207865" y="2106307"/>
              <a:ext cx="83624" cy="72463"/>
            </a:xfrm>
            <a:custGeom>
              <a:avLst/>
              <a:gdLst/>
              <a:ahLst/>
              <a:cxnLst/>
              <a:rect l="l" t="t" r="r" b="b"/>
              <a:pathLst>
                <a:path w="6159" h="5337" extrusionOk="0">
                  <a:moveTo>
                    <a:pt x="4380" y="0"/>
                  </a:moveTo>
                  <a:cubicBezTo>
                    <a:pt x="4366" y="7"/>
                    <a:pt x="4352" y="14"/>
                    <a:pt x="4334" y="21"/>
                  </a:cubicBezTo>
                  <a:lnTo>
                    <a:pt x="4327" y="25"/>
                  </a:lnTo>
                  <a:cubicBezTo>
                    <a:pt x="4310" y="32"/>
                    <a:pt x="4296" y="39"/>
                    <a:pt x="4278" y="42"/>
                  </a:cubicBezTo>
                  <a:lnTo>
                    <a:pt x="4264" y="46"/>
                  </a:lnTo>
                  <a:cubicBezTo>
                    <a:pt x="4247" y="53"/>
                    <a:pt x="4229" y="56"/>
                    <a:pt x="4208" y="60"/>
                  </a:cubicBezTo>
                  <a:lnTo>
                    <a:pt x="4194" y="60"/>
                  </a:lnTo>
                  <a:cubicBezTo>
                    <a:pt x="4177" y="63"/>
                    <a:pt x="4156" y="67"/>
                    <a:pt x="4135" y="70"/>
                  </a:cubicBezTo>
                  <a:lnTo>
                    <a:pt x="4121" y="70"/>
                  </a:lnTo>
                  <a:lnTo>
                    <a:pt x="4065" y="74"/>
                  </a:lnTo>
                  <a:lnTo>
                    <a:pt x="4044" y="74"/>
                  </a:lnTo>
                  <a:lnTo>
                    <a:pt x="3981" y="77"/>
                  </a:lnTo>
                  <a:lnTo>
                    <a:pt x="3722" y="77"/>
                  </a:lnTo>
                  <a:cubicBezTo>
                    <a:pt x="3718" y="76"/>
                    <a:pt x="3715" y="76"/>
                    <a:pt x="3712" y="76"/>
                  </a:cubicBezTo>
                  <a:cubicBezTo>
                    <a:pt x="3705" y="76"/>
                    <a:pt x="3698" y="78"/>
                    <a:pt x="3694" y="81"/>
                  </a:cubicBezTo>
                  <a:cubicBezTo>
                    <a:pt x="3687" y="112"/>
                    <a:pt x="3683" y="147"/>
                    <a:pt x="3687" y="179"/>
                  </a:cubicBezTo>
                  <a:cubicBezTo>
                    <a:pt x="3694" y="259"/>
                    <a:pt x="3697" y="361"/>
                    <a:pt x="3616" y="427"/>
                  </a:cubicBezTo>
                  <a:cubicBezTo>
                    <a:pt x="3546" y="480"/>
                    <a:pt x="3515" y="550"/>
                    <a:pt x="3518" y="585"/>
                  </a:cubicBezTo>
                  <a:cubicBezTo>
                    <a:pt x="3518" y="595"/>
                    <a:pt x="3522" y="602"/>
                    <a:pt x="3532" y="606"/>
                  </a:cubicBezTo>
                  <a:cubicBezTo>
                    <a:pt x="3634" y="658"/>
                    <a:pt x="3613" y="830"/>
                    <a:pt x="3574" y="1037"/>
                  </a:cubicBezTo>
                  <a:lnTo>
                    <a:pt x="3567" y="1079"/>
                  </a:lnTo>
                  <a:cubicBezTo>
                    <a:pt x="3557" y="1142"/>
                    <a:pt x="3546" y="1208"/>
                    <a:pt x="3543" y="1271"/>
                  </a:cubicBezTo>
                  <a:cubicBezTo>
                    <a:pt x="3543" y="1348"/>
                    <a:pt x="3504" y="1450"/>
                    <a:pt x="3466" y="1548"/>
                  </a:cubicBezTo>
                  <a:cubicBezTo>
                    <a:pt x="3438" y="1611"/>
                    <a:pt x="3417" y="1670"/>
                    <a:pt x="3406" y="1737"/>
                  </a:cubicBezTo>
                  <a:cubicBezTo>
                    <a:pt x="3445" y="1782"/>
                    <a:pt x="3480" y="1831"/>
                    <a:pt x="3508" y="1887"/>
                  </a:cubicBezTo>
                  <a:cubicBezTo>
                    <a:pt x="3571" y="1989"/>
                    <a:pt x="3655" y="2132"/>
                    <a:pt x="3739" y="2153"/>
                  </a:cubicBezTo>
                  <a:cubicBezTo>
                    <a:pt x="3755" y="2158"/>
                    <a:pt x="3770" y="2160"/>
                    <a:pt x="3784" y="2160"/>
                  </a:cubicBezTo>
                  <a:cubicBezTo>
                    <a:pt x="3848" y="2160"/>
                    <a:pt x="3901" y="2121"/>
                    <a:pt x="3953" y="2087"/>
                  </a:cubicBezTo>
                  <a:cubicBezTo>
                    <a:pt x="3988" y="2055"/>
                    <a:pt x="4033" y="2038"/>
                    <a:pt x="4082" y="2031"/>
                  </a:cubicBezTo>
                  <a:cubicBezTo>
                    <a:pt x="4222" y="2031"/>
                    <a:pt x="4222" y="2248"/>
                    <a:pt x="4222" y="2486"/>
                  </a:cubicBezTo>
                  <a:cubicBezTo>
                    <a:pt x="4226" y="2598"/>
                    <a:pt x="4180" y="2706"/>
                    <a:pt x="4096" y="2780"/>
                  </a:cubicBezTo>
                  <a:lnTo>
                    <a:pt x="4089" y="2783"/>
                  </a:lnTo>
                  <a:lnTo>
                    <a:pt x="4082" y="2787"/>
                  </a:lnTo>
                  <a:lnTo>
                    <a:pt x="4072" y="2790"/>
                  </a:lnTo>
                  <a:lnTo>
                    <a:pt x="4065" y="2790"/>
                  </a:lnTo>
                  <a:lnTo>
                    <a:pt x="4054" y="2797"/>
                  </a:lnTo>
                  <a:lnTo>
                    <a:pt x="4044" y="2797"/>
                  </a:lnTo>
                  <a:lnTo>
                    <a:pt x="4030" y="2804"/>
                  </a:lnTo>
                  <a:lnTo>
                    <a:pt x="4019" y="2804"/>
                  </a:lnTo>
                  <a:lnTo>
                    <a:pt x="3995" y="2811"/>
                  </a:lnTo>
                  <a:lnTo>
                    <a:pt x="3984" y="2811"/>
                  </a:lnTo>
                  <a:lnTo>
                    <a:pt x="3960" y="2818"/>
                  </a:lnTo>
                  <a:lnTo>
                    <a:pt x="3946" y="2822"/>
                  </a:lnTo>
                  <a:lnTo>
                    <a:pt x="3921" y="2826"/>
                  </a:lnTo>
                  <a:lnTo>
                    <a:pt x="3907" y="2826"/>
                  </a:lnTo>
                  <a:lnTo>
                    <a:pt x="3883" y="2829"/>
                  </a:lnTo>
                  <a:lnTo>
                    <a:pt x="3788" y="2829"/>
                  </a:lnTo>
                  <a:lnTo>
                    <a:pt x="3764" y="2826"/>
                  </a:lnTo>
                  <a:lnTo>
                    <a:pt x="3753" y="2826"/>
                  </a:lnTo>
                  <a:cubicBezTo>
                    <a:pt x="3743" y="2826"/>
                    <a:pt x="3732" y="2822"/>
                    <a:pt x="3722" y="2818"/>
                  </a:cubicBezTo>
                  <a:cubicBezTo>
                    <a:pt x="3711" y="2815"/>
                    <a:pt x="3701" y="2811"/>
                    <a:pt x="3694" y="2808"/>
                  </a:cubicBezTo>
                  <a:lnTo>
                    <a:pt x="3683" y="2804"/>
                  </a:lnTo>
                  <a:lnTo>
                    <a:pt x="3662" y="2794"/>
                  </a:lnTo>
                  <a:lnTo>
                    <a:pt x="3655" y="2790"/>
                  </a:lnTo>
                  <a:cubicBezTo>
                    <a:pt x="3645" y="2787"/>
                    <a:pt x="3638" y="2780"/>
                    <a:pt x="3631" y="2773"/>
                  </a:cubicBezTo>
                  <a:cubicBezTo>
                    <a:pt x="3490" y="2661"/>
                    <a:pt x="3392" y="2388"/>
                    <a:pt x="3385" y="2269"/>
                  </a:cubicBezTo>
                  <a:cubicBezTo>
                    <a:pt x="3368" y="2255"/>
                    <a:pt x="3298" y="2230"/>
                    <a:pt x="3039" y="2230"/>
                  </a:cubicBezTo>
                  <a:cubicBezTo>
                    <a:pt x="2923" y="2230"/>
                    <a:pt x="2808" y="2111"/>
                    <a:pt x="2689" y="1880"/>
                  </a:cubicBezTo>
                  <a:cubicBezTo>
                    <a:pt x="2657" y="1891"/>
                    <a:pt x="2633" y="1915"/>
                    <a:pt x="2619" y="1947"/>
                  </a:cubicBezTo>
                  <a:cubicBezTo>
                    <a:pt x="2619" y="2087"/>
                    <a:pt x="2451" y="2087"/>
                    <a:pt x="2314" y="2087"/>
                  </a:cubicBezTo>
                  <a:cubicBezTo>
                    <a:pt x="2244" y="2087"/>
                    <a:pt x="2164" y="2045"/>
                    <a:pt x="2076" y="2003"/>
                  </a:cubicBezTo>
                  <a:cubicBezTo>
                    <a:pt x="2025" y="1977"/>
                    <a:pt x="1928" y="1931"/>
                    <a:pt x="1892" y="1931"/>
                  </a:cubicBezTo>
                  <a:cubicBezTo>
                    <a:pt x="1889" y="1931"/>
                    <a:pt x="1886" y="1932"/>
                    <a:pt x="1884" y="1933"/>
                  </a:cubicBezTo>
                  <a:cubicBezTo>
                    <a:pt x="1863" y="1942"/>
                    <a:pt x="1842" y="1947"/>
                    <a:pt x="1822" y="1947"/>
                  </a:cubicBezTo>
                  <a:cubicBezTo>
                    <a:pt x="1790" y="1947"/>
                    <a:pt x="1759" y="1935"/>
                    <a:pt x="1733" y="1912"/>
                  </a:cubicBezTo>
                  <a:cubicBezTo>
                    <a:pt x="1653" y="1838"/>
                    <a:pt x="1611" y="1733"/>
                    <a:pt x="1614" y="1625"/>
                  </a:cubicBezTo>
                  <a:lnTo>
                    <a:pt x="1614" y="1625"/>
                  </a:lnTo>
                  <a:cubicBezTo>
                    <a:pt x="1530" y="1632"/>
                    <a:pt x="1449" y="1656"/>
                    <a:pt x="1372" y="1691"/>
                  </a:cubicBezTo>
                  <a:cubicBezTo>
                    <a:pt x="1353" y="1701"/>
                    <a:pt x="1331" y="1706"/>
                    <a:pt x="1309" y="1706"/>
                  </a:cubicBezTo>
                  <a:cubicBezTo>
                    <a:pt x="1291" y="1706"/>
                    <a:pt x="1273" y="1703"/>
                    <a:pt x="1257" y="1695"/>
                  </a:cubicBezTo>
                  <a:cubicBezTo>
                    <a:pt x="1183" y="1663"/>
                    <a:pt x="1148" y="1572"/>
                    <a:pt x="1138" y="1537"/>
                  </a:cubicBezTo>
                  <a:lnTo>
                    <a:pt x="1131" y="1530"/>
                  </a:lnTo>
                  <a:lnTo>
                    <a:pt x="1131" y="1527"/>
                  </a:lnTo>
                  <a:lnTo>
                    <a:pt x="1127" y="1520"/>
                  </a:lnTo>
                  <a:lnTo>
                    <a:pt x="1124" y="1513"/>
                  </a:lnTo>
                  <a:lnTo>
                    <a:pt x="1117" y="1506"/>
                  </a:lnTo>
                  <a:lnTo>
                    <a:pt x="1113" y="1499"/>
                  </a:lnTo>
                  <a:lnTo>
                    <a:pt x="1110" y="1495"/>
                  </a:lnTo>
                  <a:lnTo>
                    <a:pt x="1005" y="2486"/>
                  </a:lnTo>
                  <a:lnTo>
                    <a:pt x="830" y="2661"/>
                  </a:lnTo>
                  <a:lnTo>
                    <a:pt x="53" y="2636"/>
                  </a:lnTo>
                  <a:lnTo>
                    <a:pt x="0" y="4366"/>
                  </a:lnTo>
                  <a:lnTo>
                    <a:pt x="588" y="5168"/>
                  </a:lnTo>
                  <a:cubicBezTo>
                    <a:pt x="634" y="5157"/>
                    <a:pt x="714" y="5140"/>
                    <a:pt x="809" y="5126"/>
                  </a:cubicBezTo>
                  <a:cubicBezTo>
                    <a:pt x="990" y="5099"/>
                    <a:pt x="1194" y="5075"/>
                    <a:pt x="1349" y="5075"/>
                  </a:cubicBezTo>
                  <a:cubicBezTo>
                    <a:pt x="1437" y="5075"/>
                    <a:pt x="1509" y="5082"/>
                    <a:pt x="1555" y="5101"/>
                  </a:cubicBezTo>
                  <a:lnTo>
                    <a:pt x="1569" y="5105"/>
                  </a:lnTo>
                  <a:lnTo>
                    <a:pt x="1576" y="5108"/>
                  </a:lnTo>
                  <a:lnTo>
                    <a:pt x="1583" y="5112"/>
                  </a:lnTo>
                  <a:lnTo>
                    <a:pt x="1586" y="5115"/>
                  </a:lnTo>
                  <a:cubicBezTo>
                    <a:pt x="1590" y="5115"/>
                    <a:pt x="1593" y="5119"/>
                    <a:pt x="1593" y="5122"/>
                  </a:cubicBezTo>
                  <a:lnTo>
                    <a:pt x="1600" y="5129"/>
                  </a:lnTo>
                  <a:cubicBezTo>
                    <a:pt x="1604" y="5133"/>
                    <a:pt x="1607" y="5136"/>
                    <a:pt x="1607" y="5140"/>
                  </a:cubicBezTo>
                  <a:cubicBezTo>
                    <a:pt x="1611" y="5143"/>
                    <a:pt x="1611" y="5143"/>
                    <a:pt x="1614" y="5147"/>
                  </a:cubicBezTo>
                  <a:cubicBezTo>
                    <a:pt x="1614" y="5150"/>
                    <a:pt x="1618" y="5154"/>
                    <a:pt x="1618" y="5157"/>
                  </a:cubicBezTo>
                  <a:cubicBezTo>
                    <a:pt x="1618" y="5161"/>
                    <a:pt x="1621" y="5164"/>
                    <a:pt x="1621" y="5168"/>
                  </a:cubicBezTo>
                  <a:cubicBezTo>
                    <a:pt x="1621" y="5175"/>
                    <a:pt x="1625" y="5182"/>
                    <a:pt x="1625" y="5189"/>
                  </a:cubicBezTo>
                  <a:lnTo>
                    <a:pt x="1625" y="5192"/>
                  </a:lnTo>
                  <a:lnTo>
                    <a:pt x="1625" y="5203"/>
                  </a:lnTo>
                  <a:cubicBezTo>
                    <a:pt x="1625" y="5206"/>
                    <a:pt x="1625" y="5213"/>
                    <a:pt x="1628" y="5217"/>
                  </a:cubicBezTo>
                  <a:lnTo>
                    <a:pt x="1628" y="5220"/>
                  </a:lnTo>
                  <a:lnTo>
                    <a:pt x="1632" y="5234"/>
                  </a:lnTo>
                  <a:lnTo>
                    <a:pt x="1632" y="5238"/>
                  </a:lnTo>
                  <a:lnTo>
                    <a:pt x="1691" y="5224"/>
                  </a:lnTo>
                  <a:lnTo>
                    <a:pt x="1705" y="5224"/>
                  </a:lnTo>
                  <a:lnTo>
                    <a:pt x="1747" y="5213"/>
                  </a:lnTo>
                  <a:lnTo>
                    <a:pt x="1754" y="5213"/>
                  </a:lnTo>
                  <a:cubicBezTo>
                    <a:pt x="1772" y="5210"/>
                    <a:pt x="1786" y="5210"/>
                    <a:pt x="1800" y="5206"/>
                  </a:cubicBezTo>
                  <a:lnTo>
                    <a:pt x="1880" y="5206"/>
                  </a:lnTo>
                  <a:cubicBezTo>
                    <a:pt x="1947" y="5220"/>
                    <a:pt x="2013" y="5234"/>
                    <a:pt x="2076" y="5255"/>
                  </a:cubicBezTo>
                  <a:cubicBezTo>
                    <a:pt x="2189" y="5284"/>
                    <a:pt x="2382" y="5337"/>
                    <a:pt x="2486" y="5337"/>
                  </a:cubicBezTo>
                  <a:cubicBezTo>
                    <a:pt x="2508" y="5337"/>
                    <a:pt x="2526" y="5334"/>
                    <a:pt x="2538" y="5329"/>
                  </a:cubicBezTo>
                  <a:cubicBezTo>
                    <a:pt x="2577" y="5308"/>
                    <a:pt x="2650" y="5203"/>
                    <a:pt x="2717" y="5108"/>
                  </a:cubicBezTo>
                  <a:cubicBezTo>
                    <a:pt x="2836" y="4940"/>
                    <a:pt x="2972" y="4751"/>
                    <a:pt x="3116" y="4709"/>
                  </a:cubicBezTo>
                  <a:cubicBezTo>
                    <a:pt x="3315" y="4646"/>
                    <a:pt x="3560" y="4439"/>
                    <a:pt x="3571" y="4383"/>
                  </a:cubicBezTo>
                  <a:cubicBezTo>
                    <a:pt x="3571" y="4250"/>
                    <a:pt x="3595" y="4131"/>
                    <a:pt x="3925" y="4044"/>
                  </a:cubicBezTo>
                  <a:lnTo>
                    <a:pt x="3939" y="4044"/>
                  </a:lnTo>
                  <a:lnTo>
                    <a:pt x="4310" y="4033"/>
                  </a:lnTo>
                  <a:lnTo>
                    <a:pt x="4359" y="4033"/>
                  </a:lnTo>
                  <a:lnTo>
                    <a:pt x="4250" y="3652"/>
                  </a:lnTo>
                  <a:lnTo>
                    <a:pt x="4310" y="3631"/>
                  </a:lnTo>
                  <a:lnTo>
                    <a:pt x="4373" y="3606"/>
                  </a:lnTo>
                  <a:cubicBezTo>
                    <a:pt x="5052" y="3354"/>
                    <a:pt x="5416" y="3221"/>
                    <a:pt x="5612" y="3151"/>
                  </a:cubicBezTo>
                  <a:cubicBezTo>
                    <a:pt x="5668" y="3134"/>
                    <a:pt x="5714" y="3116"/>
                    <a:pt x="5752" y="3106"/>
                  </a:cubicBezTo>
                  <a:lnTo>
                    <a:pt x="5738" y="3081"/>
                  </a:lnTo>
                  <a:cubicBezTo>
                    <a:pt x="5692" y="2990"/>
                    <a:pt x="5664" y="2938"/>
                    <a:pt x="5678" y="2892"/>
                  </a:cubicBezTo>
                  <a:cubicBezTo>
                    <a:pt x="5685" y="2875"/>
                    <a:pt x="5696" y="2861"/>
                    <a:pt x="5710" y="2850"/>
                  </a:cubicBezTo>
                  <a:cubicBezTo>
                    <a:pt x="5738" y="2794"/>
                    <a:pt x="5770" y="2507"/>
                    <a:pt x="5770" y="2370"/>
                  </a:cubicBezTo>
                  <a:cubicBezTo>
                    <a:pt x="5770" y="2255"/>
                    <a:pt x="5899" y="2244"/>
                    <a:pt x="5976" y="2234"/>
                  </a:cubicBezTo>
                  <a:lnTo>
                    <a:pt x="5983" y="2234"/>
                  </a:lnTo>
                  <a:cubicBezTo>
                    <a:pt x="5871" y="2031"/>
                    <a:pt x="5920" y="1436"/>
                    <a:pt x="5969" y="1310"/>
                  </a:cubicBezTo>
                  <a:cubicBezTo>
                    <a:pt x="5987" y="1254"/>
                    <a:pt x="6039" y="1212"/>
                    <a:pt x="6099" y="1205"/>
                  </a:cubicBezTo>
                  <a:cubicBezTo>
                    <a:pt x="6107" y="1203"/>
                    <a:pt x="6116" y="1202"/>
                    <a:pt x="6125" y="1202"/>
                  </a:cubicBezTo>
                  <a:cubicBezTo>
                    <a:pt x="6134" y="1202"/>
                    <a:pt x="6142" y="1203"/>
                    <a:pt x="6151" y="1205"/>
                  </a:cubicBezTo>
                  <a:lnTo>
                    <a:pt x="6158" y="1205"/>
                  </a:lnTo>
                  <a:cubicBezTo>
                    <a:pt x="6141" y="1131"/>
                    <a:pt x="6116" y="1058"/>
                    <a:pt x="6085" y="988"/>
                  </a:cubicBezTo>
                  <a:lnTo>
                    <a:pt x="6081" y="981"/>
                  </a:lnTo>
                  <a:lnTo>
                    <a:pt x="6074" y="967"/>
                  </a:lnTo>
                  <a:lnTo>
                    <a:pt x="6064" y="935"/>
                  </a:lnTo>
                  <a:cubicBezTo>
                    <a:pt x="6046" y="897"/>
                    <a:pt x="6029" y="862"/>
                    <a:pt x="6011" y="827"/>
                  </a:cubicBezTo>
                  <a:lnTo>
                    <a:pt x="6008" y="816"/>
                  </a:lnTo>
                  <a:lnTo>
                    <a:pt x="6001" y="809"/>
                  </a:lnTo>
                  <a:cubicBezTo>
                    <a:pt x="5987" y="778"/>
                    <a:pt x="5969" y="750"/>
                    <a:pt x="5955" y="725"/>
                  </a:cubicBezTo>
                  <a:cubicBezTo>
                    <a:pt x="5945" y="707"/>
                    <a:pt x="5934" y="693"/>
                    <a:pt x="5927" y="679"/>
                  </a:cubicBezTo>
                  <a:lnTo>
                    <a:pt x="5924" y="676"/>
                  </a:lnTo>
                  <a:cubicBezTo>
                    <a:pt x="5878" y="620"/>
                    <a:pt x="5479" y="452"/>
                    <a:pt x="5304" y="403"/>
                  </a:cubicBezTo>
                  <a:cubicBezTo>
                    <a:pt x="5290" y="399"/>
                    <a:pt x="5276" y="396"/>
                    <a:pt x="5265" y="392"/>
                  </a:cubicBezTo>
                  <a:cubicBezTo>
                    <a:pt x="5181" y="371"/>
                    <a:pt x="5104" y="336"/>
                    <a:pt x="5031" y="294"/>
                  </a:cubicBezTo>
                  <a:cubicBezTo>
                    <a:pt x="4940" y="252"/>
                    <a:pt x="4835" y="196"/>
                    <a:pt x="4772" y="196"/>
                  </a:cubicBezTo>
                  <a:lnTo>
                    <a:pt x="4709" y="196"/>
                  </a:lnTo>
                  <a:lnTo>
                    <a:pt x="4702" y="193"/>
                  </a:lnTo>
                  <a:lnTo>
                    <a:pt x="4691" y="189"/>
                  </a:lnTo>
                  <a:lnTo>
                    <a:pt x="4681" y="186"/>
                  </a:lnTo>
                  <a:lnTo>
                    <a:pt x="4670" y="179"/>
                  </a:lnTo>
                  <a:lnTo>
                    <a:pt x="4660" y="175"/>
                  </a:lnTo>
                  <a:lnTo>
                    <a:pt x="4649" y="168"/>
                  </a:lnTo>
                  <a:lnTo>
                    <a:pt x="4635" y="165"/>
                  </a:lnTo>
                  <a:lnTo>
                    <a:pt x="4621" y="158"/>
                  </a:lnTo>
                  <a:lnTo>
                    <a:pt x="4611" y="151"/>
                  </a:lnTo>
                  <a:lnTo>
                    <a:pt x="4593" y="140"/>
                  </a:lnTo>
                  <a:lnTo>
                    <a:pt x="4579" y="133"/>
                  </a:lnTo>
                  <a:lnTo>
                    <a:pt x="4565" y="123"/>
                  </a:lnTo>
                  <a:lnTo>
                    <a:pt x="4548" y="112"/>
                  </a:lnTo>
                  <a:lnTo>
                    <a:pt x="4530" y="102"/>
                  </a:lnTo>
                  <a:lnTo>
                    <a:pt x="4513" y="91"/>
                  </a:lnTo>
                  <a:lnTo>
                    <a:pt x="4492" y="77"/>
                  </a:lnTo>
                  <a:lnTo>
                    <a:pt x="4474" y="67"/>
                  </a:lnTo>
                  <a:lnTo>
                    <a:pt x="4453" y="49"/>
                  </a:lnTo>
                  <a:lnTo>
                    <a:pt x="4432" y="35"/>
                  </a:lnTo>
                  <a:lnTo>
                    <a:pt x="4408" y="18"/>
                  </a:lnTo>
                  <a:lnTo>
                    <a:pt x="4383" y="4"/>
                  </a:lnTo>
                  <a:lnTo>
                    <a:pt x="4380" y="0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94" name="Google Shape;4252;p80">
              <a:extLst>
                <a:ext uri="{FF2B5EF4-FFF2-40B4-BE49-F238E27FC236}">
                  <a16:creationId xmlns:a16="http://schemas.microsoft.com/office/drawing/2014/main" id="{93361E7A-2E4F-E2DD-6598-E78B12235462}"/>
                </a:ext>
              </a:extLst>
            </p:cNvPr>
            <p:cNvSpPr/>
            <p:nvPr/>
          </p:nvSpPr>
          <p:spPr>
            <a:xfrm>
              <a:off x="2229915" y="2176991"/>
              <a:ext cx="14" cy="14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1" y="0"/>
                  </a:move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95" name="Google Shape;4253;p80">
              <a:extLst>
                <a:ext uri="{FF2B5EF4-FFF2-40B4-BE49-F238E27FC236}">
                  <a16:creationId xmlns:a16="http://schemas.microsoft.com/office/drawing/2014/main" id="{305482C2-76F3-E5E9-74EA-86EED7D61E09}"/>
                </a:ext>
              </a:extLst>
            </p:cNvPr>
            <p:cNvSpPr/>
            <p:nvPr/>
          </p:nvSpPr>
          <p:spPr>
            <a:xfrm>
              <a:off x="2229250" y="2175661"/>
              <a:ext cx="109" cy="109"/>
            </a:xfrm>
            <a:custGeom>
              <a:avLst/>
              <a:gdLst/>
              <a:ahLst/>
              <a:cxnLst/>
              <a:rect l="l" t="t" r="r" b="b"/>
              <a:pathLst>
                <a:path w="8" h="8" extrusionOk="0">
                  <a:moveTo>
                    <a:pt x="1" y="0"/>
                  </a:moveTo>
                  <a:lnTo>
                    <a:pt x="8" y="7"/>
                  </a:lnTo>
                  <a:lnTo>
                    <a:pt x="8" y="7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96" name="Google Shape;4254;p80">
              <a:extLst>
                <a:ext uri="{FF2B5EF4-FFF2-40B4-BE49-F238E27FC236}">
                  <a16:creationId xmlns:a16="http://schemas.microsoft.com/office/drawing/2014/main" id="{5C2D0A25-ED66-75AA-7282-73BA06ED5DA4}"/>
                </a:ext>
              </a:extLst>
            </p:cNvPr>
            <p:cNvSpPr/>
            <p:nvPr/>
          </p:nvSpPr>
          <p:spPr>
            <a:xfrm>
              <a:off x="2230065" y="2177412"/>
              <a:ext cx="14" cy="68"/>
            </a:xfrm>
            <a:custGeom>
              <a:avLst/>
              <a:gdLst/>
              <a:ahLst/>
              <a:cxnLst/>
              <a:rect l="l" t="t" r="r" b="b"/>
              <a:pathLst>
                <a:path w="1" h="5" extrusionOk="0">
                  <a:moveTo>
                    <a:pt x="0" y="1"/>
                  </a:moveTo>
                  <a:lnTo>
                    <a:pt x="0" y="4"/>
                  </a:lnTo>
                  <a:lnTo>
                    <a:pt x="0" y="4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97" name="Google Shape;4255;p80">
              <a:extLst>
                <a:ext uri="{FF2B5EF4-FFF2-40B4-BE49-F238E27FC236}">
                  <a16:creationId xmlns:a16="http://schemas.microsoft.com/office/drawing/2014/main" id="{EA2E9999-15C7-0765-B2EA-D91A5435F5D0}"/>
                </a:ext>
              </a:extLst>
            </p:cNvPr>
            <p:cNvSpPr/>
            <p:nvPr/>
          </p:nvSpPr>
          <p:spPr>
            <a:xfrm>
              <a:off x="2229494" y="2175892"/>
              <a:ext cx="95" cy="109"/>
            </a:xfrm>
            <a:custGeom>
              <a:avLst/>
              <a:gdLst/>
              <a:ahLst/>
              <a:cxnLst/>
              <a:rect l="l" t="t" r="r" b="b"/>
              <a:pathLst>
                <a:path w="7" h="8" extrusionOk="0">
                  <a:moveTo>
                    <a:pt x="0" y="1"/>
                  </a:moveTo>
                  <a:lnTo>
                    <a:pt x="7" y="8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98" name="Google Shape;4256;p80">
              <a:extLst>
                <a:ext uri="{FF2B5EF4-FFF2-40B4-BE49-F238E27FC236}">
                  <a16:creationId xmlns:a16="http://schemas.microsoft.com/office/drawing/2014/main" id="{A696A81E-E706-1D09-85F4-E4DB18D6F9CB}"/>
                </a:ext>
              </a:extLst>
            </p:cNvPr>
            <p:cNvSpPr/>
            <p:nvPr/>
          </p:nvSpPr>
          <p:spPr>
            <a:xfrm>
              <a:off x="2228965" y="2175566"/>
              <a:ext cx="244" cy="54"/>
            </a:xfrm>
            <a:custGeom>
              <a:avLst/>
              <a:gdLst/>
              <a:ahLst/>
              <a:cxnLst/>
              <a:rect l="l" t="t" r="r" b="b"/>
              <a:pathLst>
                <a:path w="18" h="4" extrusionOk="0">
                  <a:moveTo>
                    <a:pt x="18" y="4"/>
                  </a:moveTo>
                  <a:lnTo>
                    <a:pt x="1" y="0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99" name="Google Shape;4257;p80">
              <a:extLst>
                <a:ext uri="{FF2B5EF4-FFF2-40B4-BE49-F238E27FC236}">
                  <a16:creationId xmlns:a16="http://schemas.microsoft.com/office/drawing/2014/main" id="{D50A4EB9-C4F6-F5AB-C344-DDE39D8E39A4}"/>
                </a:ext>
              </a:extLst>
            </p:cNvPr>
            <p:cNvSpPr/>
            <p:nvPr/>
          </p:nvSpPr>
          <p:spPr>
            <a:xfrm>
              <a:off x="2230010" y="2177181"/>
              <a:ext cx="14" cy="54"/>
            </a:xfrm>
            <a:custGeom>
              <a:avLst/>
              <a:gdLst/>
              <a:ahLst/>
              <a:cxnLst/>
              <a:rect l="l" t="t" r="r" b="b"/>
              <a:pathLst>
                <a:path w="1" h="4" extrusionOk="0">
                  <a:moveTo>
                    <a:pt x="1" y="4"/>
                  </a:moveTo>
                  <a:lnTo>
                    <a:pt x="1" y="0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00" name="Google Shape;4258;p80">
              <a:extLst>
                <a:ext uri="{FF2B5EF4-FFF2-40B4-BE49-F238E27FC236}">
                  <a16:creationId xmlns:a16="http://schemas.microsoft.com/office/drawing/2014/main" id="{D5CF90F1-4D76-CFBD-0522-6C53C490F77C}"/>
                </a:ext>
              </a:extLst>
            </p:cNvPr>
            <p:cNvSpPr/>
            <p:nvPr/>
          </p:nvSpPr>
          <p:spPr>
            <a:xfrm>
              <a:off x="2229915" y="2176896"/>
              <a:ext cx="14" cy="14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1" y="0"/>
                  </a:move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01" name="Google Shape;4259;p80">
              <a:extLst>
                <a:ext uri="{FF2B5EF4-FFF2-40B4-BE49-F238E27FC236}">
                  <a16:creationId xmlns:a16="http://schemas.microsoft.com/office/drawing/2014/main" id="{ECFFCC3A-1BF3-D803-CE0C-573B50D07956}"/>
                </a:ext>
              </a:extLst>
            </p:cNvPr>
            <p:cNvSpPr/>
            <p:nvPr/>
          </p:nvSpPr>
          <p:spPr>
            <a:xfrm>
              <a:off x="2229793" y="2176353"/>
              <a:ext cx="95" cy="177"/>
            </a:xfrm>
            <a:custGeom>
              <a:avLst/>
              <a:gdLst/>
              <a:ahLst/>
              <a:cxnLst/>
              <a:rect l="l" t="t" r="r" b="b"/>
              <a:pathLst>
                <a:path w="7" h="13" extrusionOk="0">
                  <a:moveTo>
                    <a:pt x="2" y="1"/>
                  </a:moveTo>
                  <a:cubicBezTo>
                    <a:pt x="1" y="1"/>
                    <a:pt x="6" y="9"/>
                    <a:pt x="6" y="12"/>
                  </a:cubicBezTo>
                  <a:cubicBezTo>
                    <a:pt x="6" y="9"/>
                    <a:pt x="6" y="5"/>
                    <a:pt x="3" y="2"/>
                  </a:cubicBezTo>
                  <a:cubicBezTo>
                    <a:pt x="2" y="1"/>
                    <a:pt x="2" y="1"/>
                    <a:pt x="2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02" name="Google Shape;4260;p80">
              <a:extLst>
                <a:ext uri="{FF2B5EF4-FFF2-40B4-BE49-F238E27FC236}">
                  <a16:creationId xmlns:a16="http://schemas.microsoft.com/office/drawing/2014/main" id="{FA9692B5-9078-A027-DB8C-ADF05F6B8EEE}"/>
                </a:ext>
              </a:extLst>
            </p:cNvPr>
            <p:cNvSpPr/>
            <p:nvPr/>
          </p:nvSpPr>
          <p:spPr>
            <a:xfrm>
              <a:off x="2229684" y="2176082"/>
              <a:ext cx="109" cy="163"/>
            </a:xfrm>
            <a:custGeom>
              <a:avLst/>
              <a:gdLst/>
              <a:ahLst/>
              <a:cxnLst/>
              <a:rect l="l" t="t" r="r" b="b"/>
              <a:pathLst>
                <a:path w="8" h="12" extrusionOk="0">
                  <a:moveTo>
                    <a:pt x="7" y="11"/>
                  </a:moveTo>
                  <a:cubicBezTo>
                    <a:pt x="4" y="8"/>
                    <a:pt x="4" y="4"/>
                    <a:pt x="0" y="1"/>
                  </a:cubicBezTo>
                  <a:cubicBezTo>
                    <a:pt x="4" y="4"/>
                    <a:pt x="4" y="8"/>
                    <a:pt x="7" y="1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03" name="Google Shape;4261;p80">
              <a:extLst>
                <a:ext uri="{FF2B5EF4-FFF2-40B4-BE49-F238E27FC236}">
                  <a16:creationId xmlns:a16="http://schemas.microsoft.com/office/drawing/2014/main" id="{A74F98D1-0879-5191-F697-A482DD380BDA}"/>
                </a:ext>
              </a:extLst>
            </p:cNvPr>
            <p:cNvSpPr/>
            <p:nvPr/>
          </p:nvSpPr>
          <p:spPr>
            <a:xfrm>
              <a:off x="2218836" y="2175172"/>
              <a:ext cx="10142" cy="733"/>
            </a:xfrm>
            <a:custGeom>
              <a:avLst/>
              <a:gdLst/>
              <a:ahLst/>
              <a:cxnLst/>
              <a:rect l="l" t="t" r="r" b="b"/>
              <a:pathLst>
                <a:path w="747" h="54" extrusionOk="0">
                  <a:moveTo>
                    <a:pt x="536" y="0"/>
                  </a:moveTo>
                  <a:cubicBezTo>
                    <a:pt x="381" y="0"/>
                    <a:pt x="180" y="25"/>
                    <a:pt x="1" y="54"/>
                  </a:cubicBezTo>
                  <a:cubicBezTo>
                    <a:pt x="165" y="28"/>
                    <a:pt x="375" y="2"/>
                    <a:pt x="539" y="2"/>
                  </a:cubicBezTo>
                  <a:cubicBezTo>
                    <a:pt x="626" y="2"/>
                    <a:pt x="700" y="10"/>
                    <a:pt x="747" y="29"/>
                  </a:cubicBezTo>
                  <a:cubicBezTo>
                    <a:pt x="700" y="8"/>
                    <a:pt x="626" y="0"/>
                    <a:pt x="536" y="0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04" name="Google Shape;4262;p80">
              <a:extLst>
                <a:ext uri="{FF2B5EF4-FFF2-40B4-BE49-F238E27FC236}">
                  <a16:creationId xmlns:a16="http://schemas.microsoft.com/office/drawing/2014/main" id="{2CAB300C-B7A8-E843-249D-575629660E62}"/>
                </a:ext>
              </a:extLst>
            </p:cNvPr>
            <p:cNvSpPr/>
            <p:nvPr/>
          </p:nvSpPr>
          <p:spPr>
            <a:xfrm>
              <a:off x="2261483" y="2161065"/>
              <a:ext cx="5051" cy="149"/>
            </a:xfrm>
            <a:custGeom>
              <a:avLst/>
              <a:gdLst/>
              <a:ahLst/>
              <a:cxnLst/>
              <a:rect l="l" t="t" r="r" b="b"/>
              <a:pathLst>
                <a:path w="372" h="11" extrusionOk="0">
                  <a:moveTo>
                    <a:pt x="0" y="11"/>
                  </a:moveTo>
                  <a:lnTo>
                    <a:pt x="371" y="0"/>
                  </a:lnTo>
                  <a:lnTo>
                    <a:pt x="371" y="0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05" name="Google Shape;4263;p80">
              <a:extLst>
                <a:ext uri="{FF2B5EF4-FFF2-40B4-BE49-F238E27FC236}">
                  <a16:creationId xmlns:a16="http://schemas.microsoft.com/office/drawing/2014/main" id="{BA89719F-BA0E-52D1-9C17-85972BD3015E}"/>
                </a:ext>
              </a:extLst>
            </p:cNvPr>
            <p:cNvSpPr/>
            <p:nvPr/>
          </p:nvSpPr>
          <p:spPr>
            <a:xfrm>
              <a:off x="2231816" y="2177032"/>
              <a:ext cx="584" cy="109"/>
            </a:xfrm>
            <a:custGeom>
              <a:avLst/>
              <a:gdLst/>
              <a:ahLst/>
              <a:cxnLst/>
              <a:rect l="l" t="t" r="r" b="b"/>
              <a:pathLst>
                <a:path w="43" h="8" extrusionOk="0">
                  <a:moveTo>
                    <a:pt x="1" y="8"/>
                  </a:moveTo>
                  <a:cubicBezTo>
                    <a:pt x="15" y="4"/>
                    <a:pt x="32" y="4"/>
                    <a:pt x="43" y="1"/>
                  </a:cubicBezTo>
                  <a:cubicBezTo>
                    <a:pt x="32" y="4"/>
                    <a:pt x="15" y="4"/>
                    <a:pt x="1" y="8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06" name="Google Shape;4264;p80">
              <a:extLst>
                <a:ext uri="{FF2B5EF4-FFF2-40B4-BE49-F238E27FC236}">
                  <a16:creationId xmlns:a16="http://schemas.microsoft.com/office/drawing/2014/main" id="{444E7B81-D0B2-AD87-3722-2B133320E38D}"/>
                </a:ext>
              </a:extLst>
            </p:cNvPr>
            <p:cNvSpPr/>
            <p:nvPr/>
          </p:nvSpPr>
          <p:spPr>
            <a:xfrm>
              <a:off x="2231056" y="2177127"/>
              <a:ext cx="638" cy="109"/>
            </a:xfrm>
            <a:custGeom>
              <a:avLst/>
              <a:gdLst/>
              <a:ahLst/>
              <a:cxnLst/>
              <a:rect l="l" t="t" r="r" b="b"/>
              <a:pathLst>
                <a:path w="47" h="8" extrusionOk="0">
                  <a:moveTo>
                    <a:pt x="1" y="8"/>
                  </a:moveTo>
                  <a:lnTo>
                    <a:pt x="46" y="1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07" name="Google Shape;4265;p80">
              <a:extLst>
                <a:ext uri="{FF2B5EF4-FFF2-40B4-BE49-F238E27FC236}">
                  <a16:creationId xmlns:a16="http://schemas.microsoft.com/office/drawing/2014/main" id="{B09879E6-D354-3307-4A8B-6B0457BE51FD}"/>
                </a:ext>
              </a:extLst>
            </p:cNvPr>
            <p:cNvSpPr/>
            <p:nvPr/>
          </p:nvSpPr>
          <p:spPr>
            <a:xfrm>
              <a:off x="2230105" y="2177277"/>
              <a:ext cx="774" cy="204"/>
            </a:xfrm>
            <a:custGeom>
              <a:avLst/>
              <a:gdLst/>
              <a:ahLst/>
              <a:cxnLst/>
              <a:rect l="l" t="t" r="r" b="b"/>
              <a:pathLst>
                <a:path w="57" h="15" extrusionOk="0">
                  <a:moveTo>
                    <a:pt x="57" y="0"/>
                  </a:moveTo>
                  <a:lnTo>
                    <a:pt x="1" y="14"/>
                  </a:lnTo>
                  <a:lnTo>
                    <a:pt x="1" y="14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08" name="Google Shape;4266;p80">
              <a:extLst>
                <a:ext uri="{FF2B5EF4-FFF2-40B4-BE49-F238E27FC236}">
                  <a16:creationId xmlns:a16="http://schemas.microsoft.com/office/drawing/2014/main" id="{AFD6DD1C-1237-F89F-3FC3-272972C580E1}"/>
                </a:ext>
              </a:extLst>
            </p:cNvPr>
            <p:cNvSpPr/>
            <p:nvPr/>
          </p:nvSpPr>
          <p:spPr>
            <a:xfrm>
              <a:off x="2232536" y="2177032"/>
              <a:ext cx="489" cy="14"/>
            </a:xfrm>
            <a:custGeom>
              <a:avLst/>
              <a:gdLst/>
              <a:ahLst/>
              <a:cxnLst/>
              <a:rect l="l" t="t" r="r" b="b"/>
              <a:pathLst>
                <a:path w="36" h="1" extrusionOk="0">
                  <a:moveTo>
                    <a:pt x="0" y="1"/>
                  </a:moveTo>
                  <a:lnTo>
                    <a:pt x="35" y="1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09" name="Google Shape;4267;p80">
              <a:extLst>
                <a:ext uri="{FF2B5EF4-FFF2-40B4-BE49-F238E27FC236}">
                  <a16:creationId xmlns:a16="http://schemas.microsoft.com/office/drawing/2014/main" id="{A930A27B-9002-E861-D13F-755CAB0A720D}"/>
                </a:ext>
              </a:extLst>
            </p:cNvPr>
            <p:cNvSpPr/>
            <p:nvPr/>
          </p:nvSpPr>
          <p:spPr>
            <a:xfrm>
              <a:off x="2233106" y="2176991"/>
              <a:ext cx="434" cy="14"/>
            </a:xfrm>
            <a:custGeom>
              <a:avLst/>
              <a:gdLst/>
              <a:ahLst/>
              <a:cxnLst/>
              <a:rect l="l" t="t" r="r" b="b"/>
              <a:pathLst>
                <a:path w="32" h="1" extrusionOk="0">
                  <a:moveTo>
                    <a:pt x="0" y="0"/>
                  </a:moveTo>
                  <a:cubicBezTo>
                    <a:pt x="11" y="0"/>
                    <a:pt x="21" y="0"/>
                    <a:pt x="32" y="0"/>
                  </a:cubicBezTo>
                  <a:cubicBezTo>
                    <a:pt x="21" y="0"/>
                    <a:pt x="11" y="0"/>
                    <a:pt x="0" y="0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10" name="Google Shape;4268;p80">
              <a:extLst>
                <a:ext uri="{FF2B5EF4-FFF2-40B4-BE49-F238E27FC236}">
                  <a16:creationId xmlns:a16="http://schemas.microsoft.com/office/drawing/2014/main" id="{9DF7BB32-ED2D-07B8-F832-6C8076AE8F58}"/>
                </a:ext>
              </a:extLst>
            </p:cNvPr>
            <p:cNvSpPr/>
            <p:nvPr/>
          </p:nvSpPr>
          <p:spPr>
            <a:xfrm>
              <a:off x="2258672" y="2052499"/>
              <a:ext cx="12464" cy="10170"/>
            </a:xfrm>
            <a:custGeom>
              <a:avLst/>
              <a:gdLst/>
              <a:ahLst/>
              <a:cxnLst/>
              <a:rect l="l" t="t" r="r" b="b"/>
              <a:pathLst>
                <a:path w="918" h="749" extrusionOk="0">
                  <a:moveTo>
                    <a:pt x="757" y="0"/>
                  </a:moveTo>
                  <a:lnTo>
                    <a:pt x="760" y="14"/>
                  </a:lnTo>
                  <a:lnTo>
                    <a:pt x="718" y="28"/>
                  </a:lnTo>
                  <a:lnTo>
                    <a:pt x="715" y="28"/>
                  </a:lnTo>
                  <a:cubicBezTo>
                    <a:pt x="634" y="53"/>
                    <a:pt x="589" y="70"/>
                    <a:pt x="561" y="81"/>
                  </a:cubicBezTo>
                  <a:lnTo>
                    <a:pt x="550" y="81"/>
                  </a:lnTo>
                  <a:lnTo>
                    <a:pt x="533" y="88"/>
                  </a:lnTo>
                  <a:lnTo>
                    <a:pt x="526" y="95"/>
                  </a:lnTo>
                  <a:lnTo>
                    <a:pt x="501" y="105"/>
                  </a:lnTo>
                  <a:lnTo>
                    <a:pt x="491" y="109"/>
                  </a:lnTo>
                  <a:lnTo>
                    <a:pt x="473" y="119"/>
                  </a:lnTo>
                  <a:lnTo>
                    <a:pt x="466" y="123"/>
                  </a:lnTo>
                  <a:lnTo>
                    <a:pt x="449" y="130"/>
                  </a:lnTo>
                  <a:lnTo>
                    <a:pt x="438" y="130"/>
                  </a:lnTo>
                  <a:lnTo>
                    <a:pt x="421" y="137"/>
                  </a:lnTo>
                  <a:lnTo>
                    <a:pt x="410" y="140"/>
                  </a:lnTo>
                  <a:lnTo>
                    <a:pt x="386" y="144"/>
                  </a:lnTo>
                  <a:lnTo>
                    <a:pt x="382" y="144"/>
                  </a:lnTo>
                  <a:cubicBezTo>
                    <a:pt x="372" y="144"/>
                    <a:pt x="361" y="147"/>
                    <a:pt x="347" y="147"/>
                  </a:cubicBezTo>
                  <a:lnTo>
                    <a:pt x="256" y="147"/>
                  </a:lnTo>
                  <a:cubicBezTo>
                    <a:pt x="249" y="151"/>
                    <a:pt x="242" y="158"/>
                    <a:pt x="235" y="165"/>
                  </a:cubicBezTo>
                  <a:lnTo>
                    <a:pt x="232" y="168"/>
                  </a:lnTo>
                  <a:lnTo>
                    <a:pt x="214" y="179"/>
                  </a:lnTo>
                  <a:lnTo>
                    <a:pt x="207" y="182"/>
                  </a:lnTo>
                  <a:cubicBezTo>
                    <a:pt x="200" y="186"/>
                    <a:pt x="193" y="189"/>
                    <a:pt x="186" y="193"/>
                  </a:cubicBezTo>
                  <a:cubicBezTo>
                    <a:pt x="130" y="210"/>
                    <a:pt x="113" y="371"/>
                    <a:pt x="120" y="476"/>
                  </a:cubicBezTo>
                  <a:lnTo>
                    <a:pt x="127" y="539"/>
                  </a:lnTo>
                  <a:lnTo>
                    <a:pt x="60" y="546"/>
                  </a:lnTo>
                  <a:cubicBezTo>
                    <a:pt x="43" y="550"/>
                    <a:pt x="1" y="564"/>
                    <a:pt x="1" y="638"/>
                  </a:cubicBezTo>
                  <a:lnTo>
                    <a:pt x="1" y="648"/>
                  </a:lnTo>
                  <a:lnTo>
                    <a:pt x="1" y="652"/>
                  </a:lnTo>
                  <a:lnTo>
                    <a:pt x="1" y="659"/>
                  </a:lnTo>
                  <a:lnTo>
                    <a:pt x="1" y="662"/>
                  </a:lnTo>
                  <a:lnTo>
                    <a:pt x="1" y="669"/>
                  </a:lnTo>
                  <a:lnTo>
                    <a:pt x="1" y="676"/>
                  </a:lnTo>
                  <a:cubicBezTo>
                    <a:pt x="1" y="676"/>
                    <a:pt x="1" y="680"/>
                    <a:pt x="1" y="683"/>
                  </a:cubicBezTo>
                  <a:lnTo>
                    <a:pt x="4" y="687"/>
                  </a:lnTo>
                  <a:cubicBezTo>
                    <a:pt x="4" y="690"/>
                    <a:pt x="8" y="694"/>
                    <a:pt x="8" y="697"/>
                  </a:cubicBezTo>
                  <a:lnTo>
                    <a:pt x="15" y="701"/>
                  </a:lnTo>
                  <a:lnTo>
                    <a:pt x="22" y="711"/>
                  </a:lnTo>
                  <a:lnTo>
                    <a:pt x="29" y="715"/>
                  </a:lnTo>
                  <a:lnTo>
                    <a:pt x="36" y="722"/>
                  </a:lnTo>
                  <a:lnTo>
                    <a:pt x="46" y="729"/>
                  </a:lnTo>
                  <a:lnTo>
                    <a:pt x="53" y="732"/>
                  </a:lnTo>
                  <a:lnTo>
                    <a:pt x="148" y="732"/>
                  </a:lnTo>
                  <a:lnTo>
                    <a:pt x="172" y="736"/>
                  </a:lnTo>
                  <a:lnTo>
                    <a:pt x="190" y="736"/>
                  </a:lnTo>
                  <a:lnTo>
                    <a:pt x="228" y="739"/>
                  </a:lnTo>
                  <a:cubicBezTo>
                    <a:pt x="259" y="745"/>
                    <a:pt x="287" y="749"/>
                    <a:pt x="311" y="749"/>
                  </a:cubicBezTo>
                  <a:cubicBezTo>
                    <a:pt x="354" y="749"/>
                    <a:pt x="385" y="739"/>
                    <a:pt x="403" y="722"/>
                  </a:cubicBezTo>
                  <a:cubicBezTo>
                    <a:pt x="424" y="701"/>
                    <a:pt x="435" y="673"/>
                    <a:pt x="431" y="645"/>
                  </a:cubicBezTo>
                  <a:lnTo>
                    <a:pt x="424" y="568"/>
                  </a:lnTo>
                  <a:lnTo>
                    <a:pt x="498" y="571"/>
                  </a:lnTo>
                  <a:lnTo>
                    <a:pt x="501" y="571"/>
                  </a:lnTo>
                  <a:cubicBezTo>
                    <a:pt x="531" y="572"/>
                    <a:pt x="560" y="573"/>
                    <a:pt x="590" y="573"/>
                  </a:cubicBezTo>
                  <a:cubicBezTo>
                    <a:pt x="641" y="573"/>
                    <a:pt x="693" y="571"/>
                    <a:pt x="746" y="564"/>
                  </a:cubicBezTo>
                  <a:cubicBezTo>
                    <a:pt x="890" y="546"/>
                    <a:pt x="907" y="511"/>
                    <a:pt x="907" y="511"/>
                  </a:cubicBezTo>
                  <a:cubicBezTo>
                    <a:pt x="918" y="445"/>
                    <a:pt x="890" y="347"/>
                    <a:pt x="862" y="273"/>
                  </a:cubicBezTo>
                  <a:cubicBezTo>
                    <a:pt x="848" y="238"/>
                    <a:pt x="837" y="207"/>
                    <a:pt x="827" y="189"/>
                  </a:cubicBezTo>
                  <a:lnTo>
                    <a:pt x="823" y="186"/>
                  </a:lnTo>
                  <a:lnTo>
                    <a:pt x="757" y="0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11" name="Google Shape;4269;p80">
              <a:extLst>
                <a:ext uri="{FF2B5EF4-FFF2-40B4-BE49-F238E27FC236}">
                  <a16:creationId xmlns:a16="http://schemas.microsoft.com/office/drawing/2014/main" id="{53504783-F98C-0B72-7C39-890DE8B0B445}"/>
                </a:ext>
              </a:extLst>
            </p:cNvPr>
            <p:cNvSpPr/>
            <p:nvPr/>
          </p:nvSpPr>
          <p:spPr>
            <a:xfrm>
              <a:off x="2348080" y="1953764"/>
              <a:ext cx="75016" cy="100080"/>
            </a:xfrm>
            <a:custGeom>
              <a:avLst/>
              <a:gdLst/>
              <a:ahLst/>
              <a:cxnLst/>
              <a:rect l="l" t="t" r="r" b="b"/>
              <a:pathLst>
                <a:path w="5525" h="7371" extrusionOk="0">
                  <a:moveTo>
                    <a:pt x="5401" y="0"/>
                  </a:moveTo>
                  <a:cubicBezTo>
                    <a:pt x="5350" y="0"/>
                    <a:pt x="5302" y="31"/>
                    <a:pt x="5283" y="82"/>
                  </a:cubicBezTo>
                  <a:cubicBezTo>
                    <a:pt x="5171" y="327"/>
                    <a:pt x="4391" y="442"/>
                    <a:pt x="3999" y="449"/>
                  </a:cubicBezTo>
                  <a:cubicBezTo>
                    <a:pt x="3589" y="456"/>
                    <a:pt x="3319" y="491"/>
                    <a:pt x="3165" y="635"/>
                  </a:cubicBezTo>
                  <a:cubicBezTo>
                    <a:pt x="3096" y="702"/>
                    <a:pt x="2999" y="718"/>
                    <a:pt x="2895" y="718"/>
                  </a:cubicBezTo>
                  <a:cubicBezTo>
                    <a:pt x="2851" y="718"/>
                    <a:pt x="2807" y="715"/>
                    <a:pt x="2763" y="712"/>
                  </a:cubicBezTo>
                  <a:cubicBezTo>
                    <a:pt x="2723" y="710"/>
                    <a:pt x="2683" y="707"/>
                    <a:pt x="2644" y="707"/>
                  </a:cubicBezTo>
                  <a:cubicBezTo>
                    <a:pt x="2564" y="707"/>
                    <a:pt x="2494" y="717"/>
                    <a:pt x="2458" y="757"/>
                  </a:cubicBezTo>
                  <a:cubicBezTo>
                    <a:pt x="2369" y="862"/>
                    <a:pt x="2156" y="955"/>
                    <a:pt x="1935" y="955"/>
                  </a:cubicBezTo>
                  <a:cubicBezTo>
                    <a:pt x="1904" y="955"/>
                    <a:pt x="1873" y="954"/>
                    <a:pt x="1842" y="950"/>
                  </a:cubicBezTo>
                  <a:cubicBezTo>
                    <a:pt x="1671" y="932"/>
                    <a:pt x="1516" y="827"/>
                    <a:pt x="1443" y="670"/>
                  </a:cubicBezTo>
                  <a:cubicBezTo>
                    <a:pt x="1397" y="568"/>
                    <a:pt x="1324" y="481"/>
                    <a:pt x="1233" y="414"/>
                  </a:cubicBezTo>
                  <a:lnTo>
                    <a:pt x="1219" y="432"/>
                  </a:lnTo>
                  <a:lnTo>
                    <a:pt x="1205" y="446"/>
                  </a:lnTo>
                  <a:cubicBezTo>
                    <a:pt x="1149" y="505"/>
                    <a:pt x="1096" y="572"/>
                    <a:pt x="1051" y="638"/>
                  </a:cubicBezTo>
                  <a:lnTo>
                    <a:pt x="1054" y="645"/>
                  </a:lnTo>
                  <a:cubicBezTo>
                    <a:pt x="988" y="740"/>
                    <a:pt x="981" y="778"/>
                    <a:pt x="977" y="785"/>
                  </a:cubicBezTo>
                  <a:cubicBezTo>
                    <a:pt x="1051" y="939"/>
                    <a:pt x="1142" y="1083"/>
                    <a:pt x="1247" y="1212"/>
                  </a:cubicBezTo>
                  <a:lnTo>
                    <a:pt x="1257" y="1223"/>
                  </a:lnTo>
                  <a:cubicBezTo>
                    <a:pt x="1264" y="1233"/>
                    <a:pt x="1275" y="1240"/>
                    <a:pt x="1285" y="1247"/>
                  </a:cubicBezTo>
                  <a:cubicBezTo>
                    <a:pt x="1334" y="1275"/>
                    <a:pt x="1376" y="1310"/>
                    <a:pt x="1411" y="1356"/>
                  </a:cubicBezTo>
                  <a:lnTo>
                    <a:pt x="1460" y="1408"/>
                  </a:lnTo>
                  <a:cubicBezTo>
                    <a:pt x="1513" y="1468"/>
                    <a:pt x="1593" y="1559"/>
                    <a:pt x="1636" y="1569"/>
                  </a:cubicBezTo>
                  <a:cubicBezTo>
                    <a:pt x="1751" y="1594"/>
                    <a:pt x="2367" y="1804"/>
                    <a:pt x="2749" y="1958"/>
                  </a:cubicBezTo>
                  <a:cubicBezTo>
                    <a:pt x="3155" y="2126"/>
                    <a:pt x="3396" y="2126"/>
                    <a:pt x="3473" y="2126"/>
                  </a:cubicBezTo>
                  <a:cubicBezTo>
                    <a:pt x="3554" y="2126"/>
                    <a:pt x="3729" y="2137"/>
                    <a:pt x="3764" y="2231"/>
                  </a:cubicBezTo>
                  <a:cubicBezTo>
                    <a:pt x="3771" y="2259"/>
                    <a:pt x="3778" y="2312"/>
                    <a:pt x="3708" y="2364"/>
                  </a:cubicBezTo>
                  <a:cubicBezTo>
                    <a:pt x="3610" y="2441"/>
                    <a:pt x="2444" y="3617"/>
                    <a:pt x="2262" y="3814"/>
                  </a:cubicBezTo>
                  <a:cubicBezTo>
                    <a:pt x="2152" y="3932"/>
                    <a:pt x="2061" y="3953"/>
                    <a:pt x="1931" y="3953"/>
                  </a:cubicBezTo>
                  <a:cubicBezTo>
                    <a:pt x="1896" y="3953"/>
                    <a:pt x="1859" y="3952"/>
                    <a:pt x="1818" y="3950"/>
                  </a:cubicBezTo>
                  <a:cubicBezTo>
                    <a:pt x="1758" y="3947"/>
                    <a:pt x="1692" y="3943"/>
                    <a:pt x="1608" y="3943"/>
                  </a:cubicBezTo>
                  <a:cubicBezTo>
                    <a:pt x="1404" y="3943"/>
                    <a:pt x="1229" y="4090"/>
                    <a:pt x="1100" y="4199"/>
                  </a:cubicBezTo>
                  <a:cubicBezTo>
                    <a:pt x="1015" y="4271"/>
                    <a:pt x="954" y="4318"/>
                    <a:pt x="895" y="4318"/>
                  </a:cubicBezTo>
                  <a:cubicBezTo>
                    <a:pt x="891" y="4318"/>
                    <a:pt x="887" y="4318"/>
                    <a:pt x="883" y="4318"/>
                  </a:cubicBezTo>
                  <a:cubicBezTo>
                    <a:pt x="767" y="4325"/>
                    <a:pt x="655" y="4342"/>
                    <a:pt x="543" y="4370"/>
                  </a:cubicBezTo>
                  <a:lnTo>
                    <a:pt x="536" y="4370"/>
                  </a:lnTo>
                  <a:lnTo>
                    <a:pt x="512" y="4374"/>
                  </a:lnTo>
                  <a:lnTo>
                    <a:pt x="494" y="4377"/>
                  </a:lnTo>
                  <a:lnTo>
                    <a:pt x="487" y="4377"/>
                  </a:lnTo>
                  <a:lnTo>
                    <a:pt x="239" y="4738"/>
                  </a:lnTo>
                  <a:lnTo>
                    <a:pt x="1" y="5112"/>
                  </a:lnTo>
                  <a:lnTo>
                    <a:pt x="29" y="7034"/>
                  </a:lnTo>
                  <a:lnTo>
                    <a:pt x="239" y="7370"/>
                  </a:lnTo>
                  <a:cubicBezTo>
                    <a:pt x="400" y="7174"/>
                    <a:pt x="669" y="6901"/>
                    <a:pt x="953" y="6611"/>
                  </a:cubicBezTo>
                  <a:cubicBezTo>
                    <a:pt x="1107" y="6457"/>
                    <a:pt x="1261" y="6299"/>
                    <a:pt x="1401" y="6152"/>
                  </a:cubicBezTo>
                  <a:cubicBezTo>
                    <a:pt x="1863" y="5669"/>
                    <a:pt x="2105" y="5546"/>
                    <a:pt x="2360" y="5417"/>
                  </a:cubicBezTo>
                  <a:lnTo>
                    <a:pt x="2374" y="5413"/>
                  </a:lnTo>
                  <a:cubicBezTo>
                    <a:pt x="2626" y="5284"/>
                    <a:pt x="3277" y="4643"/>
                    <a:pt x="3708" y="4097"/>
                  </a:cubicBezTo>
                  <a:cubicBezTo>
                    <a:pt x="3967" y="3768"/>
                    <a:pt x="4289" y="3358"/>
                    <a:pt x="4328" y="3117"/>
                  </a:cubicBezTo>
                  <a:cubicBezTo>
                    <a:pt x="4370" y="2833"/>
                    <a:pt x="4650" y="2473"/>
                    <a:pt x="4832" y="2235"/>
                  </a:cubicBezTo>
                  <a:cubicBezTo>
                    <a:pt x="5028" y="1986"/>
                    <a:pt x="5336" y="1363"/>
                    <a:pt x="5329" y="1195"/>
                  </a:cubicBezTo>
                  <a:cubicBezTo>
                    <a:pt x="5325" y="1093"/>
                    <a:pt x="5364" y="943"/>
                    <a:pt x="5406" y="771"/>
                  </a:cubicBezTo>
                  <a:cubicBezTo>
                    <a:pt x="5458" y="596"/>
                    <a:pt x="5493" y="418"/>
                    <a:pt x="5514" y="236"/>
                  </a:cubicBezTo>
                  <a:cubicBezTo>
                    <a:pt x="5525" y="85"/>
                    <a:pt x="5469" y="15"/>
                    <a:pt x="5416" y="1"/>
                  </a:cubicBezTo>
                  <a:cubicBezTo>
                    <a:pt x="5411" y="0"/>
                    <a:pt x="5406" y="0"/>
                    <a:pt x="5401" y="0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12" name="Google Shape;4270;p80">
              <a:extLst>
                <a:ext uri="{FF2B5EF4-FFF2-40B4-BE49-F238E27FC236}">
                  <a16:creationId xmlns:a16="http://schemas.microsoft.com/office/drawing/2014/main" id="{8E6A8232-CE30-424B-0DEB-44581500C881}"/>
                </a:ext>
              </a:extLst>
            </p:cNvPr>
            <p:cNvSpPr/>
            <p:nvPr/>
          </p:nvSpPr>
          <p:spPr>
            <a:xfrm>
              <a:off x="1953274" y="1764276"/>
              <a:ext cx="85620" cy="66543"/>
            </a:xfrm>
            <a:custGeom>
              <a:avLst/>
              <a:gdLst/>
              <a:ahLst/>
              <a:cxnLst/>
              <a:rect l="l" t="t" r="r" b="b"/>
              <a:pathLst>
                <a:path w="6306" h="4901" extrusionOk="0">
                  <a:moveTo>
                    <a:pt x="3903" y="0"/>
                  </a:moveTo>
                  <a:cubicBezTo>
                    <a:pt x="3873" y="0"/>
                    <a:pt x="3846" y="8"/>
                    <a:pt x="3820" y="20"/>
                  </a:cubicBezTo>
                  <a:cubicBezTo>
                    <a:pt x="3750" y="55"/>
                    <a:pt x="3596" y="398"/>
                    <a:pt x="3491" y="626"/>
                  </a:cubicBezTo>
                  <a:cubicBezTo>
                    <a:pt x="3400" y="825"/>
                    <a:pt x="3316" y="1014"/>
                    <a:pt x="3246" y="1116"/>
                  </a:cubicBezTo>
                  <a:cubicBezTo>
                    <a:pt x="3071" y="1372"/>
                    <a:pt x="2595" y="1540"/>
                    <a:pt x="2360" y="1540"/>
                  </a:cubicBezTo>
                  <a:cubicBezTo>
                    <a:pt x="2273" y="1540"/>
                    <a:pt x="2227" y="1620"/>
                    <a:pt x="2161" y="1750"/>
                  </a:cubicBezTo>
                  <a:cubicBezTo>
                    <a:pt x="2122" y="1841"/>
                    <a:pt x="2063" y="1925"/>
                    <a:pt x="1986" y="1995"/>
                  </a:cubicBezTo>
                  <a:cubicBezTo>
                    <a:pt x="1923" y="2047"/>
                    <a:pt x="1898" y="2121"/>
                    <a:pt x="1870" y="2201"/>
                  </a:cubicBezTo>
                  <a:cubicBezTo>
                    <a:pt x="1839" y="2303"/>
                    <a:pt x="1800" y="2415"/>
                    <a:pt x="1678" y="2513"/>
                  </a:cubicBezTo>
                  <a:cubicBezTo>
                    <a:pt x="1520" y="2639"/>
                    <a:pt x="1590" y="3087"/>
                    <a:pt x="1695" y="3262"/>
                  </a:cubicBezTo>
                  <a:cubicBezTo>
                    <a:pt x="1723" y="3315"/>
                    <a:pt x="1727" y="3378"/>
                    <a:pt x="1709" y="3437"/>
                  </a:cubicBezTo>
                  <a:cubicBezTo>
                    <a:pt x="1643" y="3686"/>
                    <a:pt x="1271" y="4106"/>
                    <a:pt x="1026" y="4249"/>
                  </a:cubicBezTo>
                  <a:cubicBezTo>
                    <a:pt x="935" y="4305"/>
                    <a:pt x="858" y="4375"/>
                    <a:pt x="788" y="4456"/>
                  </a:cubicBezTo>
                  <a:cubicBezTo>
                    <a:pt x="655" y="4592"/>
                    <a:pt x="501" y="4750"/>
                    <a:pt x="200" y="4799"/>
                  </a:cubicBezTo>
                  <a:cubicBezTo>
                    <a:pt x="134" y="4813"/>
                    <a:pt x="64" y="4834"/>
                    <a:pt x="1" y="4862"/>
                  </a:cubicBezTo>
                  <a:lnTo>
                    <a:pt x="1937" y="4862"/>
                  </a:lnTo>
                  <a:lnTo>
                    <a:pt x="1972" y="4865"/>
                  </a:lnTo>
                  <a:lnTo>
                    <a:pt x="1986" y="4865"/>
                  </a:lnTo>
                  <a:lnTo>
                    <a:pt x="2017" y="4869"/>
                  </a:lnTo>
                  <a:lnTo>
                    <a:pt x="2024" y="4869"/>
                  </a:lnTo>
                  <a:lnTo>
                    <a:pt x="2056" y="4876"/>
                  </a:lnTo>
                  <a:lnTo>
                    <a:pt x="2063" y="4876"/>
                  </a:lnTo>
                  <a:lnTo>
                    <a:pt x="2087" y="4879"/>
                  </a:lnTo>
                  <a:lnTo>
                    <a:pt x="2098" y="4879"/>
                  </a:lnTo>
                  <a:lnTo>
                    <a:pt x="2115" y="4886"/>
                  </a:lnTo>
                  <a:lnTo>
                    <a:pt x="2126" y="4890"/>
                  </a:lnTo>
                  <a:lnTo>
                    <a:pt x="2143" y="4897"/>
                  </a:lnTo>
                  <a:lnTo>
                    <a:pt x="2150" y="4900"/>
                  </a:lnTo>
                  <a:cubicBezTo>
                    <a:pt x="2147" y="4823"/>
                    <a:pt x="2147" y="4753"/>
                    <a:pt x="2143" y="4694"/>
                  </a:cubicBezTo>
                  <a:cubicBezTo>
                    <a:pt x="2140" y="4473"/>
                    <a:pt x="2140" y="4403"/>
                    <a:pt x="2143" y="4379"/>
                  </a:cubicBezTo>
                  <a:cubicBezTo>
                    <a:pt x="2168" y="4281"/>
                    <a:pt x="2721" y="3955"/>
                    <a:pt x="3050" y="3766"/>
                  </a:cubicBezTo>
                  <a:cubicBezTo>
                    <a:pt x="3104" y="3742"/>
                    <a:pt x="3163" y="3728"/>
                    <a:pt x="3221" y="3728"/>
                  </a:cubicBezTo>
                  <a:cubicBezTo>
                    <a:pt x="3238" y="3728"/>
                    <a:pt x="3254" y="3729"/>
                    <a:pt x="3270" y="3731"/>
                  </a:cubicBezTo>
                  <a:cubicBezTo>
                    <a:pt x="3305" y="3731"/>
                    <a:pt x="3340" y="3731"/>
                    <a:pt x="3372" y="3724"/>
                  </a:cubicBezTo>
                  <a:lnTo>
                    <a:pt x="3372" y="3717"/>
                  </a:lnTo>
                  <a:cubicBezTo>
                    <a:pt x="3372" y="3556"/>
                    <a:pt x="3561" y="3556"/>
                    <a:pt x="3715" y="3556"/>
                  </a:cubicBezTo>
                  <a:cubicBezTo>
                    <a:pt x="3778" y="3556"/>
                    <a:pt x="3845" y="3553"/>
                    <a:pt x="3908" y="3542"/>
                  </a:cubicBezTo>
                  <a:cubicBezTo>
                    <a:pt x="4051" y="3514"/>
                    <a:pt x="4139" y="3420"/>
                    <a:pt x="4139" y="3287"/>
                  </a:cubicBezTo>
                  <a:cubicBezTo>
                    <a:pt x="4139" y="3097"/>
                    <a:pt x="4349" y="3090"/>
                    <a:pt x="4499" y="3087"/>
                  </a:cubicBezTo>
                  <a:cubicBezTo>
                    <a:pt x="4538" y="3087"/>
                    <a:pt x="4576" y="3083"/>
                    <a:pt x="4608" y="3080"/>
                  </a:cubicBezTo>
                  <a:cubicBezTo>
                    <a:pt x="4653" y="3076"/>
                    <a:pt x="4692" y="3048"/>
                    <a:pt x="4713" y="3010"/>
                  </a:cubicBezTo>
                  <a:cubicBezTo>
                    <a:pt x="4744" y="2954"/>
                    <a:pt x="4800" y="2922"/>
                    <a:pt x="4863" y="2919"/>
                  </a:cubicBezTo>
                  <a:cubicBezTo>
                    <a:pt x="4870" y="2880"/>
                    <a:pt x="4870" y="2845"/>
                    <a:pt x="4867" y="2807"/>
                  </a:cubicBezTo>
                  <a:cubicBezTo>
                    <a:pt x="4867" y="2751"/>
                    <a:pt x="4867" y="2695"/>
                    <a:pt x="4870" y="2639"/>
                  </a:cubicBezTo>
                  <a:cubicBezTo>
                    <a:pt x="4887" y="2490"/>
                    <a:pt x="4897" y="2435"/>
                    <a:pt x="5024" y="2435"/>
                  </a:cubicBezTo>
                  <a:cubicBezTo>
                    <a:pt x="5032" y="2435"/>
                    <a:pt x="5040" y="2435"/>
                    <a:pt x="5049" y="2436"/>
                  </a:cubicBezTo>
                  <a:lnTo>
                    <a:pt x="5115" y="2436"/>
                  </a:lnTo>
                  <a:cubicBezTo>
                    <a:pt x="5248" y="2436"/>
                    <a:pt x="5371" y="2362"/>
                    <a:pt x="5371" y="2303"/>
                  </a:cubicBezTo>
                  <a:cubicBezTo>
                    <a:pt x="5371" y="2278"/>
                    <a:pt x="5381" y="2254"/>
                    <a:pt x="5399" y="2236"/>
                  </a:cubicBezTo>
                  <a:cubicBezTo>
                    <a:pt x="5444" y="2196"/>
                    <a:pt x="5543" y="2180"/>
                    <a:pt x="5709" y="2180"/>
                  </a:cubicBezTo>
                  <a:cubicBezTo>
                    <a:pt x="5816" y="2180"/>
                    <a:pt x="5951" y="2187"/>
                    <a:pt x="6117" y="2198"/>
                  </a:cubicBezTo>
                  <a:cubicBezTo>
                    <a:pt x="6166" y="2198"/>
                    <a:pt x="6208" y="2201"/>
                    <a:pt x="6229" y="2201"/>
                  </a:cubicBezTo>
                  <a:lnTo>
                    <a:pt x="6239" y="2201"/>
                  </a:lnTo>
                  <a:cubicBezTo>
                    <a:pt x="6242" y="2202"/>
                    <a:pt x="6244" y="2202"/>
                    <a:pt x="6246" y="2202"/>
                  </a:cubicBezTo>
                  <a:cubicBezTo>
                    <a:pt x="6258" y="2202"/>
                    <a:pt x="6269" y="2195"/>
                    <a:pt x="6278" y="2184"/>
                  </a:cubicBezTo>
                  <a:cubicBezTo>
                    <a:pt x="6299" y="2149"/>
                    <a:pt x="6306" y="2107"/>
                    <a:pt x="6299" y="2068"/>
                  </a:cubicBezTo>
                  <a:cubicBezTo>
                    <a:pt x="6274" y="1942"/>
                    <a:pt x="6187" y="1753"/>
                    <a:pt x="6138" y="1746"/>
                  </a:cubicBezTo>
                  <a:cubicBezTo>
                    <a:pt x="6001" y="1722"/>
                    <a:pt x="6019" y="1554"/>
                    <a:pt x="6036" y="1375"/>
                  </a:cubicBezTo>
                  <a:cubicBezTo>
                    <a:pt x="6040" y="1309"/>
                    <a:pt x="6047" y="1242"/>
                    <a:pt x="6047" y="1183"/>
                  </a:cubicBezTo>
                  <a:cubicBezTo>
                    <a:pt x="6047" y="944"/>
                    <a:pt x="6005" y="783"/>
                    <a:pt x="5900" y="650"/>
                  </a:cubicBezTo>
                  <a:cubicBezTo>
                    <a:pt x="5896" y="643"/>
                    <a:pt x="5889" y="636"/>
                    <a:pt x="5886" y="629"/>
                  </a:cubicBezTo>
                  <a:lnTo>
                    <a:pt x="5882" y="622"/>
                  </a:lnTo>
                  <a:cubicBezTo>
                    <a:pt x="5875" y="615"/>
                    <a:pt x="5872" y="605"/>
                    <a:pt x="5865" y="598"/>
                  </a:cubicBezTo>
                  <a:lnTo>
                    <a:pt x="5861" y="591"/>
                  </a:lnTo>
                  <a:cubicBezTo>
                    <a:pt x="5854" y="580"/>
                    <a:pt x="5851" y="566"/>
                    <a:pt x="5844" y="556"/>
                  </a:cubicBezTo>
                  <a:lnTo>
                    <a:pt x="5844" y="552"/>
                  </a:lnTo>
                  <a:cubicBezTo>
                    <a:pt x="5837" y="538"/>
                    <a:pt x="5830" y="524"/>
                    <a:pt x="5823" y="510"/>
                  </a:cubicBezTo>
                  <a:lnTo>
                    <a:pt x="5823" y="507"/>
                  </a:lnTo>
                  <a:cubicBezTo>
                    <a:pt x="5717" y="493"/>
                    <a:pt x="5619" y="468"/>
                    <a:pt x="5521" y="430"/>
                  </a:cubicBezTo>
                  <a:cubicBezTo>
                    <a:pt x="5427" y="395"/>
                    <a:pt x="5329" y="370"/>
                    <a:pt x="5227" y="360"/>
                  </a:cubicBezTo>
                  <a:cubicBezTo>
                    <a:pt x="5143" y="360"/>
                    <a:pt x="5059" y="367"/>
                    <a:pt x="4975" y="377"/>
                  </a:cubicBezTo>
                  <a:cubicBezTo>
                    <a:pt x="4881" y="388"/>
                    <a:pt x="4783" y="398"/>
                    <a:pt x="4687" y="398"/>
                  </a:cubicBezTo>
                  <a:cubicBezTo>
                    <a:pt x="4520" y="398"/>
                    <a:pt x="4362" y="366"/>
                    <a:pt x="4251" y="241"/>
                  </a:cubicBezTo>
                  <a:cubicBezTo>
                    <a:pt x="4089" y="58"/>
                    <a:pt x="3985" y="0"/>
                    <a:pt x="3903" y="0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13" name="Google Shape;4271;p80">
              <a:extLst>
                <a:ext uri="{FF2B5EF4-FFF2-40B4-BE49-F238E27FC236}">
                  <a16:creationId xmlns:a16="http://schemas.microsoft.com/office/drawing/2014/main" id="{2EB79A19-F9DE-2F42-5313-DCD5EA28D0B9}"/>
                </a:ext>
              </a:extLst>
            </p:cNvPr>
            <p:cNvSpPr/>
            <p:nvPr/>
          </p:nvSpPr>
          <p:spPr>
            <a:xfrm>
              <a:off x="2104473" y="1751839"/>
              <a:ext cx="29151" cy="57216"/>
            </a:xfrm>
            <a:custGeom>
              <a:avLst/>
              <a:gdLst/>
              <a:ahLst/>
              <a:cxnLst/>
              <a:rect l="l" t="t" r="r" b="b"/>
              <a:pathLst>
                <a:path w="2147" h="4214" extrusionOk="0">
                  <a:moveTo>
                    <a:pt x="1204" y="1"/>
                  </a:moveTo>
                  <a:cubicBezTo>
                    <a:pt x="1073" y="1"/>
                    <a:pt x="933" y="35"/>
                    <a:pt x="855" y="107"/>
                  </a:cubicBezTo>
                  <a:cubicBezTo>
                    <a:pt x="778" y="173"/>
                    <a:pt x="676" y="208"/>
                    <a:pt x="575" y="208"/>
                  </a:cubicBezTo>
                  <a:lnTo>
                    <a:pt x="571" y="229"/>
                  </a:lnTo>
                  <a:lnTo>
                    <a:pt x="564" y="278"/>
                  </a:lnTo>
                  <a:lnTo>
                    <a:pt x="557" y="324"/>
                  </a:lnTo>
                  <a:cubicBezTo>
                    <a:pt x="557" y="338"/>
                    <a:pt x="554" y="352"/>
                    <a:pt x="554" y="366"/>
                  </a:cubicBezTo>
                  <a:cubicBezTo>
                    <a:pt x="550" y="380"/>
                    <a:pt x="550" y="394"/>
                    <a:pt x="550" y="404"/>
                  </a:cubicBezTo>
                  <a:cubicBezTo>
                    <a:pt x="547" y="418"/>
                    <a:pt x="547" y="432"/>
                    <a:pt x="543" y="446"/>
                  </a:cubicBezTo>
                  <a:cubicBezTo>
                    <a:pt x="543" y="460"/>
                    <a:pt x="543" y="471"/>
                    <a:pt x="540" y="485"/>
                  </a:cubicBezTo>
                  <a:cubicBezTo>
                    <a:pt x="540" y="495"/>
                    <a:pt x="540" y="509"/>
                    <a:pt x="536" y="520"/>
                  </a:cubicBezTo>
                  <a:cubicBezTo>
                    <a:pt x="536" y="534"/>
                    <a:pt x="536" y="544"/>
                    <a:pt x="536" y="555"/>
                  </a:cubicBezTo>
                  <a:cubicBezTo>
                    <a:pt x="533" y="565"/>
                    <a:pt x="536" y="576"/>
                    <a:pt x="533" y="586"/>
                  </a:cubicBezTo>
                  <a:cubicBezTo>
                    <a:pt x="529" y="600"/>
                    <a:pt x="533" y="607"/>
                    <a:pt x="533" y="618"/>
                  </a:cubicBezTo>
                  <a:lnTo>
                    <a:pt x="533" y="649"/>
                  </a:lnTo>
                  <a:lnTo>
                    <a:pt x="533" y="674"/>
                  </a:lnTo>
                  <a:lnTo>
                    <a:pt x="533" y="702"/>
                  </a:lnTo>
                  <a:lnTo>
                    <a:pt x="533" y="726"/>
                  </a:lnTo>
                  <a:lnTo>
                    <a:pt x="533" y="751"/>
                  </a:lnTo>
                  <a:lnTo>
                    <a:pt x="533" y="768"/>
                  </a:lnTo>
                  <a:lnTo>
                    <a:pt x="533" y="793"/>
                  </a:lnTo>
                  <a:lnTo>
                    <a:pt x="533" y="810"/>
                  </a:lnTo>
                  <a:lnTo>
                    <a:pt x="533" y="828"/>
                  </a:lnTo>
                  <a:lnTo>
                    <a:pt x="533" y="845"/>
                  </a:lnTo>
                  <a:lnTo>
                    <a:pt x="533" y="863"/>
                  </a:lnTo>
                  <a:cubicBezTo>
                    <a:pt x="533" y="866"/>
                    <a:pt x="533" y="870"/>
                    <a:pt x="536" y="877"/>
                  </a:cubicBezTo>
                  <a:cubicBezTo>
                    <a:pt x="536" y="880"/>
                    <a:pt x="536" y="884"/>
                    <a:pt x="536" y="887"/>
                  </a:cubicBezTo>
                  <a:cubicBezTo>
                    <a:pt x="540" y="894"/>
                    <a:pt x="536" y="898"/>
                    <a:pt x="540" y="901"/>
                  </a:cubicBezTo>
                  <a:cubicBezTo>
                    <a:pt x="543" y="905"/>
                    <a:pt x="540" y="908"/>
                    <a:pt x="543" y="912"/>
                  </a:cubicBezTo>
                  <a:cubicBezTo>
                    <a:pt x="547" y="915"/>
                    <a:pt x="547" y="919"/>
                    <a:pt x="547" y="922"/>
                  </a:cubicBezTo>
                  <a:lnTo>
                    <a:pt x="550" y="933"/>
                  </a:lnTo>
                  <a:cubicBezTo>
                    <a:pt x="550" y="936"/>
                    <a:pt x="550" y="936"/>
                    <a:pt x="554" y="940"/>
                  </a:cubicBezTo>
                  <a:lnTo>
                    <a:pt x="557" y="947"/>
                  </a:lnTo>
                  <a:cubicBezTo>
                    <a:pt x="557" y="950"/>
                    <a:pt x="561" y="954"/>
                    <a:pt x="564" y="957"/>
                  </a:cubicBezTo>
                  <a:cubicBezTo>
                    <a:pt x="624" y="1062"/>
                    <a:pt x="641" y="1188"/>
                    <a:pt x="603" y="1304"/>
                  </a:cubicBezTo>
                  <a:cubicBezTo>
                    <a:pt x="564" y="1454"/>
                    <a:pt x="470" y="1587"/>
                    <a:pt x="375" y="1636"/>
                  </a:cubicBezTo>
                  <a:cubicBezTo>
                    <a:pt x="333" y="1657"/>
                    <a:pt x="284" y="1727"/>
                    <a:pt x="242" y="1790"/>
                  </a:cubicBezTo>
                  <a:cubicBezTo>
                    <a:pt x="172" y="1888"/>
                    <a:pt x="106" y="1987"/>
                    <a:pt x="8" y="1997"/>
                  </a:cubicBezTo>
                  <a:cubicBezTo>
                    <a:pt x="1" y="2057"/>
                    <a:pt x="11" y="2116"/>
                    <a:pt x="36" y="2172"/>
                  </a:cubicBezTo>
                  <a:cubicBezTo>
                    <a:pt x="81" y="2312"/>
                    <a:pt x="162" y="2421"/>
                    <a:pt x="242" y="2456"/>
                  </a:cubicBezTo>
                  <a:cubicBezTo>
                    <a:pt x="505" y="2568"/>
                    <a:pt x="508" y="2767"/>
                    <a:pt x="508" y="2869"/>
                  </a:cubicBezTo>
                  <a:cubicBezTo>
                    <a:pt x="522" y="2893"/>
                    <a:pt x="610" y="2942"/>
                    <a:pt x="666" y="2974"/>
                  </a:cubicBezTo>
                  <a:cubicBezTo>
                    <a:pt x="764" y="3026"/>
                    <a:pt x="862" y="3082"/>
                    <a:pt x="918" y="3156"/>
                  </a:cubicBezTo>
                  <a:cubicBezTo>
                    <a:pt x="1030" y="3303"/>
                    <a:pt x="1188" y="3936"/>
                    <a:pt x="1188" y="4164"/>
                  </a:cubicBezTo>
                  <a:cubicBezTo>
                    <a:pt x="1188" y="4175"/>
                    <a:pt x="1188" y="4182"/>
                    <a:pt x="1188" y="4192"/>
                  </a:cubicBezTo>
                  <a:lnTo>
                    <a:pt x="1188" y="4199"/>
                  </a:lnTo>
                  <a:cubicBezTo>
                    <a:pt x="1188" y="4203"/>
                    <a:pt x="1188" y="4206"/>
                    <a:pt x="1191" y="4213"/>
                  </a:cubicBezTo>
                  <a:cubicBezTo>
                    <a:pt x="1230" y="4192"/>
                    <a:pt x="1265" y="4168"/>
                    <a:pt x="1300" y="4143"/>
                  </a:cubicBezTo>
                  <a:lnTo>
                    <a:pt x="1317" y="4126"/>
                  </a:lnTo>
                  <a:lnTo>
                    <a:pt x="1321" y="4122"/>
                  </a:lnTo>
                  <a:cubicBezTo>
                    <a:pt x="1324" y="4115"/>
                    <a:pt x="1328" y="4112"/>
                    <a:pt x="1335" y="4105"/>
                  </a:cubicBezTo>
                  <a:lnTo>
                    <a:pt x="1338" y="4101"/>
                  </a:lnTo>
                  <a:cubicBezTo>
                    <a:pt x="1342" y="4094"/>
                    <a:pt x="1349" y="4087"/>
                    <a:pt x="1352" y="4080"/>
                  </a:cubicBezTo>
                  <a:cubicBezTo>
                    <a:pt x="1426" y="3940"/>
                    <a:pt x="1461" y="3740"/>
                    <a:pt x="1447" y="3702"/>
                  </a:cubicBezTo>
                  <a:cubicBezTo>
                    <a:pt x="1398" y="3593"/>
                    <a:pt x="1422" y="3464"/>
                    <a:pt x="1510" y="3383"/>
                  </a:cubicBezTo>
                  <a:cubicBezTo>
                    <a:pt x="1534" y="3362"/>
                    <a:pt x="1583" y="3313"/>
                    <a:pt x="1636" y="3257"/>
                  </a:cubicBezTo>
                  <a:cubicBezTo>
                    <a:pt x="1821" y="3072"/>
                    <a:pt x="1905" y="2991"/>
                    <a:pt x="1951" y="2974"/>
                  </a:cubicBezTo>
                  <a:cubicBezTo>
                    <a:pt x="1972" y="2967"/>
                    <a:pt x="2000" y="2960"/>
                    <a:pt x="2024" y="2960"/>
                  </a:cubicBezTo>
                  <a:cubicBezTo>
                    <a:pt x="2122" y="2946"/>
                    <a:pt x="2147" y="2935"/>
                    <a:pt x="2143" y="2869"/>
                  </a:cubicBezTo>
                  <a:lnTo>
                    <a:pt x="2143" y="2844"/>
                  </a:lnTo>
                  <a:lnTo>
                    <a:pt x="2143" y="2834"/>
                  </a:lnTo>
                  <a:lnTo>
                    <a:pt x="2143" y="2816"/>
                  </a:lnTo>
                  <a:lnTo>
                    <a:pt x="2143" y="2806"/>
                  </a:lnTo>
                  <a:lnTo>
                    <a:pt x="2143" y="2785"/>
                  </a:lnTo>
                  <a:lnTo>
                    <a:pt x="2143" y="2774"/>
                  </a:lnTo>
                  <a:lnTo>
                    <a:pt x="2143" y="2753"/>
                  </a:lnTo>
                  <a:lnTo>
                    <a:pt x="2143" y="2739"/>
                  </a:lnTo>
                  <a:lnTo>
                    <a:pt x="2143" y="2715"/>
                  </a:lnTo>
                  <a:lnTo>
                    <a:pt x="2143" y="2701"/>
                  </a:lnTo>
                  <a:lnTo>
                    <a:pt x="2143" y="2676"/>
                  </a:lnTo>
                  <a:lnTo>
                    <a:pt x="2143" y="2659"/>
                  </a:lnTo>
                  <a:lnTo>
                    <a:pt x="2147" y="2631"/>
                  </a:lnTo>
                  <a:lnTo>
                    <a:pt x="2147" y="2617"/>
                  </a:lnTo>
                  <a:lnTo>
                    <a:pt x="2147" y="2613"/>
                  </a:lnTo>
                  <a:cubicBezTo>
                    <a:pt x="2038" y="2536"/>
                    <a:pt x="1940" y="2431"/>
                    <a:pt x="1940" y="2347"/>
                  </a:cubicBezTo>
                  <a:cubicBezTo>
                    <a:pt x="1933" y="2298"/>
                    <a:pt x="1909" y="2253"/>
                    <a:pt x="1870" y="2218"/>
                  </a:cubicBezTo>
                  <a:cubicBezTo>
                    <a:pt x="1860" y="2207"/>
                    <a:pt x="1849" y="2200"/>
                    <a:pt x="1835" y="2200"/>
                  </a:cubicBezTo>
                  <a:cubicBezTo>
                    <a:pt x="1832" y="2200"/>
                    <a:pt x="1832" y="2200"/>
                    <a:pt x="1828" y="2204"/>
                  </a:cubicBezTo>
                  <a:cubicBezTo>
                    <a:pt x="1794" y="2246"/>
                    <a:pt x="1735" y="2268"/>
                    <a:pt x="1664" y="2268"/>
                  </a:cubicBezTo>
                  <a:cubicBezTo>
                    <a:pt x="1634" y="2268"/>
                    <a:pt x="1602" y="2264"/>
                    <a:pt x="1569" y="2256"/>
                  </a:cubicBezTo>
                  <a:cubicBezTo>
                    <a:pt x="1457" y="2228"/>
                    <a:pt x="1317" y="2141"/>
                    <a:pt x="1286" y="1987"/>
                  </a:cubicBezTo>
                  <a:cubicBezTo>
                    <a:pt x="1251" y="1811"/>
                    <a:pt x="1384" y="1745"/>
                    <a:pt x="1510" y="1682"/>
                  </a:cubicBezTo>
                  <a:cubicBezTo>
                    <a:pt x="1590" y="1643"/>
                    <a:pt x="1667" y="1598"/>
                    <a:pt x="1737" y="1545"/>
                  </a:cubicBezTo>
                  <a:cubicBezTo>
                    <a:pt x="1839" y="1461"/>
                    <a:pt x="1898" y="1335"/>
                    <a:pt x="1898" y="1206"/>
                  </a:cubicBezTo>
                  <a:cubicBezTo>
                    <a:pt x="1898" y="1090"/>
                    <a:pt x="1846" y="982"/>
                    <a:pt x="1755" y="912"/>
                  </a:cubicBezTo>
                  <a:cubicBezTo>
                    <a:pt x="1660" y="835"/>
                    <a:pt x="1611" y="765"/>
                    <a:pt x="1608" y="688"/>
                  </a:cubicBezTo>
                  <a:cubicBezTo>
                    <a:pt x="1604" y="579"/>
                    <a:pt x="1685" y="495"/>
                    <a:pt x="1783" y="401"/>
                  </a:cubicBezTo>
                  <a:cubicBezTo>
                    <a:pt x="1804" y="380"/>
                    <a:pt x="1828" y="359"/>
                    <a:pt x="1846" y="338"/>
                  </a:cubicBezTo>
                  <a:cubicBezTo>
                    <a:pt x="1909" y="275"/>
                    <a:pt x="1909" y="236"/>
                    <a:pt x="1902" y="229"/>
                  </a:cubicBezTo>
                  <a:cubicBezTo>
                    <a:pt x="1900" y="226"/>
                    <a:pt x="1896" y="224"/>
                    <a:pt x="1891" y="224"/>
                  </a:cubicBezTo>
                  <a:cubicBezTo>
                    <a:pt x="1884" y="224"/>
                    <a:pt x="1875" y="228"/>
                    <a:pt x="1867" y="236"/>
                  </a:cubicBezTo>
                  <a:cubicBezTo>
                    <a:pt x="1820" y="286"/>
                    <a:pt x="1757" y="312"/>
                    <a:pt x="1692" y="312"/>
                  </a:cubicBezTo>
                  <a:cubicBezTo>
                    <a:pt x="1670" y="312"/>
                    <a:pt x="1647" y="309"/>
                    <a:pt x="1625" y="303"/>
                  </a:cubicBezTo>
                  <a:cubicBezTo>
                    <a:pt x="1576" y="285"/>
                    <a:pt x="1513" y="236"/>
                    <a:pt x="1499" y="107"/>
                  </a:cubicBezTo>
                  <a:cubicBezTo>
                    <a:pt x="1496" y="79"/>
                    <a:pt x="1461" y="51"/>
                    <a:pt x="1405" y="33"/>
                  </a:cubicBezTo>
                  <a:cubicBezTo>
                    <a:pt x="1349" y="12"/>
                    <a:pt x="1278" y="1"/>
                    <a:pt x="1204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14" name="Google Shape;4272;p80">
              <a:extLst>
                <a:ext uri="{FF2B5EF4-FFF2-40B4-BE49-F238E27FC236}">
                  <a16:creationId xmlns:a16="http://schemas.microsoft.com/office/drawing/2014/main" id="{919CC3C7-D16F-CCB5-55FD-F4402CF6CDBD}"/>
                </a:ext>
              </a:extLst>
            </p:cNvPr>
            <p:cNvSpPr/>
            <p:nvPr/>
          </p:nvSpPr>
          <p:spPr>
            <a:xfrm>
              <a:off x="1983932" y="1753020"/>
              <a:ext cx="152883" cy="146433"/>
            </a:xfrm>
            <a:custGeom>
              <a:avLst/>
              <a:gdLst/>
              <a:ahLst/>
              <a:cxnLst/>
              <a:rect l="l" t="t" r="r" b="b"/>
              <a:pathLst>
                <a:path w="11260" h="10785" extrusionOk="0">
                  <a:moveTo>
                    <a:pt x="8820" y="1"/>
                  </a:moveTo>
                  <a:cubicBezTo>
                    <a:pt x="8760" y="1"/>
                    <a:pt x="8662" y="17"/>
                    <a:pt x="8581" y="30"/>
                  </a:cubicBezTo>
                  <a:cubicBezTo>
                    <a:pt x="8497" y="48"/>
                    <a:pt x="8410" y="58"/>
                    <a:pt x="8326" y="65"/>
                  </a:cubicBezTo>
                  <a:cubicBezTo>
                    <a:pt x="8242" y="79"/>
                    <a:pt x="8158" y="107"/>
                    <a:pt x="8081" y="142"/>
                  </a:cubicBezTo>
                  <a:cubicBezTo>
                    <a:pt x="7944" y="195"/>
                    <a:pt x="7797" y="254"/>
                    <a:pt x="7677" y="254"/>
                  </a:cubicBezTo>
                  <a:cubicBezTo>
                    <a:pt x="7615" y="254"/>
                    <a:pt x="7560" y="239"/>
                    <a:pt x="7517" y="198"/>
                  </a:cubicBezTo>
                  <a:cubicBezTo>
                    <a:pt x="7493" y="180"/>
                    <a:pt x="7423" y="173"/>
                    <a:pt x="7323" y="173"/>
                  </a:cubicBezTo>
                  <a:cubicBezTo>
                    <a:pt x="7030" y="173"/>
                    <a:pt x="6487" y="236"/>
                    <a:pt x="6155" y="275"/>
                  </a:cubicBezTo>
                  <a:cubicBezTo>
                    <a:pt x="5882" y="307"/>
                    <a:pt x="5648" y="335"/>
                    <a:pt x="5511" y="338"/>
                  </a:cubicBezTo>
                  <a:cubicBezTo>
                    <a:pt x="5301" y="349"/>
                    <a:pt x="5157" y="471"/>
                    <a:pt x="5021" y="594"/>
                  </a:cubicBezTo>
                  <a:cubicBezTo>
                    <a:pt x="4905" y="695"/>
                    <a:pt x="4797" y="793"/>
                    <a:pt x="4660" y="793"/>
                  </a:cubicBezTo>
                  <a:cubicBezTo>
                    <a:pt x="4433" y="793"/>
                    <a:pt x="4055" y="989"/>
                    <a:pt x="3852" y="1213"/>
                  </a:cubicBezTo>
                  <a:cubicBezTo>
                    <a:pt x="3810" y="1262"/>
                    <a:pt x="3754" y="1297"/>
                    <a:pt x="3694" y="1315"/>
                  </a:cubicBezTo>
                  <a:lnTo>
                    <a:pt x="3701" y="1329"/>
                  </a:lnTo>
                  <a:lnTo>
                    <a:pt x="3705" y="1336"/>
                  </a:lnTo>
                  <a:cubicBezTo>
                    <a:pt x="3712" y="1346"/>
                    <a:pt x="3715" y="1357"/>
                    <a:pt x="3722" y="1364"/>
                  </a:cubicBezTo>
                  <a:lnTo>
                    <a:pt x="3722" y="1371"/>
                  </a:lnTo>
                  <a:cubicBezTo>
                    <a:pt x="3729" y="1378"/>
                    <a:pt x="3733" y="1385"/>
                    <a:pt x="3740" y="1392"/>
                  </a:cubicBezTo>
                  <a:cubicBezTo>
                    <a:pt x="3859" y="1542"/>
                    <a:pt x="3915" y="1738"/>
                    <a:pt x="3915" y="2001"/>
                  </a:cubicBezTo>
                  <a:cubicBezTo>
                    <a:pt x="3915" y="2068"/>
                    <a:pt x="3908" y="2138"/>
                    <a:pt x="3901" y="2208"/>
                  </a:cubicBezTo>
                  <a:cubicBezTo>
                    <a:pt x="3894" y="2281"/>
                    <a:pt x="3883" y="2407"/>
                    <a:pt x="3901" y="2439"/>
                  </a:cubicBezTo>
                  <a:cubicBezTo>
                    <a:pt x="4079" y="2474"/>
                    <a:pt x="4163" y="2859"/>
                    <a:pt x="4163" y="2862"/>
                  </a:cubicBezTo>
                  <a:cubicBezTo>
                    <a:pt x="4181" y="2943"/>
                    <a:pt x="4163" y="3023"/>
                    <a:pt x="4114" y="3090"/>
                  </a:cubicBezTo>
                  <a:cubicBezTo>
                    <a:pt x="4079" y="3132"/>
                    <a:pt x="4030" y="3156"/>
                    <a:pt x="3974" y="3156"/>
                  </a:cubicBezTo>
                  <a:cubicBezTo>
                    <a:pt x="3950" y="3156"/>
                    <a:pt x="3908" y="3153"/>
                    <a:pt x="3845" y="3149"/>
                  </a:cubicBezTo>
                  <a:cubicBezTo>
                    <a:pt x="3763" y="3143"/>
                    <a:pt x="3586" y="3131"/>
                    <a:pt x="3441" y="3131"/>
                  </a:cubicBezTo>
                  <a:cubicBezTo>
                    <a:pt x="3350" y="3131"/>
                    <a:pt x="3271" y="3136"/>
                    <a:pt x="3235" y="3149"/>
                  </a:cubicBezTo>
                  <a:cubicBezTo>
                    <a:pt x="3214" y="3293"/>
                    <a:pt x="3025" y="3387"/>
                    <a:pt x="2850" y="3387"/>
                  </a:cubicBezTo>
                  <a:lnTo>
                    <a:pt x="2749" y="3387"/>
                  </a:lnTo>
                  <a:cubicBezTo>
                    <a:pt x="2745" y="3401"/>
                    <a:pt x="2742" y="3426"/>
                    <a:pt x="2738" y="3450"/>
                  </a:cubicBezTo>
                  <a:lnTo>
                    <a:pt x="2738" y="3471"/>
                  </a:lnTo>
                  <a:cubicBezTo>
                    <a:pt x="2731" y="3524"/>
                    <a:pt x="2731" y="3573"/>
                    <a:pt x="2735" y="3622"/>
                  </a:cubicBezTo>
                  <a:cubicBezTo>
                    <a:pt x="2738" y="3713"/>
                    <a:pt x="2738" y="3786"/>
                    <a:pt x="2689" y="3832"/>
                  </a:cubicBezTo>
                  <a:cubicBezTo>
                    <a:pt x="2665" y="3856"/>
                    <a:pt x="2633" y="3870"/>
                    <a:pt x="2598" y="3870"/>
                  </a:cubicBezTo>
                  <a:cubicBezTo>
                    <a:pt x="2584" y="3870"/>
                    <a:pt x="2577" y="3874"/>
                    <a:pt x="2553" y="3909"/>
                  </a:cubicBezTo>
                  <a:cubicBezTo>
                    <a:pt x="2511" y="3976"/>
                    <a:pt x="2437" y="4021"/>
                    <a:pt x="2357" y="4028"/>
                  </a:cubicBezTo>
                  <a:cubicBezTo>
                    <a:pt x="2322" y="4035"/>
                    <a:pt x="2280" y="4035"/>
                    <a:pt x="2238" y="4035"/>
                  </a:cubicBezTo>
                  <a:cubicBezTo>
                    <a:pt x="2080" y="4042"/>
                    <a:pt x="2007" y="4053"/>
                    <a:pt x="2007" y="4109"/>
                  </a:cubicBezTo>
                  <a:cubicBezTo>
                    <a:pt x="2007" y="4301"/>
                    <a:pt x="1874" y="4452"/>
                    <a:pt x="1667" y="4494"/>
                  </a:cubicBezTo>
                  <a:cubicBezTo>
                    <a:pt x="1612" y="4502"/>
                    <a:pt x="1559" y="4505"/>
                    <a:pt x="1505" y="4505"/>
                  </a:cubicBezTo>
                  <a:cubicBezTo>
                    <a:pt x="1487" y="4505"/>
                    <a:pt x="1468" y="4505"/>
                    <a:pt x="1450" y="4504"/>
                  </a:cubicBezTo>
                  <a:cubicBezTo>
                    <a:pt x="1383" y="4504"/>
                    <a:pt x="1254" y="4504"/>
                    <a:pt x="1236" y="4529"/>
                  </a:cubicBezTo>
                  <a:cubicBezTo>
                    <a:pt x="1236" y="4532"/>
                    <a:pt x="1236" y="4532"/>
                    <a:pt x="1236" y="4536"/>
                  </a:cubicBezTo>
                  <a:cubicBezTo>
                    <a:pt x="1240" y="4571"/>
                    <a:pt x="1226" y="4609"/>
                    <a:pt x="1198" y="4634"/>
                  </a:cubicBezTo>
                  <a:cubicBezTo>
                    <a:pt x="1162" y="4672"/>
                    <a:pt x="1107" y="4680"/>
                    <a:pt x="1049" y="4680"/>
                  </a:cubicBezTo>
                  <a:cubicBezTo>
                    <a:pt x="1033" y="4680"/>
                    <a:pt x="1017" y="4680"/>
                    <a:pt x="1002" y="4679"/>
                  </a:cubicBezTo>
                  <a:lnTo>
                    <a:pt x="960" y="4679"/>
                  </a:lnTo>
                  <a:cubicBezTo>
                    <a:pt x="953" y="4679"/>
                    <a:pt x="947" y="4678"/>
                    <a:pt x="940" y="4678"/>
                  </a:cubicBezTo>
                  <a:cubicBezTo>
                    <a:pt x="908" y="4678"/>
                    <a:pt x="877" y="4685"/>
                    <a:pt x="848" y="4697"/>
                  </a:cubicBezTo>
                  <a:cubicBezTo>
                    <a:pt x="575" y="4854"/>
                    <a:pt x="74" y="5159"/>
                    <a:pt x="4" y="5236"/>
                  </a:cubicBezTo>
                  <a:cubicBezTo>
                    <a:pt x="1" y="5285"/>
                    <a:pt x="8" y="5509"/>
                    <a:pt x="11" y="5726"/>
                  </a:cubicBezTo>
                  <a:cubicBezTo>
                    <a:pt x="11" y="5796"/>
                    <a:pt x="18" y="5866"/>
                    <a:pt x="18" y="5936"/>
                  </a:cubicBezTo>
                  <a:lnTo>
                    <a:pt x="29" y="5950"/>
                  </a:lnTo>
                  <a:lnTo>
                    <a:pt x="39" y="5960"/>
                  </a:lnTo>
                  <a:lnTo>
                    <a:pt x="43" y="5964"/>
                  </a:lnTo>
                  <a:lnTo>
                    <a:pt x="53" y="5974"/>
                  </a:lnTo>
                  <a:cubicBezTo>
                    <a:pt x="60" y="5981"/>
                    <a:pt x="64" y="5985"/>
                    <a:pt x="71" y="5988"/>
                  </a:cubicBezTo>
                  <a:lnTo>
                    <a:pt x="78" y="5992"/>
                  </a:lnTo>
                  <a:cubicBezTo>
                    <a:pt x="85" y="5999"/>
                    <a:pt x="92" y="6002"/>
                    <a:pt x="102" y="6009"/>
                  </a:cubicBezTo>
                  <a:cubicBezTo>
                    <a:pt x="141" y="6031"/>
                    <a:pt x="270" y="6115"/>
                    <a:pt x="456" y="6234"/>
                  </a:cubicBezTo>
                  <a:lnTo>
                    <a:pt x="494" y="6262"/>
                  </a:lnTo>
                  <a:cubicBezTo>
                    <a:pt x="865" y="6500"/>
                    <a:pt x="1454" y="6888"/>
                    <a:pt x="2094" y="7312"/>
                  </a:cubicBezTo>
                  <a:lnTo>
                    <a:pt x="2220" y="7392"/>
                  </a:lnTo>
                  <a:lnTo>
                    <a:pt x="2584" y="7634"/>
                  </a:lnTo>
                  <a:lnTo>
                    <a:pt x="2679" y="7697"/>
                  </a:lnTo>
                  <a:lnTo>
                    <a:pt x="2689" y="7704"/>
                  </a:lnTo>
                  <a:cubicBezTo>
                    <a:pt x="3834" y="8464"/>
                    <a:pt x="5241" y="9405"/>
                    <a:pt x="5409" y="9545"/>
                  </a:cubicBezTo>
                  <a:lnTo>
                    <a:pt x="5420" y="9552"/>
                  </a:lnTo>
                  <a:cubicBezTo>
                    <a:pt x="5528" y="9671"/>
                    <a:pt x="5623" y="9804"/>
                    <a:pt x="5704" y="9944"/>
                  </a:cubicBezTo>
                  <a:cubicBezTo>
                    <a:pt x="5728" y="9983"/>
                    <a:pt x="5749" y="10014"/>
                    <a:pt x="5760" y="10035"/>
                  </a:cubicBezTo>
                  <a:cubicBezTo>
                    <a:pt x="5973" y="10067"/>
                    <a:pt x="6176" y="10133"/>
                    <a:pt x="6365" y="10232"/>
                  </a:cubicBezTo>
                  <a:cubicBezTo>
                    <a:pt x="6407" y="10256"/>
                    <a:pt x="6442" y="10288"/>
                    <a:pt x="6477" y="10319"/>
                  </a:cubicBezTo>
                  <a:cubicBezTo>
                    <a:pt x="6600" y="10452"/>
                    <a:pt x="6645" y="10641"/>
                    <a:pt x="6659" y="10757"/>
                  </a:cubicBezTo>
                  <a:cubicBezTo>
                    <a:pt x="6659" y="10767"/>
                    <a:pt x="6663" y="10778"/>
                    <a:pt x="6663" y="10785"/>
                  </a:cubicBezTo>
                  <a:cubicBezTo>
                    <a:pt x="6747" y="10767"/>
                    <a:pt x="6887" y="10736"/>
                    <a:pt x="7009" y="10711"/>
                  </a:cubicBezTo>
                  <a:lnTo>
                    <a:pt x="7044" y="10704"/>
                  </a:lnTo>
                  <a:lnTo>
                    <a:pt x="7058" y="10704"/>
                  </a:lnTo>
                  <a:lnTo>
                    <a:pt x="7079" y="10701"/>
                  </a:lnTo>
                  <a:lnTo>
                    <a:pt x="7132" y="10687"/>
                  </a:lnTo>
                  <a:cubicBezTo>
                    <a:pt x="7205" y="10673"/>
                    <a:pt x="7335" y="10634"/>
                    <a:pt x="7475" y="10589"/>
                  </a:cubicBezTo>
                  <a:cubicBezTo>
                    <a:pt x="7639" y="10536"/>
                    <a:pt x="7811" y="10477"/>
                    <a:pt x="7902" y="10445"/>
                  </a:cubicBezTo>
                  <a:lnTo>
                    <a:pt x="7955" y="10428"/>
                  </a:lnTo>
                  <a:lnTo>
                    <a:pt x="8952" y="9622"/>
                  </a:lnTo>
                  <a:lnTo>
                    <a:pt x="11259" y="8184"/>
                  </a:lnTo>
                  <a:lnTo>
                    <a:pt x="11249" y="8138"/>
                  </a:lnTo>
                  <a:lnTo>
                    <a:pt x="11245" y="8128"/>
                  </a:lnTo>
                  <a:lnTo>
                    <a:pt x="11238" y="8110"/>
                  </a:lnTo>
                  <a:lnTo>
                    <a:pt x="11235" y="8096"/>
                  </a:lnTo>
                  <a:lnTo>
                    <a:pt x="11228" y="8078"/>
                  </a:lnTo>
                  <a:lnTo>
                    <a:pt x="11224" y="8061"/>
                  </a:lnTo>
                  <a:lnTo>
                    <a:pt x="11217" y="8047"/>
                  </a:lnTo>
                  <a:lnTo>
                    <a:pt x="11210" y="8029"/>
                  </a:lnTo>
                  <a:lnTo>
                    <a:pt x="11203" y="8012"/>
                  </a:lnTo>
                  <a:lnTo>
                    <a:pt x="11196" y="7994"/>
                  </a:lnTo>
                  <a:lnTo>
                    <a:pt x="11193" y="7980"/>
                  </a:lnTo>
                  <a:lnTo>
                    <a:pt x="11182" y="7959"/>
                  </a:lnTo>
                  <a:lnTo>
                    <a:pt x="11179" y="7949"/>
                  </a:lnTo>
                  <a:cubicBezTo>
                    <a:pt x="11172" y="7938"/>
                    <a:pt x="11168" y="7928"/>
                    <a:pt x="11165" y="7921"/>
                  </a:cubicBezTo>
                  <a:lnTo>
                    <a:pt x="11158" y="7910"/>
                  </a:lnTo>
                  <a:lnTo>
                    <a:pt x="11147" y="7893"/>
                  </a:lnTo>
                  <a:lnTo>
                    <a:pt x="11144" y="7882"/>
                  </a:lnTo>
                  <a:lnTo>
                    <a:pt x="11133" y="7868"/>
                  </a:lnTo>
                  <a:lnTo>
                    <a:pt x="11126" y="7858"/>
                  </a:lnTo>
                  <a:lnTo>
                    <a:pt x="11119" y="7847"/>
                  </a:lnTo>
                  <a:lnTo>
                    <a:pt x="11112" y="7840"/>
                  </a:lnTo>
                  <a:lnTo>
                    <a:pt x="11102" y="7830"/>
                  </a:lnTo>
                  <a:lnTo>
                    <a:pt x="11095" y="7826"/>
                  </a:lnTo>
                  <a:cubicBezTo>
                    <a:pt x="11091" y="7823"/>
                    <a:pt x="11088" y="7819"/>
                    <a:pt x="11084" y="7819"/>
                  </a:cubicBezTo>
                  <a:lnTo>
                    <a:pt x="11077" y="7816"/>
                  </a:lnTo>
                  <a:cubicBezTo>
                    <a:pt x="11074" y="7816"/>
                    <a:pt x="11067" y="7812"/>
                    <a:pt x="11060" y="7812"/>
                  </a:cubicBezTo>
                  <a:cubicBezTo>
                    <a:pt x="10986" y="7809"/>
                    <a:pt x="10913" y="7788"/>
                    <a:pt x="10846" y="7749"/>
                  </a:cubicBezTo>
                  <a:cubicBezTo>
                    <a:pt x="10787" y="7714"/>
                    <a:pt x="10724" y="7697"/>
                    <a:pt x="10657" y="7693"/>
                  </a:cubicBezTo>
                  <a:cubicBezTo>
                    <a:pt x="10458" y="7693"/>
                    <a:pt x="10234" y="7588"/>
                    <a:pt x="10209" y="7413"/>
                  </a:cubicBezTo>
                  <a:cubicBezTo>
                    <a:pt x="10202" y="7364"/>
                    <a:pt x="10202" y="7315"/>
                    <a:pt x="10209" y="7266"/>
                  </a:cubicBezTo>
                  <a:cubicBezTo>
                    <a:pt x="10227" y="7179"/>
                    <a:pt x="10209" y="7088"/>
                    <a:pt x="10157" y="7018"/>
                  </a:cubicBezTo>
                  <a:cubicBezTo>
                    <a:pt x="10115" y="6955"/>
                    <a:pt x="10069" y="6899"/>
                    <a:pt x="10020" y="6843"/>
                  </a:cubicBezTo>
                  <a:cubicBezTo>
                    <a:pt x="9954" y="6769"/>
                    <a:pt x="9905" y="6710"/>
                    <a:pt x="9905" y="6640"/>
                  </a:cubicBezTo>
                  <a:cubicBezTo>
                    <a:pt x="9905" y="6559"/>
                    <a:pt x="9989" y="6475"/>
                    <a:pt x="10129" y="6353"/>
                  </a:cubicBezTo>
                  <a:lnTo>
                    <a:pt x="10143" y="6339"/>
                  </a:lnTo>
                  <a:cubicBezTo>
                    <a:pt x="10136" y="6325"/>
                    <a:pt x="10125" y="6307"/>
                    <a:pt x="10118" y="6293"/>
                  </a:cubicBezTo>
                  <a:cubicBezTo>
                    <a:pt x="10087" y="6241"/>
                    <a:pt x="10066" y="6181"/>
                    <a:pt x="10062" y="6118"/>
                  </a:cubicBezTo>
                  <a:cubicBezTo>
                    <a:pt x="10059" y="6090"/>
                    <a:pt x="10055" y="6062"/>
                    <a:pt x="10048" y="6034"/>
                  </a:cubicBezTo>
                  <a:cubicBezTo>
                    <a:pt x="10027" y="5946"/>
                    <a:pt x="9999" y="5827"/>
                    <a:pt x="10076" y="5736"/>
                  </a:cubicBezTo>
                  <a:cubicBezTo>
                    <a:pt x="10143" y="5656"/>
                    <a:pt x="10185" y="5586"/>
                    <a:pt x="10108" y="5435"/>
                  </a:cubicBezTo>
                  <a:cubicBezTo>
                    <a:pt x="10055" y="5327"/>
                    <a:pt x="10087" y="5225"/>
                    <a:pt x="10115" y="5134"/>
                  </a:cubicBezTo>
                  <a:cubicBezTo>
                    <a:pt x="10143" y="5043"/>
                    <a:pt x="10167" y="4959"/>
                    <a:pt x="10125" y="4858"/>
                  </a:cubicBezTo>
                  <a:cubicBezTo>
                    <a:pt x="10080" y="4767"/>
                    <a:pt x="10034" y="4679"/>
                    <a:pt x="9978" y="4595"/>
                  </a:cubicBezTo>
                  <a:cubicBezTo>
                    <a:pt x="9905" y="4473"/>
                    <a:pt x="9856" y="4389"/>
                    <a:pt x="9866" y="4319"/>
                  </a:cubicBezTo>
                  <a:cubicBezTo>
                    <a:pt x="9870" y="4312"/>
                    <a:pt x="9873" y="4305"/>
                    <a:pt x="9873" y="4298"/>
                  </a:cubicBezTo>
                  <a:lnTo>
                    <a:pt x="9877" y="4291"/>
                  </a:lnTo>
                  <a:cubicBezTo>
                    <a:pt x="9880" y="4287"/>
                    <a:pt x="9884" y="4280"/>
                    <a:pt x="9887" y="4277"/>
                  </a:cubicBezTo>
                  <a:lnTo>
                    <a:pt x="9887" y="4273"/>
                  </a:lnTo>
                  <a:cubicBezTo>
                    <a:pt x="9894" y="4266"/>
                    <a:pt x="9898" y="4259"/>
                    <a:pt x="9901" y="4252"/>
                  </a:cubicBezTo>
                  <a:lnTo>
                    <a:pt x="9908" y="4249"/>
                  </a:lnTo>
                  <a:lnTo>
                    <a:pt x="9919" y="4235"/>
                  </a:lnTo>
                  <a:lnTo>
                    <a:pt x="9929" y="4228"/>
                  </a:lnTo>
                  <a:lnTo>
                    <a:pt x="9940" y="4217"/>
                  </a:lnTo>
                  <a:lnTo>
                    <a:pt x="9964" y="4200"/>
                  </a:lnTo>
                  <a:lnTo>
                    <a:pt x="9968" y="4196"/>
                  </a:lnTo>
                  <a:cubicBezTo>
                    <a:pt x="9961" y="4189"/>
                    <a:pt x="9957" y="4179"/>
                    <a:pt x="9957" y="4172"/>
                  </a:cubicBezTo>
                  <a:cubicBezTo>
                    <a:pt x="9950" y="4158"/>
                    <a:pt x="9947" y="4140"/>
                    <a:pt x="9947" y="4126"/>
                  </a:cubicBezTo>
                  <a:lnTo>
                    <a:pt x="9947" y="4116"/>
                  </a:lnTo>
                  <a:cubicBezTo>
                    <a:pt x="9943" y="4102"/>
                    <a:pt x="9943" y="4088"/>
                    <a:pt x="9943" y="4074"/>
                  </a:cubicBezTo>
                  <a:cubicBezTo>
                    <a:pt x="9943" y="3856"/>
                    <a:pt x="9782" y="3258"/>
                    <a:pt x="9698" y="3142"/>
                  </a:cubicBezTo>
                  <a:cubicBezTo>
                    <a:pt x="9659" y="3090"/>
                    <a:pt x="9568" y="3041"/>
                    <a:pt x="9488" y="2995"/>
                  </a:cubicBezTo>
                  <a:cubicBezTo>
                    <a:pt x="9362" y="2925"/>
                    <a:pt x="9264" y="2869"/>
                    <a:pt x="9264" y="2775"/>
                  </a:cubicBezTo>
                  <a:cubicBezTo>
                    <a:pt x="9264" y="2684"/>
                    <a:pt x="9264" y="2561"/>
                    <a:pt x="9075" y="2481"/>
                  </a:cubicBezTo>
                  <a:cubicBezTo>
                    <a:pt x="8868" y="2393"/>
                    <a:pt x="8732" y="2040"/>
                    <a:pt x="8763" y="1875"/>
                  </a:cubicBezTo>
                  <a:cubicBezTo>
                    <a:pt x="8767" y="1868"/>
                    <a:pt x="8767" y="1857"/>
                    <a:pt x="8770" y="1850"/>
                  </a:cubicBezTo>
                  <a:cubicBezTo>
                    <a:pt x="8784" y="1805"/>
                    <a:pt x="8826" y="1773"/>
                    <a:pt x="8875" y="1773"/>
                  </a:cubicBezTo>
                  <a:cubicBezTo>
                    <a:pt x="8914" y="1773"/>
                    <a:pt x="8973" y="1686"/>
                    <a:pt x="9019" y="1623"/>
                  </a:cubicBezTo>
                  <a:cubicBezTo>
                    <a:pt x="9071" y="1542"/>
                    <a:pt x="9131" y="1462"/>
                    <a:pt x="9201" y="1423"/>
                  </a:cubicBezTo>
                  <a:cubicBezTo>
                    <a:pt x="9253" y="1399"/>
                    <a:pt x="9327" y="1297"/>
                    <a:pt x="9362" y="1178"/>
                  </a:cubicBezTo>
                  <a:cubicBezTo>
                    <a:pt x="9376" y="1122"/>
                    <a:pt x="9390" y="1017"/>
                    <a:pt x="9337" y="937"/>
                  </a:cubicBezTo>
                  <a:cubicBezTo>
                    <a:pt x="9337" y="933"/>
                    <a:pt x="9334" y="930"/>
                    <a:pt x="9334" y="926"/>
                  </a:cubicBezTo>
                  <a:cubicBezTo>
                    <a:pt x="9330" y="923"/>
                    <a:pt x="9327" y="919"/>
                    <a:pt x="9327" y="912"/>
                  </a:cubicBezTo>
                  <a:cubicBezTo>
                    <a:pt x="9323" y="909"/>
                    <a:pt x="9323" y="905"/>
                    <a:pt x="9320" y="902"/>
                  </a:cubicBezTo>
                  <a:cubicBezTo>
                    <a:pt x="9320" y="898"/>
                    <a:pt x="9316" y="891"/>
                    <a:pt x="9313" y="888"/>
                  </a:cubicBezTo>
                  <a:cubicBezTo>
                    <a:pt x="9313" y="881"/>
                    <a:pt x="9309" y="877"/>
                    <a:pt x="9309" y="870"/>
                  </a:cubicBezTo>
                  <a:cubicBezTo>
                    <a:pt x="9306" y="867"/>
                    <a:pt x="9306" y="860"/>
                    <a:pt x="9302" y="856"/>
                  </a:cubicBezTo>
                  <a:cubicBezTo>
                    <a:pt x="9302" y="849"/>
                    <a:pt x="9302" y="846"/>
                    <a:pt x="9299" y="839"/>
                  </a:cubicBezTo>
                  <a:cubicBezTo>
                    <a:pt x="9299" y="835"/>
                    <a:pt x="9295" y="828"/>
                    <a:pt x="9295" y="821"/>
                  </a:cubicBezTo>
                  <a:cubicBezTo>
                    <a:pt x="9295" y="814"/>
                    <a:pt x="9292" y="807"/>
                    <a:pt x="9292" y="804"/>
                  </a:cubicBezTo>
                  <a:cubicBezTo>
                    <a:pt x="9292" y="797"/>
                    <a:pt x="9288" y="790"/>
                    <a:pt x="9288" y="783"/>
                  </a:cubicBezTo>
                  <a:cubicBezTo>
                    <a:pt x="9288" y="776"/>
                    <a:pt x="9288" y="769"/>
                    <a:pt x="9285" y="762"/>
                  </a:cubicBezTo>
                  <a:cubicBezTo>
                    <a:pt x="9285" y="755"/>
                    <a:pt x="9285" y="748"/>
                    <a:pt x="9285" y="737"/>
                  </a:cubicBezTo>
                  <a:cubicBezTo>
                    <a:pt x="9281" y="730"/>
                    <a:pt x="9285" y="723"/>
                    <a:pt x="9285" y="716"/>
                  </a:cubicBezTo>
                  <a:lnTo>
                    <a:pt x="9285" y="692"/>
                  </a:lnTo>
                  <a:lnTo>
                    <a:pt x="9285" y="667"/>
                  </a:lnTo>
                  <a:lnTo>
                    <a:pt x="9285" y="639"/>
                  </a:lnTo>
                  <a:lnTo>
                    <a:pt x="9285" y="615"/>
                  </a:lnTo>
                  <a:lnTo>
                    <a:pt x="9285" y="587"/>
                  </a:lnTo>
                  <a:lnTo>
                    <a:pt x="9285" y="555"/>
                  </a:lnTo>
                  <a:lnTo>
                    <a:pt x="9285" y="524"/>
                  </a:lnTo>
                  <a:lnTo>
                    <a:pt x="9285" y="496"/>
                  </a:lnTo>
                  <a:lnTo>
                    <a:pt x="9285" y="461"/>
                  </a:lnTo>
                  <a:cubicBezTo>
                    <a:pt x="9285" y="450"/>
                    <a:pt x="9285" y="440"/>
                    <a:pt x="9285" y="429"/>
                  </a:cubicBezTo>
                  <a:cubicBezTo>
                    <a:pt x="9288" y="415"/>
                    <a:pt x="9285" y="405"/>
                    <a:pt x="9288" y="391"/>
                  </a:cubicBezTo>
                  <a:cubicBezTo>
                    <a:pt x="9292" y="380"/>
                    <a:pt x="9288" y="370"/>
                    <a:pt x="9292" y="356"/>
                  </a:cubicBezTo>
                  <a:cubicBezTo>
                    <a:pt x="9295" y="345"/>
                    <a:pt x="9295" y="331"/>
                    <a:pt x="9295" y="321"/>
                  </a:cubicBezTo>
                  <a:cubicBezTo>
                    <a:pt x="9295" y="307"/>
                    <a:pt x="9299" y="293"/>
                    <a:pt x="9299" y="282"/>
                  </a:cubicBezTo>
                  <a:cubicBezTo>
                    <a:pt x="9302" y="268"/>
                    <a:pt x="9302" y="254"/>
                    <a:pt x="9306" y="240"/>
                  </a:cubicBezTo>
                  <a:cubicBezTo>
                    <a:pt x="9306" y="226"/>
                    <a:pt x="9306" y="216"/>
                    <a:pt x="9309" y="202"/>
                  </a:cubicBezTo>
                  <a:cubicBezTo>
                    <a:pt x="9309" y="188"/>
                    <a:pt x="9313" y="174"/>
                    <a:pt x="9316" y="156"/>
                  </a:cubicBezTo>
                  <a:cubicBezTo>
                    <a:pt x="9316" y="142"/>
                    <a:pt x="9320" y="128"/>
                    <a:pt x="9320" y="114"/>
                  </a:cubicBezTo>
                  <a:lnTo>
                    <a:pt x="9320" y="104"/>
                  </a:lnTo>
                  <a:cubicBezTo>
                    <a:pt x="9162" y="90"/>
                    <a:pt x="9008" y="55"/>
                    <a:pt x="8861" y="6"/>
                  </a:cubicBezTo>
                  <a:cubicBezTo>
                    <a:pt x="8852" y="2"/>
                    <a:pt x="8837" y="1"/>
                    <a:pt x="8820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15" name="Google Shape;4273;p80">
              <a:extLst>
                <a:ext uri="{FF2B5EF4-FFF2-40B4-BE49-F238E27FC236}">
                  <a16:creationId xmlns:a16="http://schemas.microsoft.com/office/drawing/2014/main" id="{28257EDC-E4EF-30E9-C6E7-F70C4C87DC07}"/>
                </a:ext>
              </a:extLst>
            </p:cNvPr>
            <p:cNvSpPr/>
            <p:nvPr/>
          </p:nvSpPr>
          <p:spPr>
            <a:xfrm>
              <a:off x="2000849" y="1814649"/>
              <a:ext cx="14" cy="109"/>
            </a:xfrm>
            <a:custGeom>
              <a:avLst/>
              <a:gdLst/>
              <a:ahLst/>
              <a:cxnLst/>
              <a:rect l="l" t="t" r="r" b="b"/>
              <a:pathLst>
                <a:path w="1" h="8" extrusionOk="0">
                  <a:moveTo>
                    <a:pt x="1" y="7"/>
                  </a:moveTo>
                  <a:cubicBezTo>
                    <a:pt x="1" y="4"/>
                    <a:pt x="1" y="4"/>
                    <a:pt x="1" y="0"/>
                  </a:cubicBezTo>
                  <a:cubicBezTo>
                    <a:pt x="1" y="4"/>
                    <a:pt x="1" y="4"/>
                    <a:pt x="1" y="7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16" name="Google Shape;4274;p80">
              <a:extLst>
                <a:ext uri="{FF2B5EF4-FFF2-40B4-BE49-F238E27FC236}">
                  <a16:creationId xmlns:a16="http://schemas.microsoft.com/office/drawing/2014/main" id="{71E139A2-C96A-B836-6E1E-038EABA7F808}"/>
                </a:ext>
              </a:extLst>
            </p:cNvPr>
            <p:cNvSpPr/>
            <p:nvPr/>
          </p:nvSpPr>
          <p:spPr>
            <a:xfrm>
              <a:off x="2021202" y="1799102"/>
              <a:ext cx="149" cy="869"/>
            </a:xfrm>
            <a:custGeom>
              <a:avLst/>
              <a:gdLst/>
              <a:ahLst/>
              <a:cxnLst/>
              <a:rect l="l" t="t" r="r" b="b"/>
              <a:pathLst>
                <a:path w="11" h="64" extrusionOk="0">
                  <a:moveTo>
                    <a:pt x="11" y="0"/>
                  </a:moveTo>
                  <a:cubicBezTo>
                    <a:pt x="7" y="14"/>
                    <a:pt x="4" y="39"/>
                    <a:pt x="0" y="63"/>
                  </a:cubicBezTo>
                  <a:cubicBezTo>
                    <a:pt x="4" y="39"/>
                    <a:pt x="7" y="14"/>
                    <a:pt x="11" y="0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17" name="Google Shape;4275;p80">
              <a:extLst>
                <a:ext uri="{FF2B5EF4-FFF2-40B4-BE49-F238E27FC236}">
                  <a16:creationId xmlns:a16="http://schemas.microsoft.com/office/drawing/2014/main" id="{576C229E-085F-C154-CA95-88CC7C4278D9}"/>
                </a:ext>
              </a:extLst>
            </p:cNvPr>
            <p:cNvSpPr/>
            <p:nvPr/>
          </p:nvSpPr>
          <p:spPr>
            <a:xfrm>
              <a:off x="2034372" y="1771296"/>
              <a:ext cx="244" cy="434"/>
            </a:xfrm>
            <a:custGeom>
              <a:avLst/>
              <a:gdLst/>
              <a:ahLst/>
              <a:cxnLst/>
              <a:rect l="l" t="t" r="r" b="b"/>
              <a:pathLst>
                <a:path w="18" h="32" extrusionOk="0">
                  <a:moveTo>
                    <a:pt x="18" y="32"/>
                  </a:moveTo>
                  <a:cubicBezTo>
                    <a:pt x="11" y="21"/>
                    <a:pt x="4" y="11"/>
                    <a:pt x="0" y="0"/>
                  </a:cubicBezTo>
                  <a:cubicBezTo>
                    <a:pt x="4" y="11"/>
                    <a:pt x="11" y="21"/>
                    <a:pt x="18" y="32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18" name="Google Shape;4276;p80">
              <a:extLst>
                <a:ext uri="{FF2B5EF4-FFF2-40B4-BE49-F238E27FC236}">
                  <a16:creationId xmlns:a16="http://schemas.microsoft.com/office/drawing/2014/main" id="{D73EE4FA-A9FF-E229-DBE2-40B077A7A612}"/>
                </a:ext>
              </a:extLst>
            </p:cNvPr>
            <p:cNvSpPr/>
            <p:nvPr/>
          </p:nvSpPr>
          <p:spPr>
            <a:xfrm>
              <a:off x="1995581" y="1816645"/>
              <a:ext cx="1534" cy="299"/>
            </a:xfrm>
            <a:custGeom>
              <a:avLst/>
              <a:gdLst/>
              <a:ahLst/>
              <a:cxnLst/>
              <a:rect l="l" t="t" r="r" b="b"/>
              <a:pathLst>
                <a:path w="113" h="22" extrusionOk="0">
                  <a:moveTo>
                    <a:pt x="0" y="21"/>
                  </a:moveTo>
                  <a:cubicBezTo>
                    <a:pt x="35" y="7"/>
                    <a:pt x="74" y="0"/>
                    <a:pt x="112" y="4"/>
                  </a:cubicBezTo>
                  <a:cubicBezTo>
                    <a:pt x="74" y="0"/>
                    <a:pt x="35" y="7"/>
                    <a:pt x="0" y="2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19" name="Google Shape;4277;p80">
              <a:extLst>
                <a:ext uri="{FF2B5EF4-FFF2-40B4-BE49-F238E27FC236}">
                  <a16:creationId xmlns:a16="http://schemas.microsoft.com/office/drawing/2014/main" id="{CAB4263A-AE5B-2736-68FD-EF1C17E6E0BD}"/>
                </a:ext>
              </a:extLst>
            </p:cNvPr>
            <p:cNvSpPr/>
            <p:nvPr/>
          </p:nvSpPr>
          <p:spPr>
            <a:xfrm>
              <a:off x="2034603" y="1771771"/>
              <a:ext cx="204" cy="299"/>
            </a:xfrm>
            <a:custGeom>
              <a:avLst/>
              <a:gdLst/>
              <a:ahLst/>
              <a:cxnLst/>
              <a:rect l="l" t="t" r="r" b="b"/>
              <a:pathLst>
                <a:path w="15" h="22" extrusionOk="0">
                  <a:moveTo>
                    <a:pt x="1" y="0"/>
                  </a:moveTo>
                  <a:cubicBezTo>
                    <a:pt x="4" y="7"/>
                    <a:pt x="11" y="18"/>
                    <a:pt x="15" y="21"/>
                  </a:cubicBezTo>
                  <a:cubicBezTo>
                    <a:pt x="11" y="18"/>
                    <a:pt x="8" y="11"/>
                    <a:pt x="1" y="0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20" name="Google Shape;4278;p80">
              <a:extLst>
                <a:ext uri="{FF2B5EF4-FFF2-40B4-BE49-F238E27FC236}">
                  <a16:creationId xmlns:a16="http://schemas.microsoft.com/office/drawing/2014/main" id="{7494EA1C-E6FD-AABC-5C7A-3798D1CAABF4}"/>
                </a:ext>
              </a:extLst>
            </p:cNvPr>
            <p:cNvSpPr/>
            <p:nvPr/>
          </p:nvSpPr>
          <p:spPr>
            <a:xfrm>
              <a:off x="2034182" y="1771051"/>
              <a:ext cx="109" cy="163"/>
            </a:xfrm>
            <a:custGeom>
              <a:avLst/>
              <a:gdLst/>
              <a:ahLst/>
              <a:cxnLst/>
              <a:rect l="l" t="t" r="r" b="b"/>
              <a:pathLst>
                <a:path w="8" h="12" extrusionOk="0">
                  <a:moveTo>
                    <a:pt x="0" y="1"/>
                  </a:moveTo>
                  <a:lnTo>
                    <a:pt x="7" y="11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21" name="Google Shape;4279;p80">
              <a:extLst>
                <a:ext uri="{FF2B5EF4-FFF2-40B4-BE49-F238E27FC236}">
                  <a16:creationId xmlns:a16="http://schemas.microsoft.com/office/drawing/2014/main" id="{FF1102FB-9D0E-B0B1-75A4-66C3602CB90D}"/>
                </a:ext>
              </a:extLst>
            </p:cNvPr>
            <p:cNvSpPr/>
            <p:nvPr/>
          </p:nvSpPr>
          <p:spPr>
            <a:xfrm>
              <a:off x="1997672" y="1816115"/>
              <a:ext cx="2675" cy="611"/>
            </a:xfrm>
            <a:custGeom>
              <a:avLst/>
              <a:gdLst/>
              <a:ahLst/>
              <a:cxnLst/>
              <a:rect l="l" t="t" r="r" b="b"/>
              <a:pathLst>
                <a:path w="197" h="45" extrusionOk="0">
                  <a:moveTo>
                    <a:pt x="196" y="1"/>
                  </a:moveTo>
                  <a:cubicBezTo>
                    <a:pt x="154" y="40"/>
                    <a:pt x="93" y="43"/>
                    <a:pt x="30" y="43"/>
                  </a:cubicBezTo>
                  <a:cubicBezTo>
                    <a:pt x="20" y="43"/>
                    <a:pt x="10" y="43"/>
                    <a:pt x="0" y="43"/>
                  </a:cubicBezTo>
                  <a:cubicBezTo>
                    <a:pt x="16" y="43"/>
                    <a:pt x="32" y="44"/>
                    <a:pt x="48" y="44"/>
                  </a:cubicBezTo>
                  <a:cubicBezTo>
                    <a:pt x="105" y="44"/>
                    <a:pt x="158" y="36"/>
                    <a:pt x="196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22" name="Google Shape;4280;p80">
              <a:extLst>
                <a:ext uri="{FF2B5EF4-FFF2-40B4-BE49-F238E27FC236}">
                  <a16:creationId xmlns:a16="http://schemas.microsoft.com/office/drawing/2014/main" id="{770EC720-EE9C-44AF-C2C9-9A087510AF4D}"/>
                </a:ext>
              </a:extLst>
            </p:cNvPr>
            <p:cNvSpPr/>
            <p:nvPr/>
          </p:nvSpPr>
          <p:spPr>
            <a:xfrm>
              <a:off x="2027950" y="1795491"/>
              <a:ext cx="8282" cy="434"/>
            </a:xfrm>
            <a:custGeom>
              <a:avLst/>
              <a:gdLst/>
              <a:ahLst/>
              <a:cxnLst/>
              <a:rect l="l" t="t" r="r" b="b"/>
              <a:pathLst>
                <a:path w="610" h="32" extrusionOk="0">
                  <a:moveTo>
                    <a:pt x="610" y="32"/>
                  </a:moveTo>
                  <a:cubicBezTo>
                    <a:pt x="477" y="25"/>
                    <a:pt x="91" y="0"/>
                    <a:pt x="0" y="32"/>
                  </a:cubicBezTo>
                  <a:cubicBezTo>
                    <a:pt x="91" y="0"/>
                    <a:pt x="477" y="25"/>
                    <a:pt x="610" y="32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23" name="Google Shape;4281;p80">
              <a:extLst>
                <a:ext uri="{FF2B5EF4-FFF2-40B4-BE49-F238E27FC236}">
                  <a16:creationId xmlns:a16="http://schemas.microsoft.com/office/drawing/2014/main" id="{224F9DAB-1FE7-797B-C0AB-62ACEFEC29AF}"/>
                </a:ext>
              </a:extLst>
            </p:cNvPr>
            <p:cNvSpPr/>
            <p:nvPr/>
          </p:nvSpPr>
          <p:spPr>
            <a:xfrm>
              <a:off x="2110135" y="1764018"/>
              <a:ext cx="54" cy="258"/>
            </a:xfrm>
            <a:custGeom>
              <a:avLst/>
              <a:gdLst/>
              <a:ahLst/>
              <a:cxnLst/>
              <a:rect l="l" t="t" r="r" b="b"/>
              <a:pathLst>
                <a:path w="4" h="19" extrusionOk="0">
                  <a:moveTo>
                    <a:pt x="0" y="1"/>
                  </a:moveTo>
                  <a:cubicBezTo>
                    <a:pt x="0" y="8"/>
                    <a:pt x="0" y="11"/>
                    <a:pt x="4" y="18"/>
                  </a:cubicBezTo>
                  <a:cubicBezTo>
                    <a:pt x="4" y="11"/>
                    <a:pt x="4" y="8"/>
                    <a:pt x="0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24" name="Google Shape;4282;p80">
              <a:extLst>
                <a:ext uri="{FF2B5EF4-FFF2-40B4-BE49-F238E27FC236}">
                  <a16:creationId xmlns:a16="http://schemas.microsoft.com/office/drawing/2014/main" id="{553FBE3B-91C4-7529-DA4C-49D910D40A55}"/>
                </a:ext>
              </a:extLst>
            </p:cNvPr>
            <p:cNvSpPr/>
            <p:nvPr/>
          </p:nvSpPr>
          <p:spPr>
            <a:xfrm>
              <a:off x="2110270" y="1764493"/>
              <a:ext cx="68" cy="258"/>
            </a:xfrm>
            <a:custGeom>
              <a:avLst/>
              <a:gdLst/>
              <a:ahLst/>
              <a:cxnLst/>
              <a:rect l="l" t="t" r="r" b="b"/>
              <a:pathLst>
                <a:path w="5" h="19" extrusionOk="0">
                  <a:moveTo>
                    <a:pt x="1" y="1"/>
                  </a:moveTo>
                  <a:cubicBezTo>
                    <a:pt x="1" y="8"/>
                    <a:pt x="1" y="11"/>
                    <a:pt x="4" y="18"/>
                  </a:cubicBezTo>
                  <a:cubicBezTo>
                    <a:pt x="1" y="11"/>
                    <a:pt x="1" y="8"/>
                    <a:pt x="1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25" name="Google Shape;4283;p80">
              <a:extLst>
                <a:ext uri="{FF2B5EF4-FFF2-40B4-BE49-F238E27FC236}">
                  <a16:creationId xmlns:a16="http://schemas.microsoft.com/office/drawing/2014/main" id="{0166F6F0-F8B7-D695-9ADE-48F606934863}"/>
                </a:ext>
              </a:extLst>
            </p:cNvPr>
            <p:cNvSpPr/>
            <p:nvPr/>
          </p:nvSpPr>
          <p:spPr>
            <a:xfrm>
              <a:off x="2110080" y="1763448"/>
              <a:ext cx="68" cy="299"/>
            </a:xfrm>
            <a:custGeom>
              <a:avLst/>
              <a:gdLst/>
              <a:ahLst/>
              <a:cxnLst/>
              <a:rect l="l" t="t" r="r" b="b"/>
              <a:pathLst>
                <a:path w="5" h="22" extrusionOk="0">
                  <a:moveTo>
                    <a:pt x="1" y="1"/>
                  </a:moveTo>
                  <a:cubicBezTo>
                    <a:pt x="1" y="8"/>
                    <a:pt x="1" y="15"/>
                    <a:pt x="4" y="22"/>
                  </a:cubicBezTo>
                  <a:cubicBezTo>
                    <a:pt x="1" y="15"/>
                    <a:pt x="1" y="8"/>
                    <a:pt x="1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26" name="Google Shape;4284;p80">
              <a:extLst>
                <a:ext uri="{FF2B5EF4-FFF2-40B4-BE49-F238E27FC236}">
                  <a16:creationId xmlns:a16="http://schemas.microsoft.com/office/drawing/2014/main" id="{C00CF936-1C1B-4645-2178-7CE443A58520}"/>
                </a:ext>
              </a:extLst>
            </p:cNvPr>
            <p:cNvSpPr/>
            <p:nvPr/>
          </p:nvSpPr>
          <p:spPr>
            <a:xfrm>
              <a:off x="2110039" y="1759836"/>
              <a:ext cx="14" cy="448"/>
            </a:xfrm>
            <a:custGeom>
              <a:avLst/>
              <a:gdLst/>
              <a:ahLst/>
              <a:cxnLst/>
              <a:rect l="l" t="t" r="r" b="b"/>
              <a:pathLst>
                <a:path w="1" h="33" extrusionOk="0">
                  <a:moveTo>
                    <a:pt x="0" y="1"/>
                  </a:moveTo>
                  <a:lnTo>
                    <a:pt x="0" y="32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27" name="Google Shape;4285;p80">
              <a:extLst>
                <a:ext uri="{FF2B5EF4-FFF2-40B4-BE49-F238E27FC236}">
                  <a16:creationId xmlns:a16="http://schemas.microsoft.com/office/drawing/2014/main" id="{5A055B88-1C7F-B774-D9D7-0B87F26C3E2B}"/>
                </a:ext>
              </a:extLst>
            </p:cNvPr>
            <p:cNvSpPr/>
            <p:nvPr/>
          </p:nvSpPr>
          <p:spPr>
            <a:xfrm>
              <a:off x="2110039" y="1762878"/>
              <a:ext cx="14" cy="299"/>
            </a:xfrm>
            <a:custGeom>
              <a:avLst/>
              <a:gdLst/>
              <a:ahLst/>
              <a:cxnLst/>
              <a:rect l="l" t="t" r="r" b="b"/>
              <a:pathLst>
                <a:path w="1" h="22" extrusionOk="0">
                  <a:moveTo>
                    <a:pt x="0" y="1"/>
                  </a:moveTo>
                  <a:lnTo>
                    <a:pt x="0" y="22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28" name="Google Shape;4286;p80">
              <a:extLst>
                <a:ext uri="{FF2B5EF4-FFF2-40B4-BE49-F238E27FC236}">
                  <a16:creationId xmlns:a16="http://schemas.microsoft.com/office/drawing/2014/main" id="{6F67C86D-019A-F224-B200-94FA15666D26}"/>
                </a:ext>
              </a:extLst>
            </p:cNvPr>
            <p:cNvSpPr/>
            <p:nvPr/>
          </p:nvSpPr>
          <p:spPr>
            <a:xfrm>
              <a:off x="2119218" y="1809706"/>
              <a:ext cx="14" cy="14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0" y="0"/>
                  </a:move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29" name="Google Shape;4287;p80">
              <a:extLst>
                <a:ext uri="{FF2B5EF4-FFF2-40B4-BE49-F238E27FC236}">
                  <a16:creationId xmlns:a16="http://schemas.microsoft.com/office/drawing/2014/main" id="{D3460490-9067-6257-7786-A2882EBF424D}"/>
                </a:ext>
              </a:extLst>
            </p:cNvPr>
            <p:cNvSpPr/>
            <p:nvPr/>
          </p:nvSpPr>
          <p:spPr>
            <a:xfrm>
              <a:off x="2110555" y="1765349"/>
              <a:ext cx="68" cy="204"/>
            </a:xfrm>
            <a:custGeom>
              <a:avLst/>
              <a:gdLst/>
              <a:ahLst/>
              <a:cxnLst/>
              <a:rect l="l" t="t" r="r" b="b"/>
              <a:pathLst>
                <a:path w="5" h="15" extrusionOk="0">
                  <a:moveTo>
                    <a:pt x="1" y="1"/>
                  </a:moveTo>
                  <a:lnTo>
                    <a:pt x="1" y="1"/>
                  </a:lnTo>
                  <a:cubicBezTo>
                    <a:pt x="1" y="4"/>
                    <a:pt x="4" y="11"/>
                    <a:pt x="4" y="15"/>
                  </a:cubicBezTo>
                  <a:cubicBezTo>
                    <a:pt x="4" y="8"/>
                    <a:pt x="1" y="4"/>
                    <a:pt x="1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30" name="Google Shape;4288;p80">
              <a:extLst>
                <a:ext uri="{FF2B5EF4-FFF2-40B4-BE49-F238E27FC236}">
                  <a16:creationId xmlns:a16="http://schemas.microsoft.com/office/drawing/2014/main" id="{667EBE4C-BEFE-12E4-FA30-79F9C3628E12}"/>
                </a:ext>
              </a:extLst>
            </p:cNvPr>
            <p:cNvSpPr/>
            <p:nvPr/>
          </p:nvSpPr>
          <p:spPr>
            <a:xfrm>
              <a:off x="2119028" y="1808987"/>
              <a:ext cx="14" cy="163"/>
            </a:xfrm>
            <a:custGeom>
              <a:avLst/>
              <a:gdLst/>
              <a:ahLst/>
              <a:cxnLst/>
              <a:rect l="l" t="t" r="r" b="b"/>
              <a:pathLst>
                <a:path w="1" h="12" extrusionOk="0">
                  <a:moveTo>
                    <a:pt x="0" y="1"/>
                  </a:moveTo>
                  <a:lnTo>
                    <a:pt x="0" y="11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31" name="Google Shape;4289;p80">
              <a:extLst>
                <a:ext uri="{FF2B5EF4-FFF2-40B4-BE49-F238E27FC236}">
                  <a16:creationId xmlns:a16="http://schemas.microsoft.com/office/drawing/2014/main" id="{51E50310-8CFF-6622-D8B4-E23E279F3B85}"/>
                </a:ext>
              </a:extLst>
            </p:cNvPr>
            <p:cNvSpPr/>
            <p:nvPr/>
          </p:nvSpPr>
          <p:spPr>
            <a:xfrm>
              <a:off x="2110365" y="1764969"/>
              <a:ext cx="109" cy="204"/>
            </a:xfrm>
            <a:custGeom>
              <a:avLst/>
              <a:gdLst/>
              <a:ahLst/>
              <a:cxnLst/>
              <a:rect l="l" t="t" r="r" b="b"/>
              <a:pathLst>
                <a:path w="8" h="15" extrusionOk="0">
                  <a:moveTo>
                    <a:pt x="1" y="1"/>
                  </a:moveTo>
                  <a:lnTo>
                    <a:pt x="1" y="1"/>
                  </a:lnTo>
                  <a:cubicBezTo>
                    <a:pt x="1" y="4"/>
                    <a:pt x="4" y="11"/>
                    <a:pt x="8" y="15"/>
                  </a:cubicBezTo>
                  <a:cubicBezTo>
                    <a:pt x="4" y="11"/>
                    <a:pt x="4" y="4"/>
                    <a:pt x="1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32" name="Google Shape;4290;p80">
              <a:extLst>
                <a:ext uri="{FF2B5EF4-FFF2-40B4-BE49-F238E27FC236}">
                  <a16:creationId xmlns:a16="http://schemas.microsoft.com/office/drawing/2014/main" id="{E4266B11-3721-A21C-4D3D-635E3BB546CB}"/>
                </a:ext>
              </a:extLst>
            </p:cNvPr>
            <p:cNvSpPr/>
            <p:nvPr/>
          </p:nvSpPr>
          <p:spPr>
            <a:xfrm>
              <a:off x="2110080" y="1758981"/>
              <a:ext cx="14" cy="448"/>
            </a:xfrm>
            <a:custGeom>
              <a:avLst/>
              <a:gdLst/>
              <a:ahLst/>
              <a:cxnLst/>
              <a:rect l="l" t="t" r="r" b="b"/>
              <a:pathLst>
                <a:path w="1" h="33" extrusionOk="0">
                  <a:moveTo>
                    <a:pt x="1" y="1"/>
                  </a:moveTo>
                  <a:cubicBezTo>
                    <a:pt x="1" y="11"/>
                    <a:pt x="1" y="22"/>
                    <a:pt x="1" y="32"/>
                  </a:cubicBezTo>
                  <a:cubicBezTo>
                    <a:pt x="1" y="22"/>
                    <a:pt x="1" y="11"/>
                    <a:pt x="1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33" name="Google Shape;4291;p80">
              <a:extLst>
                <a:ext uri="{FF2B5EF4-FFF2-40B4-BE49-F238E27FC236}">
                  <a16:creationId xmlns:a16="http://schemas.microsoft.com/office/drawing/2014/main" id="{655A9B87-AF85-E2EF-4D2E-6745DEB4CB8A}"/>
                </a:ext>
              </a:extLst>
            </p:cNvPr>
            <p:cNvSpPr/>
            <p:nvPr/>
          </p:nvSpPr>
          <p:spPr>
            <a:xfrm>
              <a:off x="2109985" y="1762212"/>
              <a:ext cx="14" cy="299"/>
            </a:xfrm>
            <a:custGeom>
              <a:avLst/>
              <a:gdLst/>
              <a:ahLst/>
              <a:cxnLst/>
              <a:rect l="l" t="t" r="r" b="b"/>
              <a:pathLst>
                <a:path w="1" h="22" extrusionOk="0">
                  <a:moveTo>
                    <a:pt x="1" y="1"/>
                  </a:moveTo>
                  <a:lnTo>
                    <a:pt x="1" y="22"/>
                  </a:lnTo>
                  <a:cubicBezTo>
                    <a:pt x="1" y="15"/>
                    <a:pt x="1" y="8"/>
                    <a:pt x="1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34" name="Google Shape;4292;p80">
              <a:extLst>
                <a:ext uri="{FF2B5EF4-FFF2-40B4-BE49-F238E27FC236}">
                  <a16:creationId xmlns:a16="http://schemas.microsoft.com/office/drawing/2014/main" id="{08A0635F-F723-B98D-F25C-EA7A36963806}"/>
                </a:ext>
              </a:extLst>
            </p:cNvPr>
            <p:cNvSpPr/>
            <p:nvPr/>
          </p:nvSpPr>
          <p:spPr>
            <a:xfrm>
              <a:off x="2109985" y="1760692"/>
              <a:ext cx="14" cy="394"/>
            </a:xfrm>
            <a:custGeom>
              <a:avLst/>
              <a:gdLst/>
              <a:ahLst/>
              <a:cxnLst/>
              <a:rect l="l" t="t" r="r" b="b"/>
              <a:pathLst>
                <a:path w="1" h="29" extrusionOk="0">
                  <a:moveTo>
                    <a:pt x="1" y="1"/>
                  </a:moveTo>
                  <a:lnTo>
                    <a:pt x="1" y="29"/>
                  </a:lnTo>
                  <a:cubicBezTo>
                    <a:pt x="1" y="22"/>
                    <a:pt x="1" y="11"/>
                    <a:pt x="1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35" name="Google Shape;4293;p80">
              <a:extLst>
                <a:ext uri="{FF2B5EF4-FFF2-40B4-BE49-F238E27FC236}">
                  <a16:creationId xmlns:a16="http://schemas.microsoft.com/office/drawing/2014/main" id="{3F64E537-195D-0DA9-3261-3EAD63AA5E11}"/>
                </a:ext>
              </a:extLst>
            </p:cNvPr>
            <p:cNvSpPr/>
            <p:nvPr/>
          </p:nvSpPr>
          <p:spPr>
            <a:xfrm>
              <a:off x="2109985" y="1761452"/>
              <a:ext cx="14" cy="394"/>
            </a:xfrm>
            <a:custGeom>
              <a:avLst/>
              <a:gdLst/>
              <a:ahLst/>
              <a:cxnLst/>
              <a:rect l="l" t="t" r="r" b="b"/>
              <a:pathLst>
                <a:path w="1" h="29" extrusionOk="0">
                  <a:moveTo>
                    <a:pt x="1" y="29"/>
                  </a:moveTo>
                  <a:lnTo>
                    <a:pt x="1" y="1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36" name="Google Shape;4294;p80">
              <a:extLst>
                <a:ext uri="{FF2B5EF4-FFF2-40B4-BE49-F238E27FC236}">
                  <a16:creationId xmlns:a16="http://schemas.microsoft.com/office/drawing/2014/main" id="{9E6EB464-5B39-17D1-3050-001B663D9C84}"/>
                </a:ext>
              </a:extLst>
            </p:cNvPr>
            <p:cNvSpPr/>
            <p:nvPr/>
          </p:nvSpPr>
          <p:spPr>
            <a:xfrm>
              <a:off x="2110705" y="1765688"/>
              <a:ext cx="109" cy="149"/>
            </a:xfrm>
            <a:custGeom>
              <a:avLst/>
              <a:gdLst/>
              <a:ahLst/>
              <a:cxnLst/>
              <a:rect l="l" t="t" r="r" b="b"/>
              <a:pathLst>
                <a:path w="8" h="11" extrusionOk="0">
                  <a:moveTo>
                    <a:pt x="0" y="0"/>
                  </a:moveTo>
                  <a:cubicBezTo>
                    <a:pt x="0" y="4"/>
                    <a:pt x="4" y="7"/>
                    <a:pt x="7" y="11"/>
                  </a:cubicBezTo>
                  <a:lnTo>
                    <a:pt x="0" y="0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37" name="Google Shape;4295;p80">
              <a:extLst>
                <a:ext uri="{FF2B5EF4-FFF2-40B4-BE49-F238E27FC236}">
                  <a16:creationId xmlns:a16="http://schemas.microsoft.com/office/drawing/2014/main" id="{446AB96D-5F0F-4D64-E6BE-BDEA68EF3DE3}"/>
                </a:ext>
              </a:extLst>
            </p:cNvPr>
            <p:cNvSpPr/>
            <p:nvPr/>
          </p:nvSpPr>
          <p:spPr>
            <a:xfrm>
              <a:off x="2110135" y="1757990"/>
              <a:ext cx="54" cy="489"/>
            </a:xfrm>
            <a:custGeom>
              <a:avLst/>
              <a:gdLst/>
              <a:ahLst/>
              <a:cxnLst/>
              <a:rect l="l" t="t" r="r" b="b"/>
              <a:pathLst>
                <a:path w="4" h="36" extrusionOk="0">
                  <a:moveTo>
                    <a:pt x="4" y="0"/>
                  </a:moveTo>
                  <a:cubicBezTo>
                    <a:pt x="4" y="14"/>
                    <a:pt x="0" y="25"/>
                    <a:pt x="0" y="35"/>
                  </a:cubicBezTo>
                  <a:cubicBezTo>
                    <a:pt x="0" y="25"/>
                    <a:pt x="4" y="14"/>
                    <a:pt x="4" y="0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38" name="Google Shape;4296;p80">
              <a:extLst>
                <a:ext uri="{FF2B5EF4-FFF2-40B4-BE49-F238E27FC236}">
                  <a16:creationId xmlns:a16="http://schemas.microsoft.com/office/drawing/2014/main" id="{8F14734A-3FC7-A28E-0FC2-7205617774DC}"/>
                </a:ext>
              </a:extLst>
            </p:cNvPr>
            <p:cNvSpPr/>
            <p:nvPr/>
          </p:nvSpPr>
          <p:spPr>
            <a:xfrm>
              <a:off x="2110230" y="1756985"/>
              <a:ext cx="54" cy="489"/>
            </a:xfrm>
            <a:custGeom>
              <a:avLst/>
              <a:gdLst/>
              <a:ahLst/>
              <a:cxnLst/>
              <a:rect l="l" t="t" r="r" b="b"/>
              <a:pathLst>
                <a:path w="4" h="36" extrusionOk="0">
                  <a:moveTo>
                    <a:pt x="4" y="1"/>
                  </a:moveTo>
                  <a:cubicBezTo>
                    <a:pt x="4" y="11"/>
                    <a:pt x="0" y="25"/>
                    <a:pt x="0" y="36"/>
                  </a:cubicBezTo>
                  <a:cubicBezTo>
                    <a:pt x="0" y="25"/>
                    <a:pt x="4" y="11"/>
                    <a:pt x="4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39" name="Google Shape;4297;p80">
              <a:extLst>
                <a:ext uri="{FF2B5EF4-FFF2-40B4-BE49-F238E27FC236}">
                  <a16:creationId xmlns:a16="http://schemas.microsoft.com/office/drawing/2014/main" id="{D2C7FC18-96FD-B45B-2EEE-93F9D9D3BD5B}"/>
                </a:ext>
              </a:extLst>
            </p:cNvPr>
            <p:cNvSpPr/>
            <p:nvPr/>
          </p:nvSpPr>
          <p:spPr>
            <a:xfrm>
              <a:off x="2110365" y="1755899"/>
              <a:ext cx="68" cy="530"/>
            </a:xfrm>
            <a:custGeom>
              <a:avLst/>
              <a:gdLst/>
              <a:ahLst/>
              <a:cxnLst/>
              <a:rect l="l" t="t" r="r" b="b"/>
              <a:pathLst>
                <a:path w="5" h="39" extrusionOk="0">
                  <a:moveTo>
                    <a:pt x="4" y="0"/>
                  </a:moveTo>
                  <a:cubicBezTo>
                    <a:pt x="4" y="14"/>
                    <a:pt x="1" y="25"/>
                    <a:pt x="1" y="39"/>
                  </a:cubicBezTo>
                  <a:cubicBezTo>
                    <a:pt x="1" y="25"/>
                    <a:pt x="4" y="14"/>
                    <a:pt x="4" y="0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40" name="Google Shape;4298;p80">
              <a:extLst>
                <a:ext uri="{FF2B5EF4-FFF2-40B4-BE49-F238E27FC236}">
                  <a16:creationId xmlns:a16="http://schemas.microsoft.com/office/drawing/2014/main" id="{C7B751A2-61DD-EDB9-AC0B-2B1AE500DDE2}"/>
                </a:ext>
              </a:extLst>
            </p:cNvPr>
            <p:cNvSpPr/>
            <p:nvPr/>
          </p:nvSpPr>
          <p:spPr>
            <a:xfrm>
              <a:off x="2110515" y="1754704"/>
              <a:ext cx="54" cy="638"/>
            </a:xfrm>
            <a:custGeom>
              <a:avLst/>
              <a:gdLst/>
              <a:ahLst/>
              <a:cxnLst/>
              <a:rect l="l" t="t" r="r" b="b"/>
              <a:pathLst>
                <a:path w="4" h="47" extrusionOk="0">
                  <a:moveTo>
                    <a:pt x="4" y="1"/>
                  </a:moveTo>
                  <a:lnTo>
                    <a:pt x="4" y="1"/>
                  </a:lnTo>
                  <a:cubicBezTo>
                    <a:pt x="4" y="15"/>
                    <a:pt x="0" y="32"/>
                    <a:pt x="0" y="46"/>
                  </a:cubicBezTo>
                  <a:cubicBezTo>
                    <a:pt x="0" y="32"/>
                    <a:pt x="4" y="18"/>
                    <a:pt x="4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41" name="Google Shape;4299;p80">
              <a:extLst>
                <a:ext uri="{FF2B5EF4-FFF2-40B4-BE49-F238E27FC236}">
                  <a16:creationId xmlns:a16="http://schemas.microsoft.com/office/drawing/2014/main" id="{6D028416-FD72-A7F3-CE69-B7DBA2118CE3}"/>
                </a:ext>
              </a:extLst>
            </p:cNvPr>
            <p:cNvSpPr/>
            <p:nvPr/>
          </p:nvSpPr>
          <p:spPr>
            <a:xfrm>
              <a:off x="2119734" y="1788268"/>
              <a:ext cx="110385" cy="105294"/>
            </a:xfrm>
            <a:custGeom>
              <a:avLst/>
              <a:gdLst/>
              <a:ahLst/>
              <a:cxnLst/>
              <a:rect l="l" t="t" r="r" b="b"/>
              <a:pathLst>
                <a:path w="8130" h="7755" extrusionOk="0">
                  <a:moveTo>
                    <a:pt x="1152" y="0"/>
                  </a:moveTo>
                  <a:lnTo>
                    <a:pt x="1152" y="4"/>
                  </a:lnTo>
                  <a:cubicBezTo>
                    <a:pt x="1152" y="21"/>
                    <a:pt x="1152" y="35"/>
                    <a:pt x="1152" y="49"/>
                  </a:cubicBezTo>
                  <a:lnTo>
                    <a:pt x="1152" y="56"/>
                  </a:lnTo>
                  <a:cubicBezTo>
                    <a:pt x="1152" y="70"/>
                    <a:pt x="1152" y="84"/>
                    <a:pt x="1149" y="98"/>
                  </a:cubicBezTo>
                  <a:lnTo>
                    <a:pt x="1149" y="102"/>
                  </a:lnTo>
                  <a:lnTo>
                    <a:pt x="1149" y="137"/>
                  </a:lnTo>
                  <a:lnTo>
                    <a:pt x="1149" y="144"/>
                  </a:lnTo>
                  <a:lnTo>
                    <a:pt x="1149" y="175"/>
                  </a:lnTo>
                  <a:cubicBezTo>
                    <a:pt x="1156" y="371"/>
                    <a:pt x="988" y="392"/>
                    <a:pt x="914" y="399"/>
                  </a:cubicBezTo>
                  <a:lnTo>
                    <a:pt x="893" y="403"/>
                  </a:lnTo>
                  <a:lnTo>
                    <a:pt x="876" y="403"/>
                  </a:lnTo>
                  <a:cubicBezTo>
                    <a:pt x="799" y="466"/>
                    <a:pt x="729" y="536"/>
                    <a:pt x="659" y="606"/>
                  </a:cubicBezTo>
                  <a:lnTo>
                    <a:pt x="648" y="616"/>
                  </a:lnTo>
                  <a:lnTo>
                    <a:pt x="638" y="630"/>
                  </a:lnTo>
                  <a:lnTo>
                    <a:pt x="606" y="662"/>
                  </a:lnTo>
                  <a:cubicBezTo>
                    <a:pt x="547" y="718"/>
                    <a:pt x="498" y="767"/>
                    <a:pt x="473" y="788"/>
                  </a:cubicBezTo>
                  <a:cubicBezTo>
                    <a:pt x="431" y="833"/>
                    <a:pt x="417" y="896"/>
                    <a:pt x="442" y="952"/>
                  </a:cubicBezTo>
                  <a:cubicBezTo>
                    <a:pt x="494" y="1057"/>
                    <a:pt x="403" y="1334"/>
                    <a:pt x="344" y="1450"/>
                  </a:cubicBezTo>
                  <a:cubicBezTo>
                    <a:pt x="295" y="1527"/>
                    <a:pt x="232" y="1593"/>
                    <a:pt x="155" y="1642"/>
                  </a:cubicBezTo>
                  <a:lnTo>
                    <a:pt x="148" y="1646"/>
                  </a:lnTo>
                  <a:lnTo>
                    <a:pt x="113" y="1667"/>
                  </a:lnTo>
                  <a:lnTo>
                    <a:pt x="88" y="1684"/>
                  </a:lnTo>
                  <a:cubicBezTo>
                    <a:pt x="57" y="1705"/>
                    <a:pt x="29" y="1730"/>
                    <a:pt x="1" y="1754"/>
                  </a:cubicBezTo>
                  <a:cubicBezTo>
                    <a:pt x="1" y="1758"/>
                    <a:pt x="1" y="1761"/>
                    <a:pt x="1" y="1765"/>
                  </a:cubicBezTo>
                  <a:lnTo>
                    <a:pt x="1" y="1768"/>
                  </a:lnTo>
                  <a:cubicBezTo>
                    <a:pt x="1" y="1772"/>
                    <a:pt x="4" y="1775"/>
                    <a:pt x="4" y="1779"/>
                  </a:cubicBezTo>
                  <a:lnTo>
                    <a:pt x="8" y="1786"/>
                  </a:lnTo>
                  <a:lnTo>
                    <a:pt x="11" y="1796"/>
                  </a:lnTo>
                  <a:lnTo>
                    <a:pt x="18" y="1810"/>
                  </a:lnTo>
                  <a:lnTo>
                    <a:pt x="22" y="1817"/>
                  </a:lnTo>
                  <a:cubicBezTo>
                    <a:pt x="43" y="1852"/>
                    <a:pt x="67" y="1898"/>
                    <a:pt x="92" y="1936"/>
                  </a:cubicBezTo>
                  <a:cubicBezTo>
                    <a:pt x="148" y="2027"/>
                    <a:pt x="200" y="2118"/>
                    <a:pt x="242" y="2216"/>
                  </a:cubicBezTo>
                  <a:cubicBezTo>
                    <a:pt x="309" y="2360"/>
                    <a:pt x="270" y="2486"/>
                    <a:pt x="239" y="2584"/>
                  </a:cubicBezTo>
                  <a:cubicBezTo>
                    <a:pt x="214" y="2671"/>
                    <a:pt x="197" y="2727"/>
                    <a:pt x="225" y="2787"/>
                  </a:cubicBezTo>
                  <a:cubicBezTo>
                    <a:pt x="333" y="2997"/>
                    <a:pt x="267" y="3123"/>
                    <a:pt x="179" y="3228"/>
                  </a:cubicBezTo>
                  <a:cubicBezTo>
                    <a:pt x="144" y="3273"/>
                    <a:pt x="158" y="3343"/>
                    <a:pt x="176" y="3417"/>
                  </a:cubicBezTo>
                  <a:cubicBezTo>
                    <a:pt x="186" y="3452"/>
                    <a:pt x="190" y="3491"/>
                    <a:pt x="193" y="3526"/>
                  </a:cubicBezTo>
                  <a:cubicBezTo>
                    <a:pt x="200" y="3568"/>
                    <a:pt x="214" y="3606"/>
                    <a:pt x="235" y="3641"/>
                  </a:cubicBezTo>
                  <a:cubicBezTo>
                    <a:pt x="270" y="3708"/>
                    <a:pt x="305" y="3774"/>
                    <a:pt x="253" y="3823"/>
                  </a:cubicBezTo>
                  <a:cubicBezTo>
                    <a:pt x="249" y="3830"/>
                    <a:pt x="232" y="3844"/>
                    <a:pt x="214" y="3858"/>
                  </a:cubicBezTo>
                  <a:cubicBezTo>
                    <a:pt x="172" y="3897"/>
                    <a:pt x="137" y="3928"/>
                    <a:pt x="113" y="3953"/>
                  </a:cubicBezTo>
                  <a:cubicBezTo>
                    <a:pt x="57" y="4009"/>
                    <a:pt x="39" y="4037"/>
                    <a:pt x="36" y="4051"/>
                  </a:cubicBezTo>
                  <a:cubicBezTo>
                    <a:pt x="46" y="4079"/>
                    <a:pt x="67" y="4107"/>
                    <a:pt x="88" y="4131"/>
                  </a:cubicBezTo>
                  <a:lnTo>
                    <a:pt x="120" y="4166"/>
                  </a:lnTo>
                  <a:cubicBezTo>
                    <a:pt x="172" y="4226"/>
                    <a:pt x="221" y="4289"/>
                    <a:pt x="267" y="4355"/>
                  </a:cubicBezTo>
                  <a:cubicBezTo>
                    <a:pt x="337" y="4450"/>
                    <a:pt x="361" y="4572"/>
                    <a:pt x="340" y="4688"/>
                  </a:cubicBezTo>
                  <a:cubicBezTo>
                    <a:pt x="337" y="4726"/>
                    <a:pt x="333" y="4765"/>
                    <a:pt x="337" y="4803"/>
                  </a:cubicBezTo>
                  <a:cubicBezTo>
                    <a:pt x="351" y="4901"/>
                    <a:pt x="519" y="4971"/>
                    <a:pt x="655" y="4971"/>
                  </a:cubicBezTo>
                  <a:cubicBezTo>
                    <a:pt x="743" y="4975"/>
                    <a:pt x="827" y="4999"/>
                    <a:pt x="900" y="5041"/>
                  </a:cubicBezTo>
                  <a:cubicBezTo>
                    <a:pt x="949" y="5069"/>
                    <a:pt x="1005" y="5087"/>
                    <a:pt x="1061" y="5090"/>
                  </a:cubicBezTo>
                  <a:cubicBezTo>
                    <a:pt x="1072" y="5090"/>
                    <a:pt x="1082" y="5090"/>
                    <a:pt x="1093" y="5094"/>
                  </a:cubicBezTo>
                  <a:lnTo>
                    <a:pt x="1103" y="5097"/>
                  </a:lnTo>
                  <a:cubicBezTo>
                    <a:pt x="1110" y="5097"/>
                    <a:pt x="1114" y="5101"/>
                    <a:pt x="1121" y="5101"/>
                  </a:cubicBezTo>
                  <a:lnTo>
                    <a:pt x="1131" y="5108"/>
                  </a:lnTo>
                  <a:cubicBezTo>
                    <a:pt x="1138" y="5111"/>
                    <a:pt x="1145" y="5111"/>
                    <a:pt x="1149" y="5115"/>
                  </a:cubicBezTo>
                  <a:lnTo>
                    <a:pt x="1159" y="5122"/>
                  </a:lnTo>
                  <a:lnTo>
                    <a:pt x="1177" y="5132"/>
                  </a:lnTo>
                  <a:lnTo>
                    <a:pt x="1187" y="5143"/>
                  </a:lnTo>
                  <a:lnTo>
                    <a:pt x="1201" y="5157"/>
                  </a:lnTo>
                  <a:lnTo>
                    <a:pt x="1212" y="5167"/>
                  </a:lnTo>
                  <a:lnTo>
                    <a:pt x="1222" y="5181"/>
                  </a:lnTo>
                  <a:lnTo>
                    <a:pt x="1233" y="5195"/>
                  </a:lnTo>
                  <a:lnTo>
                    <a:pt x="1247" y="5209"/>
                  </a:lnTo>
                  <a:lnTo>
                    <a:pt x="1254" y="5227"/>
                  </a:lnTo>
                  <a:lnTo>
                    <a:pt x="1264" y="5244"/>
                  </a:lnTo>
                  <a:lnTo>
                    <a:pt x="1275" y="5258"/>
                  </a:lnTo>
                  <a:lnTo>
                    <a:pt x="1285" y="5279"/>
                  </a:lnTo>
                  <a:lnTo>
                    <a:pt x="1292" y="5297"/>
                  </a:lnTo>
                  <a:lnTo>
                    <a:pt x="1303" y="5318"/>
                  </a:lnTo>
                  <a:lnTo>
                    <a:pt x="1310" y="5335"/>
                  </a:lnTo>
                  <a:lnTo>
                    <a:pt x="1320" y="5360"/>
                  </a:lnTo>
                  <a:lnTo>
                    <a:pt x="1327" y="5377"/>
                  </a:lnTo>
                  <a:lnTo>
                    <a:pt x="1338" y="5402"/>
                  </a:lnTo>
                  <a:lnTo>
                    <a:pt x="1341" y="5419"/>
                  </a:lnTo>
                  <a:lnTo>
                    <a:pt x="1352" y="5451"/>
                  </a:lnTo>
                  <a:lnTo>
                    <a:pt x="1359" y="5465"/>
                  </a:lnTo>
                  <a:lnTo>
                    <a:pt x="1369" y="5504"/>
                  </a:lnTo>
                  <a:lnTo>
                    <a:pt x="1373" y="5511"/>
                  </a:lnTo>
                  <a:lnTo>
                    <a:pt x="1387" y="5560"/>
                  </a:lnTo>
                  <a:cubicBezTo>
                    <a:pt x="1425" y="5560"/>
                    <a:pt x="1485" y="5563"/>
                    <a:pt x="1555" y="5567"/>
                  </a:cubicBezTo>
                  <a:lnTo>
                    <a:pt x="1562" y="5567"/>
                  </a:lnTo>
                  <a:lnTo>
                    <a:pt x="1600" y="5570"/>
                  </a:lnTo>
                  <a:lnTo>
                    <a:pt x="1625" y="5574"/>
                  </a:lnTo>
                  <a:lnTo>
                    <a:pt x="1646" y="5574"/>
                  </a:lnTo>
                  <a:cubicBezTo>
                    <a:pt x="1733" y="5584"/>
                    <a:pt x="1821" y="5598"/>
                    <a:pt x="1909" y="5619"/>
                  </a:cubicBezTo>
                  <a:lnTo>
                    <a:pt x="1916" y="5619"/>
                  </a:lnTo>
                  <a:lnTo>
                    <a:pt x="1965" y="5630"/>
                  </a:lnTo>
                  <a:lnTo>
                    <a:pt x="1979" y="5637"/>
                  </a:lnTo>
                  <a:lnTo>
                    <a:pt x="2003" y="5644"/>
                  </a:lnTo>
                  <a:lnTo>
                    <a:pt x="2035" y="5654"/>
                  </a:lnTo>
                  <a:lnTo>
                    <a:pt x="2056" y="5661"/>
                  </a:lnTo>
                  <a:lnTo>
                    <a:pt x="2084" y="5672"/>
                  </a:lnTo>
                  <a:lnTo>
                    <a:pt x="2094" y="5675"/>
                  </a:lnTo>
                  <a:cubicBezTo>
                    <a:pt x="2108" y="5682"/>
                    <a:pt x="2119" y="5689"/>
                    <a:pt x="2133" y="5693"/>
                  </a:cubicBezTo>
                  <a:lnTo>
                    <a:pt x="2140" y="5700"/>
                  </a:lnTo>
                  <a:cubicBezTo>
                    <a:pt x="2154" y="5707"/>
                    <a:pt x="2164" y="5710"/>
                    <a:pt x="2175" y="5721"/>
                  </a:cubicBezTo>
                  <a:cubicBezTo>
                    <a:pt x="2196" y="5731"/>
                    <a:pt x="2213" y="5745"/>
                    <a:pt x="2231" y="5759"/>
                  </a:cubicBezTo>
                  <a:cubicBezTo>
                    <a:pt x="2336" y="5836"/>
                    <a:pt x="2427" y="5931"/>
                    <a:pt x="2504" y="6032"/>
                  </a:cubicBezTo>
                  <a:lnTo>
                    <a:pt x="3407" y="5546"/>
                  </a:lnTo>
                  <a:lnTo>
                    <a:pt x="7517" y="7755"/>
                  </a:lnTo>
                  <a:lnTo>
                    <a:pt x="7517" y="7509"/>
                  </a:lnTo>
                  <a:lnTo>
                    <a:pt x="8021" y="7509"/>
                  </a:lnTo>
                  <a:lnTo>
                    <a:pt x="8021" y="2213"/>
                  </a:lnTo>
                  <a:cubicBezTo>
                    <a:pt x="8017" y="2097"/>
                    <a:pt x="8003" y="1978"/>
                    <a:pt x="7979" y="1863"/>
                  </a:cubicBezTo>
                  <a:cubicBezTo>
                    <a:pt x="7940" y="1677"/>
                    <a:pt x="7909" y="1513"/>
                    <a:pt x="8035" y="1362"/>
                  </a:cubicBezTo>
                  <a:cubicBezTo>
                    <a:pt x="8098" y="1285"/>
                    <a:pt x="8088" y="1239"/>
                    <a:pt x="8070" y="1145"/>
                  </a:cubicBezTo>
                  <a:cubicBezTo>
                    <a:pt x="8031" y="998"/>
                    <a:pt x="8039" y="844"/>
                    <a:pt x="8091" y="707"/>
                  </a:cubicBezTo>
                  <a:lnTo>
                    <a:pt x="8105" y="672"/>
                  </a:lnTo>
                  <a:lnTo>
                    <a:pt x="8130" y="602"/>
                  </a:lnTo>
                  <a:cubicBezTo>
                    <a:pt x="8130" y="599"/>
                    <a:pt x="8126" y="595"/>
                    <a:pt x="8126" y="592"/>
                  </a:cubicBezTo>
                  <a:cubicBezTo>
                    <a:pt x="8105" y="536"/>
                    <a:pt x="7923" y="511"/>
                    <a:pt x="7671" y="476"/>
                  </a:cubicBezTo>
                  <a:cubicBezTo>
                    <a:pt x="7601" y="466"/>
                    <a:pt x="7527" y="455"/>
                    <a:pt x="7443" y="441"/>
                  </a:cubicBezTo>
                  <a:cubicBezTo>
                    <a:pt x="7191" y="403"/>
                    <a:pt x="7100" y="298"/>
                    <a:pt x="7020" y="203"/>
                  </a:cubicBezTo>
                  <a:cubicBezTo>
                    <a:pt x="6939" y="112"/>
                    <a:pt x="6869" y="28"/>
                    <a:pt x="6614" y="14"/>
                  </a:cubicBezTo>
                  <a:cubicBezTo>
                    <a:pt x="6596" y="13"/>
                    <a:pt x="6579" y="13"/>
                    <a:pt x="6561" y="13"/>
                  </a:cubicBezTo>
                  <a:cubicBezTo>
                    <a:pt x="6217" y="13"/>
                    <a:pt x="5801" y="203"/>
                    <a:pt x="5584" y="399"/>
                  </a:cubicBezTo>
                  <a:cubicBezTo>
                    <a:pt x="5476" y="501"/>
                    <a:pt x="5465" y="557"/>
                    <a:pt x="5465" y="574"/>
                  </a:cubicBezTo>
                  <a:cubicBezTo>
                    <a:pt x="5469" y="658"/>
                    <a:pt x="5490" y="735"/>
                    <a:pt x="5525" y="812"/>
                  </a:cubicBezTo>
                  <a:cubicBezTo>
                    <a:pt x="5588" y="970"/>
                    <a:pt x="5658" y="1148"/>
                    <a:pt x="5525" y="1323"/>
                  </a:cubicBezTo>
                  <a:cubicBezTo>
                    <a:pt x="5427" y="1446"/>
                    <a:pt x="5287" y="1523"/>
                    <a:pt x="5129" y="1534"/>
                  </a:cubicBezTo>
                  <a:cubicBezTo>
                    <a:pt x="5113" y="1535"/>
                    <a:pt x="5096" y="1535"/>
                    <a:pt x="5079" y="1535"/>
                  </a:cubicBezTo>
                  <a:cubicBezTo>
                    <a:pt x="4897" y="1535"/>
                    <a:pt x="4721" y="1466"/>
                    <a:pt x="4587" y="1341"/>
                  </a:cubicBezTo>
                  <a:cubicBezTo>
                    <a:pt x="4303" y="1085"/>
                    <a:pt x="3901" y="994"/>
                    <a:pt x="3620" y="994"/>
                  </a:cubicBezTo>
                  <a:cubicBezTo>
                    <a:pt x="3410" y="994"/>
                    <a:pt x="3214" y="914"/>
                    <a:pt x="3102" y="784"/>
                  </a:cubicBezTo>
                  <a:cubicBezTo>
                    <a:pt x="3036" y="714"/>
                    <a:pt x="3004" y="623"/>
                    <a:pt x="3015" y="532"/>
                  </a:cubicBezTo>
                  <a:cubicBezTo>
                    <a:pt x="3025" y="431"/>
                    <a:pt x="3015" y="350"/>
                    <a:pt x="2710" y="287"/>
                  </a:cubicBezTo>
                  <a:cubicBezTo>
                    <a:pt x="2619" y="266"/>
                    <a:pt x="2528" y="235"/>
                    <a:pt x="2444" y="196"/>
                  </a:cubicBezTo>
                  <a:cubicBezTo>
                    <a:pt x="2294" y="134"/>
                    <a:pt x="2142" y="71"/>
                    <a:pt x="1934" y="71"/>
                  </a:cubicBezTo>
                  <a:cubicBezTo>
                    <a:pt x="1875" y="71"/>
                    <a:pt x="1810" y="76"/>
                    <a:pt x="1740" y="88"/>
                  </a:cubicBezTo>
                  <a:cubicBezTo>
                    <a:pt x="1688" y="96"/>
                    <a:pt x="1635" y="100"/>
                    <a:pt x="1582" y="100"/>
                  </a:cubicBezTo>
                  <a:cubicBezTo>
                    <a:pt x="1434" y="100"/>
                    <a:pt x="1287" y="67"/>
                    <a:pt x="1152" y="0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42" name="Google Shape;4300;p80">
              <a:extLst>
                <a:ext uri="{FF2B5EF4-FFF2-40B4-BE49-F238E27FC236}">
                  <a16:creationId xmlns:a16="http://schemas.microsoft.com/office/drawing/2014/main" id="{07CFC9CC-040F-FB60-56DB-65886695736A}"/>
                </a:ext>
              </a:extLst>
            </p:cNvPr>
            <p:cNvSpPr/>
            <p:nvPr/>
          </p:nvSpPr>
          <p:spPr>
            <a:xfrm>
              <a:off x="2135375" y="1790168"/>
              <a:ext cx="14" cy="109"/>
            </a:xfrm>
            <a:custGeom>
              <a:avLst/>
              <a:gdLst/>
              <a:ahLst/>
              <a:cxnLst/>
              <a:rect l="l" t="t" r="r" b="b"/>
              <a:pathLst>
                <a:path w="1" h="8" extrusionOk="0">
                  <a:moveTo>
                    <a:pt x="0" y="7"/>
                  </a:moveTo>
                  <a:lnTo>
                    <a:pt x="0" y="0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43" name="Google Shape;4301;p80">
              <a:extLst>
                <a:ext uri="{FF2B5EF4-FFF2-40B4-BE49-F238E27FC236}">
                  <a16:creationId xmlns:a16="http://schemas.microsoft.com/office/drawing/2014/main" id="{AD9B3F53-A47B-7E12-3553-6F16FE0CDF32}"/>
                </a:ext>
              </a:extLst>
            </p:cNvPr>
            <p:cNvSpPr/>
            <p:nvPr/>
          </p:nvSpPr>
          <p:spPr>
            <a:xfrm>
              <a:off x="2127962" y="1796916"/>
              <a:ext cx="434" cy="434"/>
            </a:xfrm>
            <a:custGeom>
              <a:avLst/>
              <a:gdLst/>
              <a:ahLst/>
              <a:cxnLst/>
              <a:rect l="l" t="t" r="r" b="b"/>
              <a:pathLst>
                <a:path w="32" h="32" extrusionOk="0">
                  <a:moveTo>
                    <a:pt x="0" y="32"/>
                  </a:moveTo>
                  <a:lnTo>
                    <a:pt x="32" y="0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44" name="Google Shape;4302;p80">
              <a:extLst>
                <a:ext uri="{FF2B5EF4-FFF2-40B4-BE49-F238E27FC236}">
                  <a16:creationId xmlns:a16="http://schemas.microsoft.com/office/drawing/2014/main" id="{5535F5FB-B2D0-2C47-8FA9-8B59FD14B8BD}"/>
                </a:ext>
              </a:extLst>
            </p:cNvPr>
            <p:cNvSpPr/>
            <p:nvPr/>
          </p:nvSpPr>
          <p:spPr>
            <a:xfrm>
              <a:off x="2128573" y="1796577"/>
              <a:ext cx="109" cy="163"/>
            </a:xfrm>
            <a:custGeom>
              <a:avLst/>
              <a:gdLst/>
              <a:ahLst/>
              <a:cxnLst/>
              <a:rect l="l" t="t" r="r" b="b"/>
              <a:pathLst>
                <a:path w="8" h="12" extrusionOk="0">
                  <a:moveTo>
                    <a:pt x="1" y="11"/>
                  </a:moveTo>
                  <a:lnTo>
                    <a:pt x="8" y="1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45" name="Google Shape;4303;p80">
              <a:extLst>
                <a:ext uri="{FF2B5EF4-FFF2-40B4-BE49-F238E27FC236}">
                  <a16:creationId xmlns:a16="http://schemas.microsoft.com/office/drawing/2014/main" id="{74B4D8F4-7FBC-2BED-2BCD-A1BAFF9710F4}"/>
                </a:ext>
              </a:extLst>
            </p:cNvPr>
            <p:cNvSpPr/>
            <p:nvPr/>
          </p:nvSpPr>
          <p:spPr>
            <a:xfrm>
              <a:off x="2135416" y="1789028"/>
              <a:ext cx="14" cy="14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1" y="0"/>
                  </a:move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46" name="Google Shape;4304;p80">
              <a:extLst>
                <a:ext uri="{FF2B5EF4-FFF2-40B4-BE49-F238E27FC236}">
                  <a16:creationId xmlns:a16="http://schemas.microsoft.com/office/drawing/2014/main" id="{C7A1B035-31E8-1B9B-F901-C7F781A35248}"/>
                </a:ext>
              </a:extLst>
            </p:cNvPr>
            <p:cNvSpPr/>
            <p:nvPr/>
          </p:nvSpPr>
          <p:spPr>
            <a:xfrm>
              <a:off x="2131668" y="1793821"/>
              <a:ext cx="54" cy="14"/>
            </a:xfrm>
            <a:custGeom>
              <a:avLst/>
              <a:gdLst/>
              <a:ahLst/>
              <a:cxnLst/>
              <a:rect l="l" t="t" r="r" b="b"/>
              <a:pathLst>
                <a:path w="4" h="1" extrusionOk="0">
                  <a:moveTo>
                    <a:pt x="0" y="1"/>
                  </a:moveTo>
                  <a:lnTo>
                    <a:pt x="0" y="1"/>
                  </a:lnTo>
                  <a:lnTo>
                    <a:pt x="4" y="1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47" name="Google Shape;4305;p80">
              <a:extLst>
                <a:ext uri="{FF2B5EF4-FFF2-40B4-BE49-F238E27FC236}">
                  <a16:creationId xmlns:a16="http://schemas.microsoft.com/office/drawing/2014/main" id="{B26F2024-6ED0-E67D-D395-2905F5653920}"/>
                </a:ext>
              </a:extLst>
            </p:cNvPr>
            <p:cNvSpPr/>
            <p:nvPr/>
          </p:nvSpPr>
          <p:spPr>
            <a:xfrm>
              <a:off x="2131899" y="1793726"/>
              <a:ext cx="299" cy="68"/>
            </a:xfrm>
            <a:custGeom>
              <a:avLst/>
              <a:gdLst/>
              <a:ahLst/>
              <a:cxnLst/>
              <a:rect l="l" t="t" r="r" b="b"/>
              <a:pathLst>
                <a:path w="22" h="5" extrusionOk="0">
                  <a:moveTo>
                    <a:pt x="1" y="4"/>
                  </a:moveTo>
                  <a:lnTo>
                    <a:pt x="22" y="1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48" name="Google Shape;4306;p80">
              <a:extLst>
                <a:ext uri="{FF2B5EF4-FFF2-40B4-BE49-F238E27FC236}">
                  <a16:creationId xmlns:a16="http://schemas.microsoft.com/office/drawing/2014/main" id="{A9F6D896-4CFC-E433-7314-36E6EC808914}"/>
                </a:ext>
              </a:extLst>
            </p:cNvPr>
            <p:cNvSpPr/>
            <p:nvPr/>
          </p:nvSpPr>
          <p:spPr>
            <a:xfrm>
              <a:off x="2131763" y="1793821"/>
              <a:ext cx="109" cy="14"/>
            </a:xfrm>
            <a:custGeom>
              <a:avLst/>
              <a:gdLst/>
              <a:ahLst/>
              <a:cxnLst/>
              <a:rect l="l" t="t" r="r" b="b"/>
              <a:pathLst>
                <a:path w="8" h="1" extrusionOk="0">
                  <a:moveTo>
                    <a:pt x="0" y="1"/>
                  </a:moveTo>
                  <a:lnTo>
                    <a:pt x="7" y="1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49" name="Google Shape;4307;p80">
              <a:extLst>
                <a:ext uri="{FF2B5EF4-FFF2-40B4-BE49-F238E27FC236}">
                  <a16:creationId xmlns:a16="http://schemas.microsoft.com/office/drawing/2014/main" id="{AF37AC34-71AF-C873-CB1A-D6E04449C737}"/>
                </a:ext>
              </a:extLst>
            </p:cNvPr>
            <p:cNvSpPr/>
            <p:nvPr/>
          </p:nvSpPr>
          <p:spPr>
            <a:xfrm>
              <a:off x="2121825" y="1808036"/>
              <a:ext cx="2580" cy="2485"/>
            </a:xfrm>
            <a:custGeom>
              <a:avLst/>
              <a:gdLst/>
              <a:ahLst/>
              <a:cxnLst/>
              <a:rect l="l" t="t" r="r" b="b"/>
              <a:pathLst>
                <a:path w="190" h="183" extrusionOk="0">
                  <a:moveTo>
                    <a:pt x="190" y="1"/>
                  </a:moveTo>
                  <a:cubicBezTo>
                    <a:pt x="141" y="74"/>
                    <a:pt x="78" y="137"/>
                    <a:pt x="1" y="183"/>
                  </a:cubicBezTo>
                  <a:lnTo>
                    <a:pt x="1" y="183"/>
                  </a:lnTo>
                  <a:cubicBezTo>
                    <a:pt x="78" y="137"/>
                    <a:pt x="141" y="74"/>
                    <a:pt x="190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50" name="Google Shape;4308;p80">
              <a:extLst>
                <a:ext uri="{FF2B5EF4-FFF2-40B4-BE49-F238E27FC236}">
                  <a16:creationId xmlns:a16="http://schemas.microsoft.com/office/drawing/2014/main" id="{EB653AF0-7F07-D44B-D486-F93B5B2D4EB6}"/>
                </a:ext>
              </a:extLst>
            </p:cNvPr>
            <p:cNvSpPr/>
            <p:nvPr/>
          </p:nvSpPr>
          <p:spPr>
            <a:xfrm>
              <a:off x="2120929" y="1810847"/>
              <a:ext cx="448" cy="299"/>
            </a:xfrm>
            <a:custGeom>
              <a:avLst/>
              <a:gdLst/>
              <a:ahLst/>
              <a:cxnLst/>
              <a:rect l="l" t="t" r="r" b="b"/>
              <a:pathLst>
                <a:path w="33" h="22" extrusionOk="0">
                  <a:moveTo>
                    <a:pt x="33" y="0"/>
                  </a:moveTo>
                  <a:lnTo>
                    <a:pt x="28" y="4"/>
                  </a:lnTo>
                  <a:lnTo>
                    <a:pt x="0" y="21"/>
                  </a:lnTo>
                  <a:lnTo>
                    <a:pt x="7" y="18"/>
                  </a:lnTo>
                  <a:lnTo>
                    <a:pt x="33" y="0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51" name="Google Shape;4309;p80">
              <a:extLst>
                <a:ext uri="{FF2B5EF4-FFF2-40B4-BE49-F238E27FC236}">
                  <a16:creationId xmlns:a16="http://schemas.microsoft.com/office/drawing/2014/main" id="{33AD3DA1-BE80-E26F-E280-E229CB94AA08}"/>
                </a:ext>
              </a:extLst>
            </p:cNvPr>
            <p:cNvSpPr/>
            <p:nvPr/>
          </p:nvSpPr>
          <p:spPr>
            <a:xfrm>
              <a:off x="2135375" y="1789639"/>
              <a:ext cx="14" cy="68"/>
            </a:xfrm>
            <a:custGeom>
              <a:avLst/>
              <a:gdLst/>
              <a:ahLst/>
              <a:cxnLst/>
              <a:rect l="l" t="t" r="r" b="b"/>
              <a:pathLst>
                <a:path w="1" h="5" extrusionOk="0">
                  <a:moveTo>
                    <a:pt x="0" y="4"/>
                  </a:moveTo>
                  <a:lnTo>
                    <a:pt x="0" y="1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52" name="Google Shape;4310;p80">
              <a:extLst>
                <a:ext uri="{FF2B5EF4-FFF2-40B4-BE49-F238E27FC236}">
                  <a16:creationId xmlns:a16="http://schemas.microsoft.com/office/drawing/2014/main" id="{90AB4EEC-D8F9-9367-E263-8D4E04A0CAA3}"/>
                </a:ext>
              </a:extLst>
            </p:cNvPr>
            <p:cNvSpPr/>
            <p:nvPr/>
          </p:nvSpPr>
          <p:spPr>
            <a:xfrm>
              <a:off x="2135470" y="1788308"/>
              <a:ext cx="14" cy="14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0" y="1"/>
                  </a:move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53" name="Google Shape;4311;p80">
              <a:extLst>
                <a:ext uri="{FF2B5EF4-FFF2-40B4-BE49-F238E27FC236}">
                  <a16:creationId xmlns:a16="http://schemas.microsoft.com/office/drawing/2014/main" id="{3B819271-973F-737A-394F-631A19B1AEEA}"/>
                </a:ext>
              </a:extLst>
            </p:cNvPr>
            <p:cNvSpPr/>
            <p:nvPr/>
          </p:nvSpPr>
          <p:spPr>
            <a:xfrm>
              <a:off x="2120114" y="1812884"/>
              <a:ext cx="964" cy="1684"/>
            </a:xfrm>
            <a:custGeom>
              <a:avLst/>
              <a:gdLst/>
              <a:ahLst/>
              <a:cxnLst/>
              <a:rect l="l" t="t" r="r" b="b"/>
              <a:pathLst>
                <a:path w="71" h="124" extrusionOk="0">
                  <a:moveTo>
                    <a:pt x="1" y="1"/>
                  </a:moveTo>
                  <a:cubicBezTo>
                    <a:pt x="18" y="39"/>
                    <a:pt x="46" y="85"/>
                    <a:pt x="71" y="123"/>
                  </a:cubicBezTo>
                  <a:cubicBezTo>
                    <a:pt x="46" y="85"/>
                    <a:pt x="18" y="39"/>
                    <a:pt x="1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54" name="Google Shape;4312;p80">
              <a:extLst>
                <a:ext uri="{FF2B5EF4-FFF2-40B4-BE49-F238E27FC236}">
                  <a16:creationId xmlns:a16="http://schemas.microsoft.com/office/drawing/2014/main" id="{A0B300EF-BABD-FFDB-6A29-1B5A7B5555EA}"/>
                </a:ext>
              </a:extLst>
            </p:cNvPr>
            <p:cNvSpPr/>
            <p:nvPr/>
          </p:nvSpPr>
          <p:spPr>
            <a:xfrm>
              <a:off x="2137222" y="1859943"/>
              <a:ext cx="163" cy="244"/>
            </a:xfrm>
            <a:custGeom>
              <a:avLst/>
              <a:gdLst/>
              <a:ahLst/>
              <a:cxnLst/>
              <a:rect l="l" t="t" r="r" b="b"/>
              <a:pathLst>
                <a:path w="12" h="18" extrusionOk="0">
                  <a:moveTo>
                    <a:pt x="1" y="0"/>
                  </a:moveTo>
                  <a:lnTo>
                    <a:pt x="11" y="18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55" name="Google Shape;4313;p80">
              <a:extLst>
                <a:ext uri="{FF2B5EF4-FFF2-40B4-BE49-F238E27FC236}">
                  <a16:creationId xmlns:a16="http://schemas.microsoft.com/office/drawing/2014/main" id="{CE03E0E7-699E-2ACD-A6AD-76C7964F74BC}"/>
                </a:ext>
              </a:extLst>
            </p:cNvPr>
            <p:cNvSpPr/>
            <p:nvPr/>
          </p:nvSpPr>
          <p:spPr>
            <a:xfrm>
              <a:off x="2134615" y="1857418"/>
              <a:ext cx="149" cy="68"/>
            </a:xfrm>
            <a:custGeom>
              <a:avLst/>
              <a:gdLst/>
              <a:ahLst/>
              <a:cxnLst/>
              <a:rect l="l" t="t" r="r" b="b"/>
              <a:pathLst>
                <a:path w="11" h="5" extrusionOk="0">
                  <a:moveTo>
                    <a:pt x="0" y="1"/>
                  </a:moveTo>
                  <a:lnTo>
                    <a:pt x="11" y="4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56" name="Google Shape;4314;p80">
              <a:extLst>
                <a:ext uri="{FF2B5EF4-FFF2-40B4-BE49-F238E27FC236}">
                  <a16:creationId xmlns:a16="http://schemas.microsoft.com/office/drawing/2014/main" id="{9D57E15F-F42E-26CC-F0F2-FB4E8C08DCB5}"/>
                </a:ext>
              </a:extLst>
            </p:cNvPr>
            <p:cNvSpPr/>
            <p:nvPr/>
          </p:nvSpPr>
          <p:spPr>
            <a:xfrm>
              <a:off x="2136706" y="1859034"/>
              <a:ext cx="149" cy="204"/>
            </a:xfrm>
            <a:custGeom>
              <a:avLst/>
              <a:gdLst/>
              <a:ahLst/>
              <a:cxnLst/>
              <a:rect l="l" t="t" r="r" b="b"/>
              <a:pathLst>
                <a:path w="11" h="15" extrusionOk="0">
                  <a:moveTo>
                    <a:pt x="0" y="1"/>
                  </a:moveTo>
                  <a:lnTo>
                    <a:pt x="11" y="15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57" name="Google Shape;4315;p80">
              <a:extLst>
                <a:ext uri="{FF2B5EF4-FFF2-40B4-BE49-F238E27FC236}">
                  <a16:creationId xmlns:a16="http://schemas.microsoft.com/office/drawing/2014/main" id="{A8883D28-AF28-BF47-098E-DFD53DE83FDB}"/>
                </a:ext>
              </a:extLst>
            </p:cNvPr>
            <p:cNvSpPr/>
            <p:nvPr/>
          </p:nvSpPr>
          <p:spPr>
            <a:xfrm>
              <a:off x="2137466" y="1860459"/>
              <a:ext cx="149" cy="258"/>
            </a:xfrm>
            <a:custGeom>
              <a:avLst/>
              <a:gdLst/>
              <a:ahLst/>
              <a:cxnLst/>
              <a:rect l="l" t="t" r="r" b="b"/>
              <a:pathLst>
                <a:path w="11" h="19" extrusionOk="0">
                  <a:moveTo>
                    <a:pt x="0" y="1"/>
                  </a:moveTo>
                  <a:lnTo>
                    <a:pt x="11" y="18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58" name="Google Shape;4316;p80">
              <a:extLst>
                <a:ext uri="{FF2B5EF4-FFF2-40B4-BE49-F238E27FC236}">
                  <a16:creationId xmlns:a16="http://schemas.microsoft.com/office/drawing/2014/main" id="{84BFA155-624D-6A97-CEEE-4FC5015FDCFB}"/>
                </a:ext>
              </a:extLst>
            </p:cNvPr>
            <p:cNvSpPr/>
            <p:nvPr/>
          </p:nvSpPr>
          <p:spPr>
            <a:xfrm>
              <a:off x="2119788" y="1811132"/>
              <a:ext cx="1195" cy="964"/>
            </a:xfrm>
            <a:custGeom>
              <a:avLst/>
              <a:gdLst/>
              <a:ahLst/>
              <a:cxnLst/>
              <a:rect l="l" t="t" r="r" b="b"/>
              <a:pathLst>
                <a:path w="88" h="71" extrusionOk="0">
                  <a:moveTo>
                    <a:pt x="88" y="0"/>
                  </a:moveTo>
                  <a:lnTo>
                    <a:pt x="88" y="0"/>
                  </a:lnTo>
                  <a:cubicBezTo>
                    <a:pt x="81" y="4"/>
                    <a:pt x="75" y="9"/>
                    <a:pt x="69" y="13"/>
                  </a:cubicBezTo>
                  <a:lnTo>
                    <a:pt x="69" y="13"/>
                  </a:lnTo>
                  <a:cubicBezTo>
                    <a:pt x="70" y="12"/>
                    <a:pt x="72" y="11"/>
                    <a:pt x="74" y="11"/>
                  </a:cubicBezTo>
                  <a:lnTo>
                    <a:pt x="88" y="0"/>
                  </a:lnTo>
                  <a:close/>
                  <a:moveTo>
                    <a:pt x="69" y="13"/>
                  </a:moveTo>
                  <a:lnTo>
                    <a:pt x="69" y="13"/>
                  </a:lnTo>
                  <a:cubicBezTo>
                    <a:pt x="43" y="27"/>
                    <a:pt x="20" y="47"/>
                    <a:pt x="0" y="70"/>
                  </a:cubicBezTo>
                  <a:cubicBezTo>
                    <a:pt x="20" y="51"/>
                    <a:pt x="44" y="31"/>
                    <a:pt x="69" y="13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59" name="Google Shape;4317;p80">
              <a:extLst>
                <a:ext uri="{FF2B5EF4-FFF2-40B4-BE49-F238E27FC236}">
                  <a16:creationId xmlns:a16="http://schemas.microsoft.com/office/drawing/2014/main" id="{DF8DA538-1E45-2132-1EF0-8EDD40D9D4A0}"/>
                </a:ext>
              </a:extLst>
            </p:cNvPr>
            <p:cNvSpPr/>
            <p:nvPr/>
          </p:nvSpPr>
          <p:spPr>
            <a:xfrm>
              <a:off x="2137697" y="1861029"/>
              <a:ext cx="109" cy="258"/>
            </a:xfrm>
            <a:custGeom>
              <a:avLst/>
              <a:gdLst/>
              <a:ahLst/>
              <a:cxnLst/>
              <a:rect l="l" t="t" r="r" b="b"/>
              <a:pathLst>
                <a:path w="8" h="19" extrusionOk="0">
                  <a:moveTo>
                    <a:pt x="1" y="1"/>
                  </a:moveTo>
                  <a:lnTo>
                    <a:pt x="8" y="18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60" name="Google Shape;4318;p80">
              <a:extLst>
                <a:ext uri="{FF2B5EF4-FFF2-40B4-BE49-F238E27FC236}">
                  <a16:creationId xmlns:a16="http://schemas.microsoft.com/office/drawing/2014/main" id="{E78622B9-BC84-6B8D-6EB7-17B13DC20C4E}"/>
                </a:ext>
              </a:extLst>
            </p:cNvPr>
            <p:cNvSpPr/>
            <p:nvPr/>
          </p:nvSpPr>
          <p:spPr>
            <a:xfrm>
              <a:off x="2135036" y="1857567"/>
              <a:ext cx="163" cy="54"/>
            </a:xfrm>
            <a:custGeom>
              <a:avLst/>
              <a:gdLst/>
              <a:ahLst/>
              <a:cxnLst/>
              <a:rect l="l" t="t" r="r" b="b"/>
              <a:pathLst>
                <a:path w="12" h="4" extrusionOk="0">
                  <a:moveTo>
                    <a:pt x="1" y="0"/>
                  </a:moveTo>
                  <a:lnTo>
                    <a:pt x="11" y="4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61" name="Google Shape;4319;p80">
              <a:extLst>
                <a:ext uri="{FF2B5EF4-FFF2-40B4-BE49-F238E27FC236}">
                  <a16:creationId xmlns:a16="http://schemas.microsoft.com/office/drawing/2014/main" id="{B5373ABC-A2E5-2FCE-A505-CC87D08E659B}"/>
                </a:ext>
              </a:extLst>
            </p:cNvPr>
            <p:cNvSpPr/>
            <p:nvPr/>
          </p:nvSpPr>
          <p:spPr>
            <a:xfrm>
              <a:off x="2137982" y="1861654"/>
              <a:ext cx="68" cy="204"/>
            </a:xfrm>
            <a:custGeom>
              <a:avLst/>
              <a:gdLst/>
              <a:ahLst/>
              <a:cxnLst/>
              <a:rect l="l" t="t" r="r" b="b"/>
              <a:pathLst>
                <a:path w="5" h="15" extrusionOk="0">
                  <a:moveTo>
                    <a:pt x="1" y="0"/>
                  </a:moveTo>
                  <a:lnTo>
                    <a:pt x="4" y="14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62" name="Google Shape;4320;p80">
              <a:extLst>
                <a:ext uri="{FF2B5EF4-FFF2-40B4-BE49-F238E27FC236}">
                  <a16:creationId xmlns:a16="http://schemas.microsoft.com/office/drawing/2014/main" id="{CE61D394-9415-03EE-1B43-6ADAC6BFA909}"/>
                </a:ext>
              </a:extLst>
            </p:cNvPr>
            <p:cNvSpPr/>
            <p:nvPr/>
          </p:nvSpPr>
          <p:spPr>
            <a:xfrm>
              <a:off x="2138172" y="1862265"/>
              <a:ext cx="68" cy="204"/>
            </a:xfrm>
            <a:custGeom>
              <a:avLst/>
              <a:gdLst/>
              <a:ahLst/>
              <a:cxnLst/>
              <a:rect l="l" t="t" r="r" b="b"/>
              <a:pathLst>
                <a:path w="5" h="15" extrusionOk="0">
                  <a:moveTo>
                    <a:pt x="1" y="1"/>
                  </a:moveTo>
                  <a:lnTo>
                    <a:pt x="4" y="15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63" name="Google Shape;4321;p80">
              <a:extLst>
                <a:ext uri="{FF2B5EF4-FFF2-40B4-BE49-F238E27FC236}">
                  <a16:creationId xmlns:a16="http://schemas.microsoft.com/office/drawing/2014/main" id="{698A267E-609B-D075-DD4F-4549DAA91793}"/>
                </a:ext>
              </a:extLst>
            </p:cNvPr>
            <p:cNvSpPr/>
            <p:nvPr/>
          </p:nvSpPr>
          <p:spPr>
            <a:xfrm>
              <a:off x="2136081" y="1858273"/>
              <a:ext cx="163" cy="163"/>
            </a:xfrm>
            <a:custGeom>
              <a:avLst/>
              <a:gdLst/>
              <a:ahLst/>
              <a:cxnLst/>
              <a:rect l="l" t="t" r="r" b="b"/>
              <a:pathLst>
                <a:path w="12" h="12" extrusionOk="0">
                  <a:moveTo>
                    <a:pt x="1" y="1"/>
                  </a:moveTo>
                  <a:lnTo>
                    <a:pt x="11" y="11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64" name="Google Shape;4322;p80">
              <a:extLst>
                <a:ext uri="{FF2B5EF4-FFF2-40B4-BE49-F238E27FC236}">
                  <a16:creationId xmlns:a16="http://schemas.microsoft.com/office/drawing/2014/main" id="{447770ED-DE99-DD27-BD61-31CFB701A54D}"/>
                </a:ext>
              </a:extLst>
            </p:cNvPr>
            <p:cNvSpPr/>
            <p:nvPr/>
          </p:nvSpPr>
          <p:spPr>
            <a:xfrm>
              <a:off x="2136421" y="1858613"/>
              <a:ext cx="149" cy="204"/>
            </a:xfrm>
            <a:custGeom>
              <a:avLst/>
              <a:gdLst/>
              <a:ahLst/>
              <a:cxnLst/>
              <a:rect l="l" t="t" r="r" b="b"/>
              <a:pathLst>
                <a:path w="11" h="15" extrusionOk="0">
                  <a:moveTo>
                    <a:pt x="0" y="0"/>
                  </a:moveTo>
                  <a:lnTo>
                    <a:pt x="11" y="14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65" name="Google Shape;4323;p80">
              <a:extLst>
                <a:ext uri="{FF2B5EF4-FFF2-40B4-BE49-F238E27FC236}">
                  <a16:creationId xmlns:a16="http://schemas.microsoft.com/office/drawing/2014/main" id="{D228957E-90E8-138A-DDFA-0726C3859E91}"/>
                </a:ext>
              </a:extLst>
            </p:cNvPr>
            <p:cNvSpPr/>
            <p:nvPr/>
          </p:nvSpPr>
          <p:spPr>
            <a:xfrm>
              <a:off x="2135755" y="1857947"/>
              <a:ext cx="149" cy="149"/>
            </a:xfrm>
            <a:custGeom>
              <a:avLst/>
              <a:gdLst/>
              <a:ahLst/>
              <a:cxnLst/>
              <a:rect l="l" t="t" r="r" b="b"/>
              <a:pathLst>
                <a:path w="11" h="11" extrusionOk="0">
                  <a:moveTo>
                    <a:pt x="0" y="0"/>
                  </a:moveTo>
                  <a:lnTo>
                    <a:pt x="11" y="11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66" name="Google Shape;4324;p80">
              <a:extLst>
                <a:ext uri="{FF2B5EF4-FFF2-40B4-BE49-F238E27FC236}">
                  <a16:creationId xmlns:a16="http://schemas.microsoft.com/office/drawing/2014/main" id="{57C4B3C7-62D0-4604-476E-B5663A89B4B3}"/>
                </a:ext>
              </a:extLst>
            </p:cNvPr>
            <p:cNvSpPr/>
            <p:nvPr/>
          </p:nvSpPr>
          <p:spPr>
            <a:xfrm>
              <a:off x="2119883" y="1812408"/>
              <a:ext cx="54" cy="109"/>
            </a:xfrm>
            <a:custGeom>
              <a:avLst/>
              <a:gdLst/>
              <a:ahLst/>
              <a:cxnLst/>
              <a:rect l="l" t="t" r="r" b="b"/>
              <a:pathLst>
                <a:path w="4" h="8" extrusionOk="0">
                  <a:moveTo>
                    <a:pt x="0" y="1"/>
                  </a:moveTo>
                  <a:lnTo>
                    <a:pt x="4" y="8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67" name="Google Shape;4325;p80">
              <a:extLst>
                <a:ext uri="{FF2B5EF4-FFF2-40B4-BE49-F238E27FC236}">
                  <a16:creationId xmlns:a16="http://schemas.microsoft.com/office/drawing/2014/main" id="{11EAC4FA-2276-FA32-4295-67585E88B27D}"/>
                </a:ext>
              </a:extLst>
            </p:cNvPr>
            <p:cNvSpPr/>
            <p:nvPr/>
          </p:nvSpPr>
          <p:spPr>
            <a:xfrm>
              <a:off x="2119788" y="1812218"/>
              <a:ext cx="14" cy="109"/>
            </a:xfrm>
            <a:custGeom>
              <a:avLst/>
              <a:gdLst/>
              <a:ahLst/>
              <a:cxnLst/>
              <a:rect l="l" t="t" r="r" b="b"/>
              <a:pathLst>
                <a:path w="1" h="8" extrusionOk="0">
                  <a:moveTo>
                    <a:pt x="0" y="1"/>
                  </a:moveTo>
                  <a:lnTo>
                    <a:pt x="0" y="4"/>
                  </a:lnTo>
                  <a:cubicBezTo>
                    <a:pt x="0" y="8"/>
                    <a:pt x="0" y="1"/>
                    <a:pt x="0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68" name="Google Shape;4326;p80">
              <a:extLst>
                <a:ext uri="{FF2B5EF4-FFF2-40B4-BE49-F238E27FC236}">
                  <a16:creationId xmlns:a16="http://schemas.microsoft.com/office/drawing/2014/main" id="{FEDB8605-BA45-5634-2C4A-4216AB688D76}"/>
                </a:ext>
              </a:extLst>
            </p:cNvPr>
            <p:cNvSpPr/>
            <p:nvPr/>
          </p:nvSpPr>
          <p:spPr>
            <a:xfrm>
              <a:off x="2135416" y="1857703"/>
              <a:ext cx="163" cy="163"/>
            </a:xfrm>
            <a:custGeom>
              <a:avLst/>
              <a:gdLst/>
              <a:ahLst/>
              <a:cxnLst/>
              <a:rect l="l" t="t" r="r" b="b"/>
              <a:pathLst>
                <a:path w="12" h="12" extrusionOk="0">
                  <a:moveTo>
                    <a:pt x="1" y="1"/>
                  </a:moveTo>
                  <a:lnTo>
                    <a:pt x="11" y="11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69" name="Google Shape;4327;p80">
              <a:extLst>
                <a:ext uri="{FF2B5EF4-FFF2-40B4-BE49-F238E27FC236}">
                  <a16:creationId xmlns:a16="http://schemas.microsoft.com/office/drawing/2014/main" id="{9013625A-55B9-2F7A-1FAE-1F9BACC45D3E}"/>
                </a:ext>
              </a:extLst>
            </p:cNvPr>
            <p:cNvSpPr/>
            <p:nvPr/>
          </p:nvSpPr>
          <p:spPr>
            <a:xfrm>
              <a:off x="2119978" y="1812653"/>
              <a:ext cx="109" cy="204"/>
            </a:xfrm>
            <a:custGeom>
              <a:avLst/>
              <a:gdLst/>
              <a:ahLst/>
              <a:cxnLst/>
              <a:rect l="l" t="t" r="r" b="b"/>
              <a:pathLst>
                <a:path w="8" h="15" extrusionOk="0">
                  <a:moveTo>
                    <a:pt x="0" y="0"/>
                  </a:moveTo>
                  <a:lnTo>
                    <a:pt x="7" y="14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70" name="Google Shape;4328;p80">
              <a:extLst>
                <a:ext uri="{FF2B5EF4-FFF2-40B4-BE49-F238E27FC236}">
                  <a16:creationId xmlns:a16="http://schemas.microsoft.com/office/drawing/2014/main" id="{3D8A25DE-D8A0-8A64-91C0-A98F349F6FF5}"/>
                </a:ext>
              </a:extLst>
            </p:cNvPr>
            <p:cNvSpPr/>
            <p:nvPr/>
          </p:nvSpPr>
          <p:spPr>
            <a:xfrm>
              <a:off x="2136991" y="1859468"/>
              <a:ext cx="109" cy="204"/>
            </a:xfrm>
            <a:custGeom>
              <a:avLst/>
              <a:gdLst/>
              <a:ahLst/>
              <a:cxnLst/>
              <a:rect l="l" t="t" r="r" b="b"/>
              <a:pathLst>
                <a:path w="8" h="15" extrusionOk="0">
                  <a:moveTo>
                    <a:pt x="0" y="0"/>
                  </a:moveTo>
                  <a:lnTo>
                    <a:pt x="7" y="14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71" name="Google Shape;4329;p80">
              <a:extLst>
                <a:ext uri="{FF2B5EF4-FFF2-40B4-BE49-F238E27FC236}">
                  <a16:creationId xmlns:a16="http://schemas.microsoft.com/office/drawing/2014/main" id="{443499BD-540F-C92C-890B-A9443E881563}"/>
                </a:ext>
              </a:extLst>
            </p:cNvPr>
            <p:cNvSpPr/>
            <p:nvPr/>
          </p:nvSpPr>
          <p:spPr>
            <a:xfrm>
              <a:off x="2122449" y="1836183"/>
              <a:ext cx="584" cy="1534"/>
            </a:xfrm>
            <a:custGeom>
              <a:avLst/>
              <a:gdLst/>
              <a:ahLst/>
              <a:cxnLst/>
              <a:rect l="l" t="t" r="r" b="b"/>
              <a:pathLst>
                <a:path w="43" h="113" extrusionOk="0">
                  <a:moveTo>
                    <a:pt x="0" y="0"/>
                  </a:moveTo>
                  <a:cubicBezTo>
                    <a:pt x="7" y="39"/>
                    <a:pt x="21" y="77"/>
                    <a:pt x="42" y="112"/>
                  </a:cubicBezTo>
                  <a:cubicBezTo>
                    <a:pt x="21" y="77"/>
                    <a:pt x="7" y="39"/>
                    <a:pt x="0" y="0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72" name="Google Shape;4330;p80">
              <a:extLst>
                <a:ext uri="{FF2B5EF4-FFF2-40B4-BE49-F238E27FC236}">
                  <a16:creationId xmlns:a16="http://schemas.microsoft.com/office/drawing/2014/main" id="{2DF1F16B-C2A9-1E33-9DE9-15CF36546478}"/>
                </a:ext>
              </a:extLst>
            </p:cNvPr>
            <p:cNvSpPr/>
            <p:nvPr/>
          </p:nvSpPr>
          <p:spPr>
            <a:xfrm>
              <a:off x="2121730" y="1810562"/>
              <a:ext cx="109" cy="54"/>
            </a:xfrm>
            <a:custGeom>
              <a:avLst/>
              <a:gdLst/>
              <a:ahLst/>
              <a:cxnLst/>
              <a:rect l="l" t="t" r="r" b="b"/>
              <a:pathLst>
                <a:path w="8" h="4" extrusionOk="0">
                  <a:moveTo>
                    <a:pt x="8" y="0"/>
                  </a:moveTo>
                  <a:lnTo>
                    <a:pt x="1" y="4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73" name="Google Shape;4331;p80">
              <a:extLst>
                <a:ext uri="{FF2B5EF4-FFF2-40B4-BE49-F238E27FC236}">
                  <a16:creationId xmlns:a16="http://schemas.microsoft.com/office/drawing/2014/main" id="{02681144-8A44-9F8A-0DEE-67F04738533E}"/>
                </a:ext>
              </a:extLst>
            </p:cNvPr>
            <p:cNvSpPr/>
            <p:nvPr/>
          </p:nvSpPr>
          <p:spPr>
            <a:xfrm>
              <a:off x="2138362" y="1862985"/>
              <a:ext cx="68" cy="109"/>
            </a:xfrm>
            <a:custGeom>
              <a:avLst/>
              <a:gdLst/>
              <a:ahLst/>
              <a:cxnLst/>
              <a:rect l="l" t="t" r="r" b="b"/>
              <a:pathLst>
                <a:path w="5" h="8" extrusionOk="0">
                  <a:moveTo>
                    <a:pt x="1" y="1"/>
                  </a:moveTo>
                  <a:lnTo>
                    <a:pt x="4" y="8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74" name="Google Shape;4332;p80">
              <a:extLst>
                <a:ext uri="{FF2B5EF4-FFF2-40B4-BE49-F238E27FC236}">
                  <a16:creationId xmlns:a16="http://schemas.microsoft.com/office/drawing/2014/main" id="{49898201-623F-75AE-42DE-E5544481CA49}"/>
                </a:ext>
              </a:extLst>
            </p:cNvPr>
            <p:cNvSpPr/>
            <p:nvPr/>
          </p:nvSpPr>
          <p:spPr>
            <a:xfrm>
              <a:off x="2120779" y="1810562"/>
              <a:ext cx="1059" cy="720"/>
            </a:xfrm>
            <a:custGeom>
              <a:avLst/>
              <a:gdLst/>
              <a:ahLst/>
              <a:cxnLst/>
              <a:rect l="l" t="t" r="r" b="b"/>
              <a:pathLst>
                <a:path w="78" h="53" extrusionOk="0">
                  <a:moveTo>
                    <a:pt x="78" y="0"/>
                  </a:moveTo>
                  <a:lnTo>
                    <a:pt x="39" y="25"/>
                  </a:lnTo>
                  <a:lnTo>
                    <a:pt x="18" y="40"/>
                  </a:lnTo>
                  <a:lnTo>
                    <a:pt x="18" y="40"/>
                  </a:lnTo>
                  <a:lnTo>
                    <a:pt x="22" y="39"/>
                  </a:lnTo>
                  <a:lnTo>
                    <a:pt x="74" y="4"/>
                  </a:lnTo>
                  <a:lnTo>
                    <a:pt x="78" y="0"/>
                  </a:lnTo>
                  <a:close/>
                  <a:moveTo>
                    <a:pt x="18" y="40"/>
                  </a:moveTo>
                  <a:lnTo>
                    <a:pt x="11" y="42"/>
                  </a:lnTo>
                  <a:lnTo>
                    <a:pt x="1" y="53"/>
                  </a:lnTo>
                  <a:lnTo>
                    <a:pt x="18" y="40"/>
                  </a:lnTo>
                  <a:close/>
                  <a:moveTo>
                    <a:pt x="1" y="53"/>
                  </a:moveTo>
                  <a:lnTo>
                    <a:pt x="1" y="53"/>
                  </a:lnTo>
                  <a:lnTo>
                    <a:pt x="1" y="53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75" name="Google Shape;4333;p80">
              <a:extLst>
                <a:ext uri="{FF2B5EF4-FFF2-40B4-BE49-F238E27FC236}">
                  <a16:creationId xmlns:a16="http://schemas.microsoft.com/office/drawing/2014/main" id="{96FAE226-C098-C761-48EC-95DC3941B0D8}"/>
                </a:ext>
              </a:extLst>
            </p:cNvPr>
            <p:cNvSpPr/>
            <p:nvPr/>
          </p:nvSpPr>
          <p:spPr>
            <a:xfrm>
              <a:off x="1925087" y="1940173"/>
              <a:ext cx="16741" cy="4195"/>
            </a:xfrm>
            <a:custGeom>
              <a:avLst/>
              <a:gdLst/>
              <a:ahLst/>
              <a:cxnLst/>
              <a:rect l="l" t="t" r="r" b="b"/>
              <a:pathLst>
                <a:path w="1233" h="309" extrusionOk="0">
                  <a:moveTo>
                    <a:pt x="774" y="1"/>
                  </a:moveTo>
                  <a:cubicBezTo>
                    <a:pt x="755" y="1"/>
                    <a:pt x="734" y="6"/>
                    <a:pt x="708" y="18"/>
                  </a:cubicBezTo>
                  <a:cubicBezTo>
                    <a:pt x="680" y="32"/>
                    <a:pt x="655" y="43"/>
                    <a:pt x="631" y="53"/>
                  </a:cubicBezTo>
                  <a:lnTo>
                    <a:pt x="620" y="57"/>
                  </a:lnTo>
                  <a:cubicBezTo>
                    <a:pt x="599" y="67"/>
                    <a:pt x="575" y="78"/>
                    <a:pt x="550" y="85"/>
                  </a:cubicBezTo>
                  <a:lnTo>
                    <a:pt x="540" y="88"/>
                  </a:lnTo>
                  <a:cubicBezTo>
                    <a:pt x="515" y="99"/>
                    <a:pt x="494" y="106"/>
                    <a:pt x="470" y="109"/>
                  </a:cubicBezTo>
                  <a:lnTo>
                    <a:pt x="459" y="113"/>
                  </a:lnTo>
                  <a:cubicBezTo>
                    <a:pt x="438" y="120"/>
                    <a:pt x="414" y="127"/>
                    <a:pt x="393" y="130"/>
                  </a:cubicBezTo>
                  <a:lnTo>
                    <a:pt x="382" y="130"/>
                  </a:lnTo>
                  <a:cubicBezTo>
                    <a:pt x="358" y="134"/>
                    <a:pt x="337" y="137"/>
                    <a:pt x="312" y="141"/>
                  </a:cubicBezTo>
                  <a:lnTo>
                    <a:pt x="302" y="141"/>
                  </a:lnTo>
                  <a:cubicBezTo>
                    <a:pt x="277" y="144"/>
                    <a:pt x="253" y="144"/>
                    <a:pt x="228" y="144"/>
                  </a:cubicBezTo>
                  <a:lnTo>
                    <a:pt x="221" y="144"/>
                  </a:lnTo>
                  <a:cubicBezTo>
                    <a:pt x="205" y="145"/>
                    <a:pt x="188" y="146"/>
                    <a:pt x="171" y="146"/>
                  </a:cubicBezTo>
                  <a:cubicBezTo>
                    <a:pt x="131" y="146"/>
                    <a:pt x="89" y="143"/>
                    <a:pt x="50" y="141"/>
                  </a:cubicBezTo>
                  <a:lnTo>
                    <a:pt x="46" y="141"/>
                  </a:lnTo>
                  <a:cubicBezTo>
                    <a:pt x="39" y="172"/>
                    <a:pt x="29" y="211"/>
                    <a:pt x="18" y="246"/>
                  </a:cubicBezTo>
                  <a:cubicBezTo>
                    <a:pt x="11" y="267"/>
                    <a:pt x="8" y="291"/>
                    <a:pt x="1" y="309"/>
                  </a:cubicBezTo>
                  <a:lnTo>
                    <a:pt x="11" y="309"/>
                  </a:lnTo>
                  <a:lnTo>
                    <a:pt x="29" y="305"/>
                  </a:lnTo>
                  <a:lnTo>
                    <a:pt x="43" y="302"/>
                  </a:lnTo>
                  <a:lnTo>
                    <a:pt x="71" y="302"/>
                  </a:lnTo>
                  <a:cubicBezTo>
                    <a:pt x="99" y="302"/>
                    <a:pt x="130" y="298"/>
                    <a:pt x="165" y="295"/>
                  </a:cubicBezTo>
                  <a:lnTo>
                    <a:pt x="235" y="284"/>
                  </a:lnTo>
                  <a:cubicBezTo>
                    <a:pt x="403" y="256"/>
                    <a:pt x="589" y="204"/>
                    <a:pt x="655" y="144"/>
                  </a:cubicBezTo>
                  <a:cubicBezTo>
                    <a:pt x="691" y="112"/>
                    <a:pt x="729" y="100"/>
                    <a:pt x="769" y="100"/>
                  </a:cubicBezTo>
                  <a:cubicBezTo>
                    <a:pt x="815" y="100"/>
                    <a:pt x="864" y="117"/>
                    <a:pt x="911" y="137"/>
                  </a:cubicBezTo>
                  <a:cubicBezTo>
                    <a:pt x="939" y="151"/>
                    <a:pt x="967" y="165"/>
                    <a:pt x="995" y="183"/>
                  </a:cubicBezTo>
                  <a:cubicBezTo>
                    <a:pt x="1047" y="214"/>
                    <a:pt x="1107" y="239"/>
                    <a:pt x="1170" y="253"/>
                  </a:cubicBezTo>
                  <a:cubicBezTo>
                    <a:pt x="1180" y="255"/>
                    <a:pt x="1191" y="256"/>
                    <a:pt x="1201" y="256"/>
                  </a:cubicBezTo>
                  <a:cubicBezTo>
                    <a:pt x="1212" y="256"/>
                    <a:pt x="1222" y="255"/>
                    <a:pt x="1233" y="253"/>
                  </a:cubicBezTo>
                  <a:lnTo>
                    <a:pt x="1198" y="249"/>
                  </a:lnTo>
                  <a:cubicBezTo>
                    <a:pt x="1051" y="239"/>
                    <a:pt x="967" y="155"/>
                    <a:pt x="900" y="85"/>
                  </a:cubicBezTo>
                  <a:cubicBezTo>
                    <a:pt x="847" y="29"/>
                    <a:pt x="816" y="1"/>
                    <a:pt x="774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76" name="Google Shape;4334;p80">
              <a:extLst>
                <a:ext uri="{FF2B5EF4-FFF2-40B4-BE49-F238E27FC236}">
                  <a16:creationId xmlns:a16="http://schemas.microsoft.com/office/drawing/2014/main" id="{5C8FAA2E-4FED-1EC3-F50B-B5CAA377454C}"/>
                </a:ext>
              </a:extLst>
            </p:cNvPr>
            <p:cNvSpPr/>
            <p:nvPr/>
          </p:nvSpPr>
          <p:spPr>
            <a:xfrm>
              <a:off x="1920484" y="1919467"/>
              <a:ext cx="41887" cy="31391"/>
            </a:xfrm>
            <a:custGeom>
              <a:avLst/>
              <a:gdLst/>
              <a:ahLst/>
              <a:cxnLst/>
              <a:rect l="l" t="t" r="r" b="b"/>
              <a:pathLst>
                <a:path w="3085" h="2312" extrusionOk="0">
                  <a:moveTo>
                    <a:pt x="1346" y="1"/>
                  </a:moveTo>
                  <a:cubicBezTo>
                    <a:pt x="1245" y="1"/>
                    <a:pt x="1124" y="41"/>
                    <a:pt x="1078" y="59"/>
                  </a:cubicBezTo>
                  <a:lnTo>
                    <a:pt x="1071" y="63"/>
                  </a:lnTo>
                  <a:lnTo>
                    <a:pt x="1061" y="63"/>
                  </a:lnTo>
                  <a:cubicBezTo>
                    <a:pt x="1057" y="63"/>
                    <a:pt x="1036" y="66"/>
                    <a:pt x="998" y="70"/>
                  </a:cubicBezTo>
                  <a:cubicBezTo>
                    <a:pt x="933" y="77"/>
                    <a:pt x="867" y="81"/>
                    <a:pt x="801" y="81"/>
                  </a:cubicBezTo>
                  <a:cubicBezTo>
                    <a:pt x="715" y="81"/>
                    <a:pt x="628" y="74"/>
                    <a:pt x="543" y="63"/>
                  </a:cubicBezTo>
                  <a:cubicBezTo>
                    <a:pt x="534" y="61"/>
                    <a:pt x="526" y="60"/>
                    <a:pt x="519" y="60"/>
                  </a:cubicBezTo>
                  <a:cubicBezTo>
                    <a:pt x="486" y="60"/>
                    <a:pt x="469" y="82"/>
                    <a:pt x="434" y="154"/>
                  </a:cubicBezTo>
                  <a:lnTo>
                    <a:pt x="420" y="182"/>
                  </a:lnTo>
                  <a:lnTo>
                    <a:pt x="417" y="189"/>
                  </a:lnTo>
                  <a:lnTo>
                    <a:pt x="410" y="206"/>
                  </a:lnTo>
                  <a:lnTo>
                    <a:pt x="403" y="217"/>
                  </a:lnTo>
                  <a:lnTo>
                    <a:pt x="392" y="231"/>
                  </a:lnTo>
                  <a:lnTo>
                    <a:pt x="385" y="241"/>
                  </a:lnTo>
                  <a:lnTo>
                    <a:pt x="375" y="255"/>
                  </a:lnTo>
                  <a:lnTo>
                    <a:pt x="368" y="266"/>
                  </a:lnTo>
                  <a:lnTo>
                    <a:pt x="354" y="280"/>
                  </a:lnTo>
                  <a:lnTo>
                    <a:pt x="343" y="290"/>
                  </a:lnTo>
                  <a:lnTo>
                    <a:pt x="329" y="301"/>
                  </a:lnTo>
                  <a:lnTo>
                    <a:pt x="319" y="308"/>
                  </a:lnTo>
                  <a:lnTo>
                    <a:pt x="305" y="315"/>
                  </a:lnTo>
                  <a:lnTo>
                    <a:pt x="291" y="322"/>
                  </a:lnTo>
                  <a:lnTo>
                    <a:pt x="280" y="325"/>
                  </a:lnTo>
                  <a:cubicBezTo>
                    <a:pt x="259" y="476"/>
                    <a:pt x="228" y="630"/>
                    <a:pt x="147" y="749"/>
                  </a:cubicBezTo>
                  <a:cubicBezTo>
                    <a:pt x="0" y="973"/>
                    <a:pt x="221" y="1330"/>
                    <a:pt x="340" y="1442"/>
                  </a:cubicBezTo>
                  <a:cubicBezTo>
                    <a:pt x="368" y="1466"/>
                    <a:pt x="382" y="1498"/>
                    <a:pt x="389" y="1533"/>
                  </a:cubicBezTo>
                  <a:lnTo>
                    <a:pt x="392" y="1533"/>
                  </a:lnTo>
                  <a:cubicBezTo>
                    <a:pt x="424" y="1533"/>
                    <a:pt x="448" y="1536"/>
                    <a:pt x="476" y="1536"/>
                  </a:cubicBezTo>
                  <a:lnTo>
                    <a:pt x="557" y="1536"/>
                  </a:lnTo>
                  <a:cubicBezTo>
                    <a:pt x="581" y="1536"/>
                    <a:pt x="602" y="1533"/>
                    <a:pt x="623" y="1533"/>
                  </a:cubicBezTo>
                  <a:lnTo>
                    <a:pt x="630" y="1533"/>
                  </a:lnTo>
                  <a:cubicBezTo>
                    <a:pt x="655" y="1529"/>
                    <a:pt x="676" y="1526"/>
                    <a:pt x="697" y="1522"/>
                  </a:cubicBezTo>
                  <a:lnTo>
                    <a:pt x="704" y="1522"/>
                  </a:lnTo>
                  <a:cubicBezTo>
                    <a:pt x="725" y="1519"/>
                    <a:pt x="749" y="1512"/>
                    <a:pt x="767" y="1508"/>
                  </a:cubicBezTo>
                  <a:lnTo>
                    <a:pt x="774" y="1508"/>
                  </a:lnTo>
                  <a:cubicBezTo>
                    <a:pt x="795" y="1501"/>
                    <a:pt x="819" y="1494"/>
                    <a:pt x="840" y="1487"/>
                  </a:cubicBezTo>
                  <a:lnTo>
                    <a:pt x="847" y="1484"/>
                  </a:lnTo>
                  <a:cubicBezTo>
                    <a:pt x="868" y="1477"/>
                    <a:pt x="889" y="1470"/>
                    <a:pt x="914" y="1459"/>
                  </a:cubicBezTo>
                  <a:lnTo>
                    <a:pt x="917" y="1456"/>
                  </a:lnTo>
                  <a:cubicBezTo>
                    <a:pt x="942" y="1445"/>
                    <a:pt x="966" y="1435"/>
                    <a:pt x="991" y="1424"/>
                  </a:cubicBezTo>
                  <a:cubicBezTo>
                    <a:pt x="1037" y="1401"/>
                    <a:pt x="1078" y="1392"/>
                    <a:pt x="1115" y="1392"/>
                  </a:cubicBezTo>
                  <a:cubicBezTo>
                    <a:pt x="1212" y="1392"/>
                    <a:pt x="1278" y="1459"/>
                    <a:pt x="1334" y="1515"/>
                  </a:cubicBezTo>
                  <a:cubicBezTo>
                    <a:pt x="1393" y="1578"/>
                    <a:pt x="1449" y="1634"/>
                    <a:pt x="1547" y="1641"/>
                  </a:cubicBezTo>
                  <a:cubicBezTo>
                    <a:pt x="1831" y="1662"/>
                    <a:pt x="1862" y="1687"/>
                    <a:pt x="1873" y="1694"/>
                  </a:cubicBezTo>
                  <a:lnTo>
                    <a:pt x="1957" y="1750"/>
                  </a:lnTo>
                  <a:lnTo>
                    <a:pt x="1873" y="1802"/>
                  </a:lnTo>
                  <a:cubicBezTo>
                    <a:pt x="1867" y="1809"/>
                    <a:pt x="1711" y="1907"/>
                    <a:pt x="1543" y="1907"/>
                  </a:cubicBezTo>
                  <a:cubicBezTo>
                    <a:pt x="1526" y="1907"/>
                    <a:pt x="1509" y="1906"/>
                    <a:pt x="1491" y="1904"/>
                  </a:cubicBezTo>
                  <a:cubicBezTo>
                    <a:pt x="1414" y="1890"/>
                    <a:pt x="1341" y="1862"/>
                    <a:pt x="1274" y="1816"/>
                  </a:cubicBezTo>
                  <a:cubicBezTo>
                    <a:pt x="1204" y="1780"/>
                    <a:pt x="1152" y="1753"/>
                    <a:pt x="1116" y="1753"/>
                  </a:cubicBezTo>
                  <a:cubicBezTo>
                    <a:pt x="1104" y="1753"/>
                    <a:pt x="1093" y="1757"/>
                    <a:pt x="1085" y="1764"/>
                  </a:cubicBezTo>
                  <a:cubicBezTo>
                    <a:pt x="987" y="1855"/>
                    <a:pt x="756" y="1911"/>
                    <a:pt x="581" y="1939"/>
                  </a:cubicBezTo>
                  <a:lnTo>
                    <a:pt x="525" y="1946"/>
                  </a:lnTo>
                  <a:cubicBezTo>
                    <a:pt x="501" y="1949"/>
                    <a:pt x="476" y="1953"/>
                    <a:pt x="452" y="1953"/>
                  </a:cubicBezTo>
                  <a:lnTo>
                    <a:pt x="420" y="1956"/>
                  </a:lnTo>
                  <a:lnTo>
                    <a:pt x="371" y="1956"/>
                  </a:lnTo>
                  <a:lnTo>
                    <a:pt x="357" y="1960"/>
                  </a:lnTo>
                  <a:lnTo>
                    <a:pt x="340" y="1963"/>
                  </a:lnTo>
                  <a:lnTo>
                    <a:pt x="329" y="1967"/>
                  </a:lnTo>
                  <a:lnTo>
                    <a:pt x="319" y="1967"/>
                  </a:lnTo>
                  <a:cubicBezTo>
                    <a:pt x="312" y="2026"/>
                    <a:pt x="333" y="2083"/>
                    <a:pt x="368" y="2128"/>
                  </a:cubicBezTo>
                  <a:lnTo>
                    <a:pt x="399" y="2163"/>
                  </a:lnTo>
                  <a:lnTo>
                    <a:pt x="403" y="2163"/>
                  </a:lnTo>
                  <a:cubicBezTo>
                    <a:pt x="424" y="2160"/>
                    <a:pt x="441" y="2156"/>
                    <a:pt x="455" y="2156"/>
                  </a:cubicBezTo>
                  <a:cubicBezTo>
                    <a:pt x="469" y="2153"/>
                    <a:pt x="487" y="2153"/>
                    <a:pt x="501" y="2153"/>
                  </a:cubicBezTo>
                  <a:cubicBezTo>
                    <a:pt x="515" y="2153"/>
                    <a:pt x="525" y="2153"/>
                    <a:pt x="539" y="2156"/>
                  </a:cubicBezTo>
                  <a:lnTo>
                    <a:pt x="543" y="2156"/>
                  </a:lnTo>
                  <a:cubicBezTo>
                    <a:pt x="553" y="2156"/>
                    <a:pt x="564" y="2160"/>
                    <a:pt x="571" y="2163"/>
                  </a:cubicBezTo>
                  <a:lnTo>
                    <a:pt x="578" y="2163"/>
                  </a:lnTo>
                  <a:cubicBezTo>
                    <a:pt x="585" y="2167"/>
                    <a:pt x="592" y="2170"/>
                    <a:pt x="599" y="2174"/>
                  </a:cubicBezTo>
                  <a:lnTo>
                    <a:pt x="602" y="2177"/>
                  </a:lnTo>
                  <a:cubicBezTo>
                    <a:pt x="613" y="2181"/>
                    <a:pt x="616" y="2188"/>
                    <a:pt x="623" y="2191"/>
                  </a:cubicBezTo>
                  <a:lnTo>
                    <a:pt x="627" y="2195"/>
                  </a:lnTo>
                  <a:cubicBezTo>
                    <a:pt x="634" y="2202"/>
                    <a:pt x="637" y="2209"/>
                    <a:pt x="644" y="2216"/>
                  </a:cubicBezTo>
                  <a:cubicBezTo>
                    <a:pt x="648" y="2223"/>
                    <a:pt x="655" y="2230"/>
                    <a:pt x="658" y="2240"/>
                  </a:cubicBezTo>
                  <a:lnTo>
                    <a:pt x="662" y="2244"/>
                  </a:lnTo>
                  <a:cubicBezTo>
                    <a:pt x="704" y="2240"/>
                    <a:pt x="746" y="2226"/>
                    <a:pt x="784" y="2205"/>
                  </a:cubicBezTo>
                  <a:cubicBezTo>
                    <a:pt x="830" y="2184"/>
                    <a:pt x="875" y="2160"/>
                    <a:pt x="921" y="2132"/>
                  </a:cubicBezTo>
                  <a:lnTo>
                    <a:pt x="935" y="2121"/>
                  </a:lnTo>
                  <a:lnTo>
                    <a:pt x="949" y="2121"/>
                  </a:lnTo>
                  <a:cubicBezTo>
                    <a:pt x="956" y="2121"/>
                    <a:pt x="1635" y="2072"/>
                    <a:pt x="1747" y="2062"/>
                  </a:cubicBezTo>
                  <a:lnTo>
                    <a:pt x="1785" y="2062"/>
                  </a:lnTo>
                  <a:lnTo>
                    <a:pt x="1799" y="2065"/>
                  </a:lnTo>
                  <a:cubicBezTo>
                    <a:pt x="1810" y="2065"/>
                    <a:pt x="1817" y="2065"/>
                    <a:pt x="1824" y="2069"/>
                  </a:cubicBezTo>
                  <a:lnTo>
                    <a:pt x="1824" y="2040"/>
                  </a:lnTo>
                  <a:lnTo>
                    <a:pt x="1908" y="2054"/>
                  </a:lnTo>
                  <a:cubicBezTo>
                    <a:pt x="2087" y="2090"/>
                    <a:pt x="2300" y="2153"/>
                    <a:pt x="2342" y="2251"/>
                  </a:cubicBezTo>
                  <a:cubicBezTo>
                    <a:pt x="2383" y="2280"/>
                    <a:pt x="2549" y="2312"/>
                    <a:pt x="2729" y="2312"/>
                  </a:cubicBezTo>
                  <a:cubicBezTo>
                    <a:pt x="2845" y="2312"/>
                    <a:pt x="2966" y="2299"/>
                    <a:pt x="3063" y="2265"/>
                  </a:cubicBezTo>
                  <a:lnTo>
                    <a:pt x="3081" y="2258"/>
                  </a:lnTo>
                  <a:cubicBezTo>
                    <a:pt x="3081" y="2209"/>
                    <a:pt x="3081" y="2170"/>
                    <a:pt x="3081" y="2135"/>
                  </a:cubicBezTo>
                  <a:lnTo>
                    <a:pt x="3081" y="2132"/>
                  </a:lnTo>
                  <a:lnTo>
                    <a:pt x="3081" y="2114"/>
                  </a:lnTo>
                  <a:cubicBezTo>
                    <a:pt x="3084" y="2069"/>
                    <a:pt x="3081" y="2019"/>
                    <a:pt x="3077" y="1970"/>
                  </a:cubicBezTo>
                  <a:cubicBezTo>
                    <a:pt x="3067" y="1921"/>
                    <a:pt x="2937" y="1785"/>
                    <a:pt x="2853" y="1701"/>
                  </a:cubicBezTo>
                  <a:lnTo>
                    <a:pt x="2804" y="1652"/>
                  </a:lnTo>
                  <a:cubicBezTo>
                    <a:pt x="2703" y="1550"/>
                    <a:pt x="2699" y="1351"/>
                    <a:pt x="2703" y="1281"/>
                  </a:cubicBezTo>
                  <a:lnTo>
                    <a:pt x="2608" y="1141"/>
                  </a:lnTo>
                  <a:lnTo>
                    <a:pt x="2605" y="1130"/>
                  </a:lnTo>
                  <a:cubicBezTo>
                    <a:pt x="2591" y="1092"/>
                    <a:pt x="2577" y="1053"/>
                    <a:pt x="2559" y="1015"/>
                  </a:cubicBezTo>
                  <a:cubicBezTo>
                    <a:pt x="2531" y="955"/>
                    <a:pt x="2493" y="903"/>
                    <a:pt x="2447" y="857"/>
                  </a:cubicBezTo>
                  <a:cubicBezTo>
                    <a:pt x="2437" y="850"/>
                    <a:pt x="2430" y="840"/>
                    <a:pt x="2419" y="833"/>
                  </a:cubicBezTo>
                  <a:lnTo>
                    <a:pt x="2416" y="829"/>
                  </a:lnTo>
                  <a:cubicBezTo>
                    <a:pt x="2405" y="822"/>
                    <a:pt x="2395" y="819"/>
                    <a:pt x="2384" y="812"/>
                  </a:cubicBezTo>
                  <a:lnTo>
                    <a:pt x="2377" y="808"/>
                  </a:lnTo>
                  <a:cubicBezTo>
                    <a:pt x="2367" y="801"/>
                    <a:pt x="2353" y="798"/>
                    <a:pt x="2342" y="794"/>
                  </a:cubicBezTo>
                  <a:cubicBezTo>
                    <a:pt x="2328" y="787"/>
                    <a:pt x="2314" y="784"/>
                    <a:pt x="2300" y="777"/>
                  </a:cubicBezTo>
                  <a:cubicBezTo>
                    <a:pt x="2164" y="710"/>
                    <a:pt x="2059" y="553"/>
                    <a:pt x="1996" y="427"/>
                  </a:cubicBezTo>
                  <a:cubicBezTo>
                    <a:pt x="1989" y="409"/>
                    <a:pt x="1978" y="395"/>
                    <a:pt x="1971" y="381"/>
                  </a:cubicBezTo>
                  <a:cubicBezTo>
                    <a:pt x="1957" y="346"/>
                    <a:pt x="1943" y="318"/>
                    <a:pt x="1936" y="297"/>
                  </a:cubicBezTo>
                  <a:lnTo>
                    <a:pt x="1754" y="297"/>
                  </a:lnTo>
                  <a:lnTo>
                    <a:pt x="1733" y="273"/>
                  </a:lnTo>
                  <a:cubicBezTo>
                    <a:pt x="1659" y="182"/>
                    <a:pt x="1572" y="101"/>
                    <a:pt x="1474" y="35"/>
                  </a:cubicBezTo>
                  <a:lnTo>
                    <a:pt x="1446" y="21"/>
                  </a:lnTo>
                  <a:cubicBezTo>
                    <a:pt x="1418" y="6"/>
                    <a:pt x="1384" y="1"/>
                    <a:pt x="1346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77" name="Google Shape;4335;p80">
              <a:extLst>
                <a:ext uri="{FF2B5EF4-FFF2-40B4-BE49-F238E27FC236}">
                  <a16:creationId xmlns:a16="http://schemas.microsoft.com/office/drawing/2014/main" id="{F2774964-0827-6180-AE99-D8543E6AE95E}"/>
                </a:ext>
              </a:extLst>
            </p:cNvPr>
            <p:cNvSpPr/>
            <p:nvPr/>
          </p:nvSpPr>
          <p:spPr>
            <a:xfrm>
              <a:off x="1924802" y="1946215"/>
              <a:ext cx="163" cy="54"/>
            </a:xfrm>
            <a:custGeom>
              <a:avLst/>
              <a:gdLst/>
              <a:ahLst/>
              <a:cxnLst/>
              <a:rect l="l" t="t" r="r" b="b"/>
              <a:pathLst>
                <a:path w="12" h="4" extrusionOk="0">
                  <a:moveTo>
                    <a:pt x="1" y="4"/>
                  </a:moveTo>
                  <a:lnTo>
                    <a:pt x="1" y="4"/>
                  </a:lnTo>
                  <a:lnTo>
                    <a:pt x="11" y="0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78" name="Google Shape;4336;p80">
              <a:extLst>
                <a:ext uri="{FF2B5EF4-FFF2-40B4-BE49-F238E27FC236}">
                  <a16:creationId xmlns:a16="http://schemas.microsoft.com/office/drawing/2014/main" id="{35B91E3B-FD8B-3539-E950-B2CD12D13EBC}"/>
                </a:ext>
              </a:extLst>
            </p:cNvPr>
            <p:cNvSpPr/>
            <p:nvPr/>
          </p:nvSpPr>
          <p:spPr>
            <a:xfrm>
              <a:off x="1925752" y="1946065"/>
              <a:ext cx="68" cy="14"/>
            </a:xfrm>
            <a:custGeom>
              <a:avLst/>
              <a:gdLst/>
              <a:ahLst/>
              <a:cxnLst/>
              <a:rect l="l" t="t" r="r" b="b"/>
              <a:pathLst>
                <a:path w="5" h="1" extrusionOk="0">
                  <a:moveTo>
                    <a:pt x="1" y="1"/>
                  </a:moveTo>
                  <a:lnTo>
                    <a:pt x="4" y="1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79" name="Google Shape;4337;p80">
              <a:extLst>
                <a:ext uri="{FF2B5EF4-FFF2-40B4-BE49-F238E27FC236}">
                  <a16:creationId xmlns:a16="http://schemas.microsoft.com/office/drawing/2014/main" id="{CA40B77D-FAB9-9456-D691-B6A454ECC4CD}"/>
                </a:ext>
              </a:extLst>
            </p:cNvPr>
            <p:cNvSpPr/>
            <p:nvPr/>
          </p:nvSpPr>
          <p:spPr>
            <a:xfrm>
              <a:off x="1928943" y="1940268"/>
              <a:ext cx="109" cy="14"/>
            </a:xfrm>
            <a:custGeom>
              <a:avLst/>
              <a:gdLst/>
              <a:ahLst/>
              <a:cxnLst/>
              <a:rect l="l" t="t" r="r" b="b"/>
              <a:pathLst>
                <a:path w="8" h="1" extrusionOk="0">
                  <a:moveTo>
                    <a:pt x="7" y="1"/>
                  </a:moveTo>
                  <a:lnTo>
                    <a:pt x="0" y="1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80" name="Google Shape;4338;p80">
              <a:extLst>
                <a:ext uri="{FF2B5EF4-FFF2-40B4-BE49-F238E27FC236}">
                  <a16:creationId xmlns:a16="http://schemas.microsoft.com/office/drawing/2014/main" id="{0755E7A4-9AB8-479C-8E32-9991C4EDA6FA}"/>
                </a:ext>
              </a:extLst>
            </p:cNvPr>
            <p:cNvSpPr/>
            <p:nvPr/>
          </p:nvSpPr>
          <p:spPr>
            <a:xfrm>
              <a:off x="1925752" y="1940268"/>
              <a:ext cx="14" cy="14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1" y="1"/>
                  </a:move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81" name="Google Shape;4339;p80">
              <a:extLst>
                <a:ext uri="{FF2B5EF4-FFF2-40B4-BE49-F238E27FC236}">
                  <a16:creationId xmlns:a16="http://schemas.microsoft.com/office/drawing/2014/main" id="{667A7689-6B08-0F68-A873-A815BFA798CC}"/>
                </a:ext>
              </a:extLst>
            </p:cNvPr>
            <p:cNvSpPr/>
            <p:nvPr/>
          </p:nvSpPr>
          <p:spPr>
            <a:xfrm>
              <a:off x="1932880" y="1939181"/>
              <a:ext cx="68" cy="54"/>
            </a:xfrm>
            <a:custGeom>
              <a:avLst/>
              <a:gdLst/>
              <a:ahLst/>
              <a:cxnLst/>
              <a:rect l="l" t="t" r="r" b="b"/>
              <a:pathLst>
                <a:path w="5" h="4" extrusionOk="0">
                  <a:moveTo>
                    <a:pt x="4" y="0"/>
                  </a:moveTo>
                  <a:lnTo>
                    <a:pt x="1" y="4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82" name="Google Shape;4340;p80">
              <a:extLst>
                <a:ext uri="{FF2B5EF4-FFF2-40B4-BE49-F238E27FC236}">
                  <a16:creationId xmlns:a16="http://schemas.microsoft.com/office/drawing/2014/main" id="{1E610BF2-7848-BF0A-7550-088C9778619E}"/>
                </a:ext>
              </a:extLst>
            </p:cNvPr>
            <p:cNvSpPr/>
            <p:nvPr/>
          </p:nvSpPr>
          <p:spPr>
            <a:xfrm>
              <a:off x="1931835" y="1939562"/>
              <a:ext cx="109" cy="54"/>
            </a:xfrm>
            <a:custGeom>
              <a:avLst/>
              <a:gdLst/>
              <a:ahLst/>
              <a:cxnLst/>
              <a:rect l="l" t="t" r="r" b="b"/>
              <a:pathLst>
                <a:path w="8" h="4" extrusionOk="0">
                  <a:moveTo>
                    <a:pt x="8" y="0"/>
                  </a:moveTo>
                  <a:lnTo>
                    <a:pt x="1" y="4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83" name="Google Shape;4341;p80">
              <a:extLst>
                <a:ext uri="{FF2B5EF4-FFF2-40B4-BE49-F238E27FC236}">
                  <a16:creationId xmlns:a16="http://schemas.microsoft.com/office/drawing/2014/main" id="{516CB5CE-2115-713A-8205-297FB76577D1}"/>
                </a:ext>
              </a:extLst>
            </p:cNvPr>
            <p:cNvSpPr/>
            <p:nvPr/>
          </p:nvSpPr>
          <p:spPr>
            <a:xfrm>
              <a:off x="1925901" y="1946025"/>
              <a:ext cx="109" cy="14"/>
            </a:xfrm>
            <a:custGeom>
              <a:avLst/>
              <a:gdLst/>
              <a:ahLst/>
              <a:cxnLst/>
              <a:rect l="l" t="t" r="r" b="b"/>
              <a:pathLst>
                <a:path w="8" h="1" extrusionOk="0">
                  <a:moveTo>
                    <a:pt x="0" y="0"/>
                  </a:moveTo>
                  <a:lnTo>
                    <a:pt x="7" y="0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84" name="Google Shape;4342;p80">
              <a:extLst>
                <a:ext uri="{FF2B5EF4-FFF2-40B4-BE49-F238E27FC236}">
                  <a16:creationId xmlns:a16="http://schemas.microsoft.com/office/drawing/2014/main" id="{D62D8493-9814-0C40-4194-593FCE3EE58D}"/>
                </a:ext>
              </a:extLst>
            </p:cNvPr>
            <p:cNvSpPr/>
            <p:nvPr/>
          </p:nvSpPr>
          <p:spPr>
            <a:xfrm>
              <a:off x="1925521" y="1946120"/>
              <a:ext cx="109" cy="14"/>
            </a:xfrm>
            <a:custGeom>
              <a:avLst/>
              <a:gdLst/>
              <a:ahLst/>
              <a:cxnLst/>
              <a:rect l="l" t="t" r="r" b="b"/>
              <a:pathLst>
                <a:path w="8" h="1" extrusionOk="0">
                  <a:moveTo>
                    <a:pt x="0" y="0"/>
                  </a:moveTo>
                  <a:lnTo>
                    <a:pt x="7" y="0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85" name="Google Shape;4343;p80">
              <a:extLst>
                <a:ext uri="{FF2B5EF4-FFF2-40B4-BE49-F238E27FC236}">
                  <a16:creationId xmlns:a16="http://schemas.microsoft.com/office/drawing/2014/main" id="{C09BDDC3-6A94-97C5-2F02-4ECB6BA2A20E}"/>
                </a:ext>
              </a:extLst>
            </p:cNvPr>
            <p:cNvSpPr/>
            <p:nvPr/>
          </p:nvSpPr>
          <p:spPr>
            <a:xfrm>
              <a:off x="1926947" y="1940322"/>
              <a:ext cx="14" cy="14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0" y="0"/>
                  </a:move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86" name="Google Shape;4344;p80">
              <a:extLst>
                <a:ext uri="{FF2B5EF4-FFF2-40B4-BE49-F238E27FC236}">
                  <a16:creationId xmlns:a16="http://schemas.microsoft.com/office/drawing/2014/main" id="{4CDA18FF-C8B5-E97D-F8C8-6E97A888972D}"/>
                </a:ext>
              </a:extLst>
            </p:cNvPr>
            <p:cNvSpPr/>
            <p:nvPr/>
          </p:nvSpPr>
          <p:spPr>
            <a:xfrm>
              <a:off x="1925087" y="1946160"/>
              <a:ext cx="258" cy="68"/>
            </a:xfrm>
            <a:custGeom>
              <a:avLst/>
              <a:gdLst/>
              <a:ahLst/>
              <a:cxnLst/>
              <a:rect l="l" t="t" r="r" b="b"/>
              <a:pathLst>
                <a:path w="19" h="5" extrusionOk="0">
                  <a:moveTo>
                    <a:pt x="1" y="4"/>
                  </a:moveTo>
                  <a:lnTo>
                    <a:pt x="18" y="1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87" name="Google Shape;4345;p80">
              <a:extLst>
                <a:ext uri="{FF2B5EF4-FFF2-40B4-BE49-F238E27FC236}">
                  <a16:creationId xmlns:a16="http://schemas.microsoft.com/office/drawing/2014/main" id="{0825E8BD-F463-8C1C-0CDD-56D9373BE2A3}"/>
                </a:ext>
              </a:extLst>
            </p:cNvPr>
            <p:cNvSpPr/>
            <p:nvPr/>
          </p:nvSpPr>
          <p:spPr>
            <a:xfrm>
              <a:off x="1928033" y="1940322"/>
              <a:ext cx="14" cy="14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1" y="0"/>
                  </a:move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88" name="Google Shape;4346;p80">
              <a:extLst>
                <a:ext uri="{FF2B5EF4-FFF2-40B4-BE49-F238E27FC236}">
                  <a16:creationId xmlns:a16="http://schemas.microsoft.com/office/drawing/2014/main" id="{EE794881-8C1A-4CFF-6E86-FF2E8F2CE718}"/>
                </a:ext>
              </a:extLst>
            </p:cNvPr>
            <p:cNvSpPr/>
            <p:nvPr/>
          </p:nvSpPr>
          <p:spPr>
            <a:xfrm>
              <a:off x="1926037" y="1946025"/>
              <a:ext cx="14" cy="14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1" y="0"/>
                  </a:move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89" name="Google Shape;4347;p80">
              <a:extLst>
                <a:ext uri="{FF2B5EF4-FFF2-40B4-BE49-F238E27FC236}">
                  <a16:creationId xmlns:a16="http://schemas.microsoft.com/office/drawing/2014/main" id="{916FEB79-8E56-3D58-81AC-B6826757C129}"/>
                </a:ext>
              </a:extLst>
            </p:cNvPr>
            <p:cNvSpPr/>
            <p:nvPr/>
          </p:nvSpPr>
          <p:spPr>
            <a:xfrm>
              <a:off x="1929893" y="1940132"/>
              <a:ext cx="149" cy="14"/>
            </a:xfrm>
            <a:custGeom>
              <a:avLst/>
              <a:gdLst/>
              <a:ahLst/>
              <a:cxnLst/>
              <a:rect l="l" t="t" r="r" b="b"/>
              <a:pathLst>
                <a:path w="11" h="1" extrusionOk="0">
                  <a:moveTo>
                    <a:pt x="11" y="0"/>
                  </a:moveTo>
                  <a:lnTo>
                    <a:pt x="0" y="0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90" name="Google Shape;4348;p80">
              <a:extLst>
                <a:ext uri="{FF2B5EF4-FFF2-40B4-BE49-F238E27FC236}">
                  <a16:creationId xmlns:a16="http://schemas.microsoft.com/office/drawing/2014/main" id="{91562FF7-2F89-7763-1B92-495D43E99389}"/>
                </a:ext>
              </a:extLst>
            </p:cNvPr>
            <p:cNvSpPr/>
            <p:nvPr/>
          </p:nvSpPr>
          <p:spPr>
            <a:xfrm>
              <a:off x="1930884" y="1939888"/>
              <a:ext cx="109" cy="14"/>
            </a:xfrm>
            <a:custGeom>
              <a:avLst/>
              <a:gdLst/>
              <a:ahLst/>
              <a:cxnLst/>
              <a:rect l="l" t="t" r="r" b="b"/>
              <a:pathLst>
                <a:path w="8" h="1" extrusionOk="0">
                  <a:moveTo>
                    <a:pt x="8" y="1"/>
                  </a:moveTo>
                  <a:lnTo>
                    <a:pt x="1" y="1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91" name="Google Shape;4349;p80">
              <a:extLst>
                <a:ext uri="{FF2B5EF4-FFF2-40B4-BE49-F238E27FC236}">
                  <a16:creationId xmlns:a16="http://schemas.microsoft.com/office/drawing/2014/main" id="{69E2673A-FC20-6BD8-5EEB-DD7696D12098}"/>
                </a:ext>
              </a:extLst>
            </p:cNvPr>
            <p:cNvSpPr/>
            <p:nvPr/>
          </p:nvSpPr>
          <p:spPr>
            <a:xfrm>
              <a:off x="1926132" y="1945970"/>
              <a:ext cx="14" cy="14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1" y="1"/>
                  </a:move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92" name="Google Shape;4350;p80">
              <a:extLst>
                <a:ext uri="{FF2B5EF4-FFF2-40B4-BE49-F238E27FC236}">
                  <a16:creationId xmlns:a16="http://schemas.microsoft.com/office/drawing/2014/main" id="{AA1AA077-95A0-B756-5F5B-76CAB55C9CEA}"/>
                </a:ext>
              </a:extLst>
            </p:cNvPr>
            <p:cNvSpPr/>
            <p:nvPr/>
          </p:nvSpPr>
          <p:spPr>
            <a:xfrm>
              <a:off x="1928318" y="1943404"/>
              <a:ext cx="6911" cy="2349"/>
            </a:xfrm>
            <a:custGeom>
              <a:avLst/>
              <a:gdLst/>
              <a:ahLst/>
              <a:cxnLst/>
              <a:rect l="l" t="t" r="r" b="b"/>
              <a:pathLst>
                <a:path w="509" h="173" extrusionOk="0">
                  <a:moveTo>
                    <a:pt x="508" y="1"/>
                  </a:moveTo>
                  <a:cubicBezTo>
                    <a:pt x="423" y="74"/>
                    <a:pt x="250" y="126"/>
                    <a:pt x="90" y="157"/>
                  </a:cubicBezTo>
                  <a:lnTo>
                    <a:pt x="90" y="157"/>
                  </a:lnTo>
                  <a:cubicBezTo>
                    <a:pt x="248" y="126"/>
                    <a:pt x="423" y="77"/>
                    <a:pt x="508" y="1"/>
                  </a:cubicBezTo>
                  <a:close/>
                  <a:moveTo>
                    <a:pt x="90" y="157"/>
                  </a:moveTo>
                  <a:cubicBezTo>
                    <a:pt x="60" y="163"/>
                    <a:pt x="29" y="168"/>
                    <a:pt x="1" y="172"/>
                  </a:cubicBezTo>
                  <a:cubicBezTo>
                    <a:pt x="30" y="168"/>
                    <a:pt x="60" y="163"/>
                    <a:pt x="90" y="157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93" name="Google Shape;4351;p80">
              <a:extLst>
                <a:ext uri="{FF2B5EF4-FFF2-40B4-BE49-F238E27FC236}">
                  <a16:creationId xmlns:a16="http://schemas.microsoft.com/office/drawing/2014/main" id="{998A31C8-22CF-6F60-97CF-B96C83E3C517}"/>
                </a:ext>
              </a:extLst>
            </p:cNvPr>
            <p:cNvSpPr/>
            <p:nvPr/>
          </p:nvSpPr>
          <p:spPr>
            <a:xfrm>
              <a:off x="1926607" y="1945834"/>
              <a:ext cx="1018" cy="149"/>
            </a:xfrm>
            <a:custGeom>
              <a:avLst/>
              <a:gdLst/>
              <a:ahLst/>
              <a:cxnLst/>
              <a:rect l="l" t="t" r="r" b="b"/>
              <a:pathLst>
                <a:path w="75" h="11" extrusionOk="0">
                  <a:moveTo>
                    <a:pt x="74" y="0"/>
                  </a:moveTo>
                  <a:lnTo>
                    <a:pt x="74" y="0"/>
                  </a:lnTo>
                  <a:cubicBezTo>
                    <a:pt x="46" y="4"/>
                    <a:pt x="22" y="7"/>
                    <a:pt x="1" y="11"/>
                  </a:cubicBezTo>
                  <a:cubicBezTo>
                    <a:pt x="22" y="11"/>
                    <a:pt x="46" y="4"/>
                    <a:pt x="74" y="0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94" name="Google Shape;4352;p80">
              <a:extLst>
                <a:ext uri="{FF2B5EF4-FFF2-40B4-BE49-F238E27FC236}">
                  <a16:creationId xmlns:a16="http://schemas.microsoft.com/office/drawing/2014/main" id="{65898AC9-2C85-A166-D807-07E178257784}"/>
                </a:ext>
              </a:extLst>
            </p:cNvPr>
            <p:cNvSpPr/>
            <p:nvPr/>
          </p:nvSpPr>
          <p:spPr>
            <a:xfrm>
              <a:off x="1927273" y="1949405"/>
              <a:ext cx="17936" cy="10224"/>
            </a:xfrm>
            <a:custGeom>
              <a:avLst/>
              <a:gdLst/>
              <a:ahLst/>
              <a:cxnLst/>
              <a:rect l="l" t="t" r="r" b="b"/>
              <a:pathLst>
                <a:path w="1321" h="753" extrusionOk="0">
                  <a:moveTo>
                    <a:pt x="1264" y="0"/>
                  </a:moveTo>
                  <a:cubicBezTo>
                    <a:pt x="1159" y="7"/>
                    <a:pt x="589" y="53"/>
                    <a:pt x="480" y="60"/>
                  </a:cubicBezTo>
                  <a:cubicBezTo>
                    <a:pt x="424" y="93"/>
                    <a:pt x="269" y="183"/>
                    <a:pt x="161" y="183"/>
                  </a:cubicBezTo>
                  <a:cubicBezTo>
                    <a:pt x="155" y="183"/>
                    <a:pt x="150" y="183"/>
                    <a:pt x="144" y="182"/>
                  </a:cubicBezTo>
                  <a:cubicBezTo>
                    <a:pt x="137" y="182"/>
                    <a:pt x="130" y="182"/>
                    <a:pt x="123" y="179"/>
                  </a:cubicBezTo>
                  <a:cubicBezTo>
                    <a:pt x="92" y="168"/>
                    <a:pt x="67" y="147"/>
                    <a:pt x="50" y="119"/>
                  </a:cubicBezTo>
                  <a:lnTo>
                    <a:pt x="46" y="109"/>
                  </a:lnTo>
                  <a:lnTo>
                    <a:pt x="46" y="105"/>
                  </a:lnTo>
                  <a:lnTo>
                    <a:pt x="46" y="102"/>
                  </a:lnTo>
                  <a:lnTo>
                    <a:pt x="43" y="98"/>
                  </a:lnTo>
                  <a:cubicBezTo>
                    <a:pt x="39" y="98"/>
                    <a:pt x="36" y="95"/>
                    <a:pt x="32" y="95"/>
                  </a:cubicBezTo>
                  <a:cubicBezTo>
                    <a:pt x="25" y="92"/>
                    <a:pt x="17" y="90"/>
                    <a:pt x="10" y="90"/>
                  </a:cubicBezTo>
                  <a:cubicBezTo>
                    <a:pt x="7" y="90"/>
                    <a:pt x="4" y="90"/>
                    <a:pt x="1" y="91"/>
                  </a:cubicBezTo>
                  <a:cubicBezTo>
                    <a:pt x="85" y="203"/>
                    <a:pt x="130" y="259"/>
                    <a:pt x="340" y="319"/>
                  </a:cubicBezTo>
                  <a:cubicBezTo>
                    <a:pt x="550" y="378"/>
                    <a:pt x="543" y="480"/>
                    <a:pt x="522" y="581"/>
                  </a:cubicBezTo>
                  <a:cubicBezTo>
                    <a:pt x="512" y="648"/>
                    <a:pt x="505" y="686"/>
                    <a:pt x="589" y="742"/>
                  </a:cubicBezTo>
                  <a:lnTo>
                    <a:pt x="610" y="753"/>
                  </a:lnTo>
                  <a:lnTo>
                    <a:pt x="624" y="742"/>
                  </a:lnTo>
                  <a:lnTo>
                    <a:pt x="634" y="735"/>
                  </a:lnTo>
                  <a:cubicBezTo>
                    <a:pt x="648" y="725"/>
                    <a:pt x="662" y="714"/>
                    <a:pt x="680" y="700"/>
                  </a:cubicBezTo>
                  <a:lnTo>
                    <a:pt x="732" y="662"/>
                  </a:lnTo>
                  <a:cubicBezTo>
                    <a:pt x="893" y="537"/>
                    <a:pt x="1010" y="450"/>
                    <a:pt x="1100" y="450"/>
                  </a:cubicBezTo>
                  <a:cubicBezTo>
                    <a:pt x="1116" y="450"/>
                    <a:pt x="1131" y="453"/>
                    <a:pt x="1145" y="459"/>
                  </a:cubicBezTo>
                  <a:cubicBezTo>
                    <a:pt x="1155" y="461"/>
                    <a:pt x="1164" y="463"/>
                    <a:pt x="1173" y="463"/>
                  </a:cubicBezTo>
                  <a:cubicBezTo>
                    <a:pt x="1200" y="463"/>
                    <a:pt x="1225" y="452"/>
                    <a:pt x="1243" y="434"/>
                  </a:cubicBezTo>
                  <a:cubicBezTo>
                    <a:pt x="1240" y="424"/>
                    <a:pt x="1233" y="413"/>
                    <a:pt x="1226" y="403"/>
                  </a:cubicBezTo>
                  <a:cubicBezTo>
                    <a:pt x="1191" y="347"/>
                    <a:pt x="1145" y="273"/>
                    <a:pt x="1166" y="203"/>
                  </a:cubicBezTo>
                  <a:cubicBezTo>
                    <a:pt x="1184" y="161"/>
                    <a:pt x="1215" y="130"/>
                    <a:pt x="1254" y="119"/>
                  </a:cubicBezTo>
                  <a:cubicBezTo>
                    <a:pt x="1296" y="95"/>
                    <a:pt x="1320" y="53"/>
                    <a:pt x="1320" y="7"/>
                  </a:cubicBezTo>
                  <a:lnTo>
                    <a:pt x="1317" y="7"/>
                  </a:lnTo>
                  <a:lnTo>
                    <a:pt x="1303" y="4"/>
                  </a:lnTo>
                  <a:lnTo>
                    <a:pt x="1299" y="4"/>
                  </a:lnTo>
                  <a:lnTo>
                    <a:pt x="1282" y="0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95" name="Google Shape;4353;p80">
              <a:extLst>
                <a:ext uri="{FF2B5EF4-FFF2-40B4-BE49-F238E27FC236}">
                  <a16:creationId xmlns:a16="http://schemas.microsoft.com/office/drawing/2014/main" id="{AF9B6C26-BE58-C857-900F-3DF52FB5073D}"/>
                </a:ext>
              </a:extLst>
            </p:cNvPr>
            <p:cNvSpPr/>
            <p:nvPr/>
          </p:nvSpPr>
          <p:spPr>
            <a:xfrm>
              <a:off x="1944856" y="1949405"/>
              <a:ext cx="68" cy="14"/>
            </a:xfrm>
            <a:custGeom>
              <a:avLst/>
              <a:gdLst/>
              <a:ahLst/>
              <a:cxnLst/>
              <a:rect l="l" t="t" r="r" b="b"/>
              <a:pathLst>
                <a:path w="5" h="1" extrusionOk="0">
                  <a:moveTo>
                    <a:pt x="1" y="0"/>
                  </a:moveTo>
                  <a:lnTo>
                    <a:pt x="4" y="0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96" name="Google Shape;4354;p80">
              <a:extLst>
                <a:ext uri="{FF2B5EF4-FFF2-40B4-BE49-F238E27FC236}">
                  <a16:creationId xmlns:a16="http://schemas.microsoft.com/office/drawing/2014/main" id="{015E75A1-75F5-BB0F-ACC1-07761D28CA4F}"/>
                </a:ext>
              </a:extLst>
            </p:cNvPr>
            <p:cNvSpPr/>
            <p:nvPr/>
          </p:nvSpPr>
          <p:spPr>
            <a:xfrm>
              <a:off x="1945141" y="1949500"/>
              <a:ext cx="68" cy="14"/>
            </a:xfrm>
            <a:custGeom>
              <a:avLst/>
              <a:gdLst/>
              <a:ahLst/>
              <a:cxnLst/>
              <a:rect l="l" t="t" r="r" b="b"/>
              <a:pathLst>
                <a:path w="5" h="1" extrusionOk="0">
                  <a:moveTo>
                    <a:pt x="4" y="0"/>
                  </a:moveTo>
                  <a:lnTo>
                    <a:pt x="1" y="0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97" name="Google Shape;4355;p80">
              <a:extLst>
                <a:ext uri="{FF2B5EF4-FFF2-40B4-BE49-F238E27FC236}">
                  <a16:creationId xmlns:a16="http://schemas.microsoft.com/office/drawing/2014/main" id="{A9EFF9C1-7B2B-BB45-8C82-7E277042E949}"/>
                </a:ext>
              </a:extLst>
            </p:cNvPr>
            <p:cNvSpPr/>
            <p:nvPr/>
          </p:nvSpPr>
          <p:spPr>
            <a:xfrm>
              <a:off x="1927938" y="1950967"/>
              <a:ext cx="1018" cy="828"/>
            </a:xfrm>
            <a:custGeom>
              <a:avLst/>
              <a:gdLst/>
              <a:ahLst/>
              <a:cxnLst/>
              <a:rect l="l" t="t" r="r" b="b"/>
              <a:pathLst>
                <a:path w="75" h="61" extrusionOk="0">
                  <a:moveTo>
                    <a:pt x="74" y="60"/>
                  </a:moveTo>
                  <a:cubicBezTo>
                    <a:pt x="43" y="50"/>
                    <a:pt x="15" y="29"/>
                    <a:pt x="1" y="1"/>
                  </a:cubicBezTo>
                  <a:cubicBezTo>
                    <a:pt x="15" y="29"/>
                    <a:pt x="43" y="50"/>
                    <a:pt x="74" y="60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98" name="Google Shape;4356;p80">
              <a:extLst>
                <a:ext uri="{FF2B5EF4-FFF2-40B4-BE49-F238E27FC236}">
                  <a16:creationId xmlns:a16="http://schemas.microsoft.com/office/drawing/2014/main" id="{093293D4-B28B-E908-8891-8F82E97345D4}"/>
                </a:ext>
              </a:extLst>
            </p:cNvPr>
            <p:cNvSpPr/>
            <p:nvPr/>
          </p:nvSpPr>
          <p:spPr>
            <a:xfrm>
              <a:off x="1927612" y="1950587"/>
              <a:ext cx="14" cy="14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0" y="1"/>
                  </a:move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99" name="Google Shape;4357;p80">
              <a:extLst>
                <a:ext uri="{FF2B5EF4-FFF2-40B4-BE49-F238E27FC236}">
                  <a16:creationId xmlns:a16="http://schemas.microsoft.com/office/drawing/2014/main" id="{230B2BCE-9BEE-2BC8-94FB-05FB8ED76544}"/>
                </a:ext>
              </a:extLst>
            </p:cNvPr>
            <p:cNvSpPr/>
            <p:nvPr/>
          </p:nvSpPr>
          <p:spPr>
            <a:xfrm>
              <a:off x="1927843" y="1950777"/>
              <a:ext cx="14" cy="14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1" y="1"/>
                  </a:move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00" name="Google Shape;4358;p80">
              <a:extLst>
                <a:ext uri="{FF2B5EF4-FFF2-40B4-BE49-F238E27FC236}">
                  <a16:creationId xmlns:a16="http://schemas.microsoft.com/office/drawing/2014/main" id="{65D5B573-3FDD-33A3-4863-586094301892}"/>
                </a:ext>
              </a:extLst>
            </p:cNvPr>
            <p:cNvSpPr/>
            <p:nvPr/>
          </p:nvSpPr>
          <p:spPr>
            <a:xfrm>
              <a:off x="1944666" y="1949351"/>
              <a:ext cx="14" cy="14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1" y="1"/>
                  </a:move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01" name="Google Shape;4359;p80">
              <a:extLst>
                <a:ext uri="{FF2B5EF4-FFF2-40B4-BE49-F238E27FC236}">
                  <a16:creationId xmlns:a16="http://schemas.microsoft.com/office/drawing/2014/main" id="{698A2345-A17B-9C5E-C01B-DB50D1977074}"/>
                </a:ext>
              </a:extLst>
            </p:cNvPr>
            <p:cNvSpPr/>
            <p:nvPr/>
          </p:nvSpPr>
          <p:spPr>
            <a:xfrm>
              <a:off x="1927802" y="1950736"/>
              <a:ext cx="14" cy="14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0" y="0"/>
                  </a:move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02" name="Google Shape;4360;p80">
              <a:extLst>
                <a:ext uri="{FF2B5EF4-FFF2-40B4-BE49-F238E27FC236}">
                  <a16:creationId xmlns:a16="http://schemas.microsoft.com/office/drawing/2014/main" id="{10FCD6B7-D670-9A5A-23B5-DEF00200FF24}"/>
                </a:ext>
              </a:extLst>
            </p:cNvPr>
            <p:cNvSpPr/>
            <p:nvPr/>
          </p:nvSpPr>
          <p:spPr>
            <a:xfrm>
              <a:off x="1927748" y="1950682"/>
              <a:ext cx="14" cy="14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1" y="1"/>
                  </a:move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03" name="Google Shape;4361;p80">
              <a:extLst>
                <a:ext uri="{FF2B5EF4-FFF2-40B4-BE49-F238E27FC236}">
                  <a16:creationId xmlns:a16="http://schemas.microsoft.com/office/drawing/2014/main" id="{33161E99-5451-E753-B108-1004DB0CBF8B}"/>
                </a:ext>
              </a:extLst>
            </p:cNvPr>
            <p:cNvSpPr/>
            <p:nvPr/>
          </p:nvSpPr>
          <p:spPr>
            <a:xfrm>
              <a:off x="1927137" y="1950546"/>
              <a:ext cx="14" cy="14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0" y="0"/>
                  </a:move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04" name="Google Shape;4362;p80">
              <a:extLst>
                <a:ext uri="{FF2B5EF4-FFF2-40B4-BE49-F238E27FC236}">
                  <a16:creationId xmlns:a16="http://schemas.microsoft.com/office/drawing/2014/main" id="{0113D3A8-FF51-24FD-A438-F5A64A14A3D0}"/>
                </a:ext>
              </a:extLst>
            </p:cNvPr>
            <p:cNvSpPr/>
            <p:nvPr/>
          </p:nvSpPr>
          <p:spPr>
            <a:xfrm>
              <a:off x="1944475" y="1949310"/>
              <a:ext cx="14" cy="14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1" y="0"/>
                  </a:move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05" name="Google Shape;4363;p80">
              <a:extLst>
                <a:ext uri="{FF2B5EF4-FFF2-40B4-BE49-F238E27FC236}">
                  <a16:creationId xmlns:a16="http://schemas.microsoft.com/office/drawing/2014/main" id="{34128A97-6F50-611C-279C-8A9F0A83D829}"/>
                </a:ext>
              </a:extLst>
            </p:cNvPr>
            <p:cNvSpPr/>
            <p:nvPr/>
          </p:nvSpPr>
          <p:spPr>
            <a:xfrm>
              <a:off x="2156244" y="1961014"/>
              <a:ext cx="88987" cy="61547"/>
            </a:xfrm>
            <a:custGeom>
              <a:avLst/>
              <a:gdLst/>
              <a:ahLst/>
              <a:cxnLst/>
              <a:rect l="l" t="t" r="r" b="b"/>
              <a:pathLst>
                <a:path w="6554" h="4533" extrusionOk="0">
                  <a:moveTo>
                    <a:pt x="4106" y="0"/>
                  </a:moveTo>
                  <a:cubicBezTo>
                    <a:pt x="4103" y="0"/>
                    <a:pt x="4100" y="1"/>
                    <a:pt x="4096" y="3"/>
                  </a:cubicBezTo>
                  <a:cubicBezTo>
                    <a:pt x="4009" y="6"/>
                    <a:pt x="3862" y="90"/>
                    <a:pt x="3774" y="178"/>
                  </a:cubicBezTo>
                  <a:cubicBezTo>
                    <a:pt x="3743" y="206"/>
                    <a:pt x="3722" y="244"/>
                    <a:pt x="3722" y="286"/>
                  </a:cubicBezTo>
                  <a:cubicBezTo>
                    <a:pt x="3722" y="342"/>
                    <a:pt x="3701" y="395"/>
                    <a:pt x="3662" y="437"/>
                  </a:cubicBezTo>
                  <a:cubicBezTo>
                    <a:pt x="3645" y="454"/>
                    <a:pt x="3617" y="479"/>
                    <a:pt x="3582" y="510"/>
                  </a:cubicBezTo>
                  <a:cubicBezTo>
                    <a:pt x="3421" y="657"/>
                    <a:pt x="3270" y="811"/>
                    <a:pt x="3133" y="979"/>
                  </a:cubicBezTo>
                  <a:cubicBezTo>
                    <a:pt x="3011" y="1135"/>
                    <a:pt x="2798" y="1141"/>
                    <a:pt x="2612" y="1141"/>
                  </a:cubicBezTo>
                  <a:cubicBezTo>
                    <a:pt x="2597" y="1141"/>
                    <a:pt x="2581" y="1141"/>
                    <a:pt x="2566" y="1141"/>
                  </a:cubicBezTo>
                  <a:cubicBezTo>
                    <a:pt x="2540" y="1139"/>
                    <a:pt x="2513" y="1138"/>
                    <a:pt x="2486" y="1138"/>
                  </a:cubicBezTo>
                  <a:cubicBezTo>
                    <a:pt x="2459" y="1138"/>
                    <a:pt x="2432" y="1139"/>
                    <a:pt x="2405" y="1141"/>
                  </a:cubicBezTo>
                  <a:cubicBezTo>
                    <a:pt x="2381" y="1144"/>
                    <a:pt x="2356" y="1148"/>
                    <a:pt x="2335" y="1158"/>
                  </a:cubicBezTo>
                  <a:cubicBezTo>
                    <a:pt x="2311" y="1172"/>
                    <a:pt x="2311" y="1172"/>
                    <a:pt x="2335" y="1232"/>
                  </a:cubicBezTo>
                  <a:cubicBezTo>
                    <a:pt x="2360" y="1281"/>
                    <a:pt x="2398" y="1375"/>
                    <a:pt x="2314" y="1442"/>
                  </a:cubicBezTo>
                  <a:cubicBezTo>
                    <a:pt x="2234" y="1512"/>
                    <a:pt x="2031" y="1606"/>
                    <a:pt x="1898" y="1669"/>
                  </a:cubicBezTo>
                  <a:lnTo>
                    <a:pt x="1817" y="1708"/>
                  </a:lnTo>
                  <a:cubicBezTo>
                    <a:pt x="1754" y="1732"/>
                    <a:pt x="1684" y="1750"/>
                    <a:pt x="1618" y="1753"/>
                  </a:cubicBezTo>
                  <a:cubicBezTo>
                    <a:pt x="1485" y="1771"/>
                    <a:pt x="1299" y="1795"/>
                    <a:pt x="1243" y="1869"/>
                  </a:cubicBezTo>
                  <a:cubicBezTo>
                    <a:pt x="1204" y="1918"/>
                    <a:pt x="1162" y="1934"/>
                    <a:pt x="1122" y="1934"/>
                  </a:cubicBezTo>
                  <a:cubicBezTo>
                    <a:pt x="1066" y="1934"/>
                    <a:pt x="1013" y="1901"/>
                    <a:pt x="980" y="1883"/>
                  </a:cubicBezTo>
                  <a:cubicBezTo>
                    <a:pt x="941" y="1858"/>
                    <a:pt x="922" y="1848"/>
                    <a:pt x="910" y="1848"/>
                  </a:cubicBezTo>
                  <a:cubicBezTo>
                    <a:pt x="899" y="1848"/>
                    <a:pt x="894" y="1856"/>
                    <a:pt x="886" y="1869"/>
                  </a:cubicBezTo>
                  <a:cubicBezTo>
                    <a:pt x="830" y="1960"/>
                    <a:pt x="742" y="2023"/>
                    <a:pt x="641" y="2047"/>
                  </a:cubicBezTo>
                  <a:cubicBezTo>
                    <a:pt x="627" y="2047"/>
                    <a:pt x="616" y="2051"/>
                    <a:pt x="602" y="2051"/>
                  </a:cubicBezTo>
                  <a:lnTo>
                    <a:pt x="592" y="2051"/>
                  </a:lnTo>
                  <a:cubicBezTo>
                    <a:pt x="581" y="2047"/>
                    <a:pt x="571" y="2047"/>
                    <a:pt x="560" y="2047"/>
                  </a:cubicBezTo>
                  <a:lnTo>
                    <a:pt x="550" y="2044"/>
                  </a:lnTo>
                  <a:cubicBezTo>
                    <a:pt x="543" y="2040"/>
                    <a:pt x="532" y="2037"/>
                    <a:pt x="525" y="2033"/>
                  </a:cubicBezTo>
                  <a:lnTo>
                    <a:pt x="515" y="2030"/>
                  </a:lnTo>
                  <a:cubicBezTo>
                    <a:pt x="504" y="2026"/>
                    <a:pt x="494" y="2019"/>
                    <a:pt x="487" y="2012"/>
                  </a:cubicBezTo>
                  <a:cubicBezTo>
                    <a:pt x="480" y="2009"/>
                    <a:pt x="473" y="2005"/>
                    <a:pt x="469" y="1998"/>
                  </a:cubicBezTo>
                  <a:lnTo>
                    <a:pt x="466" y="2005"/>
                  </a:lnTo>
                  <a:lnTo>
                    <a:pt x="452" y="2016"/>
                  </a:lnTo>
                  <a:lnTo>
                    <a:pt x="431" y="2037"/>
                  </a:lnTo>
                  <a:lnTo>
                    <a:pt x="417" y="2047"/>
                  </a:lnTo>
                  <a:lnTo>
                    <a:pt x="396" y="2068"/>
                  </a:lnTo>
                  <a:lnTo>
                    <a:pt x="385" y="2082"/>
                  </a:lnTo>
                  <a:lnTo>
                    <a:pt x="364" y="2103"/>
                  </a:lnTo>
                  <a:lnTo>
                    <a:pt x="354" y="2117"/>
                  </a:lnTo>
                  <a:lnTo>
                    <a:pt x="336" y="2138"/>
                  </a:lnTo>
                  <a:lnTo>
                    <a:pt x="326" y="2152"/>
                  </a:lnTo>
                  <a:cubicBezTo>
                    <a:pt x="319" y="2159"/>
                    <a:pt x="312" y="2166"/>
                    <a:pt x="308" y="2173"/>
                  </a:cubicBezTo>
                  <a:lnTo>
                    <a:pt x="298" y="2187"/>
                  </a:lnTo>
                  <a:cubicBezTo>
                    <a:pt x="294" y="2198"/>
                    <a:pt x="291" y="2205"/>
                    <a:pt x="284" y="2215"/>
                  </a:cubicBezTo>
                  <a:lnTo>
                    <a:pt x="280" y="2226"/>
                  </a:lnTo>
                  <a:cubicBezTo>
                    <a:pt x="273" y="2236"/>
                    <a:pt x="266" y="2250"/>
                    <a:pt x="263" y="2264"/>
                  </a:cubicBezTo>
                  <a:cubicBezTo>
                    <a:pt x="228" y="2369"/>
                    <a:pt x="179" y="2467"/>
                    <a:pt x="119" y="2562"/>
                  </a:cubicBezTo>
                  <a:lnTo>
                    <a:pt x="95" y="2597"/>
                  </a:lnTo>
                  <a:cubicBezTo>
                    <a:pt x="53" y="2670"/>
                    <a:pt x="0" y="2754"/>
                    <a:pt x="0" y="2789"/>
                  </a:cubicBezTo>
                  <a:cubicBezTo>
                    <a:pt x="4" y="2838"/>
                    <a:pt x="11" y="2887"/>
                    <a:pt x="28" y="2936"/>
                  </a:cubicBezTo>
                  <a:cubicBezTo>
                    <a:pt x="56" y="3034"/>
                    <a:pt x="70" y="3136"/>
                    <a:pt x="74" y="3238"/>
                  </a:cubicBezTo>
                  <a:cubicBezTo>
                    <a:pt x="74" y="3413"/>
                    <a:pt x="116" y="3500"/>
                    <a:pt x="217" y="3637"/>
                  </a:cubicBezTo>
                  <a:cubicBezTo>
                    <a:pt x="291" y="3738"/>
                    <a:pt x="326" y="3864"/>
                    <a:pt x="315" y="3990"/>
                  </a:cubicBezTo>
                  <a:cubicBezTo>
                    <a:pt x="347" y="4043"/>
                    <a:pt x="382" y="4095"/>
                    <a:pt x="424" y="4144"/>
                  </a:cubicBezTo>
                  <a:cubicBezTo>
                    <a:pt x="469" y="4197"/>
                    <a:pt x="522" y="4249"/>
                    <a:pt x="581" y="4295"/>
                  </a:cubicBezTo>
                  <a:cubicBezTo>
                    <a:pt x="697" y="4393"/>
                    <a:pt x="767" y="4456"/>
                    <a:pt x="784" y="4519"/>
                  </a:cubicBezTo>
                  <a:lnTo>
                    <a:pt x="784" y="4522"/>
                  </a:lnTo>
                  <a:lnTo>
                    <a:pt x="788" y="4526"/>
                  </a:lnTo>
                  <a:lnTo>
                    <a:pt x="788" y="4529"/>
                  </a:lnTo>
                  <a:lnTo>
                    <a:pt x="791" y="4533"/>
                  </a:lnTo>
                  <a:cubicBezTo>
                    <a:pt x="900" y="4396"/>
                    <a:pt x="882" y="4204"/>
                    <a:pt x="879" y="4183"/>
                  </a:cubicBezTo>
                  <a:lnTo>
                    <a:pt x="879" y="4179"/>
                  </a:lnTo>
                  <a:lnTo>
                    <a:pt x="872" y="4120"/>
                  </a:lnTo>
                  <a:lnTo>
                    <a:pt x="1233" y="4039"/>
                  </a:lnTo>
                  <a:lnTo>
                    <a:pt x="1478" y="3969"/>
                  </a:lnTo>
                  <a:lnTo>
                    <a:pt x="1891" y="4025"/>
                  </a:lnTo>
                  <a:lnTo>
                    <a:pt x="1891" y="3710"/>
                  </a:lnTo>
                  <a:lnTo>
                    <a:pt x="1905" y="3693"/>
                  </a:lnTo>
                  <a:cubicBezTo>
                    <a:pt x="1940" y="3644"/>
                    <a:pt x="2269" y="3227"/>
                    <a:pt x="2528" y="3227"/>
                  </a:cubicBezTo>
                  <a:cubicBezTo>
                    <a:pt x="2759" y="3227"/>
                    <a:pt x="2951" y="3462"/>
                    <a:pt x="3007" y="3539"/>
                  </a:cubicBezTo>
                  <a:lnTo>
                    <a:pt x="3963" y="3724"/>
                  </a:lnTo>
                  <a:cubicBezTo>
                    <a:pt x="3991" y="3619"/>
                    <a:pt x="4051" y="3434"/>
                    <a:pt x="4145" y="3374"/>
                  </a:cubicBezTo>
                  <a:cubicBezTo>
                    <a:pt x="4180" y="3351"/>
                    <a:pt x="4219" y="3342"/>
                    <a:pt x="4260" y="3342"/>
                  </a:cubicBezTo>
                  <a:cubicBezTo>
                    <a:pt x="4305" y="3342"/>
                    <a:pt x="4351" y="3353"/>
                    <a:pt x="4397" y="3364"/>
                  </a:cubicBezTo>
                  <a:cubicBezTo>
                    <a:pt x="4442" y="3372"/>
                    <a:pt x="4489" y="3381"/>
                    <a:pt x="4529" y="3381"/>
                  </a:cubicBezTo>
                  <a:cubicBezTo>
                    <a:pt x="4552" y="3381"/>
                    <a:pt x="4573" y="3378"/>
                    <a:pt x="4590" y="3371"/>
                  </a:cubicBezTo>
                  <a:cubicBezTo>
                    <a:pt x="4733" y="3297"/>
                    <a:pt x="4940" y="3196"/>
                    <a:pt x="5195" y="3196"/>
                  </a:cubicBezTo>
                  <a:cubicBezTo>
                    <a:pt x="5265" y="3196"/>
                    <a:pt x="5335" y="3206"/>
                    <a:pt x="5402" y="3224"/>
                  </a:cubicBezTo>
                  <a:cubicBezTo>
                    <a:pt x="5441" y="3232"/>
                    <a:pt x="5469" y="3239"/>
                    <a:pt x="5490" y="3239"/>
                  </a:cubicBezTo>
                  <a:cubicBezTo>
                    <a:pt x="5527" y="3239"/>
                    <a:pt x="5545" y="3220"/>
                    <a:pt x="5574" y="3164"/>
                  </a:cubicBezTo>
                  <a:cubicBezTo>
                    <a:pt x="5598" y="3115"/>
                    <a:pt x="5640" y="3080"/>
                    <a:pt x="5693" y="3066"/>
                  </a:cubicBezTo>
                  <a:cubicBezTo>
                    <a:pt x="5721" y="3057"/>
                    <a:pt x="5750" y="3051"/>
                    <a:pt x="5781" y="3051"/>
                  </a:cubicBezTo>
                  <a:cubicBezTo>
                    <a:pt x="5788" y="3051"/>
                    <a:pt x="5794" y="3051"/>
                    <a:pt x="5801" y="3052"/>
                  </a:cubicBezTo>
                  <a:cubicBezTo>
                    <a:pt x="5973" y="3059"/>
                    <a:pt x="6179" y="3157"/>
                    <a:pt x="6249" y="3192"/>
                  </a:cubicBezTo>
                  <a:lnTo>
                    <a:pt x="6554" y="3139"/>
                  </a:lnTo>
                  <a:lnTo>
                    <a:pt x="6466" y="2898"/>
                  </a:lnTo>
                  <a:cubicBezTo>
                    <a:pt x="6396" y="2866"/>
                    <a:pt x="6333" y="2835"/>
                    <a:pt x="6270" y="2793"/>
                  </a:cubicBezTo>
                  <a:lnTo>
                    <a:pt x="6263" y="2789"/>
                  </a:lnTo>
                  <a:lnTo>
                    <a:pt x="6260" y="2786"/>
                  </a:lnTo>
                  <a:cubicBezTo>
                    <a:pt x="6239" y="2775"/>
                    <a:pt x="6221" y="2761"/>
                    <a:pt x="6204" y="2751"/>
                  </a:cubicBezTo>
                  <a:cubicBezTo>
                    <a:pt x="6148" y="2716"/>
                    <a:pt x="6106" y="2663"/>
                    <a:pt x="6081" y="2600"/>
                  </a:cubicBezTo>
                  <a:cubicBezTo>
                    <a:pt x="6081" y="2593"/>
                    <a:pt x="6078" y="2586"/>
                    <a:pt x="6078" y="2579"/>
                  </a:cubicBezTo>
                  <a:cubicBezTo>
                    <a:pt x="6078" y="2492"/>
                    <a:pt x="6078" y="2418"/>
                    <a:pt x="5931" y="2285"/>
                  </a:cubicBezTo>
                  <a:lnTo>
                    <a:pt x="5903" y="2261"/>
                  </a:lnTo>
                  <a:cubicBezTo>
                    <a:pt x="5843" y="2212"/>
                    <a:pt x="5780" y="2166"/>
                    <a:pt x="5717" y="2124"/>
                  </a:cubicBezTo>
                  <a:cubicBezTo>
                    <a:pt x="5619" y="2058"/>
                    <a:pt x="5542" y="2005"/>
                    <a:pt x="5542" y="1904"/>
                  </a:cubicBezTo>
                  <a:cubicBezTo>
                    <a:pt x="5542" y="1862"/>
                    <a:pt x="5525" y="1837"/>
                    <a:pt x="5444" y="1750"/>
                  </a:cubicBezTo>
                  <a:cubicBezTo>
                    <a:pt x="5409" y="1715"/>
                    <a:pt x="5371" y="1669"/>
                    <a:pt x="5321" y="1610"/>
                  </a:cubicBezTo>
                  <a:cubicBezTo>
                    <a:pt x="5174" y="1435"/>
                    <a:pt x="4936" y="1431"/>
                    <a:pt x="4933" y="1431"/>
                  </a:cubicBezTo>
                  <a:lnTo>
                    <a:pt x="4887" y="1431"/>
                  </a:lnTo>
                  <a:lnTo>
                    <a:pt x="4817" y="1256"/>
                  </a:lnTo>
                  <a:lnTo>
                    <a:pt x="4604" y="1225"/>
                  </a:lnTo>
                  <a:lnTo>
                    <a:pt x="4590" y="1218"/>
                  </a:lnTo>
                  <a:cubicBezTo>
                    <a:pt x="4544" y="1183"/>
                    <a:pt x="4516" y="1130"/>
                    <a:pt x="4520" y="1074"/>
                  </a:cubicBezTo>
                  <a:cubicBezTo>
                    <a:pt x="4523" y="1007"/>
                    <a:pt x="4572" y="951"/>
                    <a:pt x="4667" y="906"/>
                  </a:cubicBezTo>
                  <a:cubicBezTo>
                    <a:pt x="4688" y="895"/>
                    <a:pt x="4705" y="878"/>
                    <a:pt x="4712" y="857"/>
                  </a:cubicBezTo>
                  <a:cubicBezTo>
                    <a:pt x="4737" y="790"/>
                    <a:pt x="4677" y="678"/>
                    <a:pt x="4639" y="601"/>
                  </a:cubicBezTo>
                  <a:cubicBezTo>
                    <a:pt x="4625" y="573"/>
                    <a:pt x="4611" y="542"/>
                    <a:pt x="4600" y="510"/>
                  </a:cubicBezTo>
                  <a:cubicBezTo>
                    <a:pt x="4597" y="507"/>
                    <a:pt x="4597" y="503"/>
                    <a:pt x="4593" y="500"/>
                  </a:cubicBezTo>
                  <a:lnTo>
                    <a:pt x="4590" y="493"/>
                  </a:lnTo>
                  <a:lnTo>
                    <a:pt x="4586" y="486"/>
                  </a:lnTo>
                  <a:lnTo>
                    <a:pt x="4579" y="475"/>
                  </a:lnTo>
                  <a:lnTo>
                    <a:pt x="4576" y="468"/>
                  </a:lnTo>
                  <a:lnTo>
                    <a:pt x="4565" y="451"/>
                  </a:lnTo>
                  <a:lnTo>
                    <a:pt x="4562" y="444"/>
                  </a:lnTo>
                  <a:lnTo>
                    <a:pt x="4551" y="430"/>
                  </a:lnTo>
                  <a:lnTo>
                    <a:pt x="4541" y="416"/>
                  </a:lnTo>
                  <a:lnTo>
                    <a:pt x="4534" y="405"/>
                  </a:lnTo>
                  <a:lnTo>
                    <a:pt x="4516" y="381"/>
                  </a:lnTo>
                  <a:cubicBezTo>
                    <a:pt x="4446" y="286"/>
                    <a:pt x="4345" y="157"/>
                    <a:pt x="4243" y="38"/>
                  </a:cubicBezTo>
                  <a:lnTo>
                    <a:pt x="4226" y="38"/>
                  </a:lnTo>
                  <a:lnTo>
                    <a:pt x="4208" y="34"/>
                  </a:lnTo>
                  <a:lnTo>
                    <a:pt x="4198" y="31"/>
                  </a:lnTo>
                  <a:lnTo>
                    <a:pt x="4177" y="24"/>
                  </a:lnTo>
                  <a:lnTo>
                    <a:pt x="4170" y="20"/>
                  </a:lnTo>
                  <a:cubicBezTo>
                    <a:pt x="4163" y="17"/>
                    <a:pt x="4156" y="13"/>
                    <a:pt x="4145" y="10"/>
                  </a:cubicBezTo>
                  <a:cubicBezTo>
                    <a:pt x="4142" y="10"/>
                    <a:pt x="4138" y="6"/>
                    <a:pt x="4131" y="3"/>
                  </a:cubicBezTo>
                  <a:lnTo>
                    <a:pt x="4114" y="3"/>
                  </a:lnTo>
                  <a:cubicBezTo>
                    <a:pt x="4112" y="1"/>
                    <a:pt x="4109" y="0"/>
                    <a:pt x="4106" y="0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06" name="Google Shape;4364;p80">
              <a:extLst>
                <a:ext uri="{FF2B5EF4-FFF2-40B4-BE49-F238E27FC236}">
                  <a16:creationId xmlns:a16="http://schemas.microsoft.com/office/drawing/2014/main" id="{3EFDFFF3-A48D-6209-92BA-357288D803A8}"/>
                </a:ext>
              </a:extLst>
            </p:cNvPr>
            <p:cNvSpPr/>
            <p:nvPr/>
          </p:nvSpPr>
          <p:spPr>
            <a:xfrm>
              <a:off x="2069728" y="1940363"/>
              <a:ext cx="85810" cy="69734"/>
            </a:xfrm>
            <a:custGeom>
              <a:avLst/>
              <a:gdLst/>
              <a:ahLst/>
              <a:cxnLst/>
              <a:rect l="l" t="t" r="r" b="b"/>
              <a:pathLst>
                <a:path w="6320" h="5136" extrusionOk="0">
                  <a:moveTo>
                    <a:pt x="1573" y="0"/>
                  </a:moveTo>
                  <a:cubicBezTo>
                    <a:pt x="1560" y="0"/>
                    <a:pt x="1539" y="14"/>
                    <a:pt x="1496" y="53"/>
                  </a:cubicBezTo>
                  <a:cubicBezTo>
                    <a:pt x="1452" y="94"/>
                    <a:pt x="1400" y="143"/>
                    <a:pt x="1334" y="143"/>
                  </a:cubicBezTo>
                  <a:cubicBezTo>
                    <a:pt x="1326" y="143"/>
                    <a:pt x="1318" y="142"/>
                    <a:pt x="1310" y="141"/>
                  </a:cubicBezTo>
                  <a:lnTo>
                    <a:pt x="1250" y="134"/>
                  </a:lnTo>
                  <a:cubicBezTo>
                    <a:pt x="1186" y="123"/>
                    <a:pt x="1068" y="103"/>
                    <a:pt x="976" y="103"/>
                  </a:cubicBezTo>
                  <a:cubicBezTo>
                    <a:pt x="924" y="103"/>
                    <a:pt x="880" y="109"/>
                    <a:pt x="858" y="127"/>
                  </a:cubicBezTo>
                  <a:cubicBezTo>
                    <a:pt x="820" y="158"/>
                    <a:pt x="802" y="284"/>
                    <a:pt x="792" y="365"/>
                  </a:cubicBezTo>
                  <a:cubicBezTo>
                    <a:pt x="778" y="470"/>
                    <a:pt x="767" y="526"/>
                    <a:pt x="736" y="561"/>
                  </a:cubicBezTo>
                  <a:cubicBezTo>
                    <a:pt x="659" y="638"/>
                    <a:pt x="512" y="831"/>
                    <a:pt x="512" y="901"/>
                  </a:cubicBezTo>
                  <a:cubicBezTo>
                    <a:pt x="512" y="915"/>
                    <a:pt x="508" y="929"/>
                    <a:pt x="508" y="939"/>
                  </a:cubicBezTo>
                  <a:lnTo>
                    <a:pt x="508" y="943"/>
                  </a:lnTo>
                  <a:cubicBezTo>
                    <a:pt x="501" y="978"/>
                    <a:pt x="487" y="1013"/>
                    <a:pt x="463" y="1041"/>
                  </a:cubicBezTo>
                  <a:lnTo>
                    <a:pt x="480" y="1139"/>
                  </a:lnTo>
                  <a:lnTo>
                    <a:pt x="487" y="1184"/>
                  </a:lnTo>
                  <a:lnTo>
                    <a:pt x="487" y="1195"/>
                  </a:lnTo>
                  <a:lnTo>
                    <a:pt x="491" y="1230"/>
                  </a:lnTo>
                  <a:lnTo>
                    <a:pt x="494" y="1244"/>
                  </a:lnTo>
                  <a:lnTo>
                    <a:pt x="498" y="1272"/>
                  </a:lnTo>
                  <a:lnTo>
                    <a:pt x="501" y="1289"/>
                  </a:lnTo>
                  <a:lnTo>
                    <a:pt x="505" y="1310"/>
                  </a:lnTo>
                  <a:lnTo>
                    <a:pt x="508" y="1328"/>
                  </a:lnTo>
                  <a:lnTo>
                    <a:pt x="508" y="1342"/>
                  </a:lnTo>
                  <a:cubicBezTo>
                    <a:pt x="508" y="1352"/>
                    <a:pt x="508" y="1363"/>
                    <a:pt x="512" y="1370"/>
                  </a:cubicBezTo>
                  <a:cubicBezTo>
                    <a:pt x="529" y="1527"/>
                    <a:pt x="575" y="2056"/>
                    <a:pt x="431" y="2199"/>
                  </a:cubicBezTo>
                  <a:cubicBezTo>
                    <a:pt x="351" y="2290"/>
                    <a:pt x="288" y="2388"/>
                    <a:pt x="239" y="2497"/>
                  </a:cubicBezTo>
                  <a:lnTo>
                    <a:pt x="235" y="2500"/>
                  </a:lnTo>
                  <a:lnTo>
                    <a:pt x="232" y="2514"/>
                  </a:lnTo>
                  <a:lnTo>
                    <a:pt x="214" y="2525"/>
                  </a:lnTo>
                  <a:cubicBezTo>
                    <a:pt x="106" y="2613"/>
                    <a:pt x="32" y="2739"/>
                    <a:pt x="11" y="2879"/>
                  </a:cubicBezTo>
                  <a:cubicBezTo>
                    <a:pt x="4" y="2935"/>
                    <a:pt x="1" y="2994"/>
                    <a:pt x="1" y="3050"/>
                  </a:cubicBezTo>
                  <a:cubicBezTo>
                    <a:pt x="1" y="3131"/>
                    <a:pt x="4" y="3215"/>
                    <a:pt x="11" y="3295"/>
                  </a:cubicBezTo>
                  <a:cubicBezTo>
                    <a:pt x="18" y="3365"/>
                    <a:pt x="25" y="3435"/>
                    <a:pt x="25" y="3512"/>
                  </a:cubicBezTo>
                  <a:cubicBezTo>
                    <a:pt x="25" y="3589"/>
                    <a:pt x="57" y="3645"/>
                    <a:pt x="99" y="3722"/>
                  </a:cubicBezTo>
                  <a:lnTo>
                    <a:pt x="120" y="3768"/>
                  </a:lnTo>
                  <a:lnTo>
                    <a:pt x="130" y="3782"/>
                  </a:lnTo>
                  <a:lnTo>
                    <a:pt x="144" y="3813"/>
                  </a:lnTo>
                  <a:lnTo>
                    <a:pt x="151" y="3834"/>
                  </a:lnTo>
                  <a:cubicBezTo>
                    <a:pt x="158" y="3845"/>
                    <a:pt x="162" y="3852"/>
                    <a:pt x="165" y="3862"/>
                  </a:cubicBezTo>
                  <a:cubicBezTo>
                    <a:pt x="169" y="3873"/>
                    <a:pt x="172" y="3880"/>
                    <a:pt x="176" y="3887"/>
                  </a:cubicBezTo>
                  <a:cubicBezTo>
                    <a:pt x="176" y="3894"/>
                    <a:pt x="179" y="3901"/>
                    <a:pt x="183" y="3908"/>
                  </a:cubicBezTo>
                  <a:lnTo>
                    <a:pt x="186" y="3915"/>
                  </a:lnTo>
                  <a:cubicBezTo>
                    <a:pt x="239" y="3985"/>
                    <a:pt x="508" y="4023"/>
                    <a:pt x="704" y="4055"/>
                  </a:cubicBezTo>
                  <a:cubicBezTo>
                    <a:pt x="799" y="4069"/>
                    <a:pt x="890" y="4083"/>
                    <a:pt x="963" y="4097"/>
                  </a:cubicBezTo>
                  <a:cubicBezTo>
                    <a:pt x="1254" y="4163"/>
                    <a:pt x="1545" y="4552"/>
                    <a:pt x="1534" y="4724"/>
                  </a:cubicBezTo>
                  <a:cubicBezTo>
                    <a:pt x="1527" y="4829"/>
                    <a:pt x="1681" y="5074"/>
                    <a:pt x="1790" y="5130"/>
                  </a:cubicBezTo>
                  <a:cubicBezTo>
                    <a:pt x="1798" y="5134"/>
                    <a:pt x="1809" y="5136"/>
                    <a:pt x="1822" y="5136"/>
                  </a:cubicBezTo>
                  <a:cubicBezTo>
                    <a:pt x="1884" y="5136"/>
                    <a:pt x="1992" y="5096"/>
                    <a:pt x="2070" y="5070"/>
                  </a:cubicBezTo>
                  <a:cubicBezTo>
                    <a:pt x="2147" y="5035"/>
                    <a:pt x="2231" y="5011"/>
                    <a:pt x="2315" y="5004"/>
                  </a:cubicBezTo>
                  <a:lnTo>
                    <a:pt x="2350" y="5004"/>
                  </a:lnTo>
                  <a:cubicBezTo>
                    <a:pt x="2850" y="5004"/>
                    <a:pt x="2973" y="4962"/>
                    <a:pt x="2997" y="4937"/>
                  </a:cubicBezTo>
                  <a:cubicBezTo>
                    <a:pt x="3025" y="4916"/>
                    <a:pt x="3057" y="4902"/>
                    <a:pt x="3088" y="4902"/>
                  </a:cubicBezTo>
                  <a:cubicBezTo>
                    <a:pt x="3095" y="4885"/>
                    <a:pt x="3102" y="4867"/>
                    <a:pt x="3109" y="4850"/>
                  </a:cubicBezTo>
                  <a:lnTo>
                    <a:pt x="3113" y="4832"/>
                  </a:lnTo>
                  <a:lnTo>
                    <a:pt x="3123" y="4797"/>
                  </a:lnTo>
                  <a:lnTo>
                    <a:pt x="3130" y="4780"/>
                  </a:lnTo>
                  <a:lnTo>
                    <a:pt x="3141" y="4748"/>
                  </a:lnTo>
                  <a:lnTo>
                    <a:pt x="3144" y="4727"/>
                  </a:lnTo>
                  <a:lnTo>
                    <a:pt x="3155" y="4699"/>
                  </a:lnTo>
                  <a:lnTo>
                    <a:pt x="3158" y="4678"/>
                  </a:lnTo>
                  <a:lnTo>
                    <a:pt x="3165" y="4653"/>
                  </a:lnTo>
                  <a:lnTo>
                    <a:pt x="3172" y="4636"/>
                  </a:lnTo>
                  <a:lnTo>
                    <a:pt x="3176" y="4611"/>
                  </a:lnTo>
                  <a:lnTo>
                    <a:pt x="3183" y="4590"/>
                  </a:lnTo>
                  <a:lnTo>
                    <a:pt x="3186" y="4569"/>
                  </a:lnTo>
                  <a:lnTo>
                    <a:pt x="3190" y="4552"/>
                  </a:lnTo>
                  <a:lnTo>
                    <a:pt x="3197" y="4531"/>
                  </a:lnTo>
                  <a:lnTo>
                    <a:pt x="3200" y="4517"/>
                  </a:lnTo>
                  <a:lnTo>
                    <a:pt x="3204" y="4496"/>
                  </a:lnTo>
                  <a:lnTo>
                    <a:pt x="3207" y="4485"/>
                  </a:lnTo>
                  <a:lnTo>
                    <a:pt x="3211" y="4468"/>
                  </a:lnTo>
                  <a:lnTo>
                    <a:pt x="3211" y="4457"/>
                  </a:lnTo>
                  <a:lnTo>
                    <a:pt x="3214" y="4440"/>
                  </a:lnTo>
                  <a:lnTo>
                    <a:pt x="3214" y="4433"/>
                  </a:lnTo>
                  <a:lnTo>
                    <a:pt x="3218" y="4419"/>
                  </a:lnTo>
                  <a:lnTo>
                    <a:pt x="3218" y="4415"/>
                  </a:lnTo>
                  <a:lnTo>
                    <a:pt x="3218" y="4401"/>
                  </a:lnTo>
                  <a:lnTo>
                    <a:pt x="3218" y="4391"/>
                  </a:lnTo>
                  <a:lnTo>
                    <a:pt x="3221" y="4370"/>
                  </a:lnTo>
                  <a:lnTo>
                    <a:pt x="3235" y="4352"/>
                  </a:lnTo>
                  <a:cubicBezTo>
                    <a:pt x="3617" y="3960"/>
                    <a:pt x="3838" y="3754"/>
                    <a:pt x="3894" y="3740"/>
                  </a:cubicBezTo>
                  <a:cubicBezTo>
                    <a:pt x="3922" y="3733"/>
                    <a:pt x="3953" y="3733"/>
                    <a:pt x="3985" y="3733"/>
                  </a:cubicBezTo>
                  <a:lnTo>
                    <a:pt x="3995" y="3733"/>
                  </a:lnTo>
                  <a:cubicBezTo>
                    <a:pt x="4013" y="3735"/>
                    <a:pt x="4030" y="3736"/>
                    <a:pt x="4047" y="3736"/>
                  </a:cubicBezTo>
                  <a:cubicBezTo>
                    <a:pt x="4081" y="3736"/>
                    <a:pt x="4114" y="3732"/>
                    <a:pt x="4149" y="3722"/>
                  </a:cubicBezTo>
                  <a:cubicBezTo>
                    <a:pt x="4163" y="3719"/>
                    <a:pt x="4181" y="3708"/>
                    <a:pt x="4195" y="3701"/>
                  </a:cubicBezTo>
                  <a:cubicBezTo>
                    <a:pt x="4227" y="3680"/>
                    <a:pt x="4265" y="3669"/>
                    <a:pt x="4304" y="3669"/>
                  </a:cubicBezTo>
                  <a:cubicBezTo>
                    <a:pt x="4335" y="3669"/>
                    <a:pt x="4366" y="3677"/>
                    <a:pt x="4394" y="3691"/>
                  </a:cubicBezTo>
                  <a:cubicBezTo>
                    <a:pt x="4520" y="3743"/>
                    <a:pt x="4618" y="3845"/>
                    <a:pt x="4671" y="3971"/>
                  </a:cubicBezTo>
                  <a:cubicBezTo>
                    <a:pt x="4695" y="3932"/>
                    <a:pt x="4723" y="3880"/>
                    <a:pt x="4744" y="3841"/>
                  </a:cubicBezTo>
                  <a:cubicBezTo>
                    <a:pt x="4758" y="3810"/>
                    <a:pt x="4772" y="3782"/>
                    <a:pt x="4786" y="3754"/>
                  </a:cubicBezTo>
                  <a:lnTo>
                    <a:pt x="4835" y="3663"/>
                  </a:lnTo>
                  <a:cubicBezTo>
                    <a:pt x="4930" y="3491"/>
                    <a:pt x="5182" y="3036"/>
                    <a:pt x="5182" y="2942"/>
                  </a:cubicBezTo>
                  <a:cubicBezTo>
                    <a:pt x="5182" y="2840"/>
                    <a:pt x="5276" y="2763"/>
                    <a:pt x="5357" y="2693"/>
                  </a:cubicBezTo>
                  <a:cubicBezTo>
                    <a:pt x="5388" y="2672"/>
                    <a:pt x="5416" y="2644"/>
                    <a:pt x="5441" y="2616"/>
                  </a:cubicBezTo>
                  <a:lnTo>
                    <a:pt x="5441" y="2584"/>
                  </a:lnTo>
                  <a:cubicBezTo>
                    <a:pt x="5437" y="2476"/>
                    <a:pt x="5434" y="2311"/>
                    <a:pt x="5546" y="2266"/>
                  </a:cubicBezTo>
                  <a:cubicBezTo>
                    <a:pt x="5588" y="2245"/>
                    <a:pt x="5651" y="2052"/>
                    <a:pt x="5634" y="1986"/>
                  </a:cubicBezTo>
                  <a:cubicBezTo>
                    <a:pt x="5609" y="1853"/>
                    <a:pt x="5966" y="1338"/>
                    <a:pt x="5970" y="1335"/>
                  </a:cubicBezTo>
                  <a:cubicBezTo>
                    <a:pt x="6005" y="1289"/>
                    <a:pt x="6064" y="1275"/>
                    <a:pt x="6131" y="1261"/>
                  </a:cubicBezTo>
                  <a:cubicBezTo>
                    <a:pt x="6218" y="1244"/>
                    <a:pt x="6278" y="1230"/>
                    <a:pt x="6281" y="1188"/>
                  </a:cubicBezTo>
                  <a:cubicBezTo>
                    <a:pt x="6285" y="1160"/>
                    <a:pt x="6288" y="1132"/>
                    <a:pt x="6292" y="1100"/>
                  </a:cubicBezTo>
                  <a:cubicBezTo>
                    <a:pt x="6302" y="1037"/>
                    <a:pt x="6320" y="925"/>
                    <a:pt x="6292" y="918"/>
                  </a:cubicBezTo>
                  <a:cubicBezTo>
                    <a:pt x="6183" y="883"/>
                    <a:pt x="6022" y="750"/>
                    <a:pt x="6022" y="631"/>
                  </a:cubicBezTo>
                  <a:lnTo>
                    <a:pt x="6022" y="607"/>
                  </a:lnTo>
                  <a:lnTo>
                    <a:pt x="6022" y="600"/>
                  </a:lnTo>
                  <a:lnTo>
                    <a:pt x="6022" y="579"/>
                  </a:lnTo>
                  <a:lnTo>
                    <a:pt x="6022" y="568"/>
                  </a:lnTo>
                  <a:lnTo>
                    <a:pt x="6022" y="547"/>
                  </a:lnTo>
                  <a:lnTo>
                    <a:pt x="6022" y="533"/>
                  </a:lnTo>
                  <a:lnTo>
                    <a:pt x="6022" y="508"/>
                  </a:lnTo>
                  <a:lnTo>
                    <a:pt x="6022" y="494"/>
                  </a:lnTo>
                  <a:cubicBezTo>
                    <a:pt x="6022" y="480"/>
                    <a:pt x="6026" y="470"/>
                    <a:pt x="6026" y="456"/>
                  </a:cubicBezTo>
                  <a:lnTo>
                    <a:pt x="6026" y="449"/>
                  </a:lnTo>
                  <a:cubicBezTo>
                    <a:pt x="6029" y="438"/>
                    <a:pt x="6029" y="424"/>
                    <a:pt x="6033" y="414"/>
                  </a:cubicBezTo>
                  <a:lnTo>
                    <a:pt x="6033" y="400"/>
                  </a:lnTo>
                  <a:cubicBezTo>
                    <a:pt x="6033" y="393"/>
                    <a:pt x="6033" y="386"/>
                    <a:pt x="6036" y="382"/>
                  </a:cubicBezTo>
                  <a:cubicBezTo>
                    <a:pt x="5987" y="344"/>
                    <a:pt x="5949" y="295"/>
                    <a:pt x="5931" y="235"/>
                  </a:cubicBezTo>
                  <a:cubicBezTo>
                    <a:pt x="5917" y="207"/>
                    <a:pt x="5900" y="183"/>
                    <a:pt x="5879" y="158"/>
                  </a:cubicBezTo>
                  <a:cubicBezTo>
                    <a:pt x="5872" y="148"/>
                    <a:pt x="5865" y="141"/>
                    <a:pt x="5854" y="134"/>
                  </a:cubicBezTo>
                  <a:cubicBezTo>
                    <a:pt x="5847" y="123"/>
                    <a:pt x="5833" y="106"/>
                    <a:pt x="5826" y="95"/>
                  </a:cubicBezTo>
                  <a:cubicBezTo>
                    <a:pt x="5816" y="81"/>
                    <a:pt x="5805" y="71"/>
                    <a:pt x="5788" y="60"/>
                  </a:cubicBezTo>
                  <a:cubicBezTo>
                    <a:pt x="5782" y="59"/>
                    <a:pt x="5776" y="58"/>
                    <a:pt x="5770" y="58"/>
                  </a:cubicBezTo>
                  <a:cubicBezTo>
                    <a:pt x="5763" y="58"/>
                    <a:pt x="5756" y="59"/>
                    <a:pt x="5749" y="60"/>
                  </a:cubicBezTo>
                  <a:cubicBezTo>
                    <a:pt x="5732" y="71"/>
                    <a:pt x="5718" y="81"/>
                    <a:pt x="5704" y="95"/>
                  </a:cubicBezTo>
                  <a:cubicBezTo>
                    <a:pt x="5690" y="106"/>
                    <a:pt x="5679" y="120"/>
                    <a:pt x="5665" y="137"/>
                  </a:cubicBezTo>
                  <a:cubicBezTo>
                    <a:pt x="5651" y="155"/>
                    <a:pt x="5641" y="165"/>
                    <a:pt x="5630" y="179"/>
                  </a:cubicBezTo>
                  <a:lnTo>
                    <a:pt x="5613" y="200"/>
                  </a:lnTo>
                  <a:cubicBezTo>
                    <a:pt x="5536" y="291"/>
                    <a:pt x="5458" y="386"/>
                    <a:pt x="5364" y="417"/>
                  </a:cubicBezTo>
                  <a:cubicBezTo>
                    <a:pt x="5332" y="429"/>
                    <a:pt x="5298" y="433"/>
                    <a:pt x="5263" y="433"/>
                  </a:cubicBezTo>
                  <a:cubicBezTo>
                    <a:pt x="5123" y="433"/>
                    <a:pt x="4971" y="357"/>
                    <a:pt x="4881" y="309"/>
                  </a:cubicBezTo>
                  <a:lnTo>
                    <a:pt x="4863" y="302"/>
                  </a:lnTo>
                  <a:cubicBezTo>
                    <a:pt x="4839" y="289"/>
                    <a:pt x="4764" y="285"/>
                    <a:pt x="4679" y="285"/>
                  </a:cubicBezTo>
                  <a:cubicBezTo>
                    <a:pt x="4628" y="285"/>
                    <a:pt x="4573" y="287"/>
                    <a:pt x="4524" y="288"/>
                  </a:cubicBezTo>
                  <a:lnTo>
                    <a:pt x="4468" y="288"/>
                  </a:lnTo>
                  <a:cubicBezTo>
                    <a:pt x="4412" y="288"/>
                    <a:pt x="4356" y="291"/>
                    <a:pt x="4310" y="295"/>
                  </a:cubicBezTo>
                  <a:cubicBezTo>
                    <a:pt x="4268" y="295"/>
                    <a:pt x="4230" y="295"/>
                    <a:pt x="4191" y="291"/>
                  </a:cubicBezTo>
                  <a:cubicBezTo>
                    <a:pt x="4188" y="291"/>
                    <a:pt x="4185" y="291"/>
                    <a:pt x="4183" y="291"/>
                  </a:cubicBezTo>
                  <a:cubicBezTo>
                    <a:pt x="4117" y="291"/>
                    <a:pt x="4034" y="364"/>
                    <a:pt x="3960" y="431"/>
                  </a:cubicBezTo>
                  <a:cubicBezTo>
                    <a:pt x="3922" y="473"/>
                    <a:pt x="3873" y="508"/>
                    <a:pt x="3824" y="540"/>
                  </a:cubicBezTo>
                  <a:cubicBezTo>
                    <a:pt x="3792" y="558"/>
                    <a:pt x="3761" y="568"/>
                    <a:pt x="3726" y="575"/>
                  </a:cubicBezTo>
                  <a:cubicBezTo>
                    <a:pt x="3670" y="582"/>
                    <a:pt x="3614" y="586"/>
                    <a:pt x="3558" y="586"/>
                  </a:cubicBezTo>
                  <a:cubicBezTo>
                    <a:pt x="3450" y="586"/>
                    <a:pt x="3343" y="572"/>
                    <a:pt x="3239" y="547"/>
                  </a:cubicBezTo>
                  <a:cubicBezTo>
                    <a:pt x="3193" y="526"/>
                    <a:pt x="3148" y="505"/>
                    <a:pt x="3106" y="473"/>
                  </a:cubicBezTo>
                  <a:lnTo>
                    <a:pt x="3053" y="442"/>
                  </a:lnTo>
                  <a:cubicBezTo>
                    <a:pt x="2987" y="396"/>
                    <a:pt x="2875" y="323"/>
                    <a:pt x="2840" y="323"/>
                  </a:cubicBezTo>
                  <a:cubicBezTo>
                    <a:pt x="2689" y="326"/>
                    <a:pt x="2546" y="368"/>
                    <a:pt x="2420" y="442"/>
                  </a:cubicBezTo>
                  <a:cubicBezTo>
                    <a:pt x="2390" y="462"/>
                    <a:pt x="2357" y="473"/>
                    <a:pt x="2323" y="473"/>
                  </a:cubicBezTo>
                  <a:cubicBezTo>
                    <a:pt x="2309" y="473"/>
                    <a:pt x="2294" y="471"/>
                    <a:pt x="2280" y="466"/>
                  </a:cubicBezTo>
                  <a:cubicBezTo>
                    <a:pt x="2192" y="442"/>
                    <a:pt x="2143" y="347"/>
                    <a:pt x="2098" y="256"/>
                  </a:cubicBezTo>
                  <a:cubicBezTo>
                    <a:pt x="2080" y="214"/>
                    <a:pt x="2056" y="176"/>
                    <a:pt x="2028" y="137"/>
                  </a:cubicBezTo>
                  <a:cubicBezTo>
                    <a:pt x="2000" y="102"/>
                    <a:pt x="1937" y="99"/>
                    <a:pt x="1867" y="95"/>
                  </a:cubicBezTo>
                  <a:cubicBezTo>
                    <a:pt x="1779" y="88"/>
                    <a:pt x="1681" y="85"/>
                    <a:pt x="1597" y="15"/>
                  </a:cubicBezTo>
                  <a:cubicBezTo>
                    <a:pt x="1589" y="6"/>
                    <a:pt x="1582" y="0"/>
                    <a:pt x="1573" y="0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07" name="Google Shape;4365;p80">
              <a:extLst>
                <a:ext uri="{FF2B5EF4-FFF2-40B4-BE49-F238E27FC236}">
                  <a16:creationId xmlns:a16="http://schemas.microsoft.com/office/drawing/2014/main" id="{5D41AFBD-C931-5F37-9D94-AA5D384C1DE0}"/>
                </a:ext>
              </a:extLst>
            </p:cNvPr>
            <p:cNvSpPr/>
            <p:nvPr/>
          </p:nvSpPr>
          <p:spPr>
            <a:xfrm>
              <a:off x="2055186" y="1951225"/>
              <a:ext cx="19973" cy="43584"/>
            </a:xfrm>
            <a:custGeom>
              <a:avLst/>
              <a:gdLst/>
              <a:ahLst/>
              <a:cxnLst/>
              <a:rect l="l" t="t" r="r" b="b"/>
              <a:pathLst>
                <a:path w="1471" h="3210" extrusionOk="0">
                  <a:moveTo>
                    <a:pt x="1062" y="0"/>
                  </a:moveTo>
                  <a:cubicBezTo>
                    <a:pt x="1045" y="0"/>
                    <a:pt x="1029" y="6"/>
                    <a:pt x="1016" y="17"/>
                  </a:cubicBezTo>
                  <a:cubicBezTo>
                    <a:pt x="1009" y="20"/>
                    <a:pt x="1005" y="24"/>
                    <a:pt x="1005" y="31"/>
                  </a:cubicBezTo>
                  <a:cubicBezTo>
                    <a:pt x="1002" y="34"/>
                    <a:pt x="998" y="38"/>
                    <a:pt x="995" y="41"/>
                  </a:cubicBezTo>
                  <a:lnTo>
                    <a:pt x="995" y="48"/>
                  </a:lnTo>
                  <a:cubicBezTo>
                    <a:pt x="995" y="52"/>
                    <a:pt x="991" y="55"/>
                    <a:pt x="988" y="59"/>
                  </a:cubicBezTo>
                  <a:lnTo>
                    <a:pt x="984" y="66"/>
                  </a:lnTo>
                  <a:cubicBezTo>
                    <a:pt x="984" y="73"/>
                    <a:pt x="984" y="76"/>
                    <a:pt x="981" y="83"/>
                  </a:cubicBezTo>
                  <a:lnTo>
                    <a:pt x="981" y="87"/>
                  </a:lnTo>
                  <a:cubicBezTo>
                    <a:pt x="974" y="118"/>
                    <a:pt x="974" y="150"/>
                    <a:pt x="981" y="181"/>
                  </a:cubicBezTo>
                  <a:lnTo>
                    <a:pt x="1030" y="388"/>
                  </a:lnTo>
                  <a:lnTo>
                    <a:pt x="967" y="328"/>
                  </a:lnTo>
                  <a:lnTo>
                    <a:pt x="963" y="335"/>
                  </a:lnTo>
                  <a:lnTo>
                    <a:pt x="956" y="339"/>
                  </a:lnTo>
                  <a:lnTo>
                    <a:pt x="953" y="346"/>
                  </a:lnTo>
                  <a:lnTo>
                    <a:pt x="946" y="353"/>
                  </a:lnTo>
                  <a:lnTo>
                    <a:pt x="942" y="356"/>
                  </a:lnTo>
                  <a:lnTo>
                    <a:pt x="939" y="360"/>
                  </a:lnTo>
                  <a:lnTo>
                    <a:pt x="932" y="367"/>
                  </a:lnTo>
                  <a:lnTo>
                    <a:pt x="925" y="370"/>
                  </a:lnTo>
                  <a:lnTo>
                    <a:pt x="921" y="374"/>
                  </a:lnTo>
                  <a:lnTo>
                    <a:pt x="914" y="377"/>
                  </a:lnTo>
                  <a:lnTo>
                    <a:pt x="907" y="384"/>
                  </a:lnTo>
                  <a:lnTo>
                    <a:pt x="904" y="384"/>
                  </a:lnTo>
                  <a:lnTo>
                    <a:pt x="897" y="391"/>
                  </a:lnTo>
                  <a:lnTo>
                    <a:pt x="886" y="398"/>
                  </a:lnTo>
                  <a:cubicBezTo>
                    <a:pt x="865" y="409"/>
                    <a:pt x="844" y="426"/>
                    <a:pt x="827" y="444"/>
                  </a:cubicBezTo>
                  <a:cubicBezTo>
                    <a:pt x="736" y="559"/>
                    <a:pt x="389" y="566"/>
                    <a:pt x="322" y="566"/>
                  </a:cubicBezTo>
                  <a:cubicBezTo>
                    <a:pt x="294" y="566"/>
                    <a:pt x="235" y="622"/>
                    <a:pt x="196" y="657"/>
                  </a:cubicBezTo>
                  <a:cubicBezTo>
                    <a:pt x="151" y="706"/>
                    <a:pt x="98" y="745"/>
                    <a:pt x="35" y="773"/>
                  </a:cubicBezTo>
                  <a:cubicBezTo>
                    <a:pt x="25" y="776"/>
                    <a:pt x="11" y="780"/>
                    <a:pt x="0" y="780"/>
                  </a:cubicBezTo>
                  <a:lnTo>
                    <a:pt x="0" y="801"/>
                  </a:lnTo>
                  <a:lnTo>
                    <a:pt x="0" y="825"/>
                  </a:lnTo>
                  <a:cubicBezTo>
                    <a:pt x="0" y="832"/>
                    <a:pt x="0" y="843"/>
                    <a:pt x="4" y="850"/>
                  </a:cubicBezTo>
                  <a:cubicBezTo>
                    <a:pt x="4" y="857"/>
                    <a:pt x="4" y="864"/>
                    <a:pt x="4" y="867"/>
                  </a:cubicBezTo>
                  <a:cubicBezTo>
                    <a:pt x="4" y="881"/>
                    <a:pt x="4" y="895"/>
                    <a:pt x="7" y="906"/>
                  </a:cubicBezTo>
                  <a:cubicBezTo>
                    <a:pt x="7" y="909"/>
                    <a:pt x="7" y="916"/>
                    <a:pt x="11" y="920"/>
                  </a:cubicBezTo>
                  <a:cubicBezTo>
                    <a:pt x="14" y="923"/>
                    <a:pt x="11" y="934"/>
                    <a:pt x="14" y="937"/>
                  </a:cubicBezTo>
                  <a:cubicBezTo>
                    <a:pt x="14" y="944"/>
                    <a:pt x="14" y="948"/>
                    <a:pt x="18" y="951"/>
                  </a:cubicBezTo>
                  <a:cubicBezTo>
                    <a:pt x="21" y="955"/>
                    <a:pt x="18" y="962"/>
                    <a:pt x="21" y="969"/>
                  </a:cubicBezTo>
                  <a:lnTo>
                    <a:pt x="25" y="979"/>
                  </a:lnTo>
                  <a:cubicBezTo>
                    <a:pt x="25" y="983"/>
                    <a:pt x="28" y="990"/>
                    <a:pt x="28" y="993"/>
                  </a:cubicBezTo>
                  <a:lnTo>
                    <a:pt x="32" y="1004"/>
                  </a:lnTo>
                  <a:lnTo>
                    <a:pt x="39" y="1014"/>
                  </a:lnTo>
                  <a:lnTo>
                    <a:pt x="42" y="1025"/>
                  </a:lnTo>
                  <a:lnTo>
                    <a:pt x="49" y="1032"/>
                  </a:lnTo>
                  <a:lnTo>
                    <a:pt x="53" y="1042"/>
                  </a:lnTo>
                  <a:lnTo>
                    <a:pt x="60" y="1049"/>
                  </a:lnTo>
                  <a:lnTo>
                    <a:pt x="67" y="1056"/>
                  </a:lnTo>
                  <a:lnTo>
                    <a:pt x="74" y="1063"/>
                  </a:lnTo>
                  <a:lnTo>
                    <a:pt x="81" y="1070"/>
                  </a:lnTo>
                  <a:lnTo>
                    <a:pt x="88" y="1077"/>
                  </a:lnTo>
                  <a:lnTo>
                    <a:pt x="95" y="1081"/>
                  </a:lnTo>
                  <a:lnTo>
                    <a:pt x="105" y="1088"/>
                  </a:lnTo>
                  <a:lnTo>
                    <a:pt x="112" y="1091"/>
                  </a:lnTo>
                  <a:lnTo>
                    <a:pt x="123" y="1098"/>
                  </a:lnTo>
                  <a:lnTo>
                    <a:pt x="130" y="1105"/>
                  </a:lnTo>
                  <a:lnTo>
                    <a:pt x="144" y="1112"/>
                  </a:lnTo>
                  <a:lnTo>
                    <a:pt x="151" y="1116"/>
                  </a:lnTo>
                  <a:lnTo>
                    <a:pt x="172" y="1126"/>
                  </a:lnTo>
                  <a:cubicBezTo>
                    <a:pt x="196" y="1140"/>
                    <a:pt x="224" y="1154"/>
                    <a:pt x="256" y="1172"/>
                  </a:cubicBezTo>
                  <a:cubicBezTo>
                    <a:pt x="435" y="1273"/>
                    <a:pt x="403" y="1420"/>
                    <a:pt x="382" y="1504"/>
                  </a:cubicBezTo>
                  <a:cubicBezTo>
                    <a:pt x="372" y="1557"/>
                    <a:pt x="365" y="1581"/>
                    <a:pt x="379" y="1592"/>
                  </a:cubicBezTo>
                  <a:cubicBezTo>
                    <a:pt x="442" y="1658"/>
                    <a:pt x="459" y="1760"/>
                    <a:pt x="466" y="1886"/>
                  </a:cubicBezTo>
                  <a:cubicBezTo>
                    <a:pt x="466" y="1932"/>
                    <a:pt x="470" y="1974"/>
                    <a:pt x="470" y="2023"/>
                  </a:cubicBezTo>
                  <a:cubicBezTo>
                    <a:pt x="470" y="2100"/>
                    <a:pt x="473" y="2187"/>
                    <a:pt x="480" y="2275"/>
                  </a:cubicBezTo>
                  <a:lnTo>
                    <a:pt x="480" y="2303"/>
                  </a:lnTo>
                  <a:lnTo>
                    <a:pt x="480" y="2320"/>
                  </a:lnTo>
                  <a:lnTo>
                    <a:pt x="480" y="2338"/>
                  </a:lnTo>
                  <a:lnTo>
                    <a:pt x="480" y="2359"/>
                  </a:lnTo>
                  <a:lnTo>
                    <a:pt x="480" y="2373"/>
                  </a:lnTo>
                  <a:lnTo>
                    <a:pt x="480" y="2404"/>
                  </a:lnTo>
                  <a:lnTo>
                    <a:pt x="480" y="2415"/>
                  </a:lnTo>
                  <a:lnTo>
                    <a:pt x="480" y="2450"/>
                  </a:lnTo>
                  <a:lnTo>
                    <a:pt x="480" y="2457"/>
                  </a:lnTo>
                  <a:lnTo>
                    <a:pt x="484" y="2502"/>
                  </a:lnTo>
                  <a:lnTo>
                    <a:pt x="484" y="2506"/>
                  </a:lnTo>
                  <a:cubicBezTo>
                    <a:pt x="487" y="2621"/>
                    <a:pt x="494" y="2772"/>
                    <a:pt x="501" y="2954"/>
                  </a:cubicBezTo>
                  <a:lnTo>
                    <a:pt x="501" y="2968"/>
                  </a:lnTo>
                  <a:cubicBezTo>
                    <a:pt x="501" y="2985"/>
                    <a:pt x="501" y="3006"/>
                    <a:pt x="505" y="3024"/>
                  </a:cubicBezTo>
                  <a:lnTo>
                    <a:pt x="505" y="3076"/>
                  </a:lnTo>
                  <a:lnTo>
                    <a:pt x="505" y="3104"/>
                  </a:lnTo>
                  <a:cubicBezTo>
                    <a:pt x="505" y="3139"/>
                    <a:pt x="508" y="3174"/>
                    <a:pt x="508" y="3209"/>
                  </a:cubicBezTo>
                  <a:cubicBezTo>
                    <a:pt x="610" y="3195"/>
                    <a:pt x="711" y="3188"/>
                    <a:pt x="813" y="3188"/>
                  </a:cubicBezTo>
                  <a:cubicBezTo>
                    <a:pt x="869" y="3188"/>
                    <a:pt x="921" y="3150"/>
                    <a:pt x="974" y="3111"/>
                  </a:cubicBezTo>
                  <a:cubicBezTo>
                    <a:pt x="1005" y="3087"/>
                    <a:pt x="1040" y="3066"/>
                    <a:pt x="1079" y="3052"/>
                  </a:cubicBezTo>
                  <a:lnTo>
                    <a:pt x="1075" y="3041"/>
                  </a:lnTo>
                  <a:cubicBezTo>
                    <a:pt x="1065" y="3020"/>
                    <a:pt x="1054" y="2999"/>
                    <a:pt x="1040" y="2978"/>
                  </a:cubicBezTo>
                  <a:cubicBezTo>
                    <a:pt x="998" y="2891"/>
                    <a:pt x="953" y="2807"/>
                    <a:pt x="953" y="2705"/>
                  </a:cubicBezTo>
                  <a:cubicBezTo>
                    <a:pt x="953" y="2635"/>
                    <a:pt x="949" y="2569"/>
                    <a:pt x="942" y="2499"/>
                  </a:cubicBezTo>
                  <a:cubicBezTo>
                    <a:pt x="925" y="2352"/>
                    <a:pt x="925" y="2201"/>
                    <a:pt x="942" y="2054"/>
                  </a:cubicBezTo>
                  <a:cubicBezTo>
                    <a:pt x="960" y="1907"/>
                    <a:pt x="1026" y="1774"/>
                    <a:pt x="1131" y="1669"/>
                  </a:cubicBezTo>
                  <a:cubicBezTo>
                    <a:pt x="1142" y="1658"/>
                    <a:pt x="1152" y="1648"/>
                    <a:pt x="1159" y="1641"/>
                  </a:cubicBezTo>
                  <a:cubicBezTo>
                    <a:pt x="1170" y="1630"/>
                    <a:pt x="1177" y="1623"/>
                    <a:pt x="1184" y="1620"/>
                  </a:cubicBezTo>
                  <a:cubicBezTo>
                    <a:pt x="1236" y="1501"/>
                    <a:pt x="1310" y="1396"/>
                    <a:pt x="1397" y="1301"/>
                  </a:cubicBezTo>
                  <a:cubicBezTo>
                    <a:pt x="1467" y="1231"/>
                    <a:pt x="1471" y="878"/>
                    <a:pt x="1439" y="577"/>
                  </a:cubicBezTo>
                  <a:cubicBezTo>
                    <a:pt x="1439" y="570"/>
                    <a:pt x="1439" y="563"/>
                    <a:pt x="1439" y="556"/>
                  </a:cubicBezTo>
                  <a:lnTo>
                    <a:pt x="1439" y="552"/>
                  </a:lnTo>
                  <a:lnTo>
                    <a:pt x="1436" y="528"/>
                  </a:lnTo>
                  <a:lnTo>
                    <a:pt x="1436" y="524"/>
                  </a:lnTo>
                  <a:cubicBezTo>
                    <a:pt x="1432" y="503"/>
                    <a:pt x="1429" y="479"/>
                    <a:pt x="1425" y="454"/>
                  </a:cubicBezTo>
                  <a:cubicBezTo>
                    <a:pt x="1422" y="426"/>
                    <a:pt x="1415" y="398"/>
                    <a:pt x="1411" y="370"/>
                  </a:cubicBezTo>
                  <a:lnTo>
                    <a:pt x="1408" y="332"/>
                  </a:lnTo>
                  <a:lnTo>
                    <a:pt x="1404" y="314"/>
                  </a:lnTo>
                  <a:lnTo>
                    <a:pt x="1404" y="304"/>
                  </a:lnTo>
                  <a:lnTo>
                    <a:pt x="1401" y="286"/>
                  </a:lnTo>
                  <a:cubicBezTo>
                    <a:pt x="1369" y="286"/>
                    <a:pt x="1338" y="286"/>
                    <a:pt x="1306" y="279"/>
                  </a:cubicBezTo>
                  <a:cubicBezTo>
                    <a:pt x="1289" y="272"/>
                    <a:pt x="1275" y="269"/>
                    <a:pt x="1261" y="262"/>
                  </a:cubicBezTo>
                  <a:cubicBezTo>
                    <a:pt x="1194" y="234"/>
                    <a:pt x="1149" y="171"/>
                    <a:pt x="1142" y="101"/>
                  </a:cubicBezTo>
                  <a:cubicBezTo>
                    <a:pt x="1142" y="90"/>
                    <a:pt x="1142" y="83"/>
                    <a:pt x="1142" y="80"/>
                  </a:cubicBezTo>
                  <a:cubicBezTo>
                    <a:pt x="1135" y="31"/>
                    <a:pt x="1135" y="17"/>
                    <a:pt x="1093" y="6"/>
                  </a:cubicBezTo>
                  <a:cubicBezTo>
                    <a:pt x="1082" y="2"/>
                    <a:pt x="1072" y="0"/>
                    <a:pt x="1062" y="0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08" name="Google Shape;4366;p80">
              <a:extLst>
                <a:ext uri="{FF2B5EF4-FFF2-40B4-BE49-F238E27FC236}">
                  <a16:creationId xmlns:a16="http://schemas.microsoft.com/office/drawing/2014/main" id="{11E2494D-9791-033C-11CE-467EEE596DD4}"/>
                </a:ext>
              </a:extLst>
            </p:cNvPr>
            <p:cNvSpPr/>
            <p:nvPr/>
          </p:nvSpPr>
          <p:spPr>
            <a:xfrm>
              <a:off x="2074819" y="1958475"/>
              <a:ext cx="14" cy="14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0" y="1"/>
                  </a:move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09" name="Google Shape;4367;p80">
              <a:extLst>
                <a:ext uri="{FF2B5EF4-FFF2-40B4-BE49-F238E27FC236}">
                  <a16:creationId xmlns:a16="http://schemas.microsoft.com/office/drawing/2014/main" id="{2A907271-2BD8-8315-CAB2-0F69D37DA530}"/>
                </a:ext>
              </a:extLst>
            </p:cNvPr>
            <p:cNvSpPr/>
            <p:nvPr/>
          </p:nvSpPr>
          <p:spPr>
            <a:xfrm>
              <a:off x="2069972" y="1992704"/>
              <a:ext cx="109" cy="109"/>
            </a:xfrm>
            <a:custGeom>
              <a:avLst/>
              <a:gdLst/>
              <a:ahLst/>
              <a:cxnLst/>
              <a:rect l="l" t="t" r="r" b="b"/>
              <a:pathLst>
                <a:path w="8" h="8" extrusionOk="0">
                  <a:moveTo>
                    <a:pt x="7" y="7"/>
                  </a:moveTo>
                  <a:lnTo>
                    <a:pt x="0" y="0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10" name="Google Shape;4368;p80">
              <a:extLst>
                <a:ext uri="{FF2B5EF4-FFF2-40B4-BE49-F238E27FC236}">
                  <a16:creationId xmlns:a16="http://schemas.microsoft.com/office/drawing/2014/main" id="{0AD8980F-4B6D-5511-0AF0-0A12065FFABF}"/>
                </a:ext>
              </a:extLst>
            </p:cNvPr>
            <p:cNvSpPr/>
            <p:nvPr/>
          </p:nvSpPr>
          <p:spPr>
            <a:xfrm>
              <a:off x="2074860" y="1958855"/>
              <a:ext cx="14" cy="14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1" y="1"/>
                  </a:move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11" name="Google Shape;4369;p80">
              <a:extLst>
                <a:ext uri="{FF2B5EF4-FFF2-40B4-BE49-F238E27FC236}">
                  <a16:creationId xmlns:a16="http://schemas.microsoft.com/office/drawing/2014/main" id="{2BB5C9B5-A6EF-52ED-E1F2-252E723E8D0F}"/>
                </a:ext>
              </a:extLst>
            </p:cNvPr>
            <p:cNvSpPr/>
            <p:nvPr/>
          </p:nvSpPr>
          <p:spPr>
            <a:xfrm>
              <a:off x="2074670" y="1957525"/>
              <a:ext cx="14" cy="14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1" y="1"/>
                  </a:move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12" name="Google Shape;4370;p80">
              <a:extLst>
                <a:ext uri="{FF2B5EF4-FFF2-40B4-BE49-F238E27FC236}">
                  <a16:creationId xmlns:a16="http://schemas.microsoft.com/office/drawing/2014/main" id="{8927EEB7-E9C3-B5C6-CCA9-904F3423D729}"/>
                </a:ext>
              </a:extLst>
            </p:cNvPr>
            <p:cNvSpPr/>
            <p:nvPr/>
          </p:nvSpPr>
          <p:spPr>
            <a:xfrm>
              <a:off x="2074385" y="1955678"/>
              <a:ext cx="68" cy="204"/>
            </a:xfrm>
            <a:custGeom>
              <a:avLst/>
              <a:gdLst/>
              <a:ahLst/>
              <a:cxnLst/>
              <a:rect l="l" t="t" r="r" b="b"/>
              <a:pathLst>
                <a:path w="5" h="15" extrusionOk="0">
                  <a:moveTo>
                    <a:pt x="1" y="0"/>
                  </a:moveTo>
                  <a:lnTo>
                    <a:pt x="4" y="14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13" name="Google Shape;4371;p80">
              <a:extLst>
                <a:ext uri="{FF2B5EF4-FFF2-40B4-BE49-F238E27FC236}">
                  <a16:creationId xmlns:a16="http://schemas.microsoft.com/office/drawing/2014/main" id="{EC9AB832-70F5-9135-3070-7B7313AFA9E7}"/>
                </a:ext>
              </a:extLst>
            </p:cNvPr>
            <p:cNvSpPr/>
            <p:nvPr/>
          </p:nvSpPr>
          <p:spPr>
            <a:xfrm>
              <a:off x="2074480" y="1956384"/>
              <a:ext cx="14" cy="14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1" y="1"/>
                  </a:move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14" name="Google Shape;4372;p80">
              <a:extLst>
                <a:ext uri="{FF2B5EF4-FFF2-40B4-BE49-F238E27FC236}">
                  <a16:creationId xmlns:a16="http://schemas.microsoft.com/office/drawing/2014/main" id="{8D0DF515-96B7-FD3F-C4D8-6BF883F1BDCE}"/>
                </a:ext>
              </a:extLst>
            </p:cNvPr>
            <p:cNvSpPr/>
            <p:nvPr/>
          </p:nvSpPr>
          <p:spPr>
            <a:xfrm>
              <a:off x="2074344" y="1955244"/>
              <a:ext cx="54" cy="258"/>
            </a:xfrm>
            <a:custGeom>
              <a:avLst/>
              <a:gdLst/>
              <a:ahLst/>
              <a:cxnLst/>
              <a:rect l="l" t="t" r="r" b="b"/>
              <a:pathLst>
                <a:path w="4" h="19" extrusionOk="0">
                  <a:moveTo>
                    <a:pt x="4" y="18"/>
                  </a:moveTo>
                  <a:lnTo>
                    <a:pt x="0" y="1"/>
                  </a:lnTo>
                  <a:lnTo>
                    <a:pt x="0" y="1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15" name="Google Shape;4373;p80">
              <a:extLst>
                <a:ext uri="{FF2B5EF4-FFF2-40B4-BE49-F238E27FC236}">
                  <a16:creationId xmlns:a16="http://schemas.microsoft.com/office/drawing/2014/main" id="{7568A972-738A-E848-900B-CA07A165EB03}"/>
                </a:ext>
              </a:extLst>
            </p:cNvPr>
            <p:cNvSpPr/>
            <p:nvPr/>
          </p:nvSpPr>
          <p:spPr>
            <a:xfrm>
              <a:off x="2048669" y="1961041"/>
              <a:ext cx="11704" cy="36279"/>
            </a:xfrm>
            <a:custGeom>
              <a:avLst/>
              <a:gdLst/>
              <a:ahLst/>
              <a:cxnLst/>
              <a:rect l="l" t="t" r="r" b="b"/>
              <a:pathLst>
                <a:path w="862" h="2672" extrusionOk="0">
                  <a:moveTo>
                    <a:pt x="1" y="1"/>
                  </a:moveTo>
                  <a:lnTo>
                    <a:pt x="1" y="11"/>
                  </a:lnTo>
                  <a:lnTo>
                    <a:pt x="4" y="25"/>
                  </a:lnTo>
                  <a:lnTo>
                    <a:pt x="8" y="46"/>
                  </a:lnTo>
                  <a:lnTo>
                    <a:pt x="8" y="57"/>
                  </a:lnTo>
                  <a:lnTo>
                    <a:pt x="11" y="81"/>
                  </a:lnTo>
                  <a:lnTo>
                    <a:pt x="11" y="88"/>
                  </a:lnTo>
                  <a:lnTo>
                    <a:pt x="18" y="109"/>
                  </a:lnTo>
                  <a:lnTo>
                    <a:pt x="18" y="113"/>
                  </a:lnTo>
                  <a:cubicBezTo>
                    <a:pt x="25" y="141"/>
                    <a:pt x="29" y="158"/>
                    <a:pt x="36" y="176"/>
                  </a:cubicBezTo>
                  <a:lnTo>
                    <a:pt x="39" y="190"/>
                  </a:lnTo>
                  <a:lnTo>
                    <a:pt x="39" y="193"/>
                  </a:lnTo>
                  <a:lnTo>
                    <a:pt x="43" y="204"/>
                  </a:lnTo>
                  <a:lnTo>
                    <a:pt x="43" y="207"/>
                  </a:lnTo>
                  <a:lnTo>
                    <a:pt x="46" y="214"/>
                  </a:lnTo>
                  <a:lnTo>
                    <a:pt x="46" y="218"/>
                  </a:lnTo>
                  <a:lnTo>
                    <a:pt x="50" y="221"/>
                  </a:lnTo>
                  <a:lnTo>
                    <a:pt x="53" y="228"/>
                  </a:lnTo>
                  <a:lnTo>
                    <a:pt x="53" y="232"/>
                  </a:lnTo>
                  <a:lnTo>
                    <a:pt x="57" y="239"/>
                  </a:lnTo>
                  <a:cubicBezTo>
                    <a:pt x="134" y="284"/>
                    <a:pt x="186" y="358"/>
                    <a:pt x="207" y="442"/>
                  </a:cubicBezTo>
                  <a:cubicBezTo>
                    <a:pt x="221" y="501"/>
                    <a:pt x="225" y="564"/>
                    <a:pt x="221" y="624"/>
                  </a:cubicBezTo>
                  <a:cubicBezTo>
                    <a:pt x="221" y="652"/>
                    <a:pt x="218" y="683"/>
                    <a:pt x="214" y="722"/>
                  </a:cubicBezTo>
                  <a:lnTo>
                    <a:pt x="211" y="757"/>
                  </a:lnTo>
                  <a:cubicBezTo>
                    <a:pt x="200" y="858"/>
                    <a:pt x="193" y="984"/>
                    <a:pt x="193" y="1104"/>
                  </a:cubicBezTo>
                  <a:cubicBezTo>
                    <a:pt x="190" y="1191"/>
                    <a:pt x="204" y="1279"/>
                    <a:pt x="228" y="1359"/>
                  </a:cubicBezTo>
                  <a:cubicBezTo>
                    <a:pt x="316" y="1590"/>
                    <a:pt x="368" y="1835"/>
                    <a:pt x="379" y="2080"/>
                  </a:cubicBezTo>
                  <a:lnTo>
                    <a:pt x="379" y="2136"/>
                  </a:lnTo>
                  <a:cubicBezTo>
                    <a:pt x="379" y="2157"/>
                    <a:pt x="379" y="2178"/>
                    <a:pt x="382" y="2199"/>
                  </a:cubicBezTo>
                  <a:cubicBezTo>
                    <a:pt x="382" y="2206"/>
                    <a:pt x="386" y="2217"/>
                    <a:pt x="386" y="2224"/>
                  </a:cubicBezTo>
                  <a:cubicBezTo>
                    <a:pt x="389" y="2238"/>
                    <a:pt x="389" y="2252"/>
                    <a:pt x="393" y="2266"/>
                  </a:cubicBezTo>
                  <a:cubicBezTo>
                    <a:pt x="396" y="2280"/>
                    <a:pt x="396" y="2287"/>
                    <a:pt x="400" y="2294"/>
                  </a:cubicBezTo>
                  <a:cubicBezTo>
                    <a:pt x="403" y="2304"/>
                    <a:pt x="407" y="2325"/>
                    <a:pt x="410" y="2339"/>
                  </a:cubicBezTo>
                  <a:cubicBezTo>
                    <a:pt x="417" y="2353"/>
                    <a:pt x="417" y="2360"/>
                    <a:pt x="421" y="2371"/>
                  </a:cubicBezTo>
                  <a:cubicBezTo>
                    <a:pt x="424" y="2381"/>
                    <a:pt x="431" y="2399"/>
                    <a:pt x="435" y="2413"/>
                  </a:cubicBezTo>
                  <a:lnTo>
                    <a:pt x="445" y="2444"/>
                  </a:lnTo>
                  <a:cubicBezTo>
                    <a:pt x="452" y="2458"/>
                    <a:pt x="456" y="2476"/>
                    <a:pt x="463" y="2490"/>
                  </a:cubicBezTo>
                  <a:lnTo>
                    <a:pt x="473" y="2518"/>
                  </a:lnTo>
                  <a:cubicBezTo>
                    <a:pt x="480" y="2535"/>
                    <a:pt x="487" y="2549"/>
                    <a:pt x="494" y="2567"/>
                  </a:cubicBezTo>
                  <a:lnTo>
                    <a:pt x="505" y="2595"/>
                  </a:lnTo>
                  <a:cubicBezTo>
                    <a:pt x="512" y="2609"/>
                    <a:pt x="519" y="2626"/>
                    <a:pt x="526" y="2644"/>
                  </a:cubicBezTo>
                  <a:lnTo>
                    <a:pt x="536" y="2665"/>
                  </a:lnTo>
                  <a:lnTo>
                    <a:pt x="540" y="2672"/>
                  </a:lnTo>
                  <a:cubicBezTo>
                    <a:pt x="554" y="2661"/>
                    <a:pt x="568" y="2651"/>
                    <a:pt x="582" y="2640"/>
                  </a:cubicBezTo>
                  <a:cubicBezTo>
                    <a:pt x="662" y="2577"/>
                    <a:pt x="760" y="2535"/>
                    <a:pt x="862" y="2518"/>
                  </a:cubicBezTo>
                  <a:lnTo>
                    <a:pt x="862" y="2483"/>
                  </a:lnTo>
                  <a:lnTo>
                    <a:pt x="862" y="2469"/>
                  </a:lnTo>
                  <a:lnTo>
                    <a:pt x="859" y="2399"/>
                  </a:lnTo>
                  <a:lnTo>
                    <a:pt x="859" y="2367"/>
                  </a:lnTo>
                  <a:lnTo>
                    <a:pt x="859" y="2311"/>
                  </a:lnTo>
                  <a:lnTo>
                    <a:pt x="859" y="2280"/>
                  </a:lnTo>
                  <a:lnTo>
                    <a:pt x="859" y="2234"/>
                  </a:lnTo>
                  <a:lnTo>
                    <a:pt x="859" y="2199"/>
                  </a:lnTo>
                  <a:lnTo>
                    <a:pt x="859" y="2154"/>
                  </a:lnTo>
                  <a:lnTo>
                    <a:pt x="859" y="2119"/>
                  </a:lnTo>
                  <a:lnTo>
                    <a:pt x="859" y="2080"/>
                  </a:lnTo>
                  <a:lnTo>
                    <a:pt x="859" y="2045"/>
                  </a:lnTo>
                  <a:lnTo>
                    <a:pt x="859" y="2010"/>
                  </a:lnTo>
                  <a:lnTo>
                    <a:pt x="859" y="1982"/>
                  </a:lnTo>
                  <a:lnTo>
                    <a:pt x="859" y="1940"/>
                  </a:lnTo>
                  <a:lnTo>
                    <a:pt x="859" y="1919"/>
                  </a:lnTo>
                  <a:lnTo>
                    <a:pt x="859" y="1874"/>
                  </a:lnTo>
                  <a:lnTo>
                    <a:pt x="859" y="1860"/>
                  </a:lnTo>
                  <a:lnTo>
                    <a:pt x="859" y="1814"/>
                  </a:lnTo>
                  <a:lnTo>
                    <a:pt x="859" y="1800"/>
                  </a:lnTo>
                  <a:lnTo>
                    <a:pt x="859" y="1762"/>
                  </a:lnTo>
                  <a:lnTo>
                    <a:pt x="859" y="1751"/>
                  </a:lnTo>
                  <a:lnTo>
                    <a:pt x="859" y="1713"/>
                  </a:lnTo>
                  <a:lnTo>
                    <a:pt x="859" y="1706"/>
                  </a:lnTo>
                  <a:lnTo>
                    <a:pt x="859" y="1671"/>
                  </a:lnTo>
                  <a:lnTo>
                    <a:pt x="859" y="1664"/>
                  </a:lnTo>
                  <a:lnTo>
                    <a:pt x="859" y="1632"/>
                  </a:lnTo>
                  <a:lnTo>
                    <a:pt x="859" y="1625"/>
                  </a:lnTo>
                  <a:lnTo>
                    <a:pt x="859" y="1594"/>
                  </a:lnTo>
                  <a:lnTo>
                    <a:pt x="859" y="1562"/>
                  </a:lnTo>
                  <a:cubicBezTo>
                    <a:pt x="852" y="1471"/>
                    <a:pt x="848" y="1380"/>
                    <a:pt x="848" y="1300"/>
                  </a:cubicBezTo>
                  <a:cubicBezTo>
                    <a:pt x="845" y="1146"/>
                    <a:pt x="841" y="1009"/>
                    <a:pt x="792" y="960"/>
                  </a:cubicBezTo>
                  <a:cubicBezTo>
                    <a:pt x="764" y="932"/>
                    <a:pt x="750" y="893"/>
                    <a:pt x="750" y="855"/>
                  </a:cubicBezTo>
                  <a:cubicBezTo>
                    <a:pt x="750" y="820"/>
                    <a:pt x="753" y="785"/>
                    <a:pt x="764" y="750"/>
                  </a:cubicBezTo>
                  <a:cubicBezTo>
                    <a:pt x="781" y="666"/>
                    <a:pt x="795" y="613"/>
                    <a:pt x="697" y="557"/>
                  </a:cubicBezTo>
                  <a:cubicBezTo>
                    <a:pt x="669" y="543"/>
                    <a:pt x="645" y="529"/>
                    <a:pt x="620" y="515"/>
                  </a:cubicBezTo>
                  <a:lnTo>
                    <a:pt x="592" y="498"/>
                  </a:lnTo>
                  <a:lnTo>
                    <a:pt x="578" y="491"/>
                  </a:lnTo>
                  <a:lnTo>
                    <a:pt x="564" y="484"/>
                  </a:lnTo>
                  <a:lnTo>
                    <a:pt x="550" y="477"/>
                  </a:lnTo>
                  <a:lnTo>
                    <a:pt x="536" y="466"/>
                  </a:lnTo>
                  <a:lnTo>
                    <a:pt x="526" y="459"/>
                  </a:lnTo>
                  <a:lnTo>
                    <a:pt x="512" y="449"/>
                  </a:lnTo>
                  <a:lnTo>
                    <a:pt x="505" y="442"/>
                  </a:lnTo>
                  <a:lnTo>
                    <a:pt x="491" y="431"/>
                  </a:lnTo>
                  <a:lnTo>
                    <a:pt x="484" y="421"/>
                  </a:lnTo>
                  <a:lnTo>
                    <a:pt x="473" y="410"/>
                  </a:lnTo>
                  <a:lnTo>
                    <a:pt x="463" y="400"/>
                  </a:lnTo>
                  <a:lnTo>
                    <a:pt x="456" y="389"/>
                  </a:lnTo>
                  <a:lnTo>
                    <a:pt x="449" y="379"/>
                  </a:lnTo>
                  <a:lnTo>
                    <a:pt x="438" y="365"/>
                  </a:lnTo>
                  <a:lnTo>
                    <a:pt x="435" y="351"/>
                  </a:lnTo>
                  <a:lnTo>
                    <a:pt x="428" y="337"/>
                  </a:lnTo>
                  <a:lnTo>
                    <a:pt x="421" y="323"/>
                  </a:lnTo>
                  <a:lnTo>
                    <a:pt x="414" y="305"/>
                  </a:lnTo>
                  <a:lnTo>
                    <a:pt x="410" y="288"/>
                  </a:lnTo>
                  <a:cubicBezTo>
                    <a:pt x="410" y="284"/>
                    <a:pt x="407" y="277"/>
                    <a:pt x="403" y="270"/>
                  </a:cubicBezTo>
                  <a:cubicBezTo>
                    <a:pt x="403" y="263"/>
                    <a:pt x="400" y="256"/>
                    <a:pt x="400" y="253"/>
                  </a:cubicBezTo>
                  <a:cubicBezTo>
                    <a:pt x="400" y="246"/>
                    <a:pt x="396" y="239"/>
                    <a:pt x="396" y="232"/>
                  </a:cubicBezTo>
                  <a:cubicBezTo>
                    <a:pt x="393" y="221"/>
                    <a:pt x="393" y="218"/>
                    <a:pt x="389" y="211"/>
                  </a:cubicBezTo>
                  <a:cubicBezTo>
                    <a:pt x="389" y="204"/>
                    <a:pt x="389" y="193"/>
                    <a:pt x="386" y="186"/>
                  </a:cubicBezTo>
                  <a:cubicBezTo>
                    <a:pt x="386" y="176"/>
                    <a:pt x="386" y="172"/>
                    <a:pt x="382" y="165"/>
                  </a:cubicBezTo>
                  <a:cubicBezTo>
                    <a:pt x="382" y="155"/>
                    <a:pt x="382" y="144"/>
                    <a:pt x="379" y="134"/>
                  </a:cubicBezTo>
                  <a:cubicBezTo>
                    <a:pt x="379" y="123"/>
                    <a:pt x="379" y="120"/>
                    <a:pt x="379" y="113"/>
                  </a:cubicBezTo>
                  <a:cubicBezTo>
                    <a:pt x="375" y="102"/>
                    <a:pt x="379" y="88"/>
                    <a:pt x="375" y="78"/>
                  </a:cubicBezTo>
                  <a:cubicBezTo>
                    <a:pt x="372" y="67"/>
                    <a:pt x="375" y="60"/>
                    <a:pt x="375" y="53"/>
                  </a:cubicBezTo>
                  <a:lnTo>
                    <a:pt x="375" y="50"/>
                  </a:lnTo>
                  <a:cubicBezTo>
                    <a:pt x="364" y="50"/>
                    <a:pt x="354" y="50"/>
                    <a:pt x="343" y="50"/>
                  </a:cubicBezTo>
                  <a:cubicBezTo>
                    <a:pt x="276" y="50"/>
                    <a:pt x="224" y="41"/>
                    <a:pt x="176" y="29"/>
                  </a:cubicBezTo>
                  <a:cubicBezTo>
                    <a:pt x="144" y="22"/>
                    <a:pt x="109" y="18"/>
                    <a:pt x="78" y="11"/>
                  </a:cubicBezTo>
                  <a:lnTo>
                    <a:pt x="71" y="11"/>
                  </a:lnTo>
                  <a:lnTo>
                    <a:pt x="36" y="4"/>
                  </a:lnTo>
                  <a:lnTo>
                    <a:pt x="18" y="1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16" name="Google Shape;4374;p80">
              <a:extLst>
                <a:ext uri="{FF2B5EF4-FFF2-40B4-BE49-F238E27FC236}">
                  <a16:creationId xmlns:a16="http://schemas.microsoft.com/office/drawing/2014/main" id="{34C0A63D-71A1-A57C-7349-9220CAAC002A}"/>
                </a:ext>
              </a:extLst>
            </p:cNvPr>
            <p:cNvSpPr/>
            <p:nvPr/>
          </p:nvSpPr>
          <p:spPr>
            <a:xfrm>
              <a:off x="2054141" y="1965983"/>
              <a:ext cx="109" cy="204"/>
            </a:xfrm>
            <a:custGeom>
              <a:avLst/>
              <a:gdLst/>
              <a:ahLst/>
              <a:cxnLst/>
              <a:rect l="l" t="t" r="r" b="b"/>
              <a:pathLst>
                <a:path w="8" h="15" extrusionOk="0">
                  <a:moveTo>
                    <a:pt x="0" y="1"/>
                  </a:moveTo>
                  <a:lnTo>
                    <a:pt x="7" y="15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17" name="Google Shape;4375;p80">
              <a:extLst>
                <a:ext uri="{FF2B5EF4-FFF2-40B4-BE49-F238E27FC236}">
                  <a16:creationId xmlns:a16="http://schemas.microsoft.com/office/drawing/2014/main" id="{5540A73D-90CE-FB2B-3693-10356DE027E3}"/>
                </a:ext>
              </a:extLst>
            </p:cNvPr>
            <p:cNvSpPr/>
            <p:nvPr/>
          </p:nvSpPr>
          <p:spPr>
            <a:xfrm>
              <a:off x="2054331" y="1966323"/>
              <a:ext cx="109" cy="204"/>
            </a:xfrm>
            <a:custGeom>
              <a:avLst/>
              <a:gdLst/>
              <a:ahLst/>
              <a:cxnLst/>
              <a:rect l="l" t="t" r="r" b="b"/>
              <a:pathLst>
                <a:path w="8" h="15" extrusionOk="0">
                  <a:moveTo>
                    <a:pt x="0" y="0"/>
                  </a:moveTo>
                  <a:lnTo>
                    <a:pt x="7" y="14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18" name="Google Shape;4376;p80">
              <a:extLst>
                <a:ext uri="{FF2B5EF4-FFF2-40B4-BE49-F238E27FC236}">
                  <a16:creationId xmlns:a16="http://schemas.microsoft.com/office/drawing/2014/main" id="{5CA6089A-FF1C-641D-AD0D-FEE5BE7FA687}"/>
                </a:ext>
              </a:extLst>
            </p:cNvPr>
            <p:cNvSpPr/>
            <p:nvPr/>
          </p:nvSpPr>
          <p:spPr>
            <a:xfrm>
              <a:off x="2053476" y="1963417"/>
              <a:ext cx="54" cy="299"/>
            </a:xfrm>
            <a:custGeom>
              <a:avLst/>
              <a:gdLst/>
              <a:ahLst/>
              <a:cxnLst/>
              <a:rect l="l" t="t" r="r" b="b"/>
              <a:pathLst>
                <a:path w="4" h="22" extrusionOk="0">
                  <a:moveTo>
                    <a:pt x="0" y="1"/>
                  </a:moveTo>
                  <a:cubicBezTo>
                    <a:pt x="0" y="8"/>
                    <a:pt x="0" y="15"/>
                    <a:pt x="4" y="22"/>
                  </a:cubicBezTo>
                  <a:cubicBezTo>
                    <a:pt x="0" y="15"/>
                    <a:pt x="0" y="8"/>
                    <a:pt x="0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19" name="Google Shape;4377;p80">
              <a:extLst>
                <a:ext uri="{FF2B5EF4-FFF2-40B4-BE49-F238E27FC236}">
                  <a16:creationId xmlns:a16="http://schemas.microsoft.com/office/drawing/2014/main" id="{74E5D892-FF1C-BBA7-45B8-9F6BCA5084FB}"/>
                </a:ext>
              </a:extLst>
            </p:cNvPr>
            <p:cNvSpPr/>
            <p:nvPr/>
          </p:nvSpPr>
          <p:spPr>
            <a:xfrm>
              <a:off x="2053326" y="1961897"/>
              <a:ext cx="14" cy="394"/>
            </a:xfrm>
            <a:custGeom>
              <a:avLst/>
              <a:gdLst/>
              <a:ahLst/>
              <a:cxnLst/>
              <a:rect l="l" t="t" r="r" b="b"/>
              <a:pathLst>
                <a:path w="1" h="29" extrusionOk="0">
                  <a:moveTo>
                    <a:pt x="1" y="1"/>
                  </a:moveTo>
                  <a:lnTo>
                    <a:pt x="1" y="29"/>
                  </a:lnTo>
                  <a:cubicBezTo>
                    <a:pt x="1" y="22"/>
                    <a:pt x="1" y="11"/>
                    <a:pt x="1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20" name="Google Shape;4378;p80">
              <a:extLst>
                <a:ext uri="{FF2B5EF4-FFF2-40B4-BE49-F238E27FC236}">
                  <a16:creationId xmlns:a16="http://schemas.microsoft.com/office/drawing/2014/main" id="{B3AE590C-93DA-A84E-D9A5-E97788331D0F}"/>
                </a:ext>
              </a:extLst>
            </p:cNvPr>
            <p:cNvSpPr/>
            <p:nvPr/>
          </p:nvSpPr>
          <p:spPr>
            <a:xfrm>
              <a:off x="2060414" y="1992514"/>
              <a:ext cx="14" cy="774"/>
            </a:xfrm>
            <a:custGeom>
              <a:avLst/>
              <a:gdLst/>
              <a:ahLst/>
              <a:cxnLst/>
              <a:rect l="l" t="t" r="r" b="b"/>
              <a:pathLst>
                <a:path w="1" h="57" extrusionOk="0">
                  <a:moveTo>
                    <a:pt x="1" y="0"/>
                  </a:moveTo>
                  <a:lnTo>
                    <a:pt x="1" y="56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21" name="Google Shape;4379;p80">
              <a:extLst>
                <a:ext uri="{FF2B5EF4-FFF2-40B4-BE49-F238E27FC236}">
                  <a16:creationId xmlns:a16="http://schemas.microsoft.com/office/drawing/2014/main" id="{16F683A4-524B-6D0D-27D9-747EE75C42C7}"/>
                </a:ext>
              </a:extLst>
            </p:cNvPr>
            <p:cNvSpPr/>
            <p:nvPr/>
          </p:nvSpPr>
          <p:spPr>
            <a:xfrm>
              <a:off x="2053666" y="1964653"/>
              <a:ext cx="54" cy="258"/>
            </a:xfrm>
            <a:custGeom>
              <a:avLst/>
              <a:gdLst/>
              <a:ahLst/>
              <a:cxnLst/>
              <a:rect l="l" t="t" r="r" b="b"/>
              <a:pathLst>
                <a:path w="4" h="19" extrusionOk="0">
                  <a:moveTo>
                    <a:pt x="0" y="1"/>
                  </a:moveTo>
                  <a:lnTo>
                    <a:pt x="0" y="1"/>
                  </a:lnTo>
                  <a:cubicBezTo>
                    <a:pt x="0" y="4"/>
                    <a:pt x="4" y="11"/>
                    <a:pt x="4" y="18"/>
                  </a:cubicBezTo>
                  <a:cubicBezTo>
                    <a:pt x="4" y="11"/>
                    <a:pt x="4" y="4"/>
                    <a:pt x="0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22" name="Google Shape;4380;p80">
              <a:extLst>
                <a:ext uri="{FF2B5EF4-FFF2-40B4-BE49-F238E27FC236}">
                  <a16:creationId xmlns:a16="http://schemas.microsoft.com/office/drawing/2014/main" id="{488D4075-4FDA-CFE0-FBD1-391A27B6DDB5}"/>
                </a:ext>
              </a:extLst>
            </p:cNvPr>
            <p:cNvSpPr/>
            <p:nvPr/>
          </p:nvSpPr>
          <p:spPr>
            <a:xfrm>
              <a:off x="2053571" y="1964083"/>
              <a:ext cx="54" cy="258"/>
            </a:xfrm>
            <a:custGeom>
              <a:avLst/>
              <a:gdLst/>
              <a:ahLst/>
              <a:cxnLst/>
              <a:rect l="l" t="t" r="r" b="b"/>
              <a:pathLst>
                <a:path w="4" h="19" extrusionOk="0">
                  <a:moveTo>
                    <a:pt x="0" y="1"/>
                  </a:moveTo>
                  <a:lnTo>
                    <a:pt x="0" y="1"/>
                  </a:lnTo>
                  <a:cubicBezTo>
                    <a:pt x="0" y="8"/>
                    <a:pt x="4" y="11"/>
                    <a:pt x="4" y="18"/>
                  </a:cubicBezTo>
                  <a:cubicBezTo>
                    <a:pt x="4" y="11"/>
                    <a:pt x="4" y="8"/>
                    <a:pt x="0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23" name="Google Shape;4381;p80">
              <a:extLst>
                <a:ext uri="{FF2B5EF4-FFF2-40B4-BE49-F238E27FC236}">
                  <a16:creationId xmlns:a16="http://schemas.microsoft.com/office/drawing/2014/main" id="{339E7927-C27E-180A-5818-55BC7E7F08CC}"/>
                </a:ext>
              </a:extLst>
            </p:cNvPr>
            <p:cNvSpPr/>
            <p:nvPr/>
          </p:nvSpPr>
          <p:spPr>
            <a:xfrm>
              <a:off x="2053381" y="1962711"/>
              <a:ext cx="54" cy="339"/>
            </a:xfrm>
            <a:custGeom>
              <a:avLst/>
              <a:gdLst/>
              <a:ahLst/>
              <a:cxnLst/>
              <a:rect l="l" t="t" r="r" b="b"/>
              <a:pathLst>
                <a:path w="4" h="25" extrusionOk="0">
                  <a:moveTo>
                    <a:pt x="0" y="0"/>
                  </a:moveTo>
                  <a:cubicBezTo>
                    <a:pt x="0" y="11"/>
                    <a:pt x="0" y="18"/>
                    <a:pt x="4" y="25"/>
                  </a:cubicBezTo>
                  <a:cubicBezTo>
                    <a:pt x="0" y="18"/>
                    <a:pt x="0" y="11"/>
                    <a:pt x="0" y="0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24" name="Google Shape;4382;p80">
              <a:extLst>
                <a:ext uri="{FF2B5EF4-FFF2-40B4-BE49-F238E27FC236}">
                  <a16:creationId xmlns:a16="http://schemas.microsoft.com/office/drawing/2014/main" id="{C849BDAF-F5B6-0C2D-07E2-A26A5EBA3E83}"/>
                </a:ext>
              </a:extLst>
            </p:cNvPr>
            <p:cNvSpPr/>
            <p:nvPr/>
          </p:nvSpPr>
          <p:spPr>
            <a:xfrm>
              <a:off x="2060319" y="1990369"/>
              <a:ext cx="14" cy="638"/>
            </a:xfrm>
            <a:custGeom>
              <a:avLst/>
              <a:gdLst/>
              <a:ahLst/>
              <a:cxnLst/>
              <a:rect l="l" t="t" r="r" b="b"/>
              <a:pathLst>
                <a:path w="1" h="47" extrusionOk="0">
                  <a:moveTo>
                    <a:pt x="1" y="1"/>
                  </a:moveTo>
                  <a:lnTo>
                    <a:pt x="1" y="46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25" name="Google Shape;4383;p80">
              <a:extLst>
                <a:ext uri="{FF2B5EF4-FFF2-40B4-BE49-F238E27FC236}">
                  <a16:creationId xmlns:a16="http://schemas.microsoft.com/office/drawing/2014/main" id="{A38A336A-9251-DCA7-DBAE-F4A0FBA9C6B7}"/>
                </a:ext>
              </a:extLst>
            </p:cNvPr>
            <p:cNvSpPr/>
            <p:nvPr/>
          </p:nvSpPr>
          <p:spPr>
            <a:xfrm>
              <a:off x="2060319" y="1989378"/>
              <a:ext cx="14" cy="584"/>
            </a:xfrm>
            <a:custGeom>
              <a:avLst/>
              <a:gdLst/>
              <a:ahLst/>
              <a:cxnLst/>
              <a:rect l="l" t="t" r="r" b="b"/>
              <a:pathLst>
                <a:path w="1" h="43" extrusionOk="0">
                  <a:moveTo>
                    <a:pt x="1" y="0"/>
                  </a:moveTo>
                  <a:lnTo>
                    <a:pt x="1" y="42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26" name="Google Shape;4384;p80">
              <a:extLst>
                <a:ext uri="{FF2B5EF4-FFF2-40B4-BE49-F238E27FC236}">
                  <a16:creationId xmlns:a16="http://schemas.microsoft.com/office/drawing/2014/main" id="{1066C6B6-0969-81F2-2084-E1AEC63B3F4B}"/>
                </a:ext>
              </a:extLst>
            </p:cNvPr>
            <p:cNvSpPr/>
            <p:nvPr/>
          </p:nvSpPr>
          <p:spPr>
            <a:xfrm>
              <a:off x="2058459" y="1972786"/>
              <a:ext cx="584" cy="1439"/>
            </a:xfrm>
            <a:custGeom>
              <a:avLst/>
              <a:gdLst/>
              <a:ahLst/>
              <a:cxnLst/>
              <a:rect l="l" t="t" r="r" b="b"/>
              <a:pathLst>
                <a:path w="43" h="106" extrusionOk="0">
                  <a:moveTo>
                    <a:pt x="43" y="105"/>
                  </a:moveTo>
                  <a:cubicBezTo>
                    <a:pt x="15" y="77"/>
                    <a:pt x="1" y="42"/>
                    <a:pt x="1" y="0"/>
                  </a:cubicBezTo>
                  <a:cubicBezTo>
                    <a:pt x="1" y="42"/>
                    <a:pt x="15" y="77"/>
                    <a:pt x="43" y="105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27" name="Google Shape;4385;p80">
              <a:extLst>
                <a:ext uri="{FF2B5EF4-FFF2-40B4-BE49-F238E27FC236}">
                  <a16:creationId xmlns:a16="http://schemas.microsoft.com/office/drawing/2014/main" id="{4549C1B8-50FF-7DA8-01B7-0B587D8772EA}"/>
                </a:ext>
              </a:extLst>
            </p:cNvPr>
            <p:cNvSpPr/>
            <p:nvPr/>
          </p:nvSpPr>
          <p:spPr>
            <a:xfrm>
              <a:off x="2054806" y="1966934"/>
              <a:ext cx="149" cy="163"/>
            </a:xfrm>
            <a:custGeom>
              <a:avLst/>
              <a:gdLst/>
              <a:ahLst/>
              <a:cxnLst/>
              <a:rect l="l" t="t" r="r" b="b"/>
              <a:pathLst>
                <a:path w="11" h="12" extrusionOk="0">
                  <a:moveTo>
                    <a:pt x="11" y="11"/>
                  </a:moveTo>
                  <a:lnTo>
                    <a:pt x="0" y="1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28" name="Google Shape;4386;p80">
              <a:extLst>
                <a:ext uri="{FF2B5EF4-FFF2-40B4-BE49-F238E27FC236}">
                  <a16:creationId xmlns:a16="http://schemas.microsoft.com/office/drawing/2014/main" id="{3005CA9C-360E-5613-C418-CC6D6B79F94E}"/>
                </a:ext>
              </a:extLst>
            </p:cNvPr>
            <p:cNvSpPr/>
            <p:nvPr/>
          </p:nvSpPr>
          <p:spPr>
            <a:xfrm>
              <a:off x="2053951" y="1965603"/>
              <a:ext cx="109" cy="204"/>
            </a:xfrm>
            <a:custGeom>
              <a:avLst/>
              <a:gdLst/>
              <a:ahLst/>
              <a:cxnLst/>
              <a:rect l="l" t="t" r="r" b="b"/>
              <a:pathLst>
                <a:path w="8" h="15" extrusionOk="0">
                  <a:moveTo>
                    <a:pt x="0" y="1"/>
                  </a:moveTo>
                  <a:lnTo>
                    <a:pt x="7" y="15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29" name="Google Shape;4387;p80">
              <a:extLst>
                <a:ext uri="{FF2B5EF4-FFF2-40B4-BE49-F238E27FC236}">
                  <a16:creationId xmlns:a16="http://schemas.microsoft.com/office/drawing/2014/main" id="{0BE81B88-0494-1E53-1C6D-24FDFAC51233}"/>
                </a:ext>
              </a:extLst>
            </p:cNvPr>
            <p:cNvSpPr/>
            <p:nvPr/>
          </p:nvSpPr>
          <p:spPr>
            <a:xfrm>
              <a:off x="2060373" y="1991414"/>
              <a:ext cx="0" cy="679"/>
            </a:xfrm>
            <a:custGeom>
              <a:avLst/>
              <a:gdLst/>
              <a:ahLst/>
              <a:cxnLst/>
              <a:rect l="l" t="t" r="r" b="b"/>
              <a:pathLst>
                <a:path h="50" extrusionOk="0">
                  <a:moveTo>
                    <a:pt x="0" y="1"/>
                  </a:moveTo>
                  <a:lnTo>
                    <a:pt x="0" y="50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30" name="Google Shape;4388;p80">
              <a:extLst>
                <a:ext uri="{FF2B5EF4-FFF2-40B4-BE49-F238E27FC236}">
                  <a16:creationId xmlns:a16="http://schemas.microsoft.com/office/drawing/2014/main" id="{E0F69B0E-64D2-9D3C-B9B0-5D957BF85905}"/>
                </a:ext>
              </a:extLst>
            </p:cNvPr>
            <p:cNvSpPr/>
            <p:nvPr/>
          </p:nvSpPr>
          <p:spPr>
            <a:xfrm>
              <a:off x="2053801" y="1965128"/>
              <a:ext cx="109" cy="258"/>
            </a:xfrm>
            <a:custGeom>
              <a:avLst/>
              <a:gdLst/>
              <a:ahLst/>
              <a:cxnLst/>
              <a:rect l="l" t="t" r="r" b="b"/>
              <a:pathLst>
                <a:path w="8" h="19" extrusionOk="0">
                  <a:moveTo>
                    <a:pt x="1" y="1"/>
                  </a:moveTo>
                  <a:lnTo>
                    <a:pt x="8" y="18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31" name="Google Shape;4389;p80">
              <a:extLst>
                <a:ext uri="{FF2B5EF4-FFF2-40B4-BE49-F238E27FC236}">
                  <a16:creationId xmlns:a16="http://schemas.microsoft.com/office/drawing/2014/main" id="{9249FB24-F09A-809A-8140-86F9BBC6C3C9}"/>
                </a:ext>
              </a:extLst>
            </p:cNvPr>
            <p:cNvSpPr/>
            <p:nvPr/>
          </p:nvSpPr>
          <p:spPr>
            <a:xfrm>
              <a:off x="2060224" y="1987477"/>
              <a:ext cx="14" cy="584"/>
            </a:xfrm>
            <a:custGeom>
              <a:avLst/>
              <a:gdLst/>
              <a:ahLst/>
              <a:cxnLst/>
              <a:rect l="l" t="t" r="r" b="b"/>
              <a:pathLst>
                <a:path w="1" h="43" extrusionOk="0">
                  <a:moveTo>
                    <a:pt x="1" y="0"/>
                  </a:moveTo>
                  <a:lnTo>
                    <a:pt x="1" y="42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32" name="Google Shape;4390;p80">
              <a:extLst>
                <a:ext uri="{FF2B5EF4-FFF2-40B4-BE49-F238E27FC236}">
                  <a16:creationId xmlns:a16="http://schemas.microsoft.com/office/drawing/2014/main" id="{C335D46F-E6D9-2DD6-F794-86839B085DE9}"/>
                </a:ext>
              </a:extLst>
            </p:cNvPr>
            <p:cNvSpPr/>
            <p:nvPr/>
          </p:nvSpPr>
          <p:spPr>
            <a:xfrm>
              <a:off x="2060034" y="1983865"/>
              <a:ext cx="14" cy="489"/>
            </a:xfrm>
            <a:custGeom>
              <a:avLst/>
              <a:gdLst/>
              <a:ahLst/>
              <a:cxnLst/>
              <a:rect l="l" t="t" r="r" b="b"/>
              <a:pathLst>
                <a:path w="1" h="36" extrusionOk="0">
                  <a:moveTo>
                    <a:pt x="1" y="0"/>
                  </a:moveTo>
                  <a:lnTo>
                    <a:pt x="1" y="35"/>
                  </a:lnTo>
                  <a:cubicBezTo>
                    <a:pt x="1" y="21"/>
                    <a:pt x="1" y="11"/>
                    <a:pt x="1" y="0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33" name="Google Shape;4391;p80">
              <a:extLst>
                <a:ext uri="{FF2B5EF4-FFF2-40B4-BE49-F238E27FC236}">
                  <a16:creationId xmlns:a16="http://schemas.microsoft.com/office/drawing/2014/main" id="{AEF6F9EE-6277-1821-4513-2B8B01793AA5}"/>
                </a:ext>
              </a:extLst>
            </p:cNvPr>
            <p:cNvSpPr/>
            <p:nvPr/>
          </p:nvSpPr>
          <p:spPr>
            <a:xfrm>
              <a:off x="2059939" y="1982820"/>
              <a:ext cx="14" cy="434"/>
            </a:xfrm>
            <a:custGeom>
              <a:avLst/>
              <a:gdLst/>
              <a:ahLst/>
              <a:cxnLst/>
              <a:rect l="l" t="t" r="r" b="b"/>
              <a:pathLst>
                <a:path w="1" h="32" extrusionOk="0">
                  <a:moveTo>
                    <a:pt x="1" y="0"/>
                  </a:moveTo>
                  <a:lnTo>
                    <a:pt x="1" y="32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34" name="Google Shape;4392;p80">
              <a:extLst>
                <a:ext uri="{FF2B5EF4-FFF2-40B4-BE49-F238E27FC236}">
                  <a16:creationId xmlns:a16="http://schemas.microsoft.com/office/drawing/2014/main" id="{5E99BB36-D376-6110-1A4C-3B286762221D}"/>
                </a:ext>
              </a:extLst>
            </p:cNvPr>
            <p:cNvSpPr/>
            <p:nvPr/>
          </p:nvSpPr>
          <p:spPr>
            <a:xfrm>
              <a:off x="2060088" y="1984435"/>
              <a:ext cx="0" cy="530"/>
            </a:xfrm>
            <a:custGeom>
              <a:avLst/>
              <a:gdLst/>
              <a:ahLst/>
              <a:cxnLst/>
              <a:rect l="l" t="t" r="r" b="b"/>
              <a:pathLst>
                <a:path h="39" extrusionOk="0">
                  <a:moveTo>
                    <a:pt x="0" y="0"/>
                  </a:moveTo>
                  <a:lnTo>
                    <a:pt x="0" y="39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35" name="Google Shape;4393;p80">
              <a:extLst>
                <a:ext uri="{FF2B5EF4-FFF2-40B4-BE49-F238E27FC236}">
                  <a16:creationId xmlns:a16="http://schemas.microsoft.com/office/drawing/2014/main" id="{23A4E6C5-5E1B-D4F1-3C23-B4DE8FD4B696}"/>
                </a:ext>
              </a:extLst>
            </p:cNvPr>
            <p:cNvSpPr/>
            <p:nvPr/>
          </p:nvSpPr>
          <p:spPr>
            <a:xfrm>
              <a:off x="2059993" y="1983295"/>
              <a:ext cx="54" cy="434"/>
            </a:xfrm>
            <a:custGeom>
              <a:avLst/>
              <a:gdLst/>
              <a:ahLst/>
              <a:cxnLst/>
              <a:rect l="l" t="t" r="r" b="b"/>
              <a:pathLst>
                <a:path w="4" h="32" extrusionOk="0">
                  <a:moveTo>
                    <a:pt x="0" y="0"/>
                  </a:moveTo>
                  <a:lnTo>
                    <a:pt x="0" y="32"/>
                  </a:lnTo>
                  <a:cubicBezTo>
                    <a:pt x="4" y="21"/>
                    <a:pt x="0" y="11"/>
                    <a:pt x="0" y="0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36" name="Google Shape;4394;p80">
              <a:extLst>
                <a:ext uri="{FF2B5EF4-FFF2-40B4-BE49-F238E27FC236}">
                  <a16:creationId xmlns:a16="http://schemas.microsoft.com/office/drawing/2014/main" id="{A073A689-4B82-43ED-118F-986A45028F46}"/>
                </a:ext>
              </a:extLst>
            </p:cNvPr>
            <p:cNvSpPr/>
            <p:nvPr/>
          </p:nvSpPr>
          <p:spPr>
            <a:xfrm>
              <a:off x="2060468" y="1993695"/>
              <a:ext cx="54" cy="923"/>
            </a:xfrm>
            <a:custGeom>
              <a:avLst/>
              <a:gdLst/>
              <a:ahLst/>
              <a:cxnLst/>
              <a:rect l="l" t="t" r="r" b="b"/>
              <a:pathLst>
                <a:path w="4" h="68" extrusionOk="0">
                  <a:moveTo>
                    <a:pt x="0" y="1"/>
                  </a:moveTo>
                  <a:lnTo>
                    <a:pt x="4" y="67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37" name="Google Shape;4395;p80">
              <a:extLst>
                <a:ext uri="{FF2B5EF4-FFF2-40B4-BE49-F238E27FC236}">
                  <a16:creationId xmlns:a16="http://schemas.microsoft.com/office/drawing/2014/main" id="{84D0BB04-A61A-BABB-2784-BBFEAF797ACA}"/>
                </a:ext>
              </a:extLst>
            </p:cNvPr>
            <p:cNvSpPr/>
            <p:nvPr/>
          </p:nvSpPr>
          <p:spPr>
            <a:xfrm>
              <a:off x="2060183" y="1986621"/>
              <a:ext cx="0" cy="584"/>
            </a:xfrm>
            <a:custGeom>
              <a:avLst/>
              <a:gdLst/>
              <a:ahLst/>
              <a:cxnLst/>
              <a:rect l="l" t="t" r="r" b="b"/>
              <a:pathLst>
                <a:path h="43" extrusionOk="0">
                  <a:moveTo>
                    <a:pt x="0" y="0"/>
                  </a:moveTo>
                  <a:lnTo>
                    <a:pt x="0" y="42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38" name="Google Shape;4396;p80">
              <a:extLst>
                <a:ext uri="{FF2B5EF4-FFF2-40B4-BE49-F238E27FC236}">
                  <a16:creationId xmlns:a16="http://schemas.microsoft.com/office/drawing/2014/main" id="{3B9D418F-2C5D-B4E4-05B2-40B466F57083}"/>
                </a:ext>
              </a:extLst>
            </p:cNvPr>
            <p:cNvSpPr/>
            <p:nvPr/>
          </p:nvSpPr>
          <p:spPr>
            <a:xfrm>
              <a:off x="2060129" y="1985807"/>
              <a:ext cx="14" cy="638"/>
            </a:xfrm>
            <a:custGeom>
              <a:avLst/>
              <a:gdLst/>
              <a:ahLst/>
              <a:cxnLst/>
              <a:rect l="l" t="t" r="r" b="b"/>
              <a:pathLst>
                <a:path w="1" h="47" extrusionOk="0">
                  <a:moveTo>
                    <a:pt x="1" y="1"/>
                  </a:moveTo>
                  <a:lnTo>
                    <a:pt x="1" y="46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39" name="Google Shape;4397;p80">
              <a:extLst>
                <a:ext uri="{FF2B5EF4-FFF2-40B4-BE49-F238E27FC236}">
                  <a16:creationId xmlns:a16="http://schemas.microsoft.com/office/drawing/2014/main" id="{66F0B259-C4A4-6317-A0B0-0DA0931E88E5}"/>
                </a:ext>
              </a:extLst>
            </p:cNvPr>
            <p:cNvSpPr/>
            <p:nvPr/>
          </p:nvSpPr>
          <p:spPr>
            <a:xfrm>
              <a:off x="2060088" y="1985101"/>
              <a:ext cx="0" cy="530"/>
            </a:xfrm>
            <a:custGeom>
              <a:avLst/>
              <a:gdLst/>
              <a:ahLst/>
              <a:cxnLst/>
              <a:rect l="l" t="t" r="r" b="b"/>
              <a:pathLst>
                <a:path h="39" extrusionOk="0">
                  <a:moveTo>
                    <a:pt x="0" y="0"/>
                  </a:moveTo>
                  <a:lnTo>
                    <a:pt x="0" y="39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40" name="Google Shape;4398;p80">
              <a:extLst>
                <a:ext uri="{FF2B5EF4-FFF2-40B4-BE49-F238E27FC236}">
                  <a16:creationId xmlns:a16="http://schemas.microsoft.com/office/drawing/2014/main" id="{F886A98C-8CC8-72CE-CE75-E78D1C348659}"/>
                </a:ext>
              </a:extLst>
            </p:cNvPr>
            <p:cNvSpPr/>
            <p:nvPr/>
          </p:nvSpPr>
          <p:spPr>
            <a:xfrm>
              <a:off x="2054562" y="1966649"/>
              <a:ext cx="109" cy="163"/>
            </a:xfrm>
            <a:custGeom>
              <a:avLst/>
              <a:gdLst/>
              <a:ahLst/>
              <a:cxnLst/>
              <a:rect l="l" t="t" r="r" b="b"/>
              <a:pathLst>
                <a:path w="8" h="12" extrusionOk="0">
                  <a:moveTo>
                    <a:pt x="1" y="1"/>
                  </a:moveTo>
                  <a:lnTo>
                    <a:pt x="8" y="11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41" name="Google Shape;4399;p80">
              <a:extLst>
                <a:ext uri="{FF2B5EF4-FFF2-40B4-BE49-F238E27FC236}">
                  <a16:creationId xmlns:a16="http://schemas.microsoft.com/office/drawing/2014/main" id="{787F369B-3E0A-2568-3178-A7EF0ABE09B6}"/>
                </a:ext>
              </a:extLst>
            </p:cNvPr>
            <p:cNvSpPr/>
            <p:nvPr/>
          </p:nvSpPr>
          <p:spPr>
            <a:xfrm>
              <a:off x="2060509" y="1994795"/>
              <a:ext cx="14" cy="530"/>
            </a:xfrm>
            <a:custGeom>
              <a:avLst/>
              <a:gdLst/>
              <a:ahLst/>
              <a:cxnLst/>
              <a:rect l="l" t="t" r="r" b="b"/>
              <a:pathLst>
                <a:path w="1" h="39" extrusionOk="0">
                  <a:moveTo>
                    <a:pt x="1" y="39"/>
                  </a:moveTo>
                  <a:lnTo>
                    <a:pt x="1" y="0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42" name="Google Shape;4400;p80">
              <a:extLst>
                <a:ext uri="{FF2B5EF4-FFF2-40B4-BE49-F238E27FC236}">
                  <a16:creationId xmlns:a16="http://schemas.microsoft.com/office/drawing/2014/main" id="{7D8C732C-55A8-0D65-D614-9B12DE526A90}"/>
                </a:ext>
              </a:extLst>
            </p:cNvPr>
            <p:cNvSpPr/>
            <p:nvPr/>
          </p:nvSpPr>
          <p:spPr>
            <a:xfrm>
              <a:off x="2055091" y="1967178"/>
              <a:ext cx="149" cy="149"/>
            </a:xfrm>
            <a:custGeom>
              <a:avLst/>
              <a:gdLst/>
              <a:ahLst/>
              <a:cxnLst/>
              <a:rect l="l" t="t" r="r" b="b"/>
              <a:pathLst>
                <a:path w="11" h="11" extrusionOk="0">
                  <a:moveTo>
                    <a:pt x="0" y="0"/>
                  </a:moveTo>
                  <a:lnTo>
                    <a:pt x="11" y="11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43" name="Google Shape;4401;p80">
              <a:extLst>
                <a:ext uri="{FF2B5EF4-FFF2-40B4-BE49-F238E27FC236}">
                  <a16:creationId xmlns:a16="http://schemas.microsoft.com/office/drawing/2014/main" id="{1C3000CE-0AF1-51CF-BA09-F658777F41F1}"/>
                </a:ext>
              </a:extLst>
            </p:cNvPr>
            <p:cNvSpPr/>
            <p:nvPr/>
          </p:nvSpPr>
          <p:spPr>
            <a:xfrm>
              <a:off x="2055376" y="1967463"/>
              <a:ext cx="149" cy="109"/>
            </a:xfrm>
            <a:custGeom>
              <a:avLst/>
              <a:gdLst/>
              <a:ahLst/>
              <a:cxnLst/>
              <a:rect l="l" t="t" r="r" b="b"/>
              <a:pathLst>
                <a:path w="11" h="8" extrusionOk="0">
                  <a:moveTo>
                    <a:pt x="0" y="0"/>
                  </a:moveTo>
                  <a:lnTo>
                    <a:pt x="11" y="7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44" name="Google Shape;4402;p80">
              <a:extLst>
                <a:ext uri="{FF2B5EF4-FFF2-40B4-BE49-F238E27FC236}">
                  <a16:creationId xmlns:a16="http://schemas.microsoft.com/office/drawing/2014/main" id="{E487B821-792F-48BF-B9A0-AE9CB85FEECD}"/>
                </a:ext>
              </a:extLst>
            </p:cNvPr>
            <p:cNvSpPr/>
            <p:nvPr/>
          </p:nvSpPr>
          <p:spPr>
            <a:xfrm>
              <a:off x="2059939" y="1982385"/>
              <a:ext cx="14" cy="448"/>
            </a:xfrm>
            <a:custGeom>
              <a:avLst/>
              <a:gdLst/>
              <a:ahLst/>
              <a:cxnLst/>
              <a:rect l="l" t="t" r="r" b="b"/>
              <a:pathLst>
                <a:path w="1" h="33" extrusionOk="0">
                  <a:moveTo>
                    <a:pt x="1" y="1"/>
                  </a:moveTo>
                  <a:lnTo>
                    <a:pt x="1" y="32"/>
                  </a:lnTo>
                  <a:cubicBezTo>
                    <a:pt x="1" y="22"/>
                    <a:pt x="1" y="11"/>
                    <a:pt x="1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45" name="Google Shape;4403;p80">
              <a:extLst>
                <a:ext uri="{FF2B5EF4-FFF2-40B4-BE49-F238E27FC236}">
                  <a16:creationId xmlns:a16="http://schemas.microsoft.com/office/drawing/2014/main" id="{A63272A5-8ECC-8392-290A-2C6D8C943715}"/>
                </a:ext>
              </a:extLst>
            </p:cNvPr>
            <p:cNvSpPr/>
            <p:nvPr/>
          </p:nvSpPr>
          <p:spPr>
            <a:xfrm>
              <a:off x="2060278" y="1988427"/>
              <a:ext cx="0" cy="530"/>
            </a:xfrm>
            <a:custGeom>
              <a:avLst/>
              <a:gdLst/>
              <a:ahLst/>
              <a:cxnLst/>
              <a:rect l="l" t="t" r="r" b="b"/>
              <a:pathLst>
                <a:path h="39" extrusionOk="0">
                  <a:moveTo>
                    <a:pt x="0" y="0"/>
                  </a:moveTo>
                  <a:lnTo>
                    <a:pt x="0" y="39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46" name="Google Shape;4404;p80">
              <a:extLst>
                <a:ext uri="{FF2B5EF4-FFF2-40B4-BE49-F238E27FC236}">
                  <a16:creationId xmlns:a16="http://schemas.microsoft.com/office/drawing/2014/main" id="{242E8269-9529-B633-21AD-4ADC979485F6}"/>
                </a:ext>
              </a:extLst>
            </p:cNvPr>
            <p:cNvSpPr/>
            <p:nvPr/>
          </p:nvSpPr>
          <p:spPr>
            <a:xfrm>
              <a:off x="2056137" y="1967884"/>
              <a:ext cx="149" cy="109"/>
            </a:xfrm>
            <a:custGeom>
              <a:avLst/>
              <a:gdLst/>
              <a:ahLst/>
              <a:cxnLst/>
              <a:rect l="l" t="t" r="r" b="b"/>
              <a:pathLst>
                <a:path w="11" h="8" extrusionOk="0">
                  <a:moveTo>
                    <a:pt x="0" y="1"/>
                  </a:moveTo>
                  <a:lnTo>
                    <a:pt x="11" y="8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47" name="Google Shape;4405;p80">
              <a:extLst>
                <a:ext uri="{FF2B5EF4-FFF2-40B4-BE49-F238E27FC236}">
                  <a16:creationId xmlns:a16="http://schemas.microsoft.com/office/drawing/2014/main" id="{8C83A786-EB60-7784-0214-CDBC35795990}"/>
                </a:ext>
              </a:extLst>
            </p:cNvPr>
            <p:cNvSpPr/>
            <p:nvPr/>
          </p:nvSpPr>
          <p:spPr>
            <a:xfrm>
              <a:off x="2055757" y="1967654"/>
              <a:ext cx="149" cy="109"/>
            </a:xfrm>
            <a:custGeom>
              <a:avLst/>
              <a:gdLst/>
              <a:ahLst/>
              <a:cxnLst/>
              <a:rect l="l" t="t" r="r" b="b"/>
              <a:pathLst>
                <a:path w="11" h="8" extrusionOk="0">
                  <a:moveTo>
                    <a:pt x="0" y="0"/>
                  </a:moveTo>
                  <a:lnTo>
                    <a:pt x="11" y="7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48" name="Google Shape;4406;p80">
              <a:extLst>
                <a:ext uri="{FF2B5EF4-FFF2-40B4-BE49-F238E27FC236}">
                  <a16:creationId xmlns:a16="http://schemas.microsoft.com/office/drawing/2014/main" id="{B2C53C3B-67F4-83A1-5AAE-2635C4B24AF2}"/>
                </a:ext>
              </a:extLst>
            </p:cNvPr>
            <p:cNvSpPr/>
            <p:nvPr/>
          </p:nvSpPr>
          <p:spPr>
            <a:xfrm>
              <a:off x="2153623" y="1945930"/>
              <a:ext cx="3720" cy="6381"/>
            </a:xfrm>
            <a:custGeom>
              <a:avLst/>
              <a:gdLst/>
              <a:ahLst/>
              <a:cxnLst/>
              <a:rect l="l" t="t" r="r" b="b"/>
              <a:pathLst>
                <a:path w="274" h="470" extrusionOk="0">
                  <a:moveTo>
                    <a:pt x="15" y="0"/>
                  </a:moveTo>
                  <a:lnTo>
                    <a:pt x="11" y="14"/>
                  </a:lnTo>
                  <a:lnTo>
                    <a:pt x="8" y="28"/>
                  </a:lnTo>
                  <a:cubicBezTo>
                    <a:pt x="8" y="35"/>
                    <a:pt x="8" y="46"/>
                    <a:pt x="4" y="53"/>
                  </a:cubicBezTo>
                  <a:lnTo>
                    <a:pt x="4" y="63"/>
                  </a:lnTo>
                  <a:cubicBezTo>
                    <a:pt x="4" y="77"/>
                    <a:pt x="4" y="88"/>
                    <a:pt x="1" y="98"/>
                  </a:cubicBezTo>
                  <a:lnTo>
                    <a:pt x="1" y="109"/>
                  </a:lnTo>
                  <a:lnTo>
                    <a:pt x="1" y="134"/>
                  </a:lnTo>
                  <a:lnTo>
                    <a:pt x="1" y="144"/>
                  </a:lnTo>
                  <a:lnTo>
                    <a:pt x="1" y="165"/>
                  </a:lnTo>
                  <a:lnTo>
                    <a:pt x="1" y="176"/>
                  </a:lnTo>
                  <a:lnTo>
                    <a:pt x="1" y="193"/>
                  </a:lnTo>
                  <a:lnTo>
                    <a:pt x="1" y="200"/>
                  </a:lnTo>
                  <a:lnTo>
                    <a:pt x="1" y="221"/>
                  </a:lnTo>
                  <a:cubicBezTo>
                    <a:pt x="1" y="260"/>
                    <a:pt x="92" y="354"/>
                    <a:pt x="183" y="386"/>
                  </a:cubicBezTo>
                  <a:cubicBezTo>
                    <a:pt x="193" y="389"/>
                    <a:pt x="204" y="393"/>
                    <a:pt x="211" y="400"/>
                  </a:cubicBezTo>
                  <a:lnTo>
                    <a:pt x="218" y="403"/>
                  </a:lnTo>
                  <a:cubicBezTo>
                    <a:pt x="225" y="407"/>
                    <a:pt x="232" y="414"/>
                    <a:pt x="239" y="421"/>
                  </a:cubicBezTo>
                  <a:cubicBezTo>
                    <a:pt x="246" y="424"/>
                    <a:pt x="249" y="435"/>
                    <a:pt x="256" y="442"/>
                  </a:cubicBezTo>
                  <a:lnTo>
                    <a:pt x="260" y="445"/>
                  </a:lnTo>
                  <a:cubicBezTo>
                    <a:pt x="261" y="448"/>
                    <a:pt x="263" y="452"/>
                    <a:pt x="265" y="456"/>
                  </a:cubicBezTo>
                  <a:lnTo>
                    <a:pt x="265" y="456"/>
                  </a:lnTo>
                  <a:cubicBezTo>
                    <a:pt x="263" y="450"/>
                    <a:pt x="263" y="444"/>
                    <a:pt x="263" y="438"/>
                  </a:cubicBezTo>
                  <a:cubicBezTo>
                    <a:pt x="274" y="365"/>
                    <a:pt x="197" y="176"/>
                    <a:pt x="99" y="67"/>
                  </a:cubicBezTo>
                  <a:cubicBezTo>
                    <a:pt x="92" y="60"/>
                    <a:pt x="85" y="53"/>
                    <a:pt x="78" y="46"/>
                  </a:cubicBezTo>
                  <a:lnTo>
                    <a:pt x="71" y="39"/>
                  </a:lnTo>
                  <a:cubicBezTo>
                    <a:pt x="64" y="35"/>
                    <a:pt x="57" y="28"/>
                    <a:pt x="53" y="25"/>
                  </a:cubicBezTo>
                  <a:cubicBezTo>
                    <a:pt x="46" y="18"/>
                    <a:pt x="39" y="14"/>
                    <a:pt x="36" y="11"/>
                  </a:cubicBezTo>
                  <a:lnTo>
                    <a:pt x="29" y="7"/>
                  </a:lnTo>
                  <a:cubicBezTo>
                    <a:pt x="25" y="4"/>
                    <a:pt x="18" y="4"/>
                    <a:pt x="15" y="0"/>
                  </a:cubicBezTo>
                  <a:close/>
                  <a:moveTo>
                    <a:pt x="265" y="456"/>
                  </a:moveTo>
                  <a:cubicBezTo>
                    <a:pt x="266" y="461"/>
                    <a:pt x="267" y="465"/>
                    <a:pt x="270" y="470"/>
                  </a:cubicBezTo>
                  <a:cubicBezTo>
                    <a:pt x="268" y="466"/>
                    <a:pt x="266" y="461"/>
                    <a:pt x="265" y="456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49" name="Google Shape;4407;p80">
              <a:extLst>
                <a:ext uri="{FF2B5EF4-FFF2-40B4-BE49-F238E27FC236}">
                  <a16:creationId xmlns:a16="http://schemas.microsoft.com/office/drawing/2014/main" id="{61ADC88D-284E-3086-8FC9-62E53309F85F}"/>
                </a:ext>
              </a:extLst>
            </p:cNvPr>
            <p:cNvSpPr/>
            <p:nvPr/>
          </p:nvSpPr>
          <p:spPr>
            <a:xfrm>
              <a:off x="2113366" y="1953723"/>
              <a:ext cx="52776" cy="75260"/>
            </a:xfrm>
            <a:custGeom>
              <a:avLst/>
              <a:gdLst/>
              <a:ahLst/>
              <a:cxnLst/>
              <a:rect l="l" t="t" r="r" b="b"/>
              <a:pathLst>
                <a:path w="3887" h="5543" extrusionOk="0">
                  <a:moveTo>
                    <a:pt x="3239" y="1"/>
                  </a:moveTo>
                  <a:cubicBezTo>
                    <a:pt x="3239" y="22"/>
                    <a:pt x="3235" y="46"/>
                    <a:pt x="3235" y="64"/>
                  </a:cubicBezTo>
                  <a:lnTo>
                    <a:pt x="3235" y="67"/>
                  </a:lnTo>
                  <a:cubicBezTo>
                    <a:pt x="3232" y="88"/>
                    <a:pt x="3228" y="109"/>
                    <a:pt x="3225" y="130"/>
                  </a:cubicBezTo>
                  <a:cubicBezTo>
                    <a:pt x="3221" y="158"/>
                    <a:pt x="3218" y="183"/>
                    <a:pt x="3214" y="211"/>
                  </a:cubicBezTo>
                  <a:cubicBezTo>
                    <a:pt x="3200" y="347"/>
                    <a:pt x="3057" y="379"/>
                    <a:pt x="2962" y="400"/>
                  </a:cubicBezTo>
                  <a:cubicBezTo>
                    <a:pt x="2931" y="403"/>
                    <a:pt x="2903" y="410"/>
                    <a:pt x="2875" y="424"/>
                  </a:cubicBezTo>
                  <a:cubicBezTo>
                    <a:pt x="2812" y="508"/>
                    <a:pt x="2574" y="893"/>
                    <a:pt x="2567" y="970"/>
                  </a:cubicBezTo>
                  <a:cubicBezTo>
                    <a:pt x="2584" y="1068"/>
                    <a:pt x="2521" y="1348"/>
                    <a:pt x="2399" y="1397"/>
                  </a:cubicBezTo>
                  <a:cubicBezTo>
                    <a:pt x="2388" y="1401"/>
                    <a:pt x="2371" y="1425"/>
                    <a:pt x="2374" y="1590"/>
                  </a:cubicBezTo>
                  <a:lnTo>
                    <a:pt x="2374" y="1629"/>
                  </a:lnTo>
                  <a:cubicBezTo>
                    <a:pt x="2374" y="1695"/>
                    <a:pt x="2315" y="1744"/>
                    <a:pt x="2241" y="1804"/>
                  </a:cubicBezTo>
                  <a:cubicBezTo>
                    <a:pt x="2188" y="1846"/>
                    <a:pt x="2115" y="1909"/>
                    <a:pt x="2115" y="1951"/>
                  </a:cubicBezTo>
                  <a:cubicBezTo>
                    <a:pt x="2115" y="2059"/>
                    <a:pt x="1975" y="2329"/>
                    <a:pt x="1751" y="2731"/>
                  </a:cubicBezTo>
                  <a:lnTo>
                    <a:pt x="1702" y="2819"/>
                  </a:lnTo>
                  <a:cubicBezTo>
                    <a:pt x="1688" y="2847"/>
                    <a:pt x="1670" y="2875"/>
                    <a:pt x="1656" y="2903"/>
                  </a:cubicBezTo>
                  <a:cubicBezTo>
                    <a:pt x="1578" y="3057"/>
                    <a:pt x="1527" y="3153"/>
                    <a:pt x="1454" y="3153"/>
                  </a:cubicBezTo>
                  <a:cubicBezTo>
                    <a:pt x="1449" y="3153"/>
                    <a:pt x="1444" y="3152"/>
                    <a:pt x="1439" y="3151"/>
                  </a:cubicBezTo>
                  <a:cubicBezTo>
                    <a:pt x="1394" y="3144"/>
                    <a:pt x="1366" y="3109"/>
                    <a:pt x="1352" y="3046"/>
                  </a:cubicBezTo>
                  <a:cubicBezTo>
                    <a:pt x="1334" y="2962"/>
                    <a:pt x="1236" y="2854"/>
                    <a:pt x="1142" y="2815"/>
                  </a:cubicBezTo>
                  <a:cubicBezTo>
                    <a:pt x="1129" y="2808"/>
                    <a:pt x="1114" y="2804"/>
                    <a:pt x="1100" y="2804"/>
                  </a:cubicBezTo>
                  <a:cubicBezTo>
                    <a:pt x="1088" y="2804"/>
                    <a:pt x="1076" y="2807"/>
                    <a:pt x="1065" y="2812"/>
                  </a:cubicBezTo>
                  <a:cubicBezTo>
                    <a:pt x="1006" y="2851"/>
                    <a:pt x="936" y="2872"/>
                    <a:pt x="864" y="2872"/>
                  </a:cubicBezTo>
                  <a:cubicBezTo>
                    <a:pt x="859" y="2872"/>
                    <a:pt x="853" y="2872"/>
                    <a:pt x="848" y="2871"/>
                  </a:cubicBezTo>
                  <a:lnTo>
                    <a:pt x="785" y="2871"/>
                  </a:lnTo>
                  <a:cubicBezTo>
                    <a:pt x="774" y="2870"/>
                    <a:pt x="764" y="2869"/>
                    <a:pt x="753" y="2869"/>
                  </a:cubicBezTo>
                  <a:cubicBezTo>
                    <a:pt x="743" y="2869"/>
                    <a:pt x="732" y="2870"/>
                    <a:pt x="722" y="2871"/>
                  </a:cubicBezTo>
                  <a:cubicBezTo>
                    <a:pt x="666" y="2906"/>
                    <a:pt x="386" y="3179"/>
                    <a:pt x="137" y="3438"/>
                  </a:cubicBezTo>
                  <a:lnTo>
                    <a:pt x="137" y="3452"/>
                  </a:lnTo>
                  <a:lnTo>
                    <a:pt x="137" y="3459"/>
                  </a:lnTo>
                  <a:lnTo>
                    <a:pt x="137" y="3470"/>
                  </a:lnTo>
                  <a:lnTo>
                    <a:pt x="137" y="3477"/>
                  </a:lnTo>
                  <a:lnTo>
                    <a:pt x="133" y="3491"/>
                  </a:lnTo>
                  <a:lnTo>
                    <a:pt x="133" y="3501"/>
                  </a:lnTo>
                  <a:lnTo>
                    <a:pt x="130" y="3515"/>
                  </a:lnTo>
                  <a:lnTo>
                    <a:pt x="126" y="3529"/>
                  </a:lnTo>
                  <a:lnTo>
                    <a:pt x="123" y="3543"/>
                  </a:lnTo>
                  <a:lnTo>
                    <a:pt x="119" y="3557"/>
                  </a:lnTo>
                  <a:lnTo>
                    <a:pt x="116" y="3575"/>
                  </a:lnTo>
                  <a:lnTo>
                    <a:pt x="112" y="3589"/>
                  </a:lnTo>
                  <a:lnTo>
                    <a:pt x="109" y="3606"/>
                  </a:lnTo>
                  <a:lnTo>
                    <a:pt x="105" y="3624"/>
                  </a:lnTo>
                  <a:lnTo>
                    <a:pt x="98" y="3645"/>
                  </a:lnTo>
                  <a:lnTo>
                    <a:pt x="95" y="3659"/>
                  </a:lnTo>
                  <a:lnTo>
                    <a:pt x="91" y="3680"/>
                  </a:lnTo>
                  <a:lnTo>
                    <a:pt x="84" y="3701"/>
                  </a:lnTo>
                  <a:lnTo>
                    <a:pt x="81" y="3722"/>
                  </a:lnTo>
                  <a:lnTo>
                    <a:pt x="74" y="3740"/>
                  </a:lnTo>
                  <a:lnTo>
                    <a:pt x="67" y="3764"/>
                  </a:lnTo>
                  <a:lnTo>
                    <a:pt x="63" y="3782"/>
                  </a:lnTo>
                  <a:lnTo>
                    <a:pt x="53" y="3810"/>
                  </a:lnTo>
                  <a:lnTo>
                    <a:pt x="49" y="3827"/>
                  </a:lnTo>
                  <a:lnTo>
                    <a:pt x="39" y="3855"/>
                  </a:lnTo>
                  <a:lnTo>
                    <a:pt x="35" y="3873"/>
                  </a:lnTo>
                  <a:lnTo>
                    <a:pt x="25" y="3904"/>
                  </a:lnTo>
                  <a:lnTo>
                    <a:pt x="18" y="3918"/>
                  </a:lnTo>
                  <a:lnTo>
                    <a:pt x="7" y="3953"/>
                  </a:lnTo>
                  <a:lnTo>
                    <a:pt x="0" y="3967"/>
                  </a:lnTo>
                  <a:lnTo>
                    <a:pt x="0" y="3971"/>
                  </a:lnTo>
                  <a:cubicBezTo>
                    <a:pt x="53" y="4030"/>
                    <a:pt x="102" y="4093"/>
                    <a:pt x="140" y="4160"/>
                  </a:cubicBezTo>
                  <a:cubicBezTo>
                    <a:pt x="161" y="4191"/>
                    <a:pt x="182" y="4226"/>
                    <a:pt x="207" y="4258"/>
                  </a:cubicBezTo>
                  <a:cubicBezTo>
                    <a:pt x="240" y="4305"/>
                    <a:pt x="285" y="4319"/>
                    <a:pt x="346" y="4319"/>
                  </a:cubicBezTo>
                  <a:cubicBezTo>
                    <a:pt x="371" y="4319"/>
                    <a:pt x="398" y="4317"/>
                    <a:pt x="428" y="4314"/>
                  </a:cubicBezTo>
                  <a:cubicBezTo>
                    <a:pt x="449" y="4309"/>
                    <a:pt x="470" y="4306"/>
                    <a:pt x="491" y="4306"/>
                  </a:cubicBezTo>
                  <a:cubicBezTo>
                    <a:pt x="529" y="4306"/>
                    <a:pt x="566" y="4314"/>
                    <a:pt x="603" y="4328"/>
                  </a:cubicBezTo>
                  <a:cubicBezTo>
                    <a:pt x="729" y="4394"/>
                    <a:pt x="827" y="4814"/>
                    <a:pt x="788" y="4940"/>
                  </a:cubicBezTo>
                  <a:cubicBezTo>
                    <a:pt x="781" y="4965"/>
                    <a:pt x="767" y="4996"/>
                    <a:pt x="753" y="5031"/>
                  </a:cubicBezTo>
                  <a:cubicBezTo>
                    <a:pt x="722" y="5115"/>
                    <a:pt x="666" y="5255"/>
                    <a:pt x="673" y="5339"/>
                  </a:cubicBezTo>
                  <a:lnTo>
                    <a:pt x="1373" y="5339"/>
                  </a:lnTo>
                  <a:lnTo>
                    <a:pt x="1597" y="5273"/>
                  </a:lnTo>
                  <a:lnTo>
                    <a:pt x="1607" y="5276"/>
                  </a:lnTo>
                  <a:lnTo>
                    <a:pt x="1625" y="5276"/>
                  </a:lnTo>
                  <a:cubicBezTo>
                    <a:pt x="1677" y="5280"/>
                    <a:pt x="2069" y="5301"/>
                    <a:pt x="2427" y="5311"/>
                  </a:cubicBezTo>
                  <a:cubicBezTo>
                    <a:pt x="2610" y="5317"/>
                    <a:pt x="2740" y="5319"/>
                    <a:pt x="2833" y="5319"/>
                  </a:cubicBezTo>
                  <a:cubicBezTo>
                    <a:pt x="2959" y="5319"/>
                    <a:pt x="3015" y="5315"/>
                    <a:pt x="3039" y="5311"/>
                  </a:cubicBezTo>
                  <a:lnTo>
                    <a:pt x="3050" y="5311"/>
                  </a:lnTo>
                  <a:cubicBezTo>
                    <a:pt x="3060" y="5311"/>
                    <a:pt x="3074" y="5308"/>
                    <a:pt x="3085" y="5308"/>
                  </a:cubicBezTo>
                  <a:lnTo>
                    <a:pt x="3120" y="5308"/>
                  </a:lnTo>
                  <a:lnTo>
                    <a:pt x="3151" y="5311"/>
                  </a:lnTo>
                  <a:lnTo>
                    <a:pt x="3158" y="5311"/>
                  </a:lnTo>
                  <a:cubicBezTo>
                    <a:pt x="3225" y="5325"/>
                    <a:pt x="3288" y="5343"/>
                    <a:pt x="3351" y="5364"/>
                  </a:cubicBezTo>
                  <a:lnTo>
                    <a:pt x="3403" y="5381"/>
                  </a:lnTo>
                  <a:lnTo>
                    <a:pt x="3407" y="5381"/>
                  </a:lnTo>
                  <a:lnTo>
                    <a:pt x="3452" y="5399"/>
                  </a:lnTo>
                  <a:lnTo>
                    <a:pt x="3459" y="5402"/>
                  </a:lnTo>
                  <a:lnTo>
                    <a:pt x="3505" y="5420"/>
                  </a:lnTo>
                  <a:lnTo>
                    <a:pt x="3512" y="5423"/>
                  </a:lnTo>
                  <a:lnTo>
                    <a:pt x="3557" y="5441"/>
                  </a:lnTo>
                  <a:lnTo>
                    <a:pt x="3564" y="5444"/>
                  </a:lnTo>
                  <a:lnTo>
                    <a:pt x="3606" y="5462"/>
                  </a:lnTo>
                  <a:lnTo>
                    <a:pt x="3617" y="5465"/>
                  </a:lnTo>
                  <a:lnTo>
                    <a:pt x="3652" y="5483"/>
                  </a:lnTo>
                  <a:lnTo>
                    <a:pt x="3662" y="5486"/>
                  </a:lnTo>
                  <a:lnTo>
                    <a:pt x="3697" y="5504"/>
                  </a:lnTo>
                  <a:lnTo>
                    <a:pt x="3708" y="5507"/>
                  </a:lnTo>
                  <a:lnTo>
                    <a:pt x="3743" y="5525"/>
                  </a:lnTo>
                  <a:lnTo>
                    <a:pt x="3746" y="5525"/>
                  </a:lnTo>
                  <a:lnTo>
                    <a:pt x="3785" y="5542"/>
                  </a:lnTo>
                  <a:cubicBezTo>
                    <a:pt x="3802" y="5416"/>
                    <a:pt x="3837" y="5290"/>
                    <a:pt x="3886" y="5175"/>
                  </a:cubicBezTo>
                  <a:lnTo>
                    <a:pt x="3883" y="5171"/>
                  </a:lnTo>
                  <a:cubicBezTo>
                    <a:pt x="3876" y="5168"/>
                    <a:pt x="3869" y="5161"/>
                    <a:pt x="3865" y="5157"/>
                  </a:cubicBezTo>
                  <a:lnTo>
                    <a:pt x="3858" y="5150"/>
                  </a:lnTo>
                  <a:cubicBezTo>
                    <a:pt x="3855" y="5147"/>
                    <a:pt x="3848" y="5140"/>
                    <a:pt x="3841" y="5133"/>
                  </a:cubicBezTo>
                  <a:lnTo>
                    <a:pt x="3837" y="5126"/>
                  </a:lnTo>
                  <a:cubicBezTo>
                    <a:pt x="3834" y="5122"/>
                    <a:pt x="3830" y="5115"/>
                    <a:pt x="3827" y="5108"/>
                  </a:cubicBezTo>
                  <a:lnTo>
                    <a:pt x="3823" y="5101"/>
                  </a:lnTo>
                  <a:cubicBezTo>
                    <a:pt x="3820" y="5094"/>
                    <a:pt x="3816" y="5087"/>
                    <a:pt x="3816" y="5080"/>
                  </a:cubicBezTo>
                  <a:cubicBezTo>
                    <a:pt x="3806" y="5049"/>
                    <a:pt x="3708" y="4965"/>
                    <a:pt x="3652" y="4916"/>
                  </a:cubicBezTo>
                  <a:cubicBezTo>
                    <a:pt x="3589" y="4867"/>
                    <a:pt x="3529" y="4811"/>
                    <a:pt x="3477" y="4748"/>
                  </a:cubicBezTo>
                  <a:cubicBezTo>
                    <a:pt x="3428" y="4688"/>
                    <a:pt x="3386" y="4625"/>
                    <a:pt x="3347" y="4555"/>
                  </a:cubicBezTo>
                  <a:lnTo>
                    <a:pt x="3340" y="4538"/>
                  </a:lnTo>
                  <a:lnTo>
                    <a:pt x="3340" y="4520"/>
                  </a:lnTo>
                  <a:cubicBezTo>
                    <a:pt x="3351" y="4419"/>
                    <a:pt x="3326" y="4321"/>
                    <a:pt x="3270" y="4240"/>
                  </a:cubicBezTo>
                  <a:cubicBezTo>
                    <a:pt x="3155" y="4086"/>
                    <a:pt x="3099" y="3974"/>
                    <a:pt x="3099" y="3764"/>
                  </a:cubicBezTo>
                  <a:cubicBezTo>
                    <a:pt x="3095" y="3669"/>
                    <a:pt x="3081" y="3578"/>
                    <a:pt x="3057" y="3491"/>
                  </a:cubicBezTo>
                  <a:cubicBezTo>
                    <a:pt x="3039" y="3435"/>
                    <a:pt x="3029" y="3375"/>
                    <a:pt x="3025" y="3316"/>
                  </a:cubicBezTo>
                  <a:cubicBezTo>
                    <a:pt x="3025" y="3242"/>
                    <a:pt x="3074" y="3158"/>
                    <a:pt x="3141" y="3053"/>
                  </a:cubicBezTo>
                  <a:cubicBezTo>
                    <a:pt x="3204" y="2959"/>
                    <a:pt x="3256" y="2854"/>
                    <a:pt x="3295" y="2749"/>
                  </a:cubicBezTo>
                  <a:cubicBezTo>
                    <a:pt x="3298" y="2731"/>
                    <a:pt x="3305" y="2714"/>
                    <a:pt x="3312" y="2696"/>
                  </a:cubicBezTo>
                  <a:cubicBezTo>
                    <a:pt x="3316" y="2693"/>
                    <a:pt x="3319" y="2686"/>
                    <a:pt x="3323" y="2682"/>
                  </a:cubicBezTo>
                  <a:cubicBezTo>
                    <a:pt x="3326" y="2675"/>
                    <a:pt x="3333" y="2661"/>
                    <a:pt x="3340" y="2651"/>
                  </a:cubicBezTo>
                  <a:cubicBezTo>
                    <a:pt x="3347" y="2640"/>
                    <a:pt x="3347" y="2637"/>
                    <a:pt x="3351" y="2630"/>
                  </a:cubicBezTo>
                  <a:cubicBezTo>
                    <a:pt x="3354" y="2626"/>
                    <a:pt x="3361" y="2612"/>
                    <a:pt x="3368" y="2605"/>
                  </a:cubicBezTo>
                  <a:lnTo>
                    <a:pt x="3386" y="2584"/>
                  </a:lnTo>
                  <a:cubicBezTo>
                    <a:pt x="3389" y="2577"/>
                    <a:pt x="3396" y="2570"/>
                    <a:pt x="3403" y="2563"/>
                  </a:cubicBezTo>
                  <a:lnTo>
                    <a:pt x="3421" y="2542"/>
                  </a:lnTo>
                  <a:lnTo>
                    <a:pt x="3438" y="2521"/>
                  </a:lnTo>
                  <a:lnTo>
                    <a:pt x="3456" y="2504"/>
                  </a:lnTo>
                  <a:lnTo>
                    <a:pt x="3477" y="2483"/>
                  </a:lnTo>
                  <a:lnTo>
                    <a:pt x="3498" y="2465"/>
                  </a:lnTo>
                  <a:lnTo>
                    <a:pt x="3519" y="2444"/>
                  </a:lnTo>
                  <a:lnTo>
                    <a:pt x="3536" y="2427"/>
                  </a:lnTo>
                  <a:lnTo>
                    <a:pt x="3550" y="2416"/>
                  </a:lnTo>
                  <a:cubicBezTo>
                    <a:pt x="3491" y="2297"/>
                    <a:pt x="3442" y="2175"/>
                    <a:pt x="3407" y="2052"/>
                  </a:cubicBezTo>
                  <a:cubicBezTo>
                    <a:pt x="3403" y="2035"/>
                    <a:pt x="3396" y="2021"/>
                    <a:pt x="3389" y="2007"/>
                  </a:cubicBezTo>
                  <a:cubicBezTo>
                    <a:pt x="3389" y="2003"/>
                    <a:pt x="3386" y="1996"/>
                    <a:pt x="3382" y="1993"/>
                  </a:cubicBezTo>
                  <a:cubicBezTo>
                    <a:pt x="3382" y="1989"/>
                    <a:pt x="3375" y="1975"/>
                    <a:pt x="3368" y="1968"/>
                  </a:cubicBezTo>
                  <a:cubicBezTo>
                    <a:pt x="3340" y="1923"/>
                    <a:pt x="3302" y="1881"/>
                    <a:pt x="3260" y="1846"/>
                  </a:cubicBezTo>
                  <a:cubicBezTo>
                    <a:pt x="3242" y="1832"/>
                    <a:pt x="3225" y="1818"/>
                    <a:pt x="3204" y="1800"/>
                  </a:cubicBezTo>
                  <a:lnTo>
                    <a:pt x="3162" y="1769"/>
                  </a:lnTo>
                  <a:cubicBezTo>
                    <a:pt x="3102" y="1723"/>
                    <a:pt x="3039" y="1674"/>
                    <a:pt x="2973" y="1611"/>
                  </a:cubicBezTo>
                  <a:cubicBezTo>
                    <a:pt x="2777" y="1432"/>
                    <a:pt x="2801" y="1296"/>
                    <a:pt x="2815" y="1215"/>
                  </a:cubicBezTo>
                  <a:cubicBezTo>
                    <a:pt x="2819" y="1201"/>
                    <a:pt x="2822" y="1187"/>
                    <a:pt x="2822" y="1177"/>
                  </a:cubicBezTo>
                  <a:cubicBezTo>
                    <a:pt x="2822" y="1145"/>
                    <a:pt x="2836" y="1117"/>
                    <a:pt x="2857" y="1100"/>
                  </a:cubicBezTo>
                  <a:cubicBezTo>
                    <a:pt x="2909" y="1050"/>
                    <a:pt x="3035" y="1036"/>
                    <a:pt x="3169" y="1036"/>
                  </a:cubicBezTo>
                  <a:cubicBezTo>
                    <a:pt x="3234" y="1036"/>
                    <a:pt x="3301" y="1039"/>
                    <a:pt x="3361" y="1044"/>
                  </a:cubicBezTo>
                  <a:cubicBezTo>
                    <a:pt x="3386" y="1047"/>
                    <a:pt x="3409" y="1049"/>
                    <a:pt x="3433" y="1049"/>
                  </a:cubicBezTo>
                  <a:cubicBezTo>
                    <a:pt x="3456" y="1049"/>
                    <a:pt x="3479" y="1047"/>
                    <a:pt x="3501" y="1044"/>
                  </a:cubicBezTo>
                  <a:cubicBezTo>
                    <a:pt x="3396" y="914"/>
                    <a:pt x="3277" y="575"/>
                    <a:pt x="3291" y="347"/>
                  </a:cubicBezTo>
                  <a:cubicBezTo>
                    <a:pt x="3298" y="249"/>
                    <a:pt x="3284" y="155"/>
                    <a:pt x="3253" y="64"/>
                  </a:cubicBezTo>
                  <a:cubicBezTo>
                    <a:pt x="3249" y="43"/>
                    <a:pt x="3246" y="25"/>
                    <a:pt x="3239" y="8"/>
                  </a:cubicBezTo>
                  <a:lnTo>
                    <a:pt x="3239" y="1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50" name="Google Shape;4408;p80">
              <a:extLst>
                <a:ext uri="{FF2B5EF4-FFF2-40B4-BE49-F238E27FC236}">
                  <a16:creationId xmlns:a16="http://schemas.microsoft.com/office/drawing/2014/main" id="{A652059E-3E51-B611-A075-2EA677968027}"/>
                </a:ext>
              </a:extLst>
            </p:cNvPr>
            <p:cNvSpPr/>
            <p:nvPr/>
          </p:nvSpPr>
          <p:spPr>
            <a:xfrm>
              <a:off x="2165368" y="2023172"/>
              <a:ext cx="149" cy="244"/>
            </a:xfrm>
            <a:custGeom>
              <a:avLst/>
              <a:gdLst/>
              <a:ahLst/>
              <a:cxnLst/>
              <a:rect l="l" t="t" r="r" b="b"/>
              <a:pathLst>
                <a:path w="11" h="18" extrusionOk="0">
                  <a:moveTo>
                    <a:pt x="11" y="18"/>
                  </a:moveTo>
                  <a:cubicBezTo>
                    <a:pt x="7" y="11"/>
                    <a:pt x="4" y="7"/>
                    <a:pt x="0" y="0"/>
                  </a:cubicBezTo>
                  <a:cubicBezTo>
                    <a:pt x="4" y="7"/>
                    <a:pt x="7" y="11"/>
                    <a:pt x="11" y="18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51" name="Google Shape;4409;p80">
              <a:extLst>
                <a:ext uri="{FF2B5EF4-FFF2-40B4-BE49-F238E27FC236}">
                  <a16:creationId xmlns:a16="http://schemas.microsoft.com/office/drawing/2014/main" id="{1B47E7EE-F54D-1CDD-30DD-23C49EF373EC}"/>
                </a:ext>
              </a:extLst>
            </p:cNvPr>
            <p:cNvSpPr/>
            <p:nvPr/>
          </p:nvSpPr>
          <p:spPr>
            <a:xfrm>
              <a:off x="2165178" y="2022792"/>
              <a:ext cx="149" cy="339"/>
            </a:xfrm>
            <a:custGeom>
              <a:avLst/>
              <a:gdLst/>
              <a:ahLst/>
              <a:cxnLst/>
              <a:rect l="l" t="t" r="r" b="b"/>
              <a:pathLst>
                <a:path w="11" h="25" extrusionOk="0">
                  <a:moveTo>
                    <a:pt x="11" y="25"/>
                  </a:moveTo>
                  <a:cubicBezTo>
                    <a:pt x="4" y="14"/>
                    <a:pt x="4" y="7"/>
                    <a:pt x="0" y="0"/>
                  </a:cubicBezTo>
                  <a:cubicBezTo>
                    <a:pt x="4" y="7"/>
                    <a:pt x="4" y="14"/>
                    <a:pt x="11" y="25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52" name="Google Shape;4410;p80">
              <a:extLst>
                <a:ext uri="{FF2B5EF4-FFF2-40B4-BE49-F238E27FC236}">
                  <a16:creationId xmlns:a16="http://schemas.microsoft.com/office/drawing/2014/main" id="{6312C612-EB13-974F-C4AC-A590DBD1BB0C}"/>
                </a:ext>
              </a:extLst>
            </p:cNvPr>
            <p:cNvSpPr/>
            <p:nvPr/>
          </p:nvSpPr>
          <p:spPr>
            <a:xfrm>
              <a:off x="2159136" y="1988902"/>
              <a:ext cx="204" cy="299"/>
            </a:xfrm>
            <a:custGeom>
              <a:avLst/>
              <a:gdLst/>
              <a:ahLst/>
              <a:cxnLst/>
              <a:rect l="l" t="t" r="r" b="b"/>
              <a:pathLst>
                <a:path w="15" h="22" extrusionOk="0">
                  <a:moveTo>
                    <a:pt x="1" y="21"/>
                  </a:moveTo>
                  <a:lnTo>
                    <a:pt x="15" y="0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53" name="Google Shape;4411;p80">
              <a:extLst>
                <a:ext uri="{FF2B5EF4-FFF2-40B4-BE49-F238E27FC236}">
                  <a16:creationId xmlns:a16="http://schemas.microsoft.com/office/drawing/2014/main" id="{3185C47E-2D65-610E-58F3-E973362CFDF8}"/>
                </a:ext>
              </a:extLst>
            </p:cNvPr>
            <p:cNvSpPr/>
            <p:nvPr/>
          </p:nvSpPr>
          <p:spPr>
            <a:xfrm>
              <a:off x="2158715" y="1989568"/>
              <a:ext cx="204" cy="244"/>
            </a:xfrm>
            <a:custGeom>
              <a:avLst/>
              <a:gdLst/>
              <a:ahLst/>
              <a:cxnLst/>
              <a:rect l="l" t="t" r="r" b="b"/>
              <a:pathLst>
                <a:path w="15" h="18" extrusionOk="0">
                  <a:moveTo>
                    <a:pt x="0" y="18"/>
                  </a:moveTo>
                  <a:cubicBezTo>
                    <a:pt x="4" y="11"/>
                    <a:pt x="11" y="4"/>
                    <a:pt x="14" y="0"/>
                  </a:cubicBezTo>
                  <a:cubicBezTo>
                    <a:pt x="11" y="4"/>
                    <a:pt x="4" y="11"/>
                    <a:pt x="0" y="18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54" name="Google Shape;4412;p80">
              <a:extLst>
                <a:ext uri="{FF2B5EF4-FFF2-40B4-BE49-F238E27FC236}">
                  <a16:creationId xmlns:a16="http://schemas.microsoft.com/office/drawing/2014/main" id="{9D308FE9-9372-5E3C-9D0B-2981DE5637BE}"/>
                </a:ext>
              </a:extLst>
            </p:cNvPr>
            <p:cNvSpPr/>
            <p:nvPr/>
          </p:nvSpPr>
          <p:spPr>
            <a:xfrm>
              <a:off x="2158375" y="1990179"/>
              <a:ext cx="109" cy="258"/>
            </a:xfrm>
            <a:custGeom>
              <a:avLst/>
              <a:gdLst/>
              <a:ahLst/>
              <a:cxnLst/>
              <a:rect l="l" t="t" r="r" b="b"/>
              <a:pathLst>
                <a:path w="8" h="19" extrusionOk="0">
                  <a:moveTo>
                    <a:pt x="1" y="18"/>
                  </a:moveTo>
                  <a:cubicBezTo>
                    <a:pt x="4" y="15"/>
                    <a:pt x="8" y="8"/>
                    <a:pt x="8" y="1"/>
                  </a:cubicBezTo>
                  <a:cubicBezTo>
                    <a:pt x="8" y="8"/>
                    <a:pt x="4" y="15"/>
                    <a:pt x="1" y="18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55" name="Google Shape;4413;p80">
              <a:extLst>
                <a:ext uri="{FF2B5EF4-FFF2-40B4-BE49-F238E27FC236}">
                  <a16:creationId xmlns:a16="http://schemas.microsoft.com/office/drawing/2014/main" id="{62CE06B9-8E7B-B82F-FDA6-8C5308EAE6FC}"/>
                </a:ext>
              </a:extLst>
            </p:cNvPr>
            <p:cNvSpPr/>
            <p:nvPr/>
          </p:nvSpPr>
          <p:spPr>
            <a:xfrm>
              <a:off x="2159611" y="1988332"/>
              <a:ext cx="204" cy="299"/>
            </a:xfrm>
            <a:custGeom>
              <a:avLst/>
              <a:gdLst/>
              <a:ahLst/>
              <a:cxnLst/>
              <a:rect l="l" t="t" r="r" b="b"/>
              <a:pathLst>
                <a:path w="15" h="22" extrusionOk="0">
                  <a:moveTo>
                    <a:pt x="1" y="21"/>
                  </a:moveTo>
                  <a:lnTo>
                    <a:pt x="15" y="0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56" name="Google Shape;4414;p80">
              <a:extLst>
                <a:ext uri="{FF2B5EF4-FFF2-40B4-BE49-F238E27FC236}">
                  <a16:creationId xmlns:a16="http://schemas.microsoft.com/office/drawing/2014/main" id="{CAB54DB1-A801-181B-8483-9FCE3C18AEE9}"/>
                </a:ext>
              </a:extLst>
            </p:cNvPr>
            <p:cNvSpPr/>
            <p:nvPr/>
          </p:nvSpPr>
          <p:spPr>
            <a:xfrm>
              <a:off x="2161132" y="1986757"/>
              <a:ext cx="258" cy="258"/>
            </a:xfrm>
            <a:custGeom>
              <a:avLst/>
              <a:gdLst/>
              <a:ahLst/>
              <a:cxnLst/>
              <a:rect l="l" t="t" r="r" b="b"/>
              <a:pathLst>
                <a:path w="19" h="19" extrusionOk="0">
                  <a:moveTo>
                    <a:pt x="1" y="18"/>
                  </a:moveTo>
                  <a:lnTo>
                    <a:pt x="18" y="1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57" name="Google Shape;4415;p80">
              <a:extLst>
                <a:ext uri="{FF2B5EF4-FFF2-40B4-BE49-F238E27FC236}">
                  <a16:creationId xmlns:a16="http://schemas.microsoft.com/office/drawing/2014/main" id="{37B19B41-8BD3-5AA0-AE38-3939540839C3}"/>
                </a:ext>
              </a:extLst>
            </p:cNvPr>
            <p:cNvSpPr/>
            <p:nvPr/>
          </p:nvSpPr>
          <p:spPr>
            <a:xfrm>
              <a:off x="2160086" y="1987803"/>
              <a:ext cx="258" cy="258"/>
            </a:xfrm>
            <a:custGeom>
              <a:avLst/>
              <a:gdLst/>
              <a:ahLst/>
              <a:cxnLst/>
              <a:rect l="l" t="t" r="r" b="b"/>
              <a:pathLst>
                <a:path w="19" h="19" extrusionOk="0">
                  <a:moveTo>
                    <a:pt x="1" y="18"/>
                  </a:moveTo>
                  <a:lnTo>
                    <a:pt x="18" y="1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58" name="Google Shape;4416;p80">
              <a:extLst>
                <a:ext uri="{FF2B5EF4-FFF2-40B4-BE49-F238E27FC236}">
                  <a16:creationId xmlns:a16="http://schemas.microsoft.com/office/drawing/2014/main" id="{7A80F1F6-04C3-264A-D6D4-75831BC86227}"/>
                </a:ext>
              </a:extLst>
            </p:cNvPr>
            <p:cNvSpPr/>
            <p:nvPr/>
          </p:nvSpPr>
          <p:spPr>
            <a:xfrm>
              <a:off x="2165884" y="2023837"/>
              <a:ext cx="258" cy="204"/>
            </a:xfrm>
            <a:custGeom>
              <a:avLst/>
              <a:gdLst/>
              <a:ahLst/>
              <a:cxnLst/>
              <a:rect l="l" t="t" r="r" b="b"/>
              <a:pathLst>
                <a:path w="19" h="15" extrusionOk="0">
                  <a:moveTo>
                    <a:pt x="18" y="14"/>
                  </a:moveTo>
                  <a:cubicBezTo>
                    <a:pt x="11" y="11"/>
                    <a:pt x="4" y="4"/>
                    <a:pt x="1" y="0"/>
                  </a:cubicBezTo>
                  <a:cubicBezTo>
                    <a:pt x="4" y="4"/>
                    <a:pt x="11" y="11"/>
                    <a:pt x="18" y="14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59" name="Google Shape;4417;p80">
              <a:extLst>
                <a:ext uri="{FF2B5EF4-FFF2-40B4-BE49-F238E27FC236}">
                  <a16:creationId xmlns:a16="http://schemas.microsoft.com/office/drawing/2014/main" id="{C86A4BB6-CA08-58E9-1077-FDA222AC19F9}"/>
                </a:ext>
              </a:extLst>
            </p:cNvPr>
            <p:cNvSpPr/>
            <p:nvPr/>
          </p:nvSpPr>
          <p:spPr>
            <a:xfrm>
              <a:off x="2160616" y="1987287"/>
              <a:ext cx="244" cy="244"/>
            </a:xfrm>
            <a:custGeom>
              <a:avLst/>
              <a:gdLst/>
              <a:ahLst/>
              <a:cxnLst/>
              <a:rect l="l" t="t" r="r" b="b"/>
              <a:pathLst>
                <a:path w="18" h="18" extrusionOk="0">
                  <a:moveTo>
                    <a:pt x="0" y="18"/>
                  </a:moveTo>
                  <a:lnTo>
                    <a:pt x="18" y="0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60" name="Google Shape;4418;p80">
              <a:extLst>
                <a:ext uri="{FF2B5EF4-FFF2-40B4-BE49-F238E27FC236}">
                  <a16:creationId xmlns:a16="http://schemas.microsoft.com/office/drawing/2014/main" id="{3CC37E69-6AA8-8900-7C2F-5A4B79C5DE91}"/>
                </a:ext>
              </a:extLst>
            </p:cNvPr>
            <p:cNvSpPr/>
            <p:nvPr/>
          </p:nvSpPr>
          <p:spPr>
            <a:xfrm>
              <a:off x="2165558" y="2023457"/>
              <a:ext cx="244" cy="299"/>
            </a:xfrm>
            <a:custGeom>
              <a:avLst/>
              <a:gdLst/>
              <a:ahLst/>
              <a:cxnLst/>
              <a:rect l="l" t="t" r="r" b="b"/>
              <a:pathLst>
                <a:path w="18" h="22" extrusionOk="0">
                  <a:moveTo>
                    <a:pt x="18" y="21"/>
                  </a:moveTo>
                  <a:cubicBezTo>
                    <a:pt x="11" y="14"/>
                    <a:pt x="4" y="7"/>
                    <a:pt x="0" y="0"/>
                  </a:cubicBezTo>
                  <a:cubicBezTo>
                    <a:pt x="4" y="7"/>
                    <a:pt x="11" y="14"/>
                    <a:pt x="18" y="2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61" name="Google Shape;4419;p80">
              <a:extLst>
                <a:ext uri="{FF2B5EF4-FFF2-40B4-BE49-F238E27FC236}">
                  <a16:creationId xmlns:a16="http://schemas.microsoft.com/office/drawing/2014/main" id="{71636D1C-637B-E2C0-1C70-023B921B3390}"/>
                </a:ext>
              </a:extLst>
            </p:cNvPr>
            <p:cNvSpPr/>
            <p:nvPr/>
          </p:nvSpPr>
          <p:spPr>
            <a:xfrm>
              <a:off x="2157289" y="1953832"/>
              <a:ext cx="54" cy="855"/>
            </a:xfrm>
            <a:custGeom>
              <a:avLst/>
              <a:gdLst/>
              <a:ahLst/>
              <a:cxnLst/>
              <a:rect l="l" t="t" r="r" b="b"/>
              <a:pathLst>
                <a:path w="4" h="63" extrusionOk="0">
                  <a:moveTo>
                    <a:pt x="4" y="1"/>
                  </a:moveTo>
                  <a:cubicBezTo>
                    <a:pt x="4" y="18"/>
                    <a:pt x="4" y="42"/>
                    <a:pt x="0" y="63"/>
                  </a:cubicBezTo>
                  <a:cubicBezTo>
                    <a:pt x="4" y="42"/>
                    <a:pt x="4" y="21"/>
                    <a:pt x="4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62" name="Google Shape;4420;p80">
              <a:extLst>
                <a:ext uri="{FF2B5EF4-FFF2-40B4-BE49-F238E27FC236}">
                  <a16:creationId xmlns:a16="http://schemas.microsoft.com/office/drawing/2014/main" id="{82BA7C4A-D5DC-01D6-5B6F-72053D004798}"/>
                </a:ext>
              </a:extLst>
            </p:cNvPr>
            <p:cNvSpPr/>
            <p:nvPr/>
          </p:nvSpPr>
          <p:spPr>
            <a:xfrm>
              <a:off x="2157140" y="1954728"/>
              <a:ext cx="163" cy="869"/>
            </a:xfrm>
            <a:custGeom>
              <a:avLst/>
              <a:gdLst/>
              <a:ahLst/>
              <a:cxnLst/>
              <a:rect l="l" t="t" r="r" b="b"/>
              <a:pathLst>
                <a:path w="12" h="64" extrusionOk="0">
                  <a:moveTo>
                    <a:pt x="1" y="63"/>
                  </a:moveTo>
                  <a:cubicBezTo>
                    <a:pt x="4" y="42"/>
                    <a:pt x="8" y="21"/>
                    <a:pt x="11" y="0"/>
                  </a:cubicBezTo>
                  <a:cubicBezTo>
                    <a:pt x="8" y="21"/>
                    <a:pt x="4" y="42"/>
                    <a:pt x="1" y="63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63" name="Google Shape;4421;p80">
              <a:extLst>
                <a:ext uri="{FF2B5EF4-FFF2-40B4-BE49-F238E27FC236}">
                  <a16:creationId xmlns:a16="http://schemas.microsoft.com/office/drawing/2014/main" id="{87BA3D53-064D-4615-95E4-A2736E076CD9}"/>
                </a:ext>
              </a:extLst>
            </p:cNvPr>
            <p:cNvSpPr/>
            <p:nvPr/>
          </p:nvSpPr>
          <p:spPr>
            <a:xfrm>
              <a:off x="2157004" y="1951971"/>
              <a:ext cx="149" cy="339"/>
            </a:xfrm>
            <a:custGeom>
              <a:avLst/>
              <a:gdLst/>
              <a:ahLst/>
              <a:cxnLst/>
              <a:rect l="l" t="t" r="r" b="b"/>
              <a:pathLst>
                <a:path w="11" h="25" extrusionOk="0">
                  <a:moveTo>
                    <a:pt x="11" y="25"/>
                  </a:moveTo>
                  <a:cubicBezTo>
                    <a:pt x="7" y="14"/>
                    <a:pt x="4" y="7"/>
                    <a:pt x="0" y="0"/>
                  </a:cubicBezTo>
                  <a:cubicBezTo>
                    <a:pt x="4" y="7"/>
                    <a:pt x="7" y="14"/>
                    <a:pt x="11" y="25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64" name="Google Shape;4422;p80">
              <a:extLst>
                <a:ext uri="{FF2B5EF4-FFF2-40B4-BE49-F238E27FC236}">
                  <a16:creationId xmlns:a16="http://schemas.microsoft.com/office/drawing/2014/main" id="{DE32144D-4B22-49C2-3B78-1E39E4C91697}"/>
                </a:ext>
              </a:extLst>
            </p:cNvPr>
            <p:cNvSpPr/>
            <p:nvPr/>
          </p:nvSpPr>
          <p:spPr>
            <a:xfrm>
              <a:off x="2115213" y="2000688"/>
              <a:ext cx="14" cy="109"/>
            </a:xfrm>
            <a:custGeom>
              <a:avLst/>
              <a:gdLst/>
              <a:ahLst/>
              <a:cxnLst/>
              <a:rect l="l" t="t" r="r" b="b"/>
              <a:pathLst>
                <a:path w="1" h="8" extrusionOk="0">
                  <a:moveTo>
                    <a:pt x="1" y="7"/>
                  </a:moveTo>
                  <a:lnTo>
                    <a:pt x="1" y="0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65" name="Google Shape;4423;p80">
              <a:extLst>
                <a:ext uri="{FF2B5EF4-FFF2-40B4-BE49-F238E27FC236}">
                  <a16:creationId xmlns:a16="http://schemas.microsoft.com/office/drawing/2014/main" id="{8E09C08B-DD58-DDF6-8321-086E80D7AC0A}"/>
                </a:ext>
              </a:extLst>
            </p:cNvPr>
            <p:cNvSpPr/>
            <p:nvPr/>
          </p:nvSpPr>
          <p:spPr>
            <a:xfrm>
              <a:off x="2124011" y="1992826"/>
              <a:ext cx="923" cy="27"/>
            </a:xfrm>
            <a:custGeom>
              <a:avLst/>
              <a:gdLst/>
              <a:ahLst/>
              <a:cxnLst/>
              <a:rect l="l" t="t" r="r" b="b"/>
              <a:pathLst>
                <a:path w="68" h="2" extrusionOk="0">
                  <a:moveTo>
                    <a:pt x="23" y="0"/>
                  </a:moveTo>
                  <a:cubicBezTo>
                    <a:pt x="15" y="0"/>
                    <a:pt x="8" y="1"/>
                    <a:pt x="1" y="2"/>
                  </a:cubicBezTo>
                  <a:lnTo>
                    <a:pt x="67" y="2"/>
                  </a:lnTo>
                  <a:cubicBezTo>
                    <a:pt x="53" y="2"/>
                    <a:pt x="38" y="0"/>
                    <a:pt x="23" y="0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66" name="Google Shape;4424;p80">
              <a:extLst>
                <a:ext uri="{FF2B5EF4-FFF2-40B4-BE49-F238E27FC236}">
                  <a16:creationId xmlns:a16="http://schemas.microsoft.com/office/drawing/2014/main" id="{7F70327F-B84D-B773-4B1B-CB8522F4241B}"/>
                </a:ext>
              </a:extLst>
            </p:cNvPr>
            <p:cNvSpPr/>
            <p:nvPr/>
          </p:nvSpPr>
          <p:spPr>
            <a:xfrm>
              <a:off x="2153528" y="1947885"/>
              <a:ext cx="14" cy="244"/>
            </a:xfrm>
            <a:custGeom>
              <a:avLst/>
              <a:gdLst/>
              <a:ahLst/>
              <a:cxnLst/>
              <a:rect l="l" t="t" r="r" b="b"/>
              <a:pathLst>
                <a:path w="1" h="18" extrusionOk="0">
                  <a:moveTo>
                    <a:pt x="1" y="18"/>
                  </a:moveTo>
                  <a:lnTo>
                    <a:pt x="1" y="0"/>
                  </a:lnTo>
                  <a:cubicBezTo>
                    <a:pt x="1" y="7"/>
                    <a:pt x="1" y="14"/>
                    <a:pt x="1" y="18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67" name="Google Shape;4425;p80">
              <a:extLst>
                <a:ext uri="{FF2B5EF4-FFF2-40B4-BE49-F238E27FC236}">
                  <a16:creationId xmlns:a16="http://schemas.microsoft.com/office/drawing/2014/main" id="{A9A34D70-154C-6147-D851-AD7E17531746}"/>
                </a:ext>
              </a:extLst>
            </p:cNvPr>
            <p:cNvSpPr/>
            <p:nvPr/>
          </p:nvSpPr>
          <p:spPr>
            <a:xfrm>
              <a:off x="2153528" y="1947409"/>
              <a:ext cx="68" cy="339"/>
            </a:xfrm>
            <a:custGeom>
              <a:avLst/>
              <a:gdLst/>
              <a:ahLst/>
              <a:cxnLst/>
              <a:rect l="l" t="t" r="r" b="b"/>
              <a:pathLst>
                <a:path w="5" h="25" extrusionOk="0">
                  <a:moveTo>
                    <a:pt x="1" y="0"/>
                  </a:moveTo>
                  <a:lnTo>
                    <a:pt x="1" y="25"/>
                  </a:lnTo>
                  <a:cubicBezTo>
                    <a:pt x="1" y="18"/>
                    <a:pt x="4" y="7"/>
                    <a:pt x="1" y="0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68" name="Google Shape;4426;p80">
              <a:extLst>
                <a:ext uri="{FF2B5EF4-FFF2-40B4-BE49-F238E27FC236}">
                  <a16:creationId xmlns:a16="http://schemas.microsoft.com/office/drawing/2014/main" id="{EA1C0A20-6A20-0E7A-DED9-2D83D918D534}"/>
                </a:ext>
              </a:extLst>
            </p:cNvPr>
            <p:cNvSpPr/>
            <p:nvPr/>
          </p:nvSpPr>
          <p:spPr>
            <a:xfrm>
              <a:off x="2153487" y="1948306"/>
              <a:ext cx="14" cy="258"/>
            </a:xfrm>
            <a:custGeom>
              <a:avLst/>
              <a:gdLst/>
              <a:ahLst/>
              <a:cxnLst/>
              <a:rect l="l" t="t" r="r" b="b"/>
              <a:pathLst>
                <a:path w="1" h="19" extrusionOk="0">
                  <a:moveTo>
                    <a:pt x="0" y="18"/>
                  </a:moveTo>
                  <a:lnTo>
                    <a:pt x="0" y="1"/>
                  </a:lnTo>
                  <a:cubicBezTo>
                    <a:pt x="0" y="4"/>
                    <a:pt x="0" y="11"/>
                    <a:pt x="0" y="18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69" name="Google Shape;4427;p80">
              <a:extLst>
                <a:ext uri="{FF2B5EF4-FFF2-40B4-BE49-F238E27FC236}">
                  <a16:creationId xmlns:a16="http://schemas.microsoft.com/office/drawing/2014/main" id="{0187A642-36C7-6E7A-582A-7F947DC61559}"/>
                </a:ext>
              </a:extLst>
            </p:cNvPr>
            <p:cNvSpPr/>
            <p:nvPr/>
          </p:nvSpPr>
          <p:spPr>
            <a:xfrm>
              <a:off x="2153678" y="1946255"/>
              <a:ext cx="54" cy="394"/>
            </a:xfrm>
            <a:custGeom>
              <a:avLst/>
              <a:gdLst/>
              <a:ahLst/>
              <a:cxnLst/>
              <a:rect l="l" t="t" r="r" b="b"/>
              <a:pathLst>
                <a:path w="4" h="29" extrusionOk="0">
                  <a:moveTo>
                    <a:pt x="0" y="29"/>
                  </a:moveTo>
                  <a:cubicBezTo>
                    <a:pt x="0" y="18"/>
                    <a:pt x="0" y="11"/>
                    <a:pt x="4" y="1"/>
                  </a:cubicBezTo>
                  <a:cubicBezTo>
                    <a:pt x="0" y="11"/>
                    <a:pt x="0" y="18"/>
                    <a:pt x="0" y="29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70" name="Google Shape;4428;p80">
              <a:extLst>
                <a:ext uri="{FF2B5EF4-FFF2-40B4-BE49-F238E27FC236}">
                  <a16:creationId xmlns:a16="http://schemas.microsoft.com/office/drawing/2014/main" id="{8323722D-CEE3-CC44-3E31-423D3C7129BD}"/>
                </a:ext>
              </a:extLst>
            </p:cNvPr>
            <p:cNvSpPr/>
            <p:nvPr/>
          </p:nvSpPr>
          <p:spPr>
            <a:xfrm>
              <a:off x="2153583" y="1946785"/>
              <a:ext cx="54" cy="489"/>
            </a:xfrm>
            <a:custGeom>
              <a:avLst/>
              <a:gdLst/>
              <a:ahLst/>
              <a:cxnLst/>
              <a:rect l="l" t="t" r="r" b="b"/>
              <a:pathLst>
                <a:path w="4" h="36" extrusionOk="0">
                  <a:moveTo>
                    <a:pt x="4" y="0"/>
                  </a:moveTo>
                  <a:cubicBezTo>
                    <a:pt x="0" y="11"/>
                    <a:pt x="0" y="25"/>
                    <a:pt x="0" y="35"/>
                  </a:cubicBezTo>
                  <a:cubicBezTo>
                    <a:pt x="0" y="25"/>
                    <a:pt x="4" y="14"/>
                    <a:pt x="4" y="0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71" name="Google Shape;4429;p80">
              <a:extLst>
                <a:ext uri="{FF2B5EF4-FFF2-40B4-BE49-F238E27FC236}">
                  <a16:creationId xmlns:a16="http://schemas.microsoft.com/office/drawing/2014/main" id="{C22C647F-671C-4A7B-4F03-C0D35D23806D}"/>
                </a:ext>
              </a:extLst>
            </p:cNvPr>
            <p:cNvSpPr/>
            <p:nvPr/>
          </p:nvSpPr>
          <p:spPr>
            <a:xfrm>
              <a:off x="2153718" y="1945875"/>
              <a:ext cx="68" cy="204"/>
            </a:xfrm>
            <a:custGeom>
              <a:avLst/>
              <a:gdLst/>
              <a:ahLst/>
              <a:cxnLst/>
              <a:rect l="l" t="t" r="r" b="b"/>
              <a:pathLst>
                <a:path w="5" h="15" extrusionOk="0">
                  <a:moveTo>
                    <a:pt x="4" y="1"/>
                  </a:moveTo>
                  <a:lnTo>
                    <a:pt x="1" y="15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72" name="Google Shape;4430;p80">
              <a:extLst>
                <a:ext uri="{FF2B5EF4-FFF2-40B4-BE49-F238E27FC236}">
                  <a16:creationId xmlns:a16="http://schemas.microsoft.com/office/drawing/2014/main" id="{FC74F88D-D883-5B46-0FB3-5AD48FF47DD8}"/>
                </a:ext>
              </a:extLst>
            </p:cNvPr>
            <p:cNvSpPr/>
            <p:nvPr/>
          </p:nvSpPr>
          <p:spPr>
            <a:xfrm>
              <a:off x="2155959" y="1951116"/>
              <a:ext cx="394" cy="204"/>
            </a:xfrm>
            <a:custGeom>
              <a:avLst/>
              <a:gdLst/>
              <a:ahLst/>
              <a:cxnLst/>
              <a:rect l="l" t="t" r="r" b="b"/>
              <a:pathLst>
                <a:path w="29" h="15" extrusionOk="0">
                  <a:moveTo>
                    <a:pt x="28" y="14"/>
                  </a:moveTo>
                  <a:cubicBezTo>
                    <a:pt x="21" y="11"/>
                    <a:pt x="11" y="4"/>
                    <a:pt x="0" y="0"/>
                  </a:cubicBezTo>
                  <a:cubicBezTo>
                    <a:pt x="11" y="4"/>
                    <a:pt x="21" y="11"/>
                    <a:pt x="28" y="14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73" name="Google Shape;4431;p80">
              <a:extLst>
                <a:ext uri="{FF2B5EF4-FFF2-40B4-BE49-F238E27FC236}">
                  <a16:creationId xmlns:a16="http://schemas.microsoft.com/office/drawing/2014/main" id="{CAED57F5-BCBA-058C-89B9-CA48170BBCA4}"/>
                </a:ext>
              </a:extLst>
            </p:cNvPr>
            <p:cNvSpPr/>
            <p:nvPr/>
          </p:nvSpPr>
          <p:spPr>
            <a:xfrm>
              <a:off x="2156760" y="1951591"/>
              <a:ext cx="204" cy="339"/>
            </a:xfrm>
            <a:custGeom>
              <a:avLst/>
              <a:gdLst/>
              <a:ahLst/>
              <a:cxnLst/>
              <a:rect l="l" t="t" r="r" b="b"/>
              <a:pathLst>
                <a:path w="15" h="25" extrusionOk="0">
                  <a:moveTo>
                    <a:pt x="1" y="0"/>
                  </a:moveTo>
                  <a:cubicBezTo>
                    <a:pt x="4" y="7"/>
                    <a:pt x="11" y="14"/>
                    <a:pt x="15" y="25"/>
                  </a:cubicBezTo>
                  <a:cubicBezTo>
                    <a:pt x="11" y="14"/>
                    <a:pt x="4" y="7"/>
                    <a:pt x="1" y="0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74" name="Google Shape;4432;p80">
              <a:extLst>
                <a:ext uri="{FF2B5EF4-FFF2-40B4-BE49-F238E27FC236}">
                  <a16:creationId xmlns:a16="http://schemas.microsoft.com/office/drawing/2014/main" id="{7B481A88-99B1-30D4-9D44-F212CD4C47BC}"/>
                </a:ext>
              </a:extLst>
            </p:cNvPr>
            <p:cNvSpPr/>
            <p:nvPr/>
          </p:nvSpPr>
          <p:spPr>
            <a:xfrm>
              <a:off x="2115172" y="2000918"/>
              <a:ext cx="14" cy="109"/>
            </a:xfrm>
            <a:custGeom>
              <a:avLst/>
              <a:gdLst/>
              <a:ahLst/>
              <a:cxnLst/>
              <a:rect l="l" t="t" r="r" b="b"/>
              <a:pathLst>
                <a:path w="1" h="8" extrusionOk="0">
                  <a:moveTo>
                    <a:pt x="0" y="8"/>
                  </a:moveTo>
                  <a:lnTo>
                    <a:pt x="0" y="1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75" name="Google Shape;4433;p80">
              <a:extLst>
                <a:ext uri="{FF2B5EF4-FFF2-40B4-BE49-F238E27FC236}">
                  <a16:creationId xmlns:a16="http://schemas.microsoft.com/office/drawing/2014/main" id="{CB176D8F-F81E-3D6C-2C02-42D5D4BF5AAA}"/>
                </a:ext>
              </a:extLst>
            </p:cNvPr>
            <p:cNvSpPr/>
            <p:nvPr/>
          </p:nvSpPr>
          <p:spPr>
            <a:xfrm>
              <a:off x="2153487" y="1948645"/>
              <a:ext cx="14" cy="299"/>
            </a:xfrm>
            <a:custGeom>
              <a:avLst/>
              <a:gdLst/>
              <a:ahLst/>
              <a:cxnLst/>
              <a:rect l="l" t="t" r="r" b="b"/>
              <a:pathLst>
                <a:path w="1" h="22" extrusionOk="0">
                  <a:moveTo>
                    <a:pt x="0" y="21"/>
                  </a:moveTo>
                  <a:lnTo>
                    <a:pt x="0" y="0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76" name="Google Shape;4434;p80">
              <a:extLst>
                <a:ext uri="{FF2B5EF4-FFF2-40B4-BE49-F238E27FC236}">
                  <a16:creationId xmlns:a16="http://schemas.microsoft.com/office/drawing/2014/main" id="{45ED158C-A9D4-5031-AF6C-A38E7203A3CD}"/>
                </a:ext>
              </a:extLst>
            </p:cNvPr>
            <p:cNvSpPr/>
            <p:nvPr/>
          </p:nvSpPr>
          <p:spPr>
            <a:xfrm>
              <a:off x="2156434" y="1951347"/>
              <a:ext cx="299" cy="258"/>
            </a:xfrm>
            <a:custGeom>
              <a:avLst/>
              <a:gdLst/>
              <a:ahLst/>
              <a:cxnLst/>
              <a:rect l="l" t="t" r="r" b="b"/>
              <a:pathLst>
                <a:path w="22" h="19" extrusionOk="0">
                  <a:moveTo>
                    <a:pt x="21" y="18"/>
                  </a:moveTo>
                  <a:cubicBezTo>
                    <a:pt x="14" y="11"/>
                    <a:pt x="7" y="8"/>
                    <a:pt x="0" y="1"/>
                  </a:cubicBezTo>
                  <a:cubicBezTo>
                    <a:pt x="7" y="8"/>
                    <a:pt x="14" y="11"/>
                    <a:pt x="21" y="18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77" name="Google Shape;4435;p80">
              <a:extLst>
                <a:ext uri="{FF2B5EF4-FFF2-40B4-BE49-F238E27FC236}">
                  <a16:creationId xmlns:a16="http://schemas.microsoft.com/office/drawing/2014/main" id="{642FC021-300E-8E84-D818-994E478F33D1}"/>
                </a:ext>
              </a:extLst>
            </p:cNvPr>
            <p:cNvSpPr/>
            <p:nvPr/>
          </p:nvSpPr>
          <p:spPr>
            <a:xfrm>
              <a:off x="2113597" y="2006825"/>
              <a:ext cx="109" cy="204"/>
            </a:xfrm>
            <a:custGeom>
              <a:avLst/>
              <a:gdLst/>
              <a:ahLst/>
              <a:cxnLst/>
              <a:rect l="l" t="t" r="r" b="b"/>
              <a:pathLst>
                <a:path w="8" h="15" extrusionOk="0">
                  <a:moveTo>
                    <a:pt x="1" y="14"/>
                  </a:moveTo>
                  <a:lnTo>
                    <a:pt x="8" y="0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78" name="Google Shape;4436;p80">
              <a:extLst>
                <a:ext uri="{FF2B5EF4-FFF2-40B4-BE49-F238E27FC236}">
                  <a16:creationId xmlns:a16="http://schemas.microsoft.com/office/drawing/2014/main" id="{0CE4CCA2-7554-2781-51C1-E1F89E60FF1B}"/>
                </a:ext>
              </a:extLst>
            </p:cNvPr>
            <p:cNvSpPr/>
            <p:nvPr/>
          </p:nvSpPr>
          <p:spPr>
            <a:xfrm>
              <a:off x="2114506" y="2003824"/>
              <a:ext cx="54" cy="244"/>
            </a:xfrm>
            <a:custGeom>
              <a:avLst/>
              <a:gdLst/>
              <a:ahLst/>
              <a:cxnLst/>
              <a:rect l="l" t="t" r="r" b="b"/>
              <a:pathLst>
                <a:path w="4" h="18" extrusionOk="0">
                  <a:moveTo>
                    <a:pt x="0" y="18"/>
                  </a:moveTo>
                  <a:lnTo>
                    <a:pt x="4" y="1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79" name="Google Shape;4437;p80">
              <a:extLst>
                <a:ext uri="{FF2B5EF4-FFF2-40B4-BE49-F238E27FC236}">
                  <a16:creationId xmlns:a16="http://schemas.microsoft.com/office/drawing/2014/main" id="{D3B4D625-354D-0F9B-6557-C9ED0140D14A}"/>
                </a:ext>
              </a:extLst>
            </p:cNvPr>
            <p:cNvSpPr/>
            <p:nvPr/>
          </p:nvSpPr>
          <p:spPr>
            <a:xfrm>
              <a:off x="2115117" y="2001204"/>
              <a:ext cx="14" cy="163"/>
            </a:xfrm>
            <a:custGeom>
              <a:avLst/>
              <a:gdLst/>
              <a:ahLst/>
              <a:cxnLst/>
              <a:rect l="l" t="t" r="r" b="b"/>
              <a:pathLst>
                <a:path w="1" h="12" extrusionOk="0">
                  <a:moveTo>
                    <a:pt x="1" y="11"/>
                  </a:moveTo>
                  <a:lnTo>
                    <a:pt x="1" y="1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80" name="Google Shape;4438;p80">
              <a:extLst>
                <a:ext uri="{FF2B5EF4-FFF2-40B4-BE49-F238E27FC236}">
                  <a16:creationId xmlns:a16="http://schemas.microsoft.com/office/drawing/2014/main" id="{867C1450-F248-C65A-0121-0E4ACB69779B}"/>
                </a:ext>
              </a:extLst>
            </p:cNvPr>
            <p:cNvSpPr/>
            <p:nvPr/>
          </p:nvSpPr>
          <p:spPr>
            <a:xfrm>
              <a:off x="2113977" y="2005535"/>
              <a:ext cx="109" cy="258"/>
            </a:xfrm>
            <a:custGeom>
              <a:avLst/>
              <a:gdLst/>
              <a:ahLst/>
              <a:cxnLst/>
              <a:rect l="l" t="t" r="r" b="b"/>
              <a:pathLst>
                <a:path w="8" h="19" extrusionOk="0">
                  <a:moveTo>
                    <a:pt x="1" y="18"/>
                  </a:moveTo>
                  <a:lnTo>
                    <a:pt x="8" y="1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81" name="Google Shape;4439;p80">
              <a:extLst>
                <a:ext uri="{FF2B5EF4-FFF2-40B4-BE49-F238E27FC236}">
                  <a16:creationId xmlns:a16="http://schemas.microsoft.com/office/drawing/2014/main" id="{847BB9B8-5230-C1CD-B37F-F3B5CC622270}"/>
                </a:ext>
              </a:extLst>
            </p:cNvPr>
            <p:cNvSpPr/>
            <p:nvPr/>
          </p:nvSpPr>
          <p:spPr>
            <a:xfrm>
              <a:off x="2114602" y="2003254"/>
              <a:ext cx="109" cy="244"/>
            </a:xfrm>
            <a:custGeom>
              <a:avLst/>
              <a:gdLst/>
              <a:ahLst/>
              <a:cxnLst/>
              <a:rect l="l" t="t" r="r" b="b"/>
              <a:pathLst>
                <a:path w="8" h="18" extrusionOk="0">
                  <a:moveTo>
                    <a:pt x="0" y="18"/>
                  </a:moveTo>
                  <a:lnTo>
                    <a:pt x="7" y="0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82" name="Google Shape;4440;p80">
              <a:extLst>
                <a:ext uri="{FF2B5EF4-FFF2-40B4-BE49-F238E27FC236}">
                  <a16:creationId xmlns:a16="http://schemas.microsoft.com/office/drawing/2014/main" id="{EE1D27F6-0542-E593-90FD-38ABB4370961}"/>
                </a:ext>
              </a:extLst>
            </p:cNvPr>
            <p:cNvSpPr/>
            <p:nvPr/>
          </p:nvSpPr>
          <p:spPr>
            <a:xfrm>
              <a:off x="2114221" y="2004924"/>
              <a:ext cx="54" cy="299"/>
            </a:xfrm>
            <a:custGeom>
              <a:avLst/>
              <a:gdLst/>
              <a:ahLst/>
              <a:cxnLst/>
              <a:rect l="l" t="t" r="r" b="b"/>
              <a:pathLst>
                <a:path w="4" h="22" extrusionOk="0">
                  <a:moveTo>
                    <a:pt x="0" y="21"/>
                  </a:moveTo>
                  <a:lnTo>
                    <a:pt x="4" y="0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83" name="Google Shape;4441;p80">
              <a:extLst>
                <a:ext uri="{FF2B5EF4-FFF2-40B4-BE49-F238E27FC236}">
                  <a16:creationId xmlns:a16="http://schemas.microsoft.com/office/drawing/2014/main" id="{B27A5D15-73CA-7D95-4292-28EF73385584}"/>
                </a:ext>
              </a:extLst>
            </p:cNvPr>
            <p:cNvSpPr/>
            <p:nvPr/>
          </p:nvSpPr>
          <p:spPr>
            <a:xfrm>
              <a:off x="2113787" y="2006159"/>
              <a:ext cx="109" cy="244"/>
            </a:xfrm>
            <a:custGeom>
              <a:avLst/>
              <a:gdLst/>
              <a:ahLst/>
              <a:cxnLst/>
              <a:rect l="l" t="t" r="r" b="b"/>
              <a:pathLst>
                <a:path w="8" h="18" extrusionOk="0">
                  <a:moveTo>
                    <a:pt x="1" y="18"/>
                  </a:moveTo>
                  <a:lnTo>
                    <a:pt x="8" y="0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84" name="Google Shape;4442;p80">
              <a:extLst>
                <a:ext uri="{FF2B5EF4-FFF2-40B4-BE49-F238E27FC236}">
                  <a16:creationId xmlns:a16="http://schemas.microsoft.com/office/drawing/2014/main" id="{AC636AD7-0CA5-1771-D12A-A8C3966856FC}"/>
                </a:ext>
              </a:extLst>
            </p:cNvPr>
            <p:cNvSpPr/>
            <p:nvPr/>
          </p:nvSpPr>
          <p:spPr>
            <a:xfrm>
              <a:off x="2114316" y="2004353"/>
              <a:ext cx="109" cy="244"/>
            </a:xfrm>
            <a:custGeom>
              <a:avLst/>
              <a:gdLst/>
              <a:ahLst/>
              <a:cxnLst/>
              <a:rect l="l" t="t" r="r" b="b"/>
              <a:pathLst>
                <a:path w="8" h="18" extrusionOk="0">
                  <a:moveTo>
                    <a:pt x="0" y="18"/>
                  </a:moveTo>
                  <a:lnTo>
                    <a:pt x="7" y="0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85" name="Google Shape;4443;p80">
              <a:extLst>
                <a:ext uri="{FF2B5EF4-FFF2-40B4-BE49-F238E27FC236}">
                  <a16:creationId xmlns:a16="http://schemas.microsoft.com/office/drawing/2014/main" id="{AF5A2AEA-F72D-8346-ECCA-47B842CAE39A}"/>
                </a:ext>
              </a:extLst>
            </p:cNvPr>
            <p:cNvSpPr/>
            <p:nvPr/>
          </p:nvSpPr>
          <p:spPr>
            <a:xfrm>
              <a:off x="2114982" y="2001923"/>
              <a:ext cx="14" cy="204"/>
            </a:xfrm>
            <a:custGeom>
              <a:avLst/>
              <a:gdLst/>
              <a:ahLst/>
              <a:cxnLst/>
              <a:rect l="l" t="t" r="r" b="b"/>
              <a:pathLst>
                <a:path w="1" h="15" extrusionOk="0">
                  <a:moveTo>
                    <a:pt x="0" y="14"/>
                  </a:moveTo>
                  <a:lnTo>
                    <a:pt x="0" y="0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86" name="Google Shape;4444;p80">
              <a:extLst>
                <a:ext uri="{FF2B5EF4-FFF2-40B4-BE49-F238E27FC236}">
                  <a16:creationId xmlns:a16="http://schemas.microsoft.com/office/drawing/2014/main" id="{95E97F84-7FDE-DF73-A189-94DCB01DDA6C}"/>
                </a:ext>
              </a:extLst>
            </p:cNvPr>
            <p:cNvSpPr/>
            <p:nvPr/>
          </p:nvSpPr>
          <p:spPr>
            <a:xfrm>
              <a:off x="2114737" y="2002779"/>
              <a:ext cx="68" cy="244"/>
            </a:xfrm>
            <a:custGeom>
              <a:avLst/>
              <a:gdLst/>
              <a:ahLst/>
              <a:cxnLst/>
              <a:rect l="l" t="t" r="r" b="b"/>
              <a:pathLst>
                <a:path w="5" h="18" extrusionOk="0">
                  <a:moveTo>
                    <a:pt x="1" y="18"/>
                  </a:moveTo>
                  <a:lnTo>
                    <a:pt x="4" y="0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87" name="Google Shape;4445;p80">
              <a:extLst>
                <a:ext uri="{FF2B5EF4-FFF2-40B4-BE49-F238E27FC236}">
                  <a16:creationId xmlns:a16="http://schemas.microsoft.com/office/drawing/2014/main" id="{8FE31654-85C3-3EA8-3653-2A06C3F2956E}"/>
                </a:ext>
              </a:extLst>
            </p:cNvPr>
            <p:cNvSpPr/>
            <p:nvPr/>
          </p:nvSpPr>
          <p:spPr>
            <a:xfrm>
              <a:off x="2114832" y="2002344"/>
              <a:ext cx="68" cy="204"/>
            </a:xfrm>
            <a:custGeom>
              <a:avLst/>
              <a:gdLst/>
              <a:ahLst/>
              <a:cxnLst/>
              <a:rect l="l" t="t" r="r" b="b"/>
              <a:pathLst>
                <a:path w="5" h="15" extrusionOk="0">
                  <a:moveTo>
                    <a:pt x="1" y="15"/>
                  </a:moveTo>
                  <a:lnTo>
                    <a:pt x="4" y="1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88" name="Google Shape;4446;p80">
              <a:extLst>
                <a:ext uri="{FF2B5EF4-FFF2-40B4-BE49-F238E27FC236}">
                  <a16:creationId xmlns:a16="http://schemas.microsoft.com/office/drawing/2014/main" id="{1928BB02-BDF0-93C6-29D1-8DCEC76CB028}"/>
                </a:ext>
              </a:extLst>
            </p:cNvPr>
            <p:cNvSpPr/>
            <p:nvPr/>
          </p:nvSpPr>
          <p:spPr>
            <a:xfrm>
              <a:off x="2113366" y="2007490"/>
              <a:ext cx="54" cy="204"/>
            </a:xfrm>
            <a:custGeom>
              <a:avLst/>
              <a:gdLst/>
              <a:ahLst/>
              <a:cxnLst/>
              <a:rect l="l" t="t" r="r" b="b"/>
              <a:pathLst>
                <a:path w="4" h="15" extrusionOk="0">
                  <a:moveTo>
                    <a:pt x="0" y="14"/>
                  </a:moveTo>
                  <a:lnTo>
                    <a:pt x="4" y="0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89" name="Google Shape;4447;p80">
              <a:extLst>
                <a:ext uri="{FF2B5EF4-FFF2-40B4-BE49-F238E27FC236}">
                  <a16:creationId xmlns:a16="http://schemas.microsoft.com/office/drawing/2014/main" id="{43AD167E-E4B0-0BDF-B23F-FC8966F41FE2}"/>
                </a:ext>
              </a:extLst>
            </p:cNvPr>
            <p:cNvSpPr/>
            <p:nvPr/>
          </p:nvSpPr>
          <p:spPr>
            <a:xfrm>
              <a:off x="2115022" y="2001543"/>
              <a:ext cx="68" cy="204"/>
            </a:xfrm>
            <a:custGeom>
              <a:avLst/>
              <a:gdLst/>
              <a:ahLst/>
              <a:cxnLst/>
              <a:rect l="l" t="t" r="r" b="b"/>
              <a:pathLst>
                <a:path w="5" h="15" extrusionOk="0">
                  <a:moveTo>
                    <a:pt x="1" y="14"/>
                  </a:moveTo>
                  <a:lnTo>
                    <a:pt x="4" y="0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90" name="Google Shape;4448;p80">
              <a:extLst>
                <a:ext uri="{FF2B5EF4-FFF2-40B4-BE49-F238E27FC236}">
                  <a16:creationId xmlns:a16="http://schemas.microsoft.com/office/drawing/2014/main" id="{51A9495D-FB37-CCB0-399B-AFC159279CFB}"/>
                </a:ext>
              </a:extLst>
            </p:cNvPr>
            <p:cNvSpPr/>
            <p:nvPr/>
          </p:nvSpPr>
          <p:spPr>
            <a:xfrm>
              <a:off x="1985928" y="1964599"/>
              <a:ext cx="43217" cy="44466"/>
            </a:xfrm>
            <a:custGeom>
              <a:avLst/>
              <a:gdLst/>
              <a:ahLst/>
              <a:cxnLst/>
              <a:rect l="l" t="t" r="r" b="b"/>
              <a:pathLst>
                <a:path w="3183" h="3275" extrusionOk="0">
                  <a:moveTo>
                    <a:pt x="1105" y="0"/>
                  </a:moveTo>
                  <a:cubicBezTo>
                    <a:pt x="1094" y="0"/>
                    <a:pt x="1082" y="3"/>
                    <a:pt x="1072" y="8"/>
                  </a:cubicBezTo>
                  <a:cubicBezTo>
                    <a:pt x="1037" y="15"/>
                    <a:pt x="1005" y="40"/>
                    <a:pt x="991" y="75"/>
                  </a:cubicBezTo>
                  <a:cubicBezTo>
                    <a:pt x="960" y="190"/>
                    <a:pt x="834" y="285"/>
                    <a:pt x="732" y="302"/>
                  </a:cubicBezTo>
                  <a:cubicBezTo>
                    <a:pt x="722" y="302"/>
                    <a:pt x="711" y="306"/>
                    <a:pt x="701" y="306"/>
                  </a:cubicBezTo>
                  <a:lnTo>
                    <a:pt x="690" y="306"/>
                  </a:lnTo>
                  <a:cubicBezTo>
                    <a:pt x="680" y="306"/>
                    <a:pt x="669" y="302"/>
                    <a:pt x="655" y="302"/>
                  </a:cubicBezTo>
                  <a:lnTo>
                    <a:pt x="652" y="302"/>
                  </a:lnTo>
                  <a:cubicBezTo>
                    <a:pt x="645" y="299"/>
                    <a:pt x="634" y="295"/>
                    <a:pt x="624" y="292"/>
                  </a:cubicBezTo>
                  <a:lnTo>
                    <a:pt x="617" y="288"/>
                  </a:lnTo>
                  <a:cubicBezTo>
                    <a:pt x="610" y="281"/>
                    <a:pt x="599" y="278"/>
                    <a:pt x="592" y="271"/>
                  </a:cubicBezTo>
                  <a:lnTo>
                    <a:pt x="589" y="264"/>
                  </a:lnTo>
                  <a:cubicBezTo>
                    <a:pt x="578" y="257"/>
                    <a:pt x="571" y="250"/>
                    <a:pt x="564" y="239"/>
                  </a:cubicBezTo>
                  <a:cubicBezTo>
                    <a:pt x="520" y="172"/>
                    <a:pt x="457" y="124"/>
                    <a:pt x="430" y="124"/>
                  </a:cubicBezTo>
                  <a:cubicBezTo>
                    <a:pt x="429" y="124"/>
                    <a:pt x="429" y="124"/>
                    <a:pt x="428" y="124"/>
                  </a:cubicBezTo>
                  <a:cubicBezTo>
                    <a:pt x="417" y="124"/>
                    <a:pt x="407" y="145"/>
                    <a:pt x="407" y="148"/>
                  </a:cubicBezTo>
                  <a:cubicBezTo>
                    <a:pt x="400" y="159"/>
                    <a:pt x="396" y="169"/>
                    <a:pt x="389" y="180"/>
                  </a:cubicBezTo>
                  <a:lnTo>
                    <a:pt x="386" y="187"/>
                  </a:lnTo>
                  <a:cubicBezTo>
                    <a:pt x="382" y="194"/>
                    <a:pt x="375" y="197"/>
                    <a:pt x="372" y="204"/>
                  </a:cubicBezTo>
                  <a:lnTo>
                    <a:pt x="365" y="211"/>
                  </a:lnTo>
                  <a:lnTo>
                    <a:pt x="354" y="222"/>
                  </a:lnTo>
                  <a:lnTo>
                    <a:pt x="347" y="229"/>
                  </a:lnTo>
                  <a:lnTo>
                    <a:pt x="333" y="239"/>
                  </a:lnTo>
                  <a:lnTo>
                    <a:pt x="323" y="246"/>
                  </a:lnTo>
                  <a:lnTo>
                    <a:pt x="316" y="253"/>
                  </a:lnTo>
                  <a:lnTo>
                    <a:pt x="302" y="257"/>
                  </a:lnTo>
                  <a:lnTo>
                    <a:pt x="298" y="257"/>
                  </a:lnTo>
                  <a:cubicBezTo>
                    <a:pt x="288" y="260"/>
                    <a:pt x="274" y="264"/>
                    <a:pt x="260" y="267"/>
                  </a:cubicBezTo>
                  <a:lnTo>
                    <a:pt x="242" y="267"/>
                  </a:lnTo>
                  <a:cubicBezTo>
                    <a:pt x="232" y="267"/>
                    <a:pt x="218" y="264"/>
                    <a:pt x="207" y="260"/>
                  </a:cubicBezTo>
                  <a:lnTo>
                    <a:pt x="204" y="274"/>
                  </a:lnTo>
                  <a:lnTo>
                    <a:pt x="200" y="285"/>
                  </a:lnTo>
                  <a:lnTo>
                    <a:pt x="200" y="295"/>
                  </a:lnTo>
                  <a:lnTo>
                    <a:pt x="197" y="313"/>
                  </a:lnTo>
                  <a:lnTo>
                    <a:pt x="197" y="320"/>
                  </a:lnTo>
                  <a:lnTo>
                    <a:pt x="193" y="337"/>
                  </a:lnTo>
                  <a:lnTo>
                    <a:pt x="193" y="344"/>
                  </a:lnTo>
                  <a:cubicBezTo>
                    <a:pt x="193" y="355"/>
                    <a:pt x="193" y="362"/>
                    <a:pt x="190" y="372"/>
                  </a:cubicBezTo>
                  <a:cubicBezTo>
                    <a:pt x="190" y="379"/>
                    <a:pt x="186" y="390"/>
                    <a:pt x="186" y="397"/>
                  </a:cubicBezTo>
                  <a:lnTo>
                    <a:pt x="186" y="404"/>
                  </a:lnTo>
                  <a:lnTo>
                    <a:pt x="186" y="421"/>
                  </a:lnTo>
                  <a:lnTo>
                    <a:pt x="186" y="428"/>
                  </a:lnTo>
                  <a:lnTo>
                    <a:pt x="186" y="446"/>
                  </a:lnTo>
                  <a:lnTo>
                    <a:pt x="186" y="453"/>
                  </a:lnTo>
                  <a:lnTo>
                    <a:pt x="186" y="470"/>
                  </a:lnTo>
                  <a:lnTo>
                    <a:pt x="186" y="474"/>
                  </a:lnTo>
                  <a:lnTo>
                    <a:pt x="186" y="495"/>
                  </a:lnTo>
                  <a:lnTo>
                    <a:pt x="186" y="498"/>
                  </a:lnTo>
                  <a:lnTo>
                    <a:pt x="186" y="509"/>
                  </a:lnTo>
                  <a:lnTo>
                    <a:pt x="186" y="516"/>
                  </a:lnTo>
                  <a:lnTo>
                    <a:pt x="186" y="523"/>
                  </a:lnTo>
                  <a:lnTo>
                    <a:pt x="186" y="530"/>
                  </a:lnTo>
                  <a:cubicBezTo>
                    <a:pt x="186" y="530"/>
                    <a:pt x="190" y="533"/>
                    <a:pt x="190" y="537"/>
                  </a:cubicBezTo>
                  <a:cubicBezTo>
                    <a:pt x="193" y="540"/>
                    <a:pt x="193" y="544"/>
                    <a:pt x="197" y="544"/>
                  </a:cubicBezTo>
                  <a:cubicBezTo>
                    <a:pt x="312" y="610"/>
                    <a:pt x="368" y="747"/>
                    <a:pt x="326" y="873"/>
                  </a:cubicBezTo>
                  <a:cubicBezTo>
                    <a:pt x="340" y="901"/>
                    <a:pt x="354" y="929"/>
                    <a:pt x="372" y="954"/>
                  </a:cubicBezTo>
                  <a:cubicBezTo>
                    <a:pt x="424" y="1041"/>
                    <a:pt x="494" y="1157"/>
                    <a:pt x="407" y="1244"/>
                  </a:cubicBezTo>
                  <a:cubicBezTo>
                    <a:pt x="374" y="1277"/>
                    <a:pt x="338" y="1288"/>
                    <a:pt x="305" y="1288"/>
                  </a:cubicBezTo>
                  <a:cubicBezTo>
                    <a:pt x="268" y="1288"/>
                    <a:pt x="233" y="1274"/>
                    <a:pt x="207" y="1265"/>
                  </a:cubicBezTo>
                  <a:cubicBezTo>
                    <a:pt x="197" y="1262"/>
                    <a:pt x="183" y="1255"/>
                    <a:pt x="169" y="1251"/>
                  </a:cubicBezTo>
                  <a:cubicBezTo>
                    <a:pt x="169" y="1255"/>
                    <a:pt x="165" y="1258"/>
                    <a:pt x="165" y="1262"/>
                  </a:cubicBezTo>
                  <a:cubicBezTo>
                    <a:pt x="151" y="1290"/>
                    <a:pt x="165" y="1318"/>
                    <a:pt x="193" y="1374"/>
                  </a:cubicBezTo>
                  <a:cubicBezTo>
                    <a:pt x="221" y="1433"/>
                    <a:pt x="270" y="1517"/>
                    <a:pt x="207" y="1601"/>
                  </a:cubicBezTo>
                  <a:cubicBezTo>
                    <a:pt x="186" y="1629"/>
                    <a:pt x="162" y="1654"/>
                    <a:pt x="134" y="1678"/>
                  </a:cubicBezTo>
                  <a:cubicBezTo>
                    <a:pt x="109" y="1696"/>
                    <a:pt x="88" y="1720"/>
                    <a:pt x="71" y="1752"/>
                  </a:cubicBezTo>
                  <a:cubicBezTo>
                    <a:pt x="64" y="1776"/>
                    <a:pt x="57" y="1804"/>
                    <a:pt x="60" y="1829"/>
                  </a:cubicBezTo>
                  <a:lnTo>
                    <a:pt x="60" y="1853"/>
                  </a:lnTo>
                  <a:cubicBezTo>
                    <a:pt x="85" y="2042"/>
                    <a:pt x="74" y="2165"/>
                    <a:pt x="25" y="2249"/>
                  </a:cubicBezTo>
                  <a:cubicBezTo>
                    <a:pt x="18" y="2259"/>
                    <a:pt x="8" y="2270"/>
                    <a:pt x="1" y="2280"/>
                  </a:cubicBezTo>
                  <a:lnTo>
                    <a:pt x="15" y="2287"/>
                  </a:lnTo>
                  <a:cubicBezTo>
                    <a:pt x="50" y="2305"/>
                    <a:pt x="99" y="2333"/>
                    <a:pt x="151" y="2364"/>
                  </a:cubicBezTo>
                  <a:cubicBezTo>
                    <a:pt x="183" y="2385"/>
                    <a:pt x="214" y="2403"/>
                    <a:pt x="249" y="2424"/>
                  </a:cubicBezTo>
                  <a:cubicBezTo>
                    <a:pt x="421" y="2525"/>
                    <a:pt x="631" y="2648"/>
                    <a:pt x="606" y="2840"/>
                  </a:cubicBezTo>
                  <a:cubicBezTo>
                    <a:pt x="596" y="2914"/>
                    <a:pt x="575" y="2984"/>
                    <a:pt x="543" y="3047"/>
                  </a:cubicBezTo>
                  <a:lnTo>
                    <a:pt x="533" y="3072"/>
                  </a:lnTo>
                  <a:lnTo>
                    <a:pt x="529" y="3082"/>
                  </a:lnTo>
                  <a:lnTo>
                    <a:pt x="522" y="3096"/>
                  </a:lnTo>
                  <a:lnTo>
                    <a:pt x="519" y="3107"/>
                  </a:lnTo>
                  <a:lnTo>
                    <a:pt x="512" y="3124"/>
                  </a:lnTo>
                  <a:lnTo>
                    <a:pt x="505" y="3138"/>
                  </a:lnTo>
                  <a:lnTo>
                    <a:pt x="498" y="3159"/>
                  </a:lnTo>
                  <a:lnTo>
                    <a:pt x="494" y="3170"/>
                  </a:lnTo>
                  <a:cubicBezTo>
                    <a:pt x="491" y="3180"/>
                    <a:pt x="487" y="3191"/>
                    <a:pt x="484" y="3205"/>
                  </a:cubicBezTo>
                  <a:lnTo>
                    <a:pt x="480" y="3219"/>
                  </a:lnTo>
                  <a:lnTo>
                    <a:pt x="470" y="3243"/>
                  </a:lnTo>
                  <a:lnTo>
                    <a:pt x="466" y="3261"/>
                  </a:lnTo>
                  <a:lnTo>
                    <a:pt x="463" y="3275"/>
                  </a:lnTo>
                  <a:cubicBezTo>
                    <a:pt x="627" y="3261"/>
                    <a:pt x="851" y="3198"/>
                    <a:pt x="1103" y="3131"/>
                  </a:cubicBezTo>
                  <a:cubicBezTo>
                    <a:pt x="1366" y="3061"/>
                    <a:pt x="1660" y="2981"/>
                    <a:pt x="1982" y="2925"/>
                  </a:cubicBezTo>
                  <a:cubicBezTo>
                    <a:pt x="2116" y="2901"/>
                    <a:pt x="2251" y="2890"/>
                    <a:pt x="2386" y="2890"/>
                  </a:cubicBezTo>
                  <a:cubicBezTo>
                    <a:pt x="2594" y="2890"/>
                    <a:pt x="2803" y="2917"/>
                    <a:pt x="3004" y="2970"/>
                  </a:cubicBezTo>
                  <a:lnTo>
                    <a:pt x="3008" y="2949"/>
                  </a:lnTo>
                  <a:lnTo>
                    <a:pt x="3011" y="2939"/>
                  </a:lnTo>
                  <a:cubicBezTo>
                    <a:pt x="3011" y="2928"/>
                    <a:pt x="3015" y="2914"/>
                    <a:pt x="3015" y="2907"/>
                  </a:cubicBezTo>
                  <a:lnTo>
                    <a:pt x="3015" y="2900"/>
                  </a:lnTo>
                  <a:lnTo>
                    <a:pt x="3015" y="2879"/>
                  </a:lnTo>
                  <a:lnTo>
                    <a:pt x="3015" y="2872"/>
                  </a:lnTo>
                  <a:lnTo>
                    <a:pt x="3015" y="2858"/>
                  </a:lnTo>
                  <a:lnTo>
                    <a:pt x="3015" y="2851"/>
                  </a:lnTo>
                  <a:lnTo>
                    <a:pt x="3015" y="2840"/>
                  </a:lnTo>
                  <a:lnTo>
                    <a:pt x="3015" y="2837"/>
                  </a:lnTo>
                  <a:cubicBezTo>
                    <a:pt x="3015" y="2833"/>
                    <a:pt x="3015" y="2833"/>
                    <a:pt x="3015" y="2830"/>
                  </a:cubicBezTo>
                  <a:lnTo>
                    <a:pt x="3015" y="2826"/>
                  </a:lnTo>
                  <a:cubicBezTo>
                    <a:pt x="3015" y="2826"/>
                    <a:pt x="3015" y="2823"/>
                    <a:pt x="3015" y="2823"/>
                  </a:cubicBezTo>
                  <a:cubicBezTo>
                    <a:pt x="2994" y="2795"/>
                    <a:pt x="2976" y="2763"/>
                    <a:pt x="2962" y="2735"/>
                  </a:cubicBezTo>
                  <a:lnTo>
                    <a:pt x="2941" y="2697"/>
                  </a:lnTo>
                  <a:cubicBezTo>
                    <a:pt x="2885" y="2574"/>
                    <a:pt x="2836" y="2452"/>
                    <a:pt x="2798" y="2322"/>
                  </a:cubicBezTo>
                  <a:cubicBezTo>
                    <a:pt x="2791" y="2301"/>
                    <a:pt x="2784" y="2280"/>
                    <a:pt x="2780" y="2259"/>
                  </a:cubicBezTo>
                  <a:cubicBezTo>
                    <a:pt x="2777" y="2238"/>
                    <a:pt x="2773" y="2217"/>
                    <a:pt x="2770" y="2196"/>
                  </a:cubicBezTo>
                  <a:cubicBezTo>
                    <a:pt x="2770" y="2186"/>
                    <a:pt x="2770" y="2179"/>
                    <a:pt x="2770" y="2168"/>
                  </a:cubicBezTo>
                  <a:cubicBezTo>
                    <a:pt x="2791" y="2095"/>
                    <a:pt x="2819" y="2025"/>
                    <a:pt x="2857" y="1962"/>
                  </a:cubicBezTo>
                  <a:cubicBezTo>
                    <a:pt x="2910" y="1860"/>
                    <a:pt x="2983" y="1717"/>
                    <a:pt x="2976" y="1650"/>
                  </a:cubicBezTo>
                  <a:cubicBezTo>
                    <a:pt x="2969" y="1542"/>
                    <a:pt x="3043" y="1461"/>
                    <a:pt x="3102" y="1398"/>
                  </a:cubicBezTo>
                  <a:cubicBezTo>
                    <a:pt x="3141" y="1353"/>
                    <a:pt x="3183" y="1311"/>
                    <a:pt x="3183" y="1279"/>
                  </a:cubicBezTo>
                  <a:lnTo>
                    <a:pt x="3183" y="1258"/>
                  </a:lnTo>
                  <a:lnTo>
                    <a:pt x="3183" y="1248"/>
                  </a:lnTo>
                  <a:lnTo>
                    <a:pt x="3183" y="1230"/>
                  </a:lnTo>
                  <a:lnTo>
                    <a:pt x="3183" y="1216"/>
                  </a:lnTo>
                  <a:lnTo>
                    <a:pt x="3183" y="1195"/>
                  </a:lnTo>
                  <a:lnTo>
                    <a:pt x="3183" y="1178"/>
                  </a:lnTo>
                  <a:lnTo>
                    <a:pt x="3179" y="1153"/>
                  </a:lnTo>
                  <a:lnTo>
                    <a:pt x="3179" y="1132"/>
                  </a:lnTo>
                  <a:cubicBezTo>
                    <a:pt x="3179" y="1125"/>
                    <a:pt x="3179" y="1118"/>
                    <a:pt x="3176" y="1108"/>
                  </a:cubicBezTo>
                  <a:lnTo>
                    <a:pt x="3172" y="1087"/>
                  </a:lnTo>
                  <a:lnTo>
                    <a:pt x="3169" y="1059"/>
                  </a:lnTo>
                  <a:lnTo>
                    <a:pt x="3162" y="1034"/>
                  </a:lnTo>
                  <a:lnTo>
                    <a:pt x="3158" y="1006"/>
                  </a:lnTo>
                  <a:lnTo>
                    <a:pt x="3155" y="978"/>
                  </a:lnTo>
                  <a:lnTo>
                    <a:pt x="3148" y="947"/>
                  </a:lnTo>
                  <a:lnTo>
                    <a:pt x="3141" y="922"/>
                  </a:lnTo>
                  <a:lnTo>
                    <a:pt x="3137" y="891"/>
                  </a:lnTo>
                  <a:lnTo>
                    <a:pt x="3130" y="863"/>
                  </a:lnTo>
                  <a:lnTo>
                    <a:pt x="3123" y="828"/>
                  </a:lnTo>
                  <a:lnTo>
                    <a:pt x="3116" y="799"/>
                  </a:lnTo>
                  <a:lnTo>
                    <a:pt x="3109" y="768"/>
                  </a:lnTo>
                  <a:lnTo>
                    <a:pt x="3102" y="740"/>
                  </a:lnTo>
                  <a:lnTo>
                    <a:pt x="3092" y="705"/>
                  </a:lnTo>
                  <a:lnTo>
                    <a:pt x="3085" y="677"/>
                  </a:lnTo>
                  <a:lnTo>
                    <a:pt x="3074" y="645"/>
                  </a:lnTo>
                  <a:lnTo>
                    <a:pt x="3067" y="617"/>
                  </a:lnTo>
                  <a:lnTo>
                    <a:pt x="3057" y="586"/>
                  </a:lnTo>
                  <a:lnTo>
                    <a:pt x="3046" y="558"/>
                  </a:lnTo>
                  <a:lnTo>
                    <a:pt x="3036" y="526"/>
                  </a:lnTo>
                  <a:lnTo>
                    <a:pt x="3025" y="502"/>
                  </a:lnTo>
                  <a:lnTo>
                    <a:pt x="3022" y="491"/>
                  </a:lnTo>
                  <a:cubicBezTo>
                    <a:pt x="3004" y="491"/>
                    <a:pt x="2990" y="488"/>
                    <a:pt x="2976" y="484"/>
                  </a:cubicBezTo>
                  <a:lnTo>
                    <a:pt x="2969" y="481"/>
                  </a:lnTo>
                  <a:cubicBezTo>
                    <a:pt x="2966" y="477"/>
                    <a:pt x="2959" y="474"/>
                    <a:pt x="2952" y="470"/>
                  </a:cubicBezTo>
                  <a:lnTo>
                    <a:pt x="2938" y="460"/>
                  </a:lnTo>
                  <a:lnTo>
                    <a:pt x="2927" y="453"/>
                  </a:lnTo>
                  <a:cubicBezTo>
                    <a:pt x="2917" y="446"/>
                    <a:pt x="2910" y="439"/>
                    <a:pt x="2903" y="432"/>
                  </a:cubicBezTo>
                  <a:lnTo>
                    <a:pt x="2899" y="428"/>
                  </a:lnTo>
                  <a:cubicBezTo>
                    <a:pt x="2855" y="400"/>
                    <a:pt x="2803" y="386"/>
                    <a:pt x="2749" y="386"/>
                  </a:cubicBezTo>
                  <a:cubicBezTo>
                    <a:pt x="2743" y="386"/>
                    <a:pt x="2737" y="386"/>
                    <a:pt x="2731" y="386"/>
                  </a:cubicBezTo>
                  <a:lnTo>
                    <a:pt x="2696" y="386"/>
                  </a:lnTo>
                  <a:cubicBezTo>
                    <a:pt x="2546" y="390"/>
                    <a:pt x="2409" y="439"/>
                    <a:pt x="2346" y="505"/>
                  </a:cubicBezTo>
                  <a:cubicBezTo>
                    <a:pt x="2339" y="516"/>
                    <a:pt x="2329" y="526"/>
                    <a:pt x="2318" y="533"/>
                  </a:cubicBezTo>
                  <a:lnTo>
                    <a:pt x="2315" y="537"/>
                  </a:lnTo>
                  <a:cubicBezTo>
                    <a:pt x="2304" y="544"/>
                    <a:pt x="2294" y="551"/>
                    <a:pt x="2280" y="554"/>
                  </a:cubicBezTo>
                  <a:lnTo>
                    <a:pt x="2276" y="554"/>
                  </a:lnTo>
                  <a:cubicBezTo>
                    <a:pt x="2266" y="561"/>
                    <a:pt x="2252" y="565"/>
                    <a:pt x="2241" y="568"/>
                  </a:cubicBezTo>
                  <a:lnTo>
                    <a:pt x="2238" y="568"/>
                  </a:lnTo>
                  <a:cubicBezTo>
                    <a:pt x="2224" y="568"/>
                    <a:pt x="2210" y="572"/>
                    <a:pt x="2196" y="572"/>
                  </a:cubicBezTo>
                  <a:lnTo>
                    <a:pt x="2175" y="572"/>
                  </a:lnTo>
                  <a:cubicBezTo>
                    <a:pt x="1989" y="554"/>
                    <a:pt x="1793" y="327"/>
                    <a:pt x="1758" y="267"/>
                  </a:cubicBezTo>
                  <a:cubicBezTo>
                    <a:pt x="1755" y="260"/>
                    <a:pt x="1751" y="257"/>
                    <a:pt x="1744" y="250"/>
                  </a:cubicBezTo>
                  <a:cubicBezTo>
                    <a:pt x="1692" y="187"/>
                    <a:pt x="1622" y="141"/>
                    <a:pt x="1541" y="124"/>
                  </a:cubicBezTo>
                  <a:cubicBezTo>
                    <a:pt x="1531" y="122"/>
                    <a:pt x="1522" y="121"/>
                    <a:pt x="1512" y="121"/>
                  </a:cubicBezTo>
                  <a:cubicBezTo>
                    <a:pt x="1484" y="121"/>
                    <a:pt x="1456" y="129"/>
                    <a:pt x="1433" y="145"/>
                  </a:cubicBezTo>
                  <a:cubicBezTo>
                    <a:pt x="1373" y="187"/>
                    <a:pt x="1307" y="225"/>
                    <a:pt x="1250" y="225"/>
                  </a:cubicBezTo>
                  <a:cubicBezTo>
                    <a:pt x="1229" y="225"/>
                    <a:pt x="1208" y="218"/>
                    <a:pt x="1194" y="208"/>
                  </a:cubicBezTo>
                  <a:cubicBezTo>
                    <a:pt x="1121" y="166"/>
                    <a:pt x="1131" y="57"/>
                    <a:pt x="1135" y="19"/>
                  </a:cubicBezTo>
                  <a:cubicBezTo>
                    <a:pt x="1138" y="15"/>
                    <a:pt x="1138" y="12"/>
                    <a:pt x="1135" y="8"/>
                  </a:cubicBezTo>
                  <a:cubicBezTo>
                    <a:pt x="1126" y="3"/>
                    <a:pt x="1116" y="0"/>
                    <a:pt x="1105" y="0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91" name="Google Shape;4449;p80">
              <a:extLst>
                <a:ext uri="{FF2B5EF4-FFF2-40B4-BE49-F238E27FC236}">
                  <a16:creationId xmlns:a16="http://schemas.microsoft.com/office/drawing/2014/main" id="{38E9E1A0-00EE-48FF-A082-260816D4AEF0}"/>
                </a:ext>
              </a:extLst>
            </p:cNvPr>
            <p:cNvSpPr/>
            <p:nvPr/>
          </p:nvSpPr>
          <p:spPr>
            <a:xfrm>
              <a:off x="2025044" y="1961747"/>
              <a:ext cx="29585" cy="45417"/>
            </a:xfrm>
            <a:custGeom>
              <a:avLst/>
              <a:gdLst/>
              <a:ahLst/>
              <a:cxnLst/>
              <a:rect l="l" t="t" r="r" b="b"/>
              <a:pathLst>
                <a:path w="2179" h="3345" extrusionOk="0">
                  <a:moveTo>
                    <a:pt x="563" y="0"/>
                  </a:moveTo>
                  <a:cubicBezTo>
                    <a:pt x="454" y="0"/>
                    <a:pt x="343" y="8"/>
                    <a:pt x="235" y="22"/>
                  </a:cubicBezTo>
                  <a:cubicBezTo>
                    <a:pt x="225" y="26"/>
                    <a:pt x="214" y="29"/>
                    <a:pt x="200" y="33"/>
                  </a:cubicBezTo>
                  <a:cubicBezTo>
                    <a:pt x="190" y="78"/>
                    <a:pt x="239" y="232"/>
                    <a:pt x="260" y="306"/>
                  </a:cubicBezTo>
                  <a:cubicBezTo>
                    <a:pt x="298" y="425"/>
                    <a:pt x="319" y="498"/>
                    <a:pt x="312" y="551"/>
                  </a:cubicBezTo>
                  <a:cubicBezTo>
                    <a:pt x="309" y="561"/>
                    <a:pt x="305" y="575"/>
                    <a:pt x="302" y="586"/>
                  </a:cubicBezTo>
                  <a:lnTo>
                    <a:pt x="302" y="593"/>
                  </a:lnTo>
                  <a:cubicBezTo>
                    <a:pt x="298" y="600"/>
                    <a:pt x="295" y="610"/>
                    <a:pt x="291" y="617"/>
                  </a:cubicBezTo>
                  <a:lnTo>
                    <a:pt x="291" y="621"/>
                  </a:lnTo>
                  <a:cubicBezTo>
                    <a:pt x="284" y="642"/>
                    <a:pt x="270" y="656"/>
                    <a:pt x="256" y="670"/>
                  </a:cubicBezTo>
                  <a:lnTo>
                    <a:pt x="260" y="684"/>
                  </a:lnTo>
                  <a:cubicBezTo>
                    <a:pt x="267" y="698"/>
                    <a:pt x="274" y="715"/>
                    <a:pt x="277" y="733"/>
                  </a:cubicBezTo>
                  <a:lnTo>
                    <a:pt x="284" y="754"/>
                  </a:lnTo>
                  <a:cubicBezTo>
                    <a:pt x="291" y="768"/>
                    <a:pt x="295" y="782"/>
                    <a:pt x="298" y="792"/>
                  </a:cubicBezTo>
                  <a:lnTo>
                    <a:pt x="305" y="820"/>
                  </a:lnTo>
                  <a:cubicBezTo>
                    <a:pt x="312" y="831"/>
                    <a:pt x="316" y="845"/>
                    <a:pt x="319" y="859"/>
                  </a:cubicBezTo>
                  <a:lnTo>
                    <a:pt x="326" y="883"/>
                  </a:lnTo>
                  <a:cubicBezTo>
                    <a:pt x="330" y="897"/>
                    <a:pt x="333" y="911"/>
                    <a:pt x="337" y="922"/>
                  </a:cubicBezTo>
                  <a:lnTo>
                    <a:pt x="344" y="950"/>
                  </a:lnTo>
                  <a:cubicBezTo>
                    <a:pt x="347" y="960"/>
                    <a:pt x="347" y="974"/>
                    <a:pt x="351" y="988"/>
                  </a:cubicBezTo>
                  <a:lnTo>
                    <a:pt x="358" y="1013"/>
                  </a:lnTo>
                  <a:lnTo>
                    <a:pt x="365" y="1052"/>
                  </a:lnTo>
                  <a:lnTo>
                    <a:pt x="372" y="1076"/>
                  </a:lnTo>
                  <a:lnTo>
                    <a:pt x="379" y="1115"/>
                  </a:lnTo>
                  <a:lnTo>
                    <a:pt x="386" y="1139"/>
                  </a:lnTo>
                  <a:lnTo>
                    <a:pt x="389" y="1174"/>
                  </a:lnTo>
                  <a:lnTo>
                    <a:pt x="396" y="1199"/>
                  </a:lnTo>
                  <a:lnTo>
                    <a:pt x="400" y="1230"/>
                  </a:lnTo>
                  <a:lnTo>
                    <a:pt x="403" y="1255"/>
                  </a:lnTo>
                  <a:lnTo>
                    <a:pt x="407" y="1286"/>
                  </a:lnTo>
                  <a:lnTo>
                    <a:pt x="410" y="1307"/>
                  </a:lnTo>
                  <a:cubicBezTo>
                    <a:pt x="410" y="1318"/>
                    <a:pt x="414" y="1328"/>
                    <a:pt x="414" y="1335"/>
                  </a:cubicBezTo>
                  <a:lnTo>
                    <a:pt x="417" y="1356"/>
                  </a:lnTo>
                  <a:cubicBezTo>
                    <a:pt x="417" y="1363"/>
                    <a:pt x="417" y="1374"/>
                    <a:pt x="421" y="1381"/>
                  </a:cubicBezTo>
                  <a:cubicBezTo>
                    <a:pt x="424" y="1388"/>
                    <a:pt x="421" y="1391"/>
                    <a:pt x="421" y="1398"/>
                  </a:cubicBezTo>
                  <a:lnTo>
                    <a:pt x="421" y="1419"/>
                  </a:lnTo>
                  <a:lnTo>
                    <a:pt x="421" y="1433"/>
                  </a:lnTo>
                  <a:lnTo>
                    <a:pt x="421" y="1454"/>
                  </a:lnTo>
                  <a:lnTo>
                    <a:pt x="421" y="1465"/>
                  </a:lnTo>
                  <a:lnTo>
                    <a:pt x="421" y="1489"/>
                  </a:lnTo>
                  <a:cubicBezTo>
                    <a:pt x="421" y="1570"/>
                    <a:pt x="361" y="1633"/>
                    <a:pt x="305" y="1692"/>
                  </a:cubicBezTo>
                  <a:cubicBezTo>
                    <a:pt x="256" y="1748"/>
                    <a:pt x="211" y="1797"/>
                    <a:pt x="214" y="1846"/>
                  </a:cubicBezTo>
                  <a:cubicBezTo>
                    <a:pt x="221" y="1951"/>
                    <a:pt x="148" y="2098"/>
                    <a:pt x="81" y="2228"/>
                  </a:cubicBezTo>
                  <a:cubicBezTo>
                    <a:pt x="53" y="2280"/>
                    <a:pt x="29" y="2336"/>
                    <a:pt x="8" y="2392"/>
                  </a:cubicBezTo>
                  <a:cubicBezTo>
                    <a:pt x="1" y="2462"/>
                    <a:pt x="155" y="2854"/>
                    <a:pt x="228" y="2952"/>
                  </a:cubicBezTo>
                  <a:cubicBezTo>
                    <a:pt x="232" y="2959"/>
                    <a:pt x="239" y="2966"/>
                    <a:pt x="242" y="2973"/>
                  </a:cubicBezTo>
                  <a:cubicBezTo>
                    <a:pt x="242" y="2977"/>
                    <a:pt x="242" y="2980"/>
                    <a:pt x="246" y="2984"/>
                  </a:cubicBezTo>
                  <a:cubicBezTo>
                    <a:pt x="246" y="2987"/>
                    <a:pt x="249" y="2994"/>
                    <a:pt x="253" y="3001"/>
                  </a:cubicBezTo>
                  <a:cubicBezTo>
                    <a:pt x="253" y="3005"/>
                    <a:pt x="253" y="3008"/>
                    <a:pt x="253" y="3012"/>
                  </a:cubicBezTo>
                  <a:cubicBezTo>
                    <a:pt x="256" y="3015"/>
                    <a:pt x="256" y="3026"/>
                    <a:pt x="256" y="3033"/>
                  </a:cubicBezTo>
                  <a:cubicBezTo>
                    <a:pt x="260" y="3040"/>
                    <a:pt x="256" y="3040"/>
                    <a:pt x="256" y="3047"/>
                  </a:cubicBezTo>
                  <a:lnTo>
                    <a:pt x="256" y="3068"/>
                  </a:lnTo>
                  <a:lnTo>
                    <a:pt x="256" y="3082"/>
                  </a:lnTo>
                  <a:lnTo>
                    <a:pt x="256" y="3107"/>
                  </a:lnTo>
                  <a:lnTo>
                    <a:pt x="256" y="3124"/>
                  </a:lnTo>
                  <a:cubicBezTo>
                    <a:pt x="256" y="3128"/>
                    <a:pt x="256" y="3145"/>
                    <a:pt x="253" y="3159"/>
                  </a:cubicBezTo>
                  <a:lnTo>
                    <a:pt x="253" y="3166"/>
                  </a:lnTo>
                  <a:cubicBezTo>
                    <a:pt x="249" y="3184"/>
                    <a:pt x="249" y="3198"/>
                    <a:pt x="246" y="3215"/>
                  </a:cubicBezTo>
                  <a:cubicBezTo>
                    <a:pt x="365" y="3254"/>
                    <a:pt x="456" y="3292"/>
                    <a:pt x="519" y="3317"/>
                  </a:cubicBezTo>
                  <a:cubicBezTo>
                    <a:pt x="551" y="3331"/>
                    <a:pt x="582" y="3341"/>
                    <a:pt x="593" y="3345"/>
                  </a:cubicBezTo>
                  <a:cubicBezTo>
                    <a:pt x="680" y="3345"/>
                    <a:pt x="1219" y="3114"/>
                    <a:pt x="1608" y="2921"/>
                  </a:cubicBezTo>
                  <a:cubicBezTo>
                    <a:pt x="1720" y="2865"/>
                    <a:pt x="1839" y="2819"/>
                    <a:pt x="1951" y="2774"/>
                  </a:cubicBezTo>
                  <a:cubicBezTo>
                    <a:pt x="2035" y="2742"/>
                    <a:pt x="2112" y="2714"/>
                    <a:pt x="2178" y="2683"/>
                  </a:cubicBezTo>
                  <a:lnTo>
                    <a:pt x="2178" y="2676"/>
                  </a:lnTo>
                  <a:lnTo>
                    <a:pt x="2168" y="2658"/>
                  </a:lnTo>
                  <a:lnTo>
                    <a:pt x="2164" y="2644"/>
                  </a:lnTo>
                  <a:lnTo>
                    <a:pt x="2154" y="2627"/>
                  </a:lnTo>
                  <a:lnTo>
                    <a:pt x="2147" y="2609"/>
                  </a:lnTo>
                  <a:lnTo>
                    <a:pt x="2136" y="2585"/>
                  </a:lnTo>
                  <a:lnTo>
                    <a:pt x="2126" y="2557"/>
                  </a:lnTo>
                  <a:lnTo>
                    <a:pt x="2119" y="2543"/>
                  </a:lnTo>
                  <a:lnTo>
                    <a:pt x="2108" y="2518"/>
                  </a:lnTo>
                  <a:lnTo>
                    <a:pt x="2101" y="2501"/>
                  </a:lnTo>
                  <a:lnTo>
                    <a:pt x="2091" y="2476"/>
                  </a:lnTo>
                  <a:lnTo>
                    <a:pt x="2084" y="2455"/>
                  </a:lnTo>
                  <a:lnTo>
                    <a:pt x="2077" y="2431"/>
                  </a:lnTo>
                  <a:lnTo>
                    <a:pt x="2070" y="2413"/>
                  </a:lnTo>
                  <a:lnTo>
                    <a:pt x="2059" y="2382"/>
                  </a:lnTo>
                  <a:lnTo>
                    <a:pt x="2056" y="2368"/>
                  </a:lnTo>
                  <a:cubicBezTo>
                    <a:pt x="2049" y="2354"/>
                    <a:pt x="2045" y="2340"/>
                    <a:pt x="2042" y="2326"/>
                  </a:cubicBezTo>
                  <a:lnTo>
                    <a:pt x="2038" y="2312"/>
                  </a:lnTo>
                  <a:cubicBezTo>
                    <a:pt x="2035" y="2301"/>
                    <a:pt x="2031" y="2291"/>
                    <a:pt x="2031" y="2277"/>
                  </a:cubicBezTo>
                  <a:lnTo>
                    <a:pt x="2024" y="2263"/>
                  </a:lnTo>
                  <a:cubicBezTo>
                    <a:pt x="2024" y="2252"/>
                    <a:pt x="2021" y="2242"/>
                    <a:pt x="2021" y="2231"/>
                  </a:cubicBezTo>
                  <a:lnTo>
                    <a:pt x="2017" y="2214"/>
                  </a:lnTo>
                  <a:cubicBezTo>
                    <a:pt x="2017" y="2207"/>
                    <a:pt x="2014" y="2196"/>
                    <a:pt x="2010" y="2186"/>
                  </a:cubicBezTo>
                  <a:cubicBezTo>
                    <a:pt x="2010" y="2179"/>
                    <a:pt x="2010" y="2175"/>
                    <a:pt x="2007" y="2168"/>
                  </a:cubicBezTo>
                  <a:cubicBezTo>
                    <a:pt x="2007" y="2165"/>
                    <a:pt x="2007" y="2151"/>
                    <a:pt x="2007" y="2140"/>
                  </a:cubicBezTo>
                  <a:cubicBezTo>
                    <a:pt x="2003" y="2130"/>
                    <a:pt x="2007" y="2130"/>
                    <a:pt x="2007" y="2126"/>
                  </a:cubicBezTo>
                  <a:lnTo>
                    <a:pt x="2007" y="2081"/>
                  </a:lnTo>
                  <a:cubicBezTo>
                    <a:pt x="2003" y="1832"/>
                    <a:pt x="1954" y="1587"/>
                    <a:pt x="1863" y="1353"/>
                  </a:cubicBezTo>
                  <a:cubicBezTo>
                    <a:pt x="1832" y="1248"/>
                    <a:pt x="1814" y="1132"/>
                    <a:pt x="1821" y="1020"/>
                  </a:cubicBezTo>
                  <a:cubicBezTo>
                    <a:pt x="1821" y="957"/>
                    <a:pt x="1825" y="894"/>
                    <a:pt x="1828" y="831"/>
                  </a:cubicBezTo>
                  <a:cubicBezTo>
                    <a:pt x="1832" y="768"/>
                    <a:pt x="1835" y="708"/>
                    <a:pt x="1839" y="656"/>
                  </a:cubicBezTo>
                  <a:cubicBezTo>
                    <a:pt x="1842" y="621"/>
                    <a:pt x="1846" y="589"/>
                    <a:pt x="1849" y="561"/>
                  </a:cubicBezTo>
                  <a:cubicBezTo>
                    <a:pt x="1856" y="425"/>
                    <a:pt x="1825" y="337"/>
                    <a:pt x="1748" y="295"/>
                  </a:cubicBezTo>
                  <a:lnTo>
                    <a:pt x="1741" y="292"/>
                  </a:lnTo>
                  <a:lnTo>
                    <a:pt x="1737" y="292"/>
                  </a:lnTo>
                  <a:lnTo>
                    <a:pt x="1734" y="288"/>
                  </a:lnTo>
                  <a:lnTo>
                    <a:pt x="1730" y="285"/>
                  </a:lnTo>
                  <a:lnTo>
                    <a:pt x="1727" y="281"/>
                  </a:lnTo>
                  <a:lnTo>
                    <a:pt x="1723" y="278"/>
                  </a:lnTo>
                  <a:lnTo>
                    <a:pt x="1716" y="271"/>
                  </a:lnTo>
                  <a:lnTo>
                    <a:pt x="1716" y="267"/>
                  </a:lnTo>
                  <a:lnTo>
                    <a:pt x="1709" y="260"/>
                  </a:lnTo>
                  <a:lnTo>
                    <a:pt x="1702" y="246"/>
                  </a:lnTo>
                  <a:lnTo>
                    <a:pt x="1702" y="243"/>
                  </a:lnTo>
                  <a:lnTo>
                    <a:pt x="1695" y="232"/>
                  </a:lnTo>
                  <a:lnTo>
                    <a:pt x="1692" y="229"/>
                  </a:lnTo>
                  <a:lnTo>
                    <a:pt x="1688" y="215"/>
                  </a:lnTo>
                  <a:lnTo>
                    <a:pt x="1685" y="208"/>
                  </a:lnTo>
                  <a:lnTo>
                    <a:pt x="1678" y="194"/>
                  </a:lnTo>
                  <a:lnTo>
                    <a:pt x="1674" y="187"/>
                  </a:lnTo>
                  <a:lnTo>
                    <a:pt x="1667" y="166"/>
                  </a:lnTo>
                  <a:lnTo>
                    <a:pt x="1667" y="162"/>
                  </a:lnTo>
                  <a:cubicBezTo>
                    <a:pt x="1667" y="152"/>
                    <a:pt x="1664" y="141"/>
                    <a:pt x="1660" y="131"/>
                  </a:cubicBezTo>
                  <a:lnTo>
                    <a:pt x="1660" y="127"/>
                  </a:lnTo>
                  <a:cubicBezTo>
                    <a:pt x="1657" y="117"/>
                    <a:pt x="1657" y="110"/>
                    <a:pt x="1653" y="99"/>
                  </a:cubicBezTo>
                  <a:lnTo>
                    <a:pt x="1650" y="89"/>
                  </a:lnTo>
                  <a:lnTo>
                    <a:pt x="1643" y="61"/>
                  </a:lnTo>
                  <a:lnTo>
                    <a:pt x="1639" y="47"/>
                  </a:lnTo>
                  <a:lnTo>
                    <a:pt x="1639" y="36"/>
                  </a:lnTo>
                  <a:cubicBezTo>
                    <a:pt x="1625" y="57"/>
                    <a:pt x="1608" y="75"/>
                    <a:pt x="1587" y="89"/>
                  </a:cubicBezTo>
                  <a:cubicBezTo>
                    <a:pt x="1583" y="92"/>
                    <a:pt x="1580" y="96"/>
                    <a:pt x="1573" y="99"/>
                  </a:cubicBezTo>
                  <a:cubicBezTo>
                    <a:pt x="1569" y="99"/>
                    <a:pt x="1566" y="103"/>
                    <a:pt x="1562" y="103"/>
                  </a:cubicBezTo>
                  <a:cubicBezTo>
                    <a:pt x="1556" y="104"/>
                    <a:pt x="1549" y="105"/>
                    <a:pt x="1543" y="105"/>
                  </a:cubicBezTo>
                  <a:cubicBezTo>
                    <a:pt x="1519" y="105"/>
                    <a:pt x="1498" y="95"/>
                    <a:pt x="1482" y="78"/>
                  </a:cubicBezTo>
                  <a:cubicBezTo>
                    <a:pt x="1482" y="75"/>
                    <a:pt x="1478" y="71"/>
                    <a:pt x="1475" y="68"/>
                  </a:cubicBezTo>
                  <a:cubicBezTo>
                    <a:pt x="1440" y="54"/>
                    <a:pt x="1405" y="47"/>
                    <a:pt x="1370" y="43"/>
                  </a:cubicBezTo>
                  <a:cubicBezTo>
                    <a:pt x="1125" y="15"/>
                    <a:pt x="876" y="1"/>
                    <a:pt x="628" y="1"/>
                  </a:cubicBezTo>
                  <a:cubicBezTo>
                    <a:pt x="606" y="1"/>
                    <a:pt x="584" y="0"/>
                    <a:pt x="563" y="0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92" name="Google Shape;4450;p80">
              <a:extLst>
                <a:ext uri="{FF2B5EF4-FFF2-40B4-BE49-F238E27FC236}">
                  <a16:creationId xmlns:a16="http://schemas.microsoft.com/office/drawing/2014/main" id="{E4013B2E-7D60-A8D6-E2A9-E3098169DD50}"/>
                </a:ext>
              </a:extLst>
            </p:cNvPr>
            <p:cNvSpPr/>
            <p:nvPr/>
          </p:nvSpPr>
          <p:spPr>
            <a:xfrm>
              <a:off x="2053761" y="1996316"/>
              <a:ext cx="109" cy="244"/>
            </a:xfrm>
            <a:custGeom>
              <a:avLst/>
              <a:gdLst/>
              <a:ahLst/>
              <a:cxnLst/>
              <a:rect l="l" t="t" r="r" b="b"/>
              <a:pathLst>
                <a:path w="8" h="18" extrusionOk="0">
                  <a:moveTo>
                    <a:pt x="0" y="0"/>
                  </a:moveTo>
                  <a:lnTo>
                    <a:pt x="7" y="18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93" name="Google Shape;4451;p80">
              <a:extLst>
                <a:ext uri="{FF2B5EF4-FFF2-40B4-BE49-F238E27FC236}">
                  <a16:creationId xmlns:a16="http://schemas.microsoft.com/office/drawing/2014/main" id="{697DC250-33C9-4578-2858-EBA07BBFD8C5}"/>
                </a:ext>
              </a:extLst>
            </p:cNvPr>
            <p:cNvSpPr/>
            <p:nvPr/>
          </p:nvSpPr>
          <p:spPr>
            <a:xfrm>
              <a:off x="2053516" y="1995786"/>
              <a:ext cx="109" cy="258"/>
            </a:xfrm>
            <a:custGeom>
              <a:avLst/>
              <a:gdLst/>
              <a:ahLst/>
              <a:cxnLst/>
              <a:rect l="l" t="t" r="r" b="b"/>
              <a:pathLst>
                <a:path w="8" h="19" extrusionOk="0">
                  <a:moveTo>
                    <a:pt x="1" y="1"/>
                  </a:moveTo>
                  <a:lnTo>
                    <a:pt x="8" y="18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94" name="Google Shape;4452;p80">
              <a:extLst>
                <a:ext uri="{FF2B5EF4-FFF2-40B4-BE49-F238E27FC236}">
                  <a16:creationId xmlns:a16="http://schemas.microsoft.com/office/drawing/2014/main" id="{458F439B-11F9-E57C-F7B3-5BB498B129CA}"/>
                </a:ext>
              </a:extLst>
            </p:cNvPr>
            <p:cNvSpPr/>
            <p:nvPr/>
          </p:nvSpPr>
          <p:spPr>
            <a:xfrm>
              <a:off x="2052905" y="1993980"/>
              <a:ext cx="54" cy="204"/>
            </a:xfrm>
            <a:custGeom>
              <a:avLst/>
              <a:gdLst/>
              <a:ahLst/>
              <a:cxnLst/>
              <a:rect l="l" t="t" r="r" b="b"/>
              <a:pathLst>
                <a:path w="4" h="15" extrusionOk="0">
                  <a:moveTo>
                    <a:pt x="0" y="1"/>
                  </a:moveTo>
                  <a:lnTo>
                    <a:pt x="4" y="15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95" name="Google Shape;4453;p80">
              <a:extLst>
                <a:ext uri="{FF2B5EF4-FFF2-40B4-BE49-F238E27FC236}">
                  <a16:creationId xmlns:a16="http://schemas.microsoft.com/office/drawing/2014/main" id="{FFCB5247-C043-57C8-57E0-3AD66FFD2F8E}"/>
                </a:ext>
              </a:extLst>
            </p:cNvPr>
            <p:cNvSpPr/>
            <p:nvPr/>
          </p:nvSpPr>
          <p:spPr>
            <a:xfrm>
              <a:off x="2053326" y="1995175"/>
              <a:ext cx="68" cy="244"/>
            </a:xfrm>
            <a:custGeom>
              <a:avLst/>
              <a:gdLst/>
              <a:ahLst/>
              <a:cxnLst/>
              <a:rect l="l" t="t" r="r" b="b"/>
              <a:pathLst>
                <a:path w="5" h="18" extrusionOk="0">
                  <a:moveTo>
                    <a:pt x="1" y="0"/>
                  </a:moveTo>
                  <a:lnTo>
                    <a:pt x="4" y="18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96" name="Google Shape;4454;p80">
              <a:extLst>
                <a:ext uri="{FF2B5EF4-FFF2-40B4-BE49-F238E27FC236}">
                  <a16:creationId xmlns:a16="http://schemas.microsoft.com/office/drawing/2014/main" id="{AB2A6BED-B53E-BC72-8AF8-10BFBA8ED58F}"/>
                </a:ext>
              </a:extLst>
            </p:cNvPr>
            <p:cNvSpPr/>
            <p:nvPr/>
          </p:nvSpPr>
          <p:spPr>
            <a:xfrm>
              <a:off x="2053095" y="1994605"/>
              <a:ext cx="109" cy="244"/>
            </a:xfrm>
            <a:custGeom>
              <a:avLst/>
              <a:gdLst/>
              <a:ahLst/>
              <a:cxnLst/>
              <a:rect l="l" t="t" r="r" b="b"/>
              <a:pathLst>
                <a:path w="8" h="18" extrusionOk="0">
                  <a:moveTo>
                    <a:pt x="0" y="0"/>
                  </a:moveTo>
                  <a:lnTo>
                    <a:pt x="7" y="18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97" name="Google Shape;4455;p80">
              <a:extLst>
                <a:ext uri="{FF2B5EF4-FFF2-40B4-BE49-F238E27FC236}">
                  <a16:creationId xmlns:a16="http://schemas.microsoft.com/office/drawing/2014/main" id="{D41C942F-D754-9181-33D8-1832E139D868}"/>
                </a:ext>
              </a:extLst>
            </p:cNvPr>
            <p:cNvSpPr/>
            <p:nvPr/>
          </p:nvSpPr>
          <p:spPr>
            <a:xfrm>
              <a:off x="2054277" y="1997497"/>
              <a:ext cx="109" cy="258"/>
            </a:xfrm>
            <a:custGeom>
              <a:avLst/>
              <a:gdLst/>
              <a:ahLst/>
              <a:cxnLst/>
              <a:rect l="l" t="t" r="r" b="b"/>
              <a:pathLst>
                <a:path w="8" h="19" extrusionOk="0">
                  <a:moveTo>
                    <a:pt x="1" y="1"/>
                  </a:moveTo>
                  <a:lnTo>
                    <a:pt x="8" y="18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98" name="Google Shape;4456;p80">
              <a:extLst>
                <a:ext uri="{FF2B5EF4-FFF2-40B4-BE49-F238E27FC236}">
                  <a16:creationId xmlns:a16="http://schemas.microsoft.com/office/drawing/2014/main" id="{1E3C8359-7223-18BF-4D0B-00953B364C2E}"/>
                </a:ext>
              </a:extLst>
            </p:cNvPr>
            <p:cNvSpPr/>
            <p:nvPr/>
          </p:nvSpPr>
          <p:spPr>
            <a:xfrm>
              <a:off x="2053992" y="1996927"/>
              <a:ext cx="163" cy="299"/>
            </a:xfrm>
            <a:custGeom>
              <a:avLst/>
              <a:gdLst/>
              <a:ahLst/>
              <a:cxnLst/>
              <a:rect l="l" t="t" r="r" b="b"/>
              <a:pathLst>
                <a:path w="12" h="22" extrusionOk="0">
                  <a:moveTo>
                    <a:pt x="1" y="1"/>
                  </a:moveTo>
                  <a:lnTo>
                    <a:pt x="11" y="22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99" name="Google Shape;4457;p80">
              <a:extLst>
                <a:ext uri="{FF2B5EF4-FFF2-40B4-BE49-F238E27FC236}">
                  <a16:creationId xmlns:a16="http://schemas.microsoft.com/office/drawing/2014/main" id="{51EE04E9-E752-2D4E-F186-7A3E99089421}"/>
                </a:ext>
              </a:extLst>
            </p:cNvPr>
            <p:cNvSpPr/>
            <p:nvPr/>
          </p:nvSpPr>
          <p:spPr>
            <a:xfrm>
              <a:off x="2054467" y="1997931"/>
              <a:ext cx="109" cy="204"/>
            </a:xfrm>
            <a:custGeom>
              <a:avLst/>
              <a:gdLst/>
              <a:ahLst/>
              <a:cxnLst/>
              <a:rect l="l" t="t" r="r" b="b"/>
              <a:pathLst>
                <a:path w="8" h="15" extrusionOk="0">
                  <a:moveTo>
                    <a:pt x="1" y="0"/>
                  </a:moveTo>
                  <a:lnTo>
                    <a:pt x="8" y="14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00" name="Google Shape;4458;p80">
              <a:extLst>
                <a:ext uri="{FF2B5EF4-FFF2-40B4-BE49-F238E27FC236}">
                  <a16:creationId xmlns:a16="http://schemas.microsoft.com/office/drawing/2014/main" id="{30B0B9B2-5CC6-5A82-4561-1E04616345ED}"/>
                </a:ext>
              </a:extLst>
            </p:cNvPr>
            <p:cNvSpPr/>
            <p:nvPr/>
          </p:nvSpPr>
          <p:spPr>
            <a:xfrm>
              <a:off x="2048004" y="1965087"/>
              <a:ext cx="14" cy="54"/>
            </a:xfrm>
            <a:custGeom>
              <a:avLst/>
              <a:gdLst/>
              <a:ahLst/>
              <a:cxnLst/>
              <a:rect l="l" t="t" r="r" b="b"/>
              <a:pathLst>
                <a:path w="1" h="4" extrusionOk="0">
                  <a:moveTo>
                    <a:pt x="1" y="0"/>
                  </a:moveTo>
                  <a:lnTo>
                    <a:pt x="1" y="4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01" name="Google Shape;4459;p80">
              <a:extLst>
                <a:ext uri="{FF2B5EF4-FFF2-40B4-BE49-F238E27FC236}">
                  <a16:creationId xmlns:a16="http://schemas.microsoft.com/office/drawing/2014/main" id="{0967F0C0-C275-EF8D-B6C2-3763BFB0725E}"/>
                </a:ext>
              </a:extLst>
            </p:cNvPr>
            <p:cNvSpPr/>
            <p:nvPr/>
          </p:nvSpPr>
          <p:spPr>
            <a:xfrm>
              <a:off x="2047909" y="1964897"/>
              <a:ext cx="14" cy="54"/>
            </a:xfrm>
            <a:custGeom>
              <a:avLst/>
              <a:gdLst/>
              <a:ahLst/>
              <a:cxnLst/>
              <a:rect l="l" t="t" r="r" b="b"/>
              <a:pathLst>
                <a:path w="1" h="4" extrusionOk="0">
                  <a:moveTo>
                    <a:pt x="1" y="0"/>
                  </a:moveTo>
                  <a:lnTo>
                    <a:pt x="1" y="4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02" name="Google Shape;4460;p80">
              <a:extLst>
                <a:ext uri="{FF2B5EF4-FFF2-40B4-BE49-F238E27FC236}">
                  <a16:creationId xmlns:a16="http://schemas.microsoft.com/office/drawing/2014/main" id="{DB0E9BFE-0AF5-52A7-AFBA-194A80304C3D}"/>
                </a:ext>
              </a:extLst>
            </p:cNvPr>
            <p:cNvSpPr/>
            <p:nvPr/>
          </p:nvSpPr>
          <p:spPr>
            <a:xfrm>
              <a:off x="2048343" y="1965563"/>
              <a:ext cx="54" cy="54"/>
            </a:xfrm>
            <a:custGeom>
              <a:avLst/>
              <a:gdLst/>
              <a:ahLst/>
              <a:cxnLst/>
              <a:rect l="l" t="t" r="r" b="b"/>
              <a:pathLst>
                <a:path w="4" h="4" extrusionOk="0">
                  <a:moveTo>
                    <a:pt x="4" y="4"/>
                  </a:moveTo>
                  <a:lnTo>
                    <a:pt x="0" y="0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03" name="Google Shape;4461;p80">
              <a:extLst>
                <a:ext uri="{FF2B5EF4-FFF2-40B4-BE49-F238E27FC236}">
                  <a16:creationId xmlns:a16="http://schemas.microsoft.com/office/drawing/2014/main" id="{2EDE4FF2-6F31-34E3-226B-0B98AE3ED192}"/>
                </a:ext>
              </a:extLst>
            </p:cNvPr>
            <p:cNvSpPr/>
            <p:nvPr/>
          </p:nvSpPr>
          <p:spPr>
            <a:xfrm>
              <a:off x="2049620" y="1975691"/>
              <a:ext cx="679" cy="4521"/>
            </a:xfrm>
            <a:custGeom>
              <a:avLst/>
              <a:gdLst/>
              <a:ahLst/>
              <a:cxnLst/>
              <a:rect l="l" t="t" r="r" b="b"/>
              <a:pathLst>
                <a:path w="50" h="333" extrusionOk="0">
                  <a:moveTo>
                    <a:pt x="50" y="333"/>
                  </a:moveTo>
                  <a:lnTo>
                    <a:pt x="50" y="333"/>
                  </a:lnTo>
                  <a:cubicBezTo>
                    <a:pt x="15" y="224"/>
                    <a:pt x="1" y="112"/>
                    <a:pt x="4" y="0"/>
                  </a:cubicBezTo>
                  <a:cubicBezTo>
                    <a:pt x="1" y="112"/>
                    <a:pt x="15" y="224"/>
                    <a:pt x="50" y="333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04" name="Google Shape;4462;p80">
              <a:extLst>
                <a:ext uri="{FF2B5EF4-FFF2-40B4-BE49-F238E27FC236}">
                  <a16:creationId xmlns:a16="http://schemas.microsoft.com/office/drawing/2014/main" id="{F11DFA1B-3F03-BD56-978C-3F247B901679}"/>
                </a:ext>
              </a:extLst>
            </p:cNvPr>
            <p:cNvSpPr/>
            <p:nvPr/>
          </p:nvSpPr>
          <p:spPr>
            <a:xfrm>
              <a:off x="2052376" y="1991849"/>
              <a:ext cx="68" cy="244"/>
            </a:xfrm>
            <a:custGeom>
              <a:avLst/>
              <a:gdLst/>
              <a:ahLst/>
              <a:cxnLst/>
              <a:rect l="l" t="t" r="r" b="b"/>
              <a:pathLst>
                <a:path w="5" h="18" extrusionOk="0">
                  <a:moveTo>
                    <a:pt x="1" y="0"/>
                  </a:moveTo>
                  <a:lnTo>
                    <a:pt x="4" y="18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05" name="Google Shape;4463;p80">
              <a:extLst>
                <a:ext uri="{FF2B5EF4-FFF2-40B4-BE49-F238E27FC236}">
                  <a16:creationId xmlns:a16="http://schemas.microsoft.com/office/drawing/2014/main" id="{C27A0820-5B4B-1BC7-FEB0-6D2EA64828B1}"/>
                </a:ext>
              </a:extLst>
            </p:cNvPr>
            <p:cNvSpPr/>
            <p:nvPr/>
          </p:nvSpPr>
          <p:spPr>
            <a:xfrm>
              <a:off x="2047393" y="1963472"/>
              <a:ext cx="14" cy="109"/>
            </a:xfrm>
            <a:custGeom>
              <a:avLst/>
              <a:gdLst/>
              <a:ahLst/>
              <a:cxnLst/>
              <a:rect l="l" t="t" r="r" b="b"/>
              <a:pathLst>
                <a:path w="1" h="8" extrusionOk="0">
                  <a:moveTo>
                    <a:pt x="0" y="0"/>
                  </a:moveTo>
                  <a:lnTo>
                    <a:pt x="0" y="7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06" name="Google Shape;4464;p80">
              <a:extLst>
                <a:ext uri="{FF2B5EF4-FFF2-40B4-BE49-F238E27FC236}">
                  <a16:creationId xmlns:a16="http://schemas.microsoft.com/office/drawing/2014/main" id="{8403BD07-2AED-EF07-B5D1-2890BC24A881}"/>
                </a:ext>
              </a:extLst>
            </p:cNvPr>
            <p:cNvSpPr/>
            <p:nvPr/>
          </p:nvSpPr>
          <p:spPr>
            <a:xfrm>
              <a:off x="2047773" y="1964612"/>
              <a:ext cx="54" cy="109"/>
            </a:xfrm>
            <a:custGeom>
              <a:avLst/>
              <a:gdLst/>
              <a:ahLst/>
              <a:cxnLst/>
              <a:rect l="l" t="t" r="r" b="b"/>
              <a:pathLst>
                <a:path w="4" h="8" extrusionOk="0">
                  <a:moveTo>
                    <a:pt x="0" y="0"/>
                  </a:moveTo>
                  <a:lnTo>
                    <a:pt x="4" y="7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07" name="Google Shape;4465;p80">
              <a:extLst>
                <a:ext uri="{FF2B5EF4-FFF2-40B4-BE49-F238E27FC236}">
                  <a16:creationId xmlns:a16="http://schemas.microsoft.com/office/drawing/2014/main" id="{D5E703BC-CD13-866D-F4E5-1F04C3BC5448}"/>
                </a:ext>
              </a:extLst>
            </p:cNvPr>
            <p:cNvSpPr/>
            <p:nvPr/>
          </p:nvSpPr>
          <p:spPr>
            <a:xfrm>
              <a:off x="2047529" y="1963947"/>
              <a:ext cx="14" cy="109"/>
            </a:xfrm>
            <a:custGeom>
              <a:avLst/>
              <a:gdLst/>
              <a:ahLst/>
              <a:cxnLst/>
              <a:rect l="l" t="t" r="r" b="b"/>
              <a:pathLst>
                <a:path w="1" h="8" extrusionOk="0">
                  <a:moveTo>
                    <a:pt x="1" y="0"/>
                  </a:moveTo>
                  <a:lnTo>
                    <a:pt x="1" y="7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08" name="Google Shape;4466;p80">
              <a:extLst>
                <a:ext uri="{FF2B5EF4-FFF2-40B4-BE49-F238E27FC236}">
                  <a16:creationId xmlns:a16="http://schemas.microsoft.com/office/drawing/2014/main" id="{9681CE29-D423-674D-614C-6507716BFB31}"/>
                </a:ext>
              </a:extLst>
            </p:cNvPr>
            <p:cNvSpPr/>
            <p:nvPr/>
          </p:nvSpPr>
          <p:spPr>
            <a:xfrm>
              <a:off x="2047678" y="1964273"/>
              <a:ext cx="14" cy="109"/>
            </a:xfrm>
            <a:custGeom>
              <a:avLst/>
              <a:gdLst/>
              <a:ahLst/>
              <a:cxnLst/>
              <a:rect l="l" t="t" r="r" b="b"/>
              <a:pathLst>
                <a:path w="1" h="8" extrusionOk="0">
                  <a:moveTo>
                    <a:pt x="0" y="1"/>
                  </a:moveTo>
                  <a:lnTo>
                    <a:pt x="0" y="8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09" name="Google Shape;4467;p80">
              <a:extLst>
                <a:ext uri="{FF2B5EF4-FFF2-40B4-BE49-F238E27FC236}">
                  <a16:creationId xmlns:a16="http://schemas.microsoft.com/office/drawing/2014/main" id="{4C360491-5DF0-E389-88F5-AA35810130CA}"/>
                </a:ext>
              </a:extLst>
            </p:cNvPr>
            <p:cNvSpPr/>
            <p:nvPr/>
          </p:nvSpPr>
          <p:spPr>
            <a:xfrm>
              <a:off x="2052281" y="1991224"/>
              <a:ext cx="68" cy="258"/>
            </a:xfrm>
            <a:custGeom>
              <a:avLst/>
              <a:gdLst/>
              <a:ahLst/>
              <a:cxnLst/>
              <a:rect l="l" t="t" r="r" b="b"/>
              <a:pathLst>
                <a:path w="5" h="19" extrusionOk="0">
                  <a:moveTo>
                    <a:pt x="1" y="1"/>
                  </a:moveTo>
                  <a:cubicBezTo>
                    <a:pt x="1" y="8"/>
                    <a:pt x="1" y="15"/>
                    <a:pt x="4" y="18"/>
                  </a:cubicBezTo>
                  <a:cubicBezTo>
                    <a:pt x="1" y="15"/>
                    <a:pt x="1" y="8"/>
                    <a:pt x="1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10" name="Google Shape;4468;p80">
              <a:extLst>
                <a:ext uri="{FF2B5EF4-FFF2-40B4-BE49-F238E27FC236}">
                  <a16:creationId xmlns:a16="http://schemas.microsoft.com/office/drawing/2014/main" id="{12718E9A-3195-2AF7-3451-721A4DBD2BBC}"/>
                </a:ext>
              </a:extLst>
            </p:cNvPr>
            <p:cNvSpPr/>
            <p:nvPr/>
          </p:nvSpPr>
          <p:spPr>
            <a:xfrm>
              <a:off x="2048153" y="1965318"/>
              <a:ext cx="14" cy="14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0" y="1"/>
                  </a:move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11" name="Google Shape;4469;p80">
              <a:extLst>
                <a:ext uri="{FF2B5EF4-FFF2-40B4-BE49-F238E27FC236}">
                  <a16:creationId xmlns:a16="http://schemas.microsoft.com/office/drawing/2014/main" id="{B0C3A236-21DA-1EEE-3B50-772DB13C6C53}"/>
                </a:ext>
              </a:extLst>
            </p:cNvPr>
            <p:cNvSpPr/>
            <p:nvPr/>
          </p:nvSpPr>
          <p:spPr>
            <a:xfrm>
              <a:off x="2048438" y="1965658"/>
              <a:ext cx="54" cy="54"/>
            </a:xfrm>
            <a:custGeom>
              <a:avLst/>
              <a:gdLst/>
              <a:ahLst/>
              <a:cxnLst/>
              <a:rect l="l" t="t" r="r" b="b"/>
              <a:pathLst>
                <a:path w="4" h="4" extrusionOk="0">
                  <a:moveTo>
                    <a:pt x="0" y="0"/>
                  </a:moveTo>
                  <a:lnTo>
                    <a:pt x="4" y="4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12" name="Google Shape;4470;p80">
              <a:extLst>
                <a:ext uri="{FF2B5EF4-FFF2-40B4-BE49-F238E27FC236}">
                  <a16:creationId xmlns:a16="http://schemas.microsoft.com/office/drawing/2014/main" id="{CB95D3BC-B6FD-32DE-CC30-D013D7A908D8}"/>
                </a:ext>
              </a:extLst>
            </p:cNvPr>
            <p:cNvSpPr/>
            <p:nvPr/>
          </p:nvSpPr>
          <p:spPr>
            <a:xfrm>
              <a:off x="2047298" y="1962942"/>
              <a:ext cx="14" cy="163"/>
            </a:xfrm>
            <a:custGeom>
              <a:avLst/>
              <a:gdLst/>
              <a:ahLst/>
              <a:cxnLst/>
              <a:rect l="l" t="t" r="r" b="b"/>
              <a:pathLst>
                <a:path w="1" h="12" extrusionOk="0">
                  <a:moveTo>
                    <a:pt x="0" y="1"/>
                  </a:moveTo>
                  <a:lnTo>
                    <a:pt x="0" y="11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13" name="Google Shape;4471;p80">
              <a:extLst>
                <a:ext uri="{FF2B5EF4-FFF2-40B4-BE49-F238E27FC236}">
                  <a16:creationId xmlns:a16="http://schemas.microsoft.com/office/drawing/2014/main" id="{D36B56A5-787B-917E-6FF0-AEAA5FD97B0E}"/>
                </a:ext>
              </a:extLst>
            </p:cNvPr>
            <p:cNvSpPr/>
            <p:nvPr/>
          </p:nvSpPr>
          <p:spPr>
            <a:xfrm>
              <a:off x="2052661" y="1993179"/>
              <a:ext cx="68" cy="204"/>
            </a:xfrm>
            <a:custGeom>
              <a:avLst/>
              <a:gdLst/>
              <a:ahLst/>
              <a:cxnLst/>
              <a:rect l="l" t="t" r="r" b="b"/>
              <a:pathLst>
                <a:path w="5" h="15" extrusionOk="0">
                  <a:moveTo>
                    <a:pt x="1" y="0"/>
                  </a:moveTo>
                  <a:lnTo>
                    <a:pt x="4" y="14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14" name="Google Shape;4472;p80">
              <a:extLst>
                <a:ext uri="{FF2B5EF4-FFF2-40B4-BE49-F238E27FC236}">
                  <a16:creationId xmlns:a16="http://schemas.microsoft.com/office/drawing/2014/main" id="{BA5C2CC5-3750-9CA0-BE26-0462706D4E55}"/>
                </a:ext>
              </a:extLst>
            </p:cNvPr>
            <p:cNvSpPr/>
            <p:nvPr/>
          </p:nvSpPr>
          <p:spPr>
            <a:xfrm>
              <a:off x="2048574" y="1965753"/>
              <a:ext cx="14" cy="14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1" y="0"/>
                  </a:moveTo>
                  <a:lnTo>
                    <a:pt x="1" y="0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15" name="Google Shape;4473;p80">
              <a:extLst>
                <a:ext uri="{FF2B5EF4-FFF2-40B4-BE49-F238E27FC236}">
                  <a16:creationId xmlns:a16="http://schemas.microsoft.com/office/drawing/2014/main" id="{6573EDA6-6B59-1C69-A512-923DE9F78943}"/>
                </a:ext>
              </a:extLst>
            </p:cNvPr>
            <p:cNvSpPr/>
            <p:nvPr/>
          </p:nvSpPr>
          <p:spPr>
            <a:xfrm>
              <a:off x="2052525" y="1992514"/>
              <a:ext cx="54" cy="204"/>
            </a:xfrm>
            <a:custGeom>
              <a:avLst/>
              <a:gdLst/>
              <a:ahLst/>
              <a:cxnLst/>
              <a:rect l="l" t="t" r="r" b="b"/>
              <a:pathLst>
                <a:path w="4" h="15" extrusionOk="0">
                  <a:moveTo>
                    <a:pt x="0" y="0"/>
                  </a:moveTo>
                  <a:lnTo>
                    <a:pt x="4" y="14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16" name="Google Shape;4474;p80">
              <a:extLst>
                <a:ext uri="{FF2B5EF4-FFF2-40B4-BE49-F238E27FC236}">
                  <a16:creationId xmlns:a16="http://schemas.microsoft.com/office/drawing/2014/main" id="{03B383D3-48BB-4ADD-3680-26D3E9E1F392}"/>
                </a:ext>
              </a:extLst>
            </p:cNvPr>
            <p:cNvSpPr/>
            <p:nvPr/>
          </p:nvSpPr>
          <p:spPr>
            <a:xfrm>
              <a:off x="2047149" y="1962426"/>
              <a:ext cx="68" cy="204"/>
            </a:xfrm>
            <a:custGeom>
              <a:avLst/>
              <a:gdLst/>
              <a:ahLst/>
              <a:cxnLst/>
              <a:rect l="l" t="t" r="r" b="b"/>
              <a:pathLst>
                <a:path w="5" h="15" extrusionOk="0">
                  <a:moveTo>
                    <a:pt x="1" y="0"/>
                  </a:moveTo>
                  <a:lnTo>
                    <a:pt x="4" y="14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17" name="Google Shape;4475;p80">
              <a:extLst>
                <a:ext uri="{FF2B5EF4-FFF2-40B4-BE49-F238E27FC236}">
                  <a16:creationId xmlns:a16="http://schemas.microsoft.com/office/drawing/2014/main" id="{A167C335-6936-3085-4916-F4E9ADCAC440}"/>
                </a:ext>
              </a:extLst>
            </p:cNvPr>
            <p:cNvSpPr/>
            <p:nvPr/>
          </p:nvSpPr>
          <p:spPr>
            <a:xfrm>
              <a:off x="2052186" y="1990654"/>
              <a:ext cx="68" cy="204"/>
            </a:xfrm>
            <a:custGeom>
              <a:avLst/>
              <a:gdLst/>
              <a:ahLst/>
              <a:cxnLst/>
              <a:rect l="l" t="t" r="r" b="b"/>
              <a:pathLst>
                <a:path w="5" h="15" extrusionOk="0">
                  <a:moveTo>
                    <a:pt x="1" y="1"/>
                  </a:moveTo>
                  <a:lnTo>
                    <a:pt x="1" y="15"/>
                  </a:lnTo>
                  <a:cubicBezTo>
                    <a:pt x="4" y="8"/>
                    <a:pt x="1" y="4"/>
                    <a:pt x="1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18" name="Google Shape;4476;p80">
              <a:extLst>
                <a:ext uri="{FF2B5EF4-FFF2-40B4-BE49-F238E27FC236}">
                  <a16:creationId xmlns:a16="http://schemas.microsoft.com/office/drawing/2014/main" id="{ED44C020-7178-BE0B-4206-42FC8ED12F1B}"/>
                </a:ext>
              </a:extLst>
            </p:cNvPr>
            <p:cNvSpPr/>
            <p:nvPr/>
          </p:nvSpPr>
          <p:spPr>
            <a:xfrm>
              <a:off x="2048248" y="1965468"/>
              <a:ext cx="54" cy="54"/>
            </a:xfrm>
            <a:custGeom>
              <a:avLst/>
              <a:gdLst/>
              <a:ahLst/>
              <a:cxnLst/>
              <a:rect l="l" t="t" r="r" b="b"/>
              <a:pathLst>
                <a:path w="4" h="4" extrusionOk="0">
                  <a:moveTo>
                    <a:pt x="0" y="0"/>
                  </a:moveTo>
                  <a:lnTo>
                    <a:pt x="4" y="4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19" name="Google Shape;4477;p80">
              <a:extLst>
                <a:ext uri="{FF2B5EF4-FFF2-40B4-BE49-F238E27FC236}">
                  <a16:creationId xmlns:a16="http://schemas.microsoft.com/office/drawing/2014/main" id="{F48E7967-EB31-8197-6164-00E9F1866659}"/>
                </a:ext>
              </a:extLst>
            </p:cNvPr>
            <p:cNvSpPr/>
            <p:nvPr/>
          </p:nvSpPr>
          <p:spPr>
            <a:xfrm>
              <a:off x="2030082" y="1976927"/>
              <a:ext cx="68" cy="339"/>
            </a:xfrm>
            <a:custGeom>
              <a:avLst/>
              <a:gdLst/>
              <a:ahLst/>
              <a:cxnLst/>
              <a:rect l="l" t="t" r="r" b="b"/>
              <a:pathLst>
                <a:path w="5" h="25" extrusionOk="0">
                  <a:moveTo>
                    <a:pt x="4" y="25"/>
                  </a:moveTo>
                  <a:lnTo>
                    <a:pt x="1" y="0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20" name="Google Shape;4478;p80">
              <a:extLst>
                <a:ext uri="{FF2B5EF4-FFF2-40B4-BE49-F238E27FC236}">
                  <a16:creationId xmlns:a16="http://schemas.microsoft.com/office/drawing/2014/main" id="{F3AFB7DC-5C2C-07FA-F116-D81264AE2820}"/>
                </a:ext>
              </a:extLst>
            </p:cNvPr>
            <p:cNvSpPr/>
            <p:nvPr/>
          </p:nvSpPr>
          <p:spPr>
            <a:xfrm>
              <a:off x="2028520" y="2004014"/>
              <a:ext cx="14" cy="204"/>
            </a:xfrm>
            <a:custGeom>
              <a:avLst/>
              <a:gdLst/>
              <a:ahLst/>
              <a:cxnLst/>
              <a:rect l="l" t="t" r="r" b="b"/>
              <a:pathLst>
                <a:path w="1" h="15" extrusionOk="0">
                  <a:moveTo>
                    <a:pt x="0" y="15"/>
                  </a:moveTo>
                  <a:lnTo>
                    <a:pt x="0" y="1"/>
                  </a:lnTo>
                  <a:cubicBezTo>
                    <a:pt x="0" y="8"/>
                    <a:pt x="0" y="11"/>
                    <a:pt x="0" y="15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21" name="Google Shape;4479;p80">
              <a:extLst>
                <a:ext uri="{FF2B5EF4-FFF2-40B4-BE49-F238E27FC236}">
                  <a16:creationId xmlns:a16="http://schemas.microsoft.com/office/drawing/2014/main" id="{22D76AE6-1A1E-EB1D-6B72-00C3A683240A}"/>
                </a:ext>
              </a:extLst>
            </p:cNvPr>
            <p:cNvSpPr/>
            <p:nvPr/>
          </p:nvSpPr>
          <p:spPr>
            <a:xfrm>
              <a:off x="2029756" y="1975203"/>
              <a:ext cx="109" cy="394"/>
            </a:xfrm>
            <a:custGeom>
              <a:avLst/>
              <a:gdLst/>
              <a:ahLst/>
              <a:cxnLst/>
              <a:rect l="l" t="t" r="r" b="b"/>
              <a:pathLst>
                <a:path w="8" h="29" extrusionOk="0">
                  <a:moveTo>
                    <a:pt x="7" y="29"/>
                  </a:moveTo>
                  <a:lnTo>
                    <a:pt x="0" y="1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22" name="Google Shape;4480;p80">
              <a:extLst>
                <a:ext uri="{FF2B5EF4-FFF2-40B4-BE49-F238E27FC236}">
                  <a16:creationId xmlns:a16="http://schemas.microsoft.com/office/drawing/2014/main" id="{613571C3-4560-C8FE-7E83-ED11CE4DC731}"/>
                </a:ext>
              </a:extLst>
            </p:cNvPr>
            <p:cNvSpPr/>
            <p:nvPr/>
          </p:nvSpPr>
          <p:spPr>
            <a:xfrm>
              <a:off x="2028520" y="2002969"/>
              <a:ext cx="14" cy="204"/>
            </a:xfrm>
            <a:custGeom>
              <a:avLst/>
              <a:gdLst/>
              <a:ahLst/>
              <a:cxnLst/>
              <a:rect l="l" t="t" r="r" b="b"/>
              <a:pathLst>
                <a:path w="1" h="15" extrusionOk="0">
                  <a:moveTo>
                    <a:pt x="0" y="14"/>
                  </a:moveTo>
                  <a:lnTo>
                    <a:pt x="0" y="0"/>
                  </a:lnTo>
                  <a:cubicBezTo>
                    <a:pt x="0" y="4"/>
                    <a:pt x="0" y="11"/>
                    <a:pt x="0" y="14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23" name="Google Shape;4481;p80">
              <a:extLst>
                <a:ext uri="{FF2B5EF4-FFF2-40B4-BE49-F238E27FC236}">
                  <a16:creationId xmlns:a16="http://schemas.microsoft.com/office/drawing/2014/main" id="{49EADB85-7D2A-9B60-29EB-208943CD7CCF}"/>
                </a:ext>
              </a:extLst>
            </p:cNvPr>
            <p:cNvSpPr/>
            <p:nvPr/>
          </p:nvSpPr>
          <p:spPr>
            <a:xfrm>
              <a:off x="2028561" y="2003444"/>
              <a:ext cx="14" cy="204"/>
            </a:xfrm>
            <a:custGeom>
              <a:avLst/>
              <a:gdLst/>
              <a:ahLst/>
              <a:cxnLst/>
              <a:rect l="l" t="t" r="r" b="b"/>
              <a:pathLst>
                <a:path w="1" h="15" extrusionOk="0">
                  <a:moveTo>
                    <a:pt x="1" y="0"/>
                  </a:moveTo>
                  <a:lnTo>
                    <a:pt x="1" y="14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24" name="Google Shape;4482;p80">
              <a:extLst>
                <a:ext uri="{FF2B5EF4-FFF2-40B4-BE49-F238E27FC236}">
                  <a16:creationId xmlns:a16="http://schemas.microsoft.com/office/drawing/2014/main" id="{B5E596F2-B0C3-68EB-07D0-1225B851EAE6}"/>
                </a:ext>
              </a:extLst>
            </p:cNvPr>
            <p:cNvSpPr/>
            <p:nvPr/>
          </p:nvSpPr>
          <p:spPr>
            <a:xfrm>
              <a:off x="2028262" y="2002195"/>
              <a:ext cx="81" cy="122"/>
            </a:xfrm>
            <a:custGeom>
              <a:avLst/>
              <a:gdLst/>
              <a:ahLst/>
              <a:cxnLst/>
              <a:rect l="l" t="t" r="r" b="b"/>
              <a:pathLst>
                <a:path w="6" h="9" extrusionOk="0">
                  <a:moveTo>
                    <a:pt x="1" y="1"/>
                  </a:moveTo>
                  <a:cubicBezTo>
                    <a:pt x="1" y="1"/>
                    <a:pt x="5" y="6"/>
                    <a:pt x="5" y="8"/>
                  </a:cubicBezTo>
                  <a:cubicBezTo>
                    <a:pt x="5" y="5"/>
                    <a:pt x="5" y="1"/>
                    <a:pt x="2" y="1"/>
                  </a:cubicBezTo>
                  <a:cubicBezTo>
                    <a:pt x="1" y="1"/>
                    <a:pt x="1" y="1"/>
                    <a:pt x="1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25" name="Google Shape;4483;p80">
              <a:extLst>
                <a:ext uri="{FF2B5EF4-FFF2-40B4-BE49-F238E27FC236}">
                  <a16:creationId xmlns:a16="http://schemas.microsoft.com/office/drawing/2014/main" id="{69CD0BFE-E1E7-88D6-2F95-E3282A6DE466}"/>
                </a:ext>
              </a:extLst>
            </p:cNvPr>
            <p:cNvSpPr/>
            <p:nvPr/>
          </p:nvSpPr>
          <p:spPr>
            <a:xfrm>
              <a:off x="2028425" y="2002534"/>
              <a:ext cx="54" cy="204"/>
            </a:xfrm>
            <a:custGeom>
              <a:avLst/>
              <a:gdLst/>
              <a:ahLst/>
              <a:cxnLst/>
              <a:rect l="l" t="t" r="r" b="b"/>
              <a:pathLst>
                <a:path w="4" h="15" extrusionOk="0">
                  <a:moveTo>
                    <a:pt x="0" y="1"/>
                  </a:moveTo>
                  <a:cubicBezTo>
                    <a:pt x="0" y="4"/>
                    <a:pt x="4" y="11"/>
                    <a:pt x="4" y="15"/>
                  </a:cubicBezTo>
                  <a:cubicBezTo>
                    <a:pt x="4" y="11"/>
                    <a:pt x="4" y="8"/>
                    <a:pt x="0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26" name="Google Shape;4484;p80">
              <a:extLst>
                <a:ext uri="{FF2B5EF4-FFF2-40B4-BE49-F238E27FC236}">
                  <a16:creationId xmlns:a16="http://schemas.microsoft.com/office/drawing/2014/main" id="{4F3B8598-547E-8C8E-D316-6BC5C2A32259}"/>
                </a:ext>
              </a:extLst>
            </p:cNvPr>
            <p:cNvSpPr/>
            <p:nvPr/>
          </p:nvSpPr>
          <p:spPr>
            <a:xfrm>
              <a:off x="2030231" y="1977728"/>
              <a:ext cx="54" cy="353"/>
            </a:xfrm>
            <a:custGeom>
              <a:avLst/>
              <a:gdLst/>
              <a:ahLst/>
              <a:cxnLst/>
              <a:rect l="l" t="t" r="r" b="b"/>
              <a:pathLst>
                <a:path w="4" h="26" extrusionOk="0">
                  <a:moveTo>
                    <a:pt x="4" y="25"/>
                  </a:moveTo>
                  <a:lnTo>
                    <a:pt x="0" y="1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27" name="Google Shape;4485;p80">
              <a:extLst>
                <a:ext uri="{FF2B5EF4-FFF2-40B4-BE49-F238E27FC236}">
                  <a16:creationId xmlns:a16="http://schemas.microsoft.com/office/drawing/2014/main" id="{1653563F-FF46-8F4D-9773-6C5DE9B70C4F}"/>
                </a:ext>
              </a:extLst>
            </p:cNvPr>
            <p:cNvSpPr/>
            <p:nvPr/>
          </p:nvSpPr>
          <p:spPr>
            <a:xfrm>
              <a:off x="2030747" y="1981530"/>
              <a:ext cx="14" cy="163"/>
            </a:xfrm>
            <a:custGeom>
              <a:avLst/>
              <a:gdLst/>
              <a:ahLst/>
              <a:cxnLst/>
              <a:rect l="l" t="t" r="r" b="b"/>
              <a:pathLst>
                <a:path w="1" h="12" extrusionOk="0">
                  <a:moveTo>
                    <a:pt x="1" y="11"/>
                  </a:moveTo>
                  <a:lnTo>
                    <a:pt x="1" y="1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28" name="Google Shape;4486;p80">
              <a:extLst>
                <a:ext uri="{FF2B5EF4-FFF2-40B4-BE49-F238E27FC236}">
                  <a16:creationId xmlns:a16="http://schemas.microsoft.com/office/drawing/2014/main" id="{B2664450-571E-C206-EF23-0D0C7E34AFAC}"/>
                </a:ext>
              </a:extLst>
            </p:cNvPr>
            <p:cNvSpPr/>
            <p:nvPr/>
          </p:nvSpPr>
          <p:spPr>
            <a:xfrm>
              <a:off x="2030652" y="1980539"/>
              <a:ext cx="14" cy="244"/>
            </a:xfrm>
            <a:custGeom>
              <a:avLst/>
              <a:gdLst/>
              <a:ahLst/>
              <a:cxnLst/>
              <a:rect l="l" t="t" r="r" b="b"/>
              <a:pathLst>
                <a:path w="1" h="18" extrusionOk="0">
                  <a:moveTo>
                    <a:pt x="1" y="18"/>
                  </a:moveTo>
                  <a:lnTo>
                    <a:pt x="1" y="0"/>
                  </a:lnTo>
                  <a:cubicBezTo>
                    <a:pt x="1" y="7"/>
                    <a:pt x="1" y="14"/>
                    <a:pt x="1" y="18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29" name="Google Shape;4487;p80">
              <a:extLst>
                <a:ext uri="{FF2B5EF4-FFF2-40B4-BE49-F238E27FC236}">
                  <a16:creationId xmlns:a16="http://schemas.microsoft.com/office/drawing/2014/main" id="{18C9DC3A-605A-2497-75A4-F9BD9FAF5836}"/>
                </a:ext>
              </a:extLst>
            </p:cNvPr>
            <p:cNvSpPr/>
            <p:nvPr/>
          </p:nvSpPr>
          <p:spPr>
            <a:xfrm>
              <a:off x="2030557" y="1979914"/>
              <a:ext cx="68" cy="299"/>
            </a:xfrm>
            <a:custGeom>
              <a:avLst/>
              <a:gdLst/>
              <a:ahLst/>
              <a:cxnLst/>
              <a:rect l="l" t="t" r="r" b="b"/>
              <a:pathLst>
                <a:path w="5" h="22" extrusionOk="0">
                  <a:moveTo>
                    <a:pt x="4" y="22"/>
                  </a:moveTo>
                  <a:lnTo>
                    <a:pt x="1" y="1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30" name="Google Shape;4488;p80">
              <a:extLst>
                <a:ext uri="{FF2B5EF4-FFF2-40B4-BE49-F238E27FC236}">
                  <a16:creationId xmlns:a16="http://schemas.microsoft.com/office/drawing/2014/main" id="{43A3247A-991B-5525-32AC-FC0247C4B5BC}"/>
                </a:ext>
              </a:extLst>
            </p:cNvPr>
            <p:cNvSpPr/>
            <p:nvPr/>
          </p:nvSpPr>
          <p:spPr>
            <a:xfrm>
              <a:off x="2029281" y="1973397"/>
              <a:ext cx="109" cy="394"/>
            </a:xfrm>
            <a:custGeom>
              <a:avLst/>
              <a:gdLst/>
              <a:ahLst/>
              <a:cxnLst/>
              <a:rect l="l" t="t" r="r" b="b"/>
              <a:pathLst>
                <a:path w="8" h="29" extrusionOk="0">
                  <a:moveTo>
                    <a:pt x="7" y="29"/>
                  </a:moveTo>
                  <a:lnTo>
                    <a:pt x="0" y="1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31" name="Google Shape;4489;p80">
              <a:extLst>
                <a:ext uri="{FF2B5EF4-FFF2-40B4-BE49-F238E27FC236}">
                  <a16:creationId xmlns:a16="http://schemas.microsoft.com/office/drawing/2014/main" id="{3D3639BB-6DE3-E5CB-DC52-D6FB5290B870}"/>
                </a:ext>
              </a:extLst>
            </p:cNvPr>
            <p:cNvSpPr/>
            <p:nvPr/>
          </p:nvSpPr>
          <p:spPr>
            <a:xfrm>
              <a:off x="2030367" y="1978488"/>
              <a:ext cx="68" cy="353"/>
            </a:xfrm>
            <a:custGeom>
              <a:avLst/>
              <a:gdLst/>
              <a:ahLst/>
              <a:cxnLst/>
              <a:rect l="l" t="t" r="r" b="b"/>
              <a:pathLst>
                <a:path w="5" h="26" extrusionOk="0">
                  <a:moveTo>
                    <a:pt x="4" y="25"/>
                  </a:moveTo>
                  <a:lnTo>
                    <a:pt x="1" y="1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32" name="Google Shape;4490;p80">
              <a:extLst>
                <a:ext uri="{FF2B5EF4-FFF2-40B4-BE49-F238E27FC236}">
                  <a16:creationId xmlns:a16="http://schemas.microsoft.com/office/drawing/2014/main" id="{EACB7215-BE99-AE41-C750-1DD4C4D57548}"/>
                </a:ext>
              </a:extLst>
            </p:cNvPr>
            <p:cNvSpPr/>
            <p:nvPr/>
          </p:nvSpPr>
          <p:spPr>
            <a:xfrm>
              <a:off x="2029511" y="1974306"/>
              <a:ext cx="109" cy="394"/>
            </a:xfrm>
            <a:custGeom>
              <a:avLst/>
              <a:gdLst/>
              <a:ahLst/>
              <a:cxnLst/>
              <a:rect l="l" t="t" r="r" b="b"/>
              <a:pathLst>
                <a:path w="8" h="29" extrusionOk="0">
                  <a:moveTo>
                    <a:pt x="8" y="28"/>
                  </a:moveTo>
                  <a:lnTo>
                    <a:pt x="1" y="0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33" name="Google Shape;4491;p80">
              <a:extLst>
                <a:ext uri="{FF2B5EF4-FFF2-40B4-BE49-F238E27FC236}">
                  <a16:creationId xmlns:a16="http://schemas.microsoft.com/office/drawing/2014/main" id="{CFE49D62-DCCE-71AD-3DF1-684E8772625C}"/>
                </a:ext>
              </a:extLst>
            </p:cNvPr>
            <p:cNvSpPr/>
            <p:nvPr/>
          </p:nvSpPr>
          <p:spPr>
            <a:xfrm>
              <a:off x="2030706" y="1981109"/>
              <a:ext cx="14" cy="204"/>
            </a:xfrm>
            <a:custGeom>
              <a:avLst/>
              <a:gdLst/>
              <a:ahLst/>
              <a:cxnLst/>
              <a:rect l="l" t="t" r="r" b="b"/>
              <a:pathLst>
                <a:path w="1" h="15" extrusionOk="0">
                  <a:moveTo>
                    <a:pt x="0" y="14"/>
                  </a:moveTo>
                  <a:lnTo>
                    <a:pt x="0" y="0"/>
                  </a:lnTo>
                  <a:cubicBezTo>
                    <a:pt x="0" y="4"/>
                    <a:pt x="0" y="7"/>
                    <a:pt x="0" y="14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34" name="Google Shape;4492;p80">
              <a:extLst>
                <a:ext uri="{FF2B5EF4-FFF2-40B4-BE49-F238E27FC236}">
                  <a16:creationId xmlns:a16="http://schemas.microsoft.com/office/drawing/2014/main" id="{ED0EDBDF-79ED-B898-4B51-01F5BC5E04F5}"/>
                </a:ext>
              </a:extLst>
            </p:cNvPr>
            <p:cNvSpPr/>
            <p:nvPr/>
          </p:nvSpPr>
          <p:spPr>
            <a:xfrm>
              <a:off x="2030462" y="1979249"/>
              <a:ext cx="68" cy="299"/>
            </a:xfrm>
            <a:custGeom>
              <a:avLst/>
              <a:gdLst/>
              <a:ahLst/>
              <a:cxnLst/>
              <a:rect l="l" t="t" r="r" b="b"/>
              <a:pathLst>
                <a:path w="5" h="22" extrusionOk="0">
                  <a:moveTo>
                    <a:pt x="4" y="22"/>
                  </a:moveTo>
                  <a:lnTo>
                    <a:pt x="1" y="1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35" name="Google Shape;4493;p80">
              <a:extLst>
                <a:ext uri="{FF2B5EF4-FFF2-40B4-BE49-F238E27FC236}">
                  <a16:creationId xmlns:a16="http://schemas.microsoft.com/office/drawing/2014/main" id="{ED70FEA6-DDB6-959A-4880-944AE9B06686}"/>
                </a:ext>
              </a:extLst>
            </p:cNvPr>
            <p:cNvSpPr/>
            <p:nvPr/>
          </p:nvSpPr>
          <p:spPr>
            <a:xfrm>
              <a:off x="2028425" y="2004666"/>
              <a:ext cx="54" cy="177"/>
            </a:xfrm>
            <a:custGeom>
              <a:avLst/>
              <a:gdLst/>
              <a:ahLst/>
              <a:cxnLst/>
              <a:rect l="l" t="t" r="r" b="b"/>
              <a:pathLst>
                <a:path w="4" h="13" extrusionOk="0">
                  <a:moveTo>
                    <a:pt x="1" y="1"/>
                  </a:moveTo>
                  <a:cubicBezTo>
                    <a:pt x="1" y="1"/>
                    <a:pt x="0" y="1"/>
                    <a:pt x="0" y="2"/>
                  </a:cubicBezTo>
                  <a:lnTo>
                    <a:pt x="0" y="12"/>
                  </a:lnTo>
                  <a:cubicBezTo>
                    <a:pt x="3" y="9"/>
                    <a:pt x="1" y="1"/>
                    <a:pt x="1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36" name="Google Shape;4494;p80">
              <a:extLst>
                <a:ext uri="{FF2B5EF4-FFF2-40B4-BE49-F238E27FC236}">
                  <a16:creationId xmlns:a16="http://schemas.microsoft.com/office/drawing/2014/main" id="{AF6A160A-D994-BA91-4CBB-3F2235966E4F}"/>
                </a:ext>
              </a:extLst>
            </p:cNvPr>
            <p:cNvSpPr/>
            <p:nvPr/>
          </p:nvSpPr>
          <p:spPr>
            <a:xfrm>
              <a:off x="2028995" y="1972541"/>
              <a:ext cx="109" cy="394"/>
            </a:xfrm>
            <a:custGeom>
              <a:avLst/>
              <a:gdLst/>
              <a:ahLst/>
              <a:cxnLst/>
              <a:rect l="l" t="t" r="r" b="b"/>
              <a:pathLst>
                <a:path w="8" h="29" extrusionOk="0">
                  <a:moveTo>
                    <a:pt x="7" y="29"/>
                  </a:moveTo>
                  <a:lnTo>
                    <a:pt x="0" y="1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37" name="Google Shape;4495;p80">
              <a:extLst>
                <a:ext uri="{FF2B5EF4-FFF2-40B4-BE49-F238E27FC236}">
                  <a16:creationId xmlns:a16="http://schemas.microsoft.com/office/drawing/2014/main" id="{31EF702D-FC0D-2A19-9EF9-CBF9BB5BACEF}"/>
                </a:ext>
              </a:extLst>
            </p:cNvPr>
            <p:cNvSpPr/>
            <p:nvPr/>
          </p:nvSpPr>
          <p:spPr>
            <a:xfrm>
              <a:off x="2029892" y="1976072"/>
              <a:ext cx="109" cy="339"/>
            </a:xfrm>
            <a:custGeom>
              <a:avLst/>
              <a:gdLst/>
              <a:ahLst/>
              <a:cxnLst/>
              <a:rect l="l" t="t" r="r" b="b"/>
              <a:pathLst>
                <a:path w="8" h="25" extrusionOk="0">
                  <a:moveTo>
                    <a:pt x="8" y="25"/>
                  </a:moveTo>
                  <a:lnTo>
                    <a:pt x="1" y="0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38" name="Google Shape;4496;p80">
              <a:extLst>
                <a:ext uri="{FF2B5EF4-FFF2-40B4-BE49-F238E27FC236}">
                  <a16:creationId xmlns:a16="http://schemas.microsoft.com/office/drawing/2014/main" id="{02F4EC41-046C-76FB-6234-53F133AC696B}"/>
                </a:ext>
              </a:extLst>
            </p:cNvPr>
            <p:cNvSpPr/>
            <p:nvPr/>
          </p:nvSpPr>
          <p:spPr>
            <a:xfrm>
              <a:off x="2028425" y="1970885"/>
              <a:ext cx="54" cy="204"/>
            </a:xfrm>
            <a:custGeom>
              <a:avLst/>
              <a:gdLst/>
              <a:ahLst/>
              <a:cxnLst/>
              <a:rect l="l" t="t" r="r" b="b"/>
              <a:pathLst>
                <a:path w="4" h="15" extrusionOk="0">
                  <a:moveTo>
                    <a:pt x="4" y="14"/>
                  </a:moveTo>
                  <a:lnTo>
                    <a:pt x="0" y="0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39" name="Google Shape;4497;p80">
              <a:extLst>
                <a:ext uri="{FF2B5EF4-FFF2-40B4-BE49-F238E27FC236}">
                  <a16:creationId xmlns:a16="http://schemas.microsoft.com/office/drawing/2014/main" id="{2FBE55C4-1D58-FE49-A18B-7F9D01428953}"/>
                </a:ext>
              </a:extLst>
            </p:cNvPr>
            <p:cNvSpPr/>
            <p:nvPr/>
          </p:nvSpPr>
          <p:spPr>
            <a:xfrm>
              <a:off x="2025044" y="1994320"/>
              <a:ext cx="3055" cy="7563"/>
            </a:xfrm>
            <a:custGeom>
              <a:avLst/>
              <a:gdLst/>
              <a:ahLst/>
              <a:cxnLst/>
              <a:rect l="l" t="t" r="r" b="b"/>
              <a:pathLst>
                <a:path w="225" h="557" extrusionOk="0">
                  <a:moveTo>
                    <a:pt x="225" y="557"/>
                  </a:moveTo>
                  <a:cubicBezTo>
                    <a:pt x="151" y="459"/>
                    <a:pt x="1" y="67"/>
                    <a:pt x="8" y="0"/>
                  </a:cubicBezTo>
                  <a:cubicBezTo>
                    <a:pt x="1" y="67"/>
                    <a:pt x="151" y="459"/>
                    <a:pt x="225" y="557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40" name="Google Shape;4498;p80">
              <a:extLst>
                <a:ext uri="{FF2B5EF4-FFF2-40B4-BE49-F238E27FC236}">
                  <a16:creationId xmlns:a16="http://schemas.microsoft.com/office/drawing/2014/main" id="{13973F27-4C22-6971-7E72-6C867EA9251F}"/>
                </a:ext>
              </a:extLst>
            </p:cNvPr>
            <p:cNvSpPr/>
            <p:nvPr/>
          </p:nvSpPr>
          <p:spPr>
            <a:xfrm>
              <a:off x="2028710" y="1971686"/>
              <a:ext cx="109" cy="353"/>
            </a:xfrm>
            <a:custGeom>
              <a:avLst/>
              <a:gdLst/>
              <a:ahLst/>
              <a:cxnLst/>
              <a:rect l="l" t="t" r="r" b="b"/>
              <a:pathLst>
                <a:path w="8" h="26" extrusionOk="0">
                  <a:moveTo>
                    <a:pt x="7" y="25"/>
                  </a:moveTo>
                  <a:lnTo>
                    <a:pt x="0" y="1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41" name="Google Shape;4499;p80">
              <a:extLst>
                <a:ext uri="{FF2B5EF4-FFF2-40B4-BE49-F238E27FC236}">
                  <a16:creationId xmlns:a16="http://schemas.microsoft.com/office/drawing/2014/main" id="{B9836709-2601-5D6B-BC66-E90A6F9C7D32}"/>
                </a:ext>
              </a:extLst>
            </p:cNvPr>
            <p:cNvSpPr/>
            <p:nvPr/>
          </p:nvSpPr>
          <p:spPr>
            <a:xfrm>
              <a:off x="1936777" y="1949351"/>
              <a:ext cx="53305" cy="39619"/>
            </a:xfrm>
            <a:custGeom>
              <a:avLst/>
              <a:gdLst/>
              <a:ahLst/>
              <a:cxnLst/>
              <a:rect l="l" t="t" r="r" b="b"/>
              <a:pathLst>
                <a:path w="3926" h="2918" extrusionOk="0">
                  <a:moveTo>
                    <a:pt x="750" y="1"/>
                  </a:moveTo>
                  <a:lnTo>
                    <a:pt x="747" y="71"/>
                  </a:lnTo>
                  <a:lnTo>
                    <a:pt x="736" y="67"/>
                  </a:lnTo>
                  <a:cubicBezTo>
                    <a:pt x="736" y="71"/>
                    <a:pt x="732" y="78"/>
                    <a:pt x="732" y="81"/>
                  </a:cubicBezTo>
                  <a:cubicBezTo>
                    <a:pt x="729" y="88"/>
                    <a:pt x="725" y="95"/>
                    <a:pt x="722" y="102"/>
                  </a:cubicBezTo>
                  <a:cubicBezTo>
                    <a:pt x="722" y="109"/>
                    <a:pt x="718" y="116"/>
                    <a:pt x="715" y="120"/>
                  </a:cubicBezTo>
                  <a:cubicBezTo>
                    <a:pt x="711" y="127"/>
                    <a:pt x="708" y="130"/>
                    <a:pt x="704" y="137"/>
                  </a:cubicBezTo>
                  <a:cubicBezTo>
                    <a:pt x="701" y="144"/>
                    <a:pt x="697" y="148"/>
                    <a:pt x="694" y="155"/>
                  </a:cubicBezTo>
                  <a:cubicBezTo>
                    <a:pt x="690" y="158"/>
                    <a:pt x="687" y="165"/>
                    <a:pt x="683" y="169"/>
                  </a:cubicBezTo>
                  <a:cubicBezTo>
                    <a:pt x="680" y="172"/>
                    <a:pt x="676" y="179"/>
                    <a:pt x="669" y="183"/>
                  </a:cubicBezTo>
                  <a:cubicBezTo>
                    <a:pt x="666" y="190"/>
                    <a:pt x="662" y="193"/>
                    <a:pt x="659" y="197"/>
                  </a:cubicBezTo>
                  <a:cubicBezTo>
                    <a:pt x="652" y="200"/>
                    <a:pt x="645" y="207"/>
                    <a:pt x="638" y="211"/>
                  </a:cubicBezTo>
                  <a:lnTo>
                    <a:pt x="627" y="218"/>
                  </a:lnTo>
                  <a:cubicBezTo>
                    <a:pt x="617" y="225"/>
                    <a:pt x="603" y="232"/>
                    <a:pt x="592" y="235"/>
                  </a:cubicBezTo>
                  <a:lnTo>
                    <a:pt x="582" y="239"/>
                  </a:lnTo>
                  <a:cubicBezTo>
                    <a:pt x="592" y="270"/>
                    <a:pt x="610" y="298"/>
                    <a:pt x="627" y="326"/>
                  </a:cubicBezTo>
                  <a:cubicBezTo>
                    <a:pt x="652" y="354"/>
                    <a:pt x="666" y="393"/>
                    <a:pt x="669" y="428"/>
                  </a:cubicBezTo>
                  <a:cubicBezTo>
                    <a:pt x="666" y="480"/>
                    <a:pt x="638" y="522"/>
                    <a:pt x="592" y="547"/>
                  </a:cubicBezTo>
                  <a:cubicBezTo>
                    <a:pt x="554" y="574"/>
                    <a:pt x="509" y="588"/>
                    <a:pt x="463" y="588"/>
                  </a:cubicBezTo>
                  <a:cubicBezTo>
                    <a:pt x="438" y="588"/>
                    <a:pt x="413" y="583"/>
                    <a:pt x="389" y="575"/>
                  </a:cubicBezTo>
                  <a:cubicBezTo>
                    <a:pt x="337" y="575"/>
                    <a:pt x="179" y="697"/>
                    <a:pt x="102" y="757"/>
                  </a:cubicBezTo>
                  <a:cubicBezTo>
                    <a:pt x="71" y="785"/>
                    <a:pt x="39" y="809"/>
                    <a:pt x="11" y="827"/>
                  </a:cubicBezTo>
                  <a:lnTo>
                    <a:pt x="1" y="834"/>
                  </a:lnTo>
                  <a:cubicBezTo>
                    <a:pt x="53" y="890"/>
                    <a:pt x="99" y="956"/>
                    <a:pt x="137" y="1026"/>
                  </a:cubicBezTo>
                  <a:cubicBezTo>
                    <a:pt x="183" y="1121"/>
                    <a:pt x="249" y="1201"/>
                    <a:pt x="333" y="1264"/>
                  </a:cubicBezTo>
                  <a:cubicBezTo>
                    <a:pt x="540" y="1415"/>
                    <a:pt x="771" y="1600"/>
                    <a:pt x="932" y="1884"/>
                  </a:cubicBezTo>
                  <a:lnTo>
                    <a:pt x="957" y="1863"/>
                  </a:lnTo>
                  <a:lnTo>
                    <a:pt x="974" y="1845"/>
                  </a:lnTo>
                  <a:lnTo>
                    <a:pt x="1009" y="1814"/>
                  </a:lnTo>
                  <a:lnTo>
                    <a:pt x="1027" y="1800"/>
                  </a:lnTo>
                  <a:lnTo>
                    <a:pt x="1051" y="1775"/>
                  </a:lnTo>
                  <a:lnTo>
                    <a:pt x="1069" y="1761"/>
                  </a:lnTo>
                  <a:lnTo>
                    <a:pt x="1083" y="1744"/>
                  </a:lnTo>
                  <a:lnTo>
                    <a:pt x="1097" y="1730"/>
                  </a:lnTo>
                  <a:lnTo>
                    <a:pt x="1111" y="1716"/>
                  </a:lnTo>
                  <a:lnTo>
                    <a:pt x="1125" y="1702"/>
                  </a:lnTo>
                  <a:lnTo>
                    <a:pt x="1135" y="1691"/>
                  </a:lnTo>
                  <a:lnTo>
                    <a:pt x="1146" y="1681"/>
                  </a:lnTo>
                  <a:lnTo>
                    <a:pt x="1156" y="1670"/>
                  </a:lnTo>
                  <a:lnTo>
                    <a:pt x="1163" y="1660"/>
                  </a:lnTo>
                  <a:lnTo>
                    <a:pt x="1174" y="1649"/>
                  </a:lnTo>
                  <a:lnTo>
                    <a:pt x="1181" y="1639"/>
                  </a:lnTo>
                  <a:lnTo>
                    <a:pt x="1184" y="1632"/>
                  </a:lnTo>
                  <a:lnTo>
                    <a:pt x="1191" y="1625"/>
                  </a:lnTo>
                  <a:lnTo>
                    <a:pt x="1195" y="1618"/>
                  </a:lnTo>
                  <a:lnTo>
                    <a:pt x="1202" y="1611"/>
                  </a:lnTo>
                  <a:lnTo>
                    <a:pt x="1205" y="1607"/>
                  </a:lnTo>
                  <a:lnTo>
                    <a:pt x="1209" y="1600"/>
                  </a:lnTo>
                  <a:lnTo>
                    <a:pt x="1209" y="1597"/>
                  </a:lnTo>
                  <a:lnTo>
                    <a:pt x="1212" y="1590"/>
                  </a:lnTo>
                  <a:lnTo>
                    <a:pt x="1212" y="1583"/>
                  </a:lnTo>
                  <a:cubicBezTo>
                    <a:pt x="1216" y="1579"/>
                    <a:pt x="1216" y="1576"/>
                    <a:pt x="1216" y="1572"/>
                  </a:cubicBezTo>
                  <a:cubicBezTo>
                    <a:pt x="1216" y="1527"/>
                    <a:pt x="1237" y="1481"/>
                    <a:pt x="1275" y="1453"/>
                  </a:cubicBezTo>
                  <a:cubicBezTo>
                    <a:pt x="1303" y="1432"/>
                    <a:pt x="1335" y="1424"/>
                    <a:pt x="1368" y="1424"/>
                  </a:cubicBezTo>
                  <a:cubicBezTo>
                    <a:pt x="1406" y="1424"/>
                    <a:pt x="1446" y="1434"/>
                    <a:pt x="1489" y="1443"/>
                  </a:cubicBezTo>
                  <a:lnTo>
                    <a:pt x="1548" y="1453"/>
                  </a:lnTo>
                  <a:cubicBezTo>
                    <a:pt x="1557" y="1455"/>
                    <a:pt x="1567" y="1456"/>
                    <a:pt x="1577" y="1456"/>
                  </a:cubicBezTo>
                  <a:cubicBezTo>
                    <a:pt x="1628" y="1456"/>
                    <a:pt x="1690" y="1435"/>
                    <a:pt x="1751" y="1415"/>
                  </a:cubicBezTo>
                  <a:cubicBezTo>
                    <a:pt x="1814" y="1390"/>
                    <a:pt x="1881" y="1373"/>
                    <a:pt x="1947" y="1369"/>
                  </a:cubicBezTo>
                  <a:cubicBezTo>
                    <a:pt x="2119" y="1369"/>
                    <a:pt x="2448" y="1838"/>
                    <a:pt x="2448" y="1982"/>
                  </a:cubicBezTo>
                  <a:lnTo>
                    <a:pt x="2448" y="2021"/>
                  </a:lnTo>
                  <a:lnTo>
                    <a:pt x="2448" y="2035"/>
                  </a:lnTo>
                  <a:lnTo>
                    <a:pt x="2448" y="2059"/>
                  </a:lnTo>
                  <a:lnTo>
                    <a:pt x="2448" y="2077"/>
                  </a:lnTo>
                  <a:lnTo>
                    <a:pt x="2448" y="2094"/>
                  </a:lnTo>
                  <a:cubicBezTo>
                    <a:pt x="2448" y="2101"/>
                    <a:pt x="2448" y="2108"/>
                    <a:pt x="2451" y="2115"/>
                  </a:cubicBezTo>
                  <a:cubicBezTo>
                    <a:pt x="2455" y="2122"/>
                    <a:pt x="2451" y="2126"/>
                    <a:pt x="2455" y="2133"/>
                  </a:cubicBezTo>
                  <a:cubicBezTo>
                    <a:pt x="2458" y="2140"/>
                    <a:pt x="2458" y="2147"/>
                    <a:pt x="2458" y="2154"/>
                  </a:cubicBezTo>
                  <a:cubicBezTo>
                    <a:pt x="2462" y="2161"/>
                    <a:pt x="2458" y="2164"/>
                    <a:pt x="2462" y="2168"/>
                  </a:cubicBezTo>
                  <a:cubicBezTo>
                    <a:pt x="2465" y="2175"/>
                    <a:pt x="2465" y="2182"/>
                    <a:pt x="2469" y="2189"/>
                  </a:cubicBezTo>
                  <a:cubicBezTo>
                    <a:pt x="2472" y="2196"/>
                    <a:pt x="2472" y="2199"/>
                    <a:pt x="2472" y="2206"/>
                  </a:cubicBezTo>
                  <a:cubicBezTo>
                    <a:pt x="2476" y="2210"/>
                    <a:pt x="2479" y="2220"/>
                    <a:pt x="2483" y="2224"/>
                  </a:cubicBezTo>
                  <a:cubicBezTo>
                    <a:pt x="2486" y="2231"/>
                    <a:pt x="2486" y="2234"/>
                    <a:pt x="2486" y="2241"/>
                  </a:cubicBezTo>
                  <a:cubicBezTo>
                    <a:pt x="2490" y="2245"/>
                    <a:pt x="2493" y="2252"/>
                    <a:pt x="2497" y="2259"/>
                  </a:cubicBezTo>
                  <a:cubicBezTo>
                    <a:pt x="2500" y="2266"/>
                    <a:pt x="2504" y="2269"/>
                    <a:pt x="2507" y="2273"/>
                  </a:cubicBezTo>
                  <a:lnTo>
                    <a:pt x="2577" y="2259"/>
                  </a:lnTo>
                  <a:lnTo>
                    <a:pt x="2584" y="2259"/>
                  </a:lnTo>
                  <a:cubicBezTo>
                    <a:pt x="2640" y="2248"/>
                    <a:pt x="2696" y="2238"/>
                    <a:pt x="2742" y="2231"/>
                  </a:cubicBezTo>
                  <a:lnTo>
                    <a:pt x="2745" y="2231"/>
                  </a:lnTo>
                  <a:lnTo>
                    <a:pt x="2784" y="2224"/>
                  </a:lnTo>
                  <a:lnTo>
                    <a:pt x="2791" y="2224"/>
                  </a:lnTo>
                  <a:lnTo>
                    <a:pt x="2823" y="2220"/>
                  </a:lnTo>
                  <a:lnTo>
                    <a:pt x="2830" y="2220"/>
                  </a:lnTo>
                  <a:lnTo>
                    <a:pt x="2854" y="2217"/>
                  </a:lnTo>
                  <a:lnTo>
                    <a:pt x="2879" y="2217"/>
                  </a:lnTo>
                  <a:cubicBezTo>
                    <a:pt x="2910" y="2217"/>
                    <a:pt x="2942" y="2234"/>
                    <a:pt x="2963" y="2259"/>
                  </a:cubicBezTo>
                  <a:cubicBezTo>
                    <a:pt x="3033" y="2343"/>
                    <a:pt x="3120" y="2584"/>
                    <a:pt x="3099" y="2756"/>
                  </a:cubicBezTo>
                  <a:cubicBezTo>
                    <a:pt x="3089" y="2822"/>
                    <a:pt x="3127" y="2885"/>
                    <a:pt x="3187" y="2913"/>
                  </a:cubicBezTo>
                  <a:cubicBezTo>
                    <a:pt x="3196" y="2917"/>
                    <a:pt x="3204" y="2918"/>
                    <a:pt x="3210" y="2918"/>
                  </a:cubicBezTo>
                  <a:cubicBezTo>
                    <a:pt x="3231" y="2918"/>
                    <a:pt x="3240" y="2905"/>
                    <a:pt x="3243" y="2899"/>
                  </a:cubicBezTo>
                  <a:cubicBezTo>
                    <a:pt x="3342" y="2758"/>
                    <a:pt x="3406" y="2670"/>
                    <a:pt x="3479" y="2670"/>
                  </a:cubicBezTo>
                  <a:cubicBezTo>
                    <a:pt x="3485" y="2670"/>
                    <a:pt x="3492" y="2670"/>
                    <a:pt x="3498" y="2672"/>
                  </a:cubicBezTo>
                  <a:cubicBezTo>
                    <a:pt x="3540" y="2679"/>
                    <a:pt x="3568" y="2710"/>
                    <a:pt x="3575" y="2752"/>
                  </a:cubicBezTo>
                  <a:lnTo>
                    <a:pt x="3579" y="2756"/>
                  </a:lnTo>
                  <a:lnTo>
                    <a:pt x="3582" y="2756"/>
                  </a:lnTo>
                  <a:lnTo>
                    <a:pt x="3589" y="2759"/>
                  </a:lnTo>
                  <a:cubicBezTo>
                    <a:pt x="3607" y="2738"/>
                    <a:pt x="3628" y="2717"/>
                    <a:pt x="3649" y="2700"/>
                  </a:cubicBezTo>
                  <a:cubicBezTo>
                    <a:pt x="3670" y="2682"/>
                    <a:pt x="3691" y="2665"/>
                    <a:pt x="3708" y="2644"/>
                  </a:cubicBezTo>
                  <a:cubicBezTo>
                    <a:pt x="3715" y="2630"/>
                    <a:pt x="3708" y="2609"/>
                    <a:pt x="3680" y="2556"/>
                  </a:cubicBezTo>
                  <a:cubicBezTo>
                    <a:pt x="3649" y="2497"/>
                    <a:pt x="3607" y="2416"/>
                    <a:pt x="3652" y="2325"/>
                  </a:cubicBezTo>
                  <a:cubicBezTo>
                    <a:pt x="3685" y="2261"/>
                    <a:pt x="3731" y="2245"/>
                    <a:pt x="3772" y="2245"/>
                  </a:cubicBezTo>
                  <a:cubicBezTo>
                    <a:pt x="3807" y="2245"/>
                    <a:pt x="3838" y="2256"/>
                    <a:pt x="3859" y="2262"/>
                  </a:cubicBezTo>
                  <a:cubicBezTo>
                    <a:pt x="3887" y="2273"/>
                    <a:pt x="3900" y="2277"/>
                    <a:pt x="3908" y="2277"/>
                  </a:cubicBezTo>
                  <a:cubicBezTo>
                    <a:pt x="3913" y="2277"/>
                    <a:pt x="3916" y="2275"/>
                    <a:pt x="3918" y="2273"/>
                  </a:cubicBezTo>
                  <a:cubicBezTo>
                    <a:pt x="3925" y="2262"/>
                    <a:pt x="3880" y="2171"/>
                    <a:pt x="3862" y="2143"/>
                  </a:cubicBezTo>
                  <a:cubicBezTo>
                    <a:pt x="3824" y="2077"/>
                    <a:pt x="3785" y="2017"/>
                    <a:pt x="3806" y="1958"/>
                  </a:cubicBezTo>
                  <a:cubicBezTo>
                    <a:pt x="3827" y="1891"/>
                    <a:pt x="3799" y="1817"/>
                    <a:pt x="3740" y="1782"/>
                  </a:cubicBezTo>
                  <a:cubicBezTo>
                    <a:pt x="3733" y="1779"/>
                    <a:pt x="3726" y="1772"/>
                    <a:pt x="3719" y="1768"/>
                  </a:cubicBezTo>
                  <a:lnTo>
                    <a:pt x="3712" y="1761"/>
                  </a:lnTo>
                  <a:cubicBezTo>
                    <a:pt x="3708" y="1758"/>
                    <a:pt x="3701" y="1754"/>
                    <a:pt x="3698" y="1751"/>
                  </a:cubicBezTo>
                  <a:cubicBezTo>
                    <a:pt x="3698" y="1747"/>
                    <a:pt x="3694" y="1744"/>
                    <a:pt x="3694" y="1740"/>
                  </a:cubicBezTo>
                  <a:cubicBezTo>
                    <a:pt x="3691" y="1737"/>
                    <a:pt x="3687" y="1733"/>
                    <a:pt x="3684" y="1730"/>
                  </a:cubicBezTo>
                  <a:cubicBezTo>
                    <a:pt x="3684" y="1726"/>
                    <a:pt x="3680" y="1723"/>
                    <a:pt x="3680" y="1719"/>
                  </a:cubicBezTo>
                  <a:cubicBezTo>
                    <a:pt x="3677" y="1716"/>
                    <a:pt x="3677" y="1709"/>
                    <a:pt x="3673" y="1705"/>
                  </a:cubicBezTo>
                  <a:cubicBezTo>
                    <a:pt x="3670" y="1702"/>
                    <a:pt x="3670" y="1698"/>
                    <a:pt x="3670" y="1695"/>
                  </a:cubicBezTo>
                  <a:cubicBezTo>
                    <a:pt x="3666" y="1691"/>
                    <a:pt x="3666" y="1684"/>
                    <a:pt x="3666" y="1681"/>
                  </a:cubicBezTo>
                  <a:cubicBezTo>
                    <a:pt x="3663" y="1674"/>
                    <a:pt x="3666" y="1670"/>
                    <a:pt x="3663" y="1667"/>
                  </a:cubicBezTo>
                  <a:cubicBezTo>
                    <a:pt x="3659" y="1663"/>
                    <a:pt x="3663" y="1656"/>
                    <a:pt x="3659" y="1653"/>
                  </a:cubicBezTo>
                  <a:cubicBezTo>
                    <a:pt x="3656" y="1646"/>
                    <a:pt x="3659" y="1642"/>
                    <a:pt x="3659" y="1639"/>
                  </a:cubicBezTo>
                  <a:lnTo>
                    <a:pt x="3659" y="1621"/>
                  </a:lnTo>
                  <a:lnTo>
                    <a:pt x="3659" y="1607"/>
                  </a:lnTo>
                  <a:lnTo>
                    <a:pt x="3659" y="1590"/>
                  </a:lnTo>
                  <a:lnTo>
                    <a:pt x="3659" y="1576"/>
                  </a:lnTo>
                  <a:lnTo>
                    <a:pt x="3659" y="1558"/>
                  </a:lnTo>
                  <a:lnTo>
                    <a:pt x="3659" y="1541"/>
                  </a:lnTo>
                  <a:lnTo>
                    <a:pt x="3659" y="1523"/>
                  </a:lnTo>
                  <a:lnTo>
                    <a:pt x="3659" y="1506"/>
                  </a:lnTo>
                  <a:cubicBezTo>
                    <a:pt x="3659" y="1502"/>
                    <a:pt x="3659" y="1495"/>
                    <a:pt x="3663" y="1488"/>
                  </a:cubicBezTo>
                  <a:lnTo>
                    <a:pt x="3663" y="1471"/>
                  </a:lnTo>
                  <a:lnTo>
                    <a:pt x="3666" y="1453"/>
                  </a:lnTo>
                  <a:lnTo>
                    <a:pt x="3670" y="1432"/>
                  </a:lnTo>
                  <a:lnTo>
                    <a:pt x="3673" y="1415"/>
                  </a:lnTo>
                  <a:lnTo>
                    <a:pt x="3677" y="1397"/>
                  </a:lnTo>
                  <a:lnTo>
                    <a:pt x="3680" y="1376"/>
                  </a:lnTo>
                  <a:lnTo>
                    <a:pt x="3684" y="1359"/>
                  </a:lnTo>
                  <a:lnTo>
                    <a:pt x="3691" y="1338"/>
                  </a:lnTo>
                  <a:lnTo>
                    <a:pt x="3694" y="1320"/>
                  </a:lnTo>
                  <a:lnTo>
                    <a:pt x="3694" y="1313"/>
                  </a:lnTo>
                  <a:cubicBezTo>
                    <a:pt x="3673" y="1292"/>
                    <a:pt x="3656" y="1271"/>
                    <a:pt x="3638" y="1250"/>
                  </a:cubicBezTo>
                  <a:cubicBezTo>
                    <a:pt x="3610" y="1194"/>
                    <a:pt x="3593" y="1131"/>
                    <a:pt x="3589" y="1068"/>
                  </a:cubicBezTo>
                  <a:cubicBezTo>
                    <a:pt x="3586" y="1037"/>
                    <a:pt x="3579" y="1002"/>
                    <a:pt x="3565" y="970"/>
                  </a:cubicBezTo>
                  <a:cubicBezTo>
                    <a:pt x="3562" y="970"/>
                    <a:pt x="3560" y="970"/>
                    <a:pt x="3558" y="970"/>
                  </a:cubicBezTo>
                  <a:cubicBezTo>
                    <a:pt x="3490" y="970"/>
                    <a:pt x="3431" y="922"/>
                    <a:pt x="3421" y="851"/>
                  </a:cubicBezTo>
                  <a:cubicBezTo>
                    <a:pt x="3421" y="844"/>
                    <a:pt x="3421" y="837"/>
                    <a:pt x="3421" y="830"/>
                  </a:cubicBezTo>
                  <a:cubicBezTo>
                    <a:pt x="3421" y="774"/>
                    <a:pt x="3446" y="718"/>
                    <a:pt x="3488" y="683"/>
                  </a:cubicBezTo>
                  <a:lnTo>
                    <a:pt x="3470" y="666"/>
                  </a:lnTo>
                  <a:cubicBezTo>
                    <a:pt x="3397" y="613"/>
                    <a:pt x="3306" y="543"/>
                    <a:pt x="3306" y="452"/>
                  </a:cubicBezTo>
                  <a:cubicBezTo>
                    <a:pt x="3306" y="372"/>
                    <a:pt x="3201" y="169"/>
                    <a:pt x="3152" y="120"/>
                  </a:cubicBezTo>
                  <a:cubicBezTo>
                    <a:pt x="3110" y="151"/>
                    <a:pt x="3071" y="183"/>
                    <a:pt x="3033" y="221"/>
                  </a:cubicBezTo>
                  <a:cubicBezTo>
                    <a:pt x="2921" y="326"/>
                    <a:pt x="2844" y="389"/>
                    <a:pt x="2773" y="389"/>
                  </a:cubicBezTo>
                  <a:cubicBezTo>
                    <a:pt x="2721" y="382"/>
                    <a:pt x="2668" y="365"/>
                    <a:pt x="2623" y="340"/>
                  </a:cubicBezTo>
                  <a:cubicBezTo>
                    <a:pt x="2581" y="319"/>
                    <a:pt x="2523" y="293"/>
                    <a:pt x="2492" y="293"/>
                  </a:cubicBezTo>
                  <a:cubicBezTo>
                    <a:pt x="2487" y="293"/>
                    <a:pt x="2483" y="293"/>
                    <a:pt x="2479" y="295"/>
                  </a:cubicBezTo>
                  <a:cubicBezTo>
                    <a:pt x="2472" y="298"/>
                    <a:pt x="2465" y="309"/>
                    <a:pt x="2462" y="316"/>
                  </a:cubicBezTo>
                  <a:cubicBezTo>
                    <a:pt x="2448" y="354"/>
                    <a:pt x="2420" y="386"/>
                    <a:pt x="2381" y="403"/>
                  </a:cubicBezTo>
                  <a:cubicBezTo>
                    <a:pt x="2363" y="410"/>
                    <a:pt x="2345" y="413"/>
                    <a:pt x="2326" y="413"/>
                  </a:cubicBezTo>
                  <a:cubicBezTo>
                    <a:pt x="2293" y="413"/>
                    <a:pt x="2260" y="403"/>
                    <a:pt x="2231" y="386"/>
                  </a:cubicBezTo>
                  <a:cubicBezTo>
                    <a:pt x="2196" y="371"/>
                    <a:pt x="2178" y="365"/>
                    <a:pt x="2167" y="365"/>
                  </a:cubicBezTo>
                  <a:cubicBezTo>
                    <a:pt x="2156" y="365"/>
                    <a:pt x="2152" y="370"/>
                    <a:pt x="2147" y="379"/>
                  </a:cubicBezTo>
                  <a:cubicBezTo>
                    <a:pt x="2125" y="416"/>
                    <a:pt x="2081" y="439"/>
                    <a:pt x="2038" y="439"/>
                  </a:cubicBezTo>
                  <a:cubicBezTo>
                    <a:pt x="2032" y="439"/>
                    <a:pt x="2026" y="439"/>
                    <a:pt x="2021" y="438"/>
                  </a:cubicBezTo>
                  <a:cubicBezTo>
                    <a:pt x="1926" y="417"/>
                    <a:pt x="1884" y="270"/>
                    <a:pt x="1870" y="211"/>
                  </a:cubicBezTo>
                  <a:lnTo>
                    <a:pt x="1870" y="200"/>
                  </a:lnTo>
                  <a:lnTo>
                    <a:pt x="1870" y="197"/>
                  </a:lnTo>
                  <a:lnTo>
                    <a:pt x="1863" y="197"/>
                  </a:lnTo>
                  <a:lnTo>
                    <a:pt x="1835" y="204"/>
                  </a:lnTo>
                  <a:lnTo>
                    <a:pt x="1814" y="211"/>
                  </a:lnTo>
                  <a:lnTo>
                    <a:pt x="1776" y="218"/>
                  </a:lnTo>
                  <a:lnTo>
                    <a:pt x="1744" y="221"/>
                  </a:lnTo>
                  <a:lnTo>
                    <a:pt x="1716" y="228"/>
                  </a:lnTo>
                  <a:lnTo>
                    <a:pt x="1688" y="228"/>
                  </a:lnTo>
                  <a:lnTo>
                    <a:pt x="1664" y="232"/>
                  </a:lnTo>
                  <a:lnTo>
                    <a:pt x="1636" y="235"/>
                  </a:lnTo>
                  <a:lnTo>
                    <a:pt x="1447" y="235"/>
                  </a:lnTo>
                  <a:lnTo>
                    <a:pt x="1398" y="232"/>
                  </a:lnTo>
                  <a:lnTo>
                    <a:pt x="1384" y="232"/>
                  </a:lnTo>
                  <a:cubicBezTo>
                    <a:pt x="1342" y="228"/>
                    <a:pt x="1303" y="225"/>
                    <a:pt x="1268" y="218"/>
                  </a:cubicBezTo>
                  <a:lnTo>
                    <a:pt x="1254" y="218"/>
                  </a:lnTo>
                  <a:lnTo>
                    <a:pt x="1216" y="211"/>
                  </a:lnTo>
                  <a:lnTo>
                    <a:pt x="1202" y="207"/>
                  </a:lnTo>
                  <a:lnTo>
                    <a:pt x="1170" y="200"/>
                  </a:lnTo>
                  <a:lnTo>
                    <a:pt x="1156" y="197"/>
                  </a:lnTo>
                  <a:lnTo>
                    <a:pt x="1128" y="186"/>
                  </a:lnTo>
                  <a:lnTo>
                    <a:pt x="1118" y="183"/>
                  </a:lnTo>
                  <a:cubicBezTo>
                    <a:pt x="1107" y="179"/>
                    <a:pt x="1097" y="172"/>
                    <a:pt x="1086" y="169"/>
                  </a:cubicBezTo>
                  <a:cubicBezTo>
                    <a:pt x="1055" y="155"/>
                    <a:pt x="1030" y="130"/>
                    <a:pt x="1016" y="99"/>
                  </a:cubicBezTo>
                  <a:cubicBezTo>
                    <a:pt x="1013" y="95"/>
                    <a:pt x="1009" y="92"/>
                    <a:pt x="1002" y="88"/>
                  </a:cubicBezTo>
                  <a:cubicBezTo>
                    <a:pt x="925" y="46"/>
                    <a:pt x="838" y="18"/>
                    <a:pt x="750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42" name="Google Shape;4500;p80">
              <a:extLst>
                <a:ext uri="{FF2B5EF4-FFF2-40B4-BE49-F238E27FC236}">
                  <a16:creationId xmlns:a16="http://schemas.microsoft.com/office/drawing/2014/main" id="{F0D994EE-D766-B08F-C23E-FFFB1E377BD7}"/>
                </a:ext>
              </a:extLst>
            </p:cNvPr>
            <p:cNvSpPr/>
            <p:nvPr/>
          </p:nvSpPr>
          <p:spPr>
            <a:xfrm>
              <a:off x="1956464" y="1952582"/>
              <a:ext cx="244" cy="14"/>
            </a:xfrm>
            <a:custGeom>
              <a:avLst/>
              <a:gdLst/>
              <a:ahLst/>
              <a:cxnLst/>
              <a:rect l="l" t="t" r="r" b="b"/>
              <a:pathLst>
                <a:path w="18" h="1" extrusionOk="0">
                  <a:moveTo>
                    <a:pt x="18" y="1"/>
                  </a:moveTo>
                  <a:lnTo>
                    <a:pt x="0" y="1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43" name="Google Shape;4501;p80">
              <a:extLst>
                <a:ext uri="{FF2B5EF4-FFF2-40B4-BE49-F238E27FC236}">
                  <a16:creationId xmlns:a16="http://schemas.microsoft.com/office/drawing/2014/main" id="{E9085859-E90F-5EFF-1BB7-084268C731EB}"/>
                </a:ext>
              </a:extLst>
            </p:cNvPr>
            <p:cNvSpPr/>
            <p:nvPr/>
          </p:nvSpPr>
          <p:spPr>
            <a:xfrm>
              <a:off x="1957510" y="1952582"/>
              <a:ext cx="14" cy="14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0" y="1"/>
                  </a:move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44" name="Google Shape;4502;p80">
              <a:extLst>
                <a:ext uri="{FF2B5EF4-FFF2-40B4-BE49-F238E27FC236}">
                  <a16:creationId xmlns:a16="http://schemas.microsoft.com/office/drawing/2014/main" id="{5AEC603B-A151-5183-AE96-F5FCAC81CCF2}"/>
                </a:ext>
              </a:extLst>
            </p:cNvPr>
            <p:cNvSpPr/>
            <p:nvPr/>
          </p:nvSpPr>
          <p:spPr>
            <a:xfrm>
              <a:off x="1953898" y="1952352"/>
              <a:ext cx="149" cy="14"/>
            </a:xfrm>
            <a:custGeom>
              <a:avLst/>
              <a:gdLst/>
              <a:ahLst/>
              <a:cxnLst/>
              <a:rect l="l" t="t" r="r" b="b"/>
              <a:pathLst>
                <a:path w="11" h="1" extrusionOk="0">
                  <a:moveTo>
                    <a:pt x="11" y="0"/>
                  </a:moveTo>
                  <a:lnTo>
                    <a:pt x="0" y="0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45" name="Google Shape;4503;p80">
              <a:extLst>
                <a:ext uri="{FF2B5EF4-FFF2-40B4-BE49-F238E27FC236}">
                  <a16:creationId xmlns:a16="http://schemas.microsoft.com/office/drawing/2014/main" id="{DD376BBF-1633-616C-409A-D3A3596C68BC}"/>
                </a:ext>
              </a:extLst>
            </p:cNvPr>
            <p:cNvSpPr/>
            <p:nvPr/>
          </p:nvSpPr>
          <p:spPr>
            <a:xfrm>
              <a:off x="1953138" y="1952162"/>
              <a:ext cx="244" cy="54"/>
            </a:xfrm>
            <a:custGeom>
              <a:avLst/>
              <a:gdLst/>
              <a:ahLst/>
              <a:cxnLst/>
              <a:rect l="l" t="t" r="r" b="b"/>
              <a:pathLst>
                <a:path w="18" h="4" extrusionOk="0">
                  <a:moveTo>
                    <a:pt x="18" y="4"/>
                  </a:moveTo>
                  <a:lnTo>
                    <a:pt x="0" y="0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46" name="Google Shape;4504;p80">
              <a:extLst>
                <a:ext uri="{FF2B5EF4-FFF2-40B4-BE49-F238E27FC236}">
                  <a16:creationId xmlns:a16="http://schemas.microsoft.com/office/drawing/2014/main" id="{C8A7D646-22DC-A832-B72C-03CBC779C064}"/>
                </a:ext>
              </a:extLst>
            </p:cNvPr>
            <p:cNvSpPr/>
            <p:nvPr/>
          </p:nvSpPr>
          <p:spPr>
            <a:xfrm>
              <a:off x="1951997" y="1951822"/>
              <a:ext cx="149" cy="68"/>
            </a:xfrm>
            <a:custGeom>
              <a:avLst/>
              <a:gdLst/>
              <a:ahLst/>
              <a:cxnLst/>
              <a:rect l="l" t="t" r="r" b="b"/>
              <a:pathLst>
                <a:path w="11" h="5" extrusionOk="0">
                  <a:moveTo>
                    <a:pt x="11" y="4"/>
                  </a:moveTo>
                  <a:lnTo>
                    <a:pt x="0" y="1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47" name="Google Shape;4505;p80">
              <a:extLst>
                <a:ext uri="{FF2B5EF4-FFF2-40B4-BE49-F238E27FC236}">
                  <a16:creationId xmlns:a16="http://schemas.microsoft.com/office/drawing/2014/main" id="{FC3F30F8-5330-ED84-E238-57F5D8F8325D}"/>
                </a:ext>
              </a:extLst>
            </p:cNvPr>
            <p:cNvSpPr/>
            <p:nvPr/>
          </p:nvSpPr>
          <p:spPr>
            <a:xfrm>
              <a:off x="1952513" y="1952012"/>
              <a:ext cx="204" cy="68"/>
            </a:xfrm>
            <a:custGeom>
              <a:avLst/>
              <a:gdLst/>
              <a:ahLst/>
              <a:cxnLst/>
              <a:rect l="l" t="t" r="r" b="b"/>
              <a:pathLst>
                <a:path w="15" h="5" extrusionOk="0">
                  <a:moveTo>
                    <a:pt x="15" y="4"/>
                  </a:moveTo>
                  <a:lnTo>
                    <a:pt x="1" y="1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48" name="Google Shape;4506;p80">
              <a:extLst>
                <a:ext uri="{FF2B5EF4-FFF2-40B4-BE49-F238E27FC236}">
                  <a16:creationId xmlns:a16="http://schemas.microsoft.com/office/drawing/2014/main" id="{0479899E-4340-51E4-3637-4642B41A5646}"/>
                </a:ext>
              </a:extLst>
            </p:cNvPr>
            <p:cNvSpPr/>
            <p:nvPr/>
          </p:nvSpPr>
          <p:spPr>
            <a:xfrm>
              <a:off x="1955650" y="1952542"/>
              <a:ext cx="204" cy="14"/>
            </a:xfrm>
            <a:custGeom>
              <a:avLst/>
              <a:gdLst/>
              <a:ahLst/>
              <a:cxnLst/>
              <a:rect l="l" t="t" r="r" b="b"/>
              <a:pathLst>
                <a:path w="15" h="1" extrusionOk="0">
                  <a:moveTo>
                    <a:pt x="15" y="0"/>
                  </a:moveTo>
                  <a:lnTo>
                    <a:pt x="1" y="0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49" name="Google Shape;4507;p80">
              <a:extLst>
                <a:ext uri="{FF2B5EF4-FFF2-40B4-BE49-F238E27FC236}">
                  <a16:creationId xmlns:a16="http://schemas.microsoft.com/office/drawing/2014/main" id="{4C984EA6-D1C2-1924-052B-CFE08BE5699B}"/>
                </a:ext>
              </a:extLst>
            </p:cNvPr>
            <p:cNvSpPr/>
            <p:nvPr/>
          </p:nvSpPr>
          <p:spPr>
            <a:xfrm>
              <a:off x="1958026" y="1952582"/>
              <a:ext cx="353" cy="14"/>
            </a:xfrm>
            <a:custGeom>
              <a:avLst/>
              <a:gdLst/>
              <a:ahLst/>
              <a:cxnLst/>
              <a:rect l="l" t="t" r="r" b="b"/>
              <a:pathLst>
                <a:path w="26" h="1" extrusionOk="0">
                  <a:moveTo>
                    <a:pt x="25" y="1"/>
                  </a:moveTo>
                  <a:lnTo>
                    <a:pt x="1" y="1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50" name="Google Shape;4508;p80">
              <a:extLst>
                <a:ext uri="{FF2B5EF4-FFF2-40B4-BE49-F238E27FC236}">
                  <a16:creationId xmlns:a16="http://schemas.microsoft.com/office/drawing/2014/main" id="{642951CC-06D2-89FA-C370-6C37B9767937}"/>
                </a:ext>
              </a:extLst>
            </p:cNvPr>
            <p:cNvSpPr/>
            <p:nvPr/>
          </p:nvSpPr>
          <p:spPr>
            <a:xfrm>
              <a:off x="1958745" y="1952542"/>
              <a:ext cx="339" cy="14"/>
            </a:xfrm>
            <a:custGeom>
              <a:avLst/>
              <a:gdLst/>
              <a:ahLst/>
              <a:cxnLst/>
              <a:rect l="l" t="t" r="r" b="b"/>
              <a:pathLst>
                <a:path w="25" h="1" extrusionOk="0">
                  <a:moveTo>
                    <a:pt x="25" y="0"/>
                  </a:moveTo>
                  <a:lnTo>
                    <a:pt x="0" y="0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51" name="Google Shape;4509;p80">
              <a:extLst>
                <a:ext uri="{FF2B5EF4-FFF2-40B4-BE49-F238E27FC236}">
                  <a16:creationId xmlns:a16="http://schemas.microsoft.com/office/drawing/2014/main" id="{EC288605-378B-DE9C-ADD2-B43973E6C90B}"/>
                </a:ext>
              </a:extLst>
            </p:cNvPr>
            <p:cNvSpPr/>
            <p:nvPr/>
          </p:nvSpPr>
          <p:spPr>
            <a:xfrm>
              <a:off x="1960972" y="1952202"/>
              <a:ext cx="543" cy="109"/>
            </a:xfrm>
            <a:custGeom>
              <a:avLst/>
              <a:gdLst/>
              <a:ahLst/>
              <a:cxnLst/>
              <a:rect l="l" t="t" r="r" b="b"/>
              <a:pathLst>
                <a:path w="40" h="8" extrusionOk="0">
                  <a:moveTo>
                    <a:pt x="39" y="1"/>
                  </a:moveTo>
                  <a:lnTo>
                    <a:pt x="1" y="8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52" name="Google Shape;4510;p80">
              <a:extLst>
                <a:ext uri="{FF2B5EF4-FFF2-40B4-BE49-F238E27FC236}">
                  <a16:creationId xmlns:a16="http://schemas.microsoft.com/office/drawing/2014/main" id="{21F8C71F-9341-CB7B-3319-95F8E1DCB684}"/>
                </a:ext>
              </a:extLst>
            </p:cNvPr>
            <p:cNvSpPr/>
            <p:nvPr/>
          </p:nvSpPr>
          <p:spPr>
            <a:xfrm>
              <a:off x="1959451" y="1952487"/>
              <a:ext cx="353" cy="68"/>
            </a:xfrm>
            <a:custGeom>
              <a:avLst/>
              <a:gdLst/>
              <a:ahLst/>
              <a:cxnLst/>
              <a:rect l="l" t="t" r="r" b="b"/>
              <a:pathLst>
                <a:path w="26" h="5" extrusionOk="0">
                  <a:moveTo>
                    <a:pt x="25" y="1"/>
                  </a:moveTo>
                  <a:lnTo>
                    <a:pt x="1" y="4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53" name="Google Shape;4511;p80">
              <a:extLst>
                <a:ext uri="{FF2B5EF4-FFF2-40B4-BE49-F238E27FC236}">
                  <a16:creationId xmlns:a16="http://schemas.microsoft.com/office/drawing/2014/main" id="{067CE883-26FF-3ACD-6D40-28CB796B0151}"/>
                </a:ext>
              </a:extLst>
            </p:cNvPr>
            <p:cNvSpPr/>
            <p:nvPr/>
          </p:nvSpPr>
          <p:spPr>
            <a:xfrm>
              <a:off x="1960171" y="1952392"/>
              <a:ext cx="394" cy="68"/>
            </a:xfrm>
            <a:custGeom>
              <a:avLst/>
              <a:gdLst/>
              <a:ahLst/>
              <a:cxnLst/>
              <a:rect l="l" t="t" r="r" b="b"/>
              <a:pathLst>
                <a:path w="29" h="5" extrusionOk="0">
                  <a:moveTo>
                    <a:pt x="28" y="1"/>
                  </a:moveTo>
                  <a:lnTo>
                    <a:pt x="0" y="4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54" name="Google Shape;4512;p80">
              <a:extLst>
                <a:ext uri="{FF2B5EF4-FFF2-40B4-BE49-F238E27FC236}">
                  <a16:creationId xmlns:a16="http://schemas.microsoft.com/office/drawing/2014/main" id="{0BE818AF-25FF-569C-7011-E42323A477F2}"/>
                </a:ext>
              </a:extLst>
            </p:cNvPr>
            <p:cNvSpPr/>
            <p:nvPr/>
          </p:nvSpPr>
          <p:spPr>
            <a:xfrm>
              <a:off x="1961732" y="1952067"/>
              <a:ext cx="448" cy="109"/>
            </a:xfrm>
            <a:custGeom>
              <a:avLst/>
              <a:gdLst/>
              <a:ahLst/>
              <a:cxnLst/>
              <a:rect l="l" t="t" r="r" b="b"/>
              <a:pathLst>
                <a:path w="33" h="8" extrusionOk="0">
                  <a:moveTo>
                    <a:pt x="32" y="0"/>
                  </a:moveTo>
                  <a:lnTo>
                    <a:pt x="1" y="7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55" name="Google Shape;4513;p80">
              <a:extLst>
                <a:ext uri="{FF2B5EF4-FFF2-40B4-BE49-F238E27FC236}">
                  <a16:creationId xmlns:a16="http://schemas.microsoft.com/office/drawing/2014/main" id="{FB7302E8-7A8B-EFC4-F9FB-2B6C1174A6DA}"/>
                </a:ext>
              </a:extLst>
            </p:cNvPr>
            <p:cNvSpPr/>
            <p:nvPr/>
          </p:nvSpPr>
          <p:spPr>
            <a:xfrm>
              <a:off x="1946865" y="1949351"/>
              <a:ext cx="190" cy="964"/>
            </a:xfrm>
            <a:custGeom>
              <a:avLst/>
              <a:gdLst/>
              <a:ahLst/>
              <a:cxnLst/>
              <a:rect l="l" t="t" r="r" b="b"/>
              <a:pathLst>
                <a:path w="14" h="71" extrusionOk="0">
                  <a:moveTo>
                    <a:pt x="14" y="1"/>
                  </a:moveTo>
                  <a:lnTo>
                    <a:pt x="14" y="3"/>
                  </a:lnTo>
                  <a:lnTo>
                    <a:pt x="14" y="3"/>
                  </a:lnTo>
                  <a:cubicBezTo>
                    <a:pt x="14" y="2"/>
                    <a:pt x="14" y="1"/>
                    <a:pt x="14" y="1"/>
                  </a:cubicBezTo>
                  <a:close/>
                  <a:moveTo>
                    <a:pt x="14" y="3"/>
                  </a:moveTo>
                  <a:lnTo>
                    <a:pt x="14" y="3"/>
                  </a:lnTo>
                  <a:cubicBezTo>
                    <a:pt x="13" y="8"/>
                    <a:pt x="11" y="12"/>
                    <a:pt x="11" y="18"/>
                  </a:cubicBezTo>
                  <a:lnTo>
                    <a:pt x="11" y="25"/>
                  </a:lnTo>
                  <a:cubicBezTo>
                    <a:pt x="7" y="39"/>
                    <a:pt x="4" y="53"/>
                    <a:pt x="0" y="64"/>
                  </a:cubicBezTo>
                  <a:lnTo>
                    <a:pt x="11" y="71"/>
                  </a:lnTo>
                  <a:lnTo>
                    <a:pt x="14" y="3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56" name="Google Shape;4514;p80">
              <a:extLst>
                <a:ext uri="{FF2B5EF4-FFF2-40B4-BE49-F238E27FC236}">
                  <a16:creationId xmlns:a16="http://schemas.microsoft.com/office/drawing/2014/main" id="{9E25A1C6-ABBA-04E9-36A4-78B0E4B26A01}"/>
                </a:ext>
              </a:extLst>
            </p:cNvPr>
            <p:cNvSpPr/>
            <p:nvPr/>
          </p:nvSpPr>
          <p:spPr>
            <a:xfrm>
              <a:off x="1946756" y="1950261"/>
              <a:ext cx="109" cy="204"/>
            </a:xfrm>
            <a:custGeom>
              <a:avLst/>
              <a:gdLst/>
              <a:ahLst/>
              <a:cxnLst/>
              <a:rect l="l" t="t" r="r" b="b"/>
              <a:pathLst>
                <a:path w="8" h="15" extrusionOk="0">
                  <a:moveTo>
                    <a:pt x="8" y="0"/>
                  </a:moveTo>
                  <a:lnTo>
                    <a:pt x="8" y="0"/>
                  </a:lnTo>
                  <a:cubicBezTo>
                    <a:pt x="5" y="4"/>
                    <a:pt x="1" y="11"/>
                    <a:pt x="1" y="14"/>
                  </a:cubicBezTo>
                  <a:cubicBezTo>
                    <a:pt x="5" y="11"/>
                    <a:pt x="8" y="4"/>
                    <a:pt x="8" y="0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57" name="Google Shape;4515;p80">
              <a:extLst>
                <a:ext uri="{FF2B5EF4-FFF2-40B4-BE49-F238E27FC236}">
                  <a16:creationId xmlns:a16="http://schemas.microsoft.com/office/drawing/2014/main" id="{65B31092-D614-6E1F-E484-193243B4E2DE}"/>
                </a:ext>
              </a:extLst>
            </p:cNvPr>
            <p:cNvSpPr/>
            <p:nvPr/>
          </p:nvSpPr>
          <p:spPr>
            <a:xfrm>
              <a:off x="1946281" y="1951211"/>
              <a:ext cx="163" cy="244"/>
            </a:xfrm>
            <a:custGeom>
              <a:avLst/>
              <a:gdLst/>
              <a:ahLst/>
              <a:cxnLst/>
              <a:rect l="l" t="t" r="r" b="b"/>
              <a:pathLst>
                <a:path w="12" h="18" extrusionOk="0">
                  <a:moveTo>
                    <a:pt x="1" y="18"/>
                  </a:moveTo>
                  <a:cubicBezTo>
                    <a:pt x="4" y="11"/>
                    <a:pt x="8" y="7"/>
                    <a:pt x="11" y="0"/>
                  </a:cubicBezTo>
                  <a:cubicBezTo>
                    <a:pt x="8" y="7"/>
                    <a:pt x="4" y="11"/>
                    <a:pt x="1" y="18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58" name="Google Shape;4516;p80">
              <a:extLst>
                <a:ext uri="{FF2B5EF4-FFF2-40B4-BE49-F238E27FC236}">
                  <a16:creationId xmlns:a16="http://schemas.microsoft.com/office/drawing/2014/main" id="{0291B2E5-4ADE-4DF4-C47E-AA6BF5D44C67}"/>
                </a:ext>
              </a:extLst>
            </p:cNvPr>
            <p:cNvSpPr/>
            <p:nvPr/>
          </p:nvSpPr>
          <p:spPr>
            <a:xfrm>
              <a:off x="1936831" y="1960661"/>
              <a:ext cx="54" cy="14"/>
            </a:xfrm>
            <a:custGeom>
              <a:avLst/>
              <a:gdLst/>
              <a:ahLst/>
              <a:cxnLst/>
              <a:rect l="l" t="t" r="r" b="b"/>
              <a:pathLst>
                <a:path w="4" h="1" extrusionOk="0">
                  <a:moveTo>
                    <a:pt x="0" y="1"/>
                  </a:moveTo>
                  <a:lnTo>
                    <a:pt x="0" y="1"/>
                  </a:lnTo>
                  <a:lnTo>
                    <a:pt x="0" y="1"/>
                  </a:lnTo>
                  <a:lnTo>
                    <a:pt x="4" y="1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59" name="Google Shape;4517;p80">
              <a:extLst>
                <a:ext uri="{FF2B5EF4-FFF2-40B4-BE49-F238E27FC236}">
                  <a16:creationId xmlns:a16="http://schemas.microsoft.com/office/drawing/2014/main" id="{64EFBE5B-7FE7-FB1E-7F70-7BE326364752}"/>
                </a:ext>
              </a:extLst>
            </p:cNvPr>
            <p:cNvSpPr/>
            <p:nvPr/>
          </p:nvSpPr>
          <p:spPr>
            <a:xfrm>
              <a:off x="1945521" y="1952012"/>
              <a:ext cx="258" cy="204"/>
            </a:xfrm>
            <a:custGeom>
              <a:avLst/>
              <a:gdLst/>
              <a:ahLst/>
              <a:cxnLst/>
              <a:rect l="l" t="t" r="r" b="b"/>
              <a:pathLst>
                <a:path w="19" h="15" extrusionOk="0">
                  <a:moveTo>
                    <a:pt x="1" y="15"/>
                  </a:moveTo>
                  <a:cubicBezTo>
                    <a:pt x="8" y="8"/>
                    <a:pt x="11" y="4"/>
                    <a:pt x="18" y="1"/>
                  </a:cubicBezTo>
                  <a:cubicBezTo>
                    <a:pt x="11" y="4"/>
                    <a:pt x="8" y="8"/>
                    <a:pt x="1" y="15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60" name="Google Shape;4518;p80">
              <a:extLst>
                <a:ext uri="{FF2B5EF4-FFF2-40B4-BE49-F238E27FC236}">
                  <a16:creationId xmlns:a16="http://schemas.microsoft.com/office/drawing/2014/main" id="{B3957F88-DBC2-9B26-3F3C-C85015459A13}"/>
                </a:ext>
              </a:extLst>
            </p:cNvPr>
            <p:cNvSpPr/>
            <p:nvPr/>
          </p:nvSpPr>
          <p:spPr>
            <a:xfrm>
              <a:off x="1944856" y="1952297"/>
              <a:ext cx="489" cy="258"/>
            </a:xfrm>
            <a:custGeom>
              <a:avLst/>
              <a:gdLst/>
              <a:ahLst/>
              <a:cxnLst/>
              <a:rect l="l" t="t" r="r" b="b"/>
              <a:pathLst>
                <a:path w="36" h="19" extrusionOk="0">
                  <a:moveTo>
                    <a:pt x="1" y="18"/>
                  </a:moveTo>
                  <a:cubicBezTo>
                    <a:pt x="15" y="15"/>
                    <a:pt x="25" y="8"/>
                    <a:pt x="36" y="1"/>
                  </a:cubicBezTo>
                  <a:cubicBezTo>
                    <a:pt x="25" y="8"/>
                    <a:pt x="15" y="15"/>
                    <a:pt x="1" y="18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61" name="Google Shape;4519;p80">
              <a:extLst>
                <a:ext uri="{FF2B5EF4-FFF2-40B4-BE49-F238E27FC236}">
                  <a16:creationId xmlns:a16="http://schemas.microsoft.com/office/drawing/2014/main" id="{2FC441E9-2FD2-0A46-ACF4-5466BECF2A4B}"/>
                </a:ext>
              </a:extLst>
            </p:cNvPr>
            <p:cNvSpPr/>
            <p:nvPr/>
          </p:nvSpPr>
          <p:spPr>
            <a:xfrm>
              <a:off x="1936967" y="1959616"/>
              <a:ext cx="1249" cy="964"/>
            </a:xfrm>
            <a:custGeom>
              <a:avLst/>
              <a:gdLst/>
              <a:ahLst/>
              <a:cxnLst/>
              <a:rect l="l" t="t" r="r" b="b"/>
              <a:pathLst>
                <a:path w="92" h="71" extrusionOk="0">
                  <a:moveTo>
                    <a:pt x="92" y="1"/>
                  </a:moveTo>
                  <a:cubicBezTo>
                    <a:pt x="60" y="25"/>
                    <a:pt x="29" y="50"/>
                    <a:pt x="1" y="71"/>
                  </a:cubicBezTo>
                  <a:cubicBezTo>
                    <a:pt x="29" y="50"/>
                    <a:pt x="60" y="29"/>
                    <a:pt x="92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62" name="Google Shape;4520;p80">
              <a:extLst>
                <a:ext uri="{FF2B5EF4-FFF2-40B4-BE49-F238E27FC236}">
                  <a16:creationId xmlns:a16="http://schemas.microsoft.com/office/drawing/2014/main" id="{D5E8993F-8687-E980-E15C-95ADD9B51B48}"/>
                </a:ext>
              </a:extLst>
            </p:cNvPr>
            <p:cNvSpPr/>
            <p:nvPr/>
          </p:nvSpPr>
          <p:spPr>
            <a:xfrm>
              <a:off x="1945955" y="1951632"/>
              <a:ext cx="204" cy="204"/>
            </a:xfrm>
            <a:custGeom>
              <a:avLst/>
              <a:gdLst/>
              <a:ahLst/>
              <a:cxnLst/>
              <a:rect l="l" t="t" r="r" b="b"/>
              <a:pathLst>
                <a:path w="15" h="15" extrusionOk="0">
                  <a:moveTo>
                    <a:pt x="14" y="1"/>
                  </a:moveTo>
                  <a:cubicBezTo>
                    <a:pt x="7" y="4"/>
                    <a:pt x="4" y="11"/>
                    <a:pt x="0" y="15"/>
                  </a:cubicBezTo>
                  <a:cubicBezTo>
                    <a:pt x="4" y="11"/>
                    <a:pt x="11" y="4"/>
                    <a:pt x="14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63" name="Google Shape;4521;p80">
              <a:extLst>
                <a:ext uri="{FF2B5EF4-FFF2-40B4-BE49-F238E27FC236}">
                  <a16:creationId xmlns:a16="http://schemas.microsoft.com/office/drawing/2014/main" id="{34462503-D2B5-2B47-ABB7-BA8C291DE5C9}"/>
                </a:ext>
              </a:extLst>
            </p:cNvPr>
            <p:cNvSpPr/>
            <p:nvPr/>
          </p:nvSpPr>
          <p:spPr>
            <a:xfrm>
              <a:off x="1946526" y="1950736"/>
              <a:ext cx="149" cy="244"/>
            </a:xfrm>
            <a:custGeom>
              <a:avLst/>
              <a:gdLst/>
              <a:ahLst/>
              <a:cxnLst/>
              <a:rect l="l" t="t" r="r" b="b"/>
              <a:pathLst>
                <a:path w="11" h="18" extrusionOk="0">
                  <a:moveTo>
                    <a:pt x="11" y="0"/>
                  </a:moveTo>
                  <a:lnTo>
                    <a:pt x="11" y="0"/>
                  </a:lnTo>
                  <a:cubicBezTo>
                    <a:pt x="7" y="7"/>
                    <a:pt x="4" y="11"/>
                    <a:pt x="0" y="18"/>
                  </a:cubicBezTo>
                  <a:cubicBezTo>
                    <a:pt x="4" y="11"/>
                    <a:pt x="11" y="7"/>
                    <a:pt x="11" y="0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64" name="Google Shape;4522;p80">
              <a:extLst>
                <a:ext uri="{FF2B5EF4-FFF2-40B4-BE49-F238E27FC236}">
                  <a16:creationId xmlns:a16="http://schemas.microsoft.com/office/drawing/2014/main" id="{A68C8120-B917-9872-B91E-DD60238703CC}"/>
                </a:ext>
              </a:extLst>
            </p:cNvPr>
            <p:cNvSpPr/>
            <p:nvPr/>
          </p:nvSpPr>
          <p:spPr>
            <a:xfrm>
              <a:off x="1946865" y="1950206"/>
              <a:ext cx="0" cy="68"/>
            </a:xfrm>
            <a:custGeom>
              <a:avLst/>
              <a:gdLst/>
              <a:ahLst/>
              <a:cxnLst/>
              <a:rect l="l" t="t" r="r" b="b"/>
              <a:pathLst>
                <a:path h="5" extrusionOk="0">
                  <a:moveTo>
                    <a:pt x="0" y="1"/>
                  </a:moveTo>
                  <a:lnTo>
                    <a:pt x="0" y="4"/>
                  </a:lnTo>
                  <a:lnTo>
                    <a:pt x="0" y="4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65" name="Google Shape;4523;p80">
              <a:extLst>
                <a:ext uri="{FF2B5EF4-FFF2-40B4-BE49-F238E27FC236}">
                  <a16:creationId xmlns:a16="http://schemas.microsoft.com/office/drawing/2014/main" id="{F9A9923A-1E93-52D6-11DF-289CA9434D6C}"/>
                </a:ext>
              </a:extLst>
            </p:cNvPr>
            <p:cNvSpPr/>
            <p:nvPr/>
          </p:nvSpPr>
          <p:spPr>
            <a:xfrm>
              <a:off x="1946960" y="1949595"/>
              <a:ext cx="0" cy="109"/>
            </a:xfrm>
            <a:custGeom>
              <a:avLst/>
              <a:gdLst/>
              <a:ahLst/>
              <a:cxnLst/>
              <a:rect l="l" t="t" r="r" b="b"/>
              <a:pathLst>
                <a:path h="8" extrusionOk="0">
                  <a:moveTo>
                    <a:pt x="0" y="7"/>
                  </a:moveTo>
                  <a:lnTo>
                    <a:pt x="0" y="0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66" name="Google Shape;4524;p80">
              <a:extLst>
                <a:ext uri="{FF2B5EF4-FFF2-40B4-BE49-F238E27FC236}">
                  <a16:creationId xmlns:a16="http://schemas.microsoft.com/office/drawing/2014/main" id="{1AA84288-70CD-3854-3ED7-087AB83E71AA}"/>
                </a:ext>
              </a:extLst>
            </p:cNvPr>
            <p:cNvSpPr/>
            <p:nvPr/>
          </p:nvSpPr>
          <p:spPr>
            <a:xfrm>
              <a:off x="1987217" y="1973261"/>
              <a:ext cx="109" cy="109"/>
            </a:xfrm>
            <a:custGeom>
              <a:avLst/>
              <a:gdLst/>
              <a:ahLst/>
              <a:cxnLst/>
              <a:rect l="l" t="t" r="r" b="b"/>
              <a:pathLst>
                <a:path w="8" h="8" extrusionOk="0">
                  <a:moveTo>
                    <a:pt x="7" y="7"/>
                  </a:moveTo>
                  <a:lnTo>
                    <a:pt x="0" y="0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67" name="Google Shape;4525;p80">
              <a:extLst>
                <a:ext uri="{FF2B5EF4-FFF2-40B4-BE49-F238E27FC236}">
                  <a16:creationId xmlns:a16="http://schemas.microsoft.com/office/drawing/2014/main" id="{2C6F4F0A-BF69-7EE0-8614-E310B0790321}"/>
                </a:ext>
              </a:extLst>
            </p:cNvPr>
            <p:cNvSpPr/>
            <p:nvPr/>
          </p:nvSpPr>
          <p:spPr>
            <a:xfrm>
              <a:off x="1986498" y="1969839"/>
              <a:ext cx="68" cy="204"/>
            </a:xfrm>
            <a:custGeom>
              <a:avLst/>
              <a:gdLst/>
              <a:ahLst/>
              <a:cxnLst/>
              <a:rect l="l" t="t" r="r" b="b"/>
              <a:pathLst>
                <a:path w="5" h="15" extrusionOk="0">
                  <a:moveTo>
                    <a:pt x="1" y="0"/>
                  </a:moveTo>
                  <a:lnTo>
                    <a:pt x="1" y="14"/>
                  </a:lnTo>
                  <a:cubicBezTo>
                    <a:pt x="4" y="11"/>
                    <a:pt x="4" y="4"/>
                    <a:pt x="1" y="0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68" name="Google Shape;4526;p80">
              <a:extLst>
                <a:ext uri="{FF2B5EF4-FFF2-40B4-BE49-F238E27FC236}">
                  <a16:creationId xmlns:a16="http://schemas.microsoft.com/office/drawing/2014/main" id="{6E8904CA-983C-3A2B-C2DC-555FD092B44B}"/>
                </a:ext>
              </a:extLst>
            </p:cNvPr>
            <p:cNvSpPr/>
            <p:nvPr/>
          </p:nvSpPr>
          <p:spPr>
            <a:xfrm>
              <a:off x="1986783" y="1972677"/>
              <a:ext cx="109" cy="163"/>
            </a:xfrm>
            <a:custGeom>
              <a:avLst/>
              <a:gdLst/>
              <a:ahLst/>
              <a:cxnLst/>
              <a:rect l="l" t="t" r="r" b="b"/>
              <a:pathLst>
                <a:path w="8" h="12" extrusionOk="0">
                  <a:moveTo>
                    <a:pt x="1" y="1"/>
                  </a:moveTo>
                  <a:cubicBezTo>
                    <a:pt x="1" y="1"/>
                    <a:pt x="1" y="1"/>
                    <a:pt x="1" y="1"/>
                  </a:cubicBezTo>
                  <a:cubicBezTo>
                    <a:pt x="1" y="2"/>
                    <a:pt x="2" y="3"/>
                    <a:pt x="2" y="3"/>
                  </a:cubicBezTo>
                  <a:lnTo>
                    <a:pt x="2" y="3"/>
                  </a:lnTo>
                  <a:cubicBezTo>
                    <a:pt x="2" y="2"/>
                    <a:pt x="1" y="1"/>
                    <a:pt x="1" y="1"/>
                  </a:cubicBezTo>
                  <a:close/>
                  <a:moveTo>
                    <a:pt x="2" y="3"/>
                  </a:moveTo>
                  <a:lnTo>
                    <a:pt x="2" y="3"/>
                  </a:lnTo>
                  <a:cubicBezTo>
                    <a:pt x="4" y="6"/>
                    <a:pt x="6" y="10"/>
                    <a:pt x="8" y="12"/>
                  </a:cubicBezTo>
                  <a:cubicBezTo>
                    <a:pt x="8" y="9"/>
                    <a:pt x="5" y="6"/>
                    <a:pt x="2" y="3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69" name="Google Shape;4527;p80">
              <a:extLst>
                <a:ext uri="{FF2B5EF4-FFF2-40B4-BE49-F238E27FC236}">
                  <a16:creationId xmlns:a16="http://schemas.microsoft.com/office/drawing/2014/main" id="{56DB1B65-D88F-6831-9265-C3BBBC17B523}"/>
                </a:ext>
              </a:extLst>
            </p:cNvPr>
            <p:cNvSpPr/>
            <p:nvPr/>
          </p:nvSpPr>
          <p:spPr>
            <a:xfrm>
              <a:off x="1986457" y="1970315"/>
              <a:ext cx="54" cy="204"/>
            </a:xfrm>
            <a:custGeom>
              <a:avLst/>
              <a:gdLst/>
              <a:ahLst/>
              <a:cxnLst/>
              <a:rect l="l" t="t" r="r" b="b"/>
              <a:pathLst>
                <a:path w="4" h="15" extrusionOk="0">
                  <a:moveTo>
                    <a:pt x="0" y="0"/>
                  </a:moveTo>
                  <a:lnTo>
                    <a:pt x="0" y="14"/>
                  </a:lnTo>
                  <a:cubicBezTo>
                    <a:pt x="4" y="11"/>
                    <a:pt x="4" y="4"/>
                    <a:pt x="0" y="0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70" name="Google Shape;4528;p80">
              <a:extLst>
                <a:ext uri="{FF2B5EF4-FFF2-40B4-BE49-F238E27FC236}">
                  <a16:creationId xmlns:a16="http://schemas.microsoft.com/office/drawing/2014/main" id="{DA306058-78BC-4A01-5E6E-41580053437B}"/>
                </a:ext>
              </a:extLst>
            </p:cNvPr>
            <p:cNvSpPr/>
            <p:nvPr/>
          </p:nvSpPr>
          <p:spPr>
            <a:xfrm>
              <a:off x="1985547" y="1985236"/>
              <a:ext cx="1629" cy="1629"/>
            </a:xfrm>
            <a:custGeom>
              <a:avLst/>
              <a:gdLst/>
              <a:ahLst/>
              <a:cxnLst/>
              <a:rect l="l" t="t" r="r" b="b"/>
              <a:pathLst>
                <a:path w="120" h="120" extrusionOk="0">
                  <a:moveTo>
                    <a:pt x="64" y="60"/>
                  </a:moveTo>
                  <a:cubicBezTo>
                    <a:pt x="85" y="43"/>
                    <a:pt x="102" y="22"/>
                    <a:pt x="120" y="1"/>
                  </a:cubicBezTo>
                  <a:cubicBezTo>
                    <a:pt x="102" y="22"/>
                    <a:pt x="85" y="43"/>
                    <a:pt x="64" y="60"/>
                  </a:cubicBezTo>
                  <a:cubicBezTo>
                    <a:pt x="39" y="78"/>
                    <a:pt x="18" y="99"/>
                    <a:pt x="1" y="120"/>
                  </a:cubicBezTo>
                  <a:lnTo>
                    <a:pt x="1" y="120"/>
                  </a:lnTo>
                  <a:cubicBezTo>
                    <a:pt x="18" y="99"/>
                    <a:pt x="39" y="78"/>
                    <a:pt x="64" y="60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71" name="Google Shape;4529;p80">
              <a:extLst>
                <a:ext uri="{FF2B5EF4-FFF2-40B4-BE49-F238E27FC236}">
                  <a16:creationId xmlns:a16="http://schemas.microsoft.com/office/drawing/2014/main" id="{2BB3F0A2-5ABF-998D-CC3B-29FC0759B556}"/>
                </a:ext>
              </a:extLst>
            </p:cNvPr>
            <p:cNvSpPr/>
            <p:nvPr/>
          </p:nvSpPr>
          <p:spPr>
            <a:xfrm>
              <a:off x="1986878" y="1967789"/>
              <a:ext cx="68" cy="258"/>
            </a:xfrm>
            <a:custGeom>
              <a:avLst/>
              <a:gdLst/>
              <a:ahLst/>
              <a:cxnLst/>
              <a:rect l="l" t="t" r="r" b="b"/>
              <a:pathLst>
                <a:path w="5" h="19" extrusionOk="0">
                  <a:moveTo>
                    <a:pt x="1" y="18"/>
                  </a:moveTo>
                  <a:lnTo>
                    <a:pt x="4" y="1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72" name="Google Shape;4530;p80">
              <a:extLst>
                <a:ext uri="{FF2B5EF4-FFF2-40B4-BE49-F238E27FC236}">
                  <a16:creationId xmlns:a16="http://schemas.microsoft.com/office/drawing/2014/main" id="{07D2385D-C055-6C1C-193A-87A958846814}"/>
                </a:ext>
              </a:extLst>
            </p:cNvPr>
            <p:cNvSpPr/>
            <p:nvPr/>
          </p:nvSpPr>
          <p:spPr>
            <a:xfrm>
              <a:off x="1986742" y="1968319"/>
              <a:ext cx="54" cy="244"/>
            </a:xfrm>
            <a:custGeom>
              <a:avLst/>
              <a:gdLst/>
              <a:ahLst/>
              <a:cxnLst/>
              <a:rect l="l" t="t" r="r" b="b"/>
              <a:pathLst>
                <a:path w="4" h="18" extrusionOk="0">
                  <a:moveTo>
                    <a:pt x="0" y="18"/>
                  </a:moveTo>
                  <a:lnTo>
                    <a:pt x="4" y="0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73" name="Google Shape;4531;p80">
              <a:extLst>
                <a:ext uri="{FF2B5EF4-FFF2-40B4-BE49-F238E27FC236}">
                  <a16:creationId xmlns:a16="http://schemas.microsoft.com/office/drawing/2014/main" id="{5B88E0BD-F58F-5411-5B0C-E571FFF9117A}"/>
                </a:ext>
              </a:extLst>
            </p:cNvPr>
            <p:cNvSpPr/>
            <p:nvPr/>
          </p:nvSpPr>
          <p:spPr>
            <a:xfrm>
              <a:off x="1986457" y="1971211"/>
              <a:ext cx="14" cy="204"/>
            </a:xfrm>
            <a:custGeom>
              <a:avLst/>
              <a:gdLst/>
              <a:ahLst/>
              <a:cxnLst/>
              <a:rect l="l" t="t" r="r" b="b"/>
              <a:pathLst>
                <a:path w="1" h="15" extrusionOk="0">
                  <a:moveTo>
                    <a:pt x="0" y="15"/>
                  </a:moveTo>
                  <a:lnTo>
                    <a:pt x="0" y="1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74" name="Google Shape;4532;p80">
              <a:extLst>
                <a:ext uri="{FF2B5EF4-FFF2-40B4-BE49-F238E27FC236}">
                  <a16:creationId xmlns:a16="http://schemas.microsoft.com/office/drawing/2014/main" id="{28CCFE03-4433-C2A2-A94E-3E9D01C343FD}"/>
                </a:ext>
              </a:extLst>
            </p:cNvPr>
            <p:cNvSpPr/>
            <p:nvPr/>
          </p:nvSpPr>
          <p:spPr>
            <a:xfrm>
              <a:off x="1986688" y="1968835"/>
              <a:ext cx="14" cy="258"/>
            </a:xfrm>
            <a:custGeom>
              <a:avLst/>
              <a:gdLst/>
              <a:ahLst/>
              <a:cxnLst/>
              <a:rect l="l" t="t" r="r" b="b"/>
              <a:pathLst>
                <a:path w="1" h="19" extrusionOk="0">
                  <a:moveTo>
                    <a:pt x="1" y="18"/>
                  </a:moveTo>
                  <a:lnTo>
                    <a:pt x="1" y="1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75" name="Google Shape;4533;p80">
              <a:extLst>
                <a:ext uri="{FF2B5EF4-FFF2-40B4-BE49-F238E27FC236}">
                  <a16:creationId xmlns:a16="http://schemas.microsoft.com/office/drawing/2014/main" id="{2FE3A5F7-22C6-13E0-84DA-5F9777F08B42}"/>
                </a:ext>
              </a:extLst>
            </p:cNvPr>
            <p:cNvSpPr/>
            <p:nvPr/>
          </p:nvSpPr>
          <p:spPr>
            <a:xfrm>
              <a:off x="1986457" y="1970736"/>
              <a:ext cx="14" cy="258"/>
            </a:xfrm>
            <a:custGeom>
              <a:avLst/>
              <a:gdLst/>
              <a:ahLst/>
              <a:cxnLst/>
              <a:rect l="l" t="t" r="r" b="b"/>
              <a:pathLst>
                <a:path w="1" h="19" extrusionOk="0">
                  <a:moveTo>
                    <a:pt x="0" y="18"/>
                  </a:moveTo>
                  <a:lnTo>
                    <a:pt x="0" y="1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76" name="Google Shape;4534;p80">
              <a:extLst>
                <a:ext uri="{FF2B5EF4-FFF2-40B4-BE49-F238E27FC236}">
                  <a16:creationId xmlns:a16="http://schemas.microsoft.com/office/drawing/2014/main" id="{3AF83792-5C44-454F-23E5-E3C3111B21AE}"/>
                </a:ext>
              </a:extLst>
            </p:cNvPr>
            <p:cNvSpPr/>
            <p:nvPr/>
          </p:nvSpPr>
          <p:spPr>
            <a:xfrm>
              <a:off x="1986973" y="1967273"/>
              <a:ext cx="68" cy="244"/>
            </a:xfrm>
            <a:custGeom>
              <a:avLst/>
              <a:gdLst/>
              <a:ahLst/>
              <a:cxnLst/>
              <a:rect l="l" t="t" r="r" b="b"/>
              <a:pathLst>
                <a:path w="5" h="18" extrusionOk="0">
                  <a:moveTo>
                    <a:pt x="1" y="18"/>
                  </a:moveTo>
                  <a:lnTo>
                    <a:pt x="4" y="0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77" name="Google Shape;4535;p80">
              <a:extLst>
                <a:ext uri="{FF2B5EF4-FFF2-40B4-BE49-F238E27FC236}">
                  <a16:creationId xmlns:a16="http://schemas.microsoft.com/office/drawing/2014/main" id="{BB644C17-8EB5-38E4-8168-65A5588424C5}"/>
                </a:ext>
              </a:extLst>
            </p:cNvPr>
            <p:cNvSpPr/>
            <p:nvPr/>
          </p:nvSpPr>
          <p:spPr>
            <a:xfrm>
              <a:off x="1986959" y="1973017"/>
              <a:ext cx="122" cy="109"/>
            </a:xfrm>
            <a:custGeom>
              <a:avLst/>
              <a:gdLst/>
              <a:ahLst/>
              <a:cxnLst/>
              <a:rect l="l" t="t" r="r" b="b"/>
              <a:pathLst>
                <a:path w="9" h="8" extrusionOk="0">
                  <a:moveTo>
                    <a:pt x="1" y="0"/>
                  </a:moveTo>
                  <a:lnTo>
                    <a:pt x="1" y="0"/>
                  </a:lnTo>
                  <a:cubicBezTo>
                    <a:pt x="1" y="0"/>
                    <a:pt x="1" y="0"/>
                    <a:pt x="2" y="1"/>
                  </a:cubicBezTo>
                  <a:cubicBezTo>
                    <a:pt x="2" y="1"/>
                    <a:pt x="4" y="2"/>
                    <a:pt x="7" y="4"/>
                  </a:cubicBezTo>
                  <a:lnTo>
                    <a:pt x="7" y="4"/>
                  </a:lnTo>
                  <a:cubicBezTo>
                    <a:pt x="4" y="2"/>
                    <a:pt x="2" y="0"/>
                    <a:pt x="1" y="0"/>
                  </a:cubicBezTo>
                  <a:close/>
                  <a:moveTo>
                    <a:pt x="7" y="4"/>
                  </a:moveTo>
                  <a:lnTo>
                    <a:pt x="7" y="4"/>
                  </a:lnTo>
                  <a:cubicBezTo>
                    <a:pt x="8" y="6"/>
                    <a:pt x="9" y="7"/>
                    <a:pt x="9" y="8"/>
                  </a:cubicBezTo>
                  <a:cubicBezTo>
                    <a:pt x="9" y="7"/>
                    <a:pt x="8" y="5"/>
                    <a:pt x="7" y="4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78" name="Google Shape;4536;p80">
              <a:extLst>
                <a:ext uri="{FF2B5EF4-FFF2-40B4-BE49-F238E27FC236}">
                  <a16:creationId xmlns:a16="http://schemas.microsoft.com/office/drawing/2014/main" id="{FE746337-A2BC-1B58-5578-449A711E47C9}"/>
                </a:ext>
              </a:extLst>
            </p:cNvPr>
            <p:cNvSpPr/>
            <p:nvPr/>
          </p:nvSpPr>
          <p:spPr>
            <a:xfrm>
              <a:off x="1986498" y="1971591"/>
              <a:ext cx="14" cy="204"/>
            </a:xfrm>
            <a:custGeom>
              <a:avLst/>
              <a:gdLst/>
              <a:ahLst/>
              <a:cxnLst/>
              <a:rect l="l" t="t" r="r" b="b"/>
              <a:pathLst>
                <a:path w="1" h="15" extrusionOk="0">
                  <a:moveTo>
                    <a:pt x="1" y="15"/>
                  </a:moveTo>
                  <a:lnTo>
                    <a:pt x="1" y="1"/>
                  </a:lnTo>
                  <a:cubicBezTo>
                    <a:pt x="1" y="8"/>
                    <a:pt x="1" y="11"/>
                    <a:pt x="1" y="15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79" name="Google Shape;4537;p80">
              <a:extLst>
                <a:ext uri="{FF2B5EF4-FFF2-40B4-BE49-F238E27FC236}">
                  <a16:creationId xmlns:a16="http://schemas.microsoft.com/office/drawing/2014/main" id="{749F4ED9-A451-C485-7C84-859185F1F6F5}"/>
                </a:ext>
              </a:extLst>
            </p:cNvPr>
            <p:cNvSpPr/>
            <p:nvPr/>
          </p:nvSpPr>
          <p:spPr>
            <a:xfrm>
              <a:off x="1986647" y="1972351"/>
              <a:ext cx="54" cy="163"/>
            </a:xfrm>
            <a:custGeom>
              <a:avLst/>
              <a:gdLst/>
              <a:ahLst/>
              <a:cxnLst/>
              <a:rect l="l" t="t" r="r" b="b"/>
              <a:pathLst>
                <a:path w="4" h="12" extrusionOk="0">
                  <a:moveTo>
                    <a:pt x="4" y="11"/>
                  </a:moveTo>
                  <a:cubicBezTo>
                    <a:pt x="4" y="8"/>
                    <a:pt x="4" y="4"/>
                    <a:pt x="0" y="1"/>
                  </a:cubicBezTo>
                  <a:cubicBezTo>
                    <a:pt x="4" y="4"/>
                    <a:pt x="4" y="8"/>
                    <a:pt x="4" y="1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80" name="Google Shape;4538;p80">
              <a:extLst>
                <a:ext uri="{FF2B5EF4-FFF2-40B4-BE49-F238E27FC236}">
                  <a16:creationId xmlns:a16="http://schemas.microsoft.com/office/drawing/2014/main" id="{4CFC82EB-62C0-879E-BD0F-4FDBCCE43860}"/>
                </a:ext>
              </a:extLst>
            </p:cNvPr>
            <p:cNvSpPr/>
            <p:nvPr/>
          </p:nvSpPr>
          <p:spPr>
            <a:xfrm>
              <a:off x="1986552" y="1971971"/>
              <a:ext cx="54" cy="204"/>
            </a:xfrm>
            <a:custGeom>
              <a:avLst/>
              <a:gdLst/>
              <a:ahLst/>
              <a:cxnLst/>
              <a:rect l="l" t="t" r="r" b="b"/>
              <a:pathLst>
                <a:path w="4" h="15" extrusionOk="0">
                  <a:moveTo>
                    <a:pt x="0" y="1"/>
                  </a:moveTo>
                  <a:lnTo>
                    <a:pt x="0" y="1"/>
                  </a:lnTo>
                  <a:cubicBezTo>
                    <a:pt x="0" y="8"/>
                    <a:pt x="4" y="11"/>
                    <a:pt x="4" y="15"/>
                  </a:cubicBezTo>
                  <a:cubicBezTo>
                    <a:pt x="4" y="11"/>
                    <a:pt x="4" y="8"/>
                    <a:pt x="0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81" name="Google Shape;4539;p80">
              <a:extLst>
                <a:ext uri="{FF2B5EF4-FFF2-40B4-BE49-F238E27FC236}">
                  <a16:creationId xmlns:a16="http://schemas.microsoft.com/office/drawing/2014/main" id="{54A129BD-93F5-78A2-42E4-936FFC63EEBC}"/>
                </a:ext>
              </a:extLst>
            </p:cNvPr>
            <p:cNvSpPr/>
            <p:nvPr/>
          </p:nvSpPr>
          <p:spPr>
            <a:xfrm>
              <a:off x="1986593" y="1969310"/>
              <a:ext cx="68" cy="258"/>
            </a:xfrm>
            <a:custGeom>
              <a:avLst/>
              <a:gdLst/>
              <a:ahLst/>
              <a:cxnLst/>
              <a:rect l="l" t="t" r="r" b="b"/>
              <a:pathLst>
                <a:path w="5" h="19" extrusionOk="0">
                  <a:moveTo>
                    <a:pt x="1" y="18"/>
                  </a:moveTo>
                  <a:lnTo>
                    <a:pt x="4" y="1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82" name="Google Shape;4540;p80">
              <a:extLst>
                <a:ext uri="{FF2B5EF4-FFF2-40B4-BE49-F238E27FC236}">
                  <a16:creationId xmlns:a16="http://schemas.microsoft.com/office/drawing/2014/main" id="{B5453932-5385-93C3-CD6D-83592E936498}"/>
                </a:ext>
              </a:extLst>
            </p:cNvPr>
            <p:cNvSpPr/>
            <p:nvPr/>
          </p:nvSpPr>
          <p:spPr>
            <a:xfrm>
              <a:off x="1963443" y="1981204"/>
              <a:ext cx="29110" cy="27820"/>
            </a:xfrm>
            <a:custGeom>
              <a:avLst/>
              <a:gdLst/>
              <a:ahLst/>
              <a:cxnLst/>
              <a:rect l="l" t="t" r="r" b="b"/>
              <a:pathLst>
                <a:path w="2144" h="2049" extrusionOk="0">
                  <a:moveTo>
                    <a:pt x="869" y="0"/>
                  </a:moveTo>
                  <a:lnTo>
                    <a:pt x="848" y="4"/>
                  </a:lnTo>
                  <a:lnTo>
                    <a:pt x="837" y="4"/>
                  </a:lnTo>
                  <a:lnTo>
                    <a:pt x="813" y="7"/>
                  </a:lnTo>
                  <a:lnTo>
                    <a:pt x="799" y="11"/>
                  </a:lnTo>
                  <a:lnTo>
                    <a:pt x="771" y="14"/>
                  </a:lnTo>
                  <a:lnTo>
                    <a:pt x="753" y="18"/>
                  </a:lnTo>
                  <a:lnTo>
                    <a:pt x="722" y="25"/>
                  </a:lnTo>
                  <a:lnTo>
                    <a:pt x="704" y="28"/>
                  </a:lnTo>
                  <a:lnTo>
                    <a:pt x="673" y="35"/>
                  </a:lnTo>
                  <a:lnTo>
                    <a:pt x="652" y="39"/>
                  </a:lnTo>
                  <a:lnTo>
                    <a:pt x="613" y="46"/>
                  </a:lnTo>
                  <a:lnTo>
                    <a:pt x="592" y="49"/>
                  </a:lnTo>
                  <a:lnTo>
                    <a:pt x="589" y="49"/>
                  </a:lnTo>
                  <a:lnTo>
                    <a:pt x="589" y="63"/>
                  </a:lnTo>
                  <a:lnTo>
                    <a:pt x="589" y="81"/>
                  </a:lnTo>
                  <a:cubicBezTo>
                    <a:pt x="589" y="84"/>
                    <a:pt x="589" y="95"/>
                    <a:pt x="585" y="102"/>
                  </a:cubicBezTo>
                  <a:cubicBezTo>
                    <a:pt x="585" y="109"/>
                    <a:pt x="585" y="112"/>
                    <a:pt x="585" y="116"/>
                  </a:cubicBezTo>
                  <a:cubicBezTo>
                    <a:pt x="582" y="123"/>
                    <a:pt x="582" y="133"/>
                    <a:pt x="578" y="140"/>
                  </a:cubicBezTo>
                  <a:lnTo>
                    <a:pt x="575" y="151"/>
                  </a:lnTo>
                  <a:cubicBezTo>
                    <a:pt x="571" y="168"/>
                    <a:pt x="564" y="189"/>
                    <a:pt x="557" y="207"/>
                  </a:cubicBezTo>
                  <a:cubicBezTo>
                    <a:pt x="550" y="224"/>
                    <a:pt x="540" y="256"/>
                    <a:pt x="536" y="277"/>
                  </a:cubicBezTo>
                  <a:cubicBezTo>
                    <a:pt x="536" y="280"/>
                    <a:pt x="533" y="284"/>
                    <a:pt x="533" y="291"/>
                  </a:cubicBezTo>
                  <a:cubicBezTo>
                    <a:pt x="529" y="301"/>
                    <a:pt x="526" y="312"/>
                    <a:pt x="519" y="326"/>
                  </a:cubicBezTo>
                  <a:cubicBezTo>
                    <a:pt x="484" y="396"/>
                    <a:pt x="396" y="466"/>
                    <a:pt x="270" y="553"/>
                  </a:cubicBezTo>
                  <a:lnTo>
                    <a:pt x="207" y="595"/>
                  </a:lnTo>
                  <a:cubicBezTo>
                    <a:pt x="155" y="630"/>
                    <a:pt x="106" y="662"/>
                    <a:pt x="74" y="690"/>
                  </a:cubicBezTo>
                  <a:lnTo>
                    <a:pt x="71" y="693"/>
                  </a:lnTo>
                  <a:lnTo>
                    <a:pt x="67" y="697"/>
                  </a:lnTo>
                  <a:lnTo>
                    <a:pt x="64" y="700"/>
                  </a:lnTo>
                  <a:lnTo>
                    <a:pt x="60" y="707"/>
                  </a:lnTo>
                  <a:lnTo>
                    <a:pt x="53" y="711"/>
                  </a:lnTo>
                  <a:lnTo>
                    <a:pt x="46" y="721"/>
                  </a:lnTo>
                  <a:lnTo>
                    <a:pt x="43" y="728"/>
                  </a:lnTo>
                  <a:lnTo>
                    <a:pt x="32" y="742"/>
                  </a:lnTo>
                  <a:lnTo>
                    <a:pt x="29" y="746"/>
                  </a:lnTo>
                  <a:lnTo>
                    <a:pt x="15" y="774"/>
                  </a:lnTo>
                  <a:lnTo>
                    <a:pt x="8" y="781"/>
                  </a:lnTo>
                  <a:lnTo>
                    <a:pt x="1" y="798"/>
                  </a:lnTo>
                  <a:cubicBezTo>
                    <a:pt x="218" y="935"/>
                    <a:pt x="459" y="1092"/>
                    <a:pt x="662" y="1243"/>
                  </a:cubicBezTo>
                  <a:cubicBezTo>
                    <a:pt x="1076" y="1554"/>
                    <a:pt x="1660" y="1936"/>
                    <a:pt x="1923" y="2034"/>
                  </a:cubicBezTo>
                  <a:cubicBezTo>
                    <a:pt x="1940" y="2041"/>
                    <a:pt x="1961" y="2045"/>
                    <a:pt x="1982" y="2048"/>
                  </a:cubicBezTo>
                  <a:lnTo>
                    <a:pt x="1982" y="2045"/>
                  </a:lnTo>
                  <a:lnTo>
                    <a:pt x="1986" y="2027"/>
                  </a:lnTo>
                  <a:cubicBezTo>
                    <a:pt x="1989" y="2017"/>
                    <a:pt x="1993" y="2006"/>
                    <a:pt x="1996" y="1996"/>
                  </a:cubicBezTo>
                  <a:lnTo>
                    <a:pt x="2000" y="1975"/>
                  </a:lnTo>
                  <a:lnTo>
                    <a:pt x="2010" y="1950"/>
                  </a:lnTo>
                  <a:lnTo>
                    <a:pt x="2014" y="1933"/>
                  </a:lnTo>
                  <a:lnTo>
                    <a:pt x="2021" y="1908"/>
                  </a:lnTo>
                  <a:lnTo>
                    <a:pt x="2028" y="1891"/>
                  </a:lnTo>
                  <a:lnTo>
                    <a:pt x="2035" y="1870"/>
                  </a:lnTo>
                  <a:lnTo>
                    <a:pt x="2042" y="1856"/>
                  </a:lnTo>
                  <a:lnTo>
                    <a:pt x="2049" y="1838"/>
                  </a:lnTo>
                  <a:lnTo>
                    <a:pt x="2052" y="1824"/>
                  </a:lnTo>
                  <a:lnTo>
                    <a:pt x="2063" y="1807"/>
                  </a:lnTo>
                  <a:lnTo>
                    <a:pt x="2066" y="1796"/>
                  </a:lnTo>
                  <a:lnTo>
                    <a:pt x="2077" y="1772"/>
                  </a:lnTo>
                  <a:cubicBezTo>
                    <a:pt x="2101" y="1716"/>
                    <a:pt x="2122" y="1659"/>
                    <a:pt x="2129" y="1600"/>
                  </a:cubicBezTo>
                  <a:cubicBezTo>
                    <a:pt x="2143" y="1491"/>
                    <a:pt x="1972" y="1393"/>
                    <a:pt x="1835" y="1313"/>
                  </a:cubicBezTo>
                  <a:cubicBezTo>
                    <a:pt x="1800" y="1292"/>
                    <a:pt x="1765" y="1271"/>
                    <a:pt x="1734" y="1250"/>
                  </a:cubicBezTo>
                  <a:cubicBezTo>
                    <a:pt x="1699" y="1225"/>
                    <a:pt x="1664" y="1208"/>
                    <a:pt x="1636" y="1194"/>
                  </a:cubicBezTo>
                  <a:lnTo>
                    <a:pt x="1608" y="1176"/>
                  </a:lnTo>
                  <a:cubicBezTo>
                    <a:pt x="1548" y="1145"/>
                    <a:pt x="1503" y="1124"/>
                    <a:pt x="1496" y="1071"/>
                  </a:cubicBezTo>
                  <a:cubicBezTo>
                    <a:pt x="1496" y="1033"/>
                    <a:pt x="1513" y="994"/>
                    <a:pt x="1545" y="973"/>
                  </a:cubicBezTo>
                  <a:cubicBezTo>
                    <a:pt x="1594" y="935"/>
                    <a:pt x="1608" y="823"/>
                    <a:pt x="1583" y="644"/>
                  </a:cubicBezTo>
                  <a:cubicBezTo>
                    <a:pt x="1580" y="609"/>
                    <a:pt x="1580" y="571"/>
                    <a:pt x="1583" y="536"/>
                  </a:cubicBezTo>
                  <a:lnTo>
                    <a:pt x="1559" y="529"/>
                  </a:lnTo>
                  <a:lnTo>
                    <a:pt x="1552" y="522"/>
                  </a:lnTo>
                  <a:lnTo>
                    <a:pt x="1538" y="515"/>
                  </a:lnTo>
                  <a:lnTo>
                    <a:pt x="1531" y="508"/>
                  </a:lnTo>
                  <a:lnTo>
                    <a:pt x="1520" y="497"/>
                  </a:lnTo>
                  <a:lnTo>
                    <a:pt x="1513" y="490"/>
                  </a:lnTo>
                  <a:cubicBezTo>
                    <a:pt x="1510" y="487"/>
                    <a:pt x="1503" y="480"/>
                    <a:pt x="1499" y="473"/>
                  </a:cubicBezTo>
                  <a:cubicBezTo>
                    <a:pt x="1461" y="522"/>
                    <a:pt x="1422" y="571"/>
                    <a:pt x="1387" y="623"/>
                  </a:cubicBezTo>
                  <a:lnTo>
                    <a:pt x="1384" y="627"/>
                  </a:lnTo>
                  <a:cubicBezTo>
                    <a:pt x="1377" y="634"/>
                    <a:pt x="1370" y="644"/>
                    <a:pt x="1359" y="655"/>
                  </a:cubicBezTo>
                  <a:lnTo>
                    <a:pt x="1352" y="662"/>
                  </a:lnTo>
                  <a:cubicBezTo>
                    <a:pt x="1345" y="665"/>
                    <a:pt x="1338" y="672"/>
                    <a:pt x="1328" y="676"/>
                  </a:cubicBezTo>
                  <a:lnTo>
                    <a:pt x="1321" y="683"/>
                  </a:lnTo>
                  <a:cubicBezTo>
                    <a:pt x="1310" y="686"/>
                    <a:pt x="1300" y="690"/>
                    <a:pt x="1289" y="693"/>
                  </a:cubicBezTo>
                  <a:lnTo>
                    <a:pt x="1279" y="693"/>
                  </a:lnTo>
                  <a:cubicBezTo>
                    <a:pt x="1272" y="693"/>
                    <a:pt x="1261" y="697"/>
                    <a:pt x="1254" y="697"/>
                  </a:cubicBezTo>
                  <a:lnTo>
                    <a:pt x="1205" y="697"/>
                  </a:lnTo>
                  <a:cubicBezTo>
                    <a:pt x="1195" y="693"/>
                    <a:pt x="1184" y="690"/>
                    <a:pt x="1174" y="686"/>
                  </a:cubicBezTo>
                  <a:cubicBezTo>
                    <a:pt x="1058" y="637"/>
                    <a:pt x="988" y="515"/>
                    <a:pt x="1002" y="389"/>
                  </a:cubicBezTo>
                  <a:cubicBezTo>
                    <a:pt x="1009" y="252"/>
                    <a:pt x="974" y="116"/>
                    <a:pt x="901" y="0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83" name="Google Shape;4541;p80">
              <a:extLst>
                <a:ext uri="{FF2B5EF4-FFF2-40B4-BE49-F238E27FC236}">
                  <a16:creationId xmlns:a16="http://schemas.microsoft.com/office/drawing/2014/main" id="{226E672C-2DF7-BDCD-9735-95BD22FB7F54}"/>
                </a:ext>
              </a:extLst>
            </p:cNvPr>
            <p:cNvSpPr/>
            <p:nvPr/>
          </p:nvSpPr>
          <p:spPr>
            <a:xfrm>
              <a:off x="1984787" y="1988522"/>
              <a:ext cx="68" cy="1534"/>
            </a:xfrm>
            <a:custGeom>
              <a:avLst/>
              <a:gdLst/>
              <a:ahLst/>
              <a:cxnLst/>
              <a:rect l="l" t="t" r="r" b="b"/>
              <a:pathLst>
                <a:path w="5" h="113" extrusionOk="0">
                  <a:moveTo>
                    <a:pt x="4" y="112"/>
                  </a:moveTo>
                  <a:cubicBezTo>
                    <a:pt x="1" y="74"/>
                    <a:pt x="1" y="35"/>
                    <a:pt x="4" y="0"/>
                  </a:cubicBezTo>
                  <a:lnTo>
                    <a:pt x="4" y="0"/>
                  </a:lnTo>
                  <a:cubicBezTo>
                    <a:pt x="1" y="35"/>
                    <a:pt x="1" y="74"/>
                    <a:pt x="4" y="112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84" name="Google Shape;4542;p80">
              <a:extLst>
                <a:ext uri="{FF2B5EF4-FFF2-40B4-BE49-F238E27FC236}">
                  <a16:creationId xmlns:a16="http://schemas.microsoft.com/office/drawing/2014/main" id="{2887CB42-B1E5-677C-F981-607F3955FBD3}"/>
                </a:ext>
              </a:extLst>
            </p:cNvPr>
            <p:cNvSpPr/>
            <p:nvPr/>
          </p:nvSpPr>
          <p:spPr>
            <a:xfrm>
              <a:off x="1991345" y="2005630"/>
              <a:ext cx="68" cy="163"/>
            </a:xfrm>
            <a:custGeom>
              <a:avLst/>
              <a:gdLst/>
              <a:ahLst/>
              <a:cxnLst/>
              <a:rect l="l" t="t" r="r" b="b"/>
              <a:pathLst>
                <a:path w="5" h="12" extrusionOk="0">
                  <a:moveTo>
                    <a:pt x="4" y="1"/>
                  </a:moveTo>
                  <a:lnTo>
                    <a:pt x="1" y="11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85" name="Google Shape;4543;p80">
              <a:extLst>
                <a:ext uri="{FF2B5EF4-FFF2-40B4-BE49-F238E27FC236}">
                  <a16:creationId xmlns:a16="http://schemas.microsoft.com/office/drawing/2014/main" id="{6681BC44-CFCA-FDC4-B011-E63ADBB924BC}"/>
                </a:ext>
              </a:extLst>
            </p:cNvPr>
            <p:cNvSpPr/>
            <p:nvPr/>
          </p:nvSpPr>
          <p:spPr>
            <a:xfrm>
              <a:off x="1990259" y="2008766"/>
              <a:ext cx="54" cy="299"/>
            </a:xfrm>
            <a:custGeom>
              <a:avLst/>
              <a:gdLst/>
              <a:ahLst/>
              <a:cxnLst/>
              <a:rect l="l" t="t" r="r" b="b"/>
              <a:pathLst>
                <a:path w="4" h="22" extrusionOk="0">
                  <a:moveTo>
                    <a:pt x="4" y="1"/>
                  </a:moveTo>
                  <a:lnTo>
                    <a:pt x="0" y="22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86" name="Google Shape;4544;p80">
              <a:extLst>
                <a:ext uri="{FF2B5EF4-FFF2-40B4-BE49-F238E27FC236}">
                  <a16:creationId xmlns:a16="http://schemas.microsoft.com/office/drawing/2014/main" id="{2768CF0F-FFC0-B92F-3DFF-68CD7653CCB3}"/>
                </a:ext>
              </a:extLst>
            </p:cNvPr>
            <p:cNvSpPr/>
            <p:nvPr/>
          </p:nvSpPr>
          <p:spPr>
            <a:xfrm>
              <a:off x="1990639" y="2007490"/>
              <a:ext cx="54" cy="244"/>
            </a:xfrm>
            <a:custGeom>
              <a:avLst/>
              <a:gdLst/>
              <a:ahLst/>
              <a:cxnLst/>
              <a:rect l="l" t="t" r="r" b="b"/>
              <a:pathLst>
                <a:path w="4" h="18" extrusionOk="0">
                  <a:moveTo>
                    <a:pt x="4" y="0"/>
                  </a:moveTo>
                  <a:lnTo>
                    <a:pt x="0" y="18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87" name="Google Shape;4545;p80">
              <a:extLst>
                <a:ext uri="{FF2B5EF4-FFF2-40B4-BE49-F238E27FC236}">
                  <a16:creationId xmlns:a16="http://schemas.microsoft.com/office/drawing/2014/main" id="{F78103E9-4ACC-8AD1-893C-853EF838885E}"/>
                </a:ext>
              </a:extLst>
            </p:cNvPr>
            <p:cNvSpPr/>
            <p:nvPr/>
          </p:nvSpPr>
          <p:spPr>
            <a:xfrm>
              <a:off x="1991155" y="2006064"/>
              <a:ext cx="68" cy="149"/>
            </a:xfrm>
            <a:custGeom>
              <a:avLst/>
              <a:gdLst/>
              <a:ahLst/>
              <a:cxnLst/>
              <a:rect l="l" t="t" r="r" b="b"/>
              <a:pathLst>
                <a:path w="5" h="11" extrusionOk="0">
                  <a:moveTo>
                    <a:pt x="4" y="0"/>
                  </a:moveTo>
                  <a:lnTo>
                    <a:pt x="1" y="11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88" name="Google Shape;4546;p80">
              <a:extLst>
                <a:ext uri="{FF2B5EF4-FFF2-40B4-BE49-F238E27FC236}">
                  <a16:creationId xmlns:a16="http://schemas.microsoft.com/office/drawing/2014/main" id="{54BCA81F-C2CA-B042-2AFE-9BECD9094D2C}"/>
                </a:ext>
              </a:extLst>
            </p:cNvPr>
            <p:cNvSpPr/>
            <p:nvPr/>
          </p:nvSpPr>
          <p:spPr>
            <a:xfrm>
              <a:off x="1990449" y="2008101"/>
              <a:ext cx="54" cy="258"/>
            </a:xfrm>
            <a:custGeom>
              <a:avLst/>
              <a:gdLst/>
              <a:ahLst/>
              <a:cxnLst/>
              <a:rect l="l" t="t" r="r" b="b"/>
              <a:pathLst>
                <a:path w="4" h="19" extrusionOk="0">
                  <a:moveTo>
                    <a:pt x="4" y="1"/>
                  </a:moveTo>
                  <a:lnTo>
                    <a:pt x="0" y="18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89" name="Google Shape;4547;p80">
              <a:extLst>
                <a:ext uri="{FF2B5EF4-FFF2-40B4-BE49-F238E27FC236}">
                  <a16:creationId xmlns:a16="http://schemas.microsoft.com/office/drawing/2014/main" id="{04CDF40B-BF4F-1591-FB77-75DB7B87FA28}"/>
                </a:ext>
              </a:extLst>
            </p:cNvPr>
            <p:cNvSpPr/>
            <p:nvPr/>
          </p:nvSpPr>
          <p:spPr>
            <a:xfrm>
              <a:off x="1990965" y="2006485"/>
              <a:ext cx="109" cy="204"/>
            </a:xfrm>
            <a:custGeom>
              <a:avLst/>
              <a:gdLst/>
              <a:ahLst/>
              <a:cxnLst/>
              <a:rect l="l" t="t" r="r" b="b"/>
              <a:pathLst>
                <a:path w="8" h="15" extrusionOk="0">
                  <a:moveTo>
                    <a:pt x="8" y="1"/>
                  </a:moveTo>
                  <a:lnTo>
                    <a:pt x="1" y="15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90" name="Google Shape;4548;p80">
              <a:extLst>
                <a:ext uri="{FF2B5EF4-FFF2-40B4-BE49-F238E27FC236}">
                  <a16:creationId xmlns:a16="http://schemas.microsoft.com/office/drawing/2014/main" id="{064ECD28-93AA-A7E4-82AA-E09F4DC16823}"/>
                </a:ext>
              </a:extLst>
            </p:cNvPr>
            <p:cNvSpPr/>
            <p:nvPr/>
          </p:nvSpPr>
          <p:spPr>
            <a:xfrm>
              <a:off x="1990775" y="2006960"/>
              <a:ext cx="109" cy="204"/>
            </a:xfrm>
            <a:custGeom>
              <a:avLst/>
              <a:gdLst/>
              <a:ahLst/>
              <a:cxnLst/>
              <a:rect l="l" t="t" r="r" b="b"/>
              <a:pathLst>
                <a:path w="8" h="15" extrusionOk="0">
                  <a:moveTo>
                    <a:pt x="8" y="1"/>
                  </a:moveTo>
                  <a:lnTo>
                    <a:pt x="1" y="15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91" name="Google Shape;4549;p80">
              <a:extLst>
                <a:ext uri="{FF2B5EF4-FFF2-40B4-BE49-F238E27FC236}">
                  <a16:creationId xmlns:a16="http://schemas.microsoft.com/office/drawing/2014/main" id="{8D765BD5-5363-EECB-7B7A-ECB0EE057DAC}"/>
                </a:ext>
              </a:extLst>
            </p:cNvPr>
            <p:cNvSpPr/>
            <p:nvPr/>
          </p:nvSpPr>
          <p:spPr>
            <a:xfrm>
              <a:off x="1985547" y="1997456"/>
              <a:ext cx="1344" cy="774"/>
            </a:xfrm>
            <a:custGeom>
              <a:avLst/>
              <a:gdLst/>
              <a:ahLst/>
              <a:cxnLst/>
              <a:rect l="l" t="t" r="r" b="b"/>
              <a:pathLst>
                <a:path w="99" h="57" extrusionOk="0">
                  <a:moveTo>
                    <a:pt x="99" y="56"/>
                  </a:moveTo>
                  <a:cubicBezTo>
                    <a:pt x="64" y="32"/>
                    <a:pt x="29" y="14"/>
                    <a:pt x="1" y="0"/>
                  </a:cubicBezTo>
                  <a:cubicBezTo>
                    <a:pt x="29" y="14"/>
                    <a:pt x="64" y="32"/>
                    <a:pt x="99" y="56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92" name="Google Shape;4550;p80">
              <a:extLst>
                <a:ext uri="{FF2B5EF4-FFF2-40B4-BE49-F238E27FC236}">
                  <a16:creationId xmlns:a16="http://schemas.microsoft.com/office/drawing/2014/main" id="{ED5CE9C1-9160-6912-9DAC-C164DFCFC761}"/>
                </a:ext>
              </a:extLst>
            </p:cNvPr>
            <p:cNvSpPr/>
            <p:nvPr/>
          </p:nvSpPr>
          <p:spPr>
            <a:xfrm>
              <a:off x="1980795" y="1990654"/>
              <a:ext cx="163" cy="14"/>
            </a:xfrm>
            <a:custGeom>
              <a:avLst/>
              <a:gdLst/>
              <a:ahLst/>
              <a:cxnLst/>
              <a:rect l="l" t="t" r="r" b="b"/>
              <a:pathLst>
                <a:path w="12" h="1" extrusionOk="0">
                  <a:moveTo>
                    <a:pt x="1" y="1"/>
                  </a:moveTo>
                  <a:lnTo>
                    <a:pt x="11" y="1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93" name="Google Shape;4551;p80">
              <a:extLst>
                <a:ext uri="{FF2B5EF4-FFF2-40B4-BE49-F238E27FC236}">
                  <a16:creationId xmlns:a16="http://schemas.microsoft.com/office/drawing/2014/main" id="{C751E0CF-BCD7-CF53-7D47-81EEDF2BB53A}"/>
                </a:ext>
              </a:extLst>
            </p:cNvPr>
            <p:cNvSpPr/>
            <p:nvPr/>
          </p:nvSpPr>
          <p:spPr>
            <a:xfrm>
              <a:off x="1979845" y="1990654"/>
              <a:ext cx="163" cy="14"/>
            </a:xfrm>
            <a:custGeom>
              <a:avLst/>
              <a:gdLst/>
              <a:ahLst/>
              <a:cxnLst/>
              <a:rect l="l" t="t" r="r" b="b"/>
              <a:pathLst>
                <a:path w="12" h="1" extrusionOk="0">
                  <a:moveTo>
                    <a:pt x="1" y="1"/>
                  </a:moveTo>
                  <a:lnTo>
                    <a:pt x="11" y="1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94" name="Google Shape;4552;p80">
              <a:extLst>
                <a:ext uri="{FF2B5EF4-FFF2-40B4-BE49-F238E27FC236}">
                  <a16:creationId xmlns:a16="http://schemas.microsoft.com/office/drawing/2014/main" id="{BE6DDD93-40FE-020C-40A6-9A4530C55AE4}"/>
                </a:ext>
              </a:extLst>
            </p:cNvPr>
            <p:cNvSpPr/>
            <p:nvPr/>
          </p:nvSpPr>
          <p:spPr>
            <a:xfrm>
              <a:off x="1971481" y="1981910"/>
              <a:ext cx="14" cy="14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0" y="1"/>
                  </a:move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95" name="Google Shape;4553;p80">
              <a:extLst>
                <a:ext uri="{FF2B5EF4-FFF2-40B4-BE49-F238E27FC236}">
                  <a16:creationId xmlns:a16="http://schemas.microsoft.com/office/drawing/2014/main" id="{DB95EC39-A946-C350-E3E9-276121B1B233}"/>
                </a:ext>
              </a:extLst>
            </p:cNvPr>
            <p:cNvSpPr/>
            <p:nvPr/>
          </p:nvSpPr>
          <p:spPr>
            <a:xfrm>
              <a:off x="1983796" y="1987612"/>
              <a:ext cx="204" cy="299"/>
            </a:xfrm>
            <a:custGeom>
              <a:avLst/>
              <a:gdLst/>
              <a:ahLst/>
              <a:cxnLst/>
              <a:rect l="l" t="t" r="r" b="b"/>
              <a:pathLst>
                <a:path w="15" h="22" extrusionOk="0">
                  <a:moveTo>
                    <a:pt x="14" y="22"/>
                  </a:moveTo>
                  <a:cubicBezTo>
                    <a:pt x="11" y="15"/>
                    <a:pt x="4" y="8"/>
                    <a:pt x="0" y="1"/>
                  </a:cubicBezTo>
                  <a:cubicBezTo>
                    <a:pt x="4" y="8"/>
                    <a:pt x="11" y="15"/>
                    <a:pt x="14" y="22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96" name="Google Shape;4554;p80">
              <a:extLst>
                <a:ext uri="{FF2B5EF4-FFF2-40B4-BE49-F238E27FC236}">
                  <a16:creationId xmlns:a16="http://schemas.microsoft.com/office/drawing/2014/main" id="{B84485A5-46BB-0ECB-776B-C8C76A193919}"/>
                </a:ext>
              </a:extLst>
            </p:cNvPr>
            <p:cNvSpPr/>
            <p:nvPr/>
          </p:nvSpPr>
          <p:spPr>
            <a:xfrm>
              <a:off x="1981800" y="1990084"/>
              <a:ext cx="109" cy="109"/>
            </a:xfrm>
            <a:custGeom>
              <a:avLst/>
              <a:gdLst/>
              <a:ahLst/>
              <a:cxnLst/>
              <a:rect l="l" t="t" r="r" b="b"/>
              <a:pathLst>
                <a:path w="8" h="8" extrusionOk="0">
                  <a:moveTo>
                    <a:pt x="7" y="1"/>
                  </a:moveTo>
                  <a:lnTo>
                    <a:pt x="0" y="8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97" name="Google Shape;4555;p80">
              <a:extLst>
                <a:ext uri="{FF2B5EF4-FFF2-40B4-BE49-F238E27FC236}">
                  <a16:creationId xmlns:a16="http://schemas.microsoft.com/office/drawing/2014/main" id="{3DA84AC3-A6AB-D795-5131-970430B69454}"/>
                </a:ext>
              </a:extLst>
            </p:cNvPr>
            <p:cNvSpPr/>
            <p:nvPr/>
          </p:nvSpPr>
          <p:spPr>
            <a:xfrm>
              <a:off x="1974468" y="1981299"/>
              <a:ext cx="353" cy="54"/>
            </a:xfrm>
            <a:custGeom>
              <a:avLst/>
              <a:gdLst/>
              <a:ahLst/>
              <a:cxnLst/>
              <a:rect l="l" t="t" r="r" b="b"/>
              <a:pathLst>
                <a:path w="26" h="4" extrusionOk="0">
                  <a:moveTo>
                    <a:pt x="1" y="4"/>
                  </a:moveTo>
                  <a:lnTo>
                    <a:pt x="25" y="0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98" name="Google Shape;4556;p80">
              <a:extLst>
                <a:ext uri="{FF2B5EF4-FFF2-40B4-BE49-F238E27FC236}">
                  <a16:creationId xmlns:a16="http://schemas.microsoft.com/office/drawing/2014/main" id="{C534B109-C90D-57D8-F4CE-DA10B4EF9CA2}"/>
                </a:ext>
              </a:extLst>
            </p:cNvPr>
            <p:cNvSpPr/>
            <p:nvPr/>
          </p:nvSpPr>
          <p:spPr>
            <a:xfrm>
              <a:off x="1972567" y="1981584"/>
              <a:ext cx="448" cy="109"/>
            </a:xfrm>
            <a:custGeom>
              <a:avLst/>
              <a:gdLst/>
              <a:ahLst/>
              <a:cxnLst/>
              <a:rect l="l" t="t" r="r" b="b"/>
              <a:pathLst>
                <a:path w="33" h="8" extrusionOk="0">
                  <a:moveTo>
                    <a:pt x="1" y="7"/>
                  </a:moveTo>
                  <a:lnTo>
                    <a:pt x="32" y="0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99" name="Google Shape;4557;p80">
              <a:extLst>
                <a:ext uri="{FF2B5EF4-FFF2-40B4-BE49-F238E27FC236}">
                  <a16:creationId xmlns:a16="http://schemas.microsoft.com/office/drawing/2014/main" id="{110AC86D-AE96-ABEF-E5CC-4C6CC1A04D09}"/>
                </a:ext>
              </a:extLst>
            </p:cNvPr>
            <p:cNvSpPr/>
            <p:nvPr/>
          </p:nvSpPr>
          <p:spPr>
            <a:xfrm>
              <a:off x="1984597" y="1988373"/>
              <a:ext cx="258" cy="163"/>
            </a:xfrm>
            <a:custGeom>
              <a:avLst/>
              <a:gdLst/>
              <a:ahLst/>
              <a:cxnLst/>
              <a:rect l="l" t="t" r="r" b="b"/>
              <a:pathLst>
                <a:path w="19" h="12" extrusionOk="0">
                  <a:moveTo>
                    <a:pt x="1" y="1"/>
                  </a:moveTo>
                  <a:lnTo>
                    <a:pt x="18" y="11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00" name="Google Shape;4558;p80">
              <a:extLst>
                <a:ext uri="{FF2B5EF4-FFF2-40B4-BE49-F238E27FC236}">
                  <a16:creationId xmlns:a16="http://schemas.microsoft.com/office/drawing/2014/main" id="{EF7CCA3D-CF0B-36BC-204D-109D74DC187D}"/>
                </a:ext>
              </a:extLst>
            </p:cNvPr>
            <p:cNvSpPr/>
            <p:nvPr/>
          </p:nvSpPr>
          <p:spPr>
            <a:xfrm>
              <a:off x="1980374" y="1990708"/>
              <a:ext cx="109" cy="14"/>
            </a:xfrm>
            <a:custGeom>
              <a:avLst/>
              <a:gdLst/>
              <a:ahLst/>
              <a:cxnLst/>
              <a:rect l="l" t="t" r="r" b="b"/>
              <a:pathLst>
                <a:path w="8" h="1" extrusionOk="0">
                  <a:moveTo>
                    <a:pt x="7" y="0"/>
                  </a:moveTo>
                  <a:lnTo>
                    <a:pt x="0" y="0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01" name="Google Shape;4559;p80">
              <a:extLst>
                <a:ext uri="{FF2B5EF4-FFF2-40B4-BE49-F238E27FC236}">
                  <a16:creationId xmlns:a16="http://schemas.microsoft.com/office/drawing/2014/main" id="{E19BB633-F31D-C318-CC8E-2C3EA6BF436A}"/>
                </a:ext>
              </a:extLst>
            </p:cNvPr>
            <p:cNvSpPr/>
            <p:nvPr/>
          </p:nvSpPr>
          <p:spPr>
            <a:xfrm>
              <a:off x="1984081" y="1987952"/>
              <a:ext cx="149" cy="149"/>
            </a:xfrm>
            <a:custGeom>
              <a:avLst/>
              <a:gdLst/>
              <a:ahLst/>
              <a:cxnLst/>
              <a:rect l="l" t="t" r="r" b="b"/>
              <a:pathLst>
                <a:path w="11" h="11" extrusionOk="0">
                  <a:moveTo>
                    <a:pt x="0" y="0"/>
                  </a:moveTo>
                  <a:lnTo>
                    <a:pt x="11" y="11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02" name="Google Shape;4560;p80">
              <a:extLst>
                <a:ext uri="{FF2B5EF4-FFF2-40B4-BE49-F238E27FC236}">
                  <a16:creationId xmlns:a16="http://schemas.microsoft.com/office/drawing/2014/main" id="{C15DAF95-270C-6E96-A51E-F7737B679E98}"/>
                </a:ext>
              </a:extLst>
            </p:cNvPr>
            <p:cNvSpPr/>
            <p:nvPr/>
          </p:nvSpPr>
          <p:spPr>
            <a:xfrm>
              <a:off x="1984312" y="1988183"/>
              <a:ext cx="204" cy="109"/>
            </a:xfrm>
            <a:custGeom>
              <a:avLst/>
              <a:gdLst/>
              <a:ahLst/>
              <a:cxnLst/>
              <a:rect l="l" t="t" r="r" b="b"/>
              <a:pathLst>
                <a:path w="15" h="8" extrusionOk="0">
                  <a:moveTo>
                    <a:pt x="1" y="1"/>
                  </a:moveTo>
                  <a:lnTo>
                    <a:pt x="15" y="8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03" name="Google Shape;4561;p80">
              <a:extLst>
                <a:ext uri="{FF2B5EF4-FFF2-40B4-BE49-F238E27FC236}">
                  <a16:creationId xmlns:a16="http://schemas.microsoft.com/office/drawing/2014/main" id="{BC7644CB-44FB-AAC6-C43C-93C864B98467}"/>
                </a:ext>
              </a:extLst>
            </p:cNvPr>
            <p:cNvSpPr/>
            <p:nvPr/>
          </p:nvSpPr>
          <p:spPr>
            <a:xfrm>
              <a:off x="1981366" y="1990369"/>
              <a:ext cx="163" cy="109"/>
            </a:xfrm>
            <a:custGeom>
              <a:avLst/>
              <a:gdLst/>
              <a:ahLst/>
              <a:cxnLst/>
              <a:rect l="l" t="t" r="r" b="b"/>
              <a:pathLst>
                <a:path w="12" h="8" extrusionOk="0">
                  <a:moveTo>
                    <a:pt x="1" y="8"/>
                  </a:moveTo>
                  <a:lnTo>
                    <a:pt x="11" y="1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04" name="Google Shape;4562;p80">
              <a:extLst>
                <a:ext uri="{FF2B5EF4-FFF2-40B4-BE49-F238E27FC236}">
                  <a16:creationId xmlns:a16="http://schemas.microsoft.com/office/drawing/2014/main" id="{5F39FC2E-4C96-D782-C17F-23D8BD8C9B8F}"/>
                </a:ext>
              </a:extLst>
            </p:cNvPr>
            <p:cNvSpPr/>
            <p:nvPr/>
          </p:nvSpPr>
          <p:spPr>
            <a:xfrm>
              <a:off x="1973898" y="1981340"/>
              <a:ext cx="394" cy="109"/>
            </a:xfrm>
            <a:custGeom>
              <a:avLst/>
              <a:gdLst/>
              <a:ahLst/>
              <a:cxnLst/>
              <a:rect l="l" t="t" r="r" b="b"/>
              <a:pathLst>
                <a:path w="29" h="8" extrusionOk="0">
                  <a:moveTo>
                    <a:pt x="1" y="8"/>
                  </a:moveTo>
                  <a:lnTo>
                    <a:pt x="29" y="1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05" name="Google Shape;4563;p80">
              <a:extLst>
                <a:ext uri="{FF2B5EF4-FFF2-40B4-BE49-F238E27FC236}">
                  <a16:creationId xmlns:a16="http://schemas.microsoft.com/office/drawing/2014/main" id="{DEF18EDD-2484-627D-8A1C-C606686B84A5}"/>
                </a:ext>
              </a:extLst>
            </p:cNvPr>
            <p:cNvSpPr/>
            <p:nvPr/>
          </p:nvSpPr>
          <p:spPr>
            <a:xfrm>
              <a:off x="1973233" y="1981435"/>
              <a:ext cx="448" cy="109"/>
            </a:xfrm>
            <a:custGeom>
              <a:avLst/>
              <a:gdLst/>
              <a:ahLst/>
              <a:cxnLst/>
              <a:rect l="l" t="t" r="r" b="b"/>
              <a:pathLst>
                <a:path w="33" h="8" extrusionOk="0">
                  <a:moveTo>
                    <a:pt x="1" y="8"/>
                  </a:moveTo>
                  <a:lnTo>
                    <a:pt x="32" y="1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06" name="Google Shape;4564;p80">
              <a:extLst>
                <a:ext uri="{FF2B5EF4-FFF2-40B4-BE49-F238E27FC236}">
                  <a16:creationId xmlns:a16="http://schemas.microsoft.com/office/drawing/2014/main" id="{C2F5F957-948B-7CC9-8E86-6D87A5F24CB4}"/>
                </a:ext>
              </a:extLst>
            </p:cNvPr>
            <p:cNvSpPr/>
            <p:nvPr/>
          </p:nvSpPr>
          <p:spPr>
            <a:xfrm>
              <a:off x="1971766" y="1981720"/>
              <a:ext cx="530" cy="109"/>
            </a:xfrm>
            <a:custGeom>
              <a:avLst/>
              <a:gdLst/>
              <a:ahLst/>
              <a:cxnLst/>
              <a:rect l="l" t="t" r="r" b="b"/>
              <a:pathLst>
                <a:path w="39" h="8" extrusionOk="0">
                  <a:moveTo>
                    <a:pt x="0" y="8"/>
                  </a:moveTo>
                  <a:lnTo>
                    <a:pt x="39" y="1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07" name="Google Shape;4565;p80">
              <a:extLst>
                <a:ext uri="{FF2B5EF4-FFF2-40B4-BE49-F238E27FC236}">
                  <a16:creationId xmlns:a16="http://schemas.microsoft.com/office/drawing/2014/main" id="{1B15A5A3-A276-5BA6-7C4C-9ED8586D6A92}"/>
                </a:ext>
              </a:extLst>
            </p:cNvPr>
            <p:cNvSpPr/>
            <p:nvPr/>
          </p:nvSpPr>
          <p:spPr>
            <a:xfrm>
              <a:off x="1975378" y="1981150"/>
              <a:ext cx="299" cy="68"/>
            </a:xfrm>
            <a:custGeom>
              <a:avLst/>
              <a:gdLst/>
              <a:ahLst/>
              <a:cxnLst/>
              <a:rect l="l" t="t" r="r" b="b"/>
              <a:pathLst>
                <a:path w="22" h="5" extrusionOk="0">
                  <a:moveTo>
                    <a:pt x="1" y="4"/>
                  </a:moveTo>
                  <a:lnTo>
                    <a:pt x="22" y="1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08" name="Google Shape;4566;p80">
              <a:extLst>
                <a:ext uri="{FF2B5EF4-FFF2-40B4-BE49-F238E27FC236}">
                  <a16:creationId xmlns:a16="http://schemas.microsoft.com/office/drawing/2014/main" id="{8C92B849-2520-2584-848B-7E8929AAE4FF}"/>
                </a:ext>
              </a:extLst>
            </p:cNvPr>
            <p:cNvSpPr/>
            <p:nvPr/>
          </p:nvSpPr>
          <p:spPr>
            <a:xfrm>
              <a:off x="1974943" y="1981204"/>
              <a:ext cx="299" cy="54"/>
            </a:xfrm>
            <a:custGeom>
              <a:avLst/>
              <a:gdLst/>
              <a:ahLst/>
              <a:cxnLst/>
              <a:rect l="l" t="t" r="r" b="b"/>
              <a:pathLst>
                <a:path w="22" h="4" extrusionOk="0">
                  <a:moveTo>
                    <a:pt x="1" y="4"/>
                  </a:moveTo>
                  <a:lnTo>
                    <a:pt x="22" y="0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09" name="Google Shape;4567;p80">
              <a:extLst>
                <a:ext uri="{FF2B5EF4-FFF2-40B4-BE49-F238E27FC236}">
                  <a16:creationId xmlns:a16="http://schemas.microsoft.com/office/drawing/2014/main" id="{7A8F7A0D-05C3-187F-1089-98965AE77A68}"/>
                </a:ext>
              </a:extLst>
            </p:cNvPr>
            <p:cNvSpPr/>
            <p:nvPr/>
          </p:nvSpPr>
          <p:spPr>
            <a:xfrm>
              <a:off x="1950327" y="1969744"/>
              <a:ext cx="19362" cy="21398"/>
            </a:xfrm>
            <a:custGeom>
              <a:avLst/>
              <a:gdLst/>
              <a:ahLst/>
              <a:cxnLst/>
              <a:rect l="l" t="t" r="r" b="b"/>
              <a:pathLst>
                <a:path w="1426" h="1576" extrusionOk="0">
                  <a:moveTo>
                    <a:pt x="960" y="0"/>
                  </a:moveTo>
                  <a:cubicBezTo>
                    <a:pt x="907" y="4"/>
                    <a:pt x="855" y="18"/>
                    <a:pt x="806" y="39"/>
                  </a:cubicBezTo>
                  <a:cubicBezTo>
                    <a:pt x="740" y="61"/>
                    <a:pt x="667" y="87"/>
                    <a:pt x="595" y="87"/>
                  </a:cubicBezTo>
                  <a:cubicBezTo>
                    <a:pt x="575" y="87"/>
                    <a:pt x="556" y="85"/>
                    <a:pt x="536" y="81"/>
                  </a:cubicBezTo>
                  <a:cubicBezTo>
                    <a:pt x="515" y="77"/>
                    <a:pt x="491" y="74"/>
                    <a:pt x="473" y="70"/>
                  </a:cubicBezTo>
                  <a:cubicBezTo>
                    <a:pt x="444" y="62"/>
                    <a:pt x="413" y="55"/>
                    <a:pt x="384" y="55"/>
                  </a:cubicBezTo>
                  <a:cubicBezTo>
                    <a:pt x="377" y="55"/>
                    <a:pt x="371" y="56"/>
                    <a:pt x="365" y="56"/>
                  </a:cubicBezTo>
                  <a:cubicBezTo>
                    <a:pt x="361" y="63"/>
                    <a:pt x="358" y="74"/>
                    <a:pt x="358" y="84"/>
                  </a:cubicBezTo>
                  <a:cubicBezTo>
                    <a:pt x="358" y="91"/>
                    <a:pt x="358" y="95"/>
                    <a:pt x="354" y="102"/>
                  </a:cubicBezTo>
                  <a:lnTo>
                    <a:pt x="354" y="105"/>
                  </a:lnTo>
                  <a:cubicBezTo>
                    <a:pt x="354" y="112"/>
                    <a:pt x="354" y="116"/>
                    <a:pt x="351" y="119"/>
                  </a:cubicBezTo>
                  <a:lnTo>
                    <a:pt x="347" y="126"/>
                  </a:lnTo>
                  <a:lnTo>
                    <a:pt x="344" y="137"/>
                  </a:lnTo>
                  <a:lnTo>
                    <a:pt x="340" y="147"/>
                  </a:lnTo>
                  <a:lnTo>
                    <a:pt x="333" y="158"/>
                  </a:lnTo>
                  <a:lnTo>
                    <a:pt x="326" y="168"/>
                  </a:lnTo>
                  <a:lnTo>
                    <a:pt x="323" y="179"/>
                  </a:lnTo>
                  <a:lnTo>
                    <a:pt x="312" y="189"/>
                  </a:lnTo>
                  <a:lnTo>
                    <a:pt x="305" y="200"/>
                  </a:lnTo>
                  <a:lnTo>
                    <a:pt x="295" y="214"/>
                  </a:lnTo>
                  <a:lnTo>
                    <a:pt x="288" y="224"/>
                  </a:lnTo>
                  <a:lnTo>
                    <a:pt x="277" y="238"/>
                  </a:lnTo>
                  <a:lnTo>
                    <a:pt x="267" y="252"/>
                  </a:lnTo>
                  <a:lnTo>
                    <a:pt x="253" y="263"/>
                  </a:lnTo>
                  <a:lnTo>
                    <a:pt x="242" y="277"/>
                  </a:lnTo>
                  <a:lnTo>
                    <a:pt x="228" y="291"/>
                  </a:lnTo>
                  <a:lnTo>
                    <a:pt x="214" y="308"/>
                  </a:lnTo>
                  <a:lnTo>
                    <a:pt x="200" y="322"/>
                  </a:lnTo>
                  <a:lnTo>
                    <a:pt x="183" y="340"/>
                  </a:lnTo>
                  <a:lnTo>
                    <a:pt x="169" y="354"/>
                  </a:lnTo>
                  <a:lnTo>
                    <a:pt x="148" y="371"/>
                  </a:lnTo>
                  <a:lnTo>
                    <a:pt x="134" y="385"/>
                  </a:lnTo>
                  <a:lnTo>
                    <a:pt x="109" y="406"/>
                  </a:lnTo>
                  <a:lnTo>
                    <a:pt x="95" y="420"/>
                  </a:lnTo>
                  <a:lnTo>
                    <a:pt x="67" y="445"/>
                  </a:lnTo>
                  <a:lnTo>
                    <a:pt x="53" y="459"/>
                  </a:lnTo>
                  <a:lnTo>
                    <a:pt x="22" y="487"/>
                  </a:lnTo>
                  <a:lnTo>
                    <a:pt x="8" y="498"/>
                  </a:lnTo>
                  <a:lnTo>
                    <a:pt x="1" y="505"/>
                  </a:lnTo>
                  <a:cubicBezTo>
                    <a:pt x="25" y="557"/>
                    <a:pt x="43" y="613"/>
                    <a:pt x="60" y="669"/>
                  </a:cubicBezTo>
                  <a:cubicBezTo>
                    <a:pt x="179" y="1082"/>
                    <a:pt x="288" y="1170"/>
                    <a:pt x="459" y="1313"/>
                  </a:cubicBezTo>
                  <a:lnTo>
                    <a:pt x="477" y="1324"/>
                  </a:lnTo>
                  <a:cubicBezTo>
                    <a:pt x="596" y="1415"/>
                    <a:pt x="722" y="1499"/>
                    <a:pt x="848" y="1576"/>
                  </a:cubicBezTo>
                  <a:lnTo>
                    <a:pt x="848" y="1572"/>
                  </a:lnTo>
                  <a:cubicBezTo>
                    <a:pt x="858" y="1558"/>
                    <a:pt x="865" y="1544"/>
                    <a:pt x="876" y="1530"/>
                  </a:cubicBezTo>
                  <a:lnTo>
                    <a:pt x="879" y="1523"/>
                  </a:lnTo>
                  <a:cubicBezTo>
                    <a:pt x="886" y="1513"/>
                    <a:pt x="893" y="1499"/>
                    <a:pt x="900" y="1492"/>
                  </a:cubicBezTo>
                  <a:lnTo>
                    <a:pt x="904" y="1485"/>
                  </a:lnTo>
                  <a:cubicBezTo>
                    <a:pt x="914" y="1474"/>
                    <a:pt x="921" y="1467"/>
                    <a:pt x="928" y="1457"/>
                  </a:cubicBezTo>
                  <a:lnTo>
                    <a:pt x="932" y="1453"/>
                  </a:lnTo>
                  <a:cubicBezTo>
                    <a:pt x="939" y="1446"/>
                    <a:pt x="946" y="1439"/>
                    <a:pt x="953" y="1432"/>
                  </a:cubicBezTo>
                  <a:cubicBezTo>
                    <a:pt x="991" y="1404"/>
                    <a:pt x="1040" y="1369"/>
                    <a:pt x="1096" y="1334"/>
                  </a:cubicBezTo>
                  <a:cubicBezTo>
                    <a:pt x="1187" y="1271"/>
                    <a:pt x="1355" y="1159"/>
                    <a:pt x="1366" y="1107"/>
                  </a:cubicBezTo>
                  <a:cubicBezTo>
                    <a:pt x="1376" y="1072"/>
                    <a:pt x="1383" y="1040"/>
                    <a:pt x="1397" y="1009"/>
                  </a:cubicBezTo>
                  <a:cubicBezTo>
                    <a:pt x="1408" y="977"/>
                    <a:pt x="1418" y="946"/>
                    <a:pt x="1425" y="911"/>
                  </a:cubicBezTo>
                  <a:lnTo>
                    <a:pt x="1425" y="904"/>
                  </a:lnTo>
                  <a:lnTo>
                    <a:pt x="1425" y="893"/>
                  </a:lnTo>
                  <a:lnTo>
                    <a:pt x="1425" y="883"/>
                  </a:lnTo>
                  <a:lnTo>
                    <a:pt x="1425" y="876"/>
                  </a:lnTo>
                  <a:cubicBezTo>
                    <a:pt x="1422" y="872"/>
                    <a:pt x="1422" y="869"/>
                    <a:pt x="1422" y="865"/>
                  </a:cubicBezTo>
                  <a:lnTo>
                    <a:pt x="1422" y="858"/>
                  </a:lnTo>
                  <a:cubicBezTo>
                    <a:pt x="1418" y="855"/>
                    <a:pt x="1415" y="848"/>
                    <a:pt x="1411" y="841"/>
                  </a:cubicBezTo>
                  <a:cubicBezTo>
                    <a:pt x="1355" y="746"/>
                    <a:pt x="1327" y="638"/>
                    <a:pt x="1331" y="526"/>
                  </a:cubicBezTo>
                  <a:lnTo>
                    <a:pt x="1331" y="480"/>
                  </a:lnTo>
                  <a:cubicBezTo>
                    <a:pt x="1331" y="385"/>
                    <a:pt x="1044" y="11"/>
                    <a:pt x="960" y="0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10" name="Google Shape;4568;p80">
              <a:extLst>
                <a:ext uri="{FF2B5EF4-FFF2-40B4-BE49-F238E27FC236}">
                  <a16:creationId xmlns:a16="http://schemas.microsoft.com/office/drawing/2014/main" id="{1E9B8D12-A25D-927D-E9FE-FFB0E731001E}"/>
                </a:ext>
              </a:extLst>
            </p:cNvPr>
            <p:cNvSpPr/>
            <p:nvPr/>
          </p:nvSpPr>
          <p:spPr>
            <a:xfrm>
              <a:off x="1953749" y="1973166"/>
              <a:ext cx="163" cy="204"/>
            </a:xfrm>
            <a:custGeom>
              <a:avLst/>
              <a:gdLst/>
              <a:ahLst/>
              <a:cxnLst/>
              <a:rect l="l" t="t" r="r" b="b"/>
              <a:pathLst>
                <a:path w="12" h="15" extrusionOk="0">
                  <a:moveTo>
                    <a:pt x="1" y="14"/>
                  </a:moveTo>
                  <a:lnTo>
                    <a:pt x="11" y="0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11" name="Google Shape;4569;p80">
              <a:extLst>
                <a:ext uri="{FF2B5EF4-FFF2-40B4-BE49-F238E27FC236}">
                  <a16:creationId xmlns:a16="http://schemas.microsoft.com/office/drawing/2014/main" id="{1A87ADF3-8708-6369-5E94-FF311AB9C959}"/>
                </a:ext>
              </a:extLst>
            </p:cNvPr>
            <p:cNvSpPr/>
            <p:nvPr/>
          </p:nvSpPr>
          <p:spPr>
            <a:xfrm>
              <a:off x="1954754" y="1971876"/>
              <a:ext cx="54" cy="163"/>
            </a:xfrm>
            <a:custGeom>
              <a:avLst/>
              <a:gdLst/>
              <a:ahLst/>
              <a:cxnLst/>
              <a:rect l="l" t="t" r="r" b="b"/>
              <a:pathLst>
                <a:path w="4" h="12" extrusionOk="0">
                  <a:moveTo>
                    <a:pt x="0" y="11"/>
                  </a:moveTo>
                  <a:lnTo>
                    <a:pt x="4" y="1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12" name="Google Shape;4570;p80">
              <a:extLst>
                <a:ext uri="{FF2B5EF4-FFF2-40B4-BE49-F238E27FC236}">
                  <a16:creationId xmlns:a16="http://schemas.microsoft.com/office/drawing/2014/main" id="{93C53DC2-CF00-42D8-D81C-424C7A68D6B4}"/>
                </a:ext>
              </a:extLst>
            </p:cNvPr>
            <p:cNvSpPr/>
            <p:nvPr/>
          </p:nvSpPr>
          <p:spPr>
            <a:xfrm>
              <a:off x="1951563" y="1975257"/>
              <a:ext cx="258" cy="204"/>
            </a:xfrm>
            <a:custGeom>
              <a:avLst/>
              <a:gdLst/>
              <a:ahLst/>
              <a:cxnLst/>
              <a:rect l="l" t="t" r="r" b="b"/>
              <a:pathLst>
                <a:path w="19" h="15" extrusionOk="0">
                  <a:moveTo>
                    <a:pt x="1" y="14"/>
                  </a:moveTo>
                  <a:lnTo>
                    <a:pt x="18" y="0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13" name="Google Shape;4571;p80">
              <a:extLst>
                <a:ext uri="{FF2B5EF4-FFF2-40B4-BE49-F238E27FC236}">
                  <a16:creationId xmlns:a16="http://schemas.microsoft.com/office/drawing/2014/main" id="{AE2F8EA7-398A-8FD2-CD6E-514CEFA23995}"/>
                </a:ext>
              </a:extLst>
            </p:cNvPr>
            <p:cNvSpPr/>
            <p:nvPr/>
          </p:nvSpPr>
          <p:spPr>
            <a:xfrm>
              <a:off x="1954564" y="1972161"/>
              <a:ext cx="109" cy="163"/>
            </a:xfrm>
            <a:custGeom>
              <a:avLst/>
              <a:gdLst/>
              <a:ahLst/>
              <a:cxnLst/>
              <a:rect l="l" t="t" r="r" b="b"/>
              <a:pathLst>
                <a:path w="8" h="12" extrusionOk="0">
                  <a:moveTo>
                    <a:pt x="0" y="11"/>
                  </a:moveTo>
                  <a:lnTo>
                    <a:pt x="7" y="1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14" name="Google Shape;4572;p80">
              <a:extLst>
                <a:ext uri="{FF2B5EF4-FFF2-40B4-BE49-F238E27FC236}">
                  <a16:creationId xmlns:a16="http://schemas.microsoft.com/office/drawing/2014/main" id="{6D224C42-1DA2-16BB-B7F8-333652C5603D}"/>
                </a:ext>
              </a:extLst>
            </p:cNvPr>
            <p:cNvSpPr/>
            <p:nvPr/>
          </p:nvSpPr>
          <p:spPr>
            <a:xfrm>
              <a:off x="1950382" y="1976357"/>
              <a:ext cx="204" cy="149"/>
            </a:xfrm>
            <a:custGeom>
              <a:avLst/>
              <a:gdLst/>
              <a:ahLst/>
              <a:cxnLst/>
              <a:rect l="l" t="t" r="r" b="b"/>
              <a:pathLst>
                <a:path w="15" h="11" extrusionOk="0">
                  <a:moveTo>
                    <a:pt x="0" y="11"/>
                  </a:moveTo>
                  <a:lnTo>
                    <a:pt x="14" y="0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15" name="Google Shape;4573;p80">
              <a:extLst>
                <a:ext uri="{FF2B5EF4-FFF2-40B4-BE49-F238E27FC236}">
                  <a16:creationId xmlns:a16="http://schemas.microsoft.com/office/drawing/2014/main" id="{BD4F34F7-25D1-96A9-07BF-ED3480C259CB}"/>
                </a:ext>
              </a:extLst>
            </p:cNvPr>
            <p:cNvSpPr/>
            <p:nvPr/>
          </p:nvSpPr>
          <p:spPr>
            <a:xfrm>
              <a:off x="1954319" y="1972501"/>
              <a:ext cx="109" cy="149"/>
            </a:xfrm>
            <a:custGeom>
              <a:avLst/>
              <a:gdLst/>
              <a:ahLst/>
              <a:cxnLst/>
              <a:rect l="l" t="t" r="r" b="b"/>
              <a:pathLst>
                <a:path w="8" h="11" extrusionOk="0">
                  <a:moveTo>
                    <a:pt x="1" y="11"/>
                  </a:moveTo>
                  <a:lnTo>
                    <a:pt x="8" y="0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16" name="Google Shape;4574;p80">
              <a:extLst>
                <a:ext uri="{FF2B5EF4-FFF2-40B4-BE49-F238E27FC236}">
                  <a16:creationId xmlns:a16="http://schemas.microsoft.com/office/drawing/2014/main" id="{70C3D8EF-19F2-14D1-6DCC-D10CC46B1C46}"/>
                </a:ext>
              </a:extLst>
            </p:cNvPr>
            <p:cNvSpPr/>
            <p:nvPr/>
          </p:nvSpPr>
          <p:spPr>
            <a:xfrm>
              <a:off x="1955039" y="1971360"/>
              <a:ext cx="54" cy="109"/>
            </a:xfrm>
            <a:custGeom>
              <a:avLst/>
              <a:gdLst/>
              <a:ahLst/>
              <a:cxnLst/>
              <a:rect l="l" t="t" r="r" b="b"/>
              <a:pathLst>
                <a:path w="4" h="8" extrusionOk="0">
                  <a:moveTo>
                    <a:pt x="0" y="7"/>
                  </a:moveTo>
                  <a:lnTo>
                    <a:pt x="4" y="0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17" name="Google Shape;4575;p80">
              <a:extLst>
                <a:ext uri="{FF2B5EF4-FFF2-40B4-BE49-F238E27FC236}">
                  <a16:creationId xmlns:a16="http://schemas.microsoft.com/office/drawing/2014/main" id="{D815A2AB-A013-8A9E-AB2E-064CF89EA198}"/>
                </a:ext>
              </a:extLst>
            </p:cNvPr>
            <p:cNvSpPr/>
            <p:nvPr/>
          </p:nvSpPr>
          <p:spPr>
            <a:xfrm>
              <a:off x="1954889" y="1971591"/>
              <a:ext cx="68" cy="163"/>
            </a:xfrm>
            <a:custGeom>
              <a:avLst/>
              <a:gdLst/>
              <a:ahLst/>
              <a:cxnLst/>
              <a:rect l="l" t="t" r="r" b="b"/>
              <a:pathLst>
                <a:path w="5" h="12" extrusionOk="0">
                  <a:moveTo>
                    <a:pt x="1" y="11"/>
                  </a:moveTo>
                  <a:lnTo>
                    <a:pt x="4" y="1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18" name="Google Shape;4576;p80">
              <a:extLst>
                <a:ext uri="{FF2B5EF4-FFF2-40B4-BE49-F238E27FC236}">
                  <a16:creationId xmlns:a16="http://schemas.microsoft.com/office/drawing/2014/main" id="{CEBEC204-FFD2-BBE5-C30D-27B4E9D6EBD2}"/>
                </a:ext>
              </a:extLst>
            </p:cNvPr>
            <p:cNvSpPr/>
            <p:nvPr/>
          </p:nvSpPr>
          <p:spPr>
            <a:xfrm>
              <a:off x="1955134" y="1971116"/>
              <a:ext cx="14" cy="68"/>
            </a:xfrm>
            <a:custGeom>
              <a:avLst/>
              <a:gdLst/>
              <a:ahLst/>
              <a:cxnLst/>
              <a:rect l="l" t="t" r="r" b="b"/>
              <a:pathLst>
                <a:path w="1" h="5" extrusionOk="0">
                  <a:moveTo>
                    <a:pt x="0" y="4"/>
                  </a:moveTo>
                  <a:lnTo>
                    <a:pt x="0" y="1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19" name="Google Shape;4577;p80">
              <a:extLst>
                <a:ext uri="{FF2B5EF4-FFF2-40B4-BE49-F238E27FC236}">
                  <a16:creationId xmlns:a16="http://schemas.microsoft.com/office/drawing/2014/main" id="{9BCF5896-45CC-5E5C-A8A9-E2D28E8564C7}"/>
                </a:ext>
              </a:extLst>
            </p:cNvPr>
            <p:cNvSpPr/>
            <p:nvPr/>
          </p:nvSpPr>
          <p:spPr>
            <a:xfrm>
              <a:off x="1952608" y="1974347"/>
              <a:ext cx="204" cy="204"/>
            </a:xfrm>
            <a:custGeom>
              <a:avLst/>
              <a:gdLst/>
              <a:ahLst/>
              <a:cxnLst/>
              <a:rect l="l" t="t" r="r" b="b"/>
              <a:pathLst>
                <a:path w="15" h="15" extrusionOk="0">
                  <a:moveTo>
                    <a:pt x="1" y="15"/>
                  </a:moveTo>
                  <a:lnTo>
                    <a:pt x="15" y="1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20" name="Google Shape;4578;p80">
              <a:extLst>
                <a:ext uri="{FF2B5EF4-FFF2-40B4-BE49-F238E27FC236}">
                  <a16:creationId xmlns:a16="http://schemas.microsoft.com/office/drawing/2014/main" id="{FD03C5DA-45E3-0BF8-96FB-E59877CFC4C6}"/>
                </a:ext>
              </a:extLst>
            </p:cNvPr>
            <p:cNvSpPr/>
            <p:nvPr/>
          </p:nvSpPr>
          <p:spPr>
            <a:xfrm>
              <a:off x="1952092" y="1974782"/>
              <a:ext cx="244" cy="204"/>
            </a:xfrm>
            <a:custGeom>
              <a:avLst/>
              <a:gdLst/>
              <a:ahLst/>
              <a:cxnLst/>
              <a:rect l="l" t="t" r="r" b="b"/>
              <a:pathLst>
                <a:path w="18" h="15" extrusionOk="0">
                  <a:moveTo>
                    <a:pt x="0" y="14"/>
                  </a:moveTo>
                  <a:lnTo>
                    <a:pt x="18" y="0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21" name="Google Shape;4579;p80">
              <a:extLst>
                <a:ext uri="{FF2B5EF4-FFF2-40B4-BE49-F238E27FC236}">
                  <a16:creationId xmlns:a16="http://schemas.microsoft.com/office/drawing/2014/main" id="{1E9C58D1-1C6A-7050-FAD1-FBB8BA2B18F1}"/>
                </a:ext>
              </a:extLst>
            </p:cNvPr>
            <p:cNvSpPr/>
            <p:nvPr/>
          </p:nvSpPr>
          <p:spPr>
            <a:xfrm>
              <a:off x="1950993" y="1975786"/>
              <a:ext cx="204" cy="190"/>
            </a:xfrm>
            <a:custGeom>
              <a:avLst/>
              <a:gdLst/>
              <a:ahLst/>
              <a:cxnLst/>
              <a:rect l="l" t="t" r="r" b="b"/>
              <a:pathLst>
                <a:path w="15" h="14" extrusionOk="0">
                  <a:moveTo>
                    <a:pt x="1" y="14"/>
                  </a:moveTo>
                  <a:lnTo>
                    <a:pt x="15" y="0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22" name="Google Shape;4580;p80">
              <a:extLst>
                <a:ext uri="{FF2B5EF4-FFF2-40B4-BE49-F238E27FC236}">
                  <a16:creationId xmlns:a16="http://schemas.microsoft.com/office/drawing/2014/main" id="{DFB496A5-173D-7BE1-9385-AC4066142B41}"/>
                </a:ext>
              </a:extLst>
            </p:cNvPr>
            <p:cNvSpPr/>
            <p:nvPr/>
          </p:nvSpPr>
          <p:spPr>
            <a:xfrm>
              <a:off x="1969526" y="1981204"/>
              <a:ext cx="109" cy="299"/>
            </a:xfrm>
            <a:custGeom>
              <a:avLst/>
              <a:gdLst/>
              <a:ahLst/>
              <a:cxnLst/>
              <a:rect l="l" t="t" r="r" b="b"/>
              <a:pathLst>
                <a:path w="8" h="22" extrusionOk="0">
                  <a:moveTo>
                    <a:pt x="1" y="0"/>
                  </a:moveTo>
                  <a:cubicBezTo>
                    <a:pt x="1" y="2"/>
                    <a:pt x="2" y="6"/>
                    <a:pt x="4" y="9"/>
                  </a:cubicBezTo>
                  <a:lnTo>
                    <a:pt x="4" y="9"/>
                  </a:lnTo>
                  <a:cubicBezTo>
                    <a:pt x="3" y="6"/>
                    <a:pt x="2" y="3"/>
                    <a:pt x="1" y="0"/>
                  </a:cubicBezTo>
                  <a:close/>
                  <a:moveTo>
                    <a:pt x="4" y="9"/>
                  </a:moveTo>
                  <a:cubicBezTo>
                    <a:pt x="5" y="13"/>
                    <a:pt x="6" y="17"/>
                    <a:pt x="8" y="21"/>
                  </a:cubicBezTo>
                  <a:lnTo>
                    <a:pt x="8" y="14"/>
                  </a:lnTo>
                  <a:cubicBezTo>
                    <a:pt x="6" y="13"/>
                    <a:pt x="5" y="11"/>
                    <a:pt x="4" y="9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23" name="Google Shape;4581;p80">
              <a:extLst>
                <a:ext uri="{FF2B5EF4-FFF2-40B4-BE49-F238E27FC236}">
                  <a16:creationId xmlns:a16="http://schemas.microsoft.com/office/drawing/2014/main" id="{94684681-29D9-574C-5AC7-87D0BBBCACE2}"/>
                </a:ext>
              </a:extLst>
            </p:cNvPr>
            <p:cNvSpPr/>
            <p:nvPr/>
          </p:nvSpPr>
          <p:spPr>
            <a:xfrm>
              <a:off x="1954034" y="1972827"/>
              <a:ext cx="163" cy="163"/>
            </a:xfrm>
            <a:custGeom>
              <a:avLst/>
              <a:gdLst/>
              <a:ahLst/>
              <a:cxnLst/>
              <a:rect l="l" t="t" r="r" b="b"/>
              <a:pathLst>
                <a:path w="12" h="12" extrusionOk="0">
                  <a:moveTo>
                    <a:pt x="1" y="11"/>
                  </a:moveTo>
                  <a:lnTo>
                    <a:pt x="11" y="1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24" name="Google Shape;4582;p80">
              <a:extLst>
                <a:ext uri="{FF2B5EF4-FFF2-40B4-BE49-F238E27FC236}">
                  <a16:creationId xmlns:a16="http://schemas.microsoft.com/office/drawing/2014/main" id="{A427B14C-01AC-8F32-DF0F-342E797BA43F}"/>
                </a:ext>
              </a:extLst>
            </p:cNvPr>
            <p:cNvSpPr/>
            <p:nvPr/>
          </p:nvSpPr>
          <p:spPr>
            <a:xfrm>
              <a:off x="1953369" y="1973546"/>
              <a:ext cx="204" cy="204"/>
            </a:xfrm>
            <a:custGeom>
              <a:avLst/>
              <a:gdLst/>
              <a:ahLst/>
              <a:cxnLst/>
              <a:rect l="l" t="t" r="r" b="b"/>
              <a:pathLst>
                <a:path w="15" h="15" extrusionOk="0">
                  <a:moveTo>
                    <a:pt x="1" y="14"/>
                  </a:moveTo>
                  <a:lnTo>
                    <a:pt x="15" y="0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25" name="Google Shape;4583;p80">
              <a:extLst>
                <a:ext uri="{FF2B5EF4-FFF2-40B4-BE49-F238E27FC236}">
                  <a16:creationId xmlns:a16="http://schemas.microsoft.com/office/drawing/2014/main" id="{3DF064D7-607B-E860-0D29-D917E90B74A2}"/>
                </a:ext>
              </a:extLst>
            </p:cNvPr>
            <p:cNvSpPr/>
            <p:nvPr/>
          </p:nvSpPr>
          <p:spPr>
            <a:xfrm>
              <a:off x="1952989" y="1973926"/>
              <a:ext cx="204" cy="204"/>
            </a:xfrm>
            <a:custGeom>
              <a:avLst/>
              <a:gdLst/>
              <a:ahLst/>
              <a:cxnLst/>
              <a:rect l="l" t="t" r="r" b="b"/>
              <a:pathLst>
                <a:path w="15" h="15" extrusionOk="0">
                  <a:moveTo>
                    <a:pt x="15" y="0"/>
                  </a:moveTo>
                  <a:lnTo>
                    <a:pt x="1" y="14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26" name="Google Shape;4584;p80">
              <a:extLst>
                <a:ext uri="{FF2B5EF4-FFF2-40B4-BE49-F238E27FC236}">
                  <a16:creationId xmlns:a16="http://schemas.microsoft.com/office/drawing/2014/main" id="{EC943EF9-FBAF-7CEA-460E-82CF8FC5407D}"/>
                </a:ext>
              </a:extLst>
            </p:cNvPr>
            <p:cNvSpPr/>
            <p:nvPr/>
          </p:nvSpPr>
          <p:spPr>
            <a:xfrm>
              <a:off x="1962968" y="1989228"/>
              <a:ext cx="299" cy="258"/>
            </a:xfrm>
            <a:custGeom>
              <a:avLst/>
              <a:gdLst/>
              <a:ahLst/>
              <a:cxnLst/>
              <a:rect l="l" t="t" r="r" b="b"/>
              <a:pathLst>
                <a:path w="22" h="19" extrusionOk="0">
                  <a:moveTo>
                    <a:pt x="1" y="18"/>
                  </a:moveTo>
                  <a:cubicBezTo>
                    <a:pt x="8" y="11"/>
                    <a:pt x="15" y="4"/>
                    <a:pt x="22" y="1"/>
                  </a:cubicBezTo>
                  <a:cubicBezTo>
                    <a:pt x="15" y="4"/>
                    <a:pt x="8" y="11"/>
                    <a:pt x="1" y="18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27" name="Google Shape;4585;p80">
              <a:extLst>
                <a:ext uri="{FF2B5EF4-FFF2-40B4-BE49-F238E27FC236}">
                  <a16:creationId xmlns:a16="http://schemas.microsoft.com/office/drawing/2014/main" id="{4297D69F-5C49-CA27-24EF-71E01208AD87}"/>
                </a:ext>
              </a:extLst>
            </p:cNvPr>
            <p:cNvSpPr/>
            <p:nvPr/>
          </p:nvSpPr>
          <p:spPr>
            <a:xfrm>
              <a:off x="1961828" y="1990518"/>
              <a:ext cx="394" cy="625"/>
            </a:xfrm>
            <a:custGeom>
              <a:avLst/>
              <a:gdLst/>
              <a:ahLst/>
              <a:cxnLst/>
              <a:rect l="l" t="t" r="r" b="b"/>
              <a:pathLst>
                <a:path w="29" h="46" extrusionOk="0">
                  <a:moveTo>
                    <a:pt x="29" y="0"/>
                  </a:moveTo>
                  <a:cubicBezTo>
                    <a:pt x="18" y="14"/>
                    <a:pt x="11" y="28"/>
                    <a:pt x="1" y="46"/>
                  </a:cubicBezTo>
                  <a:cubicBezTo>
                    <a:pt x="11" y="28"/>
                    <a:pt x="22" y="14"/>
                    <a:pt x="29" y="0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28" name="Google Shape;4586;p80">
              <a:extLst>
                <a:ext uri="{FF2B5EF4-FFF2-40B4-BE49-F238E27FC236}">
                  <a16:creationId xmlns:a16="http://schemas.microsoft.com/office/drawing/2014/main" id="{B44D2240-0C4F-A962-D1E6-FA696A9EE837}"/>
                </a:ext>
              </a:extLst>
            </p:cNvPr>
            <p:cNvSpPr/>
            <p:nvPr/>
          </p:nvSpPr>
          <p:spPr>
            <a:xfrm>
              <a:off x="1962262" y="1989988"/>
              <a:ext cx="339" cy="448"/>
            </a:xfrm>
            <a:custGeom>
              <a:avLst/>
              <a:gdLst/>
              <a:ahLst/>
              <a:cxnLst/>
              <a:rect l="l" t="t" r="r" b="b"/>
              <a:pathLst>
                <a:path w="25" h="33" extrusionOk="0">
                  <a:moveTo>
                    <a:pt x="25" y="1"/>
                  </a:moveTo>
                  <a:cubicBezTo>
                    <a:pt x="14" y="11"/>
                    <a:pt x="7" y="22"/>
                    <a:pt x="0" y="32"/>
                  </a:cubicBezTo>
                  <a:cubicBezTo>
                    <a:pt x="7" y="22"/>
                    <a:pt x="14" y="11"/>
                    <a:pt x="25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29" name="Google Shape;4587;p80">
              <a:extLst>
                <a:ext uri="{FF2B5EF4-FFF2-40B4-BE49-F238E27FC236}">
                  <a16:creationId xmlns:a16="http://schemas.microsoft.com/office/drawing/2014/main" id="{27F39763-3B63-4375-3152-80D90713CF19}"/>
                </a:ext>
              </a:extLst>
            </p:cNvPr>
            <p:cNvSpPr/>
            <p:nvPr/>
          </p:nvSpPr>
          <p:spPr>
            <a:xfrm>
              <a:off x="1969675" y="1981720"/>
              <a:ext cx="14" cy="163"/>
            </a:xfrm>
            <a:custGeom>
              <a:avLst/>
              <a:gdLst/>
              <a:ahLst/>
              <a:cxnLst/>
              <a:rect l="l" t="t" r="r" b="b"/>
              <a:pathLst>
                <a:path w="1" h="12" extrusionOk="0">
                  <a:moveTo>
                    <a:pt x="0" y="1"/>
                  </a:moveTo>
                  <a:lnTo>
                    <a:pt x="0" y="11"/>
                  </a:lnTo>
                  <a:cubicBezTo>
                    <a:pt x="0" y="8"/>
                    <a:pt x="0" y="4"/>
                    <a:pt x="0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30" name="Google Shape;4588;p80">
              <a:extLst>
                <a:ext uri="{FF2B5EF4-FFF2-40B4-BE49-F238E27FC236}">
                  <a16:creationId xmlns:a16="http://schemas.microsoft.com/office/drawing/2014/main" id="{FD17CBFE-A494-FADA-A1F7-5F9C6791EC4E}"/>
                </a:ext>
              </a:extLst>
            </p:cNvPr>
            <p:cNvSpPr/>
            <p:nvPr/>
          </p:nvSpPr>
          <p:spPr>
            <a:xfrm>
              <a:off x="1969621" y="1981530"/>
              <a:ext cx="68" cy="163"/>
            </a:xfrm>
            <a:custGeom>
              <a:avLst/>
              <a:gdLst/>
              <a:ahLst/>
              <a:cxnLst/>
              <a:rect l="l" t="t" r="r" b="b"/>
              <a:pathLst>
                <a:path w="5" h="12" extrusionOk="0">
                  <a:moveTo>
                    <a:pt x="1" y="1"/>
                  </a:moveTo>
                  <a:cubicBezTo>
                    <a:pt x="1" y="4"/>
                    <a:pt x="4" y="8"/>
                    <a:pt x="4" y="11"/>
                  </a:cubicBezTo>
                  <a:cubicBezTo>
                    <a:pt x="4" y="8"/>
                    <a:pt x="1" y="4"/>
                    <a:pt x="1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31" name="Google Shape;4589;p80">
              <a:extLst>
                <a:ext uri="{FF2B5EF4-FFF2-40B4-BE49-F238E27FC236}">
                  <a16:creationId xmlns:a16="http://schemas.microsoft.com/office/drawing/2014/main" id="{A75781DC-B5EB-06D6-399E-7D9D37E33F1B}"/>
                </a:ext>
              </a:extLst>
            </p:cNvPr>
            <p:cNvSpPr/>
            <p:nvPr/>
          </p:nvSpPr>
          <p:spPr>
            <a:xfrm>
              <a:off x="1969675" y="1982005"/>
              <a:ext cx="14" cy="163"/>
            </a:xfrm>
            <a:custGeom>
              <a:avLst/>
              <a:gdLst/>
              <a:ahLst/>
              <a:cxnLst/>
              <a:rect l="l" t="t" r="r" b="b"/>
              <a:pathLst>
                <a:path w="1" h="12" extrusionOk="0">
                  <a:moveTo>
                    <a:pt x="0" y="1"/>
                  </a:moveTo>
                  <a:lnTo>
                    <a:pt x="0" y="11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32" name="Google Shape;4590;p80">
              <a:extLst>
                <a:ext uri="{FF2B5EF4-FFF2-40B4-BE49-F238E27FC236}">
                  <a16:creationId xmlns:a16="http://schemas.microsoft.com/office/drawing/2014/main" id="{CACFBA3C-0E26-47AA-3536-DC90A98ED4FD}"/>
                </a:ext>
              </a:extLst>
            </p:cNvPr>
            <p:cNvSpPr/>
            <p:nvPr/>
          </p:nvSpPr>
          <p:spPr>
            <a:xfrm>
              <a:off x="1962588" y="1989568"/>
              <a:ext cx="353" cy="394"/>
            </a:xfrm>
            <a:custGeom>
              <a:avLst/>
              <a:gdLst/>
              <a:ahLst/>
              <a:cxnLst/>
              <a:rect l="l" t="t" r="r" b="b"/>
              <a:pathLst>
                <a:path w="26" h="29" extrusionOk="0">
                  <a:moveTo>
                    <a:pt x="25" y="0"/>
                  </a:moveTo>
                  <a:lnTo>
                    <a:pt x="25" y="0"/>
                  </a:lnTo>
                  <a:cubicBezTo>
                    <a:pt x="18" y="7"/>
                    <a:pt x="8" y="18"/>
                    <a:pt x="1" y="28"/>
                  </a:cubicBezTo>
                  <a:cubicBezTo>
                    <a:pt x="11" y="18"/>
                    <a:pt x="18" y="7"/>
                    <a:pt x="25" y="0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33" name="Google Shape;4591;p80">
              <a:extLst>
                <a:ext uri="{FF2B5EF4-FFF2-40B4-BE49-F238E27FC236}">
                  <a16:creationId xmlns:a16="http://schemas.microsoft.com/office/drawing/2014/main" id="{E752F4BF-AA79-3864-3F96-256EC8EA8311}"/>
                </a:ext>
              </a:extLst>
            </p:cNvPr>
            <p:cNvSpPr/>
            <p:nvPr/>
          </p:nvSpPr>
          <p:spPr>
            <a:xfrm>
              <a:off x="1969580" y="1981394"/>
              <a:ext cx="14" cy="14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0" y="0"/>
                  </a:move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34" name="Google Shape;4592;p80">
              <a:extLst>
                <a:ext uri="{FF2B5EF4-FFF2-40B4-BE49-F238E27FC236}">
                  <a16:creationId xmlns:a16="http://schemas.microsoft.com/office/drawing/2014/main" id="{92540C9B-F8B6-AE2E-B81F-B302A284365F}"/>
                </a:ext>
              </a:extLst>
            </p:cNvPr>
            <p:cNvSpPr/>
            <p:nvPr/>
          </p:nvSpPr>
          <p:spPr>
            <a:xfrm>
              <a:off x="1922385" y="1832082"/>
              <a:ext cx="60230" cy="48838"/>
            </a:xfrm>
            <a:custGeom>
              <a:avLst/>
              <a:gdLst/>
              <a:ahLst/>
              <a:cxnLst/>
              <a:rect l="l" t="t" r="r" b="b"/>
              <a:pathLst>
                <a:path w="4436" h="3597" extrusionOk="0">
                  <a:moveTo>
                    <a:pt x="2101" y="1"/>
                  </a:moveTo>
                  <a:cubicBezTo>
                    <a:pt x="1968" y="134"/>
                    <a:pt x="1894" y="309"/>
                    <a:pt x="1838" y="460"/>
                  </a:cubicBezTo>
                  <a:cubicBezTo>
                    <a:pt x="1792" y="579"/>
                    <a:pt x="1666" y="705"/>
                    <a:pt x="1523" y="852"/>
                  </a:cubicBezTo>
                  <a:cubicBezTo>
                    <a:pt x="1337" y="1041"/>
                    <a:pt x="1127" y="1254"/>
                    <a:pt x="1113" y="1447"/>
                  </a:cubicBezTo>
                  <a:cubicBezTo>
                    <a:pt x="1099" y="1664"/>
                    <a:pt x="921" y="1923"/>
                    <a:pt x="697" y="2255"/>
                  </a:cubicBezTo>
                  <a:cubicBezTo>
                    <a:pt x="490" y="2550"/>
                    <a:pt x="305" y="2854"/>
                    <a:pt x="144" y="3176"/>
                  </a:cubicBezTo>
                  <a:cubicBezTo>
                    <a:pt x="77" y="3309"/>
                    <a:pt x="28" y="3449"/>
                    <a:pt x="0" y="3596"/>
                  </a:cubicBezTo>
                  <a:lnTo>
                    <a:pt x="2017" y="3596"/>
                  </a:lnTo>
                  <a:lnTo>
                    <a:pt x="2017" y="2805"/>
                  </a:lnTo>
                  <a:cubicBezTo>
                    <a:pt x="2017" y="2704"/>
                    <a:pt x="2157" y="2630"/>
                    <a:pt x="2339" y="2543"/>
                  </a:cubicBezTo>
                  <a:lnTo>
                    <a:pt x="2374" y="2525"/>
                  </a:lnTo>
                  <a:cubicBezTo>
                    <a:pt x="2458" y="2483"/>
                    <a:pt x="2570" y="2424"/>
                    <a:pt x="2587" y="2396"/>
                  </a:cubicBezTo>
                  <a:lnTo>
                    <a:pt x="2587" y="866"/>
                  </a:lnTo>
                  <a:lnTo>
                    <a:pt x="2654" y="866"/>
                  </a:lnTo>
                  <a:cubicBezTo>
                    <a:pt x="3053" y="876"/>
                    <a:pt x="3609" y="883"/>
                    <a:pt x="4002" y="883"/>
                  </a:cubicBezTo>
                  <a:cubicBezTo>
                    <a:pt x="4191" y="883"/>
                    <a:pt x="4338" y="883"/>
                    <a:pt x="4415" y="876"/>
                  </a:cubicBezTo>
                  <a:lnTo>
                    <a:pt x="4436" y="876"/>
                  </a:lnTo>
                  <a:lnTo>
                    <a:pt x="4436" y="859"/>
                  </a:lnTo>
                  <a:lnTo>
                    <a:pt x="4436" y="848"/>
                  </a:lnTo>
                  <a:lnTo>
                    <a:pt x="4436" y="838"/>
                  </a:lnTo>
                  <a:lnTo>
                    <a:pt x="4436" y="824"/>
                  </a:lnTo>
                  <a:lnTo>
                    <a:pt x="4436" y="813"/>
                  </a:lnTo>
                  <a:lnTo>
                    <a:pt x="4436" y="792"/>
                  </a:lnTo>
                  <a:lnTo>
                    <a:pt x="4436" y="785"/>
                  </a:lnTo>
                  <a:lnTo>
                    <a:pt x="4436" y="764"/>
                  </a:lnTo>
                  <a:lnTo>
                    <a:pt x="4436" y="750"/>
                  </a:lnTo>
                  <a:lnTo>
                    <a:pt x="4436" y="729"/>
                  </a:lnTo>
                  <a:lnTo>
                    <a:pt x="4436" y="715"/>
                  </a:lnTo>
                  <a:lnTo>
                    <a:pt x="4436" y="694"/>
                  </a:lnTo>
                  <a:lnTo>
                    <a:pt x="4436" y="677"/>
                  </a:lnTo>
                  <a:lnTo>
                    <a:pt x="4436" y="656"/>
                  </a:lnTo>
                  <a:lnTo>
                    <a:pt x="4436" y="631"/>
                  </a:lnTo>
                  <a:lnTo>
                    <a:pt x="4436" y="610"/>
                  </a:lnTo>
                  <a:lnTo>
                    <a:pt x="4436" y="586"/>
                  </a:lnTo>
                  <a:lnTo>
                    <a:pt x="4436" y="568"/>
                  </a:lnTo>
                  <a:lnTo>
                    <a:pt x="4436" y="533"/>
                  </a:lnTo>
                  <a:lnTo>
                    <a:pt x="4436" y="519"/>
                  </a:lnTo>
                  <a:lnTo>
                    <a:pt x="4436" y="477"/>
                  </a:lnTo>
                  <a:lnTo>
                    <a:pt x="4436" y="463"/>
                  </a:lnTo>
                  <a:lnTo>
                    <a:pt x="4436" y="418"/>
                  </a:lnTo>
                  <a:lnTo>
                    <a:pt x="4436" y="411"/>
                  </a:lnTo>
                  <a:cubicBezTo>
                    <a:pt x="4436" y="337"/>
                    <a:pt x="4432" y="253"/>
                    <a:pt x="4432" y="162"/>
                  </a:cubicBezTo>
                  <a:lnTo>
                    <a:pt x="4429" y="158"/>
                  </a:lnTo>
                  <a:lnTo>
                    <a:pt x="4425" y="148"/>
                  </a:lnTo>
                  <a:lnTo>
                    <a:pt x="4418" y="134"/>
                  </a:lnTo>
                  <a:lnTo>
                    <a:pt x="4418" y="127"/>
                  </a:lnTo>
                  <a:lnTo>
                    <a:pt x="4411" y="113"/>
                  </a:lnTo>
                  <a:lnTo>
                    <a:pt x="4411" y="106"/>
                  </a:lnTo>
                  <a:lnTo>
                    <a:pt x="4408" y="88"/>
                  </a:lnTo>
                  <a:cubicBezTo>
                    <a:pt x="4394" y="36"/>
                    <a:pt x="4383" y="1"/>
                    <a:pt x="4107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35" name="Google Shape;4593;p80">
              <a:extLst>
                <a:ext uri="{FF2B5EF4-FFF2-40B4-BE49-F238E27FC236}">
                  <a16:creationId xmlns:a16="http://schemas.microsoft.com/office/drawing/2014/main" id="{F74F23CD-A443-39BC-AB87-02FABF3E67AB}"/>
                </a:ext>
              </a:extLst>
            </p:cNvPr>
            <p:cNvSpPr/>
            <p:nvPr/>
          </p:nvSpPr>
          <p:spPr>
            <a:xfrm>
              <a:off x="1982370" y="1833793"/>
              <a:ext cx="14" cy="163"/>
            </a:xfrm>
            <a:custGeom>
              <a:avLst/>
              <a:gdLst/>
              <a:ahLst/>
              <a:cxnLst/>
              <a:rect l="l" t="t" r="r" b="b"/>
              <a:pathLst>
                <a:path w="1" h="12" extrusionOk="0">
                  <a:moveTo>
                    <a:pt x="0" y="1"/>
                  </a:moveTo>
                  <a:lnTo>
                    <a:pt x="0" y="11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36" name="Google Shape;4594;p80">
              <a:extLst>
                <a:ext uri="{FF2B5EF4-FFF2-40B4-BE49-F238E27FC236}">
                  <a16:creationId xmlns:a16="http://schemas.microsoft.com/office/drawing/2014/main" id="{52998FE5-B778-896A-F3AC-284D2DD44E33}"/>
                </a:ext>
              </a:extLst>
            </p:cNvPr>
            <p:cNvSpPr/>
            <p:nvPr/>
          </p:nvSpPr>
          <p:spPr>
            <a:xfrm>
              <a:off x="1982275" y="1833508"/>
              <a:ext cx="14" cy="109"/>
            </a:xfrm>
            <a:custGeom>
              <a:avLst/>
              <a:gdLst/>
              <a:ahLst/>
              <a:cxnLst/>
              <a:rect l="l" t="t" r="r" b="b"/>
              <a:pathLst>
                <a:path w="1" h="8" extrusionOk="0">
                  <a:moveTo>
                    <a:pt x="0" y="1"/>
                  </a:moveTo>
                  <a:lnTo>
                    <a:pt x="0" y="8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37" name="Google Shape;4595;p80">
              <a:extLst>
                <a:ext uri="{FF2B5EF4-FFF2-40B4-BE49-F238E27FC236}">
                  <a16:creationId xmlns:a16="http://schemas.microsoft.com/office/drawing/2014/main" id="{26F9E2C6-2C94-543A-B477-904464D63656}"/>
                </a:ext>
              </a:extLst>
            </p:cNvPr>
            <p:cNvSpPr/>
            <p:nvPr/>
          </p:nvSpPr>
          <p:spPr>
            <a:xfrm>
              <a:off x="1982465" y="1834078"/>
              <a:ext cx="54" cy="163"/>
            </a:xfrm>
            <a:custGeom>
              <a:avLst/>
              <a:gdLst/>
              <a:ahLst/>
              <a:cxnLst/>
              <a:rect l="l" t="t" r="r" b="b"/>
              <a:pathLst>
                <a:path w="4" h="12" extrusionOk="0">
                  <a:moveTo>
                    <a:pt x="0" y="1"/>
                  </a:moveTo>
                  <a:lnTo>
                    <a:pt x="4" y="11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38" name="Google Shape;4596;p80">
              <a:extLst>
                <a:ext uri="{FF2B5EF4-FFF2-40B4-BE49-F238E27FC236}">
                  <a16:creationId xmlns:a16="http://schemas.microsoft.com/office/drawing/2014/main" id="{2C8C36D1-C040-BCE3-7C0B-B4CBA0E71AE2}"/>
                </a:ext>
              </a:extLst>
            </p:cNvPr>
            <p:cNvSpPr/>
            <p:nvPr/>
          </p:nvSpPr>
          <p:spPr>
            <a:xfrm>
              <a:off x="1922575" y="1836318"/>
              <a:ext cx="85525" cy="95653"/>
            </a:xfrm>
            <a:custGeom>
              <a:avLst/>
              <a:gdLst/>
              <a:ahLst/>
              <a:cxnLst/>
              <a:rect l="l" t="t" r="r" b="b"/>
              <a:pathLst>
                <a:path w="6299" h="7045" extrusionOk="0">
                  <a:moveTo>
                    <a:pt x="4548" y="1"/>
                  </a:moveTo>
                  <a:lnTo>
                    <a:pt x="4551" y="99"/>
                  </a:lnTo>
                  <a:cubicBezTo>
                    <a:pt x="4551" y="176"/>
                    <a:pt x="4551" y="242"/>
                    <a:pt x="4555" y="298"/>
                  </a:cubicBezTo>
                  <a:lnTo>
                    <a:pt x="4555" y="305"/>
                  </a:lnTo>
                  <a:lnTo>
                    <a:pt x="4555" y="337"/>
                  </a:lnTo>
                  <a:lnTo>
                    <a:pt x="4555" y="347"/>
                  </a:lnTo>
                  <a:lnTo>
                    <a:pt x="4555" y="372"/>
                  </a:lnTo>
                  <a:lnTo>
                    <a:pt x="4555" y="386"/>
                  </a:lnTo>
                  <a:lnTo>
                    <a:pt x="4555" y="403"/>
                  </a:lnTo>
                  <a:lnTo>
                    <a:pt x="4555" y="421"/>
                  </a:lnTo>
                  <a:lnTo>
                    <a:pt x="4555" y="435"/>
                  </a:lnTo>
                  <a:lnTo>
                    <a:pt x="4555" y="452"/>
                  </a:lnTo>
                  <a:lnTo>
                    <a:pt x="4555" y="466"/>
                  </a:lnTo>
                  <a:lnTo>
                    <a:pt x="4555" y="480"/>
                  </a:lnTo>
                  <a:lnTo>
                    <a:pt x="4555" y="494"/>
                  </a:lnTo>
                  <a:lnTo>
                    <a:pt x="4555" y="508"/>
                  </a:lnTo>
                  <a:lnTo>
                    <a:pt x="4555" y="519"/>
                  </a:lnTo>
                  <a:lnTo>
                    <a:pt x="4555" y="533"/>
                  </a:lnTo>
                  <a:lnTo>
                    <a:pt x="4555" y="540"/>
                  </a:lnTo>
                  <a:lnTo>
                    <a:pt x="4555" y="554"/>
                  </a:lnTo>
                  <a:lnTo>
                    <a:pt x="4555" y="561"/>
                  </a:lnTo>
                  <a:lnTo>
                    <a:pt x="4555" y="575"/>
                  </a:lnTo>
                  <a:lnTo>
                    <a:pt x="4555" y="578"/>
                  </a:lnTo>
                  <a:cubicBezTo>
                    <a:pt x="4555" y="589"/>
                    <a:pt x="4551" y="599"/>
                    <a:pt x="4551" y="610"/>
                  </a:cubicBezTo>
                  <a:lnTo>
                    <a:pt x="4551" y="620"/>
                  </a:lnTo>
                  <a:lnTo>
                    <a:pt x="4551" y="624"/>
                  </a:lnTo>
                  <a:lnTo>
                    <a:pt x="4551" y="634"/>
                  </a:lnTo>
                  <a:lnTo>
                    <a:pt x="4551" y="641"/>
                  </a:lnTo>
                  <a:lnTo>
                    <a:pt x="4551" y="645"/>
                  </a:lnTo>
                  <a:lnTo>
                    <a:pt x="4551" y="652"/>
                  </a:lnTo>
                  <a:lnTo>
                    <a:pt x="4551" y="659"/>
                  </a:lnTo>
                  <a:lnTo>
                    <a:pt x="4551" y="666"/>
                  </a:lnTo>
                  <a:lnTo>
                    <a:pt x="4551" y="669"/>
                  </a:lnTo>
                  <a:lnTo>
                    <a:pt x="4551" y="673"/>
                  </a:lnTo>
                  <a:lnTo>
                    <a:pt x="4544" y="673"/>
                  </a:lnTo>
                  <a:lnTo>
                    <a:pt x="4541" y="676"/>
                  </a:lnTo>
                  <a:lnTo>
                    <a:pt x="4537" y="676"/>
                  </a:lnTo>
                  <a:cubicBezTo>
                    <a:pt x="4523" y="686"/>
                    <a:pt x="4495" y="705"/>
                    <a:pt x="3919" y="705"/>
                  </a:cubicBezTo>
                  <a:cubicBezTo>
                    <a:pt x="3655" y="705"/>
                    <a:pt x="3276" y="701"/>
                    <a:pt x="2731" y="690"/>
                  </a:cubicBezTo>
                  <a:lnTo>
                    <a:pt x="2731" y="2084"/>
                  </a:lnTo>
                  <a:cubicBezTo>
                    <a:pt x="2731" y="2189"/>
                    <a:pt x="2591" y="2259"/>
                    <a:pt x="2409" y="2346"/>
                  </a:cubicBezTo>
                  <a:cubicBezTo>
                    <a:pt x="2321" y="2392"/>
                    <a:pt x="2181" y="2462"/>
                    <a:pt x="2160" y="2500"/>
                  </a:cubicBezTo>
                  <a:lnTo>
                    <a:pt x="2160" y="3417"/>
                  </a:lnTo>
                  <a:lnTo>
                    <a:pt x="0" y="3417"/>
                  </a:lnTo>
                  <a:cubicBezTo>
                    <a:pt x="0" y="3634"/>
                    <a:pt x="109" y="3739"/>
                    <a:pt x="214" y="3844"/>
                  </a:cubicBezTo>
                  <a:cubicBezTo>
                    <a:pt x="242" y="3872"/>
                    <a:pt x="270" y="3897"/>
                    <a:pt x="294" y="3925"/>
                  </a:cubicBezTo>
                  <a:cubicBezTo>
                    <a:pt x="389" y="4037"/>
                    <a:pt x="368" y="4177"/>
                    <a:pt x="347" y="4314"/>
                  </a:cubicBezTo>
                  <a:cubicBezTo>
                    <a:pt x="322" y="4475"/>
                    <a:pt x="298" y="4643"/>
                    <a:pt x="420" y="4811"/>
                  </a:cubicBezTo>
                  <a:cubicBezTo>
                    <a:pt x="609" y="5073"/>
                    <a:pt x="550" y="5472"/>
                    <a:pt x="245" y="5962"/>
                  </a:cubicBezTo>
                  <a:cubicBezTo>
                    <a:pt x="203" y="6025"/>
                    <a:pt x="189" y="6138"/>
                    <a:pt x="175" y="6260"/>
                  </a:cubicBezTo>
                  <a:lnTo>
                    <a:pt x="179" y="6253"/>
                  </a:lnTo>
                  <a:lnTo>
                    <a:pt x="193" y="6225"/>
                  </a:lnTo>
                  <a:cubicBezTo>
                    <a:pt x="227" y="6157"/>
                    <a:pt x="275" y="6055"/>
                    <a:pt x="395" y="6055"/>
                  </a:cubicBezTo>
                  <a:cubicBezTo>
                    <a:pt x="410" y="6055"/>
                    <a:pt x="427" y="6057"/>
                    <a:pt x="445" y="6060"/>
                  </a:cubicBezTo>
                  <a:cubicBezTo>
                    <a:pt x="487" y="6067"/>
                    <a:pt x="529" y="6074"/>
                    <a:pt x="571" y="6074"/>
                  </a:cubicBezTo>
                  <a:cubicBezTo>
                    <a:pt x="598" y="6075"/>
                    <a:pt x="625" y="6076"/>
                    <a:pt x="652" y="6076"/>
                  </a:cubicBezTo>
                  <a:cubicBezTo>
                    <a:pt x="741" y="6076"/>
                    <a:pt x="828" y="6071"/>
                    <a:pt x="914" y="6060"/>
                  </a:cubicBezTo>
                  <a:cubicBezTo>
                    <a:pt x="956" y="6046"/>
                    <a:pt x="1091" y="5995"/>
                    <a:pt x="1223" y="5995"/>
                  </a:cubicBezTo>
                  <a:cubicBezTo>
                    <a:pt x="1279" y="5995"/>
                    <a:pt x="1335" y="6004"/>
                    <a:pt x="1383" y="6029"/>
                  </a:cubicBezTo>
                  <a:cubicBezTo>
                    <a:pt x="1516" y="6095"/>
                    <a:pt x="1645" y="6232"/>
                    <a:pt x="1691" y="6292"/>
                  </a:cubicBezTo>
                  <a:lnTo>
                    <a:pt x="1901" y="6292"/>
                  </a:lnTo>
                  <a:lnTo>
                    <a:pt x="1915" y="6334"/>
                  </a:lnTo>
                  <a:cubicBezTo>
                    <a:pt x="1957" y="6442"/>
                    <a:pt x="2094" y="6740"/>
                    <a:pt x="2258" y="6796"/>
                  </a:cubicBezTo>
                  <a:cubicBezTo>
                    <a:pt x="2272" y="6799"/>
                    <a:pt x="2286" y="6803"/>
                    <a:pt x="2300" y="6810"/>
                  </a:cubicBezTo>
                  <a:cubicBezTo>
                    <a:pt x="2391" y="6866"/>
                    <a:pt x="2461" y="6946"/>
                    <a:pt x="2503" y="7044"/>
                  </a:cubicBezTo>
                  <a:lnTo>
                    <a:pt x="2542" y="7044"/>
                  </a:lnTo>
                  <a:lnTo>
                    <a:pt x="2556" y="7041"/>
                  </a:lnTo>
                  <a:lnTo>
                    <a:pt x="2559" y="7041"/>
                  </a:lnTo>
                  <a:lnTo>
                    <a:pt x="2577" y="7037"/>
                  </a:lnTo>
                  <a:lnTo>
                    <a:pt x="2594" y="7034"/>
                  </a:lnTo>
                  <a:lnTo>
                    <a:pt x="2598" y="7034"/>
                  </a:lnTo>
                  <a:lnTo>
                    <a:pt x="2612" y="7027"/>
                  </a:lnTo>
                  <a:lnTo>
                    <a:pt x="2619" y="7027"/>
                  </a:lnTo>
                  <a:lnTo>
                    <a:pt x="2629" y="7023"/>
                  </a:lnTo>
                  <a:lnTo>
                    <a:pt x="2633" y="7020"/>
                  </a:lnTo>
                  <a:lnTo>
                    <a:pt x="2643" y="7013"/>
                  </a:lnTo>
                  <a:lnTo>
                    <a:pt x="2650" y="7013"/>
                  </a:lnTo>
                  <a:cubicBezTo>
                    <a:pt x="2654" y="7009"/>
                    <a:pt x="2657" y="7006"/>
                    <a:pt x="2661" y="7002"/>
                  </a:cubicBezTo>
                  <a:lnTo>
                    <a:pt x="2664" y="7002"/>
                  </a:lnTo>
                  <a:lnTo>
                    <a:pt x="2671" y="6995"/>
                  </a:lnTo>
                  <a:lnTo>
                    <a:pt x="2675" y="6988"/>
                  </a:lnTo>
                  <a:lnTo>
                    <a:pt x="2682" y="6981"/>
                  </a:lnTo>
                  <a:lnTo>
                    <a:pt x="2682" y="6978"/>
                  </a:lnTo>
                  <a:cubicBezTo>
                    <a:pt x="2685" y="6974"/>
                    <a:pt x="2685" y="6971"/>
                    <a:pt x="2685" y="6967"/>
                  </a:cubicBezTo>
                  <a:lnTo>
                    <a:pt x="2685" y="6964"/>
                  </a:lnTo>
                  <a:cubicBezTo>
                    <a:pt x="2689" y="6957"/>
                    <a:pt x="2689" y="6953"/>
                    <a:pt x="2685" y="6946"/>
                  </a:cubicBezTo>
                  <a:cubicBezTo>
                    <a:pt x="2685" y="6897"/>
                    <a:pt x="2696" y="6729"/>
                    <a:pt x="2815" y="6673"/>
                  </a:cubicBezTo>
                  <a:cubicBezTo>
                    <a:pt x="2837" y="6664"/>
                    <a:pt x="2860" y="6659"/>
                    <a:pt x="2884" y="6659"/>
                  </a:cubicBezTo>
                  <a:cubicBezTo>
                    <a:pt x="2952" y="6659"/>
                    <a:pt x="3030" y="6697"/>
                    <a:pt x="3116" y="6775"/>
                  </a:cubicBezTo>
                  <a:cubicBezTo>
                    <a:pt x="3204" y="6854"/>
                    <a:pt x="3237" y="6859"/>
                    <a:pt x="3246" y="6859"/>
                  </a:cubicBezTo>
                  <a:cubicBezTo>
                    <a:pt x="3247" y="6859"/>
                    <a:pt x="3248" y="6859"/>
                    <a:pt x="3249" y="6859"/>
                  </a:cubicBezTo>
                  <a:cubicBezTo>
                    <a:pt x="3263" y="6841"/>
                    <a:pt x="3273" y="6824"/>
                    <a:pt x="3280" y="6803"/>
                  </a:cubicBezTo>
                  <a:cubicBezTo>
                    <a:pt x="3287" y="6782"/>
                    <a:pt x="3298" y="6757"/>
                    <a:pt x="3312" y="6740"/>
                  </a:cubicBezTo>
                  <a:cubicBezTo>
                    <a:pt x="3341" y="6696"/>
                    <a:pt x="3384" y="6681"/>
                    <a:pt x="3433" y="6681"/>
                  </a:cubicBezTo>
                  <a:cubicBezTo>
                    <a:pt x="3477" y="6681"/>
                    <a:pt x="3526" y="6693"/>
                    <a:pt x="3574" y="6705"/>
                  </a:cubicBezTo>
                  <a:cubicBezTo>
                    <a:pt x="3627" y="6722"/>
                    <a:pt x="3679" y="6729"/>
                    <a:pt x="3735" y="6733"/>
                  </a:cubicBezTo>
                  <a:cubicBezTo>
                    <a:pt x="3865" y="6733"/>
                    <a:pt x="4047" y="6642"/>
                    <a:pt x="4047" y="6642"/>
                  </a:cubicBezTo>
                  <a:lnTo>
                    <a:pt x="4061" y="6635"/>
                  </a:lnTo>
                  <a:lnTo>
                    <a:pt x="4079" y="6635"/>
                  </a:lnTo>
                  <a:cubicBezTo>
                    <a:pt x="4388" y="6639"/>
                    <a:pt x="4778" y="6642"/>
                    <a:pt x="5138" y="6642"/>
                  </a:cubicBezTo>
                  <a:cubicBezTo>
                    <a:pt x="5653" y="6642"/>
                    <a:pt x="6108" y="6636"/>
                    <a:pt x="6183" y="6617"/>
                  </a:cubicBezTo>
                  <a:cubicBezTo>
                    <a:pt x="6211" y="6586"/>
                    <a:pt x="6228" y="6414"/>
                    <a:pt x="6221" y="6243"/>
                  </a:cubicBezTo>
                  <a:lnTo>
                    <a:pt x="6221" y="6239"/>
                  </a:lnTo>
                  <a:lnTo>
                    <a:pt x="6050" y="6067"/>
                  </a:lnTo>
                  <a:lnTo>
                    <a:pt x="6050" y="6046"/>
                  </a:lnTo>
                  <a:lnTo>
                    <a:pt x="5524" y="1142"/>
                  </a:lnTo>
                  <a:lnTo>
                    <a:pt x="6298" y="1142"/>
                  </a:lnTo>
                  <a:cubicBezTo>
                    <a:pt x="5430" y="568"/>
                    <a:pt x="4709" y="95"/>
                    <a:pt x="4569" y="11"/>
                  </a:cubicBezTo>
                  <a:lnTo>
                    <a:pt x="4555" y="4"/>
                  </a:lnTo>
                  <a:lnTo>
                    <a:pt x="4548" y="1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39" name="Google Shape;4597;p80">
              <a:extLst>
                <a:ext uri="{FF2B5EF4-FFF2-40B4-BE49-F238E27FC236}">
                  <a16:creationId xmlns:a16="http://schemas.microsoft.com/office/drawing/2014/main" id="{7A76E1C6-C55E-00FE-FF95-C4767D323161}"/>
                </a:ext>
              </a:extLst>
            </p:cNvPr>
            <p:cNvSpPr/>
            <p:nvPr/>
          </p:nvSpPr>
          <p:spPr>
            <a:xfrm>
              <a:off x="1984366" y="1836088"/>
              <a:ext cx="54" cy="1385"/>
            </a:xfrm>
            <a:custGeom>
              <a:avLst/>
              <a:gdLst/>
              <a:ahLst/>
              <a:cxnLst/>
              <a:rect l="l" t="t" r="r" b="b"/>
              <a:pathLst>
                <a:path w="4" h="102" extrusionOk="0">
                  <a:moveTo>
                    <a:pt x="0" y="0"/>
                  </a:moveTo>
                  <a:cubicBezTo>
                    <a:pt x="0" y="18"/>
                    <a:pt x="1" y="37"/>
                    <a:pt x="2" y="55"/>
                  </a:cubicBezTo>
                  <a:lnTo>
                    <a:pt x="2" y="55"/>
                  </a:lnTo>
                  <a:lnTo>
                    <a:pt x="0" y="0"/>
                  </a:lnTo>
                  <a:close/>
                  <a:moveTo>
                    <a:pt x="2" y="55"/>
                  </a:moveTo>
                  <a:lnTo>
                    <a:pt x="4" y="102"/>
                  </a:lnTo>
                  <a:cubicBezTo>
                    <a:pt x="4" y="87"/>
                    <a:pt x="3" y="71"/>
                    <a:pt x="2" y="55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40" name="Google Shape;4598;p80">
              <a:extLst>
                <a:ext uri="{FF2B5EF4-FFF2-40B4-BE49-F238E27FC236}">
                  <a16:creationId xmlns:a16="http://schemas.microsoft.com/office/drawing/2014/main" id="{88985E7C-6BF9-7089-F0AF-68FE0400ABAF}"/>
                </a:ext>
              </a:extLst>
            </p:cNvPr>
            <p:cNvSpPr/>
            <p:nvPr/>
          </p:nvSpPr>
          <p:spPr>
            <a:xfrm>
              <a:off x="1984692" y="1836278"/>
              <a:ext cx="23503" cy="15410"/>
            </a:xfrm>
            <a:custGeom>
              <a:avLst/>
              <a:gdLst/>
              <a:ahLst/>
              <a:cxnLst/>
              <a:rect l="l" t="t" r="r" b="b"/>
              <a:pathLst>
                <a:path w="1731" h="1135" extrusionOk="0">
                  <a:moveTo>
                    <a:pt x="1" y="0"/>
                  </a:moveTo>
                  <a:lnTo>
                    <a:pt x="1" y="0"/>
                  </a:lnTo>
                  <a:cubicBezTo>
                    <a:pt x="141" y="88"/>
                    <a:pt x="862" y="560"/>
                    <a:pt x="1730" y="1134"/>
                  </a:cubicBezTo>
                  <a:cubicBezTo>
                    <a:pt x="809" y="525"/>
                    <a:pt x="137" y="84"/>
                    <a:pt x="1" y="0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41" name="Google Shape;4599;p80">
              <a:extLst>
                <a:ext uri="{FF2B5EF4-FFF2-40B4-BE49-F238E27FC236}">
                  <a16:creationId xmlns:a16="http://schemas.microsoft.com/office/drawing/2014/main" id="{D2A12C0A-BDD1-FFD4-F358-E8669936CA33}"/>
                </a:ext>
              </a:extLst>
            </p:cNvPr>
            <p:cNvSpPr/>
            <p:nvPr/>
          </p:nvSpPr>
          <p:spPr>
            <a:xfrm>
              <a:off x="1984502" y="1836183"/>
              <a:ext cx="163" cy="109"/>
            </a:xfrm>
            <a:custGeom>
              <a:avLst/>
              <a:gdLst/>
              <a:ahLst/>
              <a:cxnLst/>
              <a:rect l="l" t="t" r="r" b="b"/>
              <a:pathLst>
                <a:path w="12" h="8" extrusionOk="0">
                  <a:moveTo>
                    <a:pt x="11" y="7"/>
                  </a:moveTo>
                  <a:lnTo>
                    <a:pt x="1" y="0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42" name="Google Shape;4600;p80">
              <a:extLst>
                <a:ext uri="{FF2B5EF4-FFF2-40B4-BE49-F238E27FC236}">
                  <a16:creationId xmlns:a16="http://schemas.microsoft.com/office/drawing/2014/main" id="{1DB6F255-69B5-A471-A7F3-B19D2C455E5A}"/>
                </a:ext>
              </a:extLst>
            </p:cNvPr>
            <p:cNvSpPr/>
            <p:nvPr/>
          </p:nvSpPr>
          <p:spPr>
            <a:xfrm>
              <a:off x="1924517" y="1921218"/>
              <a:ext cx="68" cy="54"/>
            </a:xfrm>
            <a:custGeom>
              <a:avLst/>
              <a:gdLst/>
              <a:ahLst/>
              <a:cxnLst/>
              <a:rect l="l" t="t" r="r" b="b"/>
              <a:pathLst>
                <a:path w="5" h="4" extrusionOk="0">
                  <a:moveTo>
                    <a:pt x="1" y="4"/>
                  </a:moveTo>
                  <a:lnTo>
                    <a:pt x="4" y="0"/>
                  </a:lnTo>
                  <a:lnTo>
                    <a:pt x="1" y="4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43" name="Google Shape;4601;p80">
              <a:extLst>
                <a:ext uri="{FF2B5EF4-FFF2-40B4-BE49-F238E27FC236}">
                  <a16:creationId xmlns:a16="http://schemas.microsoft.com/office/drawing/2014/main" id="{692690EB-63D4-B149-18BC-6F92FFCC0A12}"/>
                </a:ext>
              </a:extLst>
            </p:cNvPr>
            <p:cNvSpPr/>
            <p:nvPr/>
          </p:nvSpPr>
          <p:spPr>
            <a:xfrm>
              <a:off x="1953369" y="1928727"/>
              <a:ext cx="3204" cy="3245"/>
            </a:xfrm>
            <a:custGeom>
              <a:avLst/>
              <a:gdLst/>
              <a:ahLst/>
              <a:cxnLst/>
              <a:rect l="l" t="t" r="r" b="b"/>
              <a:pathLst>
                <a:path w="236" h="239" extrusionOk="0">
                  <a:moveTo>
                    <a:pt x="1" y="0"/>
                  </a:moveTo>
                  <a:cubicBezTo>
                    <a:pt x="102" y="53"/>
                    <a:pt x="183" y="137"/>
                    <a:pt x="235" y="238"/>
                  </a:cubicBezTo>
                  <a:lnTo>
                    <a:pt x="235" y="238"/>
                  </a:lnTo>
                  <a:cubicBezTo>
                    <a:pt x="183" y="137"/>
                    <a:pt x="102" y="53"/>
                    <a:pt x="1" y="0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44" name="Google Shape;4602;p80">
              <a:extLst>
                <a:ext uri="{FF2B5EF4-FFF2-40B4-BE49-F238E27FC236}">
                  <a16:creationId xmlns:a16="http://schemas.microsoft.com/office/drawing/2014/main" id="{3D643197-1D1B-25EB-3765-74AF9C55F0FB}"/>
                </a:ext>
              </a:extLst>
            </p:cNvPr>
            <p:cNvSpPr/>
            <p:nvPr/>
          </p:nvSpPr>
          <p:spPr>
            <a:xfrm>
              <a:off x="1929893" y="1918544"/>
              <a:ext cx="4671" cy="258"/>
            </a:xfrm>
            <a:custGeom>
              <a:avLst/>
              <a:gdLst/>
              <a:ahLst/>
              <a:cxnLst/>
              <a:rect l="l" t="t" r="r" b="b"/>
              <a:pathLst>
                <a:path w="344" h="19" extrusionOk="0">
                  <a:moveTo>
                    <a:pt x="0" y="15"/>
                  </a:moveTo>
                  <a:cubicBezTo>
                    <a:pt x="116" y="18"/>
                    <a:pt x="231" y="15"/>
                    <a:pt x="343" y="1"/>
                  </a:cubicBezTo>
                  <a:cubicBezTo>
                    <a:pt x="231" y="15"/>
                    <a:pt x="116" y="18"/>
                    <a:pt x="0" y="15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45" name="Google Shape;4603;p80">
              <a:extLst>
                <a:ext uri="{FF2B5EF4-FFF2-40B4-BE49-F238E27FC236}">
                  <a16:creationId xmlns:a16="http://schemas.microsoft.com/office/drawing/2014/main" id="{12D58E4D-B75C-9BAB-98F7-F554FC6A398E}"/>
                </a:ext>
              </a:extLst>
            </p:cNvPr>
            <p:cNvSpPr/>
            <p:nvPr/>
          </p:nvSpPr>
          <p:spPr>
            <a:xfrm>
              <a:off x="1983796" y="1845442"/>
              <a:ext cx="14" cy="14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0" y="1"/>
                  </a:move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46" name="Google Shape;4604;p80">
              <a:extLst>
                <a:ext uri="{FF2B5EF4-FFF2-40B4-BE49-F238E27FC236}">
                  <a16:creationId xmlns:a16="http://schemas.microsoft.com/office/drawing/2014/main" id="{7C123057-3B63-C1CF-F381-A7EFF20E0F5E}"/>
                </a:ext>
              </a:extLst>
            </p:cNvPr>
            <p:cNvSpPr/>
            <p:nvPr/>
          </p:nvSpPr>
          <p:spPr>
            <a:xfrm>
              <a:off x="1983986" y="1845307"/>
              <a:ext cx="14" cy="14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0" y="0"/>
                  </a:move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47" name="Google Shape;4605;p80">
              <a:extLst>
                <a:ext uri="{FF2B5EF4-FFF2-40B4-BE49-F238E27FC236}">
                  <a16:creationId xmlns:a16="http://schemas.microsoft.com/office/drawing/2014/main" id="{73370D79-411C-4396-4C77-0781C564B013}"/>
                </a:ext>
              </a:extLst>
            </p:cNvPr>
            <p:cNvSpPr/>
            <p:nvPr/>
          </p:nvSpPr>
          <p:spPr>
            <a:xfrm>
              <a:off x="1984081" y="1845157"/>
              <a:ext cx="14" cy="14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0" y="1"/>
                  </a:move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48" name="Google Shape;4606;p80">
              <a:extLst>
                <a:ext uri="{FF2B5EF4-FFF2-40B4-BE49-F238E27FC236}">
                  <a16:creationId xmlns:a16="http://schemas.microsoft.com/office/drawing/2014/main" id="{75590F2C-1C4E-8187-4656-FBF898F6D1A7}"/>
                </a:ext>
              </a:extLst>
            </p:cNvPr>
            <p:cNvSpPr/>
            <p:nvPr/>
          </p:nvSpPr>
          <p:spPr>
            <a:xfrm>
              <a:off x="1983891" y="1845442"/>
              <a:ext cx="14" cy="14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0" y="1"/>
                  </a:move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49" name="Google Shape;4607;p80">
              <a:extLst>
                <a:ext uri="{FF2B5EF4-FFF2-40B4-BE49-F238E27FC236}">
                  <a16:creationId xmlns:a16="http://schemas.microsoft.com/office/drawing/2014/main" id="{19C0B0DA-F58E-F850-4B46-1EAA6CABEDB0}"/>
                </a:ext>
              </a:extLst>
            </p:cNvPr>
            <p:cNvSpPr/>
            <p:nvPr/>
          </p:nvSpPr>
          <p:spPr>
            <a:xfrm>
              <a:off x="1984122" y="1845062"/>
              <a:ext cx="14" cy="14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1" y="1"/>
                  </a:moveTo>
                  <a:lnTo>
                    <a:pt x="1" y="1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50" name="Google Shape;4608;p80">
              <a:extLst>
                <a:ext uri="{FF2B5EF4-FFF2-40B4-BE49-F238E27FC236}">
                  <a16:creationId xmlns:a16="http://schemas.microsoft.com/office/drawing/2014/main" id="{C9D9348E-22E6-D304-19AE-8DDEED7EC4D9}"/>
                </a:ext>
              </a:extLst>
            </p:cNvPr>
            <p:cNvSpPr/>
            <p:nvPr/>
          </p:nvSpPr>
          <p:spPr>
            <a:xfrm>
              <a:off x="1984366" y="1843447"/>
              <a:ext cx="14" cy="14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0" y="1"/>
                  </a:move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51" name="Google Shape;4609;p80">
              <a:extLst>
                <a:ext uri="{FF2B5EF4-FFF2-40B4-BE49-F238E27FC236}">
                  <a16:creationId xmlns:a16="http://schemas.microsoft.com/office/drawing/2014/main" id="{CF74DF1A-385F-B772-B617-0CBEFC6986AD}"/>
                </a:ext>
              </a:extLst>
            </p:cNvPr>
            <p:cNvSpPr/>
            <p:nvPr/>
          </p:nvSpPr>
          <p:spPr>
            <a:xfrm>
              <a:off x="1983932" y="1845402"/>
              <a:ext cx="14" cy="14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1" y="0"/>
                  </a:move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52" name="Google Shape;4610;p80">
              <a:extLst>
                <a:ext uri="{FF2B5EF4-FFF2-40B4-BE49-F238E27FC236}">
                  <a16:creationId xmlns:a16="http://schemas.microsoft.com/office/drawing/2014/main" id="{65921228-A06A-E28A-EE7F-90FCD4AD39D0}"/>
                </a:ext>
              </a:extLst>
            </p:cNvPr>
            <p:cNvSpPr/>
            <p:nvPr/>
          </p:nvSpPr>
          <p:spPr>
            <a:xfrm>
              <a:off x="1984027" y="1845252"/>
              <a:ext cx="14" cy="14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1" y="1"/>
                  </a:move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53" name="Google Shape;4611;p80">
              <a:extLst>
                <a:ext uri="{FF2B5EF4-FFF2-40B4-BE49-F238E27FC236}">
                  <a16:creationId xmlns:a16="http://schemas.microsoft.com/office/drawing/2014/main" id="{1676993F-C24D-94A2-2EFA-72871FA0CDE2}"/>
                </a:ext>
              </a:extLst>
            </p:cNvPr>
            <p:cNvSpPr/>
            <p:nvPr/>
          </p:nvSpPr>
          <p:spPr>
            <a:xfrm>
              <a:off x="1984407" y="1840269"/>
              <a:ext cx="14" cy="394"/>
            </a:xfrm>
            <a:custGeom>
              <a:avLst/>
              <a:gdLst/>
              <a:ahLst/>
              <a:cxnLst/>
              <a:rect l="l" t="t" r="r" b="b"/>
              <a:pathLst>
                <a:path w="1" h="29" extrusionOk="0">
                  <a:moveTo>
                    <a:pt x="1" y="28"/>
                  </a:moveTo>
                  <a:lnTo>
                    <a:pt x="1" y="0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54" name="Google Shape;4612;p80">
              <a:extLst>
                <a:ext uri="{FF2B5EF4-FFF2-40B4-BE49-F238E27FC236}">
                  <a16:creationId xmlns:a16="http://schemas.microsoft.com/office/drawing/2014/main" id="{9C7E29DD-0B21-2DC5-5E60-B4E31D0BC58A}"/>
                </a:ext>
              </a:extLst>
            </p:cNvPr>
            <p:cNvSpPr/>
            <p:nvPr/>
          </p:nvSpPr>
          <p:spPr>
            <a:xfrm>
              <a:off x="1984407" y="1841790"/>
              <a:ext cx="14" cy="244"/>
            </a:xfrm>
            <a:custGeom>
              <a:avLst/>
              <a:gdLst/>
              <a:ahLst/>
              <a:cxnLst/>
              <a:rect l="l" t="t" r="r" b="b"/>
              <a:pathLst>
                <a:path w="1" h="18" extrusionOk="0">
                  <a:moveTo>
                    <a:pt x="1" y="18"/>
                  </a:moveTo>
                  <a:lnTo>
                    <a:pt x="1" y="0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55" name="Google Shape;4613;p80">
              <a:extLst>
                <a:ext uri="{FF2B5EF4-FFF2-40B4-BE49-F238E27FC236}">
                  <a16:creationId xmlns:a16="http://schemas.microsoft.com/office/drawing/2014/main" id="{141AF237-382F-AD54-A375-FBCF78A69395}"/>
                </a:ext>
              </a:extLst>
            </p:cNvPr>
            <p:cNvSpPr/>
            <p:nvPr/>
          </p:nvSpPr>
          <p:spPr>
            <a:xfrm>
              <a:off x="1984217" y="1844736"/>
              <a:ext cx="14" cy="14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1" y="0"/>
                  </a:moveTo>
                  <a:lnTo>
                    <a:pt x="1" y="0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56" name="Google Shape;4614;p80">
              <a:extLst>
                <a:ext uri="{FF2B5EF4-FFF2-40B4-BE49-F238E27FC236}">
                  <a16:creationId xmlns:a16="http://schemas.microsoft.com/office/drawing/2014/main" id="{1A050B99-D2E4-1C77-66A3-03E5ECF58E7B}"/>
                </a:ext>
              </a:extLst>
            </p:cNvPr>
            <p:cNvSpPr/>
            <p:nvPr/>
          </p:nvSpPr>
          <p:spPr>
            <a:xfrm>
              <a:off x="1984271" y="1844587"/>
              <a:ext cx="14" cy="14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0" y="1"/>
                  </a:move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57" name="Google Shape;4615;p80">
              <a:extLst>
                <a:ext uri="{FF2B5EF4-FFF2-40B4-BE49-F238E27FC236}">
                  <a16:creationId xmlns:a16="http://schemas.microsoft.com/office/drawing/2014/main" id="{5B0AA644-D051-845B-1CE8-9E16C912E7B6}"/>
                </a:ext>
              </a:extLst>
            </p:cNvPr>
            <p:cNvSpPr/>
            <p:nvPr/>
          </p:nvSpPr>
          <p:spPr>
            <a:xfrm>
              <a:off x="1984366" y="1843732"/>
              <a:ext cx="14" cy="14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0" y="1"/>
                  </a:move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58" name="Google Shape;4616;p80">
              <a:extLst>
                <a:ext uri="{FF2B5EF4-FFF2-40B4-BE49-F238E27FC236}">
                  <a16:creationId xmlns:a16="http://schemas.microsoft.com/office/drawing/2014/main" id="{640DA037-35A6-2D3A-D043-78A19C1BBF1D}"/>
                </a:ext>
              </a:extLst>
            </p:cNvPr>
            <p:cNvSpPr/>
            <p:nvPr/>
          </p:nvSpPr>
          <p:spPr>
            <a:xfrm>
              <a:off x="1984366" y="1843976"/>
              <a:ext cx="14" cy="14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0" y="0"/>
                  </a:move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59" name="Google Shape;4617;p80">
              <a:extLst>
                <a:ext uri="{FF2B5EF4-FFF2-40B4-BE49-F238E27FC236}">
                  <a16:creationId xmlns:a16="http://schemas.microsoft.com/office/drawing/2014/main" id="{39C0F892-FAED-783D-F447-F2F6C0D4EEF4}"/>
                </a:ext>
              </a:extLst>
            </p:cNvPr>
            <p:cNvSpPr/>
            <p:nvPr/>
          </p:nvSpPr>
          <p:spPr>
            <a:xfrm>
              <a:off x="1984407" y="1842781"/>
              <a:ext cx="14" cy="14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1" y="1"/>
                  </a:move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60" name="Google Shape;4618;p80">
              <a:extLst>
                <a:ext uri="{FF2B5EF4-FFF2-40B4-BE49-F238E27FC236}">
                  <a16:creationId xmlns:a16="http://schemas.microsoft.com/office/drawing/2014/main" id="{A41F4E14-62AF-54C3-6BF0-3CD32B8E40DF}"/>
                </a:ext>
              </a:extLst>
            </p:cNvPr>
            <p:cNvSpPr/>
            <p:nvPr/>
          </p:nvSpPr>
          <p:spPr>
            <a:xfrm>
              <a:off x="1984312" y="1844397"/>
              <a:ext cx="14" cy="14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1" y="1"/>
                  </a:move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61" name="Google Shape;4619;p80">
              <a:extLst>
                <a:ext uri="{FF2B5EF4-FFF2-40B4-BE49-F238E27FC236}">
                  <a16:creationId xmlns:a16="http://schemas.microsoft.com/office/drawing/2014/main" id="{27157E55-D8C4-45EC-34E8-C4DFC03B3C4C}"/>
                </a:ext>
              </a:extLst>
            </p:cNvPr>
            <p:cNvSpPr/>
            <p:nvPr/>
          </p:nvSpPr>
          <p:spPr>
            <a:xfrm>
              <a:off x="1984176" y="1844967"/>
              <a:ext cx="14" cy="68"/>
            </a:xfrm>
            <a:custGeom>
              <a:avLst/>
              <a:gdLst/>
              <a:ahLst/>
              <a:cxnLst/>
              <a:rect l="l" t="t" r="r" b="b"/>
              <a:pathLst>
                <a:path w="1" h="5" extrusionOk="0">
                  <a:moveTo>
                    <a:pt x="0" y="4"/>
                  </a:moveTo>
                  <a:lnTo>
                    <a:pt x="0" y="1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62" name="Google Shape;4620;p80">
              <a:extLst>
                <a:ext uri="{FF2B5EF4-FFF2-40B4-BE49-F238E27FC236}">
                  <a16:creationId xmlns:a16="http://schemas.microsoft.com/office/drawing/2014/main" id="{D4066EFB-339E-2BB0-6991-028839F4F476}"/>
                </a:ext>
              </a:extLst>
            </p:cNvPr>
            <p:cNvSpPr/>
            <p:nvPr/>
          </p:nvSpPr>
          <p:spPr>
            <a:xfrm>
              <a:off x="1983986" y="1845307"/>
              <a:ext cx="14" cy="14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0" y="0"/>
                  </a:move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63" name="Google Shape;4621;p80">
              <a:extLst>
                <a:ext uri="{FF2B5EF4-FFF2-40B4-BE49-F238E27FC236}">
                  <a16:creationId xmlns:a16="http://schemas.microsoft.com/office/drawing/2014/main" id="{2D196805-ED2A-D66B-B89C-92182FE7D596}"/>
                </a:ext>
              </a:extLst>
            </p:cNvPr>
            <p:cNvSpPr/>
            <p:nvPr/>
          </p:nvSpPr>
          <p:spPr>
            <a:xfrm>
              <a:off x="1984176" y="1844831"/>
              <a:ext cx="14" cy="54"/>
            </a:xfrm>
            <a:custGeom>
              <a:avLst/>
              <a:gdLst/>
              <a:ahLst/>
              <a:cxnLst/>
              <a:rect l="l" t="t" r="r" b="b"/>
              <a:pathLst>
                <a:path w="1" h="4" extrusionOk="0">
                  <a:moveTo>
                    <a:pt x="0" y="4"/>
                  </a:moveTo>
                  <a:lnTo>
                    <a:pt x="0" y="0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64" name="Google Shape;4622;p80">
              <a:extLst>
                <a:ext uri="{FF2B5EF4-FFF2-40B4-BE49-F238E27FC236}">
                  <a16:creationId xmlns:a16="http://schemas.microsoft.com/office/drawing/2014/main" id="{B3B6A485-3AB1-BA6A-A8CB-5B865C97C1B5}"/>
                </a:ext>
              </a:extLst>
            </p:cNvPr>
            <p:cNvSpPr/>
            <p:nvPr/>
          </p:nvSpPr>
          <p:spPr>
            <a:xfrm>
              <a:off x="1984407" y="1842971"/>
              <a:ext cx="14" cy="163"/>
            </a:xfrm>
            <a:custGeom>
              <a:avLst/>
              <a:gdLst/>
              <a:ahLst/>
              <a:cxnLst/>
              <a:rect l="l" t="t" r="r" b="b"/>
              <a:pathLst>
                <a:path w="1" h="12" extrusionOk="0">
                  <a:moveTo>
                    <a:pt x="1" y="11"/>
                  </a:moveTo>
                  <a:lnTo>
                    <a:pt x="1" y="1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65" name="Google Shape;4623;p80">
              <a:extLst>
                <a:ext uri="{FF2B5EF4-FFF2-40B4-BE49-F238E27FC236}">
                  <a16:creationId xmlns:a16="http://schemas.microsoft.com/office/drawing/2014/main" id="{315751D2-D3FC-DB4B-624E-404A60C4A705}"/>
                </a:ext>
              </a:extLst>
            </p:cNvPr>
            <p:cNvSpPr/>
            <p:nvPr/>
          </p:nvSpPr>
          <p:spPr>
            <a:xfrm>
              <a:off x="1984407" y="1840785"/>
              <a:ext cx="14" cy="353"/>
            </a:xfrm>
            <a:custGeom>
              <a:avLst/>
              <a:gdLst/>
              <a:ahLst/>
              <a:cxnLst/>
              <a:rect l="l" t="t" r="r" b="b"/>
              <a:pathLst>
                <a:path w="1" h="26" extrusionOk="0">
                  <a:moveTo>
                    <a:pt x="1" y="1"/>
                  </a:moveTo>
                  <a:lnTo>
                    <a:pt x="1" y="25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66" name="Google Shape;4624;p80">
              <a:extLst>
                <a:ext uri="{FF2B5EF4-FFF2-40B4-BE49-F238E27FC236}">
                  <a16:creationId xmlns:a16="http://schemas.microsoft.com/office/drawing/2014/main" id="{5B00B431-FE62-C192-BEA5-4EB5F6FC314D}"/>
                </a:ext>
              </a:extLst>
            </p:cNvPr>
            <p:cNvSpPr/>
            <p:nvPr/>
          </p:nvSpPr>
          <p:spPr>
            <a:xfrm>
              <a:off x="1984407" y="1837459"/>
              <a:ext cx="68" cy="2729"/>
            </a:xfrm>
            <a:custGeom>
              <a:avLst/>
              <a:gdLst/>
              <a:ahLst/>
              <a:cxnLst/>
              <a:rect l="l" t="t" r="r" b="b"/>
              <a:pathLst>
                <a:path w="5" h="201" extrusionOk="0">
                  <a:moveTo>
                    <a:pt x="1" y="1"/>
                  </a:moveTo>
                  <a:cubicBezTo>
                    <a:pt x="1" y="78"/>
                    <a:pt x="1" y="144"/>
                    <a:pt x="4" y="200"/>
                  </a:cubicBezTo>
                  <a:cubicBezTo>
                    <a:pt x="4" y="144"/>
                    <a:pt x="4" y="78"/>
                    <a:pt x="1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67" name="Google Shape;4625;p80">
              <a:extLst>
                <a:ext uri="{FF2B5EF4-FFF2-40B4-BE49-F238E27FC236}">
                  <a16:creationId xmlns:a16="http://schemas.microsoft.com/office/drawing/2014/main" id="{184F258B-E9A4-2939-818A-9770B071D5D5}"/>
                </a:ext>
              </a:extLst>
            </p:cNvPr>
            <p:cNvSpPr/>
            <p:nvPr/>
          </p:nvSpPr>
          <p:spPr>
            <a:xfrm>
              <a:off x="1984407" y="1841315"/>
              <a:ext cx="14" cy="299"/>
            </a:xfrm>
            <a:custGeom>
              <a:avLst/>
              <a:gdLst/>
              <a:ahLst/>
              <a:cxnLst/>
              <a:rect l="l" t="t" r="r" b="b"/>
              <a:pathLst>
                <a:path w="1" h="22" extrusionOk="0">
                  <a:moveTo>
                    <a:pt x="1" y="21"/>
                  </a:moveTo>
                  <a:lnTo>
                    <a:pt x="1" y="0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68" name="Google Shape;4626;p80">
              <a:extLst>
                <a:ext uri="{FF2B5EF4-FFF2-40B4-BE49-F238E27FC236}">
                  <a16:creationId xmlns:a16="http://schemas.microsoft.com/office/drawing/2014/main" id="{4D505FC3-60B1-94A5-4EE8-A76E13232596}"/>
                </a:ext>
              </a:extLst>
            </p:cNvPr>
            <p:cNvSpPr/>
            <p:nvPr/>
          </p:nvSpPr>
          <p:spPr>
            <a:xfrm>
              <a:off x="1984407" y="1842211"/>
              <a:ext cx="14" cy="258"/>
            </a:xfrm>
            <a:custGeom>
              <a:avLst/>
              <a:gdLst/>
              <a:ahLst/>
              <a:cxnLst/>
              <a:rect l="l" t="t" r="r" b="b"/>
              <a:pathLst>
                <a:path w="1" h="19" extrusionOk="0">
                  <a:moveTo>
                    <a:pt x="1" y="18"/>
                  </a:moveTo>
                  <a:lnTo>
                    <a:pt x="1" y="1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69" name="Google Shape;4627;p80">
              <a:extLst>
                <a:ext uri="{FF2B5EF4-FFF2-40B4-BE49-F238E27FC236}">
                  <a16:creationId xmlns:a16="http://schemas.microsoft.com/office/drawing/2014/main" id="{D0BA4074-533E-26A8-4797-16ABD036CF6E}"/>
                </a:ext>
              </a:extLst>
            </p:cNvPr>
            <p:cNvSpPr/>
            <p:nvPr/>
          </p:nvSpPr>
          <p:spPr>
            <a:xfrm>
              <a:off x="1984366" y="1836128"/>
              <a:ext cx="14" cy="1344"/>
            </a:xfrm>
            <a:custGeom>
              <a:avLst/>
              <a:gdLst/>
              <a:ahLst/>
              <a:cxnLst/>
              <a:rect l="l" t="t" r="r" b="b"/>
              <a:pathLst>
                <a:path w="1" h="99" extrusionOk="0">
                  <a:moveTo>
                    <a:pt x="0" y="1"/>
                  </a:moveTo>
                  <a:lnTo>
                    <a:pt x="0" y="1"/>
                  </a:lnTo>
                  <a:lnTo>
                    <a:pt x="0" y="99"/>
                  </a:lnTo>
                  <a:lnTo>
                    <a:pt x="0" y="99"/>
                  </a:lnTo>
                  <a:cubicBezTo>
                    <a:pt x="0" y="67"/>
                    <a:pt x="0" y="36"/>
                    <a:pt x="0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70" name="Google Shape;4628;p80">
              <a:extLst>
                <a:ext uri="{FF2B5EF4-FFF2-40B4-BE49-F238E27FC236}">
                  <a16:creationId xmlns:a16="http://schemas.microsoft.com/office/drawing/2014/main" id="{9A0988CC-A996-79BE-934C-19B5EE8188A7}"/>
                </a:ext>
              </a:extLst>
            </p:cNvPr>
            <p:cNvSpPr/>
            <p:nvPr/>
          </p:nvSpPr>
          <p:spPr>
            <a:xfrm>
              <a:off x="1957170" y="1853426"/>
              <a:ext cx="121505" cy="113481"/>
            </a:xfrm>
            <a:custGeom>
              <a:avLst/>
              <a:gdLst/>
              <a:ahLst/>
              <a:cxnLst/>
              <a:rect l="l" t="t" r="r" b="b"/>
              <a:pathLst>
                <a:path w="8949" h="8358" extrusionOk="0">
                  <a:moveTo>
                    <a:pt x="3109" y="1"/>
                  </a:moveTo>
                  <a:lnTo>
                    <a:pt x="3614" y="4737"/>
                  </a:lnTo>
                  <a:lnTo>
                    <a:pt x="3789" y="4913"/>
                  </a:lnTo>
                  <a:lnTo>
                    <a:pt x="3789" y="4937"/>
                  </a:lnTo>
                  <a:cubicBezTo>
                    <a:pt x="3799" y="5109"/>
                    <a:pt x="3799" y="5406"/>
                    <a:pt x="3680" y="5466"/>
                  </a:cubicBezTo>
                  <a:cubicBezTo>
                    <a:pt x="3618" y="5495"/>
                    <a:pt x="3071" y="5503"/>
                    <a:pt x="2511" y="5503"/>
                  </a:cubicBezTo>
                  <a:cubicBezTo>
                    <a:pt x="2147" y="5503"/>
                    <a:pt x="1777" y="5500"/>
                    <a:pt x="1531" y="5497"/>
                  </a:cubicBezTo>
                  <a:cubicBezTo>
                    <a:pt x="1482" y="5522"/>
                    <a:pt x="1313" y="5595"/>
                    <a:pt x="1173" y="5595"/>
                  </a:cubicBezTo>
                  <a:cubicBezTo>
                    <a:pt x="1107" y="5592"/>
                    <a:pt x="1044" y="5581"/>
                    <a:pt x="981" y="5564"/>
                  </a:cubicBezTo>
                  <a:lnTo>
                    <a:pt x="963" y="5560"/>
                  </a:lnTo>
                  <a:cubicBezTo>
                    <a:pt x="950" y="5535"/>
                    <a:pt x="927" y="5524"/>
                    <a:pt x="904" y="5524"/>
                  </a:cubicBezTo>
                  <a:cubicBezTo>
                    <a:pt x="873" y="5524"/>
                    <a:pt x="843" y="5545"/>
                    <a:pt x="841" y="5581"/>
                  </a:cubicBezTo>
                  <a:cubicBezTo>
                    <a:pt x="820" y="5630"/>
                    <a:pt x="792" y="5700"/>
                    <a:pt x="718" y="5718"/>
                  </a:cubicBezTo>
                  <a:cubicBezTo>
                    <a:pt x="709" y="5720"/>
                    <a:pt x="699" y="5721"/>
                    <a:pt x="688" y="5721"/>
                  </a:cubicBezTo>
                  <a:cubicBezTo>
                    <a:pt x="626" y="5721"/>
                    <a:pt x="557" y="5683"/>
                    <a:pt x="466" y="5602"/>
                  </a:cubicBezTo>
                  <a:cubicBezTo>
                    <a:pt x="400" y="5541"/>
                    <a:pt x="350" y="5519"/>
                    <a:pt x="323" y="5519"/>
                  </a:cubicBezTo>
                  <a:cubicBezTo>
                    <a:pt x="317" y="5519"/>
                    <a:pt x="312" y="5520"/>
                    <a:pt x="309" y="5522"/>
                  </a:cubicBezTo>
                  <a:cubicBezTo>
                    <a:pt x="277" y="5536"/>
                    <a:pt x="256" y="5602"/>
                    <a:pt x="256" y="5676"/>
                  </a:cubicBezTo>
                  <a:cubicBezTo>
                    <a:pt x="256" y="5690"/>
                    <a:pt x="256" y="5704"/>
                    <a:pt x="253" y="5718"/>
                  </a:cubicBezTo>
                  <a:lnTo>
                    <a:pt x="253" y="5725"/>
                  </a:lnTo>
                  <a:cubicBezTo>
                    <a:pt x="249" y="5735"/>
                    <a:pt x="246" y="5746"/>
                    <a:pt x="242" y="5760"/>
                  </a:cubicBezTo>
                  <a:lnTo>
                    <a:pt x="239" y="5763"/>
                  </a:lnTo>
                  <a:cubicBezTo>
                    <a:pt x="232" y="5777"/>
                    <a:pt x="228" y="5788"/>
                    <a:pt x="218" y="5798"/>
                  </a:cubicBezTo>
                  <a:cubicBezTo>
                    <a:pt x="211" y="5809"/>
                    <a:pt x="204" y="5819"/>
                    <a:pt x="193" y="5826"/>
                  </a:cubicBezTo>
                  <a:lnTo>
                    <a:pt x="190" y="5830"/>
                  </a:lnTo>
                  <a:cubicBezTo>
                    <a:pt x="179" y="5840"/>
                    <a:pt x="169" y="5847"/>
                    <a:pt x="158" y="5854"/>
                  </a:cubicBezTo>
                  <a:lnTo>
                    <a:pt x="151" y="5858"/>
                  </a:lnTo>
                  <a:cubicBezTo>
                    <a:pt x="137" y="5868"/>
                    <a:pt x="123" y="5875"/>
                    <a:pt x="109" y="5879"/>
                  </a:cubicBezTo>
                  <a:lnTo>
                    <a:pt x="106" y="5879"/>
                  </a:lnTo>
                  <a:cubicBezTo>
                    <a:pt x="92" y="5886"/>
                    <a:pt x="74" y="5889"/>
                    <a:pt x="60" y="5896"/>
                  </a:cubicBezTo>
                  <a:lnTo>
                    <a:pt x="57" y="5896"/>
                  </a:lnTo>
                  <a:cubicBezTo>
                    <a:pt x="43" y="5900"/>
                    <a:pt x="25" y="5903"/>
                    <a:pt x="4" y="5907"/>
                  </a:cubicBezTo>
                  <a:lnTo>
                    <a:pt x="1" y="5907"/>
                  </a:lnTo>
                  <a:cubicBezTo>
                    <a:pt x="18" y="5928"/>
                    <a:pt x="25" y="5942"/>
                    <a:pt x="25" y="5949"/>
                  </a:cubicBezTo>
                  <a:lnTo>
                    <a:pt x="134" y="6110"/>
                  </a:lnTo>
                  <a:lnTo>
                    <a:pt x="134" y="6131"/>
                  </a:lnTo>
                  <a:cubicBezTo>
                    <a:pt x="127" y="6215"/>
                    <a:pt x="141" y="6365"/>
                    <a:pt x="197" y="6421"/>
                  </a:cubicBezTo>
                  <a:cubicBezTo>
                    <a:pt x="379" y="6603"/>
                    <a:pt x="487" y="6726"/>
                    <a:pt x="505" y="6810"/>
                  </a:cubicBezTo>
                  <a:cubicBezTo>
                    <a:pt x="505" y="6813"/>
                    <a:pt x="505" y="6820"/>
                    <a:pt x="508" y="6827"/>
                  </a:cubicBezTo>
                  <a:cubicBezTo>
                    <a:pt x="512" y="6866"/>
                    <a:pt x="512" y="6901"/>
                    <a:pt x="512" y="6940"/>
                  </a:cubicBezTo>
                  <a:lnTo>
                    <a:pt x="512" y="7073"/>
                  </a:lnTo>
                  <a:lnTo>
                    <a:pt x="508" y="7160"/>
                  </a:lnTo>
                  <a:lnTo>
                    <a:pt x="508" y="7181"/>
                  </a:lnTo>
                  <a:lnTo>
                    <a:pt x="508" y="7216"/>
                  </a:lnTo>
                  <a:lnTo>
                    <a:pt x="508" y="7255"/>
                  </a:lnTo>
                  <a:cubicBezTo>
                    <a:pt x="515" y="7276"/>
                    <a:pt x="522" y="7297"/>
                    <a:pt x="529" y="7314"/>
                  </a:cubicBezTo>
                  <a:lnTo>
                    <a:pt x="529" y="7318"/>
                  </a:lnTo>
                  <a:cubicBezTo>
                    <a:pt x="536" y="7335"/>
                    <a:pt x="543" y="7349"/>
                    <a:pt x="554" y="7367"/>
                  </a:cubicBezTo>
                  <a:cubicBezTo>
                    <a:pt x="591" y="7316"/>
                    <a:pt x="634" y="7300"/>
                    <a:pt x="676" y="7300"/>
                  </a:cubicBezTo>
                  <a:cubicBezTo>
                    <a:pt x="720" y="7300"/>
                    <a:pt x="763" y="7319"/>
                    <a:pt x="792" y="7332"/>
                  </a:cubicBezTo>
                  <a:cubicBezTo>
                    <a:pt x="809" y="7342"/>
                    <a:pt x="823" y="7346"/>
                    <a:pt x="844" y="7349"/>
                  </a:cubicBezTo>
                  <a:cubicBezTo>
                    <a:pt x="844" y="7349"/>
                    <a:pt x="848" y="7346"/>
                    <a:pt x="851" y="7335"/>
                  </a:cubicBezTo>
                  <a:cubicBezTo>
                    <a:pt x="865" y="7290"/>
                    <a:pt x="897" y="7255"/>
                    <a:pt x="939" y="7237"/>
                  </a:cubicBezTo>
                  <a:cubicBezTo>
                    <a:pt x="957" y="7231"/>
                    <a:pt x="976" y="7228"/>
                    <a:pt x="996" y="7228"/>
                  </a:cubicBezTo>
                  <a:cubicBezTo>
                    <a:pt x="1060" y="7228"/>
                    <a:pt x="1128" y="7259"/>
                    <a:pt x="1187" y="7286"/>
                  </a:cubicBezTo>
                  <a:cubicBezTo>
                    <a:pt x="1219" y="7304"/>
                    <a:pt x="1250" y="7318"/>
                    <a:pt x="1282" y="7325"/>
                  </a:cubicBezTo>
                  <a:cubicBezTo>
                    <a:pt x="1313" y="7321"/>
                    <a:pt x="1405" y="7237"/>
                    <a:pt x="1454" y="7192"/>
                  </a:cubicBezTo>
                  <a:cubicBezTo>
                    <a:pt x="1544" y="7108"/>
                    <a:pt x="1606" y="7049"/>
                    <a:pt x="1666" y="7049"/>
                  </a:cubicBezTo>
                  <a:cubicBezTo>
                    <a:pt x="1673" y="7049"/>
                    <a:pt x="1681" y="7050"/>
                    <a:pt x="1688" y="7052"/>
                  </a:cubicBezTo>
                  <a:cubicBezTo>
                    <a:pt x="1797" y="7080"/>
                    <a:pt x="1947" y="7395"/>
                    <a:pt x="1947" y="7521"/>
                  </a:cubicBezTo>
                  <a:cubicBezTo>
                    <a:pt x="1947" y="7545"/>
                    <a:pt x="2028" y="7608"/>
                    <a:pt x="2059" y="7629"/>
                  </a:cubicBezTo>
                  <a:cubicBezTo>
                    <a:pt x="2122" y="7678"/>
                    <a:pt x="2171" y="7717"/>
                    <a:pt x="2161" y="7773"/>
                  </a:cubicBezTo>
                  <a:cubicBezTo>
                    <a:pt x="2154" y="7808"/>
                    <a:pt x="2129" y="7832"/>
                    <a:pt x="2098" y="7839"/>
                  </a:cubicBezTo>
                  <a:cubicBezTo>
                    <a:pt x="2080" y="7846"/>
                    <a:pt x="2066" y="7864"/>
                    <a:pt x="2063" y="7881"/>
                  </a:cubicBezTo>
                  <a:cubicBezTo>
                    <a:pt x="2059" y="7888"/>
                    <a:pt x="2059" y="7899"/>
                    <a:pt x="2063" y="7906"/>
                  </a:cubicBezTo>
                  <a:lnTo>
                    <a:pt x="2073" y="7906"/>
                  </a:lnTo>
                  <a:cubicBezTo>
                    <a:pt x="2199" y="7906"/>
                    <a:pt x="2217" y="8032"/>
                    <a:pt x="2227" y="8116"/>
                  </a:cubicBezTo>
                  <a:cubicBezTo>
                    <a:pt x="2231" y="8161"/>
                    <a:pt x="2241" y="8203"/>
                    <a:pt x="2259" y="8242"/>
                  </a:cubicBezTo>
                  <a:cubicBezTo>
                    <a:pt x="2273" y="8266"/>
                    <a:pt x="2294" y="8284"/>
                    <a:pt x="2315" y="8301"/>
                  </a:cubicBezTo>
                  <a:cubicBezTo>
                    <a:pt x="2332" y="8315"/>
                    <a:pt x="2350" y="8322"/>
                    <a:pt x="2367" y="8322"/>
                  </a:cubicBezTo>
                  <a:lnTo>
                    <a:pt x="2374" y="8319"/>
                  </a:lnTo>
                  <a:lnTo>
                    <a:pt x="2378" y="8319"/>
                  </a:lnTo>
                  <a:cubicBezTo>
                    <a:pt x="2381" y="8315"/>
                    <a:pt x="2385" y="8312"/>
                    <a:pt x="2388" y="8308"/>
                  </a:cubicBezTo>
                  <a:lnTo>
                    <a:pt x="2392" y="8301"/>
                  </a:lnTo>
                  <a:lnTo>
                    <a:pt x="2395" y="8298"/>
                  </a:lnTo>
                  <a:cubicBezTo>
                    <a:pt x="2399" y="8294"/>
                    <a:pt x="2399" y="8287"/>
                    <a:pt x="2402" y="8284"/>
                  </a:cubicBezTo>
                  <a:cubicBezTo>
                    <a:pt x="2420" y="8238"/>
                    <a:pt x="2458" y="8203"/>
                    <a:pt x="2504" y="8186"/>
                  </a:cubicBezTo>
                  <a:cubicBezTo>
                    <a:pt x="2514" y="8182"/>
                    <a:pt x="2521" y="8182"/>
                    <a:pt x="2532" y="8179"/>
                  </a:cubicBezTo>
                  <a:lnTo>
                    <a:pt x="2574" y="8179"/>
                  </a:lnTo>
                  <a:cubicBezTo>
                    <a:pt x="2581" y="8182"/>
                    <a:pt x="2588" y="8182"/>
                    <a:pt x="2595" y="8186"/>
                  </a:cubicBezTo>
                  <a:lnTo>
                    <a:pt x="2612" y="8189"/>
                  </a:lnTo>
                  <a:cubicBezTo>
                    <a:pt x="2619" y="8193"/>
                    <a:pt x="2626" y="8196"/>
                    <a:pt x="2633" y="8200"/>
                  </a:cubicBezTo>
                  <a:lnTo>
                    <a:pt x="2647" y="8207"/>
                  </a:lnTo>
                  <a:cubicBezTo>
                    <a:pt x="2654" y="8214"/>
                    <a:pt x="2661" y="8217"/>
                    <a:pt x="2668" y="8221"/>
                  </a:cubicBezTo>
                  <a:lnTo>
                    <a:pt x="2682" y="8231"/>
                  </a:lnTo>
                  <a:cubicBezTo>
                    <a:pt x="2689" y="8235"/>
                    <a:pt x="2696" y="8242"/>
                    <a:pt x="2703" y="8249"/>
                  </a:cubicBezTo>
                  <a:lnTo>
                    <a:pt x="2714" y="8259"/>
                  </a:lnTo>
                  <a:cubicBezTo>
                    <a:pt x="2721" y="8266"/>
                    <a:pt x="2728" y="8270"/>
                    <a:pt x="2731" y="8277"/>
                  </a:cubicBezTo>
                  <a:lnTo>
                    <a:pt x="2742" y="8287"/>
                  </a:lnTo>
                  <a:cubicBezTo>
                    <a:pt x="2749" y="8294"/>
                    <a:pt x="2756" y="8301"/>
                    <a:pt x="2763" y="8308"/>
                  </a:cubicBezTo>
                  <a:lnTo>
                    <a:pt x="2770" y="8319"/>
                  </a:lnTo>
                  <a:cubicBezTo>
                    <a:pt x="2777" y="8329"/>
                    <a:pt x="2787" y="8340"/>
                    <a:pt x="2794" y="8350"/>
                  </a:cubicBezTo>
                  <a:cubicBezTo>
                    <a:pt x="2799" y="8357"/>
                    <a:pt x="2807" y="8358"/>
                    <a:pt x="2815" y="8358"/>
                  </a:cubicBezTo>
                  <a:cubicBezTo>
                    <a:pt x="2820" y="8358"/>
                    <a:pt x="2825" y="8357"/>
                    <a:pt x="2829" y="8357"/>
                  </a:cubicBezTo>
                  <a:cubicBezTo>
                    <a:pt x="2899" y="8343"/>
                    <a:pt x="2955" y="8294"/>
                    <a:pt x="2983" y="8224"/>
                  </a:cubicBezTo>
                  <a:cubicBezTo>
                    <a:pt x="3009" y="8121"/>
                    <a:pt x="3130" y="8054"/>
                    <a:pt x="3233" y="8054"/>
                  </a:cubicBezTo>
                  <a:cubicBezTo>
                    <a:pt x="3244" y="8054"/>
                    <a:pt x="3256" y="8054"/>
                    <a:pt x="3267" y="8056"/>
                  </a:cubicBezTo>
                  <a:cubicBezTo>
                    <a:pt x="3344" y="8067"/>
                    <a:pt x="3400" y="8140"/>
                    <a:pt x="3386" y="8217"/>
                  </a:cubicBezTo>
                  <a:cubicBezTo>
                    <a:pt x="3382" y="8235"/>
                    <a:pt x="3382" y="8256"/>
                    <a:pt x="3386" y="8273"/>
                  </a:cubicBezTo>
                  <a:cubicBezTo>
                    <a:pt x="3418" y="8259"/>
                    <a:pt x="3449" y="8242"/>
                    <a:pt x="3477" y="8221"/>
                  </a:cubicBezTo>
                  <a:cubicBezTo>
                    <a:pt x="3488" y="8214"/>
                    <a:pt x="3498" y="8207"/>
                    <a:pt x="3509" y="8200"/>
                  </a:cubicBezTo>
                  <a:lnTo>
                    <a:pt x="3516" y="8200"/>
                  </a:lnTo>
                  <a:cubicBezTo>
                    <a:pt x="3547" y="8186"/>
                    <a:pt x="3586" y="8175"/>
                    <a:pt x="3624" y="8175"/>
                  </a:cubicBezTo>
                  <a:lnTo>
                    <a:pt x="3624" y="8172"/>
                  </a:lnTo>
                  <a:lnTo>
                    <a:pt x="3642" y="8116"/>
                  </a:lnTo>
                  <a:lnTo>
                    <a:pt x="3645" y="8109"/>
                  </a:lnTo>
                  <a:lnTo>
                    <a:pt x="3663" y="8053"/>
                  </a:lnTo>
                  <a:lnTo>
                    <a:pt x="3680" y="7997"/>
                  </a:lnTo>
                  <a:lnTo>
                    <a:pt x="3701" y="7948"/>
                  </a:lnTo>
                  <a:lnTo>
                    <a:pt x="3701" y="7941"/>
                  </a:lnTo>
                  <a:lnTo>
                    <a:pt x="3715" y="7899"/>
                  </a:lnTo>
                  <a:lnTo>
                    <a:pt x="3715" y="7895"/>
                  </a:lnTo>
                  <a:lnTo>
                    <a:pt x="3733" y="7857"/>
                  </a:lnTo>
                  <a:lnTo>
                    <a:pt x="3733" y="7853"/>
                  </a:lnTo>
                  <a:lnTo>
                    <a:pt x="3743" y="7822"/>
                  </a:lnTo>
                  <a:lnTo>
                    <a:pt x="3743" y="7818"/>
                  </a:lnTo>
                  <a:cubicBezTo>
                    <a:pt x="3750" y="7811"/>
                    <a:pt x="3754" y="7801"/>
                    <a:pt x="3757" y="7794"/>
                  </a:cubicBezTo>
                  <a:cubicBezTo>
                    <a:pt x="3768" y="7773"/>
                    <a:pt x="3740" y="7692"/>
                    <a:pt x="3726" y="7650"/>
                  </a:cubicBezTo>
                  <a:cubicBezTo>
                    <a:pt x="3698" y="7563"/>
                    <a:pt x="3659" y="7447"/>
                    <a:pt x="3757" y="7409"/>
                  </a:cubicBezTo>
                  <a:cubicBezTo>
                    <a:pt x="3796" y="7395"/>
                    <a:pt x="3834" y="7391"/>
                    <a:pt x="3876" y="7391"/>
                  </a:cubicBezTo>
                  <a:cubicBezTo>
                    <a:pt x="4009" y="7384"/>
                    <a:pt x="4114" y="7370"/>
                    <a:pt x="4156" y="7251"/>
                  </a:cubicBezTo>
                  <a:cubicBezTo>
                    <a:pt x="4198" y="7129"/>
                    <a:pt x="4258" y="7017"/>
                    <a:pt x="4331" y="6911"/>
                  </a:cubicBezTo>
                  <a:cubicBezTo>
                    <a:pt x="4342" y="6782"/>
                    <a:pt x="4373" y="6530"/>
                    <a:pt x="4485" y="6474"/>
                  </a:cubicBezTo>
                  <a:cubicBezTo>
                    <a:pt x="4505" y="6463"/>
                    <a:pt x="4526" y="6458"/>
                    <a:pt x="4546" y="6458"/>
                  </a:cubicBezTo>
                  <a:cubicBezTo>
                    <a:pt x="4567" y="6458"/>
                    <a:pt x="4587" y="6463"/>
                    <a:pt x="4604" y="6474"/>
                  </a:cubicBezTo>
                  <a:lnTo>
                    <a:pt x="4657" y="6505"/>
                  </a:lnTo>
                  <a:cubicBezTo>
                    <a:pt x="4702" y="6531"/>
                    <a:pt x="4794" y="6584"/>
                    <a:pt x="4831" y="6584"/>
                  </a:cubicBezTo>
                  <a:cubicBezTo>
                    <a:pt x="4834" y="6584"/>
                    <a:pt x="4837" y="6583"/>
                    <a:pt x="4839" y="6582"/>
                  </a:cubicBezTo>
                  <a:cubicBezTo>
                    <a:pt x="4846" y="6572"/>
                    <a:pt x="4846" y="6558"/>
                    <a:pt x="4849" y="6540"/>
                  </a:cubicBezTo>
                  <a:cubicBezTo>
                    <a:pt x="4849" y="6449"/>
                    <a:pt x="4916" y="6365"/>
                    <a:pt x="5007" y="6348"/>
                  </a:cubicBezTo>
                  <a:cubicBezTo>
                    <a:pt x="5056" y="6330"/>
                    <a:pt x="5077" y="6323"/>
                    <a:pt x="5091" y="6271"/>
                  </a:cubicBezTo>
                  <a:cubicBezTo>
                    <a:pt x="5105" y="6201"/>
                    <a:pt x="5147" y="6138"/>
                    <a:pt x="5206" y="6096"/>
                  </a:cubicBezTo>
                  <a:cubicBezTo>
                    <a:pt x="5237" y="6079"/>
                    <a:pt x="5269" y="6073"/>
                    <a:pt x="5302" y="6073"/>
                  </a:cubicBezTo>
                  <a:cubicBezTo>
                    <a:pt x="5345" y="6073"/>
                    <a:pt x="5390" y="6084"/>
                    <a:pt x="5434" y="6096"/>
                  </a:cubicBezTo>
                  <a:cubicBezTo>
                    <a:pt x="5449" y="6102"/>
                    <a:pt x="5464" y="6104"/>
                    <a:pt x="5479" y="6104"/>
                  </a:cubicBezTo>
                  <a:cubicBezTo>
                    <a:pt x="5500" y="6104"/>
                    <a:pt x="5521" y="6099"/>
                    <a:pt x="5539" y="6089"/>
                  </a:cubicBezTo>
                  <a:cubicBezTo>
                    <a:pt x="5553" y="6078"/>
                    <a:pt x="5560" y="6061"/>
                    <a:pt x="5560" y="6047"/>
                  </a:cubicBezTo>
                  <a:cubicBezTo>
                    <a:pt x="5560" y="5945"/>
                    <a:pt x="5662" y="5924"/>
                    <a:pt x="5763" y="5903"/>
                  </a:cubicBezTo>
                  <a:cubicBezTo>
                    <a:pt x="5868" y="5889"/>
                    <a:pt x="5966" y="5851"/>
                    <a:pt x="6057" y="5798"/>
                  </a:cubicBezTo>
                  <a:cubicBezTo>
                    <a:pt x="6096" y="5770"/>
                    <a:pt x="6127" y="5746"/>
                    <a:pt x="6162" y="5721"/>
                  </a:cubicBezTo>
                  <a:cubicBezTo>
                    <a:pt x="6267" y="5645"/>
                    <a:pt x="6358" y="5580"/>
                    <a:pt x="6438" y="5580"/>
                  </a:cubicBezTo>
                  <a:cubicBezTo>
                    <a:pt x="6476" y="5580"/>
                    <a:pt x="6511" y="5593"/>
                    <a:pt x="6544" y="5627"/>
                  </a:cubicBezTo>
                  <a:cubicBezTo>
                    <a:pt x="6547" y="5627"/>
                    <a:pt x="6551" y="5630"/>
                    <a:pt x="6554" y="5630"/>
                  </a:cubicBezTo>
                  <a:cubicBezTo>
                    <a:pt x="6607" y="5648"/>
                    <a:pt x="6663" y="5658"/>
                    <a:pt x="6719" y="5662"/>
                  </a:cubicBezTo>
                  <a:lnTo>
                    <a:pt x="6838" y="5662"/>
                  </a:lnTo>
                  <a:cubicBezTo>
                    <a:pt x="6862" y="5662"/>
                    <a:pt x="6886" y="5663"/>
                    <a:pt x="6911" y="5663"/>
                  </a:cubicBezTo>
                  <a:cubicBezTo>
                    <a:pt x="6994" y="5663"/>
                    <a:pt x="7076" y="5658"/>
                    <a:pt x="7160" y="5644"/>
                  </a:cubicBezTo>
                  <a:lnTo>
                    <a:pt x="7167" y="5641"/>
                  </a:lnTo>
                  <a:cubicBezTo>
                    <a:pt x="7188" y="5630"/>
                    <a:pt x="7209" y="5620"/>
                    <a:pt x="7230" y="5606"/>
                  </a:cubicBezTo>
                  <a:cubicBezTo>
                    <a:pt x="7312" y="5557"/>
                    <a:pt x="7430" y="5488"/>
                    <a:pt x="7571" y="5488"/>
                  </a:cubicBezTo>
                  <a:cubicBezTo>
                    <a:pt x="7593" y="5488"/>
                    <a:pt x="7616" y="5490"/>
                    <a:pt x="7640" y="5494"/>
                  </a:cubicBezTo>
                  <a:cubicBezTo>
                    <a:pt x="7660" y="5497"/>
                    <a:pt x="7685" y="5499"/>
                    <a:pt x="7713" y="5499"/>
                  </a:cubicBezTo>
                  <a:cubicBezTo>
                    <a:pt x="7827" y="5499"/>
                    <a:pt x="7991" y="5473"/>
                    <a:pt x="8137" y="5448"/>
                  </a:cubicBezTo>
                  <a:cubicBezTo>
                    <a:pt x="8252" y="5427"/>
                    <a:pt x="8368" y="5417"/>
                    <a:pt x="8487" y="5410"/>
                  </a:cubicBezTo>
                  <a:cubicBezTo>
                    <a:pt x="8606" y="5410"/>
                    <a:pt x="8669" y="5322"/>
                    <a:pt x="8728" y="5249"/>
                  </a:cubicBezTo>
                  <a:cubicBezTo>
                    <a:pt x="8742" y="5228"/>
                    <a:pt x="8760" y="5207"/>
                    <a:pt x="8777" y="5186"/>
                  </a:cubicBezTo>
                  <a:cubicBezTo>
                    <a:pt x="8809" y="5130"/>
                    <a:pt x="8833" y="5074"/>
                    <a:pt x="8851" y="5011"/>
                  </a:cubicBezTo>
                  <a:cubicBezTo>
                    <a:pt x="8886" y="4902"/>
                    <a:pt x="8910" y="4828"/>
                    <a:pt x="8949" y="4786"/>
                  </a:cubicBezTo>
                  <a:lnTo>
                    <a:pt x="8949" y="4779"/>
                  </a:lnTo>
                  <a:lnTo>
                    <a:pt x="8949" y="4776"/>
                  </a:lnTo>
                  <a:lnTo>
                    <a:pt x="8949" y="4769"/>
                  </a:lnTo>
                  <a:lnTo>
                    <a:pt x="8949" y="4765"/>
                  </a:lnTo>
                  <a:lnTo>
                    <a:pt x="8949" y="4758"/>
                  </a:lnTo>
                  <a:lnTo>
                    <a:pt x="8949" y="4751"/>
                  </a:lnTo>
                  <a:lnTo>
                    <a:pt x="8949" y="4744"/>
                  </a:lnTo>
                  <a:lnTo>
                    <a:pt x="8949" y="4737"/>
                  </a:lnTo>
                  <a:lnTo>
                    <a:pt x="8949" y="4727"/>
                  </a:lnTo>
                  <a:lnTo>
                    <a:pt x="8949" y="4720"/>
                  </a:lnTo>
                  <a:lnTo>
                    <a:pt x="8949" y="4709"/>
                  </a:lnTo>
                  <a:lnTo>
                    <a:pt x="8949" y="4695"/>
                  </a:lnTo>
                  <a:lnTo>
                    <a:pt x="8949" y="4688"/>
                  </a:lnTo>
                  <a:lnTo>
                    <a:pt x="8949" y="4671"/>
                  </a:lnTo>
                  <a:lnTo>
                    <a:pt x="8949" y="4664"/>
                  </a:lnTo>
                  <a:lnTo>
                    <a:pt x="8949" y="4646"/>
                  </a:lnTo>
                  <a:lnTo>
                    <a:pt x="8949" y="4639"/>
                  </a:lnTo>
                  <a:lnTo>
                    <a:pt x="8949" y="4622"/>
                  </a:lnTo>
                  <a:lnTo>
                    <a:pt x="8949" y="4611"/>
                  </a:lnTo>
                  <a:lnTo>
                    <a:pt x="8949" y="4590"/>
                  </a:lnTo>
                  <a:lnTo>
                    <a:pt x="8949" y="4580"/>
                  </a:lnTo>
                  <a:lnTo>
                    <a:pt x="8949" y="4562"/>
                  </a:lnTo>
                  <a:lnTo>
                    <a:pt x="8949" y="4548"/>
                  </a:lnTo>
                  <a:lnTo>
                    <a:pt x="8949" y="4527"/>
                  </a:lnTo>
                  <a:lnTo>
                    <a:pt x="8949" y="4412"/>
                  </a:lnTo>
                  <a:lnTo>
                    <a:pt x="8949" y="4398"/>
                  </a:lnTo>
                  <a:lnTo>
                    <a:pt x="8949" y="4370"/>
                  </a:lnTo>
                  <a:lnTo>
                    <a:pt x="8949" y="4328"/>
                  </a:lnTo>
                  <a:lnTo>
                    <a:pt x="8949" y="4307"/>
                  </a:lnTo>
                  <a:lnTo>
                    <a:pt x="8949" y="4279"/>
                  </a:lnTo>
                  <a:lnTo>
                    <a:pt x="8949" y="4258"/>
                  </a:lnTo>
                  <a:lnTo>
                    <a:pt x="8949" y="4230"/>
                  </a:lnTo>
                  <a:lnTo>
                    <a:pt x="8949" y="4205"/>
                  </a:lnTo>
                  <a:lnTo>
                    <a:pt x="8949" y="4174"/>
                  </a:lnTo>
                  <a:lnTo>
                    <a:pt x="8949" y="4153"/>
                  </a:lnTo>
                  <a:lnTo>
                    <a:pt x="8949" y="4118"/>
                  </a:lnTo>
                  <a:lnTo>
                    <a:pt x="8949" y="4093"/>
                  </a:lnTo>
                  <a:lnTo>
                    <a:pt x="8949" y="4062"/>
                  </a:lnTo>
                  <a:lnTo>
                    <a:pt x="8949" y="4034"/>
                  </a:lnTo>
                  <a:lnTo>
                    <a:pt x="8949" y="4002"/>
                  </a:lnTo>
                  <a:lnTo>
                    <a:pt x="8949" y="3939"/>
                  </a:lnTo>
                  <a:lnTo>
                    <a:pt x="8949" y="3908"/>
                  </a:lnTo>
                  <a:lnTo>
                    <a:pt x="8949" y="3876"/>
                  </a:lnTo>
                  <a:lnTo>
                    <a:pt x="8949" y="3838"/>
                  </a:lnTo>
                  <a:lnTo>
                    <a:pt x="8949" y="3810"/>
                  </a:lnTo>
                  <a:lnTo>
                    <a:pt x="8949" y="3768"/>
                  </a:lnTo>
                  <a:lnTo>
                    <a:pt x="8949" y="3736"/>
                  </a:lnTo>
                  <a:lnTo>
                    <a:pt x="8949" y="3694"/>
                  </a:lnTo>
                  <a:lnTo>
                    <a:pt x="8949" y="3663"/>
                  </a:lnTo>
                  <a:lnTo>
                    <a:pt x="8949" y="3617"/>
                  </a:lnTo>
                  <a:lnTo>
                    <a:pt x="8949" y="3589"/>
                  </a:lnTo>
                  <a:lnTo>
                    <a:pt x="8949" y="3540"/>
                  </a:lnTo>
                  <a:lnTo>
                    <a:pt x="8949" y="3509"/>
                  </a:lnTo>
                  <a:lnTo>
                    <a:pt x="8949" y="3460"/>
                  </a:lnTo>
                  <a:lnTo>
                    <a:pt x="8931" y="3463"/>
                  </a:lnTo>
                  <a:cubicBezTo>
                    <a:pt x="8756" y="3498"/>
                    <a:pt x="8567" y="3540"/>
                    <a:pt x="8564" y="3544"/>
                  </a:cubicBezTo>
                  <a:lnTo>
                    <a:pt x="8522" y="3551"/>
                  </a:lnTo>
                  <a:lnTo>
                    <a:pt x="8483" y="3561"/>
                  </a:lnTo>
                  <a:lnTo>
                    <a:pt x="8483" y="3477"/>
                  </a:lnTo>
                  <a:lnTo>
                    <a:pt x="8483" y="3474"/>
                  </a:lnTo>
                  <a:lnTo>
                    <a:pt x="8483" y="3463"/>
                  </a:lnTo>
                  <a:lnTo>
                    <a:pt x="8483" y="3460"/>
                  </a:lnTo>
                  <a:lnTo>
                    <a:pt x="8483" y="3449"/>
                  </a:lnTo>
                  <a:lnTo>
                    <a:pt x="8483" y="3439"/>
                  </a:lnTo>
                  <a:lnTo>
                    <a:pt x="8483" y="3428"/>
                  </a:lnTo>
                  <a:lnTo>
                    <a:pt x="8483" y="3414"/>
                  </a:lnTo>
                  <a:lnTo>
                    <a:pt x="8483" y="3400"/>
                  </a:lnTo>
                  <a:lnTo>
                    <a:pt x="8483" y="3383"/>
                  </a:lnTo>
                  <a:lnTo>
                    <a:pt x="8483" y="3369"/>
                  </a:lnTo>
                  <a:cubicBezTo>
                    <a:pt x="8483" y="3365"/>
                    <a:pt x="8483" y="3355"/>
                    <a:pt x="8480" y="3348"/>
                  </a:cubicBezTo>
                  <a:cubicBezTo>
                    <a:pt x="8476" y="3337"/>
                    <a:pt x="8480" y="3337"/>
                    <a:pt x="8476" y="3334"/>
                  </a:cubicBezTo>
                  <a:cubicBezTo>
                    <a:pt x="8476" y="3330"/>
                    <a:pt x="8473" y="3316"/>
                    <a:pt x="8473" y="3309"/>
                  </a:cubicBezTo>
                  <a:lnTo>
                    <a:pt x="8469" y="3295"/>
                  </a:lnTo>
                  <a:cubicBezTo>
                    <a:pt x="8469" y="3285"/>
                    <a:pt x="8466" y="3278"/>
                    <a:pt x="8462" y="3267"/>
                  </a:cubicBezTo>
                  <a:lnTo>
                    <a:pt x="8459" y="3253"/>
                  </a:lnTo>
                  <a:cubicBezTo>
                    <a:pt x="8455" y="3243"/>
                    <a:pt x="8452" y="3232"/>
                    <a:pt x="8448" y="3225"/>
                  </a:cubicBezTo>
                  <a:lnTo>
                    <a:pt x="8445" y="3211"/>
                  </a:lnTo>
                  <a:cubicBezTo>
                    <a:pt x="8441" y="3201"/>
                    <a:pt x="8438" y="3190"/>
                    <a:pt x="8434" y="3180"/>
                  </a:cubicBezTo>
                  <a:lnTo>
                    <a:pt x="8427" y="3169"/>
                  </a:lnTo>
                  <a:cubicBezTo>
                    <a:pt x="8424" y="3159"/>
                    <a:pt x="8420" y="3148"/>
                    <a:pt x="8413" y="3138"/>
                  </a:cubicBezTo>
                  <a:cubicBezTo>
                    <a:pt x="8410" y="3127"/>
                    <a:pt x="8410" y="3127"/>
                    <a:pt x="8406" y="3120"/>
                  </a:cubicBezTo>
                  <a:cubicBezTo>
                    <a:pt x="8403" y="3117"/>
                    <a:pt x="8396" y="3103"/>
                    <a:pt x="8392" y="3096"/>
                  </a:cubicBezTo>
                  <a:cubicBezTo>
                    <a:pt x="8385" y="3085"/>
                    <a:pt x="8385" y="3082"/>
                    <a:pt x="8382" y="3078"/>
                  </a:cubicBezTo>
                  <a:cubicBezTo>
                    <a:pt x="8375" y="3071"/>
                    <a:pt x="8371" y="3064"/>
                    <a:pt x="8364" y="3054"/>
                  </a:cubicBezTo>
                  <a:cubicBezTo>
                    <a:pt x="8361" y="3047"/>
                    <a:pt x="8354" y="3043"/>
                    <a:pt x="8350" y="3036"/>
                  </a:cubicBezTo>
                  <a:cubicBezTo>
                    <a:pt x="8343" y="3033"/>
                    <a:pt x="8340" y="3026"/>
                    <a:pt x="8333" y="3019"/>
                  </a:cubicBezTo>
                  <a:cubicBezTo>
                    <a:pt x="8329" y="3012"/>
                    <a:pt x="8322" y="3005"/>
                    <a:pt x="8315" y="3001"/>
                  </a:cubicBezTo>
                  <a:cubicBezTo>
                    <a:pt x="8308" y="2994"/>
                    <a:pt x="8305" y="2991"/>
                    <a:pt x="8298" y="2987"/>
                  </a:cubicBezTo>
                  <a:cubicBezTo>
                    <a:pt x="8284" y="2977"/>
                    <a:pt x="8270" y="2966"/>
                    <a:pt x="8256" y="2959"/>
                  </a:cubicBezTo>
                  <a:cubicBezTo>
                    <a:pt x="8004" y="2812"/>
                    <a:pt x="7671" y="2774"/>
                    <a:pt x="7668" y="2774"/>
                  </a:cubicBezTo>
                  <a:lnTo>
                    <a:pt x="7664" y="2774"/>
                  </a:lnTo>
                  <a:lnTo>
                    <a:pt x="7633" y="2770"/>
                  </a:lnTo>
                  <a:lnTo>
                    <a:pt x="7619" y="2742"/>
                  </a:lnTo>
                  <a:cubicBezTo>
                    <a:pt x="7619" y="2738"/>
                    <a:pt x="7426" y="2399"/>
                    <a:pt x="7282" y="2255"/>
                  </a:cubicBezTo>
                  <a:lnTo>
                    <a:pt x="7272" y="2245"/>
                  </a:lnTo>
                  <a:lnTo>
                    <a:pt x="7261" y="2238"/>
                  </a:lnTo>
                  <a:lnTo>
                    <a:pt x="7251" y="2231"/>
                  </a:lnTo>
                  <a:lnTo>
                    <a:pt x="7233" y="2217"/>
                  </a:lnTo>
                  <a:cubicBezTo>
                    <a:pt x="6915" y="1982"/>
                    <a:pt x="5294" y="901"/>
                    <a:pt x="3936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71" name="Google Shape;4629;p80">
              <a:extLst>
                <a:ext uri="{FF2B5EF4-FFF2-40B4-BE49-F238E27FC236}">
                  <a16:creationId xmlns:a16="http://schemas.microsoft.com/office/drawing/2014/main" id="{453B9520-7859-6DC7-ED16-1B9928E4BBF2}"/>
                </a:ext>
              </a:extLst>
            </p:cNvPr>
            <p:cNvSpPr/>
            <p:nvPr/>
          </p:nvSpPr>
          <p:spPr>
            <a:xfrm>
              <a:off x="2072674" y="1899590"/>
              <a:ext cx="14" cy="204"/>
            </a:xfrm>
            <a:custGeom>
              <a:avLst/>
              <a:gdLst/>
              <a:ahLst/>
              <a:cxnLst/>
              <a:rect l="l" t="t" r="r" b="b"/>
              <a:pathLst>
                <a:path w="1" h="15" extrusionOk="0">
                  <a:moveTo>
                    <a:pt x="1" y="14"/>
                  </a:moveTo>
                  <a:lnTo>
                    <a:pt x="1" y="0"/>
                  </a:lnTo>
                  <a:cubicBezTo>
                    <a:pt x="1" y="4"/>
                    <a:pt x="1" y="11"/>
                    <a:pt x="1" y="14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72" name="Google Shape;4630;p80">
              <a:extLst>
                <a:ext uri="{FF2B5EF4-FFF2-40B4-BE49-F238E27FC236}">
                  <a16:creationId xmlns:a16="http://schemas.microsoft.com/office/drawing/2014/main" id="{07BEC33E-A818-1A7D-147A-78C965E9DE89}"/>
                </a:ext>
              </a:extLst>
            </p:cNvPr>
            <p:cNvSpPr/>
            <p:nvPr/>
          </p:nvSpPr>
          <p:spPr>
            <a:xfrm>
              <a:off x="2072729" y="1900635"/>
              <a:ext cx="14" cy="1154"/>
            </a:xfrm>
            <a:custGeom>
              <a:avLst/>
              <a:gdLst/>
              <a:ahLst/>
              <a:cxnLst/>
              <a:rect l="l" t="t" r="r" b="b"/>
              <a:pathLst>
                <a:path w="1" h="85" extrusionOk="0">
                  <a:moveTo>
                    <a:pt x="0" y="0"/>
                  </a:moveTo>
                  <a:lnTo>
                    <a:pt x="0" y="84"/>
                  </a:lnTo>
                  <a:lnTo>
                    <a:pt x="0" y="84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73" name="Google Shape;4631;p80">
              <a:extLst>
                <a:ext uri="{FF2B5EF4-FFF2-40B4-BE49-F238E27FC236}">
                  <a16:creationId xmlns:a16="http://schemas.microsoft.com/office/drawing/2014/main" id="{3641CD0C-CE26-850F-7DFB-E50DB7793B6A}"/>
                </a:ext>
              </a:extLst>
            </p:cNvPr>
            <p:cNvSpPr/>
            <p:nvPr/>
          </p:nvSpPr>
          <p:spPr>
            <a:xfrm>
              <a:off x="2055607" y="1883514"/>
              <a:ext cx="299" cy="204"/>
            </a:xfrm>
            <a:custGeom>
              <a:avLst/>
              <a:gdLst/>
              <a:ahLst/>
              <a:cxnLst/>
              <a:rect l="l" t="t" r="r" b="b"/>
              <a:pathLst>
                <a:path w="22" h="15" extrusionOk="0">
                  <a:moveTo>
                    <a:pt x="22" y="15"/>
                  </a:moveTo>
                  <a:lnTo>
                    <a:pt x="1" y="1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74" name="Google Shape;4632;p80">
              <a:extLst>
                <a:ext uri="{FF2B5EF4-FFF2-40B4-BE49-F238E27FC236}">
                  <a16:creationId xmlns:a16="http://schemas.microsoft.com/office/drawing/2014/main" id="{D5E28D5B-39FC-62B0-5FDD-F6241BF86172}"/>
                </a:ext>
              </a:extLst>
            </p:cNvPr>
            <p:cNvSpPr/>
            <p:nvPr/>
          </p:nvSpPr>
          <p:spPr>
            <a:xfrm>
              <a:off x="2070298" y="1894172"/>
              <a:ext cx="299" cy="244"/>
            </a:xfrm>
            <a:custGeom>
              <a:avLst/>
              <a:gdLst/>
              <a:ahLst/>
              <a:cxnLst/>
              <a:rect l="l" t="t" r="r" b="b"/>
              <a:pathLst>
                <a:path w="22" h="18" extrusionOk="0">
                  <a:moveTo>
                    <a:pt x="1" y="0"/>
                  </a:moveTo>
                  <a:cubicBezTo>
                    <a:pt x="8" y="7"/>
                    <a:pt x="15" y="11"/>
                    <a:pt x="22" y="18"/>
                  </a:cubicBezTo>
                  <a:cubicBezTo>
                    <a:pt x="15" y="11"/>
                    <a:pt x="8" y="7"/>
                    <a:pt x="1" y="0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75" name="Google Shape;4633;p80">
              <a:extLst>
                <a:ext uri="{FF2B5EF4-FFF2-40B4-BE49-F238E27FC236}">
                  <a16:creationId xmlns:a16="http://schemas.microsoft.com/office/drawing/2014/main" id="{076E92EA-E33F-E5F2-7A6D-0D83435E400D}"/>
                </a:ext>
              </a:extLst>
            </p:cNvPr>
            <p:cNvSpPr/>
            <p:nvPr/>
          </p:nvSpPr>
          <p:spPr>
            <a:xfrm>
              <a:off x="2072104" y="1897023"/>
              <a:ext cx="68" cy="204"/>
            </a:xfrm>
            <a:custGeom>
              <a:avLst/>
              <a:gdLst/>
              <a:ahLst/>
              <a:cxnLst/>
              <a:rect l="l" t="t" r="r" b="b"/>
              <a:pathLst>
                <a:path w="5" h="15" extrusionOk="0">
                  <a:moveTo>
                    <a:pt x="1" y="0"/>
                  </a:moveTo>
                  <a:lnTo>
                    <a:pt x="1" y="0"/>
                  </a:lnTo>
                  <a:cubicBezTo>
                    <a:pt x="1" y="1"/>
                    <a:pt x="1" y="2"/>
                    <a:pt x="2" y="4"/>
                  </a:cubicBezTo>
                  <a:lnTo>
                    <a:pt x="2" y="4"/>
                  </a:lnTo>
                  <a:lnTo>
                    <a:pt x="1" y="0"/>
                  </a:lnTo>
                  <a:close/>
                  <a:moveTo>
                    <a:pt x="2" y="4"/>
                  </a:moveTo>
                  <a:lnTo>
                    <a:pt x="4" y="14"/>
                  </a:lnTo>
                  <a:cubicBezTo>
                    <a:pt x="4" y="9"/>
                    <a:pt x="3" y="6"/>
                    <a:pt x="2" y="4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76" name="Google Shape;4634;p80">
              <a:extLst>
                <a:ext uri="{FF2B5EF4-FFF2-40B4-BE49-F238E27FC236}">
                  <a16:creationId xmlns:a16="http://schemas.microsoft.com/office/drawing/2014/main" id="{0B3B8C93-6224-AEB0-17C4-79F409A172F1}"/>
                </a:ext>
              </a:extLst>
            </p:cNvPr>
            <p:cNvSpPr/>
            <p:nvPr/>
          </p:nvSpPr>
          <p:spPr>
            <a:xfrm>
              <a:off x="2056042" y="1883799"/>
              <a:ext cx="109" cy="109"/>
            </a:xfrm>
            <a:custGeom>
              <a:avLst/>
              <a:gdLst/>
              <a:ahLst/>
              <a:cxnLst/>
              <a:rect l="l" t="t" r="r" b="b"/>
              <a:pathLst>
                <a:path w="8" h="8" extrusionOk="0">
                  <a:moveTo>
                    <a:pt x="7" y="8"/>
                  </a:moveTo>
                  <a:lnTo>
                    <a:pt x="0" y="1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77" name="Google Shape;4635;p80">
              <a:extLst>
                <a:ext uri="{FF2B5EF4-FFF2-40B4-BE49-F238E27FC236}">
                  <a16:creationId xmlns:a16="http://schemas.microsoft.com/office/drawing/2014/main" id="{430D69E5-61E2-1CFE-ACE5-27E840AB0ED0}"/>
                </a:ext>
              </a:extLst>
            </p:cNvPr>
            <p:cNvSpPr/>
            <p:nvPr/>
          </p:nvSpPr>
          <p:spPr>
            <a:xfrm>
              <a:off x="2072443" y="1898164"/>
              <a:ext cx="54" cy="204"/>
            </a:xfrm>
            <a:custGeom>
              <a:avLst/>
              <a:gdLst/>
              <a:ahLst/>
              <a:cxnLst/>
              <a:rect l="l" t="t" r="r" b="b"/>
              <a:pathLst>
                <a:path w="4" h="15" extrusionOk="0">
                  <a:moveTo>
                    <a:pt x="4" y="14"/>
                  </a:moveTo>
                  <a:lnTo>
                    <a:pt x="0" y="0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78" name="Google Shape;4636;p80">
              <a:extLst>
                <a:ext uri="{FF2B5EF4-FFF2-40B4-BE49-F238E27FC236}">
                  <a16:creationId xmlns:a16="http://schemas.microsoft.com/office/drawing/2014/main" id="{501DC664-7B43-6685-97FE-63BD0EB6DAC9}"/>
                </a:ext>
              </a:extLst>
            </p:cNvPr>
            <p:cNvSpPr/>
            <p:nvPr/>
          </p:nvSpPr>
          <p:spPr>
            <a:xfrm>
              <a:off x="2072633" y="1899155"/>
              <a:ext cx="14" cy="204"/>
            </a:xfrm>
            <a:custGeom>
              <a:avLst/>
              <a:gdLst/>
              <a:ahLst/>
              <a:cxnLst/>
              <a:rect l="l" t="t" r="r" b="b"/>
              <a:pathLst>
                <a:path w="1" h="15" extrusionOk="0">
                  <a:moveTo>
                    <a:pt x="0" y="15"/>
                  </a:moveTo>
                  <a:lnTo>
                    <a:pt x="0" y="1"/>
                  </a:lnTo>
                  <a:cubicBezTo>
                    <a:pt x="0" y="4"/>
                    <a:pt x="0" y="11"/>
                    <a:pt x="0" y="15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79" name="Google Shape;4637;p80">
              <a:extLst>
                <a:ext uri="{FF2B5EF4-FFF2-40B4-BE49-F238E27FC236}">
                  <a16:creationId xmlns:a16="http://schemas.microsoft.com/office/drawing/2014/main" id="{F252AAC9-7584-9C8B-FD0D-1FF9354C7A8F}"/>
                </a:ext>
              </a:extLst>
            </p:cNvPr>
            <p:cNvSpPr/>
            <p:nvPr/>
          </p:nvSpPr>
          <p:spPr>
            <a:xfrm>
              <a:off x="2071588" y="1895829"/>
              <a:ext cx="109" cy="204"/>
            </a:xfrm>
            <a:custGeom>
              <a:avLst/>
              <a:gdLst/>
              <a:ahLst/>
              <a:cxnLst/>
              <a:rect l="l" t="t" r="r" b="b"/>
              <a:pathLst>
                <a:path w="8" h="15" extrusionOk="0">
                  <a:moveTo>
                    <a:pt x="0" y="1"/>
                  </a:moveTo>
                  <a:lnTo>
                    <a:pt x="0" y="1"/>
                  </a:lnTo>
                  <a:cubicBezTo>
                    <a:pt x="0" y="3"/>
                    <a:pt x="2" y="6"/>
                    <a:pt x="4" y="9"/>
                  </a:cubicBezTo>
                  <a:lnTo>
                    <a:pt x="4" y="9"/>
                  </a:lnTo>
                  <a:cubicBezTo>
                    <a:pt x="3" y="6"/>
                    <a:pt x="2" y="3"/>
                    <a:pt x="0" y="1"/>
                  </a:cubicBezTo>
                  <a:close/>
                  <a:moveTo>
                    <a:pt x="4" y="9"/>
                  </a:moveTo>
                  <a:cubicBezTo>
                    <a:pt x="5" y="11"/>
                    <a:pt x="6" y="13"/>
                    <a:pt x="7" y="15"/>
                  </a:cubicBezTo>
                  <a:cubicBezTo>
                    <a:pt x="6" y="13"/>
                    <a:pt x="5" y="11"/>
                    <a:pt x="4" y="9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80" name="Google Shape;4638;p80">
              <a:extLst>
                <a:ext uri="{FF2B5EF4-FFF2-40B4-BE49-F238E27FC236}">
                  <a16:creationId xmlns:a16="http://schemas.microsoft.com/office/drawing/2014/main" id="{492212CF-C3D7-891E-AB61-CAE309BABBE5}"/>
                </a:ext>
              </a:extLst>
            </p:cNvPr>
            <p:cNvSpPr/>
            <p:nvPr/>
          </p:nvSpPr>
          <p:spPr>
            <a:xfrm>
              <a:off x="2071208" y="1895218"/>
              <a:ext cx="204" cy="244"/>
            </a:xfrm>
            <a:custGeom>
              <a:avLst/>
              <a:gdLst/>
              <a:ahLst/>
              <a:cxnLst/>
              <a:rect l="l" t="t" r="r" b="b"/>
              <a:pathLst>
                <a:path w="15" h="18" extrusionOk="0">
                  <a:moveTo>
                    <a:pt x="14" y="18"/>
                  </a:moveTo>
                  <a:cubicBezTo>
                    <a:pt x="11" y="11"/>
                    <a:pt x="4" y="7"/>
                    <a:pt x="0" y="0"/>
                  </a:cubicBezTo>
                  <a:cubicBezTo>
                    <a:pt x="4" y="7"/>
                    <a:pt x="11" y="11"/>
                    <a:pt x="14" y="18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81" name="Google Shape;4639;p80">
              <a:extLst>
                <a:ext uri="{FF2B5EF4-FFF2-40B4-BE49-F238E27FC236}">
                  <a16:creationId xmlns:a16="http://schemas.microsoft.com/office/drawing/2014/main" id="{B2C57EAB-FE41-E6CC-6C26-B7C3EBA74D1D}"/>
                </a:ext>
              </a:extLst>
            </p:cNvPr>
            <p:cNvSpPr/>
            <p:nvPr/>
          </p:nvSpPr>
          <p:spPr>
            <a:xfrm>
              <a:off x="2072253" y="1897594"/>
              <a:ext cx="109" cy="204"/>
            </a:xfrm>
            <a:custGeom>
              <a:avLst/>
              <a:gdLst/>
              <a:ahLst/>
              <a:cxnLst/>
              <a:rect l="l" t="t" r="r" b="b"/>
              <a:pathLst>
                <a:path w="8" h="15" extrusionOk="0">
                  <a:moveTo>
                    <a:pt x="7" y="14"/>
                  </a:moveTo>
                  <a:lnTo>
                    <a:pt x="0" y="0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82" name="Google Shape;4640;p80">
              <a:extLst>
                <a:ext uri="{FF2B5EF4-FFF2-40B4-BE49-F238E27FC236}">
                  <a16:creationId xmlns:a16="http://schemas.microsoft.com/office/drawing/2014/main" id="{6621F19D-28CB-7E99-80E1-A1D6C13ED159}"/>
                </a:ext>
              </a:extLst>
            </p:cNvPr>
            <p:cNvSpPr/>
            <p:nvPr/>
          </p:nvSpPr>
          <p:spPr>
            <a:xfrm>
              <a:off x="2060848" y="1890642"/>
              <a:ext cx="679" cy="448"/>
            </a:xfrm>
            <a:custGeom>
              <a:avLst/>
              <a:gdLst/>
              <a:ahLst/>
              <a:cxnLst/>
              <a:rect l="l" t="t" r="r" b="b"/>
              <a:pathLst>
                <a:path w="50" h="33" extrusionOk="0">
                  <a:moveTo>
                    <a:pt x="0" y="1"/>
                  </a:moveTo>
                  <a:lnTo>
                    <a:pt x="18" y="29"/>
                  </a:lnTo>
                  <a:lnTo>
                    <a:pt x="49" y="33"/>
                  </a:lnTo>
                  <a:lnTo>
                    <a:pt x="18" y="29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83" name="Google Shape;4641;p80">
              <a:extLst>
                <a:ext uri="{FF2B5EF4-FFF2-40B4-BE49-F238E27FC236}">
                  <a16:creationId xmlns:a16="http://schemas.microsoft.com/office/drawing/2014/main" id="{89B288EA-267F-309A-D07D-965F9DF5452B}"/>
                </a:ext>
              </a:extLst>
            </p:cNvPr>
            <p:cNvSpPr/>
            <p:nvPr/>
          </p:nvSpPr>
          <p:spPr>
            <a:xfrm>
              <a:off x="2072729" y="1899915"/>
              <a:ext cx="14" cy="204"/>
            </a:xfrm>
            <a:custGeom>
              <a:avLst/>
              <a:gdLst/>
              <a:ahLst/>
              <a:cxnLst/>
              <a:rect l="l" t="t" r="r" b="b"/>
              <a:pathLst>
                <a:path w="1" h="15" extrusionOk="0">
                  <a:moveTo>
                    <a:pt x="0" y="15"/>
                  </a:moveTo>
                  <a:lnTo>
                    <a:pt x="0" y="1"/>
                  </a:lnTo>
                  <a:cubicBezTo>
                    <a:pt x="0" y="8"/>
                    <a:pt x="0" y="11"/>
                    <a:pt x="0" y="15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84" name="Google Shape;4642;p80">
              <a:extLst>
                <a:ext uri="{FF2B5EF4-FFF2-40B4-BE49-F238E27FC236}">
                  <a16:creationId xmlns:a16="http://schemas.microsoft.com/office/drawing/2014/main" id="{B449098C-20E4-F426-B712-4C0704BD140B}"/>
                </a:ext>
              </a:extLst>
            </p:cNvPr>
            <p:cNvSpPr/>
            <p:nvPr/>
          </p:nvSpPr>
          <p:spPr>
            <a:xfrm>
              <a:off x="2073815" y="1900445"/>
              <a:ext cx="5010" cy="1100"/>
            </a:xfrm>
            <a:custGeom>
              <a:avLst/>
              <a:gdLst/>
              <a:ahLst/>
              <a:cxnLst/>
              <a:rect l="l" t="t" r="r" b="b"/>
              <a:pathLst>
                <a:path w="369" h="81" extrusionOk="0">
                  <a:moveTo>
                    <a:pt x="368" y="0"/>
                  </a:moveTo>
                  <a:cubicBezTo>
                    <a:pt x="193" y="35"/>
                    <a:pt x="4" y="81"/>
                    <a:pt x="1" y="81"/>
                  </a:cubicBezTo>
                  <a:cubicBezTo>
                    <a:pt x="4" y="81"/>
                    <a:pt x="193" y="39"/>
                    <a:pt x="368" y="0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85" name="Google Shape;4643;p80">
              <a:extLst>
                <a:ext uri="{FF2B5EF4-FFF2-40B4-BE49-F238E27FC236}">
                  <a16:creationId xmlns:a16="http://schemas.microsoft.com/office/drawing/2014/main" id="{093A2364-D3A1-EB4D-1C25-DE1A9CBD8141}"/>
                </a:ext>
              </a:extLst>
            </p:cNvPr>
            <p:cNvSpPr/>
            <p:nvPr/>
          </p:nvSpPr>
          <p:spPr>
            <a:xfrm>
              <a:off x="2010883" y="1853426"/>
              <a:ext cx="44738" cy="30101"/>
            </a:xfrm>
            <a:custGeom>
              <a:avLst/>
              <a:gdLst/>
              <a:ahLst/>
              <a:cxnLst/>
              <a:rect l="l" t="t" r="r" b="b"/>
              <a:pathLst>
                <a:path w="3295" h="2217" extrusionOk="0">
                  <a:moveTo>
                    <a:pt x="1" y="1"/>
                  </a:moveTo>
                  <a:cubicBezTo>
                    <a:pt x="754" y="501"/>
                    <a:pt x="1590" y="1057"/>
                    <a:pt x="2239" y="1493"/>
                  </a:cubicBezTo>
                  <a:lnTo>
                    <a:pt x="2239" y="1493"/>
                  </a:lnTo>
                  <a:cubicBezTo>
                    <a:pt x="1613" y="1072"/>
                    <a:pt x="800" y="530"/>
                    <a:pt x="1" y="1"/>
                  </a:cubicBezTo>
                  <a:close/>
                  <a:moveTo>
                    <a:pt x="2239" y="1493"/>
                  </a:moveTo>
                  <a:lnTo>
                    <a:pt x="2239" y="1493"/>
                  </a:lnTo>
                  <a:cubicBezTo>
                    <a:pt x="2764" y="1847"/>
                    <a:pt x="3156" y="2115"/>
                    <a:pt x="3295" y="2217"/>
                  </a:cubicBezTo>
                  <a:cubicBezTo>
                    <a:pt x="3155" y="2113"/>
                    <a:pt x="2757" y="1841"/>
                    <a:pt x="2239" y="1493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86" name="Google Shape;4644;p80">
              <a:extLst>
                <a:ext uri="{FF2B5EF4-FFF2-40B4-BE49-F238E27FC236}">
                  <a16:creationId xmlns:a16="http://schemas.microsoft.com/office/drawing/2014/main" id="{E8E98EC5-E468-21FE-597A-950BB2E10374}"/>
                </a:ext>
              </a:extLst>
            </p:cNvPr>
            <p:cNvSpPr/>
            <p:nvPr/>
          </p:nvSpPr>
          <p:spPr>
            <a:xfrm>
              <a:off x="2069538" y="1893602"/>
              <a:ext cx="584" cy="394"/>
            </a:xfrm>
            <a:custGeom>
              <a:avLst/>
              <a:gdLst/>
              <a:ahLst/>
              <a:cxnLst/>
              <a:rect l="l" t="t" r="r" b="b"/>
              <a:pathLst>
                <a:path w="43" h="29" extrusionOk="0">
                  <a:moveTo>
                    <a:pt x="43" y="28"/>
                  </a:moveTo>
                  <a:cubicBezTo>
                    <a:pt x="29" y="18"/>
                    <a:pt x="15" y="7"/>
                    <a:pt x="1" y="0"/>
                  </a:cubicBezTo>
                  <a:cubicBezTo>
                    <a:pt x="15" y="7"/>
                    <a:pt x="29" y="18"/>
                    <a:pt x="43" y="28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87" name="Google Shape;4645;p80">
              <a:extLst>
                <a:ext uri="{FF2B5EF4-FFF2-40B4-BE49-F238E27FC236}">
                  <a16:creationId xmlns:a16="http://schemas.microsoft.com/office/drawing/2014/main" id="{83BA36C4-849F-816D-A127-DD1681F43143}"/>
                </a:ext>
              </a:extLst>
            </p:cNvPr>
            <p:cNvSpPr/>
            <p:nvPr/>
          </p:nvSpPr>
          <p:spPr>
            <a:xfrm>
              <a:off x="2070828" y="1894647"/>
              <a:ext cx="204" cy="299"/>
            </a:xfrm>
            <a:custGeom>
              <a:avLst/>
              <a:gdLst/>
              <a:ahLst/>
              <a:cxnLst/>
              <a:rect l="l" t="t" r="r" b="b"/>
              <a:pathLst>
                <a:path w="15" h="22" extrusionOk="0">
                  <a:moveTo>
                    <a:pt x="0" y="0"/>
                  </a:moveTo>
                  <a:cubicBezTo>
                    <a:pt x="4" y="11"/>
                    <a:pt x="7" y="14"/>
                    <a:pt x="14" y="21"/>
                  </a:cubicBezTo>
                  <a:cubicBezTo>
                    <a:pt x="7" y="14"/>
                    <a:pt x="4" y="7"/>
                    <a:pt x="0" y="0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88" name="Google Shape;4646;p80">
              <a:extLst>
                <a:ext uri="{FF2B5EF4-FFF2-40B4-BE49-F238E27FC236}">
                  <a16:creationId xmlns:a16="http://schemas.microsoft.com/office/drawing/2014/main" id="{AE29552D-386D-B98A-F0B7-2DEE24659DCA}"/>
                </a:ext>
              </a:extLst>
            </p:cNvPr>
            <p:cNvSpPr/>
            <p:nvPr/>
          </p:nvSpPr>
          <p:spPr>
            <a:xfrm>
              <a:off x="2072729" y="1900255"/>
              <a:ext cx="14" cy="149"/>
            </a:xfrm>
            <a:custGeom>
              <a:avLst/>
              <a:gdLst/>
              <a:ahLst/>
              <a:cxnLst/>
              <a:rect l="l" t="t" r="r" b="b"/>
              <a:pathLst>
                <a:path w="1" h="11" extrusionOk="0">
                  <a:moveTo>
                    <a:pt x="0" y="11"/>
                  </a:moveTo>
                  <a:lnTo>
                    <a:pt x="0" y="0"/>
                  </a:lnTo>
                  <a:cubicBezTo>
                    <a:pt x="0" y="4"/>
                    <a:pt x="0" y="7"/>
                    <a:pt x="0" y="1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89" name="Google Shape;4647;p80">
              <a:extLst>
                <a:ext uri="{FF2B5EF4-FFF2-40B4-BE49-F238E27FC236}">
                  <a16:creationId xmlns:a16="http://schemas.microsoft.com/office/drawing/2014/main" id="{0461031F-461B-450B-5DB8-32A452313EB7}"/>
                </a:ext>
              </a:extLst>
            </p:cNvPr>
            <p:cNvSpPr/>
            <p:nvPr/>
          </p:nvSpPr>
          <p:spPr>
            <a:xfrm>
              <a:off x="2072729" y="1900486"/>
              <a:ext cx="14" cy="109"/>
            </a:xfrm>
            <a:custGeom>
              <a:avLst/>
              <a:gdLst/>
              <a:ahLst/>
              <a:cxnLst/>
              <a:rect l="l" t="t" r="r" b="b"/>
              <a:pathLst>
                <a:path w="1" h="8" extrusionOk="0">
                  <a:moveTo>
                    <a:pt x="0" y="8"/>
                  </a:moveTo>
                  <a:lnTo>
                    <a:pt x="0" y="1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90" name="Google Shape;4648;p80">
              <a:extLst>
                <a:ext uri="{FF2B5EF4-FFF2-40B4-BE49-F238E27FC236}">
                  <a16:creationId xmlns:a16="http://schemas.microsoft.com/office/drawing/2014/main" id="{0B8B6ADE-0CD2-0F6A-082C-3A7254BEB7A5}"/>
                </a:ext>
              </a:extLst>
            </p:cNvPr>
            <p:cNvSpPr/>
            <p:nvPr/>
          </p:nvSpPr>
          <p:spPr>
            <a:xfrm>
              <a:off x="2079042" y="1900391"/>
              <a:ext cx="68" cy="14"/>
            </a:xfrm>
            <a:custGeom>
              <a:avLst/>
              <a:gdLst/>
              <a:ahLst/>
              <a:cxnLst/>
              <a:rect l="l" t="t" r="r" b="b"/>
              <a:pathLst>
                <a:path w="5" h="1" extrusionOk="0">
                  <a:moveTo>
                    <a:pt x="1" y="1"/>
                  </a:moveTo>
                  <a:lnTo>
                    <a:pt x="4" y="1"/>
                  </a:lnTo>
                  <a:lnTo>
                    <a:pt x="4" y="1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91" name="Google Shape;4649;p80">
              <a:extLst>
                <a:ext uri="{FF2B5EF4-FFF2-40B4-BE49-F238E27FC236}">
                  <a16:creationId xmlns:a16="http://schemas.microsoft.com/office/drawing/2014/main" id="{174AC2CE-8051-48D0-A5F9-4FCC59A2B649}"/>
                </a:ext>
              </a:extLst>
            </p:cNvPr>
            <p:cNvSpPr/>
            <p:nvPr/>
          </p:nvSpPr>
          <p:spPr>
            <a:xfrm>
              <a:off x="2072538" y="1898680"/>
              <a:ext cx="54" cy="204"/>
            </a:xfrm>
            <a:custGeom>
              <a:avLst/>
              <a:gdLst/>
              <a:ahLst/>
              <a:cxnLst/>
              <a:rect l="l" t="t" r="r" b="b"/>
              <a:pathLst>
                <a:path w="4" h="15" extrusionOk="0">
                  <a:moveTo>
                    <a:pt x="0" y="1"/>
                  </a:moveTo>
                  <a:cubicBezTo>
                    <a:pt x="0" y="4"/>
                    <a:pt x="0" y="11"/>
                    <a:pt x="4" y="15"/>
                  </a:cubicBezTo>
                  <a:cubicBezTo>
                    <a:pt x="4" y="11"/>
                    <a:pt x="4" y="4"/>
                    <a:pt x="0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92" name="Google Shape;4650;p80">
              <a:extLst>
                <a:ext uri="{FF2B5EF4-FFF2-40B4-BE49-F238E27FC236}">
                  <a16:creationId xmlns:a16="http://schemas.microsoft.com/office/drawing/2014/main" id="{9A77CA58-8A3A-3B93-C165-E5CE31E14D37}"/>
                </a:ext>
              </a:extLst>
            </p:cNvPr>
            <p:cNvSpPr/>
            <p:nvPr/>
          </p:nvSpPr>
          <p:spPr>
            <a:xfrm>
              <a:off x="2071873" y="1896453"/>
              <a:ext cx="109" cy="149"/>
            </a:xfrm>
            <a:custGeom>
              <a:avLst/>
              <a:gdLst/>
              <a:ahLst/>
              <a:cxnLst/>
              <a:rect l="l" t="t" r="r" b="b"/>
              <a:pathLst>
                <a:path w="8" h="11" extrusionOk="0">
                  <a:moveTo>
                    <a:pt x="7" y="11"/>
                  </a:moveTo>
                  <a:lnTo>
                    <a:pt x="0" y="0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93" name="Google Shape;4651;p80">
              <a:extLst>
                <a:ext uri="{FF2B5EF4-FFF2-40B4-BE49-F238E27FC236}">
                  <a16:creationId xmlns:a16="http://schemas.microsoft.com/office/drawing/2014/main" id="{6F242866-3662-39BB-9374-169FE50595BC}"/>
                </a:ext>
              </a:extLst>
            </p:cNvPr>
            <p:cNvSpPr/>
            <p:nvPr/>
          </p:nvSpPr>
          <p:spPr>
            <a:xfrm>
              <a:off x="1964013" y="1946120"/>
              <a:ext cx="109" cy="1534"/>
            </a:xfrm>
            <a:custGeom>
              <a:avLst/>
              <a:gdLst/>
              <a:ahLst/>
              <a:cxnLst/>
              <a:rect l="l" t="t" r="r" b="b"/>
              <a:pathLst>
                <a:path w="8" h="113" extrusionOk="0">
                  <a:moveTo>
                    <a:pt x="1" y="0"/>
                  </a:moveTo>
                  <a:cubicBezTo>
                    <a:pt x="4" y="35"/>
                    <a:pt x="8" y="74"/>
                    <a:pt x="8" y="113"/>
                  </a:cubicBezTo>
                  <a:cubicBezTo>
                    <a:pt x="8" y="70"/>
                    <a:pt x="4" y="28"/>
                    <a:pt x="1" y="0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94" name="Google Shape;4652;p80">
              <a:extLst>
                <a:ext uri="{FF2B5EF4-FFF2-40B4-BE49-F238E27FC236}">
                  <a16:creationId xmlns:a16="http://schemas.microsoft.com/office/drawing/2014/main" id="{6091982C-E10F-410F-F1DC-73576B6322F4}"/>
                </a:ext>
              </a:extLst>
            </p:cNvPr>
            <p:cNvSpPr/>
            <p:nvPr/>
          </p:nvSpPr>
          <p:spPr>
            <a:xfrm>
              <a:off x="1964013" y="1950872"/>
              <a:ext cx="14" cy="543"/>
            </a:xfrm>
            <a:custGeom>
              <a:avLst/>
              <a:gdLst/>
              <a:ahLst/>
              <a:cxnLst/>
              <a:rect l="l" t="t" r="r" b="b"/>
              <a:pathLst>
                <a:path w="1" h="40" extrusionOk="0">
                  <a:moveTo>
                    <a:pt x="1" y="39"/>
                  </a:moveTo>
                  <a:lnTo>
                    <a:pt x="1" y="1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95" name="Google Shape;4653;p80">
              <a:extLst>
                <a:ext uri="{FF2B5EF4-FFF2-40B4-BE49-F238E27FC236}">
                  <a16:creationId xmlns:a16="http://schemas.microsoft.com/office/drawing/2014/main" id="{D3006E18-0D9A-0A5C-9158-825B83CC762D}"/>
                </a:ext>
              </a:extLst>
            </p:cNvPr>
            <p:cNvSpPr/>
            <p:nvPr/>
          </p:nvSpPr>
          <p:spPr>
            <a:xfrm>
              <a:off x="1957361" y="1933683"/>
              <a:ext cx="1629" cy="2702"/>
            </a:xfrm>
            <a:custGeom>
              <a:avLst/>
              <a:gdLst/>
              <a:ahLst/>
              <a:cxnLst/>
              <a:rect l="l" t="t" r="r" b="b"/>
              <a:pathLst>
                <a:path w="120" h="199" extrusionOk="0">
                  <a:moveTo>
                    <a:pt x="1" y="0"/>
                  </a:moveTo>
                  <a:cubicBezTo>
                    <a:pt x="4" y="17"/>
                    <a:pt x="11" y="31"/>
                    <a:pt x="11" y="38"/>
                  </a:cubicBezTo>
                  <a:lnTo>
                    <a:pt x="120" y="199"/>
                  </a:lnTo>
                  <a:lnTo>
                    <a:pt x="15" y="38"/>
                  </a:lnTo>
                  <a:cubicBezTo>
                    <a:pt x="11" y="31"/>
                    <a:pt x="4" y="17"/>
                    <a:pt x="1" y="0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96" name="Google Shape;4654;p80">
              <a:extLst>
                <a:ext uri="{FF2B5EF4-FFF2-40B4-BE49-F238E27FC236}">
                  <a16:creationId xmlns:a16="http://schemas.microsoft.com/office/drawing/2014/main" id="{AC72C822-5ABA-741B-949D-1D134940DFED}"/>
                </a:ext>
              </a:extLst>
            </p:cNvPr>
            <p:cNvSpPr/>
            <p:nvPr/>
          </p:nvSpPr>
          <p:spPr>
            <a:xfrm>
              <a:off x="1992866" y="1964748"/>
              <a:ext cx="204" cy="163"/>
            </a:xfrm>
            <a:custGeom>
              <a:avLst/>
              <a:gdLst/>
              <a:ahLst/>
              <a:cxnLst/>
              <a:rect l="l" t="t" r="r" b="b"/>
              <a:pathLst>
                <a:path w="15" h="12" extrusionOk="0">
                  <a:moveTo>
                    <a:pt x="15" y="11"/>
                  </a:moveTo>
                  <a:lnTo>
                    <a:pt x="1" y="1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97" name="Google Shape;4655;p80">
              <a:extLst>
                <a:ext uri="{FF2B5EF4-FFF2-40B4-BE49-F238E27FC236}">
                  <a16:creationId xmlns:a16="http://schemas.microsoft.com/office/drawing/2014/main" id="{8BEA043E-EE4E-54F0-8D7C-668AD0CFDD26}"/>
                </a:ext>
              </a:extLst>
            </p:cNvPr>
            <p:cNvSpPr/>
            <p:nvPr/>
          </p:nvSpPr>
          <p:spPr>
            <a:xfrm>
              <a:off x="1994631" y="1966269"/>
              <a:ext cx="109" cy="163"/>
            </a:xfrm>
            <a:custGeom>
              <a:avLst/>
              <a:gdLst/>
              <a:ahLst/>
              <a:cxnLst/>
              <a:rect l="l" t="t" r="r" b="b"/>
              <a:pathLst>
                <a:path w="8" h="12" extrusionOk="0">
                  <a:moveTo>
                    <a:pt x="7" y="11"/>
                  </a:moveTo>
                  <a:lnTo>
                    <a:pt x="0" y="1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98" name="Google Shape;4656;p80">
              <a:extLst>
                <a:ext uri="{FF2B5EF4-FFF2-40B4-BE49-F238E27FC236}">
                  <a16:creationId xmlns:a16="http://schemas.microsoft.com/office/drawing/2014/main" id="{D1CA564C-9544-36B4-3F51-3557A79CE683}"/>
                </a:ext>
              </a:extLst>
            </p:cNvPr>
            <p:cNvSpPr/>
            <p:nvPr/>
          </p:nvSpPr>
          <p:spPr>
            <a:xfrm>
              <a:off x="2004325" y="1964843"/>
              <a:ext cx="448" cy="258"/>
            </a:xfrm>
            <a:custGeom>
              <a:avLst/>
              <a:gdLst/>
              <a:ahLst/>
              <a:cxnLst/>
              <a:rect l="l" t="t" r="r" b="b"/>
              <a:pathLst>
                <a:path w="33" h="19" extrusionOk="0">
                  <a:moveTo>
                    <a:pt x="32" y="1"/>
                  </a:moveTo>
                  <a:cubicBezTo>
                    <a:pt x="22" y="4"/>
                    <a:pt x="11" y="11"/>
                    <a:pt x="1" y="18"/>
                  </a:cubicBezTo>
                  <a:cubicBezTo>
                    <a:pt x="11" y="11"/>
                    <a:pt x="22" y="4"/>
                    <a:pt x="32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99" name="Google Shape;4657;p80">
              <a:extLst>
                <a:ext uri="{FF2B5EF4-FFF2-40B4-BE49-F238E27FC236}">
                  <a16:creationId xmlns:a16="http://schemas.microsoft.com/office/drawing/2014/main" id="{C73F2E06-98BE-5BA9-9620-E3B17B8E52CF}"/>
                </a:ext>
              </a:extLst>
            </p:cNvPr>
            <p:cNvSpPr/>
            <p:nvPr/>
          </p:nvSpPr>
          <p:spPr>
            <a:xfrm>
              <a:off x="1988589" y="1966133"/>
              <a:ext cx="733" cy="299"/>
            </a:xfrm>
            <a:custGeom>
              <a:avLst/>
              <a:gdLst/>
              <a:ahLst/>
              <a:cxnLst/>
              <a:rect l="l" t="t" r="r" b="b"/>
              <a:pathLst>
                <a:path w="54" h="22" extrusionOk="0">
                  <a:moveTo>
                    <a:pt x="1" y="0"/>
                  </a:moveTo>
                  <a:lnTo>
                    <a:pt x="11" y="11"/>
                  </a:lnTo>
                  <a:cubicBezTo>
                    <a:pt x="22" y="18"/>
                    <a:pt x="36" y="21"/>
                    <a:pt x="50" y="21"/>
                  </a:cubicBezTo>
                  <a:lnTo>
                    <a:pt x="53" y="21"/>
                  </a:lnTo>
                  <a:cubicBezTo>
                    <a:pt x="32" y="21"/>
                    <a:pt x="15" y="14"/>
                    <a:pt x="1" y="0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00" name="Google Shape;4658;p80">
              <a:extLst>
                <a:ext uri="{FF2B5EF4-FFF2-40B4-BE49-F238E27FC236}">
                  <a16:creationId xmlns:a16="http://schemas.microsoft.com/office/drawing/2014/main" id="{4A5733C8-1A11-2C45-EEBC-1FDEA0CE3FB3}"/>
                </a:ext>
              </a:extLst>
            </p:cNvPr>
            <p:cNvSpPr/>
            <p:nvPr/>
          </p:nvSpPr>
          <p:spPr>
            <a:xfrm>
              <a:off x="1989634" y="1964558"/>
              <a:ext cx="1494" cy="1534"/>
            </a:xfrm>
            <a:custGeom>
              <a:avLst/>
              <a:gdLst/>
              <a:ahLst/>
              <a:cxnLst/>
              <a:rect l="l" t="t" r="r" b="b"/>
              <a:pathLst>
                <a:path w="110" h="113" extrusionOk="0">
                  <a:moveTo>
                    <a:pt x="8" y="99"/>
                  </a:moveTo>
                  <a:cubicBezTo>
                    <a:pt x="8" y="102"/>
                    <a:pt x="4" y="106"/>
                    <a:pt x="1" y="113"/>
                  </a:cubicBezTo>
                  <a:cubicBezTo>
                    <a:pt x="4" y="106"/>
                    <a:pt x="8" y="102"/>
                    <a:pt x="8" y="99"/>
                  </a:cubicBezTo>
                  <a:cubicBezTo>
                    <a:pt x="25" y="53"/>
                    <a:pt x="64" y="15"/>
                    <a:pt x="109" y="1"/>
                  </a:cubicBezTo>
                  <a:cubicBezTo>
                    <a:pt x="64" y="15"/>
                    <a:pt x="25" y="53"/>
                    <a:pt x="8" y="99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01" name="Google Shape;4659;p80">
              <a:extLst>
                <a:ext uri="{FF2B5EF4-FFF2-40B4-BE49-F238E27FC236}">
                  <a16:creationId xmlns:a16="http://schemas.microsoft.com/office/drawing/2014/main" id="{F9D39201-09BE-F378-5D2C-E3749FFD3A13}"/>
                </a:ext>
              </a:extLst>
            </p:cNvPr>
            <p:cNvSpPr/>
            <p:nvPr/>
          </p:nvSpPr>
          <p:spPr>
            <a:xfrm>
              <a:off x="1992390" y="1964612"/>
              <a:ext cx="204" cy="54"/>
            </a:xfrm>
            <a:custGeom>
              <a:avLst/>
              <a:gdLst/>
              <a:ahLst/>
              <a:cxnLst/>
              <a:rect l="l" t="t" r="r" b="b"/>
              <a:pathLst>
                <a:path w="15" h="4" extrusionOk="0">
                  <a:moveTo>
                    <a:pt x="15" y="4"/>
                  </a:moveTo>
                  <a:lnTo>
                    <a:pt x="1" y="0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02" name="Google Shape;4660;p80">
              <a:extLst>
                <a:ext uri="{FF2B5EF4-FFF2-40B4-BE49-F238E27FC236}">
                  <a16:creationId xmlns:a16="http://schemas.microsoft.com/office/drawing/2014/main" id="{E1514A6B-75DA-CFD6-F878-F1473BF5495D}"/>
                </a:ext>
              </a:extLst>
            </p:cNvPr>
            <p:cNvSpPr/>
            <p:nvPr/>
          </p:nvSpPr>
          <p:spPr>
            <a:xfrm>
              <a:off x="1989539" y="1966133"/>
              <a:ext cx="68" cy="109"/>
            </a:xfrm>
            <a:custGeom>
              <a:avLst/>
              <a:gdLst/>
              <a:ahLst/>
              <a:cxnLst/>
              <a:rect l="l" t="t" r="r" b="b"/>
              <a:pathLst>
                <a:path w="5" h="8" extrusionOk="0">
                  <a:moveTo>
                    <a:pt x="4" y="0"/>
                  </a:moveTo>
                  <a:lnTo>
                    <a:pt x="1" y="7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03" name="Google Shape;4661;p80">
              <a:extLst>
                <a:ext uri="{FF2B5EF4-FFF2-40B4-BE49-F238E27FC236}">
                  <a16:creationId xmlns:a16="http://schemas.microsoft.com/office/drawing/2014/main" id="{E378C01A-E5A9-966D-5923-5DA0C8FE788E}"/>
                </a:ext>
              </a:extLst>
            </p:cNvPr>
            <p:cNvSpPr/>
            <p:nvPr/>
          </p:nvSpPr>
          <p:spPr>
            <a:xfrm>
              <a:off x="1994196" y="1965848"/>
              <a:ext cx="163" cy="149"/>
            </a:xfrm>
            <a:custGeom>
              <a:avLst/>
              <a:gdLst/>
              <a:ahLst/>
              <a:cxnLst/>
              <a:rect l="l" t="t" r="r" b="b"/>
              <a:pathLst>
                <a:path w="12" h="11" extrusionOk="0">
                  <a:moveTo>
                    <a:pt x="11" y="11"/>
                  </a:moveTo>
                  <a:lnTo>
                    <a:pt x="1" y="0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04" name="Google Shape;4662;p80">
              <a:extLst>
                <a:ext uri="{FF2B5EF4-FFF2-40B4-BE49-F238E27FC236}">
                  <a16:creationId xmlns:a16="http://schemas.microsoft.com/office/drawing/2014/main" id="{94C09FC4-9A4C-414E-82A9-E7147497C177}"/>
                </a:ext>
              </a:extLst>
            </p:cNvPr>
            <p:cNvSpPr/>
            <p:nvPr/>
          </p:nvSpPr>
          <p:spPr>
            <a:xfrm>
              <a:off x="1993816" y="1965468"/>
              <a:ext cx="163" cy="149"/>
            </a:xfrm>
            <a:custGeom>
              <a:avLst/>
              <a:gdLst/>
              <a:ahLst/>
              <a:cxnLst/>
              <a:rect l="l" t="t" r="r" b="b"/>
              <a:pathLst>
                <a:path w="12" h="11" extrusionOk="0">
                  <a:moveTo>
                    <a:pt x="1" y="0"/>
                  </a:moveTo>
                  <a:lnTo>
                    <a:pt x="11" y="11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05" name="Google Shape;4663;p80">
              <a:extLst>
                <a:ext uri="{FF2B5EF4-FFF2-40B4-BE49-F238E27FC236}">
                  <a16:creationId xmlns:a16="http://schemas.microsoft.com/office/drawing/2014/main" id="{372436F1-102F-734C-97BD-9C49655E3292}"/>
                </a:ext>
              </a:extLst>
            </p:cNvPr>
            <p:cNvSpPr/>
            <p:nvPr/>
          </p:nvSpPr>
          <p:spPr>
            <a:xfrm>
              <a:off x="1991875" y="1964517"/>
              <a:ext cx="244" cy="14"/>
            </a:xfrm>
            <a:custGeom>
              <a:avLst/>
              <a:gdLst/>
              <a:ahLst/>
              <a:cxnLst/>
              <a:rect l="l" t="t" r="r" b="b"/>
              <a:pathLst>
                <a:path w="18" h="1" extrusionOk="0">
                  <a:moveTo>
                    <a:pt x="18" y="0"/>
                  </a:moveTo>
                  <a:lnTo>
                    <a:pt x="0" y="0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06" name="Google Shape;4664;p80">
              <a:extLst>
                <a:ext uri="{FF2B5EF4-FFF2-40B4-BE49-F238E27FC236}">
                  <a16:creationId xmlns:a16="http://schemas.microsoft.com/office/drawing/2014/main" id="{975307C1-196C-E92D-3737-35C8D414805F}"/>
                </a:ext>
              </a:extLst>
            </p:cNvPr>
            <p:cNvSpPr/>
            <p:nvPr/>
          </p:nvSpPr>
          <p:spPr>
            <a:xfrm>
              <a:off x="1989349" y="1966364"/>
              <a:ext cx="109" cy="14"/>
            </a:xfrm>
            <a:custGeom>
              <a:avLst/>
              <a:gdLst/>
              <a:ahLst/>
              <a:cxnLst/>
              <a:rect l="l" t="t" r="r" b="b"/>
              <a:pathLst>
                <a:path w="8" h="1" extrusionOk="0">
                  <a:moveTo>
                    <a:pt x="8" y="1"/>
                  </a:moveTo>
                  <a:lnTo>
                    <a:pt x="1" y="1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07" name="Google Shape;4665;p80">
              <a:extLst>
                <a:ext uri="{FF2B5EF4-FFF2-40B4-BE49-F238E27FC236}">
                  <a16:creationId xmlns:a16="http://schemas.microsoft.com/office/drawing/2014/main" id="{431D55C8-D945-F048-48CD-BC5F54EF624A}"/>
                </a:ext>
              </a:extLst>
            </p:cNvPr>
            <p:cNvSpPr/>
            <p:nvPr/>
          </p:nvSpPr>
          <p:spPr>
            <a:xfrm>
              <a:off x="2003035" y="1965087"/>
              <a:ext cx="1303" cy="720"/>
            </a:xfrm>
            <a:custGeom>
              <a:avLst/>
              <a:gdLst/>
              <a:ahLst/>
              <a:cxnLst/>
              <a:rect l="l" t="t" r="r" b="b"/>
              <a:pathLst>
                <a:path w="96" h="53" extrusionOk="0">
                  <a:moveTo>
                    <a:pt x="96" y="0"/>
                  </a:moveTo>
                  <a:cubicBezTo>
                    <a:pt x="68" y="21"/>
                    <a:pt x="36" y="39"/>
                    <a:pt x="1" y="53"/>
                  </a:cubicBezTo>
                  <a:cubicBezTo>
                    <a:pt x="36" y="39"/>
                    <a:pt x="68" y="21"/>
                    <a:pt x="96" y="0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08" name="Google Shape;4666;p80">
              <a:extLst>
                <a:ext uri="{FF2B5EF4-FFF2-40B4-BE49-F238E27FC236}">
                  <a16:creationId xmlns:a16="http://schemas.microsoft.com/office/drawing/2014/main" id="{DF39A0CF-1266-C8EC-7AE7-D319F2B39EA3}"/>
                </a:ext>
              </a:extLst>
            </p:cNvPr>
            <p:cNvSpPr/>
            <p:nvPr/>
          </p:nvSpPr>
          <p:spPr>
            <a:xfrm>
              <a:off x="2004800" y="1964463"/>
              <a:ext cx="1494" cy="353"/>
            </a:xfrm>
            <a:custGeom>
              <a:avLst/>
              <a:gdLst/>
              <a:ahLst/>
              <a:cxnLst/>
              <a:rect l="l" t="t" r="r" b="b"/>
              <a:pathLst>
                <a:path w="110" h="26" extrusionOk="0">
                  <a:moveTo>
                    <a:pt x="109" y="1"/>
                  </a:moveTo>
                  <a:lnTo>
                    <a:pt x="109" y="1"/>
                  </a:lnTo>
                  <a:cubicBezTo>
                    <a:pt x="71" y="1"/>
                    <a:pt x="36" y="8"/>
                    <a:pt x="1" y="25"/>
                  </a:cubicBezTo>
                  <a:cubicBezTo>
                    <a:pt x="36" y="8"/>
                    <a:pt x="71" y="1"/>
                    <a:pt x="109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09" name="Google Shape;4667;p80">
              <a:extLst>
                <a:ext uri="{FF2B5EF4-FFF2-40B4-BE49-F238E27FC236}">
                  <a16:creationId xmlns:a16="http://schemas.microsoft.com/office/drawing/2014/main" id="{A56214FE-679C-36D0-0777-EF602682CE0F}"/>
                </a:ext>
              </a:extLst>
            </p:cNvPr>
            <p:cNvSpPr/>
            <p:nvPr/>
          </p:nvSpPr>
          <p:spPr>
            <a:xfrm>
              <a:off x="1993341" y="1965087"/>
              <a:ext cx="204" cy="149"/>
            </a:xfrm>
            <a:custGeom>
              <a:avLst/>
              <a:gdLst/>
              <a:ahLst/>
              <a:cxnLst/>
              <a:rect l="l" t="t" r="r" b="b"/>
              <a:pathLst>
                <a:path w="15" h="11" extrusionOk="0">
                  <a:moveTo>
                    <a:pt x="15" y="11"/>
                  </a:moveTo>
                  <a:lnTo>
                    <a:pt x="1" y="0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10" name="Google Shape;4668;p80">
              <a:extLst>
                <a:ext uri="{FF2B5EF4-FFF2-40B4-BE49-F238E27FC236}">
                  <a16:creationId xmlns:a16="http://schemas.microsoft.com/office/drawing/2014/main" id="{A047B83C-2DF7-0323-9C29-541893DB47C1}"/>
                </a:ext>
              </a:extLst>
            </p:cNvPr>
            <p:cNvSpPr/>
            <p:nvPr/>
          </p:nvSpPr>
          <p:spPr>
            <a:xfrm>
              <a:off x="1964068" y="1949446"/>
              <a:ext cx="54" cy="1208"/>
            </a:xfrm>
            <a:custGeom>
              <a:avLst/>
              <a:gdLst/>
              <a:ahLst/>
              <a:cxnLst/>
              <a:rect l="l" t="t" r="r" b="b"/>
              <a:pathLst>
                <a:path w="4" h="89" extrusionOk="0">
                  <a:moveTo>
                    <a:pt x="4" y="1"/>
                  </a:moveTo>
                  <a:lnTo>
                    <a:pt x="0" y="88"/>
                  </a:lnTo>
                  <a:cubicBezTo>
                    <a:pt x="4" y="60"/>
                    <a:pt x="4" y="32"/>
                    <a:pt x="4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11" name="Google Shape;4669;p80">
              <a:extLst>
                <a:ext uri="{FF2B5EF4-FFF2-40B4-BE49-F238E27FC236}">
                  <a16:creationId xmlns:a16="http://schemas.microsoft.com/office/drawing/2014/main" id="{0F98456E-103B-0C6B-950A-4FFBD4AB1AFF}"/>
                </a:ext>
              </a:extLst>
            </p:cNvPr>
            <p:cNvSpPr/>
            <p:nvPr/>
          </p:nvSpPr>
          <p:spPr>
            <a:xfrm>
              <a:off x="1987788" y="1965318"/>
              <a:ext cx="815" cy="828"/>
            </a:xfrm>
            <a:custGeom>
              <a:avLst/>
              <a:gdLst/>
              <a:ahLst/>
              <a:cxnLst/>
              <a:rect l="l" t="t" r="r" b="b"/>
              <a:pathLst>
                <a:path w="60" h="61" extrusionOk="0">
                  <a:moveTo>
                    <a:pt x="0" y="1"/>
                  </a:moveTo>
                  <a:lnTo>
                    <a:pt x="0" y="1"/>
                  </a:lnTo>
                  <a:cubicBezTo>
                    <a:pt x="14" y="18"/>
                    <a:pt x="28" y="36"/>
                    <a:pt x="46" y="50"/>
                  </a:cubicBezTo>
                  <a:lnTo>
                    <a:pt x="52" y="55"/>
                  </a:lnTo>
                  <a:lnTo>
                    <a:pt x="52" y="55"/>
                  </a:lnTo>
                  <a:cubicBezTo>
                    <a:pt x="32" y="38"/>
                    <a:pt x="16" y="20"/>
                    <a:pt x="0" y="1"/>
                  </a:cubicBezTo>
                  <a:close/>
                  <a:moveTo>
                    <a:pt x="52" y="55"/>
                  </a:moveTo>
                  <a:lnTo>
                    <a:pt x="52" y="55"/>
                  </a:lnTo>
                  <a:cubicBezTo>
                    <a:pt x="55" y="57"/>
                    <a:pt x="57" y="59"/>
                    <a:pt x="60" y="60"/>
                  </a:cubicBezTo>
                  <a:lnTo>
                    <a:pt x="52" y="55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12" name="Google Shape;4670;p80">
              <a:extLst>
                <a:ext uri="{FF2B5EF4-FFF2-40B4-BE49-F238E27FC236}">
                  <a16:creationId xmlns:a16="http://schemas.microsoft.com/office/drawing/2014/main" id="{079C0DAC-2798-11CF-AFAE-A112B9AB1B16}"/>
                </a:ext>
              </a:extLst>
            </p:cNvPr>
            <p:cNvSpPr/>
            <p:nvPr/>
          </p:nvSpPr>
          <p:spPr>
            <a:xfrm>
              <a:off x="1964013" y="1951876"/>
              <a:ext cx="299" cy="869"/>
            </a:xfrm>
            <a:custGeom>
              <a:avLst/>
              <a:gdLst/>
              <a:ahLst/>
              <a:cxnLst/>
              <a:rect l="l" t="t" r="r" b="b"/>
              <a:pathLst>
                <a:path w="22" h="64" extrusionOk="0">
                  <a:moveTo>
                    <a:pt x="1" y="0"/>
                  </a:moveTo>
                  <a:cubicBezTo>
                    <a:pt x="4" y="21"/>
                    <a:pt x="11" y="42"/>
                    <a:pt x="22" y="63"/>
                  </a:cubicBezTo>
                  <a:cubicBezTo>
                    <a:pt x="11" y="42"/>
                    <a:pt x="4" y="21"/>
                    <a:pt x="1" y="0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13" name="Google Shape;4671;p80">
              <a:extLst>
                <a:ext uri="{FF2B5EF4-FFF2-40B4-BE49-F238E27FC236}">
                  <a16:creationId xmlns:a16="http://schemas.microsoft.com/office/drawing/2014/main" id="{8ACA2A77-EA71-437A-304F-2BB2E0548E8F}"/>
                </a:ext>
              </a:extLst>
            </p:cNvPr>
            <p:cNvSpPr/>
            <p:nvPr/>
          </p:nvSpPr>
          <p:spPr>
            <a:xfrm>
              <a:off x="1964299" y="1952732"/>
              <a:ext cx="353" cy="679"/>
            </a:xfrm>
            <a:custGeom>
              <a:avLst/>
              <a:gdLst/>
              <a:ahLst/>
              <a:cxnLst/>
              <a:rect l="l" t="t" r="r" b="b"/>
              <a:pathLst>
                <a:path w="26" h="50" extrusionOk="0">
                  <a:moveTo>
                    <a:pt x="25" y="49"/>
                  </a:moveTo>
                  <a:cubicBezTo>
                    <a:pt x="15" y="35"/>
                    <a:pt x="8" y="18"/>
                    <a:pt x="1" y="0"/>
                  </a:cubicBezTo>
                  <a:cubicBezTo>
                    <a:pt x="8" y="18"/>
                    <a:pt x="15" y="35"/>
                    <a:pt x="25" y="49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14" name="Google Shape;4672;p80">
              <a:extLst>
                <a:ext uri="{FF2B5EF4-FFF2-40B4-BE49-F238E27FC236}">
                  <a16:creationId xmlns:a16="http://schemas.microsoft.com/office/drawing/2014/main" id="{08A270EC-E8F4-47AE-4755-B1ACFDE8C683}"/>
                </a:ext>
              </a:extLst>
            </p:cNvPr>
            <p:cNvSpPr/>
            <p:nvPr/>
          </p:nvSpPr>
          <p:spPr>
            <a:xfrm>
              <a:off x="1988358" y="1965983"/>
              <a:ext cx="394" cy="299"/>
            </a:xfrm>
            <a:custGeom>
              <a:avLst/>
              <a:gdLst/>
              <a:ahLst/>
              <a:cxnLst/>
              <a:rect l="l" t="t" r="r" b="b"/>
              <a:pathLst>
                <a:path w="29" h="22" extrusionOk="0">
                  <a:moveTo>
                    <a:pt x="0" y="1"/>
                  </a:moveTo>
                  <a:lnTo>
                    <a:pt x="0" y="1"/>
                  </a:lnTo>
                  <a:cubicBezTo>
                    <a:pt x="11" y="8"/>
                    <a:pt x="18" y="15"/>
                    <a:pt x="28" y="22"/>
                  </a:cubicBezTo>
                  <a:lnTo>
                    <a:pt x="18" y="11"/>
                  </a:lnTo>
                  <a:lnTo>
                    <a:pt x="0" y="1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15" name="Google Shape;4673;p80">
              <a:extLst>
                <a:ext uri="{FF2B5EF4-FFF2-40B4-BE49-F238E27FC236}">
                  <a16:creationId xmlns:a16="http://schemas.microsoft.com/office/drawing/2014/main" id="{617A8B3A-8F25-C4B4-13D6-962C8EC00AE9}"/>
                </a:ext>
              </a:extLst>
            </p:cNvPr>
            <p:cNvSpPr/>
            <p:nvPr/>
          </p:nvSpPr>
          <p:spPr>
            <a:xfrm>
              <a:off x="1957415" y="1933479"/>
              <a:ext cx="720" cy="149"/>
            </a:xfrm>
            <a:custGeom>
              <a:avLst/>
              <a:gdLst/>
              <a:ahLst/>
              <a:cxnLst/>
              <a:rect l="l" t="t" r="r" b="b"/>
              <a:pathLst>
                <a:path w="53" h="11" extrusionOk="0">
                  <a:moveTo>
                    <a:pt x="53" y="0"/>
                  </a:moveTo>
                  <a:lnTo>
                    <a:pt x="53" y="0"/>
                  </a:lnTo>
                  <a:cubicBezTo>
                    <a:pt x="35" y="4"/>
                    <a:pt x="18" y="7"/>
                    <a:pt x="0" y="11"/>
                  </a:cubicBezTo>
                  <a:cubicBezTo>
                    <a:pt x="18" y="11"/>
                    <a:pt x="35" y="4"/>
                    <a:pt x="53" y="0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16" name="Google Shape;4674;p80">
              <a:extLst>
                <a:ext uri="{FF2B5EF4-FFF2-40B4-BE49-F238E27FC236}">
                  <a16:creationId xmlns:a16="http://schemas.microsoft.com/office/drawing/2014/main" id="{5B366998-BA25-8BC0-79B1-E60612E10DBA}"/>
                </a:ext>
              </a:extLst>
            </p:cNvPr>
            <p:cNvSpPr/>
            <p:nvPr/>
          </p:nvSpPr>
          <p:spPr>
            <a:xfrm>
              <a:off x="1959506" y="1932569"/>
              <a:ext cx="434" cy="353"/>
            </a:xfrm>
            <a:custGeom>
              <a:avLst/>
              <a:gdLst/>
              <a:ahLst/>
              <a:cxnLst/>
              <a:rect l="l" t="t" r="r" b="b"/>
              <a:pathLst>
                <a:path w="32" h="26" extrusionOk="0">
                  <a:moveTo>
                    <a:pt x="0" y="25"/>
                  </a:moveTo>
                  <a:cubicBezTo>
                    <a:pt x="11" y="18"/>
                    <a:pt x="21" y="11"/>
                    <a:pt x="32" y="1"/>
                  </a:cubicBezTo>
                  <a:cubicBezTo>
                    <a:pt x="21" y="11"/>
                    <a:pt x="11" y="18"/>
                    <a:pt x="0" y="25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17" name="Google Shape;4675;p80">
              <a:extLst>
                <a:ext uri="{FF2B5EF4-FFF2-40B4-BE49-F238E27FC236}">
                  <a16:creationId xmlns:a16="http://schemas.microsoft.com/office/drawing/2014/main" id="{35C6D803-64DD-AE91-F429-8884CC646BCB}"/>
                </a:ext>
              </a:extLst>
            </p:cNvPr>
            <p:cNvSpPr/>
            <p:nvPr/>
          </p:nvSpPr>
          <p:spPr>
            <a:xfrm>
              <a:off x="1958175" y="1933289"/>
              <a:ext cx="584" cy="204"/>
            </a:xfrm>
            <a:custGeom>
              <a:avLst/>
              <a:gdLst/>
              <a:ahLst/>
              <a:cxnLst/>
              <a:rect l="l" t="t" r="r" b="b"/>
              <a:pathLst>
                <a:path w="43" h="15" extrusionOk="0">
                  <a:moveTo>
                    <a:pt x="0" y="14"/>
                  </a:moveTo>
                  <a:cubicBezTo>
                    <a:pt x="14" y="11"/>
                    <a:pt x="28" y="4"/>
                    <a:pt x="42" y="0"/>
                  </a:cubicBezTo>
                  <a:cubicBezTo>
                    <a:pt x="28" y="4"/>
                    <a:pt x="14" y="11"/>
                    <a:pt x="0" y="14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18" name="Google Shape;4676;p80">
              <a:extLst>
                <a:ext uri="{FF2B5EF4-FFF2-40B4-BE49-F238E27FC236}">
                  <a16:creationId xmlns:a16="http://schemas.microsoft.com/office/drawing/2014/main" id="{899D2CB6-5144-1804-09E2-7627A41BC78B}"/>
                </a:ext>
              </a:extLst>
            </p:cNvPr>
            <p:cNvSpPr/>
            <p:nvPr/>
          </p:nvSpPr>
          <p:spPr>
            <a:xfrm>
              <a:off x="1958881" y="1932949"/>
              <a:ext cx="543" cy="299"/>
            </a:xfrm>
            <a:custGeom>
              <a:avLst/>
              <a:gdLst/>
              <a:ahLst/>
              <a:cxnLst/>
              <a:rect l="l" t="t" r="r" b="b"/>
              <a:pathLst>
                <a:path w="40" h="22" extrusionOk="0">
                  <a:moveTo>
                    <a:pt x="1" y="22"/>
                  </a:moveTo>
                  <a:cubicBezTo>
                    <a:pt x="11" y="15"/>
                    <a:pt x="25" y="8"/>
                    <a:pt x="39" y="1"/>
                  </a:cubicBezTo>
                  <a:cubicBezTo>
                    <a:pt x="25" y="8"/>
                    <a:pt x="11" y="15"/>
                    <a:pt x="1" y="22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19" name="Google Shape;4677;p80">
              <a:extLst>
                <a:ext uri="{FF2B5EF4-FFF2-40B4-BE49-F238E27FC236}">
                  <a16:creationId xmlns:a16="http://schemas.microsoft.com/office/drawing/2014/main" id="{FAEA042F-81EC-6F3E-EF35-056050D0BC25}"/>
                </a:ext>
              </a:extLst>
            </p:cNvPr>
            <p:cNvSpPr/>
            <p:nvPr/>
          </p:nvSpPr>
          <p:spPr>
            <a:xfrm>
              <a:off x="1959981" y="1932148"/>
              <a:ext cx="339" cy="394"/>
            </a:xfrm>
            <a:custGeom>
              <a:avLst/>
              <a:gdLst/>
              <a:ahLst/>
              <a:cxnLst/>
              <a:rect l="l" t="t" r="r" b="b"/>
              <a:pathLst>
                <a:path w="25" h="29" extrusionOk="0">
                  <a:moveTo>
                    <a:pt x="25" y="0"/>
                  </a:moveTo>
                  <a:cubicBezTo>
                    <a:pt x="18" y="11"/>
                    <a:pt x="7" y="21"/>
                    <a:pt x="0" y="28"/>
                  </a:cubicBezTo>
                  <a:cubicBezTo>
                    <a:pt x="7" y="21"/>
                    <a:pt x="18" y="11"/>
                    <a:pt x="25" y="0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20" name="Google Shape;4678;p80">
              <a:extLst>
                <a:ext uri="{FF2B5EF4-FFF2-40B4-BE49-F238E27FC236}">
                  <a16:creationId xmlns:a16="http://schemas.microsoft.com/office/drawing/2014/main" id="{A6EEFCD2-7FAB-FB82-ABC4-580BE9356D1E}"/>
                </a:ext>
              </a:extLst>
            </p:cNvPr>
            <p:cNvSpPr/>
            <p:nvPr/>
          </p:nvSpPr>
          <p:spPr>
            <a:xfrm>
              <a:off x="1960646" y="1931103"/>
              <a:ext cx="204" cy="530"/>
            </a:xfrm>
            <a:custGeom>
              <a:avLst/>
              <a:gdLst/>
              <a:ahLst/>
              <a:cxnLst/>
              <a:rect l="l" t="t" r="r" b="b"/>
              <a:pathLst>
                <a:path w="15" h="39" extrusionOk="0">
                  <a:moveTo>
                    <a:pt x="0" y="39"/>
                  </a:moveTo>
                  <a:cubicBezTo>
                    <a:pt x="7" y="25"/>
                    <a:pt x="11" y="14"/>
                    <a:pt x="14" y="0"/>
                  </a:cubicBezTo>
                  <a:cubicBezTo>
                    <a:pt x="11" y="14"/>
                    <a:pt x="7" y="25"/>
                    <a:pt x="0" y="39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21" name="Google Shape;4679;p80">
              <a:extLst>
                <a:ext uri="{FF2B5EF4-FFF2-40B4-BE49-F238E27FC236}">
                  <a16:creationId xmlns:a16="http://schemas.microsoft.com/office/drawing/2014/main" id="{0C25F27F-4AC8-EED4-990C-909B0C5CFE43}"/>
                </a:ext>
              </a:extLst>
            </p:cNvPr>
            <p:cNvSpPr/>
            <p:nvPr/>
          </p:nvSpPr>
          <p:spPr>
            <a:xfrm>
              <a:off x="1969051" y="1928673"/>
              <a:ext cx="1398" cy="204"/>
            </a:xfrm>
            <a:custGeom>
              <a:avLst/>
              <a:gdLst/>
              <a:ahLst/>
              <a:cxnLst/>
              <a:rect l="l" t="t" r="r" b="b"/>
              <a:pathLst>
                <a:path w="103" h="15" extrusionOk="0">
                  <a:moveTo>
                    <a:pt x="102" y="15"/>
                  </a:moveTo>
                  <a:cubicBezTo>
                    <a:pt x="71" y="4"/>
                    <a:pt x="36" y="1"/>
                    <a:pt x="1" y="1"/>
                  </a:cubicBezTo>
                  <a:cubicBezTo>
                    <a:pt x="36" y="1"/>
                    <a:pt x="71" y="4"/>
                    <a:pt x="102" y="15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22" name="Google Shape;4680;p80">
              <a:extLst>
                <a:ext uri="{FF2B5EF4-FFF2-40B4-BE49-F238E27FC236}">
                  <a16:creationId xmlns:a16="http://schemas.microsoft.com/office/drawing/2014/main" id="{64ACA179-BF7E-B1DF-FDA3-DB4C23BB1CBB}"/>
                </a:ext>
              </a:extLst>
            </p:cNvPr>
            <p:cNvSpPr/>
            <p:nvPr/>
          </p:nvSpPr>
          <p:spPr>
            <a:xfrm>
              <a:off x="1960836" y="1930438"/>
              <a:ext cx="54" cy="584"/>
            </a:xfrm>
            <a:custGeom>
              <a:avLst/>
              <a:gdLst/>
              <a:ahLst/>
              <a:cxnLst/>
              <a:rect l="l" t="t" r="r" b="b"/>
              <a:pathLst>
                <a:path w="4" h="43" extrusionOk="0">
                  <a:moveTo>
                    <a:pt x="0" y="42"/>
                  </a:moveTo>
                  <a:cubicBezTo>
                    <a:pt x="4" y="28"/>
                    <a:pt x="4" y="14"/>
                    <a:pt x="4" y="0"/>
                  </a:cubicBezTo>
                  <a:cubicBezTo>
                    <a:pt x="4" y="14"/>
                    <a:pt x="4" y="28"/>
                    <a:pt x="0" y="42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23" name="Google Shape;4681;p80">
              <a:extLst>
                <a:ext uri="{FF2B5EF4-FFF2-40B4-BE49-F238E27FC236}">
                  <a16:creationId xmlns:a16="http://schemas.microsoft.com/office/drawing/2014/main" id="{083A9C06-404D-98B5-174C-310DF507FECB}"/>
                </a:ext>
              </a:extLst>
            </p:cNvPr>
            <p:cNvSpPr/>
            <p:nvPr/>
          </p:nvSpPr>
          <p:spPr>
            <a:xfrm>
              <a:off x="1960361" y="1931673"/>
              <a:ext cx="299" cy="434"/>
            </a:xfrm>
            <a:custGeom>
              <a:avLst/>
              <a:gdLst/>
              <a:ahLst/>
              <a:cxnLst/>
              <a:rect l="l" t="t" r="r" b="b"/>
              <a:pathLst>
                <a:path w="22" h="32" extrusionOk="0">
                  <a:moveTo>
                    <a:pt x="0" y="32"/>
                  </a:moveTo>
                  <a:cubicBezTo>
                    <a:pt x="7" y="21"/>
                    <a:pt x="14" y="11"/>
                    <a:pt x="21" y="0"/>
                  </a:cubicBezTo>
                  <a:cubicBezTo>
                    <a:pt x="14" y="11"/>
                    <a:pt x="7" y="21"/>
                    <a:pt x="0" y="32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24" name="Google Shape;4682;p80">
              <a:extLst>
                <a:ext uri="{FF2B5EF4-FFF2-40B4-BE49-F238E27FC236}">
                  <a16:creationId xmlns:a16="http://schemas.microsoft.com/office/drawing/2014/main" id="{4BD62786-890E-2E63-948B-34F804C1EE31}"/>
                </a:ext>
              </a:extLst>
            </p:cNvPr>
            <p:cNvSpPr/>
            <p:nvPr/>
          </p:nvSpPr>
          <p:spPr>
            <a:xfrm>
              <a:off x="2008222" y="1930981"/>
              <a:ext cx="58533" cy="39592"/>
            </a:xfrm>
            <a:custGeom>
              <a:avLst/>
              <a:gdLst/>
              <a:ahLst/>
              <a:cxnLst/>
              <a:rect l="l" t="t" r="r" b="b"/>
              <a:pathLst>
                <a:path w="4311" h="2916" extrusionOk="0">
                  <a:moveTo>
                    <a:pt x="2680" y="0"/>
                  </a:moveTo>
                  <a:cubicBezTo>
                    <a:pt x="2668" y="0"/>
                    <a:pt x="2654" y="7"/>
                    <a:pt x="2637" y="16"/>
                  </a:cubicBezTo>
                  <a:cubicBezTo>
                    <a:pt x="2584" y="48"/>
                    <a:pt x="2532" y="83"/>
                    <a:pt x="2486" y="118"/>
                  </a:cubicBezTo>
                  <a:cubicBezTo>
                    <a:pt x="2451" y="142"/>
                    <a:pt x="2416" y="170"/>
                    <a:pt x="2378" y="195"/>
                  </a:cubicBezTo>
                  <a:cubicBezTo>
                    <a:pt x="2273" y="261"/>
                    <a:pt x="2157" y="303"/>
                    <a:pt x="2035" y="321"/>
                  </a:cubicBezTo>
                  <a:cubicBezTo>
                    <a:pt x="2003" y="328"/>
                    <a:pt x="1968" y="335"/>
                    <a:pt x="1937" y="345"/>
                  </a:cubicBezTo>
                  <a:cubicBezTo>
                    <a:pt x="1937" y="401"/>
                    <a:pt x="1909" y="450"/>
                    <a:pt x="1867" y="482"/>
                  </a:cubicBezTo>
                  <a:cubicBezTo>
                    <a:pt x="1825" y="511"/>
                    <a:pt x="1777" y="525"/>
                    <a:pt x="1728" y="525"/>
                  </a:cubicBezTo>
                  <a:cubicBezTo>
                    <a:pt x="1700" y="525"/>
                    <a:pt x="1671" y="520"/>
                    <a:pt x="1642" y="510"/>
                  </a:cubicBezTo>
                  <a:cubicBezTo>
                    <a:pt x="1625" y="506"/>
                    <a:pt x="1607" y="503"/>
                    <a:pt x="1590" y="499"/>
                  </a:cubicBezTo>
                  <a:cubicBezTo>
                    <a:pt x="1579" y="496"/>
                    <a:pt x="1568" y="494"/>
                    <a:pt x="1556" y="494"/>
                  </a:cubicBezTo>
                  <a:cubicBezTo>
                    <a:pt x="1544" y="494"/>
                    <a:pt x="1532" y="496"/>
                    <a:pt x="1520" y="499"/>
                  </a:cubicBezTo>
                  <a:cubicBezTo>
                    <a:pt x="1492" y="527"/>
                    <a:pt x="1474" y="559"/>
                    <a:pt x="1467" y="594"/>
                  </a:cubicBezTo>
                  <a:cubicBezTo>
                    <a:pt x="1446" y="678"/>
                    <a:pt x="1383" y="741"/>
                    <a:pt x="1299" y="762"/>
                  </a:cubicBezTo>
                  <a:cubicBezTo>
                    <a:pt x="1247" y="779"/>
                    <a:pt x="1233" y="783"/>
                    <a:pt x="1226" y="842"/>
                  </a:cubicBezTo>
                  <a:cubicBezTo>
                    <a:pt x="1229" y="902"/>
                    <a:pt x="1198" y="958"/>
                    <a:pt x="1149" y="989"/>
                  </a:cubicBezTo>
                  <a:cubicBezTo>
                    <a:pt x="1129" y="999"/>
                    <a:pt x="1108" y="1003"/>
                    <a:pt x="1086" y="1003"/>
                  </a:cubicBezTo>
                  <a:cubicBezTo>
                    <a:pt x="1011" y="1003"/>
                    <a:pt x="925" y="954"/>
                    <a:pt x="841" y="905"/>
                  </a:cubicBezTo>
                  <a:lnTo>
                    <a:pt x="792" y="881"/>
                  </a:lnTo>
                  <a:cubicBezTo>
                    <a:pt x="760" y="912"/>
                    <a:pt x="722" y="1073"/>
                    <a:pt x="711" y="1231"/>
                  </a:cubicBezTo>
                  <a:lnTo>
                    <a:pt x="711" y="1252"/>
                  </a:lnTo>
                  <a:lnTo>
                    <a:pt x="697" y="1270"/>
                  </a:lnTo>
                  <a:cubicBezTo>
                    <a:pt x="624" y="1364"/>
                    <a:pt x="568" y="1473"/>
                    <a:pt x="529" y="1588"/>
                  </a:cubicBezTo>
                  <a:cubicBezTo>
                    <a:pt x="456" y="1795"/>
                    <a:pt x="253" y="1805"/>
                    <a:pt x="130" y="1812"/>
                  </a:cubicBezTo>
                  <a:cubicBezTo>
                    <a:pt x="113" y="1812"/>
                    <a:pt x="92" y="1812"/>
                    <a:pt x="74" y="1816"/>
                  </a:cubicBezTo>
                  <a:cubicBezTo>
                    <a:pt x="81" y="1844"/>
                    <a:pt x="92" y="1872"/>
                    <a:pt x="99" y="1900"/>
                  </a:cubicBezTo>
                  <a:cubicBezTo>
                    <a:pt x="127" y="1980"/>
                    <a:pt x="158" y="2075"/>
                    <a:pt x="123" y="2145"/>
                  </a:cubicBezTo>
                  <a:cubicBezTo>
                    <a:pt x="120" y="2152"/>
                    <a:pt x="116" y="2159"/>
                    <a:pt x="113" y="2166"/>
                  </a:cubicBezTo>
                  <a:lnTo>
                    <a:pt x="113" y="2169"/>
                  </a:lnTo>
                  <a:lnTo>
                    <a:pt x="102" y="2197"/>
                  </a:lnTo>
                  <a:lnTo>
                    <a:pt x="99" y="2204"/>
                  </a:lnTo>
                  <a:lnTo>
                    <a:pt x="88" y="2236"/>
                  </a:lnTo>
                  <a:lnTo>
                    <a:pt x="85" y="2239"/>
                  </a:lnTo>
                  <a:lnTo>
                    <a:pt x="71" y="2278"/>
                  </a:lnTo>
                  <a:lnTo>
                    <a:pt x="53" y="2323"/>
                  </a:lnTo>
                  <a:lnTo>
                    <a:pt x="53" y="2327"/>
                  </a:lnTo>
                  <a:lnTo>
                    <a:pt x="39" y="2376"/>
                  </a:lnTo>
                  <a:lnTo>
                    <a:pt x="36" y="2383"/>
                  </a:lnTo>
                  <a:lnTo>
                    <a:pt x="18" y="2428"/>
                  </a:lnTo>
                  <a:lnTo>
                    <a:pt x="15" y="2439"/>
                  </a:lnTo>
                  <a:lnTo>
                    <a:pt x="1" y="2488"/>
                  </a:lnTo>
                  <a:cubicBezTo>
                    <a:pt x="74" y="2519"/>
                    <a:pt x="137" y="2568"/>
                    <a:pt x="193" y="2628"/>
                  </a:cubicBezTo>
                  <a:cubicBezTo>
                    <a:pt x="200" y="2635"/>
                    <a:pt x="204" y="2642"/>
                    <a:pt x="211" y="2652"/>
                  </a:cubicBezTo>
                  <a:cubicBezTo>
                    <a:pt x="214" y="2659"/>
                    <a:pt x="221" y="2663"/>
                    <a:pt x="225" y="2670"/>
                  </a:cubicBezTo>
                  <a:lnTo>
                    <a:pt x="228" y="2673"/>
                  </a:lnTo>
                  <a:cubicBezTo>
                    <a:pt x="253" y="2708"/>
                    <a:pt x="281" y="2743"/>
                    <a:pt x="309" y="2771"/>
                  </a:cubicBezTo>
                  <a:cubicBezTo>
                    <a:pt x="351" y="2813"/>
                    <a:pt x="400" y="2848"/>
                    <a:pt x="449" y="2880"/>
                  </a:cubicBezTo>
                  <a:cubicBezTo>
                    <a:pt x="463" y="2890"/>
                    <a:pt x="480" y="2897"/>
                    <a:pt x="498" y="2904"/>
                  </a:cubicBezTo>
                  <a:cubicBezTo>
                    <a:pt x="512" y="2908"/>
                    <a:pt x="526" y="2911"/>
                    <a:pt x="540" y="2915"/>
                  </a:cubicBezTo>
                  <a:cubicBezTo>
                    <a:pt x="543" y="2915"/>
                    <a:pt x="546" y="2916"/>
                    <a:pt x="549" y="2916"/>
                  </a:cubicBezTo>
                  <a:cubicBezTo>
                    <a:pt x="570" y="2916"/>
                    <a:pt x="591" y="2906"/>
                    <a:pt x="606" y="2890"/>
                  </a:cubicBezTo>
                  <a:cubicBezTo>
                    <a:pt x="708" y="2778"/>
                    <a:pt x="900" y="2733"/>
                    <a:pt x="1047" y="2729"/>
                  </a:cubicBezTo>
                  <a:lnTo>
                    <a:pt x="1075" y="2729"/>
                  </a:lnTo>
                  <a:cubicBezTo>
                    <a:pt x="1149" y="2729"/>
                    <a:pt x="1278" y="2740"/>
                    <a:pt x="1345" y="2806"/>
                  </a:cubicBezTo>
                  <a:cubicBezTo>
                    <a:pt x="1359" y="2824"/>
                    <a:pt x="1376" y="2834"/>
                    <a:pt x="1397" y="2841"/>
                  </a:cubicBezTo>
                  <a:cubicBezTo>
                    <a:pt x="1404" y="2827"/>
                    <a:pt x="1411" y="2813"/>
                    <a:pt x="1415" y="2796"/>
                  </a:cubicBezTo>
                  <a:cubicBezTo>
                    <a:pt x="1408" y="2743"/>
                    <a:pt x="1394" y="2687"/>
                    <a:pt x="1376" y="2638"/>
                  </a:cubicBezTo>
                  <a:lnTo>
                    <a:pt x="1369" y="2614"/>
                  </a:lnTo>
                  <a:cubicBezTo>
                    <a:pt x="1310" y="2425"/>
                    <a:pt x="1275" y="2299"/>
                    <a:pt x="1327" y="2222"/>
                  </a:cubicBezTo>
                  <a:lnTo>
                    <a:pt x="1331" y="2218"/>
                  </a:lnTo>
                  <a:cubicBezTo>
                    <a:pt x="1350" y="2190"/>
                    <a:pt x="1402" y="2139"/>
                    <a:pt x="1843" y="2139"/>
                  </a:cubicBezTo>
                  <a:cubicBezTo>
                    <a:pt x="1894" y="2139"/>
                    <a:pt x="1949" y="2140"/>
                    <a:pt x="2010" y="2141"/>
                  </a:cubicBezTo>
                  <a:cubicBezTo>
                    <a:pt x="2224" y="2141"/>
                    <a:pt x="2437" y="2155"/>
                    <a:pt x="2651" y="2190"/>
                  </a:cubicBezTo>
                  <a:lnTo>
                    <a:pt x="2654" y="2190"/>
                  </a:lnTo>
                  <a:lnTo>
                    <a:pt x="2682" y="2194"/>
                  </a:lnTo>
                  <a:lnTo>
                    <a:pt x="2689" y="2194"/>
                  </a:lnTo>
                  <a:lnTo>
                    <a:pt x="2710" y="2201"/>
                  </a:lnTo>
                  <a:lnTo>
                    <a:pt x="2717" y="2201"/>
                  </a:lnTo>
                  <a:lnTo>
                    <a:pt x="2735" y="2204"/>
                  </a:lnTo>
                  <a:lnTo>
                    <a:pt x="2745" y="2208"/>
                  </a:lnTo>
                  <a:lnTo>
                    <a:pt x="2756" y="2215"/>
                  </a:lnTo>
                  <a:cubicBezTo>
                    <a:pt x="2773" y="2176"/>
                    <a:pt x="2798" y="2145"/>
                    <a:pt x="2829" y="2117"/>
                  </a:cubicBezTo>
                  <a:lnTo>
                    <a:pt x="2829" y="2113"/>
                  </a:lnTo>
                  <a:lnTo>
                    <a:pt x="2850" y="2103"/>
                  </a:lnTo>
                  <a:cubicBezTo>
                    <a:pt x="2864" y="2092"/>
                    <a:pt x="2878" y="2085"/>
                    <a:pt x="2896" y="2082"/>
                  </a:cubicBezTo>
                  <a:lnTo>
                    <a:pt x="2948" y="2057"/>
                  </a:lnTo>
                  <a:lnTo>
                    <a:pt x="2952" y="2075"/>
                  </a:lnTo>
                  <a:lnTo>
                    <a:pt x="2983" y="2075"/>
                  </a:lnTo>
                  <a:cubicBezTo>
                    <a:pt x="3043" y="2082"/>
                    <a:pt x="3109" y="2096"/>
                    <a:pt x="3176" y="2110"/>
                  </a:cubicBezTo>
                  <a:cubicBezTo>
                    <a:pt x="3246" y="2124"/>
                    <a:pt x="3312" y="2134"/>
                    <a:pt x="3382" y="2141"/>
                  </a:cubicBezTo>
                  <a:cubicBezTo>
                    <a:pt x="3391" y="2143"/>
                    <a:pt x="3399" y="2144"/>
                    <a:pt x="3407" y="2144"/>
                  </a:cubicBezTo>
                  <a:cubicBezTo>
                    <a:pt x="3415" y="2144"/>
                    <a:pt x="3423" y="2143"/>
                    <a:pt x="3431" y="2141"/>
                  </a:cubicBezTo>
                  <a:lnTo>
                    <a:pt x="3442" y="2141"/>
                  </a:lnTo>
                  <a:cubicBezTo>
                    <a:pt x="3480" y="2124"/>
                    <a:pt x="3512" y="2099"/>
                    <a:pt x="3540" y="2071"/>
                  </a:cubicBezTo>
                  <a:lnTo>
                    <a:pt x="3554" y="2057"/>
                  </a:lnTo>
                  <a:cubicBezTo>
                    <a:pt x="3624" y="1994"/>
                    <a:pt x="3690" y="1928"/>
                    <a:pt x="3771" y="1928"/>
                  </a:cubicBezTo>
                  <a:cubicBezTo>
                    <a:pt x="3950" y="1928"/>
                    <a:pt x="4142" y="1896"/>
                    <a:pt x="4174" y="1858"/>
                  </a:cubicBezTo>
                  <a:cubicBezTo>
                    <a:pt x="4198" y="1826"/>
                    <a:pt x="4226" y="1802"/>
                    <a:pt x="4261" y="1781"/>
                  </a:cubicBezTo>
                  <a:lnTo>
                    <a:pt x="4275" y="1770"/>
                  </a:lnTo>
                  <a:lnTo>
                    <a:pt x="4279" y="1767"/>
                  </a:lnTo>
                  <a:lnTo>
                    <a:pt x="4289" y="1763"/>
                  </a:lnTo>
                  <a:lnTo>
                    <a:pt x="4293" y="1760"/>
                  </a:lnTo>
                  <a:lnTo>
                    <a:pt x="4296" y="1753"/>
                  </a:lnTo>
                  <a:lnTo>
                    <a:pt x="4300" y="1753"/>
                  </a:lnTo>
                  <a:lnTo>
                    <a:pt x="4303" y="1746"/>
                  </a:lnTo>
                  <a:lnTo>
                    <a:pt x="4303" y="1742"/>
                  </a:lnTo>
                  <a:lnTo>
                    <a:pt x="4303" y="1739"/>
                  </a:lnTo>
                  <a:lnTo>
                    <a:pt x="4303" y="1735"/>
                  </a:lnTo>
                  <a:cubicBezTo>
                    <a:pt x="4303" y="1735"/>
                    <a:pt x="4303" y="1732"/>
                    <a:pt x="4303" y="1732"/>
                  </a:cubicBezTo>
                  <a:lnTo>
                    <a:pt x="4303" y="1728"/>
                  </a:lnTo>
                  <a:cubicBezTo>
                    <a:pt x="4303" y="1725"/>
                    <a:pt x="4303" y="1721"/>
                    <a:pt x="4303" y="1721"/>
                  </a:cubicBezTo>
                  <a:lnTo>
                    <a:pt x="4310" y="1718"/>
                  </a:lnTo>
                  <a:lnTo>
                    <a:pt x="4296" y="1711"/>
                  </a:lnTo>
                  <a:lnTo>
                    <a:pt x="4282" y="1700"/>
                  </a:lnTo>
                  <a:lnTo>
                    <a:pt x="4272" y="1693"/>
                  </a:lnTo>
                  <a:lnTo>
                    <a:pt x="4258" y="1686"/>
                  </a:lnTo>
                  <a:lnTo>
                    <a:pt x="4247" y="1679"/>
                  </a:lnTo>
                  <a:lnTo>
                    <a:pt x="4230" y="1672"/>
                  </a:lnTo>
                  <a:lnTo>
                    <a:pt x="4223" y="1669"/>
                  </a:lnTo>
                  <a:lnTo>
                    <a:pt x="4209" y="1665"/>
                  </a:lnTo>
                  <a:lnTo>
                    <a:pt x="4198" y="1662"/>
                  </a:lnTo>
                  <a:lnTo>
                    <a:pt x="4184" y="1658"/>
                  </a:lnTo>
                  <a:lnTo>
                    <a:pt x="4181" y="1658"/>
                  </a:lnTo>
                  <a:lnTo>
                    <a:pt x="4167" y="1655"/>
                  </a:lnTo>
                  <a:lnTo>
                    <a:pt x="4153" y="1655"/>
                  </a:lnTo>
                  <a:cubicBezTo>
                    <a:pt x="4132" y="1655"/>
                    <a:pt x="4111" y="1648"/>
                    <a:pt x="4097" y="1634"/>
                  </a:cubicBezTo>
                  <a:cubicBezTo>
                    <a:pt x="4062" y="1595"/>
                    <a:pt x="4058" y="1529"/>
                    <a:pt x="4062" y="1413"/>
                  </a:cubicBezTo>
                  <a:lnTo>
                    <a:pt x="4062" y="1354"/>
                  </a:lnTo>
                  <a:lnTo>
                    <a:pt x="4044" y="1361"/>
                  </a:lnTo>
                  <a:cubicBezTo>
                    <a:pt x="4000" y="1375"/>
                    <a:pt x="3942" y="1393"/>
                    <a:pt x="3886" y="1393"/>
                  </a:cubicBezTo>
                  <a:cubicBezTo>
                    <a:pt x="3862" y="1393"/>
                    <a:pt x="3839" y="1390"/>
                    <a:pt x="3817" y="1382"/>
                  </a:cubicBezTo>
                  <a:cubicBezTo>
                    <a:pt x="3757" y="1354"/>
                    <a:pt x="3708" y="1312"/>
                    <a:pt x="3676" y="1256"/>
                  </a:cubicBezTo>
                  <a:cubicBezTo>
                    <a:pt x="3662" y="1235"/>
                    <a:pt x="3631" y="1192"/>
                    <a:pt x="3620" y="1192"/>
                  </a:cubicBezTo>
                  <a:cubicBezTo>
                    <a:pt x="3456" y="1192"/>
                    <a:pt x="3456" y="996"/>
                    <a:pt x="3456" y="919"/>
                  </a:cubicBezTo>
                  <a:cubicBezTo>
                    <a:pt x="3456" y="846"/>
                    <a:pt x="3323" y="751"/>
                    <a:pt x="3249" y="699"/>
                  </a:cubicBezTo>
                  <a:lnTo>
                    <a:pt x="3228" y="681"/>
                  </a:lnTo>
                  <a:cubicBezTo>
                    <a:pt x="3162" y="632"/>
                    <a:pt x="3127" y="541"/>
                    <a:pt x="3095" y="464"/>
                  </a:cubicBezTo>
                  <a:cubicBezTo>
                    <a:pt x="3085" y="429"/>
                    <a:pt x="3071" y="398"/>
                    <a:pt x="3050" y="370"/>
                  </a:cubicBezTo>
                  <a:lnTo>
                    <a:pt x="3043" y="363"/>
                  </a:lnTo>
                  <a:lnTo>
                    <a:pt x="3039" y="363"/>
                  </a:lnTo>
                  <a:lnTo>
                    <a:pt x="3036" y="359"/>
                  </a:lnTo>
                  <a:lnTo>
                    <a:pt x="3032" y="356"/>
                  </a:lnTo>
                  <a:lnTo>
                    <a:pt x="3029" y="349"/>
                  </a:lnTo>
                  <a:lnTo>
                    <a:pt x="3025" y="345"/>
                  </a:lnTo>
                  <a:lnTo>
                    <a:pt x="3022" y="342"/>
                  </a:lnTo>
                  <a:lnTo>
                    <a:pt x="3018" y="335"/>
                  </a:lnTo>
                  <a:lnTo>
                    <a:pt x="3015" y="331"/>
                  </a:lnTo>
                  <a:lnTo>
                    <a:pt x="3011" y="324"/>
                  </a:lnTo>
                  <a:lnTo>
                    <a:pt x="3011" y="317"/>
                  </a:lnTo>
                  <a:lnTo>
                    <a:pt x="3011" y="310"/>
                  </a:lnTo>
                  <a:lnTo>
                    <a:pt x="3011" y="303"/>
                  </a:lnTo>
                  <a:lnTo>
                    <a:pt x="3011" y="296"/>
                  </a:lnTo>
                  <a:lnTo>
                    <a:pt x="3011" y="286"/>
                  </a:lnTo>
                  <a:lnTo>
                    <a:pt x="3011" y="279"/>
                  </a:lnTo>
                  <a:lnTo>
                    <a:pt x="3011" y="265"/>
                  </a:lnTo>
                  <a:lnTo>
                    <a:pt x="3011" y="247"/>
                  </a:lnTo>
                  <a:lnTo>
                    <a:pt x="3011" y="233"/>
                  </a:lnTo>
                  <a:lnTo>
                    <a:pt x="3011" y="223"/>
                  </a:lnTo>
                  <a:lnTo>
                    <a:pt x="3011" y="209"/>
                  </a:lnTo>
                  <a:lnTo>
                    <a:pt x="3011" y="195"/>
                  </a:lnTo>
                  <a:lnTo>
                    <a:pt x="3011" y="181"/>
                  </a:lnTo>
                  <a:lnTo>
                    <a:pt x="3011" y="163"/>
                  </a:lnTo>
                  <a:lnTo>
                    <a:pt x="3011" y="146"/>
                  </a:lnTo>
                  <a:lnTo>
                    <a:pt x="3011" y="128"/>
                  </a:lnTo>
                  <a:lnTo>
                    <a:pt x="3011" y="111"/>
                  </a:lnTo>
                  <a:lnTo>
                    <a:pt x="3011" y="93"/>
                  </a:lnTo>
                  <a:lnTo>
                    <a:pt x="3011" y="86"/>
                  </a:lnTo>
                  <a:cubicBezTo>
                    <a:pt x="2763" y="72"/>
                    <a:pt x="2714" y="27"/>
                    <a:pt x="2700" y="9"/>
                  </a:cubicBezTo>
                  <a:cubicBezTo>
                    <a:pt x="2693" y="3"/>
                    <a:pt x="2687" y="0"/>
                    <a:pt x="2680" y="0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25" name="Google Shape;4683;p80">
              <a:extLst>
                <a:ext uri="{FF2B5EF4-FFF2-40B4-BE49-F238E27FC236}">
                  <a16:creationId xmlns:a16="http://schemas.microsoft.com/office/drawing/2014/main" id="{996D1406-4855-476C-092D-2F566D90F189}"/>
                </a:ext>
              </a:extLst>
            </p:cNvPr>
            <p:cNvSpPr/>
            <p:nvPr/>
          </p:nvSpPr>
          <p:spPr>
            <a:xfrm>
              <a:off x="2054236" y="1960186"/>
              <a:ext cx="679" cy="14"/>
            </a:xfrm>
            <a:custGeom>
              <a:avLst/>
              <a:gdLst/>
              <a:ahLst/>
              <a:cxnLst/>
              <a:rect l="l" t="t" r="r" b="b"/>
              <a:pathLst>
                <a:path w="50" h="1" extrusionOk="0">
                  <a:moveTo>
                    <a:pt x="0" y="1"/>
                  </a:moveTo>
                  <a:lnTo>
                    <a:pt x="21" y="1"/>
                  </a:lnTo>
                  <a:cubicBezTo>
                    <a:pt x="32" y="1"/>
                    <a:pt x="39" y="1"/>
                    <a:pt x="49" y="1"/>
                  </a:cubicBezTo>
                  <a:cubicBezTo>
                    <a:pt x="32" y="1"/>
                    <a:pt x="14" y="1"/>
                    <a:pt x="0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26" name="Google Shape;4684;p80">
              <a:extLst>
                <a:ext uri="{FF2B5EF4-FFF2-40B4-BE49-F238E27FC236}">
                  <a16:creationId xmlns:a16="http://schemas.microsoft.com/office/drawing/2014/main" id="{2DCB8053-0C7E-C092-5D86-94A6CB48556E}"/>
                </a:ext>
              </a:extLst>
            </p:cNvPr>
            <p:cNvSpPr/>
            <p:nvPr/>
          </p:nvSpPr>
          <p:spPr>
            <a:xfrm>
              <a:off x="2066782" y="1954388"/>
              <a:ext cx="68" cy="109"/>
            </a:xfrm>
            <a:custGeom>
              <a:avLst/>
              <a:gdLst/>
              <a:ahLst/>
              <a:cxnLst/>
              <a:rect l="l" t="t" r="r" b="b"/>
              <a:pathLst>
                <a:path w="5" h="8" extrusionOk="0">
                  <a:moveTo>
                    <a:pt x="1" y="1"/>
                  </a:moveTo>
                  <a:cubicBezTo>
                    <a:pt x="4" y="1"/>
                    <a:pt x="4" y="4"/>
                    <a:pt x="1" y="8"/>
                  </a:cubicBezTo>
                  <a:cubicBezTo>
                    <a:pt x="4" y="4"/>
                    <a:pt x="4" y="1"/>
                    <a:pt x="1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27" name="Google Shape;4685;p80">
              <a:extLst>
                <a:ext uri="{FF2B5EF4-FFF2-40B4-BE49-F238E27FC236}">
                  <a16:creationId xmlns:a16="http://schemas.microsoft.com/office/drawing/2014/main" id="{44076146-710F-FCDC-0793-E45A62DC1243}"/>
                </a:ext>
              </a:extLst>
            </p:cNvPr>
            <p:cNvSpPr/>
            <p:nvPr/>
          </p:nvSpPr>
          <p:spPr>
            <a:xfrm>
              <a:off x="2066782" y="1954673"/>
              <a:ext cx="14" cy="68"/>
            </a:xfrm>
            <a:custGeom>
              <a:avLst/>
              <a:gdLst/>
              <a:ahLst/>
              <a:cxnLst/>
              <a:rect l="l" t="t" r="r" b="b"/>
              <a:pathLst>
                <a:path w="1" h="5" extrusionOk="0">
                  <a:moveTo>
                    <a:pt x="1" y="1"/>
                  </a:moveTo>
                  <a:lnTo>
                    <a:pt x="1" y="4"/>
                  </a:lnTo>
                  <a:cubicBezTo>
                    <a:pt x="1" y="1"/>
                    <a:pt x="1" y="1"/>
                    <a:pt x="1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28" name="Google Shape;4686;p80">
              <a:extLst>
                <a:ext uri="{FF2B5EF4-FFF2-40B4-BE49-F238E27FC236}">
                  <a16:creationId xmlns:a16="http://schemas.microsoft.com/office/drawing/2014/main" id="{5ED9F981-EFB6-1429-6B7D-76AFE8582169}"/>
                </a:ext>
              </a:extLst>
            </p:cNvPr>
            <p:cNvSpPr/>
            <p:nvPr/>
          </p:nvSpPr>
          <p:spPr>
            <a:xfrm>
              <a:off x="2066836" y="1954538"/>
              <a:ext cx="14" cy="109"/>
            </a:xfrm>
            <a:custGeom>
              <a:avLst/>
              <a:gdLst/>
              <a:ahLst/>
              <a:cxnLst/>
              <a:rect l="l" t="t" r="r" b="b"/>
              <a:pathLst>
                <a:path w="1" h="8" extrusionOk="0">
                  <a:moveTo>
                    <a:pt x="0" y="0"/>
                  </a:moveTo>
                  <a:cubicBezTo>
                    <a:pt x="0" y="4"/>
                    <a:pt x="0" y="4"/>
                    <a:pt x="0" y="7"/>
                  </a:cubicBezTo>
                  <a:cubicBezTo>
                    <a:pt x="0" y="4"/>
                    <a:pt x="0" y="4"/>
                    <a:pt x="0" y="0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29" name="Google Shape;4687;p80">
              <a:extLst>
                <a:ext uri="{FF2B5EF4-FFF2-40B4-BE49-F238E27FC236}">
                  <a16:creationId xmlns:a16="http://schemas.microsoft.com/office/drawing/2014/main" id="{A1660334-71EC-DDDA-B72F-585E9A5AB9FD}"/>
                </a:ext>
              </a:extLst>
            </p:cNvPr>
            <p:cNvSpPr/>
            <p:nvPr/>
          </p:nvSpPr>
          <p:spPr>
            <a:xfrm>
              <a:off x="2066591" y="1954864"/>
              <a:ext cx="109" cy="68"/>
            </a:xfrm>
            <a:custGeom>
              <a:avLst/>
              <a:gdLst/>
              <a:ahLst/>
              <a:cxnLst/>
              <a:rect l="l" t="t" r="r" b="b"/>
              <a:pathLst>
                <a:path w="8" h="5" extrusionOk="0">
                  <a:moveTo>
                    <a:pt x="8" y="1"/>
                  </a:moveTo>
                  <a:lnTo>
                    <a:pt x="1" y="4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30" name="Google Shape;4688;p80">
              <a:extLst>
                <a:ext uri="{FF2B5EF4-FFF2-40B4-BE49-F238E27FC236}">
                  <a16:creationId xmlns:a16="http://schemas.microsoft.com/office/drawing/2014/main" id="{F7496239-48F7-69E0-9713-21FF50DAC59B}"/>
                </a:ext>
              </a:extLst>
            </p:cNvPr>
            <p:cNvSpPr/>
            <p:nvPr/>
          </p:nvSpPr>
          <p:spPr>
            <a:xfrm>
              <a:off x="2066401" y="1954959"/>
              <a:ext cx="163" cy="109"/>
            </a:xfrm>
            <a:custGeom>
              <a:avLst/>
              <a:gdLst/>
              <a:ahLst/>
              <a:cxnLst/>
              <a:rect l="l" t="t" r="r" b="b"/>
              <a:pathLst>
                <a:path w="12" h="8" extrusionOk="0">
                  <a:moveTo>
                    <a:pt x="11" y="1"/>
                  </a:moveTo>
                  <a:lnTo>
                    <a:pt x="1" y="8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31" name="Google Shape;4689;p80">
              <a:extLst>
                <a:ext uri="{FF2B5EF4-FFF2-40B4-BE49-F238E27FC236}">
                  <a16:creationId xmlns:a16="http://schemas.microsoft.com/office/drawing/2014/main" id="{260DDB6F-379C-2486-D702-E121F2E9B584}"/>
                </a:ext>
              </a:extLst>
            </p:cNvPr>
            <p:cNvSpPr/>
            <p:nvPr/>
          </p:nvSpPr>
          <p:spPr>
            <a:xfrm>
              <a:off x="2066687" y="1954768"/>
              <a:ext cx="68" cy="68"/>
            </a:xfrm>
            <a:custGeom>
              <a:avLst/>
              <a:gdLst/>
              <a:ahLst/>
              <a:cxnLst/>
              <a:rect l="l" t="t" r="r" b="b"/>
              <a:pathLst>
                <a:path w="5" h="5" extrusionOk="0">
                  <a:moveTo>
                    <a:pt x="4" y="1"/>
                  </a:moveTo>
                  <a:lnTo>
                    <a:pt x="1" y="4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32" name="Google Shape;4690;p80">
              <a:extLst>
                <a:ext uri="{FF2B5EF4-FFF2-40B4-BE49-F238E27FC236}">
                  <a16:creationId xmlns:a16="http://schemas.microsoft.com/office/drawing/2014/main" id="{B0671B11-9072-B979-5BA4-EFD1A470C49A}"/>
                </a:ext>
              </a:extLst>
            </p:cNvPr>
            <p:cNvSpPr/>
            <p:nvPr/>
          </p:nvSpPr>
          <p:spPr>
            <a:xfrm>
              <a:off x="2055037" y="1960145"/>
              <a:ext cx="14" cy="14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1" y="0"/>
                  </a:move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33" name="Google Shape;4691;p80">
              <a:extLst>
                <a:ext uri="{FF2B5EF4-FFF2-40B4-BE49-F238E27FC236}">
                  <a16:creationId xmlns:a16="http://schemas.microsoft.com/office/drawing/2014/main" id="{E4DC01A6-04A1-1706-AA4F-10202E7F34F5}"/>
                </a:ext>
              </a:extLst>
            </p:cNvPr>
            <p:cNvSpPr/>
            <p:nvPr/>
          </p:nvSpPr>
          <p:spPr>
            <a:xfrm>
              <a:off x="2066171" y="1955108"/>
              <a:ext cx="204" cy="149"/>
            </a:xfrm>
            <a:custGeom>
              <a:avLst/>
              <a:gdLst/>
              <a:ahLst/>
              <a:cxnLst/>
              <a:rect l="l" t="t" r="r" b="b"/>
              <a:pathLst>
                <a:path w="15" h="11" extrusionOk="0">
                  <a:moveTo>
                    <a:pt x="14" y="0"/>
                  </a:moveTo>
                  <a:lnTo>
                    <a:pt x="0" y="11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34" name="Google Shape;4692;p80">
              <a:extLst>
                <a:ext uri="{FF2B5EF4-FFF2-40B4-BE49-F238E27FC236}">
                  <a16:creationId xmlns:a16="http://schemas.microsoft.com/office/drawing/2014/main" id="{2217F528-30F3-29C1-886B-4769EB23D429}"/>
                </a:ext>
              </a:extLst>
            </p:cNvPr>
            <p:cNvSpPr/>
            <p:nvPr/>
          </p:nvSpPr>
          <p:spPr>
            <a:xfrm>
              <a:off x="2051439" y="1959711"/>
              <a:ext cx="2811" cy="489"/>
            </a:xfrm>
            <a:custGeom>
              <a:avLst/>
              <a:gdLst/>
              <a:ahLst/>
              <a:cxnLst/>
              <a:rect l="l" t="t" r="r" b="b"/>
              <a:pathLst>
                <a:path w="207" h="36" extrusionOk="0">
                  <a:moveTo>
                    <a:pt x="0" y="1"/>
                  </a:moveTo>
                  <a:lnTo>
                    <a:pt x="0" y="1"/>
                  </a:lnTo>
                  <a:cubicBezTo>
                    <a:pt x="59" y="13"/>
                    <a:pt x="115" y="26"/>
                    <a:pt x="164" y="31"/>
                  </a:cubicBezTo>
                  <a:lnTo>
                    <a:pt x="164" y="31"/>
                  </a:lnTo>
                  <a:cubicBezTo>
                    <a:pt x="108" y="23"/>
                    <a:pt x="53" y="12"/>
                    <a:pt x="0" y="1"/>
                  </a:cubicBezTo>
                  <a:close/>
                  <a:moveTo>
                    <a:pt x="164" y="31"/>
                  </a:moveTo>
                  <a:cubicBezTo>
                    <a:pt x="178" y="33"/>
                    <a:pt x="192" y="34"/>
                    <a:pt x="206" y="36"/>
                  </a:cubicBezTo>
                  <a:lnTo>
                    <a:pt x="206" y="32"/>
                  </a:lnTo>
                  <a:lnTo>
                    <a:pt x="182" y="32"/>
                  </a:lnTo>
                  <a:cubicBezTo>
                    <a:pt x="176" y="32"/>
                    <a:pt x="170" y="31"/>
                    <a:pt x="164" y="3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35" name="Google Shape;4693;p80">
              <a:extLst>
                <a:ext uri="{FF2B5EF4-FFF2-40B4-BE49-F238E27FC236}">
                  <a16:creationId xmlns:a16="http://schemas.microsoft.com/office/drawing/2014/main" id="{8D08C023-CAF4-BFB7-E523-6D729D0DB08B}"/>
                </a:ext>
              </a:extLst>
            </p:cNvPr>
            <p:cNvSpPr/>
            <p:nvPr/>
          </p:nvSpPr>
          <p:spPr>
            <a:xfrm>
              <a:off x="2046633" y="1959575"/>
              <a:ext cx="339" cy="244"/>
            </a:xfrm>
            <a:custGeom>
              <a:avLst/>
              <a:gdLst/>
              <a:ahLst/>
              <a:cxnLst/>
              <a:rect l="l" t="t" r="r" b="b"/>
              <a:pathLst>
                <a:path w="25" h="18" extrusionOk="0">
                  <a:moveTo>
                    <a:pt x="25" y="0"/>
                  </a:moveTo>
                  <a:lnTo>
                    <a:pt x="0" y="11"/>
                  </a:lnTo>
                  <a:lnTo>
                    <a:pt x="0" y="18"/>
                  </a:lnTo>
                  <a:cubicBezTo>
                    <a:pt x="7" y="11"/>
                    <a:pt x="14" y="7"/>
                    <a:pt x="25" y="0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36" name="Google Shape;4694;p80">
              <a:extLst>
                <a:ext uri="{FF2B5EF4-FFF2-40B4-BE49-F238E27FC236}">
                  <a16:creationId xmlns:a16="http://schemas.microsoft.com/office/drawing/2014/main" id="{38B3E420-4F95-7853-D56F-B8EEFCD92D30}"/>
                </a:ext>
              </a:extLst>
            </p:cNvPr>
            <p:cNvSpPr/>
            <p:nvPr/>
          </p:nvSpPr>
          <p:spPr>
            <a:xfrm>
              <a:off x="2048343" y="1959195"/>
              <a:ext cx="14" cy="14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0" y="0"/>
                  </a:move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37" name="Google Shape;4695;p80">
              <a:extLst>
                <a:ext uri="{FF2B5EF4-FFF2-40B4-BE49-F238E27FC236}">
                  <a16:creationId xmlns:a16="http://schemas.microsoft.com/office/drawing/2014/main" id="{8AABA1A7-F6A0-2A16-7397-4F597542EDD2}"/>
                </a:ext>
              </a:extLst>
            </p:cNvPr>
            <p:cNvSpPr/>
            <p:nvPr/>
          </p:nvSpPr>
          <p:spPr>
            <a:xfrm>
              <a:off x="2053856" y="1960186"/>
              <a:ext cx="625" cy="14"/>
            </a:xfrm>
            <a:custGeom>
              <a:avLst/>
              <a:gdLst/>
              <a:ahLst/>
              <a:cxnLst/>
              <a:rect l="l" t="t" r="r" b="b"/>
              <a:pathLst>
                <a:path w="46" h="1" extrusionOk="0">
                  <a:moveTo>
                    <a:pt x="25" y="1"/>
                  </a:moveTo>
                  <a:lnTo>
                    <a:pt x="0" y="1"/>
                  </a:lnTo>
                  <a:cubicBezTo>
                    <a:pt x="14" y="1"/>
                    <a:pt x="32" y="1"/>
                    <a:pt x="46" y="1"/>
                  </a:cubicBezTo>
                  <a:lnTo>
                    <a:pt x="25" y="1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38" name="Google Shape;4696;p80">
              <a:extLst>
                <a:ext uri="{FF2B5EF4-FFF2-40B4-BE49-F238E27FC236}">
                  <a16:creationId xmlns:a16="http://schemas.microsoft.com/office/drawing/2014/main" id="{2D8DB8CF-6523-279E-EC73-31590B77136D}"/>
                </a:ext>
              </a:extLst>
            </p:cNvPr>
            <p:cNvSpPr/>
            <p:nvPr/>
          </p:nvSpPr>
          <p:spPr>
            <a:xfrm>
              <a:off x="2011263" y="1967273"/>
              <a:ext cx="1208" cy="1385"/>
            </a:xfrm>
            <a:custGeom>
              <a:avLst/>
              <a:gdLst/>
              <a:ahLst/>
              <a:cxnLst/>
              <a:rect l="l" t="t" r="r" b="b"/>
              <a:pathLst>
                <a:path w="89" h="102" extrusionOk="0">
                  <a:moveTo>
                    <a:pt x="88" y="102"/>
                  </a:moveTo>
                  <a:cubicBezTo>
                    <a:pt x="57" y="74"/>
                    <a:pt x="29" y="39"/>
                    <a:pt x="4" y="4"/>
                  </a:cubicBezTo>
                  <a:lnTo>
                    <a:pt x="1" y="0"/>
                  </a:lnTo>
                  <a:lnTo>
                    <a:pt x="4" y="4"/>
                  </a:lnTo>
                  <a:cubicBezTo>
                    <a:pt x="29" y="39"/>
                    <a:pt x="57" y="74"/>
                    <a:pt x="88" y="102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39" name="Google Shape;4697;p80">
              <a:extLst>
                <a:ext uri="{FF2B5EF4-FFF2-40B4-BE49-F238E27FC236}">
                  <a16:creationId xmlns:a16="http://schemas.microsoft.com/office/drawing/2014/main" id="{0DFC6F14-2615-D01B-F2DD-DF3CA00EC18B}"/>
                </a:ext>
              </a:extLst>
            </p:cNvPr>
            <p:cNvSpPr/>
            <p:nvPr/>
          </p:nvSpPr>
          <p:spPr>
            <a:xfrm>
              <a:off x="2008086" y="1964748"/>
              <a:ext cx="2770" cy="1914"/>
            </a:xfrm>
            <a:custGeom>
              <a:avLst/>
              <a:gdLst/>
              <a:ahLst/>
              <a:cxnLst/>
              <a:rect l="l" t="t" r="r" b="b"/>
              <a:pathLst>
                <a:path w="204" h="141" extrusionOk="0">
                  <a:moveTo>
                    <a:pt x="203" y="141"/>
                  </a:moveTo>
                  <a:cubicBezTo>
                    <a:pt x="147" y="78"/>
                    <a:pt x="77" y="29"/>
                    <a:pt x="0" y="1"/>
                  </a:cubicBezTo>
                  <a:lnTo>
                    <a:pt x="0" y="1"/>
                  </a:lnTo>
                  <a:cubicBezTo>
                    <a:pt x="77" y="29"/>
                    <a:pt x="147" y="78"/>
                    <a:pt x="203" y="14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40" name="Google Shape;4698;p80">
              <a:extLst>
                <a:ext uri="{FF2B5EF4-FFF2-40B4-BE49-F238E27FC236}">
                  <a16:creationId xmlns:a16="http://schemas.microsoft.com/office/drawing/2014/main" id="{1F6A6FE5-B076-182E-9822-DD1A9FF36FAA}"/>
                </a:ext>
              </a:extLst>
            </p:cNvPr>
            <p:cNvSpPr/>
            <p:nvPr/>
          </p:nvSpPr>
          <p:spPr>
            <a:xfrm>
              <a:off x="2022818" y="1968074"/>
              <a:ext cx="3720" cy="1059"/>
            </a:xfrm>
            <a:custGeom>
              <a:avLst/>
              <a:gdLst/>
              <a:ahLst/>
              <a:cxnLst/>
              <a:rect l="l" t="t" r="r" b="b"/>
              <a:pathLst>
                <a:path w="274" h="78" extrusionOk="0">
                  <a:moveTo>
                    <a:pt x="0" y="1"/>
                  </a:moveTo>
                  <a:cubicBezTo>
                    <a:pt x="77" y="1"/>
                    <a:pt x="207" y="11"/>
                    <a:pt x="273" y="78"/>
                  </a:cubicBezTo>
                  <a:cubicBezTo>
                    <a:pt x="207" y="11"/>
                    <a:pt x="81" y="1"/>
                    <a:pt x="0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41" name="Google Shape;4699;p80">
              <a:extLst>
                <a:ext uri="{FF2B5EF4-FFF2-40B4-BE49-F238E27FC236}">
                  <a16:creationId xmlns:a16="http://schemas.microsoft.com/office/drawing/2014/main" id="{414BE9EE-95A4-7FB7-6327-A29904D1CA27}"/>
                </a:ext>
              </a:extLst>
            </p:cNvPr>
            <p:cNvSpPr/>
            <p:nvPr/>
          </p:nvSpPr>
          <p:spPr>
            <a:xfrm>
              <a:off x="2026524" y="1969120"/>
              <a:ext cx="679" cy="489"/>
            </a:xfrm>
            <a:custGeom>
              <a:avLst/>
              <a:gdLst/>
              <a:ahLst/>
              <a:cxnLst/>
              <a:rect l="l" t="t" r="r" b="b"/>
              <a:pathLst>
                <a:path w="50" h="36" extrusionOk="0">
                  <a:moveTo>
                    <a:pt x="0" y="1"/>
                  </a:moveTo>
                  <a:cubicBezTo>
                    <a:pt x="14" y="18"/>
                    <a:pt x="32" y="29"/>
                    <a:pt x="49" y="36"/>
                  </a:cubicBezTo>
                  <a:cubicBezTo>
                    <a:pt x="32" y="29"/>
                    <a:pt x="14" y="15"/>
                    <a:pt x="0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42" name="Google Shape;4700;p80">
              <a:extLst>
                <a:ext uri="{FF2B5EF4-FFF2-40B4-BE49-F238E27FC236}">
                  <a16:creationId xmlns:a16="http://schemas.microsoft.com/office/drawing/2014/main" id="{D26C6A26-2332-2E44-B13D-63AC1512D6F1}"/>
                </a:ext>
              </a:extLst>
            </p:cNvPr>
            <p:cNvSpPr/>
            <p:nvPr/>
          </p:nvSpPr>
          <p:spPr>
            <a:xfrm>
              <a:off x="2010842" y="1966703"/>
              <a:ext cx="244" cy="299"/>
            </a:xfrm>
            <a:custGeom>
              <a:avLst/>
              <a:gdLst/>
              <a:ahLst/>
              <a:cxnLst/>
              <a:rect l="l" t="t" r="r" b="b"/>
              <a:pathLst>
                <a:path w="18" h="22" extrusionOk="0">
                  <a:moveTo>
                    <a:pt x="0" y="0"/>
                  </a:moveTo>
                  <a:lnTo>
                    <a:pt x="0" y="0"/>
                  </a:lnTo>
                  <a:cubicBezTo>
                    <a:pt x="7" y="7"/>
                    <a:pt x="11" y="14"/>
                    <a:pt x="18" y="21"/>
                  </a:cubicBezTo>
                  <a:cubicBezTo>
                    <a:pt x="14" y="14"/>
                    <a:pt x="7" y="7"/>
                    <a:pt x="0" y="0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43" name="Google Shape;4701;p80">
              <a:extLst>
                <a:ext uri="{FF2B5EF4-FFF2-40B4-BE49-F238E27FC236}">
                  <a16:creationId xmlns:a16="http://schemas.microsoft.com/office/drawing/2014/main" id="{31A58866-6DA5-087C-2114-E01D65CAF26D}"/>
                </a:ext>
              </a:extLst>
            </p:cNvPr>
            <p:cNvSpPr/>
            <p:nvPr/>
          </p:nvSpPr>
          <p:spPr>
            <a:xfrm>
              <a:off x="2045397" y="1961001"/>
              <a:ext cx="149" cy="54"/>
            </a:xfrm>
            <a:custGeom>
              <a:avLst/>
              <a:gdLst/>
              <a:ahLst/>
              <a:cxnLst/>
              <a:rect l="l" t="t" r="r" b="b"/>
              <a:pathLst>
                <a:path w="11" h="4" extrusionOk="0">
                  <a:moveTo>
                    <a:pt x="11" y="4"/>
                  </a:moveTo>
                  <a:lnTo>
                    <a:pt x="0" y="0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44" name="Google Shape;4702;p80">
              <a:extLst>
                <a:ext uri="{FF2B5EF4-FFF2-40B4-BE49-F238E27FC236}">
                  <a16:creationId xmlns:a16="http://schemas.microsoft.com/office/drawing/2014/main" id="{7316279E-2D32-34C0-D826-85FB38A2C928}"/>
                </a:ext>
              </a:extLst>
            </p:cNvPr>
            <p:cNvSpPr/>
            <p:nvPr/>
          </p:nvSpPr>
          <p:spPr>
            <a:xfrm>
              <a:off x="2045058" y="1960905"/>
              <a:ext cx="109" cy="14"/>
            </a:xfrm>
            <a:custGeom>
              <a:avLst/>
              <a:gdLst/>
              <a:ahLst/>
              <a:cxnLst/>
              <a:rect l="l" t="t" r="r" b="b"/>
              <a:pathLst>
                <a:path w="8" h="1" extrusionOk="0">
                  <a:moveTo>
                    <a:pt x="8" y="0"/>
                  </a:moveTo>
                  <a:lnTo>
                    <a:pt x="1" y="0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45" name="Google Shape;4703;p80">
              <a:extLst>
                <a:ext uri="{FF2B5EF4-FFF2-40B4-BE49-F238E27FC236}">
                  <a16:creationId xmlns:a16="http://schemas.microsoft.com/office/drawing/2014/main" id="{84ADD8C5-9BB6-E307-C95C-EE61E2713B0E}"/>
                </a:ext>
              </a:extLst>
            </p:cNvPr>
            <p:cNvSpPr/>
            <p:nvPr/>
          </p:nvSpPr>
          <p:spPr>
            <a:xfrm>
              <a:off x="2044677" y="1960810"/>
              <a:ext cx="68" cy="14"/>
            </a:xfrm>
            <a:custGeom>
              <a:avLst/>
              <a:gdLst/>
              <a:ahLst/>
              <a:cxnLst/>
              <a:rect l="l" t="t" r="r" b="b"/>
              <a:pathLst>
                <a:path w="5" h="1" extrusionOk="0">
                  <a:moveTo>
                    <a:pt x="4" y="0"/>
                  </a:moveTo>
                  <a:lnTo>
                    <a:pt x="1" y="0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46" name="Google Shape;4704;p80">
              <a:extLst>
                <a:ext uri="{FF2B5EF4-FFF2-40B4-BE49-F238E27FC236}">
                  <a16:creationId xmlns:a16="http://schemas.microsoft.com/office/drawing/2014/main" id="{7FA8E56B-5B88-341F-67F2-A523B98088DB}"/>
                </a:ext>
              </a:extLst>
            </p:cNvPr>
            <p:cNvSpPr/>
            <p:nvPr/>
          </p:nvSpPr>
          <p:spPr>
            <a:xfrm>
              <a:off x="2027190" y="1968984"/>
              <a:ext cx="244" cy="625"/>
            </a:xfrm>
            <a:custGeom>
              <a:avLst/>
              <a:gdLst/>
              <a:ahLst/>
              <a:cxnLst/>
              <a:rect l="l" t="t" r="r" b="b"/>
              <a:pathLst>
                <a:path w="18" h="46" extrusionOk="0">
                  <a:moveTo>
                    <a:pt x="18" y="0"/>
                  </a:moveTo>
                  <a:cubicBezTo>
                    <a:pt x="18" y="8"/>
                    <a:pt x="16" y="16"/>
                    <a:pt x="13" y="25"/>
                  </a:cubicBezTo>
                  <a:lnTo>
                    <a:pt x="13" y="25"/>
                  </a:lnTo>
                  <a:cubicBezTo>
                    <a:pt x="16" y="17"/>
                    <a:pt x="18" y="9"/>
                    <a:pt x="18" y="0"/>
                  </a:cubicBezTo>
                  <a:close/>
                  <a:moveTo>
                    <a:pt x="13" y="25"/>
                  </a:moveTo>
                  <a:cubicBezTo>
                    <a:pt x="10" y="32"/>
                    <a:pt x="6" y="39"/>
                    <a:pt x="0" y="46"/>
                  </a:cubicBezTo>
                  <a:lnTo>
                    <a:pt x="4" y="46"/>
                  </a:lnTo>
                  <a:cubicBezTo>
                    <a:pt x="7" y="39"/>
                    <a:pt x="11" y="32"/>
                    <a:pt x="13" y="25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47" name="Google Shape;4705;p80">
              <a:extLst>
                <a:ext uri="{FF2B5EF4-FFF2-40B4-BE49-F238E27FC236}">
                  <a16:creationId xmlns:a16="http://schemas.microsoft.com/office/drawing/2014/main" id="{3062DBAF-C526-505C-51C1-FEBF739BFD9D}"/>
                </a:ext>
              </a:extLst>
            </p:cNvPr>
            <p:cNvSpPr/>
            <p:nvPr/>
          </p:nvSpPr>
          <p:spPr>
            <a:xfrm>
              <a:off x="2026280" y="1960023"/>
              <a:ext cx="9287" cy="1086"/>
            </a:xfrm>
            <a:custGeom>
              <a:avLst/>
              <a:gdLst/>
              <a:ahLst/>
              <a:cxnLst/>
              <a:rect l="l" t="t" r="r" b="b"/>
              <a:pathLst>
                <a:path w="684" h="80" extrusionOk="0">
                  <a:moveTo>
                    <a:pt x="517" y="0"/>
                  </a:moveTo>
                  <a:cubicBezTo>
                    <a:pt x="517" y="0"/>
                    <a:pt x="517" y="0"/>
                    <a:pt x="516" y="0"/>
                  </a:cubicBezTo>
                  <a:lnTo>
                    <a:pt x="516" y="0"/>
                  </a:lnTo>
                  <a:cubicBezTo>
                    <a:pt x="567" y="0"/>
                    <a:pt x="622" y="1"/>
                    <a:pt x="684" y="2"/>
                  </a:cubicBezTo>
                  <a:cubicBezTo>
                    <a:pt x="623" y="1"/>
                    <a:pt x="567" y="0"/>
                    <a:pt x="517" y="0"/>
                  </a:cubicBezTo>
                  <a:close/>
                  <a:moveTo>
                    <a:pt x="516" y="0"/>
                  </a:moveTo>
                  <a:cubicBezTo>
                    <a:pt x="73" y="0"/>
                    <a:pt x="23" y="51"/>
                    <a:pt x="1" y="79"/>
                  </a:cubicBezTo>
                  <a:cubicBezTo>
                    <a:pt x="23" y="51"/>
                    <a:pt x="76" y="0"/>
                    <a:pt x="516" y="0"/>
                  </a:cubicBezTo>
                  <a:lnTo>
                    <a:pt x="516" y="0"/>
                  </a:lnTo>
                  <a:cubicBezTo>
                    <a:pt x="516" y="0"/>
                    <a:pt x="516" y="0"/>
                    <a:pt x="516" y="0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48" name="Google Shape;4706;p80">
              <a:extLst>
                <a:ext uri="{FF2B5EF4-FFF2-40B4-BE49-F238E27FC236}">
                  <a16:creationId xmlns:a16="http://schemas.microsoft.com/office/drawing/2014/main" id="{E0CDAC57-6327-EC89-0E7F-D64AC616FF0D}"/>
                </a:ext>
              </a:extLst>
            </p:cNvPr>
            <p:cNvSpPr/>
            <p:nvPr/>
          </p:nvSpPr>
          <p:spPr>
            <a:xfrm>
              <a:off x="2047583" y="1958950"/>
              <a:ext cx="774" cy="353"/>
            </a:xfrm>
            <a:custGeom>
              <a:avLst/>
              <a:gdLst/>
              <a:ahLst/>
              <a:cxnLst/>
              <a:rect l="l" t="t" r="r" b="b"/>
              <a:pathLst>
                <a:path w="57" h="26" extrusionOk="0">
                  <a:moveTo>
                    <a:pt x="56" y="1"/>
                  </a:moveTo>
                  <a:lnTo>
                    <a:pt x="0" y="25"/>
                  </a:lnTo>
                  <a:cubicBezTo>
                    <a:pt x="14" y="22"/>
                    <a:pt x="28" y="22"/>
                    <a:pt x="39" y="18"/>
                  </a:cubicBezTo>
                  <a:lnTo>
                    <a:pt x="56" y="18"/>
                  </a:lnTo>
                  <a:lnTo>
                    <a:pt x="56" y="1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49" name="Google Shape;4707;p80">
              <a:extLst>
                <a:ext uri="{FF2B5EF4-FFF2-40B4-BE49-F238E27FC236}">
                  <a16:creationId xmlns:a16="http://schemas.microsoft.com/office/drawing/2014/main" id="{9B5E05BB-C55F-9FB4-ADA7-84929737441B}"/>
                </a:ext>
              </a:extLst>
            </p:cNvPr>
            <p:cNvSpPr/>
            <p:nvPr/>
          </p:nvSpPr>
          <p:spPr>
            <a:xfrm>
              <a:off x="2044257" y="1960715"/>
              <a:ext cx="14" cy="14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0" y="0"/>
                  </a:move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50" name="Google Shape;4708;p80">
              <a:extLst>
                <a:ext uri="{FF2B5EF4-FFF2-40B4-BE49-F238E27FC236}">
                  <a16:creationId xmlns:a16="http://schemas.microsoft.com/office/drawing/2014/main" id="{16599E95-7422-4D93-B57D-7D2D1BF3B67E}"/>
                </a:ext>
              </a:extLst>
            </p:cNvPr>
            <p:cNvSpPr/>
            <p:nvPr/>
          </p:nvSpPr>
          <p:spPr>
            <a:xfrm>
              <a:off x="2048153" y="1959195"/>
              <a:ext cx="14" cy="14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0" y="0"/>
                  </a:move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51" name="Google Shape;4709;p80">
              <a:extLst>
                <a:ext uri="{FF2B5EF4-FFF2-40B4-BE49-F238E27FC236}">
                  <a16:creationId xmlns:a16="http://schemas.microsoft.com/office/drawing/2014/main" id="{67D61342-B2DB-31CB-9614-7DA29BC89CDE}"/>
                </a:ext>
              </a:extLst>
            </p:cNvPr>
            <p:cNvSpPr/>
            <p:nvPr/>
          </p:nvSpPr>
          <p:spPr>
            <a:xfrm>
              <a:off x="2027190" y="1969595"/>
              <a:ext cx="14" cy="14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0" y="1"/>
                  </a:moveTo>
                  <a:lnTo>
                    <a:pt x="0" y="1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52" name="Google Shape;4710;p80">
              <a:extLst>
                <a:ext uri="{FF2B5EF4-FFF2-40B4-BE49-F238E27FC236}">
                  <a16:creationId xmlns:a16="http://schemas.microsoft.com/office/drawing/2014/main" id="{69E852E4-A045-CC26-B67E-35BBC236CD82}"/>
                </a:ext>
              </a:extLst>
            </p:cNvPr>
            <p:cNvSpPr/>
            <p:nvPr/>
          </p:nvSpPr>
          <p:spPr>
            <a:xfrm>
              <a:off x="2043971" y="1930954"/>
              <a:ext cx="869" cy="258"/>
            </a:xfrm>
            <a:custGeom>
              <a:avLst/>
              <a:gdLst/>
              <a:ahLst/>
              <a:cxnLst/>
              <a:rect l="l" t="t" r="r" b="b"/>
              <a:pathLst>
                <a:path w="64" h="19" extrusionOk="0">
                  <a:moveTo>
                    <a:pt x="0" y="18"/>
                  </a:moveTo>
                  <a:cubicBezTo>
                    <a:pt x="32" y="4"/>
                    <a:pt x="53" y="1"/>
                    <a:pt x="63" y="11"/>
                  </a:cubicBezTo>
                  <a:lnTo>
                    <a:pt x="63" y="11"/>
                  </a:lnTo>
                  <a:cubicBezTo>
                    <a:pt x="53" y="1"/>
                    <a:pt x="32" y="4"/>
                    <a:pt x="0" y="18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53" name="Google Shape;4711;p80">
              <a:extLst>
                <a:ext uri="{FF2B5EF4-FFF2-40B4-BE49-F238E27FC236}">
                  <a16:creationId xmlns:a16="http://schemas.microsoft.com/office/drawing/2014/main" id="{C6284658-0E7C-02F1-4555-74D81FCFC60E}"/>
                </a:ext>
              </a:extLst>
            </p:cNvPr>
            <p:cNvSpPr/>
            <p:nvPr/>
          </p:nvSpPr>
          <p:spPr>
            <a:xfrm>
              <a:off x="2009036" y="1961897"/>
              <a:ext cx="14" cy="14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0" y="1"/>
                  </a:move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54" name="Google Shape;4712;p80">
              <a:extLst>
                <a:ext uri="{FF2B5EF4-FFF2-40B4-BE49-F238E27FC236}">
                  <a16:creationId xmlns:a16="http://schemas.microsoft.com/office/drawing/2014/main" id="{95DCA847-A9EC-3FFC-46BE-7B49F0F4BE7F}"/>
                </a:ext>
              </a:extLst>
            </p:cNvPr>
            <p:cNvSpPr/>
            <p:nvPr/>
          </p:nvSpPr>
          <p:spPr>
            <a:xfrm>
              <a:off x="2008276" y="1963947"/>
              <a:ext cx="54" cy="109"/>
            </a:xfrm>
            <a:custGeom>
              <a:avLst/>
              <a:gdLst/>
              <a:ahLst/>
              <a:cxnLst/>
              <a:rect l="l" t="t" r="r" b="b"/>
              <a:pathLst>
                <a:path w="4" h="8" extrusionOk="0">
                  <a:moveTo>
                    <a:pt x="4" y="0"/>
                  </a:moveTo>
                  <a:lnTo>
                    <a:pt x="0" y="7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55" name="Google Shape;4713;p80">
              <a:extLst>
                <a:ext uri="{FF2B5EF4-FFF2-40B4-BE49-F238E27FC236}">
                  <a16:creationId xmlns:a16="http://schemas.microsoft.com/office/drawing/2014/main" id="{4FCDC007-FD71-4C27-A48B-6A0D9FD09B61}"/>
                </a:ext>
              </a:extLst>
            </p:cNvPr>
            <p:cNvSpPr/>
            <p:nvPr/>
          </p:nvSpPr>
          <p:spPr>
            <a:xfrm>
              <a:off x="2008561" y="1963187"/>
              <a:ext cx="54" cy="109"/>
            </a:xfrm>
            <a:custGeom>
              <a:avLst/>
              <a:gdLst/>
              <a:ahLst/>
              <a:cxnLst/>
              <a:rect l="l" t="t" r="r" b="b"/>
              <a:pathLst>
                <a:path w="4" h="8" extrusionOk="0">
                  <a:moveTo>
                    <a:pt x="4" y="0"/>
                  </a:moveTo>
                  <a:lnTo>
                    <a:pt x="0" y="7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56" name="Google Shape;4714;p80">
              <a:extLst>
                <a:ext uri="{FF2B5EF4-FFF2-40B4-BE49-F238E27FC236}">
                  <a16:creationId xmlns:a16="http://schemas.microsoft.com/office/drawing/2014/main" id="{0453D5AB-4471-5264-786A-774571405918}"/>
                </a:ext>
              </a:extLst>
            </p:cNvPr>
            <p:cNvSpPr/>
            <p:nvPr/>
          </p:nvSpPr>
          <p:spPr>
            <a:xfrm>
              <a:off x="2028805" y="1937607"/>
              <a:ext cx="964" cy="163"/>
            </a:xfrm>
            <a:custGeom>
              <a:avLst/>
              <a:gdLst/>
              <a:ahLst/>
              <a:cxnLst/>
              <a:rect l="l" t="t" r="r" b="b"/>
              <a:pathLst>
                <a:path w="71" h="12" extrusionOk="0">
                  <a:moveTo>
                    <a:pt x="0" y="11"/>
                  </a:moveTo>
                  <a:cubicBezTo>
                    <a:pt x="21" y="1"/>
                    <a:pt x="46" y="1"/>
                    <a:pt x="70" y="8"/>
                  </a:cubicBezTo>
                  <a:cubicBezTo>
                    <a:pt x="46" y="1"/>
                    <a:pt x="21" y="1"/>
                    <a:pt x="0" y="1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57" name="Google Shape;4715;p80">
              <a:extLst>
                <a:ext uri="{FF2B5EF4-FFF2-40B4-BE49-F238E27FC236}">
                  <a16:creationId xmlns:a16="http://schemas.microsoft.com/office/drawing/2014/main" id="{522E0B2B-EA49-DE4A-A709-EB63B2C7BDFD}"/>
                </a:ext>
              </a:extLst>
            </p:cNvPr>
            <p:cNvSpPr/>
            <p:nvPr/>
          </p:nvSpPr>
          <p:spPr>
            <a:xfrm>
              <a:off x="2008846" y="1962521"/>
              <a:ext cx="14" cy="54"/>
            </a:xfrm>
            <a:custGeom>
              <a:avLst/>
              <a:gdLst/>
              <a:ahLst/>
              <a:cxnLst/>
              <a:rect l="l" t="t" r="r" b="b"/>
              <a:pathLst>
                <a:path w="1" h="4" extrusionOk="0">
                  <a:moveTo>
                    <a:pt x="0" y="0"/>
                  </a:moveTo>
                  <a:lnTo>
                    <a:pt x="0" y="4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58" name="Google Shape;4716;p80">
              <a:extLst>
                <a:ext uri="{FF2B5EF4-FFF2-40B4-BE49-F238E27FC236}">
                  <a16:creationId xmlns:a16="http://schemas.microsoft.com/office/drawing/2014/main" id="{DDF477CB-1B22-8066-94D8-D92A13077007}"/>
                </a:ext>
              </a:extLst>
            </p:cNvPr>
            <p:cNvSpPr/>
            <p:nvPr/>
          </p:nvSpPr>
          <p:spPr>
            <a:xfrm>
              <a:off x="2009647" y="1960335"/>
              <a:ext cx="14" cy="54"/>
            </a:xfrm>
            <a:custGeom>
              <a:avLst/>
              <a:gdLst/>
              <a:ahLst/>
              <a:cxnLst/>
              <a:rect l="l" t="t" r="r" b="b"/>
              <a:pathLst>
                <a:path w="1" h="4" extrusionOk="0">
                  <a:moveTo>
                    <a:pt x="1" y="0"/>
                  </a:moveTo>
                  <a:lnTo>
                    <a:pt x="1" y="4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59" name="Google Shape;4717;p80">
              <a:extLst>
                <a:ext uri="{FF2B5EF4-FFF2-40B4-BE49-F238E27FC236}">
                  <a16:creationId xmlns:a16="http://schemas.microsoft.com/office/drawing/2014/main" id="{5581C63D-18E3-62F0-D512-C3A12A648C0F}"/>
                </a:ext>
              </a:extLst>
            </p:cNvPr>
            <p:cNvSpPr/>
            <p:nvPr/>
          </p:nvSpPr>
          <p:spPr>
            <a:xfrm>
              <a:off x="2029796" y="1937702"/>
              <a:ext cx="14" cy="14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1" y="1"/>
                  </a:move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60" name="Google Shape;4718;p80">
              <a:extLst>
                <a:ext uri="{FF2B5EF4-FFF2-40B4-BE49-F238E27FC236}">
                  <a16:creationId xmlns:a16="http://schemas.microsoft.com/office/drawing/2014/main" id="{1EC4CDF0-367D-072F-4523-0031089D9374}"/>
                </a:ext>
              </a:extLst>
            </p:cNvPr>
            <p:cNvSpPr/>
            <p:nvPr/>
          </p:nvSpPr>
          <p:spPr>
            <a:xfrm>
              <a:off x="2009267" y="1961286"/>
              <a:ext cx="14" cy="54"/>
            </a:xfrm>
            <a:custGeom>
              <a:avLst/>
              <a:gdLst/>
              <a:ahLst/>
              <a:cxnLst/>
              <a:rect l="l" t="t" r="r" b="b"/>
              <a:pathLst>
                <a:path w="1" h="4" extrusionOk="0">
                  <a:moveTo>
                    <a:pt x="1" y="0"/>
                  </a:moveTo>
                  <a:lnTo>
                    <a:pt x="1" y="4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61" name="Google Shape;4719;p80">
              <a:extLst>
                <a:ext uri="{FF2B5EF4-FFF2-40B4-BE49-F238E27FC236}">
                  <a16:creationId xmlns:a16="http://schemas.microsoft.com/office/drawing/2014/main" id="{CC52FA17-04D8-3D54-BD83-BE951158C08B}"/>
                </a:ext>
              </a:extLst>
            </p:cNvPr>
            <p:cNvSpPr/>
            <p:nvPr/>
          </p:nvSpPr>
          <p:spPr>
            <a:xfrm>
              <a:off x="2009457" y="1960756"/>
              <a:ext cx="68" cy="109"/>
            </a:xfrm>
            <a:custGeom>
              <a:avLst/>
              <a:gdLst/>
              <a:ahLst/>
              <a:cxnLst/>
              <a:rect l="l" t="t" r="r" b="b"/>
              <a:pathLst>
                <a:path w="5" h="8" extrusionOk="0">
                  <a:moveTo>
                    <a:pt x="4" y="1"/>
                  </a:moveTo>
                  <a:lnTo>
                    <a:pt x="1" y="8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62" name="Google Shape;4720;p80">
              <a:extLst>
                <a:ext uri="{FF2B5EF4-FFF2-40B4-BE49-F238E27FC236}">
                  <a16:creationId xmlns:a16="http://schemas.microsoft.com/office/drawing/2014/main" id="{71D9F7CA-FA76-ED90-962E-82FF9989EBD2}"/>
                </a:ext>
              </a:extLst>
            </p:cNvPr>
            <p:cNvSpPr/>
            <p:nvPr/>
          </p:nvSpPr>
          <p:spPr>
            <a:xfrm>
              <a:off x="2008086" y="1964748"/>
              <a:ext cx="14" cy="14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0" y="1"/>
                  </a:move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63" name="Google Shape;4721;p80">
              <a:extLst>
                <a:ext uri="{FF2B5EF4-FFF2-40B4-BE49-F238E27FC236}">
                  <a16:creationId xmlns:a16="http://schemas.microsoft.com/office/drawing/2014/main" id="{3D0A341A-9832-7EA0-DF6C-031CCBA40A91}"/>
                </a:ext>
              </a:extLst>
            </p:cNvPr>
            <p:cNvSpPr/>
            <p:nvPr/>
          </p:nvSpPr>
          <p:spPr>
            <a:xfrm>
              <a:off x="2008086" y="1964748"/>
              <a:ext cx="14" cy="14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0" y="1"/>
                  </a:moveTo>
                  <a:lnTo>
                    <a:pt x="0" y="1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64" name="Google Shape;4722;p80">
              <a:extLst>
                <a:ext uri="{FF2B5EF4-FFF2-40B4-BE49-F238E27FC236}">
                  <a16:creationId xmlns:a16="http://schemas.microsoft.com/office/drawing/2014/main" id="{ABB27F9F-63A0-7741-7772-8FE4BDA5A87C}"/>
                </a:ext>
              </a:extLst>
            </p:cNvPr>
            <p:cNvSpPr/>
            <p:nvPr/>
          </p:nvSpPr>
          <p:spPr>
            <a:xfrm>
              <a:off x="2051520" y="1865551"/>
              <a:ext cx="112191" cy="87765"/>
            </a:xfrm>
            <a:custGeom>
              <a:avLst/>
              <a:gdLst/>
              <a:ahLst/>
              <a:cxnLst/>
              <a:rect l="l" t="t" r="r" b="b"/>
              <a:pathLst>
                <a:path w="8263" h="6464" extrusionOk="0">
                  <a:moveTo>
                    <a:pt x="6379" y="1"/>
                  </a:moveTo>
                  <a:lnTo>
                    <a:pt x="4055" y="1450"/>
                  </a:lnTo>
                  <a:lnTo>
                    <a:pt x="3047" y="2262"/>
                  </a:lnTo>
                  <a:lnTo>
                    <a:pt x="3036" y="2266"/>
                  </a:lnTo>
                  <a:cubicBezTo>
                    <a:pt x="3008" y="2276"/>
                    <a:pt x="2374" y="2500"/>
                    <a:pt x="2182" y="2539"/>
                  </a:cubicBezTo>
                  <a:lnTo>
                    <a:pt x="2161" y="2542"/>
                  </a:lnTo>
                  <a:lnTo>
                    <a:pt x="2161" y="2588"/>
                  </a:lnTo>
                  <a:lnTo>
                    <a:pt x="2161" y="2637"/>
                  </a:lnTo>
                  <a:lnTo>
                    <a:pt x="2161" y="2717"/>
                  </a:lnTo>
                  <a:lnTo>
                    <a:pt x="2161" y="2759"/>
                  </a:lnTo>
                  <a:lnTo>
                    <a:pt x="2161" y="2836"/>
                  </a:lnTo>
                  <a:lnTo>
                    <a:pt x="2161" y="2875"/>
                  </a:lnTo>
                  <a:lnTo>
                    <a:pt x="2161" y="2945"/>
                  </a:lnTo>
                  <a:lnTo>
                    <a:pt x="2161" y="2980"/>
                  </a:lnTo>
                  <a:lnTo>
                    <a:pt x="2161" y="3046"/>
                  </a:lnTo>
                  <a:lnTo>
                    <a:pt x="2161" y="3081"/>
                  </a:lnTo>
                  <a:lnTo>
                    <a:pt x="2161" y="3141"/>
                  </a:lnTo>
                  <a:lnTo>
                    <a:pt x="2161" y="3172"/>
                  </a:lnTo>
                  <a:lnTo>
                    <a:pt x="2161" y="3228"/>
                  </a:lnTo>
                  <a:lnTo>
                    <a:pt x="2161" y="3260"/>
                  </a:lnTo>
                  <a:lnTo>
                    <a:pt x="2161" y="3312"/>
                  </a:lnTo>
                  <a:lnTo>
                    <a:pt x="2161" y="3340"/>
                  </a:lnTo>
                  <a:lnTo>
                    <a:pt x="2161" y="3386"/>
                  </a:lnTo>
                  <a:lnTo>
                    <a:pt x="2161" y="3414"/>
                  </a:lnTo>
                  <a:lnTo>
                    <a:pt x="2161" y="3456"/>
                  </a:lnTo>
                  <a:lnTo>
                    <a:pt x="2161" y="3480"/>
                  </a:lnTo>
                  <a:lnTo>
                    <a:pt x="2161" y="3519"/>
                  </a:lnTo>
                  <a:lnTo>
                    <a:pt x="2161" y="3543"/>
                  </a:lnTo>
                  <a:lnTo>
                    <a:pt x="2161" y="3578"/>
                  </a:lnTo>
                  <a:lnTo>
                    <a:pt x="2161" y="3599"/>
                  </a:lnTo>
                  <a:lnTo>
                    <a:pt x="2161" y="3631"/>
                  </a:lnTo>
                  <a:lnTo>
                    <a:pt x="2161" y="3652"/>
                  </a:lnTo>
                  <a:lnTo>
                    <a:pt x="2161" y="3680"/>
                  </a:lnTo>
                  <a:lnTo>
                    <a:pt x="2161" y="3697"/>
                  </a:lnTo>
                  <a:lnTo>
                    <a:pt x="2161" y="3722"/>
                  </a:lnTo>
                  <a:lnTo>
                    <a:pt x="2161" y="3739"/>
                  </a:lnTo>
                  <a:lnTo>
                    <a:pt x="2161" y="3764"/>
                  </a:lnTo>
                  <a:lnTo>
                    <a:pt x="2161" y="3778"/>
                  </a:lnTo>
                  <a:lnTo>
                    <a:pt x="2161" y="3799"/>
                  </a:lnTo>
                  <a:lnTo>
                    <a:pt x="2161" y="3809"/>
                  </a:lnTo>
                  <a:lnTo>
                    <a:pt x="2161" y="3830"/>
                  </a:lnTo>
                  <a:lnTo>
                    <a:pt x="2161" y="3841"/>
                  </a:lnTo>
                  <a:lnTo>
                    <a:pt x="2161" y="3855"/>
                  </a:lnTo>
                  <a:lnTo>
                    <a:pt x="2161" y="3865"/>
                  </a:lnTo>
                  <a:lnTo>
                    <a:pt x="2161" y="3879"/>
                  </a:lnTo>
                  <a:lnTo>
                    <a:pt x="2161" y="3890"/>
                  </a:lnTo>
                  <a:lnTo>
                    <a:pt x="2161" y="3900"/>
                  </a:lnTo>
                  <a:lnTo>
                    <a:pt x="2161" y="3911"/>
                  </a:lnTo>
                  <a:lnTo>
                    <a:pt x="2161" y="3918"/>
                  </a:lnTo>
                  <a:lnTo>
                    <a:pt x="2161" y="3925"/>
                  </a:lnTo>
                  <a:lnTo>
                    <a:pt x="2161" y="3935"/>
                  </a:lnTo>
                  <a:lnTo>
                    <a:pt x="2161" y="3942"/>
                  </a:lnTo>
                  <a:lnTo>
                    <a:pt x="2161" y="3946"/>
                  </a:lnTo>
                  <a:lnTo>
                    <a:pt x="2161" y="3953"/>
                  </a:lnTo>
                  <a:lnTo>
                    <a:pt x="2161" y="3957"/>
                  </a:lnTo>
                  <a:lnTo>
                    <a:pt x="2161" y="3964"/>
                  </a:lnTo>
                  <a:lnTo>
                    <a:pt x="2161" y="3967"/>
                  </a:lnTo>
                  <a:lnTo>
                    <a:pt x="2161" y="3971"/>
                  </a:lnTo>
                  <a:lnTo>
                    <a:pt x="2161" y="3974"/>
                  </a:lnTo>
                  <a:lnTo>
                    <a:pt x="2161" y="3978"/>
                  </a:lnTo>
                  <a:lnTo>
                    <a:pt x="2161" y="3981"/>
                  </a:lnTo>
                  <a:lnTo>
                    <a:pt x="2161" y="3985"/>
                  </a:lnTo>
                  <a:lnTo>
                    <a:pt x="2157" y="3992"/>
                  </a:lnTo>
                  <a:cubicBezTo>
                    <a:pt x="2126" y="4044"/>
                    <a:pt x="2105" y="4100"/>
                    <a:pt x="2087" y="4160"/>
                  </a:cubicBezTo>
                  <a:cubicBezTo>
                    <a:pt x="2056" y="4261"/>
                    <a:pt x="2028" y="4345"/>
                    <a:pt x="1986" y="4387"/>
                  </a:cubicBezTo>
                  <a:cubicBezTo>
                    <a:pt x="1972" y="4405"/>
                    <a:pt x="1958" y="4419"/>
                    <a:pt x="1944" y="4436"/>
                  </a:cubicBezTo>
                  <a:cubicBezTo>
                    <a:pt x="1884" y="4517"/>
                    <a:pt x="1783" y="4650"/>
                    <a:pt x="1597" y="4650"/>
                  </a:cubicBezTo>
                  <a:cubicBezTo>
                    <a:pt x="1489" y="4657"/>
                    <a:pt x="1380" y="4667"/>
                    <a:pt x="1272" y="4688"/>
                  </a:cubicBezTo>
                  <a:cubicBezTo>
                    <a:pt x="1128" y="4713"/>
                    <a:pt x="985" y="4730"/>
                    <a:pt x="841" y="4737"/>
                  </a:cubicBezTo>
                  <a:cubicBezTo>
                    <a:pt x="803" y="4737"/>
                    <a:pt x="768" y="4737"/>
                    <a:pt x="733" y="4730"/>
                  </a:cubicBezTo>
                  <a:cubicBezTo>
                    <a:pt x="717" y="4728"/>
                    <a:pt x="701" y="4726"/>
                    <a:pt x="686" y="4726"/>
                  </a:cubicBezTo>
                  <a:cubicBezTo>
                    <a:pt x="579" y="4726"/>
                    <a:pt x="484" y="4785"/>
                    <a:pt x="410" y="4828"/>
                  </a:cubicBezTo>
                  <a:cubicBezTo>
                    <a:pt x="386" y="4842"/>
                    <a:pt x="358" y="4860"/>
                    <a:pt x="330" y="4870"/>
                  </a:cubicBezTo>
                  <a:lnTo>
                    <a:pt x="312" y="4877"/>
                  </a:lnTo>
                  <a:cubicBezTo>
                    <a:pt x="249" y="4891"/>
                    <a:pt x="186" y="4898"/>
                    <a:pt x="127" y="4898"/>
                  </a:cubicBezTo>
                  <a:cubicBezTo>
                    <a:pt x="88" y="4898"/>
                    <a:pt x="46" y="4902"/>
                    <a:pt x="8" y="4902"/>
                  </a:cubicBezTo>
                  <a:lnTo>
                    <a:pt x="8" y="4905"/>
                  </a:lnTo>
                  <a:cubicBezTo>
                    <a:pt x="8" y="4916"/>
                    <a:pt x="4" y="4930"/>
                    <a:pt x="4" y="4940"/>
                  </a:cubicBezTo>
                  <a:lnTo>
                    <a:pt x="4" y="4947"/>
                  </a:lnTo>
                  <a:cubicBezTo>
                    <a:pt x="4" y="4958"/>
                    <a:pt x="4" y="4968"/>
                    <a:pt x="1" y="4975"/>
                  </a:cubicBezTo>
                  <a:lnTo>
                    <a:pt x="1" y="4982"/>
                  </a:lnTo>
                  <a:lnTo>
                    <a:pt x="1" y="5007"/>
                  </a:lnTo>
                  <a:lnTo>
                    <a:pt x="1" y="5010"/>
                  </a:lnTo>
                  <a:lnTo>
                    <a:pt x="1" y="5031"/>
                  </a:lnTo>
                  <a:lnTo>
                    <a:pt x="1" y="5049"/>
                  </a:lnTo>
                  <a:lnTo>
                    <a:pt x="1" y="5052"/>
                  </a:lnTo>
                  <a:lnTo>
                    <a:pt x="1" y="5063"/>
                  </a:lnTo>
                  <a:lnTo>
                    <a:pt x="1" y="5066"/>
                  </a:lnTo>
                  <a:lnTo>
                    <a:pt x="1" y="5073"/>
                  </a:lnTo>
                  <a:lnTo>
                    <a:pt x="1" y="5080"/>
                  </a:lnTo>
                  <a:cubicBezTo>
                    <a:pt x="39" y="5122"/>
                    <a:pt x="67" y="5171"/>
                    <a:pt x="85" y="5227"/>
                  </a:cubicBezTo>
                  <a:cubicBezTo>
                    <a:pt x="109" y="5287"/>
                    <a:pt x="137" y="5360"/>
                    <a:pt x="176" y="5388"/>
                  </a:cubicBezTo>
                  <a:lnTo>
                    <a:pt x="197" y="5406"/>
                  </a:lnTo>
                  <a:cubicBezTo>
                    <a:pt x="305" y="5486"/>
                    <a:pt x="456" y="5598"/>
                    <a:pt x="456" y="5735"/>
                  </a:cubicBezTo>
                  <a:cubicBezTo>
                    <a:pt x="456" y="5798"/>
                    <a:pt x="459" y="5875"/>
                    <a:pt x="487" y="5875"/>
                  </a:cubicBezTo>
                  <a:cubicBezTo>
                    <a:pt x="564" y="5875"/>
                    <a:pt x="610" y="5938"/>
                    <a:pt x="649" y="5990"/>
                  </a:cubicBezTo>
                  <a:cubicBezTo>
                    <a:pt x="670" y="6025"/>
                    <a:pt x="694" y="6054"/>
                    <a:pt x="729" y="6071"/>
                  </a:cubicBezTo>
                  <a:cubicBezTo>
                    <a:pt x="736" y="6074"/>
                    <a:pt x="745" y="6076"/>
                    <a:pt x="755" y="6076"/>
                  </a:cubicBezTo>
                  <a:cubicBezTo>
                    <a:pt x="790" y="6076"/>
                    <a:pt x="837" y="6060"/>
                    <a:pt x="869" y="6047"/>
                  </a:cubicBezTo>
                  <a:cubicBezTo>
                    <a:pt x="900" y="6036"/>
                    <a:pt x="934" y="6025"/>
                    <a:pt x="965" y="6025"/>
                  </a:cubicBezTo>
                  <a:cubicBezTo>
                    <a:pt x="993" y="6025"/>
                    <a:pt x="1019" y="6034"/>
                    <a:pt x="1037" y="6061"/>
                  </a:cubicBezTo>
                  <a:cubicBezTo>
                    <a:pt x="1058" y="6092"/>
                    <a:pt x="1058" y="6138"/>
                    <a:pt x="1058" y="6225"/>
                  </a:cubicBezTo>
                  <a:cubicBezTo>
                    <a:pt x="1058" y="6260"/>
                    <a:pt x="1058" y="6309"/>
                    <a:pt x="1062" y="6341"/>
                  </a:cubicBezTo>
                  <a:lnTo>
                    <a:pt x="1086" y="6344"/>
                  </a:lnTo>
                  <a:lnTo>
                    <a:pt x="1093" y="6344"/>
                  </a:lnTo>
                  <a:lnTo>
                    <a:pt x="1111" y="6351"/>
                  </a:lnTo>
                  <a:lnTo>
                    <a:pt x="1121" y="6355"/>
                  </a:lnTo>
                  <a:lnTo>
                    <a:pt x="1142" y="6362"/>
                  </a:lnTo>
                  <a:lnTo>
                    <a:pt x="1153" y="6365"/>
                  </a:lnTo>
                  <a:lnTo>
                    <a:pt x="1170" y="6372"/>
                  </a:lnTo>
                  <a:lnTo>
                    <a:pt x="1174" y="6372"/>
                  </a:lnTo>
                  <a:lnTo>
                    <a:pt x="1174" y="6365"/>
                  </a:lnTo>
                  <a:cubicBezTo>
                    <a:pt x="1174" y="6362"/>
                    <a:pt x="1177" y="6351"/>
                    <a:pt x="1177" y="6344"/>
                  </a:cubicBezTo>
                  <a:cubicBezTo>
                    <a:pt x="1181" y="6341"/>
                    <a:pt x="1184" y="6330"/>
                    <a:pt x="1184" y="6323"/>
                  </a:cubicBezTo>
                  <a:cubicBezTo>
                    <a:pt x="1188" y="6316"/>
                    <a:pt x="1188" y="6313"/>
                    <a:pt x="1191" y="6309"/>
                  </a:cubicBezTo>
                  <a:cubicBezTo>
                    <a:pt x="1191" y="6306"/>
                    <a:pt x="1198" y="6292"/>
                    <a:pt x="1202" y="6285"/>
                  </a:cubicBezTo>
                  <a:cubicBezTo>
                    <a:pt x="1205" y="6278"/>
                    <a:pt x="1209" y="6274"/>
                    <a:pt x="1209" y="6271"/>
                  </a:cubicBezTo>
                  <a:cubicBezTo>
                    <a:pt x="1212" y="6264"/>
                    <a:pt x="1216" y="6257"/>
                    <a:pt x="1223" y="6253"/>
                  </a:cubicBezTo>
                  <a:cubicBezTo>
                    <a:pt x="1230" y="6243"/>
                    <a:pt x="1237" y="6232"/>
                    <a:pt x="1247" y="6225"/>
                  </a:cubicBezTo>
                  <a:cubicBezTo>
                    <a:pt x="1254" y="6218"/>
                    <a:pt x="1261" y="6211"/>
                    <a:pt x="1272" y="6204"/>
                  </a:cubicBezTo>
                  <a:lnTo>
                    <a:pt x="1279" y="6201"/>
                  </a:lnTo>
                  <a:cubicBezTo>
                    <a:pt x="1286" y="6194"/>
                    <a:pt x="1293" y="6190"/>
                    <a:pt x="1303" y="6187"/>
                  </a:cubicBezTo>
                  <a:lnTo>
                    <a:pt x="1307" y="6187"/>
                  </a:lnTo>
                  <a:cubicBezTo>
                    <a:pt x="1317" y="6180"/>
                    <a:pt x="1328" y="6180"/>
                    <a:pt x="1342" y="6176"/>
                  </a:cubicBezTo>
                  <a:lnTo>
                    <a:pt x="1345" y="6176"/>
                  </a:lnTo>
                  <a:cubicBezTo>
                    <a:pt x="1356" y="6176"/>
                    <a:pt x="1363" y="6173"/>
                    <a:pt x="1373" y="6173"/>
                  </a:cubicBezTo>
                  <a:lnTo>
                    <a:pt x="1415" y="6173"/>
                  </a:lnTo>
                  <a:cubicBezTo>
                    <a:pt x="1426" y="6176"/>
                    <a:pt x="1440" y="6176"/>
                    <a:pt x="1450" y="6180"/>
                  </a:cubicBezTo>
                  <a:cubicBezTo>
                    <a:pt x="1513" y="6194"/>
                    <a:pt x="1562" y="6243"/>
                    <a:pt x="1580" y="6306"/>
                  </a:cubicBezTo>
                  <a:cubicBezTo>
                    <a:pt x="1587" y="6323"/>
                    <a:pt x="1590" y="6344"/>
                    <a:pt x="1590" y="6365"/>
                  </a:cubicBezTo>
                  <a:cubicBezTo>
                    <a:pt x="1597" y="6414"/>
                    <a:pt x="1601" y="6428"/>
                    <a:pt x="1636" y="6442"/>
                  </a:cubicBezTo>
                  <a:cubicBezTo>
                    <a:pt x="1646" y="6449"/>
                    <a:pt x="1657" y="6453"/>
                    <a:pt x="1671" y="6456"/>
                  </a:cubicBezTo>
                  <a:cubicBezTo>
                    <a:pt x="1683" y="6461"/>
                    <a:pt x="1696" y="6464"/>
                    <a:pt x="1709" y="6464"/>
                  </a:cubicBezTo>
                  <a:cubicBezTo>
                    <a:pt x="1722" y="6464"/>
                    <a:pt x="1736" y="6461"/>
                    <a:pt x="1748" y="6456"/>
                  </a:cubicBezTo>
                  <a:cubicBezTo>
                    <a:pt x="1762" y="6449"/>
                    <a:pt x="1769" y="6435"/>
                    <a:pt x="1769" y="6421"/>
                  </a:cubicBezTo>
                  <a:cubicBezTo>
                    <a:pt x="1769" y="6418"/>
                    <a:pt x="1769" y="6411"/>
                    <a:pt x="1769" y="6404"/>
                  </a:cubicBezTo>
                  <a:cubicBezTo>
                    <a:pt x="1769" y="6253"/>
                    <a:pt x="2000" y="6004"/>
                    <a:pt x="2028" y="5973"/>
                  </a:cubicBezTo>
                  <a:cubicBezTo>
                    <a:pt x="2038" y="5934"/>
                    <a:pt x="2045" y="5892"/>
                    <a:pt x="2049" y="5850"/>
                  </a:cubicBezTo>
                  <a:cubicBezTo>
                    <a:pt x="2066" y="5731"/>
                    <a:pt x="2087" y="5595"/>
                    <a:pt x="2164" y="5532"/>
                  </a:cubicBezTo>
                  <a:cubicBezTo>
                    <a:pt x="2213" y="5490"/>
                    <a:pt x="2288" y="5475"/>
                    <a:pt x="2374" y="5475"/>
                  </a:cubicBezTo>
                  <a:cubicBezTo>
                    <a:pt x="2461" y="5475"/>
                    <a:pt x="2560" y="5490"/>
                    <a:pt x="2658" y="5507"/>
                  </a:cubicBezTo>
                  <a:lnTo>
                    <a:pt x="2718" y="5514"/>
                  </a:lnTo>
                  <a:cubicBezTo>
                    <a:pt x="2718" y="5515"/>
                    <a:pt x="2719" y="5515"/>
                    <a:pt x="2720" y="5515"/>
                  </a:cubicBezTo>
                  <a:cubicBezTo>
                    <a:pt x="2735" y="5515"/>
                    <a:pt x="2768" y="5485"/>
                    <a:pt x="2795" y="5462"/>
                  </a:cubicBezTo>
                  <a:cubicBezTo>
                    <a:pt x="2832" y="5427"/>
                    <a:pt x="2890" y="5372"/>
                    <a:pt x="2962" y="5372"/>
                  </a:cubicBezTo>
                  <a:cubicBezTo>
                    <a:pt x="2996" y="5372"/>
                    <a:pt x="3034" y="5385"/>
                    <a:pt x="3075" y="5420"/>
                  </a:cubicBezTo>
                  <a:cubicBezTo>
                    <a:pt x="3120" y="5458"/>
                    <a:pt x="3190" y="5462"/>
                    <a:pt x="3264" y="5465"/>
                  </a:cubicBezTo>
                  <a:lnTo>
                    <a:pt x="3295" y="5465"/>
                  </a:lnTo>
                  <a:cubicBezTo>
                    <a:pt x="3320" y="5469"/>
                    <a:pt x="3341" y="5469"/>
                    <a:pt x="3365" y="5472"/>
                  </a:cubicBezTo>
                  <a:cubicBezTo>
                    <a:pt x="3425" y="5479"/>
                    <a:pt x="3477" y="5507"/>
                    <a:pt x="3516" y="5553"/>
                  </a:cubicBezTo>
                  <a:cubicBezTo>
                    <a:pt x="3544" y="5584"/>
                    <a:pt x="3565" y="5619"/>
                    <a:pt x="3586" y="5658"/>
                  </a:cubicBezTo>
                  <a:lnTo>
                    <a:pt x="3603" y="5696"/>
                  </a:lnTo>
                  <a:cubicBezTo>
                    <a:pt x="3631" y="5752"/>
                    <a:pt x="3673" y="5829"/>
                    <a:pt x="3705" y="5840"/>
                  </a:cubicBezTo>
                  <a:cubicBezTo>
                    <a:pt x="3719" y="5840"/>
                    <a:pt x="3729" y="5836"/>
                    <a:pt x="3740" y="5829"/>
                  </a:cubicBezTo>
                  <a:cubicBezTo>
                    <a:pt x="3890" y="5742"/>
                    <a:pt x="4055" y="5696"/>
                    <a:pt x="4226" y="5689"/>
                  </a:cubicBezTo>
                  <a:cubicBezTo>
                    <a:pt x="4296" y="5689"/>
                    <a:pt x="4387" y="5745"/>
                    <a:pt x="4513" y="5829"/>
                  </a:cubicBezTo>
                  <a:cubicBezTo>
                    <a:pt x="4562" y="5864"/>
                    <a:pt x="4615" y="5896"/>
                    <a:pt x="4667" y="5920"/>
                  </a:cubicBezTo>
                  <a:cubicBezTo>
                    <a:pt x="4724" y="5939"/>
                    <a:pt x="4845" y="5953"/>
                    <a:pt x="4955" y="5953"/>
                  </a:cubicBezTo>
                  <a:cubicBezTo>
                    <a:pt x="5037" y="5953"/>
                    <a:pt x="5113" y="5945"/>
                    <a:pt x="5151" y="5924"/>
                  </a:cubicBezTo>
                  <a:cubicBezTo>
                    <a:pt x="5189" y="5899"/>
                    <a:pt x="5228" y="5868"/>
                    <a:pt x="5263" y="5833"/>
                  </a:cubicBezTo>
                  <a:cubicBezTo>
                    <a:pt x="5351" y="5751"/>
                    <a:pt x="5452" y="5657"/>
                    <a:pt x="5568" y="5657"/>
                  </a:cubicBezTo>
                  <a:cubicBezTo>
                    <a:pt x="5576" y="5657"/>
                    <a:pt x="5584" y="5657"/>
                    <a:pt x="5592" y="5658"/>
                  </a:cubicBezTo>
                  <a:cubicBezTo>
                    <a:pt x="5635" y="5660"/>
                    <a:pt x="5680" y="5661"/>
                    <a:pt x="5724" y="5661"/>
                  </a:cubicBezTo>
                  <a:cubicBezTo>
                    <a:pt x="5768" y="5661"/>
                    <a:pt x="5812" y="5660"/>
                    <a:pt x="5854" y="5658"/>
                  </a:cubicBezTo>
                  <a:cubicBezTo>
                    <a:pt x="5941" y="5655"/>
                    <a:pt x="6015" y="5653"/>
                    <a:pt x="6078" y="5653"/>
                  </a:cubicBezTo>
                  <a:cubicBezTo>
                    <a:pt x="6191" y="5653"/>
                    <a:pt x="6268" y="5660"/>
                    <a:pt x="6313" y="5682"/>
                  </a:cubicBezTo>
                  <a:lnTo>
                    <a:pt x="6334" y="5693"/>
                  </a:lnTo>
                  <a:cubicBezTo>
                    <a:pt x="6407" y="5728"/>
                    <a:pt x="6546" y="5800"/>
                    <a:pt x="6656" y="5800"/>
                  </a:cubicBezTo>
                  <a:cubicBezTo>
                    <a:pt x="6677" y="5800"/>
                    <a:pt x="6697" y="5797"/>
                    <a:pt x="6715" y="5791"/>
                  </a:cubicBezTo>
                  <a:cubicBezTo>
                    <a:pt x="6775" y="5773"/>
                    <a:pt x="6842" y="5689"/>
                    <a:pt x="6901" y="5616"/>
                  </a:cubicBezTo>
                  <a:cubicBezTo>
                    <a:pt x="6971" y="5528"/>
                    <a:pt x="7034" y="5455"/>
                    <a:pt x="7108" y="5434"/>
                  </a:cubicBezTo>
                  <a:cubicBezTo>
                    <a:pt x="7118" y="5430"/>
                    <a:pt x="7129" y="5430"/>
                    <a:pt x="7139" y="5427"/>
                  </a:cubicBezTo>
                  <a:lnTo>
                    <a:pt x="7139" y="5427"/>
                  </a:lnTo>
                  <a:lnTo>
                    <a:pt x="7087" y="5434"/>
                  </a:lnTo>
                  <a:lnTo>
                    <a:pt x="7087" y="5392"/>
                  </a:lnTo>
                  <a:lnTo>
                    <a:pt x="7087" y="5378"/>
                  </a:lnTo>
                  <a:lnTo>
                    <a:pt x="7087" y="5332"/>
                  </a:lnTo>
                  <a:cubicBezTo>
                    <a:pt x="7087" y="5168"/>
                    <a:pt x="7108" y="5115"/>
                    <a:pt x="7139" y="5052"/>
                  </a:cubicBezTo>
                  <a:cubicBezTo>
                    <a:pt x="7171" y="4989"/>
                    <a:pt x="7192" y="4923"/>
                    <a:pt x="7202" y="4853"/>
                  </a:cubicBezTo>
                  <a:cubicBezTo>
                    <a:pt x="7251" y="4541"/>
                    <a:pt x="7972" y="3820"/>
                    <a:pt x="8088" y="3718"/>
                  </a:cubicBezTo>
                  <a:cubicBezTo>
                    <a:pt x="8112" y="3648"/>
                    <a:pt x="8137" y="3267"/>
                    <a:pt x="8137" y="2406"/>
                  </a:cubicBezTo>
                  <a:cubicBezTo>
                    <a:pt x="8144" y="2199"/>
                    <a:pt x="8179" y="1996"/>
                    <a:pt x="8238" y="1800"/>
                  </a:cubicBezTo>
                  <a:cubicBezTo>
                    <a:pt x="8263" y="1744"/>
                    <a:pt x="8252" y="1674"/>
                    <a:pt x="8207" y="1625"/>
                  </a:cubicBezTo>
                  <a:cubicBezTo>
                    <a:pt x="8154" y="1562"/>
                    <a:pt x="8130" y="1478"/>
                    <a:pt x="8137" y="1390"/>
                  </a:cubicBezTo>
                  <a:cubicBezTo>
                    <a:pt x="8144" y="1296"/>
                    <a:pt x="8081" y="1205"/>
                    <a:pt x="8018" y="1121"/>
                  </a:cubicBezTo>
                  <a:cubicBezTo>
                    <a:pt x="7962" y="1044"/>
                    <a:pt x="7913" y="974"/>
                    <a:pt x="7913" y="897"/>
                  </a:cubicBezTo>
                  <a:lnTo>
                    <a:pt x="7913" y="876"/>
                  </a:lnTo>
                  <a:lnTo>
                    <a:pt x="7913" y="872"/>
                  </a:lnTo>
                  <a:lnTo>
                    <a:pt x="7913" y="855"/>
                  </a:lnTo>
                  <a:lnTo>
                    <a:pt x="7913" y="844"/>
                  </a:lnTo>
                  <a:lnTo>
                    <a:pt x="7913" y="823"/>
                  </a:lnTo>
                  <a:lnTo>
                    <a:pt x="7913" y="813"/>
                  </a:lnTo>
                  <a:lnTo>
                    <a:pt x="7913" y="785"/>
                  </a:lnTo>
                  <a:lnTo>
                    <a:pt x="7913" y="778"/>
                  </a:lnTo>
                  <a:cubicBezTo>
                    <a:pt x="7906" y="648"/>
                    <a:pt x="7895" y="452"/>
                    <a:pt x="7888" y="302"/>
                  </a:cubicBezTo>
                  <a:lnTo>
                    <a:pt x="7570" y="473"/>
                  </a:lnTo>
                  <a:lnTo>
                    <a:pt x="7489" y="519"/>
                  </a:lnTo>
                  <a:lnTo>
                    <a:pt x="7458" y="463"/>
                  </a:lnTo>
                  <a:cubicBezTo>
                    <a:pt x="7374" y="333"/>
                    <a:pt x="7262" y="225"/>
                    <a:pt x="7132" y="137"/>
                  </a:cubicBezTo>
                  <a:cubicBezTo>
                    <a:pt x="7122" y="130"/>
                    <a:pt x="7111" y="127"/>
                    <a:pt x="7101" y="120"/>
                  </a:cubicBezTo>
                  <a:lnTo>
                    <a:pt x="7083" y="113"/>
                  </a:lnTo>
                  <a:lnTo>
                    <a:pt x="7062" y="102"/>
                  </a:lnTo>
                  <a:lnTo>
                    <a:pt x="7041" y="95"/>
                  </a:lnTo>
                  <a:lnTo>
                    <a:pt x="7024" y="88"/>
                  </a:lnTo>
                  <a:lnTo>
                    <a:pt x="6999" y="78"/>
                  </a:lnTo>
                  <a:lnTo>
                    <a:pt x="6978" y="71"/>
                  </a:lnTo>
                  <a:lnTo>
                    <a:pt x="6954" y="64"/>
                  </a:lnTo>
                  <a:lnTo>
                    <a:pt x="6929" y="60"/>
                  </a:lnTo>
                  <a:lnTo>
                    <a:pt x="6905" y="53"/>
                  </a:lnTo>
                  <a:lnTo>
                    <a:pt x="6877" y="46"/>
                  </a:lnTo>
                  <a:lnTo>
                    <a:pt x="6856" y="43"/>
                  </a:lnTo>
                  <a:lnTo>
                    <a:pt x="6820" y="36"/>
                  </a:lnTo>
                  <a:lnTo>
                    <a:pt x="6803" y="32"/>
                  </a:lnTo>
                  <a:lnTo>
                    <a:pt x="6764" y="25"/>
                  </a:lnTo>
                  <a:lnTo>
                    <a:pt x="6754" y="25"/>
                  </a:lnTo>
                  <a:lnTo>
                    <a:pt x="6708" y="22"/>
                  </a:lnTo>
                  <a:lnTo>
                    <a:pt x="6698" y="22"/>
                  </a:lnTo>
                  <a:lnTo>
                    <a:pt x="6656" y="15"/>
                  </a:lnTo>
                  <a:lnTo>
                    <a:pt x="6642" y="15"/>
                  </a:lnTo>
                  <a:lnTo>
                    <a:pt x="6610" y="11"/>
                  </a:lnTo>
                  <a:lnTo>
                    <a:pt x="6565" y="11"/>
                  </a:lnTo>
                  <a:cubicBezTo>
                    <a:pt x="6502" y="4"/>
                    <a:pt x="6439" y="4"/>
                    <a:pt x="6379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65" name="Google Shape;4723;p80">
              <a:extLst>
                <a:ext uri="{FF2B5EF4-FFF2-40B4-BE49-F238E27FC236}">
                  <a16:creationId xmlns:a16="http://schemas.microsoft.com/office/drawing/2014/main" id="{E664B4B3-2CFD-346E-F1C1-9EDBA718B17C}"/>
                </a:ext>
              </a:extLst>
            </p:cNvPr>
            <p:cNvSpPr/>
            <p:nvPr/>
          </p:nvSpPr>
          <p:spPr>
            <a:xfrm>
              <a:off x="2080902" y="1899970"/>
              <a:ext cx="244" cy="54"/>
            </a:xfrm>
            <a:custGeom>
              <a:avLst/>
              <a:gdLst/>
              <a:ahLst/>
              <a:cxnLst/>
              <a:rect l="l" t="t" r="r" b="b"/>
              <a:pathLst>
                <a:path w="18" h="4" extrusionOk="0">
                  <a:moveTo>
                    <a:pt x="18" y="0"/>
                  </a:moveTo>
                  <a:lnTo>
                    <a:pt x="0" y="4"/>
                  </a:lnTo>
                  <a:lnTo>
                    <a:pt x="4" y="4"/>
                  </a:lnTo>
                  <a:lnTo>
                    <a:pt x="18" y="0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66" name="Google Shape;4724;p80">
              <a:extLst>
                <a:ext uri="{FF2B5EF4-FFF2-40B4-BE49-F238E27FC236}">
                  <a16:creationId xmlns:a16="http://schemas.microsoft.com/office/drawing/2014/main" id="{FBAF9187-FBF2-545C-AAB3-55759EC74116}"/>
                </a:ext>
              </a:extLst>
            </p:cNvPr>
            <p:cNvSpPr/>
            <p:nvPr/>
          </p:nvSpPr>
          <p:spPr>
            <a:xfrm>
              <a:off x="2147120" y="1866841"/>
              <a:ext cx="299" cy="109"/>
            </a:xfrm>
            <a:custGeom>
              <a:avLst/>
              <a:gdLst/>
              <a:ahLst/>
              <a:cxnLst/>
              <a:rect l="l" t="t" r="r" b="b"/>
              <a:pathLst>
                <a:path w="22" h="8" extrusionOk="0">
                  <a:moveTo>
                    <a:pt x="0" y="0"/>
                  </a:moveTo>
                  <a:lnTo>
                    <a:pt x="21" y="7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67" name="Google Shape;4725;p80">
              <a:extLst>
                <a:ext uri="{FF2B5EF4-FFF2-40B4-BE49-F238E27FC236}">
                  <a16:creationId xmlns:a16="http://schemas.microsoft.com/office/drawing/2014/main" id="{80697F6F-F89F-5A77-E52D-A36C009D72A7}"/>
                </a:ext>
              </a:extLst>
            </p:cNvPr>
            <p:cNvSpPr/>
            <p:nvPr/>
          </p:nvSpPr>
          <p:spPr>
            <a:xfrm>
              <a:off x="2138131" y="1865510"/>
              <a:ext cx="2525" cy="149"/>
            </a:xfrm>
            <a:custGeom>
              <a:avLst/>
              <a:gdLst/>
              <a:ahLst/>
              <a:cxnLst/>
              <a:rect l="l" t="t" r="r" b="b"/>
              <a:pathLst>
                <a:path w="186" h="11" extrusionOk="0">
                  <a:moveTo>
                    <a:pt x="0" y="0"/>
                  </a:moveTo>
                  <a:cubicBezTo>
                    <a:pt x="46" y="0"/>
                    <a:pt x="112" y="4"/>
                    <a:pt x="186" y="11"/>
                  </a:cubicBezTo>
                  <a:cubicBezTo>
                    <a:pt x="119" y="4"/>
                    <a:pt x="56" y="0"/>
                    <a:pt x="0" y="0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68" name="Google Shape;4726;p80">
              <a:extLst>
                <a:ext uri="{FF2B5EF4-FFF2-40B4-BE49-F238E27FC236}">
                  <a16:creationId xmlns:a16="http://schemas.microsoft.com/office/drawing/2014/main" id="{0E900805-A3BF-11C5-1393-88AB35093858}"/>
                </a:ext>
              </a:extLst>
            </p:cNvPr>
            <p:cNvSpPr/>
            <p:nvPr/>
          </p:nvSpPr>
          <p:spPr>
            <a:xfrm>
              <a:off x="2140888" y="1865646"/>
              <a:ext cx="339" cy="68"/>
            </a:xfrm>
            <a:custGeom>
              <a:avLst/>
              <a:gdLst/>
              <a:ahLst/>
              <a:cxnLst/>
              <a:rect l="l" t="t" r="r" b="b"/>
              <a:pathLst>
                <a:path w="25" h="5" extrusionOk="0">
                  <a:moveTo>
                    <a:pt x="0" y="1"/>
                  </a:moveTo>
                  <a:lnTo>
                    <a:pt x="25" y="4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69" name="Google Shape;4727;p80">
              <a:extLst>
                <a:ext uri="{FF2B5EF4-FFF2-40B4-BE49-F238E27FC236}">
                  <a16:creationId xmlns:a16="http://schemas.microsoft.com/office/drawing/2014/main" id="{13182400-29AE-0B8F-E0A4-07DD44FAC88C}"/>
                </a:ext>
              </a:extLst>
            </p:cNvPr>
            <p:cNvSpPr/>
            <p:nvPr/>
          </p:nvSpPr>
          <p:spPr>
            <a:xfrm>
              <a:off x="2145219" y="1866311"/>
              <a:ext cx="339" cy="68"/>
            </a:xfrm>
            <a:custGeom>
              <a:avLst/>
              <a:gdLst/>
              <a:ahLst/>
              <a:cxnLst/>
              <a:rect l="l" t="t" r="r" b="b"/>
              <a:pathLst>
                <a:path w="25" h="5" extrusionOk="0">
                  <a:moveTo>
                    <a:pt x="0" y="1"/>
                  </a:moveTo>
                  <a:lnTo>
                    <a:pt x="25" y="4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70" name="Google Shape;4728;p80">
              <a:extLst>
                <a:ext uri="{FF2B5EF4-FFF2-40B4-BE49-F238E27FC236}">
                  <a16:creationId xmlns:a16="http://schemas.microsoft.com/office/drawing/2014/main" id="{05BB369D-27DA-7E07-262B-C598125C82A8}"/>
                </a:ext>
              </a:extLst>
            </p:cNvPr>
            <p:cNvSpPr/>
            <p:nvPr/>
          </p:nvSpPr>
          <p:spPr>
            <a:xfrm>
              <a:off x="2147690" y="1867071"/>
              <a:ext cx="204" cy="163"/>
            </a:xfrm>
            <a:custGeom>
              <a:avLst/>
              <a:gdLst/>
              <a:ahLst/>
              <a:cxnLst/>
              <a:rect l="l" t="t" r="r" b="b"/>
              <a:pathLst>
                <a:path w="15" h="12" extrusionOk="0">
                  <a:moveTo>
                    <a:pt x="0" y="1"/>
                  </a:moveTo>
                  <a:lnTo>
                    <a:pt x="14" y="11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71" name="Google Shape;4729;p80">
              <a:extLst>
                <a:ext uri="{FF2B5EF4-FFF2-40B4-BE49-F238E27FC236}">
                  <a16:creationId xmlns:a16="http://schemas.microsoft.com/office/drawing/2014/main" id="{12FDC0B5-293F-6117-261C-E9212144B35F}"/>
                </a:ext>
              </a:extLst>
            </p:cNvPr>
            <p:cNvSpPr/>
            <p:nvPr/>
          </p:nvSpPr>
          <p:spPr>
            <a:xfrm>
              <a:off x="2144554" y="1866175"/>
              <a:ext cx="285" cy="54"/>
            </a:xfrm>
            <a:custGeom>
              <a:avLst/>
              <a:gdLst/>
              <a:ahLst/>
              <a:cxnLst/>
              <a:rect l="l" t="t" r="r" b="b"/>
              <a:pathLst>
                <a:path w="21" h="4" extrusionOk="0">
                  <a:moveTo>
                    <a:pt x="0" y="0"/>
                  </a:moveTo>
                  <a:lnTo>
                    <a:pt x="21" y="4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72" name="Google Shape;4730;p80">
              <a:extLst>
                <a:ext uri="{FF2B5EF4-FFF2-40B4-BE49-F238E27FC236}">
                  <a16:creationId xmlns:a16="http://schemas.microsoft.com/office/drawing/2014/main" id="{2AFFBAC5-DB23-79B5-6B44-C439BA21767A}"/>
                </a:ext>
              </a:extLst>
            </p:cNvPr>
            <p:cNvSpPr/>
            <p:nvPr/>
          </p:nvSpPr>
          <p:spPr>
            <a:xfrm>
              <a:off x="2146495" y="1866650"/>
              <a:ext cx="353" cy="109"/>
            </a:xfrm>
            <a:custGeom>
              <a:avLst/>
              <a:gdLst/>
              <a:ahLst/>
              <a:cxnLst/>
              <a:rect l="l" t="t" r="r" b="b"/>
              <a:pathLst>
                <a:path w="26" h="8" extrusionOk="0">
                  <a:moveTo>
                    <a:pt x="1" y="0"/>
                  </a:moveTo>
                  <a:lnTo>
                    <a:pt x="25" y="7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73" name="Google Shape;4731;p80">
              <a:extLst>
                <a:ext uri="{FF2B5EF4-FFF2-40B4-BE49-F238E27FC236}">
                  <a16:creationId xmlns:a16="http://schemas.microsoft.com/office/drawing/2014/main" id="{2A58B4DD-6F15-BB33-964E-076A95974683}"/>
                </a:ext>
              </a:extLst>
            </p:cNvPr>
            <p:cNvSpPr/>
            <p:nvPr/>
          </p:nvSpPr>
          <p:spPr>
            <a:xfrm>
              <a:off x="2145884" y="1866460"/>
              <a:ext cx="339" cy="109"/>
            </a:xfrm>
            <a:custGeom>
              <a:avLst/>
              <a:gdLst/>
              <a:ahLst/>
              <a:cxnLst/>
              <a:rect l="l" t="t" r="r" b="b"/>
              <a:pathLst>
                <a:path w="25" h="8" extrusionOk="0">
                  <a:moveTo>
                    <a:pt x="0" y="0"/>
                  </a:moveTo>
                  <a:lnTo>
                    <a:pt x="25" y="7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74" name="Google Shape;4732;p80">
              <a:extLst>
                <a:ext uri="{FF2B5EF4-FFF2-40B4-BE49-F238E27FC236}">
                  <a16:creationId xmlns:a16="http://schemas.microsoft.com/office/drawing/2014/main" id="{C3F7B52B-C221-D3F7-59AC-35BB7081FFF6}"/>
                </a:ext>
              </a:extLst>
            </p:cNvPr>
            <p:cNvSpPr/>
            <p:nvPr/>
          </p:nvSpPr>
          <p:spPr>
            <a:xfrm>
              <a:off x="2153202" y="1872014"/>
              <a:ext cx="1059" cy="584"/>
            </a:xfrm>
            <a:custGeom>
              <a:avLst/>
              <a:gdLst/>
              <a:ahLst/>
              <a:cxnLst/>
              <a:rect l="l" t="t" r="r" b="b"/>
              <a:pathLst>
                <a:path w="78" h="43" extrusionOk="0">
                  <a:moveTo>
                    <a:pt x="77" y="1"/>
                  </a:moveTo>
                  <a:lnTo>
                    <a:pt x="0" y="43"/>
                  </a:lnTo>
                  <a:lnTo>
                    <a:pt x="0" y="43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75" name="Google Shape;4733;p80">
              <a:extLst>
                <a:ext uri="{FF2B5EF4-FFF2-40B4-BE49-F238E27FC236}">
                  <a16:creationId xmlns:a16="http://schemas.microsoft.com/office/drawing/2014/main" id="{BE9781A7-2F73-594B-5964-F1236F0B70F8}"/>
                </a:ext>
              </a:extLst>
            </p:cNvPr>
            <p:cNvSpPr/>
            <p:nvPr/>
          </p:nvSpPr>
          <p:spPr>
            <a:xfrm>
              <a:off x="2143875" y="1866026"/>
              <a:ext cx="204" cy="68"/>
            </a:xfrm>
            <a:custGeom>
              <a:avLst/>
              <a:gdLst/>
              <a:ahLst/>
              <a:cxnLst/>
              <a:rect l="l" t="t" r="r" b="b"/>
              <a:pathLst>
                <a:path w="15" h="5" extrusionOk="0">
                  <a:moveTo>
                    <a:pt x="1" y="1"/>
                  </a:moveTo>
                  <a:lnTo>
                    <a:pt x="15" y="4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76" name="Google Shape;4734;p80">
              <a:extLst>
                <a:ext uri="{FF2B5EF4-FFF2-40B4-BE49-F238E27FC236}">
                  <a16:creationId xmlns:a16="http://schemas.microsoft.com/office/drawing/2014/main" id="{E0552F54-B25E-1720-A186-10426EC2CDB9}"/>
                </a:ext>
              </a:extLst>
            </p:cNvPr>
            <p:cNvSpPr/>
            <p:nvPr/>
          </p:nvSpPr>
          <p:spPr>
            <a:xfrm>
              <a:off x="2143169" y="1865931"/>
              <a:ext cx="149" cy="14"/>
            </a:xfrm>
            <a:custGeom>
              <a:avLst/>
              <a:gdLst/>
              <a:ahLst/>
              <a:cxnLst/>
              <a:rect l="l" t="t" r="r" b="b"/>
              <a:pathLst>
                <a:path w="11" h="1" extrusionOk="0">
                  <a:moveTo>
                    <a:pt x="0" y="1"/>
                  </a:moveTo>
                  <a:lnTo>
                    <a:pt x="11" y="1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77" name="Google Shape;4735;p80">
              <a:extLst>
                <a:ext uri="{FF2B5EF4-FFF2-40B4-BE49-F238E27FC236}">
                  <a16:creationId xmlns:a16="http://schemas.microsoft.com/office/drawing/2014/main" id="{D6334D6D-97D4-43BC-5995-16BF79D2199E}"/>
                </a:ext>
              </a:extLst>
            </p:cNvPr>
            <p:cNvSpPr/>
            <p:nvPr/>
          </p:nvSpPr>
          <p:spPr>
            <a:xfrm>
              <a:off x="2141648" y="1865741"/>
              <a:ext cx="204" cy="14"/>
            </a:xfrm>
            <a:custGeom>
              <a:avLst/>
              <a:gdLst/>
              <a:ahLst/>
              <a:cxnLst/>
              <a:rect l="l" t="t" r="r" b="b"/>
              <a:pathLst>
                <a:path w="15" h="1" extrusionOk="0">
                  <a:moveTo>
                    <a:pt x="0" y="1"/>
                  </a:moveTo>
                  <a:lnTo>
                    <a:pt x="14" y="1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78" name="Google Shape;4736;p80">
              <a:extLst>
                <a:ext uri="{FF2B5EF4-FFF2-40B4-BE49-F238E27FC236}">
                  <a16:creationId xmlns:a16="http://schemas.microsoft.com/office/drawing/2014/main" id="{4820771E-BE2C-541E-0C9F-F4DECEC02BE2}"/>
                </a:ext>
              </a:extLst>
            </p:cNvPr>
            <p:cNvSpPr/>
            <p:nvPr/>
          </p:nvSpPr>
          <p:spPr>
            <a:xfrm>
              <a:off x="2142449" y="1865836"/>
              <a:ext cx="109" cy="14"/>
            </a:xfrm>
            <a:custGeom>
              <a:avLst/>
              <a:gdLst/>
              <a:ahLst/>
              <a:cxnLst/>
              <a:rect l="l" t="t" r="r" b="b"/>
              <a:pathLst>
                <a:path w="8" h="1" extrusionOk="0">
                  <a:moveTo>
                    <a:pt x="1" y="1"/>
                  </a:moveTo>
                  <a:lnTo>
                    <a:pt x="8" y="1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79" name="Google Shape;4737;p80">
              <a:extLst>
                <a:ext uri="{FF2B5EF4-FFF2-40B4-BE49-F238E27FC236}">
                  <a16:creationId xmlns:a16="http://schemas.microsoft.com/office/drawing/2014/main" id="{0F3C3CEC-FA9D-8F8B-61A4-08827E15B612}"/>
                </a:ext>
              </a:extLst>
            </p:cNvPr>
            <p:cNvSpPr/>
            <p:nvPr/>
          </p:nvSpPr>
          <p:spPr>
            <a:xfrm>
              <a:off x="2122300" y="1942359"/>
              <a:ext cx="4481" cy="2539"/>
            </a:xfrm>
            <a:custGeom>
              <a:avLst/>
              <a:gdLst/>
              <a:ahLst/>
              <a:cxnLst/>
              <a:rect l="l" t="t" r="r" b="b"/>
              <a:pathLst>
                <a:path w="330" h="187" extrusionOk="0">
                  <a:moveTo>
                    <a:pt x="1" y="186"/>
                  </a:moveTo>
                  <a:cubicBezTo>
                    <a:pt x="95" y="99"/>
                    <a:pt x="204" y="1"/>
                    <a:pt x="330" y="11"/>
                  </a:cubicBezTo>
                  <a:cubicBezTo>
                    <a:pt x="204" y="1"/>
                    <a:pt x="95" y="99"/>
                    <a:pt x="1" y="186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80" name="Google Shape;4738;p80">
              <a:extLst>
                <a:ext uri="{FF2B5EF4-FFF2-40B4-BE49-F238E27FC236}">
                  <a16:creationId xmlns:a16="http://schemas.microsoft.com/office/drawing/2014/main" id="{09BB9783-190E-CFC6-E6DA-111AFF2BBC2D}"/>
                </a:ext>
              </a:extLst>
            </p:cNvPr>
            <p:cNvSpPr/>
            <p:nvPr/>
          </p:nvSpPr>
          <p:spPr>
            <a:xfrm>
              <a:off x="2074860" y="1952637"/>
              <a:ext cx="14" cy="244"/>
            </a:xfrm>
            <a:custGeom>
              <a:avLst/>
              <a:gdLst/>
              <a:ahLst/>
              <a:cxnLst/>
              <a:rect l="l" t="t" r="r" b="b"/>
              <a:pathLst>
                <a:path w="1" h="18" extrusionOk="0">
                  <a:moveTo>
                    <a:pt x="1" y="0"/>
                  </a:moveTo>
                  <a:cubicBezTo>
                    <a:pt x="1" y="7"/>
                    <a:pt x="1" y="11"/>
                    <a:pt x="1" y="18"/>
                  </a:cubicBezTo>
                  <a:cubicBezTo>
                    <a:pt x="1" y="11"/>
                    <a:pt x="1" y="7"/>
                    <a:pt x="1" y="0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81" name="Google Shape;4739;p80">
              <a:extLst>
                <a:ext uri="{FF2B5EF4-FFF2-40B4-BE49-F238E27FC236}">
                  <a16:creationId xmlns:a16="http://schemas.microsoft.com/office/drawing/2014/main" id="{A0BB1360-7AC2-F27F-16EF-DB8227077C5C}"/>
                </a:ext>
              </a:extLst>
            </p:cNvPr>
            <p:cNvSpPr/>
            <p:nvPr/>
          </p:nvSpPr>
          <p:spPr>
            <a:xfrm>
              <a:off x="2074575" y="1952868"/>
              <a:ext cx="299" cy="489"/>
            </a:xfrm>
            <a:custGeom>
              <a:avLst/>
              <a:gdLst/>
              <a:ahLst/>
              <a:cxnLst/>
              <a:rect l="l" t="t" r="r" b="b"/>
              <a:pathLst>
                <a:path w="22" h="36" extrusionOk="0">
                  <a:moveTo>
                    <a:pt x="22" y="1"/>
                  </a:moveTo>
                  <a:lnTo>
                    <a:pt x="22" y="1"/>
                  </a:lnTo>
                  <a:cubicBezTo>
                    <a:pt x="20" y="5"/>
                    <a:pt x="19" y="9"/>
                    <a:pt x="17" y="13"/>
                  </a:cubicBezTo>
                  <a:lnTo>
                    <a:pt x="17" y="13"/>
                  </a:lnTo>
                  <a:cubicBezTo>
                    <a:pt x="19" y="9"/>
                    <a:pt x="21" y="5"/>
                    <a:pt x="22" y="1"/>
                  </a:cubicBezTo>
                  <a:close/>
                  <a:moveTo>
                    <a:pt x="17" y="13"/>
                  </a:moveTo>
                  <a:cubicBezTo>
                    <a:pt x="14" y="23"/>
                    <a:pt x="8" y="31"/>
                    <a:pt x="1" y="36"/>
                  </a:cubicBezTo>
                  <a:lnTo>
                    <a:pt x="11" y="32"/>
                  </a:lnTo>
                  <a:cubicBezTo>
                    <a:pt x="13" y="26"/>
                    <a:pt x="15" y="20"/>
                    <a:pt x="17" y="13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82" name="Google Shape;4740;p80">
              <a:extLst>
                <a:ext uri="{FF2B5EF4-FFF2-40B4-BE49-F238E27FC236}">
                  <a16:creationId xmlns:a16="http://schemas.microsoft.com/office/drawing/2014/main" id="{AC65386C-A90B-08E8-C2D1-D36E8A0571A7}"/>
                </a:ext>
              </a:extLst>
            </p:cNvPr>
            <p:cNvSpPr/>
            <p:nvPr/>
          </p:nvSpPr>
          <p:spPr>
            <a:xfrm>
              <a:off x="2066741" y="1951822"/>
              <a:ext cx="54" cy="258"/>
            </a:xfrm>
            <a:custGeom>
              <a:avLst/>
              <a:gdLst/>
              <a:ahLst/>
              <a:cxnLst/>
              <a:rect l="l" t="t" r="r" b="b"/>
              <a:pathLst>
                <a:path w="4" h="19" extrusionOk="0">
                  <a:moveTo>
                    <a:pt x="4" y="1"/>
                  </a:moveTo>
                  <a:cubicBezTo>
                    <a:pt x="4" y="4"/>
                    <a:pt x="0" y="11"/>
                    <a:pt x="0" y="18"/>
                  </a:cubicBezTo>
                  <a:cubicBezTo>
                    <a:pt x="0" y="15"/>
                    <a:pt x="4" y="8"/>
                    <a:pt x="4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83" name="Google Shape;4741;p80">
              <a:extLst>
                <a:ext uri="{FF2B5EF4-FFF2-40B4-BE49-F238E27FC236}">
                  <a16:creationId xmlns:a16="http://schemas.microsoft.com/office/drawing/2014/main" id="{E27CFBE5-A288-A887-99A2-771E1F277D9E}"/>
                </a:ext>
              </a:extLst>
            </p:cNvPr>
            <p:cNvSpPr/>
            <p:nvPr/>
          </p:nvSpPr>
          <p:spPr>
            <a:xfrm>
              <a:off x="2067732" y="1949881"/>
              <a:ext cx="394" cy="299"/>
            </a:xfrm>
            <a:custGeom>
              <a:avLst/>
              <a:gdLst/>
              <a:ahLst/>
              <a:cxnLst/>
              <a:rect l="l" t="t" r="r" b="b"/>
              <a:pathLst>
                <a:path w="29" h="22" extrusionOk="0">
                  <a:moveTo>
                    <a:pt x="29" y="0"/>
                  </a:moveTo>
                  <a:cubicBezTo>
                    <a:pt x="18" y="7"/>
                    <a:pt x="11" y="11"/>
                    <a:pt x="1" y="21"/>
                  </a:cubicBezTo>
                  <a:cubicBezTo>
                    <a:pt x="11" y="11"/>
                    <a:pt x="18" y="7"/>
                    <a:pt x="29" y="0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84" name="Google Shape;4742;p80">
              <a:extLst>
                <a:ext uri="{FF2B5EF4-FFF2-40B4-BE49-F238E27FC236}">
                  <a16:creationId xmlns:a16="http://schemas.microsoft.com/office/drawing/2014/main" id="{E7E30EBC-6383-A581-77CB-22FBBC653895}"/>
                </a:ext>
              </a:extLst>
            </p:cNvPr>
            <p:cNvSpPr/>
            <p:nvPr/>
          </p:nvSpPr>
          <p:spPr>
            <a:xfrm>
              <a:off x="2067121" y="1950777"/>
              <a:ext cx="109" cy="258"/>
            </a:xfrm>
            <a:custGeom>
              <a:avLst/>
              <a:gdLst/>
              <a:ahLst/>
              <a:cxnLst/>
              <a:rect l="l" t="t" r="r" b="b"/>
              <a:pathLst>
                <a:path w="8" h="19" extrusionOk="0">
                  <a:moveTo>
                    <a:pt x="7" y="1"/>
                  </a:moveTo>
                  <a:cubicBezTo>
                    <a:pt x="4" y="8"/>
                    <a:pt x="0" y="11"/>
                    <a:pt x="0" y="18"/>
                  </a:cubicBezTo>
                  <a:cubicBezTo>
                    <a:pt x="4" y="11"/>
                    <a:pt x="7" y="8"/>
                    <a:pt x="7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85" name="Google Shape;4743;p80">
              <a:extLst>
                <a:ext uri="{FF2B5EF4-FFF2-40B4-BE49-F238E27FC236}">
                  <a16:creationId xmlns:a16="http://schemas.microsoft.com/office/drawing/2014/main" id="{99865DC4-5B02-72FA-65ED-23ECBB97DC5F}"/>
                </a:ext>
              </a:extLst>
            </p:cNvPr>
            <p:cNvSpPr/>
            <p:nvPr/>
          </p:nvSpPr>
          <p:spPr>
            <a:xfrm>
              <a:off x="2066877" y="1951347"/>
              <a:ext cx="109" cy="163"/>
            </a:xfrm>
            <a:custGeom>
              <a:avLst/>
              <a:gdLst/>
              <a:ahLst/>
              <a:cxnLst/>
              <a:rect l="l" t="t" r="r" b="b"/>
              <a:pathLst>
                <a:path w="8" h="12" extrusionOk="0">
                  <a:moveTo>
                    <a:pt x="8" y="1"/>
                  </a:moveTo>
                  <a:lnTo>
                    <a:pt x="1" y="11"/>
                  </a:lnTo>
                  <a:cubicBezTo>
                    <a:pt x="4" y="8"/>
                    <a:pt x="8" y="4"/>
                    <a:pt x="8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86" name="Google Shape;4744;p80">
              <a:extLst>
                <a:ext uri="{FF2B5EF4-FFF2-40B4-BE49-F238E27FC236}">
                  <a16:creationId xmlns:a16="http://schemas.microsoft.com/office/drawing/2014/main" id="{A8137A67-CF48-A103-BBAD-93D9AEBA5EAE}"/>
                </a:ext>
              </a:extLst>
            </p:cNvPr>
            <p:cNvSpPr/>
            <p:nvPr/>
          </p:nvSpPr>
          <p:spPr>
            <a:xfrm>
              <a:off x="2073530" y="1953343"/>
              <a:ext cx="1059" cy="122"/>
            </a:xfrm>
            <a:custGeom>
              <a:avLst/>
              <a:gdLst/>
              <a:ahLst/>
              <a:cxnLst/>
              <a:rect l="l" t="t" r="r" b="b"/>
              <a:pathLst>
                <a:path w="78" h="9" extrusionOk="0">
                  <a:moveTo>
                    <a:pt x="1" y="1"/>
                  </a:moveTo>
                  <a:cubicBezTo>
                    <a:pt x="13" y="6"/>
                    <a:pt x="25" y="8"/>
                    <a:pt x="38" y="8"/>
                  </a:cubicBezTo>
                  <a:lnTo>
                    <a:pt x="38" y="8"/>
                  </a:lnTo>
                  <a:cubicBezTo>
                    <a:pt x="26" y="7"/>
                    <a:pt x="13" y="5"/>
                    <a:pt x="1" y="1"/>
                  </a:cubicBezTo>
                  <a:close/>
                  <a:moveTo>
                    <a:pt x="78" y="1"/>
                  </a:moveTo>
                  <a:lnTo>
                    <a:pt x="78" y="1"/>
                  </a:lnTo>
                  <a:cubicBezTo>
                    <a:pt x="66" y="6"/>
                    <a:pt x="52" y="8"/>
                    <a:pt x="39" y="8"/>
                  </a:cubicBezTo>
                  <a:cubicBezTo>
                    <a:pt x="39" y="8"/>
                    <a:pt x="39" y="8"/>
                    <a:pt x="38" y="8"/>
                  </a:cubicBezTo>
                  <a:lnTo>
                    <a:pt x="38" y="8"/>
                  </a:lnTo>
                  <a:cubicBezTo>
                    <a:pt x="42" y="9"/>
                    <a:pt x="46" y="9"/>
                    <a:pt x="50" y="9"/>
                  </a:cubicBezTo>
                  <a:cubicBezTo>
                    <a:pt x="56" y="9"/>
                    <a:pt x="62" y="9"/>
                    <a:pt x="67" y="8"/>
                  </a:cubicBezTo>
                  <a:lnTo>
                    <a:pt x="78" y="1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87" name="Google Shape;4745;p80">
              <a:extLst>
                <a:ext uri="{FF2B5EF4-FFF2-40B4-BE49-F238E27FC236}">
                  <a16:creationId xmlns:a16="http://schemas.microsoft.com/office/drawing/2014/main" id="{F1868E6E-A3EB-4D81-E057-CE08836C5D9D}"/>
                </a:ext>
              </a:extLst>
            </p:cNvPr>
            <p:cNvSpPr/>
            <p:nvPr/>
          </p:nvSpPr>
          <p:spPr>
            <a:xfrm>
              <a:off x="2067352" y="1950166"/>
              <a:ext cx="394" cy="394"/>
            </a:xfrm>
            <a:custGeom>
              <a:avLst/>
              <a:gdLst/>
              <a:ahLst/>
              <a:cxnLst/>
              <a:rect l="l" t="t" r="r" b="b"/>
              <a:pathLst>
                <a:path w="29" h="29" extrusionOk="0">
                  <a:moveTo>
                    <a:pt x="1" y="28"/>
                  </a:moveTo>
                  <a:cubicBezTo>
                    <a:pt x="11" y="18"/>
                    <a:pt x="18" y="7"/>
                    <a:pt x="29" y="0"/>
                  </a:cubicBezTo>
                  <a:lnTo>
                    <a:pt x="29" y="0"/>
                  </a:lnTo>
                  <a:cubicBezTo>
                    <a:pt x="18" y="7"/>
                    <a:pt x="11" y="18"/>
                    <a:pt x="1" y="28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88" name="Google Shape;4746;p80">
              <a:extLst>
                <a:ext uri="{FF2B5EF4-FFF2-40B4-BE49-F238E27FC236}">
                  <a16:creationId xmlns:a16="http://schemas.microsoft.com/office/drawing/2014/main" id="{E29EE213-ECB3-6ACF-CEF5-3846CFDCCFB9}"/>
                </a:ext>
              </a:extLst>
            </p:cNvPr>
            <p:cNvSpPr/>
            <p:nvPr/>
          </p:nvSpPr>
          <p:spPr>
            <a:xfrm>
              <a:off x="2073054" y="1953153"/>
              <a:ext cx="489" cy="204"/>
            </a:xfrm>
            <a:custGeom>
              <a:avLst/>
              <a:gdLst/>
              <a:ahLst/>
              <a:cxnLst/>
              <a:rect l="l" t="t" r="r" b="b"/>
              <a:pathLst>
                <a:path w="36" h="15" extrusionOk="0">
                  <a:moveTo>
                    <a:pt x="36" y="15"/>
                  </a:moveTo>
                  <a:cubicBezTo>
                    <a:pt x="22" y="8"/>
                    <a:pt x="11" y="4"/>
                    <a:pt x="1" y="1"/>
                  </a:cubicBezTo>
                  <a:cubicBezTo>
                    <a:pt x="11" y="4"/>
                    <a:pt x="22" y="8"/>
                    <a:pt x="36" y="15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89" name="Google Shape;4747;p80">
              <a:extLst>
                <a:ext uri="{FF2B5EF4-FFF2-40B4-BE49-F238E27FC236}">
                  <a16:creationId xmlns:a16="http://schemas.microsoft.com/office/drawing/2014/main" id="{910763D8-335F-0F79-F9BC-FC05C12D3FE8}"/>
                </a:ext>
              </a:extLst>
            </p:cNvPr>
            <p:cNvSpPr/>
            <p:nvPr/>
          </p:nvSpPr>
          <p:spPr>
            <a:xfrm>
              <a:off x="2069633" y="1949446"/>
              <a:ext cx="353" cy="14"/>
            </a:xfrm>
            <a:custGeom>
              <a:avLst/>
              <a:gdLst/>
              <a:ahLst/>
              <a:cxnLst/>
              <a:rect l="l" t="t" r="r" b="b"/>
              <a:pathLst>
                <a:path w="26" h="1" extrusionOk="0">
                  <a:moveTo>
                    <a:pt x="1" y="1"/>
                  </a:moveTo>
                  <a:lnTo>
                    <a:pt x="25" y="1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90" name="Google Shape;4748;p80">
              <a:extLst>
                <a:ext uri="{FF2B5EF4-FFF2-40B4-BE49-F238E27FC236}">
                  <a16:creationId xmlns:a16="http://schemas.microsoft.com/office/drawing/2014/main" id="{5738E304-7E64-72D1-DAA8-8F7F933B35AC}"/>
                </a:ext>
              </a:extLst>
            </p:cNvPr>
            <p:cNvSpPr/>
            <p:nvPr/>
          </p:nvSpPr>
          <p:spPr>
            <a:xfrm>
              <a:off x="2069117" y="1949446"/>
              <a:ext cx="394" cy="14"/>
            </a:xfrm>
            <a:custGeom>
              <a:avLst/>
              <a:gdLst/>
              <a:ahLst/>
              <a:cxnLst/>
              <a:rect l="l" t="t" r="r" b="b"/>
              <a:pathLst>
                <a:path w="29" h="1" extrusionOk="0">
                  <a:moveTo>
                    <a:pt x="28" y="1"/>
                  </a:moveTo>
                  <a:cubicBezTo>
                    <a:pt x="18" y="1"/>
                    <a:pt x="11" y="1"/>
                    <a:pt x="0" y="1"/>
                  </a:cubicBezTo>
                  <a:cubicBezTo>
                    <a:pt x="11" y="1"/>
                    <a:pt x="18" y="1"/>
                    <a:pt x="28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91" name="Google Shape;4749;p80">
              <a:extLst>
                <a:ext uri="{FF2B5EF4-FFF2-40B4-BE49-F238E27FC236}">
                  <a16:creationId xmlns:a16="http://schemas.microsoft.com/office/drawing/2014/main" id="{FE83557F-17A9-6B69-526B-0F5C7F7B3A35}"/>
                </a:ext>
              </a:extLst>
            </p:cNvPr>
            <p:cNvSpPr/>
            <p:nvPr/>
          </p:nvSpPr>
          <p:spPr>
            <a:xfrm>
              <a:off x="2070067" y="1949500"/>
              <a:ext cx="2240" cy="1765"/>
            </a:xfrm>
            <a:custGeom>
              <a:avLst/>
              <a:gdLst/>
              <a:ahLst/>
              <a:cxnLst/>
              <a:rect l="l" t="t" r="r" b="b"/>
              <a:pathLst>
                <a:path w="165" h="130" extrusionOk="0">
                  <a:moveTo>
                    <a:pt x="35" y="7"/>
                  </a:moveTo>
                  <a:cubicBezTo>
                    <a:pt x="25" y="4"/>
                    <a:pt x="11" y="0"/>
                    <a:pt x="0" y="0"/>
                  </a:cubicBezTo>
                  <a:cubicBezTo>
                    <a:pt x="11" y="0"/>
                    <a:pt x="25" y="4"/>
                    <a:pt x="35" y="7"/>
                  </a:cubicBezTo>
                  <a:cubicBezTo>
                    <a:pt x="98" y="21"/>
                    <a:pt x="147" y="67"/>
                    <a:pt x="165" y="130"/>
                  </a:cubicBezTo>
                  <a:cubicBezTo>
                    <a:pt x="147" y="67"/>
                    <a:pt x="98" y="21"/>
                    <a:pt x="35" y="7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92" name="Google Shape;4750;p80">
              <a:extLst>
                <a:ext uri="{FF2B5EF4-FFF2-40B4-BE49-F238E27FC236}">
                  <a16:creationId xmlns:a16="http://schemas.microsoft.com/office/drawing/2014/main" id="{F0B6C3D6-3D41-8089-BEED-607E287A6DAE}"/>
                </a:ext>
              </a:extLst>
            </p:cNvPr>
            <p:cNvSpPr/>
            <p:nvPr/>
          </p:nvSpPr>
          <p:spPr>
            <a:xfrm>
              <a:off x="2068207" y="1949636"/>
              <a:ext cx="353" cy="204"/>
            </a:xfrm>
            <a:custGeom>
              <a:avLst/>
              <a:gdLst/>
              <a:ahLst/>
              <a:cxnLst/>
              <a:rect l="l" t="t" r="r" b="b"/>
              <a:pathLst>
                <a:path w="26" h="15" extrusionOk="0">
                  <a:moveTo>
                    <a:pt x="25" y="1"/>
                  </a:moveTo>
                  <a:cubicBezTo>
                    <a:pt x="15" y="4"/>
                    <a:pt x="8" y="8"/>
                    <a:pt x="1" y="15"/>
                  </a:cubicBezTo>
                  <a:cubicBezTo>
                    <a:pt x="8" y="8"/>
                    <a:pt x="15" y="4"/>
                    <a:pt x="25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93" name="Google Shape;4751;p80">
              <a:extLst>
                <a:ext uri="{FF2B5EF4-FFF2-40B4-BE49-F238E27FC236}">
                  <a16:creationId xmlns:a16="http://schemas.microsoft.com/office/drawing/2014/main" id="{3E655889-8DA6-65BF-BEDF-E89142A5433D}"/>
                </a:ext>
              </a:extLst>
            </p:cNvPr>
            <p:cNvSpPr/>
            <p:nvPr/>
          </p:nvSpPr>
          <p:spPr>
            <a:xfrm>
              <a:off x="2068587" y="1949500"/>
              <a:ext cx="489" cy="149"/>
            </a:xfrm>
            <a:custGeom>
              <a:avLst/>
              <a:gdLst/>
              <a:ahLst/>
              <a:cxnLst/>
              <a:rect l="l" t="t" r="r" b="b"/>
              <a:pathLst>
                <a:path w="36" h="11" extrusionOk="0">
                  <a:moveTo>
                    <a:pt x="36" y="0"/>
                  </a:moveTo>
                  <a:cubicBezTo>
                    <a:pt x="22" y="0"/>
                    <a:pt x="11" y="4"/>
                    <a:pt x="1" y="11"/>
                  </a:cubicBezTo>
                  <a:cubicBezTo>
                    <a:pt x="11" y="4"/>
                    <a:pt x="22" y="0"/>
                    <a:pt x="36" y="0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94" name="Google Shape;4752;p80">
              <a:extLst>
                <a:ext uri="{FF2B5EF4-FFF2-40B4-BE49-F238E27FC236}">
                  <a16:creationId xmlns:a16="http://schemas.microsoft.com/office/drawing/2014/main" id="{E07FF345-29F4-7914-5E63-B61B8F51F51F}"/>
                </a:ext>
              </a:extLst>
            </p:cNvPr>
            <p:cNvSpPr/>
            <p:nvPr/>
          </p:nvSpPr>
          <p:spPr>
            <a:xfrm>
              <a:off x="2074439" y="1953302"/>
              <a:ext cx="299" cy="149"/>
            </a:xfrm>
            <a:custGeom>
              <a:avLst/>
              <a:gdLst/>
              <a:ahLst/>
              <a:cxnLst/>
              <a:rect l="l" t="t" r="r" b="b"/>
              <a:pathLst>
                <a:path w="22" h="11" extrusionOk="0">
                  <a:moveTo>
                    <a:pt x="21" y="0"/>
                  </a:moveTo>
                  <a:cubicBezTo>
                    <a:pt x="20" y="0"/>
                    <a:pt x="20" y="0"/>
                    <a:pt x="19" y="1"/>
                  </a:cubicBezTo>
                  <a:lnTo>
                    <a:pt x="19" y="1"/>
                  </a:lnTo>
                  <a:lnTo>
                    <a:pt x="21" y="0"/>
                  </a:lnTo>
                  <a:close/>
                  <a:moveTo>
                    <a:pt x="19" y="1"/>
                  </a:moveTo>
                  <a:lnTo>
                    <a:pt x="11" y="4"/>
                  </a:lnTo>
                  <a:lnTo>
                    <a:pt x="0" y="11"/>
                  </a:lnTo>
                  <a:cubicBezTo>
                    <a:pt x="7" y="11"/>
                    <a:pt x="11" y="7"/>
                    <a:pt x="14" y="7"/>
                  </a:cubicBezTo>
                  <a:cubicBezTo>
                    <a:pt x="17" y="5"/>
                    <a:pt x="17" y="2"/>
                    <a:pt x="19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95" name="Google Shape;4753;p80">
              <a:extLst>
                <a:ext uri="{FF2B5EF4-FFF2-40B4-BE49-F238E27FC236}">
                  <a16:creationId xmlns:a16="http://schemas.microsoft.com/office/drawing/2014/main" id="{F6A4B19E-4A16-52B6-55E1-EB8E780DE64B}"/>
                </a:ext>
              </a:extLst>
            </p:cNvPr>
            <p:cNvSpPr/>
            <p:nvPr/>
          </p:nvSpPr>
          <p:spPr>
            <a:xfrm>
              <a:off x="2080902" y="1902386"/>
              <a:ext cx="54" cy="584"/>
            </a:xfrm>
            <a:custGeom>
              <a:avLst/>
              <a:gdLst/>
              <a:ahLst/>
              <a:cxnLst/>
              <a:rect l="l" t="t" r="r" b="b"/>
              <a:pathLst>
                <a:path w="4" h="43" extrusionOk="0">
                  <a:moveTo>
                    <a:pt x="0" y="1"/>
                  </a:moveTo>
                  <a:lnTo>
                    <a:pt x="0" y="43"/>
                  </a:lnTo>
                  <a:cubicBezTo>
                    <a:pt x="4" y="29"/>
                    <a:pt x="4" y="15"/>
                    <a:pt x="0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96" name="Google Shape;4754;p80">
              <a:extLst>
                <a:ext uri="{FF2B5EF4-FFF2-40B4-BE49-F238E27FC236}">
                  <a16:creationId xmlns:a16="http://schemas.microsoft.com/office/drawing/2014/main" id="{1A5EBCFE-B078-ED92-3272-D17A1EE3B303}"/>
                </a:ext>
              </a:extLst>
            </p:cNvPr>
            <p:cNvSpPr/>
            <p:nvPr/>
          </p:nvSpPr>
          <p:spPr>
            <a:xfrm>
              <a:off x="2080848" y="1900635"/>
              <a:ext cx="68" cy="679"/>
            </a:xfrm>
            <a:custGeom>
              <a:avLst/>
              <a:gdLst/>
              <a:ahLst/>
              <a:cxnLst/>
              <a:rect l="l" t="t" r="r" b="b"/>
              <a:pathLst>
                <a:path w="5" h="50" extrusionOk="0">
                  <a:moveTo>
                    <a:pt x="1" y="0"/>
                  </a:moveTo>
                  <a:lnTo>
                    <a:pt x="1" y="49"/>
                  </a:lnTo>
                  <a:cubicBezTo>
                    <a:pt x="4" y="35"/>
                    <a:pt x="4" y="18"/>
                    <a:pt x="1" y="0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97" name="Google Shape;4755;p80">
              <a:extLst>
                <a:ext uri="{FF2B5EF4-FFF2-40B4-BE49-F238E27FC236}">
                  <a16:creationId xmlns:a16="http://schemas.microsoft.com/office/drawing/2014/main" id="{144720A6-82E4-391C-449F-6EC962854A5F}"/>
                </a:ext>
              </a:extLst>
            </p:cNvPr>
            <p:cNvSpPr/>
            <p:nvPr/>
          </p:nvSpPr>
          <p:spPr>
            <a:xfrm>
              <a:off x="2080943" y="1903961"/>
              <a:ext cx="14" cy="530"/>
            </a:xfrm>
            <a:custGeom>
              <a:avLst/>
              <a:gdLst/>
              <a:ahLst/>
              <a:cxnLst/>
              <a:rect l="l" t="t" r="r" b="b"/>
              <a:pathLst>
                <a:path w="1" h="39" extrusionOk="0">
                  <a:moveTo>
                    <a:pt x="1" y="0"/>
                  </a:moveTo>
                  <a:lnTo>
                    <a:pt x="1" y="39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98" name="Google Shape;4756;p80">
              <a:extLst>
                <a:ext uri="{FF2B5EF4-FFF2-40B4-BE49-F238E27FC236}">
                  <a16:creationId xmlns:a16="http://schemas.microsoft.com/office/drawing/2014/main" id="{18299223-6E0F-CCB9-9BF8-2B08041A02E5}"/>
                </a:ext>
              </a:extLst>
            </p:cNvPr>
            <p:cNvSpPr/>
            <p:nvPr/>
          </p:nvSpPr>
          <p:spPr>
            <a:xfrm>
              <a:off x="2080753" y="1916032"/>
              <a:ext cx="68" cy="244"/>
            </a:xfrm>
            <a:custGeom>
              <a:avLst/>
              <a:gdLst/>
              <a:ahLst/>
              <a:cxnLst/>
              <a:rect l="l" t="t" r="r" b="b"/>
              <a:pathLst>
                <a:path w="5" h="18" extrusionOk="0">
                  <a:moveTo>
                    <a:pt x="4" y="0"/>
                  </a:moveTo>
                  <a:cubicBezTo>
                    <a:pt x="1" y="7"/>
                    <a:pt x="1" y="11"/>
                    <a:pt x="4" y="18"/>
                  </a:cubicBezTo>
                  <a:lnTo>
                    <a:pt x="4" y="0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99" name="Google Shape;4757;p80">
              <a:extLst>
                <a:ext uri="{FF2B5EF4-FFF2-40B4-BE49-F238E27FC236}">
                  <a16:creationId xmlns:a16="http://schemas.microsoft.com/office/drawing/2014/main" id="{CD1AF626-ECEB-F76A-7C9A-DBB472DD9AE4}"/>
                </a:ext>
              </a:extLst>
            </p:cNvPr>
            <p:cNvSpPr/>
            <p:nvPr/>
          </p:nvSpPr>
          <p:spPr>
            <a:xfrm>
              <a:off x="2080848" y="1914077"/>
              <a:ext cx="14" cy="258"/>
            </a:xfrm>
            <a:custGeom>
              <a:avLst/>
              <a:gdLst/>
              <a:ahLst/>
              <a:cxnLst/>
              <a:rect l="l" t="t" r="r" b="b"/>
              <a:pathLst>
                <a:path w="1" h="19" extrusionOk="0">
                  <a:moveTo>
                    <a:pt x="1" y="1"/>
                  </a:moveTo>
                  <a:lnTo>
                    <a:pt x="1" y="18"/>
                  </a:lnTo>
                  <a:cubicBezTo>
                    <a:pt x="1" y="15"/>
                    <a:pt x="1" y="8"/>
                    <a:pt x="1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00" name="Google Shape;4758;p80">
              <a:extLst>
                <a:ext uri="{FF2B5EF4-FFF2-40B4-BE49-F238E27FC236}">
                  <a16:creationId xmlns:a16="http://schemas.microsoft.com/office/drawing/2014/main" id="{0CDF331E-59CA-00F1-806B-A0A6EB38DD24}"/>
                </a:ext>
              </a:extLst>
            </p:cNvPr>
            <p:cNvSpPr/>
            <p:nvPr/>
          </p:nvSpPr>
          <p:spPr>
            <a:xfrm>
              <a:off x="2080563" y="1918449"/>
              <a:ext cx="14" cy="109"/>
            </a:xfrm>
            <a:custGeom>
              <a:avLst/>
              <a:gdLst/>
              <a:ahLst/>
              <a:cxnLst/>
              <a:rect l="l" t="t" r="r" b="b"/>
              <a:pathLst>
                <a:path w="1" h="8" extrusionOk="0">
                  <a:moveTo>
                    <a:pt x="1" y="1"/>
                  </a:moveTo>
                  <a:lnTo>
                    <a:pt x="1" y="8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01" name="Google Shape;4759;p80">
              <a:extLst>
                <a:ext uri="{FF2B5EF4-FFF2-40B4-BE49-F238E27FC236}">
                  <a16:creationId xmlns:a16="http://schemas.microsoft.com/office/drawing/2014/main" id="{4224DD14-0CE2-4C3B-B463-D76344154103}"/>
                </a:ext>
              </a:extLst>
            </p:cNvPr>
            <p:cNvSpPr/>
            <p:nvPr/>
          </p:nvSpPr>
          <p:spPr>
            <a:xfrm>
              <a:off x="2080617" y="1918164"/>
              <a:ext cx="14" cy="163"/>
            </a:xfrm>
            <a:custGeom>
              <a:avLst/>
              <a:gdLst/>
              <a:ahLst/>
              <a:cxnLst/>
              <a:rect l="l" t="t" r="r" b="b"/>
              <a:pathLst>
                <a:path w="1" h="12" extrusionOk="0">
                  <a:moveTo>
                    <a:pt x="0" y="1"/>
                  </a:moveTo>
                  <a:lnTo>
                    <a:pt x="0" y="11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02" name="Google Shape;4760;p80">
              <a:extLst>
                <a:ext uri="{FF2B5EF4-FFF2-40B4-BE49-F238E27FC236}">
                  <a16:creationId xmlns:a16="http://schemas.microsoft.com/office/drawing/2014/main" id="{197E656E-518B-9029-8009-CA999EDB31F6}"/>
                </a:ext>
              </a:extLst>
            </p:cNvPr>
            <p:cNvSpPr/>
            <p:nvPr/>
          </p:nvSpPr>
          <p:spPr>
            <a:xfrm>
              <a:off x="2080902" y="1913276"/>
              <a:ext cx="14" cy="299"/>
            </a:xfrm>
            <a:custGeom>
              <a:avLst/>
              <a:gdLst/>
              <a:ahLst/>
              <a:cxnLst/>
              <a:rect l="l" t="t" r="r" b="b"/>
              <a:pathLst>
                <a:path w="1" h="22" extrusionOk="0">
                  <a:moveTo>
                    <a:pt x="0" y="0"/>
                  </a:moveTo>
                  <a:lnTo>
                    <a:pt x="0" y="21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03" name="Google Shape;4761;p80">
              <a:extLst>
                <a:ext uri="{FF2B5EF4-FFF2-40B4-BE49-F238E27FC236}">
                  <a16:creationId xmlns:a16="http://schemas.microsoft.com/office/drawing/2014/main" id="{A4359175-E0F4-5725-536A-6F47FF76224A}"/>
                </a:ext>
              </a:extLst>
            </p:cNvPr>
            <p:cNvSpPr/>
            <p:nvPr/>
          </p:nvSpPr>
          <p:spPr>
            <a:xfrm>
              <a:off x="2080658" y="1917838"/>
              <a:ext cx="14" cy="149"/>
            </a:xfrm>
            <a:custGeom>
              <a:avLst/>
              <a:gdLst/>
              <a:ahLst/>
              <a:cxnLst/>
              <a:rect l="l" t="t" r="r" b="b"/>
              <a:pathLst>
                <a:path w="1" h="11" extrusionOk="0">
                  <a:moveTo>
                    <a:pt x="1" y="0"/>
                  </a:moveTo>
                  <a:lnTo>
                    <a:pt x="1" y="11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04" name="Google Shape;4762;p80">
              <a:extLst>
                <a:ext uri="{FF2B5EF4-FFF2-40B4-BE49-F238E27FC236}">
                  <a16:creationId xmlns:a16="http://schemas.microsoft.com/office/drawing/2014/main" id="{481441E4-8A21-A155-5931-545049479189}"/>
                </a:ext>
              </a:extLst>
            </p:cNvPr>
            <p:cNvSpPr/>
            <p:nvPr/>
          </p:nvSpPr>
          <p:spPr>
            <a:xfrm>
              <a:off x="2080522" y="1918693"/>
              <a:ext cx="14" cy="109"/>
            </a:xfrm>
            <a:custGeom>
              <a:avLst/>
              <a:gdLst/>
              <a:ahLst/>
              <a:cxnLst/>
              <a:rect l="l" t="t" r="r" b="b"/>
              <a:pathLst>
                <a:path w="1" h="8" extrusionOk="0">
                  <a:moveTo>
                    <a:pt x="0" y="0"/>
                  </a:moveTo>
                  <a:lnTo>
                    <a:pt x="0" y="7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05" name="Google Shape;4763;p80">
              <a:extLst>
                <a:ext uri="{FF2B5EF4-FFF2-40B4-BE49-F238E27FC236}">
                  <a16:creationId xmlns:a16="http://schemas.microsoft.com/office/drawing/2014/main" id="{0122A996-C96C-A7DC-C85F-E7D9927DEEA0}"/>
                </a:ext>
              </a:extLst>
            </p:cNvPr>
            <p:cNvSpPr/>
            <p:nvPr/>
          </p:nvSpPr>
          <p:spPr>
            <a:xfrm>
              <a:off x="2080373" y="1919209"/>
              <a:ext cx="14" cy="109"/>
            </a:xfrm>
            <a:custGeom>
              <a:avLst/>
              <a:gdLst/>
              <a:ahLst/>
              <a:cxnLst/>
              <a:rect l="l" t="t" r="r" b="b"/>
              <a:pathLst>
                <a:path w="1" h="8" extrusionOk="0">
                  <a:moveTo>
                    <a:pt x="1" y="1"/>
                  </a:moveTo>
                  <a:lnTo>
                    <a:pt x="1" y="8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06" name="Google Shape;4764;p80">
              <a:extLst>
                <a:ext uri="{FF2B5EF4-FFF2-40B4-BE49-F238E27FC236}">
                  <a16:creationId xmlns:a16="http://schemas.microsoft.com/office/drawing/2014/main" id="{77420BA7-ED5A-7157-9AB7-658C00848992}"/>
                </a:ext>
              </a:extLst>
            </p:cNvPr>
            <p:cNvSpPr/>
            <p:nvPr/>
          </p:nvSpPr>
          <p:spPr>
            <a:xfrm>
              <a:off x="2080468" y="1918924"/>
              <a:ext cx="14" cy="109"/>
            </a:xfrm>
            <a:custGeom>
              <a:avLst/>
              <a:gdLst/>
              <a:ahLst/>
              <a:cxnLst/>
              <a:rect l="l" t="t" r="r" b="b"/>
              <a:pathLst>
                <a:path w="1" h="8" extrusionOk="0">
                  <a:moveTo>
                    <a:pt x="1" y="1"/>
                  </a:moveTo>
                  <a:lnTo>
                    <a:pt x="1" y="8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07" name="Google Shape;4765;p80">
              <a:extLst>
                <a:ext uri="{FF2B5EF4-FFF2-40B4-BE49-F238E27FC236}">
                  <a16:creationId xmlns:a16="http://schemas.microsoft.com/office/drawing/2014/main" id="{36382DCE-3A29-BD62-DED2-512AE318376B}"/>
                </a:ext>
              </a:extLst>
            </p:cNvPr>
            <p:cNvSpPr/>
            <p:nvPr/>
          </p:nvSpPr>
          <p:spPr>
            <a:xfrm>
              <a:off x="2080427" y="1919073"/>
              <a:ext cx="14" cy="109"/>
            </a:xfrm>
            <a:custGeom>
              <a:avLst/>
              <a:gdLst/>
              <a:ahLst/>
              <a:cxnLst/>
              <a:rect l="l" t="t" r="r" b="b"/>
              <a:pathLst>
                <a:path w="1" h="8" extrusionOk="0">
                  <a:moveTo>
                    <a:pt x="0" y="0"/>
                  </a:moveTo>
                  <a:lnTo>
                    <a:pt x="0" y="7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08" name="Google Shape;4766;p80">
              <a:extLst>
                <a:ext uri="{FF2B5EF4-FFF2-40B4-BE49-F238E27FC236}">
                  <a16:creationId xmlns:a16="http://schemas.microsoft.com/office/drawing/2014/main" id="{480BC069-52C0-6FAF-9B09-842ED8061A40}"/>
                </a:ext>
              </a:extLst>
            </p:cNvPr>
            <p:cNvSpPr/>
            <p:nvPr/>
          </p:nvSpPr>
          <p:spPr>
            <a:xfrm>
              <a:off x="2080943" y="1910424"/>
              <a:ext cx="14" cy="394"/>
            </a:xfrm>
            <a:custGeom>
              <a:avLst/>
              <a:gdLst/>
              <a:ahLst/>
              <a:cxnLst/>
              <a:rect l="l" t="t" r="r" b="b"/>
              <a:pathLst>
                <a:path w="1" h="29" extrusionOk="0">
                  <a:moveTo>
                    <a:pt x="1" y="0"/>
                  </a:moveTo>
                  <a:lnTo>
                    <a:pt x="1" y="28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09" name="Google Shape;4767;p80">
              <a:extLst>
                <a:ext uri="{FF2B5EF4-FFF2-40B4-BE49-F238E27FC236}">
                  <a16:creationId xmlns:a16="http://schemas.microsoft.com/office/drawing/2014/main" id="{1C5EE070-F75D-1EC4-BAC2-2D2364E35219}"/>
                </a:ext>
              </a:extLst>
            </p:cNvPr>
            <p:cNvSpPr/>
            <p:nvPr/>
          </p:nvSpPr>
          <p:spPr>
            <a:xfrm>
              <a:off x="2080943" y="1911470"/>
              <a:ext cx="14" cy="14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1" y="0"/>
                  </a:move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10" name="Google Shape;4768;p80">
              <a:extLst>
                <a:ext uri="{FF2B5EF4-FFF2-40B4-BE49-F238E27FC236}">
                  <a16:creationId xmlns:a16="http://schemas.microsoft.com/office/drawing/2014/main" id="{B1B973B1-60BF-DF2D-FC24-E5D550ADB8CC}"/>
                </a:ext>
              </a:extLst>
            </p:cNvPr>
            <p:cNvSpPr/>
            <p:nvPr/>
          </p:nvSpPr>
          <p:spPr>
            <a:xfrm>
              <a:off x="2080902" y="1912420"/>
              <a:ext cx="54" cy="339"/>
            </a:xfrm>
            <a:custGeom>
              <a:avLst/>
              <a:gdLst/>
              <a:ahLst/>
              <a:cxnLst/>
              <a:rect l="l" t="t" r="r" b="b"/>
              <a:pathLst>
                <a:path w="4" h="25" extrusionOk="0">
                  <a:moveTo>
                    <a:pt x="4" y="0"/>
                  </a:moveTo>
                  <a:cubicBezTo>
                    <a:pt x="4" y="7"/>
                    <a:pt x="0" y="14"/>
                    <a:pt x="4" y="25"/>
                  </a:cubicBezTo>
                  <a:lnTo>
                    <a:pt x="4" y="0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11" name="Google Shape;4769;p80">
              <a:extLst>
                <a:ext uri="{FF2B5EF4-FFF2-40B4-BE49-F238E27FC236}">
                  <a16:creationId xmlns:a16="http://schemas.microsoft.com/office/drawing/2014/main" id="{44CF5465-0C09-1757-F4DB-E14BA711F437}"/>
                </a:ext>
              </a:extLst>
            </p:cNvPr>
            <p:cNvSpPr/>
            <p:nvPr/>
          </p:nvSpPr>
          <p:spPr>
            <a:xfrm>
              <a:off x="2080848" y="1914796"/>
              <a:ext cx="14" cy="244"/>
            </a:xfrm>
            <a:custGeom>
              <a:avLst/>
              <a:gdLst/>
              <a:ahLst/>
              <a:cxnLst/>
              <a:rect l="l" t="t" r="r" b="b"/>
              <a:pathLst>
                <a:path w="1" h="18" extrusionOk="0">
                  <a:moveTo>
                    <a:pt x="1" y="0"/>
                  </a:moveTo>
                  <a:lnTo>
                    <a:pt x="1" y="18"/>
                  </a:lnTo>
                  <a:cubicBezTo>
                    <a:pt x="1" y="14"/>
                    <a:pt x="1" y="7"/>
                    <a:pt x="1" y="0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12" name="Google Shape;4770;p80">
              <a:extLst>
                <a:ext uri="{FF2B5EF4-FFF2-40B4-BE49-F238E27FC236}">
                  <a16:creationId xmlns:a16="http://schemas.microsoft.com/office/drawing/2014/main" id="{01F67E3C-663F-AE5C-EDF3-1E20C9D6D6A6}"/>
                </a:ext>
              </a:extLst>
            </p:cNvPr>
            <p:cNvSpPr/>
            <p:nvPr/>
          </p:nvSpPr>
          <p:spPr>
            <a:xfrm>
              <a:off x="2080753" y="1916548"/>
              <a:ext cx="14" cy="258"/>
            </a:xfrm>
            <a:custGeom>
              <a:avLst/>
              <a:gdLst/>
              <a:ahLst/>
              <a:cxnLst/>
              <a:rect l="l" t="t" r="r" b="b"/>
              <a:pathLst>
                <a:path w="1" h="19" extrusionOk="0">
                  <a:moveTo>
                    <a:pt x="1" y="1"/>
                  </a:moveTo>
                  <a:lnTo>
                    <a:pt x="1" y="18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13" name="Google Shape;4771;p80">
              <a:extLst>
                <a:ext uri="{FF2B5EF4-FFF2-40B4-BE49-F238E27FC236}">
                  <a16:creationId xmlns:a16="http://schemas.microsoft.com/office/drawing/2014/main" id="{451B7DAA-C146-E80C-8164-5BF47E05A3AE}"/>
                </a:ext>
              </a:extLst>
            </p:cNvPr>
            <p:cNvSpPr/>
            <p:nvPr/>
          </p:nvSpPr>
          <p:spPr>
            <a:xfrm>
              <a:off x="2080712" y="1917077"/>
              <a:ext cx="14" cy="149"/>
            </a:xfrm>
            <a:custGeom>
              <a:avLst/>
              <a:gdLst/>
              <a:ahLst/>
              <a:cxnLst/>
              <a:rect l="l" t="t" r="r" b="b"/>
              <a:pathLst>
                <a:path w="1" h="11" extrusionOk="0">
                  <a:moveTo>
                    <a:pt x="0" y="0"/>
                  </a:moveTo>
                  <a:lnTo>
                    <a:pt x="0" y="11"/>
                  </a:lnTo>
                  <a:cubicBezTo>
                    <a:pt x="0" y="7"/>
                    <a:pt x="0" y="4"/>
                    <a:pt x="0" y="0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14" name="Google Shape;4772;p80">
              <a:extLst>
                <a:ext uri="{FF2B5EF4-FFF2-40B4-BE49-F238E27FC236}">
                  <a16:creationId xmlns:a16="http://schemas.microsoft.com/office/drawing/2014/main" id="{0179498D-B233-E727-978A-4D5E59A41427}"/>
                </a:ext>
              </a:extLst>
            </p:cNvPr>
            <p:cNvSpPr/>
            <p:nvPr/>
          </p:nvSpPr>
          <p:spPr>
            <a:xfrm>
              <a:off x="2080807" y="1915462"/>
              <a:ext cx="14" cy="244"/>
            </a:xfrm>
            <a:custGeom>
              <a:avLst/>
              <a:gdLst/>
              <a:ahLst/>
              <a:cxnLst/>
              <a:rect l="l" t="t" r="r" b="b"/>
              <a:pathLst>
                <a:path w="1" h="18" extrusionOk="0">
                  <a:moveTo>
                    <a:pt x="0" y="0"/>
                  </a:moveTo>
                  <a:lnTo>
                    <a:pt x="0" y="18"/>
                  </a:lnTo>
                  <a:cubicBezTo>
                    <a:pt x="0" y="11"/>
                    <a:pt x="0" y="4"/>
                    <a:pt x="0" y="0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15" name="Google Shape;4773;p80">
              <a:extLst>
                <a:ext uri="{FF2B5EF4-FFF2-40B4-BE49-F238E27FC236}">
                  <a16:creationId xmlns:a16="http://schemas.microsoft.com/office/drawing/2014/main" id="{6EBBFD4A-3BD2-8D72-E5A5-4C3A39F63D43}"/>
                </a:ext>
              </a:extLst>
            </p:cNvPr>
            <p:cNvSpPr/>
            <p:nvPr/>
          </p:nvSpPr>
          <p:spPr>
            <a:xfrm>
              <a:off x="2080658" y="1917457"/>
              <a:ext cx="14" cy="204"/>
            </a:xfrm>
            <a:custGeom>
              <a:avLst/>
              <a:gdLst/>
              <a:ahLst/>
              <a:cxnLst/>
              <a:rect l="l" t="t" r="r" b="b"/>
              <a:pathLst>
                <a:path w="1" h="15" extrusionOk="0">
                  <a:moveTo>
                    <a:pt x="1" y="0"/>
                  </a:moveTo>
                  <a:lnTo>
                    <a:pt x="1" y="14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16" name="Google Shape;4774;p80">
              <a:extLst>
                <a:ext uri="{FF2B5EF4-FFF2-40B4-BE49-F238E27FC236}">
                  <a16:creationId xmlns:a16="http://schemas.microsoft.com/office/drawing/2014/main" id="{A0A74129-757F-DBB7-6ADF-9253933E3AA3}"/>
                </a:ext>
              </a:extLst>
            </p:cNvPr>
            <p:cNvSpPr/>
            <p:nvPr/>
          </p:nvSpPr>
          <p:spPr>
            <a:xfrm>
              <a:off x="2050855" y="1932094"/>
              <a:ext cx="1629" cy="68"/>
            </a:xfrm>
            <a:custGeom>
              <a:avLst/>
              <a:gdLst/>
              <a:ahLst/>
              <a:cxnLst/>
              <a:rect l="l" t="t" r="r" b="b"/>
              <a:pathLst>
                <a:path w="120" h="5" extrusionOk="0">
                  <a:moveTo>
                    <a:pt x="120" y="1"/>
                  </a:moveTo>
                  <a:cubicBezTo>
                    <a:pt x="78" y="1"/>
                    <a:pt x="39" y="4"/>
                    <a:pt x="1" y="4"/>
                  </a:cubicBezTo>
                  <a:cubicBezTo>
                    <a:pt x="39" y="4"/>
                    <a:pt x="81" y="4"/>
                    <a:pt x="120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17" name="Google Shape;4775;p80">
              <a:extLst>
                <a:ext uri="{FF2B5EF4-FFF2-40B4-BE49-F238E27FC236}">
                  <a16:creationId xmlns:a16="http://schemas.microsoft.com/office/drawing/2014/main" id="{BCB985EA-1A69-EC3D-C433-B34DE1461E97}"/>
                </a:ext>
              </a:extLst>
            </p:cNvPr>
            <p:cNvSpPr/>
            <p:nvPr/>
          </p:nvSpPr>
          <p:spPr>
            <a:xfrm>
              <a:off x="2080943" y="1905482"/>
              <a:ext cx="14" cy="434"/>
            </a:xfrm>
            <a:custGeom>
              <a:avLst/>
              <a:gdLst/>
              <a:ahLst/>
              <a:cxnLst/>
              <a:rect l="l" t="t" r="r" b="b"/>
              <a:pathLst>
                <a:path w="1" h="32" extrusionOk="0">
                  <a:moveTo>
                    <a:pt x="1" y="0"/>
                  </a:moveTo>
                  <a:lnTo>
                    <a:pt x="1" y="32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18" name="Google Shape;4776;p80">
              <a:extLst>
                <a:ext uri="{FF2B5EF4-FFF2-40B4-BE49-F238E27FC236}">
                  <a16:creationId xmlns:a16="http://schemas.microsoft.com/office/drawing/2014/main" id="{A03459F8-480E-F4CD-E9CD-8F88651266A9}"/>
                </a:ext>
              </a:extLst>
            </p:cNvPr>
            <p:cNvSpPr/>
            <p:nvPr/>
          </p:nvSpPr>
          <p:spPr>
            <a:xfrm>
              <a:off x="2080943" y="1906813"/>
              <a:ext cx="14" cy="489"/>
            </a:xfrm>
            <a:custGeom>
              <a:avLst/>
              <a:gdLst/>
              <a:ahLst/>
              <a:cxnLst/>
              <a:rect l="l" t="t" r="r" b="b"/>
              <a:pathLst>
                <a:path w="1" h="36" extrusionOk="0">
                  <a:moveTo>
                    <a:pt x="1" y="0"/>
                  </a:moveTo>
                  <a:lnTo>
                    <a:pt x="1" y="35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19" name="Google Shape;4777;p80">
              <a:extLst>
                <a:ext uri="{FF2B5EF4-FFF2-40B4-BE49-F238E27FC236}">
                  <a16:creationId xmlns:a16="http://schemas.microsoft.com/office/drawing/2014/main" id="{5B2BD414-1163-900C-58A7-899B2B0FB8F7}"/>
                </a:ext>
              </a:extLst>
            </p:cNvPr>
            <p:cNvSpPr/>
            <p:nvPr/>
          </p:nvSpPr>
          <p:spPr>
            <a:xfrm>
              <a:off x="2054996" y="1931714"/>
              <a:ext cx="244" cy="109"/>
            </a:xfrm>
            <a:custGeom>
              <a:avLst/>
              <a:gdLst/>
              <a:ahLst/>
              <a:cxnLst/>
              <a:rect l="l" t="t" r="r" b="b"/>
              <a:pathLst>
                <a:path w="18" h="8" extrusionOk="0">
                  <a:moveTo>
                    <a:pt x="18" y="1"/>
                  </a:moveTo>
                  <a:lnTo>
                    <a:pt x="0" y="8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20" name="Google Shape;4778;p80">
              <a:extLst>
                <a:ext uri="{FF2B5EF4-FFF2-40B4-BE49-F238E27FC236}">
                  <a16:creationId xmlns:a16="http://schemas.microsoft.com/office/drawing/2014/main" id="{2B9C7F82-3E21-DBEC-F415-AB388709FA16}"/>
                </a:ext>
              </a:extLst>
            </p:cNvPr>
            <p:cNvSpPr/>
            <p:nvPr/>
          </p:nvSpPr>
          <p:spPr>
            <a:xfrm>
              <a:off x="2080943" y="1909325"/>
              <a:ext cx="14" cy="394"/>
            </a:xfrm>
            <a:custGeom>
              <a:avLst/>
              <a:gdLst/>
              <a:ahLst/>
              <a:cxnLst/>
              <a:rect l="l" t="t" r="r" b="b"/>
              <a:pathLst>
                <a:path w="1" h="29" extrusionOk="0">
                  <a:moveTo>
                    <a:pt x="1" y="1"/>
                  </a:moveTo>
                  <a:lnTo>
                    <a:pt x="1" y="29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21" name="Google Shape;4779;p80">
              <a:extLst>
                <a:ext uri="{FF2B5EF4-FFF2-40B4-BE49-F238E27FC236}">
                  <a16:creationId xmlns:a16="http://schemas.microsoft.com/office/drawing/2014/main" id="{EA689D55-AC70-7EEE-6C8E-705358CEC846}"/>
                </a:ext>
              </a:extLst>
            </p:cNvPr>
            <p:cNvSpPr/>
            <p:nvPr/>
          </p:nvSpPr>
          <p:spPr>
            <a:xfrm>
              <a:off x="2080943" y="1908089"/>
              <a:ext cx="14" cy="14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1" y="1"/>
                  </a:move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22" name="Google Shape;4780;p80">
              <a:extLst>
                <a:ext uri="{FF2B5EF4-FFF2-40B4-BE49-F238E27FC236}">
                  <a16:creationId xmlns:a16="http://schemas.microsoft.com/office/drawing/2014/main" id="{8738ADDE-6DB0-1379-1C7E-A3E6C973D6BC}"/>
                </a:ext>
              </a:extLst>
            </p:cNvPr>
            <p:cNvSpPr/>
            <p:nvPr/>
          </p:nvSpPr>
          <p:spPr>
            <a:xfrm>
              <a:off x="2062124" y="1929243"/>
              <a:ext cx="5906" cy="638"/>
            </a:xfrm>
            <a:custGeom>
              <a:avLst/>
              <a:gdLst/>
              <a:ahLst/>
              <a:cxnLst/>
              <a:rect l="l" t="t" r="r" b="b"/>
              <a:pathLst>
                <a:path w="435" h="47" extrusionOk="0">
                  <a:moveTo>
                    <a:pt x="435" y="1"/>
                  </a:moveTo>
                  <a:cubicBezTo>
                    <a:pt x="291" y="25"/>
                    <a:pt x="148" y="39"/>
                    <a:pt x="1" y="46"/>
                  </a:cubicBezTo>
                  <a:cubicBezTo>
                    <a:pt x="148" y="39"/>
                    <a:pt x="291" y="25"/>
                    <a:pt x="435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23" name="Google Shape;4781;p80">
              <a:extLst>
                <a:ext uri="{FF2B5EF4-FFF2-40B4-BE49-F238E27FC236}">
                  <a16:creationId xmlns:a16="http://schemas.microsoft.com/office/drawing/2014/main" id="{D5563386-216A-E6DC-B27C-F8C6D6D6D4B2}"/>
                </a:ext>
              </a:extLst>
            </p:cNvPr>
            <p:cNvSpPr/>
            <p:nvPr/>
          </p:nvSpPr>
          <p:spPr>
            <a:xfrm>
              <a:off x="2080237" y="1919548"/>
              <a:ext cx="14" cy="54"/>
            </a:xfrm>
            <a:custGeom>
              <a:avLst/>
              <a:gdLst/>
              <a:ahLst/>
              <a:cxnLst/>
              <a:rect l="l" t="t" r="r" b="b"/>
              <a:pathLst>
                <a:path w="1" h="4" extrusionOk="0">
                  <a:moveTo>
                    <a:pt x="0" y="1"/>
                  </a:moveTo>
                  <a:lnTo>
                    <a:pt x="0" y="4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24" name="Google Shape;4782;p80">
              <a:extLst>
                <a:ext uri="{FF2B5EF4-FFF2-40B4-BE49-F238E27FC236}">
                  <a16:creationId xmlns:a16="http://schemas.microsoft.com/office/drawing/2014/main" id="{02E00339-E33C-C9C9-913F-1496078788A0}"/>
                </a:ext>
              </a:extLst>
            </p:cNvPr>
            <p:cNvSpPr/>
            <p:nvPr/>
          </p:nvSpPr>
          <p:spPr>
            <a:xfrm>
              <a:off x="2080332" y="1919358"/>
              <a:ext cx="14" cy="54"/>
            </a:xfrm>
            <a:custGeom>
              <a:avLst/>
              <a:gdLst/>
              <a:ahLst/>
              <a:cxnLst/>
              <a:rect l="l" t="t" r="r" b="b"/>
              <a:pathLst>
                <a:path w="1" h="4" extrusionOk="0">
                  <a:moveTo>
                    <a:pt x="0" y="1"/>
                  </a:moveTo>
                  <a:lnTo>
                    <a:pt x="0" y="4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25" name="Google Shape;4783;p80">
              <a:extLst>
                <a:ext uri="{FF2B5EF4-FFF2-40B4-BE49-F238E27FC236}">
                  <a16:creationId xmlns:a16="http://schemas.microsoft.com/office/drawing/2014/main" id="{FA652C3C-1DFB-53B0-E858-787AE5241E0E}"/>
                </a:ext>
              </a:extLst>
            </p:cNvPr>
            <p:cNvSpPr/>
            <p:nvPr/>
          </p:nvSpPr>
          <p:spPr>
            <a:xfrm>
              <a:off x="2080278" y="1919453"/>
              <a:ext cx="14" cy="54"/>
            </a:xfrm>
            <a:custGeom>
              <a:avLst/>
              <a:gdLst/>
              <a:ahLst/>
              <a:cxnLst/>
              <a:rect l="l" t="t" r="r" b="b"/>
              <a:pathLst>
                <a:path w="1" h="4" extrusionOk="0">
                  <a:moveTo>
                    <a:pt x="1" y="1"/>
                  </a:moveTo>
                  <a:lnTo>
                    <a:pt x="1" y="4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26" name="Google Shape;4784;p80">
              <a:extLst>
                <a:ext uri="{FF2B5EF4-FFF2-40B4-BE49-F238E27FC236}">
                  <a16:creationId xmlns:a16="http://schemas.microsoft.com/office/drawing/2014/main" id="{DA8C3CA7-DF00-B195-3471-0E9F655429D4}"/>
                </a:ext>
              </a:extLst>
            </p:cNvPr>
            <p:cNvSpPr/>
            <p:nvPr/>
          </p:nvSpPr>
          <p:spPr>
            <a:xfrm>
              <a:off x="2080183" y="1919603"/>
              <a:ext cx="14" cy="54"/>
            </a:xfrm>
            <a:custGeom>
              <a:avLst/>
              <a:gdLst/>
              <a:ahLst/>
              <a:cxnLst/>
              <a:rect l="l" t="t" r="r" b="b"/>
              <a:pathLst>
                <a:path w="1" h="4" extrusionOk="0">
                  <a:moveTo>
                    <a:pt x="1" y="0"/>
                  </a:moveTo>
                  <a:lnTo>
                    <a:pt x="1" y="4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27" name="Google Shape;4785;p80">
              <a:extLst>
                <a:ext uri="{FF2B5EF4-FFF2-40B4-BE49-F238E27FC236}">
                  <a16:creationId xmlns:a16="http://schemas.microsoft.com/office/drawing/2014/main" id="{39708A44-A49C-DB41-BE54-534A2FC644DF}"/>
                </a:ext>
              </a:extLst>
            </p:cNvPr>
            <p:cNvSpPr/>
            <p:nvPr/>
          </p:nvSpPr>
          <p:spPr>
            <a:xfrm>
              <a:off x="2080142" y="1919643"/>
              <a:ext cx="14" cy="14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0" y="1"/>
                  </a:move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28" name="Google Shape;4786;p80">
              <a:extLst>
                <a:ext uri="{FF2B5EF4-FFF2-40B4-BE49-F238E27FC236}">
                  <a16:creationId xmlns:a16="http://schemas.microsoft.com/office/drawing/2014/main" id="{C281613F-35B2-84E5-5EA8-E3081D41E246}"/>
                </a:ext>
              </a:extLst>
            </p:cNvPr>
            <p:cNvSpPr/>
            <p:nvPr/>
          </p:nvSpPr>
          <p:spPr>
            <a:xfrm>
              <a:off x="2079992" y="1919739"/>
              <a:ext cx="109" cy="54"/>
            </a:xfrm>
            <a:custGeom>
              <a:avLst/>
              <a:gdLst/>
              <a:ahLst/>
              <a:cxnLst/>
              <a:rect l="l" t="t" r="r" b="b"/>
              <a:pathLst>
                <a:path w="8" h="4" extrusionOk="0">
                  <a:moveTo>
                    <a:pt x="8" y="1"/>
                  </a:moveTo>
                  <a:lnTo>
                    <a:pt x="1" y="4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29" name="Google Shape;4787;p80">
              <a:extLst>
                <a:ext uri="{FF2B5EF4-FFF2-40B4-BE49-F238E27FC236}">
                  <a16:creationId xmlns:a16="http://schemas.microsoft.com/office/drawing/2014/main" id="{7EBEA879-DE91-1CA0-D9AC-E4788A81F79F}"/>
                </a:ext>
              </a:extLst>
            </p:cNvPr>
            <p:cNvSpPr/>
            <p:nvPr/>
          </p:nvSpPr>
          <p:spPr>
            <a:xfrm>
              <a:off x="2060658" y="1947735"/>
              <a:ext cx="1914" cy="407"/>
            </a:xfrm>
            <a:custGeom>
              <a:avLst/>
              <a:gdLst/>
              <a:ahLst/>
              <a:cxnLst/>
              <a:rect l="l" t="t" r="r" b="b"/>
              <a:pathLst>
                <a:path w="141" h="30" extrusionOk="0">
                  <a:moveTo>
                    <a:pt x="140" y="1"/>
                  </a:moveTo>
                  <a:cubicBezTo>
                    <a:pt x="130" y="4"/>
                    <a:pt x="118" y="8"/>
                    <a:pt x="106" y="11"/>
                  </a:cubicBezTo>
                  <a:lnTo>
                    <a:pt x="106" y="11"/>
                  </a:lnTo>
                  <a:cubicBezTo>
                    <a:pt x="118" y="8"/>
                    <a:pt x="130" y="4"/>
                    <a:pt x="140" y="1"/>
                  </a:cubicBezTo>
                  <a:close/>
                  <a:moveTo>
                    <a:pt x="106" y="11"/>
                  </a:moveTo>
                  <a:cubicBezTo>
                    <a:pt x="77" y="20"/>
                    <a:pt x="45" y="28"/>
                    <a:pt x="21" y="28"/>
                  </a:cubicBezTo>
                  <a:cubicBezTo>
                    <a:pt x="13" y="28"/>
                    <a:pt x="6" y="27"/>
                    <a:pt x="0" y="25"/>
                  </a:cubicBezTo>
                  <a:lnTo>
                    <a:pt x="0" y="25"/>
                  </a:lnTo>
                  <a:cubicBezTo>
                    <a:pt x="7" y="28"/>
                    <a:pt x="15" y="29"/>
                    <a:pt x="24" y="29"/>
                  </a:cubicBezTo>
                  <a:cubicBezTo>
                    <a:pt x="47" y="29"/>
                    <a:pt x="78" y="20"/>
                    <a:pt x="106" y="1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30" name="Google Shape;4788;p80">
              <a:extLst>
                <a:ext uri="{FF2B5EF4-FFF2-40B4-BE49-F238E27FC236}">
                  <a16:creationId xmlns:a16="http://schemas.microsoft.com/office/drawing/2014/main" id="{7CF14CED-35B4-747D-6DAB-C94056861CE7}"/>
                </a:ext>
              </a:extLst>
            </p:cNvPr>
            <p:cNvSpPr/>
            <p:nvPr/>
          </p:nvSpPr>
          <p:spPr>
            <a:xfrm>
              <a:off x="2050855" y="1932148"/>
              <a:ext cx="14" cy="14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1" y="0"/>
                  </a:move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31" name="Google Shape;4789;p80">
              <a:extLst>
                <a:ext uri="{FF2B5EF4-FFF2-40B4-BE49-F238E27FC236}">
                  <a16:creationId xmlns:a16="http://schemas.microsoft.com/office/drawing/2014/main" id="{B65C1645-E5AF-B50B-A554-98EF15426BF2}"/>
                </a:ext>
              </a:extLst>
            </p:cNvPr>
            <p:cNvSpPr/>
            <p:nvPr/>
          </p:nvSpPr>
          <p:spPr>
            <a:xfrm>
              <a:off x="2050719" y="1933900"/>
              <a:ext cx="14" cy="14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0" y="1"/>
                  </a:move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32" name="Google Shape;4790;p80">
              <a:extLst>
                <a:ext uri="{FF2B5EF4-FFF2-40B4-BE49-F238E27FC236}">
                  <a16:creationId xmlns:a16="http://schemas.microsoft.com/office/drawing/2014/main" id="{7788783B-446A-DF27-49B6-63A9BF8B87C9}"/>
                </a:ext>
              </a:extLst>
            </p:cNvPr>
            <p:cNvSpPr/>
            <p:nvPr/>
          </p:nvSpPr>
          <p:spPr>
            <a:xfrm>
              <a:off x="2066401" y="1952067"/>
              <a:ext cx="299" cy="149"/>
            </a:xfrm>
            <a:custGeom>
              <a:avLst/>
              <a:gdLst/>
              <a:ahLst/>
              <a:cxnLst/>
              <a:rect l="l" t="t" r="r" b="b"/>
              <a:pathLst>
                <a:path w="22" h="11" extrusionOk="0">
                  <a:moveTo>
                    <a:pt x="22" y="11"/>
                  </a:moveTo>
                  <a:lnTo>
                    <a:pt x="1" y="0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33" name="Google Shape;4791;p80">
              <a:extLst>
                <a:ext uri="{FF2B5EF4-FFF2-40B4-BE49-F238E27FC236}">
                  <a16:creationId xmlns:a16="http://schemas.microsoft.com/office/drawing/2014/main" id="{EE7341C9-9940-CD7B-E2C2-C31AB20B770F}"/>
                </a:ext>
              </a:extLst>
            </p:cNvPr>
            <p:cNvSpPr/>
            <p:nvPr/>
          </p:nvSpPr>
          <p:spPr>
            <a:xfrm>
              <a:off x="2050760" y="1932759"/>
              <a:ext cx="14" cy="14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1" y="1"/>
                  </a:move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34" name="Google Shape;4792;p80">
              <a:extLst>
                <a:ext uri="{FF2B5EF4-FFF2-40B4-BE49-F238E27FC236}">
                  <a16:creationId xmlns:a16="http://schemas.microsoft.com/office/drawing/2014/main" id="{99691624-B809-2C7A-CD50-9367BB809FDA}"/>
                </a:ext>
              </a:extLst>
            </p:cNvPr>
            <p:cNvSpPr/>
            <p:nvPr/>
          </p:nvSpPr>
          <p:spPr>
            <a:xfrm>
              <a:off x="2065981" y="1951917"/>
              <a:ext cx="299" cy="109"/>
            </a:xfrm>
            <a:custGeom>
              <a:avLst/>
              <a:gdLst/>
              <a:ahLst/>
              <a:cxnLst/>
              <a:rect l="l" t="t" r="r" b="b"/>
              <a:pathLst>
                <a:path w="22" h="8" extrusionOk="0">
                  <a:moveTo>
                    <a:pt x="21" y="8"/>
                  </a:moveTo>
                  <a:lnTo>
                    <a:pt x="0" y="1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35" name="Google Shape;4793;p80">
              <a:extLst>
                <a:ext uri="{FF2B5EF4-FFF2-40B4-BE49-F238E27FC236}">
                  <a16:creationId xmlns:a16="http://schemas.microsoft.com/office/drawing/2014/main" id="{294D76A4-5B59-CE43-7B9C-9FD2E599AC73}"/>
                </a:ext>
              </a:extLst>
            </p:cNvPr>
            <p:cNvSpPr/>
            <p:nvPr/>
          </p:nvSpPr>
          <p:spPr>
            <a:xfrm>
              <a:off x="2050719" y="1934185"/>
              <a:ext cx="14" cy="14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0" y="1"/>
                  </a:move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36" name="Google Shape;4794;p80">
              <a:extLst>
                <a:ext uri="{FF2B5EF4-FFF2-40B4-BE49-F238E27FC236}">
                  <a16:creationId xmlns:a16="http://schemas.microsoft.com/office/drawing/2014/main" id="{37C49F2D-1926-3C4A-2AD9-7C5EE2AF5B98}"/>
                </a:ext>
              </a:extLst>
            </p:cNvPr>
            <p:cNvSpPr/>
            <p:nvPr/>
          </p:nvSpPr>
          <p:spPr>
            <a:xfrm>
              <a:off x="2050719" y="1934375"/>
              <a:ext cx="14" cy="14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0" y="1"/>
                  </a:move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37" name="Google Shape;4795;p80">
              <a:extLst>
                <a:ext uri="{FF2B5EF4-FFF2-40B4-BE49-F238E27FC236}">
                  <a16:creationId xmlns:a16="http://schemas.microsoft.com/office/drawing/2014/main" id="{2A490D2F-29E3-174C-A2E1-793A3A8B51EF}"/>
                </a:ext>
              </a:extLst>
            </p:cNvPr>
            <p:cNvSpPr/>
            <p:nvPr/>
          </p:nvSpPr>
          <p:spPr>
            <a:xfrm>
              <a:off x="2050719" y="1934524"/>
              <a:ext cx="14" cy="14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0" y="0"/>
                  </a:move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38" name="Google Shape;4796;p80">
              <a:extLst>
                <a:ext uri="{FF2B5EF4-FFF2-40B4-BE49-F238E27FC236}">
                  <a16:creationId xmlns:a16="http://schemas.microsoft.com/office/drawing/2014/main" id="{6F55B69C-E551-7DEC-D4AC-A2118F196126}"/>
                </a:ext>
              </a:extLst>
            </p:cNvPr>
            <p:cNvSpPr/>
            <p:nvPr/>
          </p:nvSpPr>
          <p:spPr>
            <a:xfrm>
              <a:off x="2065166" y="1951686"/>
              <a:ext cx="353" cy="109"/>
            </a:xfrm>
            <a:custGeom>
              <a:avLst/>
              <a:gdLst/>
              <a:ahLst/>
              <a:cxnLst/>
              <a:rect l="l" t="t" r="r" b="b"/>
              <a:pathLst>
                <a:path w="26" h="8" extrusionOk="0">
                  <a:moveTo>
                    <a:pt x="25" y="7"/>
                  </a:moveTo>
                  <a:lnTo>
                    <a:pt x="1" y="0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39" name="Google Shape;4797;p80">
              <a:extLst>
                <a:ext uri="{FF2B5EF4-FFF2-40B4-BE49-F238E27FC236}">
                  <a16:creationId xmlns:a16="http://schemas.microsoft.com/office/drawing/2014/main" id="{0668FE86-6485-7CA1-C340-2CEB1489B549}"/>
                </a:ext>
              </a:extLst>
            </p:cNvPr>
            <p:cNvSpPr/>
            <p:nvPr/>
          </p:nvSpPr>
          <p:spPr>
            <a:xfrm>
              <a:off x="2050719" y="1933615"/>
              <a:ext cx="14" cy="14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0" y="1"/>
                  </a:move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40" name="Google Shape;4798;p80">
              <a:extLst>
                <a:ext uri="{FF2B5EF4-FFF2-40B4-BE49-F238E27FC236}">
                  <a16:creationId xmlns:a16="http://schemas.microsoft.com/office/drawing/2014/main" id="{2A517012-53B7-C03A-F795-8FBE413FD7D4}"/>
                </a:ext>
              </a:extLst>
            </p:cNvPr>
            <p:cNvSpPr/>
            <p:nvPr/>
          </p:nvSpPr>
          <p:spPr>
            <a:xfrm>
              <a:off x="2065600" y="1951822"/>
              <a:ext cx="299" cy="68"/>
            </a:xfrm>
            <a:custGeom>
              <a:avLst/>
              <a:gdLst/>
              <a:ahLst/>
              <a:cxnLst/>
              <a:rect l="l" t="t" r="r" b="b"/>
              <a:pathLst>
                <a:path w="22" h="5" extrusionOk="0">
                  <a:moveTo>
                    <a:pt x="21" y="4"/>
                  </a:moveTo>
                  <a:lnTo>
                    <a:pt x="0" y="1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41" name="Google Shape;4799;p80">
              <a:extLst>
                <a:ext uri="{FF2B5EF4-FFF2-40B4-BE49-F238E27FC236}">
                  <a16:creationId xmlns:a16="http://schemas.microsoft.com/office/drawing/2014/main" id="{D59A640F-4A89-0EC0-52AC-6CEFC5DC4DF4}"/>
                </a:ext>
              </a:extLst>
            </p:cNvPr>
            <p:cNvSpPr/>
            <p:nvPr/>
          </p:nvSpPr>
          <p:spPr>
            <a:xfrm>
              <a:off x="2050719" y="1933235"/>
              <a:ext cx="14" cy="14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0" y="1"/>
                  </a:move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42" name="Google Shape;4800;p80">
              <a:extLst>
                <a:ext uri="{FF2B5EF4-FFF2-40B4-BE49-F238E27FC236}">
                  <a16:creationId xmlns:a16="http://schemas.microsoft.com/office/drawing/2014/main" id="{404A7CA1-AB3E-C1DA-5F17-B01DF28F70E7}"/>
                </a:ext>
              </a:extLst>
            </p:cNvPr>
            <p:cNvSpPr/>
            <p:nvPr/>
          </p:nvSpPr>
          <p:spPr>
            <a:xfrm>
              <a:off x="2149346" y="1865605"/>
              <a:ext cx="72640" cy="121356"/>
            </a:xfrm>
            <a:custGeom>
              <a:avLst/>
              <a:gdLst/>
              <a:ahLst/>
              <a:cxnLst/>
              <a:rect l="l" t="t" r="r" b="b"/>
              <a:pathLst>
                <a:path w="5350" h="8938" extrusionOk="0">
                  <a:moveTo>
                    <a:pt x="1229" y="0"/>
                  </a:moveTo>
                  <a:lnTo>
                    <a:pt x="806" y="228"/>
                  </a:lnTo>
                  <a:cubicBezTo>
                    <a:pt x="816" y="382"/>
                    <a:pt x="823" y="529"/>
                    <a:pt x="827" y="648"/>
                  </a:cubicBezTo>
                  <a:lnTo>
                    <a:pt x="827" y="690"/>
                  </a:lnTo>
                  <a:lnTo>
                    <a:pt x="827" y="697"/>
                  </a:lnTo>
                  <a:lnTo>
                    <a:pt x="827" y="728"/>
                  </a:lnTo>
                  <a:lnTo>
                    <a:pt x="827" y="739"/>
                  </a:lnTo>
                  <a:lnTo>
                    <a:pt x="827" y="767"/>
                  </a:lnTo>
                  <a:lnTo>
                    <a:pt x="827" y="777"/>
                  </a:lnTo>
                  <a:lnTo>
                    <a:pt x="827" y="798"/>
                  </a:lnTo>
                  <a:lnTo>
                    <a:pt x="827" y="812"/>
                  </a:lnTo>
                  <a:lnTo>
                    <a:pt x="827" y="830"/>
                  </a:lnTo>
                  <a:lnTo>
                    <a:pt x="827" y="844"/>
                  </a:lnTo>
                  <a:lnTo>
                    <a:pt x="827" y="854"/>
                  </a:lnTo>
                  <a:lnTo>
                    <a:pt x="827" y="868"/>
                  </a:lnTo>
                  <a:lnTo>
                    <a:pt x="827" y="875"/>
                  </a:lnTo>
                  <a:lnTo>
                    <a:pt x="827" y="893"/>
                  </a:lnTo>
                  <a:cubicBezTo>
                    <a:pt x="827" y="928"/>
                    <a:pt x="869" y="984"/>
                    <a:pt x="911" y="1040"/>
                  </a:cubicBezTo>
                  <a:cubicBezTo>
                    <a:pt x="977" y="1134"/>
                    <a:pt x="1065" y="1257"/>
                    <a:pt x="1054" y="1400"/>
                  </a:cubicBezTo>
                  <a:cubicBezTo>
                    <a:pt x="1047" y="1453"/>
                    <a:pt x="1065" y="1509"/>
                    <a:pt x="1100" y="1547"/>
                  </a:cubicBezTo>
                  <a:cubicBezTo>
                    <a:pt x="1166" y="1628"/>
                    <a:pt x="1184" y="1736"/>
                    <a:pt x="1149" y="1831"/>
                  </a:cubicBezTo>
                  <a:cubicBezTo>
                    <a:pt x="1093" y="2017"/>
                    <a:pt x="1061" y="2206"/>
                    <a:pt x="1054" y="2398"/>
                  </a:cubicBezTo>
                  <a:cubicBezTo>
                    <a:pt x="1054" y="3739"/>
                    <a:pt x="998" y="3781"/>
                    <a:pt x="963" y="3809"/>
                  </a:cubicBezTo>
                  <a:cubicBezTo>
                    <a:pt x="883" y="3868"/>
                    <a:pt x="158" y="4611"/>
                    <a:pt x="116" y="4866"/>
                  </a:cubicBezTo>
                  <a:cubicBezTo>
                    <a:pt x="113" y="4884"/>
                    <a:pt x="109" y="4901"/>
                    <a:pt x="106" y="4915"/>
                  </a:cubicBezTo>
                  <a:cubicBezTo>
                    <a:pt x="95" y="4982"/>
                    <a:pt x="74" y="5045"/>
                    <a:pt x="43" y="5104"/>
                  </a:cubicBezTo>
                  <a:cubicBezTo>
                    <a:pt x="25" y="5136"/>
                    <a:pt x="15" y="5167"/>
                    <a:pt x="8" y="5202"/>
                  </a:cubicBezTo>
                  <a:cubicBezTo>
                    <a:pt x="4" y="5244"/>
                    <a:pt x="1" y="5283"/>
                    <a:pt x="4" y="5321"/>
                  </a:cubicBezTo>
                  <a:lnTo>
                    <a:pt x="4" y="5384"/>
                  </a:lnTo>
                  <a:lnTo>
                    <a:pt x="4" y="5395"/>
                  </a:lnTo>
                  <a:lnTo>
                    <a:pt x="4" y="5458"/>
                  </a:lnTo>
                  <a:cubicBezTo>
                    <a:pt x="22" y="5475"/>
                    <a:pt x="39" y="5493"/>
                    <a:pt x="53" y="5514"/>
                  </a:cubicBezTo>
                  <a:cubicBezTo>
                    <a:pt x="67" y="5531"/>
                    <a:pt x="81" y="5552"/>
                    <a:pt x="99" y="5566"/>
                  </a:cubicBezTo>
                  <a:cubicBezTo>
                    <a:pt x="127" y="5598"/>
                    <a:pt x="151" y="5636"/>
                    <a:pt x="172" y="5675"/>
                  </a:cubicBezTo>
                  <a:cubicBezTo>
                    <a:pt x="204" y="5734"/>
                    <a:pt x="221" y="5766"/>
                    <a:pt x="274" y="5773"/>
                  </a:cubicBezTo>
                  <a:lnTo>
                    <a:pt x="295" y="5773"/>
                  </a:lnTo>
                  <a:cubicBezTo>
                    <a:pt x="309" y="5776"/>
                    <a:pt x="326" y="5776"/>
                    <a:pt x="344" y="5780"/>
                  </a:cubicBezTo>
                  <a:cubicBezTo>
                    <a:pt x="403" y="5801"/>
                    <a:pt x="456" y="5839"/>
                    <a:pt x="498" y="5888"/>
                  </a:cubicBezTo>
                  <a:cubicBezTo>
                    <a:pt x="617" y="6025"/>
                    <a:pt x="711" y="6246"/>
                    <a:pt x="697" y="6365"/>
                  </a:cubicBezTo>
                  <a:cubicBezTo>
                    <a:pt x="694" y="6417"/>
                    <a:pt x="704" y="6466"/>
                    <a:pt x="722" y="6515"/>
                  </a:cubicBezTo>
                  <a:cubicBezTo>
                    <a:pt x="757" y="6624"/>
                    <a:pt x="771" y="6736"/>
                    <a:pt x="764" y="6848"/>
                  </a:cubicBezTo>
                  <a:cubicBezTo>
                    <a:pt x="750" y="7096"/>
                    <a:pt x="907" y="7432"/>
                    <a:pt x="960" y="7467"/>
                  </a:cubicBezTo>
                  <a:cubicBezTo>
                    <a:pt x="1005" y="7485"/>
                    <a:pt x="1026" y="7534"/>
                    <a:pt x="1012" y="7579"/>
                  </a:cubicBezTo>
                  <a:cubicBezTo>
                    <a:pt x="1012" y="7586"/>
                    <a:pt x="1009" y="7593"/>
                    <a:pt x="1005" y="7597"/>
                  </a:cubicBezTo>
                  <a:cubicBezTo>
                    <a:pt x="970" y="7660"/>
                    <a:pt x="862" y="7670"/>
                    <a:pt x="774" y="7670"/>
                  </a:cubicBezTo>
                  <a:cubicBezTo>
                    <a:pt x="743" y="7670"/>
                    <a:pt x="715" y="7670"/>
                    <a:pt x="694" y="7667"/>
                  </a:cubicBezTo>
                  <a:cubicBezTo>
                    <a:pt x="624" y="7661"/>
                    <a:pt x="562" y="7659"/>
                    <a:pt x="509" y="7659"/>
                  </a:cubicBezTo>
                  <a:cubicBezTo>
                    <a:pt x="395" y="7659"/>
                    <a:pt x="321" y="7670"/>
                    <a:pt x="295" y="7684"/>
                  </a:cubicBezTo>
                  <a:cubicBezTo>
                    <a:pt x="295" y="7698"/>
                    <a:pt x="291" y="7716"/>
                    <a:pt x="288" y="7730"/>
                  </a:cubicBezTo>
                  <a:cubicBezTo>
                    <a:pt x="277" y="7800"/>
                    <a:pt x="263" y="7877"/>
                    <a:pt x="403" y="8006"/>
                  </a:cubicBezTo>
                  <a:cubicBezTo>
                    <a:pt x="466" y="8066"/>
                    <a:pt x="526" y="8112"/>
                    <a:pt x="582" y="8154"/>
                  </a:cubicBezTo>
                  <a:cubicBezTo>
                    <a:pt x="715" y="8255"/>
                    <a:pt x="823" y="8339"/>
                    <a:pt x="876" y="8504"/>
                  </a:cubicBezTo>
                  <a:cubicBezTo>
                    <a:pt x="911" y="8637"/>
                    <a:pt x="963" y="8763"/>
                    <a:pt x="1030" y="8885"/>
                  </a:cubicBezTo>
                  <a:lnTo>
                    <a:pt x="1040" y="8889"/>
                  </a:lnTo>
                  <a:cubicBezTo>
                    <a:pt x="1047" y="8899"/>
                    <a:pt x="1054" y="8913"/>
                    <a:pt x="1065" y="8924"/>
                  </a:cubicBezTo>
                  <a:lnTo>
                    <a:pt x="1072" y="8927"/>
                  </a:lnTo>
                  <a:cubicBezTo>
                    <a:pt x="1079" y="8934"/>
                    <a:pt x="1089" y="8938"/>
                    <a:pt x="1100" y="8938"/>
                  </a:cubicBezTo>
                  <a:lnTo>
                    <a:pt x="1124" y="8938"/>
                  </a:lnTo>
                  <a:cubicBezTo>
                    <a:pt x="1194" y="8917"/>
                    <a:pt x="1250" y="8875"/>
                    <a:pt x="1285" y="8812"/>
                  </a:cubicBezTo>
                  <a:cubicBezTo>
                    <a:pt x="1326" y="8755"/>
                    <a:pt x="1370" y="8737"/>
                    <a:pt x="1413" y="8737"/>
                  </a:cubicBezTo>
                  <a:cubicBezTo>
                    <a:pt x="1470" y="8737"/>
                    <a:pt x="1523" y="8771"/>
                    <a:pt x="1555" y="8791"/>
                  </a:cubicBezTo>
                  <a:cubicBezTo>
                    <a:pt x="1594" y="8816"/>
                    <a:pt x="1612" y="8825"/>
                    <a:pt x="1623" y="8825"/>
                  </a:cubicBezTo>
                  <a:cubicBezTo>
                    <a:pt x="1632" y="8825"/>
                    <a:pt x="1636" y="8819"/>
                    <a:pt x="1642" y="8812"/>
                  </a:cubicBezTo>
                  <a:cubicBezTo>
                    <a:pt x="1734" y="8693"/>
                    <a:pt x="1940" y="8665"/>
                    <a:pt x="2105" y="8644"/>
                  </a:cubicBezTo>
                  <a:cubicBezTo>
                    <a:pt x="2161" y="8640"/>
                    <a:pt x="2213" y="8630"/>
                    <a:pt x="2266" y="8616"/>
                  </a:cubicBezTo>
                  <a:lnTo>
                    <a:pt x="2350" y="8574"/>
                  </a:lnTo>
                  <a:cubicBezTo>
                    <a:pt x="2469" y="8518"/>
                    <a:pt x="2668" y="8423"/>
                    <a:pt x="2738" y="8364"/>
                  </a:cubicBezTo>
                  <a:cubicBezTo>
                    <a:pt x="2738" y="8364"/>
                    <a:pt x="2738" y="8360"/>
                    <a:pt x="2742" y="8360"/>
                  </a:cubicBezTo>
                  <a:cubicBezTo>
                    <a:pt x="2735" y="8343"/>
                    <a:pt x="2731" y="8322"/>
                    <a:pt x="2721" y="8308"/>
                  </a:cubicBezTo>
                  <a:cubicBezTo>
                    <a:pt x="2700" y="8252"/>
                    <a:pt x="2647" y="8136"/>
                    <a:pt x="2780" y="8066"/>
                  </a:cubicBezTo>
                  <a:cubicBezTo>
                    <a:pt x="2834" y="8036"/>
                    <a:pt x="2909" y="8030"/>
                    <a:pt x="2994" y="8030"/>
                  </a:cubicBezTo>
                  <a:cubicBezTo>
                    <a:pt x="3020" y="8030"/>
                    <a:pt x="3047" y="8030"/>
                    <a:pt x="3074" y="8031"/>
                  </a:cubicBezTo>
                  <a:cubicBezTo>
                    <a:pt x="3100" y="8032"/>
                    <a:pt x="3127" y="8032"/>
                    <a:pt x="3153" y="8032"/>
                  </a:cubicBezTo>
                  <a:cubicBezTo>
                    <a:pt x="3305" y="8032"/>
                    <a:pt x="3459" y="8017"/>
                    <a:pt x="3536" y="7919"/>
                  </a:cubicBezTo>
                  <a:cubicBezTo>
                    <a:pt x="3680" y="7747"/>
                    <a:pt x="3834" y="7586"/>
                    <a:pt x="3999" y="7436"/>
                  </a:cubicBezTo>
                  <a:cubicBezTo>
                    <a:pt x="4030" y="7408"/>
                    <a:pt x="4058" y="7383"/>
                    <a:pt x="4076" y="7366"/>
                  </a:cubicBezTo>
                  <a:cubicBezTo>
                    <a:pt x="4093" y="7348"/>
                    <a:pt x="4100" y="7324"/>
                    <a:pt x="4100" y="7299"/>
                  </a:cubicBezTo>
                  <a:cubicBezTo>
                    <a:pt x="4100" y="7226"/>
                    <a:pt x="4132" y="7156"/>
                    <a:pt x="4188" y="7107"/>
                  </a:cubicBezTo>
                  <a:cubicBezTo>
                    <a:pt x="4261" y="7030"/>
                    <a:pt x="4426" y="6911"/>
                    <a:pt x="4573" y="6893"/>
                  </a:cubicBezTo>
                  <a:lnTo>
                    <a:pt x="4646" y="6893"/>
                  </a:lnTo>
                  <a:cubicBezTo>
                    <a:pt x="4653" y="6893"/>
                    <a:pt x="4660" y="6897"/>
                    <a:pt x="4667" y="6900"/>
                  </a:cubicBezTo>
                  <a:lnTo>
                    <a:pt x="4681" y="6904"/>
                  </a:lnTo>
                  <a:cubicBezTo>
                    <a:pt x="4688" y="6904"/>
                    <a:pt x="4692" y="6907"/>
                    <a:pt x="4699" y="6911"/>
                  </a:cubicBezTo>
                  <a:cubicBezTo>
                    <a:pt x="4706" y="6911"/>
                    <a:pt x="4706" y="6911"/>
                    <a:pt x="4713" y="6914"/>
                  </a:cubicBezTo>
                  <a:lnTo>
                    <a:pt x="4751" y="6771"/>
                  </a:lnTo>
                  <a:cubicBezTo>
                    <a:pt x="4664" y="6715"/>
                    <a:pt x="4496" y="6585"/>
                    <a:pt x="4496" y="6403"/>
                  </a:cubicBezTo>
                  <a:cubicBezTo>
                    <a:pt x="4496" y="6351"/>
                    <a:pt x="4499" y="6305"/>
                    <a:pt x="4503" y="6256"/>
                  </a:cubicBezTo>
                  <a:cubicBezTo>
                    <a:pt x="4506" y="6186"/>
                    <a:pt x="4513" y="6095"/>
                    <a:pt x="4492" y="6071"/>
                  </a:cubicBezTo>
                  <a:cubicBezTo>
                    <a:pt x="4482" y="6064"/>
                    <a:pt x="4471" y="6064"/>
                    <a:pt x="4457" y="6064"/>
                  </a:cubicBezTo>
                  <a:cubicBezTo>
                    <a:pt x="4452" y="6064"/>
                    <a:pt x="4447" y="6064"/>
                    <a:pt x="4441" y="6064"/>
                  </a:cubicBezTo>
                  <a:cubicBezTo>
                    <a:pt x="4363" y="6064"/>
                    <a:pt x="4290" y="6017"/>
                    <a:pt x="4258" y="5944"/>
                  </a:cubicBezTo>
                  <a:cubicBezTo>
                    <a:pt x="4219" y="5853"/>
                    <a:pt x="4254" y="5738"/>
                    <a:pt x="4345" y="5647"/>
                  </a:cubicBezTo>
                  <a:cubicBezTo>
                    <a:pt x="4373" y="5619"/>
                    <a:pt x="4352" y="5559"/>
                    <a:pt x="4314" y="5479"/>
                  </a:cubicBezTo>
                  <a:cubicBezTo>
                    <a:pt x="4286" y="5409"/>
                    <a:pt x="4251" y="5339"/>
                    <a:pt x="4289" y="5279"/>
                  </a:cubicBezTo>
                  <a:cubicBezTo>
                    <a:pt x="4322" y="5244"/>
                    <a:pt x="4366" y="5223"/>
                    <a:pt x="4414" y="5223"/>
                  </a:cubicBezTo>
                  <a:cubicBezTo>
                    <a:pt x="4418" y="5223"/>
                    <a:pt x="4422" y="5223"/>
                    <a:pt x="4426" y="5223"/>
                  </a:cubicBezTo>
                  <a:cubicBezTo>
                    <a:pt x="4478" y="5223"/>
                    <a:pt x="4492" y="5206"/>
                    <a:pt x="4506" y="5069"/>
                  </a:cubicBezTo>
                  <a:cubicBezTo>
                    <a:pt x="4513" y="4975"/>
                    <a:pt x="4524" y="4845"/>
                    <a:pt x="4646" y="4821"/>
                  </a:cubicBezTo>
                  <a:cubicBezTo>
                    <a:pt x="4758" y="4796"/>
                    <a:pt x="4797" y="4723"/>
                    <a:pt x="4797" y="4548"/>
                  </a:cubicBezTo>
                  <a:cubicBezTo>
                    <a:pt x="4797" y="4345"/>
                    <a:pt x="5126" y="4240"/>
                    <a:pt x="5283" y="4191"/>
                  </a:cubicBezTo>
                  <a:lnTo>
                    <a:pt x="5308" y="4184"/>
                  </a:lnTo>
                  <a:cubicBezTo>
                    <a:pt x="5336" y="4135"/>
                    <a:pt x="5350" y="3903"/>
                    <a:pt x="5336" y="3672"/>
                  </a:cubicBezTo>
                  <a:lnTo>
                    <a:pt x="5336" y="2209"/>
                  </a:lnTo>
                  <a:lnTo>
                    <a:pt x="1229" y="0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43" name="Google Shape;4801;p80">
              <a:extLst>
                <a:ext uri="{FF2B5EF4-FFF2-40B4-BE49-F238E27FC236}">
                  <a16:creationId xmlns:a16="http://schemas.microsoft.com/office/drawing/2014/main" id="{6A5B4345-2856-92AF-D222-AA6420BEEC7A}"/>
                </a:ext>
              </a:extLst>
            </p:cNvPr>
            <p:cNvSpPr/>
            <p:nvPr/>
          </p:nvSpPr>
          <p:spPr>
            <a:xfrm>
              <a:off x="2163888" y="1986811"/>
              <a:ext cx="394" cy="149"/>
            </a:xfrm>
            <a:custGeom>
              <a:avLst/>
              <a:gdLst/>
              <a:ahLst/>
              <a:cxnLst/>
              <a:rect l="l" t="t" r="r" b="b"/>
              <a:pathLst>
                <a:path w="29" h="11" extrusionOk="0">
                  <a:moveTo>
                    <a:pt x="29" y="11"/>
                  </a:moveTo>
                  <a:cubicBezTo>
                    <a:pt x="18" y="11"/>
                    <a:pt x="8" y="7"/>
                    <a:pt x="1" y="0"/>
                  </a:cubicBezTo>
                  <a:lnTo>
                    <a:pt x="1" y="0"/>
                  </a:lnTo>
                  <a:cubicBezTo>
                    <a:pt x="8" y="7"/>
                    <a:pt x="18" y="11"/>
                    <a:pt x="29" y="1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44" name="Google Shape;4802;p80">
              <a:extLst>
                <a:ext uri="{FF2B5EF4-FFF2-40B4-BE49-F238E27FC236}">
                  <a16:creationId xmlns:a16="http://schemas.microsoft.com/office/drawing/2014/main" id="{6E2A2BDC-A5C9-2EF5-B340-5ECF2765A151}"/>
                </a:ext>
              </a:extLst>
            </p:cNvPr>
            <p:cNvSpPr/>
            <p:nvPr/>
          </p:nvSpPr>
          <p:spPr>
            <a:xfrm>
              <a:off x="2163467" y="1986282"/>
              <a:ext cx="339" cy="489"/>
            </a:xfrm>
            <a:custGeom>
              <a:avLst/>
              <a:gdLst/>
              <a:ahLst/>
              <a:cxnLst/>
              <a:rect l="l" t="t" r="r" b="b"/>
              <a:pathLst>
                <a:path w="25" h="36" extrusionOk="0">
                  <a:moveTo>
                    <a:pt x="0" y="1"/>
                  </a:moveTo>
                  <a:cubicBezTo>
                    <a:pt x="4" y="9"/>
                    <a:pt x="8" y="16"/>
                    <a:pt x="13" y="22"/>
                  </a:cubicBezTo>
                  <a:lnTo>
                    <a:pt x="13" y="22"/>
                  </a:lnTo>
                  <a:cubicBezTo>
                    <a:pt x="12" y="21"/>
                    <a:pt x="11" y="20"/>
                    <a:pt x="11" y="18"/>
                  </a:cubicBezTo>
                  <a:lnTo>
                    <a:pt x="0" y="1"/>
                  </a:lnTo>
                  <a:close/>
                  <a:moveTo>
                    <a:pt x="13" y="22"/>
                  </a:moveTo>
                  <a:lnTo>
                    <a:pt x="13" y="22"/>
                  </a:lnTo>
                  <a:cubicBezTo>
                    <a:pt x="17" y="28"/>
                    <a:pt x="22" y="33"/>
                    <a:pt x="25" y="36"/>
                  </a:cubicBezTo>
                  <a:cubicBezTo>
                    <a:pt x="20" y="31"/>
                    <a:pt x="17" y="27"/>
                    <a:pt x="13" y="22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45" name="Google Shape;4803;p80">
              <a:extLst>
                <a:ext uri="{FF2B5EF4-FFF2-40B4-BE49-F238E27FC236}">
                  <a16:creationId xmlns:a16="http://schemas.microsoft.com/office/drawing/2014/main" id="{ADAD05C8-AF8C-477A-B351-0628859670C3}"/>
                </a:ext>
              </a:extLst>
            </p:cNvPr>
            <p:cNvSpPr/>
            <p:nvPr/>
          </p:nvSpPr>
          <p:spPr>
            <a:xfrm>
              <a:off x="2212943" y="1959331"/>
              <a:ext cx="258" cy="109"/>
            </a:xfrm>
            <a:custGeom>
              <a:avLst/>
              <a:gdLst/>
              <a:ahLst/>
              <a:cxnLst/>
              <a:rect l="l" t="t" r="r" b="b"/>
              <a:pathLst>
                <a:path w="19" h="8" extrusionOk="0">
                  <a:moveTo>
                    <a:pt x="1" y="1"/>
                  </a:moveTo>
                  <a:cubicBezTo>
                    <a:pt x="4" y="4"/>
                    <a:pt x="11" y="4"/>
                    <a:pt x="18" y="8"/>
                  </a:cubicBezTo>
                  <a:cubicBezTo>
                    <a:pt x="11" y="4"/>
                    <a:pt x="4" y="1"/>
                    <a:pt x="1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46" name="Google Shape;4804;p80">
              <a:extLst>
                <a:ext uri="{FF2B5EF4-FFF2-40B4-BE49-F238E27FC236}">
                  <a16:creationId xmlns:a16="http://schemas.microsoft.com/office/drawing/2014/main" id="{A270B70E-13FC-CD70-7F41-783F7E4C3C54}"/>
                </a:ext>
              </a:extLst>
            </p:cNvPr>
            <p:cNvSpPr/>
            <p:nvPr/>
          </p:nvSpPr>
          <p:spPr>
            <a:xfrm>
              <a:off x="2212468" y="1959235"/>
              <a:ext cx="299" cy="68"/>
            </a:xfrm>
            <a:custGeom>
              <a:avLst/>
              <a:gdLst/>
              <a:ahLst/>
              <a:cxnLst/>
              <a:rect l="l" t="t" r="r" b="b"/>
              <a:pathLst>
                <a:path w="22" h="5" extrusionOk="0">
                  <a:moveTo>
                    <a:pt x="1" y="1"/>
                  </a:moveTo>
                  <a:cubicBezTo>
                    <a:pt x="8" y="1"/>
                    <a:pt x="15" y="4"/>
                    <a:pt x="22" y="4"/>
                  </a:cubicBezTo>
                  <a:cubicBezTo>
                    <a:pt x="15" y="1"/>
                    <a:pt x="8" y="1"/>
                    <a:pt x="1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47" name="Google Shape;4805;p80">
              <a:extLst>
                <a:ext uri="{FF2B5EF4-FFF2-40B4-BE49-F238E27FC236}">
                  <a16:creationId xmlns:a16="http://schemas.microsoft.com/office/drawing/2014/main" id="{01EEDE7D-518C-6AE2-05F6-99C7025F45B4}"/>
                </a:ext>
              </a:extLst>
            </p:cNvPr>
            <p:cNvSpPr/>
            <p:nvPr/>
          </p:nvSpPr>
          <p:spPr>
            <a:xfrm>
              <a:off x="2206195" y="1959235"/>
              <a:ext cx="5295" cy="2865"/>
            </a:xfrm>
            <a:custGeom>
              <a:avLst/>
              <a:gdLst/>
              <a:ahLst/>
              <a:cxnLst/>
              <a:rect l="l" t="t" r="r" b="b"/>
              <a:pathLst>
                <a:path w="390" h="211" extrusionOk="0">
                  <a:moveTo>
                    <a:pt x="1" y="211"/>
                  </a:moveTo>
                  <a:cubicBezTo>
                    <a:pt x="78" y="137"/>
                    <a:pt x="242" y="18"/>
                    <a:pt x="389" y="1"/>
                  </a:cubicBezTo>
                  <a:cubicBezTo>
                    <a:pt x="242" y="18"/>
                    <a:pt x="78" y="137"/>
                    <a:pt x="1" y="21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48" name="Google Shape;4806;p80">
              <a:extLst>
                <a:ext uri="{FF2B5EF4-FFF2-40B4-BE49-F238E27FC236}">
                  <a16:creationId xmlns:a16="http://schemas.microsoft.com/office/drawing/2014/main" id="{5E003D45-2886-C876-8F6F-D12FABFF49E6}"/>
                </a:ext>
              </a:extLst>
            </p:cNvPr>
            <p:cNvSpPr/>
            <p:nvPr/>
          </p:nvSpPr>
          <p:spPr>
            <a:xfrm>
              <a:off x="2211993" y="1959195"/>
              <a:ext cx="353" cy="14"/>
            </a:xfrm>
            <a:custGeom>
              <a:avLst/>
              <a:gdLst/>
              <a:ahLst/>
              <a:cxnLst/>
              <a:rect l="l" t="t" r="r" b="b"/>
              <a:pathLst>
                <a:path w="26" h="1" extrusionOk="0">
                  <a:moveTo>
                    <a:pt x="1" y="0"/>
                  </a:moveTo>
                  <a:cubicBezTo>
                    <a:pt x="8" y="0"/>
                    <a:pt x="15" y="0"/>
                    <a:pt x="25" y="0"/>
                  </a:cubicBezTo>
                  <a:cubicBezTo>
                    <a:pt x="15" y="0"/>
                    <a:pt x="8" y="0"/>
                    <a:pt x="1" y="0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49" name="Google Shape;4807;p80">
              <a:extLst>
                <a:ext uri="{FF2B5EF4-FFF2-40B4-BE49-F238E27FC236}">
                  <a16:creationId xmlns:a16="http://schemas.microsoft.com/office/drawing/2014/main" id="{C274135E-3025-F394-1BF5-7AC759D82200}"/>
                </a:ext>
              </a:extLst>
            </p:cNvPr>
            <p:cNvSpPr/>
            <p:nvPr/>
          </p:nvSpPr>
          <p:spPr>
            <a:xfrm>
              <a:off x="2211477" y="1959195"/>
              <a:ext cx="434" cy="54"/>
            </a:xfrm>
            <a:custGeom>
              <a:avLst/>
              <a:gdLst/>
              <a:ahLst/>
              <a:cxnLst/>
              <a:rect l="l" t="t" r="r" b="b"/>
              <a:pathLst>
                <a:path w="32" h="4" extrusionOk="0">
                  <a:moveTo>
                    <a:pt x="0" y="4"/>
                  </a:moveTo>
                  <a:cubicBezTo>
                    <a:pt x="11" y="0"/>
                    <a:pt x="21" y="0"/>
                    <a:pt x="32" y="4"/>
                  </a:cubicBezTo>
                  <a:cubicBezTo>
                    <a:pt x="21" y="0"/>
                    <a:pt x="11" y="0"/>
                    <a:pt x="0" y="4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50" name="Google Shape;4808;p80">
              <a:extLst>
                <a:ext uri="{FF2B5EF4-FFF2-40B4-BE49-F238E27FC236}">
                  <a16:creationId xmlns:a16="http://schemas.microsoft.com/office/drawing/2014/main" id="{692AC0DE-A10D-FB92-E608-42B94EF8BD9B}"/>
                </a:ext>
              </a:extLst>
            </p:cNvPr>
            <p:cNvSpPr/>
            <p:nvPr/>
          </p:nvSpPr>
          <p:spPr>
            <a:xfrm>
              <a:off x="2154153" y="1944164"/>
              <a:ext cx="14" cy="14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0" y="1"/>
                  </a:move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51" name="Google Shape;4809;p80">
              <a:extLst>
                <a:ext uri="{FF2B5EF4-FFF2-40B4-BE49-F238E27FC236}">
                  <a16:creationId xmlns:a16="http://schemas.microsoft.com/office/drawing/2014/main" id="{22AE31BA-DE9F-A2C1-C953-A05C8DEBA727}"/>
                </a:ext>
              </a:extLst>
            </p:cNvPr>
            <p:cNvSpPr/>
            <p:nvPr/>
          </p:nvSpPr>
          <p:spPr>
            <a:xfrm>
              <a:off x="2149536" y="1939752"/>
              <a:ext cx="1303" cy="1480"/>
            </a:xfrm>
            <a:custGeom>
              <a:avLst/>
              <a:gdLst/>
              <a:ahLst/>
              <a:cxnLst/>
              <a:rect l="l" t="t" r="r" b="b"/>
              <a:pathLst>
                <a:path w="96" h="109" extrusionOk="0">
                  <a:moveTo>
                    <a:pt x="1" y="0"/>
                  </a:moveTo>
                  <a:lnTo>
                    <a:pt x="1" y="4"/>
                  </a:lnTo>
                  <a:cubicBezTo>
                    <a:pt x="18" y="21"/>
                    <a:pt x="36" y="39"/>
                    <a:pt x="50" y="60"/>
                  </a:cubicBezTo>
                  <a:cubicBezTo>
                    <a:pt x="64" y="77"/>
                    <a:pt x="78" y="95"/>
                    <a:pt x="95" y="109"/>
                  </a:cubicBezTo>
                  <a:cubicBezTo>
                    <a:pt x="78" y="95"/>
                    <a:pt x="64" y="74"/>
                    <a:pt x="50" y="56"/>
                  </a:cubicBezTo>
                  <a:cubicBezTo>
                    <a:pt x="36" y="35"/>
                    <a:pt x="18" y="18"/>
                    <a:pt x="1" y="0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52" name="Google Shape;4810;p80">
              <a:extLst>
                <a:ext uri="{FF2B5EF4-FFF2-40B4-BE49-F238E27FC236}">
                  <a16:creationId xmlns:a16="http://schemas.microsoft.com/office/drawing/2014/main" id="{9B2D3C40-243A-4075-F69E-201A713BA467}"/>
                </a:ext>
              </a:extLst>
            </p:cNvPr>
            <p:cNvSpPr/>
            <p:nvPr/>
          </p:nvSpPr>
          <p:spPr>
            <a:xfrm>
              <a:off x="2150826" y="1941218"/>
              <a:ext cx="2675" cy="2824"/>
            </a:xfrm>
            <a:custGeom>
              <a:avLst/>
              <a:gdLst/>
              <a:ahLst/>
              <a:cxnLst/>
              <a:rect l="l" t="t" r="r" b="b"/>
              <a:pathLst>
                <a:path w="197" h="208" extrusionOk="0">
                  <a:moveTo>
                    <a:pt x="0" y="1"/>
                  </a:moveTo>
                  <a:cubicBezTo>
                    <a:pt x="28" y="36"/>
                    <a:pt x="53" y="71"/>
                    <a:pt x="74" y="109"/>
                  </a:cubicBezTo>
                  <a:cubicBezTo>
                    <a:pt x="53" y="71"/>
                    <a:pt x="28" y="32"/>
                    <a:pt x="0" y="1"/>
                  </a:cubicBezTo>
                  <a:close/>
                  <a:moveTo>
                    <a:pt x="74" y="109"/>
                  </a:moveTo>
                  <a:cubicBezTo>
                    <a:pt x="76" y="114"/>
                    <a:pt x="78" y="118"/>
                    <a:pt x="80" y="121"/>
                  </a:cubicBezTo>
                  <a:lnTo>
                    <a:pt x="80" y="121"/>
                  </a:lnTo>
                  <a:cubicBezTo>
                    <a:pt x="78" y="118"/>
                    <a:pt x="76" y="114"/>
                    <a:pt x="74" y="109"/>
                  </a:cubicBezTo>
                  <a:close/>
                  <a:moveTo>
                    <a:pt x="80" y="121"/>
                  </a:moveTo>
                  <a:lnTo>
                    <a:pt x="80" y="121"/>
                  </a:lnTo>
                  <a:cubicBezTo>
                    <a:pt x="105" y="167"/>
                    <a:pt x="122" y="194"/>
                    <a:pt x="158" y="204"/>
                  </a:cubicBezTo>
                  <a:lnTo>
                    <a:pt x="186" y="207"/>
                  </a:lnTo>
                  <a:lnTo>
                    <a:pt x="196" y="207"/>
                  </a:lnTo>
                  <a:lnTo>
                    <a:pt x="175" y="204"/>
                  </a:lnTo>
                  <a:cubicBezTo>
                    <a:pt x="130" y="201"/>
                    <a:pt x="108" y="173"/>
                    <a:pt x="80" y="12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53" name="Google Shape;4811;p80">
              <a:extLst>
                <a:ext uri="{FF2B5EF4-FFF2-40B4-BE49-F238E27FC236}">
                  <a16:creationId xmlns:a16="http://schemas.microsoft.com/office/drawing/2014/main" id="{EF018197-AAAF-D8FC-8773-FE3FC6E7F180}"/>
                </a:ext>
              </a:extLst>
            </p:cNvPr>
            <p:cNvSpPr/>
            <p:nvPr/>
          </p:nvSpPr>
          <p:spPr>
            <a:xfrm>
              <a:off x="2158905" y="1969785"/>
              <a:ext cx="1100" cy="68"/>
            </a:xfrm>
            <a:custGeom>
              <a:avLst/>
              <a:gdLst/>
              <a:ahLst/>
              <a:cxnLst/>
              <a:rect l="l" t="t" r="r" b="b"/>
              <a:pathLst>
                <a:path w="81" h="5" extrusionOk="0">
                  <a:moveTo>
                    <a:pt x="0" y="1"/>
                  </a:moveTo>
                  <a:cubicBezTo>
                    <a:pt x="21" y="4"/>
                    <a:pt x="49" y="4"/>
                    <a:pt x="81" y="4"/>
                  </a:cubicBezTo>
                  <a:cubicBezTo>
                    <a:pt x="49" y="4"/>
                    <a:pt x="21" y="1"/>
                    <a:pt x="0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54" name="Google Shape;4812;p80">
              <a:extLst>
                <a:ext uri="{FF2B5EF4-FFF2-40B4-BE49-F238E27FC236}">
                  <a16:creationId xmlns:a16="http://schemas.microsoft.com/office/drawing/2014/main" id="{F2794182-055F-71F5-CA47-72C29A107910}"/>
                </a:ext>
              </a:extLst>
            </p:cNvPr>
            <p:cNvSpPr/>
            <p:nvPr/>
          </p:nvSpPr>
          <p:spPr>
            <a:xfrm>
              <a:off x="2161376" y="1981150"/>
              <a:ext cx="2105" cy="5146"/>
            </a:xfrm>
            <a:custGeom>
              <a:avLst/>
              <a:gdLst/>
              <a:ahLst/>
              <a:cxnLst/>
              <a:rect l="l" t="t" r="r" b="b"/>
              <a:pathLst>
                <a:path w="155" h="379" extrusionOk="0">
                  <a:moveTo>
                    <a:pt x="0" y="1"/>
                  </a:moveTo>
                  <a:cubicBezTo>
                    <a:pt x="15" y="54"/>
                    <a:pt x="32" y="108"/>
                    <a:pt x="53" y="161"/>
                  </a:cubicBezTo>
                  <a:lnTo>
                    <a:pt x="53" y="161"/>
                  </a:lnTo>
                  <a:cubicBezTo>
                    <a:pt x="33" y="108"/>
                    <a:pt x="16" y="54"/>
                    <a:pt x="0" y="1"/>
                  </a:cubicBezTo>
                  <a:close/>
                  <a:moveTo>
                    <a:pt x="53" y="161"/>
                  </a:moveTo>
                  <a:lnTo>
                    <a:pt x="53" y="161"/>
                  </a:lnTo>
                  <a:cubicBezTo>
                    <a:pt x="78" y="229"/>
                    <a:pt x="107" y="296"/>
                    <a:pt x="140" y="361"/>
                  </a:cubicBezTo>
                  <a:lnTo>
                    <a:pt x="154" y="379"/>
                  </a:lnTo>
                  <a:cubicBezTo>
                    <a:pt x="115" y="309"/>
                    <a:pt x="81" y="236"/>
                    <a:pt x="53" y="16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55" name="Google Shape;4813;p80">
              <a:extLst>
                <a:ext uri="{FF2B5EF4-FFF2-40B4-BE49-F238E27FC236}">
                  <a16:creationId xmlns:a16="http://schemas.microsoft.com/office/drawing/2014/main" id="{02EA0CAD-B96F-762A-605F-D4B5EABB9B67}"/>
                </a:ext>
              </a:extLst>
            </p:cNvPr>
            <p:cNvSpPr/>
            <p:nvPr/>
          </p:nvSpPr>
          <p:spPr>
            <a:xfrm>
              <a:off x="2163277" y="1985997"/>
              <a:ext cx="339" cy="543"/>
            </a:xfrm>
            <a:custGeom>
              <a:avLst/>
              <a:gdLst/>
              <a:ahLst/>
              <a:cxnLst/>
              <a:rect l="l" t="t" r="r" b="b"/>
              <a:pathLst>
                <a:path w="25" h="40" extrusionOk="0">
                  <a:moveTo>
                    <a:pt x="0" y="1"/>
                  </a:moveTo>
                  <a:cubicBezTo>
                    <a:pt x="5" y="10"/>
                    <a:pt x="12" y="18"/>
                    <a:pt x="17" y="27"/>
                  </a:cubicBezTo>
                  <a:lnTo>
                    <a:pt x="17" y="27"/>
                  </a:lnTo>
                  <a:lnTo>
                    <a:pt x="14" y="22"/>
                  </a:lnTo>
                  <a:lnTo>
                    <a:pt x="0" y="1"/>
                  </a:lnTo>
                  <a:close/>
                  <a:moveTo>
                    <a:pt x="17" y="27"/>
                  </a:moveTo>
                  <a:lnTo>
                    <a:pt x="25" y="39"/>
                  </a:lnTo>
                  <a:cubicBezTo>
                    <a:pt x="23" y="35"/>
                    <a:pt x="20" y="31"/>
                    <a:pt x="17" y="27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56" name="Google Shape;4814;p80">
              <a:extLst>
                <a:ext uri="{FF2B5EF4-FFF2-40B4-BE49-F238E27FC236}">
                  <a16:creationId xmlns:a16="http://schemas.microsoft.com/office/drawing/2014/main" id="{98EC353C-CD71-BD07-77BE-A0100C6C94AC}"/>
                </a:ext>
              </a:extLst>
            </p:cNvPr>
            <p:cNvSpPr/>
            <p:nvPr/>
          </p:nvSpPr>
          <p:spPr>
            <a:xfrm>
              <a:off x="2152917" y="1943974"/>
              <a:ext cx="584" cy="109"/>
            </a:xfrm>
            <a:custGeom>
              <a:avLst/>
              <a:gdLst/>
              <a:ahLst/>
              <a:cxnLst/>
              <a:rect l="l" t="t" r="r" b="b"/>
              <a:pathLst>
                <a:path w="43" h="8" extrusionOk="0">
                  <a:moveTo>
                    <a:pt x="0" y="1"/>
                  </a:moveTo>
                  <a:lnTo>
                    <a:pt x="0" y="1"/>
                  </a:lnTo>
                  <a:cubicBezTo>
                    <a:pt x="8" y="3"/>
                    <a:pt x="16" y="5"/>
                    <a:pt x="24" y="6"/>
                  </a:cubicBezTo>
                  <a:lnTo>
                    <a:pt x="24" y="6"/>
                  </a:lnTo>
                  <a:lnTo>
                    <a:pt x="0" y="1"/>
                  </a:lnTo>
                  <a:close/>
                  <a:moveTo>
                    <a:pt x="24" y="6"/>
                  </a:moveTo>
                  <a:lnTo>
                    <a:pt x="32" y="8"/>
                  </a:lnTo>
                  <a:lnTo>
                    <a:pt x="42" y="8"/>
                  </a:lnTo>
                  <a:cubicBezTo>
                    <a:pt x="36" y="8"/>
                    <a:pt x="30" y="7"/>
                    <a:pt x="24" y="6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57" name="Google Shape;4815;p80">
              <a:extLst>
                <a:ext uri="{FF2B5EF4-FFF2-40B4-BE49-F238E27FC236}">
                  <a16:creationId xmlns:a16="http://schemas.microsoft.com/office/drawing/2014/main" id="{DF47C6DD-F47A-B881-B1ED-531A059C716F}"/>
                </a:ext>
              </a:extLst>
            </p:cNvPr>
            <p:cNvSpPr/>
            <p:nvPr/>
          </p:nvSpPr>
          <p:spPr>
            <a:xfrm>
              <a:off x="2160711" y="1877105"/>
              <a:ext cx="14" cy="149"/>
            </a:xfrm>
            <a:custGeom>
              <a:avLst/>
              <a:gdLst/>
              <a:ahLst/>
              <a:cxnLst/>
              <a:rect l="l" t="t" r="r" b="b"/>
              <a:pathLst>
                <a:path w="1" h="11" extrusionOk="0">
                  <a:moveTo>
                    <a:pt x="0" y="0"/>
                  </a:moveTo>
                  <a:lnTo>
                    <a:pt x="0" y="11"/>
                  </a:lnTo>
                  <a:cubicBezTo>
                    <a:pt x="0" y="7"/>
                    <a:pt x="0" y="4"/>
                    <a:pt x="0" y="0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58" name="Google Shape;4816;p80">
              <a:extLst>
                <a:ext uri="{FF2B5EF4-FFF2-40B4-BE49-F238E27FC236}">
                  <a16:creationId xmlns:a16="http://schemas.microsoft.com/office/drawing/2014/main" id="{50924EC8-ABB2-6526-C837-960FBA72E693}"/>
                </a:ext>
              </a:extLst>
            </p:cNvPr>
            <p:cNvSpPr/>
            <p:nvPr/>
          </p:nvSpPr>
          <p:spPr>
            <a:xfrm>
              <a:off x="2160656" y="1875680"/>
              <a:ext cx="14" cy="394"/>
            </a:xfrm>
            <a:custGeom>
              <a:avLst/>
              <a:gdLst/>
              <a:ahLst/>
              <a:cxnLst/>
              <a:rect l="l" t="t" r="r" b="b"/>
              <a:pathLst>
                <a:path w="1" h="29" extrusionOk="0">
                  <a:moveTo>
                    <a:pt x="1" y="0"/>
                  </a:moveTo>
                  <a:lnTo>
                    <a:pt x="1" y="28"/>
                  </a:lnTo>
                  <a:cubicBezTo>
                    <a:pt x="1" y="18"/>
                    <a:pt x="1" y="7"/>
                    <a:pt x="1" y="0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59" name="Google Shape;4817;p80">
              <a:extLst>
                <a:ext uri="{FF2B5EF4-FFF2-40B4-BE49-F238E27FC236}">
                  <a16:creationId xmlns:a16="http://schemas.microsoft.com/office/drawing/2014/main" id="{621A11AC-BA36-3FE1-537A-0E2C01D796E8}"/>
                </a:ext>
              </a:extLst>
            </p:cNvPr>
            <p:cNvSpPr/>
            <p:nvPr/>
          </p:nvSpPr>
          <p:spPr>
            <a:xfrm>
              <a:off x="2160751" y="1877431"/>
              <a:ext cx="14" cy="14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1" y="1"/>
                  </a:move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60" name="Google Shape;4818;p80">
              <a:extLst>
                <a:ext uri="{FF2B5EF4-FFF2-40B4-BE49-F238E27FC236}">
                  <a16:creationId xmlns:a16="http://schemas.microsoft.com/office/drawing/2014/main" id="{F58AC072-3C75-AC5D-8D08-F91385D70C9E}"/>
                </a:ext>
              </a:extLst>
            </p:cNvPr>
            <p:cNvSpPr/>
            <p:nvPr/>
          </p:nvSpPr>
          <p:spPr>
            <a:xfrm>
              <a:off x="2160656" y="1875055"/>
              <a:ext cx="14" cy="489"/>
            </a:xfrm>
            <a:custGeom>
              <a:avLst/>
              <a:gdLst/>
              <a:ahLst/>
              <a:cxnLst/>
              <a:rect l="l" t="t" r="r" b="b"/>
              <a:pathLst>
                <a:path w="1" h="36" extrusionOk="0">
                  <a:moveTo>
                    <a:pt x="1" y="1"/>
                  </a:moveTo>
                  <a:lnTo>
                    <a:pt x="1" y="36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61" name="Google Shape;4819;p80">
              <a:extLst>
                <a:ext uri="{FF2B5EF4-FFF2-40B4-BE49-F238E27FC236}">
                  <a16:creationId xmlns:a16="http://schemas.microsoft.com/office/drawing/2014/main" id="{EED5AE9F-21E8-DDAE-9628-401F7E9F5FFB}"/>
                </a:ext>
              </a:extLst>
            </p:cNvPr>
            <p:cNvSpPr/>
            <p:nvPr/>
          </p:nvSpPr>
          <p:spPr>
            <a:xfrm>
              <a:off x="2160711" y="1876671"/>
              <a:ext cx="14" cy="258"/>
            </a:xfrm>
            <a:custGeom>
              <a:avLst/>
              <a:gdLst/>
              <a:ahLst/>
              <a:cxnLst/>
              <a:rect l="l" t="t" r="r" b="b"/>
              <a:pathLst>
                <a:path w="1" h="19" extrusionOk="0">
                  <a:moveTo>
                    <a:pt x="0" y="1"/>
                  </a:moveTo>
                  <a:lnTo>
                    <a:pt x="0" y="18"/>
                  </a:lnTo>
                  <a:cubicBezTo>
                    <a:pt x="0" y="11"/>
                    <a:pt x="0" y="8"/>
                    <a:pt x="0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62" name="Google Shape;4820;p80">
              <a:extLst>
                <a:ext uri="{FF2B5EF4-FFF2-40B4-BE49-F238E27FC236}">
                  <a16:creationId xmlns:a16="http://schemas.microsoft.com/office/drawing/2014/main" id="{66FF7148-4EB4-3501-A899-0C32A893603D}"/>
                </a:ext>
              </a:extLst>
            </p:cNvPr>
            <p:cNvSpPr/>
            <p:nvPr/>
          </p:nvSpPr>
          <p:spPr>
            <a:xfrm>
              <a:off x="2149536" y="1937946"/>
              <a:ext cx="14" cy="815"/>
            </a:xfrm>
            <a:custGeom>
              <a:avLst/>
              <a:gdLst/>
              <a:ahLst/>
              <a:cxnLst/>
              <a:rect l="l" t="t" r="r" b="b"/>
              <a:pathLst>
                <a:path w="1" h="60" extrusionOk="0">
                  <a:moveTo>
                    <a:pt x="1" y="0"/>
                  </a:moveTo>
                  <a:lnTo>
                    <a:pt x="1" y="60"/>
                  </a:lnTo>
                  <a:cubicBezTo>
                    <a:pt x="1" y="39"/>
                    <a:pt x="1" y="18"/>
                    <a:pt x="1" y="0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63" name="Google Shape;4821;p80">
              <a:extLst>
                <a:ext uri="{FF2B5EF4-FFF2-40B4-BE49-F238E27FC236}">
                  <a16:creationId xmlns:a16="http://schemas.microsoft.com/office/drawing/2014/main" id="{3A972DA4-01A0-0163-BA13-31D751F655D8}"/>
                </a:ext>
              </a:extLst>
            </p:cNvPr>
            <p:cNvSpPr/>
            <p:nvPr/>
          </p:nvSpPr>
          <p:spPr>
            <a:xfrm>
              <a:off x="2149536" y="1938896"/>
              <a:ext cx="14" cy="869"/>
            </a:xfrm>
            <a:custGeom>
              <a:avLst/>
              <a:gdLst/>
              <a:ahLst/>
              <a:cxnLst/>
              <a:rect l="l" t="t" r="r" b="b"/>
              <a:pathLst>
                <a:path w="1" h="64" extrusionOk="0">
                  <a:moveTo>
                    <a:pt x="1" y="63"/>
                  </a:moveTo>
                  <a:lnTo>
                    <a:pt x="1" y="0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64" name="Google Shape;4822;p80">
              <a:extLst>
                <a:ext uri="{FF2B5EF4-FFF2-40B4-BE49-F238E27FC236}">
                  <a16:creationId xmlns:a16="http://schemas.microsoft.com/office/drawing/2014/main" id="{817A0D95-8F21-6985-A80B-B7279ACAF4F4}"/>
                </a:ext>
              </a:extLst>
            </p:cNvPr>
            <p:cNvSpPr/>
            <p:nvPr/>
          </p:nvSpPr>
          <p:spPr>
            <a:xfrm>
              <a:off x="2160616" y="1874444"/>
              <a:ext cx="14" cy="584"/>
            </a:xfrm>
            <a:custGeom>
              <a:avLst/>
              <a:gdLst/>
              <a:ahLst/>
              <a:cxnLst/>
              <a:rect l="l" t="t" r="r" b="b"/>
              <a:pathLst>
                <a:path w="1" h="43" extrusionOk="0">
                  <a:moveTo>
                    <a:pt x="0" y="0"/>
                  </a:moveTo>
                  <a:lnTo>
                    <a:pt x="0" y="42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65" name="Google Shape;4823;p80">
              <a:extLst>
                <a:ext uri="{FF2B5EF4-FFF2-40B4-BE49-F238E27FC236}">
                  <a16:creationId xmlns:a16="http://schemas.microsoft.com/office/drawing/2014/main" id="{26398D87-FAB5-62D3-C188-26AC181FE72D}"/>
                </a:ext>
              </a:extLst>
            </p:cNvPr>
            <p:cNvSpPr/>
            <p:nvPr/>
          </p:nvSpPr>
          <p:spPr>
            <a:xfrm>
              <a:off x="2160711" y="1876195"/>
              <a:ext cx="14" cy="299"/>
            </a:xfrm>
            <a:custGeom>
              <a:avLst/>
              <a:gdLst/>
              <a:ahLst/>
              <a:cxnLst/>
              <a:rect l="l" t="t" r="r" b="b"/>
              <a:pathLst>
                <a:path w="1" h="22" extrusionOk="0">
                  <a:moveTo>
                    <a:pt x="0" y="1"/>
                  </a:moveTo>
                  <a:lnTo>
                    <a:pt x="0" y="22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66" name="Google Shape;4824;p80">
              <a:extLst>
                <a:ext uri="{FF2B5EF4-FFF2-40B4-BE49-F238E27FC236}">
                  <a16:creationId xmlns:a16="http://schemas.microsoft.com/office/drawing/2014/main" id="{F791941A-CDB9-B36E-AF9E-DECB0276D3B1}"/>
                </a:ext>
              </a:extLst>
            </p:cNvPr>
            <p:cNvSpPr/>
            <p:nvPr/>
          </p:nvSpPr>
          <p:spPr>
            <a:xfrm>
              <a:off x="2160331" y="1868741"/>
              <a:ext cx="299" cy="5716"/>
            </a:xfrm>
            <a:custGeom>
              <a:avLst/>
              <a:gdLst/>
              <a:ahLst/>
              <a:cxnLst/>
              <a:rect l="l" t="t" r="r" b="b"/>
              <a:pathLst>
                <a:path w="22" h="421" extrusionOk="0">
                  <a:moveTo>
                    <a:pt x="0" y="1"/>
                  </a:moveTo>
                  <a:cubicBezTo>
                    <a:pt x="7" y="154"/>
                    <a:pt x="14" y="301"/>
                    <a:pt x="21" y="420"/>
                  </a:cubicBezTo>
                  <a:cubicBezTo>
                    <a:pt x="18" y="301"/>
                    <a:pt x="7" y="154"/>
                    <a:pt x="0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67" name="Google Shape;4825;p80">
              <a:extLst>
                <a:ext uri="{FF2B5EF4-FFF2-40B4-BE49-F238E27FC236}">
                  <a16:creationId xmlns:a16="http://schemas.microsoft.com/office/drawing/2014/main" id="{276418DB-FAC3-5BA1-2F16-BC07D2DFAC03}"/>
                </a:ext>
              </a:extLst>
            </p:cNvPr>
            <p:cNvSpPr/>
            <p:nvPr/>
          </p:nvSpPr>
          <p:spPr>
            <a:xfrm>
              <a:off x="2149631" y="1932379"/>
              <a:ext cx="1344" cy="3910"/>
            </a:xfrm>
            <a:custGeom>
              <a:avLst/>
              <a:gdLst/>
              <a:ahLst/>
              <a:cxnLst/>
              <a:rect l="l" t="t" r="r" b="b"/>
              <a:pathLst>
                <a:path w="99" h="288" extrusionOk="0">
                  <a:moveTo>
                    <a:pt x="1" y="288"/>
                  </a:moveTo>
                  <a:cubicBezTo>
                    <a:pt x="4" y="253"/>
                    <a:pt x="15" y="221"/>
                    <a:pt x="32" y="190"/>
                  </a:cubicBezTo>
                  <a:cubicBezTo>
                    <a:pt x="64" y="130"/>
                    <a:pt x="85" y="67"/>
                    <a:pt x="99" y="1"/>
                  </a:cubicBezTo>
                  <a:cubicBezTo>
                    <a:pt x="85" y="67"/>
                    <a:pt x="64" y="130"/>
                    <a:pt x="32" y="190"/>
                  </a:cubicBezTo>
                  <a:cubicBezTo>
                    <a:pt x="15" y="221"/>
                    <a:pt x="4" y="253"/>
                    <a:pt x="1" y="288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68" name="Google Shape;4826;p80">
              <a:extLst>
                <a:ext uri="{FF2B5EF4-FFF2-40B4-BE49-F238E27FC236}">
                  <a16:creationId xmlns:a16="http://schemas.microsoft.com/office/drawing/2014/main" id="{5629F52A-3A17-A6D6-3AE9-5D05B29AF8DB}"/>
                </a:ext>
              </a:extLst>
            </p:cNvPr>
            <p:cNvSpPr/>
            <p:nvPr/>
          </p:nvSpPr>
          <p:spPr>
            <a:xfrm>
              <a:off x="2149536" y="1939752"/>
              <a:ext cx="14" cy="14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1" y="0"/>
                  </a:move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69" name="Google Shape;4827;p80">
              <a:extLst>
                <a:ext uri="{FF2B5EF4-FFF2-40B4-BE49-F238E27FC236}">
                  <a16:creationId xmlns:a16="http://schemas.microsoft.com/office/drawing/2014/main" id="{981ABEDA-D489-1526-A75A-6B02CDB101C0}"/>
                </a:ext>
              </a:extLst>
            </p:cNvPr>
            <p:cNvSpPr/>
            <p:nvPr/>
          </p:nvSpPr>
          <p:spPr>
            <a:xfrm>
              <a:off x="2229209" y="1797813"/>
              <a:ext cx="78193" cy="78641"/>
            </a:xfrm>
            <a:custGeom>
              <a:avLst/>
              <a:gdLst/>
              <a:ahLst/>
              <a:cxnLst/>
              <a:rect l="l" t="t" r="r" b="b"/>
              <a:pathLst>
                <a:path w="5759" h="5792" extrusionOk="0">
                  <a:moveTo>
                    <a:pt x="179" y="1"/>
                  </a:moveTo>
                  <a:lnTo>
                    <a:pt x="172" y="18"/>
                  </a:lnTo>
                  <a:lnTo>
                    <a:pt x="161" y="50"/>
                  </a:lnTo>
                  <a:cubicBezTo>
                    <a:pt x="112" y="169"/>
                    <a:pt x="109" y="295"/>
                    <a:pt x="140" y="417"/>
                  </a:cubicBezTo>
                  <a:cubicBezTo>
                    <a:pt x="165" y="515"/>
                    <a:pt x="186" y="620"/>
                    <a:pt x="81" y="747"/>
                  </a:cubicBezTo>
                  <a:cubicBezTo>
                    <a:pt x="0" y="845"/>
                    <a:pt x="14" y="946"/>
                    <a:pt x="53" y="1139"/>
                  </a:cubicBezTo>
                  <a:cubicBezTo>
                    <a:pt x="77" y="1261"/>
                    <a:pt x="91" y="1387"/>
                    <a:pt x="95" y="1513"/>
                  </a:cubicBezTo>
                  <a:lnTo>
                    <a:pt x="95" y="5662"/>
                  </a:lnTo>
                  <a:lnTo>
                    <a:pt x="3347" y="5662"/>
                  </a:lnTo>
                  <a:lnTo>
                    <a:pt x="3522" y="5543"/>
                  </a:lnTo>
                  <a:cubicBezTo>
                    <a:pt x="3551" y="5524"/>
                    <a:pt x="3581" y="5516"/>
                    <a:pt x="3612" y="5516"/>
                  </a:cubicBezTo>
                  <a:cubicBezTo>
                    <a:pt x="3707" y="5516"/>
                    <a:pt x="3801" y="5590"/>
                    <a:pt x="3844" y="5630"/>
                  </a:cubicBezTo>
                  <a:lnTo>
                    <a:pt x="4562" y="5630"/>
                  </a:lnTo>
                  <a:lnTo>
                    <a:pt x="4579" y="5655"/>
                  </a:lnTo>
                  <a:cubicBezTo>
                    <a:pt x="4579" y="5655"/>
                    <a:pt x="4695" y="5791"/>
                    <a:pt x="4821" y="5791"/>
                  </a:cubicBezTo>
                  <a:cubicBezTo>
                    <a:pt x="4842" y="5791"/>
                    <a:pt x="4849" y="5788"/>
                    <a:pt x="4877" y="5725"/>
                  </a:cubicBezTo>
                  <a:cubicBezTo>
                    <a:pt x="4901" y="5662"/>
                    <a:pt x="4943" y="5564"/>
                    <a:pt x="5080" y="5539"/>
                  </a:cubicBezTo>
                  <a:cubicBezTo>
                    <a:pt x="5101" y="5536"/>
                    <a:pt x="5122" y="5532"/>
                    <a:pt x="5143" y="5532"/>
                  </a:cubicBezTo>
                  <a:cubicBezTo>
                    <a:pt x="5230" y="5532"/>
                    <a:pt x="5265" y="5473"/>
                    <a:pt x="5307" y="5347"/>
                  </a:cubicBezTo>
                  <a:cubicBezTo>
                    <a:pt x="5342" y="5259"/>
                    <a:pt x="5381" y="5144"/>
                    <a:pt x="5500" y="5144"/>
                  </a:cubicBezTo>
                  <a:lnTo>
                    <a:pt x="5556" y="5144"/>
                  </a:lnTo>
                  <a:cubicBezTo>
                    <a:pt x="5563" y="5144"/>
                    <a:pt x="5569" y="5144"/>
                    <a:pt x="5575" y="5144"/>
                  </a:cubicBezTo>
                  <a:cubicBezTo>
                    <a:pt x="5617" y="5144"/>
                    <a:pt x="5627" y="5127"/>
                    <a:pt x="5713" y="5011"/>
                  </a:cubicBezTo>
                  <a:lnTo>
                    <a:pt x="5738" y="4976"/>
                  </a:lnTo>
                  <a:cubicBezTo>
                    <a:pt x="5731" y="4902"/>
                    <a:pt x="5731" y="4832"/>
                    <a:pt x="5741" y="4762"/>
                  </a:cubicBezTo>
                  <a:cubicBezTo>
                    <a:pt x="5759" y="4646"/>
                    <a:pt x="5731" y="4608"/>
                    <a:pt x="5668" y="4524"/>
                  </a:cubicBezTo>
                  <a:cubicBezTo>
                    <a:pt x="5591" y="4422"/>
                    <a:pt x="5531" y="4310"/>
                    <a:pt x="5493" y="4184"/>
                  </a:cubicBezTo>
                  <a:cubicBezTo>
                    <a:pt x="5440" y="4009"/>
                    <a:pt x="5300" y="3785"/>
                    <a:pt x="5174" y="3589"/>
                  </a:cubicBezTo>
                  <a:cubicBezTo>
                    <a:pt x="5038" y="3369"/>
                    <a:pt x="4919" y="3176"/>
                    <a:pt x="4908" y="3054"/>
                  </a:cubicBezTo>
                  <a:cubicBezTo>
                    <a:pt x="4905" y="2977"/>
                    <a:pt x="4852" y="2907"/>
                    <a:pt x="4796" y="2833"/>
                  </a:cubicBezTo>
                  <a:cubicBezTo>
                    <a:pt x="4726" y="2739"/>
                    <a:pt x="4646" y="2633"/>
                    <a:pt x="4649" y="2490"/>
                  </a:cubicBezTo>
                  <a:cubicBezTo>
                    <a:pt x="4656" y="2367"/>
                    <a:pt x="4614" y="2322"/>
                    <a:pt x="4513" y="2203"/>
                  </a:cubicBezTo>
                  <a:cubicBezTo>
                    <a:pt x="4432" y="2112"/>
                    <a:pt x="4359" y="2021"/>
                    <a:pt x="4292" y="1923"/>
                  </a:cubicBezTo>
                  <a:cubicBezTo>
                    <a:pt x="4061" y="1597"/>
                    <a:pt x="3966" y="1034"/>
                    <a:pt x="4015" y="887"/>
                  </a:cubicBezTo>
                  <a:cubicBezTo>
                    <a:pt x="4022" y="855"/>
                    <a:pt x="4043" y="831"/>
                    <a:pt x="4075" y="820"/>
                  </a:cubicBezTo>
                  <a:cubicBezTo>
                    <a:pt x="4084" y="817"/>
                    <a:pt x="4093" y="816"/>
                    <a:pt x="4102" y="816"/>
                  </a:cubicBezTo>
                  <a:cubicBezTo>
                    <a:pt x="4191" y="816"/>
                    <a:pt x="4266" y="964"/>
                    <a:pt x="4453" y="1412"/>
                  </a:cubicBezTo>
                  <a:cubicBezTo>
                    <a:pt x="4481" y="1471"/>
                    <a:pt x="4502" y="1524"/>
                    <a:pt x="4520" y="1559"/>
                  </a:cubicBezTo>
                  <a:cubicBezTo>
                    <a:pt x="4670" y="1895"/>
                    <a:pt x="4898" y="2241"/>
                    <a:pt x="5010" y="2241"/>
                  </a:cubicBezTo>
                  <a:cubicBezTo>
                    <a:pt x="5052" y="2241"/>
                    <a:pt x="5118" y="2077"/>
                    <a:pt x="5192" y="1751"/>
                  </a:cubicBezTo>
                  <a:cubicBezTo>
                    <a:pt x="5237" y="1559"/>
                    <a:pt x="5255" y="1496"/>
                    <a:pt x="5300" y="1471"/>
                  </a:cubicBezTo>
                  <a:lnTo>
                    <a:pt x="5314" y="1387"/>
                  </a:lnTo>
                  <a:lnTo>
                    <a:pt x="5314" y="1384"/>
                  </a:lnTo>
                  <a:lnTo>
                    <a:pt x="5349" y="1279"/>
                  </a:lnTo>
                  <a:lnTo>
                    <a:pt x="5367" y="1230"/>
                  </a:lnTo>
                  <a:lnTo>
                    <a:pt x="5384" y="1188"/>
                  </a:lnTo>
                  <a:lnTo>
                    <a:pt x="5045" y="354"/>
                  </a:lnTo>
                  <a:cubicBezTo>
                    <a:pt x="5018" y="381"/>
                    <a:pt x="4986" y="390"/>
                    <a:pt x="4948" y="390"/>
                  </a:cubicBezTo>
                  <a:cubicBezTo>
                    <a:pt x="4905" y="390"/>
                    <a:pt x="4854" y="378"/>
                    <a:pt x="4796" y="365"/>
                  </a:cubicBezTo>
                  <a:cubicBezTo>
                    <a:pt x="4722" y="346"/>
                    <a:pt x="4636" y="327"/>
                    <a:pt x="4550" y="327"/>
                  </a:cubicBezTo>
                  <a:cubicBezTo>
                    <a:pt x="4510" y="327"/>
                    <a:pt x="4471" y="331"/>
                    <a:pt x="4432" y="340"/>
                  </a:cubicBezTo>
                  <a:cubicBezTo>
                    <a:pt x="4370" y="357"/>
                    <a:pt x="4310" y="364"/>
                    <a:pt x="4253" y="364"/>
                  </a:cubicBezTo>
                  <a:cubicBezTo>
                    <a:pt x="4049" y="364"/>
                    <a:pt x="3873" y="275"/>
                    <a:pt x="3700" y="190"/>
                  </a:cubicBezTo>
                  <a:cubicBezTo>
                    <a:pt x="3648" y="164"/>
                    <a:pt x="3567" y="152"/>
                    <a:pt x="3471" y="152"/>
                  </a:cubicBezTo>
                  <a:cubicBezTo>
                    <a:pt x="3160" y="152"/>
                    <a:pt x="2702" y="269"/>
                    <a:pt x="2643" y="354"/>
                  </a:cubicBezTo>
                  <a:cubicBezTo>
                    <a:pt x="2571" y="462"/>
                    <a:pt x="2440" y="505"/>
                    <a:pt x="2296" y="505"/>
                  </a:cubicBezTo>
                  <a:cubicBezTo>
                    <a:pt x="2182" y="505"/>
                    <a:pt x="2060" y="478"/>
                    <a:pt x="1950" y="435"/>
                  </a:cubicBezTo>
                  <a:lnTo>
                    <a:pt x="1873" y="403"/>
                  </a:lnTo>
                  <a:cubicBezTo>
                    <a:pt x="1642" y="309"/>
                    <a:pt x="1355" y="190"/>
                    <a:pt x="966" y="155"/>
                  </a:cubicBezTo>
                  <a:cubicBezTo>
                    <a:pt x="494" y="113"/>
                    <a:pt x="280" y="53"/>
                    <a:pt x="179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70" name="Google Shape;4828;p80">
              <a:extLst>
                <a:ext uri="{FF2B5EF4-FFF2-40B4-BE49-F238E27FC236}">
                  <a16:creationId xmlns:a16="http://schemas.microsoft.com/office/drawing/2014/main" id="{4B0AAD13-9F49-9D6E-7093-419AE705AEEB}"/>
                </a:ext>
              </a:extLst>
            </p:cNvPr>
            <p:cNvSpPr/>
            <p:nvPr/>
          </p:nvSpPr>
          <p:spPr>
            <a:xfrm>
              <a:off x="2231531" y="1797813"/>
              <a:ext cx="109" cy="258"/>
            </a:xfrm>
            <a:custGeom>
              <a:avLst/>
              <a:gdLst/>
              <a:ahLst/>
              <a:cxnLst/>
              <a:rect l="l" t="t" r="r" b="b"/>
              <a:pathLst>
                <a:path w="8" h="19" extrusionOk="0">
                  <a:moveTo>
                    <a:pt x="8" y="1"/>
                  </a:moveTo>
                  <a:lnTo>
                    <a:pt x="1" y="18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71" name="Google Shape;4829;p80">
              <a:extLst>
                <a:ext uri="{FF2B5EF4-FFF2-40B4-BE49-F238E27FC236}">
                  <a16:creationId xmlns:a16="http://schemas.microsoft.com/office/drawing/2014/main" id="{2A45D74E-9E2C-2DE6-23BF-E423B101F583}"/>
                </a:ext>
              </a:extLst>
            </p:cNvPr>
            <p:cNvSpPr/>
            <p:nvPr/>
          </p:nvSpPr>
          <p:spPr>
            <a:xfrm>
              <a:off x="2115742" y="2027164"/>
              <a:ext cx="39035" cy="44263"/>
            </a:xfrm>
            <a:custGeom>
              <a:avLst/>
              <a:gdLst/>
              <a:ahLst/>
              <a:cxnLst/>
              <a:rect l="l" t="t" r="r" b="b"/>
              <a:pathLst>
                <a:path w="2875" h="3260" extrusionOk="0">
                  <a:moveTo>
                    <a:pt x="1446" y="0"/>
                  </a:moveTo>
                  <a:lnTo>
                    <a:pt x="1404" y="11"/>
                  </a:lnTo>
                  <a:lnTo>
                    <a:pt x="1404" y="25"/>
                  </a:lnTo>
                  <a:lnTo>
                    <a:pt x="1404" y="56"/>
                  </a:lnTo>
                  <a:lnTo>
                    <a:pt x="1404" y="95"/>
                  </a:lnTo>
                  <a:lnTo>
                    <a:pt x="1404" y="123"/>
                  </a:lnTo>
                  <a:lnTo>
                    <a:pt x="1404" y="161"/>
                  </a:lnTo>
                  <a:lnTo>
                    <a:pt x="1404" y="189"/>
                  </a:lnTo>
                  <a:lnTo>
                    <a:pt x="1404" y="228"/>
                  </a:lnTo>
                  <a:lnTo>
                    <a:pt x="1404" y="252"/>
                  </a:lnTo>
                  <a:lnTo>
                    <a:pt x="1404" y="287"/>
                  </a:lnTo>
                  <a:lnTo>
                    <a:pt x="1404" y="312"/>
                  </a:lnTo>
                  <a:lnTo>
                    <a:pt x="1404" y="347"/>
                  </a:lnTo>
                  <a:lnTo>
                    <a:pt x="1404" y="368"/>
                  </a:lnTo>
                  <a:lnTo>
                    <a:pt x="1404" y="403"/>
                  </a:lnTo>
                  <a:lnTo>
                    <a:pt x="1404" y="424"/>
                  </a:lnTo>
                  <a:lnTo>
                    <a:pt x="1404" y="452"/>
                  </a:lnTo>
                  <a:lnTo>
                    <a:pt x="1404" y="470"/>
                  </a:lnTo>
                  <a:lnTo>
                    <a:pt x="1404" y="498"/>
                  </a:lnTo>
                  <a:lnTo>
                    <a:pt x="1404" y="515"/>
                  </a:lnTo>
                  <a:lnTo>
                    <a:pt x="1404" y="540"/>
                  </a:lnTo>
                  <a:lnTo>
                    <a:pt x="1404" y="554"/>
                  </a:lnTo>
                  <a:lnTo>
                    <a:pt x="1404" y="578"/>
                  </a:lnTo>
                  <a:lnTo>
                    <a:pt x="1404" y="589"/>
                  </a:lnTo>
                  <a:lnTo>
                    <a:pt x="1404" y="610"/>
                  </a:lnTo>
                  <a:lnTo>
                    <a:pt x="1404" y="620"/>
                  </a:lnTo>
                  <a:lnTo>
                    <a:pt x="1404" y="638"/>
                  </a:lnTo>
                  <a:lnTo>
                    <a:pt x="1404" y="645"/>
                  </a:lnTo>
                  <a:lnTo>
                    <a:pt x="1404" y="655"/>
                  </a:lnTo>
                  <a:lnTo>
                    <a:pt x="1404" y="662"/>
                  </a:lnTo>
                  <a:lnTo>
                    <a:pt x="1404" y="669"/>
                  </a:lnTo>
                  <a:lnTo>
                    <a:pt x="1404" y="673"/>
                  </a:lnTo>
                  <a:lnTo>
                    <a:pt x="1404" y="680"/>
                  </a:lnTo>
                  <a:lnTo>
                    <a:pt x="1397" y="732"/>
                  </a:lnTo>
                  <a:lnTo>
                    <a:pt x="1345" y="736"/>
                  </a:lnTo>
                  <a:cubicBezTo>
                    <a:pt x="1320" y="736"/>
                    <a:pt x="732" y="771"/>
                    <a:pt x="596" y="771"/>
                  </a:cubicBezTo>
                  <a:lnTo>
                    <a:pt x="561" y="771"/>
                  </a:lnTo>
                  <a:cubicBezTo>
                    <a:pt x="543" y="771"/>
                    <a:pt x="512" y="774"/>
                    <a:pt x="470" y="781"/>
                  </a:cubicBezTo>
                  <a:lnTo>
                    <a:pt x="445" y="785"/>
                  </a:lnTo>
                  <a:lnTo>
                    <a:pt x="424" y="788"/>
                  </a:lnTo>
                  <a:lnTo>
                    <a:pt x="421" y="788"/>
                  </a:lnTo>
                  <a:lnTo>
                    <a:pt x="400" y="792"/>
                  </a:lnTo>
                  <a:lnTo>
                    <a:pt x="389" y="792"/>
                  </a:lnTo>
                  <a:cubicBezTo>
                    <a:pt x="365" y="823"/>
                    <a:pt x="340" y="851"/>
                    <a:pt x="316" y="879"/>
                  </a:cubicBezTo>
                  <a:cubicBezTo>
                    <a:pt x="337" y="900"/>
                    <a:pt x="361" y="921"/>
                    <a:pt x="386" y="939"/>
                  </a:cubicBezTo>
                  <a:cubicBezTo>
                    <a:pt x="445" y="988"/>
                    <a:pt x="505" y="1033"/>
                    <a:pt x="529" y="1096"/>
                  </a:cubicBezTo>
                  <a:cubicBezTo>
                    <a:pt x="540" y="1124"/>
                    <a:pt x="540" y="1152"/>
                    <a:pt x="526" y="1180"/>
                  </a:cubicBezTo>
                  <a:cubicBezTo>
                    <a:pt x="498" y="1233"/>
                    <a:pt x="435" y="1254"/>
                    <a:pt x="365" y="1271"/>
                  </a:cubicBezTo>
                  <a:cubicBezTo>
                    <a:pt x="309" y="1289"/>
                    <a:pt x="232" y="1313"/>
                    <a:pt x="235" y="1345"/>
                  </a:cubicBezTo>
                  <a:cubicBezTo>
                    <a:pt x="242" y="1481"/>
                    <a:pt x="162" y="1614"/>
                    <a:pt x="0" y="1737"/>
                  </a:cubicBezTo>
                  <a:cubicBezTo>
                    <a:pt x="11" y="1782"/>
                    <a:pt x="92" y="1880"/>
                    <a:pt x="137" y="1936"/>
                  </a:cubicBezTo>
                  <a:cubicBezTo>
                    <a:pt x="225" y="2041"/>
                    <a:pt x="277" y="2111"/>
                    <a:pt x="281" y="2174"/>
                  </a:cubicBezTo>
                  <a:cubicBezTo>
                    <a:pt x="288" y="2255"/>
                    <a:pt x="361" y="2342"/>
                    <a:pt x="659" y="2633"/>
                  </a:cubicBezTo>
                  <a:cubicBezTo>
                    <a:pt x="753" y="2721"/>
                    <a:pt x="834" y="2826"/>
                    <a:pt x="890" y="2945"/>
                  </a:cubicBezTo>
                  <a:cubicBezTo>
                    <a:pt x="949" y="3067"/>
                    <a:pt x="1037" y="3172"/>
                    <a:pt x="1142" y="3260"/>
                  </a:cubicBezTo>
                  <a:lnTo>
                    <a:pt x="1156" y="3246"/>
                  </a:lnTo>
                  <a:lnTo>
                    <a:pt x="1166" y="3235"/>
                  </a:lnTo>
                  <a:cubicBezTo>
                    <a:pt x="1177" y="3225"/>
                    <a:pt x="1184" y="3218"/>
                    <a:pt x="1194" y="3211"/>
                  </a:cubicBezTo>
                  <a:lnTo>
                    <a:pt x="1201" y="3204"/>
                  </a:lnTo>
                  <a:cubicBezTo>
                    <a:pt x="1212" y="3197"/>
                    <a:pt x="1222" y="3186"/>
                    <a:pt x="1236" y="3179"/>
                  </a:cubicBezTo>
                  <a:lnTo>
                    <a:pt x="1247" y="3176"/>
                  </a:lnTo>
                  <a:cubicBezTo>
                    <a:pt x="1254" y="3169"/>
                    <a:pt x="1264" y="3165"/>
                    <a:pt x="1275" y="3162"/>
                  </a:cubicBezTo>
                  <a:lnTo>
                    <a:pt x="1289" y="3155"/>
                  </a:lnTo>
                  <a:lnTo>
                    <a:pt x="1313" y="3144"/>
                  </a:lnTo>
                  <a:lnTo>
                    <a:pt x="1327" y="3141"/>
                  </a:lnTo>
                  <a:cubicBezTo>
                    <a:pt x="1338" y="3141"/>
                    <a:pt x="1348" y="3137"/>
                    <a:pt x="1359" y="3137"/>
                  </a:cubicBezTo>
                  <a:lnTo>
                    <a:pt x="1373" y="3137"/>
                  </a:lnTo>
                  <a:cubicBezTo>
                    <a:pt x="1387" y="3134"/>
                    <a:pt x="1401" y="3134"/>
                    <a:pt x="1415" y="3134"/>
                  </a:cubicBezTo>
                  <a:cubicBezTo>
                    <a:pt x="1502" y="3134"/>
                    <a:pt x="1516" y="3113"/>
                    <a:pt x="1520" y="3113"/>
                  </a:cubicBezTo>
                  <a:cubicBezTo>
                    <a:pt x="1537" y="3081"/>
                    <a:pt x="1492" y="2966"/>
                    <a:pt x="1457" y="2871"/>
                  </a:cubicBezTo>
                  <a:cubicBezTo>
                    <a:pt x="1443" y="2843"/>
                    <a:pt x="1432" y="2812"/>
                    <a:pt x="1422" y="2784"/>
                  </a:cubicBezTo>
                  <a:cubicBezTo>
                    <a:pt x="1383" y="2686"/>
                    <a:pt x="1387" y="2609"/>
                    <a:pt x="1425" y="2549"/>
                  </a:cubicBezTo>
                  <a:cubicBezTo>
                    <a:pt x="1484" y="2470"/>
                    <a:pt x="1602" y="2457"/>
                    <a:pt x="1711" y="2457"/>
                  </a:cubicBezTo>
                  <a:cubicBezTo>
                    <a:pt x="1732" y="2457"/>
                    <a:pt x="1752" y="2457"/>
                    <a:pt x="1772" y="2458"/>
                  </a:cubicBezTo>
                  <a:lnTo>
                    <a:pt x="1821" y="2458"/>
                  </a:lnTo>
                  <a:cubicBezTo>
                    <a:pt x="1852" y="2458"/>
                    <a:pt x="1863" y="2434"/>
                    <a:pt x="1891" y="2342"/>
                  </a:cubicBezTo>
                  <a:cubicBezTo>
                    <a:pt x="1912" y="2265"/>
                    <a:pt x="1943" y="2153"/>
                    <a:pt x="2059" y="2153"/>
                  </a:cubicBezTo>
                  <a:cubicBezTo>
                    <a:pt x="2164" y="2153"/>
                    <a:pt x="2217" y="2265"/>
                    <a:pt x="2266" y="2363"/>
                  </a:cubicBezTo>
                  <a:cubicBezTo>
                    <a:pt x="2283" y="2405"/>
                    <a:pt x="2325" y="2490"/>
                    <a:pt x="2346" y="2493"/>
                  </a:cubicBezTo>
                  <a:cubicBezTo>
                    <a:pt x="2365" y="2489"/>
                    <a:pt x="2385" y="2488"/>
                    <a:pt x="2404" y="2488"/>
                  </a:cubicBezTo>
                  <a:cubicBezTo>
                    <a:pt x="2460" y="2488"/>
                    <a:pt x="2518" y="2502"/>
                    <a:pt x="2570" y="2528"/>
                  </a:cubicBezTo>
                  <a:cubicBezTo>
                    <a:pt x="2614" y="2550"/>
                    <a:pt x="2661" y="2563"/>
                    <a:pt x="2711" y="2563"/>
                  </a:cubicBezTo>
                  <a:cubicBezTo>
                    <a:pt x="2726" y="2563"/>
                    <a:pt x="2741" y="2562"/>
                    <a:pt x="2756" y="2560"/>
                  </a:cubicBezTo>
                  <a:cubicBezTo>
                    <a:pt x="2871" y="2539"/>
                    <a:pt x="2871" y="2188"/>
                    <a:pt x="2871" y="1982"/>
                  </a:cubicBezTo>
                  <a:lnTo>
                    <a:pt x="2871" y="1866"/>
                  </a:lnTo>
                  <a:cubicBezTo>
                    <a:pt x="2875" y="1646"/>
                    <a:pt x="2871" y="1527"/>
                    <a:pt x="2766" y="1464"/>
                  </a:cubicBezTo>
                  <a:cubicBezTo>
                    <a:pt x="2647" y="1394"/>
                    <a:pt x="2525" y="1250"/>
                    <a:pt x="2532" y="1107"/>
                  </a:cubicBezTo>
                  <a:cubicBezTo>
                    <a:pt x="2535" y="1019"/>
                    <a:pt x="2588" y="942"/>
                    <a:pt x="2668" y="911"/>
                  </a:cubicBezTo>
                  <a:cubicBezTo>
                    <a:pt x="2749" y="869"/>
                    <a:pt x="2801" y="809"/>
                    <a:pt x="2808" y="743"/>
                  </a:cubicBezTo>
                  <a:cubicBezTo>
                    <a:pt x="2812" y="680"/>
                    <a:pt x="2780" y="617"/>
                    <a:pt x="2724" y="582"/>
                  </a:cubicBezTo>
                  <a:cubicBezTo>
                    <a:pt x="2702" y="563"/>
                    <a:pt x="2672" y="556"/>
                    <a:pt x="2637" y="556"/>
                  </a:cubicBezTo>
                  <a:cubicBezTo>
                    <a:pt x="2571" y="556"/>
                    <a:pt x="2489" y="581"/>
                    <a:pt x="2423" y="599"/>
                  </a:cubicBezTo>
                  <a:cubicBezTo>
                    <a:pt x="2363" y="618"/>
                    <a:pt x="2312" y="634"/>
                    <a:pt x="2269" y="634"/>
                  </a:cubicBezTo>
                  <a:cubicBezTo>
                    <a:pt x="2242" y="634"/>
                    <a:pt x="2219" y="628"/>
                    <a:pt x="2199" y="613"/>
                  </a:cubicBezTo>
                  <a:cubicBezTo>
                    <a:pt x="2171" y="592"/>
                    <a:pt x="2157" y="561"/>
                    <a:pt x="2161" y="529"/>
                  </a:cubicBezTo>
                  <a:lnTo>
                    <a:pt x="2161" y="512"/>
                  </a:lnTo>
                  <a:lnTo>
                    <a:pt x="2161" y="505"/>
                  </a:lnTo>
                  <a:lnTo>
                    <a:pt x="2161" y="491"/>
                  </a:lnTo>
                  <a:lnTo>
                    <a:pt x="2161" y="484"/>
                  </a:lnTo>
                  <a:lnTo>
                    <a:pt x="2161" y="470"/>
                  </a:lnTo>
                  <a:lnTo>
                    <a:pt x="2161" y="459"/>
                  </a:lnTo>
                  <a:lnTo>
                    <a:pt x="2161" y="442"/>
                  </a:lnTo>
                  <a:lnTo>
                    <a:pt x="2161" y="431"/>
                  </a:lnTo>
                  <a:lnTo>
                    <a:pt x="2161" y="410"/>
                  </a:lnTo>
                  <a:lnTo>
                    <a:pt x="2161" y="400"/>
                  </a:lnTo>
                  <a:lnTo>
                    <a:pt x="2161" y="375"/>
                  </a:lnTo>
                  <a:lnTo>
                    <a:pt x="2161" y="365"/>
                  </a:lnTo>
                  <a:lnTo>
                    <a:pt x="2161" y="340"/>
                  </a:lnTo>
                  <a:lnTo>
                    <a:pt x="2161" y="333"/>
                  </a:lnTo>
                  <a:cubicBezTo>
                    <a:pt x="2168" y="280"/>
                    <a:pt x="2171" y="228"/>
                    <a:pt x="2178" y="172"/>
                  </a:cubicBezTo>
                  <a:lnTo>
                    <a:pt x="2178" y="165"/>
                  </a:lnTo>
                  <a:lnTo>
                    <a:pt x="2185" y="130"/>
                  </a:lnTo>
                  <a:lnTo>
                    <a:pt x="2185" y="123"/>
                  </a:lnTo>
                  <a:lnTo>
                    <a:pt x="2189" y="88"/>
                  </a:lnTo>
                  <a:lnTo>
                    <a:pt x="2189" y="77"/>
                  </a:lnTo>
                  <a:lnTo>
                    <a:pt x="2192" y="46"/>
                  </a:lnTo>
                  <a:lnTo>
                    <a:pt x="2192" y="35"/>
                  </a:lnTo>
                  <a:lnTo>
                    <a:pt x="2192" y="28"/>
                  </a:lnTo>
                  <a:cubicBezTo>
                    <a:pt x="1856" y="21"/>
                    <a:pt x="1534" y="4"/>
                    <a:pt x="1446" y="0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72" name="Google Shape;4830;p80">
              <a:extLst>
                <a:ext uri="{FF2B5EF4-FFF2-40B4-BE49-F238E27FC236}">
                  <a16:creationId xmlns:a16="http://schemas.microsoft.com/office/drawing/2014/main" id="{D2360602-96F8-0D2C-6540-79A84E5A26BD}"/>
                </a:ext>
              </a:extLst>
            </p:cNvPr>
            <p:cNvSpPr/>
            <p:nvPr/>
          </p:nvSpPr>
          <p:spPr>
            <a:xfrm>
              <a:off x="2135375" y="2027164"/>
              <a:ext cx="9952" cy="434"/>
            </a:xfrm>
            <a:custGeom>
              <a:avLst/>
              <a:gdLst/>
              <a:ahLst/>
              <a:cxnLst/>
              <a:rect l="l" t="t" r="r" b="b"/>
              <a:pathLst>
                <a:path w="733" h="32" extrusionOk="0">
                  <a:moveTo>
                    <a:pt x="0" y="0"/>
                  </a:moveTo>
                  <a:cubicBezTo>
                    <a:pt x="63" y="4"/>
                    <a:pt x="399" y="21"/>
                    <a:pt x="732" y="32"/>
                  </a:cubicBezTo>
                  <a:cubicBezTo>
                    <a:pt x="410" y="21"/>
                    <a:pt x="88" y="4"/>
                    <a:pt x="0" y="0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73" name="Google Shape;4831;p80">
              <a:extLst>
                <a:ext uri="{FF2B5EF4-FFF2-40B4-BE49-F238E27FC236}">
                  <a16:creationId xmlns:a16="http://schemas.microsoft.com/office/drawing/2014/main" id="{71703B53-6CE7-4625-FD15-67E3876235F2}"/>
                </a:ext>
              </a:extLst>
            </p:cNvPr>
            <p:cNvSpPr/>
            <p:nvPr/>
          </p:nvSpPr>
          <p:spPr>
            <a:xfrm>
              <a:off x="2119218" y="2027924"/>
              <a:ext cx="13605" cy="8147"/>
            </a:xfrm>
            <a:custGeom>
              <a:avLst/>
              <a:gdLst/>
              <a:ahLst/>
              <a:cxnLst/>
              <a:rect l="l" t="t" r="r" b="b"/>
              <a:pathLst>
                <a:path w="1002" h="600" extrusionOk="0">
                  <a:moveTo>
                    <a:pt x="1001" y="0"/>
                  </a:moveTo>
                  <a:lnTo>
                    <a:pt x="945" y="18"/>
                  </a:lnTo>
                  <a:lnTo>
                    <a:pt x="945" y="18"/>
                  </a:lnTo>
                  <a:lnTo>
                    <a:pt x="956" y="11"/>
                  </a:lnTo>
                  <a:lnTo>
                    <a:pt x="287" y="11"/>
                  </a:lnTo>
                  <a:cubicBezTo>
                    <a:pt x="305" y="70"/>
                    <a:pt x="301" y="133"/>
                    <a:pt x="284" y="189"/>
                  </a:cubicBezTo>
                  <a:cubicBezTo>
                    <a:pt x="252" y="280"/>
                    <a:pt x="175" y="351"/>
                    <a:pt x="84" y="379"/>
                  </a:cubicBezTo>
                  <a:cubicBezTo>
                    <a:pt x="18" y="403"/>
                    <a:pt x="0" y="438"/>
                    <a:pt x="4" y="452"/>
                  </a:cubicBezTo>
                  <a:cubicBezTo>
                    <a:pt x="4" y="466"/>
                    <a:pt x="21" y="470"/>
                    <a:pt x="42" y="470"/>
                  </a:cubicBezTo>
                  <a:cubicBezTo>
                    <a:pt x="88" y="470"/>
                    <a:pt x="130" y="494"/>
                    <a:pt x="151" y="533"/>
                  </a:cubicBezTo>
                  <a:cubicBezTo>
                    <a:pt x="161" y="554"/>
                    <a:pt x="165" y="575"/>
                    <a:pt x="161" y="599"/>
                  </a:cubicBezTo>
                  <a:lnTo>
                    <a:pt x="168" y="599"/>
                  </a:lnTo>
                  <a:lnTo>
                    <a:pt x="196" y="592"/>
                  </a:lnTo>
                  <a:lnTo>
                    <a:pt x="200" y="592"/>
                  </a:lnTo>
                  <a:lnTo>
                    <a:pt x="224" y="589"/>
                  </a:lnTo>
                  <a:lnTo>
                    <a:pt x="312" y="589"/>
                  </a:lnTo>
                  <a:cubicBezTo>
                    <a:pt x="417" y="589"/>
                    <a:pt x="844" y="564"/>
                    <a:pt x="994" y="557"/>
                  </a:cubicBezTo>
                  <a:lnTo>
                    <a:pt x="998" y="536"/>
                  </a:lnTo>
                  <a:lnTo>
                    <a:pt x="1001" y="515"/>
                  </a:lnTo>
                  <a:lnTo>
                    <a:pt x="1001" y="512"/>
                  </a:lnTo>
                  <a:lnTo>
                    <a:pt x="1001" y="487"/>
                  </a:lnTo>
                  <a:lnTo>
                    <a:pt x="1001" y="480"/>
                  </a:lnTo>
                  <a:lnTo>
                    <a:pt x="1001" y="459"/>
                  </a:lnTo>
                  <a:lnTo>
                    <a:pt x="1001" y="452"/>
                  </a:lnTo>
                  <a:lnTo>
                    <a:pt x="1001" y="428"/>
                  </a:lnTo>
                  <a:lnTo>
                    <a:pt x="1001" y="417"/>
                  </a:lnTo>
                  <a:lnTo>
                    <a:pt x="1001" y="396"/>
                  </a:lnTo>
                  <a:lnTo>
                    <a:pt x="1001" y="382"/>
                  </a:lnTo>
                  <a:lnTo>
                    <a:pt x="1001" y="358"/>
                  </a:lnTo>
                  <a:lnTo>
                    <a:pt x="1001" y="344"/>
                  </a:lnTo>
                  <a:lnTo>
                    <a:pt x="1001" y="319"/>
                  </a:lnTo>
                  <a:lnTo>
                    <a:pt x="1001" y="305"/>
                  </a:lnTo>
                  <a:lnTo>
                    <a:pt x="1001" y="280"/>
                  </a:lnTo>
                  <a:lnTo>
                    <a:pt x="1001" y="263"/>
                  </a:lnTo>
                  <a:lnTo>
                    <a:pt x="1001" y="224"/>
                  </a:lnTo>
                  <a:lnTo>
                    <a:pt x="1001" y="203"/>
                  </a:lnTo>
                  <a:lnTo>
                    <a:pt x="1001" y="179"/>
                  </a:lnTo>
                  <a:lnTo>
                    <a:pt x="1001" y="154"/>
                  </a:lnTo>
                  <a:lnTo>
                    <a:pt x="1001" y="133"/>
                  </a:lnTo>
                  <a:lnTo>
                    <a:pt x="1001" y="109"/>
                  </a:lnTo>
                  <a:lnTo>
                    <a:pt x="1001" y="88"/>
                  </a:lnTo>
                  <a:lnTo>
                    <a:pt x="1001" y="60"/>
                  </a:lnTo>
                  <a:lnTo>
                    <a:pt x="1001" y="39"/>
                  </a:lnTo>
                  <a:lnTo>
                    <a:pt x="1001" y="11"/>
                  </a:lnTo>
                  <a:lnTo>
                    <a:pt x="1001" y="0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74" name="Google Shape;4832;p80">
              <a:extLst>
                <a:ext uri="{FF2B5EF4-FFF2-40B4-BE49-F238E27FC236}">
                  <a16:creationId xmlns:a16="http://schemas.microsoft.com/office/drawing/2014/main" id="{7CA7E70D-39B6-58EF-FE9D-BAF744CE6787}"/>
                </a:ext>
              </a:extLst>
            </p:cNvPr>
            <p:cNvSpPr/>
            <p:nvPr/>
          </p:nvSpPr>
          <p:spPr>
            <a:xfrm>
              <a:off x="2132184" y="2028019"/>
              <a:ext cx="163" cy="54"/>
            </a:xfrm>
            <a:custGeom>
              <a:avLst/>
              <a:gdLst/>
              <a:ahLst/>
              <a:cxnLst/>
              <a:rect l="l" t="t" r="r" b="b"/>
              <a:pathLst>
                <a:path w="12" h="4" extrusionOk="0">
                  <a:moveTo>
                    <a:pt x="11" y="0"/>
                  </a:moveTo>
                  <a:lnTo>
                    <a:pt x="1" y="4"/>
                  </a:lnTo>
                  <a:lnTo>
                    <a:pt x="1" y="4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75" name="Google Shape;4833;p80">
              <a:extLst>
                <a:ext uri="{FF2B5EF4-FFF2-40B4-BE49-F238E27FC236}">
                  <a16:creationId xmlns:a16="http://schemas.microsoft.com/office/drawing/2014/main" id="{E8B28D0F-C083-96F9-5819-58F5EEA50CE0}"/>
                </a:ext>
              </a:extLst>
            </p:cNvPr>
            <p:cNvSpPr/>
            <p:nvPr/>
          </p:nvSpPr>
          <p:spPr>
            <a:xfrm>
              <a:off x="2133040" y="2031576"/>
              <a:ext cx="14" cy="394"/>
            </a:xfrm>
            <a:custGeom>
              <a:avLst/>
              <a:gdLst/>
              <a:ahLst/>
              <a:cxnLst/>
              <a:rect l="l" t="t" r="r" b="b"/>
              <a:pathLst>
                <a:path w="1" h="29" extrusionOk="0">
                  <a:moveTo>
                    <a:pt x="1" y="1"/>
                  </a:moveTo>
                  <a:lnTo>
                    <a:pt x="1" y="29"/>
                  </a:lnTo>
                  <a:cubicBezTo>
                    <a:pt x="1" y="18"/>
                    <a:pt x="1" y="11"/>
                    <a:pt x="1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76" name="Google Shape;4834;p80">
              <a:extLst>
                <a:ext uri="{FF2B5EF4-FFF2-40B4-BE49-F238E27FC236}">
                  <a16:creationId xmlns:a16="http://schemas.microsoft.com/office/drawing/2014/main" id="{3DCA9490-4720-8DDF-1DD6-D4AF56DE0DE8}"/>
                </a:ext>
              </a:extLst>
            </p:cNvPr>
            <p:cNvSpPr/>
            <p:nvPr/>
          </p:nvSpPr>
          <p:spPr>
            <a:xfrm>
              <a:off x="2133040" y="2027870"/>
              <a:ext cx="14" cy="163"/>
            </a:xfrm>
            <a:custGeom>
              <a:avLst/>
              <a:gdLst/>
              <a:ahLst/>
              <a:cxnLst/>
              <a:rect l="l" t="t" r="r" b="b"/>
              <a:pathLst>
                <a:path w="1" h="12" extrusionOk="0">
                  <a:moveTo>
                    <a:pt x="1" y="1"/>
                  </a:moveTo>
                  <a:lnTo>
                    <a:pt x="1" y="1"/>
                  </a:lnTo>
                  <a:lnTo>
                    <a:pt x="1" y="11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77" name="Google Shape;4835;p80">
              <a:extLst>
                <a:ext uri="{FF2B5EF4-FFF2-40B4-BE49-F238E27FC236}">
                  <a16:creationId xmlns:a16="http://schemas.microsoft.com/office/drawing/2014/main" id="{BB97CC8E-D50B-2778-B017-E8F203BC18DF}"/>
                </a:ext>
              </a:extLst>
            </p:cNvPr>
            <p:cNvSpPr/>
            <p:nvPr/>
          </p:nvSpPr>
          <p:spPr>
            <a:xfrm>
              <a:off x="2133094" y="2030246"/>
              <a:ext cx="14" cy="299"/>
            </a:xfrm>
            <a:custGeom>
              <a:avLst/>
              <a:gdLst/>
              <a:ahLst/>
              <a:cxnLst/>
              <a:rect l="l" t="t" r="r" b="b"/>
              <a:pathLst>
                <a:path w="1" h="22" extrusionOk="0">
                  <a:moveTo>
                    <a:pt x="0" y="1"/>
                  </a:moveTo>
                  <a:lnTo>
                    <a:pt x="0" y="22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78" name="Google Shape;4836;p80">
              <a:extLst>
                <a:ext uri="{FF2B5EF4-FFF2-40B4-BE49-F238E27FC236}">
                  <a16:creationId xmlns:a16="http://schemas.microsoft.com/office/drawing/2014/main" id="{0CDF75AF-CC59-9EE0-2F38-7542E5C55B19}"/>
                </a:ext>
              </a:extLst>
            </p:cNvPr>
            <p:cNvSpPr/>
            <p:nvPr/>
          </p:nvSpPr>
          <p:spPr>
            <a:xfrm>
              <a:off x="2133094" y="2028345"/>
              <a:ext cx="14" cy="299"/>
            </a:xfrm>
            <a:custGeom>
              <a:avLst/>
              <a:gdLst/>
              <a:ahLst/>
              <a:cxnLst/>
              <a:rect l="l" t="t" r="r" b="b"/>
              <a:pathLst>
                <a:path w="1" h="22" extrusionOk="0">
                  <a:moveTo>
                    <a:pt x="0" y="1"/>
                  </a:moveTo>
                  <a:lnTo>
                    <a:pt x="0" y="22"/>
                  </a:lnTo>
                  <a:cubicBezTo>
                    <a:pt x="0" y="15"/>
                    <a:pt x="0" y="8"/>
                    <a:pt x="0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79" name="Google Shape;4837;p80">
              <a:extLst>
                <a:ext uri="{FF2B5EF4-FFF2-40B4-BE49-F238E27FC236}">
                  <a16:creationId xmlns:a16="http://schemas.microsoft.com/office/drawing/2014/main" id="{CD4E5CA6-EC3B-4190-4538-93DBCD54713B}"/>
                </a:ext>
              </a:extLst>
            </p:cNvPr>
            <p:cNvSpPr/>
            <p:nvPr/>
          </p:nvSpPr>
          <p:spPr>
            <a:xfrm>
              <a:off x="2133094" y="2029010"/>
              <a:ext cx="14" cy="258"/>
            </a:xfrm>
            <a:custGeom>
              <a:avLst/>
              <a:gdLst/>
              <a:ahLst/>
              <a:cxnLst/>
              <a:rect l="l" t="t" r="r" b="b"/>
              <a:pathLst>
                <a:path w="1" h="19" extrusionOk="0">
                  <a:moveTo>
                    <a:pt x="0" y="1"/>
                  </a:moveTo>
                  <a:lnTo>
                    <a:pt x="0" y="18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80" name="Google Shape;4838;p80">
              <a:extLst>
                <a:ext uri="{FF2B5EF4-FFF2-40B4-BE49-F238E27FC236}">
                  <a16:creationId xmlns:a16="http://schemas.microsoft.com/office/drawing/2014/main" id="{B3E2D313-9C09-9FF5-B7F8-1BD1CE5BE383}"/>
                </a:ext>
              </a:extLst>
            </p:cNvPr>
            <p:cNvSpPr/>
            <p:nvPr/>
          </p:nvSpPr>
          <p:spPr>
            <a:xfrm>
              <a:off x="2133094" y="2030816"/>
              <a:ext cx="14" cy="584"/>
            </a:xfrm>
            <a:custGeom>
              <a:avLst/>
              <a:gdLst/>
              <a:ahLst/>
              <a:cxnLst/>
              <a:rect l="l" t="t" r="r" b="b"/>
              <a:pathLst>
                <a:path w="1" h="43" extrusionOk="0">
                  <a:moveTo>
                    <a:pt x="0" y="1"/>
                  </a:moveTo>
                  <a:lnTo>
                    <a:pt x="0" y="43"/>
                  </a:lnTo>
                  <a:cubicBezTo>
                    <a:pt x="0" y="29"/>
                    <a:pt x="0" y="15"/>
                    <a:pt x="0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81" name="Google Shape;4839;p80">
              <a:extLst>
                <a:ext uri="{FF2B5EF4-FFF2-40B4-BE49-F238E27FC236}">
                  <a16:creationId xmlns:a16="http://schemas.microsoft.com/office/drawing/2014/main" id="{CD1AF93E-6F10-C227-B73B-B2B5F02A9F7B}"/>
                </a:ext>
              </a:extLst>
            </p:cNvPr>
            <p:cNvSpPr/>
            <p:nvPr/>
          </p:nvSpPr>
          <p:spPr>
            <a:xfrm>
              <a:off x="2133094" y="2029635"/>
              <a:ext cx="14" cy="299"/>
            </a:xfrm>
            <a:custGeom>
              <a:avLst/>
              <a:gdLst/>
              <a:ahLst/>
              <a:cxnLst/>
              <a:rect l="l" t="t" r="r" b="b"/>
              <a:pathLst>
                <a:path w="1" h="22" extrusionOk="0">
                  <a:moveTo>
                    <a:pt x="0" y="0"/>
                  </a:moveTo>
                  <a:lnTo>
                    <a:pt x="0" y="21"/>
                  </a:lnTo>
                  <a:cubicBezTo>
                    <a:pt x="0" y="14"/>
                    <a:pt x="0" y="7"/>
                    <a:pt x="0" y="0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82" name="Google Shape;4840;p80">
              <a:extLst>
                <a:ext uri="{FF2B5EF4-FFF2-40B4-BE49-F238E27FC236}">
                  <a16:creationId xmlns:a16="http://schemas.microsoft.com/office/drawing/2014/main" id="{8912AD68-B080-8E85-AC50-A7EB9586BB58}"/>
                </a:ext>
              </a:extLst>
            </p:cNvPr>
            <p:cNvSpPr/>
            <p:nvPr/>
          </p:nvSpPr>
          <p:spPr>
            <a:xfrm>
              <a:off x="2133040" y="2032160"/>
              <a:ext cx="14" cy="339"/>
            </a:xfrm>
            <a:custGeom>
              <a:avLst/>
              <a:gdLst/>
              <a:ahLst/>
              <a:cxnLst/>
              <a:rect l="l" t="t" r="r" b="b"/>
              <a:pathLst>
                <a:path w="1" h="25" extrusionOk="0">
                  <a:moveTo>
                    <a:pt x="1" y="0"/>
                  </a:moveTo>
                  <a:lnTo>
                    <a:pt x="1" y="25"/>
                  </a:lnTo>
                  <a:cubicBezTo>
                    <a:pt x="1" y="18"/>
                    <a:pt x="1" y="7"/>
                    <a:pt x="1" y="0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83" name="Google Shape;4841;p80">
              <a:extLst>
                <a:ext uri="{FF2B5EF4-FFF2-40B4-BE49-F238E27FC236}">
                  <a16:creationId xmlns:a16="http://schemas.microsoft.com/office/drawing/2014/main" id="{5EAB60C0-5194-DBA0-C677-A7F91A00BB9C}"/>
                </a:ext>
              </a:extLst>
            </p:cNvPr>
            <p:cNvSpPr/>
            <p:nvPr/>
          </p:nvSpPr>
          <p:spPr>
            <a:xfrm>
              <a:off x="2132809" y="2034767"/>
              <a:ext cx="54" cy="353"/>
            </a:xfrm>
            <a:custGeom>
              <a:avLst/>
              <a:gdLst/>
              <a:ahLst/>
              <a:cxnLst/>
              <a:rect l="l" t="t" r="r" b="b"/>
              <a:pathLst>
                <a:path w="4" h="26" extrusionOk="0">
                  <a:moveTo>
                    <a:pt x="4" y="1"/>
                  </a:moveTo>
                  <a:lnTo>
                    <a:pt x="0" y="25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84" name="Google Shape;4842;p80">
              <a:extLst>
                <a:ext uri="{FF2B5EF4-FFF2-40B4-BE49-F238E27FC236}">
                  <a16:creationId xmlns:a16="http://schemas.microsoft.com/office/drawing/2014/main" id="{24B577AD-0CFA-90C0-BF7D-0CA2E73EC562}"/>
                </a:ext>
              </a:extLst>
            </p:cNvPr>
            <p:cNvSpPr/>
            <p:nvPr/>
          </p:nvSpPr>
          <p:spPr>
            <a:xfrm>
              <a:off x="2132809" y="2035107"/>
              <a:ext cx="14" cy="299"/>
            </a:xfrm>
            <a:custGeom>
              <a:avLst/>
              <a:gdLst/>
              <a:ahLst/>
              <a:cxnLst/>
              <a:rect l="l" t="t" r="r" b="b"/>
              <a:pathLst>
                <a:path w="1" h="22" extrusionOk="0">
                  <a:moveTo>
                    <a:pt x="0" y="0"/>
                  </a:moveTo>
                  <a:lnTo>
                    <a:pt x="0" y="21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85" name="Google Shape;4843;p80">
              <a:extLst>
                <a:ext uri="{FF2B5EF4-FFF2-40B4-BE49-F238E27FC236}">
                  <a16:creationId xmlns:a16="http://schemas.microsoft.com/office/drawing/2014/main" id="{CEAFCDB1-36EC-DA98-3302-B59035D2AEB0}"/>
                </a:ext>
              </a:extLst>
            </p:cNvPr>
            <p:cNvSpPr/>
            <p:nvPr/>
          </p:nvSpPr>
          <p:spPr>
            <a:xfrm>
              <a:off x="2122680" y="2035867"/>
              <a:ext cx="204" cy="14"/>
            </a:xfrm>
            <a:custGeom>
              <a:avLst/>
              <a:gdLst/>
              <a:ahLst/>
              <a:cxnLst/>
              <a:rect l="l" t="t" r="r" b="b"/>
              <a:pathLst>
                <a:path w="15" h="1" extrusionOk="0">
                  <a:moveTo>
                    <a:pt x="15" y="0"/>
                  </a:moveTo>
                  <a:lnTo>
                    <a:pt x="1" y="0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86" name="Google Shape;4844;p80">
              <a:extLst>
                <a:ext uri="{FF2B5EF4-FFF2-40B4-BE49-F238E27FC236}">
                  <a16:creationId xmlns:a16="http://schemas.microsoft.com/office/drawing/2014/main" id="{D9565FE5-A7C7-5841-0334-0BBC9EF39DD8}"/>
                </a:ext>
              </a:extLst>
            </p:cNvPr>
            <p:cNvSpPr/>
            <p:nvPr/>
          </p:nvSpPr>
          <p:spPr>
            <a:xfrm>
              <a:off x="2132904" y="2034441"/>
              <a:ext cx="14" cy="299"/>
            </a:xfrm>
            <a:custGeom>
              <a:avLst/>
              <a:gdLst/>
              <a:ahLst/>
              <a:cxnLst/>
              <a:rect l="l" t="t" r="r" b="b"/>
              <a:pathLst>
                <a:path w="1" h="22" extrusionOk="0">
                  <a:moveTo>
                    <a:pt x="0" y="0"/>
                  </a:moveTo>
                  <a:lnTo>
                    <a:pt x="0" y="21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87" name="Google Shape;4845;p80">
              <a:extLst>
                <a:ext uri="{FF2B5EF4-FFF2-40B4-BE49-F238E27FC236}">
                  <a16:creationId xmlns:a16="http://schemas.microsoft.com/office/drawing/2014/main" id="{FFFE5291-B84B-4BD0-5BE5-6F8F9AC1C1BB}"/>
                </a:ext>
              </a:extLst>
            </p:cNvPr>
            <p:cNvSpPr/>
            <p:nvPr/>
          </p:nvSpPr>
          <p:spPr>
            <a:xfrm>
              <a:off x="2132904" y="2034061"/>
              <a:ext cx="14" cy="299"/>
            </a:xfrm>
            <a:custGeom>
              <a:avLst/>
              <a:gdLst/>
              <a:ahLst/>
              <a:cxnLst/>
              <a:rect l="l" t="t" r="r" b="b"/>
              <a:pathLst>
                <a:path w="1" h="22" extrusionOk="0">
                  <a:moveTo>
                    <a:pt x="0" y="0"/>
                  </a:moveTo>
                  <a:lnTo>
                    <a:pt x="0" y="21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88" name="Google Shape;4846;p80">
              <a:extLst>
                <a:ext uri="{FF2B5EF4-FFF2-40B4-BE49-F238E27FC236}">
                  <a16:creationId xmlns:a16="http://schemas.microsoft.com/office/drawing/2014/main" id="{10C72A82-07CE-D9E0-5FD5-AEE4D28D6FEB}"/>
                </a:ext>
              </a:extLst>
            </p:cNvPr>
            <p:cNvSpPr/>
            <p:nvPr/>
          </p:nvSpPr>
          <p:spPr>
            <a:xfrm>
              <a:off x="2123400" y="2035813"/>
              <a:ext cx="14" cy="14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0" y="1"/>
                  </a:move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89" name="Google Shape;4847;p80">
              <a:extLst>
                <a:ext uri="{FF2B5EF4-FFF2-40B4-BE49-F238E27FC236}">
                  <a16:creationId xmlns:a16="http://schemas.microsoft.com/office/drawing/2014/main" id="{BC920D52-940A-05CC-C7CA-5FB98735E98B}"/>
                </a:ext>
              </a:extLst>
            </p:cNvPr>
            <p:cNvSpPr/>
            <p:nvPr/>
          </p:nvSpPr>
          <p:spPr>
            <a:xfrm>
              <a:off x="2123495" y="2035813"/>
              <a:ext cx="14" cy="14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0" y="1"/>
                  </a:move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90" name="Google Shape;4848;p80">
              <a:extLst>
                <a:ext uri="{FF2B5EF4-FFF2-40B4-BE49-F238E27FC236}">
                  <a16:creationId xmlns:a16="http://schemas.microsoft.com/office/drawing/2014/main" id="{D5355ACC-5F4D-14D7-8B48-7AED823E278B}"/>
                </a:ext>
              </a:extLst>
            </p:cNvPr>
            <p:cNvSpPr/>
            <p:nvPr/>
          </p:nvSpPr>
          <p:spPr>
            <a:xfrm>
              <a:off x="2122925" y="2035813"/>
              <a:ext cx="204" cy="14"/>
            </a:xfrm>
            <a:custGeom>
              <a:avLst/>
              <a:gdLst/>
              <a:ahLst/>
              <a:cxnLst/>
              <a:rect l="l" t="t" r="r" b="b"/>
              <a:pathLst>
                <a:path w="15" h="1" extrusionOk="0">
                  <a:moveTo>
                    <a:pt x="14" y="1"/>
                  </a:moveTo>
                  <a:lnTo>
                    <a:pt x="0" y="1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91" name="Google Shape;4849;p80">
              <a:extLst>
                <a:ext uri="{FF2B5EF4-FFF2-40B4-BE49-F238E27FC236}">
                  <a16:creationId xmlns:a16="http://schemas.microsoft.com/office/drawing/2014/main" id="{66B08A0C-8D1A-7407-65E8-7C8FD87558F8}"/>
                </a:ext>
              </a:extLst>
            </p:cNvPr>
            <p:cNvSpPr/>
            <p:nvPr/>
          </p:nvSpPr>
          <p:spPr>
            <a:xfrm>
              <a:off x="2123115" y="2035813"/>
              <a:ext cx="149" cy="14"/>
            </a:xfrm>
            <a:custGeom>
              <a:avLst/>
              <a:gdLst/>
              <a:ahLst/>
              <a:cxnLst/>
              <a:rect l="l" t="t" r="r" b="b"/>
              <a:pathLst>
                <a:path w="11" h="1" extrusionOk="0">
                  <a:moveTo>
                    <a:pt x="11" y="1"/>
                  </a:moveTo>
                  <a:lnTo>
                    <a:pt x="0" y="1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92" name="Google Shape;4850;p80">
              <a:extLst>
                <a:ext uri="{FF2B5EF4-FFF2-40B4-BE49-F238E27FC236}">
                  <a16:creationId xmlns:a16="http://schemas.microsoft.com/office/drawing/2014/main" id="{39439368-7EBE-8677-0AEE-448C267F3368}"/>
                </a:ext>
              </a:extLst>
            </p:cNvPr>
            <p:cNvSpPr/>
            <p:nvPr/>
          </p:nvSpPr>
          <p:spPr>
            <a:xfrm>
              <a:off x="2132999" y="2032676"/>
              <a:ext cx="14" cy="353"/>
            </a:xfrm>
            <a:custGeom>
              <a:avLst/>
              <a:gdLst/>
              <a:ahLst/>
              <a:cxnLst/>
              <a:rect l="l" t="t" r="r" b="b"/>
              <a:pathLst>
                <a:path w="1" h="26" extrusionOk="0">
                  <a:moveTo>
                    <a:pt x="0" y="1"/>
                  </a:moveTo>
                  <a:lnTo>
                    <a:pt x="0" y="25"/>
                  </a:lnTo>
                  <a:cubicBezTo>
                    <a:pt x="0" y="18"/>
                    <a:pt x="0" y="8"/>
                    <a:pt x="0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93" name="Google Shape;4851;p80">
              <a:extLst>
                <a:ext uri="{FF2B5EF4-FFF2-40B4-BE49-F238E27FC236}">
                  <a16:creationId xmlns:a16="http://schemas.microsoft.com/office/drawing/2014/main" id="{BE9A6073-C977-FE59-3A9B-C77E7FAE73CB}"/>
                </a:ext>
              </a:extLst>
            </p:cNvPr>
            <p:cNvSpPr/>
            <p:nvPr/>
          </p:nvSpPr>
          <p:spPr>
            <a:xfrm>
              <a:off x="2121974" y="2035908"/>
              <a:ext cx="299" cy="68"/>
            </a:xfrm>
            <a:custGeom>
              <a:avLst/>
              <a:gdLst/>
              <a:ahLst/>
              <a:cxnLst/>
              <a:rect l="l" t="t" r="r" b="b"/>
              <a:pathLst>
                <a:path w="22" h="5" extrusionOk="0">
                  <a:moveTo>
                    <a:pt x="21" y="1"/>
                  </a:moveTo>
                  <a:lnTo>
                    <a:pt x="0" y="4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94" name="Google Shape;4852;p80">
              <a:extLst>
                <a:ext uri="{FF2B5EF4-FFF2-40B4-BE49-F238E27FC236}">
                  <a16:creationId xmlns:a16="http://schemas.microsoft.com/office/drawing/2014/main" id="{8AC69BCC-D387-902D-F54A-BA057B73D175}"/>
                </a:ext>
              </a:extLst>
            </p:cNvPr>
            <p:cNvSpPr/>
            <p:nvPr/>
          </p:nvSpPr>
          <p:spPr>
            <a:xfrm>
              <a:off x="2132945" y="2033627"/>
              <a:ext cx="14" cy="299"/>
            </a:xfrm>
            <a:custGeom>
              <a:avLst/>
              <a:gdLst/>
              <a:ahLst/>
              <a:cxnLst/>
              <a:rect l="l" t="t" r="r" b="b"/>
              <a:pathLst>
                <a:path w="1" h="22" extrusionOk="0">
                  <a:moveTo>
                    <a:pt x="1" y="1"/>
                  </a:moveTo>
                  <a:lnTo>
                    <a:pt x="1" y="22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95" name="Google Shape;4853;p80">
              <a:extLst>
                <a:ext uri="{FF2B5EF4-FFF2-40B4-BE49-F238E27FC236}">
                  <a16:creationId xmlns:a16="http://schemas.microsoft.com/office/drawing/2014/main" id="{7647953D-4705-FAE5-FA78-22FB9F1B73B0}"/>
                </a:ext>
              </a:extLst>
            </p:cNvPr>
            <p:cNvSpPr/>
            <p:nvPr/>
          </p:nvSpPr>
          <p:spPr>
            <a:xfrm>
              <a:off x="2121499" y="2035962"/>
              <a:ext cx="394" cy="54"/>
            </a:xfrm>
            <a:custGeom>
              <a:avLst/>
              <a:gdLst/>
              <a:ahLst/>
              <a:cxnLst/>
              <a:rect l="l" t="t" r="r" b="b"/>
              <a:pathLst>
                <a:path w="29" h="4" extrusionOk="0">
                  <a:moveTo>
                    <a:pt x="28" y="0"/>
                  </a:moveTo>
                  <a:lnTo>
                    <a:pt x="0" y="4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96" name="Google Shape;4854;p80">
              <a:extLst>
                <a:ext uri="{FF2B5EF4-FFF2-40B4-BE49-F238E27FC236}">
                  <a16:creationId xmlns:a16="http://schemas.microsoft.com/office/drawing/2014/main" id="{6051A439-FEA9-F99B-703F-FFB2F9F0C174}"/>
                </a:ext>
              </a:extLst>
            </p:cNvPr>
            <p:cNvSpPr/>
            <p:nvPr/>
          </p:nvSpPr>
          <p:spPr>
            <a:xfrm>
              <a:off x="2132945" y="2033151"/>
              <a:ext cx="68" cy="353"/>
            </a:xfrm>
            <a:custGeom>
              <a:avLst/>
              <a:gdLst/>
              <a:ahLst/>
              <a:cxnLst/>
              <a:rect l="l" t="t" r="r" b="b"/>
              <a:pathLst>
                <a:path w="5" h="26" extrusionOk="0">
                  <a:moveTo>
                    <a:pt x="4" y="1"/>
                  </a:moveTo>
                  <a:cubicBezTo>
                    <a:pt x="4" y="8"/>
                    <a:pt x="1" y="18"/>
                    <a:pt x="4" y="25"/>
                  </a:cubicBezTo>
                  <a:lnTo>
                    <a:pt x="4" y="1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97" name="Google Shape;4855;p80">
              <a:extLst>
                <a:ext uri="{FF2B5EF4-FFF2-40B4-BE49-F238E27FC236}">
                  <a16:creationId xmlns:a16="http://schemas.microsoft.com/office/drawing/2014/main" id="{26286D61-6C25-6A77-EEB3-75E4081DFB36}"/>
                </a:ext>
              </a:extLst>
            </p:cNvPr>
            <p:cNvSpPr/>
            <p:nvPr/>
          </p:nvSpPr>
          <p:spPr>
            <a:xfrm>
              <a:off x="2122354" y="2035867"/>
              <a:ext cx="299" cy="54"/>
            </a:xfrm>
            <a:custGeom>
              <a:avLst/>
              <a:gdLst/>
              <a:ahLst/>
              <a:cxnLst/>
              <a:rect l="l" t="t" r="r" b="b"/>
              <a:pathLst>
                <a:path w="22" h="4" extrusionOk="0">
                  <a:moveTo>
                    <a:pt x="21" y="0"/>
                  </a:moveTo>
                  <a:lnTo>
                    <a:pt x="0" y="4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98" name="Google Shape;4856;p80">
              <a:extLst>
                <a:ext uri="{FF2B5EF4-FFF2-40B4-BE49-F238E27FC236}">
                  <a16:creationId xmlns:a16="http://schemas.microsoft.com/office/drawing/2014/main" id="{34A71CAD-745B-8617-D134-CF03FB59385A}"/>
                </a:ext>
              </a:extLst>
            </p:cNvPr>
            <p:cNvSpPr/>
            <p:nvPr/>
          </p:nvSpPr>
          <p:spPr>
            <a:xfrm>
              <a:off x="2132279" y="2016560"/>
              <a:ext cx="49884" cy="63380"/>
            </a:xfrm>
            <a:custGeom>
              <a:avLst/>
              <a:gdLst/>
              <a:ahLst/>
              <a:cxnLst/>
              <a:rect l="l" t="t" r="r" b="b"/>
              <a:pathLst>
                <a:path w="3674" h="4668" extrusionOk="0">
                  <a:moveTo>
                    <a:pt x="3260" y="1"/>
                  </a:moveTo>
                  <a:lnTo>
                    <a:pt x="3036" y="71"/>
                  </a:lnTo>
                  <a:lnTo>
                    <a:pt x="2784" y="127"/>
                  </a:lnTo>
                  <a:cubicBezTo>
                    <a:pt x="2791" y="267"/>
                    <a:pt x="2749" y="407"/>
                    <a:pt x="2665" y="519"/>
                  </a:cubicBezTo>
                  <a:cubicBezTo>
                    <a:pt x="2658" y="533"/>
                    <a:pt x="2651" y="543"/>
                    <a:pt x="2644" y="554"/>
                  </a:cubicBezTo>
                  <a:lnTo>
                    <a:pt x="2637" y="564"/>
                  </a:lnTo>
                  <a:cubicBezTo>
                    <a:pt x="2546" y="722"/>
                    <a:pt x="2514" y="981"/>
                    <a:pt x="2511" y="1019"/>
                  </a:cubicBezTo>
                  <a:lnTo>
                    <a:pt x="2511" y="1026"/>
                  </a:lnTo>
                  <a:lnTo>
                    <a:pt x="2504" y="1121"/>
                  </a:lnTo>
                  <a:lnTo>
                    <a:pt x="2416" y="1075"/>
                  </a:lnTo>
                  <a:cubicBezTo>
                    <a:pt x="2186" y="963"/>
                    <a:pt x="1828" y="811"/>
                    <a:pt x="1702" y="811"/>
                  </a:cubicBezTo>
                  <a:cubicBezTo>
                    <a:pt x="1694" y="811"/>
                    <a:pt x="1687" y="812"/>
                    <a:pt x="1681" y="813"/>
                  </a:cubicBezTo>
                  <a:cubicBezTo>
                    <a:pt x="1665" y="818"/>
                    <a:pt x="1628" y="826"/>
                    <a:pt x="1454" y="826"/>
                  </a:cubicBezTo>
                  <a:cubicBezTo>
                    <a:pt x="1401" y="826"/>
                    <a:pt x="1335" y="825"/>
                    <a:pt x="1254" y="823"/>
                  </a:cubicBezTo>
                  <a:lnTo>
                    <a:pt x="1219" y="823"/>
                  </a:lnTo>
                  <a:lnTo>
                    <a:pt x="1090" y="820"/>
                  </a:lnTo>
                  <a:cubicBezTo>
                    <a:pt x="1086" y="858"/>
                    <a:pt x="1079" y="897"/>
                    <a:pt x="1076" y="935"/>
                  </a:cubicBezTo>
                  <a:lnTo>
                    <a:pt x="1076" y="946"/>
                  </a:lnTo>
                  <a:lnTo>
                    <a:pt x="1069" y="1012"/>
                  </a:lnTo>
                  <a:lnTo>
                    <a:pt x="1069" y="1023"/>
                  </a:lnTo>
                  <a:lnTo>
                    <a:pt x="1062" y="1079"/>
                  </a:lnTo>
                  <a:lnTo>
                    <a:pt x="1062" y="1093"/>
                  </a:lnTo>
                  <a:lnTo>
                    <a:pt x="1058" y="1142"/>
                  </a:lnTo>
                  <a:lnTo>
                    <a:pt x="1058" y="1156"/>
                  </a:lnTo>
                  <a:cubicBezTo>
                    <a:pt x="1058" y="1170"/>
                    <a:pt x="1055" y="1184"/>
                    <a:pt x="1055" y="1195"/>
                  </a:cubicBezTo>
                  <a:lnTo>
                    <a:pt x="1055" y="1209"/>
                  </a:lnTo>
                  <a:cubicBezTo>
                    <a:pt x="1055" y="1219"/>
                    <a:pt x="1055" y="1233"/>
                    <a:pt x="1051" y="1244"/>
                  </a:cubicBezTo>
                  <a:lnTo>
                    <a:pt x="1051" y="1251"/>
                  </a:lnTo>
                  <a:cubicBezTo>
                    <a:pt x="1051" y="1265"/>
                    <a:pt x="1051" y="1275"/>
                    <a:pt x="1048" y="1286"/>
                  </a:cubicBezTo>
                  <a:cubicBezTo>
                    <a:pt x="1076" y="1282"/>
                    <a:pt x="1114" y="1268"/>
                    <a:pt x="1142" y="1261"/>
                  </a:cubicBezTo>
                  <a:cubicBezTo>
                    <a:pt x="1218" y="1239"/>
                    <a:pt x="1309" y="1211"/>
                    <a:pt x="1395" y="1211"/>
                  </a:cubicBezTo>
                  <a:cubicBezTo>
                    <a:pt x="1457" y="1211"/>
                    <a:pt x="1516" y="1225"/>
                    <a:pt x="1566" y="1265"/>
                  </a:cubicBezTo>
                  <a:cubicBezTo>
                    <a:pt x="1653" y="1328"/>
                    <a:pt x="1702" y="1433"/>
                    <a:pt x="1695" y="1545"/>
                  </a:cubicBezTo>
                  <a:cubicBezTo>
                    <a:pt x="1685" y="1653"/>
                    <a:pt x="1608" y="1751"/>
                    <a:pt x="1485" y="1814"/>
                  </a:cubicBezTo>
                  <a:cubicBezTo>
                    <a:pt x="1429" y="1842"/>
                    <a:pt x="1419" y="1877"/>
                    <a:pt x="1419" y="1902"/>
                  </a:cubicBezTo>
                  <a:cubicBezTo>
                    <a:pt x="1415" y="1975"/>
                    <a:pt x="1492" y="2080"/>
                    <a:pt x="1590" y="2140"/>
                  </a:cubicBezTo>
                  <a:cubicBezTo>
                    <a:pt x="1765" y="2245"/>
                    <a:pt x="1762" y="2437"/>
                    <a:pt x="1758" y="2658"/>
                  </a:cubicBezTo>
                  <a:lnTo>
                    <a:pt x="1758" y="2770"/>
                  </a:lnTo>
                  <a:cubicBezTo>
                    <a:pt x="1758" y="3081"/>
                    <a:pt x="1758" y="3432"/>
                    <a:pt x="1538" y="3477"/>
                  </a:cubicBezTo>
                  <a:cubicBezTo>
                    <a:pt x="1515" y="3481"/>
                    <a:pt x="1493" y="3482"/>
                    <a:pt x="1471" y="3482"/>
                  </a:cubicBezTo>
                  <a:cubicBezTo>
                    <a:pt x="1405" y="3482"/>
                    <a:pt x="1339" y="3467"/>
                    <a:pt x="1279" y="3439"/>
                  </a:cubicBezTo>
                  <a:cubicBezTo>
                    <a:pt x="1242" y="3419"/>
                    <a:pt x="1204" y="3408"/>
                    <a:pt x="1165" y="3408"/>
                  </a:cubicBezTo>
                  <a:cubicBezTo>
                    <a:pt x="1155" y="3408"/>
                    <a:pt x="1145" y="3409"/>
                    <a:pt x="1135" y="3411"/>
                  </a:cubicBezTo>
                  <a:cubicBezTo>
                    <a:pt x="1123" y="3413"/>
                    <a:pt x="1112" y="3415"/>
                    <a:pt x="1101" y="3415"/>
                  </a:cubicBezTo>
                  <a:cubicBezTo>
                    <a:pt x="1001" y="3415"/>
                    <a:pt x="948" y="3303"/>
                    <a:pt x="904" y="3211"/>
                  </a:cubicBezTo>
                  <a:cubicBezTo>
                    <a:pt x="883" y="3162"/>
                    <a:pt x="858" y="3116"/>
                    <a:pt x="823" y="3078"/>
                  </a:cubicBezTo>
                  <a:cubicBezTo>
                    <a:pt x="820" y="3074"/>
                    <a:pt x="816" y="3074"/>
                    <a:pt x="813" y="3074"/>
                  </a:cubicBezTo>
                  <a:cubicBezTo>
                    <a:pt x="799" y="3081"/>
                    <a:pt x="781" y="3137"/>
                    <a:pt x="774" y="3165"/>
                  </a:cubicBezTo>
                  <a:cubicBezTo>
                    <a:pt x="753" y="3250"/>
                    <a:pt x="718" y="3379"/>
                    <a:pt x="578" y="3379"/>
                  </a:cubicBezTo>
                  <a:lnTo>
                    <a:pt x="526" y="3379"/>
                  </a:lnTo>
                  <a:cubicBezTo>
                    <a:pt x="514" y="3379"/>
                    <a:pt x="501" y="3379"/>
                    <a:pt x="488" y="3379"/>
                  </a:cubicBezTo>
                  <a:cubicBezTo>
                    <a:pt x="409" y="3379"/>
                    <a:pt x="315" y="3382"/>
                    <a:pt x="291" y="3418"/>
                  </a:cubicBezTo>
                  <a:cubicBezTo>
                    <a:pt x="277" y="3435"/>
                    <a:pt x="281" y="3474"/>
                    <a:pt x="302" y="3526"/>
                  </a:cubicBezTo>
                  <a:cubicBezTo>
                    <a:pt x="312" y="3558"/>
                    <a:pt x="323" y="3586"/>
                    <a:pt x="333" y="3614"/>
                  </a:cubicBezTo>
                  <a:cubicBezTo>
                    <a:pt x="396" y="3775"/>
                    <a:pt x="442" y="3890"/>
                    <a:pt x="382" y="3978"/>
                  </a:cubicBezTo>
                  <a:cubicBezTo>
                    <a:pt x="337" y="4048"/>
                    <a:pt x="239" y="4055"/>
                    <a:pt x="172" y="4055"/>
                  </a:cubicBezTo>
                  <a:lnTo>
                    <a:pt x="134" y="4055"/>
                  </a:lnTo>
                  <a:lnTo>
                    <a:pt x="116" y="4058"/>
                  </a:lnTo>
                  <a:lnTo>
                    <a:pt x="109" y="4062"/>
                  </a:lnTo>
                  <a:lnTo>
                    <a:pt x="88" y="4069"/>
                  </a:lnTo>
                  <a:lnTo>
                    <a:pt x="81" y="4072"/>
                  </a:lnTo>
                  <a:cubicBezTo>
                    <a:pt x="74" y="4076"/>
                    <a:pt x="67" y="4079"/>
                    <a:pt x="57" y="4083"/>
                  </a:cubicBezTo>
                  <a:cubicBezTo>
                    <a:pt x="50" y="4086"/>
                    <a:pt x="43" y="4093"/>
                    <a:pt x="36" y="4097"/>
                  </a:cubicBezTo>
                  <a:lnTo>
                    <a:pt x="29" y="4104"/>
                  </a:lnTo>
                  <a:lnTo>
                    <a:pt x="15" y="4118"/>
                  </a:lnTo>
                  <a:lnTo>
                    <a:pt x="8" y="4125"/>
                  </a:lnTo>
                  <a:lnTo>
                    <a:pt x="1" y="4128"/>
                  </a:lnTo>
                  <a:lnTo>
                    <a:pt x="8" y="4135"/>
                  </a:lnTo>
                  <a:cubicBezTo>
                    <a:pt x="197" y="4279"/>
                    <a:pt x="351" y="4461"/>
                    <a:pt x="463" y="4667"/>
                  </a:cubicBezTo>
                  <a:lnTo>
                    <a:pt x="473" y="4660"/>
                  </a:lnTo>
                  <a:lnTo>
                    <a:pt x="505" y="4639"/>
                  </a:lnTo>
                  <a:lnTo>
                    <a:pt x="543" y="4615"/>
                  </a:lnTo>
                  <a:lnTo>
                    <a:pt x="575" y="4594"/>
                  </a:lnTo>
                  <a:lnTo>
                    <a:pt x="610" y="4573"/>
                  </a:lnTo>
                  <a:lnTo>
                    <a:pt x="638" y="4555"/>
                  </a:lnTo>
                  <a:lnTo>
                    <a:pt x="666" y="4538"/>
                  </a:lnTo>
                  <a:lnTo>
                    <a:pt x="694" y="4524"/>
                  </a:lnTo>
                  <a:lnTo>
                    <a:pt x="718" y="4510"/>
                  </a:lnTo>
                  <a:lnTo>
                    <a:pt x="743" y="4496"/>
                  </a:lnTo>
                  <a:lnTo>
                    <a:pt x="764" y="4485"/>
                  </a:lnTo>
                  <a:lnTo>
                    <a:pt x="785" y="4475"/>
                  </a:lnTo>
                  <a:lnTo>
                    <a:pt x="802" y="4464"/>
                  </a:lnTo>
                  <a:lnTo>
                    <a:pt x="820" y="4457"/>
                  </a:lnTo>
                  <a:lnTo>
                    <a:pt x="837" y="4450"/>
                  </a:lnTo>
                  <a:lnTo>
                    <a:pt x="851" y="4443"/>
                  </a:lnTo>
                  <a:lnTo>
                    <a:pt x="865" y="4440"/>
                  </a:lnTo>
                  <a:lnTo>
                    <a:pt x="880" y="4436"/>
                  </a:lnTo>
                  <a:lnTo>
                    <a:pt x="890" y="4433"/>
                  </a:lnTo>
                  <a:lnTo>
                    <a:pt x="901" y="4429"/>
                  </a:lnTo>
                  <a:lnTo>
                    <a:pt x="911" y="4426"/>
                  </a:lnTo>
                  <a:lnTo>
                    <a:pt x="971" y="4426"/>
                  </a:lnTo>
                  <a:cubicBezTo>
                    <a:pt x="1006" y="4440"/>
                    <a:pt x="1037" y="4461"/>
                    <a:pt x="1065" y="4485"/>
                  </a:cubicBezTo>
                  <a:cubicBezTo>
                    <a:pt x="1100" y="4511"/>
                    <a:pt x="1127" y="4531"/>
                    <a:pt x="1161" y="4531"/>
                  </a:cubicBezTo>
                  <a:cubicBezTo>
                    <a:pt x="1191" y="4531"/>
                    <a:pt x="1227" y="4515"/>
                    <a:pt x="1279" y="4471"/>
                  </a:cubicBezTo>
                  <a:cubicBezTo>
                    <a:pt x="1377" y="4390"/>
                    <a:pt x="1491" y="4345"/>
                    <a:pt x="1592" y="4345"/>
                  </a:cubicBezTo>
                  <a:cubicBezTo>
                    <a:pt x="1634" y="4345"/>
                    <a:pt x="1674" y="4353"/>
                    <a:pt x="1709" y="4370"/>
                  </a:cubicBezTo>
                  <a:cubicBezTo>
                    <a:pt x="1779" y="4405"/>
                    <a:pt x="1828" y="4478"/>
                    <a:pt x="1825" y="4555"/>
                  </a:cubicBezTo>
                  <a:lnTo>
                    <a:pt x="1825" y="4587"/>
                  </a:lnTo>
                  <a:cubicBezTo>
                    <a:pt x="1870" y="4555"/>
                    <a:pt x="1909" y="4517"/>
                    <a:pt x="1947" y="4475"/>
                  </a:cubicBezTo>
                  <a:cubicBezTo>
                    <a:pt x="2010" y="4415"/>
                    <a:pt x="2091" y="4380"/>
                    <a:pt x="2178" y="4373"/>
                  </a:cubicBezTo>
                  <a:cubicBezTo>
                    <a:pt x="2248" y="4366"/>
                    <a:pt x="2266" y="4363"/>
                    <a:pt x="2266" y="4219"/>
                  </a:cubicBezTo>
                  <a:cubicBezTo>
                    <a:pt x="2266" y="4037"/>
                    <a:pt x="2322" y="3988"/>
                    <a:pt x="2413" y="3964"/>
                  </a:cubicBezTo>
                  <a:cubicBezTo>
                    <a:pt x="2444" y="3957"/>
                    <a:pt x="2469" y="3953"/>
                    <a:pt x="2469" y="3813"/>
                  </a:cubicBezTo>
                  <a:cubicBezTo>
                    <a:pt x="2469" y="3589"/>
                    <a:pt x="2479" y="3365"/>
                    <a:pt x="2490" y="3186"/>
                  </a:cubicBezTo>
                  <a:lnTo>
                    <a:pt x="2493" y="3141"/>
                  </a:lnTo>
                  <a:cubicBezTo>
                    <a:pt x="2497" y="3043"/>
                    <a:pt x="2500" y="2955"/>
                    <a:pt x="2500" y="2899"/>
                  </a:cubicBezTo>
                  <a:cubicBezTo>
                    <a:pt x="2500" y="2794"/>
                    <a:pt x="2605" y="2710"/>
                    <a:pt x="2721" y="2616"/>
                  </a:cubicBezTo>
                  <a:cubicBezTo>
                    <a:pt x="2836" y="2521"/>
                    <a:pt x="2973" y="2409"/>
                    <a:pt x="2973" y="2290"/>
                  </a:cubicBezTo>
                  <a:cubicBezTo>
                    <a:pt x="2973" y="2147"/>
                    <a:pt x="3068" y="1954"/>
                    <a:pt x="3166" y="1748"/>
                  </a:cubicBezTo>
                  <a:cubicBezTo>
                    <a:pt x="3271" y="1531"/>
                    <a:pt x="3379" y="1303"/>
                    <a:pt x="3379" y="1142"/>
                  </a:cubicBezTo>
                  <a:cubicBezTo>
                    <a:pt x="3379" y="848"/>
                    <a:pt x="3456" y="736"/>
                    <a:pt x="3537" y="620"/>
                  </a:cubicBezTo>
                  <a:cubicBezTo>
                    <a:pt x="3554" y="592"/>
                    <a:pt x="3575" y="564"/>
                    <a:pt x="3593" y="533"/>
                  </a:cubicBezTo>
                  <a:cubicBezTo>
                    <a:pt x="3600" y="519"/>
                    <a:pt x="3607" y="505"/>
                    <a:pt x="3614" y="494"/>
                  </a:cubicBezTo>
                  <a:lnTo>
                    <a:pt x="3614" y="491"/>
                  </a:lnTo>
                  <a:cubicBezTo>
                    <a:pt x="3617" y="477"/>
                    <a:pt x="3624" y="463"/>
                    <a:pt x="3631" y="445"/>
                  </a:cubicBezTo>
                  <a:lnTo>
                    <a:pt x="3631" y="438"/>
                  </a:lnTo>
                  <a:cubicBezTo>
                    <a:pt x="3638" y="424"/>
                    <a:pt x="3642" y="407"/>
                    <a:pt x="3645" y="393"/>
                  </a:cubicBezTo>
                  <a:lnTo>
                    <a:pt x="3649" y="382"/>
                  </a:lnTo>
                  <a:cubicBezTo>
                    <a:pt x="3652" y="365"/>
                    <a:pt x="3659" y="347"/>
                    <a:pt x="3659" y="330"/>
                  </a:cubicBezTo>
                  <a:lnTo>
                    <a:pt x="3659" y="323"/>
                  </a:lnTo>
                  <a:cubicBezTo>
                    <a:pt x="3663" y="302"/>
                    <a:pt x="3666" y="284"/>
                    <a:pt x="3670" y="267"/>
                  </a:cubicBezTo>
                  <a:lnTo>
                    <a:pt x="3670" y="260"/>
                  </a:lnTo>
                  <a:cubicBezTo>
                    <a:pt x="3670" y="239"/>
                    <a:pt x="3673" y="218"/>
                    <a:pt x="3673" y="197"/>
                  </a:cubicBezTo>
                  <a:lnTo>
                    <a:pt x="3673" y="134"/>
                  </a:lnTo>
                  <a:lnTo>
                    <a:pt x="3673" y="127"/>
                  </a:lnTo>
                  <a:cubicBezTo>
                    <a:pt x="3673" y="106"/>
                    <a:pt x="3673" y="88"/>
                    <a:pt x="3670" y="67"/>
                  </a:cubicBezTo>
                  <a:lnTo>
                    <a:pt x="3670" y="60"/>
                  </a:lnTo>
                  <a:lnTo>
                    <a:pt x="3260" y="1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99" name="Google Shape;4857;p80">
              <a:extLst>
                <a:ext uri="{FF2B5EF4-FFF2-40B4-BE49-F238E27FC236}">
                  <a16:creationId xmlns:a16="http://schemas.microsoft.com/office/drawing/2014/main" id="{6A62EEA5-E085-FC53-C0F7-F8D40186F3DB}"/>
                </a:ext>
              </a:extLst>
            </p:cNvPr>
            <p:cNvSpPr/>
            <p:nvPr/>
          </p:nvSpPr>
          <p:spPr>
            <a:xfrm>
              <a:off x="2168070" y="2023593"/>
              <a:ext cx="394" cy="638"/>
            </a:xfrm>
            <a:custGeom>
              <a:avLst/>
              <a:gdLst/>
              <a:ahLst/>
              <a:cxnLst/>
              <a:rect l="l" t="t" r="r" b="b"/>
              <a:pathLst>
                <a:path w="29" h="47" extrusionOk="0">
                  <a:moveTo>
                    <a:pt x="29" y="1"/>
                  </a:moveTo>
                  <a:lnTo>
                    <a:pt x="29" y="1"/>
                  </a:lnTo>
                  <a:cubicBezTo>
                    <a:pt x="27" y="6"/>
                    <a:pt x="24" y="10"/>
                    <a:pt x="22" y="14"/>
                  </a:cubicBezTo>
                  <a:lnTo>
                    <a:pt x="22" y="14"/>
                  </a:lnTo>
                  <a:cubicBezTo>
                    <a:pt x="24" y="10"/>
                    <a:pt x="27" y="6"/>
                    <a:pt x="29" y="1"/>
                  </a:cubicBezTo>
                  <a:close/>
                  <a:moveTo>
                    <a:pt x="22" y="14"/>
                  </a:moveTo>
                  <a:lnTo>
                    <a:pt x="22" y="14"/>
                  </a:lnTo>
                  <a:cubicBezTo>
                    <a:pt x="21" y="16"/>
                    <a:pt x="20" y="17"/>
                    <a:pt x="18" y="18"/>
                  </a:cubicBezTo>
                  <a:lnTo>
                    <a:pt x="1" y="46"/>
                  </a:lnTo>
                  <a:lnTo>
                    <a:pt x="8" y="36"/>
                  </a:lnTo>
                  <a:cubicBezTo>
                    <a:pt x="13" y="29"/>
                    <a:pt x="17" y="22"/>
                    <a:pt x="22" y="14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00" name="Google Shape;4858;p80">
              <a:extLst>
                <a:ext uri="{FF2B5EF4-FFF2-40B4-BE49-F238E27FC236}">
                  <a16:creationId xmlns:a16="http://schemas.microsoft.com/office/drawing/2014/main" id="{F172F0D3-6FED-5899-E7E2-7F5B2C93C07C}"/>
                </a:ext>
              </a:extLst>
            </p:cNvPr>
            <p:cNvSpPr/>
            <p:nvPr/>
          </p:nvSpPr>
          <p:spPr>
            <a:xfrm>
              <a:off x="2166359" y="2024217"/>
              <a:ext cx="1724" cy="6191"/>
            </a:xfrm>
            <a:custGeom>
              <a:avLst/>
              <a:gdLst/>
              <a:ahLst/>
              <a:cxnLst/>
              <a:rect l="l" t="t" r="r" b="b"/>
              <a:pathLst>
                <a:path w="127" h="456" extrusionOk="0">
                  <a:moveTo>
                    <a:pt x="127" y="0"/>
                  </a:moveTo>
                  <a:cubicBezTo>
                    <a:pt x="92" y="59"/>
                    <a:pt x="67" y="133"/>
                    <a:pt x="48" y="205"/>
                  </a:cubicBezTo>
                  <a:lnTo>
                    <a:pt x="48" y="205"/>
                  </a:lnTo>
                  <a:cubicBezTo>
                    <a:pt x="66" y="142"/>
                    <a:pt x="89" y="81"/>
                    <a:pt x="116" y="21"/>
                  </a:cubicBezTo>
                  <a:lnTo>
                    <a:pt x="127" y="0"/>
                  </a:lnTo>
                  <a:close/>
                  <a:moveTo>
                    <a:pt x="48" y="205"/>
                  </a:moveTo>
                  <a:cubicBezTo>
                    <a:pt x="25" y="286"/>
                    <a:pt x="9" y="370"/>
                    <a:pt x="1" y="455"/>
                  </a:cubicBezTo>
                  <a:cubicBezTo>
                    <a:pt x="5" y="432"/>
                    <a:pt x="18" y="322"/>
                    <a:pt x="48" y="205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01" name="Google Shape;4859;p80">
              <a:extLst>
                <a:ext uri="{FF2B5EF4-FFF2-40B4-BE49-F238E27FC236}">
                  <a16:creationId xmlns:a16="http://schemas.microsoft.com/office/drawing/2014/main" id="{86A91FC5-BA6A-93FD-2235-184BA7A0CBED}"/>
                </a:ext>
              </a:extLst>
            </p:cNvPr>
            <p:cNvSpPr/>
            <p:nvPr/>
          </p:nvSpPr>
          <p:spPr>
            <a:xfrm>
              <a:off x="2147065" y="2027639"/>
              <a:ext cx="1779" cy="54"/>
            </a:xfrm>
            <a:custGeom>
              <a:avLst/>
              <a:gdLst/>
              <a:ahLst/>
              <a:cxnLst/>
              <a:rect l="l" t="t" r="r" b="b"/>
              <a:pathLst>
                <a:path w="131" h="4" extrusionOk="0">
                  <a:moveTo>
                    <a:pt x="1" y="0"/>
                  </a:moveTo>
                  <a:lnTo>
                    <a:pt x="130" y="4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02" name="Google Shape;4860;p80">
              <a:extLst>
                <a:ext uri="{FF2B5EF4-FFF2-40B4-BE49-F238E27FC236}">
                  <a16:creationId xmlns:a16="http://schemas.microsoft.com/office/drawing/2014/main" id="{99BBF584-97AD-F079-5C5F-F0A5DEF13330}"/>
                </a:ext>
              </a:extLst>
            </p:cNvPr>
            <p:cNvSpPr/>
            <p:nvPr/>
          </p:nvSpPr>
          <p:spPr>
            <a:xfrm>
              <a:off x="2149306" y="2027734"/>
              <a:ext cx="14" cy="14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0" y="0"/>
                  </a:move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03" name="Google Shape;4861;p80">
              <a:extLst>
                <a:ext uri="{FF2B5EF4-FFF2-40B4-BE49-F238E27FC236}">
                  <a16:creationId xmlns:a16="http://schemas.microsoft.com/office/drawing/2014/main" id="{3CB70674-66CE-45BA-28CE-725246BB4EE0}"/>
                </a:ext>
              </a:extLst>
            </p:cNvPr>
            <p:cNvSpPr/>
            <p:nvPr/>
          </p:nvSpPr>
          <p:spPr>
            <a:xfrm>
              <a:off x="2167934" y="2023837"/>
              <a:ext cx="394" cy="679"/>
            </a:xfrm>
            <a:custGeom>
              <a:avLst/>
              <a:gdLst/>
              <a:ahLst/>
              <a:cxnLst/>
              <a:rect l="l" t="t" r="r" b="b"/>
              <a:pathLst>
                <a:path w="29" h="50" extrusionOk="0">
                  <a:moveTo>
                    <a:pt x="28" y="0"/>
                  </a:moveTo>
                  <a:lnTo>
                    <a:pt x="18" y="17"/>
                  </a:lnTo>
                  <a:lnTo>
                    <a:pt x="18" y="17"/>
                  </a:lnTo>
                  <a:cubicBezTo>
                    <a:pt x="21" y="12"/>
                    <a:pt x="25" y="6"/>
                    <a:pt x="28" y="0"/>
                  </a:cubicBezTo>
                  <a:close/>
                  <a:moveTo>
                    <a:pt x="18" y="17"/>
                  </a:moveTo>
                  <a:cubicBezTo>
                    <a:pt x="16" y="20"/>
                    <a:pt x="15" y="22"/>
                    <a:pt x="13" y="25"/>
                  </a:cubicBezTo>
                  <a:lnTo>
                    <a:pt x="13" y="25"/>
                  </a:lnTo>
                  <a:lnTo>
                    <a:pt x="18" y="17"/>
                  </a:lnTo>
                  <a:close/>
                  <a:moveTo>
                    <a:pt x="13" y="25"/>
                  </a:moveTo>
                  <a:lnTo>
                    <a:pt x="11" y="28"/>
                  </a:lnTo>
                  <a:lnTo>
                    <a:pt x="10" y="29"/>
                  </a:lnTo>
                  <a:lnTo>
                    <a:pt x="10" y="29"/>
                  </a:lnTo>
                  <a:cubicBezTo>
                    <a:pt x="11" y="28"/>
                    <a:pt x="12" y="26"/>
                    <a:pt x="13" y="25"/>
                  </a:cubicBezTo>
                  <a:close/>
                  <a:moveTo>
                    <a:pt x="10" y="29"/>
                  </a:moveTo>
                  <a:cubicBezTo>
                    <a:pt x="7" y="36"/>
                    <a:pt x="3" y="42"/>
                    <a:pt x="0" y="49"/>
                  </a:cubicBezTo>
                  <a:lnTo>
                    <a:pt x="10" y="29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04" name="Google Shape;4862;p80">
              <a:extLst>
                <a:ext uri="{FF2B5EF4-FFF2-40B4-BE49-F238E27FC236}">
                  <a16:creationId xmlns:a16="http://schemas.microsoft.com/office/drawing/2014/main" id="{CFD980D0-8828-D793-189D-E763FE29A159}"/>
                </a:ext>
              </a:extLst>
            </p:cNvPr>
            <p:cNvSpPr/>
            <p:nvPr/>
          </p:nvSpPr>
          <p:spPr>
            <a:xfrm>
              <a:off x="2132184" y="2072553"/>
              <a:ext cx="68" cy="68"/>
            </a:xfrm>
            <a:custGeom>
              <a:avLst/>
              <a:gdLst/>
              <a:ahLst/>
              <a:cxnLst/>
              <a:rect l="l" t="t" r="r" b="b"/>
              <a:pathLst>
                <a:path w="5" h="5" extrusionOk="0">
                  <a:moveTo>
                    <a:pt x="1" y="4"/>
                  </a:moveTo>
                  <a:lnTo>
                    <a:pt x="1" y="4"/>
                  </a:lnTo>
                  <a:lnTo>
                    <a:pt x="4" y="1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05" name="Google Shape;4863;p80">
              <a:extLst>
                <a:ext uri="{FF2B5EF4-FFF2-40B4-BE49-F238E27FC236}">
                  <a16:creationId xmlns:a16="http://schemas.microsoft.com/office/drawing/2014/main" id="{C0E4D7D6-770C-4D91-2E74-AEDD285A29CA}"/>
                </a:ext>
              </a:extLst>
            </p:cNvPr>
            <p:cNvSpPr/>
            <p:nvPr/>
          </p:nvSpPr>
          <p:spPr>
            <a:xfrm>
              <a:off x="2146400" y="2033532"/>
              <a:ext cx="68" cy="489"/>
            </a:xfrm>
            <a:custGeom>
              <a:avLst/>
              <a:gdLst/>
              <a:ahLst/>
              <a:cxnLst/>
              <a:rect l="l" t="t" r="r" b="b"/>
              <a:pathLst>
                <a:path w="5" h="36" extrusionOk="0">
                  <a:moveTo>
                    <a:pt x="4" y="1"/>
                  </a:moveTo>
                  <a:lnTo>
                    <a:pt x="4" y="1"/>
                  </a:lnTo>
                  <a:cubicBezTo>
                    <a:pt x="1" y="15"/>
                    <a:pt x="1" y="25"/>
                    <a:pt x="1" y="36"/>
                  </a:cubicBezTo>
                  <a:cubicBezTo>
                    <a:pt x="4" y="25"/>
                    <a:pt x="4" y="15"/>
                    <a:pt x="4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06" name="Google Shape;4864;p80">
              <a:extLst>
                <a:ext uri="{FF2B5EF4-FFF2-40B4-BE49-F238E27FC236}">
                  <a16:creationId xmlns:a16="http://schemas.microsoft.com/office/drawing/2014/main" id="{40FEDB97-83D7-6741-737C-A002BE5195B9}"/>
                </a:ext>
              </a:extLst>
            </p:cNvPr>
            <p:cNvSpPr/>
            <p:nvPr/>
          </p:nvSpPr>
          <p:spPr>
            <a:xfrm>
              <a:off x="2132660" y="2071983"/>
              <a:ext cx="299" cy="204"/>
            </a:xfrm>
            <a:custGeom>
              <a:avLst/>
              <a:gdLst/>
              <a:ahLst/>
              <a:cxnLst/>
              <a:rect l="l" t="t" r="r" b="b"/>
              <a:pathLst>
                <a:path w="22" h="15" extrusionOk="0">
                  <a:moveTo>
                    <a:pt x="1" y="15"/>
                  </a:moveTo>
                  <a:cubicBezTo>
                    <a:pt x="8" y="11"/>
                    <a:pt x="15" y="4"/>
                    <a:pt x="22" y="1"/>
                  </a:cubicBezTo>
                  <a:cubicBezTo>
                    <a:pt x="15" y="4"/>
                    <a:pt x="8" y="11"/>
                    <a:pt x="1" y="15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07" name="Google Shape;4865;p80">
              <a:extLst>
                <a:ext uri="{FF2B5EF4-FFF2-40B4-BE49-F238E27FC236}">
                  <a16:creationId xmlns:a16="http://schemas.microsoft.com/office/drawing/2014/main" id="{461574D4-4A94-D644-5678-A39A6DC519C2}"/>
                </a:ext>
              </a:extLst>
            </p:cNvPr>
            <p:cNvSpPr/>
            <p:nvPr/>
          </p:nvSpPr>
          <p:spPr>
            <a:xfrm>
              <a:off x="2133759" y="2071603"/>
              <a:ext cx="244" cy="68"/>
            </a:xfrm>
            <a:custGeom>
              <a:avLst/>
              <a:gdLst/>
              <a:ahLst/>
              <a:cxnLst/>
              <a:rect l="l" t="t" r="r" b="b"/>
              <a:pathLst>
                <a:path w="18" h="5" extrusionOk="0">
                  <a:moveTo>
                    <a:pt x="0" y="4"/>
                  </a:moveTo>
                  <a:lnTo>
                    <a:pt x="18" y="1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08" name="Google Shape;4866;p80">
              <a:extLst>
                <a:ext uri="{FF2B5EF4-FFF2-40B4-BE49-F238E27FC236}">
                  <a16:creationId xmlns:a16="http://schemas.microsoft.com/office/drawing/2014/main" id="{7F3391E6-D94D-2F4B-7983-D265FA70B170}"/>
                </a:ext>
              </a:extLst>
            </p:cNvPr>
            <p:cNvSpPr/>
            <p:nvPr/>
          </p:nvSpPr>
          <p:spPr>
            <a:xfrm>
              <a:off x="2132334" y="2072268"/>
              <a:ext cx="244" cy="204"/>
            </a:xfrm>
            <a:custGeom>
              <a:avLst/>
              <a:gdLst/>
              <a:ahLst/>
              <a:cxnLst/>
              <a:rect l="l" t="t" r="r" b="b"/>
              <a:pathLst>
                <a:path w="18" h="15" extrusionOk="0">
                  <a:moveTo>
                    <a:pt x="0" y="15"/>
                  </a:moveTo>
                  <a:lnTo>
                    <a:pt x="18" y="1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09" name="Google Shape;4867;p80">
              <a:extLst>
                <a:ext uri="{FF2B5EF4-FFF2-40B4-BE49-F238E27FC236}">
                  <a16:creationId xmlns:a16="http://schemas.microsoft.com/office/drawing/2014/main" id="{532737BC-735A-D5DD-3827-C29FC6A014C1}"/>
                </a:ext>
              </a:extLst>
            </p:cNvPr>
            <p:cNvSpPr/>
            <p:nvPr/>
          </p:nvSpPr>
          <p:spPr>
            <a:xfrm>
              <a:off x="2133379" y="2071657"/>
              <a:ext cx="244" cy="109"/>
            </a:xfrm>
            <a:custGeom>
              <a:avLst/>
              <a:gdLst/>
              <a:ahLst/>
              <a:cxnLst/>
              <a:rect l="l" t="t" r="r" b="b"/>
              <a:pathLst>
                <a:path w="18" h="8" extrusionOk="0">
                  <a:moveTo>
                    <a:pt x="0" y="7"/>
                  </a:moveTo>
                  <a:lnTo>
                    <a:pt x="18" y="0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10" name="Google Shape;4868;p80">
              <a:extLst>
                <a:ext uri="{FF2B5EF4-FFF2-40B4-BE49-F238E27FC236}">
                  <a16:creationId xmlns:a16="http://schemas.microsoft.com/office/drawing/2014/main" id="{5898B47C-D811-B056-4E99-A7ABC2CBB1A2}"/>
                </a:ext>
              </a:extLst>
            </p:cNvPr>
            <p:cNvSpPr/>
            <p:nvPr/>
          </p:nvSpPr>
          <p:spPr>
            <a:xfrm>
              <a:off x="2134140" y="2071562"/>
              <a:ext cx="394" cy="14"/>
            </a:xfrm>
            <a:custGeom>
              <a:avLst/>
              <a:gdLst/>
              <a:ahLst/>
              <a:cxnLst/>
              <a:rect l="l" t="t" r="r" b="b"/>
              <a:pathLst>
                <a:path w="29" h="1" extrusionOk="0">
                  <a:moveTo>
                    <a:pt x="0" y="0"/>
                  </a:moveTo>
                  <a:cubicBezTo>
                    <a:pt x="7" y="0"/>
                    <a:pt x="18" y="0"/>
                    <a:pt x="28" y="0"/>
                  </a:cubicBezTo>
                  <a:cubicBezTo>
                    <a:pt x="18" y="0"/>
                    <a:pt x="7" y="0"/>
                    <a:pt x="0" y="0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11" name="Google Shape;4869;p80">
              <a:extLst>
                <a:ext uri="{FF2B5EF4-FFF2-40B4-BE49-F238E27FC236}">
                  <a16:creationId xmlns:a16="http://schemas.microsoft.com/office/drawing/2014/main" id="{E6EC6094-5EED-6D0F-4D78-C7323070CC93}"/>
                </a:ext>
              </a:extLst>
            </p:cNvPr>
            <p:cNvSpPr/>
            <p:nvPr/>
          </p:nvSpPr>
          <p:spPr>
            <a:xfrm>
              <a:off x="2143359" y="2058297"/>
              <a:ext cx="1100" cy="1819"/>
            </a:xfrm>
            <a:custGeom>
              <a:avLst/>
              <a:gdLst/>
              <a:ahLst/>
              <a:cxnLst/>
              <a:rect l="l" t="t" r="r" b="b"/>
              <a:pathLst>
                <a:path w="81" h="134" extrusionOk="0">
                  <a:moveTo>
                    <a:pt x="81" y="134"/>
                  </a:moveTo>
                  <a:cubicBezTo>
                    <a:pt x="60" y="84"/>
                    <a:pt x="32" y="39"/>
                    <a:pt x="0" y="0"/>
                  </a:cubicBezTo>
                  <a:cubicBezTo>
                    <a:pt x="32" y="39"/>
                    <a:pt x="60" y="84"/>
                    <a:pt x="81" y="134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12" name="Google Shape;4870;p80">
              <a:extLst>
                <a:ext uri="{FF2B5EF4-FFF2-40B4-BE49-F238E27FC236}">
                  <a16:creationId xmlns:a16="http://schemas.microsoft.com/office/drawing/2014/main" id="{17A85F8B-4203-CFB0-306A-DBE9FAA1978D}"/>
                </a:ext>
              </a:extLst>
            </p:cNvPr>
            <p:cNvSpPr/>
            <p:nvPr/>
          </p:nvSpPr>
          <p:spPr>
            <a:xfrm>
              <a:off x="2146685" y="2030436"/>
              <a:ext cx="109" cy="774"/>
            </a:xfrm>
            <a:custGeom>
              <a:avLst/>
              <a:gdLst/>
              <a:ahLst/>
              <a:cxnLst/>
              <a:rect l="l" t="t" r="r" b="b"/>
              <a:pathLst>
                <a:path w="8" h="57" extrusionOk="0">
                  <a:moveTo>
                    <a:pt x="8" y="1"/>
                  </a:moveTo>
                  <a:cubicBezTo>
                    <a:pt x="4" y="18"/>
                    <a:pt x="1" y="39"/>
                    <a:pt x="1" y="57"/>
                  </a:cubicBezTo>
                  <a:lnTo>
                    <a:pt x="8" y="1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13" name="Google Shape;4871;p80">
              <a:extLst>
                <a:ext uri="{FF2B5EF4-FFF2-40B4-BE49-F238E27FC236}">
                  <a16:creationId xmlns:a16="http://schemas.microsoft.com/office/drawing/2014/main" id="{170979D5-625C-FBAB-66E3-C23DE965E146}"/>
                </a:ext>
              </a:extLst>
            </p:cNvPr>
            <p:cNvSpPr/>
            <p:nvPr/>
          </p:nvSpPr>
          <p:spPr>
            <a:xfrm>
              <a:off x="2146780" y="2029350"/>
              <a:ext cx="109" cy="910"/>
            </a:xfrm>
            <a:custGeom>
              <a:avLst/>
              <a:gdLst/>
              <a:ahLst/>
              <a:cxnLst/>
              <a:rect l="l" t="t" r="r" b="b"/>
              <a:pathLst>
                <a:path w="8" h="67" extrusionOk="0">
                  <a:moveTo>
                    <a:pt x="1" y="67"/>
                  </a:moveTo>
                  <a:lnTo>
                    <a:pt x="8" y="0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14" name="Google Shape;4872;p80">
              <a:extLst>
                <a:ext uri="{FF2B5EF4-FFF2-40B4-BE49-F238E27FC236}">
                  <a16:creationId xmlns:a16="http://schemas.microsoft.com/office/drawing/2014/main" id="{BEBC5DC1-8217-CDA2-0EEC-A96BBD05A645}"/>
                </a:ext>
              </a:extLst>
            </p:cNvPr>
            <p:cNvSpPr/>
            <p:nvPr/>
          </p:nvSpPr>
          <p:spPr>
            <a:xfrm>
              <a:off x="2132945" y="2071793"/>
              <a:ext cx="353" cy="204"/>
            </a:xfrm>
            <a:custGeom>
              <a:avLst/>
              <a:gdLst/>
              <a:ahLst/>
              <a:cxnLst/>
              <a:rect l="l" t="t" r="r" b="b"/>
              <a:pathLst>
                <a:path w="26" h="15" extrusionOk="0">
                  <a:moveTo>
                    <a:pt x="1" y="15"/>
                  </a:moveTo>
                  <a:cubicBezTo>
                    <a:pt x="8" y="8"/>
                    <a:pt x="18" y="4"/>
                    <a:pt x="25" y="1"/>
                  </a:cubicBezTo>
                  <a:cubicBezTo>
                    <a:pt x="18" y="4"/>
                    <a:pt x="8" y="8"/>
                    <a:pt x="1" y="15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15" name="Google Shape;4873;p80">
              <a:extLst>
                <a:ext uri="{FF2B5EF4-FFF2-40B4-BE49-F238E27FC236}">
                  <a16:creationId xmlns:a16="http://schemas.microsoft.com/office/drawing/2014/main" id="{0B9E9D92-7F9B-75A6-A8C8-5E4C659FD545}"/>
                </a:ext>
              </a:extLst>
            </p:cNvPr>
            <p:cNvSpPr/>
            <p:nvPr/>
          </p:nvSpPr>
          <p:spPr>
            <a:xfrm>
              <a:off x="2146590" y="2031386"/>
              <a:ext cx="68" cy="638"/>
            </a:xfrm>
            <a:custGeom>
              <a:avLst/>
              <a:gdLst/>
              <a:ahLst/>
              <a:cxnLst/>
              <a:rect l="l" t="t" r="r" b="b"/>
              <a:pathLst>
                <a:path w="5" h="47" extrusionOk="0">
                  <a:moveTo>
                    <a:pt x="1" y="47"/>
                  </a:moveTo>
                  <a:lnTo>
                    <a:pt x="4" y="1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16" name="Google Shape;4874;p80">
              <a:extLst>
                <a:ext uri="{FF2B5EF4-FFF2-40B4-BE49-F238E27FC236}">
                  <a16:creationId xmlns:a16="http://schemas.microsoft.com/office/drawing/2014/main" id="{830CF0C8-CE1F-303D-9BD6-F886A27C83C5}"/>
                </a:ext>
              </a:extLst>
            </p:cNvPr>
            <p:cNvSpPr/>
            <p:nvPr/>
          </p:nvSpPr>
          <p:spPr>
            <a:xfrm>
              <a:off x="2146930" y="2027639"/>
              <a:ext cx="149" cy="1575"/>
            </a:xfrm>
            <a:custGeom>
              <a:avLst/>
              <a:gdLst/>
              <a:ahLst/>
              <a:cxnLst/>
              <a:rect l="l" t="t" r="r" b="b"/>
              <a:pathLst>
                <a:path w="11" h="116" extrusionOk="0">
                  <a:moveTo>
                    <a:pt x="11" y="0"/>
                  </a:moveTo>
                  <a:cubicBezTo>
                    <a:pt x="7" y="42"/>
                    <a:pt x="4" y="81"/>
                    <a:pt x="0" y="116"/>
                  </a:cubicBezTo>
                  <a:cubicBezTo>
                    <a:pt x="4" y="81"/>
                    <a:pt x="7" y="42"/>
                    <a:pt x="11" y="0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17" name="Google Shape;4875;p80">
              <a:extLst>
                <a:ext uri="{FF2B5EF4-FFF2-40B4-BE49-F238E27FC236}">
                  <a16:creationId xmlns:a16="http://schemas.microsoft.com/office/drawing/2014/main" id="{D0C82E33-9284-B785-E41B-7FE01F6A45B2}"/>
                </a:ext>
              </a:extLst>
            </p:cNvPr>
            <p:cNvSpPr/>
            <p:nvPr/>
          </p:nvSpPr>
          <p:spPr>
            <a:xfrm>
              <a:off x="2146549" y="2032201"/>
              <a:ext cx="54" cy="584"/>
            </a:xfrm>
            <a:custGeom>
              <a:avLst/>
              <a:gdLst/>
              <a:ahLst/>
              <a:cxnLst/>
              <a:rect l="l" t="t" r="r" b="b"/>
              <a:pathLst>
                <a:path w="4" h="43" extrusionOk="0">
                  <a:moveTo>
                    <a:pt x="4" y="1"/>
                  </a:moveTo>
                  <a:cubicBezTo>
                    <a:pt x="0" y="18"/>
                    <a:pt x="0" y="29"/>
                    <a:pt x="0" y="43"/>
                  </a:cubicBezTo>
                  <a:cubicBezTo>
                    <a:pt x="0" y="32"/>
                    <a:pt x="0" y="18"/>
                    <a:pt x="4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18" name="Google Shape;4876;p80">
              <a:extLst>
                <a:ext uri="{FF2B5EF4-FFF2-40B4-BE49-F238E27FC236}">
                  <a16:creationId xmlns:a16="http://schemas.microsoft.com/office/drawing/2014/main" id="{2AF5A700-9F2A-D9CA-FE38-E6B5AE4F659F}"/>
                </a:ext>
              </a:extLst>
            </p:cNvPr>
            <p:cNvSpPr/>
            <p:nvPr/>
          </p:nvSpPr>
          <p:spPr>
            <a:xfrm>
              <a:off x="2136135" y="2062329"/>
              <a:ext cx="3150" cy="543"/>
            </a:xfrm>
            <a:custGeom>
              <a:avLst/>
              <a:gdLst/>
              <a:ahLst/>
              <a:cxnLst/>
              <a:rect l="l" t="t" r="r" b="b"/>
              <a:pathLst>
                <a:path w="232" h="40" extrusionOk="0">
                  <a:moveTo>
                    <a:pt x="195" y="1"/>
                  </a:moveTo>
                  <a:cubicBezTo>
                    <a:pt x="118" y="1"/>
                    <a:pt x="24" y="4"/>
                    <a:pt x="0" y="40"/>
                  </a:cubicBezTo>
                  <a:cubicBezTo>
                    <a:pt x="28" y="1"/>
                    <a:pt x="151" y="1"/>
                    <a:pt x="231" y="1"/>
                  </a:cubicBezTo>
                  <a:cubicBezTo>
                    <a:pt x="220" y="1"/>
                    <a:pt x="208" y="1"/>
                    <a:pt x="195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19" name="Google Shape;4877;p80">
              <a:extLst>
                <a:ext uri="{FF2B5EF4-FFF2-40B4-BE49-F238E27FC236}">
                  <a16:creationId xmlns:a16="http://schemas.microsoft.com/office/drawing/2014/main" id="{A90EB86D-5D5F-489D-48A2-9B94A2669655}"/>
                </a:ext>
              </a:extLst>
            </p:cNvPr>
            <p:cNvSpPr/>
            <p:nvPr/>
          </p:nvSpPr>
          <p:spPr>
            <a:xfrm>
              <a:off x="2146454" y="2032921"/>
              <a:ext cx="54" cy="489"/>
            </a:xfrm>
            <a:custGeom>
              <a:avLst/>
              <a:gdLst/>
              <a:ahLst/>
              <a:cxnLst/>
              <a:rect l="l" t="t" r="r" b="b"/>
              <a:pathLst>
                <a:path w="4" h="36" extrusionOk="0">
                  <a:moveTo>
                    <a:pt x="4" y="0"/>
                  </a:moveTo>
                  <a:lnTo>
                    <a:pt x="4" y="0"/>
                  </a:lnTo>
                  <a:cubicBezTo>
                    <a:pt x="0" y="14"/>
                    <a:pt x="0" y="25"/>
                    <a:pt x="0" y="35"/>
                  </a:cubicBezTo>
                  <a:cubicBezTo>
                    <a:pt x="4" y="25"/>
                    <a:pt x="4" y="14"/>
                    <a:pt x="4" y="0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20" name="Google Shape;4878;p80">
              <a:extLst>
                <a:ext uri="{FF2B5EF4-FFF2-40B4-BE49-F238E27FC236}">
                  <a16:creationId xmlns:a16="http://schemas.microsoft.com/office/drawing/2014/main" id="{D697101C-C535-FD0E-7A28-F71B9A133C98}"/>
                </a:ext>
              </a:extLst>
            </p:cNvPr>
            <p:cNvSpPr/>
            <p:nvPr/>
          </p:nvSpPr>
          <p:spPr>
            <a:xfrm>
              <a:off x="2208721" y="1867452"/>
              <a:ext cx="119645" cy="148131"/>
            </a:xfrm>
            <a:custGeom>
              <a:avLst/>
              <a:gdLst/>
              <a:ahLst/>
              <a:cxnLst/>
              <a:rect l="l" t="t" r="r" b="b"/>
              <a:pathLst>
                <a:path w="8812" h="10910" extrusionOk="0">
                  <a:moveTo>
                    <a:pt x="7299" y="1"/>
                  </a:moveTo>
                  <a:lnTo>
                    <a:pt x="7271" y="36"/>
                  </a:lnTo>
                  <a:lnTo>
                    <a:pt x="7268" y="43"/>
                  </a:lnTo>
                  <a:cubicBezTo>
                    <a:pt x="7261" y="53"/>
                    <a:pt x="7254" y="60"/>
                    <a:pt x="7247" y="71"/>
                  </a:cubicBezTo>
                  <a:lnTo>
                    <a:pt x="7240" y="74"/>
                  </a:lnTo>
                  <a:cubicBezTo>
                    <a:pt x="7233" y="81"/>
                    <a:pt x="7226" y="88"/>
                    <a:pt x="7219" y="95"/>
                  </a:cubicBezTo>
                  <a:cubicBezTo>
                    <a:pt x="7212" y="102"/>
                    <a:pt x="7205" y="106"/>
                    <a:pt x="7198" y="113"/>
                  </a:cubicBezTo>
                  <a:cubicBezTo>
                    <a:pt x="7187" y="116"/>
                    <a:pt x="7180" y="120"/>
                    <a:pt x="7173" y="123"/>
                  </a:cubicBezTo>
                  <a:lnTo>
                    <a:pt x="7170" y="123"/>
                  </a:lnTo>
                  <a:cubicBezTo>
                    <a:pt x="7163" y="123"/>
                    <a:pt x="7152" y="127"/>
                    <a:pt x="7145" y="127"/>
                  </a:cubicBezTo>
                  <a:lnTo>
                    <a:pt x="7138" y="127"/>
                  </a:lnTo>
                  <a:cubicBezTo>
                    <a:pt x="7131" y="130"/>
                    <a:pt x="7121" y="130"/>
                    <a:pt x="7110" y="130"/>
                  </a:cubicBezTo>
                  <a:lnTo>
                    <a:pt x="7019" y="130"/>
                  </a:lnTo>
                  <a:cubicBezTo>
                    <a:pt x="6995" y="130"/>
                    <a:pt x="6974" y="179"/>
                    <a:pt x="6949" y="246"/>
                  </a:cubicBezTo>
                  <a:cubicBezTo>
                    <a:pt x="6911" y="354"/>
                    <a:pt x="6855" y="519"/>
                    <a:pt x="6662" y="519"/>
                  </a:cubicBezTo>
                  <a:cubicBezTo>
                    <a:pt x="6561" y="519"/>
                    <a:pt x="6543" y="561"/>
                    <a:pt x="6515" y="631"/>
                  </a:cubicBezTo>
                  <a:cubicBezTo>
                    <a:pt x="6491" y="690"/>
                    <a:pt x="6456" y="778"/>
                    <a:pt x="6340" y="778"/>
                  </a:cubicBezTo>
                  <a:cubicBezTo>
                    <a:pt x="6190" y="778"/>
                    <a:pt x="6067" y="666"/>
                    <a:pt x="6018" y="617"/>
                  </a:cubicBezTo>
                  <a:lnTo>
                    <a:pt x="5311" y="617"/>
                  </a:lnTo>
                  <a:lnTo>
                    <a:pt x="5290" y="596"/>
                  </a:lnTo>
                  <a:cubicBezTo>
                    <a:pt x="5248" y="554"/>
                    <a:pt x="5172" y="504"/>
                    <a:pt x="5132" y="504"/>
                  </a:cubicBezTo>
                  <a:cubicBezTo>
                    <a:pt x="5125" y="504"/>
                    <a:pt x="5119" y="505"/>
                    <a:pt x="5115" y="508"/>
                  </a:cubicBezTo>
                  <a:lnTo>
                    <a:pt x="4905" y="648"/>
                  </a:lnTo>
                  <a:lnTo>
                    <a:pt x="1614" y="648"/>
                  </a:lnTo>
                  <a:lnTo>
                    <a:pt x="1614" y="1800"/>
                  </a:lnTo>
                  <a:lnTo>
                    <a:pt x="1099" y="1814"/>
                  </a:lnTo>
                  <a:lnTo>
                    <a:pt x="1099" y="3536"/>
                  </a:lnTo>
                  <a:cubicBezTo>
                    <a:pt x="1120" y="3922"/>
                    <a:pt x="1085" y="4139"/>
                    <a:pt x="984" y="4170"/>
                  </a:cubicBezTo>
                  <a:lnTo>
                    <a:pt x="952" y="4181"/>
                  </a:lnTo>
                  <a:cubicBezTo>
                    <a:pt x="627" y="4286"/>
                    <a:pt x="557" y="4366"/>
                    <a:pt x="557" y="4412"/>
                  </a:cubicBezTo>
                  <a:cubicBezTo>
                    <a:pt x="557" y="4576"/>
                    <a:pt x="529" y="4769"/>
                    <a:pt x="301" y="4814"/>
                  </a:cubicBezTo>
                  <a:cubicBezTo>
                    <a:pt x="277" y="4818"/>
                    <a:pt x="270" y="4856"/>
                    <a:pt x="266" y="4944"/>
                  </a:cubicBezTo>
                  <a:cubicBezTo>
                    <a:pt x="256" y="5049"/>
                    <a:pt x="242" y="5220"/>
                    <a:pt x="53" y="5220"/>
                  </a:cubicBezTo>
                  <a:lnTo>
                    <a:pt x="35" y="5220"/>
                  </a:lnTo>
                  <a:cubicBezTo>
                    <a:pt x="42" y="5245"/>
                    <a:pt x="53" y="5269"/>
                    <a:pt x="63" y="5290"/>
                  </a:cubicBezTo>
                  <a:cubicBezTo>
                    <a:pt x="102" y="5378"/>
                    <a:pt x="161" y="5511"/>
                    <a:pt x="63" y="5605"/>
                  </a:cubicBezTo>
                  <a:cubicBezTo>
                    <a:pt x="28" y="5637"/>
                    <a:pt x="4" y="5682"/>
                    <a:pt x="0" y="5728"/>
                  </a:cubicBezTo>
                  <a:cubicBezTo>
                    <a:pt x="0" y="5735"/>
                    <a:pt x="0" y="5742"/>
                    <a:pt x="0" y="5745"/>
                  </a:cubicBezTo>
                  <a:cubicBezTo>
                    <a:pt x="0" y="5749"/>
                    <a:pt x="0" y="5756"/>
                    <a:pt x="4" y="5759"/>
                  </a:cubicBezTo>
                  <a:cubicBezTo>
                    <a:pt x="19" y="5785"/>
                    <a:pt x="46" y="5799"/>
                    <a:pt x="75" y="5799"/>
                  </a:cubicBezTo>
                  <a:cubicBezTo>
                    <a:pt x="78" y="5799"/>
                    <a:pt x="81" y="5798"/>
                    <a:pt x="84" y="5798"/>
                  </a:cubicBezTo>
                  <a:cubicBezTo>
                    <a:pt x="88" y="5798"/>
                    <a:pt x="92" y="5798"/>
                    <a:pt x="96" y="5798"/>
                  </a:cubicBezTo>
                  <a:cubicBezTo>
                    <a:pt x="141" y="5798"/>
                    <a:pt x="185" y="5815"/>
                    <a:pt x="214" y="5847"/>
                  </a:cubicBezTo>
                  <a:cubicBezTo>
                    <a:pt x="277" y="5914"/>
                    <a:pt x="266" y="6015"/>
                    <a:pt x="259" y="6134"/>
                  </a:cubicBezTo>
                  <a:cubicBezTo>
                    <a:pt x="256" y="6176"/>
                    <a:pt x="252" y="6222"/>
                    <a:pt x="252" y="6267"/>
                  </a:cubicBezTo>
                  <a:cubicBezTo>
                    <a:pt x="252" y="6278"/>
                    <a:pt x="252" y="6285"/>
                    <a:pt x="256" y="6295"/>
                  </a:cubicBezTo>
                  <a:cubicBezTo>
                    <a:pt x="256" y="6299"/>
                    <a:pt x="256" y="6302"/>
                    <a:pt x="256" y="6309"/>
                  </a:cubicBezTo>
                  <a:cubicBezTo>
                    <a:pt x="259" y="6313"/>
                    <a:pt x="256" y="6316"/>
                    <a:pt x="259" y="6320"/>
                  </a:cubicBezTo>
                  <a:cubicBezTo>
                    <a:pt x="263" y="6323"/>
                    <a:pt x="263" y="6330"/>
                    <a:pt x="266" y="6337"/>
                  </a:cubicBezTo>
                  <a:lnTo>
                    <a:pt x="270" y="6344"/>
                  </a:lnTo>
                  <a:cubicBezTo>
                    <a:pt x="273" y="6348"/>
                    <a:pt x="277" y="6355"/>
                    <a:pt x="280" y="6362"/>
                  </a:cubicBezTo>
                  <a:cubicBezTo>
                    <a:pt x="298" y="6393"/>
                    <a:pt x="322" y="6425"/>
                    <a:pt x="350" y="6449"/>
                  </a:cubicBezTo>
                  <a:cubicBezTo>
                    <a:pt x="392" y="6484"/>
                    <a:pt x="434" y="6516"/>
                    <a:pt x="483" y="6544"/>
                  </a:cubicBezTo>
                  <a:lnTo>
                    <a:pt x="487" y="6544"/>
                  </a:lnTo>
                  <a:lnTo>
                    <a:pt x="536" y="6568"/>
                  </a:lnTo>
                  <a:lnTo>
                    <a:pt x="476" y="6768"/>
                  </a:lnTo>
                  <a:lnTo>
                    <a:pt x="462" y="6820"/>
                  </a:lnTo>
                  <a:lnTo>
                    <a:pt x="469" y="6827"/>
                  </a:lnTo>
                  <a:cubicBezTo>
                    <a:pt x="581" y="6964"/>
                    <a:pt x="826" y="7261"/>
                    <a:pt x="858" y="7356"/>
                  </a:cubicBezTo>
                  <a:cubicBezTo>
                    <a:pt x="861" y="7366"/>
                    <a:pt x="865" y="7380"/>
                    <a:pt x="872" y="7391"/>
                  </a:cubicBezTo>
                  <a:lnTo>
                    <a:pt x="889" y="7429"/>
                  </a:lnTo>
                  <a:cubicBezTo>
                    <a:pt x="942" y="7527"/>
                    <a:pt x="1008" y="7667"/>
                    <a:pt x="970" y="7783"/>
                  </a:cubicBezTo>
                  <a:cubicBezTo>
                    <a:pt x="952" y="7839"/>
                    <a:pt x="910" y="7884"/>
                    <a:pt x="858" y="7909"/>
                  </a:cubicBezTo>
                  <a:cubicBezTo>
                    <a:pt x="798" y="7937"/>
                    <a:pt x="784" y="7961"/>
                    <a:pt x="781" y="7972"/>
                  </a:cubicBezTo>
                  <a:cubicBezTo>
                    <a:pt x="781" y="7979"/>
                    <a:pt x="784" y="7983"/>
                    <a:pt x="791" y="7990"/>
                  </a:cubicBezTo>
                  <a:lnTo>
                    <a:pt x="1043" y="8025"/>
                  </a:lnTo>
                  <a:lnTo>
                    <a:pt x="1110" y="8193"/>
                  </a:lnTo>
                  <a:cubicBezTo>
                    <a:pt x="1253" y="8203"/>
                    <a:pt x="1386" y="8263"/>
                    <a:pt x="1495" y="8354"/>
                  </a:cubicBezTo>
                  <a:cubicBezTo>
                    <a:pt x="1516" y="8375"/>
                    <a:pt x="1534" y="8392"/>
                    <a:pt x="1555" y="8413"/>
                  </a:cubicBezTo>
                  <a:cubicBezTo>
                    <a:pt x="1600" y="8473"/>
                    <a:pt x="1642" y="8515"/>
                    <a:pt x="1670" y="8550"/>
                  </a:cubicBezTo>
                  <a:cubicBezTo>
                    <a:pt x="1758" y="8644"/>
                    <a:pt x="1803" y="8697"/>
                    <a:pt x="1803" y="8795"/>
                  </a:cubicBezTo>
                  <a:cubicBezTo>
                    <a:pt x="1803" y="8823"/>
                    <a:pt x="1842" y="8847"/>
                    <a:pt x="1922" y="8903"/>
                  </a:cubicBezTo>
                  <a:cubicBezTo>
                    <a:pt x="1989" y="8949"/>
                    <a:pt x="2055" y="8994"/>
                    <a:pt x="2118" y="9047"/>
                  </a:cubicBezTo>
                  <a:cubicBezTo>
                    <a:pt x="2342" y="9232"/>
                    <a:pt x="2342" y="9355"/>
                    <a:pt x="2342" y="9463"/>
                  </a:cubicBezTo>
                  <a:cubicBezTo>
                    <a:pt x="2360" y="9505"/>
                    <a:pt x="2514" y="9603"/>
                    <a:pt x="2675" y="9677"/>
                  </a:cubicBezTo>
                  <a:lnTo>
                    <a:pt x="2685" y="9684"/>
                  </a:lnTo>
                  <a:lnTo>
                    <a:pt x="2699" y="9687"/>
                  </a:lnTo>
                  <a:lnTo>
                    <a:pt x="2713" y="9729"/>
                  </a:lnTo>
                  <a:lnTo>
                    <a:pt x="2825" y="10006"/>
                  </a:lnTo>
                  <a:lnTo>
                    <a:pt x="2829" y="10009"/>
                  </a:lnTo>
                  <a:lnTo>
                    <a:pt x="2846" y="10020"/>
                  </a:lnTo>
                  <a:lnTo>
                    <a:pt x="2853" y="10023"/>
                  </a:lnTo>
                  <a:lnTo>
                    <a:pt x="2871" y="10037"/>
                  </a:lnTo>
                  <a:lnTo>
                    <a:pt x="2878" y="10041"/>
                  </a:lnTo>
                  <a:lnTo>
                    <a:pt x="2892" y="10055"/>
                  </a:lnTo>
                  <a:lnTo>
                    <a:pt x="2902" y="10062"/>
                  </a:lnTo>
                  <a:lnTo>
                    <a:pt x="2916" y="10076"/>
                  </a:lnTo>
                  <a:lnTo>
                    <a:pt x="2923" y="10083"/>
                  </a:lnTo>
                  <a:lnTo>
                    <a:pt x="2934" y="10101"/>
                  </a:lnTo>
                  <a:lnTo>
                    <a:pt x="2944" y="10111"/>
                  </a:lnTo>
                  <a:cubicBezTo>
                    <a:pt x="2948" y="10115"/>
                    <a:pt x="2951" y="10122"/>
                    <a:pt x="2955" y="10129"/>
                  </a:cubicBezTo>
                  <a:lnTo>
                    <a:pt x="2962" y="10139"/>
                  </a:lnTo>
                  <a:cubicBezTo>
                    <a:pt x="2965" y="10150"/>
                    <a:pt x="2972" y="10160"/>
                    <a:pt x="2976" y="10171"/>
                  </a:cubicBezTo>
                  <a:cubicBezTo>
                    <a:pt x="2979" y="10178"/>
                    <a:pt x="2983" y="10188"/>
                    <a:pt x="2986" y="10199"/>
                  </a:cubicBezTo>
                  <a:cubicBezTo>
                    <a:pt x="3035" y="10286"/>
                    <a:pt x="3105" y="10360"/>
                    <a:pt x="3193" y="10416"/>
                  </a:cubicBezTo>
                  <a:cubicBezTo>
                    <a:pt x="3198" y="10418"/>
                    <a:pt x="3270" y="10465"/>
                    <a:pt x="3345" y="10465"/>
                  </a:cubicBezTo>
                  <a:cubicBezTo>
                    <a:pt x="3381" y="10465"/>
                    <a:pt x="3418" y="10454"/>
                    <a:pt x="3448" y="10423"/>
                  </a:cubicBezTo>
                  <a:cubicBezTo>
                    <a:pt x="3490" y="10377"/>
                    <a:pt x="3553" y="10353"/>
                    <a:pt x="3613" y="10353"/>
                  </a:cubicBezTo>
                  <a:cubicBezTo>
                    <a:pt x="3669" y="10353"/>
                    <a:pt x="3722" y="10367"/>
                    <a:pt x="3767" y="10395"/>
                  </a:cubicBezTo>
                  <a:cubicBezTo>
                    <a:pt x="3778" y="10402"/>
                    <a:pt x="3792" y="10412"/>
                    <a:pt x="3802" y="10419"/>
                  </a:cubicBezTo>
                  <a:cubicBezTo>
                    <a:pt x="3850" y="10390"/>
                    <a:pt x="3928" y="10350"/>
                    <a:pt x="4004" y="10350"/>
                  </a:cubicBezTo>
                  <a:cubicBezTo>
                    <a:pt x="4040" y="10350"/>
                    <a:pt x="4075" y="10359"/>
                    <a:pt x="4107" y="10381"/>
                  </a:cubicBezTo>
                  <a:lnTo>
                    <a:pt x="4124" y="10391"/>
                  </a:lnTo>
                  <a:lnTo>
                    <a:pt x="4131" y="10398"/>
                  </a:lnTo>
                  <a:lnTo>
                    <a:pt x="4142" y="10405"/>
                  </a:lnTo>
                  <a:lnTo>
                    <a:pt x="4156" y="10416"/>
                  </a:lnTo>
                  <a:lnTo>
                    <a:pt x="4170" y="10426"/>
                  </a:lnTo>
                  <a:lnTo>
                    <a:pt x="4184" y="10440"/>
                  </a:lnTo>
                  <a:lnTo>
                    <a:pt x="4198" y="10447"/>
                  </a:lnTo>
                  <a:lnTo>
                    <a:pt x="4219" y="10465"/>
                  </a:lnTo>
                  <a:lnTo>
                    <a:pt x="4229" y="10475"/>
                  </a:lnTo>
                  <a:lnTo>
                    <a:pt x="4254" y="10493"/>
                  </a:lnTo>
                  <a:lnTo>
                    <a:pt x="4268" y="10503"/>
                  </a:lnTo>
                  <a:lnTo>
                    <a:pt x="4289" y="10524"/>
                  </a:lnTo>
                  <a:lnTo>
                    <a:pt x="4306" y="10535"/>
                  </a:lnTo>
                  <a:lnTo>
                    <a:pt x="4327" y="10556"/>
                  </a:lnTo>
                  <a:lnTo>
                    <a:pt x="4348" y="10570"/>
                  </a:lnTo>
                  <a:lnTo>
                    <a:pt x="4369" y="10591"/>
                  </a:lnTo>
                  <a:lnTo>
                    <a:pt x="4394" y="10608"/>
                  </a:lnTo>
                  <a:lnTo>
                    <a:pt x="4415" y="10626"/>
                  </a:lnTo>
                  <a:lnTo>
                    <a:pt x="4439" y="10647"/>
                  </a:lnTo>
                  <a:lnTo>
                    <a:pt x="4460" y="10664"/>
                  </a:lnTo>
                  <a:lnTo>
                    <a:pt x="4488" y="10689"/>
                  </a:lnTo>
                  <a:lnTo>
                    <a:pt x="4506" y="10706"/>
                  </a:lnTo>
                  <a:lnTo>
                    <a:pt x="4537" y="10731"/>
                  </a:lnTo>
                  <a:lnTo>
                    <a:pt x="4555" y="10748"/>
                  </a:lnTo>
                  <a:lnTo>
                    <a:pt x="4586" y="10776"/>
                  </a:lnTo>
                  <a:lnTo>
                    <a:pt x="4604" y="10790"/>
                  </a:lnTo>
                  <a:lnTo>
                    <a:pt x="4635" y="10818"/>
                  </a:lnTo>
                  <a:lnTo>
                    <a:pt x="4653" y="10836"/>
                  </a:lnTo>
                  <a:lnTo>
                    <a:pt x="4688" y="10864"/>
                  </a:lnTo>
                  <a:lnTo>
                    <a:pt x="4702" y="10878"/>
                  </a:lnTo>
                  <a:lnTo>
                    <a:pt x="4716" y="10892"/>
                  </a:lnTo>
                  <a:cubicBezTo>
                    <a:pt x="4761" y="10874"/>
                    <a:pt x="4831" y="10850"/>
                    <a:pt x="4905" y="10829"/>
                  </a:cubicBezTo>
                  <a:lnTo>
                    <a:pt x="4954" y="10815"/>
                  </a:lnTo>
                  <a:lnTo>
                    <a:pt x="4964" y="10811"/>
                  </a:lnTo>
                  <a:lnTo>
                    <a:pt x="5010" y="10801"/>
                  </a:lnTo>
                  <a:lnTo>
                    <a:pt x="5013" y="10801"/>
                  </a:lnTo>
                  <a:lnTo>
                    <a:pt x="5059" y="10790"/>
                  </a:lnTo>
                  <a:lnTo>
                    <a:pt x="5066" y="10790"/>
                  </a:lnTo>
                  <a:cubicBezTo>
                    <a:pt x="5080" y="10787"/>
                    <a:pt x="5090" y="10787"/>
                    <a:pt x="5104" y="10787"/>
                  </a:cubicBezTo>
                  <a:lnTo>
                    <a:pt x="5167" y="10787"/>
                  </a:lnTo>
                  <a:lnTo>
                    <a:pt x="5188" y="10794"/>
                  </a:lnTo>
                  <a:lnTo>
                    <a:pt x="5195" y="10794"/>
                  </a:lnTo>
                  <a:lnTo>
                    <a:pt x="5220" y="10804"/>
                  </a:lnTo>
                  <a:lnTo>
                    <a:pt x="5223" y="10804"/>
                  </a:lnTo>
                  <a:lnTo>
                    <a:pt x="5251" y="10815"/>
                  </a:lnTo>
                  <a:lnTo>
                    <a:pt x="5279" y="10832"/>
                  </a:lnTo>
                  <a:lnTo>
                    <a:pt x="5304" y="10846"/>
                  </a:lnTo>
                  <a:lnTo>
                    <a:pt x="5311" y="10846"/>
                  </a:lnTo>
                  <a:lnTo>
                    <a:pt x="5318" y="10853"/>
                  </a:lnTo>
                  <a:lnTo>
                    <a:pt x="5335" y="10864"/>
                  </a:lnTo>
                  <a:cubicBezTo>
                    <a:pt x="5360" y="10881"/>
                    <a:pt x="5384" y="10895"/>
                    <a:pt x="5409" y="10909"/>
                  </a:cubicBezTo>
                  <a:cubicBezTo>
                    <a:pt x="5479" y="10834"/>
                    <a:pt x="5660" y="10752"/>
                    <a:pt x="5791" y="10752"/>
                  </a:cubicBezTo>
                  <a:cubicBezTo>
                    <a:pt x="5824" y="10752"/>
                    <a:pt x="5854" y="10757"/>
                    <a:pt x="5878" y="10769"/>
                  </a:cubicBezTo>
                  <a:cubicBezTo>
                    <a:pt x="5920" y="10791"/>
                    <a:pt x="5985" y="10801"/>
                    <a:pt x="6038" y="10801"/>
                  </a:cubicBezTo>
                  <a:cubicBezTo>
                    <a:pt x="6078" y="10801"/>
                    <a:pt x="6112" y="10796"/>
                    <a:pt x="6127" y="10787"/>
                  </a:cubicBezTo>
                  <a:cubicBezTo>
                    <a:pt x="6137" y="10724"/>
                    <a:pt x="6204" y="10675"/>
                    <a:pt x="6270" y="10622"/>
                  </a:cubicBezTo>
                  <a:cubicBezTo>
                    <a:pt x="6291" y="10608"/>
                    <a:pt x="6312" y="10594"/>
                    <a:pt x="6333" y="10577"/>
                  </a:cubicBezTo>
                  <a:cubicBezTo>
                    <a:pt x="6351" y="10563"/>
                    <a:pt x="6365" y="10549"/>
                    <a:pt x="6379" y="10528"/>
                  </a:cubicBezTo>
                  <a:cubicBezTo>
                    <a:pt x="6379" y="10528"/>
                    <a:pt x="6379" y="10524"/>
                    <a:pt x="6379" y="10524"/>
                  </a:cubicBezTo>
                  <a:cubicBezTo>
                    <a:pt x="6414" y="10381"/>
                    <a:pt x="6746" y="10206"/>
                    <a:pt x="6869" y="10181"/>
                  </a:cubicBezTo>
                  <a:cubicBezTo>
                    <a:pt x="6933" y="10168"/>
                    <a:pt x="6989" y="10162"/>
                    <a:pt x="7039" y="10162"/>
                  </a:cubicBezTo>
                  <a:cubicBezTo>
                    <a:pt x="7141" y="10162"/>
                    <a:pt x="7213" y="10189"/>
                    <a:pt x="7257" y="10241"/>
                  </a:cubicBezTo>
                  <a:cubicBezTo>
                    <a:pt x="7261" y="10248"/>
                    <a:pt x="7268" y="10251"/>
                    <a:pt x="7271" y="10255"/>
                  </a:cubicBezTo>
                  <a:cubicBezTo>
                    <a:pt x="7278" y="10258"/>
                    <a:pt x="7285" y="10262"/>
                    <a:pt x="7292" y="10265"/>
                  </a:cubicBezTo>
                  <a:lnTo>
                    <a:pt x="7292" y="10251"/>
                  </a:lnTo>
                  <a:lnTo>
                    <a:pt x="7299" y="10209"/>
                  </a:lnTo>
                  <a:lnTo>
                    <a:pt x="7306" y="10185"/>
                  </a:lnTo>
                  <a:lnTo>
                    <a:pt x="7313" y="10129"/>
                  </a:lnTo>
                  <a:cubicBezTo>
                    <a:pt x="7327" y="10073"/>
                    <a:pt x="7334" y="10009"/>
                    <a:pt x="7338" y="9950"/>
                  </a:cubicBezTo>
                  <a:cubicBezTo>
                    <a:pt x="7166" y="9939"/>
                    <a:pt x="6890" y="9785"/>
                    <a:pt x="6785" y="9502"/>
                  </a:cubicBezTo>
                  <a:cubicBezTo>
                    <a:pt x="6732" y="9362"/>
                    <a:pt x="6613" y="9246"/>
                    <a:pt x="6512" y="9148"/>
                  </a:cubicBezTo>
                  <a:lnTo>
                    <a:pt x="6480" y="9113"/>
                  </a:lnTo>
                  <a:cubicBezTo>
                    <a:pt x="6449" y="9082"/>
                    <a:pt x="6417" y="9050"/>
                    <a:pt x="6393" y="9022"/>
                  </a:cubicBezTo>
                  <a:lnTo>
                    <a:pt x="6393" y="9019"/>
                  </a:lnTo>
                  <a:lnTo>
                    <a:pt x="6372" y="8994"/>
                  </a:lnTo>
                  <a:lnTo>
                    <a:pt x="6368" y="8987"/>
                  </a:lnTo>
                  <a:cubicBezTo>
                    <a:pt x="6361" y="8980"/>
                    <a:pt x="6354" y="8970"/>
                    <a:pt x="6347" y="8963"/>
                  </a:cubicBezTo>
                  <a:lnTo>
                    <a:pt x="6347" y="8956"/>
                  </a:lnTo>
                  <a:cubicBezTo>
                    <a:pt x="6333" y="8938"/>
                    <a:pt x="6319" y="8917"/>
                    <a:pt x="6312" y="8893"/>
                  </a:cubicBezTo>
                  <a:cubicBezTo>
                    <a:pt x="6295" y="8847"/>
                    <a:pt x="6225" y="8819"/>
                    <a:pt x="6148" y="8798"/>
                  </a:cubicBezTo>
                  <a:lnTo>
                    <a:pt x="6081" y="8781"/>
                  </a:lnTo>
                  <a:cubicBezTo>
                    <a:pt x="5969" y="8749"/>
                    <a:pt x="5850" y="8718"/>
                    <a:pt x="5808" y="8627"/>
                  </a:cubicBezTo>
                  <a:cubicBezTo>
                    <a:pt x="5752" y="8518"/>
                    <a:pt x="5808" y="8452"/>
                    <a:pt x="5847" y="8410"/>
                  </a:cubicBezTo>
                  <a:cubicBezTo>
                    <a:pt x="5882" y="8382"/>
                    <a:pt x="5899" y="8340"/>
                    <a:pt x="5903" y="8294"/>
                  </a:cubicBezTo>
                  <a:cubicBezTo>
                    <a:pt x="5899" y="8256"/>
                    <a:pt x="5917" y="8217"/>
                    <a:pt x="5945" y="8189"/>
                  </a:cubicBezTo>
                  <a:cubicBezTo>
                    <a:pt x="5966" y="8172"/>
                    <a:pt x="5990" y="8158"/>
                    <a:pt x="6015" y="8147"/>
                  </a:cubicBezTo>
                  <a:cubicBezTo>
                    <a:pt x="6064" y="8132"/>
                    <a:pt x="6114" y="8125"/>
                    <a:pt x="6165" y="8125"/>
                  </a:cubicBezTo>
                  <a:cubicBezTo>
                    <a:pt x="6176" y="8125"/>
                    <a:pt x="6186" y="8125"/>
                    <a:pt x="6197" y="8126"/>
                  </a:cubicBezTo>
                  <a:cubicBezTo>
                    <a:pt x="6228" y="8126"/>
                    <a:pt x="6260" y="8130"/>
                    <a:pt x="6291" y="8133"/>
                  </a:cubicBezTo>
                  <a:lnTo>
                    <a:pt x="6358" y="8133"/>
                  </a:lnTo>
                  <a:cubicBezTo>
                    <a:pt x="6389" y="7954"/>
                    <a:pt x="6407" y="7769"/>
                    <a:pt x="6407" y="7583"/>
                  </a:cubicBezTo>
                  <a:cubicBezTo>
                    <a:pt x="6407" y="7471"/>
                    <a:pt x="6473" y="7366"/>
                    <a:pt x="6529" y="7279"/>
                  </a:cubicBezTo>
                  <a:cubicBezTo>
                    <a:pt x="6564" y="7223"/>
                    <a:pt x="6613" y="7142"/>
                    <a:pt x="6596" y="7125"/>
                  </a:cubicBezTo>
                  <a:cubicBezTo>
                    <a:pt x="6564" y="7097"/>
                    <a:pt x="6547" y="7055"/>
                    <a:pt x="6554" y="7013"/>
                  </a:cubicBezTo>
                  <a:cubicBezTo>
                    <a:pt x="6564" y="6943"/>
                    <a:pt x="6634" y="6904"/>
                    <a:pt x="6715" y="6866"/>
                  </a:cubicBezTo>
                  <a:cubicBezTo>
                    <a:pt x="6760" y="6841"/>
                    <a:pt x="6802" y="6817"/>
                    <a:pt x="6841" y="6789"/>
                  </a:cubicBezTo>
                  <a:cubicBezTo>
                    <a:pt x="6886" y="6757"/>
                    <a:pt x="6893" y="6670"/>
                    <a:pt x="6900" y="6579"/>
                  </a:cubicBezTo>
                  <a:cubicBezTo>
                    <a:pt x="6907" y="6467"/>
                    <a:pt x="6918" y="6341"/>
                    <a:pt x="7002" y="6257"/>
                  </a:cubicBezTo>
                  <a:cubicBezTo>
                    <a:pt x="7058" y="6194"/>
                    <a:pt x="7103" y="6131"/>
                    <a:pt x="7145" y="6061"/>
                  </a:cubicBezTo>
                  <a:cubicBezTo>
                    <a:pt x="7226" y="5938"/>
                    <a:pt x="7292" y="5829"/>
                    <a:pt x="7387" y="5829"/>
                  </a:cubicBezTo>
                  <a:cubicBezTo>
                    <a:pt x="7450" y="5829"/>
                    <a:pt x="7558" y="5728"/>
                    <a:pt x="7558" y="5626"/>
                  </a:cubicBezTo>
                  <a:cubicBezTo>
                    <a:pt x="7558" y="5556"/>
                    <a:pt x="7597" y="5476"/>
                    <a:pt x="7646" y="5381"/>
                  </a:cubicBezTo>
                  <a:lnTo>
                    <a:pt x="7670" y="5332"/>
                  </a:lnTo>
                  <a:lnTo>
                    <a:pt x="7677" y="5318"/>
                  </a:lnTo>
                  <a:lnTo>
                    <a:pt x="7691" y="5287"/>
                  </a:lnTo>
                  <a:lnTo>
                    <a:pt x="7702" y="5266"/>
                  </a:lnTo>
                  <a:cubicBezTo>
                    <a:pt x="7705" y="5255"/>
                    <a:pt x="7709" y="5245"/>
                    <a:pt x="7713" y="5238"/>
                  </a:cubicBezTo>
                  <a:cubicBezTo>
                    <a:pt x="7720" y="5227"/>
                    <a:pt x="7720" y="5220"/>
                    <a:pt x="7723" y="5217"/>
                  </a:cubicBezTo>
                  <a:cubicBezTo>
                    <a:pt x="7727" y="5210"/>
                    <a:pt x="7730" y="5196"/>
                    <a:pt x="7734" y="5189"/>
                  </a:cubicBezTo>
                  <a:cubicBezTo>
                    <a:pt x="7737" y="5178"/>
                    <a:pt x="7737" y="5171"/>
                    <a:pt x="7741" y="5164"/>
                  </a:cubicBezTo>
                  <a:cubicBezTo>
                    <a:pt x="7741" y="5157"/>
                    <a:pt x="7748" y="5147"/>
                    <a:pt x="7748" y="5140"/>
                  </a:cubicBezTo>
                  <a:cubicBezTo>
                    <a:pt x="7751" y="5129"/>
                    <a:pt x="7751" y="5122"/>
                    <a:pt x="7755" y="5115"/>
                  </a:cubicBezTo>
                  <a:cubicBezTo>
                    <a:pt x="7755" y="5108"/>
                    <a:pt x="7758" y="5098"/>
                    <a:pt x="7758" y="5091"/>
                  </a:cubicBezTo>
                  <a:cubicBezTo>
                    <a:pt x="7762" y="5080"/>
                    <a:pt x="7758" y="5077"/>
                    <a:pt x="7762" y="5070"/>
                  </a:cubicBezTo>
                  <a:cubicBezTo>
                    <a:pt x="7765" y="5059"/>
                    <a:pt x="7762" y="5052"/>
                    <a:pt x="7765" y="5042"/>
                  </a:cubicBezTo>
                  <a:cubicBezTo>
                    <a:pt x="7765" y="5035"/>
                    <a:pt x="7765" y="5028"/>
                    <a:pt x="7765" y="5021"/>
                  </a:cubicBezTo>
                  <a:lnTo>
                    <a:pt x="7765" y="4996"/>
                  </a:lnTo>
                  <a:lnTo>
                    <a:pt x="7765" y="4986"/>
                  </a:lnTo>
                  <a:cubicBezTo>
                    <a:pt x="7762" y="4958"/>
                    <a:pt x="7755" y="4930"/>
                    <a:pt x="7751" y="4898"/>
                  </a:cubicBezTo>
                  <a:lnTo>
                    <a:pt x="7744" y="4863"/>
                  </a:lnTo>
                  <a:cubicBezTo>
                    <a:pt x="7716" y="4748"/>
                    <a:pt x="7705" y="4632"/>
                    <a:pt x="7702" y="4517"/>
                  </a:cubicBezTo>
                  <a:lnTo>
                    <a:pt x="7702" y="4499"/>
                  </a:lnTo>
                  <a:lnTo>
                    <a:pt x="7702" y="4475"/>
                  </a:lnTo>
                  <a:cubicBezTo>
                    <a:pt x="7702" y="4468"/>
                    <a:pt x="7705" y="4447"/>
                    <a:pt x="7709" y="4433"/>
                  </a:cubicBezTo>
                  <a:cubicBezTo>
                    <a:pt x="7720" y="4349"/>
                    <a:pt x="7755" y="4268"/>
                    <a:pt x="7807" y="4202"/>
                  </a:cubicBezTo>
                  <a:lnTo>
                    <a:pt x="7811" y="4195"/>
                  </a:lnTo>
                  <a:cubicBezTo>
                    <a:pt x="7891" y="4107"/>
                    <a:pt x="7954" y="4002"/>
                    <a:pt x="7993" y="3890"/>
                  </a:cubicBezTo>
                  <a:cubicBezTo>
                    <a:pt x="8003" y="3848"/>
                    <a:pt x="8007" y="3806"/>
                    <a:pt x="8007" y="3767"/>
                  </a:cubicBezTo>
                  <a:cubicBezTo>
                    <a:pt x="8007" y="3746"/>
                    <a:pt x="8003" y="3729"/>
                    <a:pt x="8000" y="3711"/>
                  </a:cubicBezTo>
                  <a:cubicBezTo>
                    <a:pt x="7968" y="3550"/>
                    <a:pt x="8105" y="3477"/>
                    <a:pt x="8206" y="3421"/>
                  </a:cubicBezTo>
                  <a:cubicBezTo>
                    <a:pt x="8248" y="3403"/>
                    <a:pt x="8287" y="3379"/>
                    <a:pt x="8322" y="3347"/>
                  </a:cubicBezTo>
                  <a:cubicBezTo>
                    <a:pt x="8329" y="3344"/>
                    <a:pt x="8332" y="3337"/>
                    <a:pt x="8339" y="3333"/>
                  </a:cubicBezTo>
                  <a:lnTo>
                    <a:pt x="8343" y="3330"/>
                  </a:lnTo>
                  <a:lnTo>
                    <a:pt x="8350" y="3326"/>
                  </a:lnTo>
                  <a:lnTo>
                    <a:pt x="8367" y="3312"/>
                  </a:lnTo>
                  <a:lnTo>
                    <a:pt x="8395" y="3291"/>
                  </a:lnTo>
                  <a:lnTo>
                    <a:pt x="8427" y="3270"/>
                  </a:lnTo>
                  <a:lnTo>
                    <a:pt x="8469" y="3242"/>
                  </a:lnTo>
                  <a:lnTo>
                    <a:pt x="8483" y="3232"/>
                  </a:lnTo>
                  <a:lnTo>
                    <a:pt x="8514" y="3211"/>
                  </a:lnTo>
                  <a:lnTo>
                    <a:pt x="8532" y="3197"/>
                  </a:lnTo>
                  <a:lnTo>
                    <a:pt x="8567" y="3172"/>
                  </a:lnTo>
                  <a:lnTo>
                    <a:pt x="8584" y="3155"/>
                  </a:lnTo>
                  <a:lnTo>
                    <a:pt x="8616" y="3130"/>
                  </a:lnTo>
                  <a:lnTo>
                    <a:pt x="8637" y="3109"/>
                  </a:lnTo>
                  <a:lnTo>
                    <a:pt x="8668" y="3081"/>
                  </a:lnTo>
                  <a:lnTo>
                    <a:pt x="8693" y="3057"/>
                  </a:lnTo>
                  <a:cubicBezTo>
                    <a:pt x="8703" y="3046"/>
                    <a:pt x="8710" y="3036"/>
                    <a:pt x="8721" y="3025"/>
                  </a:cubicBezTo>
                  <a:lnTo>
                    <a:pt x="8745" y="2997"/>
                  </a:lnTo>
                  <a:cubicBezTo>
                    <a:pt x="8756" y="2987"/>
                    <a:pt x="8763" y="2973"/>
                    <a:pt x="8773" y="2962"/>
                  </a:cubicBezTo>
                  <a:lnTo>
                    <a:pt x="8798" y="2931"/>
                  </a:lnTo>
                  <a:lnTo>
                    <a:pt x="8812" y="2910"/>
                  </a:lnTo>
                  <a:cubicBezTo>
                    <a:pt x="8703" y="2784"/>
                    <a:pt x="8591" y="2682"/>
                    <a:pt x="8525" y="2654"/>
                  </a:cubicBezTo>
                  <a:cubicBezTo>
                    <a:pt x="8308" y="2553"/>
                    <a:pt x="8164" y="2192"/>
                    <a:pt x="8164" y="1737"/>
                  </a:cubicBezTo>
                  <a:cubicBezTo>
                    <a:pt x="8161" y="1488"/>
                    <a:pt x="8129" y="1240"/>
                    <a:pt x="8073" y="998"/>
                  </a:cubicBezTo>
                  <a:cubicBezTo>
                    <a:pt x="8059" y="932"/>
                    <a:pt x="8049" y="879"/>
                    <a:pt x="8042" y="837"/>
                  </a:cubicBezTo>
                  <a:cubicBezTo>
                    <a:pt x="8028" y="725"/>
                    <a:pt x="7832" y="449"/>
                    <a:pt x="7600" y="323"/>
                  </a:cubicBezTo>
                  <a:cubicBezTo>
                    <a:pt x="7464" y="253"/>
                    <a:pt x="7359" y="137"/>
                    <a:pt x="7299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21" name="Google Shape;4879;p80">
              <a:extLst>
                <a:ext uri="{FF2B5EF4-FFF2-40B4-BE49-F238E27FC236}">
                  <a16:creationId xmlns:a16="http://schemas.microsoft.com/office/drawing/2014/main" id="{C245DD31-8349-46A0-DD8A-E9613A02756F}"/>
                </a:ext>
              </a:extLst>
            </p:cNvPr>
            <p:cNvSpPr/>
            <p:nvPr/>
          </p:nvSpPr>
          <p:spPr>
            <a:xfrm>
              <a:off x="2215129" y="1960186"/>
              <a:ext cx="5295" cy="7196"/>
            </a:xfrm>
            <a:custGeom>
              <a:avLst/>
              <a:gdLst/>
              <a:ahLst/>
              <a:cxnLst/>
              <a:rect l="l" t="t" r="r" b="b"/>
              <a:pathLst>
                <a:path w="390" h="530" extrusionOk="0">
                  <a:moveTo>
                    <a:pt x="1" y="1"/>
                  </a:moveTo>
                  <a:lnTo>
                    <a:pt x="1" y="1"/>
                  </a:lnTo>
                  <a:cubicBezTo>
                    <a:pt x="22" y="27"/>
                    <a:pt x="49" y="59"/>
                    <a:pt x="77" y="94"/>
                  </a:cubicBezTo>
                  <a:lnTo>
                    <a:pt x="77" y="94"/>
                  </a:lnTo>
                  <a:lnTo>
                    <a:pt x="74" y="88"/>
                  </a:lnTo>
                  <a:lnTo>
                    <a:pt x="1" y="1"/>
                  </a:lnTo>
                  <a:close/>
                  <a:moveTo>
                    <a:pt x="77" y="94"/>
                  </a:moveTo>
                  <a:lnTo>
                    <a:pt x="81" y="102"/>
                  </a:lnTo>
                  <a:cubicBezTo>
                    <a:pt x="200" y="246"/>
                    <a:pt x="361" y="452"/>
                    <a:pt x="389" y="529"/>
                  </a:cubicBezTo>
                  <a:cubicBezTo>
                    <a:pt x="364" y="453"/>
                    <a:pt x="199" y="244"/>
                    <a:pt x="77" y="94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22" name="Google Shape;4880;p80">
              <a:extLst>
                <a:ext uri="{FF2B5EF4-FFF2-40B4-BE49-F238E27FC236}">
                  <a16:creationId xmlns:a16="http://schemas.microsoft.com/office/drawing/2014/main" id="{D8D96E97-D9FB-B3F6-72CF-09E5EC8CE30B}"/>
                </a:ext>
              </a:extLst>
            </p:cNvPr>
            <p:cNvSpPr/>
            <p:nvPr/>
          </p:nvSpPr>
          <p:spPr>
            <a:xfrm>
              <a:off x="2245217" y="1998977"/>
              <a:ext cx="394" cy="625"/>
            </a:xfrm>
            <a:custGeom>
              <a:avLst/>
              <a:gdLst/>
              <a:ahLst/>
              <a:cxnLst/>
              <a:rect l="l" t="t" r="r" b="b"/>
              <a:pathLst>
                <a:path w="29" h="46" extrusionOk="0">
                  <a:moveTo>
                    <a:pt x="29" y="46"/>
                  </a:moveTo>
                  <a:lnTo>
                    <a:pt x="15" y="4"/>
                  </a:lnTo>
                  <a:lnTo>
                    <a:pt x="1" y="0"/>
                  </a:lnTo>
                  <a:lnTo>
                    <a:pt x="15" y="4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23" name="Google Shape;4881;p80">
              <a:extLst>
                <a:ext uri="{FF2B5EF4-FFF2-40B4-BE49-F238E27FC236}">
                  <a16:creationId xmlns:a16="http://schemas.microsoft.com/office/drawing/2014/main" id="{227A1FA5-F7AC-B594-1883-3857741FC649}"/>
                </a:ext>
              </a:extLst>
            </p:cNvPr>
            <p:cNvSpPr/>
            <p:nvPr/>
          </p:nvSpPr>
          <p:spPr>
            <a:xfrm>
              <a:off x="2212183" y="1952922"/>
              <a:ext cx="68" cy="149"/>
            </a:xfrm>
            <a:custGeom>
              <a:avLst/>
              <a:gdLst/>
              <a:ahLst/>
              <a:cxnLst/>
              <a:rect l="l" t="t" r="r" b="b"/>
              <a:pathLst>
                <a:path w="5" h="11" extrusionOk="0">
                  <a:moveTo>
                    <a:pt x="1" y="0"/>
                  </a:moveTo>
                  <a:cubicBezTo>
                    <a:pt x="1" y="4"/>
                    <a:pt x="1" y="7"/>
                    <a:pt x="4" y="11"/>
                  </a:cubicBezTo>
                  <a:cubicBezTo>
                    <a:pt x="4" y="7"/>
                    <a:pt x="4" y="4"/>
                    <a:pt x="1" y="0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24" name="Google Shape;4882;p80">
              <a:extLst>
                <a:ext uri="{FF2B5EF4-FFF2-40B4-BE49-F238E27FC236}">
                  <a16:creationId xmlns:a16="http://schemas.microsoft.com/office/drawing/2014/main" id="{12FFF108-65F9-67FD-DEE4-D356A8BEDF39}"/>
                </a:ext>
              </a:extLst>
            </p:cNvPr>
            <p:cNvSpPr/>
            <p:nvPr/>
          </p:nvSpPr>
          <p:spPr>
            <a:xfrm>
              <a:off x="2214994" y="1959385"/>
              <a:ext cx="244" cy="720"/>
            </a:xfrm>
            <a:custGeom>
              <a:avLst/>
              <a:gdLst/>
              <a:ahLst/>
              <a:cxnLst/>
              <a:rect l="l" t="t" r="r" b="b"/>
              <a:pathLst>
                <a:path w="18" h="53" extrusionOk="0">
                  <a:moveTo>
                    <a:pt x="0" y="53"/>
                  </a:moveTo>
                  <a:lnTo>
                    <a:pt x="18" y="0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25" name="Google Shape;4883;p80">
              <a:extLst>
                <a:ext uri="{FF2B5EF4-FFF2-40B4-BE49-F238E27FC236}">
                  <a16:creationId xmlns:a16="http://schemas.microsoft.com/office/drawing/2014/main" id="{1690A969-3911-A40D-75A6-5D564CC61E35}"/>
                </a:ext>
              </a:extLst>
            </p:cNvPr>
            <p:cNvSpPr/>
            <p:nvPr/>
          </p:nvSpPr>
          <p:spPr>
            <a:xfrm>
              <a:off x="2208761" y="1945210"/>
              <a:ext cx="14" cy="258"/>
            </a:xfrm>
            <a:custGeom>
              <a:avLst/>
              <a:gdLst/>
              <a:ahLst/>
              <a:cxnLst/>
              <a:rect l="l" t="t" r="r" b="b"/>
              <a:pathLst>
                <a:path w="1" h="19" extrusionOk="0">
                  <a:moveTo>
                    <a:pt x="1" y="18"/>
                  </a:moveTo>
                  <a:cubicBezTo>
                    <a:pt x="1" y="11"/>
                    <a:pt x="1" y="8"/>
                    <a:pt x="1" y="1"/>
                  </a:cubicBezTo>
                  <a:cubicBezTo>
                    <a:pt x="1" y="8"/>
                    <a:pt x="1" y="11"/>
                    <a:pt x="1" y="18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26" name="Google Shape;4884;p80">
              <a:extLst>
                <a:ext uri="{FF2B5EF4-FFF2-40B4-BE49-F238E27FC236}">
                  <a16:creationId xmlns:a16="http://schemas.microsoft.com/office/drawing/2014/main" id="{FC59CCC5-F8BA-067A-0C1C-0B86C34C82B0}"/>
                </a:ext>
              </a:extLst>
            </p:cNvPr>
            <p:cNvSpPr/>
            <p:nvPr/>
          </p:nvSpPr>
          <p:spPr>
            <a:xfrm>
              <a:off x="2212563" y="1953872"/>
              <a:ext cx="964" cy="1195"/>
            </a:xfrm>
            <a:custGeom>
              <a:avLst/>
              <a:gdLst/>
              <a:ahLst/>
              <a:cxnLst/>
              <a:rect l="l" t="t" r="r" b="b"/>
              <a:pathLst>
                <a:path w="71" h="88" extrusionOk="0">
                  <a:moveTo>
                    <a:pt x="71" y="88"/>
                  </a:moveTo>
                  <a:cubicBezTo>
                    <a:pt x="43" y="60"/>
                    <a:pt x="18" y="32"/>
                    <a:pt x="1" y="0"/>
                  </a:cubicBezTo>
                  <a:cubicBezTo>
                    <a:pt x="18" y="32"/>
                    <a:pt x="43" y="60"/>
                    <a:pt x="71" y="88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27" name="Google Shape;4885;p80">
              <a:extLst>
                <a:ext uri="{FF2B5EF4-FFF2-40B4-BE49-F238E27FC236}">
                  <a16:creationId xmlns:a16="http://schemas.microsoft.com/office/drawing/2014/main" id="{52BDE92F-CD41-F56B-C5DC-8D9E1D810BD1}"/>
                </a:ext>
              </a:extLst>
            </p:cNvPr>
            <p:cNvSpPr/>
            <p:nvPr/>
          </p:nvSpPr>
          <p:spPr>
            <a:xfrm>
              <a:off x="2215279" y="1956343"/>
              <a:ext cx="54" cy="14"/>
            </a:xfrm>
            <a:custGeom>
              <a:avLst/>
              <a:gdLst/>
              <a:ahLst/>
              <a:cxnLst/>
              <a:rect l="l" t="t" r="r" b="b"/>
              <a:pathLst>
                <a:path w="4" h="1" extrusionOk="0">
                  <a:moveTo>
                    <a:pt x="4" y="0"/>
                  </a:moveTo>
                  <a:lnTo>
                    <a:pt x="4" y="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28" name="Google Shape;4886;p80">
              <a:extLst>
                <a:ext uri="{FF2B5EF4-FFF2-40B4-BE49-F238E27FC236}">
                  <a16:creationId xmlns:a16="http://schemas.microsoft.com/office/drawing/2014/main" id="{E3C6E7DA-99F4-5802-0762-F6FDF154EAE7}"/>
                </a:ext>
              </a:extLst>
            </p:cNvPr>
            <p:cNvSpPr/>
            <p:nvPr/>
          </p:nvSpPr>
          <p:spPr>
            <a:xfrm>
              <a:off x="2212427" y="1953533"/>
              <a:ext cx="109" cy="299"/>
            </a:xfrm>
            <a:custGeom>
              <a:avLst/>
              <a:gdLst/>
              <a:ahLst/>
              <a:cxnLst/>
              <a:rect l="l" t="t" r="r" b="b"/>
              <a:pathLst>
                <a:path w="8" h="22" extrusionOk="0">
                  <a:moveTo>
                    <a:pt x="0" y="1"/>
                  </a:moveTo>
                  <a:cubicBezTo>
                    <a:pt x="4" y="8"/>
                    <a:pt x="4" y="15"/>
                    <a:pt x="7" y="22"/>
                  </a:cubicBezTo>
                  <a:cubicBezTo>
                    <a:pt x="4" y="15"/>
                    <a:pt x="4" y="8"/>
                    <a:pt x="0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29" name="Google Shape;4887;p80">
              <a:extLst>
                <a:ext uri="{FF2B5EF4-FFF2-40B4-BE49-F238E27FC236}">
                  <a16:creationId xmlns:a16="http://schemas.microsoft.com/office/drawing/2014/main" id="{24EFB549-7E97-3014-EC17-FB43C2625132}"/>
                </a:ext>
              </a:extLst>
            </p:cNvPr>
            <p:cNvSpPr/>
            <p:nvPr/>
          </p:nvSpPr>
          <p:spPr>
            <a:xfrm>
              <a:off x="2212278" y="1953248"/>
              <a:ext cx="109" cy="258"/>
            </a:xfrm>
            <a:custGeom>
              <a:avLst/>
              <a:gdLst/>
              <a:ahLst/>
              <a:cxnLst/>
              <a:rect l="l" t="t" r="r" b="b"/>
              <a:pathLst>
                <a:path w="8" h="19" extrusionOk="0">
                  <a:moveTo>
                    <a:pt x="1" y="1"/>
                  </a:moveTo>
                  <a:cubicBezTo>
                    <a:pt x="1" y="4"/>
                    <a:pt x="4" y="11"/>
                    <a:pt x="8" y="18"/>
                  </a:cubicBezTo>
                  <a:cubicBezTo>
                    <a:pt x="4" y="11"/>
                    <a:pt x="4" y="4"/>
                    <a:pt x="1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30" name="Google Shape;4888;p80">
              <a:extLst>
                <a:ext uri="{FF2B5EF4-FFF2-40B4-BE49-F238E27FC236}">
                  <a16:creationId xmlns:a16="http://schemas.microsoft.com/office/drawing/2014/main" id="{0542C039-DD7C-9E60-5831-E4AB58681C28}"/>
                </a:ext>
              </a:extLst>
            </p:cNvPr>
            <p:cNvSpPr/>
            <p:nvPr/>
          </p:nvSpPr>
          <p:spPr>
            <a:xfrm>
              <a:off x="2216080" y="1961421"/>
              <a:ext cx="163" cy="163"/>
            </a:xfrm>
            <a:custGeom>
              <a:avLst/>
              <a:gdLst/>
              <a:ahLst/>
              <a:cxnLst/>
              <a:rect l="l" t="t" r="r" b="b"/>
              <a:pathLst>
                <a:path w="12" h="12" extrusionOk="0">
                  <a:moveTo>
                    <a:pt x="11" y="11"/>
                  </a:moveTo>
                  <a:lnTo>
                    <a:pt x="1" y="1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31" name="Google Shape;4889;p80">
              <a:extLst>
                <a:ext uri="{FF2B5EF4-FFF2-40B4-BE49-F238E27FC236}">
                  <a16:creationId xmlns:a16="http://schemas.microsoft.com/office/drawing/2014/main" id="{D960F158-F67C-6878-B667-0D6765A969DC}"/>
                </a:ext>
              </a:extLst>
            </p:cNvPr>
            <p:cNvSpPr/>
            <p:nvPr/>
          </p:nvSpPr>
          <p:spPr>
            <a:xfrm>
              <a:off x="2307348" y="1867601"/>
              <a:ext cx="394" cy="489"/>
            </a:xfrm>
            <a:custGeom>
              <a:avLst/>
              <a:gdLst/>
              <a:ahLst/>
              <a:cxnLst/>
              <a:rect l="l" t="t" r="r" b="b"/>
              <a:pathLst>
                <a:path w="29" h="36" extrusionOk="0">
                  <a:moveTo>
                    <a:pt x="0" y="35"/>
                  </a:moveTo>
                  <a:lnTo>
                    <a:pt x="28" y="0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32" name="Google Shape;4890;p80">
              <a:extLst>
                <a:ext uri="{FF2B5EF4-FFF2-40B4-BE49-F238E27FC236}">
                  <a16:creationId xmlns:a16="http://schemas.microsoft.com/office/drawing/2014/main" id="{2BFE4EE0-DA93-291E-8BAD-9BE54BC3DBD9}"/>
                </a:ext>
              </a:extLst>
            </p:cNvPr>
            <p:cNvSpPr/>
            <p:nvPr/>
          </p:nvSpPr>
          <p:spPr>
            <a:xfrm>
              <a:off x="2305583" y="1869312"/>
              <a:ext cx="353" cy="109"/>
            </a:xfrm>
            <a:custGeom>
              <a:avLst/>
              <a:gdLst/>
              <a:ahLst/>
              <a:cxnLst/>
              <a:rect l="l" t="t" r="r" b="b"/>
              <a:pathLst>
                <a:path w="26" h="8" extrusionOk="0">
                  <a:moveTo>
                    <a:pt x="1" y="7"/>
                  </a:moveTo>
                  <a:cubicBezTo>
                    <a:pt x="11" y="4"/>
                    <a:pt x="18" y="4"/>
                    <a:pt x="25" y="0"/>
                  </a:cubicBezTo>
                  <a:cubicBezTo>
                    <a:pt x="18" y="4"/>
                    <a:pt x="11" y="4"/>
                    <a:pt x="1" y="7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33" name="Google Shape;4891;p80">
              <a:extLst>
                <a:ext uri="{FF2B5EF4-FFF2-40B4-BE49-F238E27FC236}">
                  <a16:creationId xmlns:a16="http://schemas.microsoft.com/office/drawing/2014/main" id="{CFE79F5B-ED4D-E9C1-CFBA-8494EA8A54A7}"/>
                </a:ext>
              </a:extLst>
            </p:cNvPr>
            <p:cNvSpPr/>
            <p:nvPr/>
          </p:nvSpPr>
          <p:spPr>
            <a:xfrm>
              <a:off x="2306302" y="1868932"/>
              <a:ext cx="299" cy="204"/>
            </a:xfrm>
            <a:custGeom>
              <a:avLst/>
              <a:gdLst/>
              <a:ahLst/>
              <a:cxnLst/>
              <a:rect l="l" t="t" r="r" b="b"/>
              <a:pathLst>
                <a:path w="22" h="15" extrusionOk="0">
                  <a:moveTo>
                    <a:pt x="0" y="14"/>
                  </a:moveTo>
                  <a:cubicBezTo>
                    <a:pt x="7" y="11"/>
                    <a:pt x="14" y="4"/>
                    <a:pt x="21" y="0"/>
                  </a:cubicBezTo>
                  <a:cubicBezTo>
                    <a:pt x="14" y="4"/>
                    <a:pt x="7" y="11"/>
                    <a:pt x="0" y="14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34" name="Google Shape;4892;p80">
              <a:extLst>
                <a:ext uri="{FF2B5EF4-FFF2-40B4-BE49-F238E27FC236}">
                  <a16:creationId xmlns:a16="http://schemas.microsoft.com/office/drawing/2014/main" id="{5F59E7C2-79D4-E482-5695-52878A682FCC}"/>
                </a:ext>
              </a:extLst>
            </p:cNvPr>
            <p:cNvSpPr/>
            <p:nvPr/>
          </p:nvSpPr>
          <p:spPr>
            <a:xfrm>
              <a:off x="2305963" y="1869162"/>
              <a:ext cx="353" cy="163"/>
            </a:xfrm>
            <a:custGeom>
              <a:avLst/>
              <a:gdLst/>
              <a:ahLst/>
              <a:cxnLst/>
              <a:rect l="l" t="t" r="r" b="b"/>
              <a:pathLst>
                <a:path w="26" h="12" extrusionOk="0">
                  <a:moveTo>
                    <a:pt x="1" y="11"/>
                  </a:moveTo>
                  <a:cubicBezTo>
                    <a:pt x="11" y="8"/>
                    <a:pt x="18" y="4"/>
                    <a:pt x="25" y="1"/>
                  </a:cubicBezTo>
                  <a:cubicBezTo>
                    <a:pt x="18" y="4"/>
                    <a:pt x="11" y="8"/>
                    <a:pt x="1" y="1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35" name="Google Shape;4893;p80">
              <a:extLst>
                <a:ext uri="{FF2B5EF4-FFF2-40B4-BE49-F238E27FC236}">
                  <a16:creationId xmlns:a16="http://schemas.microsoft.com/office/drawing/2014/main" id="{A9CDCF13-F641-AEE6-24D6-4E9483E8B8DD}"/>
                </a:ext>
              </a:extLst>
            </p:cNvPr>
            <p:cNvSpPr/>
            <p:nvPr/>
          </p:nvSpPr>
          <p:spPr>
            <a:xfrm>
              <a:off x="2306628" y="1868646"/>
              <a:ext cx="299" cy="299"/>
            </a:xfrm>
            <a:custGeom>
              <a:avLst/>
              <a:gdLst/>
              <a:ahLst/>
              <a:cxnLst/>
              <a:rect l="l" t="t" r="r" b="b"/>
              <a:pathLst>
                <a:path w="22" h="22" extrusionOk="0">
                  <a:moveTo>
                    <a:pt x="22" y="0"/>
                  </a:moveTo>
                  <a:cubicBezTo>
                    <a:pt x="15" y="7"/>
                    <a:pt x="8" y="14"/>
                    <a:pt x="1" y="21"/>
                  </a:cubicBezTo>
                  <a:cubicBezTo>
                    <a:pt x="8" y="14"/>
                    <a:pt x="15" y="7"/>
                    <a:pt x="22" y="0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36" name="Google Shape;4894;p80">
              <a:extLst>
                <a:ext uri="{FF2B5EF4-FFF2-40B4-BE49-F238E27FC236}">
                  <a16:creationId xmlns:a16="http://schemas.microsoft.com/office/drawing/2014/main" id="{1D4AF279-8775-799E-8764-50D7A98BD767}"/>
                </a:ext>
              </a:extLst>
            </p:cNvPr>
            <p:cNvSpPr/>
            <p:nvPr/>
          </p:nvSpPr>
          <p:spPr>
            <a:xfrm>
              <a:off x="2306968" y="1868171"/>
              <a:ext cx="339" cy="394"/>
            </a:xfrm>
            <a:custGeom>
              <a:avLst/>
              <a:gdLst/>
              <a:ahLst/>
              <a:cxnLst/>
              <a:rect l="l" t="t" r="r" b="b"/>
              <a:pathLst>
                <a:path w="25" h="29" extrusionOk="0">
                  <a:moveTo>
                    <a:pt x="25" y="0"/>
                  </a:moveTo>
                  <a:lnTo>
                    <a:pt x="25" y="0"/>
                  </a:lnTo>
                  <a:cubicBezTo>
                    <a:pt x="18" y="11"/>
                    <a:pt x="7" y="18"/>
                    <a:pt x="0" y="28"/>
                  </a:cubicBezTo>
                  <a:cubicBezTo>
                    <a:pt x="11" y="21"/>
                    <a:pt x="18" y="11"/>
                    <a:pt x="25" y="0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37" name="Google Shape;4895;p80">
              <a:extLst>
                <a:ext uri="{FF2B5EF4-FFF2-40B4-BE49-F238E27FC236}">
                  <a16:creationId xmlns:a16="http://schemas.microsoft.com/office/drawing/2014/main" id="{C5D96456-8447-2FDD-5365-56EFC8E6C027}"/>
                </a:ext>
              </a:extLst>
            </p:cNvPr>
            <p:cNvSpPr/>
            <p:nvPr/>
          </p:nvSpPr>
          <p:spPr>
            <a:xfrm>
              <a:off x="2305162" y="1869407"/>
              <a:ext cx="394" cy="54"/>
            </a:xfrm>
            <a:custGeom>
              <a:avLst/>
              <a:gdLst/>
              <a:ahLst/>
              <a:cxnLst/>
              <a:rect l="l" t="t" r="r" b="b"/>
              <a:pathLst>
                <a:path w="29" h="4" extrusionOk="0">
                  <a:moveTo>
                    <a:pt x="0" y="4"/>
                  </a:moveTo>
                  <a:cubicBezTo>
                    <a:pt x="7" y="4"/>
                    <a:pt x="18" y="0"/>
                    <a:pt x="28" y="0"/>
                  </a:cubicBezTo>
                  <a:cubicBezTo>
                    <a:pt x="18" y="0"/>
                    <a:pt x="7" y="4"/>
                    <a:pt x="0" y="4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38" name="Google Shape;4896;p80">
              <a:extLst>
                <a:ext uri="{FF2B5EF4-FFF2-40B4-BE49-F238E27FC236}">
                  <a16:creationId xmlns:a16="http://schemas.microsoft.com/office/drawing/2014/main" id="{93B0A6B8-7C10-EB90-2019-FB8CA1630AB5}"/>
                </a:ext>
              </a:extLst>
            </p:cNvPr>
            <p:cNvSpPr/>
            <p:nvPr/>
          </p:nvSpPr>
          <p:spPr>
            <a:xfrm>
              <a:off x="2305067" y="1869447"/>
              <a:ext cx="14" cy="14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0" y="1"/>
                  </a:move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39" name="Google Shape;4897;p80">
              <a:extLst>
                <a:ext uri="{FF2B5EF4-FFF2-40B4-BE49-F238E27FC236}">
                  <a16:creationId xmlns:a16="http://schemas.microsoft.com/office/drawing/2014/main" id="{F3C53842-031C-945B-24E3-D94706FD409A}"/>
                </a:ext>
              </a:extLst>
            </p:cNvPr>
            <p:cNvSpPr/>
            <p:nvPr/>
          </p:nvSpPr>
          <p:spPr>
            <a:xfrm>
              <a:off x="2353593" y="1948930"/>
              <a:ext cx="11799" cy="11704"/>
            </a:xfrm>
            <a:custGeom>
              <a:avLst/>
              <a:gdLst/>
              <a:ahLst/>
              <a:cxnLst/>
              <a:rect l="l" t="t" r="r" b="b"/>
              <a:pathLst>
                <a:path w="869" h="862" extrusionOk="0">
                  <a:moveTo>
                    <a:pt x="711" y="0"/>
                  </a:moveTo>
                  <a:lnTo>
                    <a:pt x="669" y="25"/>
                  </a:lnTo>
                  <a:lnTo>
                    <a:pt x="662" y="28"/>
                  </a:lnTo>
                  <a:lnTo>
                    <a:pt x="652" y="35"/>
                  </a:lnTo>
                  <a:lnTo>
                    <a:pt x="648" y="39"/>
                  </a:lnTo>
                  <a:lnTo>
                    <a:pt x="641" y="46"/>
                  </a:lnTo>
                  <a:lnTo>
                    <a:pt x="638" y="49"/>
                  </a:lnTo>
                  <a:lnTo>
                    <a:pt x="631" y="53"/>
                  </a:lnTo>
                  <a:lnTo>
                    <a:pt x="627" y="53"/>
                  </a:lnTo>
                  <a:lnTo>
                    <a:pt x="624" y="56"/>
                  </a:lnTo>
                  <a:cubicBezTo>
                    <a:pt x="617" y="63"/>
                    <a:pt x="610" y="70"/>
                    <a:pt x="603" y="77"/>
                  </a:cubicBezTo>
                  <a:lnTo>
                    <a:pt x="599" y="81"/>
                  </a:lnTo>
                  <a:cubicBezTo>
                    <a:pt x="592" y="88"/>
                    <a:pt x="585" y="95"/>
                    <a:pt x="575" y="98"/>
                  </a:cubicBezTo>
                  <a:lnTo>
                    <a:pt x="571" y="98"/>
                  </a:lnTo>
                  <a:cubicBezTo>
                    <a:pt x="561" y="102"/>
                    <a:pt x="554" y="105"/>
                    <a:pt x="547" y="105"/>
                  </a:cubicBezTo>
                  <a:lnTo>
                    <a:pt x="543" y="105"/>
                  </a:lnTo>
                  <a:cubicBezTo>
                    <a:pt x="533" y="109"/>
                    <a:pt x="522" y="112"/>
                    <a:pt x="512" y="112"/>
                  </a:cubicBezTo>
                  <a:lnTo>
                    <a:pt x="477" y="112"/>
                  </a:lnTo>
                  <a:cubicBezTo>
                    <a:pt x="459" y="112"/>
                    <a:pt x="442" y="112"/>
                    <a:pt x="421" y="109"/>
                  </a:cubicBezTo>
                  <a:lnTo>
                    <a:pt x="407" y="109"/>
                  </a:lnTo>
                  <a:lnTo>
                    <a:pt x="354" y="102"/>
                  </a:lnTo>
                  <a:lnTo>
                    <a:pt x="347" y="102"/>
                  </a:lnTo>
                  <a:cubicBezTo>
                    <a:pt x="326" y="147"/>
                    <a:pt x="302" y="189"/>
                    <a:pt x="270" y="235"/>
                  </a:cubicBezTo>
                  <a:cubicBezTo>
                    <a:pt x="249" y="266"/>
                    <a:pt x="225" y="298"/>
                    <a:pt x="207" y="329"/>
                  </a:cubicBezTo>
                  <a:lnTo>
                    <a:pt x="200" y="333"/>
                  </a:lnTo>
                  <a:cubicBezTo>
                    <a:pt x="179" y="364"/>
                    <a:pt x="158" y="392"/>
                    <a:pt x="137" y="420"/>
                  </a:cubicBezTo>
                  <a:lnTo>
                    <a:pt x="130" y="431"/>
                  </a:lnTo>
                  <a:cubicBezTo>
                    <a:pt x="120" y="445"/>
                    <a:pt x="109" y="455"/>
                    <a:pt x="99" y="469"/>
                  </a:cubicBezTo>
                  <a:cubicBezTo>
                    <a:pt x="1" y="578"/>
                    <a:pt x="64" y="805"/>
                    <a:pt x="88" y="854"/>
                  </a:cubicBezTo>
                  <a:cubicBezTo>
                    <a:pt x="94" y="859"/>
                    <a:pt x="110" y="862"/>
                    <a:pt x="133" y="862"/>
                  </a:cubicBezTo>
                  <a:cubicBezTo>
                    <a:pt x="177" y="862"/>
                    <a:pt x="246" y="850"/>
                    <a:pt x="302" y="812"/>
                  </a:cubicBezTo>
                  <a:cubicBezTo>
                    <a:pt x="309" y="805"/>
                    <a:pt x="316" y="802"/>
                    <a:pt x="323" y="798"/>
                  </a:cubicBezTo>
                  <a:lnTo>
                    <a:pt x="330" y="795"/>
                  </a:lnTo>
                  <a:lnTo>
                    <a:pt x="344" y="788"/>
                  </a:lnTo>
                  <a:lnTo>
                    <a:pt x="354" y="784"/>
                  </a:lnTo>
                  <a:lnTo>
                    <a:pt x="365" y="781"/>
                  </a:lnTo>
                  <a:lnTo>
                    <a:pt x="375" y="781"/>
                  </a:lnTo>
                  <a:lnTo>
                    <a:pt x="389" y="777"/>
                  </a:lnTo>
                  <a:lnTo>
                    <a:pt x="438" y="777"/>
                  </a:lnTo>
                  <a:lnTo>
                    <a:pt x="452" y="781"/>
                  </a:lnTo>
                  <a:lnTo>
                    <a:pt x="459" y="781"/>
                  </a:lnTo>
                  <a:lnTo>
                    <a:pt x="473" y="788"/>
                  </a:lnTo>
                  <a:lnTo>
                    <a:pt x="480" y="788"/>
                  </a:lnTo>
                  <a:lnTo>
                    <a:pt x="494" y="795"/>
                  </a:lnTo>
                  <a:lnTo>
                    <a:pt x="498" y="798"/>
                  </a:lnTo>
                  <a:cubicBezTo>
                    <a:pt x="512" y="805"/>
                    <a:pt x="522" y="812"/>
                    <a:pt x="536" y="819"/>
                  </a:cubicBezTo>
                  <a:lnTo>
                    <a:pt x="540" y="823"/>
                  </a:lnTo>
                  <a:lnTo>
                    <a:pt x="554" y="833"/>
                  </a:lnTo>
                  <a:lnTo>
                    <a:pt x="561" y="837"/>
                  </a:lnTo>
                  <a:lnTo>
                    <a:pt x="575" y="851"/>
                  </a:lnTo>
                  <a:lnTo>
                    <a:pt x="582" y="854"/>
                  </a:lnTo>
                  <a:cubicBezTo>
                    <a:pt x="627" y="802"/>
                    <a:pt x="669" y="749"/>
                    <a:pt x="711" y="704"/>
                  </a:cubicBezTo>
                  <a:cubicBezTo>
                    <a:pt x="669" y="686"/>
                    <a:pt x="631" y="676"/>
                    <a:pt x="596" y="662"/>
                  </a:cubicBezTo>
                  <a:cubicBezTo>
                    <a:pt x="554" y="651"/>
                    <a:pt x="515" y="634"/>
                    <a:pt x="480" y="606"/>
                  </a:cubicBezTo>
                  <a:cubicBezTo>
                    <a:pt x="452" y="578"/>
                    <a:pt x="445" y="539"/>
                    <a:pt x="456" y="504"/>
                  </a:cubicBezTo>
                  <a:cubicBezTo>
                    <a:pt x="487" y="399"/>
                    <a:pt x="687" y="273"/>
                    <a:pt x="827" y="242"/>
                  </a:cubicBezTo>
                  <a:cubicBezTo>
                    <a:pt x="858" y="235"/>
                    <a:pt x="858" y="224"/>
                    <a:pt x="862" y="221"/>
                  </a:cubicBezTo>
                  <a:cubicBezTo>
                    <a:pt x="869" y="193"/>
                    <a:pt x="834" y="109"/>
                    <a:pt x="750" y="32"/>
                  </a:cubicBezTo>
                  <a:lnTo>
                    <a:pt x="711" y="0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40" name="Google Shape;4898;p80">
              <a:extLst>
                <a:ext uri="{FF2B5EF4-FFF2-40B4-BE49-F238E27FC236}">
                  <a16:creationId xmlns:a16="http://schemas.microsoft.com/office/drawing/2014/main" id="{F76E5689-AB8E-EABD-1810-AA92B763FDAF}"/>
                </a:ext>
              </a:extLst>
            </p:cNvPr>
            <p:cNvSpPr/>
            <p:nvPr/>
          </p:nvSpPr>
          <p:spPr>
            <a:xfrm>
              <a:off x="2361481" y="1958570"/>
              <a:ext cx="1779" cy="2064"/>
            </a:xfrm>
            <a:custGeom>
              <a:avLst/>
              <a:gdLst/>
              <a:ahLst/>
              <a:cxnLst/>
              <a:rect l="l" t="t" r="r" b="b"/>
              <a:pathLst>
                <a:path w="131" h="152" extrusionOk="0">
                  <a:moveTo>
                    <a:pt x="130" y="1"/>
                  </a:moveTo>
                  <a:lnTo>
                    <a:pt x="130" y="1"/>
                  </a:lnTo>
                  <a:cubicBezTo>
                    <a:pt x="88" y="43"/>
                    <a:pt x="43" y="95"/>
                    <a:pt x="1" y="151"/>
                  </a:cubicBezTo>
                  <a:lnTo>
                    <a:pt x="4" y="151"/>
                  </a:lnTo>
                  <a:cubicBezTo>
                    <a:pt x="39" y="102"/>
                    <a:pt x="85" y="50"/>
                    <a:pt x="130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41" name="Google Shape;4899;p80">
              <a:extLst>
                <a:ext uri="{FF2B5EF4-FFF2-40B4-BE49-F238E27FC236}">
                  <a16:creationId xmlns:a16="http://schemas.microsoft.com/office/drawing/2014/main" id="{3CF87BE9-1769-65AD-B1BE-152A265A3A73}"/>
                </a:ext>
              </a:extLst>
            </p:cNvPr>
            <p:cNvSpPr/>
            <p:nvPr/>
          </p:nvSpPr>
          <p:spPr>
            <a:xfrm>
              <a:off x="2314910" y="1908374"/>
              <a:ext cx="47019" cy="40325"/>
            </a:xfrm>
            <a:custGeom>
              <a:avLst/>
              <a:gdLst/>
              <a:ahLst/>
              <a:cxnLst/>
              <a:rect l="l" t="t" r="r" b="b"/>
              <a:pathLst>
                <a:path w="3463" h="2970" extrusionOk="0">
                  <a:moveTo>
                    <a:pt x="1068" y="1"/>
                  </a:moveTo>
                  <a:lnTo>
                    <a:pt x="1068" y="4"/>
                  </a:lnTo>
                  <a:cubicBezTo>
                    <a:pt x="1054" y="25"/>
                    <a:pt x="1036" y="43"/>
                    <a:pt x="1022" y="64"/>
                  </a:cubicBezTo>
                  <a:lnTo>
                    <a:pt x="1012" y="71"/>
                  </a:lnTo>
                  <a:cubicBezTo>
                    <a:pt x="998" y="92"/>
                    <a:pt x="984" y="106"/>
                    <a:pt x="966" y="123"/>
                  </a:cubicBezTo>
                  <a:lnTo>
                    <a:pt x="959" y="130"/>
                  </a:lnTo>
                  <a:cubicBezTo>
                    <a:pt x="942" y="148"/>
                    <a:pt x="928" y="165"/>
                    <a:pt x="910" y="179"/>
                  </a:cubicBezTo>
                  <a:lnTo>
                    <a:pt x="907" y="183"/>
                  </a:lnTo>
                  <a:cubicBezTo>
                    <a:pt x="889" y="197"/>
                    <a:pt x="875" y="214"/>
                    <a:pt x="858" y="228"/>
                  </a:cubicBezTo>
                  <a:cubicBezTo>
                    <a:pt x="840" y="239"/>
                    <a:pt x="826" y="253"/>
                    <a:pt x="809" y="263"/>
                  </a:cubicBezTo>
                  <a:lnTo>
                    <a:pt x="802" y="270"/>
                  </a:lnTo>
                  <a:lnTo>
                    <a:pt x="760" y="302"/>
                  </a:lnTo>
                  <a:lnTo>
                    <a:pt x="753" y="305"/>
                  </a:lnTo>
                  <a:lnTo>
                    <a:pt x="714" y="333"/>
                  </a:lnTo>
                  <a:lnTo>
                    <a:pt x="707" y="337"/>
                  </a:lnTo>
                  <a:lnTo>
                    <a:pt x="672" y="361"/>
                  </a:lnTo>
                  <a:cubicBezTo>
                    <a:pt x="644" y="379"/>
                    <a:pt x="616" y="400"/>
                    <a:pt x="588" y="421"/>
                  </a:cubicBezTo>
                  <a:cubicBezTo>
                    <a:pt x="546" y="463"/>
                    <a:pt x="494" y="494"/>
                    <a:pt x="441" y="519"/>
                  </a:cubicBezTo>
                  <a:cubicBezTo>
                    <a:pt x="329" y="582"/>
                    <a:pt x="291" y="610"/>
                    <a:pt x="301" y="666"/>
                  </a:cubicBezTo>
                  <a:cubicBezTo>
                    <a:pt x="340" y="855"/>
                    <a:pt x="273" y="1037"/>
                    <a:pt x="84" y="1261"/>
                  </a:cubicBezTo>
                  <a:cubicBezTo>
                    <a:pt x="56" y="1296"/>
                    <a:pt x="32" y="1338"/>
                    <a:pt x="21" y="1380"/>
                  </a:cubicBezTo>
                  <a:lnTo>
                    <a:pt x="21" y="1387"/>
                  </a:lnTo>
                  <a:cubicBezTo>
                    <a:pt x="18" y="1394"/>
                    <a:pt x="18" y="1405"/>
                    <a:pt x="14" y="1415"/>
                  </a:cubicBezTo>
                  <a:cubicBezTo>
                    <a:pt x="11" y="1426"/>
                    <a:pt x="14" y="1429"/>
                    <a:pt x="11" y="1433"/>
                  </a:cubicBezTo>
                  <a:cubicBezTo>
                    <a:pt x="7" y="1440"/>
                    <a:pt x="11" y="1443"/>
                    <a:pt x="11" y="1447"/>
                  </a:cubicBezTo>
                  <a:cubicBezTo>
                    <a:pt x="0" y="1573"/>
                    <a:pt x="14" y="1699"/>
                    <a:pt x="42" y="1818"/>
                  </a:cubicBezTo>
                  <a:lnTo>
                    <a:pt x="42" y="1828"/>
                  </a:lnTo>
                  <a:cubicBezTo>
                    <a:pt x="46" y="1849"/>
                    <a:pt x="49" y="1870"/>
                    <a:pt x="53" y="1891"/>
                  </a:cubicBezTo>
                  <a:lnTo>
                    <a:pt x="60" y="1891"/>
                  </a:lnTo>
                  <a:lnTo>
                    <a:pt x="88" y="1905"/>
                  </a:lnTo>
                  <a:lnTo>
                    <a:pt x="431" y="1905"/>
                  </a:lnTo>
                  <a:lnTo>
                    <a:pt x="441" y="1909"/>
                  </a:lnTo>
                  <a:lnTo>
                    <a:pt x="448" y="1912"/>
                  </a:lnTo>
                  <a:lnTo>
                    <a:pt x="455" y="1912"/>
                  </a:lnTo>
                  <a:lnTo>
                    <a:pt x="462" y="1916"/>
                  </a:lnTo>
                  <a:lnTo>
                    <a:pt x="469" y="1919"/>
                  </a:lnTo>
                  <a:lnTo>
                    <a:pt x="476" y="1923"/>
                  </a:lnTo>
                  <a:lnTo>
                    <a:pt x="483" y="1926"/>
                  </a:lnTo>
                  <a:lnTo>
                    <a:pt x="487" y="1926"/>
                  </a:lnTo>
                  <a:lnTo>
                    <a:pt x="494" y="1930"/>
                  </a:lnTo>
                  <a:lnTo>
                    <a:pt x="497" y="1930"/>
                  </a:lnTo>
                  <a:lnTo>
                    <a:pt x="504" y="1937"/>
                  </a:lnTo>
                  <a:lnTo>
                    <a:pt x="511" y="1944"/>
                  </a:lnTo>
                  <a:cubicBezTo>
                    <a:pt x="532" y="1895"/>
                    <a:pt x="550" y="1846"/>
                    <a:pt x="564" y="1797"/>
                  </a:cubicBezTo>
                  <a:cubicBezTo>
                    <a:pt x="595" y="1702"/>
                    <a:pt x="641" y="1643"/>
                    <a:pt x="704" y="1625"/>
                  </a:cubicBezTo>
                  <a:cubicBezTo>
                    <a:pt x="718" y="1620"/>
                    <a:pt x="734" y="1618"/>
                    <a:pt x="750" y="1618"/>
                  </a:cubicBezTo>
                  <a:cubicBezTo>
                    <a:pt x="803" y="1618"/>
                    <a:pt x="862" y="1644"/>
                    <a:pt x="924" y="1695"/>
                  </a:cubicBezTo>
                  <a:cubicBezTo>
                    <a:pt x="949" y="1716"/>
                    <a:pt x="970" y="1737"/>
                    <a:pt x="991" y="1758"/>
                  </a:cubicBezTo>
                  <a:cubicBezTo>
                    <a:pt x="1044" y="1812"/>
                    <a:pt x="1079" y="1843"/>
                    <a:pt x="1125" y="1843"/>
                  </a:cubicBezTo>
                  <a:cubicBezTo>
                    <a:pt x="1145" y="1843"/>
                    <a:pt x="1167" y="1837"/>
                    <a:pt x="1194" y="1825"/>
                  </a:cubicBezTo>
                  <a:cubicBezTo>
                    <a:pt x="1270" y="1786"/>
                    <a:pt x="1320" y="1770"/>
                    <a:pt x="1360" y="1770"/>
                  </a:cubicBezTo>
                  <a:cubicBezTo>
                    <a:pt x="1393" y="1770"/>
                    <a:pt x="1419" y="1781"/>
                    <a:pt x="1449" y="1800"/>
                  </a:cubicBezTo>
                  <a:cubicBezTo>
                    <a:pt x="1463" y="1811"/>
                    <a:pt x="1474" y="1818"/>
                    <a:pt x="1488" y="1821"/>
                  </a:cubicBezTo>
                  <a:cubicBezTo>
                    <a:pt x="1516" y="1826"/>
                    <a:pt x="1544" y="1830"/>
                    <a:pt x="1572" y="1830"/>
                  </a:cubicBezTo>
                  <a:cubicBezTo>
                    <a:pt x="1583" y="1830"/>
                    <a:pt x="1593" y="1829"/>
                    <a:pt x="1603" y="1828"/>
                  </a:cubicBezTo>
                  <a:cubicBezTo>
                    <a:pt x="1656" y="1828"/>
                    <a:pt x="1712" y="1825"/>
                    <a:pt x="1757" y="1821"/>
                  </a:cubicBezTo>
                  <a:cubicBezTo>
                    <a:pt x="1812" y="1817"/>
                    <a:pt x="1866" y="1814"/>
                    <a:pt x="1919" y="1814"/>
                  </a:cubicBezTo>
                  <a:cubicBezTo>
                    <a:pt x="1952" y="1814"/>
                    <a:pt x="1984" y="1815"/>
                    <a:pt x="2017" y="1818"/>
                  </a:cubicBezTo>
                  <a:cubicBezTo>
                    <a:pt x="2024" y="1818"/>
                    <a:pt x="2027" y="1821"/>
                    <a:pt x="2031" y="1821"/>
                  </a:cubicBezTo>
                  <a:lnTo>
                    <a:pt x="2038" y="1825"/>
                  </a:lnTo>
                  <a:lnTo>
                    <a:pt x="2048" y="1828"/>
                  </a:lnTo>
                  <a:lnTo>
                    <a:pt x="2059" y="1835"/>
                  </a:lnTo>
                  <a:lnTo>
                    <a:pt x="2066" y="1839"/>
                  </a:lnTo>
                  <a:lnTo>
                    <a:pt x="2080" y="1849"/>
                  </a:lnTo>
                  <a:lnTo>
                    <a:pt x="2087" y="1856"/>
                  </a:lnTo>
                  <a:lnTo>
                    <a:pt x="2104" y="1867"/>
                  </a:lnTo>
                  <a:lnTo>
                    <a:pt x="2111" y="1874"/>
                  </a:lnTo>
                  <a:lnTo>
                    <a:pt x="2132" y="1888"/>
                  </a:lnTo>
                  <a:lnTo>
                    <a:pt x="2139" y="1895"/>
                  </a:lnTo>
                  <a:lnTo>
                    <a:pt x="2160" y="1909"/>
                  </a:lnTo>
                  <a:lnTo>
                    <a:pt x="2171" y="1919"/>
                  </a:lnTo>
                  <a:lnTo>
                    <a:pt x="2192" y="1937"/>
                  </a:lnTo>
                  <a:lnTo>
                    <a:pt x="2202" y="1944"/>
                  </a:lnTo>
                  <a:lnTo>
                    <a:pt x="2223" y="1965"/>
                  </a:lnTo>
                  <a:lnTo>
                    <a:pt x="2234" y="1975"/>
                  </a:lnTo>
                  <a:lnTo>
                    <a:pt x="2255" y="1993"/>
                  </a:lnTo>
                  <a:lnTo>
                    <a:pt x="2269" y="2007"/>
                  </a:lnTo>
                  <a:lnTo>
                    <a:pt x="2293" y="2028"/>
                  </a:lnTo>
                  <a:lnTo>
                    <a:pt x="2307" y="2042"/>
                  </a:lnTo>
                  <a:lnTo>
                    <a:pt x="2332" y="2059"/>
                  </a:lnTo>
                  <a:lnTo>
                    <a:pt x="2346" y="2077"/>
                  </a:lnTo>
                  <a:lnTo>
                    <a:pt x="2367" y="2094"/>
                  </a:lnTo>
                  <a:lnTo>
                    <a:pt x="2388" y="2115"/>
                  </a:lnTo>
                  <a:lnTo>
                    <a:pt x="2405" y="2133"/>
                  </a:lnTo>
                  <a:lnTo>
                    <a:pt x="2430" y="2154"/>
                  </a:lnTo>
                  <a:lnTo>
                    <a:pt x="2440" y="2168"/>
                  </a:lnTo>
                  <a:lnTo>
                    <a:pt x="2472" y="2196"/>
                  </a:lnTo>
                  <a:lnTo>
                    <a:pt x="2479" y="2206"/>
                  </a:lnTo>
                  <a:lnTo>
                    <a:pt x="2514" y="2238"/>
                  </a:lnTo>
                  <a:lnTo>
                    <a:pt x="2524" y="2248"/>
                  </a:lnTo>
                  <a:cubicBezTo>
                    <a:pt x="2755" y="2476"/>
                    <a:pt x="3018" y="2752"/>
                    <a:pt x="3214" y="2959"/>
                  </a:cubicBezTo>
                  <a:lnTo>
                    <a:pt x="3217" y="2959"/>
                  </a:lnTo>
                  <a:cubicBezTo>
                    <a:pt x="3253" y="2965"/>
                    <a:pt x="3292" y="2970"/>
                    <a:pt x="3322" y="2970"/>
                  </a:cubicBezTo>
                  <a:cubicBezTo>
                    <a:pt x="3346" y="2970"/>
                    <a:pt x="3363" y="2967"/>
                    <a:pt x="3368" y="2959"/>
                  </a:cubicBezTo>
                  <a:lnTo>
                    <a:pt x="3375" y="2952"/>
                  </a:lnTo>
                  <a:lnTo>
                    <a:pt x="3378" y="2949"/>
                  </a:lnTo>
                  <a:lnTo>
                    <a:pt x="3382" y="2945"/>
                  </a:lnTo>
                  <a:lnTo>
                    <a:pt x="3385" y="2942"/>
                  </a:lnTo>
                  <a:lnTo>
                    <a:pt x="3396" y="2931"/>
                  </a:lnTo>
                  <a:lnTo>
                    <a:pt x="3410" y="2921"/>
                  </a:lnTo>
                  <a:lnTo>
                    <a:pt x="3417" y="2917"/>
                  </a:lnTo>
                  <a:lnTo>
                    <a:pt x="3427" y="2907"/>
                  </a:lnTo>
                  <a:lnTo>
                    <a:pt x="3438" y="2903"/>
                  </a:lnTo>
                  <a:lnTo>
                    <a:pt x="3452" y="2893"/>
                  </a:lnTo>
                  <a:lnTo>
                    <a:pt x="3462" y="2886"/>
                  </a:lnTo>
                  <a:cubicBezTo>
                    <a:pt x="3273" y="2696"/>
                    <a:pt x="3098" y="2493"/>
                    <a:pt x="2937" y="2283"/>
                  </a:cubicBezTo>
                  <a:cubicBezTo>
                    <a:pt x="2643" y="1912"/>
                    <a:pt x="2297" y="1713"/>
                    <a:pt x="2122" y="1713"/>
                  </a:cubicBezTo>
                  <a:cubicBezTo>
                    <a:pt x="1975" y="1713"/>
                    <a:pt x="1897" y="1573"/>
                    <a:pt x="1845" y="1475"/>
                  </a:cubicBezTo>
                  <a:cubicBezTo>
                    <a:pt x="1824" y="1436"/>
                    <a:pt x="1785" y="1366"/>
                    <a:pt x="1768" y="1363"/>
                  </a:cubicBezTo>
                  <a:cubicBezTo>
                    <a:pt x="1593" y="1342"/>
                    <a:pt x="1313" y="817"/>
                    <a:pt x="1306" y="498"/>
                  </a:cubicBezTo>
                  <a:cubicBezTo>
                    <a:pt x="1302" y="379"/>
                    <a:pt x="1211" y="193"/>
                    <a:pt x="1068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42" name="Google Shape;4900;p80">
              <a:extLst>
                <a:ext uri="{FF2B5EF4-FFF2-40B4-BE49-F238E27FC236}">
                  <a16:creationId xmlns:a16="http://schemas.microsoft.com/office/drawing/2014/main" id="{30F1AEC6-62B9-B987-B9AD-CADB8771E1D0}"/>
                </a:ext>
              </a:extLst>
            </p:cNvPr>
            <p:cNvSpPr/>
            <p:nvPr/>
          </p:nvSpPr>
          <p:spPr>
            <a:xfrm>
              <a:off x="2327266" y="1910329"/>
              <a:ext cx="625" cy="679"/>
            </a:xfrm>
            <a:custGeom>
              <a:avLst/>
              <a:gdLst/>
              <a:ahLst/>
              <a:cxnLst/>
              <a:rect l="l" t="t" r="r" b="b"/>
              <a:pathLst>
                <a:path w="46" h="50" extrusionOk="0">
                  <a:moveTo>
                    <a:pt x="46" y="0"/>
                  </a:moveTo>
                  <a:cubicBezTo>
                    <a:pt x="32" y="18"/>
                    <a:pt x="14" y="32"/>
                    <a:pt x="0" y="49"/>
                  </a:cubicBezTo>
                  <a:cubicBezTo>
                    <a:pt x="14" y="35"/>
                    <a:pt x="32" y="18"/>
                    <a:pt x="46" y="0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43" name="Google Shape;4901;p80">
              <a:extLst>
                <a:ext uri="{FF2B5EF4-FFF2-40B4-BE49-F238E27FC236}">
                  <a16:creationId xmlns:a16="http://schemas.microsoft.com/office/drawing/2014/main" id="{348F5870-A0BE-C8F8-8AF7-E95127860942}"/>
                </a:ext>
              </a:extLst>
            </p:cNvPr>
            <p:cNvSpPr/>
            <p:nvPr/>
          </p:nvSpPr>
          <p:spPr>
            <a:xfrm>
              <a:off x="2324034" y="1913126"/>
              <a:ext cx="489" cy="353"/>
            </a:xfrm>
            <a:custGeom>
              <a:avLst/>
              <a:gdLst/>
              <a:ahLst/>
              <a:cxnLst/>
              <a:rect l="l" t="t" r="r" b="b"/>
              <a:pathLst>
                <a:path w="36" h="26" extrusionOk="0">
                  <a:moveTo>
                    <a:pt x="0" y="25"/>
                  </a:moveTo>
                  <a:lnTo>
                    <a:pt x="35" y="1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44" name="Google Shape;4902;p80">
              <a:extLst>
                <a:ext uri="{FF2B5EF4-FFF2-40B4-BE49-F238E27FC236}">
                  <a16:creationId xmlns:a16="http://schemas.microsoft.com/office/drawing/2014/main" id="{9272C9A0-545F-7432-BED6-907E2FB70070}"/>
                </a:ext>
              </a:extLst>
            </p:cNvPr>
            <p:cNvSpPr/>
            <p:nvPr/>
          </p:nvSpPr>
          <p:spPr>
            <a:xfrm>
              <a:off x="2325881" y="1911660"/>
              <a:ext cx="638" cy="489"/>
            </a:xfrm>
            <a:custGeom>
              <a:avLst/>
              <a:gdLst/>
              <a:ahLst/>
              <a:cxnLst/>
              <a:rect l="l" t="t" r="r" b="b"/>
              <a:pathLst>
                <a:path w="47" h="36" extrusionOk="0">
                  <a:moveTo>
                    <a:pt x="1" y="35"/>
                  </a:moveTo>
                  <a:cubicBezTo>
                    <a:pt x="15" y="25"/>
                    <a:pt x="32" y="11"/>
                    <a:pt x="46" y="0"/>
                  </a:cubicBezTo>
                  <a:cubicBezTo>
                    <a:pt x="32" y="11"/>
                    <a:pt x="15" y="25"/>
                    <a:pt x="1" y="35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45" name="Google Shape;4903;p80">
              <a:extLst>
                <a:ext uri="{FF2B5EF4-FFF2-40B4-BE49-F238E27FC236}">
                  <a16:creationId xmlns:a16="http://schemas.microsoft.com/office/drawing/2014/main" id="{75D2C22C-D3FB-1AD2-56B7-B71F5284658F}"/>
                </a:ext>
              </a:extLst>
            </p:cNvPr>
            <p:cNvSpPr/>
            <p:nvPr/>
          </p:nvSpPr>
          <p:spPr>
            <a:xfrm>
              <a:off x="2324605" y="1912705"/>
              <a:ext cx="530" cy="394"/>
            </a:xfrm>
            <a:custGeom>
              <a:avLst/>
              <a:gdLst/>
              <a:ahLst/>
              <a:cxnLst/>
              <a:rect l="l" t="t" r="r" b="b"/>
              <a:pathLst>
                <a:path w="39" h="29" extrusionOk="0">
                  <a:moveTo>
                    <a:pt x="0" y="28"/>
                  </a:moveTo>
                  <a:lnTo>
                    <a:pt x="39" y="0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46" name="Google Shape;4904;p80">
              <a:extLst>
                <a:ext uri="{FF2B5EF4-FFF2-40B4-BE49-F238E27FC236}">
                  <a16:creationId xmlns:a16="http://schemas.microsoft.com/office/drawing/2014/main" id="{F68984F7-FE60-E874-2395-1A397170212A}"/>
                </a:ext>
              </a:extLst>
            </p:cNvPr>
            <p:cNvSpPr/>
            <p:nvPr/>
          </p:nvSpPr>
          <p:spPr>
            <a:xfrm>
              <a:off x="2325216" y="1912230"/>
              <a:ext cx="584" cy="434"/>
            </a:xfrm>
            <a:custGeom>
              <a:avLst/>
              <a:gdLst/>
              <a:ahLst/>
              <a:cxnLst/>
              <a:rect l="l" t="t" r="r" b="b"/>
              <a:pathLst>
                <a:path w="43" h="32" extrusionOk="0">
                  <a:moveTo>
                    <a:pt x="1" y="32"/>
                  </a:moveTo>
                  <a:lnTo>
                    <a:pt x="43" y="0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47" name="Google Shape;4905;p80">
              <a:extLst>
                <a:ext uri="{FF2B5EF4-FFF2-40B4-BE49-F238E27FC236}">
                  <a16:creationId xmlns:a16="http://schemas.microsoft.com/office/drawing/2014/main" id="{A4B0720D-0747-C88B-966D-27F468085340}"/>
                </a:ext>
              </a:extLst>
            </p:cNvPr>
            <p:cNvSpPr/>
            <p:nvPr/>
          </p:nvSpPr>
          <p:spPr>
            <a:xfrm>
              <a:off x="2328026" y="1909515"/>
              <a:ext cx="625" cy="733"/>
            </a:xfrm>
            <a:custGeom>
              <a:avLst/>
              <a:gdLst/>
              <a:ahLst/>
              <a:cxnLst/>
              <a:rect l="l" t="t" r="r" b="b"/>
              <a:pathLst>
                <a:path w="46" h="54" extrusionOk="0">
                  <a:moveTo>
                    <a:pt x="0" y="53"/>
                  </a:moveTo>
                  <a:cubicBezTo>
                    <a:pt x="14" y="36"/>
                    <a:pt x="32" y="18"/>
                    <a:pt x="46" y="1"/>
                  </a:cubicBezTo>
                  <a:cubicBezTo>
                    <a:pt x="32" y="18"/>
                    <a:pt x="14" y="36"/>
                    <a:pt x="0" y="53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48" name="Google Shape;4906;p80">
              <a:extLst>
                <a:ext uri="{FF2B5EF4-FFF2-40B4-BE49-F238E27FC236}">
                  <a16:creationId xmlns:a16="http://schemas.microsoft.com/office/drawing/2014/main" id="{77CC50B6-559D-6B9F-7CE1-995ECBA329C2}"/>
                </a:ext>
              </a:extLst>
            </p:cNvPr>
            <p:cNvSpPr/>
            <p:nvPr/>
          </p:nvSpPr>
          <p:spPr>
            <a:xfrm>
              <a:off x="2326546" y="1911035"/>
              <a:ext cx="679" cy="584"/>
            </a:xfrm>
            <a:custGeom>
              <a:avLst/>
              <a:gdLst/>
              <a:ahLst/>
              <a:cxnLst/>
              <a:rect l="l" t="t" r="r" b="b"/>
              <a:pathLst>
                <a:path w="50" h="43" extrusionOk="0">
                  <a:moveTo>
                    <a:pt x="1" y="43"/>
                  </a:moveTo>
                  <a:cubicBezTo>
                    <a:pt x="15" y="29"/>
                    <a:pt x="32" y="15"/>
                    <a:pt x="50" y="1"/>
                  </a:cubicBezTo>
                  <a:cubicBezTo>
                    <a:pt x="32" y="15"/>
                    <a:pt x="15" y="29"/>
                    <a:pt x="1" y="43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49" name="Google Shape;4907;p80">
              <a:extLst>
                <a:ext uri="{FF2B5EF4-FFF2-40B4-BE49-F238E27FC236}">
                  <a16:creationId xmlns:a16="http://schemas.microsoft.com/office/drawing/2014/main" id="{7B56CA0C-F7BA-6673-C02E-0F7D43E3B32E}"/>
                </a:ext>
              </a:extLst>
            </p:cNvPr>
            <p:cNvSpPr/>
            <p:nvPr/>
          </p:nvSpPr>
          <p:spPr>
            <a:xfrm>
              <a:off x="2328732" y="1908619"/>
              <a:ext cx="679" cy="774"/>
            </a:xfrm>
            <a:custGeom>
              <a:avLst/>
              <a:gdLst/>
              <a:ahLst/>
              <a:cxnLst/>
              <a:rect l="l" t="t" r="r" b="b"/>
              <a:pathLst>
                <a:path w="50" h="57" extrusionOk="0">
                  <a:moveTo>
                    <a:pt x="50" y="0"/>
                  </a:moveTo>
                  <a:cubicBezTo>
                    <a:pt x="32" y="18"/>
                    <a:pt x="18" y="39"/>
                    <a:pt x="1" y="56"/>
                  </a:cubicBezTo>
                  <a:cubicBezTo>
                    <a:pt x="18" y="39"/>
                    <a:pt x="32" y="21"/>
                    <a:pt x="50" y="0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50" name="Google Shape;4908;p80">
              <a:extLst>
                <a:ext uri="{FF2B5EF4-FFF2-40B4-BE49-F238E27FC236}">
                  <a16:creationId xmlns:a16="http://schemas.microsoft.com/office/drawing/2014/main" id="{33AD4F83-ECD1-9C59-4108-D69DDCAAFFB4}"/>
                </a:ext>
              </a:extLst>
            </p:cNvPr>
            <p:cNvSpPr/>
            <p:nvPr/>
          </p:nvSpPr>
          <p:spPr>
            <a:xfrm>
              <a:off x="2315196" y="1925726"/>
              <a:ext cx="869" cy="1629"/>
            </a:xfrm>
            <a:custGeom>
              <a:avLst/>
              <a:gdLst/>
              <a:ahLst/>
              <a:cxnLst/>
              <a:rect l="l" t="t" r="r" b="b"/>
              <a:pathLst>
                <a:path w="64" h="120" extrusionOk="0">
                  <a:moveTo>
                    <a:pt x="0" y="120"/>
                  </a:moveTo>
                  <a:cubicBezTo>
                    <a:pt x="14" y="74"/>
                    <a:pt x="35" y="32"/>
                    <a:pt x="63" y="1"/>
                  </a:cubicBezTo>
                  <a:cubicBezTo>
                    <a:pt x="35" y="32"/>
                    <a:pt x="14" y="74"/>
                    <a:pt x="0" y="120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51" name="Google Shape;4909;p80">
              <a:extLst>
                <a:ext uri="{FF2B5EF4-FFF2-40B4-BE49-F238E27FC236}">
                  <a16:creationId xmlns:a16="http://schemas.microsoft.com/office/drawing/2014/main" id="{85365C76-2853-A5F2-BD24-28B139E350E8}"/>
                </a:ext>
              </a:extLst>
            </p:cNvPr>
            <p:cNvSpPr/>
            <p:nvPr/>
          </p:nvSpPr>
          <p:spPr>
            <a:xfrm>
              <a:off x="2315481" y="1933384"/>
              <a:ext cx="204" cy="869"/>
            </a:xfrm>
            <a:custGeom>
              <a:avLst/>
              <a:gdLst/>
              <a:ahLst/>
              <a:cxnLst/>
              <a:rect l="l" t="t" r="r" b="b"/>
              <a:pathLst>
                <a:path w="15" h="64" extrusionOk="0">
                  <a:moveTo>
                    <a:pt x="0" y="0"/>
                  </a:moveTo>
                  <a:cubicBezTo>
                    <a:pt x="7" y="21"/>
                    <a:pt x="11" y="46"/>
                    <a:pt x="14" y="63"/>
                  </a:cubicBezTo>
                  <a:cubicBezTo>
                    <a:pt x="11" y="42"/>
                    <a:pt x="7" y="18"/>
                    <a:pt x="0" y="0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52" name="Google Shape;4910;p80">
              <a:extLst>
                <a:ext uri="{FF2B5EF4-FFF2-40B4-BE49-F238E27FC236}">
                  <a16:creationId xmlns:a16="http://schemas.microsoft.com/office/drawing/2014/main" id="{8925DC2E-13D5-D9C8-E8FC-670E72C07FD7}"/>
                </a:ext>
              </a:extLst>
            </p:cNvPr>
            <p:cNvSpPr/>
            <p:nvPr/>
          </p:nvSpPr>
          <p:spPr>
            <a:xfrm>
              <a:off x="2315046" y="1928062"/>
              <a:ext cx="14" cy="204"/>
            </a:xfrm>
            <a:custGeom>
              <a:avLst/>
              <a:gdLst/>
              <a:ahLst/>
              <a:cxnLst/>
              <a:rect l="l" t="t" r="r" b="b"/>
              <a:pathLst>
                <a:path w="1" h="15" extrusionOk="0">
                  <a:moveTo>
                    <a:pt x="1" y="14"/>
                  </a:moveTo>
                  <a:cubicBezTo>
                    <a:pt x="1" y="7"/>
                    <a:pt x="1" y="4"/>
                    <a:pt x="1" y="0"/>
                  </a:cubicBezTo>
                  <a:cubicBezTo>
                    <a:pt x="1" y="4"/>
                    <a:pt x="1" y="7"/>
                    <a:pt x="1" y="14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53" name="Google Shape;4911;p80">
              <a:extLst>
                <a:ext uri="{FF2B5EF4-FFF2-40B4-BE49-F238E27FC236}">
                  <a16:creationId xmlns:a16="http://schemas.microsoft.com/office/drawing/2014/main" id="{43A269A3-BE1F-6E81-5371-7A25BE14D49B}"/>
                </a:ext>
              </a:extLst>
            </p:cNvPr>
            <p:cNvSpPr/>
            <p:nvPr/>
          </p:nvSpPr>
          <p:spPr>
            <a:xfrm>
              <a:off x="2315100" y="1927396"/>
              <a:ext cx="109" cy="394"/>
            </a:xfrm>
            <a:custGeom>
              <a:avLst/>
              <a:gdLst/>
              <a:ahLst/>
              <a:cxnLst/>
              <a:rect l="l" t="t" r="r" b="b"/>
              <a:pathLst>
                <a:path w="8" h="29" extrusionOk="0">
                  <a:moveTo>
                    <a:pt x="7" y="0"/>
                  </a:moveTo>
                  <a:lnTo>
                    <a:pt x="7" y="0"/>
                  </a:lnTo>
                  <a:cubicBezTo>
                    <a:pt x="4" y="7"/>
                    <a:pt x="0" y="18"/>
                    <a:pt x="0" y="28"/>
                  </a:cubicBezTo>
                  <a:cubicBezTo>
                    <a:pt x="4" y="18"/>
                    <a:pt x="4" y="7"/>
                    <a:pt x="7" y="0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54" name="Google Shape;4912;p80">
              <a:extLst>
                <a:ext uri="{FF2B5EF4-FFF2-40B4-BE49-F238E27FC236}">
                  <a16:creationId xmlns:a16="http://schemas.microsoft.com/office/drawing/2014/main" id="{B05AD3F1-2D74-2568-73CA-536DA0486E7A}"/>
                </a:ext>
              </a:extLst>
            </p:cNvPr>
            <p:cNvSpPr/>
            <p:nvPr/>
          </p:nvSpPr>
          <p:spPr>
            <a:xfrm>
              <a:off x="2361250" y="1948170"/>
              <a:ext cx="54" cy="54"/>
            </a:xfrm>
            <a:custGeom>
              <a:avLst/>
              <a:gdLst/>
              <a:ahLst/>
              <a:cxnLst/>
              <a:rect l="l" t="t" r="r" b="b"/>
              <a:pathLst>
                <a:path w="4" h="4" extrusionOk="0">
                  <a:moveTo>
                    <a:pt x="4" y="0"/>
                  </a:moveTo>
                  <a:lnTo>
                    <a:pt x="0" y="4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55" name="Google Shape;4913;p80">
              <a:extLst>
                <a:ext uri="{FF2B5EF4-FFF2-40B4-BE49-F238E27FC236}">
                  <a16:creationId xmlns:a16="http://schemas.microsoft.com/office/drawing/2014/main" id="{E904A666-93BE-5A46-C0DC-B4BDC84EFDDA}"/>
                </a:ext>
              </a:extLst>
            </p:cNvPr>
            <p:cNvSpPr/>
            <p:nvPr/>
          </p:nvSpPr>
          <p:spPr>
            <a:xfrm>
              <a:off x="2361861" y="1947735"/>
              <a:ext cx="109" cy="109"/>
            </a:xfrm>
            <a:custGeom>
              <a:avLst/>
              <a:gdLst/>
              <a:ahLst/>
              <a:cxnLst/>
              <a:rect l="l" t="t" r="r" b="b"/>
              <a:pathLst>
                <a:path w="8" h="8" extrusionOk="0">
                  <a:moveTo>
                    <a:pt x="8" y="1"/>
                  </a:moveTo>
                  <a:lnTo>
                    <a:pt x="8" y="1"/>
                  </a:lnTo>
                  <a:lnTo>
                    <a:pt x="1" y="8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56" name="Google Shape;4914;p80">
              <a:extLst>
                <a:ext uri="{FF2B5EF4-FFF2-40B4-BE49-F238E27FC236}">
                  <a16:creationId xmlns:a16="http://schemas.microsoft.com/office/drawing/2014/main" id="{BD64CC16-FE7A-C280-D055-D29FEF1F0E9F}"/>
                </a:ext>
              </a:extLst>
            </p:cNvPr>
            <p:cNvSpPr/>
            <p:nvPr/>
          </p:nvSpPr>
          <p:spPr>
            <a:xfrm>
              <a:off x="2360870" y="1948496"/>
              <a:ext cx="14" cy="68"/>
            </a:xfrm>
            <a:custGeom>
              <a:avLst/>
              <a:gdLst/>
              <a:ahLst/>
              <a:cxnLst/>
              <a:rect l="l" t="t" r="r" b="b"/>
              <a:pathLst>
                <a:path w="1" h="5" extrusionOk="0">
                  <a:moveTo>
                    <a:pt x="0" y="4"/>
                  </a:moveTo>
                  <a:lnTo>
                    <a:pt x="0" y="1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57" name="Google Shape;4915;p80">
              <a:extLst>
                <a:ext uri="{FF2B5EF4-FFF2-40B4-BE49-F238E27FC236}">
                  <a16:creationId xmlns:a16="http://schemas.microsoft.com/office/drawing/2014/main" id="{8A873D40-18A8-D142-87E4-7DEA275D1F86}"/>
                </a:ext>
              </a:extLst>
            </p:cNvPr>
            <p:cNvSpPr/>
            <p:nvPr/>
          </p:nvSpPr>
          <p:spPr>
            <a:xfrm>
              <a:off x="2361481" y="1947980"/>
              <a:ext cx="109" cy="54"/>
            </a:xfrm>
            <a:custGeom>
              <a:avLst/>
              <a:gdLst/>
              <a:ahLst/>
              <a:cxnLst/>
              <a:rect l="l" t="t" r="r" b="b"/>
              <a:pathLst>
                <a:path w="8" h="4" extrusionOk="0">
                  <a:moveTo>
                    <a:pt x="8" y="0"/>
                  </a:moveTo>
                  <a:lnTo>
                    <a:pt x="1" y="4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58" name="Google Shape;4916;p80">
              <a:extLst>
                <a:ext uri="{FF2B5EF4-FFF2-40B4-BE49-F238E27FC236}">
                  <a16:creationId xmlns:a16="http://schemas.microsoft.com/office/drawing/2014/main" id="{99CBBB58-381E-CE75-8357-420F6D476632}"/>
                </a:ext>
              </a:extLst>
            </p:cNvPr>
            <p:cNvSpPr/>
            <p:nvPr/>
          </p:nvSpPr>
          <p:spPr>
            <a:xfrm>
              <a:off x="2361060" y="1948360"/>
              <a:ext cx="14" cy="14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0" y="0"/>
                  </a:move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59" name="Google Shape;4917;p80">
              <a:extLst>
                <a:ext uri="{FF2B5EF4-FFF2-40B4-BE49-F238E27FC236}">
                  <a16:creationId xmlns:a16="http://schemas.microsoft.com/office/drawing/2014/main" id="{53E0960E-8C7A-25D5-321D-E330F342D6A0}"/>
                </a:ext>
              </a:extLst>
            </p:cNvPr>
            <p:cNvSpPr/>
            <p:nvPr/>
          </p:nvSpPr>
          <p:spPr>
            <a:xfrm>
              <a:off x="2360721" y="1948645"/>
              <a:ext cx="68" cy="14"/>
            </a:xfrm>
            <a:custGeom>
              <a:avLst/>
              <a:gdLst/>
              <a:ahLst/>
              <a:cxnLst/>
              <a:rect l="l" t="t" r="r" b="b"/>
              <a:pathLst>
                <a:path w="5" h="1" extrusionOk="0">
                  <a:moveTo>
                    <a:pt x="4" y="0"/>
                  </a:moveTo>
                  <a:lnTo>
                    <a:pt x="1" y="0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60" name="Google Shape;4918;p80">
              <a:extLst>
                <a:ext uri="{FF2B5EF4-FFF2-40B4-BE49-F238E27FC236}">
                  <a16:creationId xmlns:a16="http://schemas.microsoft.com/office/drawing/2014/main" id="{5E5CC9BB-B17B-6D01-0079-C40798DC8C5F}"/>
                </a:ext>
              </a:extLst>
            </p:cNvPr>
            <p:cNvSpPr/>
            <p:nvPr/>
          </p:nvSpPr>
          <p:spPr>
            <a:xfrm>
              <a:off x="2289045" y="1932474"/>
              <a:ext cx="108104" cy="83909"/>
            </a:xfrm>
            <a:custGeom>
              <a:avLst/>
              <a:gdLst/>
              <a:ahLst/>
              <a:cxnLst/>
              <a:rect l="l" t="t" r="r" b="b"/>
              <a:pathLst>
                <a:path w="7962" h="6180" extrusionOk="0">
                  <a:moveTo>
                    <a:pt x="2651" y="1"/>
                  </a:moveTo>
                  <a:cubicBezTo>
                    <a:pt x="2637" y="4"/>
                    <a:pt x="2623" y="22"/>
                    <a:pt x="2612" y="50"/>
                  </a:cubicBezTo>
                  <a:cubicBezTo>
                    <a:pt x="2609" y="60"/>
                    <a:pt x="2605" y="71"/>
                    <a:pt x="2602" y="81"/>
                  </a:cubicBezTo>
                  <a:cubicBezTo>
                    <a:pt x="2556" y="225"/>
                    <a:pt x="2528" y="312"/>
                    <a:pt x="2451" y="330"/>
                  </a:cubicBezTo>
                  <a:cubicBezTo>
                    <a:pt x="2443" y="332"/>
                    <a:pt x="2434" y="333"/>
                    <a:pt x="2425" y="333"/>
                  </a:cubicBezTo>
                  <a:cubicBezTo>
                    <a:pt x="2386" y="333"/>
                    <a:pt x="2348" y="313"/>
                    <a:pt x="2322" y="284"/>
                  </a:cubicBezTo>
                  <a:lnTo>
                    <a:pt x="2119" y="284"/>
                  </a:lnTo>
                  <a:cubicBezTo>
                    <a:pt x="2080" y="284"/>
                    <a:pt x="2035" y="284"/>
                    <a:pt x="1982" y="288"/>
                  </a:cubicBezTo>
                  <a:lnTo>
                    <a:pt x="1982" y="291"/>
                  </a:lnTo>
                  <a:cubicBezTo>
                    <a:pt x="1982" y="309"/>
                    <a:pt x="1982" y="323"/>
                    <a:pt x="1979" y="337"/>
                  </a:cubicBezTo>
                  <a:lnTo>
                    <a:pt x="1979" y="340"/>
                  </a:lnTo>
                  <a:cubicBezTo>
                    <a:pt x="1979" y="358"/>
                    <a:pt x="1975" y="372"/>
                    <a:pt x="1972" y="389"/>
                  </a:cubicBezTo>
                  <a:lnTo>
                    <a:pt x="1972" y="396"/>
                  </a:lnTo>
                  <a:cubicBezTo>
                    <a:pt x="1968" y="410"/>
                    <a:pt x="1965" y="428"/>
                    <a:pt x="1958" y="442"/>
                  </a:cubicBezTo>
                  <a:lnTo>
                    <a:pt x="1954" y="449"/>
                  </a:lnTo>
                  <a:cubicBezTo>
                    <a:pt x="1951" y="466"/>
                    <a:pt x="1947" y="480"/>
                    <a:pt x="1940" y="494"/>
                  </a:cubicBezTo>
                  <a:lnTo>
                    <a:pt x="1940" y="498"/>
                  </a:lnTo>
                  <a:cubicBezTo>
                    <a:pt x="1937" y="512"/>
                    <a:pt x="1930" y="526"/>
                    <a:pt x="1923" y="540"/>
                  </a:cubicBezTo>
                  <a:lnTo>
                    <a:pt x="1919" y="547"/>
                  </a:lnTo>
                  <a:cubicBezTo>
                    <a:pt x="1916" y="561"/>
                    <a:pt x="1909" y="575"/>
                    <a:pt x="1902" y="589"/>
                  </a:cubicBezTo>
                  <a:lnTo>
                    <a:pt x="1898" y="599"/>
                  </a:lnTo>
                  <a:lnTo>
                    <a:pt x="1881" y="638"/>
                  </a:lnTo>
                  <a:lnTo>
                    <a:pt x="1874" y="648"/>
                  </a:lnTo>
                  <a:lnTo>
                    <a:pt x="1856" y="683"/>
                  </a:lnTo>
                  <a:cubicBezTo>
                    <a:pt x="1818" y="757"/>
                    <a:pt x="1782" y="834"/>
                    <a:pt x="1782" y="872"/>
                  </a:cubicBezTo>
                  <a:cubicBezTo>
                    <a:pt x="1782" y="1033"/>
                    <a:pt x="1625" y="1209"/>
                    <a:pt x="1478" y="1209"/>
                  </a:cubicBezTo>
                  <a:cubicBezTo>
                    <a:pt x="1450" y="1216"/>
                    <a:pt x="1387" y="1317"/>
                    <a:pt x="1348" y="1377"/>
                  </a:cubicBezTo>
                  <a:lnTo>
                    <a:pt x="1310" y="1433"/>
                  </a:lnTo>
                  <a:cubicBezTo>
                    <a:pt x="1275" y="1492"/>
                    <a:pt x="1233" y="1545"/>
                    <a:pt x="1187" y="1594"/>
                  </a:cubicBezTo>
                  <a:cubicBezTo>
                    <a:pt x="1142" y="1639"/>
                    <a:pt x="1131" y="1716"/>
                    <a:pt x="1124" y="1800"/>
                  </a:cubicBezTo>
                  <a:cubicBezTo>
                    <a:pt x="1124" y="1811"/>
                    <a:pt x="1124" y="1825"/>
                    <a:pt x="1121" y="1835"/>
                  </a:cubicBezTo>
                  <a:cubicBezTo>
                    <a:pt x="1110" y="1951"/>
                    <a:pt x="1103" y="2073"/>
                    <a:pt x="1012" y="2140"/>
                  </a:cubicBezTo>
                  <a:cubicBezTo>
                    <a:pt x="963" y="2175"/>
                    <a:pt x="918" y="2203"/>
                    <a:pt x="865" y="2227"/>
                  </a:cubicBezTo>
                  <a:cubicBezTo>
                    <a:pt x="834" y="2241"/>
                    <a:pt x="806" y="2259"/>
                    <a:pt x="778" y="2276"/>
                  </a:cubicBezTo>
                  <a:lnTo>
                    <a:pt x="781" y="2280"/>
                  </a:lnTo>
                  <a:cubicBezTo>
                    <a:pt x="806" y="2304"/>
                    <a:pt x="823" y="2336"/>
                    <a:pt x="823" y="2371"/>
                  </a:cubicBezTo>
                  <a:cubicBezTo>
                    <a:pt x="827" y="2444"/>
                    <a:pt x="781" y="2521"/>
                    <a:pt x="732" y="2595"/>
                  </a:cubicBezTo>
                  <a:cubicBezTo>
                    <a:pt x="694" y="2651"/>
                    <a:pt x="662" y="2710"/>
                    <a:pt x="641" y="2773"/>
                  </a:cubicBezTo>
                  <a:cubicBezTo>
                    <a:pt x="634" y="2794"/>
                    <a:pt x="631" y="2812"/>
                    <a:pt x="631" y="2833"/>
                  </a:cubicBezTo>
                  <a:cubicBezTo>
                    <a:pt x="631" y="2840"/>
                    <a:pt x="620" y="3411"/>
                    <a:pt x="543" y="3491"/>
                  </a:cubicBezTo>
                  <a:cubicBezTo>
                    <a:pt x="523" y="3511"/>
                    <a:pt x="498" y="3517"/>
                    <a:pt x="460" y="3517"/>
                  </a:cubicBezTo>
                  <a:cubicBezTo>
                    <a:pt x="437" y="3517"/>
                    <a:pt x="409" y="3515"/>
                    <a:pt x="375" y="3512"/>
                  </a:cubicBezTo>
                  <a:cubicBezTo>
                    <a:pt x="348" y="3511"/>
                    <a:pt x="311" y="3509"/>
                    <a:pt x="272" y="3509"/>
                  </a:cubicBezTo>
                  <a:cubicBezTo>
                    <a:pt x="211" y="3509"/>
                    <a:pt x="148" y="3514"/>
                    <a:pt x="127" y="3533"/>
                  </a:cubicBezTo>
                  <a:cubicBezTo>
                    <a:pt x="127" y="3533"/>
                    <a:pt x="123" y="3537"/>
                    <a:pt x="123" y="3544"/>
                  </a:cubicBezTo>
                  <a:cubicBezTo>
                    <a:pt x="123" y="3621"/>
                    <a:pt x="92" y="3694"/>
                    <a:pt x="36" y="3747"/>
                  </a:cubicBezTo>
                  <a:cubicBezTo>
                    <a:pt x="1" y="3785"/>
                    <a:pt x="1" y="3789"/>
                    <a:pt x="15" y="3820"/>
                  </a:cubicBezTo>
                  <a:cubicBezTo>
                    <a:pt x="32" y="3852"/>
                    <a:pt x="130" y="3883"/>
                    <a:pt x="207" y="3904"/>
                  </a:cubicBezTo>
                  <a:cubicBezTo>
                    <a:pt x="333" y="3936"/>
                    <a:pt x="477" y="3974"/>
                    <a:pt x="526" y="4097"/>
                  </a:cubicBezTo>
                  <a:cubicBezTo>
                    <a:pt x="561" y="4163"/>
                    <a:pt x="610" y="4223"/>
                    <a:pt x="669" y="4275"/>
                  </a:cubicBezTo>
                  <a:lnTo>
                    <a:pt x="697" y="4303"/>
                  </a:lnTo>
                  <a:cubicBezTo>
                    <a:pt x="809" y="4415"/>
                    <a:pt x="935" y="4541"/>
                    <a:pt x="998" y="4706"/>
                  </a:cubicBezTo>
                  <a:cubicBezTo>
                    <a:pt x="1089" y="4947"/>
                    <a:pt x="1331" y="5070"/>
                    <a:pt x="1443" y="5070"/>
                  </a:cubicBezTo>
                  <a:cubicBezTo>
                    <a:pt x="1446" y="5069"/>
                    <a:pt x="1449" y="5069"/>
                    <a:pt x="1452" y="5069"/>
                  </a:cubicBezTo>
                  <a:cubicBezTo>
                    <a:pt x="1460" y="5069"/>
                    <a:pt x="1467" y="5071"/>
                    <a:pt x="1474" y="5073"/>
                  </a:cubicBezTo>
                  <a:cubicBezTo>
                    <a:pt x="1499" y="5077"/>
                    <a:pt x="1516" y="5087"/>
                    <a:pt x="1534" y="5108"/>
                  </a:cubicBezTo>
                  <a:cubicBezTo>
                    <a:pt x="1572" y="5154"/>
                    <a:pt x="1565" y="5227"/>
                    <a:pt x="1544" y="5347"/>
                  </a:cubicBezTo>
                  <a:cubicBezTo>
                    <a:pt x="1544" y="5364"/>
                    <a:pt x="1541" y="5385"/>
                    <a:pt x="1537" y="5403"/>
                  </a:cubicBezTo>
                  <a:cubicBezTo>
                    <a:pt x="1530" y="5424"/>
                    <a:pt x="1527" y="5448"/>
                    <a:pt x="1523" y="5473"/>
                  </a:cubicBezTo>
                  <a:lnTo>
                    <a:pt x="1520" y="5490"/>
                  </a:lnTo>
                  <a:cubicBezTo>
                    <a:pt x="1516" y="5515"/>
                    <a:pt x="1513" y="5543"/>
                    <a:pt x="1509" y="5571"/>
                  </a:cubicBezTo>
                  <a:lnTo>
                    <a:pt x="1516" y="5574"/>
                  </a:lnTo>
                  <a:cubicBezTo>
                    <a:pt x="1521" y="5567"/>
                    <a:pt x="1527" y="5565"/>
                    <a:pt x="1534" y="5565"/>
                  </a:cubicBezTo>
                  <a:cubicBezTo>
                    <a:pt x="1546" y="5565"/>
                    <a:pt x="1561" y="5571"/>
                    <a:pt x="1576" y="5578"/>
                  </a:cubicBezTo>
                  <a:lnTo>
                    <a:pt x="1590" y="5581"/>
                  </a:lnTo>
                  <a:lnTo>
                    <a:pt x="1604" y="5588"/>
                  </a:lnTo>
                  <a:cubicBezTo>
                    <a:pt x="1614" y="5595"/>
                    <a:pt x="1625" y="5599"/>
                    <a:pt x="1635" y="5606"/>
                  </a:cubicBezTo>
                  <a:cubicBezTo>
                    <a:pt x="1639" y="5606"/>
                    <a:pt x="1642" y="5606"/>
                    <a:pt x="1646" y="5609"/>
                  </a:cubicBezTo>
                  <a:cubicBezTo>
                    <a:pt x="1688" y="5616"/>
                    <a:pt x="1730" y="5620"/>
                    <a:pt x="1775" y="5623"/>
                  </a:cubicBezTo>
                  <a:lnTo>
                    <a:pt x="1800" y="5623"/>
                  </a:lnTo>
                  <a:cubicBezTo>
                    <a:pt x="1947" y="5630"/>
                    <a:pt x="2112" y="5637"/>
                    <a:pt x="2203" y="5721"/>
                  </a:cubicBezTo>
                  <a:cubicBezTo>
                    <a:pt x="2332" y="5833"/>
                    <a:pt x="2700" y="6068"/>
                    <a:pt x="2791" y="6068"/>
                  </a:cubicBezTo>
                  <a:cubicBezTo>
                    <a:pt x="2896" y="6068"/>
                    <a:pt x="3323" y="6120"/>
                    <a:pt x="3442" y="6180"/>
                  </a:cubicBezTo>
                  <a:cubicBezTo>
                    <a:pt x="3470" y="6155"/>
                    <a:pt x="3494" y="6131"/>
                    <a:pt x="3515" y="6103"/>
                  </a:cubicBezTo>
                  <a:cubicBezTo>
                    <a:pt x="3582" y="6022"/>
                    <a:pt x="3662" y="5949"/>
                    <a:pt x="3753" y="5893"/>
                  </a:cubicBezTo>
                  <a:cubicBezTo>
                    <a:pt x="3876" y="5821"/>
                    <a:pt x="4046" y="5752"/>
                    <a:pt x="4169" y="5752"/>
                  </a:cubicBezTo>
                  <a:cubicBezTo>
                    <a:pt x="4197" y="5752"/>
                    <a:pt x="4222" y="5755"/>
                    <a:pt x="4244" y="5763"/>
                  </a:cubicBezTo>
                  <a:cubicBezTo>
                    <a:pt x="4275" y="5774"/>
                    <a:pt x="4303" y="5798"/>
                    <a:pt x="4317" y="5830"/>
                  </a:cubicBezTo>
                  <a:cubicBezTo>
                    <a:pt x="4338" y="5865"/>
                    <a:pt x="4370" y="5893"/>
                    <a:pt x="4405" y="5907"/>
                  </a:cubicBezTo>
                  <a:cubicBezTo>
                    <a:pt x="4419" y="5912"/>
                    <a:pt x="4434" y="5915"/>
                    <a:pt x="4448" y="5915"/>
                  </a:cubicBezTo>
                  <a:cubicBezTo>
                    <a:pt x="4463" y="5915"/>
                    <a:pt x="4478" y="5912"/>
                    <a:pt x="4492" y="5907"/>
                  </a:cubicBezTo>
                  <a:cubicBezTo>
                    <a:pt x="4580" y="5872"/>
                    <a:pt x="4667" y="5847"/>
                    <a:pt x="4755" y="5830"/>
                  </a:cubicBezTo>
                  <a:lnTo>
                    <a:pt x="4776" y="5823"/>
                  </a:lnTo>
                  <a:lnTo>
                    <a:pt x="4793" y="5823"/>
                  </a:lnTo>
                  <a:lnTo>
                    <a:pt x="4944" y="5791"/>
                  </a:lnTo>
                  <a:lnTo>
                    <a:pt x="4944" y="5795"/>
                  </a:lnTo>
                  <a:cubicBezTo>
                    <a:pt x="5035" y="5774"/>
                    <a:pt x="5129" y="5760"/>
                    <a:pt x="5224" y="5756"/>
                  </a:cubicBezTo>
                  <a:lnTo>
                    <a:pt x="5245" y="5756"/>
                  </a:lnTo>
                  <a:cubicBezTo>
                    <a:pt x="5287" y="5732"/>
                    <a:pt x="5329" y="5700"/>
                    <a:pt x="5367" y="5665"/>
                  </a:cubicBezTo>
                  <a:cubicBezTo>
                    <a:pt x="5500" y="5553"/>
                    <a:pt x="5707" y="5378"/>
                    <a:pt x="5956" y="5378"/>
                  </a:cubicBezTo>
                  <a:cubicBezTo>
                    <a:pt x="6043" y="5378"/>
                    <a:pt x="6113" y="5382"/>
                    <a:pt x="6173" y="5385"/>
                  </a:cubicBezTo>
                  <a:cubicBezTo>
                    <a:pt x="6220" y="5388"/>
                    <a:pt x="6259" y="5390"/>
                    <a:pt x="6293" y="5390"/>
                  </a:cubicBezTo>
                  <a:cubicBezTo>
                    <a:pt x="6391" y="5390"/>
                    <a:pt x="6443" y="5371"/>
                    <a:pt x="6516" y="5291"/>
                  </a:cubicBezTo>
                  <a:cubicBezTo>
                    <a:pt x="6645" y="5147"/>
                    <a:pt x="7779" y="4002"/>
                    <a:pt x="7961" y="3841"/>
                  </a:cubicBezTo>
                  <a:cubicBezTo>
                    <a:pt x="7916" y="3831"/>
                    <a:pt x="7870" y="3824"/>
                    <a:pt x="7825" y="3824"/>
                  </a:cubicBezTo>
                  <a:cubicBezTo>
                    <a:pt x="7737" y="3824"/>
                    <a:pt x="7478" y="3824"/>
                    <a:pt x="7048" y="3649"/>
                  </a:cubicBezTo>
                  <a:cubicBezTo>
                    <a:pt x="6649" y="3488"/>
                    <a:pt x="6054" y="3288"/>
                    <a:pt x="5956" y="3267"/>
                  </a:cubicBezTo>
                  <a:cubicBezTo>
                    <a:pt x="5871" y="3246"/>
                    <a:pt x="5794" y="3158"/>
                    <a:pt x="5710" y="3064"/>
                  </a:cubicBezTo>
                  <a:cubicBezTo>
                    <a:pt x="5668" y="3015"/>
                    <a:pt x="5623" y="2969"/>
                    <a:pt x="5574" y="2931"/>
                  </a:cubicBezTo>
                  <a:cubicBezTo>
                    <a:pt x="5490" y="2889"/>
                    <a:pt x="5374" y="2714"/>
                    <a:pt x="5297" y="2577"/>
                  </a:cubicBezTo>
                  <a:cubicBezTo>
                    <a:pt x="5248" y="2493"/>
                    <a:pt x="5213" y="2423"/>
                    <a:pt x="5203" y="2402"/>
                  </a:cubicBezTo>
                  <a:cubicBezTo>
                    <a:pt x="5199" y="2395"/>
                    <a:pt x="5199" y="2385"/>
                    <a:pt x="5196" y="2378"/>
                  </a:cubicBezTo>
                  <a:cubicBezTo>
                    <a:pt x="5192" y="2332"/>
                    <a:pt x="5206" y="2287"/>
                    <a:pt x="5227" y="2245"/>
                  </a:cubicBezTo>
                  <a:lnTo>
                    <a:pt x="5238" y="2231"/>
                  </a:lnTo>
                  <a:lnTo>
                    <a:pt x="5241" y="2220"/>
                  </a:lnTo>
                  <a:cubicBezTo>
                    <a:pt x="5248" y="2210"/>
                    <a:pt x="5255" y="2199"/>
                    <a:pt x="5262" y="2185"/>
                  </a:cubicBezTo>
                  <a:lnTo>
                    <a:pt x="5234" y="2164"/>
                  </a:lnTo>
                  <a:lnTo>
                    <a:pt x="5231" y="2161"/>
                  </a:lnTo>
                  <a:cubicBezTo>
                    <a:pt x="5224" y="2154"/>
                    <a:pt x="5213" y="2150"/>
                    <a:pt x="5210" y="2147"/>
                  </a:cubicBezTo>
                  <a:lnTo>
                    <a:pt x="5206" y="2147"/>
                  </a:lnTo>
                  <a:cubicBezTo>
                    <a:pt x="5199" y="2143"/>
                    <a:pt x="5192" y="2140"/>
                    <a:pt x="5189" y="2136"/>
                  </a:cubicBezTo>
                  <a:cubicBezTo>
                    <a:pt x="5178" y="2133"/>
                    <a:pt x="5171" y="2129"/>
                    <a:pt x="5161" y="2129"/>
                  </a:cubicBezTo>
                  <a:cubicBezTo>
                    <a:pt x="5157" y="2129"/>
                    <a:pt x="5154" y="2129"/>
                    <a:pt x="5150" y="2133"/>
                  </a:cubicBezTo>
                  <a:lnTo>
                    <a:pt x="5140" y="2136"/>
                  </a:lnTo>
                  <a:lnTo>
                    <a:pt x="5133" y="2143"/>
                  </a:lnTo>
                  <a:cubicBezTo>
                    <a:pt x="5062" y="2189"/>
                    <a:pt x="4982" y="2212"/>
                    <a:pt x="4899" y="2212"/>
                  </a:cubicBezTo>
                  <a:cubicBezTo>
                    <a:pt x="4874" y="2212"/>
                    <a:pt x="4849" y="2210"/>
                    <a:pt x="4825" y="2206"/>
                  </a:cubicBezTo>
                  <a:cubicBezTo>
                    <a:pt x="4783" y="2196"/>
                    <a:pt x="4751" y="2171"/>
                    <a:pt x="4730" y="2136"/>
                  </a:cubicBezTo>
                  <a:cubicBezTo>
                    <a:pt x="4685" y="2049"/>
                    <a:pt x="4615" y="1765"/>
                    <a:pt x="4758" y="1601"/>
                  </a:cubicBezTo>
                  <a:cubicBezTo>
                    <a:pt x="4765" y="1590"/>
                    <a:pt x="4776" y="1580"/>
                    <a:pt x="4786" y="1566"/>
                  </a:cubicBezTo>
                  <a:lnTo>
                    <a:pt x="4793" y="1559"/>
                  </a:lnTo>
                  <a:lnTo>
                    <a:pt x="4821" y="1520"/>
                  </a:lnTo>
                  <a:lnTo>
                    <a:pt x="4828" y="1510"/>
                  </a:lnTo>
                  <a:lnTo>
                    <a:pt x="4853" y="1478"/>
                  </a:lnTo>
                  <a:lnTo>
                    <a:pt x="4860" y="1468"/>
                  </a:lnTo>
                  <a:lnTo>
                    <a:pt x="4884" y="1429"/>
                  </a:lnTo>
                  <a:lnTo>
                    <a:pt x="4895" y="1415"/>
                  </a:lnTo>
                  <a:lnTo>
                    <a:pt x="4919" y="1380"/>
                  </a:lnTo>
                  <a:lnTo>
                    <a:pt x="4926" y="1370"/>
                  </a:lnTo>
                  <a:lnTo>
                    <a:pt x="4947" y="1338"/>
                  </a:lnTo>
                  <a:lnTo>
                    <a:pt x="4951" y="1331"/>
                  </a:lnTo>
                  <a:lnTo>
                    <a:pt x="4975" y="1296"/>
                  </a:lnTo>
                  <a:lnTo>
                    <a:pt x="4996" y="1261"/>
                  </a:lnTo>
                  <a:lnTo>
                    <a:pt x="4870" y="1132"/>
                  </a:lnTo>
                  <a:lnTo>
                    <a:pt x="4863" y="1121"/>
                  </a:lnTo>
                  <a:cubicBezTo>
                    <a:pt x="4429" y="666"/>
                    <a:pt x="3988" y="232"/>
                    <a:pt x="3904" y="193"/>
                  </a:cubicBezTo>
                  <a:lnTo>
                    <a:pt x="3862" y="193"/>
                  </a:lnTo>
                  <a:cubicBezTo>
                    <a:pt x="3813" y="193"/>
                    <a:pt x="3743" y="197"/>
                    <a:pt x="3676" y="204"/>
                  </a:cubicBezTo>
                  <a:cubicBezTo>
                    <a:pt x="3603" y="208"/>
                    <a:pt x="3541" y="212"/>
                    <a:pt x="3490" y="212"/>
                  </a:cubicBezTo>
                  <a:cubicBezTo>
                    <a:pt x="3427" y="212"/>
                    <a:pt x="3380" y="207"/>
                    <a:pt x="3347" y="193"/>
                  </a:cubicBezTo>
                  <a:cubicBezTo>
                    <a:pt x="3330" y="186"/>
                    <a:pt x="3309" y="176"/>
                    <a:pt x="3291" y="162"/>
                  </a:cubicBezTo>
                  <a:cubicBezTo>
                    <a:pt x="3282" y="156"/>
                    <a:pt x="3275" y="152"/>
                    <a:pt x="3265" y="152"/>
                  </a:cubicBezTo>
                  <a:cubicBezTo>
                    <a:pt x="3248" y="152"/>
                    <a:pt x="3223" y="162"/>
                    <a:pt x="3165" y="190"/>
                  </a:cubicBezTo>
                  <a:cubicBezTo>
                    <a:pt x="3116" y="214"/>
                    <a:pt x="3073" y="224"/>
                    <a:pt x="3034" y="224"/>
                  </a:cubicBezTo>
                  <a:cubicBezTo>
                    <a:pt x="2932" y="224"/>
                    <a:pt x="2862" y="155"/>
                    <a:pt x="2808" y="99"/>
                  </a:cubicBezTo>
                  <a:cubicBezTo>
                    <a:pt x="2787" y="81"/>
                    <a:pt x="2770" y="64"/>
                    <a:pt x="2752" y="46"/>
                  </a:cubicBezTo>
                  <a:lnTo>
                    <a:pt x="2731" y="29"/>
                  </a:lnTo>
                  <a:cubicBezTo>
                    <a:pt x="2710" y="15"/>
                    <a:pt x="2686" y="4"/>
                    <a:pt x="2661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61" name="Google Shape;4919;p80">
              <a:extLst>
                <a:ext uri="{FF2B5EF4-FFF2-40B4-BE49-F238E27FC236}">
                  <a16:creationId xmlns:a16="http://schemas.microsoft.com/office/drawing/2014/main" id="{46692A8D-A010-266C-B91D-1669BA692EF0}"/>
                </a:ext>
              </a:extLst>
            </p:cNvPr>
            <p:cNvSpPr/>
            <p:nvPr/>
          </p:nvSpPr>
          <p:spPr>
            <a:xfrm>
              <a:off x="2360015" y="1962711"/>
              <a:ext cx="149" cy="204"/>
            </a:xfrm>
            <a:custGeom>
              <a:avLst/>
              <a:gdLst/>
              <a:ahLst/>
              <a:cxnLst/>
              <a:rect l="l" t="t" r="r" b="b"/>
              <a:pathLst>
                <a:path w="11" h="15" extrusionOk="0">
                  <a:moveTo>
                    <a:pt x="11" y="0"/>
                  </a:moveTo>
                  <a:lnTo>
                    <a:pt x="0" y="14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62" name="Google Shape;4920;p80">
              <a:extLst>
                <a:ext uri="{FF2B5EF4-FFF2-40B4-BE49-F238E27FC236}">
                  <a16:creationId xmlns:a16="http://schemas.microsoft.com/office/drawing/2014/main" id="{391840B8-FE69-760E-0E33-9FE8B6F43507}"/>
                </a:ext>
              </a:extLst>
            </p:cNvPr>
            <p:cNvSpPr/>
            <p:nvPr/>
          </p:nvSpPr>
          <p:spPr>
            <a:xfrm>
              <a:off x="2360965" y="1967409"/>
              <a:ext cx="3761" cy="4861"/>
            </a:xfrm>
            <a:custGeom>
              <a:avLst/>
              <a:gdLst/>
              <a:ahLst/>
              <a:cxnLst/>
              <a:rect l="l" t="t" r="r" b="b"/>
              <a:pathLst>
                <a:path w="277" h="358" extrusionOk="0">
                  <a:moveTo>
                    <a:pt x="0" y="1"/>
                  </a:moveTo>
                  <a:cubicBezTo>
                    <a:pt x="81" y="141"/>
                    <a:pt x="193" y="316"/>
                    <a:pt x="277" y="358"/>
                  </a:cubicBezTo>
                  <a:cubicBezTo>
                    <a:pt x="193" y="312"/>
                    <a:pt x="81" y="137"/>
                    <a:pt x="0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63" name="Google Shape;4921;p80">
              <a:extLst>
                <a:ext uri="{FF2B5EF4-FFF2-40B4-BE49-F238E27FC236}">
                  <a16:creationId xmlns:a16="http://schemas.microsoft.com/office/drawing/2014/main" id="{9053A8E4-6936-A0CC-FBC4-937675A800A3}"/>
                </a:ext>
              </a:extLst>
            </p:cNvPr>
            <p:cNvSpPr/>
            <p:nvPr/>
          </p:nvSpPr>
          <p:spPr>
            <a:xfrm>
              <a:off x="2359580" y="1964707"/>
              <a:ext cx="14" cy="14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1" y="0"/>
                  </a:move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64" name="Google Shape;4922;p80">
              <a:extLst>
                <a:ext uri="{FF2B5EF4-FFF2-40B4-BE49-F238E27FC236}">
                  <a16:creationId xmlns:a16="http://schemas.microsoft.com/office/drawing/2014/main" id="{0EC135B1-2FA1-A274-C5F4-F5871AC6B65F}"/>
                </a:ext>
              </a:extLst>
            </p:cNvPr>
            <p:cNvSpPr/>
            <p:nvPr/>
          </p:nvSpPr>
          <p:spPr>
            <a:xfrm>
              <a:off x="2360205" y="1962087"/>
              <a:ext cx="299" cy="489"/>
            </a:xfrm>
            <a:custGeom>
              <a:avLst/>
              <a:gdLst/>
              <a:ahLst/>
              <a:cxnLst/>
              <a:rect l="l" t="t" r="r" b="b"/>
              <a:pathLst>
                <a:path w="22" h="36" extrusionOk="0">
                  <a:moveTo>
                    <a:pt x="0" y="36"/>
                  </a:moveTo>
                  <a:cubicBezTo>
                    <a:pt x="7" y="25"/>
                    <a:pt x="14" y="11"/>
                    <a:pt x="21" y="1"/>
                  </a:cubicBezTo>
                  <a:lnTo>
                    <a:pt x="21" y="1"/>
                  </a:lnTo>
                  <a:cubicBezTo>
                    <a:pt x="14" y="11"/>
                    <a:pt x="7" y="25"/>
                    <a:pt x="0" y="36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65" name="Google Shape;4923;p80">
              <a:extLst>
                <a:ext uri="{FF2B5EF4-FFF2-40B4-BE49-F238E27FC236}">
                  <a16:creationId xmlns:a16="http://schemas.microsoft.com/office/drawing/2014/main" id="{20F7CC94-99D9-F3E2-0C8E-04382B864E31}"/>
                </a:ext>
              </a:extLst>
            </p:cNvPr>
            <p:cNvSpPr/>
            <p:nvPr/>
          </p:nvSpPr>
          <p:spPr>
            <a:xfrm>
              <a:off x="2354027" y="2011522"/>
              <a:ext cx="149" cy="14"/>
            </a:xfrm>
            <a:custGeom>
              <a:avLst/>
              <a:gdLst/>
              <a:ahLst/>
              <a:cxnLst/>
              <a:rect l="l" t="t" r="r" b="b"/>
              <a:pathLst>
                <a:path w="11" h="1" extrusionOk="0">
                  <a:moveTo>
                    <a:pt x="0" y="1"/>
                  </a:moveTo>
                  <a:lnTo>
                    <a:pt x="7" y="1"/>
                  </a:lnTo>
                  <a:lnTo>
                    <a:pt x="11" y="1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66" name="Google Shape;4924;p80">
              <a:extLst>
                <a:ext uri="{FF2B5EF4-FFF2-40B4-BE49-F238E27FC236}">
                  <a16:creationId xmlns:a16="http://schemas.microsoft.com/office/drawing/2014/main" id="{B4C0C646-14FC-1CD5-B7D6-0B827B14BB54}"/>
                </a:ext>
              </a:extLst>
            </p:cNvPr>
            <p:cNvSpPr/>
            <p:nvPr/>
          </p:nvSpPr>
          <p:spPr>
            <a:xfrm>
              <a:off x="2353647" y="2011577"/>
              <a:ext cx="299" cy="54"/>
            </a:xfrm>
            <a:custGeom>
              <a:avLst/>
              <a:gdLst/>
              <a:ahLst/>
              <a:cxnLst/>
              <a:rect l="l" t="t" r="r" b="b"/>
              <a:pathLst>
                <a:path w="22" h="4" extrusionOk="0">
                  <a:moveTo>
                    <a:pt x="0" y="4"/>
                  </a:moveTo>
                  <a:lnTo>
                    <a:pt x="21" y="0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67" name="Google Shape;4925;p80">
              <a:extLst>
                <a:ext uri="{FF2B5EF4-FFF2-40B4-BE49-F238E27FC236}">
                  <a16:creationId xmlns:a16="http://schemas.microsoft.com/office/drawing/2014/main" id="{BEC076F4-3D2C-567E-7090-F0BDEE45F3CD}"/>
                </a:ext>
              </a:extLst>
            </p:cNvPr>
            <p:cNvSpPr/>
            <p:nvPr/>
          </p:nvSpPr>
          <p:spPr>
            <a:xfrm>
              <a:off x="2356159" y="2010572"/>
              <a:ext cx="3815" cy="543"/>
            </a:xfrm>
            <a:custGeom>
              <a:avLst/>
              <a:gdLst/>
              <a:ahLst/>
              <a:cxnLst/>
              <a:rect l="l" t="t" r="r" b="b"/>
              <a:pathLst>
                <a:path w="281" h="40" extrusionOk="0">
                  <a:moveTo>
                    <a:pt x="1" y="39"/>
                  </a:moveTo>
                  <a:lnTo>
                    <a:pt x="1" y="39"/>
                  </a:lnTo>
                  <a:cubicBezTo>
                    <a:pt x="92" y="18"/>
                    <a:pt x="186" y="8"/>
                    <a:pt x="281" y="1"/>
                  </a:cubicBezTo>
                  <a:cubicBezTo>
                    <a:pt x="186" y="8"/>
                    <a:pt x="92" y="18"/>
                    <a:pt x="1" y="39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68" name="Google Shape;4926;p80">
              <a:extLst>
                <a:ext uri="{FF2B5EF4-FFF2-40B4-BE49-F238E27FC236}">
                  <a16:creationId xmlns:a16="http://schemas.microsoft.com/office/drawing/2014/main" id="{50CF0E27-1F86-AEA6-BD16-75F9B27DF7A1}"/>
                </a:ext>
              </a:extLst>
            </p:cNvPr>
            <p:cNvSpPr/>
            <p:nvPr/>
          </p:nvSpPr>
          <p:spPr>
            <a:xfrm>
              <a:off x="2314720" y="1939562"/>
              <a:ext cx="244" cy="584"/>
            </a:xfrm>
            <a:custGeom>
              <a:avLst/>
              <a:gdLst/>
              <a:ahLst/>
              <a:cxnLst/>
              <a:rect l="l" t="t" r="r" b="b"/>
              <a:pathLst>
                <a:path w="18" h="43" extrusionOk="0">
                  <a:moveTo>
                    <a:pt x="0" y="42"/>
                  </a:moveTo>
                  <a:cubicBezTo>
                    <a:pt x="4" y="28"/>
                    <a:pt x="11" y="14"/>
                    <a:pt x="18" y="0"/>
                  </a:cubicBezTo>
                  <a:cubicBezTo>
                    <a:pt x="11" y="14"/>
                    <a:pt x="4" y="28"/>
                    <a:pt x="0" y="42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69" name="Google Shape;4927;p80">
              <a:extLst>
                <a:ext uri="{FF2B5EF4-FFF2-40B4-BE49-F238E27FC236}">
                  <a16:creationId xmlns:a16="http://schemas.microsoft.com/office/drawing/2014/main" id="{476C2F41-A631-835F-115C-AE265F76D20F}"/>
                </a:ext>
              </a:extLst>
            </p:cNvPr>
            <p:cNvSpPr/>
            <p:nvPr/>
          </p:nvSpPr>
          <p:spPr>
            <a:xfrm>
              <a:off x="2314381" y="1940268"/>
              <a:ext cx="258" cy="543"/>
            </a:xfrm>
            <a:custGeom>
              <a:avLst/>
              <a:gdLst/>
              <a:ahLst/>
              <a:cxnLst/>
              <a:rect l="l" t="t" r="r" b="b"/>
              <a:pathLst>
                <a:path w="19" h="40" extrusionOk="0">
                  <a:moveTo>
                    <a:pt x="1" y="39"/>
                  </a:moveTo>
                  <a:lnTo>
                    <a:pt x="18" y="1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70" name="Google Shape;4928;p80">
              <a:extLst>
                <a:ext uri="{FF2B5EF4-FFF2-40B4-BE49-F238E27FC236}">
                  <a16:creationId xmlns:a16="http://schemas.microsoft.com/office/drawing/2014/main" id="{9395B578-12A2-9B19-7BE6-E16A0E1255DC}"/>
                </a:ext>
              </a:extLst>
            </p:cNvPr>
            <p:cNvSpPr/>
            <p:nvPr/>
          </p:nvSpPr>
          <p:spPr>
            <a:xfrm>
              <a:off x="2315005" y="1938896"/>
              <a:ext cx="244" cy="584"/>
            </a:xfrm>
            <a:custGeom>
              <a:avLst/>
              <a:gdLst/>
              <a:ahLst/>
              <a:cxnLst/>
              <a:rect l="l" t="t" r="r" b="b"/>
              <a:pathLst>
                <a:path w="18" h="43" extrusionOk="0">
                  <a:moveTo>
                    <a:pt x="0" y="42"/>
                  </a:moveTo>
                  <a:cubicBezTo>
                    <a:pt x="4" y="28"/>
                    <a:pt x="11" y="14"/>
                    <a:pt x="18" y="0"/>
                  </a:cubicBezTo>
                  <a:cubicBezTo>
                    <a:pt x="11" y="14"/>
                    <a:pt x="4" y="28"/>
                    <a:pt x="0" y="42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71" name="Google Shape;4929;p80">
              <a:extLst>
                <a:ext uri="{FF2B5EF4-FFF2-40B4-BE49-F238E27FC236}">
                  <a16:creationId xmlns:a16="http://schemas.microsoft.com/office/drawing/2014/main" id="{31A57ABE-9BC6-7815-7D93-57462872319D}"/>
                </a:ext>
              </a:extLst>
            </p:cNvPr>
            <p:cNvSpPr/>
            <p:nvPr/>
          </p:nvSpPr>
          <p:spPr>
            <a:xfrm>
              <a:off x="2315236" y="1938231"/>
              <a:ext cx="204" cy="625"/>
            </a:xfrm>
            <a:custGeom>
              <a:avLst/>
              <a:gdLst/>
              <a:ahLst/>
              <a:cxnLst/>
              <a:rect l="l" t="t" r="r" b="b"/>
              <a:pathLst>
                <a:path w="15" h="46" extrusionOk="0">
                  <a:moveTo>
                    <a:pt x="1" y="46"/>
                  </a:moveTo>
                  <a:cubicBezTo>
                    <a:pt x="8" y="28"/>
                    <a:pt x="11" y="14"/>
                    <a:pt x="15" y="0"/>
                  </a:cubicBezTo>
                  <a:cubicBezTo>
                    <a:pt x="11" y="14"/>
                    <a:pt x="8" y="28"/>
                    <a:pt x="1" y="46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72" name="Google Shape;4930;p80">
              <a:extLst>
                <a:ext uri="{FF2B5EF4-FFF2-40B4-BE49-F238E27FC236}">
                  <a16:creationId xmlns:a16="http://schemas.microsoft.com/office/drawing/2014/main" id="{0C0BADCB-824F-C14E-B711-DE436045962F}"/>
                </a:ext>
              </a:extLst>
            </p:cNvPr>
            <p:cNvSpPr/>
            <p:nvPr/>
          </p:nvSpPr>
          <p:spPr>
            <a:xfrm>
              <a:off x="2314055" y="1940933"/>
              <a:ext cx="244" cy="489"/>
            </a:xfrm>
            <a:custGeom>
              <a:avLst/>
              <a:gdLst/>
              <a:ahLst/>
              <a:cxnLst/>
              <a:rect l="l" t="t" r="r" b="b"/>
              <a:pathLst>
                <a:path w="18" h="36" extrusionOk="0">
                  <a:moveTo>
                    <a:pt x="0" y="36"/>
                  </a:moveTo>
                  <a:lnTo>
                    <a:pt x="18" y="1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73" name="Google Shape;4931;p80">
              <a:extLst>
                <a:ext uri="{FF2B5EF4-FFF2-40B4-BE49-F238E27FC236}">
                  <a16:creationId xmlns:a16="http://schemas.microsoft.com/office/drawing/2014/main" id="{FA31A695-F302-2904-1AA5-B958A991367E}"/>
                </a:ext>
              </a:extLst>
            </p:cNvPr>
            <p:cNvSpPr/>
            <p:nvPr/>
          </p:nvSpPr>
          <p:spPr>
            <a:xfrm>
              <a:off x="2315481" y="1937511"/>
              <a:ext cx="204" cy="584"/>
            </a:xfrm>
            <a:custGeom>
              <a:avLst/>
              <a:gdLst/>
              <a:ahLst/>
              <a:cxnLst/>
              <a:rect l="l" t="t" r="r" b="b"/>
              <a:pathLst>
                <a:path w="15" h="43" extrusionOk="0">
                  <a:moveTo>
                    <a:pt x="0" y="43"/>
                  </a:moveTo>
                  <a:cubicBezTo>
                    <a:pt x="4" y="29"/>
                    <a:pt x="11" y="15"/>
                    <a:pt x="14" y="1"/>
                  </a:cubicBezTo>
                  <a:cubicBezTo>
                    <a:pt x="11" y="15"/>
                    <a:pt x="4" y="29"/>
                    <a:pt x="0" y="43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74" name="Google Shape;4932;p80">
              <a:extLst>
                <a:ext uri="{FF2B5EF4-FFF2-40B4-BE49-F238E27FC236}">
                  <a16:creationId xmlns:a16="http://schemas.microsoft.com/office/drawing/2014/main" id="{C60C49BF-72EF-270A-02DE-9CE3D21BE6A4}"/>
                </a:ext>
              </a:extLst>
            </p:cNvPr>
            <p:cNvSpPr/>
            <p:nvPr/>
          </p:nvSpPr>
          <p:spPr>
            <a:xfrm>
              <a:off x="2296038" y="1987707"/>
              <a:ext cx="1955" cy="2444"/>
            </a:xfrm>
            <a:custGeom>
              <a:avLst/>
              <a:gdLst/>
              <a:ahLst/>
              <a:cxnLst/>
              <a:rect l="l" t="t" r="r" b="b"/>
              <a:pathLst>
                <a:path w="144" h="180" extrusionOk="0">
                  <a:moveTo>
                    <a:pt x="0" y="1"/>
                  </a:moveTo>
                  <a:cubicBezTo>
                    <a:pt x="35" y="67"/>
                    <a:pt x="84" y="130"/>
                    <a:pt x="144" y="179"/>
                  </a:cubicBezTo>
                  <a:cubicBezTo>
                    <a:pt x="84" y="130"/>
                    <a:pt x="35" y="67"/>
                    <a:pt x="0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75" name="Google Shape;4933;p80">
              <a:extLst>
                <a:ext uri="{FF2B5EF4-FFF2-40B4-BE49-F238E27FC236}">
                  <a16:creationId xmlns:a16="http://schemas.microsoft.com/office/drawing/2014/main" id="{A5C8CFB0-E11B-439A-7998-812E380296F4}"/>
                </a:ext>
              </a:extLst>
            </p:cNvPr>
            <p:cNvSpPr/>
            <p:nvPr/>
          </p:nvSpPr>
          <p:spPr>
            <a:xfrm>
              <a:off x="2315807" y="1936086"/>
              <a:ext cx="68" cy="584"/>
            </a:xfrm>
            <a:custGeom>
              <a:avLst/>
              <a:gdLst/>
              <a:ahLst/>
              <a:cxnLst/>
              <a:rect l="l" t="t" r="r" b="b"/>
              <a:pathLst>
                <a:path w="5" h="43" extrusionOk="0">
                  <a:moveTo>
                    <a:pt x="1" y="43"/>
                  </a:moveTo>
                  <a:cubicBezTo>
                    <a:pt x="1" y="29"/>
                    <a:pt x="4" y="15"/>
                    <a:pt x="4" y="1"/>
                  </a:cubicBezTo>
                  <a:cubicBezTo>
                    <a:pt x="4" y="15"/>
                    <a:pt x="1" y="29"/>
                    <a:pt x="1" y="43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76" name="Google Shape;4934;p80">
              <a:extLst>
                <a:ext uri="{FF2B5EF4-FFF2-40B4-BE49-F238E27FC236}">
                  <a16:creationId xmlns:a16="http://schemas.microsoft.com/office/drawing/2014/main" id="{405C6101-0B78-1095-AF13-0E9E0BA0BF72}"/>
                </a:ext>
              </a:extLst>
            </p:cNvPr>
            <p:cNvSpPr/>
            <p:nvPr/>
          </p:nvSpPr>
          <p:spPr>
            <a:xfrm>
              <a:off x="2315671" y="1936751"/>
              <a:ext cx="149" cy="638"/>
            </a:xfrm>
            <a:custGeom>
              <a:avLst/>
              <a:gdLst/>
              <a:ahLst/>
              <a:cxnLst/>
              <a:rect l="l" t="t" r="r" b="b"/>
              <a:pathLst>
                <a:path w="11" h="47" extrusionOk="0">
                  <a:moveTo>
                    <a:pt x="0" y="46"/>
                  </a:moveTo>
                  <a:cubicBezTo>
                    <a:pt x="4" y="32"/>
                    <a:pt x="7" y="15"/>
                    <a:pt x="11" y="1"/>
                  </a:cubicBezTo>
                  <a:cubicBezTo>
                    <a:pt x="7" y="15"/>
                    <a:pt x="4" y="32"/>
                    <a:pt x="0" y="46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77" name="Google Shape;4935;p80">
              <a:extLst>
                <a:ext uri="{FF2B5EF4-FFF2-40B4-BE49-F238E27FC236}">
                  <a16:creationId xmlns:a16="http://schemas.microsoft.com/office/drawing/2014/main" id="{F77BF44E-35A5-24B1-D61C-9E211253BA78}"/>
                </a:ext>
              </a:extLst>
            </p:cNvPr>
            <p:cNvSpPr/>
            <p:nvPr/>
          </p:nvSpPr>
          <p:spPr>
            <a:xfrm>
              <a:off x="2309534" y="2006390"/>
              <a:ext cx="54" cy="258"/>
            </a:xfrm>
            <a:custGeom>
              <a:avLst/>
              <a:gdLst/>
              <a:ahLst/>
              <a:cxnLst/>
              <a:rect l="l" t="t" r="r" b="b"/>
              <a:pathLst>
                <a:path w="4" h="19" extrusionOk="0">
                  <a:moveTo>
                    <a:pt x="0" y="18"/>
                  </a:moveTo>
                  <a:lnTo>
                    <a:pt x="4" y="1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78" name="Google Shape;4936;p80">
              <a:extLst>
                <a:ext uri="{FF2B5EF4-FFF2-40B4-BE49-F238E27FC236}">
                  <a16:creationId xmlns:a16="http://schemas.microsoft.com/office/drawing/2014/main" id="{FCC5AD5A-9612-0276-13B8-30084BE3EBB2}"/>
                </a:ext>
              </a:extLst>
            </p:cNvPr>
            <p:cNvSpPr/>
            <p:nvPr/>
          </p:nvSpPr>
          <p:spPr>
            <a:xfrm>
              <a:off x="2308909" y="2000973"/>
              <a:ext cx="1344" cy="3775"/>
            </a:xfrm>
            <a:custGeom>
              <a:avLst/>
              <a:gdLst/>
              <a:ahLst/>
              <a:cxnLst/>
              <a:rect l="l" t="t" r="r" b="b"/>
              <a:pathLst>
                <a:path w="99" h="278" extrusionOk="0">
                  <a:moveTo>
                    <a:pt x="57" y="35"/>
                  </a:moveTo>
                  <a:cubicBezTo>
                    <a:pt x="43" y="18"/>
                    <a:pt x="22" y="4"/>
                    <a:pt x="1" y="0"/>
                  </a:cubicBezTo>
                  <a:cubicBezTo>
                    <a:pt x="22" y="4"/>
                    <a:pt x="43" y="18"/>
                    <a:pt x="57" y="35"/>
                  </a:cubicBezTo>
                  <a:cubicBezTo>
                    <a:pt x="99" y="84"/>
                    <a:pt x="92" y="154"/>
                    <a:pt x="71" y="277"/>
                  </a:cubicBezTo>
                  <a:cubicBezTo>
                    <a:pt x="92" y="154"/>
                    <a:pt x="99" y="84"/>
                    <a:pt x="57" y="35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79" name="Google Shape;4937;p80">
              <a:extLst>
                <a:ext uri="{FF2B5EF4-FFF2-40B4-BE49-F238E27FC236}">
                  <a16:creationId xmlns:a16="http://schemas.microsoft.com/office/drawing/2014/main" id="{BEF7FFEA-BE0C-925F-978E-278D5CEC7277}"/>
                </a:ext>
              </a:extLst>
            </p:cNvPr>
            <p:cNvSpPr/>
            <p:nvPr/>
          </p:nvSpPr>
          <p:spPr>
            <a:xfrm>
              <a:off x="2309344" y="2007775"/>
              <a:ext cx="14" cy="14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0" y="0"/>
                  </a:move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80" name="Google Shape;4938;p80">
              <a:extLst>
                <a:ext uri="{FF2B5EF4-FFF2-40B4-BE49-F238E27FC236}">
                  <a16:creationId xmlns:a16="http://schemas.microsoft.com/office/drawing/2014/main" id="{B0C2EBE6-B3AD-2366-5823-208EB97D7D76}"/>
                </a:ext>
              </a:extLst>
            </p:cNvPr>
            <p:cNvSpPr/>
            <p:nvPr/>
          </p:nvSpPr>
          <p:spPr>
            <a:xfrm>
              <a:off x="2300029" y="1964042"/>
              <a:ext cx="14" cy="299"/>
            </a:xfrm>
            <a:custGeom>
              <a:avLst/>
              <a:gdLst/>
              <a:ahLst/>
              <a:cxnLst/>
              <a:rect l="l" t="t" r="r" b="b"/>
              <a:pathLst>
                <a:path w="1" h="22" extrusionOk="0">
                  <a:moveTo>
                    <a:pt x="0" y="0"/>
                  </a:moveTo>
                  <a:cubicBezTo>
                    <a:pt x="0" y="7"/>
                    <a:pt x="0" y="14"/>
                    <a:pt x="0" y="21"/>
                  </a:cubicBezTo>
                  <a:cubicBezTo>
                    <a:pt x="0" y="14"/>
                    <a:pt x="0" y="7"/>
                    <a:pt x="0" y="0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81" name="Google Shape;4939;p80">
              <a:extLst>
                <a:ext uri="{FF2B5EF4-FFF2-40B4-BE49-F238E27FC236}">
                  <a16:creationId xmlns:a16="http://schemas.microsoft.com/office/drawing/2014/main" id="{BFF8BA33-70FF-B3F2-2458-C8378EFE5739}"/>
                </a:ext>
              </a:extLst>
            </p:cNvPr>
            <p:cNvSpPr/>
            <p:nvPr/>
          </p:nvSpPr>
          <p:spPr>
            <a:xfrm>
              <a:off x="2359064" y="1961326"/>
              <a:ext cx="14" cy="14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0" y="1"/>
                  </a:move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82" name="Google Shape;4940;p80">
              <a:extLst>
                <a:ext uri="{FF2B5EF4-FFF2-40B4-BE49-F238E27FC236}">
                  <a16:creationId xmlns:a16="http://schemas.microsoft.com/office/drawing/2014/main" id="{EE30B98C-CACB-F536-83E7-67CF222E6F18}"/>
                </a:ext>
              </a:extLst>
            </p:cNvPr>
            <p:cNvSpPr/>
            <p:nvPr/>
          </p:nvSpPr>
          <p:spPr>
            <a:xfrm>
              <a:off x="2354407" y="1952868"/>
              <a:ext cx="149" cy="204"/>
            </a:xfrm>
            <a:custGeom>
              <a:avLst/>
              <a:gdLst/>
              <a:ahLst/>
              <a:cxnLst/>
              <a:rect l="l" t="t" r="r" b="b"/>
              <a:pathLst>
                <a:path w="11" h="15" extrusionOk="0">
                  <a:moveTo>
                    <a:pt x="11" y="1"/>
                  </a:moveTo>
                  <a:lnTo>
                    <a:pt x="0" y="15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83" name="Google Shape;4941;p80">
              <a:extLst>
                <a:ext uri="{FF2B5EF4-FFF2-40B4-BE49-F238E27FC236}">
                  <a16:creationId xmlns:a16="http://schemas.microsoft.com/office/drawing/2014/main" id="{923CBF3D-7A38-E6DE-1676-5EF35E0D42F6}"/>
                </a:ext>
              </a:extLst>
            </p:cNvPr>
            <p:cNvSpPr/>
            <p:nvPr/>
          </p:nvSpPr>
          <p:spPr>
            <a:xfrm>
              <a:off x="2355779" y="1950967"/>
              <a:ext cx="109" cy="163"/>
            </a:xfrm>
            <a:custGeom>
              <a:avLst/>
              <a:gdLst/>
              <a:ahLst/>
              <a:cxnLst/>
              <a:rect l="l" t="t" r="r" b="b"/>
              <a:pathLst>
                <a:path w="8" h="12" extrusionOk="0">
                  <a:moveTo>
                    <a:pt x="8" y="1"/>
                  </a:moveTo>
                  <a:lnTo>
                    <a:pt x="1" y="11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84" name="Google Shape;4942;p80">
              <a:extLst>
                <a:ext uri="{FF2B5EF4-FFF2-40B4-BE49-F238E27FC236}">
                  <a16:creationId xmlns:a16="http://schemas.microsoft.com/office/drawing/2014/main" id="{51DFCDFD-9733-6F35-D341-88F0CD410BAD}"/>
                </a:ext>
              </a:extLst>
            </p:cNvPr>
            <p:cNvSpPr/>
            <p:nvPr/>
          </p:nvSpPr>
          <p:spPr>
            <a:xfrm>
              <a:off x="2353932" y="1953533"/>
              <a:ext cx="109" cy="163"/>
            </a:xfrm>
            <a:custGeom>
              <a:avLst/>
              <a:gdLst/>
              <a:ahLst/>
              <a:cxnLst/>
              <a:rect l="l" t="t" r="r" b="b"/>
              <a:pathLst>
                <a:path w="8" h="12" extrusionOk="0">
                  <a:moveTo>
                    <a:pt x="7" y="1"/>
                  </a:moveTo>
                  <a:lnTo>
                    <a:pt x="0" y="11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85" name="Google Shape;4943;p80">
              <a:extLst>
                <a:ext uri="{FF2B5EF4-FFF2-40B4-BE49-F238E27FC236}">
                  <a16:creationId xmlns:a16="http://schemas.microsoft.com/office/drawing/2014/main" id="{3F7564DE-E1F1-BAA0-0D89-040294ECB8C5}"/>
                </a:ext>
              </a:extLst>
            </p:cNvPr>
            <p:cNvSpPr/>
            <p:nvPr/>
          </p:nvSpPr>
          <p:spPr>
            <a:xfrm>
              <a:off x="2358915" y="1961326"/>
              <a:ext cx="14" cy="14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1" y="1"/>
                  </a:move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86" name="Google Shape;4944;p80">
              <a:extLst>
                <a:ext uri="{FF2B5EF4-FFF2-40B4-BE49-F238E27FC236}">
                  <a16:creationId xmlns:a16="http://schemas.microsoft.com/office/drawing/2014/main" id="{A0B7FD3D-682D-F5EF-E9D8-16872A748F71}"/>
                </a:ext>
              </a:extLst>
            </p:cNvPr>
            <p:cNvSpPr/>
            <p:nvPr/>
          </p:nvSpPr>
          <p:spPr>
            <a:xfrm>
              <a:off x="2354828" y="1952297"/>
              <a:ext cx="163" cy="204"/>
            </a:xfrm>
            <a:custGeom>
              <a:avLst/>
              <a:gdLst/>
              <a:ahLst/>
              <a:cxnLst/>
              <a:rect l="l" t="t" r="r" b="b"/>
              <a:pathLst>
                <a:path w="12" h="15" extrusionOk="0">
                  <a:moveTo>
                    <a:pt x="11" y="1"/>
                  </a:moveTo>
                  <a:lnTo>
                    <a:pt x="1" y="15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87" name="Google Shape;4945;p80">
              <a:extLst>
                <a:ext uri="{FF2B5EF4-FFF2-40B4-BE49-F238E27FC236}">
                  <a16:creationId xmlns:a16="http://schemas.microsoft.com/office/drawing/2014/main" id="{D2790968-12AA-6205-3E5C-C52C4EA46358}"/>
                </a:ext>
              </a:extLst>
            </p:cNvPr>
            <p:cNvSpPr/>
            <p:nvPr/>
          </p:nvSpPr>
          <p:spPr>
            <a:xfrm>
              <a:off x="2358779" y="1961381"/>
              <a:ext cx="14" cy="14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0" y="0"/>
                  </a:move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88" name="Google Shape;4946;p80">
              <a:extLst>
                <a:ext uri="{FF2B5EF4-FFF2-40B4-BE49-F238E27FC236}">
                  <a16:creationId xmlns:a16="http://schemas.microsoft.com/office/drawing/2014/main" id="{55005279-44A1-D678-06FB-A3E16FAB9371}"/>
                </a:ext>
              </a:extLst>
            </p:cNvPr>
            <p:cNvSpPr/>
            <p:nvPr/>
          </p:nvSpPr>
          <p:spPr>
            <a:xfrm>
              <a:off x="2359445" y="1961381"/>
              <a:ext cx="14" cy="14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0" y="0"/>
                  </a:move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89" name="Google Shape;4947;p80">
              <a:extLst>
                <a:ext uri="{FF2B5EF4-FFF2-40B4-BE49-F238E27FC236}">
                  <a16:creationId xmlns:a16="http://schemas.microsoft.com/office/drawing/2014/main" id="{A3111299-D2C7-AA08-816B-BC36269770C8}"/>
                </a:ext>
              </a:extLst>
            </p:cNvPr>
            <p:cNvSpPr/>
            <p:nvPr/>
          </p:nvSpPr>
          <p:spPr>
            <a:xfrm>
              <a:off x="2356118" y="1950451"/>
              <a:ext cx="109" cy="109"/>
            </a:xfrm>
            <a:custGeom>
              <a:avLst/>
              <a:gdLst/>
              <a:ahLst/>
              <a:cxnLst/>
              <a:rect l="l" t="t" r="r" b="b"/>
              <a:pathLst>
                <a:path w="8" h="8" extrusionOk="0">
                  <a:moveTo>
                    <a:pt x="7" y="0"/>
                  </a:moveTo>
                  <a:lnTo>
                    <a:pt x="0" y="7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90" name="Google Shape;4948;p80">
              <a:extLst>
                <a:ext uri="{FF2B5EF4-FFF2-40B4-BE49-F238E27FC236}">
                  <a16:creationId xmlns:a16="http://schemas.microsoft.com/office/drawing/2014/main" id="{A972A8EC-C686-2698-8BBE-3EEB84AFDCEC}"/>
                </a:ext>
              </a:extLst>
            </p:cNvPr>
            <p:cNvSpPr/>
            <p:nvPr/>
          </p:nvSpPr>
          <p:spPr>
            <a:xfrm>
              <a:off x="2360056" y="1961761"/>
              <a:ext cx="68" cy="14"/>
            </a:xfrm>
            <a:custGeom>
              <a:avLst/>
              <a:gdLst/>
              <a:ahLst/>
              <a:cxnLst/>
              <a:rect l="l" t="t" r="r" b="b"/>
              <a:pathLst>
                <a:path w="5" h="1" extrusionOk="0">
                  <a:moveTo>
                    <a:pt x="1" y="0"/>
                  </a:moveTo>
                  <a:lnTo>
                    <a:pt x="4" y="0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91" name="Google Shape;4949;p80">
              <a:extLst>
                <a:ext uri="{FF2B5EF4-FFF2-40B4-BE49-F238E27FC236}">
                  <a16:creationId xmlns:a16="http://schemas.microsoft.com/office/drawing/2014/main" id="{7ED23310-272E-B15C-E243-669692872AC6}"/>
                </a:ext>
              </a:extLst>
            </p:cNvPr>
            <p:cNvSpPr/>
            <p:nvPr/>
          </p:nvSpPr>
          <p:spPr>
            <a:xfrm>
              <a:off x="2359730" y="1961516"/>
              <a:ext cx="54" cy="14"/>
            </a:xfrm>
            <a:custGeom>
              <a:avLst/>
              <a:gdLst/>
              <a:ahLst/>
              <a:cxnLst/>
              <a:rect l="l" t="t" r="r" b="b"/>
              <a:pathLst>
                <a:path w="4" h="1" extrusionOk="0">
                  <a:moveTo>
                    <a:pt x="0" y="1"/>
                  </a:moveTo>
                  <a:lnTo>
                    <a:pt x="4" y="1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92" name="Google Shape;4950;p80">
              <a:extLst>
                <a:ext uri="{FF2B5EF4-FFF2-40B4-BE49-F238E27FC236}">
                  <a16:creationId xmlns:a16="http://schemas.microsoft.com/office/drawing/2014/main" id="{20090D3E-736B-294C-5E3F-D4836E991795}"/>
                </a:ext>
              </a:extLst>
            </p:cNvPr>
            <p:cNvSpPr/>
            <p:nvPr/>
          </p:nvSpPr>
          <p:spPr>
            <a:xfrm>
              <a:off x="2355263" y="1951591"/>
              <a:ext cx="204" cy="244"/>
            </a:xfrm>
            <a:custGeom>
              <a:avLst/>
              <a:gdLst/>
              <a:ahLst/>
              <a:cxnLst/>
              <a:rect l="l" t="t" r="r" b="b"/>
              <a:pathLst>
                <a:path w="15" h="18" extrusionOk="0">
                  <a:moveTo>
                    <a:pt x="14" y="0"/>
                  </a:moveTo>
                  <a:lnTo>
                    <a:pt x="0" y="18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93" name="Google Shape;4951;p80">
              <a:extLst>
                <a:ext uri="{FF2B5EF4-FFF2-40B4-BE49-F238E27FC236}">
                  <a16:creationId xmlns:a16="http://schemas.microsoft.com/office/drawing/2014/main" id="{BB305945-0BBD-D42E-DB6F-3D6A62AE2897}"/>
                </a:ext>
              </a:extLst>
            </p:cNvPr>
            <p:cNvSpPr/>
            <p:nvPr/>
          </p:nvSpPr>
          <p:spPr>
            <a:xfrm>
              <a:off x="2356539" y="1949921"/>
              <a:ext cx="14" cy="14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1" y="1"/>
                  </a:move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94" name="Google Shape;4952;p80">
              <a:extLst>
                <a:ext uri="{FF2B5EF4-FFF2-40B4-BE49-F238E27FC236}">
                  <a16:creationId xmlns:a16="http://schemas.microsoft.com/office/drawing/2014/main" id="{07D5CC79-CC83-68BE-6D94-BFD0248C4AD0}"/>
                </a:ext>
              </a:extLst>
            </p:cNvPr>
            <p:cNvSpPr/>
            <p:nvPr/>
          </p:nvSpPr>
          <p:spPr>
            <a:xfrm>
              <a:off x="2360490" y="1962087"/>
              <a:ext cx="14" cy="14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0" y="1"/>
                  </a:moveTo>
                  <a:lnTo>
                    <a:pt x="0" y="1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95" name="Google Shape;4953;p80">
              <a:extLst>
                <a:ext uri="{FF2B5EF4-FFF2-40B4-BE49-F238E27FC236}">
                  <a16:creationId xmlns:a16="http://schemas.microsoft.com/office/drawing/2014/main" id="{BD13C1BD-B386-ED74-B97C-ABAEE93743EE}"/>
                </a:ext>
              </a:extLst>
            </p:cNvPr>
            <p:cNvSpPr/>
            <p:nvPr/>
          </p:nvSpPr>
          <p:spPr>
            <a:xfrm>
              <a:off x="2319703" y="1935991"/>
              <a:ext cx="163" cy="14"/>
            </a:xfrm>
            <a:custGeom>
              <a:avLst/>
              <a:gdLst/>
              <a:ahLst/>
              <a:cxnLst/>
              <a:rect l="l" t="t" r="r" b="b"/>
              <a:pathLst>
                <a:path w="12" h="1" extrusionOk="0">
                  <a:moveTo>
                    <a:pt x="1" y="1"/>
                  </a:moveTo>
                  <a:lnTo>
                    <a:pt x="11" y="1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96" name="Google Shape;4954;p80">
              <a:extLst>
                <a:ext uri="{FF2B5EF4-FFF2-40B4-BE49-F238E27FC236}">
                  <a16:creationId xmlns:a16="http://schemas.microsoft.com/office/drawing/2014/main" id="{F9CA9877-2001-6456-E269-C2772C2ADDDD}"/>
                </a:ext>
              </a:extLst>
            </p:cNvPr>
            <p:cNvSpPr/>
            <p:nvPr/>
          </p:nvSpPr>
          <p:spPr>
            <a:xfrm>
              <a:off x="2355113" y="1947735"/>
              <a:ext cx="1724" cy="1779"/>
            </a:xfrm>
            <a:custGeom>
              <a:avLst/>
              <a:gdLst/>
              <a:ahLst/>
              <a:cxnLst/>
              <a:rect l="l" t="t" r="r" b="b"/>
              <a:pathLst>
                <a:path w="127" h="131" extrusionOk="0">
                  <a:moveTo>
                    <a:pt x="127" y="130"/>
                  </a:moveTo>
                  <a:lnTo>
                    <a:pt x="1" y="1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97" name="Google Shape;4955;p80">
              <a:extLst>
                <a:ext uri="{FF2B5EF4-FFF2-40B4-BE49-F238E27FC236}">
                  <a16:creationId xmlns:a16="http://schemas.microsoft.com/office/drawing/2014/main" id="{6CC63D19-6BA6-A3F7-FDC8-BC323E45790E}"/>
                </a:ext>
              </a:extLst>
            </p:cNvPr>
            <p:cNvSpPr/>
            <p:nvPr/>
          </p:nvSpPr>
          <p:spPr>
            <a:xfrm>
              <a:off x="2320464" y="1936140"/>
              <a:ext cx="68" cy="14"/>
            </a:xfrm>
            <a:custGeom>
              <a:avLst/>
              <a:gdLst/>
              <a:ahLst/>
              <a:cxnLst/>
              <a:rect l="l" t="t" r="r" b="b"/>
              <a:pathLst>
                <a:path w="5" h="1" extrusionOk="0">
                  <a:moveTo>
                    <a:pt x="1" y="0"/>
                  </a:moveTo>
                  <a:lnTo>
                    <a:pt x="4" y="0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98" name="Google Shape;4956;p80">
              <a:extLst>
                <a:ext uri="{FF2B5EF4-FFF2-40B4-BE49-F238E27FC236}">
                  <a16:creationId xmlns:a16="http://schemas.microsoft.com/office/drawing/2014/main" id="{9AF3C8EE-FF44-FD0E-DB05-7CBBE9CD375D}"/>
                </a:ext>
              </a:extLst>
            </p:cNvPr>
            <p:cNvSpPr/>
            <p:nvPr/>
          </p:nvSpPr>
          <p:spPr>
            <a:xfrm>
              <a:off x="2320423" y="1936140"/>
              <a:ext cx="54" cy="14"/>
            </a:xfrm>
            <a:custGeom>
              <a:avLst/>
              <a:gdLst/>
              <a:ahLst/>
              <a:cxnLst/>
              <a:rect l="l" t="t" r="r" b="b"/>
              <a:pathLst>
                <a:path w="4" h="1" extrusionOk="0">
                  <a:moveTo>
                    <a:pt x="0" y="0"/>
                  </a:moveTo>
                  <a:lnTo>
                    <a:pt x="4" y="0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99" name="Google Shape;4957;p80">
              <a:extLst>
                <a:ext uri="{FF2B5EF4-FFF2-40B4-BE49-F238E27FC236}">
                  <a16:creationId xmlns:a16="http://schemas.microsoft.com/office/drawing/2014/main" id="{DD0251C8-16AC-73B1-225B-4097D81FC952}"/>
                </a:ext>
              </a:extLst>
            </p:cNvPr>
            <p:cNvSpPr/>
            <p:nvPr/>
          </p:nvSpPr>
          <p:spPr>
            <a:xfrm>
              <a:off x="2320233" y="1936086"/>
              <a:ext cx="109" cy="14"/>
            </a:xfrm>
            <a:custGeom>
              <a:avLst/>
              <a:gdLst/>
              <a:ahLst/>
              <a:cxnLst/>
              <a:rect l="l" t="t" r="r" b="b"/>
              <a:pathLst>
                <a:path w="8" h="1" extrusionOk="0">
                  <a:moveTo>
                    <a:pt x="0" y="1"/>
                  </a:moveTo>
                  <a:lnTo>
                    <a:pt x="7" y="1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00" name="Google Shape;4958;p80">
              <a:extLst>
                <a:ext uri="{FF2B5EF4-FFF2-40B4-BE49-F238E27FC236}">
                  <a16:creationId xmlns:a16="http://schemas.microsoft.com/office/drawing/2014/main" id="{DC3DD716-8AC8-5EEF-D47B-8A9E40F36394}"/>
                </a:ext>
              </a:extLst>
            </p:cNvPr>
            <p:cNvSpPr/>
            <p:nvPr/>
          </p:nvSpPr>
          <p:spPr>
            <a:xfrm>
              <a:off x="2315861" y="1935950"/>
              <a:ext cx="1860" cy="54"/>
            </a:xfrm>
            <a:custGeom>
              <a:avLst/>
              <a:gdLst/>
              <a:ahLst/>
              <a:cxnLst/>
              <a:rect l="l" t="t" r="r" b="b"/>
              <a:pathLst>
                <a:path w="137" h="4" extrusionOk="0">
                  <a:moveTo>
                    <a:pt x="0" y="4"/>
                  </a:moveTo>
                  <a:lnTo>
                    <a:pt x="0" y="4"/>
                  </a:lnTo>
                  <a:cubicBezTo>
                    <a:pt x="53" y="0"/>
                    <a:pt x="98" y="0"/>
                    <a:pt x="137" y="0"/>
                  </a:cubicBezTo>
                  <a:cubicBezTo>
                    <a:pt x="98" y="0"/>
                    <a:pt x="53" y="0"/>
                    <a:pt x="0" y="4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01" name="Google Shape;4959;p80">
              <a:extLst>
                <a:ext uri="{FF2B5EF4-FFF2-40B4-BE49-F238E27FC236}">
                  <a16:creationId xmlns:a16="http://schemas.microsoft.com/office/drawing/2014/main" id="{23B31777-0C3F-FBF5-4AB7-279BF650AC38}"/>
                </a:ext>
              </a:extLst>
            </p:cNvPr>
            <p:cNvSpPr/>
            <p:nvPr/>
          </p:nvSpPr>
          <p:spPr>
            <a:xfrm>
              <a:off x="2319893" y="1936045"/>
              <a:ext cx="163" cy="14"/>
            </a:xfrm>
            <a:custGeom>
              <a:avLst/>
              <a:gdLst/>
              <a:ahLst/>
              <a:cxnLst/>
              <a:rect l="l" t="t" r="r" b="b"/>
              <a:pathLst>
                <a:path w="12" h="1" extrusionOk="0">
                  <a:moveTo>
                    <a:pt x="1" y="0"/>
                  </a:moveTo>
                  <a:lnTo>
                    <a:pt x="11" y="0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02" name="Google Shape;4960;p80">
              <a:extLst>
                <a:ext uri="{FF2B5EF4-FFF2-40B4-BE49-F238E27FC236}">
                  <a16:creationId xmlns:a16="http://schemas.microsoft.com/office/drawing/2014/main" id="{CFF14DBC-3331-5EE7-BBC5-9782ED5E45BD}"/>
                </a:ext>
              </a:extLst>
            </p:cNvPr>
            <p:cNvSpPr/>
            <p:nvPr/>
          </p:nvSpPr>
          <p:spPr>
            <a:xfrm>
              <a:off x="2320369" y="1936086"/>
              <a:ext cx="68" cy="14"/>
            </a:xfrm>
            <a:custGeom>
              <a:avLst/>
              <a:gdLst/>
              <a:ahLst/>
              <a:cxnLst/>
              <a:rect l="l" t="t" r="r" b="b"/>
              <a:pathLst>
                <a:path w="5" h="1" extrusionOk="0">
                  <a:moveTo>
                    <a:pt x="1" y="1"/>
                  </a:moveTo>
                  <a:lnTo>
                    <a:pt x="4" y="1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03" name="Google Shape;4961;p80">
              <a:extLst>
                <a:ext uri="{FF2B5EF4-FFF2-40B4-BE49-F238E27FC236}">
                  <a16:creationId xmlns:a16="http://schemas.microsoft.com/office/drawing/2014/main" id="{09B0CFD9-B211-3766-F080-2F54127EAB1A}"/>
                </a:ext>
              </a:extLst>
            </p:cNvPr>
            <p:cNvSpPr/>
            <p:nvPr/>
          </p:nvSpPr>
          <p:spPr>
            <a:xfrm>
              <a:off x="2320083" y="1936045"/>
              <a:ext cx="109" cy="14"/>
            </a:xfrm>
            <a:custGeom>
              <a:avLst/>
              <a:gdLst/>
              <a:ahLst/>
              <a:cxnLst/>
              <a:rect l="l" t="t" r="r" b="b"/>
              <a:pathLst>
                <a:path w="8" h="1" extrusionOk="0">
                  <a:moveTo>
                    <a:pt x="1" y="0"/>
                  </a:moveTo>
                  <a:lnTo>
                    <a:pt x="8" y="0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04" name="Google Shape;4962;p80">
              <a:extLst>
                <a:ext uri="{FF2B5EF4-FFF2-40B4-BE49-F238E27FC236}">
                  <a16:creationId xmlns:a16="http://schemas.microsoft.com/office/drawing/2014/main" id="{E0985F75-84DA-5B6A-2D25-695F9F5719EC}"/>
                </a:ext>
              </a:extLst>
            </p:cNvPr>
            <p:cNvSpPr/>
            <p:nvPr/>
          </p:nvSpPr>
          <p:spPr>
            <a:xfrm>
              <a:off x="2341998" y="1935000"/>
              <a:ext cx="12994" cy="12600"/>
            </a:xfrm>
            <a:custGeom>
              <a:avLst/>
              <a:gdLst/>
              <a:ahLst/>
              <a:cxnLst/>
              <a:rect l="l" t="t" r="r" b="b"/>
              <a:pathLst>
                <a:path w="957" h="928" extrusionOk="0">
                  <a:moveTo>
                    <a:pt x="1" y="0"/>
                  </a:moveTo>
                  <a:lnTo>
                    <a:pt x="1" y="0"/>
                  </a:lnTo>
                  <a:cubicBezTo>
                    <a:pt x="41" y="20"/>
                    <a:pt x="172" y="138"/>
                    <a:pt x="347" y="308"/>
                  </a:cubicBezTo>
                  <a:lnTo>
                    <a:pt x="347" y="308"/>
                  </a:lnTo>
                  <a:cubicBezTo>
                    <a:pt x="173" y="138"/>
                    <a:pt x="43" y="20"/>
                    <a:pt x="1" y="0"/>
                  </a:cubicBezTo>
                  <a:close/>
                  <a:moveTo>
                    <a:pt x="347" y="308"/>
                  </a:moveTo>
                  <a:lnTo>
                    <a:pt x="347" y="308"/>
                  </a:lnTo>
                  <a:cubicBezTo>
                    <a:pt x="521" y="478"/>
                    <a:pt x="739" y="700"/>
                    <a:pt x="956" y="928"/>
                  </a:cubicBezTo>
                  <a:cubicBezTo>
                    <a:pt x="741" y="700"/>
                    <a:pt x="522" y="478"/>
                    <a:pt x="347" y="308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05" name="Google Shape;4963;p80">
              <a:extLst>
                <a:ext uri="{FF2B5EF4-FFF2-40B4-BE49-F238E27FC236}">
                  <a16:creationId xmlns:a16="http://schemas.microsoft.com/office/drawing/2014/main" id="{21C829F2-C4C3-14E5-9A8B-05A189EE606E}"/>
                </a:ext>
              </a:extLst>
            </p:cNvPr>
            <p:cNvSpPr/>
            <p:nvPr/>
          </p:nvSpPr>
          <p:spPr>
            <a:xfrm>
              <a:off x="2325121" y="1932284"/>
              <a:ext cx="923" cy="448"/>
            </a:xfrm>
            <a:custGeom>
              <a:avLst/>
              <a:gdLst/>
              <a:ahLst/>
              <a:cxnLst/>
              <a:rect l="l" t="t" r="r" b="b"/>
              <a:pathLst>
                <a:path w="68" h="33" extrusionOk="0">
                  <a:moveTo>
                    <a:pt x="1" y="1"/>
                  </a:moveTo>
                  <a:cubicBezTo>
                    <a:pt x="25" y="4"/>
                    <a:pt x="50" y="15"/>
                    <a:pt x="67" y="32"/>
                  </a:cubicBezTo>
                  <a:cubicBezTo>
                    <a:pt x="50" y="15"/>
                    <a:pt x="25" y="4"/>
                    <a:pt x="1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06" name="Google Shape;4964;p80">
              <a:extLst>
                <a:ext uri="{FF2B5EF4-FFF2-40B4-BE49-F238E27FC236}">
                  <a16:creationId xmlns:a16="http://schemas.microsoft.com/office/drawing/2014/main" id="{EFD13528-DDBA-E737-2153-36ECB101EE32}"/>
                </a:ext>
              </a:extLst>
            </p:cNvPr>
            <p:cNvSpPr/>
            <p:nvPr/>
          </p:nvSpPr>
          <p:spPr>
            <a:xfrm>
              <a:off x="2318753" y="1935950"/>
              <a:ext cx="14" cy="14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1" y="0"/>
                  </a:move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07" name="Google Shape;4965;p80">
              <a:extLst>
                <a:ext uri="{FF2B5EF4-FFF2-40B4-BE49-F238E27FC236}">
                  <a16:creationId xmlns:a16="http://schemas.microsoft.com/office/drawing/2014/main" id="{368FCA5B-0B7F-53D8-1A0F-F053C2CD03E1}"/>
                </a:ext>
              </a:extLst>
            </p:cNvPr>
            <p:cNvSpPr/>
            <p:nvPr/>
          </p:nvSpPr>
          <p:spPr>
            <a:xfrm>
              <a:off x="2319133" y="1935950"/>
              <a:ext cx="204" cy="14"/>
            </a:xfrm>
            <a:custGeom>
              <a:avLst/>
              <a:gdLst/>
              <a:ahLst/>
              <a:cxnLst/>
              <a:rect l="l" t="t" r="r" b="b"/>
              <a:pathLst>
                <a:path w="15" h="1" extrusionOk="0">
                  <a:moveTo>
                    <a:pt x="1" y="0"/>
                  </a:moveTo>
                  <a:lnTo>
                    <a:pt x="15" y="0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08" name="Google Shape;4966;p80">
              <a:extLst>
                <a:ext uri="{FF2B5EF4-FFF2-40B4-BE49-F238E27FC236}">
                  <a16:creationId xmlns:a16="http://schemas.microsoft.com/office/drawing/2014/main" id="{7F3128B9-46C4-177C-9940-C5D450815C3B}"/>
                </a:ext>
              </a:extLst>
            </p:cNvPr>
            <p:cNvSpPr/>
            <p:nvPr/>
          </p:nvSpPr>
          <p:spPr>
            <a:xfrm>
              <a:off x="2318332" y="1935950"/>
              <a:ext cx="14" cy="14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0" y="0"/>
                  </a:move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09" name="Google Shape;4967;p80">
              <a:extLst>
                <a:ext uri="{FF2B5EF4-FFF2-40B4-BE49-F238E27FC236}">
                  <a16:creationId xmlns:a16="http://schemas.microsoft.com/office/drawing/2014/main" id="{70A715EA-992C-AFEF-A5B6-28CDB30D9031}"/>
                </a:ext>
              </a:extLst>
            </p:cNvPr>
            <p:cNvSpPr/>
            <p:nvPr/>
          </p:nvSpPr>
          <p:spPr>
            <a:xfrm>
              <a:off x="2317762" y="1935950"/>
              <a:ext cx="14" cy="14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0" y="0"/>
                  </a:move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10" name="Google Shape;4968;p80">
              <a:extLst>
                <a:ext uri="{FF2B5EF4-FFF2-40B4-BE49-F238E27FC236}">
                  <a16:creationId xmlns:a16="http://schemas.microsoft.com/office/drawing/2014/main" id="{28EF7E2C-81C2-B662-553A-2F1BE474E9D9}"/>
                </a:ext>
              </a:extLst>
            </p:cNvPr>
            <p:cNvSpPr/>
            <p:nvPr/>
          </p:nvSpPr>
          <p:spPr>
            <a:xfrm>
              <a:off x="2338902" y="1934945"/>
              <a:ext cx="2539" cy="109"/>
            </a:xfrm>
            <a:custGeom>
              <a:avLst/>
              <a:gdLst/>
              <a:ahLst/>
              <a:cxnLst/>
              <a:rect l="l" t="t" r="r" b="b"/>
              <a:pathLst>
                <a:path w="187" h="8" extrusionOk="0">
                  <a:moveTo>
                    <a:pt x="1" y="8"/>
                  </a:moveTo>
                  <a:cubicBezTo>
                    <a:pt x="67" y="4"/>
                    <a:pt x="134" y="1"/>
                    <a:pt x="186" y="1"/>
                  </a:cubicBezTo>
                  <a:cubicBezTo>
                    <a:pt x="134" y="1"/>
                    <a:pt x="67" y="4"/>
                    <a:pt x="1" y="8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11" name="Google Shape;4969;p80">
              <a:extLst>
                <a:ext uri="{FF2B5EF4-FFF2-40B4-BE49-F238E27FC236}">
                  <a16:creationId xmlns:a16="http://schemas.microsoft.com/office/drawing/2014/main" id="{554E7724-EB6D-FD6C-213C-12E32BBE8D7B}"/>
                </a:ext>
              </a:extLst>
            </p:cNvPr>
            <p:cNvSpPr/>
            <p:nvPr/>
          </p:nvSpPr>
          <p:spPr>
            <a:xfrm>
              <a:off x="2319418" y="1935991"/>
              <a:ext cx="204" cy="14"/>
            </a:xfrm>
            <a:custGeom>
              <a:avLst/>
              <a:gdLst/>
              <a:ahLst/>
              <a:cxnLst/>
              <a:rect l="l" t="t" r="r" b="b"/>
              <a:pathLst>
                <a:path w="15" h="1" extrusionOk="0">
                  <a:moveTo>
                    <a:pt x="1" y="1"/>
                  </a:moveTo>
                  <a:lnTo>
                    <a:pt x="15" y="1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12" name="Google Shape;4970;p80">
              <a:extLst>
                <a:ext uri="{FF2B5EF4-FFF2-40B4-BE49-F238E27FC236}">
                  <a16:creationId xmlns:a16="http://schemas.microsoft.com/office/drawing/2014/main" id="{0B0DC212-895E-F47E-9748-10510D21717B}"/>
                </a:ext>
              </a:extLst>
            </p:cNvPr>
            <p:cNvSpPr/>
            <p:nvPr/>
          </p:nvSpPr>
          <p:spPr>
            <a:xfrm>
              <a:off x="2306153" y="1772952"/>
              <a:ext cx="8296" cy="11568"/>
            </a:xfrm>
            <a:custGeom>
              <a:avLst/>
              <a:gdLst/>
              <a:ahLst/>
              <a:cxnLst/>
              <a:rect l="l" t="t" r="r" b="b"/>
              <a:pathLst>
                <a:path w="611" h="852" extrusionOk="0">
                  <a:moveTo>
                    <a:pt x="386" y="1"/>
                  </a:moveTo>
                  <a:lnTo>
                    <a:pt x="386" y="8"/>
                  </a:lnTo>
                  <a:cubicBezTo>
                    <a:pt x="386" y="123"/>
                    <a:pt x="284" y="295"/>
                    <a:pt x="169" y="495"/>
                  </a:cubicBezTo>
                  <a:cubicBezTo>
                    <a:pt x="109" y="593"/>
                    <a:pt x="50" y="694"/>
                    <a:pt x="1" y="792"/>
                  </a:cubicBezTo>
                  <a:lnTo>
                    <a:pt x="144" y="852"/>
                  </a:lnTo>
                  <a:lnTo>
                    <a:pt x="155" y="834"/>
                  </a:lnTo>
                  <a:lnTo>
                    <a:pt x="169" y="813"/>
                  </a:lnTo>
                  <a:lnTo>
                    <a:pt x="186" y="782"/>
                  </a:lnTo>
                  <a:lnTo>
                    <a:pt x="204" y="754"/>
                  </a:lnTo>
                  <a:lnTo>
                    <a:pt x="221" y="722"/>
                  </a:lnTo>
                  <a:lnTo>
                    <a:pt x="235" y="705"/>
                  </a:lnTo>
                  <a:lnTo>
                    <a:pt x="253" y="680"/>
                  </a:lnTo>
                  <a:lnTo>
                    <a:pt x="263" y="663"/>
                  </a:lnTo>
                  <a:lnTo>
                    <a:pt x="281" y="638"/>
                  </a:lnTo>
                  <a:lnTo>
                    <a:pt x="295" y="617"/>
                  </a:lnTo>
                  <a:lnTo>
                    <a:pt x="309" y="596"/>
                  </a:lnTo>
                  <a:lnTo>
                    <a:pt x="323" y="579"/>
                  </a:lnTo>
                  <a:lnTo>
                    <a:pt x="340" y="554"/>
                  </a:lnTo>
                  <a:lnTo>
                    <a:pt x="351" y="537"/>
                  </a:lnTo>
                  <a:lnTo>
                    <a:pt x="368" y="516"/>
                  </a:lnTo>
                  <a:lnTo>
                    <a:pt x="382" y="498"/>
                  </a:lnTo>
                  <a:lnTo>
                    <a:pt x="396" y="477"/>
                  </a:lnTo>
                  <a:lnTo>
                    <a:pt x="410" y="463"/>
                  </a:lnTo>
                  <a:lnTo>
                    <a:pt x="424" y="446"/>
                  </a:lnTo>
                  <a:lnTo>
                    <a:pt x="435" y="432"/>
                  </a:lnTo>
                  <a:lnTo>
                    <a:pt x="449" y="414"/>
                  </a:lnTo>
                  <a:lnTo>
                    <a:pt x="463" y="400"/>
                  </a:lnTo>
                  <a:lnTo>
                    <a:pt x="477" y="382"/>
                  </a:lnTo>
                  <a:lnTo>
                    <a:pt x="484" y="372"/>
                  </a:lnTo>
                  <a:lnTo>
                    <a:pt x="498" y="358"/>
                  </a:lnTo>
                  <a:lnTo>
                    <a:pt x="508" y="347"/>
                  </a:lnTo>
                  <a:lnTo>
                    <a:pt x="522" y="333"/>
                  </a:lnTo>
                  <a:lnTo>
                    <a:pt x="526" y="326"/>
                  </a:lnTo>
                  <a:lnTo>
                    <a:pt x="547" y="309"/>
                  </a:lnTo>
                  <a:cubicBezTo>
                    <a:pt x="596" y="253"/>
                    <a:pt x="610" y="176"/>
                    <a:pt x="586" y="106"/>
                  </a:cubicBezTo>
                  <a:cubicBezTo>
                    <a:pt x="582" y="95"/>
                    <a:pt x="575" y="85"/>
                    <a:pt x="568" y="74"/>
                  </a:cubicBezTo>
                  <a:lnTo>
                    <a:pt x="561" y="67"/>
                  </a:lnTo>
                  <a:cubicBezTo>
                    <a:pt x="558" y="60"/>
                    <a:pt x="551" y="57"/>
                    <a:pt x="547" y="50"/>
                  </a:cubicBezTo>
                  <a:lnTo>
                    <a:pt x="537" y="43"/>
                  </a:lnTo>
                  <a:cubicBezTo>
                    <a:pt x="533" y="39"/>
                    <a:pt x="526" y="36"/>
                    <a:pt x="519" y="32"/>
                  </a:cubicBezTo>
                  <a:lnTo>
                    <a:pt x="508" y="25"/>
                  </a:lnTo>
                  <a:cubicBezTo>
                    <a:pt x="501" y="22"/>
                    <a:pt x="494" y="22"/>
                    <a:pt x="484" y="18"/>
                  </a:cubicBezTo>
                  <a:lnTo>
                    <a:pt x="477" y="15"/>
                  </a:lnTo>
                  <a:cubicBezTo>
                    <a:pt x="466" y="11"/>
                    <a:pt x="456" y="8"/>
                    <a:pt x="445" y="8"/>
                  </a:cubicBezTo>
                  <a:lnTo>
                    <a:pt x="428" y="4"/>
                  </a:lnTo>
                  <a:lnTo>
                    <a:pt x="410" y="1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13" name="Google Shape;4971;p80">
              <a:extLst>
                <a:ext uri="{FF2B5EF4-FFF2-40B4-BE49-F238E27FC236}">
                  <a16:creationId xmlns:a16="http://schemas.microsoft.com/office/drawing/2014/main" id="{5706E20C-CE2C-7C0C-A90A-AD6DA97D1171}"/>
                </a:ext>
              </a:extLst>
            </p:cNvPr>
            <p:cNvSpPr/>
            <p:nvPr/>
          </p:nvSpPr>
          <p:spPr>
            <a:xfrm>
              <a:off x="2309669" y="1752192"/>
              <a:ext cx="47929" cy="38750"/>
            </a:xfrm>
            <a:custGeom>
              <a:avLst/>
              <a:gdLst/>
              <a:ahLst/>
              <a:cxnLst/>
              <a:rect l="l" t="t" r="r" b="b"/>
              <a:pathLst>
                <a:path w="3530" h="2854" extrusionOk="0">
                  <a:moveTo>
                    <a:pt x="3460" y="0"/>
                  </a:moveTo>
                  <a:cubicBezTo>
                    <a:pt x="3297" y="55"/>
                    <a:pt x="3126" y="84"/>
                    <a:pt x="2953" y="84"/>
                  </a:cubicBezTo>
                  <a:cubicBezTo>
                    <a:pt x="2918" y="84"/>
                    <a:pt x="2882" y="83"/>
                    <a:pt x="2847" y="81"/>
                  </a:cubicBezTo>
                  <a:cubicBezTo>
                    <a:pt x="2837" y="80"/>
                    <a:pt x="2828" y="80"/>
                    <a:pt x="2818" y="80"/>
                  </a:cubicBezTo>
                  <a:cubicBezTo>
                    <a:pt x="2692" y="80"/>
                    <a:pt x="2613" y="123"/>
                    <a:pt x="2522" y="175"/>
                  </a:cubicBezTo>
                  <a:cubicBezTo>
                    <a:pt x="2403" y="256"/>
                    <a:pt x="2262" y="298"/>
                    <a:pt x="2119" y="298"/>
                  </a:cubicBezTo>
                  <a:cubicBezTo>
                    <a:pt x="2014" y="298"/>
                    <a:pt x="1912" y="305"/>
                    <a:pt x="1811" y="319"/>
                  </a:cubicBezTo>
                  <a:cubicBezTo>
                    <a:pt x="1747" y="325"/>
                    <a:pt x="1691" y="331"/>
                    <a:pt x="1641" y="331"/>
                  </a:cubicBezTo>
                  <a:cubicBezTo>
                    <a:pt x="1556" y="331"/>
                    <a:pt x="1490" y="314"/>
                    <a:pt x="1440" y="252"/>
                  </a:cubicBezTo>
                  <a:cubicBezTo>
                    <a:pt x="1419" y="224"/>
                    <a:pt x="1412" y="221"/>
                    <a:pt x="1408" y="221"/>
                  </a:cubicBezTo>
                  <a:cubicBezTo>
                    <a:pt x="1380" y="231"/>
                    <a:pt x="1349" y="245"/>
                    <a:pt x="1321" y="263"/>
                  </a:cubicBezTo>
                  <a:cubicBezTo>
                    <a:pt x="1286" y="280"/>
                    <a:pt x="1233" y="305"/>
                    <a:pt x="1174" y="336"/>
                  </a:cubicBezTo>
                  <a:cubicBezTo>
                    <a:pt x="1146" y="350"/>
                    <a:pt x="1114" y="361"/>
                    <a:pt x="1086" y="371"/>
                  </a:cubicBezTo>
                  <a:cubicBezTo>
                    <a:pt x="1013" y="399"/>
                    <a:pt x="932" y="413"/>
                    <a:pt x="855" y="413"/>
                  </a:cubicBezTo>
                  <a:cubicBezTo>
                    <a:pt x="810" y="413"/>
                    <a:pt x="764" y="406"/>
                    <a:pt x="722" y="392"/>
                  </a:cubicBezTo>
                  <a:cubicBezTo>
                    <a:pt x="680" y="378"/>
                    <a:pt x="642" y="354"/>
                    <a:pt x="610" y="326"/>
                  </a:cubicBezTo>
                  <a:lnTo>
                    <a:pt x="600" y="319"/>
                  </a:lnTo>
                  <a:cubicBezTo>
                    <a:pt x="589" y="315"/>
                    <a:pt x="582" y="312"/>
                    <a:pt x="572" y="312"/>
                  </a:cubicBezTo>
                  <a:cubicBezTo>
                    <a:pt x="570" y="310"/>
                    <a:pt x="568" y="309"/>
                    <a:pt x="567" y="309"/>
                  </a:cubicBezTo>
                  <a:cubicBezTo>
                    <a:pt x="565" y="309"/>
                    <a:pt x="565" y="310"/>
                    <a:pt x="565" y="312"/>
                  </a:cubicBezTo>
                  <a:cubicBezTo>
                    <a:pt x="526" y="336"/>
                    <a:pt x="505" y="375"/>
                    <a:pt x="498" y="417"/>
                  </a:cubicBezTo>
                  <a:cubicBezTo>
                    <a:pt x="495" y="431"/>
                    <a:pt x="495" y="445"/>
                    <a:pt x="491" y="462"/>
                  </a:cubicBezTo>
                  <a:cubicBezTo>
                    <a:pt x="491" y="469"/>
                    <a:pt x="491" y="476"/>
                    <a:pt x="491" y="483"/>
                  </a:cubicBezTo>
                  <a:lnTo>
                    <a:pt x="491" y="494"/>
                  </a:lnTo>
                  <a:lnTo>
                    <a:pt x="491" y="508"/>
                  </a:lnTo>
                  <a:lnTo>
                    <a:pt x="491" y="518"/>
                  </a:lnTo>
                  <a:cubicBezTo>
                    <a:pt x="491" y="525"/>
                    <a:pt x="491" y="529"/>
                    <a:pt x="488" y="536"/>
                  </a:cubicBezTo>
                  <a:cubicBezTo>
                    <a:pt x="484" y="539"/>
                    <a:pt x="488" y="543"/>
                    <a:pt x="484" y="546"/>
                  </a:cubicBezTo>
                  <a:cubicBezTo>
                    <a:pt x="484" y="550"/>
                    <a:pt x="484" y="557"/>
                    <a:pt x="481" y="560"/>
                  </a:cubicBezTo>
                  <a:lnTo>
                    <a:pt x="477" y="574"/>
                  </a:lnTo>
                  <a:cubicBezTo>
                    <a:pt x="477" y="578"/>
                    <a:pt x="477" y="585"/>
                    <a:pt x="474" y="588"/>
                  </a:cubicBezTo>
                  <a:lnTo>
                    <a:pt x="470" y="602"/>
                  </a:lnTo>
                  <a:cubicBezTo>
                    <a:pt x="470" y="609"/>
                    <a:pt x="467" y="613"/>
                    <a:pt x="463" y="620"/>
                  </a:cubicBezTo>
                  <a:lnTo>
                    <a:pt x="460" y="630"/>
                  </a:lnTo>
                  <a:lnTo>
                    <a:pt x="453" y="648"/>
                  </a:lnTo>
                  <a:lnTo>
                    <a:pt x="446" y="662"/>
                  </a:lnTo>
                  <a:lnTo>
                    <a:pt x="435" y="676"/>
                  </a:lnTo>
                  <a:lnTo>
                    <a:pt x="428" y="690"/>
                  </a:lnTo>
                  <a:lnTo>
                    <a:pt x="418" y="704"/>
                  </a:lnTo>
                  <a:lnTo>
                    <a:pt x="407" y="714"/>
                  </a:lnTo>
                  <a:lnTo>
                    <a:pt x="393" y="732"/>
                  </a:lnTo>
                  <a:lnTo>
                    <a:pt x="379" y="742"/>
                  </a:lnTo>
                  <a:lnTo>
                    <a:pt x="365" y="756"/>
                  </a:lnTo>
                  <a:lnTo>
                    <a:pt x="351" y="767"/>
                  </a:lnTo>
                  <a:lnTo>
                    <a:pt x="334" y="777"/>
                  </a:lnTo>
                  <a:lnTo>
                    <a:pt x="316" y="788"/>
                  </a:lnTo>
                  <a:lnTo>
                    <a:pt x="295" y="798"/>
                  </a:lnTo>
                  <a:lnTo>
                    <a:pt x="274" y="809"/>
                  </a:lnTo>
                  <a:lnTo>
                    <a:pt x="249" y="816"/>
                  </a:lnTo>
                  <a:lnTo>
                    <a:pt x="228" y="826"/>
                  </a:lnTo>
                  <a:lnTo>
                    <a:pt x="200" y="833"/>
                  </a:lnTo>
                  <a:lnTo>
                    <a:pt x="176" y="837"/>
                  </a:lnTo>
                  <a:lnTo>
                    <a:pt x="169" y="837"/>
                  </a:lnTo>
                  <a:lnTo>
                    <a:pt x="169" y="840"/>
                  </a:lnTo>
                  <a:cubicBezTo>
                    <a:pt x="151" y="914"/>
                    <a:pt x="134" y="980"/>
                    <a:pt x="162" y="1015"/>
                  </a:cubicBezTo>
                  <a:cubicBezTo>
                    <a:pt x="242" y="1113"/>
                    <a:pt x="204" y="1222"/>
                    <a:pt x="172" y="1323"/>
                  </a:cubicBezTo>
                  <a:cubicBezTo>
                    <a:pt x="165" y="1348"/>
                    <a:pt x="155" y="1372"/>
                    <a:pt x="148" y="1397"/>
                  </a:cubicBezTo>
                  <a:lnTo>
                    <a:pt x="176" y="1400"/>
                  </a:lnTo>
                  <a:lnTo>
                    <a:pt x="186" y="1400"/>
                  </a:lnTo>
                  <a:lnTo>
                    <a:pt x="211" y="1404"/>
                  </a:lnTo>
                  <a:lnTo>
                    <a:pt x="221" y="1404"/>
                  </a:lnTo>
                  <a:lnTo>
                    <a:pt x="242" y="1411"/>
                  </a:lnTo>
                  <a:lnTo>
                    <a:pt x="253" y="1411"/>
                  </a:lnTo>
                  <a:lnTo>
                    <a:pt x="274" y="1418"/>
                  </a:lnTo>
                  <a:lnTo>
                    <a:pt x="281" y="1421"/>
                  </a:lnTo>
                  <a:lnTo>
                    <a:pt x="299" y="1428"/>
                  </a:lnTo>
                  <a:lnTo>
                    <a:pt x="306" y="1432"/>
                  </a:lnTo>
                  <a:lnTo>
                    <a:pt x="323" y="1439"/>
                  </a:lnTo>
                  <a:lnTo>
                    <a:pt x="327" y="1439"/>
                  </a:lnTo>
                  <a:cubicBezTo>
                    <a:pt x="341" y="1446"/>
                    <a:pt x="351" y="1453"/>
                    <a:pt x="362" y="1460"/>
                  </a:cubicBezTo>
                  <a:lnTo>
                    <a:pt x="365" y="1463"/>
                  </a:lnTo>
                  <a:lnTo>
                    <a:pt x="372" y="1474"/>
                  </a:lnTo>
                  <a:lnTo>
                    <a:pt x="383" y="1481"/>
                  </a:lnTo>
                  <a:lnTo>
                    <a:pt x="390" y="1488"/>
                  </a:lnTo>
                  <a:lnTo>
                    <a:pt x="397" y="1495"/>
                  </a:lnTo>
                  <a:lnTo>
                    <a:pt x="404" y="1502"/>
                  </a:lnTo>
                  <a:lnTo>
                    <a:pt x="411" y="1512"/>
                  </a:lnTo>
                  <a:lnTo>
                    <a:pt x="418" y="1519"/>
                  </a:lnTo>
                  <a:lnTo>
                    <a:pt x="425" y="1526"/>
                  </a:lnTo>
                  <a:lnTo>
                    <a:pt x="428" y="1533"/>
                  </a:lnTo>
                  <a:lnTo>
                    <a:pt x="432" y="1544"/>
                  </a:lnTo>
                  <a:lnTo>
                    <a:pt x="435" y="1547"/>
                  </a:lnTo>
                  <a:lnTo>
                    <a:pt x="442" y="1558"/>
                  </a:lnTo>
                  <a:lnTo>
                    <a:pt x="446" y="1565"/>
                  </a:lnTo>
                  <a:lnTo>
                    <a:pt x="449" y="1575"/>
                  </a:lnTo>
                  <a:cubicBezTo>
                    <a:pt x="495" y="1698"/>
                    <a:pt x="467" y="1838"/>
                    <a:pt x="376" y="1929"/>
                  </a:cubicBezTo>
                  <a:lnTo>
                    <a:pt x="358" y="1943"/>
                  </a:lnTo>
                  <a:lnTo>
                    <a:pt x="355" y="1950"/>
                  </a:lnTo>
                  <a:lnTo>
                    <a:pt x="344" y="1961"/>
                  </a:lnTo>
                  <a:lnTo>
                    <a:pt x="337" y="1968"/>
                  </a:lnTo>
                  <a:lnTo>
                    <a:pt x="323" y="1982"/>
                  </a:lnTo>
                  <a:lnTo>
                    <a:pt x="316" y="1992"/>
                  </a:lnTo>
                  <a:lnTo>
                    <a:pt x="302" y="2006"/>
                  </a:lnTo>
                  <a:lnTo>
                    <a:pt x="295" y="2017"/>
                  </a:lnTo>
                  <a:lnTo>
                    <a:pt x="278" y="2034"/>
                  </a:lnTo>
                  <a:lnTo>
                    <a:pt x="270" y="2045"/>
                  </a:lnTo>
                  <a:lnTo>
                    <a:pt x="253" y="2066"/>
                  </a:lnTo>
                  <a:lnTo>
                    <a:pt x="246" y="2076"/>
                  </a:lnTo>
                  <a:lnTo>
                    <a:pt x="228" y="2097"/>
                  </a:lnTo>
                  <a:lnTo>
                    <a:pt x="218" y="2111"/>
                  </a:lnTo>
                  <a:lnTo>
                    <a:pt x="200" y="2132"/>
                  </a:lnTo>
                  <a:lnTo>
                    <a:pt x="190" y="2146"/>
                  </a:lnTo>
                  <a:lnTo>
                    <a:pt x="172" y="2171"/>
                  </a:lnTo>
                  <a:lnTo>
                    <a:pt x="162" y="2185"/>
                  </a:lnTo>
                  <a:lnTo>
                    <a:pt x="144" y="2213"/>
                  </a:lnTo>
                  <a:lnTo>
                    <a:pt x="134" y="2227"/>
                  </a:lnTo>
                  <a:lnTo>
                    <a:pt x="116" y="2255"/>
                  </a:lnTo>
                  <a:lnTo>
                    <a:pt x="106" y="2265"/>
                  </a:lnTo>
                  <a:lnTo>
                    <a:pt x="81" y="2304"/>
                  </a:lnTo>
                  <a:lnTo>
                    <a:pt x="78" y="2307"/>
                  </a:lnTo>
                  <a:lnTo>
                    <a:pt x="50" y="2353"/>
                  </a:lnTo>
                  <a:lnTo>
                    <a:pt x="25" y="2395"/>
                  </a:lnTo>
                  <a:lnTo>
                    <a:pt x="18" y="2409"/>
                  </a:lnTo>
                  <a:lnTo>
                    <a:pt x="1" y="2437"/>
                  </a:lnTo>
                  <a:lnTo>
                    <a:pt x="43" y="2619"/>
                  </a:lnTo>
                  <a:lnTo>
                    <a:pt x="474" y="2853"/>
                  </a:lnTo>
                  <a:cubicBezTo>
                    <a:pt x="572" y="2787"/>
                    <a:pt x="848" y="2605"/>
                    <a:pt x="988" y="2584"/>
                  </a:cubicBezTo>
                  <a:lnTo>
                    <a:pt x="995" y="2584"/>
                  </a:lnTo>
                  <a:cubicBezTo>
                    <a:pt x="1030" y="2573"/>
                    <a:pt x="1163" y="2521"/>
                    <a:pt x="1667" y="2262"/>
                  </a:cubicBezTo>
                  <a:lnTo>
                    <a:pt x="1727" y="2234"/>
                  </a:lnTo>
                  <a:cubicBezTo>
                    <a:pt x="2196" y="1989"/>
                    <a:pt x="2732" y="1701"/>
                    <a:pt x="2830" y="1652"/>
                  </a:cubicBezTo>
                  <a:cubicBezTo>
                    <a:pt x="2896" y="1544"/>
                    <a:pt x="2949" y="1425"/>
                    <a:pt x="2942" y="1393"/>
                  </a:cubicBezTo>
                  <a:cubicBezTo>
                    <a:pt x="2924" y="1327"/>
                    <a:pt x="2886" y="1043"/>
                    <a:pt x="2998" y="903"/>
                  </a:cubicBezTo>
                  <a:cubicBezTo>
                    <a:pt x="3015" y="882"/>
                    <a:pt x="3001" y="837"/>
                    <a:pt x="2973" y="767"/>
                  </a:cubicBezTo>
                  <a:cubicBezTo>
                    <a:pt x="2942" y="683"/>
                    <a:pt x="2903" y="578"/>
                    <a:pt x="2945" y="469"/>
                  </a:cubicBezTo>
                  <a:cubicBezTo>
                    <a:pt x="3012" y="287"/>
                    <a:pt x="3264" y="193"/>
                    <a:pt x="3320" y="172"/>
                  </a:cubicBezTo>
                  <a:lnTo>
                    <a:pt x="3530" y="21"/>
                  </a:lnTo>
                  <a:lnTo>
                    <a:pt x="3460" y="0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14" name="Google Shape;4972;p80">
              <a:extLst>
                <a:ext uri="{FF2B5EF4-FFF2-40B4-BE49-F238E27FC236}">
                  <a16:creationId xmlns:a16="http://schemas.microsoft.com/office/drawing/2014/main" id="{C74933BA-45E8-9BC9-C0CA-4A532C06C3C8}"/>
                </a:ext>
              </a:extLst>
            </p:cNvPr>
            <p:cNvSpPr/>
            <p:nvPr/>
          </p:nvSpPr>
          <p:spPr>
            <a:xfrm>
              <a:off x="2314625" y="1772192"/>
              <a:ext cx="109" cy="109"/>
            </a:xfrm>
            <a:custGeom>
              <a:avLst/>
              <a:gdLst/>
              <a:ahLst/>
              <a:cxnLst/>
              <a:rect l="l" t="t" r="r" b="b"/>
              <a:pathLst>
                <a:path w="8" h="8" extrusionOk="0">
                  <a:moveTo>
                    <a:pt x="7" y="8"/>
                  </a:moveTo>
                  <a:lnTo>
                    <a:pt x="0" y="1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15" name="Google Shape;4973;p80">
              <a:extLst>
                <a:ext uri="{FF2B5EF4-FFF2-40B4-BE49-F238E27FC236}">
                  <a16:creationId xmlns:a16="http://schemas.microsoft.com/office/drawing/2014/main" id="{F1D3D16D-2F33-8ABA-E1A2-17958362B194}"/>
                </a:ext>
              </a:extLst>
            </p:cNvPr>
            <p:cNvSpPr/>
            <p:nvPr/>
          </p:nvSpPr>
          <p:spPr>
            <a:xfrm>
              <a:off x="2313770" y="1779334"/>
              <a:ext cx="190" cy="204"/>
            </a:xfrm>
            <a:custGeom>
              <a:avLst/>
              <a:gdLst/>
              <a:ahLst/>
              <a:cxnLst/>
              <a:rect l="l" t="t" r="r" b="b"/>
              <a:pathLst>
                <a:path w="14" h="15" extrusionOk="0">
                  <a:moveTo>
                    <a:pt x="0" y="14"/>
                  </a:moveTo>
                  <a:lnTo>
                    <a:pt x="14" y="0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16" name="Google Shape;4974;p80">
              <a:extLst>
                <a:ext uri="{FF2B5EF4-FFF2-40B4-BE49-F238E27FC236}">
                  <a16:creationId xmlns:a16="http://schemas.microsoft.com/office/drawing/2014/main" id="{D4303E82-4417-2FBA-26F5-A965BA9FBA84}"/>
                </a:ext>
              </a:extLst>
            </p:cNvPr>
            <p:cNvSpPr/>
            <p:nvPr/>
          </p:nvSpPr>
          <p:spPr>
            <a:xfrm>
              <a:off x="2315671" y="1773427"/>
              <a:ext cx="14" cy="109"/>
            </a:xfrm>
            <a:custGeom>
              <a:avLst/>
              <a:gdLst/>
              <a:ahLst/>
              <a:cxnLst/>
              <a:rect l="l" t="t" r="r" b="b"/>
              <a:pathLst>
                <a:path w="1" h="8" extrusionOk="0">
                  <a:moveTo>
                    <a:pt x="0" y="8"/>
                  </a:moveTo>
                  <a:lnTo>
                    <a:pt x="0" y="1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17" name="Google Shape;4975;p80">
              <a:extLst>
                <a:ext uri="{FF2B5EF4-FFF2-40B4-BE49-F238E27FC236}">
                  <a16:creationId xmlns:a16="http://schemas.microsoft.com/office/drawing/2014/main" id="{8FC06E8F-22D6-BA30-5E58-95C22C3DACEF}"/>
                </a:ext>
              </a:extLst>
            </p:cNvPr>
            <p:cNvSpPr/>
            <p:nvPr/>
          </p:nvSpPr>
          <p:spPr>
            <a:xfrm>
              <a:off x="2315521" y="1773237"/>
              <a:ext cx="68" cy="68"/>
            </a:xfrm>
            <a:custGeom>
              <a:avLst/>
              <a:gdLst/>
              <a:ahLst/>
              <a:cxnLst/>
              <a:rect l="l" t="t" r="r" b="b"/>
              <a:pathLst>
                <a:path w="5" h="5" extrusionOk="0">
                  <a:moveTo>
                    <a:pt x="4" y="4"/>
                  </a:moveTo>
                  <a:lnTo>
                    <a:pt x="1" y="1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18" name="Google Shape;4976;p80">
              <a:extLst>
                <a:ext uri="{FF2B5EF4-FFF2-40B4-BE49-F238E27FC236}">
                  <a16:creationId xmlns:a16="http://schemas.microsoft.com/office/drawing/2014/main" id="{40BC5DAC-57A7-AA0D-A69D-39D2D11579CF}"/>
                </a:ext>
              </a:extLst>
            </p:cNvPr>
            <p:cNvSpPr/>
            <p:nvPr/>
          </p:nvSpPr>
          <p:spPr>
            <a:xfrm>
              <a:off x="2313485" y="1771527"/>
              <a:ext cx="244" cy="163"/>
            </a:xfrm>
            <a:custGeom>
              <a:avLst/>
              <a:gdLst/>
              <a:ahLst/>
              <a:cxnLst/>
              <a:rect l="l" t="t" r="r" b="b"/>
              <a:pathLst>
                <a:path w="18" h="12" extrusionOk="0">
                  <a:moveTo>
                    <a:pt x="18" y="11"/>
                  </a:moveTo>
                  <a:lnTo>
                    <a:pt x="0" y="1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19" name="Google Shape;4977;p80">
              <a:extLst>
                <a:ext uri="{FF2B5EF4-FFF2-40B4-BE49-F238E27FC236}">
                  <a16:creationId xmlns:a16="http://schemas.microsoft.com/office/drawing/2014/main" id="{6FD9AC32-A1B1-B25D-CE9A-5678ECF330DC}"/>
                </a:ext>
              </a:extLst>
            </p:cNvPr>
            <p:cNvSpPr/>
            <p:nvPr/>
          </p:nvSpPr>
          <p:spPr>
            <a:xfrm>
              <a:off x="2314055" y="1779048"/>
              <a:ext cx="149" cy="149"/>
            </a:xfrm>
            <a:custGeom>
              <a:avLst/>
              <a:gdLst/>
              <a:ahLst/>
              <a:cxnLst/>
              <a:rect l="l" t="t" r="r" b="b"/>
              <a:pathLst>
                <a:path w="11" h="11" extrusionOk="0">
                  <a:moveTo>
                    <a:pt x="0" y="11"/>
                  </a:moveTo>
                  <a:lnTo>
                    <a:pt x="11" y="0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20" name="Google Shape;4978;p80">
              <a:extLst>
                <a:ext uri="{FF2B5EF4-FFF2-40B4-BE49-F238E27FC236}">
                  <a16:creationId xmlns:a16="http://schemas.microsoft.com/office/drawing/2014/main" id="{FEFCAAF1-6F7F-263E-7E1B-DB6CA6B81556}"/>
                </a:ext>
              </a:extLst>
            </p:cNvPr>
            <p:cNvSpPr/>
            <p:nvPr/>
          </p:nvSpPr>
          <p:spPr>
            <a:xfrm>
              <a:off x="2314530" y="1778519"/>
              <a:ext cx="204" cy="149"/>
            </a:xfrm>
            <a:custGeom>
              <a:avLst/>
              <a:gdLst/>
              <a:ahLst/>
              <a:cxnLst/>
              <a:rect l="l" t="t" r="r" b="b"/>
              <a:pathLst>
                <a:path w="15" h="11" extrusionOk="0">
                  <a:moveTo>
                    <a:pt x="0" y="11"/>
                  </a:moveTo>
                  <a:lnTo>
                    <a:pt x="14" y="1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21" name="Google Shape;4979;p80">
              <a:extLst>
                <a:ext uri="{FF2B5EF4-FFF2-40B4-BE49-F238E27FC236}">
                  <a16:creationId xmlns:a16="http://schemas.microsoft.com/office/drawing/2014/main" id="{856603C5-A31C-1860-42FE-7134CC544933}"/>
                </a:ext>
              </a:extLst>
            </p:cNvPr>
            <p:cNvSpPr/>
            <p:nvPr/>
          </p:nvSpPr>
          <p:spPr>
            <a:xfrm>
              <a:off x="2313811" y="1771676"/>
              <a:ext cx="244" cy="149"/>
            </a:xfrm>
            <a:custGeom>
              <a:avLst/>
              <a:gdLst/>
              <a:ahLst/>
              <a:cxnLst/>
              <a:rect l="l" t="t" r="r" b="b"/>
              <a:pathLst>
                <a:path w="18" h="11" extrusionOk="0">
                  <a:moveTo>
                    <a:pt x="18" y="11"/>
                  </a:moveTo>
                  <a:lnTo>
                    <a:pt x="1" y="0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22" name="Google Shape;4980;p80">
              <a:extLst>
                <a:ext uri="{FF2B5EF4-FFF2-40B4-BE49-F238E27FC236}">
                  <a16:creationId xmlns:a16="http://schemas.microsoft.com/office/drawing/2014/main" id="{7688B8E1-7073-6A32-791F-003E98DE61C7}"/>
                </a:ext>
              </a:extLst>
            </p:cNvPr>
            <p:cNvSpPr/>
            <p:nvPr/>
          </p:nvSpPr>
          <p:spPr>
            <a:xfrm>
              <a:off x="2314096" y="1771866"/>
              <a:ext cx="448" cy="299"/>
            </a:xfrm>
            <a:custGeom>
              <a:avLst/>
              <a:gdLst/>
              <a:ahLst/>
              <a:cxnLst/>
              <a:rect l="l" t="t" r="r" b="b"/>
              <a:pathLst>
                <a:path w="33" h="22" extrusionOk="0">
                  <a:moveTo>
                    <a:pt x="32" y="21"/>
                  </a:moveTo>
                  <a:cubicBezTo>
                    <a:pt x="22" y="11"/>
                    <a:pt x="11" y="4"/>
                    <a:pt x="1" y="0"/>
                  </a:cubicBezTo>
                  <a:cubicBezTo>
                    <a:pt x="11" y="4"/>
                    <a:pt x="22" y="11"/>
                    <a:pt x="32" y="2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23" name="Google Shape;4981;p80">
              <a:extLst>
                <a:ext uri="{FF2B5EF4-FFF2-40B4-BE49-F238E27FC236}">
                  <a16:creationId xmlns:a16="http://schemas.microsoft.com/office/drawing/2014/main" id="{B5793CE0-DC7A-A326-B1D6-3AE3658D4978}"/>
                </a:ext>
              </a:extLst>
            </p:cNvPr>
            <p:cNvSpPr/>
            <p:nvPr/>
          </p:nvSpPr>
          <p:spPr>
            <a:xfrm>
              <a:off x="2315386" y="1773006"/>
              <a:ext cx="54" cy="109"/>
            </a:xfrm>
            <a:custGeom>
              <a:avLst/>
              <a:gdLst/>
              <a:ahLst/>
              <a:cxnLst/>
              <a:rect l="l" t="t" r="r" b="b"/>
              <a:pathLst>
                <a:path w="4" h="8" extrusionOk="0">
                  <a:moveTo>
                    <a:pt x="4" y="7"/>
                  </a:moveTo>
                  <a:lnTo>
                    <a:pt x="0" y="0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24" name="Google Shape;4982;p80">
              <a:extLst>
                <a:ext uri="{FF2B5EF4-FFF2-40B4-BE49-F238E27FC236}">
                  <a16:creationId xmlns:a16="http://schemas.microsoft.com/office/drawing/2014/main" id="{26D75849-0908-C9E3-6AD7-F4E9B854B50D}"/>
                </a:ext>
              </a:extLst>
            </p:cNvPr>
            <p:cNvSpPr/>
            <p:nvPr/>
          </p:nvSpPr>
          <p:spPr>
            <a:xfrm>
              <a:off x="2315236" y="1772816"/>
              <a:ext cx="109" cy="109"/>
            </a:xfrm>
            <a:custGeom>
              <a:avLst/>
              <a:gdLst/>
              <a:ahLst/>
              <a:cxnLst/>
              <a:rect l="l" t="t" r="r" b="b"/>
              <a:pathLst>
                <a:path w="8" h="8" extrusionOk="0">
                  <a:moveTo>
                    <a:pt x="8" y="7"/>
                  </a:moveTo>
                  <a:lnTo>
                    <a:pt x="1" y="0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25" name="Google Shape;4983;p80">
              <a:extLst>
                <a:ext uri="{FF2B5EF4-FFF2-40B4-BE49-F238E27FC236}">
                  <a16:creationId xmlns:a16="http://schemas.microsoft.com/office/drawing/2014/main" id="{5E707FE3-24E7-4791-C393-24B1CFDE1DB3}"/>
                </a:ext>
              </a:extLst>
            </p:cNvPr>
            <p:cNvSpPr/>
            <p:nvPr/>
          </p:nvSpPr>
          <p:spPr>
            <a:xfrm>
              <a:off x="2315046" y="1772572"/>
              <a:ext cx="109" cy="109"/>
            </a:xfrm>
            <a:custGeom>
              <a:avLst/>
              <a:gdLst/>
              <a:ahLst/>
              <a:cxnLst/>
              <a:rect l="l" t="t" r="r" b="b"/>
              <a:pathLst>
                <a:path w="8" h="8" extrusionOk="0">
                  <a:moveTo>
                    <a:pt x="8" y="8"/>
                  </a:moveTo>
                  <a:lnTo>
                    <a:pt x="1" y="1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26" name="Google Shape;4984;p80">
              <a:extLst>
                <a:ext uri="{FF2B5EF4-FFF2-40B4-BE49-F238E27FC236}">
                  <a16:creationId xmlns:a16="http://schemas.microsoft.com/office/drawing/2014/main" id="{84B2B912-8B27-B924-5294-DBE25464DFD1}"/>
                </a:ext>
              </a:extLst>
            </p:cNvPr>
            <p:cNvSpPr/>
            <p:nvPr/>
          </p:nvSpPr>
          <p:spPr>
            <a:xfrm>
              <a:off x="2314286" y="1778709"/>
              <a:ext cx="204" cy="204"/>
            </a:xfrm>
            <a:custGeom>
              <a:avLst/>
              <a:gdLst/>
              <a:ahLst/>
              <a:cxnLst/>
              <a:rect l="l" t="t" r="r" b="b"/>
              <a:pathLst>
                <a:path w="15" h="15" extrusionOk="0">
                  <a:moveTo>
                    <a:pt x="1" y="15"/>
                  </a:moveTo>
                  <a:lnTo>
                    <a:pt x="15" y="1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27" name="Google Shape;4985;p80">
              <a:extLst>
                <a:ext uri="{FF2B5EF4-FFF2-40B4-BE49-F238E27FC236}">
                  <a16:creationId xmlns:a16="http://schemas.microsoft.com/office/drawing/2014/main" id="{10398287-4D0E-05C8-FFFF-848572CD4841}"/>
                </a:ext>
              </a:extLst>
            </p:cNvPr>
            <p:cNvSpPr/>
            <p:nvPr/>
          </p:nvSpPr>
          <p:spPr>
            <a:xfrm>
              <a:off x="2310769" y="1783081"/>
              <a:ext cx="339" cy="543"/>
            </a:xfrm>
            <a:custGeom>
              <a:avLst/>
              <a:gdLst/>
              <a:ahLst/>
              <a:cxnLst/>
              <a:rect l="l" t="t" r="r" b="b"/>
              <a:pathLst>
                <a:path w="25" h="40" extrusionOk="0">
                  <a:moveTo>
                    <a:pt x="0" y="39"/>
                  </a:moveTo>
                  <a:lnTo>
                    <a:pt x="25" y="1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28" name="Google Shape;4986;p80">
              <a:extLst>
                <a:ext uri="{FF2B5EF4-FFF2-40B4-BE49-F238E27FC236}">
                  <a16:creationId xmlns:a16="http://schemas.microsoft.com/office/drawing/2014/main" id="{2AA9623A-E525-C141-3C11-5A24112DC01A}"/>
                </a:ext>
              </a:extLst>
            </p:cNvPr>
            <p:cNvSpPr/>
            <p:nvPr/>
          </p:nvSpPr>
          <p:spPr>
            <a:xfrm>
              <a:off x="2310335" y="1783651"/>
              <a:ext cx="394" cy="638"/>
            </a:xfrm>
            <a:custGeom>
              <a:avLst/>
              <a:gdLst/>
              <a:ahLst/>
              <a:cxnLst/>
              <a:rect l="l" t="t" r="r" b="b"/>
              <a:pathLst>
                <a:path w="29" h="47" extrusionOk="0">
                  <a:moveTo>
                    <a:pt x="1" y="46"/>
                  </a:moveTo>
                  <a:lnTo>
                    <a:pt x="29" y="1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29" name="Google Shape;4987;p80">
              <a:extLst>
                <a:ext uri="{FF2B5EF4-FFF2-40B4-BE49-F238E27FC236}">
                  <a16:creationId xmlns:a16="http://schemas.microsoft.com/office/drawing/2014/main" id="{145DA48E-3799-246A-A51B-EEDFA508EB59}"/>
                </a:ext>
              </a:extLst>
            </p:cNvPr>
            <p:cNvSpPr/>
            <p:nvPr/>
          </p:nvSpPr>
          <p:spPr>
            <a:xfrm>
              <a:off x="2309669" y="1784982"/>
              <a:ext cx="258" cy="394"/>
            </a:xfrm>
            <a:custGeom>
              <a:avLst/>
              <a:gdLst/>
              <a:ahLst/>
              <a:cxnLst/>
              <a:rect l="l" t="t" r="r" b="b"/>
              <a:pathLst>
                <a:path w="19" h="29" extrusionOk="0">
                  <a:moveTo>
                    <a:pt x="1" y="29"/>
                  </a:moveTo>
                  <a:lnTo>
                    <a:pt x="1" y="29"/>
                  </a:lnTo>
                  <a:lnTo>
                    <a:pt x="18" y="1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30" name="Google Shape;4988;p80">
              <a:extLst>
                <a:ext uri="{FF2B5EF4-FFF2-40B4-BE49-F238E27FC236}">
                  <a16:creationId xmlns:a16="http://schemas.microsoft.com/office/drawing/2014/main" id="{76909B18-7568-EBD0-1488-2FDD0590AED0}"/>
                </a:ext>
              </a:extLst>
            </p:cNvPr>
            <p:cNvSpPr/>
            <p:nvPr/>
          </p:nvSpPr>
          <p:spPr>
            <a:xfrm>
              <a:off x="2313430" y="1779659"/>
              <a:ext cx="204" cy="258"/>
            </a:xfrm>
            <a:custGeom>
              <a:avLst/>
              <a:gdLst/>
              <a:ahLst/>
              <a:cxnLst/>
              <a:rect l="l" t="t" r="r" b="b"/>
              <a:pathLst>
                <a:path w="15" h="19" extrusionOk="0">
                  <a:moveTo>
                    <a:pt x="1" y="18"/>
                  </a:moveTo>
                  <a:lnTo>
                    <a:pt x="15" y="1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31" name="Google Shape;4989;p80">
              <a:extLst>
                <a:ext uri="{FF2B5EF4-FFF2-40B4-BE49-F238E27FC236}">
                  <a16:creationId xmlns:a16="http://schemas.microsoft.com/office/drawing/2014/main" id="{E9292972-38AD-4F56-2ABD-1CCAED0E1F80}"/>
                </a:ext>
              </a:extLst>
            </p:cNvPr>
            <p:cNvSpPr/>
            <p:nvPr/>
          </p:nvSpPr>
          <p:spPr>
            <a:xfrm>
              <a:off x="2311190" y="1782511"/>
              <a:ext cx="299" cy="394"/>
            </a:xfrm>
            <a:custGeom>
              <a:avLst/>
              <a:gdLst/>
              <a:ahLst/>
              <a:cxnLst/>
              <a:rect l="l" t="t" r="r" b="b"/>
              <a:pathLst>
                <a:path w="22" h="29" extrusionOk="0">
                  <a:moveTo>
                    <a:pt x="1" y="29"/>
                  </a:moveTo>
                  <a:lnTo>
                    <a:pt x="22" y="1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32" name="Google Shape;4990;p80">
              <a:extLst>
                <a:ext uri="{FF2B5EF4-FFF2-40B4-BE49-F238E27FC236}">
                  <a16:creationId xmlns:a16="http://schemas.microsoft.com/office/drawing/2014/main" id="{426F3374-25A2-50EC-2CE8-82A963241D64}"/>
                </a:ext>
              </a:extLst>
            </p:cNvPr>
            <p:cNvSpPr/>
            <p:nvPr/>
          </p:nvSpPr>
          <p:spPr>
            <a:xfrm>
              <a:off x="2314856" y="1772382"/>
              <a:ext cx="109" cy="109"/>
            </a:xfrm>
            <a:custGeom>
              <a:avLst/>
              <a:gdLst/>
              <a:ahLst/>
              <a:cxnLst/>
              <a:rect l="l" t="t" r="r" b="b"/>
              <a:pathLst>
                <a:path w="8" h="8" extrusionOk="0">
                  <a:moveTo>
                    <a:pt x="1" y="1"/>
                  </a:moveTo>
                  <a:lnTo>
                    <a:pt x="8" y="8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33" name="Google Shape;4991;p80">
              <a:extLst>
                <a:ext uri="{FF2B5EF4-FFF2-40B4-BE49-F238E27FC236}">
                  <a16:creationId xmlns:a16="http://schemas.microsoft.com/office/drawing/2014/main" id="{61C92E0F-E2D5-FF4F-7812-4A01634FD924}"/>
                </a:ext>
              </a:extLst>
            </p:cNvPr>
            <p:cNvSpPr/>
            <p:nvPr/>
          </p:nvSpPr>
          <p:spPr>
            <a:xfrm>
              <a:off x="2313091" y="1780094"/>
              <a:ext cx="258" cy="244"/>
            </a:xfrm>
            <a:custGeom>
              <a:avLst/>
              <a:gdLst/>
              <a:ahLst/>
              <a:cxnLst/>
              <a:rect l="l" t="t" r="r" b="b"/>
              <a:pathLst>
                <a:path w="19" h="18" extrusionOk="0">
                  <a:moveTo>
                    <a:pt x="1" y="18"/>
                  </a:moveTo>
                  <a:lnTo>
                    <a:pt x="18" y="0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34" name="Google Shape;4992;p80">
              <a:extLst>
                <a:ext uri="{FF2B5EF4-FFF2-40B4-BE49-F238E27FC236}">
                  <a16:creationId xmlns:a16="http://schemas.microsoft.com/office/drawing/2014/main" id="{4B539E0E-9216-40BA-2A72-6177B96BA213}"/>
                </a:ext>
              </a:extLst>
            </p:cNvPr>
            <p:cNvSpPr/>
            <p:nvPr/>
          </p:nvSpPr>
          <p:spPr>
            <a:xfrm>
              <a:off x="2312765" y="1780515"/>
              <a:ext cx="244" cy="299"/>
            </a:xfrm>
            <a:custGeom>
              <a:avLst/>
              <a:gdLst/>
              <a:ahLst/>
              <a:cxnLst/>
              <a:rect l="l" t="t" r="r" b="b"/>
              <a:pathLst>
                <a:path w="18" h="22" extrusionOk="0">
                  <a:moveTo>
                    <a:pt x="0" y="22"/>
                  </a:moveTo>
                  <a:lnTo>
                    <a:pt x="18" y="1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35" name="Google Shape;4993;p80">
              <a:extLst>
                <a:ext uri="{FF2B5EF4-FFF2-40B4-BE49-F238E27FC236}">
                  <a16:creationId xmlns:a16="http://schemas.microsoft.com/office/drawing/2014/main" id="{F279CAD6-1D00-C9D4-5977-D03F0BEAC6A3}"/>
                </a:ext>
              </a:extLst>
            </p:cNvPr>
            <p:cNvSpPr/>
            <p:nvPr/>
          </p:nvSpPr>
          <p:spPr>
            <a:xfrm>
              <a:off x="2312385" y="1780990"/>
              <a:ext cx="244" cy="299"/>
            </a:xfrm>
            <a:custGeom>
              <a:avLst/>
              <a:gdLst/>
              <a:ahLst/>
              <a:cxnLst/>
              <a:rect l="l" t="t" r="r" b="b"/>
              <a:pathLst>
                <a:path w="18" h="22" extrusionOk="0">
                  <a:moveTo>
                    <a:pt x="0" y="22"/>
                  </a:moveTo>
                  <a:lnTo>
                    <a:pt x="18" y="1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36" name="Google Shape;4994;p80">
              <a:extLst>
                <a:ext uri="{FF2B5EF4-FFF2-40B4-BE49-F238E27FC236}">
                  <a16:creationId xmlns:a16="http://schemas.microsoft.com/office/drawing/2014/main" id="{7E79D366-947A-DC99-BE8D-F4680EB0F804}"/>
                </a:ext>
              </a:extLst>
            </p:cNvPr>
            <p:cNvSpPr/>
            <p:nvPr/>
          </p:nvSpPr>
          <p:spPr>
            <a:xfrm>
              <a:off x="2312005" y="1781465"/>
              <a:ext cx="244" cy="353"/>
            </a:xfrm>
            <a:custGeom>
              <a:avLst/>
              <a:gdLst/>
              <a:ahLst/>
              <a:cxnLst/>
              <a:rect l="l" t="t" r="r" b="b"/>
              <a:pathLst>
                <a:path w="18" h="26" extrusionOk="0">
                  <a:moveTo>
                    <a:pt x="0" y="25"/>
                  </a:moveTo>
                  <a:lnTo>
                    <a:pt x="18" y="1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37" name="Google Shape;4995;p80">
              <a:extLst>
                <a:ext uri="{FF2B5EF4-FFF2-40B4-BE49-F238E27FC236}">
                  <a16:creationId xmlns:a16="http://schemas.microsoft.com/office/drawing/2014/main" id="{2B5C2387-DDF3-3422-9395-8DE7E3022674}"/>
                </a:ext>
              </a:extLst>
            </p:cNvPr>
            <p:cNvSpPr/>
            <p:nvPr/>
          </p:nvSpPr>
          <p:spPr>
            <a:xfrm>
              <a:off x="2311625" y="1781995"/>
              <a:ext cx="244" cy="339"/>
            </a:xfrm>
            <a:custGeom>
              <a:avLst/>
              <a:gdLst/>
              <a:ahLst/>
              <a:cxnLst/>
              <a:rect l="l" t="t" r="r" b="b"/>
              <a:pathLst>
                <a:path w="18" h="25" extrusionOk="0">
                  <a:moveTo>
                    <a:pt x="0" y="25"/>
                  </a:moveTo>
                  <a:lnTo>
                    <a:pt x="18" y="0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38" name="Google Shape;4996;p80">
              <a:extLst>
                <a:ext uri="{FF2B5EF4-FFF2-40B4-BE49-F238E27FC236}">
                  <a16:creationId xmlns:a16="http://schemas.microsoft.com/office/drawing/2014/main" id="{E7975A1B-BCF9-A698-9B98-2286A6849968}"/>
                </a:ext>
              </a:extLst>
            </p:cNvPr>
            <p:cNvSpPr/>
            <p:nvPr/>
          </p:nvSpPr>
          <p:spPr>
            <a:xfrm>
              <a:off x="2309955" y="1784276"/>
              <a:ext cx="394" cy="584"/>
            </a:xfrm>
            <a:custGeom>
              <a:avLst/>
              <a:gdLst/>
              <a:ahLst/>
              <a:cxnLst/>
              <a:rect l="l" t="t" r="r" b="b"/>
              <a:pathLst>
                <a:path w="29" h="43" extrusionOk="0">
                  <a:moveTo>
                    <a:pt x="1" y="42"/>
                  </a:moveTo>
                  <a:lnTo>
                    <a:pt x="29" y="0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39" name="Google Shape;4997;p80">
              <a:extLst>
                <a:ext uri="{FF2B5EF4-FFF2-40B4-BE49-F238E27FC236}">
                  <a16:creationId xmlns:a16="http://schemas.microsoft.com/office/drawing/2014/main" id="{57F5A5EF-06FF-1550-7DC2-A76B470FDCF1}"/>
                </a:ext>
              </a:extLst>
            </p:cNvPr>
            <p:cNvSpPr/>
            <p:nvPr/>
          </p:nvSpPr>
          <p:spPr>
            <a:xfrm>
              <a:off x="2312141" y="1771241"/>
              <a:ext cx="394" cy="68"/>
            </a:xfrm>
            <a:custGeom>
              <a:avLst/>
              <a:gdLst/>
              <a:ahLst/>
              <a:cxnLst/>
              <a:rect l="l" t="t" r="r" b="b"/>
              <a:pathLst>
                <a:path w="29" h="5" extrusionOk="0">
                  <a:moveTo>
                    <a:pt x="29" y="4"/>
                  </a:moveTo>
                  <a:lnTo>
                    <a:pt x="1" y="1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40" name="Google Shape;4998;p80">
              <a:extLst>
                <a:ext uri="{FF2B5EF4-FFF2-40B4-BE49-F238E27FC236}">
                  <a16:creationId xmlns:a16="http://schemas.microsoft.com/office/drawing/2014/main" id="{DE8064CC-D0BC-D9C7-957D-1E3AC76D3771}"/>
                </a:ext>
              </a:extLst>
            </p:cNvPr>
            <p:cNvSpPr/>
            <p:nvPr/>
          </p:nvSpPr>
          <p:spPr>
            <a:xfrm>
              <a:off x="2312616" y="1771296"/>
              <a:ext cx="353" cy="109"/>
            </a:xfrm>
            <a:custGeom>
              <a:avLst/>
              <a:gdLst/>
              <a:ahLst/>
              <a:cxnLst/>
              <a:rect l="l" t="t" r="r" b="b"/>
              <a:pathLst>
                <a:path w="26" h="8" extrusionOk="0">
                  <a:moveTo>
                    <a:pt x="25" y="7"/>
                  </a:moveTo>
                  <a:lnTo>
                    <a:pt x="1" y="0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41" name="Google Shape;4999;p80">
              <a:extLst>
                <a:ext uri="{FF2B5EF4-FFF2-40B4-BE49-F238E27FC236}">
                  <a16:creationId xmlns:a16="http://schemas.microsoft.com/office/drawing/2014/main" id="{3FC82950-4439-9A9D-4554-11DAD8ED333B}"/>
                </a:ext>
              </a:extLst>
            </p:cNvPr>
            <p:cNvSpPr/>
            <p:nvPr/>
          </p:nvSpPr>
          <p:spPr>
            <a:xfrm>
              <a:off x="2311665" y="1771146"/>
              <a:ext cx="394" cy="68"/>
            </a:xfrm>
            <a:custGeom>
              <a:avLst/>
              <a:gdLst/>
              <a:ahLst/>
              <a:cxnLst/>
              <a:rect l="l" t="t" r="r" b="b"/>
              <a:pathLst>
                <a:path w="29" h="5" extrusionOk="0">
                  <a:moveTo>
                    <a:pt x="29" y="4"/>
                  </a:moveTo>
                  <a:lnTo>
                    <a:pt x="1" y="1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42" name="Google Shape;5000;p80">
              <a:extLst>
                <a:ext uri="{FF2B5EF4-FFF2-40B4-BE49-F238E27FC236}">
                  <a16:creationId xmlns:a16="http://schemas.microsoft.com/office/drawing/2014/main" id="{0A6B7C7F-5DF0-5213-7B95-6909D1C65466}"/>
                </a:ext>
              </a:extLst>
            </p:cNvPr>
            <p:cNvSpPr/>
            <p:nvPr/>
          </p:nvSpPr>
          <p:spPr>
            <a:xfrm>
              <a:off x="2313050" y="1771431"/>
              <a:ext cx="299" cy="109"/>
            </a:xfrm>
            <a:custGeom>
              <a:avLst/>
              <a:gdLst/>
              <a:ahLst/>
              <a:cxnLst/>
              <a:rect l="l" t="t" r="r" b="b"/>
              <a:pathLst>
                <a:path w="22" h="8" extrusionOk="0">
                  <a:moveTo>
                    <a:pt x="21" y="8"/>
                  </a:moveTo>
                  <a:lnTo>
                    <a:pt x="0" y="1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43" name="Google Shape;5001;p80">
              <a:extLst>
                <a:ext uri="{FF2B5EF4-FFF2-40B4-BE49-F238E27FC236}">
                  <a16:creationId xmlns:a16="http://schemas.microsoft.com/office/drawing/2014/main" id="{63FC00E9-A075-69FF-06AA-4D9392FF075E}"/>
                </a:ext>
              </a:extLst>
            </p:cNvPr>
            <p:cNvSpPr/>
            <p:nvPr/>
          </p:nvSpPr>
          <p:spPr>
            <a:xfrm>
              <a:off x="2978891" y="1743340"/>
              <a:ext cx="24684" cy="32355"/>
            </a:xfrm>
            <a:custGeom>
              <a:avLst/>
              <a:gdLst/>
              <a:ahLst/>
              <a:cxnLst/>
              <a:rect l="l" t="t" r="r" b="b"/>
              <a:pathLst>
                <a:path w="1818" h="2383" extrusionOk="0">
                  <a:moveTo>
                    <a:pt x="1135" y="1"/>
                  </a:moveTo>
                  <a:lnTo>
                    <a:pt x="1114" y="15"/>
                  </a:lnTo>
                  <a:lnTo>
                    <a:pt x="1103" y="22"/>
                  </a:lnTo>
                  <a:cubicBezTo>
                    <a:pt x="1089" y="29"/>
                    <a:pt x="1079" y="32"/>
                    <a:pt x="1065" y="39"/>
                  </a:cubicBezTo>
                  <a:lnTo>
                    <a:pt x="1058" y="43"/>
                  </a:lnTo>
                  <a:lnTo>
                    <a:pt x="1030" y="57"/>
                  </a:lnTo>
                  <a:lnTo>
                    <a:pt x="1016" y="60"/>
                  </a:lnTo>
                  <a:lnTo>
                    <a:pt x="991" y="67"/>
                  </a:lnTo>
                  <a:lnTo>
                    <a:pt x="977" y="71"/>
                  </a:lnTo>
                  <a:lnTo>
                    <a:pt x="953" y="78"/>
                  </a:lnTo>
                  <a:lnTo>
                    <a:pt x="935" y="81"/>
                  </a:lnTo>
                  <a:lnTo>
                    <a:pt x="911" y="85"/>
                  </a:lnTo>
                  <a:lnTo>
                    <a:pt x="851" y="85"/>
                  </a:lnTo>
                  <a:cubicBezTo>
                    <a:pt x="536" y="85"/>
                    <a:pt x="434" y="141"/>
                    <a:pt x="403" y="172"/>
                  </a:cubicBezTo>
                  <a:cubicBezTo>
                    <a:pt x="354" y="211"/>
                    <a:pt x="305" y="249"/>
                    <a:pt x="256" y="284"/>
                  </a:cubicBezTo>
                  <a:lnTo>
                    <a:pt x="196" y="330"/>
                  </a:lnTo>
                  <a:lnTo>
                    <a:pt x="182" y="340"/>
                  </a:lnTo>
                  <a:cubicBezTo>
                    <a:pt x="161" y="354"/>
                    <a:pt x="137" y="372"/>
                    <a:pt x="116" y="386"/>
                  </a:cubicBezTo>
                  <a:cubicBezTo>
                    <a:pt x="130" y="414"/>
                    <a:pt x="137" y="445"/>
                    <a:pt x="144" y="473"/>
                  </a:cubicBezTo>
                  <a:cubicBezTo>
                    <a:pt x="168" y="561"/>
                    <a:pt x="182" y="593"/>
                    <a:pt x="210" y="593"/>
                  </a:cubicBezTo>
                  <a:cubicBezTo>
                    <a:pt x="364" y="603"/>
                    <a:pt x="445" y="782"/>
                    <a:pt x="347" y="904"/>
                  </a:cubicBezTo>
                  <a:cubicBezTo>
                    <a:pt x="313" y="943"/>
                    <a:pt x="264" y="965"/>
                    <a:pt x="212" y="965"/>
                  </a:cubicBezTo>
                  <a:cubicBezTo>
                    <a:pt x="194" y="965"/>
                    <a:pt x="176" y="962"/>
                    <a:pt x="158" y="957"/>
                  </a:cubicBezTo>
                  <a:cubicBezTo>
                    <a:pt x="152" y="955"/>
                    <a:pt x="146" y="955"/>
                    <a:pt x="142" y="955"/>
                  </a:cubicBezTo>
                  <a:cubicBezTo>
                    <a:pt x="122" y="955"/>
                    <a:pt x="115" y="964"/>
                    <a:pt x="112" y="967"/>
                  </a:cubicBezTo>
                  <a:cubicBezTo>
                    <a:pt x="77" y="1020"/>
                    <a:pt x="91" y="1188"/>
                    <a:pt x="203" y="1359"/>
                  </a:cubicBezTo>
                  <a:cubicBezTo>
                    <a:pt x="315" y="1531"/>
                    <a:pt x="193" y="1716"/>
                    <a:pt x="102" y="1846"/>
                  </a:cubicBezTo>
                  <a:cubicBezTo>
                    <a:pt x="60" y="1905"/>
                    <a:pt x="0" y="1993"/>
                    <a:pt x="18" y="2010"/>
                  </a:cubicBezTo>
                  <a:cubicBezTo>
                    <a:pt x="116" y="2108"/>
                    <a:pt x="109" y="2220"/>
                    <a:pt x="102" y="2301"/>
                  </a:cubicBezTo>
                  <a:cubicBezTo>
                    <a:pt x="98" y="2325"/>
                    <a:pt x="98" y="2350"/>
                    <a:pt x="102" y="2378"/>
                  </a:cubicBezTo>
                  <a:cubicBezTo>
                    <a:pt x="113" y="2381"/>
                    <a:pt x="130" y="2383"/>
                    <a:pt x="151" y="2383"/>
                  </a:cubicBezTo>
                  <a:cubicBezTo>
                    <a:pt x="325" y="2383"/>
                    <a:pt x="810" y="2278"/>
                    <a:pt x="1047" y="2035"/>
                  </a:cubicBezTo>
                  <a:cubicBezTo>
                    <a:pt x="1256" y="1821"/>
                    <a:pt x="1372" y="1762"/>
                    <a:pt x="1482" y="1762"/>
                  </a:cubicBezTo>
                  <a:cubicBezTo>
                    <a:pt x="1528" y="1762"/>
                    <a:pt x="1574" y="1773"/>
                    <a:pt x="1625" y="1786"/>
                  </a:cubicBezTo>
                  <a:lnTo>
                    <a:pt x="1646" y="1793"/>
                  </a:lnTo>
                  <a:cubicBezTo>
                    <a:pt x="1657" y="1796"/>
                    <a:pt x="1669" y="1798"/>
                    <a:pt x="1680" y="1798"/>
                  </a:cubicBezTo>
                  <a:cubicBezTo>
                    <a:pt x="1724" y="1798"/>
                    <a:pt x="1765" y="1776"/>
                    <a:pt x="1793" y="1737"/>
                  </a:cubicBezTo>
                  <a:cubicBezTo>
                    <a:pt x="1814" y="1716"/>
                    <a:pt x="1817" y="1681"/>
                    <a:pt x="1800" y="1657"/>
                  </a:cubicBezTo>
                  <a:cubicBezTo>
                    <a:pt x="1709" y="1520"/>
                    <a:pt x="1618" y="1198"/>
                    <a:pt x="1642" y="827"/>
                  </a:cubicBezTo>
                  <a:cubicBezTo>
                    <a:pt x="1653" y="673"/>
                    <a:pt x="1464" y="368"/>
                    <a:pt x="1135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44" name="Google Shape;5002;p80">
              <a:extLst>
                <a:ext uri="{FF2B5EF4-FFF2-40B4-BE49-F238E27FC236}">
                  <a16:creationId xmlns:a16="http://schemas.microsoft.com/office/drawing/2014/main" id="{B594C342-D608-567F-50BC-BBC4B3DD1FEB}"/>
                </a:ext>
              </a:extLst>
            </p:cNvPr>
            <p:cNvSpPr/>
            <p:nvPr/>
          </p:nvSpPr>
          <p:spPr>
            <a:xfrm>
              <a:off x="2700253" y="1844234"/>
              <a:ext cx="29287" cy="39198"/>
            </a:xfrm>
            <a:custGeom>
              <a:avLst/>
              <a:gdLst/>
              <a:ahLst/>
              <a:cxnLst/>
              <a:rect l="l" t="t" r="r" b="b"/>
              <a:pathLst>
                <a:path w="2157" h="2887" extrusionOk="0">
                  <a:moveTo>
                    <a:pt x="121" y="0"/>
                  </a:moveTo>
                  <a:cubicBezTo>
                    <a:pt x="98" y="0"/>
                    <a:pt x="76" y="25"/>
                    <a:pt x="28" y="90"/>
                  </a:cubicBezTo>
                  <a:cubicBezTo>
                    <a:pt x="18" y="104"/>
                    <a:pt x="0" y="132"/>
                    <a:pt x="4" y="149"/>
                  </a:cubicBezTo>
                  <a:cubicBezTo>
                    <a:pt x="14" y="188"/>
                    <a:pt x="105" y="233"/>
                    <a:pt x="175" y="261"/>
                  </a:cubicBezTo>
                  <a:cubicBezTo>
                    <a:pt x="291" y="314"/>
                    <a:pt x="445" y="387"/>
                    <a:pt x="399" y="531"/>
                  </a:cubicBezTo>
                  <a:cubicBezTo>
                    <a:pt x="350" y="674"/>
                    <a:pt x="249" y="688"/>
                    <a:pt x="182" y="702"/>
                  </a:cubicBezTo>
                  <a:cubicBezTo>
                    <a:pt x="116" y="713"/>
                    <a:pt x="112" y="720"/>
                    <a:pt x="105" y="751"/>
                  </a:cubicBezTo>
                  <a:cubicBezTo>
                    <a:pt x="81" y="881"/>
                    <a:pt x="130" y="1252"/>
                    <a:pt x="214" y="1487"/>
                  </a:cubicBezTo>
                  <a:cubicBezTo>
                    <a:pt x="221" y="1501"/>
                    <a:pt x="228" y="1518"/>
                    <a:pt x="235" y="1529"/>
                  </a:cubicBezTo>
                  <a:lnTo>
                    <a:pt x="242" y="1550"/>
                  </a:lnTo>
                  <a:lnTo>
                    <a:pt x="249" y="1564"/>
                  </a:lnTo>
                  <a:lnTo>
                    <a:pt x="256" y="1585"/>
                  </a:lnTo>
                  <a:lnTo>
                    <a:pt x="263" y="1606"/>
                  </a:lnTo>
                  <a:lnTo>
                    <a:pt x="270" y="1630"/>
                  </a:lnTo>
                  <a:lnTo>
                    <a:pt x="277" y="1651"/>
                  </a:lnTo>
                  <a:lnTo>
                    <a:pt x="287" y="1676"/>
                  </a:lnTo>
                  <a:lnTo>
                    <a:pt x="294" y="1704"/>
                  </a:lnTo>
                  <a:lnTo>
                    <a:pt x="301" y="1728"/>
                  </a:lnTo>
                  <a:lnTo>
                    <a:pt x="308" y="1760"/>
                  </a:lnTo>
                  <a:lnTo>
                    <a:pt x="319" y="1788"/>
                  </a:lnTo>
                  <a:lnTo>
                    <a:pt x="326" y="1816"/>
                  </a:lnTo>
                  <a:lnTo>
                    <a:pt x="333" y="1847"/>
                  </a:lnTo>
                  <a:lnTo>
                    <a:pt x="340" y="1879"/>
                  </a:lnTo>
                  <a:lnTo>
                    <a:pt x="347" y="1910"/>
                  </a:lnTo>
                  <a:lnTo>
                    <a:pt x="354" y="1945"/>
                  </a:lnTo>
                  <a:lnTo>
                    <a:pt x="361" y="1977"/>
                  </a:lnTo>
                  <a:lnTo>
                    <a:pt x="368" y="2012"/>
                  </a:lnTo>
                  <a:lnTo>
                    <a:pt x="375" y="2043"/>
                  </a:lnTo>
                  <a:lnTo>
                    <a:pt x="382" y="2082"/>
                  </a:lnTo>
                  <a:cubicBezTo>
                    <a:pt x="385" y="2092"/>
                    <a:pt x="385" y="2103"/>
                    <a:pt x="389" y="2113"/>
                  </a:cubicBezTo>
                  <a:cubicBezTo>
                    <a:pt x="389" y="2127"/>
                    <a:pt x="392" y="2141"/>
                    <a:pt x="392" y="2152"/>
                  </a:cubicBezTo>
                  <a:cubicBezTo>
                    <a:pt x="396" y="2166"/>
                    <a:pt x="396" y="2176"/>
                    <a:pt x="399" y="2187"/>
                  </a:cubicBezTo>
                  <a:cubicBezTo>
                    <a:pt x="399" y="2197"/>
                    <a:pt x="403" y="2215"/>
                    <a:pt x="406" y="2225"/>
                  </a:cubicBezTo>
                  <a:cubicBezTo>
                    <a:pt x="406" y="2239"/>
                    <a:pt x="410" y="2250"/>
                    <a:pt x="410" y="2260"/>
                  </a:cubicBezTo>
                  <a:cubicBezTo>
                    <a:pt x="410" y="2271"/>
                    <a:pt x="413" y="2288"/>
                    <a:pt x="413" y="2306"/>
                  </a:cubicBezTo>
                  <a:lnTo>
                    <a:pt x="417" y="2341"/>
                  </a:lnTo>
                  <a:cubicBezTo>
                    <a:pt x="417" y="2362"/>
                    <a:pt x="424" y="2383"/>
                    <a:pt x="424" y="2404"/>
                  </a:cubicBezTo>
                  <a:lnTo>
                    <a:pt x="424" y="2435"/>
                  </a:lnTo>
                  <a:cubicBezTo>
                    <a:pt x="424" y="2446"/>
                    <a:pt x="424" y="2460"/>
                    <a:pt x="427" y="2470"/>
                  </a:cubicBezTo>
                  <a:cubicBezTo>
                    <a:pt x="452" y="2463"/>
                    <a:pt x="480" y="2453"/>
                    <a:pt x="501" y="2442"/>
                  </a:cubicBezTo>
                  <a:cubicBezTo>
                    <a:pt x="574" y="2411"/>
                    <a:pt x="652" y="2393"/>
                    <a:pt x="729" y="2390"/>
                  </a:cubicBezTo>
                  <a:cubicBezTo>
                    <a:pt x="1086" y="2390"/>
                    <a:pt x="1096" y="2278"/>
                    <a:pt x="1100" y="2239"/>
                  </a:cubicBezTo>
                  <a:cubicBezTo>
                    <a:pt x="1114" y="2113"/>
                    <a:pt x="1187" y="2001"/>
                    <a:pt x="1299" y="1938"/>
                  </a:cubicBezTo>
                  <a:cubicBezTo>
                    <a:pt x="1341" y="1914"/>
                    <a:pt x="1390" y="1900"/>
                    <a:pt x="1439" y="1900"/>
                  </a:cubicBezTo>
                  <a:cubicBezTo>
                    <a:pt x="1471" y="1900"/>
                    <a:pt x="1499" y="1907"/>
                    <a:pt x="1527" y="1921"/>
                  </a:cubicBezTo>
                  <a:cubicBezTo>
                    <a:pt x="1677" y="1994"/>
                    <a:pt x="1845" y="2488"/>
                    <a:pt x="1856" y="2719"/>
                  </a:cubicBezTo>
                  <a:cubicBezTo>
                    <a:pt x="1859" y="2778"/>
                    <a:pt x="1873" y="2834"/>
                    <a:pt x="1898" y="2887"/>
                  </a:cubicBezTo>
                  <a:lnTo>
                    <a:pt x="1901" y="2883"/>
                  </a:lnTo>
                  <a:lnTo>
                    <a:pt x="1929" y="2862"/>
                  </a:lnTo>
                  <a:lnTo>
                    <a:pt x="1933" y="2859"/>
                  </a:lnTo>
                  <a:lnTo>
                    <a:pt x="1961" y="2838"/>
                  </a:lnTo>
                  <a:lnTo>
                    <a:pt x="1971" y="2827"/>
                  </a:lnTo>
                  <a:lnTo>
                    <a:pt x="1985" y="2817"/>
                  </a:lnTo>
                  <a:lnTo>
                    <a:pt x="1996" y="2810"/>
                  </a:lnTo>
                  <a:lnTo>
                    <a:pt x="2003" y="2806"/>
                  </a:lnTo>
                  <a:lnTo>
                    <a:pt x="2013" y="2799"/>
                  </a:lnTo>
                  <a:cubicBezTo>
                    <a:pt x="2041" y="2677"/>
                    <a:pt x="2090" y="2565"/>
                    <a:pt x="2157" y="2460"/>
                  </a:cubicBezTo>
                  <a:lnTo>
                    <a:pt x="2150" y="2425"/>
                  </a:lnTo>
                  <a:cubicBezTo>
                    <a:pt x="2150" y="2411"/>
                    <a:pt x="2146" y="2390"/>
                    <a:pt x="2143" y="2365"/>
                  </a:cubicBezTo>
                  <a:lnTo>
                    <a:pt x="2132" y="2313"/>
                  </a:lnTo>
                  <a:lnTo>
                    <a:pt x="2125" y="2257"/>
                  </a:lnTo>
                  <a:lnTo>
                    <a:pt x="2115" y="2194"/>
                  </a:lnTo>
                  <a:lnTo>
                    <a:pt x="2108" y="2148"/>
                  </a:lnTo>
                  <a:lnTo>
                    <a:pt x="2090" y="2047"/>
                  </a:lnTo>
                  <a:cubicBezTo>
                    <a:pt x="2059" y="1844"/>
                    <a:pt x="2024" y="1620"/>
                    <a:pt x="1992" y="1522"/>
                  </a:cubicBezTo>
                  <a:cubicBezTo>
                    <a:pt x="1971" y="1553"/>
                    <a:pt x="1943" y="1602"/>
                    <a:pt x="1922" y="1637"/>
                  </a:cubicBezTo>
                  <a:cubicBezTo>
                    <a:pt x="1845" y="1770"/>
                    <a:pt x="1758" y="1924"/>
                    <a:pt x="1634" y="1924"/>
                  </a:cubicBezTo>
                  <a:cubicBezTo>
                    <a:pt x="1624" y="1924"/>
                    <a:pt x="1614" y="1923"/>
                    <a:pt x="1604" y="1921"/>
                  </a:cubicBezTo>
                  <a:cubicBezTo>
                    <a:pt x="1453" y="1889"/>
                    <a:pt x="1418" y="1651"/>
                    <a:pt x="1436" y="1497"/>
                  </a:cubicBezTo>
                  <a:cubicBezTo>
                    <a:pt x="1453" y="1311"/>
                    <a:pt x="1534" y="1199"/>
                    <a:pt x="1649" y="1199"/>
                  </a:cubicBezTo>
                  <a:cubicBezTo>
                    <a:pt x="1789" y="1199"/>
                    <a:pt x="2010" y="821"/>
                    <a:pt x="2010" y="709"/>
                  </a:cubicBezTo>
                  <a:cubicBezTo>
                    <a:pt x="2010" y="643"/>
                    <a:pt x="1821" y="643"/>
                    <a:pt x="1681" y="643"/>
                  </a:cubicBezTo>
                  <a:cubicBezTo>
                    <a:pt x="1488" y="643"/>
                    <a:pt x="1068" y="674"/>
                    <a:pt x="1065" y="674"/>
                  </a:cubicBezTo>
                  <a:lnTo>
                    <a:pt x="1051" y="674"/>
                  </a:lnTo>
                  <a:lnTo>
                    <a:pt x="1037" y="671"/>
                  </a:lnTo>
                  <a:cubicBezTo>
                    <a:pt x="1005" y="657"/>
                    <a:pt x="729" y="548"/>
                    <a:pt x="729" y="345"/>
                  </a:cubicBezTo>
                  <a:cubicBezTo>
                    <a:pt x="729" y="195"/>
                    <a:pt x="631" y="118"/>
                    <a:pt x="434" y="118"/>
                  </a:cubicBezTo>
                  <a:cubicBezTo>
                    <a:pt x="343" y="114"/>
                    <a:pt x="252" y="86"/>
                    <a:pt x="179" y="30"/>
                  </a:cubicBezTo>
                  <a:cubicBezTo>
                    <a:pt x="153" y="12"/>
                    <a:pt x="137" y="0"/>
                    <a:pt x="121" y="0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45" name="Google Shape;5003;p80">
              <a:extLst>
                <a:ext uri="{FF2B5EF4-FFF2-40B4-BE49-F238E27FC236}">
                  <a16:creationId xmlns:a16="http://schemas.microsoft.com/office/drawing/2014/main" id="{53C9DDD3-24EE-7344-6C69-AD869ECA907E}"/>
                </a:ext>
              </a:extLst>
            </p:cNvPr>
            <p:cNvSpPr/>
            <p:nvPr/>
          </p:nvSpPr>
          <p:spPr>
            <a:xfrm>
              <a:off x="2556128" y="1768064"/>
              <a:ext cx="203975" cy="215624"/>
            </a:xfrm>
            <a:custGeom>
              <a:avLst/>
              <a:gdLst/>
              <a:ahLst/>
              <a:cxnLst/>
              <a:rect l="l" t="t" r="r" b="b"/>
              <a:pathLst>
                <a:path w="15023" h="15881" extrusionOk="0">
                  <a:moveTo>
                    <a:pt x="5109" y="0"/>
                  </a:moveTo>
                  <a:lnTo>
                    <a:pt x="4958" y="14"/>
                  </a:lnTo>
                  <a:cubicBezTo>
                    <a:pt x="4951" y="35"/>
                    <a:pt x="4940" y="60"/>
                    <a:pt x="4933" y="81"/>
                  </a:cubicBezTo>
                  <a:lnTo>
                    <a:pt x="4923" y="105"/>
                  </a:lnTo>
                  <a:cubicBezTo>
                    <a:pt x="4891" y="175"/>
                    <a:pt x="4860" y="238"/>
                    <a:pt x="4818" y="301"/>
                  </a:cubicBezTo>
                  <a:cubicBezTo>
                    <a:pt x="4769" y="378"/>
                    <a:pt x="4741" y="396"/>
                    <a:pt x="4727" y="403"/>
                  </a:cubicBezTo>
                  <a:cubicBezTo>
                    <a:pt x="4674" y="424"/>
                    <a:pt x="4622" y="441"/>
                    <a:pt x="4569" y="459"/>
                  </a:cubicBezTo>
                  <a:cubicBezTo>
                    <a:pt x="4450" y="497"/>
                    <a:pt x="4286" y="546"/>
                    <a:pt x="4195" y="613"/>
                  </a:cubicBezTo>
                  <a:cubicBezTo>
                    <a:pt x="4163" y="634"/>
                    <a:pt x="4128" y="644"/>
                    <a:pt x="4093" y="648"/>
                  </a:cubicBezTo>
                  <a:lnTo>
                    <a:pt x="4065" y="648"/>
                  </a:lnTo>
                  <a:cubicBezTo>
                    <a:pt x="4061" y="648"/>
                    <a:pt x="4057" y="648"/>
                    <a:pt x="4053" y="648"/>
                  </a:cubicBezTo>
                  <a:cubicBezTo>
                    <a:pt x="3947" y="648"/>
                    <a:pt x="3815" y="604"/>
                    <a:pt x="3677" y="557"/>
                  </a:cubicBezTo>
                  <a:cubicBezTo>
                    <a:pt x="3600" y="532"/>
                    <a:pt x="3519" y="504"/>
                    <a:pt x="3449" y="487"/>
                  </a:cubicBezTo>
                  <a:cubicBezTo>
                    <a:pt x="3411" y="480"/>
                    <a:pt x="3376" y="473"/>
                    <a:pt x="3337" y="473"/>
                  </a:cubicBezTo>
                  <a:cubicBezTo>
                    <a:pt x="3204" y="473"/>
                    <a:pt x="3106" y="564"/>
                    <a:pt x="3089" y="627"/>
                  </a:cubicBezTo>
                  <a:cubicBezTo>
                    <a:pt x="3089" y="634"/>
                    <a:pt x="3082" y="648"/>
                    <a:pt x="3089" y="651"/>
                  </a:cubicBezTo>
                  <a:cubicBezTo>
                    <a:pt x="3215" y="728"/>
                    <a:pt x="3215" y="1068"/>
                    <a:pt x="3208" y="1222"/>
                  </a:cubicBezTo>
                  <a:cubicBezTo>
                    <a:pt x="3258" y="1445"/>
                    <a:pt x="3368" y="1682"/>
                    <a:pt x="3442" y="1682"/>
                  </a:cubicBezTo>
                  <a:cubicBezTo>
                    <a:pt x="3444" y="1682"/>
                    <a:pt x="3447" y="1681"/>
                    <a:pt x="3449" y="1681"/>
                  </a:cubicBezTo>
                  <a:cubicBezTo>
                    <a:pt x="3468" y="1677"/>
                    <a:pt x="3488" y="1675"/>
                    <a:pt x="3507" y="1675"/>
                  </a:cubicBezTo>
                  <a:cubicBezTo>
                    <a:pt x="3658" y="1675"/>
                    <a:pt x="3820" y="1786"/>
                    <a:pt x="3845" y="1891"/>
                  </a:cubicBezTo>
                  <a:cubicBezTo>
                    <a:pt x="3862" y="1964"/>
                    <a:pt x="3813" y="2038"/>
                    <a:pt x="3736" y="2045"/>
                  </a:cubicBezTo>
                  <a:cubicBezTo>
                    <a:pt x="3596" y="2083"/>
                    <a:pt x="3526" y="2255"/>
                    <a:pt x="3505" y="2402"/>
                  </a:cubicBezTo>
                  <a:cubicBezTo>
                    <a:pt x="3502" y="2447"/>
                    <a:pt x="3498" y="2493"/>
                    <a:pt x="3498" y="2538"/>
                  </a:cubicBezTo>
                  <a:cubicBezTo>
                    <a:pt x="3495" y="2682"/>
                    <a:pt x="3491" y="2843"/>
                    <a:pt x="3344" y="2868"/>
                  </a:cubicBezTo>
                  <a:cubicBezTo>
                    <a:pt x="3225" y="2889"/>
                    <a:pt x="3141" y="2917"/>
                    <a:pt x="3141" y="3106"/>
                  </a:cubicBezTo>
                  <a:cubicBezTo>
                    <a:pt x="3141" y="3309"/>
                    <a:pt x="2977" y="3347"/>
                    <a:pt x="2882" y="3372"/>
                  </a:cubicBezTo>
                  <a:cubicBezTo>
                    <a:pt x="2854" y="3379"/>
                    <a:pt x="2829" y="3386"/>
                    <a:pt x="2808" y="3396"/>
                  </a:cubicBezTo>
                  <a:cubicBezTo>
                    <a:pt x="2794" y="3421"/>
                    <a:pt x="2770" y="3508"/>
                    <a:pt x="2742" y="3592"/>
                  </a:cubicBezTo>
                  <a:cubicBezTo>
                    <a:pt x="2675" y="3802"/>
                    <a:pt x="2630" y="3946"/>
                    <a:pt x="2581" y="3995"/>
                  </a:cubicBezTo>
                  <a:cubicBezTo>
                    <a:pt x="2549" y="4026"/>
                    <a:pt x="2493" y="4044"/>
                    <a:pt x="2416" y="4068"/>
                  </a:cubicBezTo>
                  <a:cubicBezTo>
                    <a:pt x="2308" y="4103"/>
                    <a:pt x="2157" y="4149"/>
                    <a:pt x="2147" y="4236"/>
                  </a:cubicBezTo>
                  <a:cubicBezTo>
                    <a:pt x="2122" y="4401"/>
                    <a:pt x="2038" y="4551"/>
                    <a:pt x="1912" y="4660"/>
                  </a:cubicBezTo>
                  <a:cubicBezTo>
                    <a:pt x="1877" y="4689"/>
                    <a:pt x="1835" y="4704"/>
                    <a:pt x="1791" y="4704"/>
                  </a:cubicBezTo>
                  <a:cubicBezTo>
                    <a:pt x="1783" y="4704"/>
                    <a:pt x="1774" y="4703"/>
                    <a:pt x="1765" y="4702"/>
                  </a:cubicBezTo>
                  <a:cubicBezTo>
                    <a:pt x="1744" y="4698"/>
                    <a:pt x="1720" y="4691"/>
                    <a:pt x="1695" y="4684"/>
                  </a:cubicBezTo>
                  <a:cubicBezTo>
                    <a:pt x="1630" y="4667"/>
                    <a:pt x="1581" y="4656"/>
                    <a:pt x="1544" y="4656"/>
                  </a:cubicBezTo>
                  <a:cubicBezTo>
                    <a:pt x="1507" y="4656"/>
                    <a:pt x="1483" y="4667"/>
                    <a:pt x="1471" y="4691"/>
                  </a:cubicBezTo>
                  <a:cubicBezTo>
                    <a:pt x="1442" y="4747"/>
                    <a:pt x="1396" y="4766"/>
                    <a:pt x="1345" y="4766"/>
                  </a:cubicBezTo>
                  <a:cubicBezTo>
                    <a:pt x="1279" y="4766"/>
                    <a:pt x="1205" y="4735"/>
                    <a:pt x="1146" y="4709"/>
                  </a:cubicBezTo>
                  <a:cubicBezTo>
                    <a:pt x="1114" y="4695"/>
                    <a:pt x="1076" y="4681"/>
                    <a:pt x="1041" y="4670"/>
                  </a:cubicBezTo>
                  <a:lnTo>
                    <a:pt x="995" y="4712"/>
                  </a:lnTo>
                  <a:cubicBezTo>
                    <a:pt x="911" y="4786"/>
                    <a:pt x="655" y="5017"/>
                    <a:pt x="655" y="5136"/>
                  </a:cubicBezTo>
                  <a:cubicBezTo>
                    <a:pt x="655" y="5175"/>
                    <a:pt x="708" y="5203"/>
                    <a:pt x="785" y="5245"/>
                  </a:cubicBezTo>
                  <a:cubicBezTo>
                    <a:pt x="883" y="5297"/>
                    <a:pt x="1020" y="5371"/>
                    <a:pt x="1002" y="5532"/>
                  </a:cubicBezTo>
                  <a:cubicBezTo>
                    <a:pt x="985" y="5721"/>
                    <a:pt x="1128" y="5945"/>
                    <a:pt x="1223" y="6039"/>
                  </a:cubicBezTo>
                  <a:cubicBezTo>
                    <a:pt x="1317" y="6134"/>
                    <a:pt x="1548" y="6431"/>
                    <a:pt x="1426" y="6617"/>
                  </a:cubicBezTo>
                  <a:cubicBezTo>
                    <a:pt x="1343" y="6740"/>
                    <a:pt x="1231" y="6776"/>
                    <a:pt x="1120" y="6776"/>
                  </a:cubicBezTo>
                  <a:cubicBezTo>
                    <a:pt x="1060" y="6776"/>
                    <a:pt x="1001" y="6766"/>
                    <a:pt x="946" y="6753"/>
                  </a:cubicBezTo>
                  <a:cubicBezTo>
                    <a:pt x="926" y="6748"/>
                    <a:pt x="906" y="6745"/>
                    <a:pt x="886" y="6745"/>
                  </a:cubicBezTo>
                  <a:cubicBezTo>
                    <a:pt x="856" y="6745"/>
                    <a:pt x="826" y="6751"/>
                    <a:pt x="799" y="6764"/>
                  </a:cubicBezTo>
                  <a:cubicBezTo>
                    <a:pt x="755" y="6779"/>
                    <a:pt x="704" y="6796"/>
                    <a:pt x="620" y="6796"/>
                  </a:cubicBezTo>
                  <a:cubicBezTo>
                    <a:pt x="570" y="6796"/>
                    <a:pt x="508" y="6790"/>
                    <a:pt x="428" y="6774"/>
                  </a:cubicBezTo>
                  <a:cubicBezTo>
                    <a:pt x="396" y="6769"/>
                    <a:pt x="367" y="6766"/>
                    <a:pt x="342" y="6766"/>
                  </a:cubicBezTo>
                  <a:cubicBezTo>
                    <a:pt x="200" y="6766"/>
                    <a:pt x="150" y="6851"/>
                    <a:pt x="85" y="6963"/>
                  </a:cubicBezTo>
                  <a:lnTo>
                    <a:pt x="67" y="6995"/>
                  </a:lnTo>
                  <a:lnTo>
                    <a:pt x="60" y="7006"/>
                  </a:lnTo>
                  <a:lnTo>
                    <a:pt x="46" y="7030"/>
                  </a:lnTo>
                  <a:lnTo>
                    <a:pt x="36" y="7041"/>
                  </a:lnTo>
                  <a:lnTo>
                    <a:pt x="22" y="7062"/>
                  </a:lnTo>
                  <a:lnTo>
                    <a:pt x="11" y="7076"/>
                  </a:lnTo>
                  <a:lnTo>
                    <a:pt x="1" y="7090"/>
                  </a:lnTo>
                  <a:cubicBezTo>
                    <a:pt x="43" y="7135"/>
                    <a:pt x="81" y="7181"/>
                    <a:pt x="116" y="7226"/>
                  </a:cubicBezTo>
                  <a:cubicBezTo>
                    <a:pt x="197" y="7331"/>
                    <a:pt x="281" y="7440"/>
                    <a:pt x="435" y="7499"/>
                  </a:cubicBezTo>
                  <a:cubicBezTo>
                    <a:pt x="480" y="7516"/>
                    <a:pt x="523" y="7523"/>
                    <a:pt x="566" y="7523"/>
                  </a:cubicBezTo>
                  <a:cubicBezTo>
                    <a:pt x="654" y="7523"/>
                    <a:pt x="735" y="7495"/>
                    <a:pt x="806" y="7471"/>
                  </a:cubicBezTo>
                  <a:cubicBezTo>
                    <a:pt x="860" y="7454"/>
                    <a:pt x="908" y="7438"/>
                    <a:pt x="951" y="7438"/>
                  </a:cubicBezTo>
                  <a:cubicBezTo>
                    <a:pt x="978" y="7438"/>
                    <a:pt x="1004" y="7444"/>
                    <a:pt x="1027" y="7461"/>
                  </a:cubicBezTo>
                  <a:cubicBezTo>
                    <a:pt x="1062" y="7496"/>
                    <a:pt x="1083" y="7541"/>
                    <a:pt x="1079" y="7594"/>
                  </a:cubicBezTo>
                  <a:cubicBezTo>
                    <a:pt x="1079" y="7804"/>
                    <a:pt x="750" y="7839"/>
                    <a:pt x="487" y="7867"/>
                  </a:cubicBezTo>
                  <a:cubicBezTo>
                    <a:pt x="435" y="7874"/>
                    <a:pt x="379" y="7877"/>
                    <a:pt x="337" y="7884"/>
                  </a:cubicBezTo>
                  <a:cubicBezTo>
                    <a:pt x="461" y="8082"/>
                    <a:pt x="1046" y="8735"/>
                    <a:pt x="1366" y="8735"/>
                  </a:cubicBezTo>
                  <a:cubicBezTo>
                    <a:pt x="1379" y="8735"/>
                    <a:pt x="1392" y="8734"/>
                    <a:pt x="1405" y="8731"/>
                  </a:cubicBezTo>
                  <a:cubicBezTo>
                    <a:pt x="1608" y="8686"/>
                    <a:pt x="1786" y="8567"/>
                    <a:pt x="1902" y="8395"/>
                  </a:cubicBezTo>
                  <a:cubicBezTo>
                    <a:pt x="1926" y="8360"/>
                    <a:pt x="1944" y="8322"/>
                    <a:pt x="1951" y="8283"/>
                  </a:cubicBezTo>
                  <a:cubicBezTo>
                    <a:pt x="1881" y="8238"/>
                    <a:pt x="1870" y="8143"/>
                    <a:pt x="1923" y="8042"/>
                  </a:cubicBezTo>
                  <a:cubicBezTo>
                    <a:pt x="1965" y="7954"/>
                    <a:pt x="2052" y="7877"/>
                    <a:pt x="2133" y="7877"/>
                  </a:cubicBezTo>
                  <a:cubicBezTo>
                    <a:pt x="2154" y="7877"/>
                    <a:pt x="2171" y="7881"/>
                    <a:pt x="2189" y="7888"/>
                  </a:cubicBezTo>
                  <a:cubicBezTo>
                    <a:pt x="2276" y="7930"/>
                    <a:pt x="2280" y="8052"/>
                    <a:pt x="2287" y="8199"/>
                  </a:cubicBezTo>
                  <a:cubicBezTo>
                    <a:pt x="2294" y="8290"/>
                    <a:pt x="2301" y="8430"/>
                    <a:pt x="2339" y="8462"/>
                  </a:cubicBezTo>
                  <a:cubicBezTo>
                    <a:pt x="2500" y="8595"/>
                    <a:pt x="2437" y="8819"/>
                    <a:pt x="2360" y="9036"/>
                  </a:cubicBezTo>
                  <a:cubicBezTo>
                    <a:pt x="2311" y="9173"/>
                    <a:pt x="2364" y="9414"/>
                    <a:pt x="2413" y="9628"/>
                  </a:cubicBezTo>
                  <a:cubicBezTo>
                    <a:pt x="2437" y="9726"/>
                    <a:pt x="2455" y="9827"/>
                    <a:pt x="2469" y="9932"/>
                  </a:cubicBezTo>
                  <a:cubicBezTo>
                    <a:pt x="2490" y="10076"/>
                    <a:pt x="2525" y="10216"/>
                    <a:pt x="2574" y="10352"/>
                  </a:cubicBezTo>
                  <a:cubicBezTo>
                    <a:pt x="2637" y="10534"/>
                    <a:pt x="2686" y="10723"/>
                    <a:pt x="2717" y="10912"/>
                  </a:cubicBezTo>
                  <a:cubicBezTo>
                    <a:pt x="2773" y="11284"/>
                    <a:pt x="3008" y="11956"/>
                    <a:pt x="3222" y="12358"/>
                  </a:cubicBezTo>
                  <a:cubicBezTo>
                    <a:pt x="3334" y="12572"/>
                    <a:pt x="3435" y="12887"/>
                    <a:pt x="3523" y="13167"/>
                  </a:cubicBezTo>
                  <a:cubicBezTo>
                    <a:pt x="3607" y="13430"/>
                    <a:pt x="3684" y="13678"/>
                    <a:pt x="3750" y="13762"/>
                  </a:cubicBezTo>
                  <a:cubicBezTo>
                    <a:pt x="3887" y="13948"/>
                    <a:pt x="4279" y="14560"/>
                    <a:pt x="4279" y="14952"/>
                  </a:cubicBezTo>
                  <a:cubicBezTo>
                    <a:pt x="4279" y="15285"/>
                    <a:pt x="4660" y="15779"/>
                    <a:pt x="4786" y="15870"/>
                  </a:cubicBezTo>
                  <a:cubicBezTo>
                    <a:pt x="4802" y="15877"/>
                    <a:pt x="4821" y="15880"/>
                    <a:pt x="4839" y="15880"/>
                  </a:cubicBezTo>
                  <a:cubicBezTo>
                    <a:pt x="4857" y="15880"/>
                    <a:pt x="4876" y="15877"/>
                    <a:pt x="4891" y="15870"/>
                  </a:cubicBezTo>
                  <a:cubicBezTo>
                    <a:pt x="5032" y="15814"/>
                    <a:pt x="5140" y="15702"/>
                    <a:pt x="5196" y="15565"/>
                  </a:cubicBezTo>
                  <a:cubicBezTo>
                    <a:pt x="5238" y="15429"/>
                    <a:pt x="5375" y="15341"/>
                    <a:pt x="5494" y="15260"/>
                  </a:cubicBezTo>
                  <a:cubicBezTo>
                    <a:pt x="5592" y="15197"/>
                    <a:pt x="5693" y="15134"/>
                    <a:pt x="5700" y="15068"/>
                  </a:cubicBezTo>
                  <a:cubicBezTo>
                    <a:pt x="5725" y="14875"/>
                    <a:pt x="5767" y="14672"/>
                    <a:pt x="5963" y="14637"/>
                  </a:cubicBezTo>
                  <a:cubicBezTo>
                    <a:pt x="6047" y="14623"/>
                    <a:pt x="6054" y="14539"/>
                    <a:pt x="6054" y="14315"/>
                  </a:cubicBezTo>
                  <a:cubicBezTo>
                    <a:pt x="6054" y="14091"/>
                    <a:pt x="6075" y="13780"/>
                    <a:pt x="6229" y="13580"/>
                  </a:cubicBezTo>
                  <a:cubicBezTo>
                    <a:pt x="6358" y="13416"/>
                    <a:pt x="6383" y="12939"/>
                    <a:pt x="6302" y="12757"/>
                  </a:cubicBezTo>
                  <a:cubicBezTo>
                    <a:pt x="6204" y="12533"/>
                    <a:pt x="6260" y="12229"/>
                    <a:pt x="6341" y="12019"/>
                  </a:cubicBezTo>
                  <a:cubicBezTo>
                    <a:pt x="6365" y="11952"/>
                    <a:pt x="6383" y="11889"/>
                    <a:pt x="6393" y="11819"/>
                  </a:cubicBezTo>
                  <a:cubicBezTo>
                    <a:pt x="6418" y="11690"/>
                    <a:pt x="6449" y="11539"/>
                    <a:pt x="6596" y="11525"/>
                  </a:cubicBezTo>
                  <a:cubicBezTo>
                    <a:pt x="6726" y="11511"/>
                    <a:pt x="6939" y="11389"/>
                    <a:pt x="7094" y="11179"/>
                  </a:cubicBezTo>
                  <a:cubicBezTo>
                    <a:pt x="7213" y="11017"/>
                    <a:pt x="7486" y="10828"/>
                    <a:pt x="7706" y="10671"/>
                  </a:cubicBezTo>
                  <a:cubicBezTo>
                    <a:pt x="7801" y="10604"/>
                    <a:pt x="7885" y="10548"/>
                    <a:pt x="7937" y="10503"/>
                  </a:cubicBezTo>
                  <a:cubicBezTo>
                    <a:pt x="8158" y="10324"/>
                    <a:pt x="8658" y="9876"/>
                    <a:pt x="8805" y="9631"/>
                  </a:cubicBezTo>
                  <a:cubicBezTo>
                    <a:pt x="8907" y="9463"/>
                    <a:pt x="9103" y="9365"/>
                    <a:pt x="9292" y="9271"/>
                  </a:cubicBezTo>
                  <a:cubicBezTo>
                    <a:pt x="9432" y="9201"/>
                    <a:pt x="9562" y="9134"/>
                    <a:pt x="9646" y="9046"/>
                  </a:cubicBezTo>
                  <a:cubicBezTo>
                    <a:pt x="9779" y="8910"/>
                    <a:pt x="9782" y="8826"/>
                    <a:pt x="9782" y="8703"/>
                  </a:cubicBezTo>
                  <a:cubicBezTo>
                    <a:pt x="9782" y="8640"/>
                    <a:pt x="9789" y="8577"/>
                    <a:pt x="9800" y="8514"/>
                  </a:cubicBezTo>
                  <a:cubicBezTo>
                    <a:pt x="9856" y="8196"/>
                    <a:pt x="10682" y="8129"/>
                    <a:pt x="10843" y="8129"/>
                  </a:cubicBezTo>
                  <a:cubicBezTo>
                    <a:pt x="10864" y="8129"/>
                    <a:pt x="10888" y="8126"/>
                    <a:pt x="10909" y="8126"/>
                  </a:cubicBezTo>
                  <a:lnTo>
                    <a:pt x="10909" y="8119"/>
                  </a:lnTo>
                  <a:lnTo>
                    <a:pt x="10909" y="8091"/>
                  </a:lnTo>
                  <a:cubicBezTo>
                    <a:pt x="10909" y="8080"/>
                    <a:pt x="10909" y="8063"/>
                    <a:pt x="10909" y="8052"/>
                  </a:cubicBezTo>
                  <a:cubicBezTo>
                    <a:pt x="10906" y="8038"/>
                    <a:pt x="10909" y="8031"/>
                    <a:pt x="10906" y="8021"/>
                  </a:cubicBezTo>
                  <a:cubicBezTo>
                    <a:pt x="10902" y="8010"/>
                    <a:pt x="10906" y="7996"/>
                    <a:pt x="10902" y="7982"/>
                  </a:cubicBezTo>
                  <a:cubicBezTo>
                    <a:pt x="10899" y="7972"/>
                    <a:pt x="10899" y="7961"/>
                    <a:pt x="10899" y="7951"/>
                  </a:cubicBezTo>
                  <a:cubicBezTo>
                    <a:pt x="10899" y="7940"/>
                    <a:pt x="10895" y="7926"/>
                    <a:pt x="10895" y="7916"/>
                  </a:cubicBezTo>
                  <a:cubicBezTo>
                    <a:pt x="10895" y="7902"/>
                    <a:pt x="10892" y="7891"/>
                    <a:pt x="10892" y="7881"/>
                  </a:cubicBezTo>
                  <a:cubicBezTo>
                    <a:pt x="10888" y="7870"/>
                    <a:pt x="10888" y="7856"/>
                    <a:pt x="10885" y="7846"/>
                  </a:cubicBezTo>
                  <a:lnTo>
                    <a:pt x="10881" y="7811"/>
                  </a:lnTo>
                  <a:cubicBezTo>
                    <a:pt x="10878" y="7800"/>
                    <a:pt x="10878" y="7790"/>
                    <a:pt x="10874" y="7779"/>
                  </a:cubicBezTo>
                  <a:lnTo>
                    <a:pt x="10871" y="7744"/>
                  </a:lnTo>
                  <a:lnTo>
                    <a:pt x="10864" y="7709"/>
                  </a:lnTo>
                  <a:lnTo>
                    <a:pt x="10857" y="7678"/>
                  </a:lnTo>
                  <a:lnTo>
                    <a:pt x="10850" y="7646"/>
                  </a:lnTo>
                  <a:lnTo>
                    <a:pt x="10843" y="7611"/>
                  </a:lnTo>
                  <a:lnTo>
                    <a:pt x="10839" y="7580"/>
                  </a:lnTo>
                  <a:lnTo>
                    <a:pt x="10829" y="7548"/>
                  </a:lnTo>
                  <a:lnTo>
                    <a:pt x="10822" y="7520"/>
                  </a:lnTo>
                  <a:lnTo>
                    <a:pt x="10815" y="7489"/>
                  </a:lnTo>
                  <a:lnTo>
                    <a:pt x="10808" y="7461"/>
                  </a:lnTo>
                  <a:lnTo>
                    <a:pt x="10801" y="7429"/>
                  </a:lnTo>
                  <a:lnTo>
                    <a:pt x="10794" y="7405"/>
                  </a:lnTo>
                  <a:lnTo>
                    <a:pt x="10787" y="7377"/>
                  </a:lnTo>
                  <a:lnTo>
                    <a:pt x="10776" y="7352"/>
                  </a:lnTo>
                  <a:lnTo>
                    <a:pt x="10769" y="7328"/>
                  </a:lnTo>
                  <a:lnTo>
                    <a:pt x="10762" y="7303"/>
                  </a:lnTo>
                  <a:lnTo>
                    <a:pt x="10755" y="7282"/>
                  </a:lnTo>
                  <a:lnTo>
                    <a:pt x="10745" y="7258"/>
                  </a:lnTo>
                  <a:lnTo>
                    <a:pt x="10741" y="7240"/>
                  </a:lnTo>
                  <a:cubicBezTo>
                    <a:pt x="10734" y="7230"/>
                    <a:pt x="10731" y="7216"/>
                    <a:pt x="10727" y="7205"/>
                  </a:cubicBezTo>
                  <a:cubicBezTo>
                    <a:pt x="10636" y="6970"/>
                    <a:pt x="10587" y="6722"/>
                    <a:pt x="10580" y="6473"/>
                  </a:cubicBezTo>
                  <a:cubicBezTo>
                    <a:pt x="10580" y="6431"/>
                    <a:pt x="10584" y="6389"/>
                    <a:pt x="10591" y="6347"/>
                  </a:cubicBezTo>
                  <a:cubicBezTo>
                    <a:pt x="10615" y="6225"/>
                    <a:pt x="10710" y="6207"/>
                    <a:pt x="10769" y="6197"/>
                  </a:cubicBezTo>
                  <a:cubicBezTo>
                    <a:pt x="10832" y="6183"/>
                    <a:pt x="10867" y="6176"/>
                    <a:pt x="10888" y="6109"/>
                  </a:cubicBezTo>
                  <a:cubicBezTo>
                    <a:pt x="10899" y="6078"/>
                    <a:pt x="10804" y="6036"/>
                    <a:pt x="10734" y="6004"/>
                  </a:cubicBezTo>
                  <a:cubicBezTo>
                    <a:pt x="10706" y="5994"/>
                    <a:pt x="10682" y="5980"/>
                    <a:pt x="10654" y="5966"/>
                  </a:cubicBezTo>
                  <a:cubicBezTo>
                    <a:pt x="10577" y="5927"/>
                    <a:pt x="10510" y="5878"/>
                    <a:pt x="10489" y="5805"/>
                  </a:cubicBezTo>
                  <a:cubicBezTo>
                    <a:pt x="10486" y="5791"/>
                    <a:pt x="10486" y="5777"/>
                    <a:pt x="10486" y="5763"/>
                  </a:cubicBezTo>
                  <a:cubicBezTo>
                    <a:pt x="10486" y="5731"/>
                    <a:pt x="10493" y="5700"/>
                    <a:pt x="10510" y="5675"/>
                  </a:cubicBezTo>
                  <a:cubicBezTo>
                    <a:pt x="10517" y="5658"/>
                    <a:pt x="10528" y="5644"/>
                    <a:pt x="10538" y="5630"/>
                  </a:cubicBezTo>
                  <a:cubicBezTo>
                    <a:pt x="10614" y="5527"/>
                    <a:pt x="10675" y="5487"/>
                    <a:pt x="10735" y="5487"/>
                  </a:cubicBezTo>
                  <a:cubicBezTo>
                    <a:pt x="10777" y="5487"/>
                    <a:pt x="10820" y="5507"/>
                    <a:pt x="10867" y="5539"/>
                  </a:cubicBezTo>
                  <a:cubicBezTo>
                    <a:pt x="10920" y="5581"/>
                    <a:pt x="10983" y="5605"/>
                    <a:pt x="11049" y="5605"/>
                  </a:cubicBezTo>
                  <a:cubicBezTo>
                    <a:pt x="11316" y="5605"/>
                    <a:pt x="11473" y="5738"/>
                    <a:pt x="11473" y="5966"/>
                  </a:cubicBezTo>
                  <a:cubicBezTo>
                    <a:pt x="11473" y="6057"/>
                    <a:pt x="11617" y="6134"/>
                    <a:pt x="11683" y="6162"/>
                  </a:cubicBezTo>
                  <a:cubicBezTo>
                    <a:pt x="11760" y="6155"/>
                    <a:pt x="12117" y="6130"/>
                    <a:pt x="12296" y="6130"/>
                  </a:cubicBezTo>
                  <a:cubicBezTo>
                    <a:pt x="12509" y="6130"/>
                    <a:pt x="12754" y="6130"/>
                    <a:pt x="12754" y="6326"/>
                  </a:cubicBezTo>
                  <a:cubicBezTo>
                    <a:pt x="12754" y="6484"/>
                    <a:pt x="12502" y="6949"/>
                    <a:pt x="12261" y="6949"/>
                  </a:cubicBezTo>
                  <a:cubicBezTo>
                    <a:pt x="12222" y="6949"/>
                    <a:pt x="12187" y="7023"/>
                    <a:pt x="12177" y="7125"/>
                  </a:cubicBezTo>
                  <a:cubicBezTo>
                    <a:pt x="12163" y="7282"/>
                    <a:pt x="12212" y="7401"/>
                    <a:pt x="12243" y="7408"/>
                  </a:cubicBezTo>
                  <a:cubicBezTo>
                    <a:pt x="12244" y="7408"/>
                    <a:pt x="12245" y="7408"/>
                    <a:pt x="12246" y="7408"/>
                  </a:cubicBezTo>
                  <a:cubicBezTo>
                    <a:pt x="12293" y="7408"/>
                    <a:pt x="12377" y="7266"/>
                    <a:pt x="12422" y="7188"/>
                  </a:cubicBezTo>
                  <a:cubicBezTo>
                    <a:pt x="12492" y="7069"/>
                    <a:pt x="12541" y="6981"/>
                    <a:pt x="12621" y="6981"/>
                  </a:cubicBezTo>
                  <a:cubicBezTo>
                    <a:pt x="12709" y="6981"/>
                    <a:pt x="12740" y="7079"/>
                    <a:pt x="12803" y="7464"/>
                  </a:cubicBezTo>
                  <a:cubicBezTo>
                    <a:pt x="12814" y="7517"/>
                    <a:pt x="12824" y="7580"/>
                    <a:pt x="12835" y="7646"/>
                  </a:cubicBezTo>
                  <a:lnTo>
                    <a:pt x="12849" y="7737"/>
                  </a:lnTo>
                  <a:lnTo>
                    <a:pt x="12852" y="7769"/>
                  </a:lnTo>
                  <a:lnTo>
                    <a:pt x="12863" y="7839"/>
                  </a:lnTo>
                  <a:lnTo>
                    <a:pt x="12870" y="7877"/>
                  </a:lnTo>
                  <a:lnTo>
                    <a:pt x="12884" y="7947"/>
                  </a:lnTo>
                  <a:lnTo>
                    <a:pt x="12887" y="7982"/>
                  </a:lnTo>
                  <a:lnTo>
                    <a:pt x="12887" y="7989"/>
                  </a:lnTo>
                  <a:cubicBezTo>
                    <a:pt x="12898" y="7986"/>
                    <a:pt x="12905" y="7986"/>
                    <a:pt x="12915" y="7986"/>
                  </a:cubicBezTo>
                  <a:cubicBezTo>
                    <a:pt x="12940" y="7947"/>
                    <a:pt x="12950" y="7821"/>
                    <a:pt x="12954" y="7744"/>
                  </a:cubicBezTo>
                  <a:cubicBezTo>
                    <a:pt x="12964" y="7618"/>
                    <a:pt x="12975" y="7496"/>
                    <a:pt x="13020" y="7426"/>
                  </a:cubicBezTo>
                  <a:cubicBezTo>
                    <a:pt x="13055" y="7373"/>
                    <a:pt x="13066" y="7230"/>
                    <a:pt x="13073" y="7121"/>
                  </a:cubicBezTo>
                  <a:cubicBezTo>
                    <a:pt x="13083" y="6963"/>
                    <a:pt x="13090" y="6855"/>
                    <a:pt x="13185" y="6855"/>
                  </a:cubicBezTo>
                  <a:cubicBezTo>
                    <a:pt x="13227" y="6858"/>
                    <a:pt x="13269" y="6869"/>
                    <a:pt x="13311" y="6879"/>
                  </a:cubicBezTo>
                  <a:cubicBezTo>
                    <a:pt x="13388" y="6900"/>
                    <a:pt x="13469" y="6914"/>
                    <a:pt x="13549" y="6921"/>
                  </a:cubicBezTo>
                  <a:cubicBezTo>
                    <a:pt x="13549" y="6862"/>
                    <a:pt x="13584" y="6788"/>
                    <a:pt x="13637" y="6673"/>
                  </a:cubicBezTo>
                  <a:cubicBezTo>
                    <a:pt x="13693" y="6540"/>
                    <a:pt x="13766" y="6379"/>
                    <a:pt x="13745" y="6288"/>
                  </a:cubicBezTo>
                  <a:cubicBezTo>
                    <a:pt x="13721" y="6165"/>
                    <a:pt x="13770" y="6036"/>
                    <a:pt x="13815" y="5910"/>
                  </a:cubicBezTo>
                  <a:cubicBezTo>
                    <a:pt x="13861" y="5812"/>
                    <a:pt x="13889" y="5710"/>
                    <a:pt x="13896" y="5605"/>
                  </a:cubicBezTo>
                  <a:cubicBezTo>
                    <a:pt x="13896" y="5392"/>
                    <a:pt x="14039" y="5294"/>
                    <a:pt x="14169" y="5206"/>
                  </a:cubicBezTo>
                  <a:cubicBezTo>
                    <a:pt x="14211" y="5182"/>
                    <a:pt x="14249" y="5150"/>
                    <a:pt x="14284" y="5119"/>
                  </a:cubicBezTo>
                  <a:cubicBezTo>
                    <a:pt x="14355" y="5060"/>
                    <a:pt x="14582" y="4877"/>
                    <a:pt x="14726" y="4877"/>
                  </a:cubicBezTo>
                  <a:cubicBezTo>
                    <a:pt x="14738" y="4877"/>
                    <a:pt x="14750" y="4878"/>
                    <a:pt x="14760" y="4880"/>
                  </a:cubicBezTo>
                  <a:cubicBezTo>
                    <a:pt x="14799" y="4887"/>
                    <a:pt x="14830" y="4916"/>
                    <a:pt x="14844" y="4951"/>
                  </a:cubicBezTo>
                  <a:cubicBezTo>
                    <a:pt x="14855" y="4982"/>
                    <a:pt x="14928" y="5017"/>
                    <a:pt x="14974" y="5024"/>
                  </a:cubicBezTo>
                  <a:lnTo>
                    <a:pt x="14967" y="5010"/>
                  </a:lnTo>
                  <a:cubicBezTo>
                    <a:pt x="14872" y="4870"/>
                    <a:pt x="14834" y="4747"/>
                    <a:pt x="14858" y="4660"/>
                  </a:cubicBezTo>
                  <a:cubicBezTo>
                    <a:pt x="14869" y="4614"/>
                    <a:pt x="14900" y="4572"/>
                    <a:pt x="14946" y="4551"/>
                  </a:cubicBezTo>
                  <a:cubicBezTo>
                    <a:pt x="14949" y="4548"/>
                    <a:pt x="14953" y="4544"/>
                    <a:pt x="14956" y="4544"/>
                  </a:cubicBezTo>
                  <a:lnTo>
                    <a:pt x="14960" y="4537"/>
                  </a:lnTo>
                  <a:lnTo>
                    <a:pt x="14967" y="4530"/>
                  </a:lnTo>
                  <a:lnTo>
                    <a:pt x="14974" y="4523"/>
                  </a:lnTo>
                  <a:lnTo>
                    <a:pt x="14977" y="4516"/>
                  </a:lnTo>
                  <a:lnTo>
                    <a:pt x="14984" y="4506"/>
                  </a:lnTo>
                  <a:lnTo>
                    <a:pt x="14988" y="4495"/>
                  </a:lnTo>
                  <a:lnTo>
                    <a:pt x="14991" y="4485"/>
                  </a:lnTo>
                  <a:lnTo>
                    <a:pt x="14998" y="4474"/>
                  </a:lnTo>
                  <a:lnTo>
                    <a:pt x="15002" y="4460"/>
                  </a:lnTo>
                  <a:lnTo>
                    <a:pt x="15005" y="4450"/>
                  </a:lnTo>
                  <a:lnTo>
                    <a:pt x="15012" y="4439"/>
                  </a:lnTo>
                  <a:lnTo>
                    <a:pt x="15016" y="4425"/>
                  </a:lnTo>
                  <a:lnTo>
                    <a:pt x="15019" y="4415"/>
                  </a:lnTo>
                  <a:lnTo>
                    <a:pt x="15023" y="4401"/>
                  </a:lnTo>
                  <a:lnTo>
                    <a:pt x="14981" y="4390"/>
                  </a:lnTo>
                  <a:lnTo>
                    <a:pt x="14967" y="4383"/>
                  </a:lnTo>
                  <a:lnTo>
                    <a:pt x="14960" y="4383"/>
                  </a:lnTo>
                  <a:lnTo>
                    <a:pt x="14949" y="4380"/>
                  </a:lnTo>
                  <a:lnTo>
                    <a:pt x="14911" y="4369"/>
                  </a:lnTo>
                  <a:lnTo>
                    <a:pt x="14918" y="4366"/>
                  </a:lnTo>
                  <a:cubicBezTo>
                    <a:pt x="14862" y="4348"/>
                    <a:pt x="14813" y="4320"/>
                    <a:pt x="14771" y="4278"/>
                  </a:cubicBezTo>
                  <a:lnTo>
                    <a:pt x="14760" y="4268"/>
                  </a:lnTo>
                  <a:lnTo>
                    <a:pt x="14753" y="4257"/>
                  </a:lnTo>
                  <a:lnTo>
                    <a:pt x="14743" y="4247"/>
                  </a:lnTo>
                  <a:lnTo>
                    <a:pt x="14736" y="4236"/>
                  </a:lnTo>
                  <a:lnTo>
                    <a:pt x="14732" y="4226"/>
                  </a:lnTo>
                  <a:cubicBezTo>
                    <a:pt x="14725" y="4219"/>
                    <a:pt x="14722" y="4208"/>
                    <a:pt x="14722" y="4201"/>
                  </a:cubicBezTo>
                  <a:cubicBezTo>
                    <a:pt x="14704" y="4159"/>
                    <a:pt x="14680" y="4121"/>
                    <a:pt x="14652" y="4086"/>
                  </a:cubicBezTo>
                  <a:lnTo>
                    <a:pt x="14620" y="4047"/>
                  </a:lnTo>
                  <a:cubicBezTo>
                    <a:pt x="14561" y="3970"/>
                    <a:pt x="14501" y="3897"/>
                    <a:pt x="14501" y="3816"/>
                  </a:cubicBezTo>
                  <a:cubicBezTo>
                    <a:pt x="14435" y="3830"/>
                    <a:pt x="14375" y="3862"/>
                    <a:pt x="14330" y="3907"/>
                  </a:cubicBezTo>
                  <a:cubicBezTo>
                    <a:pt x="14290" y="3940"/>
                    <a:pt x="14246" y="3952"/>
                    <a:pt x="14199" y="3952"/>
                  </a:cubicBezTo>
                  <a:cubicBezTo>
                    <a:pt x="14147" y="3952"/>
                    <a:pt x="14093" y="3938"/>
                    <a:pt x="14039" y="3925"/>
                  </a:cubicBezTo>
                  <a:cubicBezTo>
                    <a:pt x="13977" y="3908"/>
                    <a:pt x="13913" y="3892"/>
                    <a:pt x="13846" y="3892"/>
                  </a:cubicBezTo>
                  <a:cubicBezTo>
                    <a:pt x="13790" y="3892"/>
                    <a:pt x="13731" y="3903"/>
                    <a:pt x="13668" y="3935"/>
                  </a:cubicBezTo>
                  <a:cubicBezTo>
                    <a:pt x="13574" y="3988"/>
                    <a:pt x="13486" y="4054"/>
                    <a:pt x="13406" y="4128"/>
                  </a:cubicBezTo>
                  <a:cubicBezTo>
                    <a:pt x="13334" y="4190"/>
                    <a:pt x="13271" y="4246"/>
                    <a:pt x="13187" y="4246"/>
                  </a:cubicBezTo>
                  <a:cubicBezTo>
                    <a:pt x="13176" y="4246"/>
                    <a:pt x="13165" y="4245"/>
                    <a:pt x="13153" y="4243"/>
                  </a:cubicBezTo>
                  <a:cubicBezTo>
                    <a:pt x="13147" y="4243"/>
                    <a:pt x="13143" y="4242"/>
                    <a:pt x="13138" y="4242"/>
                  </a:cubicBezTo>
                  <a:cubicBezTo>
                    <a:pt x="13121" y="4242"/>
                    <a:pt x="13116" y="4252"/>
                    <a:pt x="13090" y="4303"/>
                  </a:cubicBezTo>
                  <a:cubicBezTo>
                    <a:pt x="13066" y="4355"/>
                    <a:pt x="13034" y="4401"/>
                    <a:pt x="12996" y="4443"/>
                  </a:cubicBezTo>
                  <a:cubicBezTo>
                    <a:pt x="12964" y="4474"/>
                    <a:pt x="12933" y="4506"/>
                    <a:pt x="12908" y="4541"/>
                  </a:cubicBezTo>
                  <a:cubicBezTo>
                    <a:pt x="12828" y="4628"/>
                    <a:pt x="12765" y="4698"/>
                    <a:pt x="12691" y="4698"/>
                  </a:cubicBezTo>
                  <a:lnTo>
                    <a:pt x="12681" y="4698"/>
                  </a:lnTo>
                  <a:cubicBezTo>
                    <a:pt x="12656" y="4705"/>
                    <a:pt x="12632" y="4716"/>
                    <a:pt x="12607" y="4723"/>
                  </a:cubicBezTo>
                  <a:lnTo>
                    <a:pt x="12600" y="4723"/>
                  </a:lnTo>
                  <a:lnTo>
                    <a:pt x="12572" y="4737"/>
                  </a:lnTo>
                  <a:lnTo>
                    <a:pt x="12569" y="4737"/>
                  </a:lnTo>
                  <a:lnTo>
                    <a:pt x="12527" y="4754"/>
                  </a:lnTo>
                  <a:lnTo>
                    <a:pt x="12495" y="4768"/>
                  </a:lnTo>
                  <a:cubicBezTo>
                    <a:pt x="12516" y="4824"/>
                    <a:pt x="12534" y="4880"/>
                    <a:pt x="12548" y="4940"/>
                  </a:cubicBezTo>
                  <a:cubicBezTo>
                    <a:pt x="12572" y="5042"/>
                    <a:pt x="12579" y="5161"/>
                    <a:pt x="12534" y="5245"/>
                  </a:cubicBezTo>
                  <a:cubicBezTo>
                    <a:pt x="12527" y="5252"/>
                    <a:pt x="12523" y="5259"/>
                    <a:pt x="12520" y="5266"/>
                  </a:cubicBezTo>
                  <a:cubicBezTo>
                    <a:pt x="12473" y="5330"/>
                    <a:pt x="12407" y="5346"/>
                    <a:pt x="12338" y="5346"/>
                  </a:cubicBezTo>
                  <a:cubicBezTo>
                    <a:pt x="12297" y="5346"/>
                    <a:pt x="12255" y="5341"/>
                    <a:pt x="12215" y="5336"/>
                  </a:cubicBezTo>
                  <a:cubicBezTo>
                    <a:pt x="12174" y="5329"/>
                    <a:pt x="12133" y="5326"/>
                    <a:pt x="12091" y="5326"/>
                  </a:cubicBezTo>
                  <a:cubicBezTo>
                    <a:pt x="12045" y="5326"/>
                    <a:pt x="11999" y="5330"/>
                    <a:pt x="11953" y="5339"/>
                  </a:cubicBezTo>
                  <a:cubicBezTo>
                    <a:pt x="11935" y="5346"/>
                    <a:pt x="11921" y="5350"/>
                    <a:pt x="11904" y="5350"/>
                  </a:cubicBezTo>
                  <a:lnTo>
                    <a:pt x="11893" y="5350"/>
                  </a:lnTo>
                  <a:cubicBezTo>
                    <a:pt x="11879" y="5353"/>
                    <a:pt x="11865" y="5353"/>
                    <a:pt x="11851" y="5357"/>
                  </a:cubicBezTo>
                  <a:lnTo>
                    <a:pt x="11813" y="5357"/>
                  </a:lnTo>
                  <a:cubicBezTo>
                    <a:pt x="11778" y="5357"/>
                    <a:pt x="11743" y="5353"/>
                    <a:pt x="11711" y="5343"/>
                  </a:cubicBezTo>
                  <a:lnTo>
                    <a:pt x="11697" y="5343"/>
                  </a:lnTo>
                  <a:lnTo>
                    <a:pt x="11662" y="5332"/>
                  </a:lnTo>
                  <a:lnTo>
                    <a:pt x="11652" y="5329"/>
                  </a:lnTo>
                  <a:lnTo>
                    <a:pt x="11613" y="5318"/>
                  </a:lnTo>
                  <a:cubicBezTo>
                    <a:pt x="11568" y="5300"/>
                    <a:pt x="11523" y="5291"/>
                    <a:pt x="11478" y="5291"/>
                  </a:cubicBezTo>
                  <a:cubicBezTo>
                    <a:pt x="11463" y="5291"/>
                    <a:pt x="11449" y="5292"/>
                    <a:pt x="11435" y="5294"/>
                  </a:cubicBezTo>
                  <a:cubicBezTo>
                    <a:pt x="11406" y="5301"/>
                    <a:pt x="11379" y="5304"/>
                    <a:pt x="11354" y="5304"/>
                  </a:cubicBezTo>
                  <a:cubicBezTo>
                    <a:pt x="11266" y="5304"/>
                    <a:pt x="11195" y="5267"/>
                    <a:pt x="11140" y="5238"/>
                  </a:cubicBezTo>
                  <a:cubicBezTo>
                    <a:pt x="11119" y="5224"/>
                    <a:pt x="11091" y="5213"/>
                    <a:pt x="11067" y="5210"/>
                  </a:cubicBezTo>
                  <a:cubicBezTo>
                    <a:pt x="11056" y="5210"/>
                    <a:pt x="11049" y="5213"/>
                    <a:pt x="11039" y="5213"/>
                  </a:cubicBezTo>
                  <a:lnTo>
                    <a:pt x="11014" y="5213"/>
                  </a:lnTo>
                  <a:cubicBezTo>
                    <a:pt x="11007" y="5210"/>
                    <a:pt x="11004" y="5210"/>
                    <a:pt x="10997" y="5206"/>
                  </a:cubicBezTo>
                  <a:lnTo>
                    <a:pt x="10983" y="5203"/>
                  </a:lnTo>
                  <a:lnTo>
                    <a:pt x="10972" y="5196"/>
                  </a:lnTo>
                  <a:lnTo>
                    <a:pt x="10958" y="5189"/>
                  </a:lnTo>
                  <a:lnTo>
                    <a:pt x="10944" y="5178"/>
                  </a:lnTo>
                  <a:cubicBezTo>
                    <a:pt x="10937" y="5175"/>
                    <a:pt x="10930" y="5168"/>
                    <a:pt x="10923" y="5161"/>
                  </a:cubicBezTo>
                  <a:cubicBezTo>
                    <a:pt x="10916" y="5154"/>
                    <a:pt x="10909" y="5147"/>
                    <a:pt x="10906" y="5140"/>
                  </a:cubicBezTo>
                  <a:lnTo>
                    <a:pt x="10895" y="5154"/>
                  </a:lnTo>
                  <a:lnTo>
                    <a:pt x="10857" y="5066"/>
                  </a:lnTo>
                  <a:cubicBezTo>
                    <a:pt x="10850" y="5052"/>
                    <a:pt x="10843" y="5042"/>
                    <a:pt x="10839" y="5028"/>
                  </a:cubicBezTo>
                  <a:lnTo>
                    <a:pt x="10832" y="5014"/>
                  </a:lnTo>
                  <a:cubicBezTo>
                    <a:pt x="10818" y="4982"/>
                    <a:pt x="10811" y="4947"/>
                    <a:pt x="10808" y="4908"/>
                  </a:cubicBezTo>
                  <a:lnTo>
                    <a:pt x="10808" y="4901"/>
                  </a:lnTo>
                  <a:cubicBezTo>
                    <a:pt x="10808" y="4891"/>
                    <a:pt x="10808" y="4880"/>
                    <a:pt x="10804" y="4870"/>
                  </a:cubicBezTo>
                  <a:cubicBezTo>
                    <a:pt x="10804" y="4856"/>
                    <a:pt x="10804" y="4842"/>
                    <a:pt x="10804" y="4828"/>
                  </a:cubicBezTo>
                  <a:lnTo>
                    <a:pt x="10804" y="4814"/>
                  </a:lnTo>
                  <a:cubicBezTo>
                    <a:pt x="10804" y="4800"/>
                    <a:pt x="10808" y="4782"/>
                    <a:pt x="10811" y="4768"/>
                  </a:cubicBezTo>
                  <a:cubicBezTo>
                    <a:pt x="10829" y="4691"/>
                    <a:pt x="10811" y="4614"/>
                    <a:pt x="10773" y="4548"/>
                  </a:cubicBezTo>
                  <a:cubicBezTo>
                    <a:pt x="10769" y="4544"/>
                    <a:pt x="10766" y="4541"/>
                    <a:pt x="10759" y="4534"/>
                  </a:cubicBezTo>
                  <a:lnTo>
                    <a:pt x="10759" y="4541"/>
                  </a:lnTo>
                  <a:cubicBezTo>
                    <a:pt x="10724" y="4590"/>
                    <a:pt x="10675" y="4628"/>
                    <a:pt x="10619" y="4653"/>
                  </a:cubicBezTo>
                  <a:cubicBezTo>
                    <a:pt x="10601" y="4660"/>
                    <a:pt x="10587" y="4670"/>
                    <a:pt x="10573" y="4684"/>
                  </a:cubicBezTo>
                  <a:cubicBezTo>
                    <a:pt x="10566" y="4691"/>
                    <a:pt x="10552" y="4705"/>
                    <a:pt x="10552" y="4761"/>
                  </a:cubicBezTo>
                  <a:cubicBezTo>
                    <a:pt x="10556" y="4824"/>
                    <a:pt x="10563" y="4884"/>
                    <a:pt x="10573" y="4944"/>
                  </a:cubicBezTo>
                  <a:cubicBezTo>
                    <a:pt x="10598" y="5091"/>
                    <a:pt x="10626" y="5259"/>
                    <a:pt x="10510" y="5371"/>
                  </a:cubicBezTo>
                  <a:cubicBezTo>
                    <a:pt x="10507" y="5378"/>
                    <a:pt x="10500" y="5381"/>
                    <a:pt x="10493" y="5388"/>
                  </a:cubicBezTo>
                  <a:lnTo>
                    <a:pt x="10486" y="5392"/>
                  </a:lnTo>
                  <a:lnTo>
                    <a:pt x="10468" y="5402"/>
                  </a:lnTo>
                  <a:lnTo>
                    <a:pt x="10461" y="5409"/>
                  </a:lnTo>
                  <a:lnTo>
                    <a:pt x="10440" y="5420"/>
                  </a:lnTo>
                  <a:lnTo>
                    <a:pt x="10433" y="5423"/>
                  </a:lnTo>
                  <a:lnTo>
                    <a:pt x="10402" y="5437"/>
                  </a:lnTo>
                  <a:lnTo>
                    <a:pt x="10398" y="5437"/>
                  </a:lnTo>
                  <a:lnTo>
                    <a:pt x="10367" y="5448"/>
                  </a:lnTo>
                  <a:lnTo>
                    <a:pt x="10353" y="5451"/>
                  </a:lnTo>
                  <a:lnTo>
                    <a:pt x="10328" y="5462"/>
                  </a:lnTo>
                  <a:lnTo>
                    <a:pt x="10314" y="5465"/>
                  </a:lnTo>
                  <a:lnTo>
                    <a:pt x="10286" y="5472"/>
                  </a:lnTo>
                  <a:lnTo>
                    <a:pt x="10276" y="5476"/>
                  </a:lnTo>
                  <a:lnTo>
                    <a:pt x="10230" y="5486"/>
                  </a:lnTo>
                  <a:lnTo>
                    <a:pt x="10223" y="5486"/>
                  </a:lnTo>
                  <a:lnTo>
                    <a:pt x="10185" y="5493"/>
                  </a:lnTo>
                  <a:lnTo>
                    <a:pt x="10171" y="5497"/>
                  </a:lnTo>
                  <a:lnTo>
                    <a:pt x="10139" y="5500"/>
                  </a:lnTo>
                  <a:lnTo>
                    <a:pt x="10125" y="5504"/>
                  </a:lnTo>
                  <a:lnTo>
                    <a:pt x="10090" y="5511"/>
                  </a:lnTo>
                  <a:lnTo>
                    <a:pt x="10076" y="5511"/>
                  </a:lnTo>
                  <a:lnTo>
                    <a:pt x="10031" y="5514"/>
                  </a:lnTo>
                  <a:lnTo>
                    <a:pt x="10020" y="5514"/>
                  </a:lnTo>
                  <a:lnTo>
                    <a:pt x="9982" y="5518"/>
                  </a:lnTo>
                  <a:lnTo>
                    <a:pt x="9705" y="5518"/>
                  </a:lnTo>
                  <a:lnTo>
                    <a:pt x="9663" y="5511"/>
                  </a:lnTo>
                  <a:lnTo>
                    <a:pt x="9653" y="5511"/>
                  </a:lnTo>
                  <a:lnTo>
                    <a:pt x="9611" y="5507"/>
                  </a:lnTo>
                  <a:lnTo>
                    <a:pt x="9607" y="5507"/>
                  </a:lnTo>
                  <a:lnTo>
                    <a:pt x="9569" y="5497"/>
                  </a:lnTo>
                  <a:lnTo>
                    <a:pt x="9562" y="5497"/>
                  </a:lnTo>
                  <a:cubicBezTo>
                    <a:pt x="9548" y="5493"/>
                    <a:pt x="9537" y="5490"/>
                    <a:pt x="9527" y="5486"/>
                  </a:cubicBezTo>
                  <a:cubicBezTo>
                    <a:pt x="9516" y="5483"/>
                    <a:pt x="9509" y="5479"/>
                    <a:pt x="9499" y="5472"/>
                  </a:cubicBezTo>
                  <a:lnTo>
                    <a:pt x="9495" y="5469"/>
                  </a:lnTo>
                  <a:cubicBezTo>
                    <a:pt x="9485" y="5465"/>
                    <a:pt x="9478" y="5462"/>
                    <a:pt x="9471" y="5455"/>
                  </a:cubicBezTo>
                  <a:cubicBezTo>
                    <a:pt x="9422" y="5413"/>
                    <a:pt x="9268" y="5371"/>
                    <a:pt x="9138" y="5339"/>
                  </a:cubicBezTo>
                  <a:cubicBezTo>
                    <a:pt x="8886" y="5269"/>
                    <a:pt x="8756" y="5231"/>
                    <a:pt x="8735" y="5136"/>
                  </a:cubicBezTo>
                  <a:cubicBezTo>
                    <a:pt x="8718" y="5042"/>
                    <a:pt x="8564" y="4887"/>
                    <a:pt x="8497" y="4887"/>
                  </a:cubicBezTo>
                  <a:cubicBezTo>
                    <a:pt x="8441" y="4894"/>
                    <a:pt x="8385" y="4908"/>
                    <a:pt x="8329" y="4926"/>
                  </a:cubicBezTo>
                  <a:cubicBezTo>
                    <a:pt x="8212" y="4961"/>
                    <a:pt x="8117" y="4987"/>
                    <a:pt x="8045" y="4987"/>
                  </a:cubicBezTo>
                  <a:cubicBezTo>
                    <a:pt x="8003" y="4987"/>
                    <a:pt x="7968" y="4978"/>
                    <a:pt x="7941" y="4958"/>
                  </a:cubicBezTo>
                  <a:lnTo>
                    <a:pt x="7913" y="4940"/>
                  </a:lnTo>
                  <a:cubicBezTo>
                    <a:pt x="7825" y="4870"/>
                    <a:pt x="7636" y="4730"/>
                    <a:pt x="7517" y="4712"/>
                  </a:cubicBezTo>
                  <a:cubicBezTo>
                    <a:pt x="7475" y="4705"/>
                    <a:pt x="7433" y="4695"/>
                    <a:pt x="7391" y="4681"/>
                  </a:cubicBezTo>
                  <a:cubicBezTo>
                    <a:pt x="7251" y="4639"/>
                    <a:pt x="7083" y="4551"/>
                    <a:pt x="7055" y="4453"/>
                  </a:cubicBezTo>
                  <a:cubicBezTo>
                    <a:pt x="7034" y="4439"/>
                    <a:pt x="7013" y="4425"/>
                    <a:pt x="6988" y="4418"/>
                  </a:cubicBezTo>
                  <a:cubicBezTo>
                    <a:pt x="6960" y="4408"/>
                    <a:pt x="6932" y="4397"/>
                    <a:pt x="6904" y="4387"/>
                  </a:cubicBezTo>
                  <a:lnTo>
                    <a:pt x="6880" y="4380"/>
                  </a:lnTo>
                  <a:cubicBezTo>
                    <a:pt x="6771" y="4345"/>
                    <a:pt x="6673" y="4313"/>
                    <a:pt x="6631" y="4254"/>
                  </a:cubicBezTo>
                  <a:cubicBezTo>
                    <a:pt x="6600" y="4226"/>
                    <a:pt x="6561" y="4205"/>
                    <a:pt x="6523" y="4187"/>
                  </a:cubicBezTo>
                  <a:cubicBezTo>
                    <a:pt x="6439" y="4152"/>
                    <a:pt x="6337" y="4103"/>
                    <a:pt x="6337" y="3998"/>
                  </a:cubicBezTo>
                  <a:cubicBezTo>
                    <a:pt x="6344" y="3928"/>
                    <a:pt x="6358" y="3862"/>
                    <a:pt x="6383" y="3795"/>
                  </a:cubicBezTo>
                  <a:cubicBezTo>
                    <a:pt x="6404" y="3729"/>
                    <a:pt x="6421" y="3659"/>
                    <a:pt x="6425" y="3589"/>
                  </a:cubicBezTo>
                  <a:cubicBezTo>
                    <a:pt x="6425" y="3578"/>
                    <a:pt x="6425" y="3564"/>
                    <a:pt x="6428" y="3554"/>
                  </a:cubicBezTo>
                  <a:lnTo>
                    <a:pt x="6428" y="3547"/>
                  </a:lnTo>
                  <a:cubicBezTo>
                    <a:pt x="6449" y="3466"/>
                    <a:pt x="6526" y="3396"/>
                    <a:pt x="6593" y="3333"/>
                  </a:cubicBezTo>
                  <a:cubicBezTo>
                    <a:pt x="6628" y="3309"/>
                    <a:pt x="6656" y="3277"/>
                    <a:pt x="6680" y="3246"/>
                  </a:cubicBezTo>
                  <a:cubicBezTo>
                    <a:pt x="6670" y="3218"/>
                    <a:pt x="6596" y="3148"/>
                    <a:pt x="6512" y="3088"/>
                  </a:cubicBezTo>
                  <a:lnTo>
                    <a:pt x="6477" y="3064"/>
                  </a:lnTo>
                  <a:lnTo>
                    <a:pt x="6460" y="3057"/>
                  </a:lnTo>
                  <a:lnTo>
                    <a:pt x="6453" y="3043"/>
                  </a:lnTo>
                  <a:cubicBezTo>
                    <a:pt x="6411" y="2966"/>
                    <a:pt x="6355" y="2896"/>
                    <a:pt x="6288" y="2840"/>
                  </a:cubicBezTo>
                  <a:cubicBezTo>
                    <a:pt x="6260" y="2811"/>
                    <a:pt x="6225" y="2797"/>
                    <a:pt x="6187" y="2794"/>
                  </a:cubicBezTo>
                  <a:cubicBezTo>
                    <a:pt x="6064" y="2794"/>
                    <a:pt x="5970" y="2692"/>
                    <a:pt x="5889" y="2605"/>
                  </a:cubicBezTo>
                  <a:cubicBezTo>
                    <a:pt x="5830" y="2542"/>
                    <a:pt x="5770" y="2479"/>
                    <a:pt x="5725" y="2472"/>
                  </a:cubicBezTo>
                  <a:cubicBezTo>
                    <a:pt x="5588" y="2454"/>
                    <a:pt x="5560" y="2304"/>
                    <a:pt x="5536" y="2181"/>
                  </a:cubicBezTo>
                  <a:cubicBezTo>
                    <a:pt x="5529" y="2122"/>
                    <a:pt x="5515" y="2066"/>
                    <a:pt x="5487" y="2017"/>
                  </a:cubicBezTo>
                  <a:cubicBezTo>
                    <a:pt x="5413" y="1922"/>
                    <a:pt x="5417" y="1754"/>
                    <a:pt x="5497" y="1674"/>
                  </a:cubicBezTo>
                  <a:cubicBezTo>
                    <a:pt x="5519" y="1652"/>
                    <a:pt x="5551" y="1636"/>
                    <a:pt x="5590" y="1636"/>
                  </a:cubicBezTo>
                  <a:cubicBezTo>
                    <a:pt x="5627" y="1636"/>
                    <a:pt x="5668" y="1650"/>
                    <a:pt x="5711" y="1688"/>
                  </a:cubicBezTo>
                  <a:cubicBezTo>
                    <a:pt x="5725" y="1702"/>
                    <a:pt x="5742" y="1709"/>
                    <a:pt x="5760" y="1716"/>
                  </a:cubicBezTo>
                  <a:cubicBezTo>
                    <a:pt x="5777" y="1721"/>
                    <a:pt x="5795" y="1724"/>
                    <a:pt x="5813" y="1724"/>
                  </a:cubicBezTo>
                  <a:cubicBezTo>
                    <a:pt x="5849" y="1724"/>
                    <a:pt x="5887" y="1712"/>
                    <a:pt x="5917" y="1691"/>
                  </a:cubicBezTo>
                  <a:cubicBezTo>
                    <a:pt x="5945" y="1670"/>
                    <a:pt x="5956" y="1639"/>
                    <a:pt x="5949" y="1607"/>
                  </a:cubicBezTo>
                  <a:cubicBezTo>
                    <a:pt x="5945" y="1597"/>
                    <a:pt x="5942" y="1586"/>
                    <a:pt x="5935" y="1576"/>
                  </a:cubicBezTo>
                  <a:cubicBezTo>
                    <a:pt x="5889" y="1499"/>
                    <a:pt x="5837" y="1425"/>
                    <a:pt x="5781" y="1355"/>
                  </a:cubicBezTo>
                  <a:cubicBezTo>
                    <a:pt x="5693" y="1243"/>
                    <a:pt x="5623" y="1156"/>
                    <a:pt x="5623" y="1072"/>
                  </a:cubicBezTo>
                  <a:cubicBezTo>
                    <a:pt x="5623" y="1061"/>
                    <a:pt x="5623" y="1051"/>
                    <a:pt x="5623" y="1040"/>
                  </a:cubicBezTo>
                  <a:cubicBezTo>
                    <a:pt x="5627" y="1012"/>
                    <a:pt x="5634" y="977"/>
                    <a:pt x="5644" y="935"/>
                  </a:cubicBezTo>
                  <a:cubicBezTo>
                    <a:pt x="5648" y="914"/>
                    <a:pt x="5651" y="890"/>
                    <a:pt x="5658" y="865"/>
                  </a:cubicBezTo>
                  <a:cubicBezTo>
                    <a:pt x="5669" y="809"/>
                    <a:pt x="5672" y="753"/>
                    <a:pt x="5672" y="697"/>
                  </a:cubicBezTo>
                  <a:lnTo>
                    <a:pt x="5672" y="690"/>
                  </a:lnTo>
                  <a:cubicBezTo>
                    <a:pt x="5672" y="683"/>
                    <a:pt x="5669" y="676"/>
                    <a:pt x="5669" y="665"/>
                  </a:cubicBezTo>
                  <a:cubicBezTo>
                    <a:pt x="5665" y="658"/>
                    <a:pt x="5665" y="651"/>
                    <a:pt x="5662" y="644"/>
                  </a:cubicBezTo>
                  <a:lnTo>
                    <a:pt x="5658" y="641"/>
                  </a:lnTo>
                  <a:cubicBezTo>
                    <a:pt x="5655" y="637"/>
                    <a:pt x="5655" y="634"/>
                    <a:pt x="5651" y="627"/>
                  </a:cubicBezTo>
                  <a:lnTo>
                    <a:pt x="5648" y="623"/>
                  </a:lnTo>
                  <a:cubicBezTo>
                    <a:pt x="5644" y="620"/>
                    <a:pt x="5637" y="616"/>
                    <a:pt x="5634" y="613"/>
                  </a:cubicBezTo>
                  <a:cubicBezTo>
                    <a:pt x="5567" y="578"/>
                    <a:pt x="5508" y="532"/>
                    <a:pt x="5455" y="483"/>
                  </a:cubicBezTo>
                  <a:cubicBezTo>
                    <a:pt x="5403" y="434"/>
                    <a:pt x="5361" y="382"/>
                    <a:pt x="5329" y="322"/>
                  </a:cubicBezTo>
                  <a:cubicBezTo>
                    <a:pt x="5308" y="287"/>
                    <a:pt x="5291" y="249"/>
                    <a:pt x="5280" y="210"/>
                  </a:cubicBezTo>
                  <a:cubicBezTo>
                    <a:pt x="5277" y="200"/>
                    <a:pt x="5273" y="186"/>
                    <a:pt x="5266" y="179"/>
                  </a:cubicBezTo>
                  <a:cubicBezTo>
                    <a:pt x="5266" y="172"/>
                    <a:pt x="5259" y="165"/>
                    <a:pt x="5259" y="158"/>
                  </a:cubicBezTo>
                  <a:cubicBezTo>
                    <a:pt x="5256" y="154"/>
                    <a:pt x="5252" y="151"/>
                    <a:pt x="5249" y="144"/>
                  </a:cubicBezTo>
                  <a:cubicBezTo>
                    <a:pt x="5249" y="140"/>
                    <a:pt x="5238" y="130"/>
                    <a:pt x="5231" y="119"/>
                  </a:cubicBezTo>
                  <a:lnTo>
                    <a:pt x="5228" y="112"/>
                  </a:lnTo>
                  <a:cubicBezTo>
                    <a:pt x="5221" y="102"/>
                    <a:pt x="5210" y="91"/>
                    <a:pt x="5203" y="81"/>
                  </a:cubicBezTo>
                  <a:cubicBezTo>
                    <a:pt x="5175" y="53"/>
                    <a:pt x="5144" y="25"/>
                    <a:pt x="5109" y="0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46" name="Google Shape;5004;p80">
              <a:extLst>
                <a:ext uri="{FF2B5EF4-FFF2-40B4-BE49-F238E27FC236}">
                  <a16:creationId xmlns:a16="http://schemas.microsoft.com/office/drawing/2014/main" id="{787825B5-52D4-E655-F353-0507EA744F11}"/>
                </a:ext>
              </a:extLst>
            </p:cNvPr>
            <p:cNvSpPr/>
            <p:nvPr/>
          </p:nvSpPr>
          <p:spPr>
            <a:xfrm>
              <a:off x="2702915" y="1869217"/>
              <a:ext cx="109" cy="394"/>
            </a:xfrm>
            <a:custGeom>
              <a:avLst/>
              <a:gdLst/>
              <a:ahLst/>
              <a:cxnLst/>
              <a:rect l="l" t="t" r="r" b="b"/>
              <a:pathLst>
                <a:path w="8" h="29" extrusionOk="0">
                  <a:moveTo>
                    <a:pt x="0" y="0"/>
                  </a:moveTo>
                  <a:lnTo>
                    <a:pt x="7" y="28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47" name="Google Shape;5005;p80">
              <a:extLst>
                <a:ext uri="{FF2B5EF4-FFF2-40B4-BE49-F238E27FC236}">
                  <a16:creationId xmlns:a16="http://schemas.microsoft.com/office/drawing/2014/main" id="{958AE453-273C-9D51-190D-C9A0D86B34F2}"/>
                </a:ext>
              </a:extLst>
            </p:cNvPr>
            <p:cNvSpPr/>
            <p:nvPr/>
          </p:nvSpPr>
          <p:spPr>
            <a:xfrm>
              <a:off x="2730382" y="1871783"/>
              <a:ext cx="204" cy="1290"/>
            </a:xfrm>
            <a:custGeom>
              <a:avLst/>
              <a:gdLst/>
              <a:ahLst/>
              <a:cxnLst/>
              <a:rect l="l" t="t" r="r" b="b"/>
              <a:pathLst>
                <a:path w="15" h="95" extrusionOk="0">
                  <a:moveTo>
                    <a:pt x="15" y="95"/>
                  </a:moveTo>
                  <a:lnTo>
                    <a:pt x="1" y="0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48" name="Google Shape;5006;p80">
              <a:extLst>
                <a:ext uri="{FF2B5EF4-FFF2-40B4-BE49-F238E27FC236}">
                  <a16:creationId xmlns:a16="http://schemas.microsoft.com/office/drawing/2014/main" id="{F18D514C-BF80-9BB4-8D4D-054759B1798D}"/>
                </a:ext>
              </a:extLst>
            </p:cNvPr>
            <p:cNvSpPr/>
            <p:nvPr/>
          </p:nvSpPr>
          <p:spPr>
            <a:xfrm>
              <a:off x="2703105" y="1870018"/>
              <a:ext cx="109" cy="448"/>
            </a:xfrm>
            <a:custGeom>
              <a:avLst/>
              <a:gdLst/>
              <a:ahLst/>
              <a:cxnLst/>
              <a:rect l="l" t="t" r="r" b="b"/>
              <a:pathLst>
                <a:path w="8" h="33" extrusionOk="0">
                  <a:moveTo>
                    <a:pt x="0" y="1"/>
                  </a:moveTo>
                  <a:lnTo>
                    <a:pt x="7" y="32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49" name="Google Shape;5007;p80">
              <a:extLst>
                <a:ext uri="{FF2B5EF4-FFF2-40B4-BE49-F238E27FC236}">
                  <a16:creationId xmlns:a16="http://schemas.microsoft.com/office/drawing/2014/main" id="{DD6CF0E2-6F72-ED3F-4760-90477C4CE689}"/>
                </a:ext>
              </a:extLst>
            </p:cNvPr>
            <p:cNvSpPr/>
            <p:nvPr/>
          </p:nvSpPr>
          <p:spPr>
            <a:xfrm>
              <a:off x="2702480" y="1867737"/>
              <a:ext cx="109" cy="394"/>
            </a:xfrm>
            <a:custGeom>
              <a:avLst/>
              <a:gdLst/>
              <a:ahLst/>
              <a:cxnLst/>
              <a:rect l="l" t="t" r="r" b="b"/>
              <a:pathLst>
                <a:path w="8" h="29" extrusionOk="0">
                  <a:moveTo>
                    <a:pt x="1" y="1"/>
                  </a:moveTo>
                  <a:lnTo>
                    <a:pt x="8" y="29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50" name="Google Shape;5008;p80">
              <a:extLst>
                <a:ext uri="{FF2B5EF4-FFF2-40B4-BE49-F238E27FC236}">
                  <a16:creationId xmlns:a16="http://schemas.microsoft.com/office/drawing/2014/main" id="{E034DA4A-BD45-4B73-7E18-5F57FC045810}"/>
                </a:ext>
              </a:extLst>
            </p:cNvPr>
            <p:cNvSpPr/>
            <p:nvPr/>
          </p:nvSpPr>
          <p:spPr>
            <a:xfrm>
              <a:off x="2701774" y="1865795"/>
              <a:ext cx="204" cy="489"/>
            </a:xfrm>
            <a:custGeom>
              <a:avLst/>
              <a:gdLst/>
              <a:ahLst/>
              <a:cxnLst/>
              <a:rect l="l" t="t" r="r" b="b"/>
              <a:pathLst>
                <a:path w="15" h="36" extrusionOk="0">
                  <a:moveTo>
                    <a:pt x="0" y="0"/>
                  </a:moveTo>
                  <a:cubicBezTo>
                    <a:pt x="4" y="11"/>
                    <a:pt x="11" y="21"/>
                    <a:pt x="14" y="35"/>
                  </a:cubicBezTo>
                  <a:cubicBezTo>
                    <a:pt x="11" y="21"/>
                    <a:pt x="7" y="11"/>
                    <a:pt x="0" y="0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51" name="Google Shape;5009;p80">
              <a:extLst>
                <a:ext uri="{FF2B5EF4-FFF2-40B4-BE49-F238E27FC236}">
                  <a16:creationId xmlns:a16="http://schemas.microsoft.com/office/drawing/2014/main" id="{D937D007-98CF-ECFF-F9D8-86F4C6DE009E}"/>
                </a:ext>
              </a:extLst>
            </p:cNvPr>
            <p:cNvSpPr/>
            <p:nvPr/>
          </p:nvSpPr>
          <p:spPr>
            <a:xfrm>
              <a:off x="2730667" y="1873439"/>
              <a:ext cx="163" cy="964"/>
            </a:xfrm>
            <a:custGeom>
              <a:avLst/>
              <a:gdLst/>
              <a:ahLst/>
              <a:cxnLst/>
              <a:rect l="l" t="t" r="r" b="b"/>
              <a:pathLst>
                <a:path w="12" h="71" extrusionOk="0">
                  <a:moveTo>
                    <a:pt x="11" y="71"/>
                  </a:moveTo>
                  <a:lnTo>
                    <a:pt x="1" y="1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52" name="Google Shape;5010;p80">
              <a:extLst>
                <a:ext uri="{FF2B5EF4-FFF2-40B4-BE49-F238E27FC236}">
                  <a16:creationId xmlns:a16="http://schemas.microsoft.com/office/drawing/2014/main" id="{73188B9E-AC93-16E7-0578-21F4389823CB}"/>
                </a:ext>
              </a:extLst>
            </p:cNvPr>
            <p:cNvSpPr/>
            <p:nvPr/>
          </p:nvSpPr>
          <p:spPr>
            <a:xfrm>
              <a:off x="2730911" y="1874919"/>
              <a:ext cx="149" cy="1005"/>
            </a:xfrm>
            <a:custGeom>
              <a:avLst/>
              <a:gdLst/>
              <a:ahLst/>
              <a:cxnLst/>
              <a:rect l="l" t="t" r="r" b="b"/>
              <a:pathLst>
                <a:path w="11" h="74" extrusionOk="0">
                  <a:moveTo>
                    <a:pt x="11" y="74"/>
                  </a:moveTo>
                  <a:lnTo>
                    <a:pt x="0" y="0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53" name="Google Shape;5011;p80">
              <a:extLst>
                <a:ext uri="{FF2B5EF4-FFF2-40B4-BE49-F238E27FC236}">
                  <a16:creationId xmlns:a16="http://schemas.microsoft.com/office/drawing/2014/main" id="{E8DCCAA9-21D5-4270-BA25-4122671C9330}"/>
                </a:ext>
              </a:extLst>
            </p:cNvPr>
            <p:cNvSpPr/>
            <p:nvPr/>
          </p:nvSpPr>
          <p:spPr>
            <a:xfrm>
              <a:off x="2702290" y="1867071"/>
              <a:ext cx="109" cy="353"/>
            </a:xfrm>
            <a:custGeom>
              <a:avLst/>
              <a:gdLst/>
              <a:ahLst/>
              <a:cxnLst/>
              <a:rect l="l" t="t" r="r" b="b"/>
              <a:pathLst>
                <a:path w="8" h="26" extrusionOk="0">
                  <a:moveTo>
                    <a:pt x="1" y="1"/>
                  </a:moveTo>
                  <a:lnTo>
                    <a:pt x="8" y="25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54" name="Google Shape;5012;p80">
              <a:extLst>
                <a:ext uri="{FF2B5EF4-FFF2-40B4-BE49-F238E27FC236}">
                  <a16:creationId xmlns:a16="http://schemas.microsoft.com/office/drawing/2014/main" id="{74426E70-7C19-5991-6DC7-ACE936EAF47D}"/>
                </a:ext>
              </a:extLst>
            </p:cNvPr>
            <p:cNvSpPr/>
            <p:nvPr/>
          </p:nvSpPr>
          <p:spPr>
            <a:xfrm>
              <a:off x="2703675" y="1872638"/>
              <a:ext cx="54" cy="434"/>
            </a:xfrm>
            <a:custGeom>
              <a:avLst/>
              <a:gdLst/>
              <a:ahLst/>
              <a:cxnLst/>
              <a:rect l="l" t="t" r="r" b="b"/>
              <a:pathLst>
                <a:path w="4" h="32" extrusionOk="0">
                  <a:moveTo>
                    <a:pt x="0" y="0"/>
                  </a:moveTo>
                  <a:lnTo>
                    <a:pt x="4" y="32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55" name="Google Shape;5013;p80">
              <a:extLst>
                <a:ext uri="{FF2B5EF4-FFF2-40B4-BE49-F238E27FC236}">
                  <a16:creationId xmlns:a16="http://schemas.microsoft.com/office/drawing/2014/main" id="{1EB9996E-509D-A0E0-724E-A898141A5E2F}"/>
                </a:ext>
              </a:extLst>
            </p:cNvPr>
            <p:cNvSpPr/>
            <p:nvPr/>
          </p:nvSpPr>
          <p:spPr>
            <a:xfrm>
              <a:off x="2703485" y="1871728"/>
              <a:ext cx="109" cy="448"/>
            </a:xfrm>
            <a:custGeom>
              <a:avLst/>
              <a:gdLst/>
              <a:ahLst/>
              <a:cxnLst/>
              <a:rect l="l" t="t" r="r" b="b"/>
              <a:pathLst>
                <a:path w="8" h="33" extrusionOk="0">
                  <a:moveTo>
                    <a:pt x="0" y="1"/>
                  </a:moveTo>
                  <a:lnTo>
                    <a:pt x="7" y="32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56" name="Google Shape;5014;p80">
              <a:extLst>
                <a:ext uri="{FF2B5EF4-FFF2-40B4-BE49-F238E27FC236}">
                  <a16:creationId xmlns:a16="http://schemas.microsoft.com/office/drawing/2014/main" id="{466D5E38-2A98-357F-79A7-F8F502D5CD93}"/>
                </a:ext>
              </a:extLst>
            </p:cNvPr>
            <p:cNvSpPr/>
            <p:nvPr/>
          </p:nvSpPr>
          <p:spPr>
            <a:xfrm>
              <a:off x="2702670" y="1868497"/>
              <a:ext cx="163" cy="353"/>
            </a:xfrm>
            <a:custGeom>
              <a:avLst/>
              <a:gdLst/>
              <a:ahLst/>
              <a:cxnLst/>
              <a:rect l="l" t="t" r="r" b="b"/>
              <a:pathLst>
                <a:path w="12" h="26" extrusionOk="0">
                  <a:moveTo>
                    <a:pt x="1" y="1"/>
                  </a:moveTo>
                  <a:lnTo>
                    <a:pt x="11" y="25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57" name="Google Shape;5015;p80">
              <a:extLst>
                <a:ext uri="{FF2B5EF4-FFF2-40B4-BE49-F238E27FC236}">
                  <a16:creationId xmlns:a16="http://schemas.microsoft.com/office/drawing/2014/main" id="{F822361F-B5A9-934D-B858-68B26AEA89CC}"/>
                </a:ext>
              </a:extLst>
            </p:cNvPr>
            <p:cNvSpPr/>
            <p:nvPr/>
          </p:nvSpPr>
          <p:spPr>
            <a:xfrm>
              <a:off x="2731142" y="1876345"/>
              <a:ext cx="14" cy="109"/>
            </a:xfrm>
            <a:custGeom>
              <a:avLst/>
              <a:gdLst/>
              <a:ahLst/>
              <a:cxnLst/>
              <a:rect l="l" t="t" r="r" b="b"/>
              <a:pathLst>
                <a:path w="1" h="8" extrusionOk="0">
                  <a:moveTo>
                    <a:pt x="1" y="7"/>
                  </a:moveTo>
                  <a:lnTo>
                    <a:pt x="1" y="7"/>
                  </a:lnTo>
                  <a:lnTo>
                    <a:pt x="1" y="0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58" name="Google Shape;5016;p80">
              <a:extLst>
                <a:ext uri="{FF2B5EF4-FFF2-40B4-BE49-F238E27FC236}">
                  <a16:creationId xmlns:a16="http://schemas.microsoft.com/office/drawing/2014/main" id="{98DEFEC2-B19B-FCFE-624A-D961C85BDC46}"/>
                </a:ext>
              </a:extLst>
            </p:cNvPr>
            <p:cNvSpPr/>
            <p:nvPr/>
          </p:nvSpPr>
          <p:spPr>
            <a:xfrm>
              <a:off x="2699819" y="1855802"/>
              <a:ext cx="1969" cy="10007"/>
            </a:xfrm>
            <a:custGeom>
              <a:avLst/>
              <a:gdLst/>
              <a:ahLst/>
              <a:cxnLst/>
              <a:rect l="l" t="t" r="r" b="b"/>
              <a:pathLst>
                <a:path w="145" h="737" extrusionOk="0">
                  <a:moveTo>
                    <a:pt x="144" y="736"/>
                  </a:moveTo>
                  <a:cubicBezTo>
                    <a:pt x="57" y="501"/>
                    <a:pt x="8" y="253"/>
                    <a:pt x="1" y="1"/>
                  </a:cubicBezTo>
                  <a:cubicBezTo>
                    <a:pt x="8" y="253"/>
                    <a:pt x="57" y="501"/>
                    <a:pt x="144" y="736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59" name="Google Shape;5017;p80">
              <a:extLst>
                <a:ext uri="{FF2B5EF4-FFF2-40B4-BE49-F238E27FC236}">
                  <a16:creationId xmlns:a16="http://schemas.microsoft.com/office/drawing/2014/main" id="{15F19542-757E-AFB1-0317-ABEA55609998}"/>
                </a:ext>
              </a:extLst>
            </p:cNvPr>
            <p:cNvSpPr/>
            <p:nvPr/>
          </p:nvSpPr>
          <p:spPr>
            <a:xfrm>
              <a:off x="2704191" y="1876345"/>
              <a:ext cx="68" cy="530"/>
            </a:xfrm>
            <a:custGeom>
              <a:avLst/>
              <a:gdLst/>
              <a:ahLst/>
              <a:cxnLst/>
              <a:rect l="l" t="t" r="r" b="b"/>
              <a:pathLst>
                <a:path w="5" h="39" extrusionOk="0">
                  <a:moveTo>
                    <a:pt x="1" y="0"/>
                  </a:moveTo>
                  <a:cubicBezTo>
                    <a:pt x="1" y="11"/>
                    <a:pt x="1" y="25"/>
                    <a:pt x="4" y="39"/>
                  </a:cubicBezTo>
                  <a:cubicBezTo>
                    <a:pt x="4" y="25"/>
                    <a:pt x="1" y="14"/>
                    <a:pt x="1" y="0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60" name="Google Shape;5018;p80">
              <a:extLst>
                <a:ext uri="{FF2B5EF4-FFF2-40B4-BE49-F238E27FC236}">
                  <a16:creationId xmlns:a16="http://schemas.microsoft.com/office/drawing/2014/main" id="{448C60DC-45F3-BE45-7C46-6217B794DFF0}"/>
                </a:ext>
              </a:extLst>
            </p:cNvPr>
            <p:cNvSpPr/>
            <p:nvPr/>
          </p:nvSpPr>
          <p:spPr>
            <a:xfrm>
              <a:off x="2698543" y="1845022"/>
              <a:ext cx="299" cy="1195"/>
            </a:xfrm>
            <a:custGeom>
              <a:avLst/>
              <a:gdLst/>
              <a:ahLst/>
              <a:cxnLst/>
              <a:rect l="l" t="t" r="r" b="b"/>
              <a:pathLst>
                <a:path w="22" h="88" extrusionOk="0">
                  <a:moveTo>
                    <a:pt x="0" y="88"/>
                  </a:moveTo>
                  <a:cubicBezTo>
                    <a:pt x="0" y="56"/>
                    <a:pt x="7" y="28"/>
                    <a:pt x="21" y="0"/>
                  </a:cubicBezTo>
                  <a:cubicBezTo>
                    <a:pt x="7" y="28"/>
                    <a:pt x="0" y="56"/>
                    <a:pt x="0" y="88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61" name="Google Shape;5019;p80">
              <a:extLst>
                <a:ext uri="{FF2B5EF4-FFF2-40B4-BE49-F238E27FC236}">
                  <a16:creationId xmlns:a16="http://schemas.microsoft.com/office/drawing/2014/main" id="{E43E8820-1C3E-78C8-36E1-66D99B70434E}"/>
                </a:ext>
              </a:extLst>
            </p:cNvPr>
            <p:cNvSpPr/>
            <p:nvPr/>
          </p:nvSpPr>
          <p:spPr>
            <a:xfrm>
              <a:off x="2703295" y="1870873"/>
              <a:ext cx="109" cy="448"/>
            </a:xfrm>
            <a:custGeom>
              <a:avLst/>
              <a:gdLst/>
              <a:ahLst/>
              <a:cxnLst/>
              <a:rect l="l" t="t" r="r" b="b"/>
              <a:pathLst>
                <a:path w="8" h="33" extrusionOk="0">
                  <a:moveTo>
                    <a:pt x="0" y="1"/>
                  </a:moveTo>
                  <a:lnTo>
                    <a:pt x="7" y="32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62" name="Google Shape;5020;p80">
              <a:extLst>
                <a:ext uri="{FF2B5EF4-FFF2-40B4-BE49-F238E27FC236}">
                  <a16:creationId xmlns:a16="http://schemas.microsoft.com/office/drawing/2014/main" id="{2472D6C1-9674-8890-CF38-A6A4B967C056}"/>
                </a:ext>
              </a:extLst>
            </p:cNvPr>
            <p:cNvSpPr/>
            <p:nvPr/>
          </p:nvSpPr>
          <p:spPr>
            <a:xfrm>
              <a:off x="2703960" y="1874485"/>
              <a:ext cx="54" cy="489"/>
            </a:xfrm>
            <a:custGeom>
              <a:avLst/>
              <a:gdLst/>
              <a:ahLst/>
              <a:cxnLst/>
              <a:rect l="l" t="t" r="r" b="b"/>
              <a:pathLst>
                <a:path w="4" h="36" extrusionOk="0">
                  <a:moveTo>
                    <a:pt x="0" y="1"/>
                  </a:moveTo>
                  <a:cubicBezTo>
                    <a:pt x="0" y="11"/>
                    <a:pt x="4" y="22"/>
                    <a:pt x="4" y="36"/>
                  </a:cubicBezTo>
                  <a:cubicBezTo>
                    <a:pt x="4" y="22"/>
                    <a:pt x="0" y="11"/>
                    <a:pt x="0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63" name="Google Shape;5021;p80">
              <a:extLst>
                <a:ext uri="{FF2B5EF4-FFF2-40B4-BE49-F238E27FC236}">
                  <a16:creationId xmlns:a16="http://schemas.microsoft.com/office/drawing/2014/main" id="{472A6008-BE79-5570-4667-3C68CDCF7293}"/>
                </a:ext>
              </a:extLst>
            </p:cNvPr>
            <p:cNvSpPr/>
            <p:nvPr/>
          </p:nvSpPr>
          <p:spPr>
            <a:xfrm>
              <a:off x="2704245" y="1877241"/>
              <a:ext cx="54" cy="543"/>
            </a:xfrm>
            <a:custGeom>
              <a:avLst/>
              <a:gdLst/>
              <a:ahLst/>
              <a:cxnLst/>
              <a:rect l="l" t="t" r="r" b="b"/>
              <a:pathLst>
                <a:path w="4" h="40" extrusionOk="0">
                  <a:moveTo>
                    <a:pt x="0" y="1"/>
                  </a:moveTo>
                  <a:cubicBezTo>
                    <a:pt x="0" y="15"/>
                    <a:pt x="0" y="29"/>
                    <a:pt x="4" y="39"/>
                  </a:cubicBezTo>
                  <a:cubicBezTo>
                    <a:pt x="4" y="29"/>
                    <a:pt x="4" y="15"/>
                    <a:pt x="0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64" name="Google Shape;5022;p80">
              <a:extLst>
                <a:ext uri="{FF2B5EF4-FFF2-40B4-BE49-F238E27FC236}">
                  <a16:creationId xmlns:a16="http://schemas.microsoft.com/office/drawing/2014/main" id="{27F5E3FA-8346-EE2C-FC23-8FE979E35B72}"/>
                </a:ext>
              </a:extLst>
            </p:cNvPr>
            <p:cNvSpPr/>
            <p:nvPr/>
          </p:nvSpPr>
          <p:spPr>
            <a:xfrm>
              <a:off x="2704055" y="1875394"/>
              <a:ext cx="109" cy="489"/>
            </a:xfrm>
            <a:custGeom>
              <a:avLst/>
              <a:gdLst/>
              <a:ahLst/>
              <a:cxnLst/>
              <a:rect l="l" t="t" r="r" b="b"/>
              <a:pathLst>
                <a:path w="8" h="36" extrusionOk="0">
                  <a:moveTo>
                    <a:pt x="0" y="0"/>
                  </a:moveTo>
                  <a:cubicBezTo>
                    <a:pt x="0" y="12"/>
                    <a:pt x="3" y="21"/>
                    <a:pt x="5" y="29"/>
                  </a:cubicBezTo>
                  <a:lnTo>
                    <a:pt x="5" y="29"/>
                  </a:lnTo>
                  <a:cubicBezTo>
                    <a:pt x="4" y="22"/>
                    <a:pt x="3" y="11"/>
                    <a:pt x="0" y="0"/>
                  </a:cubicBezTo>
                  <a:close/>
                  <a:moveTo>
                    <a:pt x="5" y="29"/>
                  </a:moveTo>
                  <a:lnTo>
                    <a:pt x="5" y="29"/>
                  </a:lnTo>
                  <a:cubicBezTo>
                    <a:pt x="6" y="31"/>
                    <a:pt x="7" y="34"/>
                    <a:pt x="7" y="35"/>
                  </a:cubicBezTo>
                  <a:cubicBezTo>
                    <a:pt x="7" y="33"/>
                    <a:pt x="6" y="31"/>
                    <a:pt x="5" y="29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65" name="Google Shape;5023;p80">
              <a:extLst>
                <a:ext uri="{FF2B5EF4-FFF2-40B4-BE49-F238E27FC236}">
                  <a16:creationId xmlns:a16="http://schemas.microsoft.com/office/drawing/2014/main" id="{8FD0345B-7BAD-E634-47C4-DF3E3C5B9237}"/>
                </a:ext>
              </a:extLst>
            </p:cNvPr>
            <p:cNvSpPr/>
            <p:nvPr/>
          </p:nvSpPr>
          <p:spPr>
            <a:xfrm>
              <a:off x="2704286" y="1878151"/>
              <a:ext cx="14" cy="109"/>
            </a:xfrm>
            <a:custGeom>
              <a:avLst/>
              <a:gdLst/>
              <a:ahLst/>
              <a:cxnLst/>
              <a:rect l="l" t="t" r="r" b="b"/>
              <a:pathLst>
                <a:path w="1" h="8" extrusionOk="0">
                  <a:moveTo>
                    <a:pt x="1" y="7"/>
                  </a:moveTo>
                  <a:lnTo>
                    <a:pt x="1" y="0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66" name="Google Shape;5024;p80">
              <a:extLst>
                <a:ext uri="{FF2B5EF4-FFF2-40B4-BE49-F238E27FC236}">
                  <a16:creationId xmlns:a16="http://schemas.microsoft.com/office/drawing/2014/main" id="{20FDA352-58CB-50B0-0ABE-32A3BDE4A152}"/>
                </a:ext>
              </a:extLst>
            </p:cNvPr>
            <p:cNvSpPr/>
            <p:nvPr/>
          </p:nvSpPr>
          <p:spPr>
            <a:xfrm>
              <a:off x="2703811" y="1873534"/>
              <a:ext cx="68" cy="489"/>
            </a:xfrm>
            <a:custGeom>
              <a:avLst/>
              <a:gdLst/>
              <a:ahLst/>
              <a:cxnLst/>
              <a:rect l="l" t="t" r="r" b="b"/>
              <a:pathLst>
                <a:path w="5" h="36" extrusionOk="0">
                  <a:moveTo>
                    <a:pt x="1" y="1"/>
                  </a:moveTo>
                  <a:cubicBezTo>
                    <a:pt x="1" y="11"/>
                    <a:pt x="4" y="25"/>
                    <a:pt x="4" y="36"/>
                  </a:cubicBezTo>
                  <a:cubicBezTo>
                    <a:pt x="4" y="25"/>
                    <a:pt x="1" y="11"/>
                    <a:pt x="1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67" name="Google Shape;5025;p80">
              <a:extLst>
                <a:ext uri="{FF2B5EF4-FFF2-40B4-BE49-F238E27FC236}">
                  <a16:creationId xmlns:a16="http://schemas.microsoft.com/office/drawing/2014/main" id="{1C652666-6ACF-3E2A-EDB4-E64ABFF9DBC8}"/>
                </a:ext>
              </a:extLst>
            </p:cNvPr>
            <p:cNvSpPr/>
            <p:nvPr/>
          </p:nvSpPr>
          <p:spPr>
            <a:xfrm>
              <a:off x="2702059" y="1866460"/>
              <a:ext cx="149" cy="339"/>
            </a:xfrm>
            <a:custGeom>
              <a:avLst/>
              <a:gdLst/>
              <a:ahLst/>
              <a:cxnLst/>
              <a:rect l="l" t="t" r="r" b="b"/>
              <a:pathLst>
                <a:path w="11" h="25" extrusionOk="0">
                  <a:moveTo>
                    <a:pt x="0" y="0"/>
                  </a:moveTo>
                  <a:lnTo>
                    <a:pt x="11" y="25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68" name="Google Shape;5026;p80">
              <a:extLst>
                <a:ext uri="{FF2B5EF4-FFF2-40B4-BE49-F238E27FC236}">
                  <a16:creationId xmlns:a16="http://schemas.microsoft.com/office/drawing/2014/main" id="{7521DB50-2B62-A47A-DF14-15DE5F2BAFF8}"/>
                </a:ext>
              </a:extLst>
            </p:cNvPr>
            <p:cNvSpPr/>
            <p:nvPr/>
          </p:nvSpPr>
          <p:spPr>
            <a:xfrm>
              <a:off x="2698923" y="1616037"/>
              <a:ext cx="231211" cy="97731"/>
            </a:xfrm>
            <a:custGeom>
              <a:avLst/>
              <a:gdLst/>
              <a:ahLst/>
              <a:cxnLst/>
              <a:rect l="l" t="t" r="r" b="b"/>
              <a:pathLst>
                <a:path w="17029" h="7198" extrusionOk="0">
                  <a:moveTo>
                    <a:pt x="5595" y="0"/>
                  </a:moveTo>
                  <a:cubicBezTo>
                    <a:pt x="5581" y="0"/>
                    <a:pt x="5570" y="11"/>
                    <a:pt x="5539" y="72"/>
                  </a:cubicBezTo>
                  <a:cubicBezTo>
                    <a:pt x="5521" y="103"/>
                    <a:pt x="5500" y="135"/>
                    <a:pt x="5476" y="166"/>
                  </a:cubicBezTo>
                  <a:cubicBezTo>
                    <a:pt x="5434" y="198"/>
                    <a:pt x="5388" y="226"/>
                    <a:pt x="5339" y="240"/>
                  </a:cubicBezTo>
                  <a:cubicBezTo>
                    <a:pt x="5280" y="264"/>
                    <a:pt x="5210" y="292"/>
                    <a:pt x="5199" y="331"/>
                  </a:cubicBezTo>
                  <a:cubicBezTo>
                    <a:pt x="5178" y="404"/>
                    <a:pt x="5112" y="446"/>
                    <a:pt x="5056" y="485"/>
                  </a:cubicBezTo>
                  <a:cubicBezTo>
                    <a:pt x="4989" y="527"/>
                    <a:pt x="4968" y="548"/>
                    <a:pt x="4975" y="572"/>
                  </a:cubicBezTo>
                  <a:cubicBezTo>
                    <a:pt x="5024" y="768"/>
                    <a:pt x="5101" y="950"/>
                    <a:pt x="5147" y="989"/>
                  </a:cubicBezTo>
                  <a:cubicBezTo>
                    <a:pt x="5269" y="1087"/>
                    <a:pt x="5199" y="1325"/>
                    <a:pt x="5143" y="1402"/>
                  </a:cubicBezTo>
                  <a:cubicBezTo>
                    <a:pt x="5112" y="1444"/>
                    <a:pt x="5045" y="1465"/>
                    <a:pt x="4937" y="1503"/>
                  </a:cubicBezTo>
                  <a:cubicBezTo>
                    <a:pt x="4849" y="1531"/>
                    <a:pt x="4719" y="1577"/>
                    <a:pt x="4691" y="1623"/>
                  </a:cubicBezTo>
                  <a:cubicBezTo>
                    <a:pt x="4674" y="1658"/>
                    <a:pt x="4639" y="1686"/>
                    <a:pt x="4600" y="1696"/>
                  </a:cubicBezTo>
                  <a:cubicBezTo>
                    <a:pt x="4589" y="1699"/>
                    <a:pt x="4577" y="1700"/>
                    <a:pt x="4565" y="1700"/>
                  </a:cubicBezTo>
                  <a:cubicBezTo>
                    <a:pt x="4482" y="1700"/>
                    <a:pt x="4389" y="1641"/>
                    <a:pt x="4285" y="1577"/>
                  </a:cubicBezTo>
                  <a:cubicBezTo>
                    <a:pt x="4261" y="1563"/>
                    <a:pt x="4240" y="1545"/>
                    <a:pt x="4215" y="1531"/>
                  </a:cubicBezTo>
                  <a:cubicBezTo>
                    <a:pt x="4205" y="1528"/>
                    <a:pt x="4194" y="1524"/>
                    <a:pt x="4187" y="1517"/>
                  </a:cubicBezTo>
                  <a:cubicBezTo>
                    <a:pt x="4151" y="1502"/>
                    <a:pt x="4112" y="1492"/>
                    <a:pt x="4070" y="1492"/>
                  </a:cubicBezTo>
                  <a:cubicBezTo>
                    <a:pt x="4063" y="1492"/>
                    <a:pt x="4057" y="1493"/>
                    <a:pt x="4051" y="1493"/>
                  </a:cubicBezTo>
                  <a:cubicBezTo>
                    <a:pt x="3991" y="1496"/>
                    <a:pt x="3935" y="1510"/>
                    <a:pt x="3883" y="1542"/>
                  </a:cubicBezTo>
                  <a:cubicBezTo>
                    <a:pt x="3872" y="1545"/>
                    <a:pt x="3862" y="1552"/>
                    <a:pt x="3851" y="1559"/>
                  </a:cubicBezTo>
                  <a:lnTo>
                    <a:pt x="3844" y="1566"/>
                  </a:lnTo>
                  <a:cubicBezTo>
                    <a:pt x="3824" y="1580"/>
                    <a:pt x="3800" y="1587"/>
                    <a:pt x="3774" y="1587"/>
                  </a:cubicBezTo>
                  <a:cubicBezTo>
                    <a:pt x="3688" y="1587"/>
                    <a:pt x="3576" y="1522"/>
                    <a:pt x="3466" y="1458"/>
                  </a:cubicBezTo>
                  <a:cubicBezTo>
                    <a:pt x="3428" y="1433"/>
                    <a:pt x="3386" y="1412"/>
                    <a:pt x="3344" y="1395"/>
                  </a:cubicBezTo>
                  <a:cubicBezTo>
                    <a:pt x="3267" y="1381"/>
                    <a:pt x="3239" y="1290"/>
                    <a:pt x="3211" y="1192"/>
                  </a:cubicBezTo>
                  <a:cubicBezTo>
                    <a:pt x="3200" y="1157"/>
                    <a:pt x="3186" y="1125"/>
                    <a:pt x="3172" y="1090"/>
                  </a:cubicBezTo>
                  <a:lnTo>
                    <a:pt x="3162" y="1090"/>
                  </a:lnTo>
                  <a:cubicBezTo>
                    <a:pt x="3001" y="1090"/>
                    <a:pt x="2479" y="978"/>
                    <a:pt x="2402" y="961"/>
                  </a:cubicBezTo>
                  <a:cubicBezTo>
                    <a:pt x="2369" y="951"/>
                    <a:pt x="2329" y="947"/>
                    <a:pt x="2289" y="947"/>
                  </a:cubicBezTo>
                  <a:cubicBezTo>
                    <a:pt x="2200" y="947"/>
                    <a:pt x="2108" y="967"/>
                    <a:pt x="2094" y="989"/>
                  </a:cubicBezTo>
                  <a:cubicBezTo>
                    <a:pt x="2066" y="1055"/>
                    <a:pt x="1975" y="1076"/>
                    <a:pt x="1873" y="1097"/>
                  </a:cubicBezTo>
                  <a:cubicBezTo>
                    <a:pt x="1828" y="1108"/>
                    <a:pt x="1730" y="1129"/>
                    <a:pt x="1716" y="1153"/>
                  </a:cubicBezTo>
                  <a:cubicBezTo>
                    <a:pt x="1681" y="1223"/>
                    <a:pt x="1597" y="1265"/>
                    <a:pt x="1509" y="1311"/>
                  </a:cubicBezTo>
                  <a:cubicBezTo>
                    <a:pt x="1450" y="1332"/>
                    <a:pt x="1401" y="1367"/>
                    <a:pt x="1355" y="1409"/>
                  </a:cubicBezTo>
                  <a:cubicBezTo>
                    <a:pt x="1306" y="1465"/>
                    <a:pt x="1229" y="1489"/>
                    <a:pt x="1145" y="1517"/>
                  </a:cubicBezTo>
                  <a:cubicBezTo>
                    <a:pt x="1061" y="1545"/>
                    <a:pt x="970" y="1577"/>
                    <a:pt x="942" y="1633"/>
                  </a:cubicBezTo>
                  <a:cubicBezTo>
                    <a:pt x="876" y="1787"/>
                    <a:pt x="606" y="1864"/>
                    <a:pt x="392" y="1896"/>
                  </a:cubicBezTo>
                  <a:cubicBezTo>
                    <a:pt x="294" y="1910"/>
                    <a:pt x="200" y="1934"/>
                    <a:pt x="109" y="1973"/>
                  </a:cubicBezTo>
                  <a:lnTo>
                    <a:pt x="105" y="1976"/>
                  </a:lnTo>
                  <a:lnTo>
                    <a:pt x="98" y="1976"/>
                  </a:lnTo>
                  <a:lnTo>
                    <a:pt x="95" y="1980"/>
                  </a:lnTo>
                  <a:lnTo>
                    <a:pt x="91" y="1980"/>
                  </a:lnTo>
                  <a:lnTo>
                    <a:pt x="84" y="1983"/>
                  </a:lnTo>
                  <a:lnTo>
                    <a:pt x="77" y="1987"/>
                  </a:lnTo>
                  <a:lnTo>
                    <a:pt x="74" y="1990"/>
                  </a:lnTo>
                  <a:cubicBezTo>
                    <a:pt x="74" y="1997"/>
                    <a:pt x="70" y="2004"/>
                    <a:pt x="70" y="2008"/>
                  </a:cubicBezTo>
                  <a:cubicBezTo>
                    <a:pt x="67" y="2015"/>
                    <a:pt x="63" y="2022"/>
                    <a:pt x="60" y="2025"/>
                  </a:cubicBezTo>
                  <a:cubicBezTo>
                    <a:pt x="56" y="2029"/>
                    <a:pt x="53" y="2032"/>
                    <a:pt x="49" y="2036"/>
                  </a:cubicBezTo>
                  <a:lnTo>
                    <a:pt x="46" y="2039"/>
                  </a:lnTo>
                  <a:lnTo>
                    <a:pt x="39" y="2046"/>
                  </a:lnTo>
                  <a:lnTo>
                    <a:pt x="32" y="2050"/>
                  </a:lnTo>
                  <a:cubicBezTo>
                    <a:pt x="21" y="2060"/>
                    <a:pt x="11" y="2064"/>
                    <a:pt x="0" y="2067"/>
                  </a:cubicBezTo>
                  <a:lnTo>
                    <a:pt x="4" y="2085"/>
                  </a:lnTo>
                  <a:cubicBezTo>
                    <a:pt x="4" y="2092"/>
                    <a:pt x="7" y="2102"/>
                    <a:pt x="7" y="2109"/>
                  </a:cubicBezTo>
                  <a:cubicBezTo>
                    <a:pt x="11" y="2116"/>
                    <a:pt x="11" y="2120"/>
                    <a:pt x="11" y="2127"/>
                  </a:cubicBezTo>
                  <a:cubicBezTo>
                    <a:pt x="14" y="2134"/>
                    <a:pt x="14" y="2141"/>
                    <a:pt x="18" y="2148"/>
                  </a:cubicBezTo>
                  <a:lnTo>
                    <a:pt x="21" y="2165"/>
                  </a:lnTo>
                  <a:cubicBezTo>
                    <a:pt x="21" y="2172"/>
                    <a:pt x="25" y="2176"/>
                    <a:pt x="28" y="2183"/>
                  </a:cubicBezTo>
                  <a:lnTo>
                    <a:pt x="32" y="2197"/>
                  </a:lnTo>
                  <a:lnTo>
                    <a:pt x="39" y="2214"/>
                  </a:lnTo>
                  <a:lnTo>
                    <a:pt x="46" y="2228"/>
                  </a:lnTo>
                  <a:lnTo>
                    <a:pt x="49" y="2242"/>
                  </a:lnTo>
                  <a:lnTo>
                    <a:pt x="56" y="2256"/>
                  </a:lnTo>
                  <a:lnTo>
                    <a:pt x="63" y="2270"/>
                  </a:lnTo>
                  <a:lnTo>
                    <a:pt x="70" y="2281"/>
                  </a:lnTo>
                  <a:lnTo>
                    <a:pt x="77" y="2291"/>
                  </a:lnTo>
                  <a:lnTo>
                    <a:pt x="84" y="2302"/>
                  </a:lnTo>
                  <a:lnTo>
                    <a:pt x="91" y="2312"/>
                  </a:lnTo>
                  <a:lnTo>
                    <a:pt x="98" y="2323"/>
                  </a:lnTo>
                  <a:lnTo>
                    <a:pt x="109" y="2330"/>
                  </a:lnTo>
                  <a:lnTo>
                    <a:pt x="116" y="2340"/>
                  </a:lnTo>
                  <a:lnTo>
                    <a:pt x="123" y="2347"/>
                  </a:lnTo>
                  <a:lnTo>
                    <a:pt x="133" y="2358"/>
                  </a:lnTo>
                  <a:lnTo>
                    <a:pt x="140" y="2365"/>
                  </a:lnTo>
                  <a:lnTo>
                    <a:pt x="151" y="2372"/>
                  </a:lnTo>
                  <a:lnTo>
                    <a:pt x="158" y="2379"/>
                  </a:lnTo>
                  <a:lnTo>
                    <a:pt x="168" y="2386"/>
                  </a:lnTo>
                  <a:lnTo>
                    <a:pt x="175" y="2393"/>
                  </a:lnTo>
                  <a:lnTo>
                    <a:pt x="193" y="2403"/>
                  </a:lnTo>
                  <a:lnTo>
                    <a:pt x="196" y="2407"/>
                  </a:lnTo>
                  <a:lnTo>
                    <a:pt x="214" y="2417"/>
                  </a:lnTo>
                  <a:lnTo>
                    <a:pt x="235" y="2431"/>
                  </a:lnTo>
                  <a:cubicBezTo>
                    <a:pt x="256" y="2445"/>
                    <a:pt x="284" y="2463"/>
                    <a:pt x="308" y="2480"/>
                  </a:cubicBezTo>
                  <a:cubicBezTo>
                    <a:pt x="326" y="2494"/>
                    <a:pt x="347" y="2508"/>
                    <a:pt x="364" y="2526"/>
                  </a:cubicBezTo>
                  <a:cubicBezTo>
                    <a:pt x="504" y="2645"/>
                    <a:pt x="623" y="2739"/>
                    <a:pt x="760" y="2771"/>
                  </a:cubicBezTo>
                  <a:cubicBezTo>
                    <a:pt x="778" y="2774"/>
                    <a:pt x="799" y="2774"/>
                    <a:pt x="820" y="2778"/>
                  </a:cubicBezTo>
                  <a:cubicBezTo>
                    <a:pt x="1016" y="2792"/>
                    <a:pt x="1320" y="3012"/>
                    <a:pt x="1348" y="3215"/>
                  </a:cubicBezTo>
                  <a:cubicBezTo>
                    <a:pt x="1352" y="3222"/>
                    <a:pt x="1352" y="3233"/>
                    <a:pt x="1355" y="3240"/>
                  </a:cubicBezTo>
                  <a:cubicBezTo>
                    <a:pt x="1387" y="3362"/>
                    <a:pt x="1523" y="3513"/>
                    <a:pt x="1618" y="3586"/>
                  </a:cubicBezTo>
                  <a:cubicBezTo>
                    <a:pt x="1628" y="3597"/>
                    <a:pt x="1639" y="3607"/>
                    <a:pt x="1646" y="3618"/>
                  </a:cubicBezTo>
                  <a:cubicBezTo>
                    <a:pt x="1670" y="3653"/>
                    <a:pt x="1681" y="3699"/>
                    <a:pt x="1681" y="3741"/>
                  </a:cubicBezTo>
                  <a:cubicBezTo>
                    <a:pt x="1674" y="3814"/>
                    <a:pt x="1663" y="3884"/>
                    <a:pt x="1646" y="3954"/>
                  </a:cubicBezTo>
                  <a:cubicBezTo>
                    <a:pt x="1625" y="4031"/>
                    <a:pt x="1614" y="4108"/>
                    <a:pt x="1607" y="4189"/>
                  </a:cubicBezTo>
                  <a:cubicBezTo>
                    <a:pt x="1604" y="4276"/>
                    <a:pt x="1569" y="4360"/>
                    <a:pt x="1506" y="4427"/>
                  </a:cubicBezTo>
                  <a:cubicBezTo>
                    <a:pt x="1453" y="4493"/>
                    <a:pt x="1429" y="4525"/>
                    <a:pt x="1474" y="4602"/>
                  </a:cubicBezTo>
                  <a:cubicBezTo>
                    <a:pt x="1572" y="4756"/>
                    <a:pt x="2349" y="4871"/>
                    <a:pt x="2650" y="4871"/>
                  </a:cubicBezTo>
                  <a:cubicBezTo>
                    <a:pt x="2843" y="4871"/>
                    <a:pt x="2952" y="4990"/>
                    <a:pt x="3025" y="5067"/>
                  </a:cubicBezTo>
                  <a:cubicBezTo>
                    <a:pt x="3039" y="5088"/>
                    <a:pt x="3057" y="5102"/>
                    <a:pt x="3074" y="5120"/>
                  </a:cubicBezTo>
                  <a:cubicBezTo>
                    <a:pt x="3148" y="5134"/>
                    <a:pt x="3214" y="5176"/>
                    <a:pt x="3256" y="5235"/>
                  </a:cubicBezTo>
                  <a:lnTo>
                    <a:pt x="3277" y="5256"/>
                  </a:lnTo>
                  <a:cubicBezTo>
                    <a:pt x="3319" y="5309"/>
                    <a:pt x="3358" y="5351"/>
                    <a:pt x="3428" y="5365"/>
                  </a:cubicBezTo>
                  <a:cubicBezTo>
                    <a:pt x="3501" y="5379"/>
                    <a:pt x="3571" y="5407"/>
                    <a:pt x="3638" y="5449"/>
                  </a:cubicBezTo>
                  <a:cubicBezTo>
                    <a:pt x="3767" y="5533"/>
                    <a:pt x="3855" y="5673"/>
                    <a:pt x="3900" y="5876"/>
                  </a:cubicBezTo>
                  <a:cubicBezTo>
                    <a:pt x="3925" y="5985"/>
                    <a:pt x="3970" y="6086"/>
                    <a:pt x="4040" y="6174"/>
                  </a:cubicBezTo>
                  <a:cubicBezTo>
                    <a:pt x="4061" y="6198"/>
                    <a:pt x="4079" y="6223"/>
                    <a:pt x="4096" y="6244"/>
                  </a:cubicBezTo>
                  <a:cubicBezTo>
                    <a:pt x="4152" y="6300"/>
                    <a:pt x="4191" y="6366"/>
                    <a:pt x="4215" y="6436"/>
                  </a:cubicBezTo>
                  <a:cubicBezTo>
                    <a:pt x="4221" y="6456"/>
                    <a:pt x="4289" y="6461"/>
                    <a:pt x="4363" y="6461"/>
                  </a:cubicBezTo>
                  <a:cubicBezTo>
                    <a:pt x="4418" y="6461"/>
                    <a:pt x="4476" y="6459"/>
                    <a:pt x="4516" y="6457"/>
                  </a:cubicBezTo>
                  <a:cubicBezTo>
                    <a:pt x="4574" y="6452"/>
                    <a:pt x="4633" y="6449"/>
                    <a:pt x="4691" y="6449"/>
                  </a:cubicBezTo>
                  <a:cubicBezTo>
                    <a:pt x="4750" y="6449"/>
                    <a:pt x="4809" y="6452"/>
                    <a:pt x="4867" y="6457"/>
                  </a:cubicBezTo>
                  <a:cubicBezTo>
                    <a:pt x="5003" y="6475"/>
                    <a:pt x="5273" y="6475"/>
                    <a:pt x="5535" y="6475"/>
                  </a:cubicBezTo>
                  <a:cubicBezTo>
                    <a:pt x="5805" y="6475"/>
                    <a:pt x="6060" y="6475"/>
                    <a:pt x="6172" y="6492"/>
                  </a:cubicBezTo>
                  <a:cubicBezTo>
                    <a:pt x="6221" y="6499"/>
                    <a:pt x="6291" y="6506"/>
                    <a:pt x="6372" y="6510"/>
                  </a:cubicBezTo>
                  <a:lnTo>
                    <a:pt x="6466" y="6517"/>
                  </a:lnTo>
                  <a:cubicBezTo>
                    <a:pt x="6701" y="6534"/>
                    <a:pt x="6988" y="6566"/>
                    <a:pt x="7188" y="6716"/>
                  </a:cubicBezTo>
                  <a:cubicBezTo>
                    <a:pt x="7266" y="6780"/>
                    <a:pt x="7364" y="6815"/>
                    <a:pt x="7465" y="6815"/>
                  </a:cubicBezTo>
                  <a:cubicBezTo>
                    <a:pt x="7486" y="6815"/>
                    <a:pt x="7506" y="6814"/>
                    <a:pt x="7527" y="6811"/>
                  </a:cubicBezTo>
                  <a:cubicBezTo>
                    <a:pt x="7549" y="6807"/>
                    <a:pt x="7571" y="6806"/>
                    <a:pt x="7593" y="6806"/>
                  </a:cubicBezTo>
                  <a:cubicBezTo>
                    <a:pt x="7658" y="6806"/>
                    <a:pt x="7721" y="6821"/>
                    <a:pt x="7779" y="6853"/>
                  </a:cubicBezTo>
                  <a:cubicBezTo>
                    <a:pt x="7923" y="6939"/>
                    <a:pt x="8028" y="6994"/>
                    <a:pt x="8187" y="6994"/>
                  </a:cubicBezTo>
                  <a:cubicBezTo>
                    <a:pt x="8222" y="6994"/>
                    <a:pt x="8260" y="6992"/>
                    <a:pt x="8301" y="6986"/>
                  </a:cubicBezTo>
                  <a:cubicBezTo>
                    <a:pt x="8322" y="6982"/>
                    <a:pt x="8343" y="6979"/>
                    <a:pt x="8360" y="6979"/>
                  </a:cubicBezTo>
                  <a:cubicBezTo>
                    <a:pt x="8374" y="6979"/>
                    <a:pt x="8388" y="6982"/>
                    <a:pt x="8402" y="6982"/>
                  </a:cubicBezTo>
                  <a:lnTo>
                    <a:pt x="8413" y="6982"/>
                  </a:lnTo>
                  <a:cubicBezTo>
                    <a:pt x="8423" y="6986"/>
                    <a:pt x="8434" y="6986"/>
                    <a:pt x="8444" y="6989"/>
                  </a:cubicBezTo>
                  <a:lnTo>
                    <a:pt x="8455" y="6993"/>
                  </a:lnTo>
                  <a:cubicBezTo>
                    <a:pt x="8465" y="6996"/>
                    <a:pt x="8476" y="7000"/>
                    <a:pt x="8483" y="7003"/>
                  </a:cubicBezTo>
                  <a:lnTo>
                    <a:pt x="8493" y="7007"/>
                  </a:lnTo>
                  <a:cubicBezTo>
                    <a:pt x="8500" y="7010"/>
                    <a:pt x="8507" y="7017"/>
                    <a:pt x="8518" y="7021"/>
                  </a:cubicBezTo>
                  <a:lnTo>
                    <a:pt x="8525" y="7024"/>
                  </a:lnTo>
                  <a:lnTo>
                    <a:pt x="8546" y="7038"/>
                  </a:lnTo>
                  <a:lnTo>
                    <a:pt x="8549" y="7045"/>
                  </a:lnTo>
                  <a:lnTo>
                    <a:pt x="8570" y="7063"/>
                  </a:lnTo>
                  <a:lnTo>
                    <a:pt x="8577" y="7066"/>
                  </a:lnTo>
                  <a:lnTo>
                    <a:pt x="8598" y="7087"/>
                  </a:lnTo>
                  <a:lnTo>
                    <a:pt x="8602" y="7091"/>
                  </a:lnTo>
                  <a:lnTo>
                    <a:pt x="8619" y="7108"/>
                  </a:lnTo>
                  <a:cubicBezTo>
                    <a:pt x="8651" y="7150"/>
                    <a:pt x="8693" y="7182"/>
                    <a:pt x="8742" y="7196"/>
                  </a:cubicBezTo>
                  <a:cubicBezTo>
                    <a:pt x="8748" y="7197"/>
                    <a:pt x="8754" y="7198"/>
                    <a:pt x="8761" y="7198"/>
                  </a:cubicBezTo>
                  <a:cubicBezTo>
                    <a:pt x="8843" y="7198"/>
                    <a:pt x="8985" y="7104"/>
                    <a:pt x="9134" y="7007"/>
                  </a:cubicBezTo>
                  <a:cubicBezTo>
                    <a:pt x="9299" y="6895"/>
                    <a:pt x="9474" y="6797"/>
                    <a:pt x="9656" y="6709"/>
                  </a:cubicBezTo>
                  <a:cubicBezTo>
                    <a:pt x="9705" y="6685"/>
                    <a:pt x="9757" y="6664"/>
                    <a:pt x="9810" y="6650"/>
                  </a:cubicBezTo>
                  <a:cubicBezTo>
                    <a:pt x="9944" y="6610"/>
                    <a:pt x="10082" y="6589"/>
                    <a:pt x="10222" y="6589"/>
                  </a:cubicBezTo>
                  <a:cubicBezTo>
                    <a:pt x="10242" y="6589"/>
                    <a:pt x="10262" y="6589"/>
                    <a:pt x="10282" y="6590"/>
                  </a:cubicBezTo>
                  <a:cubicBezTo>
                    <a:pt x="10377" y="6590"/>
                    <a:pt x="10471" y="6597"/>
                    <a:pt x="10566" y="6611"/>
                  </a:cubicBezTo>
                  <a:cubicBezTo>
                    <a:pt x="10653" y="6622"/>
                    <a:pt x="10737" y="6636"/>
                    <a:pt x="10804" y="6646"/>
                  </a:cubicBezTo>
                  <a:lnTo>
                    <a:pt x="10856" y="6657"/>
                  </a:lnTo>
                  <a:lnTo>
                    <a:pt x="10923" y="6667"/>
                  </a:lnTo>
                  <a:cubicBezTo>
                    <a:pt x="10945" y="6670"/>
                    <a:pt x="10968" y="6672"/>
                    <a:pt x="10994" y="6672"/>
                  </a:cubicBezTo>
                  <a:cubicBezTo>
                    <a:pt x="11224" y="6672"/>
                    <a:pt x="11605" y="6545"/>
                    <a:pt x="11851" y="6265"/>
                  </a:cubicBezTo>
                  <a:cubicBezTo>
                    <a:pt x="11970" y="6142"/>
                    <a:pt x="12113" y="6048"/>
                    <a:pt x="12271" y="5985"/>
                  </a:cubicBezTo>
                  <a:cubicBezTo>
                    <a:pt x="12418" y="5922"/>
                    <a:pt x="12491" y="5883"/>
                    <a:pt x="12505" y="5771"/>
                  </a:cubicBezTo>
                  <a:cubicBezTo>
                    <a:pt x="12519" y="5662"/>
                    <a:pt x="12470" y="5589"/>
                    <a:pt x="12418" y="5508"/>
                  </a:cubicBezTo>
                  <a:cubicBezTo>
                    <a:pt x="12351" y="5403"/>
                    <a:pt x="12278" y="5284"/>
                    <a:pt x="12372" y="5116"/>
                  </a:cubicBezTo>
                  <a:cubicBezTo>
                    <a:pt x="12463" y="4954"/>
                    <a:pt x="12605" y="4889"/>
                    <a:pt x="12747" y="4889"/>
                  </a:cubicBezTo>
                  <a:cubicBezTo>
                    <a:pt x="12829" y="4889"/>
                    <a:pt x="12912" y="4911"/>
                    <a:pt x="12985" y="4948"/>
                  </a:cubicBezTo>
                  <a:cubicBezTo>
                    <a:pt x="13098" y="5000"/>
                    <a:pt x="13218" y="5026"/>
                    <a:pt x="13337" y="5026"/>
                  </a:cubicBezTo>
                  <a:cubicBezTo>
                    <a:pt x="13500" y="5026"/>
                    <a:pt x="13661" y="4978"/>
                    <a:pt x="13801" y="4885"/>
                  </a:cubicBezTo>
                  <a:cubicBezTo>
                    <a:pt x="14105" y="4672"/>
                    <a:pt x="14266" y="4658"/>
                    <a:pt x="14490" y="4640"/>
                  </a:cubicBezTo>
                  <a:cubicBezTo>
                    <a:pt x="14536" y="4637"/>
                    <a:pt x="14585" y="4633"/>
                    <a:pt x="14641" y="4626"/>
                  </a:cubicBezTo>
                  <a:cubicBezTo>
                    <a:pt x="14816" y="4605"/>
                    <a:pt x="14858" y="4535"/>
                    <a:pt x="14928" y="4413"/>
                  </a:cubicBezTo>
                  <a:cubicBezTo>
                    <a:pt x="14973" y="4332"/>
                    <a:pt x="15029" y="4255"/>
                    <a:pt x="15096" y="4185"/>
                  </a:cubicBezTo>
                  <a:cubicBezTo>
                    <a:pt x="15282" y="3993"/>
                    <a:pt x="15541" y="3884"/>
                    <a:pt x="15810" y="3884"/>
                  </a:cubicBezTo>
                  <a:cubicBezTo>
                    <a:pt x="15905" y="3877"/>
                    <a:pt x="15996" y="3853"/>
                    <a:pt x="16080" y="3814"/>
                  </a:cubicBezTo>
                  <a:cubicBezTo>
                    <a:pt x="16194" y="3773"/>
                    <a:pt x="16309" y="3729"/>
                    <a:pt x="16420" y="3729"/>
                  </a:cubicBezTo>
                  <a:cubicBezTo>
                    <a:pt x="16459" y="3729"/>
                    <a:pt x="16497" y="3735"/>
                    <a:pt x="16535" y="3748"/>
                  </a:cubicBezTo>
                  <a:cubicBezTo>
                    <a:pt x="16633" y="3780"/>
                    <a:pt x="16747" y="3802"/>
                    <a:pt x="16841" y="3802"/>
                  </a:cubicBezTo>
                  <a:cubicBezTo>
                    <a:pt x="16897" y="3802"/>
                    <a:pt x="16946" y="3794"/>
                    <a:pt x="16979" y="3776"/>
                  </a:cubicBezTo>
                  <a:cubicBezTo>
                    <a:pt x="16997" y="3765"/>
                    <a:pt x="17011" y="3748"/>
                    <a:pt x="17014" y="3727"/>
                  </a:cubicBezTo>
                  <a:cubicBezTo>
                    <a:pt x="17028" y="3653"/>
                    <a:pt x="16769" y="3436"/>
                    <a:pt x="16629" y="3317"/>
                  </a:cubicBezTo>
                  <a:cubicBezTo>
                    <a:pt x="16517" y="3233"/>
                    <a:pt x="16416" y="3142"/>
                    <a:pt x="16325" y="3040"/>
                  </a:cubicBezTo>
                  <a:cubicBezTo>
                    <a:pt x="16304" y="3019"/>
                    <a:pt x="16283" y="2998"/>
                    <a:pt x="16258" y="2984"/>
                  </a:cubicBezTo>
                  <a:lnTo>
                    <a:pt x="16248" y="2977"/>
                  </a:lnTo>
                  <a:lnTo>
                    <a:pt x="16241" y="2974"/>
                  </a:lnTo>
                  <a:cubicBezTo>
                    <a:pt x="16234" y="2970"/>
                    <a:pt x="16227" y="2967"/>
                    <a:pt x="16220" y="2963"/>
                  </a:cubicBezTo>
                  <a:cubicBezTo>
                    <a:pt x="16213" y="2960"/>
                    <a:pt x="16202" y="2956"/>
                    <a:pt x="16192" y="2956"/>
                  </a:cubicBezTo>
                  <a:cubicBezTo>
                    <a:pt x="16185" y="2953"/>
                    <a:pt x="16174" y="2949"/>
                    <a:pt x="16164" y="2949"/>
                  </a:cubicBezTo>
                  <a:cubicBezTo>
                    <a:pt x="16153" y="2948"/>
                    <a:pt x="16143" y="2947"/>
                    <a:pt x="16132" y="2947"/>
                  </a:cubicBezTo>
                  <a:cubicBezTo>
                    <a:pt x="16122" y="2947"/>
                    <a:pt x="16111" y="2948"/>
                    <a:pt x="16101" y="2949"/>
                  </a:cubicBezTo>
                  <a:cubicBezTo>
                    <a:pt x="16017" y="2963"/>
                    <a:pt x="15947" y="3016"/>
                    <a:pt x="15908" y="3093"/>
                  </a:cubicBezTo>
                  <a:cubicBezTo>
                    <a:pt x="15894" y="3135"/>
                    <a:pt x="15863" y="3170"/>
                    <a:pt x="15821" y="3187"/>
                  </a:cubicBezTo>
                  <a:cubicBezTo>
                    <a:pt x="15805" y="3194"/>
                    <a:pt x="15789" y="3197"/>
                    <a:pt x="15773" y="3197"/>
                  </a:cubicBezTo>
                  <a:cubicBezTo>
                    <a:pt x="15727" y="3197"/>
                    <a:pt x="15679" y="3175"/>
                    <a:pt x="15625" y="3149"/>
                  </a:cubicBezTo>
                  <a:cubicBezTo>
                    <a:pt x="15534" y="3096"/>
                    <a:pt x="15429" y="3068"/>
                    <a:pt x="15320" y="3065"/>
                  </a:cubicBezTo>
                  <a:cubicBezTo>
                    <a:pt x="15236" y="3065"/>
                    <a:pt x="15155" y="3079"/>
                    <a:pt x="15078" y="3103"/>
                  </a:cubicBezTo>
                  <a:cubicBezTo>
                    <a:pt x="15027" y="3120"/>
                    <a:pt x="14982" y="3132"/>
                    <a:pt x="14939" y="3132"/>
                  </a:cubicBezTo>
                  <a:cubicBezTo>
                    <a:pt x="14869" y="3132"/>
                    <a:pt x="14801" y="3101"/>
                    <a:pt x="14711" y="3009"/>
                  </a:cubicBezTo>
                  <a:cubicBezTo>
                    <a:pt x="14627" y="2928"/>
                    <a:pt x="14599" y="2848"/>
                    <a:pt x="14616" y="2774"/>
                  </a:cubicBezTo>
                  <a:cubicBezTo>
                    <a:pt x="14641" y="2708"/>
                    <a:pt x="14697" y="2655"/>
                    <a:pt x="14767" y="2631"/>
                  </a:cubicBezTo>
                  <a:lnTo>
                    <a:pt x="14798" y="2379"/>
                  </a:lnTo>
                  <a:lnTo>
                    <a:pt x="15204" y="1563"/>
                  </a:lnTo>
                  <a:cubicBezTo>
                    <a:pt x="15138" y="1544"/>
                    <a:pt x="15068" y="1535"/>
                    <a:pt x="15012" y="1535"/>
                  </a:cubicBezTo>
                  <a:cubicBezTo>
                    <a:pt x="14976" y="1535"/>
                    <a:pt x="14945" y="1539"/>
                    <a:pt x="14924" y="1545"/>
                  </a:cubicBezTo>
                  <a:cubicBezTo>
                    <a:pt x="14914" y="1552"/>
                    <a:pt x="14903" y="1552"/>
                    <a:pt x="14893" y="1556"/>
                  </a:cubicBezTo>
                  <a:cubicBezTo>
                    <a:pt x="14845" y="1568"/>
                    <a:pt x="14797" y="1573"/>
                    <a:pt x="14750" y="1573"/>
                  </a:cubicBezTo>
                  <a:cubicBezTo>
                    <a:pt x="14729" y="1573"/>
                    <a:pt x="14707" y="1572"/>
                    <a:pt x="14686" y="1570"/>
                  </a:cubicBezTo>
                  <a:cubicBezTo>
                    <a:pt x="14613" y="1566"/>
                    <a:pt x="14539" y="1549"/>
                    <a:pt x="14473" y="1517"/>
                  </a:cubicBezTo>
                  <a:cubicBezTo>
                    <a:pt x="14438" y="1500"/>
                    <a:pt x="14406" y="1475"/>
                    <a:pt x="14385" y="1440"/>
                  </a:cubicBezTo>
                  <a:cubicBezTo>
                    <a:pt x="14382" y="1433"/>
                    <a:pt x="14375" y="1423"/>
                    <a:pt x="14371" y="1409"/>
                  </a:cubicBezTo>
                  <a:cubicBezTo>
                    <a:pt x="14342" y="1376"/>
                    <a:pt x="14212" y="1356"/>
                    <a:pt x="14081" y="1356"/>
                  </a:cubicBezTo>
                  <a:cubicBezTo>
                    <a:pt x="13962" y="1356"/>
                    <a:pt x="13842" y="1372"/>
                    <a:pt x="13794" y="1409"/>
                  </a:cubicBezTo>
                  <a:cubicBezTo>
                    <a:pt x="13734" y="1451"/>
                    <a:pt x="13668" y="1489"/>
                    <a:pt x="13598" y="1517"/>
                  </a:cubicBezTo>
                  <a:cubicBezTo>
                    <a:pt x="13524" y="1556"/>
                    <a:pt x="13388" y="1623"/>
                    <a:pt x="13384" y="1658"/>
                  </a:cubicBezTo>
                  <a:cubicBezTo>
                    <a:pt x="13374" y="1710"/>
                    <a:pt x="13339" y="1756"/>
                    <a:pt x="13286" y="1770"/>
                  </a:cubicBezTo>
                  <a:cubicBezTo>
                    <a:pt x="13227" y="1794"/>
                    <a:pt x="13167" y="1808"/>
                    <a:pt x="13107" y="1815"/>
                  </a:cubicBezTo>
                  <a:cubicBezTo>
                    <a:pt x="13041" y="1819"/>
                    <a:pt x="12978" y="1836"/>
                    <a:pt x="12918" y="1864"/>
                  </a:cubicBezTo>
                  <a:cubicBezTo>
                    <a:pt x="12855" y="1910"/>
                    <a:pt x="12712" y="1938"/>
                    <a:pt x="12498" y="1973"/>
                  </a:cubicBezTo>
                  <a:cubicBezTo>
                    <a:pt x="12407" y="1983"/>
                    <a:pt x="12313" y="2001"/>
                    <a:pt x="12225" y="2029"/>
                  </a:cubicBezTo>
                  <a:cubicBezTo>
                    <a:pt x="12208" y="2050"/>
                    <a:pt x="12183" y="2067"/>
                    <a:pt x="12155" y="2074"/>
                  </a:cubicBezTo>
                  <a:cubicBezTo>
                    <a:pt x="12095" y="2095"/>
                    <a:pt x="11951" y="2111"/>
                    <a:pt x="11803" y="2111"/>
                  </a:cubicBezTo>
                  <a:cubicBezTo>
                    <a:pt x="11635" y="2111"/>
                    <a:pt x="11462" y="2091"/>
                    <a:pt x="11399" y="2039"/>
                  </a:cubicBezTo>
                  <a:cubicBezTo>
                    <a:pt x="11371" y="2018"/>
                    <a:pt x="11231" y="2015"/>
                    <a:pt x="11137" y="2011"/>
                  </a:cubicBezTo>
                  <a:cubicBezTo>
                    <a:pt x="10933" y="2004"/>
                    <a:pt x="10744" y="1997"/>
                    <a:pt x="10688" y="1889"/>
                  </a:cubicBezTo>
                  <a:cubicBezTo>
                    <a:pt x="10653" y="1840"/>
                    <a:pt x="10608" y="1798"/>
                    <a:pt x="10555" y="1766"/>
                  </a:cubicBezTo>
                  <a:cubicBezTo>
                    <a:pt x="10475" y="1710"/>
                    <a:pt x="10394" y="1651"/>
                    <a:pt x="10391" y="1559"/>
                  </a:cubicBezTo>
                  <a:cubicBezTo>
                    <a:pt x="10338" y="1535"/>
                    <a:pt x="10282" y="1514"/>
                    <a:pt x="10226" y="1503"/>
                  </a:cubicBezTo>
                  <a:lnTo>
                    <a:pt x="10209" y="1500"/>
                  </a:lnTo>
                  <a:cubicBezTo>
                    <a:pt x="10086" y="1468"/>
                    <a:pt x="9981" y="1444"/>
                    <a:pt x="9946" y="1370"/>
                  </a:cubicBezTo>
                  <a:cubicBezTo>
                    <a:pt x="9928" y="1334"/>
                    <a:pt x="9737" y="1283"/>
                    <a:pt x="9648" y="1283"/>
                  </a:cubicBezTo>
                  <a:cubicBezTo>
                    <a:pt x="9635" y="1283"/>
                    <a:pt x="9625" y="1284"/>
                    <a:pt x="9617" y="1286"/>
                  </a:cubicBezTo>
                  <a:lnTo>
                    <a:pt x="9610" y="1290"/>
                  </a:lnTo>
                  <a:cubicBezTo>
                    <a:pt x="9597" y="1296"/>
                    <a:pt x="9581" y="1299"/>
                    <a:pt x="9561" y="1299"/>
                  </a:cubicBezTo>
                  <a:cubicBezTo>
                    <a:pt x="9507" y="1299"/>
                    <a:pt x="9423" y="1278"/>
                    <a:pt x="9278" y="1237"/>
                  </a:cubicBezTo>
                  <a:lnTo>
                    <a:pt x="9236" y="1223"/>
                  </a:lnTo>
                  <a:cubicBezTo>
                    <a:pt x="9190" y="1209"/>
                    <a:pt x="9148" y="1199"/>
                    <a:pt x="9117" y="1188"/>
                  </a:cubicBezTo>
                  <a:cubicBezTo>
                    <a:pt x="9099" y="1185"/>
                    <a:pt x="9085" y="1181"/>
                    <a:pt x="9075" y="1181"/>
                  </a:cubicBezTo>
                  <a:lnTo>
                    <a:pt x="9068" y="1181"/>
                  </a:lnTo>
                  <a:cubicBezTo>
                    <a:pt x="8976" y="1185"/>
                    <a:pt x="8885" y="1195"/>
                    <a:pt x="8798" y="1216"/>
                  </a:cubicBezTo>
                  <a:cubicBezTo>
                    <a:pt x="8731" y="1227"/>
                    <a:pt x="8668" y="1237"/>
                    <a:pt x="8623" y="1244"/>
                  </a:cubicBezTo>
                  <a:lnTo>
                    <a:pt x="8581" y="1244"/>
                  </a:lnTo>
                  <a:cubicBezTo>
                    <a:pt x="8553" y="1244"/>
                    <a:pt x="8479" y="1293"/>
                    <a:pt x="8423" y="1328"/>
                  </a:cubicBezTo>
                  <a:cubicBezTo>
                    <a:pt x="8350" y="1377"/>
                    <a:pt x="8273" y="1430"/>
                    <a:pt x="8203" y="1440"/>
                  </a:cubicBezTo>
                  <a:cubicBezTo>
                    <a:pt x="8198" y="1441"/>
                    <a:pt x="8193" y="1441"/>
                    <a:pt x="8188" y="1441"/>
                  </a:cubicBezTo>
                  <a:cubicBezTo>
                    <a:pt x="8118" y="1441"/>
                    <a:pt x="8020" y="1399"/>
                    <a:pt x="7916" y="1353"/>
                  </a:cubicBezTo>
                  <a:lnTo>
                    <a:pt x="7870" y="1332"/>
                  </a:lnTo>
                  <a:lnTo>
                    <a:pt x="7853" y="1325"/>
                  </a:lnTo>
                  <a:lnTo>
                    <a:pt x="7842" y="1321"/>
                  </a:lnTo>
                  <a:lnTo>
                    <a:pt x="7821" y="1311"/>
                  </a:lnTo>
                  <a:lnTo>
                    <a:pt x="7818" y="1311"/>
                  </a:lnTo>
                  <a:lnTo>
                    <a:pt x="7800" y="1307"/>
                  </a:lnTo>
                  <a:lnTo>
                    <a:pt x="7793" y="1304"/>
                  </a:lnTo>
                  <a:lnTo>
                    <a:pt x="7783" y="1300"/>
                  </a:lnTo>
                  <a:lnTo>
                    <a:pt x="7772" y="1297"/>
                  </a:lnTo>
                  <a:lnTo>
                    <a:pt x="7765" y="1297"/>
                  </a:lnTo>
                  <a:lnTo>
                    <a:pt x="7755" y="1293"/>
                  </a:lnTo>
                  <a:lnTo>
                    <a:pt x="7741" y="1293"/>
                  </a:lnTo>
                  <a:cubicBezTo>
                    <a:pt x="7729" y="1300"/>
                    <a:pt x="7713" y="1308"/>
                    <a:pt x="7689" y="1308"/>
                  </a:cubicBezTo>
                  <a:cubicBezTo>
                    <a:pt x="7663" y="1308"/>
                    <a:pt x="7628" y="1298"/>
                    <a:pt x="7580" y="1269"/>
                  </a:cubicBezTo>
                  <a:cubicBezTo>
                    <a:pt x="7475" y="1206"/>
                    <a:pt x="7366" y="1073"/>
                    <a:pt x="7317" y="1017"/>
                  </a:cubicBezTo>
                  <a:cubicBezTo>
                    <a:pt x="7258" y="947"/>
                    <a:pt x="7261" y="835"/>
                    <a:pt x="7265" y="723"/>
                  </a:cubicBezTo>
                  <a:cubicBezTo>
                    <a:pt x="7265" y="656"/>
                    <a:pt x="7268" y="572"/>
                    <a:pt x="7251" y="544"/>
                  </a:cubicBezTo>
                  <a:cubicBezTo>
                    <a:pt x="7230" y="513"/>
                    <a:pt x="7076" y="481"/>
                    <a:pt x="6992" y="467"/>
                  </a:cubicBezTo>
                  <a:lnTo>
                    <a:pt x="6953" y="460"/>
                  </a:lnTo>
                  <a:cubicBezTo>
                    <a:pt x="6879" y="453"/>
                    <a:pt x="6806" y="432"/>
                    <a:pt x="6736" y="401"/>
                  </a:cubicBezTo>
                  <a:cubicBezTo>
                    <a:pt x="6673" y="362"/>
                    <a:pt x="6470" y="250"/>
                    <a:pt x="6365" y="250"/>
                  </a:cubicBezTo>
                  <a:cubicBezTo>
                    <a:pt x="6277" y="250"/>
                    <a:pt x="6053" y="222"/>
                    <a:pt x="5980" y="149"/>
                  </a:cubicBezTo>
                  <a:cubicBezTo>
                    <a:pt x="5952" y="121"/>
                    <a:pt x="5770" y="51"/>
                    <a:pt x="5605" y="2"/>
                  </a:cubicBezTo>
                  <a:cubicBezTo>
                    <a:pt x="5601" y="1"/>
                    <a:pt x="5598" y="0"/>
                    <a:pt x="5595" y="0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69" name="Google Shape;5027;p80">
              <a:extLst>
                <a:ext uri="{FF2B5EF4-FFF2-40B4-BE49-F238E27FC236}">
                  <a16:creationId xmlns:a16="http://schemas.microsoft.com/office/drawing/2014/main" id="{5FE0C983-F45B-319C-B944-BE7F459FCA91}"/>
                </a:ext>
              </a:extLst>
            </p:cNvPr>
            <p:cNvSpPr/>
            <p:nvPr/>
          </p:nvSpPr>
          <p:spPr>
            <a:xfrm>
              <a:off x="2305162" y="1791540"/>
              <a:ext cx="1914" cy="7047"/>
            </a:xfrm>
            <a:custGeom>
              <a:avLst/>
              <a:gdLst/>
              <a:ahLst/>
              <a:cxnLst/>
              <a:rect l="l" t="t" r="r" b="b"/>
              <a:pathLst>
                <a:path w="141" h="519" extrusionOk="0">
                  <a:moveTo>
                    <a:pt x="77" y="1"/>
                  </a:moveTo>
                  <a:cubicBezTo>
                    <a:pt x="39" y="39"/>
                    <a:pt x="0" y="263"/>
                    <a:pt x="0" y="333"/>
                  </a:cubicBezTo>
                  <a:cubicBezTo>
                    <a:pt x="0" y="337"/>
                    <a:pt x="0" y="340"/>
                    <a:pt x="0" y="340"/>
                  </a:cubicBezTo>
                  <a:lnTo>
                    <a:pt x="0" y="344"/>
                  </a:lnTo>
                  <a:lnTo>
                    <a:pt x="4" y="354"/>
                  </a:lnTo>
                  <a:lnTo>
                    <a:pt x="7" y="372"/>
                  </a:lnTo>
                  <a:lnTo>
                    <a:pt x="7" y="375"/>
                  </a:lnTo>
                  <a:lnTo>
                    <a:pt x="14" y="393"/>
                  </a:lnTo>
                  <a:lnTo>
                    <a:pt x="14" y="396"/>
                  </a:lnTo>
                  <a:cubicBezTo>
                    <a:pt x="18" y="403"/>
                    <a:pt x="21" y="410"/>
                    <a:pt x="25" y="421"/>
                  </a:cubicBezTo>
                  <a:lnTo>
                    <a:pt x="28" y="424"/>
                  </a:lnTo>
                  <a:lnTo>
                    <a:pt x="39" y="445"/>
                  </a:lnTo>
                  <a:lnTo>
                    <a:pt x="42" y="452"/>
                  </a:lnTo>
                  <a:cubicBezTo>
                    <a:pt x="49" y="463"/>
                    <a:pt x="53" y="473"/>
                    <a:pt x="60" y="484"/>
                  </a:cubicBezTo>
                  <a:lnTo>
                    <a:pt x="63" y="487"/>
                  </a:lnTo>
                  <a:lnTo>
                    <a:pt x="81" y="512"/>
                  </a:lnTo>
                  <a:lnTo>
                    <a:pt x="84" y="519"/>
                  </a:lnTo>
                  <a:lnTo>
                    <a:pt x="84" y="515"/>
                  </a:lnTo>
                  <a:cubicBezTo>
                    <a:pt x="88" y="480"/>
                    <a:pt x="88" y="445"/>
                    <a:pt x="91" y="410"/>
                  </a:cubicBezTo>
                  <a:cubicBezTo>
                    <a:pt x="95" y="375"/>
                    <a:pt x="95" y="344"/>
                    <a:pt x="98" y="312"/>
                  </a:cubicBezTo>
                  <a:lnTo>
                    <a:pt x="98" y="309"/>
                  </a:lnTo>
                  <a:cubicBezTo>
                    <a:pt x="102" y="214"/>
                    <a:pt x="112" y="120"/>
                    <a:pt x="126" y="29"/>
                  </a:cubicBezTo>
                  <a:lnTo>
                    <a:pt x="126" y="25"/>
                  </a:lnTo>
                  <a:cubicBezTo>
                    <a:pt x="133" y="22"/>
                    <a:pt x="137" y="11"/>
                    <a:pt x="140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70" name="Google Shape;5028;p80">
              <a:extLst>
                <a:ext uri="{FF2B5EF4-FFF2-40B4-BE49-F238E27FC236}">
                  <a16:creationId xmlns:a16="http://schemas.microsoft.com/office/drawing/2014/main" id="{AA1D2231-BCFA-E899-07D2-86451B5FAD4A}"/>
                </a:ext>
              </a:extLst>
            </p:cNvPr>
            <p:cNvSpPr/>
            <p:nvPr/>
          </p:nvSpPr>
          <p:spPr>
            <a:xfrm>
              <a:off x="2298930" y="1785457"/>
              <a:ext cx="8853" cy="26449"/>
            </a:xfrm>
            <a:custGeom>
              <a:avLst/>
              <a:gdLst/>
              <a:ahLst/>
              <a:cxnLst/>
              <a:rect l="l" t="t" r="r" b="b"/>
              <a:pathLst>
                <a:path w="652" h="1948" extrusionOk="0">
                  <a:moveTo>
                    <a:pt x="480" y="1"/>
                  </a:moveTo>
                  <a:cubicBezTo>
                    <a:pt x="456" y="60"/>
                    <a:pt x="435" y="120"/>
                    <a:pt x="424" y="183"/>
                  </a:cubicBezTo>
                  <a:cubicBezTo>
                    <a:pt x="379" y="473"/>
                    <a:pt x="130" y="942"/>
                    <a:pt x="1" y="1152"/>
                  </a:cubicBezTo>
                  <a:lnTo>
                    <a:pt x="326" y="1947"/>
                  </a:lnTo>
                  <a:cubicBezTo>
                    <a:pt x="330" y="1916"/>
                    <a:pt x="337" y="1881"/>
                    <a:pt x="344" y="1846"/>
                  </a:cubicBezTo>
                  <a:lnTo>
                    <a:pt x="340" y="1828"/>
                  </a:lnTo>
                  <a:cubicBezTo>
                    <a:pt x="344" y="1811"/>
                    <a:pt x="347" y="1793"/>
                    <a:pt x="351" y="1779"/>
                  </a:cubicBezTo>
                  <a:lnTo>
                    <a:pt x="351" y="1769"/>
                  </a:lnTo>
                  <a:cubicBezTo>
                    <a:pt x="358" y="1730"/>
                    <a:pt x="365" y="1692"/>
                    <a:pt x="375" y="1657"/>
                  </a:cubicBezTo>
                  <a:lnTo>
                    <a:pt x="379" y="1643"/>
                  </a:lnTo>
                  <a:cubicBezTo>
                    <a:pt x="379" y="1629"/>
                    <a:pt x="382" y="1615"/>
                    <a:pt x="386" y="1604"/>
                  </a:cubicBezTo>
                  <a:lnTo>
                    <a:pt x="389" y="1590"/>
                  </a:lnTo>
                  <a:cubicBezTo>
                    <a:pt x="393" y="1576"/>
                    <a:pt x="396" y="1559"/>
                    <a:pt x="400" y="1544"/>
                  </a:cubicBezTo>
                  <a:lnTo>
                    <a:pt x="403" y="1534"/>
                  </a:lnTo>
                  <a:cubicBezTo>
                    <a:pt x="407" y="1523"/>
                    <a:pt x="410" y="1509"/>
                    <a:pt x="414" y="1499"/>
                  </a:cubicBezTo>
                  <a:lnTo>
                    <a:pt x="417" y="1488"/>
                  </a:lnTo>
                  <a:cubicBezTo>
                    <a:pt x="421" y="1478"/>
                    <a:pt x="424" y="1467"/>
                    <a:pt x="428" y="1457"/>
                  </a:cubicBezTo>
                  <a:lnTo>
                    <a:pt x="428" y="1450"/>
                  </a:lnTo>
                  <a:cubicBezTo>
                    <a:pt x="435" y="1436"/>
                    <a:pt x="438" y="1425"/>
                    <a:pt x="442" y="1415"/>
                  </a:cubicBezTo>
                  <a:lnTo>
                    <a:pt x="445" y="1408"/>
                  </a:lnTo>
                  <a:cubicBezTo>
                    <a:pt x="449" y="1401"/>
                    <a:pt x="452" y="1394"/>
                    <a:pt x="456" y="1387"/>
                  </a:cubicBezTo>
                  <a:lnTo>
                    <a:pt x="459" y="1380"/>
                  </a:lnTo>
                  <a:cubicBezTo>
                    <a:pt x="463" y="1373"/>
                    <a:pt x="466" y="1366"/>
                    <a:pt x="473" y="1359"/>
                  </a:cubicBezTo>
                  <a:cubicBezTo>
                    <a:pt x="473" y="1355"/>
                    <a:pt x="477" y="1352"/>
                    <a:pt x="480" y="1348"/>
                  </a:cubicBezTo>
                  <a:cubicBezTo>
                    <a:pt x="505" y="1285"/>
                    <a:pt x="519" y="1219"/>
                    <a:pt x="526" y="1152"/>
                  </a:cubicBezTo>
                  <a:cubicBezTo>
                    <a:pt x="512" y="1135"/>
                    <a:pt x="494" y="1117"/>
                    <a:pt x="480" y="1100"/>
                  </a:cubicBezTo>
                  <a:lnTo>
                    <a:pt x="477" y="1093"/>
                  </a:lnTo>
                  <a:cubicBezTo>
                    <a:pt x="463" y="1075"/>
                    <a:pt x="452" y="1061"/>
                    <a:pt x="442" y="1044"/>
                  </a:cubicBezTo>
                  <a:lnTo>
                    <a:pt x="435" y="1037"/>
                  </a:lnTo>
                  <a:cubicBezTo>
                    <a:pt x="424" y="1019"/>
                    <a:pt x="414" y="1005"/>
                    <a:pt x="407" y="988"/>
                  </a:cubicBezTo>
                  <a:lnTo>
                    <a:pt x="400" y="981"/>
                  </a:lnTo>
                  <a:cubicBezTo>
                    <a:pt x="393" y="967"/>
                    <a:pt x="382" y="949"/>
                    <a:pt x="375" y="939"/>
                  </a:cubicBezTo>
                  <a:lnTo>
                    <a:pt x="375" y="932"/>
                  </a:lnTo>
                  <a:cubicBezTo>
                    <a:pt x="368" y="918"/>
                    <a:pt x="361" y="904"/>
                    <a:pt x="354" y="886"/>
                  </a:cubicBezTo>
                  <a:lnTo>
                    <a:pt x="354" y="883"/>
                  </a:lnTo>
                  <a:cubicBezTo>
                    <a:pt x="351" y="869"/>
                    <a:pt x="347" y="858"/>
                    <a:pt x="344" y="844"/>
                  </a:cubicBezTo>
                  <a:lnTo>
                    <a:pt x="344" y="841"/>
                  </a:lnTo>
                  <a:cubicBezTo>
                    <a:pt x="340" y="830"/>
                    <a:pt x="337" y="820"/>
                    <a:pt x="333" y="809"/>
                  </a:cubicBezTo>
                  <a:cubicBezTo>
                    <a:pt x="333" y="802"/>
                    <a:pt x="333" y="795"/>
                    <a:pt x="333" y="785"/>
                  </a:cubicBezTo>
                  <a:cubicBezTo>
                    <a:pt x="333" y="781"/>
                    <a:pt x="347" y="386"/>
                    <a:pt x="487" y="330"/>
                  </a:cubicBezTo>
                  <a:lnTo>
                    <a:pt x="529" y="330"/>
                  </a:lnTo>
                  <a:cubicBezTo>
                    <a:pt x="554" y="326"/>
                    <a:pt x="578" y="326"/>
                    <a:pt x="599" y="326"/>
                  </a:cubicBezTo>
                  <a:lnTo>
                    <a:pt x="620" y="326"/>
                  </a:lnTo>
                  <a:cubicBezTo>
                    <a:pt x="624" y="309"/>
                    <a:pt x="627" y="291"/>
                    <a:pt x="627" y="270"/>
                  </a:cubicBezTo>
                  <a:cubicBezTo>
                    <a:pt x="634" y="214"/>
                    <a:pt x="645" y="148"/>
                    <a:pt x="652" y="74"/>
                  </a:cubicBezTo>
                  <a:lnTo>
                    <a:pt x="480" y="1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71" name="Google Shape;5029;p80">
              <a:extLst>
                <a:ext uri="{FF2B5EF4-FFF2-40B4-BE49-F238E27FC236}">
                  <a16:creationId xmlns:a16="http://schemas.microsoft.com/office/drawing/2014/main" id="{B02A3744-969A-AB4F-ED77-88C744A03CD2}"/>
                </a:ext>
              </a:extLst>
            </p:cNvPr>
            <p:cNvSpPr/>
            <p:nvPr/>
          </p:nvSpPr>
          <p:spPr>
            <a:xfrm>
              <a:off x="2298889" y="1800908"/>
              <a:ext cx="4426" cy="10848"/>
            </a:xfrm>
            <a:custGeom>
              <a:avLst/>
              <a:gdLst/>
              <a:ahLst/>
              <a:cxnLst/>
              <a:rect l="l" t="t" r="r" b="b"/>
              <a:pathLst>
                <a:path w="326" h="799" extrusionOk="0">
                  <a:moveTo>
                    <a:pt x="0" y="0"/>
                  </a:moveTo>
                  <a:lnTo>
                    <a:pt x="326" y="799"/>
                  </a:lnTo>
                  <a:lnTo>
                    <a:pt x="326" y="799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72" name="Google Shape;5030;p80">
              <a:extLst>
                <a:ext uri="{FF2B5EF4-FFF2-40B4-BE49-F238E27FC236}">
                  <a16:creationId xmlns:a16="http://schemas.microsoft.com/office/drawing/2014/main" id="{C5676F89-8B85-1F87-2ECE-50721FB534BF}"/>
                </a:ext>
              </a:extLst>
            </p:cNvPr>
            <p:cNvSpPr/>
            <p:nvPr/>
          </p:nvSpPr>
          <p:spPr>
            <a:xfrm>
              <a:off x="2303397" y="1796441"/>
              <a:ext cx="163" cy="434"/>
            </a:xfrm>
            <a:custGeom>
              <a:avLst/>
              <a:gdLst/>
              <a:ahLst/>
              <a:cxnLst/>
              <a:rect l="l" t="t" r="r" b="b"/>
              <a:pathLst>
                <a:path w="12" h="32" extrusionOk="0">
                  <a:moveTo>
                    <a:pt x="11" y="32"/>
                  </a:moveTo>
                  <a:cubicBezTo>
                    <a:pt x="8" y="21"/>
                    <a:pt x="4" y="11"/>
                    <a:pt x="1" y="0"/>
                  </a:cubicBezTo>
                  <a:cubicBezTo>
                    <a:pt x="4" y="11"/>
                    <a:pt x="8" y="21"/>
                    <a:pt x="11" y="32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73" name="Google Shape;5031;p80">
              <a:extLst>
                <a:ext uri="{FF2B5EF4-FFF2-40B4-BE49-F238E27FC236}">
                  <a16:creationId xmlns:a16="http://schemas.microsoft.com/office/drawing/2014/main" id="{1D820999-6261-5A22-12B5-FFBC95372E14}"/>
                </a:ext>
              </a:extLst>
            </p:cNvPr>
            <p:cNvSpPr/>
            <p:nvPr/>
          </p:nvSpPr>
          <p:spPr>
            <a:xfrm>
              <a:off x="2307063" y="1789734"/>
              <a:ext cx="14" cy="14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0" y="1"/>
                  </a:move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74" name="Google Shape;5032;p80">
              <a:extLst>
                <a:ext uri="{FF2B5EF4-FFF2-40B4-BE49-F238E27FC236}">
                  <a16:creationId xmlns:a16="http://schemas.microsoft.com/office/drawing/2014/main" id="{539997CC-3CE2-E7D1-0926-C0D61224AF48}"/>
                </a:ext>
              </a:extLst>
            </p:cNvPr>
            <p:cNvSpPr/>
            <p:nvPr/>
          </p:nvSpPr>
          <p:spPr>
            <a:xfrm>
              <a:off x="2305542" y="1789924"/>
              <a:ext cx="54" cy="14"/>
            </a:xfrm>
            <a:custGeom>
              <a:avLst/>
              <a:gdLst/>
              <a:ahLst/>
              <a:cxnLst/>
              <a:rect l="l" t="t" r="r" b="b"/>
              <a:pathLst>
                <a:path w="4" h="1" extrusionOk="0">
                  <a:moveTo>
                    <a:pt x="0" y="1"/>
                  </a:moveTo>
                  <a:lnTo>
                    <a:pt x="0" y="1"/>
                  </a:lnTo>
                  <a:lnTo>
                    <a:pt x="4" y="1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75" name="Google Shape;5033;p80">
              <a:extLst>
                <a:ext uri="{FF2B5EF4-FFF2-40B4-BE49-F238E27FC236}">
                  <a16:creationId xmlns:a16="http://schemas.microsoft.com/office/drawing/2014/main" id="{6121F2EB-116A-CBA3-44D2-17E7BB5CE4E0}"/>
                </a:ext>
              </a:extLst>
            </p:cNvPr>
            <p:cNvSpPr/>
            <p:nvPr/>
          </p:nvSpPr>
          <p:spPr>
            <a:xfrm>
              <a:off x="2305827" y="1789829"/>
              <a:ext cx="54" cy="14"/>
            </a:xfrm>
            <a:custGeom>
              <a:avLst/>
              <a:gdLst/>
              <a:ahLst/>
              <a:cxnLst/>
              <a:rect l="l" t="t" r="r" b="b"/>
              <a:pathLst>
                <a:path w="4" h="1" extrusionOk="0">
                  <a:moveTo>
                    <a:pt x="0" y="1"/>
                  </a:moveTo>
                  <a:lnTo>
                    <a:pt x="4" y="1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76" name="Google Shape;5034;p80">
              <a:extLst>
                <a:ext uri="{FF2B5EF4-FFF2-40B4-BE49-F238E27FC236}">
                  <a16:creationId xmlns:a16="http://schemas.microsoft.com/office/drawing/2014/main" id="{50721FA2-E91D-70C3-2284-EEB40E6207ED}"/>
                </a:ext>
              </a:extLst>
            </p:cNvPr>
            <p:cNvSpPr/>
            <p:nvPr/>
          </p:nvSpPr>
          <p:spPr>
            <a:xfrm>
              <a:off x="2304021" y="1798193"/>
              <a:ext cx="339" cy="584"/>
            </a:xfrm>
            <a:custGeom>
              <a:avLst/>
              <a:gdLst/>
              <a:ahLst/>
              <a:cxnLst/>
              <a:rect l="l" t="t" r="r" b="b"/>
              <a:pathLst>
                <a:path w="25" h="43" extrusionOk="0">
                  <a:moveTo>
                    <a:pt x="25" y="43"/>
                  </a:moveTo>
                  <a:cubicBezTo>
                    <a:pt x="18" y="29"/>
                    <a:pt x="7" y="11"/>
                    <a:pt x="0" y="1"/>
                  </a:cubicBezTo>
                  <a:cubicBezTo>
                    <a:pt x="7" y="11"/>
                    <a:pt x="18" y="29"/>
                    <a:pt x="25" y="43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77" name="Google Shape;5035;p80">
              <a:extLst>
                <a:ext uri="{FF2B5EF4-FFF2-40B4-BE49-F238E27FC236}">
                  <a16:creationId xmlns:a16="http://schemas.microsoft.com/office/drawing/2014/main" id="{0EE85382-A810-A126-6EB1-B00AC026C3AF}"/>
                </a:ext>
              </a:extLst>
            </p:cNvPr>
            <p:cNvSpPr/>
            <p:nvPr/>
          </p:nvSpPr>
          <p:spPr>
            <a:xfrm>
              <a:off x="2303546" y="1796916"/>
              <a:ext cx="204" cy="530"/>
            </a:xfrm>
            <a:custGeom>
              <a:avLst/>
              <a:gdLst/>
              <a:ahLst/>
              <a:cxnLst/>
              <a:rect l="l" t="t" r="r" b="b"/>
              <a:pathLst>
                <a:path w="15" h="39" extrusionOk="0">
                  <a:moveTo>
                    <a:pt x="0" y="0"/>
                  </a:moveTo>
                  <a:cubicBezTo>
                    <a:pt x="4" y="14"/>
                    <a:pt x="7" y="25"/>
                    <a:pt x="14" y="39"/>
                  </a:cubicBezTo>
                  <a:cubicBezTo>
                    <a:pt x="11" y="25"/>
                    <a:pt x="4" y="14"/>
                    <a:pt x="0" y="0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78" name="Google Shape;5036;p80">
              <a:extLst>
                <a:ext uri="{FF2B5EF4-FFF2-40B4-BE49-F238E27FC236}">
                  <a16:creationId xmlns:a16="http://schemas.microsoft.com/office/drawing/2014/main" id="{869A535A-E4CC-02D5-CD5E-919CB70BC57F}"/>
                </a:ext>
              </a:extLst>
            </p:cNvPr>
            <p:cNvSpPr/>
            <p:nvPr/>
          </p:nvSpPr>
          <p:spPr>
            <a:xfrm>
              <a:off x="2304877" y="1799618"/>
              <a:ext cx="530" cy="679"/>
            </a:xfrm>
            <a:custGeom>
              <a:avLst/>
              <a:gdLst/>
              <a:ahLst/>
              <a:cxnLst/>
              <a:rect l="l" t="t" r="r" b="b"/>
              <a:pathLst>
                <a:path w="39" h="50" extrusionOk="0">
                  <a:moveTo>
                    <a:pt x="0" y="1"/>
                  </a:moveTo>
                  <a:lnTo>
                    <a:pt x="0" y="1"/>
                  </a:lnTo>
                  <a:cubicBezTo>
                    <a:pt x="11" y="18"/>
                    <a:pt x="25" y="36"/>
                    <a:pt x="39" y="50"/>
                  </a:cubicBezTo>
                  <a:cubicBezTo>
                    <a:pt x="25" y="32"/>
                    <a:pt x="14" y="15"/>
                    <a:pt x="0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79" name="Google Shape;5037;p80">
              <a:extLst>
                <a:ext uri="{FF2B5EF4-FFF2-40B4-BE49-F238E27FC236}">
                  <a16:creationId xmlns:a16="http://schemas.microsoft.com/office/drawing/2014/main" id="{DADC1EE1-F64A-9F4A-570B-5F431A144CB3}"/>
                </a:ext>
              </a:extLst>
            </p:cNvPr>
            <p:cNvSpPr/>
            <p:nvPr/>
          </p:nvSpPr>
          <p:spPr>
            <a:xfrm>
              <a:off x="2305447" y="1800379"/>
              <a:ext cx="625" cy="733"/>
            </a:xfrm>
            <a:custGeom>
              <a:avLst/>
              <a:gdLst/>
              <a:ahLst/>
              <a:cxnLst/>
              <a:rect l="l" t="t" r="r" b="b"/>
              <a:pathLst>
                <a:path w="46" h="54" extrusionOk="0">
                  <a:moveTo>
                    <a:pt x="0" y="1"/>
                  </a:moveTo>
                  <a:cubicBezTo>
                    <a:pt x="14" y="18"/>
                    <a:pt x="28" y="39"/>
                    <a:pt x="46" y="53"/>
                  </a:cubicBezTo>
                  <a:cubicBezTo>
                    <a:pt x="28" y="36"/>
                    <a:pt x="14" y="18"/>
                    <a:pt x="0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80" name="Google Shape;5038;p80">
              <a:extLst>
                <a:ext uri="{FF2B5EF4-FFF2-40B4-BE49-F238E27FC236}">
                  <a16:creationId xmlns:a16="http://schemas.microsoft.com/office/drawing/2014/main" id="{9C7BF409-D185-3D4F-CFD6-58DCE6E0CA2C}"/>
                </a:ext>
              </a:extLst>
            </p:cNvPr>
            <p:cNvSpPr/>
            <p:nvPr/>
          </p:nvSpPr>
          <p:spPr>
            <a:xfrm>
              <a:off x="2304401" y="1798858"/>
              <a:ext cx="434" cy="679"/>
            </a:xfrm>
            <a:custGeom>
              <a:avLst/>
              <a:gdLst/>
              <a:ahLst/>
              <a:cxnLst/>
              <a:rect l="l" t="t" r="r" b="b"/>
              <a:pathLst>
                <a:path w="32" h="50" extrusionOk="0">
                  <a:moveTo>
                    <a:pt x="32" y="50"/>
                  </a:moveTo>
                  <a:cubicBezTo>
                    <a:pt x="21" y="32"/>
                    <a:pt x="11" y="18"/>
                    <a:pt x="0" y="1"/>
                  </a:cubicBezTo>
                  <a:cubicBezTo>
                    <a:pt x="11" y="18"/>
                    <a:pt x="21" y="32"/>
                    <a:pt x="32" y="50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81" name="Google Shape;5039;p80">
              <a:extLst>
                <a:ext uri="{FF2B5EF4-FFF2-40B4-BE49-F238E27FC236}">
                  <a16:creationId xmlns:a16="http://schemas.microsoft.com/office/drawing/2014/main" id="{B63278E2-355A-2A28-5D63-F61A5A7DB7B8}"/>
                </a:ext>
              </a:extLst>
            </p:cNvPr>
            <p:cNvSpPr/>
            <p:nvPr/>
          </p:nvSpPr>
          <p:spPr>
            <a:xfrm>
              <a:off x="2305637" y="1789883"/>
              <a:ext cx="109" cy="14"/>
            </a:xfrm>
            <a:custGeom>
              <a:avLst/>
              <a:gdLst/>
              <a:ahLst/>
              <a:cxnLst/>
              <a:rect l="l" t="t" r="r" b="b"/>
              <a:pathLst>
                <a:path w="8" h="1" extrusionOk="0">
                  <a:moveTo>
                    <a:pt x="0" y="0"/>
                  </a:moveTo>
                  <a:lnTo>
                    <a:pt x="7" y="0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82" name="Google Shape;5040;p80">
              <a:extLst>
                <a:ext uri="{FF2B5EF4-FFF2-40B4-BE49-F238E27FC236}">
                  <a16:creationId xmlns:a16="http://schemas.microsoft.com/office/drawing/2014/main" id="{BC382042-F8B4-1333-604F-E88A739EB158}"/>
                </a:ext>
              </a:extLst>
            </p:cNvPr>
            <p:cNvSpPr/>
            <p:nvPr/>
          </p:nvSpPr>
          <p:spPr>
            <a:xfrm>
              <a:off x="2306017" y="1789788"/>
              <a:ext cx="14" cy="14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0" y="0"/>
                  </a:move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83" name="Google Shape;5041;p80">
              <a:extLst>
                <a:ext uri="{FF2B5EF4-FFF2-40B4-BE49-F238E27FC236}">
                  <a16:creationId xmlns:a16="http://schemas.microsoft.com/office/drawing/2014/main" id="{6D5E22A5-6D79-A4AE-64AC-B76117C3667E}"/>
                </a:ext>
              </a:extLst>
            </p:cNvPr>
            <p:cNvSpPr/>
            <p:nvPr/>
          </p:nvSpPr>
          <p:spPr>
            <a:xfrm>
              <a:off x="2303397" y="1796102"/>
              <a:ext cx="14" cy="353"/>
            </a:xfrm>
            <a:custGeom>
              <a:avLst/>
              <a:gdLst/>
              <a:ahLst/>
              <a:cxnLst/>
              <a:rect l="l" t="t" r="r" b="b"/>
              <a:pathLst>
                <a:path w="1" h="26" extrusionOk="0">
                  <a:moveTo>
                    <a:pt x="1" y="25"/>
                  </a:moveTo>
                  <a:cubicBezTo>
                    <a:pt x="1" y="18"/>
                    <a:pt x="1" y="8"/>
                    <a:pt x="1" y="1"/>
                  </a:cubicBezTo>
                  <a:cubicBezTo>
                    <a:pt x="1" y="8"/>
                    <a:pt x="1" y="18"/>
                    <a:pt x="1" y="25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84" name="Google Shape;5042;p80">
              <a:extLst>
                <a:ext uri="{FF2B5EF4-FFF2-40B4-BE49-F238E27FC236}">
                  <a16:creationId xmlns:a16="http://schemas.microsoft.com/office/drawing/2014/main" id="{8063D471-EC88-BAA1-C8DC-BF60716C5B31}"/>
                </a:ext>
              </a:extLst>
            </p:cNvPr>
            <p:cNvSpPr/>
            <p:nvPr/>
          </p:nvSpPr>
          <p:spPr>
            <a:xfrm>
              <a:off x="2303736" y="1797487"/>
              <a:ext cx="299" cy="584"/>
            </a:xfrm>
            <a:custGeom>
              <a:avLst/>
              <a:gdLst/>
              <a:ahLst/>
              <a:cxnLst/>
              <a:rect l="l" t="t" r="r" b="b"/>
              <a:pathLst>
                <a:path w="22" h="43" extrusionOk="0">
                  <a:moveTo>
                    <a:pt x="21" y="42"/>
                  </a:moveTo>
                  <a:cubicBezTo>
                    <a:pt x="14" y="28"/>
                    <a:pt x="7" y="14"/>
                    <a:pt x="0" y="0"/>
                  </a:cubicBezTo>
                  <a:cubicBezTo>
                    <a:pt x="7" y="14"/>
                    <a:pt x="14" y="28"/>
                    <a:pt x="21" y="42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85" name="Google Shape;5043;p80">
              <a:extLst>
                <a:ext uri="{FF2B5EF4-FFF2-40B4-BE49-F238E27FC236}">
                  <a16:creationId xmlns:a16="http://schemas.microsoft.com/office/drawing/2014/main" id="{374E5833-153E-9A7D-9EB1-4F0D3527883F}"/>
                </a:ext>
              </a:extLst>
            </p:cNvPr>
            <p:cNvSpPr/>
            <p:nvPr/>
          </p:nvSpPr>
          <p:spPr>
            <a:xfrm>
              <a:off x="2304917" y="1785036"/>
              <a:ext cx="29300" cy="32097"/>
            </a:xfrm>
            <a:custGeom>
              <a:avLst/>
              <a:gdLst/>
              <a:ahLst/>
              <a:cxnLst/>
              <a:rect l="l" t="t" r="r" b="b"/>
              <a:pathLst>
                <a:path w="2158" h="2364" extrusionOk="0">
                  <a:moveTo>
                    <a:pt x="2003" y="0"/>
                  </a:moveTo>
                  <a:cubicBezTo>
                    <a:pt x="1926" y="42"/>
                    <a:pt x="1853" y="77"/>
                    <a:pt x="1783" y="112"/>
                  </a:cubicBezTo>
                  <a:cubicBezTo>
                    <a:pt x="1433" y="287"/>
                    <a:pt x="1387" y="291"/>
                    <a:pt x="1366" y="294"/>
                  </a:cubicBezTo>
                  <a:cubicBezTo>
                    <a:pt x="1289" y="308"/>
                    <a:pt x="1111" y="410"/>
                    <a:pt x="974" y="501"/>
                  </a:cubicBezTo>
                  <a:lnTo>
                    <a:pt x="932" y="525"/>
                  </a:lnTo>
                  <a:lnTo>
                    <a:pt x="876" y="564"/>
                  </a:lnTo>
                  <a:lnTo>
                    <a:pt x="845" y="588"/>
                  </a:lnTo>
                  <a:lnTo>
                    <a:pt x="323" y="315"/>
                  </a:lnTo>
                  <a:lnTo>
                    <a:pt x="319" y="357"/>
                  </a:lnTo>
                  <a:lnTo>
                    <a:pt x="316" y="382"/>
                  </a:lnTo>
                  <a:cubicBezTo>
                    <a:pt x="309" y="417"/>
                    <a:pt x="305" y="445"/>
                    <a:pt x="302" y="469"/>
                  </a:cubicBezTo>
                  <a:lnTo>
                    <a:pt x="298" y="487"/>
                  </a:lnTo>
                  <a:cubicBezTo>
                    <a:pt x="298" y="497"/>
                    <a:pt x="295" y="508"/>
                    <a:pt x="291" y="518"/>
                  </a:cubicBezTo>
                  <a:lnTo>
                    <a:pt x="291" y="522"/>
                  </a:lnTo>
                  <a:lnTo>
                    <a:pt x="288" y="536"/>
                  </a:lnTo>
                  <a:lnTo>
                    <a:pt x="288" y="539"/>
                  </a:lnTo>
                  <a:cubicBezTo>
                    <a:pt x="277" y="627"/>
                    <a:pt x="267" y="714"/>
                    <a:pt x="263" y="798"/>
                  </a:cubicBezTo>
                  <a:lnTo>
                    <a:pt x="263" y="819"/>
                  </a:lnTo>
                  <a:lnTo>
                    <a:pt x="260" y="868"/>
                  </a:lnTo>
                  <a:cubicBezTo>
                    <a:pt x="260" y="882"/>
                    <a:pt x="260" y="896"/>
                    <a:pt x="256" y="910"/>
                  </a:cubicBezTo>
                  <a:lnTo>
                    <a:pt x="256" y="942"/>
                  </a:lnTo>
                  <a:cubicBezTo>
                    <a:pt x="256" y="966"/>
                    <a:pt x="253" y="987"/>
                    <a:pt x="249" y="1012"/>
                  </a:cubicBezTo>
                  <a:cubicBezTo>
                    <a:pt x="249" y="1026"/>
                    <a:pt x="246" y="1040"/>
                    <a:pt x="246" y="1057"/>
                  </a:cubicBezTo>
                  <a:cubicBezTo>
                    <a:pt x="246" y="1071"/>
                    <a:pt x="242" y="1085"/>
                    <a:pt x="242" y="1099"/>
                  </a:cubicBezTo>
                  <a:cubicBezTo>
                    <a:pt x="239" y="1113"/>
                    <a:pt x="239" y="1131"/>
                    <a:pt x="235" y="1145"/>
                  </a:cubicBezTo>
                  <a:lnTo>
                    <a:pt x="232" y="1176"/>
                  </a:lnTo>
                  <a:lnTo>
                    <a:pt x="214" y="1306"/>
                  </a:lnTo>
                  <a:lnTo>
                    <a:pt x="211" y="1302"/>
                  </a:lnTo>
                  <a:lnTo>
                    <a:pt x="211" y="1309"/>
                  </a:lnTo>
                  <a:lnTo>
                    <a:pt x="207" y="1330"/>
                  </a:lnTo>
                  <a:lnTo>
                    <a:pt x="204" y="1348"/>
                  </a:lnTo>
                  <a:cubicBezTo>
                    <a:pt x="204" y="1355"/>
                    <a:pt x="200" y="1362"/>
                    <a:pt x="197" y="1369"/>
                  </a:cubicBezTo>
                  <a:lnTo>
                    <a:pt x="193" y="1376"/>
                  </a:lnTo>
                  <a:cubicBezTo>
                    <a:pt x="193" y="1386"/>
                    <a:pt x="190" y="1393"/>
                    <a:pt x="186" y="1400"/>
                  </a:cubicBezTo>
                  <a:lnTo>
                    <a:pt x="186" y="1404"/>
                  </a:lnTo>
                  <a:cubicBezTo>
                    <a:pt x="183" y="1411"/>
                    <a:pt x="183" y="1418"/>
                    <a:pt x="179" y="1428"/>
                  </a:cubicBezTo>
                  <a:cubicBezTo>
                    <a:pt x="172" y="1442"/>
                    <a:pt x="165" y="1456"/>
                    <a:pt x="155" y="1470"/>
                  </a:cubicBezTo>
                  <a:cubicBezTo>
                    <a:pt x="151" y="1474"/>
                    <a:pt x="151" y="1477"/>
                    <a:pt x="148" y="1481"/>
                  </a:cubicBezTo>
                  <a:cubicBezTo>
                    <a:pt x="148" y="1484"/>
                    <a:pt x="144" y="1491"/>
                    <a:pt x="141" y="1495"/>
                  </a:cubicBezTo>
                  <a:lnTo>
                    <a:pt x="141" y="1502"/>
                  </a:lnTo>
                  <a:lnTo>
                    <a:pt x="134" y="1516"/>
                  </a:lnTo>
                  <a:lnTo>
                    <a:pt x="134" y="1523"/>
                  </a:lnTo>
                  <a:lnTo>
                    <a:pt x="127" y="1544"/>
                  </a:lnTo>
                  <a:lnTo>
                    <a:pt x="127" y="1551"/>
                  </a:lnTo>
                  <a:lnTo>
                    <a:pt x="120" y="1572"/>
                  </a:lnTo>
                  <a:lnTo>
                    <a:pt x="116" y="1582"/>
                  </a:lnTo>
                  <a:lnTo>
                    <a:pt x="109" y="1607"/>
                  </a:lnTo>
                  <a:lnTo>
                    <a:pt x="106" y="1621"/>
                  </a:lnTo>
                  <a:lnTo>
                    <a:pt x="99" y="1646"/>
                  </a:lnTo>
                  <a:lnTo>
                    <a:pt x="95" y="1663"/>
                  </a:lnTo>
                  <a:lnTo>
                    <a:pt x="88" y="1691"/>
                  </a:lnTo>
                  <a:lnTo>
                    <a:pt x="85" y="1709"/>
                  </a:lnTo>
                  <a:lnTo>
                    <a:pt x="78" y="1740"/>
                  </a:lnTo>
                  <a:lnTo>
                    <a:pt x="74" y="1761"/>
                  </a:lnTo>
                  <a:lnTo>
                    <a:pt x="67" y="1793"/>
                  </a:lnTo>
                  <a:lnTo>
                    <a:pt x="64" y="1817"/>
                  </a:lnTo>
                  <a:lnTo>
                    <a:pt x="57" y="1852"/>
                  </a:lnTo>
                  <a:lnTo>
                    <a:pt x="53" y="1877"/>
                  </a:lnTo>
                  <a:lnTo>
                    <a:pt x="46" y="1915"/>
                  </a:lnTo>
                  <a:lnTo>
                    <a:pt x="43" y="1940"/>
                  </a:lnTo>
                  <a:lnTo>
                    <a:pt x="36" y="1982"/>
                  </a:lnTo>
                  <a:lnTo>
                    <a:pt x="29" y="2013"/>
                  </a:lnTo>
                  <a:lnTo>
                    <a:pt x="22" y="2055"/>
                  </a:lnTo>
                  <a:lnTo>
                    <a:pt x="18" y="2087"/>
                  </a:lnTo>
                  <a:lnTo>
                    <a:pt x="11" y="2132"/>
                  </a:lnTo>
                  <a:lnTo>
                    <a:pt x="4" y="2167"/>
                  </a:lnTo>
                  <a:lnTo>
                    <a:pt x="1" y="2188"/>
                  </a:lnTo>
                  <a:lnTo>
                    <a:pt x="50" y="2213"/>
                  </a:lnTo>
                  <a:lnTo>
                    <a:pt x="57" y="2216"/>
                  </a:lnTo>
                  <a:lnTo>
                    <a:pt x="88" y="2234"/>
                  </a:lnTo>
                  <a:lnTo>
                    <a:pt x="120" y="2248"/>
                  </a:lnTo>
                  <a:lnTo>
                    <a:pt x="123" y="2251"/>
                  </a:lnTo>
                  <a:cubicBezTo>
                    <a:pt x="204" y="2293"/>
                    <a:pt x="284" y="2328"/>
                    <a:pt x="368" y="2356"/>
                  </a:cubicBezTo>
                  <a:lnTo>
                    <a:pt x="375" y="2356"/>
                  </a:lnTo>
                  <a:lnTo>
                    <a:pt x="386" y="2360"/>
                  </a:lnTo>
                  <a:lnTo>
                    <a:pt x="393" y="2360"/>
                  </a:lnTo>
                  <a:lnTo>
                    <a:pt x="407" y="2363"/>
                  </a:lnTo>
                  <a:lnTo>
                    <a:pt x="438" y="2363"/>
                  </a:lnTo>
                  <a:cubicBezTo>
                    <a:pt x="515" y="2360"/>
                    <a:pt x="592" y="2332"/>
                    <a:pt x="652" y="2283"/>
                  </a:cubicBezTo>
                  <a:cubicBezTo>
                    <a:pt x="663" y="2276"/>
                    <a:pt x="677" y="2265"/>
                    <a:pt x="687" y="2255"/>
                  </a:cubicBezTo>
                  <a:cubicBezTo>
                    <a:pt x="754" y="2195"/>
                    <a:pt x="785" y="2136"/>
                    <a:pt x="785" y="2104"/>
                  </a:cubicBezTo>
                  <a:cubicBezTo>
                    <a:pt x="785" y="1887"/>
                    <a:pt x="1083" y="1887"/>
                    <a:pt x="1195" y="1887"/>
                  </a:cubicBezTo>
                  <a:cubicBezTo>
                    <a:pt x="1261" y="1887"/>
                    <a:pt x="1293" y="1845"/>
                    <a:pt x="1345" y="1775"/>
                  </a:cubicBezTo>
                  <a:cubicBezTo>
                    <a:pt x="1377" y="1723"/>
                    <a:pt x="1422" y="1677"/>
                    <a:pt x="1475" y="1642"/>
                  </a:cubicBezTo>
                  <a:cubicBezTo>
                    <a:pt x="1450" y="1558"/>
                    <a:pt x="1195" y="1316"/>
                    <a:pt x="1086" y="1281"/>
                  </a:cubicBezTo>
                  <a:cubicBezTo>
                    <a:pt x="1034" y="1264"/>
                    <a:pt x="999" y="1211"/>
                    <a:pt x="1009" y="1155"/>
                  </a:cubicBezTo>
                  <a:cubicBezTo>
                    <a:pt x="1027" y="1026"/>
                    <a:pt x="1279" y="826"/>
                    <a:pt x="1646" y="805"/>
                  </a:cubicBezTo>
                  <a:cubicBezTo>
                    <a:pt x="1870" y="795"/>
                    <a:pt x="1930" y="749"/>
                    <a:pt x="1982" y="707"/>
                  </a:cubicBezTo>
                  <a:lnTo>
                    <a:pt x="2000" y="697"/>
                  </a:lnTo>
                  <a:lnTo>
                    <a:pt x="2007" y="693"/>
                  </a:lnTo>
                  <a:lnTo>
                    <a:pt x="2017" y="683"/>
                  </a:lnTo>
                  <a:lnTo>
                    <a:pt x="2028" y="679"/>
                  </a:lnTo>
                  <a:lnTo>
                    <a:pt x="2038" y="672"/>
                  </a:lnTo>
                  <a:lnTo>
                    <a:pt x="2049" y="665"/>
                  </a:lnTo>
                  <a:lnTo>
                    <a:pt x="2063" y="658"/>
                  </a:lnTo>
                  <a:lnTo>
                    <a:pt x="2070" y="655"/>
                  </a:lnTo>
                  <a:lnTo>
                    <a:pt x="2087" y="648"/>
                  </a:lnTo>
                  <a:lnTo>
                    <a:pt x="2098" y="648"/>
                  </a:lnTo>
                  <a:cubicBezTo>
                    <a:pt x="2105" y="644"/>
                    <a:pt x="2115" y="641"/>
                    <a:pt x="2126" y="641"/>
                  </a:cubicBezTo>
                  <a:lnTo>
                    <a:pt x="2133" y="641"/>
                  </a:lnTo>
                  <a:lnTo>
                    <a:pt x="2157" y="637"/>
                  </a:lnTo>
                  <a:lnTo>
                    <a:pt x="2133" y="620"/>
                  </a:lnTo>
                  <a:lnTo>
                    <a:pt x="2129" y="606"/>
                  </a:lnTo>
                  <a:lnTo>
                    <a:pt x="2119" y="564"/>
                  </a:lnTo>
                  <a:lnTo>
                    <a:pt x="2115" y="536"/>
                  </a:lnTo>
                  <a:lnTo>
                    <a:pt x="2108" y="511"/>
                  </a:lnTo>
                  <a:lnTo>
                    <a:pt x="2098" y="466"/>
                  </a:lnTo>
                  <a:lnTo>
                    <a:pt x="2094" y="448"/>
                  </a:lnTo>
                  <a:lnTo>
                    <a:pt x="2080" y="396"/>
                  </a:lnTo>
                  <a:lnTo>
                    <a:pt x="2080" y="389"/>
                  </a:lnTo>
                  <a:lnTo>
                    <a:pt x="2070" y="340"/>
                  </a:lnTo>
                  <a:lnTo>
                    <a:pt x="2070" y="333"/>
                  </a:lnTo>
                  <a:lnTo>
                    <a:pt x="2056" y="284"/>
                  </a:lnTo>
                  <a:lnTo>
                    <a:pt x="2056" y="277"/>
                  </a:lnTo>
                  <a:lnTo>
                    <a:pt x="2045" y="235"/>
                  </a:lnTo>
                  <a:lnTo>
                    <a:pt x="2045" y="228"/>
                  </a:lnTo>
                  <a:cubicBezTo>
                    <a:pt x="2042" y="214"/>
                    <a:pt x="2038" y="200"/>
                    <a:pt x="2035" y="189"/>
                  </a:cubicBezTo>
                  <a:cubicBezTo>
                    <a:pt x="2031" y="175"/>
                    <a:pt x="2028" y="165"/>
                    <a:pt x="2024" y="154"/>
                  </a:cubicBezTo>
                  <a:lnTo>
                    <a:pt x="2024" y="144"/>
                  </a:lnTo>
                  <a:cubicBezTo>
                    <a:pt x="2021" y="133"/>
                    <a:pt x="2017" y="123"/>
                    <a:pt x="2017" y="109"/>
                  </a:cubicBezTo>
                  <a:lnTo>
                    <a:pt x="2017" y="105"/>
                  </a:lnTo>
                  <a:cubicBezTo>
                    <a:pt x="2014" y="91"/>
                    <a:pt x="2010" y="77"/>
                    <a:pt x="2010" y="60"/>
                  </a:cubicBezTo>
                  <a:lnTo>
                    <a:pt x="2010" y="49"/>
                  </a:lnTo>
                  <a:cubicBezTo>
                    <a:pt x="2007" y="39"/>
                    <a:pt x="2003" y="21"/>
                    <a:pt x="2003" y="7"/>
                  </a:cubicBezTo>
                  <a:lnTo>
                    <a:pt x="2003" y="0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86" name="Google Shape;5044;p80">
              <a:extLst>
                <a:ext uri="{FF2B5EF4-FFF2-40B4-BE49-F238E27FC236}">
                  <a16:creationId xmlns:a16="http://schemas.microsoft.com/office/drawing/2014/main" id="{E722B940-0848-C7CA-501D-9774F97B3309}"/>
                </a:ext>
              </a:extLst>
            </p:cNvPr>
            <p:cNvSpPr/>
            <p:nvPr/>
          </p:nvSpPr>
          <p:spPr>
            <a:xfrm>
              <a:off x="2328977" y="1785036"/>
              <a:ext cx="3001" cy="1534"/>
            </a:xfrm>
            <a:custGeom>
              <a:avLst/>
              <a:gdLst/>
              <a:ahLst/>
              <a:cxnLst/>
              <a:rect l="l" t="t" r="r" b="b"/>
              <a:pathLst>
                <a:path w="221" h="113" extrusionOk="0">
                  <a:moveTo>
                    <a:pt x="221" y="0"/>
                  </a:moveTo>
                  <a:cubicBezTo>
                    <a:pt x="211" y="5"/>
                    <a:pt x="202" y="11"/>
                    <a:pt x="192" y="16"/>
                  </a:cubicBezTo>
                  <a:lnTo>
                    <a:pt x="192" y="16"/>
                  </a:lnTo>
                  <a:cubicBezTo>
                    <a:pt x="202" y="10"/>
                    <a:pt x="211" y="5"/>
                    <a:pt x="221" y="0"/>
                  </a:cubicBezTo>
                  <a:close/>
                  <a:moveTo>
                    <a:pt x="192" y="16"/>
                  </a:moveTo>
                  <a:lnTo>
                    <a:pt x="192" y="16"/>
                  </a:lnTo>
                  <a:cubicBezTo>
                    <a:pt x="126" y="51"/>
                    <a:pt x="62" y="81"/>
                    <a:pt x="0" y="112"/>
                  </a:cubicBezTo>
                  <a:cubicBezTo>
                    <a:pt x="59" y="84"/>
                    <a:pt x="121" y="54"/>
                    <a:pt x="192" y="16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87" name="Google Shape;5045;p80">
              <a:extLst>
                <a:ext uri="{FF2B5EF4-FFF2-40B4-BE49-F238E27FC236}">
                  <a16:creationId xmlns:a16="http://schemas.microsoft.com/office/drawing/2014/main" id="{4B256492-4A28-7545-99B1-A2643C64D15F}"/>
                </a:ext>
              </a:extLst>
            </p:cNvPr>
            <p:cNvSpPr/>
            <p:nvPr/>
          </p:nvSpPr>
          <p:spPr>
            <a:xfrm>
              <a:off x="2317422" y="1791784"/>
              <a:ext cx="584" cy="394"/>
            </a:xfrm>
            <a:custGeom>
              <a:avLst/>
              <a:gdLst/>
              <a:ahLst/>
              <a:cxnLst/>
              <a:rect l="l" t="t" r="r" b="b"/>
              <a:pathLst>
                <a:path w="43" h="29" extrusionOk="0">
                  <a:moveTo>
                    <a:pt x="1" y="28"/>
                  </a:moveTo>
                  <a:lnTo>
                    <a:pt x="43" y="0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88" name="Google Shape;5046;p80">
              <a:extLst>
                <a:ext uri="{FF2B5EF4-FFF2-40B4-BE49-F238E27FC236}">
                  <a16:creationId xmlns:a16="http://schemas.microsoft.com/office/drawing/2014/main" id="{31A0C9DB-107D-3877-F9C8-4F2F7FCDB4B7}"/>
                </a:ext>
              </a:extLst>
            </p:cNvPr>
            <p:cNvSpPr/>
            <p:nvPr/>
          </p:nvSpPr>
          <p:spPr>
            <a:xfrm>
              <a:off x="2308773" y="1792069"/>
              <a:ext cx="14" cy="54"/>
            </a:xfrm>
            <a:custGeom>
              <a:avLst/>
              <a:gdLst/>
              <a:ahLst/>
              <a:cxnLst/>
              <a:rect l="l" t="t" r="r" b="b"/>
              <a:pathLst>
                <a:path w="1" h="4" extrusionOk="0">
                  <a:moveTo>
                    <a:pt x="0" y="0"/>
                  </a:moveTo>
                  <a:lnTo>
                    <a:pt x="0" y="4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89" name="Google Shape;5047;p80">
              <a:extLst>
                <a:ext uri="{FF2B5EF4-FFF2-40B4-BE49-F238E27FC236}">
                  <a16:creationId xmlns:a16="http://schemas.microsoft.com/office/drawing/2014/main" id="{A0ADF4E3-697A-2419-5CD1-80C44596D9A4}"/>
                </a:ext>
              </a:extLst>
            </p:cNvPr>
            <p:cNvSpPr/>
            <p:nvPr/>
          </p:nvSpPr>
          <p:spPr>
            <a:xfrm>
              <a:off x="2308013" y="1799293"/>
              <a:ext cx="54" cy="625"/>
            </a:xfrm>
            <a:custGeom>
              <a:avLst/>
              <a:gdLst/>
              <a:ahLst/>
              <a:cxnLst/>
              <a:rect l="l" t="t" r="r" b="b"/>
              <a:pathLst>
                <a:path w="4" h="46" extrusionOk="0">
                  <a:moveTo>
                    <a:pt x="4" y="0"/>
                  </a:moveTo>
                  <a:cubicBezTo>
                    <a:pt x="4" y="18"/>
                    <a:pt x="4" y="32"/>
                    <a:pt x="0" y="46"/>
                  </a:cubicBezTo>
                  <a:cubicBezTo>
                    <a:pt x="4" y="32"/>
                    <a:pt x="4" y="18"/>
                    <a:pt x="4" y="0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90" name="Google Shape;5048;p80">
              <a:extLst>
                <a:ext uri="{FF2B5EF4-FFF2-40B4-BE49-F238E27FC236}">
                  <a16:creationId xmlns:a16="http://schemas.microsoft.com/office/drawing/2014/main" id="{66EEF7F8-9B29-97C7-0352-A2B363C2F9EA}"/>
                </a:ext>
              </a:extLst>
            </p:cNvPr>
            <p:cNvSpPr/>
            <p:nvPr/>
          </p:nvSpPr>
          <p:spPr>
            <a:xfrm>
              <a:off x="2309058" y="1789829"/>
              <a:ext cx="54" cy="394"/>
            </a:xfrm>
            <a:custGeom>
              <a:avLst/>
              <a:gdLst/>
              <a:ahLst/>
              <a:cxnLst/>
              <a:rect l="l" t="t" r="r" b="b"/>
              <a:pathLst>
                <a:path w="4" h="29" extrusionOk="0">
                  <a:moveTo>
                    <a:pt x="4" y="1"/>
                  </a:moveTo>
                  <a:lnTo>
                    <a:pt x="4" y="1"/>
                  </a:lnTo>
                  <a:lnTo>
                    <a:pt x="0" y="29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91" name="Google Shape;5049;p80">
              <a:extLst>
                <a:ext uri="{FF2B5EF4-FFF2-40B4-BE49-F238E27FC236}">
                  <a16:creationId xmlns:a16="http://schemas.microsoft.com/office/drawing/2014/main" id="{CE798A36-869B-3255-F138-B4D0F4727DB6}"/>
                </a:ext>
              </a:extLst>
            </p:cNvPr>
            <p:cNvSpPr/>
            <p:nvPr/>
          </p:nvSpPr>
          <p:spPr>
            <a:xfrm>
              <a:off x="2308339" y="1792300"/>
              <a:ext cx="353" cy="3815"/>
            </a:xfrm>
            <a:custGeom>
              <a:avLst/>
              <a:gdLst/>
              <a:ahLst/>
              <a:cxnLst/>
              <a:rect l="l" t="t" r="r" b="b"/>
              <a:pathLst>
                <a:path w="26" h="281" extrusionOk="0">
                  <a:moveTo>
                    <a:pt x="1" y="263"/>
                  </a:moveTo>
                  <a:lnTo>
                    <a:pt x="1" y="281"/>
                  </a:lnTo>
                  <a:lnTo>
                    <a:pt x="1" y="263"/>
                  </a:lnTo>
                  <a:cubicBezTo>
                    <a:pt x="4" y="176"/>
                    <a:pt x="15" y="88"/>
                    <a:pt x="25" y="4"/>
                  </a:cubicBezTo>
                  <a:lnTo>
                    <a:pt x="25" y="1"/>
                  </a:lnTo>
                  <a:lnTo>
                    <a:pt x="25" y="4"/>
                  </a:lnTo>
                  <a:cubicBezTo>
                    <a:pt x="15" y="88"/>
                    <a:pt x="4" y="176"/>
                    <a:pt x="1" y="263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92" name="Google Shape;5050;p80">
              <a:extLst>
                <a:ext uri="{FF2B5EF4-FFF2-40B4-BE49-F238E27FC236}">
                  <a16:creationId xmlns:a16="http://schemas.microsoft.com/office/drawing/2014/main" id="{8367FCC2-947C-67B6-3F02-555CD2FF036A}"/>
                </a:ext>
              </a:extLst>
            </p:cNvPr>
            <p:cNvSpPr/>
            <p:nvPr/>
          </p:nvSpPr>
          <p:spPr>
            <a:xfrm>
              <a:off x="2307633" y="1800949"/>
              <a:ext cx="299" cy="1819"/>
            </a:xfrm>
            <a:custGeom>
              <a:avLst/>
              <a:gdLst/>
              <a:ahLst/>
              <a:cxnLst/>
              <a:rect l="l" t="t" r="r" b="b"/>
              <a:pathLst>
                <a:path w="22" h="134" extrusionOk="0">
                  <a:moveTo>
                    <a:pt x="21" y="1"/>
                  </a:moveTo>
                  <a:lnTo>
                    <a:pt x="19" y="20"/>
                  </a:lnTo>
                  <a:lnTo>
                    <a:pt x="19" y="20"/>
                  </a:lnTo>
                  <a:cubicBezTo>
                    <a:pt x="21" y="13"/>
                    <a:pt x="21" y="7"/>
                    <a:pt x="21" y="1"/>
                  </a:cubicBezTo>
                  <a:close/>
                  <a:moveTo>
                    <a:pt x="19" y="20"/>
                  </a:moveTo>
                  <a:lnTo>
                    <a:pt x="19" y="20"/>
                  </a:lnTo>
                  <a:cubicBezTo>
                    <a:pt x="19" y="20"/>
                    <a:pt x="18" y="21"/>
                    <a:pt x="18" y="22"/>
                  </a:cubicBezTo>
                  <a:cubicBezTo>
                    <a:pt x="14" y="29"/>
                    <a:pt x="14" y="39"/>
                    <a:pt x="14" y="50"/>
                  </a:cubicBezTo>
                  <a:lnTo>
                    <a:pt x="11" y="67"/>
                  </a:lnTo>
                  <a:cubicBezTo>
                    <a:pt x="11" y="78"/>
                    <a:pt x="7" y="88"/>
                    <a:pt x="4" y="99"/>
                  </a:cubicBezTo>
                  <a:lnTo>
                    <a:pt x="0" y="116"/>
                  </a:lnTo>
                  <a:lnTo>
                    <a:pt x="0" y="130"/>
                  </a:lnTo>
                  <a:lnTo>
                    <a:pt x="4" y="134"/>
                  </a:lnTo>
                  <a:lnTo>
                    <a:pt x="19" y="20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93" name="Google Shape;5051;p80">
              <a:extLst>
                <a:ext uri="{FF2B5EF4-FFF2-40B4-BE49-F238E27FC236}">
                  <a16:creationId xmlns:a16="http://schemas.microsoft.com/office/drawing/2014/main" id="{E5D6F02A-BA99-2322-05CC-AAFF7C4F07DD}"/>
                </a:ext>
              </a:extLst>
            </p:cNvPr>
            <p:cNvSpPr/>
            <p:nvPr/>
          </p:nvSpPr>
          <p:spPr>
            <a:xfrm>
              <a:off x="2308244" y="1796767"/>
              <a:ext cx="68" cy="638"/>
            </a:xfrm>
            <a:custGeom>
              <a:avLst/>
              <a:gdLst/>
              <a:ahLst/>
              <a:cxnLst/>
              <a:rect l="l" t="t" r="r" b="b"/>
              <a:pathLst>
                <a:path w="5" h="47" extrusionOk="0">
                  <a:moveTo>
                    <a:pt x="4" y="1"/>
                  </a:moveTo>
                  <a:lnTo>
                    <a:pt x="3" y="20"/>
                  </a:lnTo>
                  <a:lnTo>
                    <a:pt x="3" y="20"/>
                  </a:lnTo>
                  <a:cubicBezTo>
                    <a:pt x="4" y="13"/>
                    <a:pt x="4" y="7"/>
                    <a:pt x="4" y="1"/>
                  </a:cubicBezTo>
                  <a:close/>
                  <a:moveTo>
                    <a:pt x="3" y="20"/>
                  </a:moveTo>
                  <a:cubicBezTo>
                    <a:pt x="2" y="28"/>
                    <a:pt x="1" y="37"/>
                    <a:pt x="1" y="46"/>
                  </a:cubicBezTo>
                  <a:lnTo>
                    <a:pt x="3" y="20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94" name="Google Shape;5052;p80">
              <a:extLst>
                <a:ext uri="{FF2B5EF4-FFF2-40B4-BE49-F238E27FC236}">
                  <a16:creationId xmlns:a16="http://schemas.microsoft.com/office/drawing/2014/main" id="{131AED7E-07E7-2C15-CE3A-B6B655429B65}"/>
                </a:ext>
              </a:extLst>
            </p:cNvPr>
            <p:cNvSpPr/>
            <p:nvPr/>
          </p:nvSpPr>
          <p:spPr>
            <a:xfrm>
              <a:off x="2308108" y="1797772"/>
              <a:ext cx="109" cy="1005"/>
            </a:xfrm>
            <a:custGeom>
              <a:avLst/>
              <a:gdLst/>
              <a:ahLst/>
              <a:cxnLst/>
              <a:rect l="l" t="t" r="r" b="b"/>
              <a:pathLst>
                <a:path w="8" h="74" extrusionOk="0">
                  <a:moveTo>
                    <a:pt x="7" y="0"/>
                  </a:moveTo>
                  <a:cubicBezTo>
                    <a:pt x="7" y="25"/>
                    <a:pt x="4" y="49"/>
                    <a:pt x="0" y="74"/>
                  </a:cubicBezTo>
                  <a:cubicBezTo>
                    <a:pt x="4" y="49"/>
                    <a:pt x="7" y="25"/>
                    <a:pt x="7" y="0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95" name="Google Shape;5053;p80">
              <a:extLst>
                <a:ext uri="{FF2B5EF4-FFF2-40B4-BE49-F238E27FC236}">
                  <a16:creationId xmlns:a16="http://schemas.microsoft.com/office/drawing/2014/main" id="{72D49EA9-08A6-15DC-C073-6B9750612C62}"/>
                </a:ext>
              </a:extLst>
            </p:cNvPr>
            <p:cNvSpPr/>
            <p:nvPr/>
          </p:nvSpPr>
          <p:spPr>
            <a:xfrm>
              <a:off x="2306397" y="1805701"/>
              <a:ext cx="54" cy="258"/>
            </a:xfrm>
            <a:custGeom>
              <a:avLst/>
              <a:gdLst/>
              <a:ahLst/>
              <a:cxnLst/>
              <a:rect l="l" t="t" r="r" b="b"/>
              <a:pathLst>
                <a:path w="4" h="19" extrusionOk="0">
                  <a:moveTo>
                    <a:pt x="0" y="18"/>
                  </a:moveTo>
                  <a:lnTo>
                    <a:pt x="4" y="1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96" name="Google Shape;5054;p80">
              <a:extLst>
                <a:ext uri="{FF2B5EF4-FFF2-40B4-BE49-F238E27FC236}">
                  <a16:creationId xmlns:a16="http://schemas.microsoft.com/office/drawing/2014/main" id="{A9615357-63B4-86FE-0648-3C93FB8F984C}"/>
                </a:ext>
              </a:extLst>
            </p:cNvPr>
            <p:cNvSpPr/>
            <p:nvPr/>
          </p:nvSpPr>
          <p:spPr>
            <a:xfrm>
              <a:off x="2307918" y="1800528"/>
              <a:ext cx="54" cy="434"/>
            </a:xfrm>
            <a:custGeom>
              <a:avLst/>
              <a:gdLst/>
              <a:ahLst/>
              <a:cxnLst/>
              <a:rect l="l" t="t" r="r" b="b"/>
              <a:pathLst>
                <a:path w="4" h="32" extrusionOk="0">
                  <a:moveTo>
                    <a:pt x="4" y="0"/>
                  </a:moveTo>
                  <a:lnTo>
                    <a:pt x="0" y="18"/>
                  </a:lnTo>
                  <a:lnTo>
                    <a:pt x="0" y="32"/>
                  </a:lnTo>
                  <a:lnTo>
                    <a:pt x="4" y="0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97" name="Google Shape;5055;p80">
              <a:extLst>
                <a:ext uri="{FF2B5EF4-FFF2-40B4-BE49-F238E27FC236}">
                  <a16:creationId xmlns:a16="http://schemas.microsoft.com/office/drawing/2014/main" id="{54876B83-91BA-57F9-FDBA-F8CF459146BB}"/>
                </a:ext>
              </a:extLst>
            </p:cNvPr>
            <p:cNvSpPr/>
            <p:nvPr/>
          </p:nvSpPr>
          <p:spPr>
            <a:xfrm>
              <a:off x="2307388" y="1803284"/>
              <a:ext cx="109" cy="299"/>
            </a:xfrm>
            <a:custGeom>
              <a:avLst/>
              <a:gdLst/>
              <a:ahLst/>
              <a:cxnLst/>
              <a:rect l="l" t="t" r="r" b="b"/>
              <a:pathLst>
                <a:path w="8" h="22" extrusionOk="0">
                  <a:moveTo>
                    <a:pt x="8" y="0"/>
                  </a:moveTo>
                  <a:lnTo>
                    <a:pt x="8" y="0"/>
                  </a:lnTo>
                  <a:cubicBezTo>
                    <a:pt x="4" y="7"/>
                    <a:pt x="1" y="14"/>
                    <a:pt x="1" y="21"/>
                  </a:cubicBezTo>
                  <a:cubicBezTo>
                    <a:pt x="4" y="14"/>
                    <a:pt x="4" y="7"/>
                    <a:pt x="8" y="0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98" name="Google Shape;5056;p80">
              <a:extLst>
                <a:ext uri="{FF2B5EF4-FFF2-40B4-BE49-F238E27FC236}">
                  <a16:creationId xmlns:a16="http://schemas.microsoft.com/office/drawing/2014/main" id="{B3F0A103-D3E8-9D63-3E1D-79B666E9BABC}"/>
                </a:ext>
              </a:extLst>
            </p:cNvPr>
            <p:cNvSpPr/>
            <p:nvPr/>
          </p:nvSpPr>
          <p:spPr>
            <a:xfrm>
              <a:off x="2306587" y="1805131"/>
              <a:ext cx="109" cy="204"/>
            </a:xfrm>
            <a:custGeom>
              <a:avLst/>
              <a:gdLst/>
              <a:ahLst/>
              <a:cxnLst/>
              <a:rect l="l" t="t" r="r" b="b"/>
              <a:pathLst>
                <a:path w="8" h="15" extrusionOk="0">
                  <a:moveTo>
                    <a:pt x="0" y="15"/>
                  </a:moveTo>
                  <a:cubicBezTo>
                    <a:pt x="4" y="8"/>
                    <a:pt x="7" y="4"/>
                    <a:pt x="7" y="1"/>
                  </a:cubicBezTo>
                  <a:cubicBezTo>
                    <a:pt x="7" y="4"/>
                    <a:pt x="4" y="8"/>
                    <a:pt x="0" y="15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99" name="Google Shape;5057;p80">
              <a:extLst>
                <a:ext uri="{FF2B5EF4-FFF2-40B4-BE49-F238E27FC236}">
                  <a16:creationId xmlns:a16="http://schemas.microsoft.com/office/drawing/2014/main" id="{35973BA8-C45F-0D32-D375-D1F3E5AC2843}"/>
                </a:ext>
              </a:extLst>
            </p:cNvPr>
            <p:cNvSpPr/>
            <p:nvPr/>
          </p:nvSpPr>
          <p:spPr>
            <a:xfrm>
              <a:off x="2308868" y="1791404"/>
              <a:ext cx="14" cy="244"/>
            </a:xfrm>
            <a:custGeom>
              <a:avLst/>
              <a:gdLst/>
              <a:ahLst/>
              <a:cxnLst/>
              <a:rect l="l" t="t" r="r" b="b"/>
              <a:pathLst>
                <a:path w="1" h="18" extrusionOk="0">
                  <a:moveTo>
                    <a:pt x="0" y="18"/>
                  </a:moveTo>
                  <a:lnTo>
                    <a:pt x="0" y="0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00" name="Google Shape;5058;p80">
              <a:extLst>
                <a:ext uri="{FF2B5EF4-FFF2-40B4-BE49-F238E27FC236}">
                  <a16:creationId xmlns:a16="http://schemas.microsoft.com/office/drawing/2014/main" id="{402BA41A-6DCC-0BEE-24CD-5BC439915AB3}"/>
                </a:ext>
              </a:extLst>
            </p:cNvPr>
            <p:cNvSpPr/>
            <p:nvPr/>
          </p:nvSpPr>
          <p:spPr>
            <a:xfrm>
              <a:off x="2307538" y="1802809"/>
              <a:ext cx="54" cy="299"/>
            </a:xfrm>
            <a:custGeom>
              <a:avLst/>
              <a:gdLst/>
              <a:ahLst/>
              <a:cxnLst/>
              <a:rect l="l" t="t" r="r" b="b"/>
              <a:pathLst>
                <a:path w="4" h="22" extrusionOk="0">
                  <a:moveTo>
                    <a:pt x="0" y="21"/>
                  </a:moveTo>
                  <a:lnTo>
                    <a:pt x="4" y="0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01" name="Google Shape;5059;p80">
              <a:extLst>
                <a:ext uri="{FF2B5EF4-FFF2-40B4-BE49-F238E27FC236}">
                  <a16:creationId xmlns:a16="http://schemas.microsoft.com/office/drawing/2014/main" id="{82E93336-75EB-933A-FAAE-4E2BEB4A5F13}"/>
                </a:ext>
              </a:extLst>
            </p:cNvPr>
            <p:cNvSpPr/>
            <p:nvPr/>
          </p:nvSpPr>
          <p:spPr>
            <a:xfrm>
              <a:off x="2307253" y="1803705"/>
              <a:ext cx="109" cy="353"/>
            </a:xfrm>
            <a:custGeom>
              <a:avLst/>
              <a:gdLst/>
              <a:ahLst/>
              <a:cxnLst/>
              <a:rect l="l" t="t" r="r" b="b"/>
              <a:pathLst>
                <a:path w="8" h="26" extrusionOk="0">
                  <a:moveTo>
                    <a:pt x="7" y="1"/>
                  </a:moveTo>
                  <a:cubicBezTo>
                    <a:pt x="4" y="8"/>
                    <a:pt x="4" y="15"/>
                    <a:pt x="0" y="25"/>
                  </a:cubicBezTo>
                  <a:cubicBezTo>
                    <a:pt x="4" y="18"/>
                    <a:pt x="7" y="8"/>
                    <a:pt x="7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02" name="Google Shape;5060;p80">
              <a:extLst>
                <a:ext uri="{FF2B5EF4-FFF2-40B4-BE49-F238E27FC236}">
                  <a16:creationId xmlns:a16="http://schemas.microsoft.com/office/drawing/2014/main" id="{7DDD92AA-8793-0A21-0975-F6256D96A114}"/>
                </a:ext>
              </a:extLst>
            </p:cNvPr>
            <p:cNvSpPr/>
            <p:nvPr/>
          </p:nvSpPr>
          <p:spPr>
            <a:xfrm>
              <a:off x="2307103" y="1804045"/>
              <a:ext cx="163" cy="339"/>
            </a:xfrm>
            <a:custGeom>
              <a:avLst/>
              <a:gdLst/>
              <a:ahLst/>
              <a:cxnLst/>
              <a:rect l="l" t="t" r="r" b="b"/>
              <a:pathLst>
                <a:path w="12" h="25" extrusionOk="0">
                  <a:moveTo>
                    <a:pt x="1" y="25"/>
                  </a:moveTo>
                  <a:cubicBezTo>
                    <a:pt x="4" y="18"/>
                    <a:pt x="8" y="11"/>
                    <a:pt x="11" y="0"/>
                  </a:cubicBezTo>
                  <a:cubicBezTo>
                    <a:pt x="8" y="11"/>
                    <a:pt x="4" y="18"/>
                    <a:pt x="1" y="25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03" name="Google Shape;5061;p80">
              <a:extLst>
                <a:ext uri="{FF2B5EF4-FFF2-40B4-BE49-F238E27FC236}">
                  <a16:creationId xmlns:a16="http://schemas.microsoft.com/office/drawing/2014/main" id="{12C54FFE-D0C0-A6D6-D2DF-A9AEB84B5143}"/>
                </a:ext>
              </a:extLst>
            </p:cNvPr>
            <p:cNvSpPr/>
            <p:nvPr/>
          </p:nvSpPr>
          <p:spPr>
            <a:xfrm>
              <a:off x="2306248" y="1806041"/>
              <a:ext cx="109" cy="299"/>
            </a:xfrm>
            <a:custGeom>
              <a:avLst/>
              <a:gdLst/>
              <a:ahLst/>
              <a:cxnLst/>
              <a:rect l="l" t="t" r="r" b="b"/>
              <a:pathLst>
                <a:path w="8" h="22" extrusionOk="0">
                  <a:moveTo>
                    <a:pt x="1" y="21"/>
                  </a:moveTo>
                  <a:lnTo>
                    <a:pt x="8" y="0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04" name="Google Shape;5062;p80">
              <a:extLst>
                <a:ext uri="{FF2B5EF4-FFF2-40B4-BE49-F238E27FC236}">
                  <a16:creationId xmlns:a16="http://schemas.microsoft.com/office/drawing/2014/main" id="{66FC7151-2D06-E809-A25E-94021BC23F1A}"/>
                </a:ext>
              </a:extLst>
            </p:cNvPr>
            <p:cNvSpPr/>
            <p:nvPr/>
          </p:nvSpPr>
          <p:spPr>
            <a:xfrm>
              <a:off x="2306492" y="1805375"/>
              <a:ext cx="109" cy="244"/>
            </a:xfrm>
            <a:custGeom>
              <a:avLst/>
              <a:gdLst/>
              <a:ahLst/>
              <a:cxnLst/>
              <a:rect l="l" t="t" r="r" b="b"/>
              <a:pathLst>
                <a:path w="8" h="18" extrusionOk="0">
                  <a:moveTo>
                    <a:pt x="0" y="18"/>
                  </a:moveTo>
                  <a:lnTo>
                    <a:pt x="7" y="0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05" name="Google Shape;5063;p80">
              <a:extLst>
                <a:ext uri="{FF2B5EF4-FFF2-40B4-BE49-F238E27FC236}">
                  <a16:creationId xmlns:a16="http://schemas.microsoft.com/office/drawing/2014/main" id="{C4C34FF0-4271-B547-153F-F113E9976F70}"/>
                </a:ext>
              </a:extLst>
            </p:cNvPr>
            <p:cNvSpPr/>
            <p:nvPr/>
          </p:nvSpPr>
          <p:spPr>
            <a:xfrm>
              <a:off x="2305393" y="1809652"/>
              <a:ext cx="109" cy="489"/>
            </a:xfrm>
            <a:custGeom>
              <a:avLst/>
              <a:gdLst/>
              <a:ahLst/>
              <a:cxnLst/>
              <a:rect l="l" t="t" r="r" b="b"/>
              <a:pathLst>
                <a:path w="8" h="36" extrusionOk="0">
                  <a:moveTo>
                    <a:pt x="1" y="36"/>
                  </a:moveTo>
                  <a:lnTo>
                    <a:pt x="8" y="1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06" name="Google Shape;5064;p80">
              <a:extLst>
                <a:ext uri="{FF2B5EF4-FFF2-40B4-BE49-F238E27FC236}">
                  <a16:creationId xmlns:a16="http://schemas.microsoft.com/office/drawing/2014/main" id="{F7B7264F-52B6-E0B4-570C-BAD0F1F64DB8}"/>
                </a:ext>
              </a:extLst>
            </p:cNvPr>
            <p:cNvSpPr/>
            <p:nvPr/>
          </p:nvSpPr>
          <p:spPr>
            <a:xfrm>
              <a:off x="2304687" y="1814404"/>
              <a:ext cx="14" cy="299"/>
            </a:xfrm>
            <a:custGeom>
              <a:avLst/>
              <a:gdLst/>
              <a:ahLst/>
              <a:cxnLst/>
              <a:rect l="l" t="t" r="r" b="b"/>
              <a:pathLst>
                <a:path w="1" h="22" extrusionOk="0">
                  <a:moveTo>
                    <a:pt x="0" y="22"/>
                  </a:moveTo>
                  <a:lnTo>
                    <a:pt x="0" y="22"/>
                  </a:lnTo>
                  <a:lnTo>
                    <a:pt x="0" y="1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07" name="Google Shape;5065;p80">
              <a:extLst>
                <a:ext uri="{FF2B5EF4-FFF2-40B4-BE49-F238E27FC236}">
                  <a16:creationId xmlns:a16="http://schemas.microsoft.com/office/drawing/2014/main" id="{9F047F07-0258-2DB3-D4AE-16CC703935F7}"/>
                </a:ext>
              </a:extLst>
            </p:cNvPr>
            <p:cNvSpPr/>
            <p:nvPr/>
          </p:nvSpPr>
          <p:spPr>
            <a:xfrm>
              <a:off x="2304917" y="1812313"/>
              <a:ext cx="109" cy="584"/>
            </a:xfrm>
            <a:custGeom>
              <a:avLst/>
              <a:gdLst/>
              <a:ahLst/>
              <a:cxnLst/>
              <a:rect l="l" t="t" r="r" b="b"/>
              <a:pathLst>
                <a:path w="8" h="43" extrusionOk="0">
                  <a:moveTo>
                    <a:pt x="1" y="43"/>
                  </a:moveTo>
                  <a:lnTo>
                    <a:pt x="8" y="1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08" name="Google Shape;5066;p80">
              <a:extLst>
                <a:ext uri="{FF2B5EF4-FFF2-40B4-BE49-F238E27FC236}">
                  <a16:creationId xmlns:a16="http://schemas.microsoft.com/office/drawing/2014/main" id="{D0B0EF45-3199-DDA7-7AE4-0D7FDFD83B10}"/>
                </a:ext>
              </a:extLst>
            </p:cNvPr>
            <p:cNvSpPr/>
            <p:nvPr/>
          </p:nvSpPr>
          <p:spPr>
            <a:xfrm>
              <a:off x="2305868" y="1807561"/>
              <a:ext cx="109" cy="394"/>
            </a:xfrm>
            <a:custGeom>
              <a:avLst/>
              <a:gdLst/>
              <a:ahLst/>
              <a:cxnLst/>
              <a:rect l="l" t="t" r="r" b="b"/>
              <a:pathLst>
                <a:path w="8" h="29" extrusionOk="0">
                  <a:moveTo>
                    <a:pt x="1" y="29"/>
                  </a:moveTo>
                  <a:lnTo>
                    <a:pt x="8" y="1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09" name="Google Shape;5067;p80">
              <a:extLst>
                <a:ext uri="{FF2B5EF4-FFF2-40B4-BE49-F238E27FC236}">
                  <a16:creationId xmlns:a16="http://schemas.microsoft.com/office/drawing/2014/main" id="{8BCBB914-DE48-75DC-81E6-B07AB5BF76EF}"/>
                </a:ext>
              </a:extLst>
            </p:cNvPr>
            <p:cNvSpPr/>
            <p:nvPr/>
          </p:nvSpPr>
          <p:spPr>
            <a:xfrm>
              <a:off x="2305732" y="1808186"/>
              <a:ext cx="109" cy="434"/>
            </a:xfrm>
            <a:custGeom>
              <a:avLst/>
              <a:gdLst/>
              <a:ahLst/>
              <a:cxnLst/>
              <a:rect l="l" t="t" r="r" b="b"/>
              <a:pathLst>
                <a:path w="8" h="32" extrusionOk="0">
                  <a:moveTo>
                    <a:pt x="0" y="32"/>
                  </a:moveTo>
                  <a:lnTo>
                    <a:pt x="7" y="0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10" name="Google Shape;5068;p80">
              <a:extLst>
                <a:ext uri="{FF2B5EF4-FFF2-40B4-BE49-F238E27FC236}">
                  <a16:creationId xmlns:a16="http://schemas.microsoft.com/office/drawing/2014/main" id="{78187D9C-1933-5BEA-D744-12C31BF64AF2}"/>
                </a:ext>
              </a:extLst>
            </p:cNvPr>
            <p:cNvSpPr/>
            <p:nvPr/>
          </p:nvSpPr>
          <p:spPr>
            <a:xfrm>
              <a:off x="2305107" y="1811363"/>
              <a:ext cx="109" cy="584"/>
            </a:xfrm>
            <a:custGeom>
              <a:avLst/>
              <a:gdLst/>
              <a:ahLst/>
              <a:cxnLst/>
              <a:rect l="l" t="t" r="r" b="b"/>
              <a:pathLst>
                <a:path w="8" h="43" extrusionOk="0">
                  <a:moveTo>
                    <a:pt x="1" y="43"/>
                  </a:moveTo>
                  <a:lnTo>
                    <a:pt x="8" y="1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11" name="Google Shape;5069;p80">
              <a:extLst>
                <a:ext uri="{FF2B5EF4-FFF2-40B4-BE49-F238E27FC236}">
                  <a16:creationId xmlns:a16="http://schemas.microsoft.com/office/drawing/2014/main" id="{DBDFD0A6-0413-B242-7FAB-58CFF6F5A9D3}"/>
                </a:ext>
              </a:extLst>
            </p:cNvPr>
            <p:cNvSpPr/>
            <p:nvPr/>
          </p:nvSpPr>
          <p:spPr>
            <a:xfrm>
              <a:off x="2304782" y="1813359"/>
              <a:ext cx="109" cy="638"/>
            </a:xfrm>
            <a:custGeom>
              <a:avLst/>
              <a:gdLst/>
              <a:ahLst/>
              <a:cxnLst/>
              <a:rect l="l" t="t" r="r" b="b"/>
              <a:pathLst>
                <a:path w="8" h="47" extrusionOk="0">
                  <a:moveTo>
                    <a:pt x="0" y="46"/>
                  </a:moveTo>
                  <a:lnTo>
                    <a:pt x="7" y="1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12" name="Google Shape;5070;p80">
              <a:extLst>
                <a:ext uri="{FF2B5EF4-FFF2-40B4-BE49-F238E27FC236}">
                  <a16:creationId xmlns:a16="http://schemas.microsoft.com/office/drawing/2014/main" id="{61D55873-12A7-840C-DA68-695908DB0B0D}"/>
                </a:ext>
              </a:extLst>
            </p:cNvPr>
            <p:cNvSpPr/>
            <p:nvPr/>
          </p:nvSpPr>
          <p:spPr>
            <a:xfrm>
              <a:off x="2305257" y="1810467"/>
              <a:ext cx="109" cy="530"/>
            </a:xfrm>
            <a:custGeom>
              <a:avLst/>
              <a:gdLst/>
              <a:ahLst/>
              <a:cxnLst/>
              <a:rect l="l" t="t" r="r" b="b"/>
              <a:pathLst>
                <a:path w="8" h="39" extrusionOk="0">
                  <a:moveTo>
                    <a:pt x="0" y="39"/>
                  </a:moveTo>
                  <a:lnTo>
                    <a:pt x="7" y="0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13" name="Google Shape;5071;p80">
              <a:extLst>
                <a:ext uri="{FF2B5EF4-FFF2-40B4-BE49-F238E27FC236}">
                  <a16:creationId xmlns:a16="http://schemas.microsoft.com/office/drawing/2014/main" id="{B21C4130-F9DD-18D3-E17D-F4135A818977}"/>
                </a:ext>
              </a:extLst>
            </p:cNvPr>
            <p:cNvSpPr/>
            <p:nvPr/>
          </p:nvSpPr>
          <p:spPr>
            <a:xfrm>
              <a:off x="2305542" y="1808892"/>
              <a:ext cx="109" cy="489"/>
            </a:xfrm>
            <a:custGeom>
              <a:avLst/>
              <a:gdLst/>
              <a:ahLst/>
              <a:cxnLst/>
              <a:rect l="l" t="t" r="r" b="b"/>
              <a:pathLst>
                <a:path w="8" h="36" extrusionOk="0">
                  <a:moveTo>
                    <a:pt x="0" y="36"/>
                  </a:moveTo>
                  <a:lnTo>
                    <a:pt x="7" y="1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14" name="Google Shape;5072;p80">
              <a:extLst>
                <a:ext uri="{FF2B5EF4-FFF2-40B4-BE49-F238E27FC236}">
                  <a16:creationId xmlns:a16="http://schemas.microsoft.com/office/drawing/2014/main" id="{54640D61-973E-ADA2-1804-F76BF221AD0C}"/>
                </a:ext>
              </a:extLst>
            </p:cNvPr>
            <p:cNvSpPr/>
            <p:nvPr/>
          </p:nvSpPr>
          <p:spPr>
            <a:xfrm>
              <a:off x="2306112" y="1806516"/>
              <a:ext cx="109" cy="339"/>
            </a:xfrm>
            <a:custGeom>
              <a:avLst/>
              <a:gdLst/>
              <a:ahLst/>
              <a:cxnLst/>
              <a:rect l="l" t="t" r="r" b="b"/>
              <a:pathLst>
                <a:path w="8" h="25" extrusionOk="0">
                  <a:moveTo>
                    <a:pt x="0" y="25"/>
                  </a:moveTo>
                  <a:lnTo>
                    <a:pt x="7" y="0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15" name="Google Shape;5073;p80">
              <a:extLst>
                <a:ext uri="{FF2B5EF4-FFF2-40B4-BE49-F238E27FC236}">
                  <a16:creationId xmlns:a16="http://schemas.microsoft.com/office/drawing/2014/main" id="{19F98994-2C8D-7C17-50E7-EB0412566994}"/>
                </a:ext>
              </a:extLst>
            </p:cNvPr>
            <p:cNvSpPr/>
            <p:nvPr/>
          </p:nvSpPr>
          <p:spPr>
            <a:xfrm>
              <a:off x="2306017" y="1806991"/>
              <a:ext cx="54" cy="394"/>
            </a:xfrm>
            <a:custGeom>
              <a:avLst/>
              <a:gdLst/>
              <a:ahLst/>
              <a:cxnLst/>
              <a:rect l="l" t="t" r="r" b="b"/>
              <a:pathLst>
                <a:path w="4" h="29" extrusionOk="0">
                  <a:moveTo>
                    <a:pt x="0" y="29"/>
                  </a:moveTo>
                  <a:lnTo>
                    <a:pt x="4" y="1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16" name="Google Shape;5074;p80">
              <a:extLst>
                <a:ext uri="{FF2B5EF4-FFF2-40B4-BE49-F238E27FC236}">
                  <a16:creationId xmlns:a16="http://schemas.microsoft.com/office/drawing/2014/main" id="{0E348958-5D3F-5AD9-853E-869D10396615}"/>
                </a:ext>
              </a:extLst>
            </p:cNvPr>
            <p:cNvSpPr/>
            <p:nvPr/>
          </p:nvSpPr>
          <p:spPr>
            <a:xfrm>
              <a:off x="2306682" y="1804370"/>
              <a:ext cx="434" cy="774"/>
            </a:xfrm>
            <a:custGeom>
              <a:avLst/>
              <a:gdLst/>
              <a:ahLst/>
              <a:cxnLst/>
              <a:rect l="l" t="t" r="r" b="b"/>
              <a:pathLst>
                <a:path w="32" h="57" extrusionOk="0">
                  <a:moveTo>
                    <a:pt x="32" y="1"/>
                  </a:moveTo>
                  <a:cubicBezTo>
                    <a:pt x="25" y="18"/>
                    <a:pt x="18" y="32"/>
                    <a:pt x="7" y="46"/>
                  </a:cubicBezTo>
                  <a:cubicBezTo>
                    <a:pt x="7" y="50"/>
                    <a:pt x="4" y="53"/>
                    <a:pt x="0" y="57"/>
                  </a:cubicBezTo>
                  <a:cubicBezTo>
                    <a:pt x="4" y="53"/>
                    <a:pt x="7" y="50"/>
                    <a:pt x="7" y="46"/>
                  </a:cubicBezTo>
                  <a:cubicBezTo>
                    <a:pt x="18" y="32"/>
                    <a:pt x="25" y="18"/>
                    <a:pt x="32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17" name="Google Shape;5075;p80">
              <a:extLst>
                <a:ext uri="{FF2B5EF4-FFF2-40B4-BE49-F238E27FC236}">
                  <a16:creationId xmlns:a16="http://schemas.microsoft.com/office/drawing/2014/main" id="{07DBD78A-2309-B662-BA64-09A3A4DC0F4E}"/>
                </a:ext>
              </a:extLst>
            </p:cNvPr>
            <p:cNvSpPr/>
            <p:nvPr/>
          </p:nvSpPr>
          <p:spPr>
            <a:xfrm>
              <a:off x="2307633" y="1802280"/>
              <a:ext cx="54" cy="258"/>
            </a:xfrm>
            <a:custGeom>
              <a:avLst/>
              <a:gdLst/>
              <a:ahLst/>
              <a:cxnLst/>
              <a:rect l="l" t="t" r="r" b="b"/>
              <a:pathLst>
                <a:path w="4" h="19" extrusionOk="0">
                  <a:moveTo>
                    <a:pt x="0" y="18"/>
                  </a:moveTo>
                  <a:lnTo>
                    <a:pt x="4" y="1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18" name="Google Shape;5076;p80">
              <a:extLst>
                <a:ext uri="{FF2B5EF4-FFF2-40B4-BE49-F238E27FC236}">
                  <a16:creationId xmlns:a16="http://schemas.microsoft.com/office/drawing/2014/main" id="{77A0449E-7CF0-2185-323F-44AB190C2CD0}"/>
                </a:ext>
              </a:extLst>
            </p:cNvPr>
            <p:cNvSpPr/>
            <p:nvPr/>
          </p:nvSpPr>
          <p:spPr>
            <a:xfrm>
              <a:off x="2307769" y="1801614"/>
              <a:ext cx="68" cy="258"/>
            </a:xfrm>
            <a:custGeom>
              <a:avLst/>
              <a:gdLst/>
              <a:ahLst/>
              <a:cxnLst/>
              <a:rect l="l" t="t" r="r" b="b"/>
              <a:pathLst>
                <a:path w="5" h="19" extrusionOk="0">
                  <a:moveTo>
                    <a:pt x="1" y="18"/>
                  </a:moveTo>
                  <a:lnTo>
                    <a:pt x="4" y="1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19" name="Google Shape;5077;p80">
              <a:extLst>
                <a:ext uri="{FF2B5EF4-FFF2-40B4-BE49-F238E27FC236}">
                  <a16:creationId xmlns:a16="http://schemas.microsoft.com/office/drawing/2014/main" id="{6D4A7FD1-34FF-8F23-0AF6-C68EEFCD161E}"/>
                </a:ext>
              </a:extLst>
            </p:cNvPr>
            <p:cNvSpPr/>
            <p:nvPr/>
          </p:nvSpPr>
          <p:spPr>
            <a:xfrm>
              <a:off x="2307823" y="1800759"/>
              <a:ext cx="109" cy="448"/>
            </a:xfrm>
            <a:custGeom>
              <a:avLst/>
              <a:gdLst/>
              <a:ahLst/>
              <a:cxnLst/>
              <a:rect l="l" t="t" r="r" b="b"/>
              <a:pathLst>
                <a:path w="8" h="33" extrusionOk="0">
                  <a:moveTo>
                    <a:pt x="7" y="1"/>
                  </a:moveTo>
                  <a:lnTo>
                    <a:pt x="4" y="15"/>
                  </a:lnTo>
                  <a:cubicBezTo>
                    <a:pt x="0" y="22"/>
                    <a:pt x="0" y="25"/>
                    <a:pt x="0" y="32"/>
                  </a:cubicBezTo>
                  <a:cubicBezTo>
                    <a:pt x="4" y="22"/>
                    <a:pt x="7" y="11"/>
                    <a:pt x="7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20" name="Google Shape;5078;p80">
              <a:extLst>
                <a:ext uri="{FF2B5EF4-FFF2-40B4-BE49-F238E27FC236}">
                  <a16:creationId xmlns:a16="http://schemas.microsoft.com/office/drawing/2014/main" id="{9A25B83F-070F-1ECC-01D0-E99ABDD822EB}"/>
                </a:ext>
              </a:extLst>
            </p:cNvPr>
            <p:cNvSpPr/>
            <p:nvPr/>
          </p:nvSpPr>
          <p:spPr>
            <a:xfrm>
              <a:off x="2564356" y="1700353"/>
              <a:ext cx="79157" cy="32179"/>
            </a:xfrm>
            <a:custGeom>
              <a:avLst/>
              <a:gdLst/>
              <a:ahLst/>
              <a:cxnLst/>
              <a:rect l="l" t="t" r="r" b="b"/>
              <a:pathLst>
                <a:path w="5830" h="2370" extrusionOk="0">
                  <a:moveTo>
                    <a:pt x="2643" y="1"/>
                  </a:moveTo>
                  <a:cubicBezTo>
                    <a:pt x="2561" y="1"/>
                    <a:pt x="2452" y="20"/>
                    <a:pt x="2371" y="65"/>
                  </a:cubicBezTo>
                  <a:cubicBezTo>
                    <a:pt x="2318" y="90"/>
                    <a:pt x="2283" y="135"/>
                    <a:pt x="2276" y="191"/>
                  </a:cubicBezTo>
                  <a:cubicBezTo>
                    <a:pt x="2265" y="293"/>
                    <a:pt x="2230" y="366"/>
                    <a:pt x="2160" y="405"/>
                  </a:cubicBezTo>
                  <a:cubicBezTo>
                    <a:pt x="2127" y="424"/>
                    <a:pt x="2088" y="434"/>
                    <a:pt x="2041" y="434"/>
                  </a:cubicBezTo>
                  <a:cubicBezTo>
                    <a:pt x="1953" y="434"/>
                    <a:pt x="1840" y="398"/>
                    <a:pt x="1695" y="324"/>
                  </a:cubicBezTo>
                  <a:cubicBezTo>
                    <a:pt x="1557" y="256"/>
                    <a:pt x="1390" y="224"/>
                    <a:pt x="1258" y="224"/>
                  </a:cubicBezTo>
                  <a:cubicBezTo>
                    <a:pt x="1180" y="224"/>
                    <a:pt x="1114" y="235"/>
                    <a:pt x="1075" y="258"/>
                  </a:cubicBezTo>
                  <a:cubicBezTo>
                    <a:pt x="1058" y="268"/>
                    <a:pt x="1047" y="279"/>
                    <a:pt x="1044" y="289"/>
                  </a:cubicBezTo>
                  <a:cubicBezTo>
                    <a:pt x="1023" y="492"/>
                    <a:pt x="781" y="664"/>
                    <a:pt x="669" y="713"/>
                  </a:cubicBezTo>
                  <a:lnTo>
                    <a:pt x="669" y="716"/>
                  </a:lnTo>
                  <a:lnTo>
                    <a:pt x="666" y="720"/>
                  </a:lnTo>
                  <a:lnTo>
                    <a:pt x="662" y="727"/>
                  </a:lnTo>
                  <a:lnTo>
                    <a:pt x="662" y="730"/>
                  </a:lnTo>
                  <a:lnTo>
                    <a:pt x="659" y="734"/>
                  </a:lnTo>
                  <a:lnTo>
                    <a:pt x="659" y="737"/>
                  </a:lnTo>
                  <a:lnTo>
                    <a:pt x="652" y="744"/>
                  </a:lnTo>
                  <a:lnTo>
                    <a:pt x="652" y="748"/>
                  </a:lnTo>
                  <a:lnTo>
                    <a:pt x="645" y="758"/>
                  </a:lnTo>
                  <a:lnTo>
                    <a:pt x="645" y="762"/>
                  </a:lnTo>
                  <a:lnTo>
                    <a:pt x="638" y="772"/>
                  </a:lnTo>
                  <a:lnTo>
                    <a:pt x="634" y="776"/>
                  </a:lnTo>
                  <a:lnTo>
                    <a:pt x="627" y="793"/>
                  </a:lnTo>
                  <a:lnTo>
                    <a:pt x="617" y="814"/>
                  </a:lnTo>
                  <a:lnTo>
                    <a:pt x="613" y="825"/>
                  </a:lnTo>
                  <a:lnTo>
                    <a:pt x="606" y="839"/>
                  </a:lnTo>
                  <a:lnTo>
                    <a:pt x="599" y="849"/>
                  </a:lnTo>
                  <a:lnTo>
                    <a:pt x="592" y="863"/>
                  </a:lnTo>
                  <a:lnTo>
                    <a:pt x="585" y="877"/>
                  </a:lnTo>
                  <a:lnTo>
                    <a:pt x="582" y="895"/>
                  </a:lnTo>
                  <a:lnTo>
                    <a:pt x="575" y="912"/>
                  </a:lnTo>
                  <a:lnTo>
                    <a:pt x="571" y="919"/>
                  </a:lnTo>
                  <a:cubicBezTo>
                    <a:pt x="627" y="958"/>
                    <a:pt x="676" y="1007"/>
                    <a:pt x="715" y="1059"/>
                  </a:cubicBezTo>
                  <a:lnTo>
                    <a:pt x="739" y="1091"/>
                  </a:lnTo>
                  <a:cubicBezTo>
                    <a:pt x="777" y="1134"/>
                    <a:pt x="843" y="1152"/>
                    <a:pt x="904" y="1152"/>
                  </a:cubicBezTo>
                  <a:cubicBezTo>
                    <a:pt x="924" y="1152"/>
                    <a:pt x="942" y="1150"/>
                    <a:pt x="960" y="1147"/>
                  </a:cubicBezTo>
                  <a:cubicBezTo>
                    <a:pt x="998" y="1143"/>
                    <a:pt x="1037" y="1122"/>
                    <a:pt x="1058" y="1087"/>
                  </a:cubicBezTo>
                  <a:cubicBezTo>
                    <a:pt x="1068" y="1052"/>
                    <a:pt x="1100" y="1024"/>
                    <a:pt x="1135" y="1014"/>
                  </a:cubicBezTo>
                  <a:cubicBezTo>
                    <a:pt x="1148" y="1010"/>
                    <a:pt x="1162" y="1008"/>
                    <a:pt x="1178" y="1008"/>
                  </a:cubicBezTo>
                  <a:cubicBezTo>
                    <a:pt x="1373" y="1008"/>
                    <a:pt x="1757" y="1273"/>
                    <a:pt x="1915" y="1402"/>
                  </a:cubicBezTo>
                  <a:cubicBezTo>
                    <a:pt x="1936" y="1420"/>
                    <a:pt x="1954" y="1437"/>
                    <a:pt x="1968" y="1451"/>
                  </a:cubicBezTo>
                  <a:cubicBezTo>
                    <a:pt x="1992" y="1472"/>
                    <a:pt x="2013" y="1500"/>
                    <a:pt x="2024" y="1532"/>
                  </a:cubicBezTo>
                  <a:cubicBezTo>
                    <a:pt x="2027" y="1546"/>
                    <a:pt x="2027" y="1563"/>
                    <a:pt x="2024" y="1577"/>
                  </a:cubicBezTo>
                  <a:cubicBezTo>
                    <a:pt x="2010" y="1641"/>
                    <a:pt x="1947" y="1651"/>
                    <a:pt x="1887" y="1662"/>
                  </a:cubicBezTo>
                  <a:cubicBezTo>
                    <a:pt x="1817" y="1676"/>
                    <a:pt x="1730" y="1693"/>
                    <a:pt x="1695" y="1763"/>
                  </a:cubicBezTo>
                  <a:cubicBezTo>
                    <a:pt x="1641" y="1871"/>
                    <a:pt x="1549" y="1899"/>
                    <a:pt x="1456" y="1899"/>
                  </a:cubicBezTo>
                  <a:cubicBezTo>
                    <a:pt x="1398" y="1899"/>
                    <a:pt x="1341" y="1888"/>
                    <a:pt x="1292" y="1879"/>
                  </a:cubicBezTo>
                  <a:cubicBezTo>
                    <a:pt x="1261" y="1871"/>
                    <a:pt x="1227" y="1867"/>
                    <a:pt x="1195" y="1867"/>
                  </a:cubicBezTo>
                  <a:cubicBezTo>
                    <a:pt x="1184" y="1867"/>
                    <a:pt x="1173" y="1867"/>
                    <a:pt x="1163" y="1868"/>
                  </a:cubicBezTo>
                  <a:cubicBezTo>
                    <a:pt x="1159" y="1872"/>
                    <a:pt x="1152" y="1875"/>
                    <a:pt x="1149" y="1879"/>
                  </a:cubicBezTo>
                  <a:cubicBezTo>
                    <a:pt x="1128" y="1893"/>
                    <a:pt x="1103" y="1907"/>
                    <a:pt x="1079" y="1914"/>
                  </a:cubicBezTo>
                  <a:lnTo>
                    <a:pt x="1058" y="1921"/>
                  </a:lnTo>
                  <a:lnTo>
                    <a:pt x="1040" y="1928"/>
                  </a:lnTo>
                  <a:lnTo>
                    <a:pt x="1037" y="1928"/>
                  </a:lnTo>
                  <a:cubicBezTo>
                    <a:pt x="869" y="1970"/>
                    <a:pt x="697" y="1991"/>
                    <a:pt x="526" y="1994"/>
                  </a:cubicBezTo>
                  <a:lnTo>
                    <a:pt x="494" y="1994"/>
                  </a:lnTo>
                  <a:lnTo>
                    <a:pt x="372" y="1998"/>
                  </a:lnTo>
                  <a:lnTo>
                    <a:pt x="372" y="1994"/>
                  </a:lnTo>
                  <a:lnTo>
                    <a:pt x="351" y="1994"/>
                  </a:lnTo>
                  <a:cubicBezTo>
                    <a:pt x="337" y="1994"/>
                    <a:pt x="323" y="1994"/>
                    <a:pt x="312" y="1991"/>
                  </a:cubicBezTo>
                  <a:cubicBezTo>
                    <a:pt x="309" y="1990"/>
                    <a:pt x="305" y="1990"/>
                    <a:pt x="301" y="1990"/>
                  </a:cubicBezTo>
                  <a:cubicBezTo>
                    <a:pt x="247" y="1990"/>
                    <a:pt x="153" y="2038"/>
                    <a:pt x="81" y="2113"/>
                  </a:cubicBezTo>
                  <a:cubicBezTo>
                    <a:pt x="46" y="2141"/>
                    <a:pt x="21" y="2180"/>
                    <a:pt x="0" y="2218"/>
                  </a:cubicBezTo>
                  <a:cubicBezTo>
                    <a:pt x="20" y="2219"/>
                    <a:pt x="40" y="2220"/>
                    <a:pt x="59" y="2220"/>
                  </a:cubicBezTo>
                  <a:cubicBezTo>
                    <a:pt x="112" y="2220"/>
                    <a:pt x="164" y="2216"/>
                    <a:pt x="218" y="2211"/>
                  </a:cubicBezTo>
                  <a:cubicBezTo>
                    <a:pt x="296" y="2204"/>
                    <a:pt x="379" y="2197"/>
                    <a:pt x="459" y="2197"/>
                  </a:cubicBezTo>
                  <a:cubicBezTo>
                    <a:pt x="571" y="2197"/>
                    <a:pt x="674" y="2211"/>
                    <a:pt x="746" y="2260"/>
                  </a:cubicBezTo>
                  <a:cubicBezTo>
                    <a:pt x="775" y="2278"/>
                    <a:pt x="804" y="2286"/>
                    <a:pt x="835" y="2286"/>
                  </a:cubicBezTo>
                  <a:cubicBezTo>
                    <a:pt x="876" y="2286"/>
                    <a:pt x="920" y="2273"/>
                    <a:pt x="974" y="2253"/>
                  </a:cubicBezTo>
                  <a:cubicBezTo>
                    <a:pt x="1017" y="2239"/>
                    <a:pt x="1068" y="2222"/>
                    <a:pt x="1118" y="2222"/>
                  </a:cubicBezTo>
                  <a:cubicBezTo>
                    <a:pt x="1169" y="2222"/>
                    <a:pt x="1220" y="2240"/>
                    <a:pt x="1261" y="2299"/>
                  </a:cubicBezTo>
                  <a:cubicBezTo>
                    <a:pt x="1292" y="2343"/>
                    <a:pt x="1345" y="2354"/>
                    <a:pt x="1417" y="2354"/>
                  </a:cubicBezTo>
                  <a:cubicBezTo>
                    <a:pt x="1442" y="2354"/>
                    <a:pt x="1469" y="2353"/>
                    <a:pt x="1499" y="2351"/>
                  </a:cubicBezTo>
                  <a:lnTo>
                    <a:pt x="1544" y="2348"/>
                  </a:lnTo>
                  <a:lnTo>
                    <a:pt x="1600" y="2348"/>
                  </a:lnTo>
                  <a:cubicBezTo>
                    <a:pt x="1614" y="2348"/>
                    <a:pt x="1625" y="2348"/>
                    <a:pt x="1639" y="2351"/>
                  </a:cubicBezTo>
                  <a:lnTo>
                    <a:pt x="1646" y="2351"/>
                  </a:lnTo>
                  <a:cubicBezTo>
                    <a:pt x="1660" y="2355"/>
                    <a:pt x="1670" y="2358"/>
                    <a:pt x="1684" y="2362"/>
                  </a:cubicBezTo>
                  <a:cubicBezTo>
                    <a:pt x="1697" y="2367"/>
                    <a:pt x="1727" y="2369"/>
                    <a:pt x="1768" y="2369"/>
                  </a:cubicBezTo>
                  <a:cubicBezTo>
                    <a:pt x="1840" y="2369"/>
                    <a:pt x="1946" y="2362"/>
                    <a:pt x="2059" y="2351"/>
                  </a:cubicBezTo>
                  <a:cubicBezTo>
                    <a:pt x="2146" y="2341"/>
                    <a:pt x="2244" y="2330"/>
                    <a:pt x="2336" y="2316"/>
                  </a:cubicBezTo>
                  <a:lnTo>
                    <a:pt x="2339" y="2313"/>
                  </a:lnTo>
                  <a:lnTo>
                    <a:pt x="2346" y="2299"/>
                  </a:lnTo>
                  <a:cubicBezTo>
                    <a:pt x="2350" y="2295"/>
                    <a:pt x="2353" y="2288"/>
                    <a:pt x="2357" y="2281"/>
                  </a:cubicBezTo>
                  <a:lnTo>
                    <a:pt x="2364" y="2271"/>
                  </a:lnTo>
                  <a:cubicBezTo>
                    <a:pt x="2367" y="2264"/>
                    <a:pt x="2367" y="2257"/>
                    <a:pt x="2371" y="2253"/>
                  </a:cubicBezTo>
                  <a:lnTo>
                    <a:pt x="2374" y="2239"/>
                  </a:lnTo>
                  <a:cubicBezTo>
                    <a:pt x="2374" y="2232"/>
                    <a:pt x="2378" y="2229"/>
                    <a:pt x="2381" y="2222"/>
                  </a:cubicBezTo>
                  <a:lnTo>
                    <a:pt x="2385" y="2208"/>
                  </a:lnTo>
                  <a:cubicBezTo>
                    <a:pt x="2385" y="2204"/>
                    <a:pt x="2385" y="2197"/>
                    <a:pt x="2388" y="2194"/>
                  </a:cubicBezTo>
                  <a:cubicBezTo>
                    <a:pt x="2388" y="2187"/>
                    <a:pt x="2388" y="2183"/>
                    <a:pt x="2388" y="2180"/>
                  </a:cubicBezTo>
                  <a:cubicBezTo>
                    <a:pt x="2392" y="2176"/>
                    <a:pt x="2388" y="2169"/>
                    <a:pt x="2392" y="2162"/>
                  </a:cubicBezTo>
                  <a:cubicBezTo>
                    <a:pt x="2395" y="2159"/>
                    <a:pt x="2392" y="2155"/>
                    <a:pt x="2392" y="2152"/>
                  </a:cubicBezTo>
                  <a:lnTo>
                    <a:pt x="2392" y="2138"/>
                  </a:lnTo>
                  <a:lnTo>
                    <a:pt x="2392" y="2131"/>
                  </a:lnTo>
                  <a:lnTo>
                    <a:pt x="2392" y="2110"/>
                  </a:lnTo>
                  <a:cubicBezTo>
                    <a:pt x="2388" y="2068"/>
                    <a:pt x="2399" y="2029"/>
                    <a:pt x="2423" y="1994"/>
                  </a:cubicBezTo>
                  <a:cubicBezTo>
                    <a:pt x="2465" y="1935"/>
                    <a:pt x="2539" y="1924"/>
                    <a:pt x="2598" y="1917"/>
                  </a:cubicBezTo>
                  <a:cubicBezTo>
                    <a:pt x="2626" y="1914"/>
                    <a:pt x="2658" y="1907"/>
                    <a:pt x="2686" y="1900"/>
                  </a:cubicBezTo>
                  <a:cubicBezTo>
                    <a:pt x="2735" y="1879"/>
                    <a:pt x="2777" y="1847"/>
                    <a:pt x="2812" y="1809"/>
                  </a:cubicBezTo>
                  <a:cubicBezTo>
                    <a:pt x="2871" y="1756"/>
                    <a:pt x="2931" y="1704"/>
                    <a:pt x="3008" y="1704"/>
                  </a:cubicBezTo>
                  <a:cubicBezTo>
                    <a:pt x="3046" y="1693"/>
                    <a:pt x="3085" y="1679"/>
                    <a:pt x="3116" y="1655"/>
                  </a:cubicBezTo>
                  <a:cubicBezTo>
                    <a:pt x="3173" y="1622"/>
                    <a:pt x="3235" y="1588"/>
                    <a:pt x="3299" y="1588"/>
                  </a:cubicBezTo>
                  <a:cubicBezTo>
                    <a:pt x="3319" y="1588"/>
                    <a:pt x="3338" y="1591"/>
                    <a:pt x="3358" y="1599"/>
                  </a:cubicBezTo>
                  <a:cubicBezTo>
                    <a:pt x="3396" y="1616"/>
                    <a:pt x="3435" y="1637"/>
                    <a:pt x="3466" y="1665"/>
                  </a:cubicBezTo>
                  <a:lnTo>
                    <a:pt x="3501" y="1690"/>
                  </a:lnTo>
                  <a:cubicBezTo>
                    <a:pt x="3543" y="1718"/>
                    <a:pt x="3571" y="1733"/>
                    <a:pt x="3595" y="1733"/>
                  </a:cubicBezTo>
                  <a:cubicBezTo>
                    <a:pt x="3609" y="1733"/>
                    <a:pt x="3621" y="1728"/>
                    <a:pt x="3634" y="1718"/>
                  </a:cubicBezTo>
                  <a:cubicBezTo>
                    <a:pt x="3673" y="1686"/>
                    <a:pt x="3718" y="1662"/>
                    <a:pt x="3771" y="1648"/>
                  </a:cubicBezTo>
                  <a:cubicBezTo>
                    <a:pt x="3816" y="1634"/>
                    <a:pt x="3858" y="1620"/>
                    <a:pt x="3953" y="1507"/>
                  </a:cubicBezTo>
                  <a:cubicBezTo>
                    <a:pt x="4075" y="1360"/>
                    <a:pt x="4177" y="1322"/>
                    <a:pt x="4289" y="1322"/>
                  </a:cubicBezTo>
                  <a:cubicBezTo>
                    <a:pt x="4327" y="1322"/>
                    <a:pt x="4366" y="1322"/>
                    <a:pt x="4408" y="1329"/>
                  </a:cubicBezTo>
                  <a:lnTo>
                    <a:pt x="4450" y="1332"/>
                  </a:lnTo>
                  <a:lnTo>
                    <a:pt x="4457" y="1332"/>
                  </a:lnTo>
                  <a:lnTo>
                    <a:pt x="4506" y="1339"/>
                  </a:lnTo>
                  <a:cubicBezTo>
                    <a:pt x="4530" y="1342"/>
                    <a:pt x="4552" y="1344"/>
                    <a:pt x="4573" y="1344"/>
                  </a:cubicBezTo>
                  <a:cubicBezTo>
                    <a:pt x="4681" y="1344"/>
                    <a:pt x="4751" y="1307"/>
                    <a:pt x="4804" y="1248"/>
                  </a:cubicBezTo>
                  <a:cubicBezTo>
                    <a:pt x="4832" y="1213"/>
                    <a:pt x="4860" y="1175"/>
                    <a:pt x="4877" y="1133"/>
                  </a:cubicBezTo>
                  <a:cubicBezTo>
                    <a:pt x="4933" y="1021"/>
                    <a:pt x="5052" y="979"/>
                    <a:pt x="5157" y="940"/>
                  </a:cubicBezTo>
                  <a:cubicBezTo>
                    <a:pt x="5217" y="926"/>
                    <a:pt x="5273" y="898"/>
                    <a:pt x="5322" y="867"/>
                  </a:cubicBezTo>
                  <a:cubicBezTo>
                    <a:pt x="5451" y="772"/>
                    <a:pt x="5682" y="674"/>
                    <a:pt x="5794" y="629"/>
                  </a:cubicBezTo>
                  <a:lnTo>
                    <a:pt x="5822" y="618"/>
                  </a:lnTo>
                  <a:cubicBezTo>
                    <a:pt x="5822" y="618"/>
                    <a:pt x="5822" y="615"/>
                    <a:pt x="5826" y="611"/>
                  </a:cubicBezTo>
                  <a:cubicBezTo>
                    <a:pt x="5826" y="608"/>
                    <a:pt x="5829" y="601"/>
                    <a:pt x="5829" y="590"/>
                  </a:cubicBezTo>
                  <a:lnTo>
                    <a:pt x="5829" y="590"/>
                  </a:lnTo>
                  <a:lnTo>
                    <a:pt x="5819" y="597"/>
                  </a:lnTo>
                  <a:lnTo>
                    <a:pt x="5815" y="597"/>
                  </a:lnTo>
                  <a:lnTo>
                    <a:pt x="5798" y="587"/>
                  </a:lnTo>
                  <a:lnTo>
                    <a:pt x="5787" y="583"/>
                  </a:lnTo>
                  <a:lnTo>
                    <a:pt x="5777" y="576"/>
                  </a:lnTo>
                  <a:lnTo>
                    <a:pt x="5763" y="573"/>
                  </a:lnTo>
                  <a:lnTo>
                    <a:pt x="5756" y="569"/>
                  </a:lnTo>
                  <a:lnTo>
                    <a:pt x="5742" y="566"/>
                  </a:lnTo>
                  <a:lnTo>
                    <a:pt x="5651" y="566"/>
                  </a:lnTo>
                  <a:cubicBezTo>
                    <a:pt x="5642" y="567"/>
                    <a:pt x="5634" y="567"/>
                    <a:pt x="5625" y="567"/>
                  </a:cubicBezTo>
                  <a:cubicBezTo>
                    <a:pt x="5567" y="567"/>
                    <a:pt x="5511" y="547"/>
                    <a:pt x="5462" y="513"/>
                  </a:cubicBezTo>
                  <a:cubicBezTo>
                    <a:pt x="5430" y="492"/>
                    <a:pt x="5402" y="468"/>
                    <a:pt x="5378" y="440"/>
                  </a:cubicBezTo>
                  <a:cubicBezTo>
                    <a:pt x="5297" y="342"/>
                    <a:pt x="5248" y="321"/>
                    <a:pt x="5192" y="321"/>
                  </a:cubicBezTo>
                  <a:cubicBezTo>
                    <a:pt x="5171" y="321"/>
                    <a:pt x="5150" y="324"/>
                    <a:pt x="5129" y="324"/>
                  </a:cubicBezTo>
                  <a:cubicBezTo>
                    <a:pt x="5098" y="330"/>
                    <a:pt x="5067" y="333"/>
                    <a:pt x="5036" y="333"/>
                  </a:cubicBezTo>
                  <a:cubicBezTo>
                    <a:pt x="4988" y="333"/>
                    <a:pt x="4941" y="326"/>
                    <a:pt x="4895" y="314"/>
                  </a:cubicBezTo>
                  <a:lnTo>
                    <a:pt x="4870" y="307"/>
                  </a:lnTo>
                  <a:cubicBezTo>
                    <a:pt x="4669" y="262"/>
                    <a:pt x="4148" y="205"/>
                    <a:pt x="3810" y="205"/>
                  </a:cubicBezTo>
                  <a:cubicBezTo>
                    <a:pt x="3801" y="205"/>
                    <a:pt x="3791" y="205"/>
                    <a:pt x="3781" y="205"/>
                  </a:cubicBezTo>
                  <a:cubicBezTo>
                    <a:pt x="3764" y="204"/>
                    <a:pt x="3746" y="203"/>
                    <a:pt x="3728" y="203"/>
                  </a:cubicBezTo>
                  <a:cubicBezTo>
                    <a:pt x="3661" y="203"/>
                    <a:pt x="3593" y="213"/>
                    <a:pt x="3529" y="230"/>
                  </a:cubicBezTo>
                  <a:cubicBezTo>
                    <a:pt x="3492" y="245"/>
                    <a:pt x="3451" y="252"/>
                    <a:pt x="3406" y="252"/>
                  </a:cubicBezTo>
                  <a:cubicBezTo>
                    <a:pt x="3234" y="252"/>
                    <a:pt x="3010" y="151"/>
                    <a:pt x="2791" y="37"/>
                  </a:cubicBezTo>
                  <a:lnTo>
                    <a:pt x="2745" y="16"/>
                  </a:lnTo>
                  <a:cubicBezTo>
                    <a:pt x="2724" y="6"/>
                    <a:pt x="2687" y="1"/>
                    <a:pt x="2643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21" name="Google Shape;5079;p80">
              <a:extLst>
                <a:ext uri="{FF2B5EF4-FFF2-40B4-BE49-F238E27FC236}">
                  <a16:creationId xmlns:a16="http://schemas.microsoft.com/office/drawing/2014/main" id="{A2548EAC-2385-4029-3C32-65DF296D924F}"/>
                </a:ext>
              </a:extLst>
            </p:cNvPr>
            <p:cNvSpPr/>
            <p:nvPr/>
          </p:nvSpPr>
          <p:spPr>
            <a:xfrm>
              <a:off x="2342432" y="1695723"/>
              <a:ext cx="47874" cy="20841"/>
            </a:xfrm>
            <a:custGeom>
              <a:avLst/>
              <a:gdLst/>
              <a:ahLst/>
              <a:cxnLst/>
              <a:rect l="l" t="t" r="r" b="b"/>
              <a:pathLst>
                <a:path w="3526" h="1535" extrusionOk="0">
                  <a:moveTo>
                    <a:pt x="118" y="1"/>
                  </a:moveTo>
                  <a:cubicBezTo>
                    <a:pt x="101" y="1"/>
                    <a:pt x="85" y="1"/>
                    <a:pt x="70" y="4"/>
                  </a:cubicBezTo>
                  <a:lnTo>
                    <a:pt x="60" y="4"/>
                  </a:lnTo>
                  <a:lnTo>
                    <a:pt x="49" y="7"/>
                  </a:lnTo>
                  <a:lnTo>
                    <a:pt x="46" y="7"/>
                  </a:lnTo>
                  <a:lnTo>
                    <a:pt x="32" y="11"/>
                  </a:lnTo>
                  <a:lnTo>
                    <a:pt x="25" y="14"/>
                  </a:lnTo>
                  <a:lnTo>
                    <a:pt x="7" y="25"/>
                  </a:lnTo>
                  <a:lnTo>
                    <a:pt x="0" y="28"/>
                  </a:lnTo>
                  <a:cubicBezTo>
                    <a:pt x="81" y="56"/>
                    <a:pt x="161" y="84"/>
                    <a:pt x="245" y="105"/>
                  </a:cubicBezTo>
                  <a:cubicBezTo>
                    <a:pt x="476" y="168"/>
                    <a:pt x="718" y="235"/>
                    <a:pt x="767" y="490"/>
                  </a:cubicBezTo>
                  <a:cubicBezTo>
                    <a:pt x="795" y="651"/>
                    <a:pt x="851" y="700"/>
                    <a:pt x="896" y="746"/>
                  </a:cubicBezTo>
                  <a:cubicBezTo>
                    <a:pt x="973" y="819"/>
                    <a:pt x="1022" y="882"/>
                    <a:pt x="973" y="1082"/>
                  </a:cubicBezTo>
                  <a:cubicBezTo>
                    <a:pt x="963" y="1124"/>
                    <a:pt x="945" y="1162"/>
                    <a:pt x="921" y="1197"/>
                  </a:cubicBezTo>
                  <a:lnTo>
                    <a:pt x="935" y="1197"/>
                  </a:lnTo>
                  <a:cubicBezTo>
                    <a:pt x="973" y="1200"/>
                    <a:pt x="1012" y="1201"/>
                    <a:pt x="1050" y="1201"/>
                  </a:cubicBezTo>
                  <a:cubicBezTo>
                    <a:pt x="1127" y="1201"/>
                    <a:pt x="1203" y="1196"/>
                    <a:pt x="1278" y="1187"/>
                  </a:cubicBezTo>
                  <a:lnTo>
                    <a:pt x="1295" y="1187"/>
                  </a:lnTo>
                  <a:lnTo>
                    <a:pt x="1306" y="1183"/>
                  </a:lnTo>
                  <a:lnTo>
                    <a:pt x="1316" y="1183"/>
                  </a:lnTo>
                  <a:lnTo>
                    <a:pt x="1327" y="1180"/>
                  </a:lnTo>
                  <a:lnTo>
                    <a:pt x="1341" y="1176"/>
                  </a:lnTo>
                  <a:cubicBezTo>
                    <a:pt x="1375" y="1163"/>
                    <a:pt x="1406" y="1156"/>
                    <a:pt x="1434" y="1156"/>
                  </a:cubicBezTo>
                  <a:cubicBezTo>
                    <a:pt x="1558" y="1156"/>
                    <a:pt x="1635" y="1273"/>
                    <a:pt x="1712" y="1390"/>
                  </a:cubicBezTo>
                  <a:cubicBezTo>
                    <a:pt x="1736" y="1428"/>
                    <a:pt x="1764" y="1467"/>
                    <a:pt x="1792" y="1509"/>
                  </a:cubicBezTo>
                  <a:lnTo>
                    <a:pt x="1796" y="1512"/>
                  </a:lnTo>
                  <a:lnTo>
                    <a:pt x="1817" y="1516"/>
                  </a:lnTo>
                  <a:cubicBezTo>
                    <a:pt x="1848" y="1512"/>
                    <a:pt x="1880" y="1505"/>
                    <a:pt x="1911" y="1498"/>
                  </a:cubicBezTo>
                  <a:lnTo>
                    <a:pt x="1929" y="1495"/>
                  </a:lnTo>
                  <a:lnTo>
                    <a:pt x="2013" y="1474"/>
                  </a:lnTo>
                  <a:cubicBezTo>
                    <a:pt x="2115" y="1449"/>
                    <a:pt x="2220" y="1428"/>
                    <a:pt x="2325" y="1414"/>
                  </a:cubicBezTo>
                  <a:cubicBezTo>
                    <a:pt x="2339" y="1414"/>
                    <a:pt x="2353" y="1411"/>
                    <a:pt x="2370" y="1411"/>
                  </a:cubicBezTo>
                  <a:lnTo>
                    <a:pt x="2489" y="1411"/>
                  </a:lnTo>
                  <a:lnTo>
                    <a:pt x="2542" y="1414"/>
                  </a:lnTo>
                  <a:lnTo>
                    <a:pt x="2549" y="1414"/>
                  </a:lnTo>
                  <a:lnTo>
                    <a:pt x="2608" y="1421"/>
                  </a:lnTo>
                  <a:lnTo>
                    <a:pt x="2622" y="1421"/>
                  </a:lnTo>
                  <a:lnTo>
                    <a:pt x="2671" y="1428"/>
                  </a:lnTo>
                  <a:lnTo>
                    <a:pt x="2692" y="1432"/>
                  </a:lnTo>
                  <a:lnTo>
                    <a:pt x="2717" y="1435"/>
                  </a:lnTo>
                  <a:cubicBezTo>
                    <a:pt x="2717" y="1425"/>
                    <a:pt x="2717" y="1418"/>
                    <a:pt x="2720" y="1407"/>
                  </a:cubicBezTo>
                  <a:cubicBezTo>
                    <a:pt x="2720" y="1400"/>
                    <a:pt x="2724" y="1397"/>
                    <a:pt x="2724" y="1390"/>
                  </a:cubicBezTo>
                  <a:cubicBezTo>
                    <a:pt x="2727" y="1386"/>
                    <a:pt x="2727" y="1379"/>
                    <a:pt x="2731" y="1376"/>
                  </a:cubicBezTo>
                  <a:cubicBezTo>
                    <a:pt x="2748" y="1337"/>
                    <a:pt x="2783" y="1313"/>
                    <a:pt x="2825" y="1309"/>
                  </a:cubicBezTo>
                  <a:cubicBezTo>
                    <a:pt x="2830" y="1308"/>
                    <a:pt x="2835" y="1307"/>
                    <a:pt x="2839" y="1307"/>
                  </a:cubicBezTo>
                  <a:cubicBezTo>
                    <a:pt x="2844" y="1307"/>
                    <a:pt x="2848" y="1308"/>
                    <a:pt x="2853" y="1309"/>
                  </a:cubicBezTo>
                  <a:lnTo>
                    <a:pt x="2860" y="1309"/>
                  </a:lnTo>
                  <a:cubicBezTo>
                    <a:pt x="2874" y="1309"/>
                    <a:pt x="2888" y="1309"/>
                    <a:pt x="2902" y="1313"/>
                  </a:cubicBezTo>
                  <a:cubicBezTo>
                    <a:pt x="2920" y="1316"/>
                    <a:pt x="2934" y="1320"/>
                    <a:pt x="2951" y="1323"/>
                  </a:cubicBezTo>
                  <a:cubicBezTo>
                    <a:pt x="2965" y="1330"/>
                    <a:pt x="2983" y="1337"/>
                    <a:pt x="3000" y="1344"/>
                  </a:cubicBezTo>
                  <a:lnTo>
                    <a:pt x="3004" y="1344"/>
                  </a:lnTo>
                  <a:cubicBezTo>
                    <a:pt x="3018" y="1348"/>
                    <a:pt x="3032" y="1358"/>
                    <a:pt x="3046" y="1365"/>
                  </a:cubicBezTo>
                  <a:lnTo>
                    <a:pt x="3049" y="1369"/>
                  </a:lnTo>
                  <a:cubicBezTo>
                    <a:pt x="3067" y="1376"/>
                    <a:pt x="3081" y="1383"/>
                    <a:pt x="3095" y="1390"/>
                  </a:cubicBezTo>
                  <a:lnTo>
                    <a:pt x="3098" y="1393"/>
                  </a:lnTo>
                  <a:cubicBezTo>
                    <a:pt x="3112" y="1404"/>
                    <a:pt x="3126" y="1411"/>
                    <a:pt x="3137" y="1418"/>
                  </a:cubicBezTo>
                  <a:lnTo>
                    <a:pt x="3144" y="1421"/>
                  </a:lnTo>
                  <a:cubicBezTo>
                    <a:pt x="3154" y="1432"/>
                    <a:pt x="3165" y="1439"/>
                    <a:pt x="3175" y="1446"/>
                  </a:cubicBezTo>
                  <a:lnTo>
                    <a:pt x="3179" y="1449"/>
                  </a:lnTo>
                  <a:cubicBezTo>
                    <a:pt x="3189" y="1456"/>
                    <a:pt x="3196" y="1463"/>
                    <a:pt x="3203" y="1474"/>
                  </a:cubicBezTo>
                  <a:cubicBezTo>
                    <a:pt x="3262" y="1513"/>
                    <a:pt x="3329" y="1534"/>
                    <a:pt x="3400" y="1534"/>
                  </a:cubicBezTo>
                  <a:cubicBezTo>
                    <a:pt x="3406" y="1534"/>
                    <a:pt x="3411" y="1534"/>
                    <a:pt x="3417" y="1533"/>
                  </a:cubicBezTo>
                  <a:cubicBezTo>
                    <a:pt x="3422" y="1534"/>
                    <a:pt x="3427" y="1534"/>
                    <a:pt x="3432" y="1534"/>
                  </a:cubicBezTo>
                  <a:cubicBezTo>
                    <a:pt x="3465" y="1534"/>
                    <a:pt x="3498" y="1524"/>
                    <a:pt x="3525" y="1509"/>
                  </a:cubicBezTo>
                  <a:cubicBezTo>
                    <a:pt x="3504" y="1488"/>
                    <a:pt x="3480" y="1467"/>
                    <a:pt x="3452" y="1449"/>
                  </a:cubicBezTo>
                  <a:cubicBezTo>
                    <a:pt x="3410" y="1418"/>
                    <a:pt x="3375" y="1383"/>
                    <a:pt x="3343" y="1344"/>
                  </a:cubicBezTo>
                  <a:cubicBezTo>
                    <a:pt x="3340" y="1337"/>
                    <a:pt x="3336" y="1327"/>
                    <a:pt x="3333" y="1320"/>
                  </a:cubicBezTo>
                  <a:lnTo>
                    <a:pt x="3333" y="1316"/>
                  </a:lnTo>
                  <a:cubicBezTo>
                    <a:pt x="3333" y="1309"/>
                    <a:pt x="3329" y="1302"/>
                    <a:pt x="3329" y="1292"/>
                  </a:cubicBezTo>
                  <a:cubicBezTo>
                    <a:pt x="3329" y="1281"/>
                    <a:pt x="3329" y="1274"/>
                    <a:pt x="3329" y="1267"/>
                  </a:cubicBezTo>
                  <a:lnTo>
                    <a:pt x="3329" y="1264"/>
                  </a:lnTo>
                  <a:cubicBezTo>
                    <a:pt x="3333" y="1257"/>
                    <a:pt x="3333" y="1246"/>
                    <a:pt x="3336" y="1239"/>
                  </a:cubicBezTo>
                  <a:lnTo>
                    <a:pt x="3336" y="1236"/>
                  </a:lnTo>
                  <a:cubicBezTo>
                    <a:pt x="3340" y="1229"/>
                    <a:pt x="3343" y="1222"/>
                    <a:pt x="3347" y="1211"/>
                  </a:cubicBezTo>
                  <a:lnTo>
                    <a:pt x="3347" y="1208"/>
                  </a:lnTo>
                  <a:cubicBezTo>
                    <a:pt x="3350" y="1201"/>
                    <a:pt x="3357" y="1194"/>
                    <a:pt x="3361" y="1183"/>
                  </a:cubicBezTo>
                  <a:lnTo>
                    <a:pt x="3364" y="1180"/>
                  </a:lnTo>
                  <a:cubicBezTo>
                    <a:pt x="3368" y="1169"/>
                    <a:pt x="3375" y="1162"/>
                    <a:pt x="3382" y="1155"/>
                  </a:cubicBezTo>
                  <a:lnTo>
                    <a:pt x="3399" y="1131"/>
                  </a:lnTo>
                  <a:lnTo>
                    <a:pt x="3399" y="1127"/>
                  </a:lnTo>
                  <a:lnTo>
                    <a:pt x="3336" y="1089"/>
                  </a:lnTo>
                  <a:cubicBezTo>
                    <a:pt x="3291" y="1057"/>
                    <a:pt x="3242" y="1029"/>
                    <a:pt x="3189" y="1005"/>
                  </a:cubicBezTo>
                  <a:lnTo>
                    <a:pt x="3179" y="1001"/>
                  </a:lnTo>
                  <a:cubicBezTo>
                    <a:pt x="3175" y="1001"/>
                    <a:pt x="3168" y="1005"/>
                    <a:pt x="3165" y="1005"/>
                  </a:cubicBezTo>
                  <a:cubicBezTo>
                    <a:pt x="3147" y="1005"/>
                    <a:pt x="3133" y="1001"/>
                    <a:pt x="3116" y="994"/>
                  </a:cubicBezTo>
                  <a:cubicBezTo>
                    <a:pt x="3074" y="966"/>
                    <a:pt x="3053" y="907"/>
                    <a:pt x="3035" y="826"/>
                  </a:cubicBezTo>
                  <a:lnTo>
                    <a:pt x="3028" y="805"/>
                  </a:lnTo>
                  <a:cubicBezTo>
                    <a:pt x="3021" y="760"/>
                    <a:pt x="3007" y="718"/>
                    <a:pt x="2990" y="672"/>
                  </a:cubicBezTo>
                  <a:cubicBezTo>
                    <a:pt x="2990" y="669"/>
                    <a:pt x="2986" y="665"/>
                    <a:pt x="2986" y="662"/>
                  </a:cubicBezTo>
                  <a:cubicBezTo>
                    <a:pt x="2937" y="662"/>
                    <a:pt x="2895" y="644"/>
                    <a:pt x="2860" y="613"/>
                  </a:cubicBezTo>
                  <a:cubicBezTo>
                    <a:pt x="2846" y="599"/>
                    <a:pt x="2825" y="588"/>
                    <a:pt x="2801" y="588"/>
                  </a:cubicBezTo>
                  <a:lnTo>
                    <a:pt x="2664" y="588"/>
                  </a:lnTo>
                  <a:cubicBezTo>
                    <a:pt x="2622" y="588"/>
                    <a:pt x="2584" y="592"/>
                    <a:pt x="2552" y="595"/>
                  </a:cubicBezTo>
                  <a:cubicBezTo>
                    <a:pt x="2521" y="599"/>
                    <a:pt x="2489" y="599"/>
                    <a:pt x="2465" y="602"/>
                  </a:cubicBezTo>
                  <a:cubicBezTo>
                    <a:pt x="2335" y="616"/>
                    <a:pt x="2297" y="637"/>
                    <a:pt x="2286" y="648"/>
                  </a:cubicBezTo>
                  <a:cubicBezTo>
                    <a:pt x="2276" y="655"/>
                    <a:pt x="2265" y="658"/>
                    <a:pt x="2255" y="665"/>
                  </a:cubicBezTo>
                  <a:cubicBezTo>
                    <a:pt x="2239" y="671"/>
                    <a:pt x="2223" y="674"/>
                    <a:pt x="2208" y="674"/>
                  </a:cubicBezTo>
                  <a:cubicBezTo>
                    <a:pt x="2139" y="674"/>
                    <a:pt x="2075" y="617"/>
                    <a:pt x="2024" y="571"/>
                  </a:cubicBezTo>
                  <a:cubicBezTo>
                    <a:pt x="1985" y="536"/>
                    <a:pt x="1936" y="490"/>
                    <a:pt x="1904" y="490"/>
                  </a:cubicBezTo>
                  <a:cubicBezTo>
                    <a:pt x="1743" y="490"/>
                    <a:pt x="1582" y="333"/>
                    <a:pt x="1516" y="249"/>
                  </a:cubicBezTo>
                  <a:cubicBezTo>
                    <a:pt x="1500" y="239"/>
                    <a:pt x="1456" y="236"/>
                    <a:pt x="1403" y="236"/>
                  </a:cubicBezTo>
                  <a:cubicBezTo>
                    <a:pt x="1343" y="236"/>
                    <a:pt x="1271" y="240"/>
                    <a:pt x="1215" y="242"/>
                  </a:cubicBezTo>
                  <a:cubicBezTo>
                    <a:pt x="1138" y="245"/>
                    <a:pt x="1061" y="250"/>
                    <a:pt x="988" y="250"/>
                  </a:cubicBezTo>
                  <a:cubicBezTo>
                    <a:pt x="861" y="250"/>
                    <a:pt x="748" y="237"/>
                    <a:pt x="679" y="186"/>
                  </a:cubicBezTo>
                  <a:cubicBezTo>
                    <a:pt x="537" y="84"/>
                    <a:pt x="278" y="1"/>
                    <a:pt x="118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22" name="Google Shape;5080;p80">
              <a:extLst>
                <a:ext uri="{FF2B5EF4-FFF2-40B4-BE49-F238E27FC236}">
                  <a16:creationId xmlns:a16="http://schemas.microsoft.com/office/drawing/2014/main" id="{096B8043-3140-8378-1B3D-55E189C4CB42}"/>
                </a:ext>
              </a:extLst>
            </p:cNvPr>
            <p:cNvSpPr/>
            <p:nvPr/>
          </p:nvSpPr>
          <p:spPr>
            <a:xfrm>
              <a:off x="2240180" y="1709559"/>
              <a:ext cx="19076" cy="11745"/>
            </a:xfrm>
            <a:custGeom>
              <a:avLst/>
              <a:gdLst/>
              <a:ahLst/>
              <a:cxnLst/>
              <a:rect l="l" t="t" r="r" b="b"/>
              <a:pathLst>
                <a:path w="1405" h="865" extrusionOk="0">
                  <a:moveTo>
                    <a:pt x="452" y="1"/>
                  </a:moveTo>
                  <a:cubicBezTo>
                    <a:pt x="394" y="1"/>
                    <a:pt x="335" y="5"/>
                    <a:pt x="284" y="10"/>
                  </a:cubicBezTo>
                  <a:lnTo>
                    <a:pt x="246" y="10"/>
                  </a:lnTo>
                  <a:cubicBezTo>
                    <a:pt x="221" y="14"/>
                    <a:pt x="197" y="17"/>
                    <a:pt x="179" y="24"/>
                  </a:cubicBezTo>
                  <a:cubicBezTo>
                    <a:pt x="179" y="28"/>
                    <a:pt x="179" y="31"/>
                    <a:pt x="183" y="35"/>
                  </a:cubicBezTo>
                  <a:cubicBezTo>
                    <a:pt x="183" y="45"/>
                    <a:pt x="186" y="56"/>
                    <a:pt x="190" y="70"/>
                  </a:cubicBezTo>
                  <a:lnTo>
                    <a:pt x="204" y="112"/>
                  </a:lnTo>
                  <a:lnTo>
                    <a:pt x="221" y="175"/>
                  </a:lnTo>
                  <a:cubicBezTo>
                    <a:pt x="221" y="185"/>
                    <a:pt x="225" y="192"/>
                    <a:pt x="225" y="199"/>
                  </a:cubicBezTo>
                  <a:cubicBezTo>
                    <a:pt x="228" y="210"/>
                    <a:pt x="232" y="220"/>
                    <a:pt x="232" y="231"/>
                  </a:cubicBezTo>
                  <a:cubicBezTo>
                    <a:pt x="235" y="241"/>
                    <a:pt x="235" y="245"/>
                    <a:pt x="235" y="252"/>
                  </a:cubicBezTo>
                  <a:cubicBezTo>
                    <a:pt x="239" y="259"/>
                    <a:pt x="242" y="273"/>
                    <a:pt x="242" y="283"/>
                  </a:cubicBezTo>
                  <a:cubicBezTo>
                    <a:pt x="246" y="301"/>
                    <a:pt x="246" y="315"/>
                    <a:pt x="246" y="332"/>
                  </a:cubicBezTo>
                  <a:cubicBezTo>
                    <a:pt x="246" y="437"/>
                    <a:pt x="179" y="497"/>
                    <a:pt x="134" y="539"/>
                  </a:cubicBezTo>
                  <a:cubicBezTo>
                    <a:pt x="116" y="553"/>
                    <a:pt x="88" y="577"/>
                    <a:pt x="88" y="588"/>
                  </a:cubicBezTo>
                  <a:cubicBezTo>
                    <a:pt x="88" y="595"/>
                    <a:pt x="88" y="605"/>
                    <a:pt x="88" y="616"/>
                  </a:cubicBezTo>
                  <a:lnTo>
                    <a:pt x="88" y="623"/>
                  </a:lnTo>
                  <a:cubicBezTo>
                    <a:pt x="88" y="630"/>
                    <a:pt x="85" y="637"/>
                    <a:pt x="85" y="640"/>
                  </a:cubicBezTo>
                  <a:cubicBezTo>
                    <a:pt x="85" y="644"/>
                    <a:pt x="81" y="647"/>
                    <a:pt x="81" y="651"/>
                  </a:cubicBezTo>
                  <a:cubicBezTo>
                    <a:pt x="81" y="654"/>
                    <a:pt x="78" y="661"/>
                    <a:pt x="74" y="665"/>
                  </a:cubicBezTo>
                  <a:lnTo>
                    <a:pt x="71" y="675"/>
                  </a:lnTo>
                  <a:lnTo>
                    <a:pt x="64" y="689"/>
                  </a:lnTo>
                  <a:lnTo>
                    <a:pt x="57" y="696"/>
                  </a:lnTo>
                  <a:lnTo>
                    <a:pt x="46" y="710"/>
                  </a:lnTo>
                  <a:lnTo>
                    <a:pt x="39" y="721"/>
                  </a:lnTo>
                  <a:lnTo>
                    <a:pt x="29" y="731"/>
                  </a:lnTo>
                  <a:lnTo>
                    <a:pt x="22" y="742"/>
                  </a:lnTo>
                  <a:lnTo>
                    <a:pt x="11" y="752"/>
                  </a:lnTo>
                  <a:lnTo>
                    <a:pt x="1" y="766"/>
                  </a:lnTo>
                  <a:cubicBezTo>
                    <a:pt x="78" y="819"/>
                    <a:pt x="148" y="864"/>
                    <a:pt x="218" y="864"/>
                  </a:cubicBezTo>
                  <a:cubicBezTo>
                    <a:pt x="323" y="864"/>
                    <a:pt x="393" y="798"/>
                    <a:pt x="477" y="717"/>
                  </a:cubicBezTo>
                  <a:cubicBezTo>
                    <a:pt x="536" y="651"/>
                    <a:pt x="613" y="595"/>
                    <a:pt x="701" y="556"/>
                  </a:cubicBezTo>
                  <a:cubicBezTo>
                    <a:pt x="773" y="529"/>
                    <a:pt x="870" y="523"/>
                    <a:pt x="972" y="523"/>
                  </a:cubicBezTo>
                  <a:cubicBezTo>
                    <a:pt x="1013" y="523"/>
                    <a:pt x="1055" y="524"/>
                    <a:pt x="1096" y="525"/>
                  </a:cubicBezTo>
                  <a:cubicBezTo>
                    <a:pt x="1133" y="526"/>
                    <a:pt x="1173" y="527"/>
                    <a:pt x="1213" y="527"/>
                  </a:cubicBezTo>
                  <a:cubicBezTo>
                    <a:pt x="1293" y="527"/>
                    <a:pt x="1370" y="523"/>
                    <a:pt x="1405" y="504"/>
                  </a:cubicBezTo>
                  <a:cubicBezTo>
                    <a:pt x="1345" y="458"/>
                    <a:pt x="1279" y="420"/>
                    <a:pt x="1212" y="388"/>
                  </a:cubicBezTo>
                  <a:cubicBezTo>
                    <a:pt x="1138" y="353"/>
                    <a:pt x="1072" y="311"/>
                    <a:pt x="1005" y="266"/>
                  </a:cubicBezTo>
                  <a:cubicBezTo>
                    <a:pt x="939" y="199"/>
                    <a:pt x="890" y="119"/>
                    <a:pt x="872" y="28"/>
                  </a:cubicBezTo>
                  <a:lnTo>
                    <a:pt x="862" y="31"/>
                  </a:lnTo>
                  <a:lnTo>
                    <a:pt x="848" y="35"/>
                  </a:lnTo>
                  <a:lnTo>
                    <a:pt x="823" y="42"/>
                  </a:lnTo>
                  <a:lnTo>
                    <a:pt x="809" y="45"/>
                  </a:lnTo>
                  <a:cubicBezTo>
                    <a:pt x="799" y="49"/>
                    <a:pt x="792" y="49"/>
                    <a:pt x="781" y="52"/>
                  </a:cubicBezTo>
                  <a:lnTo>
                    <a:pt x="736" y="52"/>
                  </a:lnTo>
                  <a:lnTo>
                    <a:pt x="715" y="49"/>
                  </a:lnTo>
                  <a:lnTo>
                    <a:pt x="708" y="49"/>
                  </a:lnTo>
                  <a:lnTo>
                    <a:pt x="690" y="45"/>
                  </a:lnTo>
                  <a:lnTo>
                    <a:pt x="683" y="42"/>
                  </a:lnTo>
                  <a:cubicBezTo>
                    <a:pt x="676" y="38"/>
                    <a:pt x="669" y="35"/>
                    <a:pt x="662" y="31"/>
                  </a:cubicBezTo>
                  <a:cubicBezTo>
                    <a:pt x="615" y="9"/>
                    <a:pt x="535" y="1"/>
                    <a:pt x="452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23" name="Google Shape;5081;p80">
              <a:extLst>
                <a:ext uri="{FF2B5EF4-FFF2-40B4-BE49-F238E27FC236}">
                  <a16:creationId xmlns:a16="http://schemas.microsoft.com/office/drawing/2014/main" id="{C15CFCBA-6A0A-C6D4-3383-775AA7FEF407}"/>
                </a:ext>
              </a:extLst>
            </p:cNvPr>
            <p:cNvSpPr/>
            <p:nvPr/>
          </p:nvSpPr>
          <p:spPr>
            <a:xfrm>
              <a:off x="2239949" y="1709871"/>
              <a:ext cx="136291" cy="51934"/>
            </a:xfrm>
            <a:custGeom>
              <a:avLst/>
              <a:gdLst/>
              <a:ahLst/>
              <a:cxnLst/>
              <a:rect l="l" t="t" r="r" b="b"/>
              <a:pathLst>
                <a:path w="10038" h="3825" extrusionOk="0">
                  <a:moveTo>
                    <a:pt x="4202" y="1"/>
                  </a:moveTo>
                  <a:cubicBezTo>
                    <a:pt x="3585" y="1"/>
                    <a:pt x="3059" y="306"/>
                    <a:pt x="2825" y="509"/>
                  </a:cubicBezTo>
                  <a:cubicBezTo>
                    <a:pt x="2724" y="598"/>
                    <a:pt x="2540" y="623"/>
                    <a:pt x="2341" y="623"/>
                  </a:cubicBezTo>
                  <a:cubicBezTo>
                    <a:pt x="2188" y="623"/>
                    <a:pt x="2027" y="609"/>
                    <a:pt x="1887" y="596"/>
                  </a:cubicBezTo>
                  <a:cubicBezTo>
                    <a:pt x="1815" y="588"/>
                    <a:pt x="1743" y="582"/>
                    <a:pt x="1669" y="582"/>
                  </a:cubicBezTo>
                  <a:cubicBezTo>
                    <a:pt x="1653" y="582"/>
                    <a:pt x="1637" y="582"/>
                    <a:pt x="1621" y="582"/>
                  </a:cubicBezTo>
                  <a:cubicBezTo>
                    <a:pt x="1614" y="603"/>
                    <a:pt x="1611" y="624"/>
                    <a:pt x="1607" y="645"/>
                  </a:cubicBezTo>
                  <a:cubicBezTo>
                    <a:pt x="1590" y="747"/>
                    <a:pt x="1565" y="919"/>
                    <a:pt x="1334" y="1006"/>
                  </a:cubicBezTo>
                  <a:cubicBezTo>
                    <a:pt x="1189" y="1063"/>
                    <a:pt x="973" y="1066"/>
                    <a:pt x="755" y="1066"/>
                  </a:cubicBezTo>
                  <a:cubicBezTo>
                    <a:pt x="731" y="1066"/>
                    <a:pt x="707" y="1066"/>
                    <a:pt x="683" y="1066"/>
                  </a:cubicBezTo>
                  <a:cubicBezTo>
                    <a:pt x="653" y="1066"/>
                    <a:pt x="622" y="1065"/>
                    <a:pt x="592" y="1065"/>
                  </a:cubicBezTo>
                  <a:cubicBezTo>
                    <a:pt x="426" y="1065"/>
                    <a:pt x="266" y="1068"/>
                    <a:pt x="189" y="1101"/>
                  </a:cubicBezTo>
                  <a:cubicBezTo>
                    <a:pt x="63" y="1160"/>
                    <a:pt x="0" y="1307"/>
                    <a:pt x="14" y="1363"/>
                  </a:cubicBezTo>
                  <a:cubicBezTo>
                    <a:pt x="18" y="1374"/>
                    <a:pt x="18" y="1381"/>
                    <a:pt x="46" y="1381"/>
                  </a:cubicBezTo>
                  <a:cubicBezTo>
                    <a:pt x="64" y="1379"/>
                    <a:pt x="82" y="1378"/>
                    <a:pt x="100" y="1378"/>
                  </a:cubicBezTo>
                  <a:cubicBezTo>
                    <a:pt x="211" y="1378"/>
                    <a:pt x="300" y="1416"/>
                    <a:pt x="340" y="1482"/>
                  </a:cubicBezTo>
                  <a:cubicBezTo>
                    <a:pt x="368" y="1531"/>
                    <a:pt x="364" y="1587"/>
                    <a:pt x="333" y="1633"/>
                  </a:cubicBezTo>
                  <a:cubicBezTo>
                    <a:pt x="340" y="1671"/>
                    <a:pt x="350" y="1706"/>
                    <a:pt x="368" y="1741"/>
                  </a:cubicBezTo>
                  <a:cubicBezTo>
                    <a:pt x="410" y="1836"/>
                    <a:pt x="462" y="1965"/>
                    <a:pt x="368" y="2049"/>
                  </a:cubicBezTo>
                  <a:cubicBezTo>
                    <a:pt x="329" y="2088"/>
                    <a:pt x="305" y="2144"/>
                    <a:pt x="308" y="2200"/>
                  </a:cubicBezTo>
                  <a:cubicBezTo>
                    <a:pt x="312" y="2249"/>
                    <a:pt x="336" y="2298"/>
                    <a:pt x="378" y="2329"/>
                  </a:cubicBezTo>
                  <a:cubicBezTo>
                    <a:pt x="476" y="2403"/>
                    <a:pt x="529" y="2522"/>
                    <a:pt x="508" y="2613"/>
                  </a:cubicBezTo>
                  <a:cubicBezTo>
                    <a:pt x="494" y="2662"/>
                    <a:pt x="462" y="2700"/>
                    <a:pt x="420" y="2725"/>
                  </a:cubicBezTo>
                  <a:cubicBezTo>
                    <a:pt x="441" y="2739"/>
                    <a:pt x="466" y="2756"/>
                    <a:pt x="487" y="2767"/>
                  </a:cubicBezTo>
                  <a:cubicBezTo>
                    <a:pt x="599" y="2840"/>
                    <a:pt x="665" y="2886"/>
                    <a:pt x="679" y="2942"/>
                  </a:cubicBezTo>
                  <a:cubicBezTo>
                    <a:pt x="718" y="2966"/>
                    <a:pt x="760" y="2984"/>
                    <a:pt x="805" y="2998"/>
                  </a:cubicBezTo>
                  <a:cubicBezTo>
                    <a:pt x="917" y="3040"/>
                    <a:pt x="1036" y="3082"/>
                    <a:pt x="1036" y="3180"/>
                  </a:cubicBezTo>
                  <a:cubicBezTo>
                    <a:pt x="1036" y="3198"/>
                    <a:pt x="1043" y="3201"/>
                    <a:pt x="1047" y="3205"/>
                  </a:cubicBezTo>
                  <a:cubicBezTo>
                    <a:pt x="1056" y="3212"/>
                    <a:pt x="1075" y="3217"/>
                    <a:pt x="1105" y="3217"/>
                  </a:cubicBezTo>
                  <a:cubicBezTo>
                    <a:pt x="1135" y="3217"/>
                    <a:pt x="1176" y="3212"/>
                    <a:pt x="1229" y="3198"/>
                  </a:cubicBezTo>
                  <a:cubicBezTo>
                    <a:pt x="1252" y="3191"/>
                    <a:pt x="1273" y="3188"/>
                    <a:pt x="1293" y="3188"/>
                  </a:cubicBezTo>
                  <a:cubicBezTo>
                    <a:pt x="1430" y="3188"/>
                    <a:pt x="1508" y="3334"/>
                    <a:pt x="1572" y="3457"/>
                  </a:cubicBezTo>
                  <a:cubicBezTo>
                    <a:pt x="1597" y="3495"/>
                    <a:pt x="1618" y="3537"/>
                    <a:pt x="1639" y="3572"/>
                  </a:cubicBezTo>
                  <a:cubicBezTo>
                    <a:pt x="1659" y="3602"/>
                    <a:pt x="1728" y="3621"/>
                    <a:pt x="1818" y="3621"/>
                  </a:cubicBezTo>
                  <a:cubicBezTo>
                    <a:pt x="1887" y="3621"/>
                    <a:pt x="1967" y="3610"/>
                    <a:pt x="2048" y="3586"/>
                  </a:cubicBezTo>
                  <a:cubicBezTo>
                    <a:pt x="2167" y="3551"/>
                    <a:pt x="2223" y="3502"/>
                    <a:pt x="2223" y="3481"/>
                  </a:cubicBezTo>
                  <a:cubicBezTo>
                    <a:pt x="2220" y="3411"/>
                    <a:pt x="2248" y="3341"/>
                    <a:pt x="2297" y="3296"/>
                  </a:cubicBezTo>
                  <a:cubicBezTo>
                    <a:pt x="2364" y="3234"/>
                    <a:pt x="2468" y="3206"/>
                    <a:pt x="2615" y="3206"/>
                  </a:cubicBezTo>
                  <a:cubicBezTo>
                    <a:pt x="2652" y="3206"/>
                    <a:pt x="2692" y="3208"/>
                    <a:pt x="2734" y="3212"/>
                  </a:cubicBezTo>
                  <a:cubicBezTo>
                    <a:pt x="2930" y="3229"/>
                    <a:pt x="3144" y="3394"/>
                    <a:pt x="3315" y="3527"/>
                  </a:cubicBezTo>
                  <a:cubicBezTo>
                    <a:pt x="3372" y="3572"/>
                    <a:pt x="3431" y="3618"/>
                    <a:pt x="3498" y="3653"/>
                  </a:cubicBezTo>
                  <a:cubicBezTo>
                    <a:pt x="3509" y="3657"/>
                    <a:pt x="3523" y="3659"/>
                    <a:pt x="3539" y="3659"/>
                  </a:cubicBezTo>
                  <a:cubicBezTo>
                    <a:pt x="3599" y="3659"/>
                    <a:pt x="3687" y="3633"/>
                    <a:pt x="3767" y="3611"/>
                  </a:cubicBezTo>
                  <a:cubicBezTo>
                    <a:pt x="3855" y="3579"/>
                    <a:pt x="3946" y="3558"/>
                    <a:pt x="4040" y="3551"/>
                  </a:cubicBezTo>
                  <a:cubicBezTo>
                    <a:pt x="4135" y="3551"/>
                    <a:pt x="4285" y="3425"/>
                    <a:pt x="4387" y="3338"/>
                  </a:cubicBezTo>
                  <a:cubicBezTo>
                    <a:pt x="4429" y="3303"/>
                    <a:pt x="4471" y="3268"/>
                    <a:pt x="4520" y="3236"/>
                  </a:cubicBezTo>
                  <a:cubicBezTo>
                    <a:pt x="4541" y="3225"/>
                    <a:pt x="4562" y="3220"/>
                    <a:pt x="4583" y="3220"/>
                  </a:cubicBezTo>
                  <a:cubicBezTo>
                    <a:pt x="4640" y="3220"/>
                    <a:pt x="4697" y="3254"/>
                    <a:pt x="4751" y="3285"/>
                  </a:cubicBezTo>
                  <a:cubicBezTo>
                    <a:pt x="4814" y="3324"/>
                    <a:pt x="4863" y="3350"/>
                    <a:pt x="4904" y="3350"/>
                  </a:cubicBezTo>
                  <a:cubicBezTo>
                    <a:pt x="4918" y="3350"/>
                    <a:pt x="4931" y="3347"/>
                    <a:pt x="4943" y="3341"/>
                  </a:cubicBezTo>
                  <a:cubicBezTo>
                    <a:pt x="5073" y="3271"/>
                    <a:pt x="5206" y="3201"/>
                    <a:pt x="5318" y="3201"/>
                  </a:cubicBezTo>
                  <a:cubicBezTo>
                    <a:pt x="5356" y="3201"/>
                    <a:pt x="5391" y="3212"/>
                    <a:pt x="5427" y="3229"/>
                  </a:cubicBezTo>
                  <a:cubicBezTo>
                    <a:pt x="5451" y="3243"/>
                    <a:pt x="5469" y="3268"/>
                    <a:pt x="5476" y="3296"/>
                  </a:cubicBezTo>
                  <a:cubicBezTo>
                    <a:pt x="5486" y="3355"/>
                    <a:pt x="5444" y="3418"/>
                    <a:pt x="5388" y="3495"/>
                  </a:cubicBezTo>
                  <a:cubicBezTo>
                    <a:pt x="5349" y="3551"/>
                    <a:pt x="5279" y="3653"/>
                    <a:pt x="5300" y="3684"/>
                  </a:cubicBezTo>
                  <a:cubicBezTo>
                    <a:pt x="5328" y="3726"/>
                    <a:pt x="5342" y="3775"/>
                    <a:pt x="5339" y="3824"/>
                  </a:cubicBezTo>
                  <a:lnTo>
                    <a:pt x="5353" y="3817"/>
                  </a:lnTo>
                  <a:lnTo>
                    <a:pt x="5363" y="3814"/>
                  </a:lnTo>
                  <a:cubicBezTo>
                    <a:pt x="5370" y="3810"/>
                    <a:pt x="5381" y="3807"/>
                    <a:pt x="5388" y="3803"/>
                  </a:cubicBezTo>
                  <a:cubicBezTo>
                    <a:pt x="5395" y="3800"/>
                    <a:pt x="5402" y="3793"/>
                    <a:pt x="5413" y="3789"/>
                  </a:cubicBezTo>
                  <a:lnTo>
                    <a:pt x="5416" y="3786"/>
                  </a:lnTo>
                  <a:lnTo>
                    <a:pt x="5430" y="3775"/>
                  </a:lnTo>
                  <a:lnTo>
                    <a:pt x="5437" y="3768"/>
                  </a:lnTo>
                  <a:lnTo>
                    <a:pt x="5448" y="3758"/>
                  </a:lnTo>
                  <a:lnTo>
                    <a:pt x="5455" y="3754"/>
                  </a:lnTo>
                  <a:lnTo>
                    <a:pt x="5462" y="3744"/>
                  </a:lnTo>
                  <a:lnTo>
                    <a:pt x="5465" y="3737"/>
                  </a:lnTo>
                  <a:lnTo>
                    <a:pt x="5472" y="3723"/>
                  </a:lnTo>
                  <a:lnTo>
                    <a:pt x="5476" y="3719"/>
                  </a:lnTo>
                  <a:cubicBezTo>
                    <a:pt x="5483" y="3705"/>
                    <a:pt x="5490" y="3695"/>
                    <a:pt x="5493" y="3681"/>
                  </a:cubicBezTo>
                  <a:lnTo>
                    <a:pt x="5493" y="3674"/>
                  </a:lnTo>
                  <a:cubicBezTo>
                    <a:pt x="5493" y="3670"/>
                    <a:pt x="5497" y="3667"/>
                    <a:pt x="5497" y="3660"/>
                  </a:cubicBezTo>
                  <a:lnTo>
                    <a:pt x="5497" y="3653"/>
                  </a:lnTo>
                  <a:lnTo>
                    <a:pt x="5500" y="3642"/>
                  </a:lnTo>
                  <a:lnTo>
                    <a:pt x="5500" y="3632"/>
                  </a:lnTo>
                  <a:lnTo>
                    <a:pt x="5500" y="3621"/>
                  </a:lnTo>
                  <a:lnTo>
                    <a:pt x="5500" y="3614"/>
                  </a:lnTo>
                  <a:lnTo>
                    <a:pt x="5500" y="3600"/>
                  </a:lnTo>
                  <a:lnTo>
                    <a:pt x="5500" y="3593"/>
                  </a:lnTo>
                  <a:lnTo>
                    <a:pt x="5500" y="3572"/>
                  </a:lnTo>
                  <a:cubicBezTo>
                    <a:pt x="5500" y="3551"/>
                    <a:pt x="5504" y="3534"/>
                    <a:pt x="5507" y="3516"/>
                  </a:cubicBezTo>
                  <a:cubicBezTo>
                    <a:pt x="5521" y="3439"/>
                    <a:pt x="5570" y="3345"/>
                    <a:pt x="5654" y="3313"/>
                  </a:cubicBezTo>
                  <a:cubicBezTo>
                    <a:pt x="5672" y="3307"/>
                    <a:pt x="5692" y="3303"/>
                    <a:pt x="5711" y="3303"/>
                  </a:cubicBezTo>
                  <a:cubicBezTo>
                    <a:pt x="5755" y="3303"/>
                    <a:pt x="5798" y="3319"/>
                    <a:pt x="5829" y="3348"/>
                  </a:cubicBezTo>
                  <a:cubicBezTo>
                    <a:pt x="5865" y="3378"/>
                    <a:pt x="5916" y="3407"/>
                    <a:pt x="6000" y="3407"/>
                  </a:cubicBezTo>
                  <a:cubicBezTo>
                    <a:pt x="6065" y="3407"/>
                    <a:pt x="6149" y="3390"/>
                    <a:pt x="6260" y="3341"/>
                  </a:cubicBezTo>
                  <a:cubicBezTo>
                    <a:pt x="6316" y="3313"/>
                    <a:pt x="6361" y="3289"/>
                    <a:pt x="6400" y="3268"/>
                  </a:cubicBezTo>
                  <a:cubicBezTo>
                    <a:pt x="6456" y="3239"/>
                    <a:pt x="6504" y="3213"/>
                    <a:pt x="6551" y="3213"/>
                  </a:cubicBezTo>
                  <a:cubicBezTo>
                    <a:pt x="6594" y="3213"/>
                    <a:pt x="6636" y="3235"/>
                    <a:pt x="6683" y="3296"/>
                  </a:cubicBezTo>
                  <a:cubicBezTo>
                    <a:pt x="6701" y="3317"/>
                    <a:pt x="6732" y="3324"/>
                    <a:pt x="6781" y="3324"/>
                  </a:cubicBezTo>
                  <a:cubicBezTo>
                    <a:pt x="6820" y="3324"/>
                    <a:pt x="6871" y="3319"/>
                    <a:pt x="6935" y="3313"/>
                  </a:cubicBezTo>
                  <a:cubicBezTo>
                    <a:pt x="7040" y="3299"/>
                    <a:pt x="7149" y="3292"/>
                    <a:pt x="7257" y="3292"/>
                  </a:cubicBezTo>
                  <a:cubicBezTo>
                    <a:pt x="7376" y="3289"/>
                    <a:pt x="7496" y="3254"/>
                    <a:pt x="7597" y="3187"/>
                  </a:cubicBezTo>
                  <a:cubicBezTo>
                    <a:pt x="7694" y="3129"/>
                    <a:pt x="7794" y="3074"/>
                    <a:pt x="7954" y="3074"/>
                  </a:cubicBezTo>
                  <a:cubicBezTo>
                    <a:pt x="7968" y="3074"/>
                    <a:pt x="7982" y="3074"/>
                    <a:pt x="7996" y="3075"/>
                  </a:cubicBezTo>
                  <a:cubicBezTo>
                    <a:pt x="8023" y="3076"/>
                    <a:pt x="8049" y="3077"/>
                    <a:pt x="8076" y="3077"/>
                  </a:cubicBezTo>
                  <a:cubicBezTo>
                    <a:pt x="8242" y="3077"/>
                    <a:pt x="8410" y="3049"/>
                    <a:pt x="8567" y="2995"/>
                  </a:cubicBezTo>
                  <a:lnTo>
                    <a:pt x="8570" y="2995"/>
                  </a:lnTo>
                  <a:lnTo>
                    <a:pt x="8591" y="2988"/>
                  </a:lnTo>
                  <a:lnTo>
                    <a:pt x="8668" y="3009"/>
                  </a:lnTo>
                  <a:lnTo>
                    <a:pt x="8780" y="3044"/>
                  </a:lnTo>
                  <a:lnTo>
                    <a:pt x="8780" y="3030"/>
                  </a:lnTo>
                  <a:cubicBezTo>
                    <a:pt x="8791" y="3019"/>
                    <a:pt x="8798" y="3009"/>
                    <a:pt x="8805" y="2998"/>
                  </a:cubicBezTo>
                  <a:cubicBezTo>
                    <a:pt x="8854" y="2914"/>
                    <a:pt x="8938" y="2861"/>
                    <a:pt x="9036" y="2858"/>
                  </a:cubicBezTo>
                  <a:cubicBezTo>
                    <a:pt x="9057" y="2855"/>
                    <a:pt x="9078" y="2854"/>
                    <a:pt x="9099" y="2854"/>
                  </a:cubicBezTo>
                  <a:cubicBezTo>
                    <a:pt x="9195" y="2854"/>
                    <a:pt x="9292" y="2880"/>
                    <a:pt x="9375" y="2931"/>
                  </a:cubicBezTo>
                  <a:cubicBezTo>
                    <a:pt x="9423" y="2954"/>
                    <a:pt x="9450" y="2966"/>
                    <a:pt x="9473" y="2966"/>
                  </a:cubicBezTo>
                  <a:cubicBezTo>
                    <a:pt x="9482" y="2966"/>
                    <a:pt x="9490" y="2964"/>
                    <a:pt x="9498" y="2959"/>
                  </a:cubicBezTo>
                  <a:cubicBezTo>
                    <a:pt x="9517" y="2950"/>
                    <a:pt x="9537" y="2946"/>
                    <a:pt x="9558" y="2946"/>
                  </a:cubicBezTo>
                  <a:cubicBezTo>
                    <a:pt x="9630" y="2946"/>
                    <a:pt x="9715" y="2995"/>
                    <a:pt x="9810" y="3047"/>
                  </a:cubicBezTo>
                  <a:cubicBezTo>
                    <a:pt x="9866" y="3078"/>
                    <a:pt x="9973" y="3141"/>
                    <a:pt x="10017" y="3141"/>
                  </a:cubicBezTo>
                  <a:cubicBezTo>
                    <a:pt x="10023" y="3141"/>
                    <a:pt x="10027" y="3140"/>
                    <a:pt x="10030" y="3138"/>
                  </a:cubicBezTo>
                  <a:lnTo>
                    <a:pt x="10034" y="3135"/>
                  </a:lnTo>
                  <a:lnTo>
                    <a:pt x="10034" y="3131"/>
                  </a:lnTo>
                  <a:lnTo>
                    <a:pt x="10034" y="3124"/>
                  </a:lnTo>
                  <a:lnTo>
                    <a:pt x="10034" y="3121"/>
                  </a:lnTo>
                  <a:cubicBezTo>
                    <a:pt x="10037" y="3114"/>
                    <a:pt x="10037" y="3110"/>
                    <a:pt x="10037" y="3103"/>
                  </a:cubicBezTo>
                  <a:lnTo>
                    <a:pt x="10037" y="3096"/>
                  </a:lnTo>
                  <a:lnTo>
                    <a:pt x="10037" y="3089"/>
                  </a:lnTo>
                  <a:lnTo>
                    <a:pt x="10037" y="3082"/>
                  </a:lnTo>
                  <a:cubicBezTo>
                    <a:pt x="10037" y="3079"/>
                    <a:pt x="10037" y="3075"/>
                    <a:pt x="10034" y="3072"/>
                  </a:cubicBezTo>
                  <a:lnTo>
                    <a:pt x="10034" y="3065"/>
                  </a:lnTo>
                  <a:cubicBezTo>
                    <a:pt x="10034" y="3058"/>
                    <a:pt x="10030" y="3051"/>
                    <a:pt x="10027" y="3044"/>
                  </a:cubicBezTo>
                  <a:cubicBezTo>
                    <a:pt x="9995" y="2966"/>
                    <a:pt x="9953" y="2893"/>
                    <a:pt x="9904" y="2823"/>
                  </a:cubicBezTo>
                  <a:lnTo>
                    <a:pt x="9890" y="2802"/>
                  </a:lnTo>
                  <a:lnTo>
                    <a:pt x="9883" y="2795"/>
                  </a:lnTo>
                  <a:lnTo>
                    <a:pt x="9873" y="2781"/>
                  </a:lnTo>
                  <a:lnTo>
                    <a:pt x="9866" y="2774"/>
                  </a:lnTo>
                  <a:lnTo>
                    <a:pt x="9859" y="2763"/>
                  </a:lnTo>
                  <a:lnTo>
                    <a:pt x="9852" y="2760"/>
                  </a:lnTo>
                  <a:lnTo>
                    <a:pt x="9845" y="2753"/>
                  </a:lnTo>
                  <a:lnTo>
                    <a:pt x="9838" y="2749"/>
                  </a:lnTo>
                  <a:lnTo>
                    <a:pt x="9831" y="2742"/>
                  </a:lnTo>
                  <a:lnTo>
                    <a:pt x="9827" y="2742"/>
                  </a:lnTo>
                  <a:cubicBezTo>
                    <a:pt x="9729" y="2714"/>
                    <a:pt x="9747" y="2564"/>
                    <a:pt x="9775" y="2357"/>
                  </a:cubicBezTo>
                  <a:cubicBezTo>
                    <a:pt x="9785" y="2277"/>
                    <a:pt x="9799" y="2154"/>
                    <a:pt x="9792" y="2126"/>
                  </a:cubicBezTo>
                  <a:cubicBezTo>
                    <a:pt x="9771" y="2091"/>
                    <a:pt x="9649" y="1766"/>
                    <a:pt x="9729" y="1636"/>
                  </a:cubicBezTo>
                  <a:cubicBezTo>
                    <a:pt x="9733" y="1629"/>
                    <a:pt x="9740" y="1622"/>
                    <a:pt x="9743" y="1615"/>
                  </a:cubicBezTo>
                  <a:lnTo>
                    <a:pt x="9750" y="1612"/>
                  </a:lnTo>
                  <a:cubicBezTo>
                    <a:pt x="9754" y="1605"/>
                    <a:pt x="9761" y="1601"/>
                    <a:pt x="9764" y="1598"/>
                  </a:cubicBezTo>
                  <a:lnTo>
                    <a:pt x="9771" y="1594"/>
                  </a:lnTo>
                  <a:cubicBezTo>
                    <a:pt x="9778" y="1591"/>
                    <a:pt x="9785" y="1587"/>
                    <a:pt x="9789" y="1587"/>
                  </a:cubicBezTo>
                  <a:lnTo>
                    <a:pt x="9799" y="1587"/>
                  </a:lnTo>
                  <a:cubicBezTo>
                    <a:pt x="9806" y="1584"/>
                    <a:pt x="9810" y="1584"/>
                    <a:pt x="9817" y="1584"/>
                  </a:cubicBezTo>
                  <a:cubicBezTo>
                    <a:pt x="9817" y="1563"/>
                    <a:pt x="9820" y="1545"/>
                    <a:pt x="9820" y="1524"/>
                  </a:cubicBezTo>
                  <a:cubicBezTo>
                    <a:pt x="9820" y="1461"/>
                    <a:pt x="9820" y="1381"/>
                    <a:pt x="9880" y="1332"/>
                  </a:cubicBezTo>
                  <a:cubicBezTo>
                    <a:pt x="9880" y="1332"/>
                    <a:pt x="9883" y="1328"/>
                    <a:pt x="9887" y="1328"/>
                  </a:cubicBezTo>
                  <a:lnTo>
                    <a:pt x="9876" y="1300"/>
                  </a:lnTo>
                  <a:lnTo>
                    <a:pt x="9876" y="1297"/>
                  </a:lnTo>
                  <a:lnTo>
                    <a:pt x="9866" y="1276"/>
                  </a:lnTo>
                  <a:lnTo>
                    <a:pt x="9859" y="1258"/>
                  </a:lnTo>
                  <a:lnTo>
                    <a:pt x="9859" y="1255"/>
                  </a:lnTo>
                  <a:lnTo>
                    <a:pt x="9852" y="1244"/>
                  </a:lnTo>
                  <a:lnTo>
                    <a:pt x="9852" y="1241"/>
                  </a:lnTo>
                  <a:lnTo>
                    <a:pt x="9848" y="1234"/>
                  </a:lnTo>
                  <a:lnTo>
                    <a:pt x="9845" y="1227"/>
                  </a:lnTo>
                  <a:lnTo>
                    <a:pt x="9841" y="1223"/>
                  </a:lnTo>
                  <a:cubicBezTo>
                    <a:pt x="9821" y="1218"/>
                    <a:pt x="9800" y="1215"/>
                    <a:pt x="9780" y="1215"/>
                  </a:cubicBezTo>
                  <a:cubicBezTo>
                    <a:pt x="9772" y="1215"/>
                    <a:pt x="9765" y="1215"/>
                    <a:pt x="9757" y="1216"/>
                  </a:cubicBezTo>
                  <a:cubicBezTo>
                    <a:pt x="9753" y="1216"/>
                    <a:pt x="9750" y="1216"/>
                    <a:pt x="9746" y="1216"/>
                  </a:cubicBezTo>
                  <a:cubicBezTo>
                    <a:pt x="9640" y="1216"/>
                    <a:pt x="9478" y="1213"/>
                    <a:pt x="9400" y="1020"/>
                  </a:cubicBezTo>
                  <a:cubicBezTo>
                    <a:pt x="9368" y="940"/>
                    <a:pt x="9347" y="855"/>
                    <a:pt x="9344" y="771"/>
                  </a:cubicBezTo>
                  <a:cubicBezTo>
                    <a:pt x="9340" y="712"/>
                    <a:pt x="9323" y="649"/>
                    <a:pt x="9288" y="600"/>
                  </a:cubicBezTo>
                  <a:lnTo>
                    <a:pt x="9288" y="596"/>
                  </a:lnTo>
                  <a:lnTo>
                    <a:pt x="9263" y="561"/>
                  </a:lnTo>
                  <a:cubicBezTo>
                    <a:pt x="9232" y="519"/>
                    <a:pt x="9204" y="474"/>
                    <a:pt x="9176" y="439"/>
                  </a:cubicBezTo>
                  <a:cubicBezTo>
                    <a:pt x="9095" y="315"/>
                    <a:pt x="9056" y="265"/>
                    <a:pt x="9005" y="265"/>
                  </a:cubicBezTo>
                  <a:cubicBezTo>
                    <a:pt x="8990" y="265"/>
                    <a:pt x="8974" y="270"/>
                    <a:pt x="8955" y="278"/>
                  </a:cubicBezTo>
                  <a:lnTo>
                    <a:pt x="8952" y="278"/>
                  </a:lnTo>
                  <a:lnTo>
                    <a:pt x="8934" y="285"/>
                  </a:lnTo>
                  <a:lnTo>
                    <a:pt x="8924" y="288"/>
                  </a:lnTo>
                  <a:lnTo>
                    <a:pt x="8906" y="292"/>
                  </a:lnTo>
                  <a:lnTo>
                    <a:pt x="8896" y="295"/>
                  </a:lnTo>
                  <a:lnTo>
                    <a:pt x="8878" y="299"/>
                  </a:lnTo>
                  <a:lnTo>
                    <a:pt x="8864" y="299"/>
                  </a:lnTo>
                  <a:lnTo>
                    <a:pt x="8847" y="302"/>
                  </a:lnTo>
                  <a:lnTo>
                    <a:pt x="8378" y="302"/>
                  </a:lnTo>
                  <a:cubicBezTo>
                    <a:pt x="8139" y="505"/>
                    <a:pt x="7691" y="651"/>
                    <a:pt x="7440" y="651"/>
                  </a:cubicBezTo>
                  <a:cubicBezTo>
                    <a:pt x="7392" y="651"/>
                    <a:pt x="7351" y="646"/>
                    <a:pt x="7320" y="635"/>
                  </a:cubicBezTo>
                  <a:cubicBezTo>
                    <a:pt x="7266" y="615"/>
                    <a:pt x="7195" y="608"/>
                    <a:pt x="7115" y="608"/>
                  </a:cubicBezTo>
                  <a:cubicBezTo>
                    <a:pt x="7009" y="608"/>
                    <a:pt x="6887" y="621"/>
                    <a:pt x="6767" y="635"/>
                  </a:cubicBezTo>
                  <a:cubicBezTo>
                    <a:pt x="6641" y="649"/>
                    <a:pt x="6515" y="659"/>
                    <a:pt x="6389" y="663"/>
                  </a:cubicBezTo>
                  <a:cubicBezTo>
                    <a:pt x="6246" y="659"/>
                    <a:pt x="6109" y="614"/>
                    <a:pt x="5994" y="533"/>
                  </a:cubicBezTo>
                  <a:cubicBezTo>
                    <a:pt x="5916" y="488"/>
                    <a:pt x="5854" y="452"/>
                    <a:pt x="5771" y="452"/>
                  </a:cubicBezTo>
                  <a:cubicBezTo>
                    <a:pt x="5763" y="452"/>
                    <a:pt x="5756" y="452"/>
                    <a:pt x="5749" y="453"/>
                  </a:cubicBezTo>
                  <a:cubicBezTo>
                    <a:pt x="5742" y="453"/>
                    <a:pt x="5735" y="453"/>
                    <a:pt x="5728" y="453"/>
                  </a:cubicBezTo>
                  <a:cubicBezTo>
                    <a:pt x="5588" y="453"/>
                    <a:pt x="5515" y="384"/>
                    <a:pt x="5451" y="327"/>
                  </a:cubicBezTo>
                  <a:cubicBezTo>
                    <a:pt x="5395" y="274"/>
                    <a:pt x="5349" y="232"/>
                    <a:pt x="5258" y="232"/>
                  </a:cubicBezTo>
                  <a:cubicBezTo>
                    <a:pt x="5249" y="233"/>
                    <a:pt x="5240" y="234"/>
                    <a:pt x="5231" y="234"/>
                  </a:cubicBezTo>
                  <a:cubicBezTo>
                    <a:pt x="5167" y="234"/>
                    <a:pt x="5107" y="213"/>
                    <a:pt x="5055" y="176"/>
                  </a:cubicBezTo>
                  <a:cubicBezTo>
                    <a:pt x="4985" y="134"/>
                    <a:pt x="4884" y="71"/>
                    <a:pt x="4432" y="15"/>
                  </a:cubicBezTo>
                  <a:cubicBezTo>
                    <a:pt x="4354" y="5"/>
                    <a:pt x="4277" y="1"/>
                    <a:pt x="4202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24" name="Google Shape;5082;p80">
              <a:extLst>
                <a:ext uri="{FF2B5EF4-FFF2-40B4-BE49-F238E27FC236}">
                  <a16:creationId xmlns:a16="http://schemas.microsoft.com/office/drawing/2014/main" id="{8904CB38-87AD-5657-E3FA-0E89206E1CEF}"/>
                </a:ext>
              </a:extLst>
            </p:cNvPr>
            <p:cNvSpPr/>
            <p:nvPr/>
          </p:nvSpPr>
          <p:spPr>
            <a:xfrm>
              <a:off x="2314381" y="1759456"/>
              <a:ext cx="68" cy="204"/>
            </a:xfrm>
            <a:custGeom>
              <a:avLst/>
              <a:gdLst/>
              <a:ahLst/>
              <a:cxnLst/>
              <a:rect l="l" t="t" r="r" b="b"/>
              <a:pathLst>
                <a:path w="5" h="15" extrusionOk="0">
                  <a:moveTo>
                    <a:pt x="4" y="1"/>
                  </a:moveTo>
                  <a:cubicBezTo>
                    <a:pt x="4" y="4"/>
                    <a:pt x="1" y="8"/>
                    <a:pt x="1" y="15"/>
                  </a:cubicBezTo>
                  <a:cubicBezTo>
                    <a:pt x="1" y="8"/>
                    <a:pt x="4" y="4"/>
                    <a:pt x="4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25" name="Google Shape;5083;p80">
              <a:extLst>
                <a:ext uri="{FF2B5EF4-FFF2-40B4-BE49-F238E27FC236}">
                  <a16:creationId xmlns:a16="http://schemas.microsoft.com/office/drawing/2014/main" id="{69F35FE3-7AE4-8557-B4EB-FD8816E0B0C0}"/>
                </a:ext>
              </a:extLst>
            </p:cNvPr>
            <p:cNvSpPr/>
            <p:nvPr/>
          </p:nvSpPr>
          <p:spPr>
            <a:xfrm>
              <a:off x="2314530" y="1758886"/>
              <a:ext cx="14" cy="204"/>
            </a:xfrm>
            <a:custGeom>
              <a:avLst/>
              <a:gdLst/>
              <a:ahLst/>
              <a:cxnLst/>
              <a:rect l="l" t="t" r="r" b="b"/>
              <a:pathLst>
                <a:path w="1" h="15" extrusionOk="0">
                  <a:moveTo>
                    <a:pt x="0" y="1"/>
                  </a:moveTo>
                  <a:lnTo>
                    <a:pt x="0" y="15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26" name="Google Shape;5084;p80">
              <a:extLst>
                <a:ext uri="{FF2B5EF4-FFF2-40B4-BE49-F238E27FC236}">
                  <a16:creationId xmlns:a16="http://schemas.microsoft.com/office/drawing/2014/main" id="{AC2830FC-8190-6FA8-44ED-18ECA7E71184}"/>
                </a:ext>
              </a:extLst>
            </p:cNvPr>
            <p:cNvSpPr/>
            <p:nvPr/>
          </p:nvSpPr>
          <p:spPr>
            <a:xfrm>
              <a:off x="2314625" y="1758275"/>
              <a:ext cx="14" cy="244"/>
            </a:xfrm>
            <a:custGeom>
              <a:avLst/>
              <a:gdLst/>
              <a:ahLst/>
              <a:cxnLst/>
              <a:rect l="l" t="t" r="r" b="b"/>
              <a:pathLst>
                <a:path w="1" h="18" extrusionOk="0">
                  <a:moveTo>
                    <a:pt x="0" y="0"/>
                  </a:moveTo>
                  <a:lnTo>
                    <a:pt x="0" y="18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27" name="Google Shape;5085;p80">
              <a:extLst>
                <a:ext uri="{FF2B5EF4-FFF2-40B4-BE49-F238E27FC236}">
                  <a16:creationId xmlns:a16="http://schemas.microsoft.com/office/drawing/2014/main" id="{5A43C17D-0B69-5CC7-71F9-92C25736F5E9}"/>
                </a:ext>
              </a:extLst>
            </p:cNvPr>
            <p:cNvSpPr/>
            <p:nvPr/>
          </p:nvSpPr>
          <p:spPr>
            <a:xfrm>
              <a:off x="2314571" y="1758601"/>
              <a:ext cx="14" cy="204"/>
            </a:xfrm>
            <a:custGeom>
              <a:avLst/>
              <a:gdLst/>
              <a:ahLst/>
              <a:cxnLst/>
              <a:rect l="l" t="t" r="r" b="b"/>
              <a:pathLst>
                <a:path w="1" h="15" extrusionOk="0">
                  <a:moveTo>
                    <a:pt x="1" y="1"/>
                  </a:moveTo>
                  <a:lnTo>
                    <a:pt x="1" y="15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28" name="Google Shape;5086;p80">
              <a:extLst>
                <a:ext uri="{FF2B5EF4-FFF2-40B4-BE49-F238E27FC236}">
                  <a16:creationId xmlns:a16="http://schemas.microsoft.com/office/drawing/2014/main" id="{71CEF04A-B8D3-75DA-148C-C4CB564AB4A4}"/>
                </a:ext>
              </a:extLst>
            </p:cNvPr>
            <p:cNvSpPr/>
            <p:nvPr/>
          </p:nvSpPr>
          <p:spPr>
            <a:xfrm>
              <a:off x="2314435" y="1759171"/>
              <a:ext cx="54" cy="204"/>
            </a:xfrm>
            <a:custGeom>
              <a:avLst/>
              <a:gdLst/>
              <a:ahLst/>
              <a:cxnLst/>
              <a:rect l="l" t="t" r="r" b="b"/>
              <a:pathLst>
                <a:path w="4" h="15" extrusionOk="0">
                  <a:moveTo>
                    <a:pt x="4" y="1"/>
                  </a:moveTo>
                  <a:lnTo>
                    <a:pt x="0" y="15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29" name="Google Shape;5087;p80">
              <a:extLst>
                <a:ext uri="{FF2B5EF4-FFF2-40B4-BE49-F238E27FC236}">
                  <a16:creationId xmlns:a16="http://schemas.microsoft.com/office/drawing/2014/main" id="{35DEA875-033A-A596-1130-04F6010E2FA7}"/>
                </a:ext>
              </a:extLst>
            </p:cNvPr>
            <p:cNvSpPr/>
            <p:nvPr/>
          </p:nvSpPr>
          <p:spPr>
            <a:xfrm>
              <a:off x="2314150" y="1759701"/>
              <a:ext cx="204" cy="530"/>
            </a:xfrm>
            <a:custGeom>
              <a:avLst/>
              <a:gdLst/>
              <a:ahLst/>
              <a:cxnLst/>
              <a:rect l="l" t="t" r="r" b="b"/>
              <a:pathLst>
                <a:path w="15" h="39" extrusionOk="0">
                  <a:moveTo>
                    <a:pt x="14" y="0"/>
                  </a:moveTo>
                  <a:cubicBezTo>
                    <a:pt x="11" y="14"/>
                    <a:pt x="7" y="28"/>
                    <a:pt x="0" y="39"/>
                  </a:cubicBezTo>
                  <a:cubicBezTo>
                    <a:pt x="7" y="28"/>
                    <a:pt x="11" y="14"/>
                    <a:pt x="14" y="0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30" name="Google Shape;5088;p80">
              <a:extLst>
                <a:ext uri="{FF2B5EF4-FFF2-40B4-BE49-F238E27FC236}">
                  <a16:creationId xmlns:a16="http://schemas.microsoft.com/office/drawing/2014/main" id="{33A737CA-7BC8-4D36-FCA2-45E8072A41BA}"/>
                </a:ext>
              </a:extLst>
            </p:cNvPr>
            <p:cNvSpPr/>
            <p:nvPr/>
          </p:nvSpPr>
          <p:spPr>
            <a:xfrm>
              <a:off x="2312575" y="1761411"/>
              <a:ext cx="394" cy="149"/>
            </a:xfrm>
            <a:custGeom>
              <a:avLst/>
              <a:gdLst/>
              <a:ahLst/>
              <a:cxnLst/>
              <a:rect l="l" t="t" r="r" b="b"/>
              <a:pathLst>
                <a:path w="29" h="11" extrusionOk="0">
                  <a:moveTo>
                    <a:pt x="28" y="0"/>
                  </a:moveTo>
                  <a:cubicBezTo>
                    <a:pt x="18" y="4"/>
                    <a:pt x="11" y="7"/>
                    <a:pt x="0" y="11"/>
                  </a:cubicBezTo>
                  <a:cubicBezTo>
                    <a:pt x="11" y="7"/>
                    <a:pt x="18" y="4"/>
                    <a:pt x="28" y="0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31" name="Google Shape;5089;p80">
              <a:extLst>
                <a:ext uri="{FF2B5EF4-FFF2-40B4-BE49-F238E27FC236}">
                  <a16:creationId xmlns:a16="http://schemas.microsoft.com/office/drawing/2014/main" id="{2BF00EFC-54F3-77F6-ADB6-B60BD0C4B21D}"/>
                </a:ext>
              </a:extLst>
            </p:cNvPr>
            <p:cNvSpPr/>
            <p:nvPr/>
          </p:nvSpPr>
          <p:spPr>
            <a:xfrm>
              <a:off x="2313811" y="1760556"/>
              <a:ext cx="149" cy="149"/>
            </a:xfrm>
            <a:custGeom>
              <a:avLst/>
              <a:gdLst/>
              <a:ahLst/>
              <a:cxnLst/>
              <a:rect l="l" t="t" r="r" b="b"/>
              <a:pathLst>
                <a:path w="11" h="11" extrusionOk="0">
                  <a:moveTo>
                    <a:pt x="11" y="0"/>
                  </a:moveTo>
                  <a:lnTo>
                    <a:pt x="1" y="11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32" name="Google Shape;5090;p80">
              <a:extLst>
                <a:ext uri="{FF2B5EF4-FFF2-40B4-BE49-F238E27FC236}">
                  <a16:creationId xmlns:a16="http://schemas.microsoft.com/office/drawing/2014/main" id="{4B62C51F-5ACF-8EE0-393D-4ECD0C30DDD7}"/>
                </a:ext>
              </a:extLst>
            </p:cNvPr>
            <p:cNvSpPr/>
            <p:nvPr/>
          </p:nvSpPr>
          <p:spPr>
            <a:xfrm>
              <a:off x="2313580" y="1760787"/>
              <a:ext cx="149" cy="163"/>
            </a:xfrm>
            <a:custGeom>
              <a:avLst/>
              <a:gdLst/>
              <a:ahLst/>
              <a:cxnLst/>
              <a:rect l="l" t="t" r="r" b="b"/>
              <a:pathLst>
                <a:path w="11" h="12" extrusionOk="0">
                  <a:moveTo>
                    <a:pt x="11" y="1"/>
                  </a:moveTo>
                  <a:lnTo>
                    <a:pt x="0" y="11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33" name="Google Shape;5091;p80">
              <a:extLst>
                <a:ext uri="{FF2B5EF4-FFF2-40B4-BE49-F238E27FC236}">
                  <a16:creationId xmlns:a16="http://schemas.microsoft.com/office/drawing/2014/main" id="{FF025743-05E8-D4C7-5794-9DD0280026D0}"/>
                </a:ext>
              </a:extLst>
            </p:cNvPr>
            <p:cNvSpPr/>
            <p:nvPr/>
          </p:nvSpPr>
          <p:spPr>
            <a:xfrm>
              <a:off x="2338427" y="1752993"/>
              <a:ext cx="4630" cy="1439"/>
            </a:xfrm>
            <a:custGeom>
              <a:avLst/>
              <a:gdLst/>
              <a:ahLst/>
              <a:cxnLst/>
              <a:rect l="l" t="t" r="r" b="b"/>
              <a:pathLst>
                <a:path w="341" h="106" extrusionOk="0">
                  <a:moveTo>
                    <a:pt x="341" y="1"/>
                  </a:moveTo>
                  <a:cubicBezTo>
                    <a:pt x="243" y="67"/>
                    <a:pt x="123" y="106"/>
                    <a:pt x="1" y="106"/>
                  </a:cubicBezTo>
                  <a:cubicBezTo>
                    <a:pt x="123" y="106"/>
                    <a:pt x="243" y="67"/>
                    <a:pt x="341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34" name="Google Shape;5092;p80">
              <a:extLst>
                <a:ext uri="{FF2B5EF4-FFF2-40B4-BE49-F238E27FC236}">
                  <a16:creationId xmlns:a16="http://schemas.microsoft.com/office/drawing/2014/main" id="{F1957C1C-7357-062A-9E48-5500B84417A4}"/>
                </a:ext>
              </a:extLst>
            </p:cNvPr>
            <p:cNvSpPr/>
            <p:nvPr/>
          </p:nvSpPr>
          <p:spPr>
            <a:xfrm>
              <a:off x="2312236" y="1761601"/>
              <a:ext cx="258" cy="109"/>
            </a:xfrm>
            <a:custGeom>
              <a:avLst/>
              <a:gdLst/>
              <a:ahLst/>
              <a:cxnLst/>
              <a:rect l="l" t="t" r="r" b="b"/>
              <a:pathLst>
                <a:path w="19" h="8" extrusionOk="0">
                  <a:moveTo>
                    <a:pt x="1" y="7"/>
                  </a:moveTo>
                  <a:lnTo>
                    <a:pt x="18" y="0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35" name="Google Shape;5093;p80">
              <a:extLst>
                <a:ext uri="{FF2B5EF4-FFF2-40B4-BE49-F238E27FC236}">
                  <a16:creationId xmlns:a16="http://schemas.microsoft.com/office/drawing/2014/main" id="{1816CE18-6375-6283-909D-5B3FBE54D573}"/>
                </a:ext>
              </a:extLst>
            </p:cNvPr>
            <p:cNvSpPr/>
            <p:nvPr/>
          </p:nvSpPr>
          <p:spPr>
            <a:xfrm>
              <a:off x="2314001" y="1760312"/>
              <a:ext cx="109" cy="163"/>
            </a:xfrm>
            <a:custGeom>
              <a:avLst/>
              <a:gdLst/>
              <a:ahLst/>
              <a:cxnLst/>
              <a:rect l="l" t="t" r="r" b="b"/>
              <a:pathLst>
                <a:path w="8" h="12" extrusionOk="0">
                  <a:moveTo>
                    <a:pt x="8" y="1"/>
                  </a:moveTo>
                  <a:lnTo>
                    <a:pt x="1" y="11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36" name="Google Shape;5094;p80">
              <a:extLst>
                <a:ext uri="{FF2B5EF4-FFF2-40B4-BE49-F238E27FC236}">
                  <a16:creationId xmlns:a16="http://schemas.microsoft.com/office/drawing/2014/main" id="{36A6CCFD-C020-00AB-F429-5494D751DD60}"/>
                </a:ext>
              </a:extLst>
            </p:cNvPr>
            <p:cNvSpPr/>
            <p:nvPr/>
          </p:nvSpPr>
          <p:spPr>
            <a:xfrm>
              <a:off x="2312955" y="1761221"/>
              <a:ext cx="299" cy="149"/>
            </a:xfrm>
            <a:custGeom>
              <a:avLst/>
              <a:gdLst/>
              <a:ahLst/>
              <a:cxnLst/>
              <a:rect l="l" t="t" r="r" b="b"/>
              <a:pathLst>
                <a:path w="22" h="11" extrusionOk="0">
                  <a:moveTo>
                    <a:pt x="21" y="0"/>
                  </a:moveTo>
                  <a:cubicBezTo>
                    <a:pt x="14" y="4"/>
                    <a:pt x="7" y="7"/>
                    <a:pt x="0" y="11"/>
                  </a:cubicBezTo>
                  <a:cubicBezTo>
                    <a:pt x="7" y="7"/>
                    <a:pt x="14" y="4"/>
                    <a:pt x="21" y="0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37" name="Google Shape;5095;p80">
              <a:extLst>
                <a:ext uri="{FF2B5EF4-FFF2-40B4-BE49-F238E27FC236}">
                  <a16:creationId xmlns:a16="http://schemas.microsoft.com/office/drawing/2014/main" id="{57D34576-5A59-9A4F-2075-815789CE64F2}"/>
                </a:ext>
              </a:extLst>
            </p:cNvPr>
            <p:cNvSpPr/>
            <p:nvPr/>
          </p:nvSpPr>
          <p:spPr>
            <a:xfrm>
              <a:off x="2356254" y="1750291"/>
              <a:ext cx="1344" cy="285"/>
            </a:xfrm>
            <a:custGeom>
              <a:avLst/>
              <a:gdLst/>
              <a:ahLst/>
              <a:cxnLst/>
              <a:rect l="l" t="t" r="r" b="b"/>
              <a:pathLst>
                <a:path w="99" h="21" extrusionOk="0">
                  <a:moveTo>
                    <a:pt x="4" y="7"/>
                  </a:moveTo>
                  <a:lnTo>
                    <a:pt x="1" y="7"/>
                  </a:lnTo>
                  <a:lnTo>
                    <a:pt x="4" y="7"/>
                  </a:lnTo>
                  <a:lnTo>
                    <a:pt x="25" y="0"/>
                  </a:lnTo>
                  <a:lnTo>
                    <a:pt x="99" y="21"/>
                  </a:lnTo>
                  <a:lnTo>
                    <a:pt x="25" y="0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38" name="Google Shape;5096;p80">
              <a:extLst>
                <a:ext uri="{FF2B5EF4-FFF2-40B4-BE49-F238E27FC236}">
                  <a16:creationId xmlns:a16="http://schemas.microsoft.com/office/drawing/2014/main" id="{1CAE6E42-DC66-2C5D-6F15-8B6823538ECB}"/>
                </a:ext>
              </a:extLst>
            </p:cNvPr>
            <p:cNvSpPr/>
            <p:nvPr/>
          </p:nvSpPr>
          <p:spPr>
            <a:xfrm>
              <a:off x="2314720" y="1754758"/>
              <a:ext cx="2009" cy="2770"/>
            </a:xfrm>
            <a:custGeom>
              <a:avLst/>
              <a:gdLst/>
              <a:ahLst/>
              <a:cxnLst/>
              <a:rect l="l" t="t" r="r" b="b"/>
              <a:pathLst>
                <a:path w="148" h="204" extrusionOk="0">
                  <a:moveTo>
                    <a:pt x="147" y="0"/>
                  </a:moveTo>
                  <a:cubicBezTo>
                    <a:pt x="63" y="28"/>
                    <a:pt x="14" y="123"/>
                    <a:pt x="0" y="203"/>
                  </a:cubicBezTo>
                  <a:cubicBezTo>
                    <a:pt x="14" y="126"/>
                    <a:pt x="63" y="32"/>
                    <a:pt x="147" y="0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39" name="Google Shape;5097;p80">
              <a:extLst>
                <a:ext uri="{FF2B5EF4-FFF2-40B4-BE49-F238E27FC236}">
                  <a16:creationId xmlns:a16="http://schemas.microsoft.com/office/drawing/2014/main" id="{65031951-9297-89F4-8455-E686F53FFBF7}"/>
                </a:ext>
              </a:extLst>
            </p:cNvPr>
            <p:cNvSpPr/>
            <p:nvPr/>
          </p:nvSpPr>
          <p:spPr>
            <a:xfrm>
              <a:off x="2313335" y="1761031"/>
              <a:ext cx="204" cy="109"/>
            </a:xfrm>
            <a:custGeom>
              <a:avLst/>
              <a:gdLst/>
              <a:ahLst/>
              <a:cxnLst/>
              <a:rect l="l" t="t" r="r" b="b"/>
              <a:pathLst>
                <a:path w="15" h="8" extrusionOk="0">
                  <a:moveTo>
                    <a:pt x="15" y="0"/>
                  </a:moveTo>
                  <a:lnTo>
                    <a:pt x="0" y="7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40" name="Google Shape;5098;p80">
              <a:extLst>
                <a:ext uri="{FF2B5EF4-FFF2-40B4-BE49-F238E27FC236}">
                  <a16:creationId xmlns:a16="http://schemas.microsoft.com/office/drawing/2014/main" id="{E782873A-20E1-A34A-A9B7-0B9781FE3F84}"/>
                </a:ext>
              </a:extLst>
            </p:cNvPr>
            <p:cNvSpPr/>
            <p:nvPr/>
          </p:nvSpPr>
          <p:spPr>
            <a:xfrm>
              <a:off x="2360911" y="1713591"/>
              <a:ext cx="163" cy="14"/>
            </a:xfrm>
            <a:custGeom>
              <a:avLst/>
              <a:gdLst/>
              <a:ahLst/>
              <a:cxnLst/>
              <a:rect l="l" t="t" r="r" b="b"/>
              <a:pathLst>
                <a:path w="12" h="1" extrusionOk="0">
                  <a:moveTo>
                    <a:pt x="1" y="0"/>
                  </a:moveTo>
                  <a:lnTo>
                    <a:pt x="11" y="0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41" name="Google Shape;5099;p80">
              <a:extLst>
                <a:ext uri="{FF2B5EF4-FFF2-40B4-BE49-F238E27FC236}">
                  <a16:creationId xmlns:a16="http://schemas.microsoft.com/office/drawing/2014/main" id="{AE3A9105-06A1-FDE8-4916-4FE26249416A}"/>
                </a:ext>
              </a:extLst>
            </p:cNvPr>
            <p:cNvSpPr/>
            <p:nvPr/>
          </p:nvSpPr>
          <p:spPr>
            <a:xfrm>
              <a:off x="2360531" y="1713686"/>
              <a:ext cx="163" cy="14"/>
            </a:xfrm>
            <a:custGeom>
              <a:avLst/>
              <a:gdLst/>
              <a:ahLst/>
              <a:cxnLst/>
              <a:rect l="l" t="t" r="r" b="b"/>
              <a:pathLst>
                <a:path w="12" h="1" extrusionOk="0">
                  <a:moveTo>
                    <a:pt x="1" y="0"/>
                  </a:moveTo>
                  <a:lnTo>
                    <a:pt x="11" y="0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42" name="Google Shape;5100;p80">
              <a:extLst>
                <a:ext uri="{FF2B5EF4-FFF2-40B4-BE49-F238E27FC236}">
                  <a16:creationId xmlns:a16="http://schemas.microsoft.com/office/drawing/2014/main" id="{44ACAD68-83A8-B03B-52E7-5613DC628C93}"/>
                </a:ext>
              </a:extLst>
            </p:cNvPr>
            <p:cNvSpPr/>
            <p:nvPr/>
          </p:nvSpPr>
          <p:spPr>
            <a:xfrm>
              <a:off x="2361291" y="1713442"/>
              <a:ext cx="68" cy="14"/>
            </a:xfrm>
            <a:custGeom>
              <a:avLst/>
              <a:gdLst/>
              <a:ahLst/>
              <a:cxnLst/>
              <a:rect l="l" t="t" r="r" b="b"/>
              <a:pathLst>
                <a:path w="5" h="1" extrusionOk="0">
                  <a:moveTo>
                    <a:pt x="4" y="1"/>
                  </a:moveTo>
                  <a:lnTo>
                    <a:pt x="1" y="1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43" name="Google Shape;5101;p80">
              <a:extLst>
                <a:ext uri="{FF2B5EF4-FFF2-40B4-BE49-F238E27FC236}">
                  <a16:creationId xmlns:a16="http://schemas.microsoft.com/office/drawing/2014/main" id="{EABD2D44-746C-24D8-473D-ABF3AE95E0E2}"/>
                </a:ext>
              </a:extLst>
            </p:cNvPr>
            <p:cNvSpPr/>
            <p:nvPr/>
          </p:nvSpPr>
          <p:spPr>
            <a:xfrm>
              <a:off x="2364332" y="1715628"/>
              <a:ext cx="1208" cy="1724"/>
            </a:xfrm>
            <a:custGeom>
              <a:avLst/>
              <a:gdLst/>
              <a:ahLst/>
              <a:cxnLst/>
              <a:rect l="l" t="t" r="r" b="b"/>
              <a:pathLst>
                <a:path w="89" h="127" extrusionOk="0">
                  <a:moveTo>
                    <a:pt x="1" y="1"/>
                  </a:moveTo>
                  <a:cubicBezTo>
                    <a:pt x="25" y="39"/>
                    <a:pt x="53" y="81"/>
                    <a:pt x="88" y="127"/>
                  </a:cubicBezTo>
                  <a:cubicBezTo>
                    <a:pt x="57" y="81"/>
                    <a:pt x="29" y="39"/>
                    <a:pt x="1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44" name="Google Shape;5102;p80">
              <a:extLst>
                <a:ext uri="{FF2B5EF4-FFF2-40B4-BE49-F238E27FC236}">
                  <a16:creationId xmlns:a16="http://schemas.microsoft.com/office/drawing/2014/main" id="{1C7B40EB-9909-EC6F-E7A2-9CBAF7C3EA31}"/>
                </a:ext>
              </a:extLst>
            </p:cNvPr>
            <p:cNvSpPr/>
            <p:nvPr/>
          </p:nvSpPr>
          <p:spPr>
            <a:xfrm>
              <a:off x="2358725" y="1713917"/>
              <a:ext cx="204" cy="14"/>
            </a:xfrm>
            <a:custGeom>
              <a:avLst/>
              <a:gdLst/>
              <a:ahLst/>
              <a:cxnLst/>
              <a:rect l="l" t="t" r="r" b="b"/>
              <a:pathLst>
                <a:path w="15" h="1" extrusionOk="0">
                  <a:moveTo>
                    <a:pt x="1" y="1"/>
                  </a:moveTo>
                  <a:lnTo>
                    <a:pt x="15" y="1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45" name="Google Shape;5103;p80">
              <a:extLst>
                <a:ext uri="{FF2B5EF4-FFF2-40B4-BE49-F238E27FC236}">
                  <a16:creationId xmlns:a16="http://schemas.microsoft.com/office/drawing/2014/main" id="{DB807DBB-831B-472E-6361-CBED7A9DD8F1}"/>
                </a:ext>
              </a:extLst>
            </p:cNvPr>
            <p:cNvSpPr/>
            <p:nvPr/>
          </p:nvSpPr>
          <p:spPr>
            <a:xfrm>
              <a:off x="2354163" y="1713822"/>
              <a:ext cx="258" cy="14"/>
            </a:xfrm>
            <a:custGeom>
              <a:avLst/>
              <a:gdLst/>
              <a:ahLst/>
              <a:cxnLst/>
              <a:rect l="l" t="t" r="r" b="b"/>
              <a:pathLst>
                <a:path w="19" h="1" extrusionOk="0">
                  <a:moveTo>
                    <a:pt x="1" y="1"/>
                  </a:moveTo>
                  <a:lnTo>
                    <a:pt x="18" y="1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46" name="Google Shape;5104;p80">
              <a:extLst>
                <a:ext uri="{FF2B5EF4-FFF2-40B4-BE49-F238E27FC236}">
                  <a16:creationId xmlns:a16="http://schemas.microsoft.com/office/drawing/2014/main" id="{78C8F822-73E2-28F1-6D3A-E19DF8F37D35}"/>
                </a:ext>
              </a:extLst>
            </p:cNvPr>
            <p:cNvSpPr/>
            <p:nvPr/>
          </p:nvSpPr>
          <p:spPr>
            <a:xfrm>
              <a:off x="2353552" y="1713781"/>
              <a:ext cx="394" cy="14"/>
            </a:xfrm>
            <a:custGeom>
              <a:avLst/>
              <a:gdLst/>
              <a:ahLst/>
              <a:cxnLst/>
              <a:rect l="l" t="t" r="r" b="b"/>
              <a:pathLst>
                <a:path w="29" h="1" extrusionOk="0">
                  <a:moveTo>
                    <a:pt x="0" y="0"/>
                  </a:moveTo>
                  <a:lnTo>
                    <a:pt x="28" y="0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47" name="Google Shape;5105;p80">
              <a:extLst>
                <a:ext uri="{FF2B5EF4-FFF2-40B4-BE49-F238E27FC236}">
                  <a16:creationId xmlns:a16="http://schemas.microsoft.com/office/drawing/2014/main" id="{6FD7C814-13F0-BAD1-76AE-0282E24C5586}"/>
                </a:ext>
              </a:extLst>
            </p:cNvPr>
            <p:cNvSpPr/>
            <p:nvPr/>
          </p:nvSpPr>
          <p:spPr>
            <a:xfrm>
              <a:off x="2359200" y="1713876"/>
              <a:ext cx="258" cy="14"/>
            </a:xfrm>
            <a:custGeom>
              <a:avLst/>
              <a:gdLst/>
              <a:ahLst/>
              <a:cxnLst/>
              <a:rect l="l" t="t" r="r" b="b"/>
              <a:pathLst>
                <a:path w="19" h="1" extrusionOk="0">
                  <a:moveTo>
                    <a:pt x="1" y="0"/>
                  </a:moveTo>
                  <a:lnTo>
                    <a:pt x="18" y="0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48" name="Google Shape;5106;p80">
              <a:extLst>
                <a:ext uri="{FF2B5EF4-FFF2-40B4-BE49-F238E27FC236}">
                  <a16:creationId xmlns:a16="http://schemas.microsoft.com/office/drawing/2014/main" id="{6FF6ADE2-A488-AB14-F31C-EAC110565E80}"/>
                </a:ext>
              </a:extLst>
            </p:cNvPr>
            <p:cNvSpPr/>
            <p:nvPr/>
          </p:nvSpPr>
          <p:spPr>
            <a:xfrm>
              <a:off x="2365812" y="1717814"/>
              <a:ext cx="14" cy="14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0" y="1"/>
                  </a:moveTo>
                  <a:lnTo>
                    <a:pt x="0" y="1"/>
                  </a:lnTo>
                  <a:lnTo>
                    <a:pt x="0" y="1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49" name="Google Shape;5107;p80">
              <a:extLst>
                <a:ext uri="{FF2B5EF4-FFF2-40B4-BE49-F238E27FC236}">
                  <a16:creationId xmlns:a16="http://schemas.microsoft.com/office/drawing/2014/main" id="{E9B407D4-5448-BDC3-118F-E46DF6F246F4}"/>
                </a:ext>
              </a:extLst>
            </p:cNvPr>
            <p:cNvSpPr/>
            <p:nvPr/>
          </p:nvSpPr>
          <p:spPr>
            <a:xfrm>
              <a:off x="2354788" y="1713876"/>
              <a:ext cx="204" cy="14"/>
            </a:xfrm>
            <a:custGeom>
              <a:avLst/>
              <a:gdLst/>
              <a:ahLst/>
              <a:cxnLst/>
              <a:rect l="l" t="t" r="r" b="b"/>
              <a:pathLst>
                <a:path w="15" h="1" extrusionOk="0">
                  <a:moveTo>
                    <a:pt x="0" y="0"/>
                  </a:moveTo>
                  <a:lnTo>
                    <a:pt x="14" y="0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50" name="Google Shape;5108;p80">
              <a:extLst>
                <a:ext uri="{FF2B5EF4-FFF2-40B4-BE49-F238E27FC236}">
                  <a16:creationId xmlns:a16="http://schemas.microsoft.com/office/drawing/2014/main" id="{B8716847-61AB-36DD-3AED-D0F98F2F435C}"/>
                </a:ext>
              </a:extLst>
            </p:cNvPr>
            <p:cNvSpPr/>
            <p:nvPr/>
          </p:nvSpPr>
          <p:spPr>
            <a:xfrm>
              <a:off x="2355358" y="1713917"/>
              <a:ext cx="14" cy="14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0" y="1"/>
                  </a:move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51" name="Google Shape;5109;p80">
              <a:extLst>
                <a:ext uri="{FF2B5EF4-FFF2-40B4-BE49-F238E27FC236}">
                  <a16:creationId xmlns:a16="http://schemas.microsoft.com/office/drawing/2014/main" id="{9F3C8B7F-9210-947E-4783-95341231625E}"/>
                </a:ext>
              </a:extLst>
            </p:cNvPr>
            <p:cNvSpPr/>
            <p:nvPr/>
          </p:nvSpPr>
          <p:spPr>
            <a:xfrm>
              <a:off x="2357680" y="1713972"/>
              <a:ext cx="14" cy="14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1" y="0"/>
                  </a:move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52" name="Google Shape;5110;p80">
              <a:extLst>
                <a:ext uri="{FF2B5EF4-FFF2-40B4-BE49-F238E27FC236}">
                  <a16:creationId xmlns:a16="http://schemas.microsoft.com/office/drawing/2014/main" id="{1129B15D-8D42-6732-688D-BA61AA275535}"/>
                </a:ext>
              </a:extLst>
            </p:cNvPr>
            <p:cNvSpPr/>
            <p:nvPr/>
          </p:nvSpPr>
          <p:spPr>
            <a:xfrm>
              <a:off x="2359675" y="1713822"/>
              <a:ext cx="204" cy="14"/>
            </a:xfrm>
            <a:custGeom>
              <a:avLst/>
              <a:gdLst/>
              <a:ahLst/>
              <a:cxnLst/>
              <a:rect l="l" t="t" r="r" b="b"/>
              <a:pathLst>
                <a:path w="15" h="1" extrusionOk="0">
                  <a:moveTo>
                    <a:pt x="1" y="1"/>
                  </a:moveTo>
                  <a:lnTo>
                    <a:pt x="15" y="1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53" name="Google Shape;5111;p80">
              <a:extLst>
                <a:ext uri="{FF2B5EF4-FFF2-40B4-BE49-F238E27FC236}">
                  <a16:creationId xmlns:a16="http://schemas.microsoft.com/office/drawing/2014/main" id="{5788B6EB-9164-B1B1-A601-852AEC551344}"/>
                </a:ext>
              </a:extLst>
            </p:cNvPr>
            <p:cNvSpPr/>
            <p:nvPr/>
          </p:nvSpPr>
          <p:spPr>
            <a:xfrm>
              <a:off x="2358209" y="1713917"/>
              <a:ext cx="14" cy="14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0" y="1"/>
                  </a:move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54" name="Google Shape;5112;p80">
              <a:extLst>
                <a:ext uri="{FF2B5EF4-FFF2-40B4-BE49-F238E27FC236}">
                  <a16:creationId xmlns:a16="http://schemas.microsoft.com/office/drawing/2014/main" id="{87E85256-5DEA-485C-96A8-3598FE988A81}"/>
                </a:ext>
              </a:extLst>
            </p:cNvPr>
            <p:cNvSpPr/>
            <p:nvPr/>
          </p:nvSpPr>
          <p:spPr>
            <a:xfrm>
              <a:off x="2356539" y="1713917"/>
              <a:ext cx="14" cy="14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1" y="1"/>
                  </a:move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55" name="Google Shape;5113;p80">
              <a:extLst>
                <a:ext uri="{FF2B5EF4-FFF2-40B4-BE49-F238E27FC236}">
                  <a16:creationId xmlns:a16="http://schemas.microsoft.com/office/drawing/2014/main" id="{640460FC-11F4-4206-2B8E-1F677B427540}"/>
                </a:ext>
              </a:extLst>
            </p:cNvPr>
            <p:cNvSpPr/>
            <p:nvPr/>
          </p:nvSpPr>
          <p:spPr>
            <a:xfrm>
              <a:off x="2360110" y="1713781"/>
              <a:ext cx="204" cy="14"/>
            </a:xfrm>
            <a:custGeom>
              <a:avLst/>
              <a:gdLst/>
              <a:ahLst/>
              <a:cxnLst/>
              <a:rect l="l" t="t" r="r" b="b"/>
              <a:pathLst>
                <a:path w="15" h="1" extrusionOk="0">
                  <a:moveTo>
                    <a:pt x="0" y="0"/>
                  </a:moveTo>
                  <a:lnTo>
                    <a:pt x="14" y="0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56" name="Google Shape;5114;p80">
              <a:extLst>
                <a:ext uri="{FF2B5EF4-FFF2-40B4-BE49-F238E27FC236}">
                  <a16:creationId xmlns:a16="http://schemas.microsoft.com/office/drawing/2014/main" id="{38EE6374-C3C0-1ED3-6923-578FDCBCD4D2}"/>
                </a:ext>
              </a:extLst>
            </p:cNvPr>
            <p:cNvSpPr/>
            <p:nvPr/>
          </p:nvSpPr>
          <p:spPr>
            <a:xfrm>
              <a:off x="2357299" y="1713972"/>
              <a:ext cx="14" cy="14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1" y="0"/>
                  </a:move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57" name="Google Shape;5115;p80">
              <a:extLst>
                <a:ext uri="{FF2B5EF4-FFF2-40B4-BE49-F238E27FC236}">
                  <a16:creationId xmlns:a16="http://schemas.microsoft.com/office/drawing/2014/main" id="{A4A6A38C-7AF6-CF45-E934-5DAD9C5939FD}"/>
                </a:ext>
              </a:extLst>
            </p:cNvPr>
            <p:cNvSpPr/>
            <p:nvPr/>
          </p:nvSpPr>
          <p:spPr>
            <a:xfrm>
              <a:off x="2355969" y="1713917"/>
              <a:ext cx="14" cy="14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1" y="1"/>
                  </a:move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58" name="Google Shape;5116;p80">
              <a:extLst>
                <a:ext uri="{FF2B5EF4-FFF2-40B4-BE49-F238E27FC236}">
                  <a16:creationId xmlns:a16="http://schemas.microsoft.com/office/drawing/2014/main" id="{5974FCE1-A3A0-EFA6-D002-E81A3C15EC3F}"/>
                </a:ext>
              </a:extLst>
            </p:cNvPr>
            <p:cNvSpPr/>
            <p:nvPr/>
          </p:nvSpPr>
          <p:spPr>
            <a:xfrm>
              <a:off x="2628523" y="1764588"/>
              <a:ext cx="15085" cy="14419"/>
            </a:xfrm>
            <a:custGeom>
              <a:avLst/>
              <a:gdLst/>
              <a:ahLst/>
              <a:cxnLst/>
              <a:rect l="l" t="t" r="r" b="b"/>
              <a:pathLst>
                <a:path w="1111" h="1062" extrusionOk="0">
                  <a:moveTo>
                    <a:pt x="540" y="1"/>
                  </a:moveTo>
                  <a:cubicBezTo>
                    <a:pt x="470" y="1"/>
                    <a:pt x="403" y="15"/>
                    <a:pt x="340" y="43"/>
                  </a:cubicBezTo>
                  <a:lnTo>
                    <a:pt x="298" y="60"/>
                  </a:lnTo>
                  <a:lnTo>
                    <a:pt x="256" y="78"/>
                  </a:lnTo>
                  <a:lnTo>
                    <a:pt x="253" y="78"/>
                  </a:lnTo>
                  <a:lnTo>
                    <a:pt x="214" y="99"/>
                  </a:lnTo>
                  <a:lnTo>
                    <a:pt x="211" y="102"/>
                  </a:lnTo>
                  <a:lnTo>
                    <a:pt x="176" y="123"/>
                  </a:lnTo>
                  <a:lnTo>
                    <a:pt x="169" y="127"/>
                  </a:lnTo>
                  <a:lnTo>
                    <a:pt x="137" y="148"/>
                  </a:lnTo>
                  <a:lnTo>
                    <a:pt x="134" y="151"/>
                  </a:lnTo>
                  <a:lnTo>
                    <a:pt x="102" y="172"/>
                  </a:lnTo>
                  <a:lnTo>
                    <a:pt x="95" y="176"/>
                  </a:lnTo>
                  <a:cubicBezTo>
                    <a:pt x="78" y="193"/>
                    <a:pt x="57" y="211"/>
                    <a:pt x="39" y="228"/>
                  </a:cubicBezTo>
                  <a:lnTo>
                    <a:pt x="36" y="235"/>
                  </a:lnTo>
                  <a:cubicBezTo>
                    <a:pt x="29" y="242"/>
                    <a:pt x="22" y="249"/>
                    <a:pt x="15" y="256"/>
                  </a:cubicBezTo>
                  <a:lnTo>
                    <a:pt x="11" y="263"/>
                  </a:lnTo>
                  <a:cubicBezTo>
                    <a:pt x="8" y="267"/>
                    <a:pt x="4" y="274"/>
                    <a:pt x="1" y="277"/>
                  </a:cubicBezTo>
                  <a:cubicBezTo>
                    <a:pt x="8" y="288"/>
                    <a:pt x="15" y="298"/>
                    <a:pt x="22" y="312"/>
                  </a:cubicBezTo>
                  <a:lnTo>
                    <a:pt x="29" y="319"/>
                  </a:lnTo>
                  <a:cubicBezTo>
                    <a:pt x="32" y="326"/>
                    <a:pt x="39" y="337"/>
                    <a:pt x="43" y="344"/>
                  </a:cubicBezTo>
                  <a:lnTo>
                    <a:pt x="50" y="354"/>
                  </a:lnTo>
                  <a:cubicBezTo>
                    <a:pt x="53" y="361"/>
                    <a:pt x="57" y="372"/>
                    <a:pt x="60" y="382"/>
                  </a:cubicBezTo>
                  <a:lnTo>
                    <a:pt x="64" y="389"/>
                  </a:lnTo>
                  <a:cubicBezTo>
                    <a:pt x="67" y="400"/>
                    <a:pt x="74" y="410"/>
                    <a:pt x="74" y="421"/>
                  </a:cubicBezTo>
                  <a:cubicBezTo>
                    <a:pt x="120" y="547"/>
                    <a:pt x="204" y="648"/>
                    <a:pt x="316" y="715"/>
                  </a:cubicBezTo>
                  <a:cubicBezTo>
                    <a:pt x="333" y="729"/>
                    <a:pt x="351" y="739"/>
                    <a:pt x="368" y="750"/>
                  </a:cubicBezTo>
                  <a:cubicBezTo>
                    <a:pt x="379" y="753"/>
                    <a:pt x="386" y="760"/>
                    <a:pt x="393" y="764"/>
                  </a:cubicBezTo>
                  <a:lnTo>
                    <a:pt x="400" y="774"/>
                  </a:lnTo>
                  <a:lnTo>
                    <a:pt x="410" y="781"/>
                  </a:lnTo>
                  <a:cubicBezTo>
                    <a:pt x="456" y="834"/>
                    <a:pt x="480" y="904"/>
                    <a:pt x="477" y="974"/>
                  </a:cubicBezTo>
                  <a:lnTo>
                    <a:pt x="477" y="981"/>
                  </a:lnTo>
                  <a:lnTo>
                    <a:pt x="477" y="995"/>
                  </a:lnTo>
                  <a:cubicBezTo>
                    <a:pt x="477" y="1012"/>
                    <a:pt x="477" y="1034"/>
                    <a:pt x="470" y="1051"/>
                  </a:cubicBezTo>
                  <a:lnTo>
                    <a:pt x="470" y="1058"/>
                  </a:lnTo>
                  <a:lnTo>
                    <a:pt x="470" y="1062"/>
                  </a:lnTo>
                  <a:lnTo>
                    <a:pt x="480" y="1062"/>
                  </a:lnTo>
                  <a:lnTo>
                    <a:pt x="508" y="1058"/>
                  </a:lnTo>
                  <a:lnTo>
                    <a:pt x="515" y="1058"/>
                  </a:lnTo>
                  <a:lnTo>
                    <a:pt x="550" y="1055"/>
                  </a:lnTo>
                  <a:lnTo>
                    <a:pt x="554" y="1055"/>
                  </a:lnTo>
                  <a:lnTo>
                    <a:pt x="582" y="1051"/>
                  </a:lnTo>
                  <a:lnTo>
                    <a:pt x="585" y="1051"/>
                  </a:lnTo>
                  <a:lnTo>
                    <a:pt x="613" y="1048"/>
                  </a:lnTo>
                  <a:cubicBezTo>
                    <a:pt x="736" y="1020"/>
                    <a:pt x="1065" y="564"/>
                    <a:pt x="1110" y="435"/>
                  </a:cubicBezTo>
                  <a:cubicBezTo>
                    <a:pt x="1110" y="435"/>
                    <a:pt x="1110" y="403"/>
                    <a:pt x="1047" y="330"/>
                  </a:cubicBezTo>
                  <a:cubicBezTo>
                    <a:pt x="1030" y="312"/>
                    <a:pt x="1012" y="291"/>
                    <a:pt x="991" y="274"/>
                  </a:cubicBezTo>
                  <a:lnTo>
                    <a:pt x="977" y="260"/>
                  </a:lnTo>
                  <a:lnTo>
                    <a:pt x="960" y="246"/>
                  </a:lnTo>
                  <a:lnTo>
                    <a:pt x="953" y="235"/>
                  </a:lnTo>
                  <a:lnTo>
                    <a:pt x="928" y="214"/>
                  </a:lnTo>
                  <a:cubicBezTo>
                    <a:pt x="795" y="102"/>
                    <a:pt x="627" y="8"/>
                    <a:pt x="540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59" name="Google Shape;5117;p80">
              <a:extLst>
                <a:ext uri="{FF2B5EF4-FFF2-40B4-BE49-F238E27FC236}">
                  <a16:creationId xmlns:a16="http://schemas.microsoft.com/office/drawing/2014/main" id="{03FB53E4-7D92-D21C-3BB0-84ADD2DFD7C4}"/>
                </a:ext>
              </a:extLst>
            </p:cNvPr>
            <p:cNvSpPr/>
            <p:nvPr/>
          </p:nvSpPr>
          <p:spPr>
            <a:xfrm>
              <a:off x="2634090" y="1775192"/>
              <a:ext cx="964" cy="2620"/>
            </a:xfrm>
            <a:custGeom>
              <a:avLst/>
              <a:gdLst/>
              <a:ahLst/>
              <a:cxnLst/>
              <a:rect l="l" t="t" r="r" b="b"/>
              <a:pathLst>
                <a:path w="71" h="193" extrusionOk="0">
                  <a:moveTo>
                    <a:pt x="0" y="0"/>
                  </a:moveTo>
                  <a:cubicBezTo>
                    <a:pt x="46" y="53"/>
                    <a:pt x="70" y="123"/>
                    <a:pt x="67" y="193"/>
                  </a:cubicBezTo>
                  <a:cubicBezTo>
                    <a:pt x="70" y="123"/>
                    <a:pt x="46" y="53"/>
                    <a:pt x="0" y="0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60" name="Google Shape;5118;p80">
              <a:extLst>
                <a:ext uri="{FF2B5EF4-FFF2-40B4-BE49-F238E27FC236}">
                  <a16:creationId xmlns:a16="http://schemas.microsoft.com/office/drawing/2014/main" id="{9F710E9C-DAA7-8A0B-C6F3-9D3BBF89DB77}"/>
                </a:ext>
              </a:extLst>
            </p:cNvPr>
            <p:cNvSpPr/>
            <p:nvPr/>
          </p:nvSpPr>
          <p:spPr>
            <a:xfrm>
              <a:off x="2633846" y="1775002"/>
              <a:ext cx="163" cy="109"/>
            </a:xfrm>
            <a:custGeom>
              <a:avLst/>
              <a:gdLst/>
              <a:ahLst/>
              <a:cxnLst/>
              <a:rect l="l" t="t" r="r" b="b"/>
              <a:pathLst>
                <a:path w="12" h="8" extrusionOk="0">
                  <a:moveTo>
                    <a:pt x="11" y="7"/>
                  </a:moveTo>
                  <a:lnTo>
                    <a:pt x="1" y="0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61" name="Google Shape;5119;p80">
              <a:extLst>
                <a:ext uri="{FF2B5EF4-FFF2-40B4-BE49-F238E27FC236}">
                  <a16:creationId xmlns:a16="http://schemas.microsoft.com/office/drawing/2014/main" id="{38DF196D-D8D5-2337-4315-61E4EFE91BAA}"/>
                </a:ext>
              </a:extLst>
            </p:cNvPr>
            <p:cNvSpPr/>
            <p:nvPr/>
          </p:nvSpPr>
          <p:spPr>
            <a:xfrm>
              <a:off x="2628483" y="1768349"/>
              <a:ext cx="339" cy="489"/>
            </a:xfrm>
            <a:custGeom>
              <a:avLst/>
              <a:gdLst/>
              <a:ahLst/>
              <a:cxnLst/>
              <a:rect l="l" t="t" r="r" b="b"/>
              <a:pathLst>
                <a:path w="25" h="36" extrusionOk="0">
                  <a:moveTo>
                    <a:pt x="0" y="0"/>
                  </a:moveTo>
                  <a:cubicBezTo>
                    <a:pt x="11" y="11"/>
                    <a:pt x="18" y="21"/>
                    <a:pt x="25" y="35"/>
                  </a:cubicBezTo>
                  <a:cubicBezTo>
                    <a:pt x="21" y="21"/>
                    <a:pt x="11" y="11"/>
                    <a:pt x="0" y="0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62" name="Google Shape;5120;p80">
              <a:extLst>
                <a:ext uri="{FF2B5EF4-FFF2-40B4-BE49-F238E27FC236}">
                  <a16:creationId xmlns:a16="http://schemas.microsoft.com/office/drawing/2014/main" id="{A96E4B8D-047D-E082-F08A-E933440857B9}"/>
                </a:ext>
              </a:extLst>
            </p:cNvPr>
            <p:cNvSpPr/>
            <p:nvPr/>
          </p:nvSpPr>
          <p:spPr>
            <a:xfrm>
              <a:off x="2634891" y="1778858"/>
              <a:ext cx="14" cy="95"/>
            </a:xfrm>
            <a:custGeom>
              <a:avLst/>
              <a:gdLst/>
              <a:ahLst/>
              <a:cxnLst/>
              <a:rect l="l" t="t" r="r" b="b"/>
              <a:pathLst>
                <a:path w="1" h="7" extrusionOk="0">
                  <a:moveTo>
                    <a:pt x="1" y="7"/>
                  </a:moveTo>
                  <a:lnTo>
                    <a:pt x="1" y="0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63" name="Google Shape;5121;p80">
              <a:extLst>
                <a:ext uri="{FF2B5EF4-FFF2-40B4-BE49-F238E27FC236}">
                  <a16:creationId xmlns:a16="http://schemas.microsoft.com/office/drawing/2014/main" id="{6F2493D9-8735-5CE9-4810-C239E9367CCB}"/>
                </a:ext>
              </a:extLst>
            </p:cNvPr>
            <p:cNvSpPr/>
            <p:nvPr/>
          </p:nvSpPr>
          <p:spPr>
            <a:xfrm>
              <a:off x="2629148" y="1769341"/>
              <a:ext cx="204" cy="394"/>
            </a:xfrm>
            <a:custGeom>
              <a:avLst/>
              <a:gdLst/>
              <a:ahLst/>
              <a:cxnLst/>
              <a:rect l="l" t="t" r="r" b="b"/>
              <a:pathLst>
                <a:path w="15" h="29" extrusionOk="0">
                  <a:moveTo>
                    <a:pt x="0" y="1"/>
                  </a:moveTo>
                  <a:lnTo>
                    <a:pt x="0" y="1"/>
                  </a:lnTo>
                  <a:cubicBezTo>
                    <a:pt x="7" y="11"/>
                    <a:pt x="11" y="22"/>
                    <a:pt x="14" y="29"/>
                  </a:cubicBezTo>
                  <a:cubicBezTo>
                    <a:pt x="11" y="18"/>
                    <a:pt x="7" y="11"/>
                    <a:pt x="0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64" name="Google Shape;5122;p80">
              <a:extLst>
                <a:ext uri="{FF2B5EF4-FFF2-40B4-BE49-F238E27FC236}">
                  <a16:creationId xmlns:a16="http://schemas.microsoft.com/office/drawing/2014/main" id="{B0AB3A7A-3582-A087-5413-CECE097AC37B}"/>
                </a:ext>
              </a:extLst>
            </p:cNvPr>
            <p:cNvSpPr/>
            <p:nvPr/>
          </p:nvSpPr>
          <p:spPr>
            <a:xfrm>
              <a:off x="2634986" y="1777894"/>
              <a:ext cx="14" cy="204"/>
            </a:xfrm>
            <a:custGeom>
              <a:avLst/>
              <a:gdLst/>
              <a:ahLst/>
              <a:cxnLst/>
              <a:rect l="l" t="t" r="r" b="b"/>
              <a:pathLst>
                <a:path w="1" h="15" extrusionOk="0">
                  <a:moveTo>
                    <a:pt x="1" y="1"/>
                  </a:moveTo>
                  <a:lnTo>
                    <a:pt x="1" y="15"/>
                  </a:lnTo>
                  <a:cubicBezTo>
                    <a:pt x="1" y="8"/>
                    <a:pt x="1" y="4"/>
                    <a:pt x="1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65" name="Google Shape;5123;p80">
              <a:extLst>
                <a:ext uri="{FF2B5EF4-FFF2-40B4-BE49-F238E27FC236}">
                  <a16:creationId xmlns:a16="http://schemas.microsoft.com/office/drawing/2014/main" id="{25845644-61CF-C158-A11D-80D1FC02FB05}"/>
                </a:ext>
              </a:extLst>
            </p:cNvPr>
            <p:cNvSpPr/>
            <p:nvPr/>
          </p:nvSpPr>
          <p:spPr>
            <a:xfrm>
              <a:off x="2628904" y="1768865"/>
              <a:ext cx="204" cy="394"/>
            </a:xfrm>
            <a:custGeom>
              <a:avLst/>
              <a:gdLst/>
              <a:ahLst/>
              <a:cxnLst/>
              <a:rect l="l" t="t" r="r" b="b"/>
              <a:pathLst>
                <a:path w="15" h="29" extrusionOk="0">
                  <a:moveTo>
                    <a:pt x="15" y="29"/>
                  </a:moveTo>
                  <a:cubicBezTo>
                    <a:pt x="11" y="18"/>
                    <a:pt x="4" y="11"/>
                    <a:pt x="1" y="1"/>
                  </a:cubicBezTo>
                  <a:cubicBezTo>
                    <a:pt x="4" y="11"/>
                    <a:pt x="11" y="18"/>
                    <a:pt x="15" y="29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66" name="Google Shape;5124;p80">
              <a:extLst>
                <a:ext uri="{FF2B5EF4-FFF2-40B4-BE49-F238E27FC236}">
                  <a16:creationId xmlns:a16="http://schemas.microsoft.com/office/drawing/2014/main" id="{FCE5FC76-5126-82A7-4C95-F59527AF5FBF}"/>
                </a:ext>
              </a:extLst>
            </p:cNvPr>
            <p:cNvSpPr/>
            <p:nvPr/>
          </p:nvSpPr>
          <p:spPr>
            <a:xfrm>
              <a:off x="2629379" y="1769816"/>
              <a:ext cx="204" cy="489"/>
            </a:xfrm>
            <a:custGeom>
              <a:avLst/>
              <a:gdLst/>
              <a:ahLst/>
              <a:cxnLst/>
              <a:rect l="l" t="t" r="r" b="b"/>
              <a:pathLst>
                <a:path w="15" h="36" extrusionOk="0">
                  <a:moveTo>
                    <a:pt x="15" y="36"/>
                  </a:moveTo>
                  <a:cubicBezTo>
                    <a:pt x="11" y="25"/>
                    <a:pt x="4" y="15"/>
                    <a:pt x="1" y="1"/>
                  </a:cubicBezTo>
                  <a:cubicBezTo>
                    <a:pt x="4" y="15"/>
                    <a:pt x="11" y="25"/>
                    <a:pt x="15" y="36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67" name="Google Shape;5125;p80">
              <a:extLst>
                <a:ext uri="{FF2B5EF4-FFF2-40B4-BE49-F238E27FC236}">
                  <a16:creationId xmlns:a16="http://schemas.microsoft.com/office/drawing/2014/main" id="{E553CCEE-23B2-4345-DBC4-B16028AC5172}"/>
                </a:ext>
              </a:extLst>
            </p:cNvPr>
            <p:cNvSpPr/>
            <p:nvPr/>
          </p:nvSpPr>
          <p:spPr>
            <a:xfrm>
              <a:off x="2964159" y="1702797"/>
              <a:ext cx="47345" cy="45539"/>
            </a:xfrm>
            <a:custGeom>
              <a:avLst/>
              <a:gdLst/>
              <a:ahLst/>
              <a:cxnLst/>
              <a:rect l="l" t="t" r="r" b="b"/>
              <a:pathLst>
                <a:path w="3487" h="3354" extrusionOk="0">
                  <a:moveTo>
                    <a:pt x="3046" y="1"/>
                  </a:moveTo>
                  <a:cubicBezTo>
                    <a:pt x="3007" y="1"/>
                    <a:pt x="2976" y="88"/>
                    <a:pt x="2951" y="169"/>
                  </a:cubicBezTo>
                  <a:cubicBezTo>
                    <a:pt x="2913" y="284"/>
                    <a:pt x="2867" y="424"/>
                    <a:pt x="2731" y="424"/>
                  </a:cubicBezTo>
                  <a:cubicBezTo>
                    <a:pt x="2689" y="424"/>
                    <a:pt x="2671" y="449"/>
                    <a:pt x="2626" y="512"/>
                  </a:cubicBezTo>
                  <a:cubicBezTo>
                    <a:pt x="2580" y="585"/>
                    <a:pt x="2514" y="683"/>
                    <a:pt x="2353" y="708"/>
                  </a:cubicBezTo>
                  <a:lnTo>
                    <a:pt x="2318" y="711"/>
                  </a:lnTo>
                  <a:cubicBezTo>
                    <a:pt x="2262" y="718"/>
                    <a:pt x="2206" y="729"/>
                    <a:pt x="2153" y="743"/>
                  </a:cubicBezTo>
                  <a:cubicBezTo>
                    <a:pt x="2153" y="746"/>
                    <a:pt x="2153" y="750"/>
                    <a:pt x="2157" y="753"/>
                  </a:cubicBezTo>
                  <a:cubicBezTo>
                    <a:pt x="2164" y="778"/>
                    <a:pt x="2178" y="799"/>
                    <a:pt x="2188" y="820"/>
                  </a:cubicBezTo>
                  <a:cubicBezTo>
                    <a:pt x="2213" y="851"/>
                    <a:pt x="2223" y="890"/>
                    <a:pt x="2223" y="932"/>
                  </a:cubicBezTo>
                  <a:cubicBezTo>
                    <a:pt x="2223" y="949"/>
                    <a:pt x="2216" y="963"/>
                    <a:pt x="2209" y="977"/>
                  </a:cubicBezTo>
                  <a:cubicBezTo>
                    <a:pt x="2178" y="1027"/>
                    <a:pt x="2121" y="1040"/>
                    <a:pt x="2046" y="1040"/>
                  </a:cubicBezTo>
                  <a:cubicBezTo>
                    <a:pt x="2009" y="1040"/>
                    <a:pt x="1969" y="1037"/>
                    <a:pt x="1926" y="1033"/>
                  </a:cubicBezTo>
                  <a:cubicBezTo>
                    <a:pt x="1880" y="1030"/>
                    <a:pt x="1827" y="1026"/>
                    <a:pt x="1782" y="1026"/>
                  </a:cubicBezTo>
                  <a:cubicBezTo>
                    <a:pt x="1687" y="1026"/>
                    <a:pt x="1593" y="995"/>
                    <a:pt x="1523" y="928"/>
                  </a:cubicBezTo>
                  <a:cubicBezTo>
                    <a:pt x="1498" y="904"/>
                    <a:pt x="1463" y="886"/>
                    <a:pt x="1428" y="886"/>
                  </a:cubicBezTo>
                  <a:cubicBezTo>
                    <a:pt x="1362" y="886"/>
                    <a:pt x="1281" y="1016"/>
                    <a:pt x="1215" y="1117"/>
                  </a:cubicBezTo>
                  <a:cubicBezTo>
                    <a:pt x="1187" y="1159"/>
                    <a:pt x="1159" y="1208"/>
                    <a:pt x="1127" y="1247"/>
                  </a:cubicBezTo>
                  <a:cubicBezTo>
                    <a:pt x="1040" y="1366"/>
                    <a:pt x="658" y="1555"/>
                    <a:pt x="242" y="1755"/>
                  </a:cubicBezTo>
                  <a:cubicBezTo>
                    <a:pt x="175" y="1786"/>
                    <a:pt x="123" y="1814"/>
                    <a:pt x="84" y="1832"/>
                  </a:cubicBezTo>
                  <a:lnTo>
                    <a:pt x="77" y="1835"/>
                  </a:lnTo>
                  <a:lnTo>
                    <a:pt x="70" y="1839"/>
                  </a:lnTo>
                  <a:lnTo>
                    <a:pt x="63" y="1846"/>
                  </a:lnTo>
                  <a:lnTo>
                    <a:pt x="56" y="1856"/>
                  </a:lnTo>
                  <a:lnTo>
                    <a:pt x="53" y="1860"/>
                  </a:lnTo>
                  <a:lnTo>
                    <a:pt x="42" y="1874"/>
                  </a:lnTo>
                  <a:lnTo>
                    <a:pt x="42" y="1877"/>
                  </a:lnTo>
                  <a:lnTo>
                    <a:pt x="32" y="1895"/>
                  </a:lnTo>
                  <a:lnTo>
                    <a:pt x="28" y="1898"/>
                  </a:lnTo>
                  <a:lnTo>
                    <a:pt x="18" y="1919"/>
                  </a:lnTo>
                  <a:lnTo>
                    <a:pt x="14" y="1926"/>
                  </a:lnTo>
                  <a:cubicBezTo>
                    <a:pt x="11" y="1937"/>
                    <a:pt x="4" y="1944"/>
                    <a:pt x="0" y="1954"/>
                  </a:cubicBezTo>
                  <a:cubicBezTo>
                    <a:pt x="242" y="1986"/>
                    <a:pt x="469" y="2129"/>
                    <a:pt x="574" y="2262"/>
                  </a:cubicBezTo>
                  <a:cubicBezTo>
                    <a:pt x="728" y="2455"/>
                    <a:pt x="529" y="2651"/>
                    <a:pt x="371" y="2805"/>
                  </a:cubicBezTo>
                  <a:cubicBezTo>
                    <a:pt x="326" y="2850"/>
                    <a:pt x="284" y="2892"/>
                    <a:pt x="249" y="2934"/>
                  </a:cubicBezTo>
                  <a:cubicBezTo>
                    <a:pt x="203" y="2994"/>
                    <a:pt x="207" y="2997"/>
                    <a:pt x="263" y="3050"/>
                  </a:cubicBezTo>
                  <a:cubicBezTo>
                    <a:pt x="319" y="3088"/>
                    <a:pt x="354" y="3155"/>
                    <a:pt x="361" y="3225"/>
                  </a:cubicBezTo>
                  <a:cubicBezTo>
                    <a:pt x="368" y="3284"/>
                    <a:pt x="410" y="3333"/>
                    <a:pt x="469" y="3351"/>
                  </a:cubicBezTo>
                  <a:cubicBezTo>
                    <a:pt x="474" y="3353"/>
                    <a:pt x="478" y="3354"/>
                    <a:pt x="483" y="3354"/>
                  </a:cubicBezTo>
                  <a:cubicBezTo>
                    <a:pt x="497" y="3354"/>
                    <a:pt x="509" y="3346"/>
                    <a:pt x="515" y="3333"/>
                  </a:cubicBezTo>
                  <a:cubicBezTo>
                    <a:pt x="570" y="3231"/>
                    <a:pt x="653" y="3209"/>
                    <a:pt x="749" y="3209"/>
                  </a:cubicBezTo>
                  <a:cubicBezTo>
                    <a:pt x="782" y="3209"/>
                    <a:pt x="816" y="3212"/>
                    <a:pt x="851" y="3214"/>
                  </a:cubicBezTo>
                  <a:cubicBezTo>
                    <a:pt x="893" y="3214"/>
                    <a:pt x="938" y="3218"/>
                    <a:pt x="991" y="3218"/>
                  </a:cubicBezTo>
                  <a:cubicBezTo>
                    <a:pt x="995" y="3218"/>
                    <a:pt x="1000" y="3217"/>
                    <a:pt x="1004" y="3217"/>
                  </a:cubicBezTo>
                  <a:cubicBezTo>
                    <a:pt x="1051" y="3217"/>
                    <a:pt x="1096" y="3235"/>
                    <a:pt x="1131" y="3267"/>
                  </a:cubicBezTo>
                  <a:lnTo>
                    <a:pt x="1134" y="3267"/>
                  </a:lnTo>
                  <a:lnTo>
                    <a:pt x="1194" y="3221"/>
                  </a:lnTo>
                  <a:lnTo>
                    <a:pt x="1208" y="3214"/>
                  </a:lnTo>
                  <a:lnTo>
                    <a:pt x="1264" y="3172"/>
                  </a:lnTo>
                  <a:lnTo>
                    <a:pt x="1337" y="3120"/>
                  </a:lnTo>
                  <a:cubicBezTo>
                    <a:pt x="1358" y="3106"/>
                    <a:pt x="1379" y="3088"/>
                    <a:pt x="1397" y="3071"/>
                  </a:cubicBezTo>
                  <a:cubicBezTo>
                    <a:pt x="1404" y="3064"/>
                    <a:pt x="1411" y="3057"/>
                    <a:pt x="1421" y="3053"/>
                  </a:cubicBezTo>
                  <a:cubicBezTo>
                    <a:pt x="1488" y="3001"/>
                    <a:pt x="1596" y="2966"/>
                    <a:pt x="1750" y="2952"/>
                  </a:cubicBezTo>
                  <a:lnTo>
                    <a:pt x="1796" y="2948"/>
                  </a:lnTo>
                  <a:lnTo>
                    <a:pt x="1940" y="2948"/>
                  </a:lnTo>
                  <a:cubicBezTo>
                    <a:pt x="1957" y="2945"/>
                    <a:pt x="1971" y="2945"/>
                    <a:pt x="1989" y="2945"/>
                  </a:cubicBezTo>
                  <a:lnTo>
                    <a:pt x="1999" y="2945"/>
                  </a:lnTo>
                  <a:cubicBezTo>
                    <a:pt x="2013" y="2941"/>
                    <a:pt x="2027" y="2938"/>
                    <a:pt x="2041" y="2934"/>
                  </a:cubicBezTo>
                  <a:lnTo>
                    <a:pt x="2045" y="2934"/>
                  </a:lnTo>
                  <a:cubicBezTo>
                    <a:pt x="2059" y="2931"/>
                    <a:pt x="2069" y="2927"/>
                    <a:pt x="2083" y="2924"/>
                  </a:cubicBezTo>
                  <a:lnTo>
                    <a:pt x="2090" y="2917"/>
                  </a:lnTo>
                  <a:cubicBezTo>
                    <a:pt x="2104" y="2913"/>
                    <a:pt x="2118" y="2906"/>
                    <a:pt x="2132" y="2896"/>
                  </a:cubicBezTo>
                  <a:cubicBezTo>
                    <a:pt x="1947" y="2700"/>
                    <a:pt x="1775" y="2546"/>
                    <a:pt x="1712" y="2507"/>
                  </a:cubicBezTo>
                  <a:cubicBezTo>
                    <a:pt x="1617" y="2448"/>
                    <a:pt x="1568" y="2336"/>
                    <a:pt x="1589" y="2227"/>
                  </a:cubicBezTo>
                  <a:cubicBezTo>
                    <a:pt x="1614" y="2073"/>
                    <a:pt x="1729" y="1944"/>
                    <a:pt x="1883" y="1902"/>
                  </a:cubicBezTo>
                  <a:cubicBezTo>
                    <a:pt x="2027" y="1867"/>
                    <a:pt x="2353" y="1643"/>
                    <a:pt x="2566" y="1496"/>
                  </a:cubicBezTo>
                  <a:cubicBezTo>
                    <a:pt x="2675" y="1422"/>
                    <a:pt x="2766" y="1359"/>
                    <a:pt x="2822" y="1327"/>
                  </a:cubicBezTo>
                  <a:cubicBezTo>
                    <a:pt x="2874" y="1296"/>
                    <a:pt x="2888" y="1208"/>
                    <a:pt x="2899" y="1075"/>
                  </a:cubicBezTo>
                  <a:cubicBezTo>
                    <a:pt x="2909" y="953"/>
                    <a:pt x="2920" y="816"/>
                    <a:pt x="2990" y="690"/>
                  </a:cubicBezTo>
                  <a:cubicBezTo>
                    <a:pt x="3060" y="561"/>
                    <a:pt x="3280" y="354"/>
                    <a:pt x="3487" y="183"/>
                  </a:cubicBezTo>
                  <a:lnTo>
                    <a:pt x="3483" y="183"/>
                  </a:lnTo>
                  <a:cubicBezTo>
                    <a:pt x="3469" y="186"/>
                    <a:pt x="3455" y="186"/>
                    <a:pt x="3441" y="186"/>
                  </a:cubicBezTo>
                  <a:lnTo>
                    <a:pt x="3434" y="186"/>
                  </a:lnTo>
                  <a:cubicBezTo>
                    <a:pt x="3427" y="188"/>
                    <a:pt x="3421" y="189"/>
                    <a:pt x="3415" y="189"/>
                  </a:cubicBezTo>
                  <a:cubicBezTo>
                    <a:pt x="3409" y="189"/>
                    <a:pt x="3403" y="188"/>
                    <a:pt x="3396" y="186"/>
                  </a:cubicBezTo>
                  <a:lnTo>
                    <a:pt x="3392" y="186"/>
                  </a:lnTo>
                  <a:cubicBezTo>
                    <a:pt x="3382" y="186"/>
                    <a:pt x="3371" y="183"/>
                    <a:pt x="3361" y="179"/>
                  </a:cubicBezTo>
                  <a:lnTo>
                    <a:pt x="3354" y="179"/>
                  </a:lnTo>
                  <a:cubicBezTo>
                    <a:pt x="3343" y="176"/>
                    <a:pt x="3333" y="172"/>
                    <a:pt x="3322" y="165"/>
                  </a:cubicBezTo>
                  <a:lnTo>
                    <a:pt x="3315" y="165"/>
                  </a:lnTo>
                  <a:cubicBezTo>
                    <a:pt x="3305" y="158"/>
                    <a:pt x="3298" y="155"/>
                    <a:pt x="3287" y="148"/>
                  </a:cubicBezTo>
                  <a:lnTo>
                    <a:pt x="3280" y="144"/>
                  </a:lnTo>
                  <a:cubicBezTo>
                    <a:pt x="3273" y="141"/>
                    <a:pt x="3263" y="134"/>
                    <a:pt x="3256" y="127"/>
                  </a:cubicBezTo>
                  <a:lnTo>
                    <a:pt x="3249" y="123"/>
                  </a:lnTo>
                  <a:lnTo>
                    <a:pt x="3224" y="106"/>
                  </a:lnTo>
                  <a:lnTo>
                    <a:pt x="3221" y="102"/>
                  </a:lnTo>
                  <a:lnTo>
                    <a:pt x="3196" y="81"/>
                  </a:lnTo>
                  <a:cubicBezTo>
                    <a:pt x="3144" y="36"/>
                    <a:pt x="3102" y="1"/>
                    <a:pt x="3046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68" name="Google Shape;5126;p80">
              <a:extLst>
                <a:ext uri="{FF2B5EF4-FFF2-40B4-BE49-F238E27FC236}">
                  <a16:creationId xmlns:a16="http://schemas.microsoft.com/office/drawing/2014/main" id="{792C9817-1C66-1D33-6BB1-3084D181E4A7}"/>
                </a:ext>
              </a:extLst>
            </p:cNvPr>
            <p:cNvSpPr/>
            <p:nvPr/>
          </p:nvSpPr>
          <p:spPr>
            <a:xfrm>
              <a:off x="2991817" y="1742539"/>
              <a:ext cx="68" cy="14"/>
            </a:xfrm>
            <a:custGeom>
              <a:avLst/>
              <a:gdLst/>
              <a:ahLst/>
              <a:cxnLst/>
              <a:rect l="l" t="t" r="r" b="b"/>
              <a:pathLst>
                <a:path w="5" h="1" extrusionOk="0">
                  <a:moveTo>
                    <a:pt x="4" y="0"/>
                  </a:moveTo>
                  <a:lnTo>
                    <a:pt x="1" y="0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69" name="Google Shape;5127;p80">
              <a:extLst>
                <a:ext uri="{FF2B5EF4-FFF2-40B4-BE49-F238E27FC236}">
                  <a16:creationId xmlns:a16="http://schemas.microsoft.com/office/drawing/2014/main" id="{A03CBE20-29D7-5CBA-B4FD-56F75D28A86F}"/>
                </a:ext>
              </a:extLst>
            </p:cNvPr>
            <p:cNvSpPr/>
            <p:nvPr/>
          </p:nvSpPr>
          <p:spPr>
            <a:xfrm>
              <a:off x="2987920" y="1742769"/>
              <a:ext cx="625" cy="68"/>
            </a:xfrm>
            <a:custGeom>
              <a:avLst/>
              <a:gdLst/>
              <a:ahLst/>
              <a:cxnLst/>
              <a:rect l="l" t="t" r="r" b="b"/>
              <a:pathLst>
                <a:path w="46" h="5" extrusionOk="0">
                  <a:moveTo>
                    <a:pt x="46" y="1"/>
                  </a:moveTo>
                  <a:lnTo>
                    <a:pt x="0" y="4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70" name="Google Shape;5128;p80">
              <a:extLst>
                <a:ext uri="{FF2B5EF4-FFF2-40B4-BE49-F238E27FC236}">
                  <a16:creationId xmlns:a16="http://schemas.microsoft.com/office/drawing/2014/main" id="{7060EA3A-A7ED-2C40-ACD0-D0354E200F4F}"/>
                </a:ext>
              </a:extLst>
            </p:cNvPr>
            <p:cNvSpPr/>
            <p:nvPr/>
          </p:nvSpPr>
          <p:spPr>
            <a:xfrm>
              <a:off x="2992387" y="1742294"/>
              <a:ext cx="163" cy="68"/>
            </a:xfrm>
            <a:custGeom>
              <a:avLst/>
              <a:gdLst/>
              <a:ahLst/>
              <a:cxnLst/>
              <a:rect l="l" t="t" r="r" b="b"/>
              <a:pathLst>
                <a:path w="12" h="5" extrusionOk="0">
                  <a:moveTo>
                    <a:pt x="11" y="1"/>
                  </a:moveTo>
                  <a:lnTo>
                    <a:pt x="1" y="4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71" name="Google Shape;5129;p80">
              <a:extLst>
                <a:ext uri="{FF2B5EF4-FFF2-40B4-BE49-F238E27FC236}">
                  <a16:creationId xmlns:a16="http://schemas.microsoft.com/office/drawing/2014/main" id="{DDFD83CB-C798-4E96-A731-5E0A242A9F07}"/>
                </a:ext>
              </a:extLst>
            </p:cNvPr>
            <p:cNvSpPr/>
            <p:nvPr/>
          </p:nvSpPr>
          <p:spPr>
            <a:xfrm>
              <a:off x="2980547" y="1745770"/>
              <a:ext cx="774" cy="584"/>
            </a:xfrm>
            <a:custGeom>
              <a:avLst/>
              <a:gdLst/>
              <a:ahLst/>
              <a:cxnLst/>
              <a:rect l="l" t="t" r="r" b="b"/>
              <a:pathLst>
                <a:path w="57" h="43" extrusionOk="0">
                  <a:moveTo>
                    <a:pt x="57" y="0"/>
                  </a:moveTo>
                  <a:lnTo>
                    <a:pt x="1" y="42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72" name="Google Shape;5130;p80">
              <a:extLst>
                <a:ext uri="{FF2B5EF4-FFF2-40B4-BE49-F238E27FC236}">
                  <a16:creationId xmlns:a16="http://schemas.microsoft.com/office/drawing/2014/main" id="{54A67144-0D2D-DF82-F86E-CF29E688B464}"/>
                </a:ext>
              </a:extLst>
            </p:cNvPr>
            <p:cNvSpPr/>
            <p:nvPr/>
          </p:nvSpPr>
          <p:spPr>
            <a:xfrm>
              <a:off x="2979556" y="1746476"/>
              <a:ext cx="815" cy="584"/>
            </a:xfrm>
            <a:custGeom>
              <a:avLst/>
              <a:gdLst/>
              <a:ahLst/>
              <a:cxnLst/>
              <a:rect l="l" t="t" r="r" b="b"/>
              <a:pathLst>
                <a:path w="60" h="43" extrusionOk="0">
                  <a:moveTo>
                    <a:pt x="60" y="1"/>
                  </a:moveTo>
                  <a:lnTo>
                    <a:pt x="0" y="43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73" name="Google Shape;5131;p80">
              <a:extLst>
                <a:ext uri="{FF2B5EF4-FFF2-40B4-BE49-F238E27FC236}">
                  <a16:creationId xmlns:a16="http://schemas.microsoft.com/office/drawing/2014/main" id="{AF2BED7B-E350-F39D-5560-E09316CD3917}"/>
                </a:ext>
              </a:extLst>
            </p:cNvPr>
            <p:cNvSpPr/>
            <p:nvPr/>
          </p:nvSpPr>
          <p:spPr>
            <a:xfrm>
              <a:off x="2982312" y="1744100"/>
              <a:ext cx="1154" cy="964"/>
            </a:xfrm>
            <a:custGeom>
              <a:avLst/>
              <a:gdLst/>
              <a:ahLst/>
              <a:cxnLst/>
              <a:rect l="l" t="t" r="r" b="b"/>
              <a:pathLst>
                <a:path w="85" h="71" extrusionOk="0">
                  <a:moveTo>
                    <a:pt x="0" y="71"/>
                  </a:moveTo>
                  <a:cubicBezTo>
                    <a:pt x="21" y="53"/>
                    <a:pt x="42" y="39"/>
                    <a:pt x="60" y="22"/>
                  </a:cubicBezTo>
                  <a:cubicBezTo>
                    <a:pt x="67" y="15"/>
                    <a:pt x="74" y="8"/>
                    <a:pt x="84" y="1"/>
                  </a:cubicBezTo>
                  <a:cubicBezTo>
                    <a:pt x="74" y="8"/>
                    <a:pt x="67" y="15"/>
                    <a:pt x="60" y="22"/>
                  </a:cubicBezTo>
                  <a:cubicBezTo>
                    <a:pt x="42" y="39"/>
                    <a:pt x="21" y="53"/>
                    <a:pt x="0" y="7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74" name="Google Shape;5132;p80">
              <a:extLst>
                <a:ext uri="{FF2B5EF4-FFF2-40B4-BE49-F238E27FC236}">
                  <a16:creationId xmlns:a16="http://schemas.microsoft.com/office/drawing/2014/main" id="{C1EFD6B6-585B-8D54-8DCC-621C02C930C9}"/>
                </a:ext>
              </a:extLst>
            </p:cNvPr>
            <p:cNvSpPr/>
            <p:nvPr/>
          </p:nvSpPr>
          <p:spPr>
            <a:xfrm>
              <a:off x="2989101" y="1742674"/>
              <a:ext cx="1398" cy="14"/>
            </a:xfrm>
            <a:custGeom>
              <a:avLst/>
              <a:gdLst/>
              <a:ahLst/>
              <a:cxnLst/>
              <a:rect l="l" t="t" r="r" b="b"/>
              <a:pathLst>
                <a:path w="103" h="1" extrusionOk="0">
                  <a:moveTo>
                    <a:pt x="103" y="1"/>
                  </a:moveTo>
                  <a:lnTo>
                    <a:pt x="1" y="1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75" name="Google Shape;5133;p80">
              <a:extLst>
                <a:ext uri="{FF2B5EF4-FFF2-40B4-BE49-F238E27FC236}">
                  <a16:creationId xmlns:a16="http://schemas.microsoft.com/office/drawing/2014/main" id="{C12C96BC-1BB0-77B3-BAE3-4CF8D6ED193D}"/>
                </a:ext>
              </a:extLst>
            </p:cNvPr>
            <p:cNvSpPr/>
            <p:nvPr/>
          </p:nvSpPr>
          <p:spPr>
            <a:xfrm>
              <a:off x="2993052" y="1741968"/>
              <a:ext cx="14" cy="14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1" y="0"/>
                  </a:move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76" name="Google Shape;5134;p80">
              <a:extLst>
                <a:ext uri="{FF2B5EF4-FFF2-40B4-BE49-F238E27FC236}">
                  <a16:creationId xmlns:a16="http://schemas.microsoft.com/office/drawing/2014/main" id="{C48F53E1-B8BF-07DD-0D0B-634B88529BF0}"/>
                </a:ext>
              </a:extLst>
            </p:cNvPr>
            <p:cNvSpPr/>
            <p:nvPr/>
          </p:nvSpPr>
          <p:spPr>
            <a:xfrm>
              <a:off x="2991111" y="1742674"/>
              <a:ext cx="149" cy="14"/>
            </a:xfrm>
            <a:custGeom>
              <a:avLst/>
              <a:gdLst/>
              <a:ahLst/>
              <a:cxnLst/>
              <a:rect l="l" t="t" r="r" b="b"/>
              <a:pathLst>
                <a:path w="11" h="1" extrusionOk="0">
                  <a:moveTo>
                    <a:pt x="11" y="1"/>
                  </a:moveTo>
                  <a:lnTo>
                    <a:pt x="0" y="1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77" name="Google Shape;5135;p80">
              <a:extLst>
                <a:ext uri="{FF2B5EF4-FFF2-40B4-BE49-F238E27FC236}">
                  <a16:creationId xmlns:a16="http://schemas.microsoft.com/office/drawing/2014/main" id="{6D3EE3B9-AFD2-C949-4C53-044FDAB657E0}"/>
                </a:ext>
              </a:extLst>
            </p:cNvPr>
            <p:cNvSpPr/>
            <p:nvPr/>
          </p:nvSpPr>
          <p:spPr>
            <a:xfrm>
              <a:off x="2643975" y="1811444"/>
              <a:ext cx="54487" cy="30006"/>
            </a:xfrm>
            <a:custGeom>
              <a:avLst/>
              <a:gdLst/>
              <a:ahLst/>
              <a:cxnLst/>
              <a:rect l="l" t="t" r="r" b="b"/>
              <a:pathLst>
                <a:path w="4013" h="2210" extrusionOk="0">
                  <a:moveTo>
                    <a:pt x="708" y="0"/>
                  </a:moveTo>
                  <a:cubicBezTo>
                    <a:pt x="694" y="0"/>
                    <a:pt x="679" y="4"/>
                    <a:pt x="666" y="12"/>
                  </a:cubicBezTo>
                  <a:cubicBezTo>
                    <a:pt x="631" y="124"/>
                    <a:pt x="497" y="138"/>
                    <a:pt x="315" y="156"/>
                  </a:cubicBezTo>
                  <a:lnTo>
                    <a:pt x="305" y="156"/>
                  </a:lnTo>
                  <a:cubicBezTo>
                    <a:pt x="277" y="187"/>
                    <a:pt x="245" y="215"/>
                    <a:pt x="214" y="243"/>
                  </a:cubicBezTo>
                  <a:cubicBezTo>
                    <a:pt x="158" y="292"/>
                    <a:pt x="84" y="359"/>
                    <a:pt x="84" y="401"/>
                  </a:cubicBezTo>
                  <a:cubicBezTo>
                    <a:pt x="81" y="485"/>
                    <a:pt x="63" y="565"/>
                    <a:pt x="35" y="642"/>
                  </a:cubicBezTo>
                  <a:cubicBezTo>
                    <a:pt x="18" y="698"/>
                    <a:pt x="4" y="754"/>
                    <a:pt x="0" y="810"/>
                  </a:cubicBezTo>
                  <a:cubicBezTo>
                    <a:pt x="0" y="831"/>
                    <a:pt x="67" y="863"/>
                    <a:pt x="109" y="880"/>
                  </a:cubicBezTo>
                  <a:cubicBezTo>
                    <a:pt x="168" y="905"/>
                    <a:pt x="224" y="940"/>
                    <a:pt x="266" y="989"/>
                  </a:cubicBezTo>
                  <a:cubicBezTo>
                    <a:pt x="284" y="1013"/>
                    <a:pt x="389" y="1048"/>
                    <a:pt x="452" y="1069"/>
                  </a:cubicBezTo>
                  <a:lnTo>
                    <a:pt x="501" y="1083"/>
                  </a:lnTo>
                  <a:cubicBezTo>
                    <a:pt x="610" y="1122"/>
                    <a:pt x="694" y="1157"/>
                    <a:pt x="711" y="1227"/>
                  </a:cubicBezTo>
                  <a:cubicBezTo>
                    <a:pt x="725" y="1272"/>
                    <a:pt x="914" y="1374"/>
                    <a:pt x="1065" y="1395"/>
                  </a:cubicBezTo>
                  <a:cubicBezTo>
                    <a:pt x="1075" y="1395"/>
                    <a:pt x="1086" y="1398"/>
                    <a:pt x="1096" y="1398"/>
                  </a:cubicBezTo>
                  <a:cubicBezTo>
                    <a:pt x="1243" y="1433"/>
                    <a:pt x="1425" y="1570"/>
                    <a:pt x="1523" y="1647"/>
                  </a:cubicBezTo>
                  <a:lnTo>
                    <a:pt x="1548" y="1664"/>
                  </a:lnTo>
                  <a:cubicBezTo>
                    <a:pt x="1554" y="1668"/>
                    <a:pt x="1563" y="1670"/>
                    <a:pt x="1575" y="1670"/>
                  </a:cubicBezTo>
                  <a:cubicBezTo>
                    <a:pt x="1635" y="1670"/>
                    <a:pt x="1757" y="1632"/>
                    <a:pt x="1821" y="1612"/>
                  </a:cubicBezTo>
                  <a:cubicBezTo>
                    <a:pt x="1887" y="1591"/>
                    <a:pt x="1957" y="1573"/>
                    <a:pt x="2027" y="1566"/>
                  </a:cubicBezTo>
                  <a:cubicBezTo>
                    <a:pt x="2174" y="1566"/>
                    <a:pt x="2363" y="1787"/>
                    <a:pt x="2395" y="1917"/>
                  </a:cubicBezTo>
                  <a:cubicBezTo>
                    <a:pt x="2426" y="1948"/>
                    <a:pt x="2598" y="1997"/>
                    <a:pt x="2703" y="2025"/>
                  </a:cubicBezTo>
                  <a:cubicBezTo>
                    <a:pt x="2864" y="2067"/>
                    <a:pt x="3015" y="2109"/>
                    <a:pt x="3085" y="2169"/>
                  </a:cubicBezTo>
                  <a:cubicBezTo>
                    <a:pt x="3117" y="2197"/>
                    <a:pt x="3208" y="2209"/>
                    <a:pt x="3319" y="2209"/>
                  </a:cubicBezTo>
                  <a:cubicBezTo>
                    <a:pt x="3552" y="2209"/>
                    <a:pt x="3875" y="2156"/>
                    <a:pt x="3946" y="2085"/>
                  </a:cubicBezTo>
                  <a:cubicBezTo>
                    <a:pt x="4012" y="2018"/>
                    <a:pt x="3991" y="1899"/>
                    <a:pt x="3970" y="1770"/>
                  </a:cubicBezTo>
                  <a:cubicBezTo>
                    <a:pt x="3960" y="1703"/>
                    <a:pt x="3949" y="1636"/>
                    <a:pt x="3949" y="1570"/>
                  </a:cubicBezTo>
                  <a:lnTo>
                    <a:pt x="3949" y="1538"/>
                  </a:lnTo>
                  <a:lnTo>
                    <a:pt x="3949" y="1531"/>
                  </a:lnTo>
                  <a:cubicBezTo>
                    <a:pt x="3949" y="1531"/>
                    <a:pt x="3949" y="1517"/>
                    <a:pt x="3953" y="1510"/>
                  </a:cubicBezTo>
                  <a:lnTo>
                    <a:pt x="3925" y="1510"/>
                  </a:lnTo>
                  <a:cubicBezTo>
                    <a:pt x="3771" y="1510"/>
                    <a:pt x="3620" y="1486"/>
                    <a:pt x="3473" y="1430"/>
                  </a:cubicBezTo>
                  <a:cubicBezTo>
                    <a:pt x="3393" y="1395"/>
                    <a:pt x="3302" y="1377"/>
                    <a:pt x="3211" y="1377"/>
                  </a:cubicBezTo>
                  <a:cubicBezTo>
                    <a:pt x="3204" y="1378"/>
                    <a:pt x="3198" y="1378"/>
                    <a:pt x="3191" y="1378"/>
                  </a:cubicBezTo>
                  <a:cubicBezTo>
                    <a:pt x="2946" y="1378"/>
                    <a:pt x="2363" y="1141"/>
                    <a:pt x="2111" y="940"/>
                  </a:cubicBezTo>
                  <a:cubicBezTo>
                    <a:pt x="2003" y="852"/>
                    <a:pt x="1817" y="719"/>
                    <a:pt x="1618" y="586"/>
                  </a:cubicBezTo>
                  <a:lnTo>
                    <a:pt x="1569" y="551"/>
                  </a:lnTo>
                  <a:cubicBezTo>
                    <a:pt x="1327" y="383"/>
                    <a:pt x="1086" y="215"/>
                    <a:pt x="991" y="121"/>
                  </a:cubicBezTo>
                  <a:cubicBezTo>
                    <a:pt x="921" y="47"/>
                    <a:pt x="823" y="5"/>
                    <a:pt x="722" y="2"/>
                  </a:cubicBezTo>
                  <a:cubicBezTo>
                    <a:pt x="717" y="1"/>
                    <a:pt x="713" y="0"/>
                    <a:pt x="708" y="0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78" name="Google Shape;5136;p80">
              <a:extLst>
                <a:ext uri="{FF2B5EF4-FFF2-40B4-BE49-F238E27FC236}">
                  <a16:creationId xmlns:a16="http://schemas.microsoft.com/office/drawing/2014/main" id="{5CB189D4-B846-C7DA-9BF1-6AC4E504D5A5}"/>
                </a:ext>
              </a:extLst>
            </p:cNvPr>
            <p:cNvSpPr/>
            <p:nvPr/>
          </p:nvSpPr>
          <p:spPr>
            <a:xfrm>
              <a:off x="2645115" y="1813508"/>
              <a:ext cx="3001" cy="3381"/>
            </a:xfrm>
            <a:custGeom>
              <a:avLst/>
              <a:gdLst/>
              <a:ahLst/>
              <a:cxnLst/>
              <a:rect l="l" t="t" r="r" b="b"/>
              <a:pathLst>
                <a:path w="221" h="249" extrusionOk="0">
                  <a:moveTo>
                    <a:pt x="130" y="91"/>
                  </a:moveTo>
                  <a:cubicBezTo>
                    <a:pt x="74" y="140"/>
                    <a:pt x="0" y="207"/>
                    <a:pt x="0" y="249"/>
                  </a:cubicBezTo>
                  <a:cubicBezTo>
                    <a:pt x="0" y="207"/>
                    <a:pt x="74" y="140"/>
                    <a:pt x="130" y="91"/>
                  </a:cubicBezTo>
                  <a:cubicBezTo>
                    <a:pt x="161" y="63"/>
                    <a:pt x="193" y="32"/>
                    <a:pt x="221" y="0"/>
                  </a:cubicBezTo>
                  <a:lnTo>
                    <a:pt x="221" y="0"/>
                  </a:lnTo>
                  <a:cubicBezTo>
                    <a:pt x="193" y="32"/>
                    <a:pt x="161" y="63"/>
                    <a:pt x="130" y="9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79" name="Google Shape;5137;p80">
              <a:extLst>
                <a:ext uri="{FF2B5EF4-FFF2-40B4-BE49-F238E27FC236}">
                  <a16:creationId xmlns:a16="http://schemas.microsoft.com/office/drawing/2014/main" id="{2EBB5F3A-8672-976F-102C-09E2F864579F}"/>
                </a:ext>
              </a:extLst>
            </p:cNvPr>
            <p:cNvSpPr/>
            <p:nvPr/>
          </p:nvSpPr>
          <p:spPr>
            <a:xfrm>
              <a:off x="2697592" y="1832327"/>
              <a:ext cx="14" cy="394"/>
            </a:xfrm>
            <a:custGeom>
              <a:avLst/>
              <a:gdLst/>
              <a:ahLst/>
              <a:cxnLst/>
              <a:rect l="l" t="t" r="r" b="b"/>
              <a:pathLst>
                <a:path w="1" h="29" extrusionOk="0">
                  <a:moveTo>
                    <a:pt x="0" y="0"/>
                  </a:moveTo>
                  <a:lnTo>
                    <a:pt x="0" y="28"/>
                  </a:lnTo>
                  <a:cubicBezTo>
                    <a:pt x="0" y="18"/>
                    <a:pt x="0" y="7"/>
                    <a:pt x="0" y="0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80" name="Google Shape;5138;p80">
              <a:extLst>
                <a:ext uri="{FF2B5EF4-FFF2-40B4-BE49-F238E27FC236}">
                  <a16:creationId xmlns:a16="http://schemas.microsoft.com/office/drawing/2014/main" id="{6322E0B8-6C0F-76E7-2860-26BD0A7FCAC0}"/>
                </a:ext>
              </a:extLst>
            </p:cNvPr>
            <p:cNvSpPr/>
            <p:nvPr/>
          </p:nvSpPr>
          <p:spPr>
            <a:xfrm>
              <a:off x="2650763" y="1826149"/>
              <a:ext cx="2878" cy="1955"/>
            </a:xfrm>
            <a:custGeom>
              <a:avLst/>
              <a:gdLst/>
              <a:ahLst/>
              <a:cxnLst/>
              <a:rect l="l" t="t" r="r" b="b"/>
              <a:pathLst>
                <a:path w="212" h="144" extrusionOk="0">
                  <a:moveTo>
                    <a:pt x="1" y="0"/>
                  </a:moveTo>
                  <a:cubicBezTo>
                    <a:pt x="110" y="39"/>
                    <a:pt x="194" y="74"/>
                    <a:pt x="211" y="144"/>
                  </a:cubicBezTo>
                  <a:cubicBezTo>
                    <a:pt x="194" y="74"/>
                    <a:pt x="110" y="39"/>
                    <a:pt x="1" y="0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81" name="Google Shape;5139;p80">
              <a:extLst>
                <a:ext uri="{FF2B5EF4-FFF2-40B4-BE49-F238E27FC236}">
                  <a16:creationId xmlns:a16="http://schemas.microsoft.com/office/drawing/2014/main" id="{9DEF646D-3799-CC51-B0E0-0D16494E1BE4}"/>
                </a:ext>
              </a:extLst>
            </p:cNvPr>
            <p:cNvSpPr/>
            <p:nvPr/>
          </p:nvSpPr>
          <p:spPr>
            <a:xfrm>
              <a:off x="2697633" y="1831892"/>
              <a:ext cx="68" cy="353"/>
            </a:xfrm>
            <a:custGeom>
              <a:avLst/>
              <a:gdLst/>
              <a:ahLst/>
              <a:cxnLst/>
              <a:rect l="l" t="t" r="r" b="b"/>
              <a:pathLst>
                <a:path w="5" h="26" extrusionOk="0">
                  <a:moveTo>
                    <a:pt x="4" y="1"/>
                  </a:moveTo>
                  <a:cubicBezTo>
                    <a:pt x="4" y="8"/>
                    <a:pt x="1" y="15"/>
                    <a:pt x="1" y="25"/>
                  </a:cubicBezTo>
                  <a:cubicBezTo>
                    <a:pt x="4" y="15"/>
                    <a:pt x="4" y="8"/>
                    <a:pt x="4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82" name="Google Shape;5140;p80">
              <a:extLst>
                <a:ext uri="{FF2B5EF4-FFF2-40B4-BE49-F238E27FC236}">
                  <a16:creationId xmlns:a16="http://schemas.microsoft.com/office/drawing/2014/main" id="{D6001F03-1E1E-ABBC-0481-23FF58B749D3}"/>
                </a:ext>
              </a:extLst>
            </p:cNvPr>
            <p:cNvSpPr/>
            <p:nvPr/>
          </p:nvSpPr>
          <p:spPr>
            <a:xfrm>
              <a:off x="2658856" y="1830426"/>
              <a:ext cx="5811" cy="3381"/>
            </a:xfrm>
            <a:custGeom>
              <a:avLst/>
              <a:gdLst/>
              <a:ahLst/>
              <a:cxnLst/>
              <a:rect l="l" t="t" r="r" b="b"/>
              <a:pathLst>
                <a:path w="428" h="249" extrusionOk="0">
                  <a:moveTo>
                    <a:pt x="427" y="249"/>
                  </a:moveTo>
                  <a:cubicBezTo>
                    <a:pt x="326" y="172"/>
                    <a:pt x="147" y="35"/>
                    <a:pt x="0" y="0"/>
                  </a:cubicBezTo>
                  <a:cubicBezTo>
                    <a:pt x="147" y="35"/>
                    <a:pt x="326" y="172"/>
                    <a:pt x="427" y="249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83" name="Google Shape;5141;p80">
              <a:extLst>
                <a:ext uri="{FF2B5EF4-FFF2-40B4-BE49-F238E27FC236}">
                  <a16:creationId xmlns:a16="http://schemas.microsoft.com/office/drawing/2014/main" id="{A4C6EBB1-1ED8-814B-5DF6-A597DC643CCE}"/>
                </a:ext>
              </a:extLst>
            </p:cNvPr>
            <p:cNvSpPr/>
            <p:nvPr/>
          </p:nvSpPr>
          <p:spPr>
            <a:xfrm>
              <a:off x="2726960" y="1826773"/>
              <a:ext cx="59904" cy="135897"/>
            </a:xfrm>
            <a:custGeom>
              <a:avLst/>
              <a:gdLst/>
              <a:ahLst/>
              <a:cxnLst/>
              <a:rect l="l" t="t" r="r" b="b"/>
              <a:pathLst>
                <a:path w="4412" h="10009" extrusionOk="0">
                  <a:moveTo>
                    <a:pt x="2729" y="1"/>
                  </a:moveTo>
                  <a:cubicBezTo>
                    <a:pt x="2699" y="1"/>
                    <a:pt x="2668" y="9"/>
                    <a:pt x="2640" y="24"/>
                  </a:cubicBezTo>
                  <a:lnTo>
                    <a:pt x="2626" y="35"/>
                  </a:lnTo>
                  <a:lnTo>
                    <a:pt x="2623" y="38"/>
                  </a:lnTo>
                  <a:lnTo>
                    <a:pt x="2605" y="49"/>
                  </a:lnTo>
                  <a:lnTo>
                    <a:pt x="2602" y="49"/>
                  </a:lnTo>
                  <a:lnTo>
                    <a:pt x="2581" y="59"/>
                  </a:lnTo>
                  <a:lnTo>
                    <a:pt x="2577" y="73"/>
                  </a:lnTo>
                  <a:lnTo>
                    <a:pt x="2577" y="77"/>
                  </a:lnTo>
                  <a:lnTo>
                    <a:pt x="2574" y="91"/>
                  </a:lnTo>
                  <a:lnTo>
                    <a:pt x="2574" y="98"/>
                  </a:lnTo>
                  <a:lnTo>
                    <a:pt x="2570" y="112"/>
                  </a:lnTo>
                  <a:lnTo>
                    <a:pt x="2570" y="119"/>
                  </a:lnTo>
                  <a:lnTo>
                    <a:pt x="2567" y="133"/>
                  </a:lnTo>
                  <a:lnTo>
                    <a:pt x="2563" y="140"/>
                  </a:lnTo>
                  <a:lnTo>
                    <a:pt x="2560" y="154"/>
                  </a:lnTo>
                  <a:lnTo>
                    <a:pt x="2556" y="161"/>
                  </a:lnTo>
                  <a:lnTo>
                    <a:pt x="2549" y="178"/>
                  </a:lnTo>
                  <a:lnTo>
                    <a:pt x="2546" y="185"/>
                  </a:lnTo>
                  <a:cubicBezTo>
                    <a:pt x="2542" y="192"/>
                    <a:pt x="2539" y="199"/>
                    <a:pt x="2539" y="206"/>
                  </a:cubicBezTo>
                  <a:lnTo>
                    <a:pt x="2539" y="210"/>
                  </a:lnTo>
                  <a:lnTo>
                    <a:pt x="2528" y="231"/>
                  </a:lnTo>
                  <a:lnTo>
                    <a:pt x="2525" y="238"/>
                  </a:lnTo>
                  <a:lnTo>
                    <a:pt x="2514" y="252"/>
                  </a:lnTo>
                  <a:lnTo>
                    <a:pt x="2511" y="259"/>
                  </a:lnTo>
                  <a:lnTo>
                    <a:pt x="2500" y="273"/>
                  </a:lnTo>
                  <a:lnTo>
                    <a:pt x="2497" y="280"/>
                  </a:lnTo>
                  <a:lnTo>
                    <a:pt x="2486" y="290"/>
                  </a:lnTo>
                  <a:lnTo>
                    <a:pt x="2479" y="297"/>
                  </a:lnTo>
                  <a:lnTo>
                    <a:pt x="2472" y="308"/>
                  </a:lnTo>
                  <a:lnTo>
                    <a:pt x="2465" y="315"/>
                  </a:lnTo>
                  <a:lnTo>
                    <a:pt x="2451" y="325"/>
                  </a:lnTo>
                  <a:lnTo>
                    <a:pt x="2448" y="329"/>
                  </a:lnTo>
                  <a:cubicBezTo>
                    <a:pt x="2441" y="332"/>
                    <a:pt x="2434" y="336"/>
                    <a:pt x="2430" y="339"/>
                  </a:cubicBezTo>
                  <a:cubicBezTo>
                    <a:pt x="2416" y="346"/>
                    <a:pt x="2409" y="357"/>
                    <a:pt x="2406" y="367"/>
                  </a:cubicBezTo>
                  <a:cubicBezTo>
                    <a:pt x="2402" y="385"/>
                    <a:pt x="2395" y="458"/>
                    <a:pt x="2497" y="613"/>
                  </a:cubicBezTo>
                  <a:cubicBezTo>
                    <a:pt x="2521" y="644"/>
                    <a:pt x="2535" y="683"/>
                    <a:pt x="2539" y="721"/>
                  </a:cubicBezTo>
                  <a:cubicBezTo>
                    <a:pt x="2539" y="742"/>
                    <a:pt x="2535" y="760"/>
                    <a:pt x="2525" y="777"/>
                  </a:cubicBezTo>
                  <a:cubicBezTo>
                    <a:pt x="2502" y="812"/>
                    <a:pt x="2464" y="832"/>
                    <a:pt x="2424" y="832"/>
                  </a:cubicBezTo>
                  <a:cubicBezTo>
                    <a:pt x="2416" y="832"/>
                    <a:pt x="2407" y="831"/>
                    <a:pt x="2399" y="830"/>
                  </a:cubicBezTo>
                  <a:cubicBezTo>
                    <a:pt x="2318" y="823"/>
                    <a:pt x="2189" y="770"/>
                    <a:pt x="2147" y="679"/>
                  </a:cubicBezTo>
                  <a:lnTo>
                    <a:pt x="2126" y="679"/>
                  </a:lnTo>
                  <a:lnTo>
                    <a:pt x="2112" y="686"/>
                  </a:lnTo>
                  <a:lnTo>
                    <a:pt x="2094" y="690"/>
                  </a:lnTo>
                  <a:cubicBezTo>
                    <a:pt x="1986" y="742"/>
                    <a:pt x="1884" y="809"/>
                    <a:pt x="1797" y="889"/>
                  </a:cubicBezTo>
                  <a:cubicBezTo>
                    <a:pt x="1755" y="924"/>
                    <a:pt x="1709" y="956"/>
                    <a:pt x="1664" y="984"/>
                  </a:cubicBezTo>
                  <a:cubicBezTo>
                    <a:pt x="1534" y="1075"/>
                    <a:pt x="1450" y="1134"/>
                    <a:pt x="1450" y="1271"/>
                  </a:cubicBezTo>
                  <a:cubicBezTo>
                    <a:pt x="1443" y="1393"/>
                    <a:pt x="1412" y="1512"/>
                    <a:pt x="1363" y="1621"/>
                  </a:cubicBezTo>
                  <a:cubicBezTo>
                    <a:pt x="1317" y="1733"/>
                    <a:pt x="1279" y="1841"/>
                    <a:pt x="1296" y="1925"/>
                  </a:cubicBezTo>
                  <a:cubicBezTo>
                    <a:pt x="1328" y="2055"/>
                    <a:pt x="1247" y="2233"/>
                    <a:pt x="1177" y="2391"/>
                  </a:cubicBezTo>
                  <a:cubicBezTo>
                    <a:pt x="1146" y="2464"/>
                    <a:pt x="1100" y="2566"/>
                    <a:pt x="1104" y="2594"/>
                  </a:cubicBezTo>
                  <a:cubicBezTo>
                    <a:pt x="1111" y="2629"/>
                    <a:pt x="1100" y="2661"/>
                    <a:pt x="1079" y="2682"/>
                  </a:cubicBezTo>
                  <a:cubicBezTo>
                    <a:pt x="1054" y="2707"/>
                    <a:pt x="1017" y="2717"/>
                    <a:pt x="969" y="2717"/>
                  </a:cubicBezTo>
                  <a:cubicBezTo>
                    <a:pt x="902" y="2717"/>
                    <a:pt x="814" y="2697"/>
                    <a:pt x="705" y="2671"/>
                  </a:cubicBezTo>
                  <a:lnTo>
                    <a:pt x="641" y="2657"/>
                  </a:lnTo>
                  <a:cubicBezTo>
                    <a:pt x="634" y="2692"/>
                    <a:pt x="631" y="2752"/>
                    <a:pt x="627" y="2797"/>
                  </a:cubicBezTo>
                  <a:cubicBezTo>
                    <a:pt x="617" y="2927"/>
                    <a:pt x="610" y="3081"/>
                    <a:pt x="554" y="3161"/>
                  </a:cubicBezTo>
                  <a:cubicBezTo>
                    <a:pt x="526" y="3207"/>
                    <a:pt x="515" y="3326"/>
                    <a:pt x="508" y="3420"/>
                  </a:cubicBezTo>
                  <a:cubicBezTo>
                    <a:pt x="508" y="3452"/>
                    <a:pt x="505" y="3487"/>
                    <a:pt x="501" y="3518"/>
                  </a:cubicBezTo>
                  <a:lnTo>
                    <a:pt x="501" y="3522"/>
                  </a:lnTo>
                  <a:cubicBezTo>
                    <a:pt x="491" y="3616"/>
                    <a:pt x="473" y="3700"/>
                    <a:pt x="431" y="3742"/>
                  </a:cubicBezTo>
                  <a:lnTo>
                    <a:pt x="431" y="3746"/>
                  </a:lnTo>
                  <a:cubicBezTo>
                    <a:pt x="428" y="3749"/>
                    <a:pt x="421" y="3753"/>
                    <a:pt x="417" y="3756"/>
                  </a:cubicBezTo>
                  <a:lnTo>
                    <a:pt x="414" y="3756"/>
                  </a:lnTo>
                  <a:cubicBezTo>
                    <a:pt x="410" y="3760"/>
                    <a:pt x="403" y="3760"/>
                    <a:pt x="400" y="3763"/>
                  </a:cubicBezTo>
                  <a:lnTo>
                    <a:pt x="396" y="3763"/>
                  </a:lnTo>
                  <a:cubicBezTo>
                    <a:pt x="393" y="3763"/>
                    <a:pt x="386" y="3767"/>
                    <a:pt x="382" y="3767"/>
                  </a:cubicBezTo>
                  <a:lnTo>
                    <a:pt x="351" y="3767"/>
                  </a:lnTo>
                  <a:cubicBezTo>
                    <a:pt x="340" y="3774"/>
                    <a:pt x="330" y="3784"/>
                    <a:pt x="323" y="3795"/>
                  </a:cubicBezTo>
                  <a:cubicBezTo>
                    <a:pt x="260" y="3872"/>
                    <a:pt x="204" y="4040"/>
                    <a:pt x="183" y="4113"/>
                  </a:cubicBezTo>
                  <a:lnTo>
                    <a:pt x="179" y="4127"/>
                  </a:lnTo>
                  <a:lnTo>
                    <a:pt x="172" y="4152"/>
                  </a:lnTo>
                  <a:lnTo>
                    <a:pt x="151" y="4166"/>
                  </a:lnTo>
                  <a:lnTo>
                    <a:pt x="148" y="4169"/>
                  </a:lnTo>
                  <a:lnTo>
                    <a:pt x="144" y="4169"/>
                  </a:lnTo>
                  <a:lnTo>
                    <a:pt x="137" y="4176"/>
                  </a:lnTo>
                  <a:lnTo>
                    <a:pt x="130" y="4180"/>
                  </a:lnTo>
                  <a:lnTo>
                    <a:pt x="120" y="4190"/>
                  </a:lnTo>
                  <a:lnTo>
                    <a:pt x="109" y="4197"/>
                  </a:lnTo>
                  <a:lnTo>
                    <a:pt x="99" y="4208"/>
                  </a:lnTo>
                  <a:lnTo>
                    <a:pt x="88" y="4215"/>
                  </a:lnTo>
                  <a:lnTo>
                    <a:pt x="71" y="4229"/>
                  </a:lnTo>
                  <a:lnTo>
                    <a:pt x="60" y="4236"/>
                  </a:lnTo>
                  <a:lnTo>
                    <a:pt x="39" y="4253"/>
                  </a:lnTo>
                  <a:lnTo>
                    <a:pt x="29" y="4260"/>
                  </a:lnTo>
                  <a:lnTo>
                    <a:pt x="1" y="4285"/>
                  </a:lnTo>
                  <a:cubicBezTo>
                    <a:pt x="95" y="4460"/>
                    <a:pt x="263" y="4670"/>
                    <a:pt x="459" y="4754"/>
                  </a:cubicBezTo>
                  <a:cubicBezTo>
                    <a:pt x="708" y="4856"/>
                    <a:pt x="932" y="5241"/>
                    <a:pt x="1121" y="5902"/>
                  </a:cubicBezTo>
                  <a:cubicBezTo>
                    <a:pt x="1223" y="6266"/>
                    <a:pt x="1149" y="6634"/>
                    <a:pt x="1034" y="6834"/>
                  </a:cubicBezTo>
                  <a:cubicBezTo>
                    <a:pt x="999" y="6893"/>
                    <a:pt x="1002" y="6914"/>
                    <a:pt x="1002" y="6921"/>
                  </a:cubicBezTo>
                  <a:cubicBezTo>
                    <a:pt x="1009" y="6942"/>
                    <a:pt x="1069" y="6967"/>
                    <a:pt x="1125" y="6991"/>
                  </a:cubicBezTo>
                  <a:cubicBezTo>
                    <a:pt x="1156" y="7005"/>
                    <a:pt x="1195" y="7023"/>
                    <a:pt x="1233" y="7044"/>
                  </a:cubicBezTo>
                  <a:cubicBezTo>
                    <a:pt x="1321" y="7090"/>
                    <a:pt x="1399" y="7113"/>
                    <a:pt x="1468" y="7113"/>
                  </a:cubicBezTo>
                  <a:cubicBezTo>
                    <a:pt x="1556" y="7113"/>
                    <a:pt x="1628" y="7075"/>
                    <a:pt x="1681" y="6998"/>
                  </a:cubicBezTo>
                  <a:cubicBezTo>
                    <a:pt x="1744" y="6918"/>
                    <a:pt x="1814" y="6844"/>
                    <a:pt x="1895" y="6781"/>
                  </a:cubicBezTo>
                  <a:cubicBezTo>
                    <a:pt x="2007" y="6679"/>
                    <a:pt x="2112" y="6588"/>
                    <a:pt x="2133" y="6473"/>
                  </a:cubicBezTo>
                  <a:cubicBezTo>
                    <a:pt x="2136" y="6445"/>
                    <a:pt x="2154" y="6361"/>
                    <a:pt x="2220" y="6347"/>
                  </a:cubicBezTo>
                  <a:lnTo>
                    <a:pt x="2241" y="6347"/>
                  </a:lnTo>
                  <a:cubicBezTo>
                    <a:pt x="2308" y="6347"/>
                    <a:pt x="2360" y="6427"/>
                    <a:pt x="2427" y="6522"/>
                  </a:cubicBezTo>
                  <a:cubicBezTo>
                    <a:pt x="2455" y="6571"/>
                    <a:pt x="2490" y="6616"/>
                    <a:pt x="2525" y="6658"/>
                  </a:cubicBezTo>
                  <a:cubicBezTo>
                    <a:pt x="2651" y="6784"/>
                    <a:pt x="2738" y="7019"/>
                    <a:pt x="2763" y="7306"/>
                  </a:cubicBezTo>
                  <a:cubicBezTo>
                    <a:pt x="2766" y="7338"/>
                    <a:pt x="2770" y="7373"/>
                    <a:pt x="2770" y="7411"/>
                  </a:cubicBezTo>
                  <a:cubicBezTo>
                    <a:pt x="2795" y="7712"/>
                    <a:pt x="2837" y="8265"/>
                    <a:pt x="3026" y="8444"/>
                  </a:cubicBezTo>
                  <a:cubicBezTo>
                    <a:pt x="3288" y="8689"/>
                    <a:pt x="3323" y="9197"/>
                    <a:pt x="3253" y="9379"/>
                  </a:cubicBezTo>
                  <a:cubicBezTo>
                    <a:pt x="3225" y="9445"/>
                    <a:pt x="3257" y="9557"/>
                    <a:pt x="3288" y="9666"/>
                  </a:cubicBezTo>
                  <a:cubicBezTo>
                    <a:pt x="3320" y="9781"/>
                    <a:pt x="3351" y="9904"/>
                    <a:pt x="3330" y="10009"/>
                  </a:cubicBezTo>
                  <a:lnTo>
                    <a:pt x="3341" y="9995"/>
                  </a:lnTo>
                  <a:lnTo>
                    <a:pt x="3344" y="9988"/>
                  </a:lnTo>
                  <a:cubicBezTo>
                    <a:pt x="3351" y="9974"/>
                    <a:pt x="3358" y="9963"/>
                    <a:pt x="3365" y="9949"/>
                  </a:cubicBezTo>
                  <a:lnTo>
                    <a:pt x="3372" y="9942"/>
                  </a:lnTo>
                  <a:lnTo>
                    <a:pt x="3390" y="9907"/>
                  </a:lnTo>
                  <a:lnTo>
                    <a:pt x="3397" y="9893"/>
                  </a:lnTo>
                  <a:cubicBezTo>
                    <a:pt x="3404" y="9879"/>
                    <a:pt x="3411" y="9865"/>
                    <a:pt x="3418" y="9851"/>
                  </a:cubicBezTo>
                  <a:lnTo>
                    <a:pt x="3418" y="9844"/>
                  </a:lnTo>
                  <a:cubicBezTo>
                    <a:pt x="3428" y="9827"/>
                    <a:pt x="3435" y="9809"/>
                    <a:pt x="3442" y="9792"/>
                  </a:cubicBezTo>
                  <a:lnTo>
                    <a:pt x="3449" y="9774"/>
                  </a:lnTo>
                  <a:lnTo>
                    <a:pt x="3467" y="9732"/>
                  </a:lnTo>
                  <a:lnTo>
                    <a:pt x="3474" y="9715"/>
                  </a:lnTo>
                  <a:cubicBezTo>
                    <a:pt x="3484" y="9694"/>
                    <a:pt x="3491" y="9673"/>
                    <a:pt x="3498" y="9652"/>
                  </a:cubicBezTo>
                  <a:lnTo>
                    <a:pt x="3505" y="9641"/>
                  </a:lnTo>
                  <a:cubicBezTo>
                    <a:pt x="3512" y="9624"/>
                    <a:pt x="3519" y="9606"/>
                    <a:pt x="3526" y="9585"/>
                  </a:cubicBezTo>
                  <a:lnTo>
                    <a:pt x="3533" y="9564"/>
                  </a:lnTo>
                  <a:lnTo>
                    <a:pt x="3551" y="9508"/>
                  </a:lnTo>
                  <a:lnTo>
                    <a:pt x="3558" y="9494"/>
                  </a:lnTo>
                  <a:cubicBezTo>
                    <a:pt x="3565" y="9470"/>
                    <a:pt x="3572" y="9445"/>
                    <a:pt x="3582" y="9421"/>
                  </a:cubicBezTo>
                  <a:lnTo>
                    <a:pt x="3586" y="9403"/>
                  </a:lnTo>
                  <a:cubicBezTo>
                    <a:pt x="3593" y="9382"/>
                    <a:pt x="3600" y="9365"/>
                    <a:pt x="3607" y="9344"/>
                  </a:cubicBezTo>
                  <a:lnTo>
                    <a:pt x="3614" y="9319"/>
                  </a:lnTo>
                  <a:cubicBezTo>
                    <a:pt x="3621" y="9295"/>
                    <a:pt x="3628" y="9267"/>
                    <a:pt x="3635" y="9242"/>
                  </a:cubicBezTo>
                  <a:cubicBezTo>
                    <a:pt x="3631" y="9172"/>
                    <a:pt x="3603" y="9109"/>
                    <a:pt x="3558" y="9060"/>
                  </a:cubicBezTo>
                  <a:cubicBezTo>
                    <a:pt x="3498" y="9001"/>
                    <a:pt x="3467" y="8924"/>
                    <a:pt x="3463" y="8839"/>
                  </a:cubicBezTo>
                  <a:cubicBezTo>
                    <a:pt x="3463" y="8671"/>
                    <a:pt x="3463" y="8391"/>
                    <a:pt x="3267" y="8220"/>
                  </a:cubicBezTo>
                  <a:cubicBezTo>
                    <a:pt x="3099" y="8066"/>
                    <a:pt x="2994" y="7870"/>
                    <a:pt x="2998" y="7716"/>
                  </a:cubicBezTo>
                  <a:cubicBezTo>
                    <a:pt x="2994" y="7646"/>
                    <a:pt x="3026" y="7579"/>
                    <a:pt x="3075" y="7537"/>
                  </a:cubicBezTo>
                  <a:cubicBezTo>
                    <a:pt x="3127" y="7492"/>
                    <a:pt x="3120" y="7376"/>
                    <a:pt x="3120" y="7303"/>
                  </a:cubicBezTo>
                  <a:cubicBezTo>
                    <a:pt x="3120" y="7226"/>
                    <a:pt x="3113" y="7177"/>
                    <a:pt x="3155" y="7145"/>
                  </a:cubicBezTo>
                  <a:cubicBezTo>
                    <a:pt x="3169" y="7135"/>
                    <a:pt x="3187" y="7131"/>
                    <a:pt x="3208" y="7131"/>
                  </a:cubicBezTo>
                  <a:cubicBezTo>
                    <a:pt x="3222" y="7107"/>
                    <a:pt x="3232" y="7075"/>
                    <a:pt x="3229" y="7047"/>
                  </a:cubicBezTo>
                  <a:cubicBezTo>
                    <a:pt x="3229" y="7026"/>
                    <a:pt x="3218" y="7005"/>
                    <a:pt x="3197" y="6998"/>
                  </a:cubicBezTo>
                  <a:cubicBezTo>
                    <a:pt x="3187" y="6991"/>
                    <a:pt x="3173" y="6984"/>
                    <a:pt x="3162" y="6974"/>
                  </a:cubicBezTo>
                  <a:cubicBezTo>
                    <a:pt x="3092" y="6914"/>
                    <a:pt x="3099" y="6813"/>
                    <a:pt x="3099" y="6735"/>
                  </a:cubicBezTo>
                  <a:cubicBezTo>
                    <a:pt x="3103" y="6700"/>
                    <a:pt x="3103" y="6665"/>
                    <a:pt x="3096" y="6630"/>
                  </a:cubicBezTo>
                  <a:cubicBezTo>
                    <a:pt x="2973" y="6585"/>
                    <a:pt x="2644" y="6221"/>
                    <a:pt x="2644" y="6074"/>
                  </a:cubicBezTo>
                  <a:cubicBezTo>
                    <a:pt x="2644" y="5983"/>
                    <a:pt x="2700" y="5580"/>
                    <a:pt x="2745" y="5241"/>
                  </a:cubicBezTo>
                  <a:lnTo>
                    <a:pt x="2752" y="5202"/>
                  </a:lnTo>
                  <a:cubicBezTo>
                    <a:pt x="2777" y="5020"/>
                    <a:pt x="2994" y="4975"/>
                    <a:pt x="3120" y="4975"/>
                  </a:cubicBezTo>
                  <a:lnTo>
                    <a:pt x="3145" y="4975"/>
                  </a:lnTo>
                  <a:cubicBezTo>
                    <a:pt x="3149" y="4975"/>
                    <a:pt x="3155" y="4975"/>
                    <a:pt x="3160" y="4975"/>
                  </a:cubicBezTo>
                  <a:cubicBezTo>
                    <a:pt x="3243" y="4975"/>
                    <a:pt x="3418" y="4972"/>
                    <a:pt x="3474" y="4877"/>
                  </a:cubicBezTo>
                  <a:cubicBezTo>
                    <a:pt x="3533" y="4772"/>
                    <a:pt x="3670" y="4726"/>
                    <a:pt x="3792" y="4684"/>
                  </a:cubicBezTo>
                  <a:cubicBezTo>
                    <a:pt x="3855" y="4663"/>
                    <a:pt x="3953" y="4628"/>
                    <a:pt x="3964" y="4603"/>
                  </a:cubicBezTo>
                  <a:cubicBezTo>
                    <a:pt x="3967" y="4596"/>
                    <a:pt x="3971" y="4586"/>
                    <a:pt x="3978" y="4579"/>
                  </a:cubicBezTo>
                  <a:lnTo>
                    <a:pt x="3985" y="4568"/>
                  </a:lnTo>
                  <a:lnTo>
                    <a:pt x="3992" y="4561"/>
                  </a:lnTo>
                  <a:lnTo>
                    <a:pt x="4002" y="4548"/>
                  </a:lnTo>
                  <a:lnTo>
                    <a:pt x="4062" y="4519"/>
                  </a:lnTo>
                  <a:lnTo>
                    <a:pt x="4090" y="4502"/>
                  </a:lnTo>
                  <a:lnTo>
                    <a:pt x="4114" y="4491"/>
                  </a:lnTo>
                  <a:lnTo>
                    <a:pt x="4125" y="4484"/>
                  </a:lnTo>
                  <a:cubicBezTo>
                    <a:pt x="4181" y="4460"/>
                    <a:pt x="4219" y="4442"/>
                    <a:pt x="4226" y="4421"/>
                  </a:cubicBezTo>
                  <a:cubicBezTo>
                    <a:pt x="4226" y="4418"/>
                    <a:pt x="4226" y="4414"/>
                    <a:pt x="4226" y="4411"/>
                  </a:cubicBezTo>
                  <a:cubicBezTo>
                    <a:pt x="4226" y="4400"/>
                    <a:pt x="4226" y="4386"/>
                    <a:pt x="4230" y="4376"/>
                  </a:cubicBezTo>
                  <a:cubicBezTo>
                    <a:pt x="4230" y="4372"/>
                    <a:pt x="4230" y="4369"/>
                    <a:pt x="4233" y="4365"/>
                  </a:cubicBezTo>
                  <a:cubicBezTo>
                    <a:pt x="4237" y="4362"/>
                    <a:pt x="4237" y="4348"/>
                    <a:pt x="4240" y="4337"/>
                  </a:cubicBezTo>
                  <a:lnTo>
                    <a:pt x="4247" y="4323"/>
                  </a:lnTo>
                  <a:cubicBezTo>
                    <a:pt x="4251" y="4313"/>
                    <a:pt x="4254" y="4302"/>
                    <a:pt x="4261" y="4292"/>
                  </a:cubicBezTo>
                  <a:lnTo>
                    <a:pt x="4265" y="4281"/>
                  </a:lnTo>
                  <a:cubicBezTo>
                    <a:pt x="4272" y="4267"/>
                    <a:pt x="4279" y="4253"/>
                    <a:pt x="4286" y="4239"/>
                  </a:cubicBezTo>
                  <a:lnTo>
                    <a:pt x="4293" y="4229"/>
                  </a:lnTo>
                  <a:cubicBezTo>
                    <a:pt x="4300" y="4215"/>
                    <a:pt x="4307" y="4204"/>
                    <a:pt x="4314" y="4194"/>
                  </a:cubicBezTo>
                  <a:lnTo>
                    <a:pt x="4321" y="4180"/>
                  </a:lnTo>
                  <a:lnTo>
                    <a:pt x="4342" y="4148"/>
                  </a:lnTo>
                  <a:lnTo>
                    <a:pt x="4352" y="4134"/>
                  </a:lnTo>
                  <a:lnTo>
                    <a:pt x="4380" y="4096"/>
                  </a:lnTo>
                  <a:lnTo>
                    <a:pt x="4408" y="4054"/>
                  </a:lnTo>
                  <a:lnTo>
                    <a:pt x="4412" y="4050"/>
                  </a:lnTo>
                  <a:lnTo>
                    <a:pt x="4408" y="4050"/>
                  </a:lnTo>
                  <a:lnTo>
                    <a:pt x="4359" y="4071"/>
                  </a:lnTo>
                  <a:cubicBezTo>
                    <a:pt x="4290" y="4098"/>
                    <a:pt x="4232" y="4108"/>
                    <a:pt x="4183" y="4108"/>
                  </a:cubicBezTo>
                  <a:cubicBezTo>
                    <a:pt x="4099" y="4108"/>
                    <a:pt x="4045" y="4078"/>
                    <a:pt x="4016" y="4054"/>
                  </a:cubicBezTo>
                  <a:cubicBezTo>
                    <a:pt x="3946" y="3998"/>
                    <a:pt x="3915" y="3907"/>
                    <a:pt x="3932" y="3819"/>
                  </a:cubicBezTo>
                  <a:cubicBezTo>
                    <a:pt x="3936" y="3795"/>
                    <a:pt x="3929" y="3788"/>
                    <a:pt x="3925" y="3784"/>
                  </a:cubicBezTo>
                  <a:cubicBezTo>
                    <a:pt x="3897" y="3749"/>
                    <a:pt x="3764" y="3749"/>
                    <a:pt x="3694" y="3749"/>
                  </a:cubicBezTo>
                  <a:cubicBezTo>
                    <a:pt x="3691" y="3750"/>
                    <a:pt x="3688" y="3750"/>
                    <a:pt x="3684" y="3750"/>
                  </a:cubicBezTo>
                  <a:cubicBezTo>
                    <a:pt x="3643" y="3750"/>
                    <a:pt x="3608" y="3729"/>
                    <a:pt x="3582" y="3697"/>
                  </a:cubicBezTo>
                  <a:cubicBezTo>
                    <a:pt x="3523" y="3613"/>
                    <a:pt x="3572" y="3473"/>
                    <a:pt x="3617" y="3333"/>
                  </a:cubicBezTo>
                  <a:lnTo>
                    <a:pt x="3631" y="3298"/>
                  </a:lnTo>
                  <a:cubicBezTo>
                    <a:pt x="3638" y="3280"/>
                    <a:pt x="3642" y="3263"/>
                    <a:pt x="3638" y="3245"/>
                  </a:cubicBezTo>
                  <a:cubicBezTo>
                    <a:pt x="3642" y="3231"/>
                    <a:pt x="3635" y="3214"/>
                    <a:pt x="3628" y="3200"/>
                  </a:cubicBezTo>
                  <a:cubicBezTo>
                    <a:pt x="3589" y="3161"/>
                    <a:pt x="3537" y="3140"/>
                    <a:pt x="3481" y="3140"/>
                  </a:cubicBezTo>
                  <a:cubicBezTo>
                    <a:pt x="3407" y="3133"/>
                    <a:pt x="3337" y="3081"/>
                    <a:pt x="3292" y="2986"/>
                  </a:cubicBezTo>
                  <a:cubicBezTo>
                    <a:pt x="3236" y="2878"/>
                    <a:pt x="3208" y="2706"/>
                    <a:pt x="3250" y="2611"/>
                  </a:cubicBezTo>
                  <a:cubicBezTo>
                    <a:pt x="3213" y="2586"/>
                    <a:pt x="3102" y="2560"/>
                    <a:pt x="2999" y="2560"/>
                  </a:cubicBezTo>
                  <a:cubicBezTo>
                    <a:pt x="2943" y="2560"/>
                    <a:pt x="2890" y="2567"/>
                    <a:pt x="2851" y="2587"/>
                  </a:cubicBezTo>
                  <a:cubicBezTo>
                    <a:pt x="2834" y="2596"/>
                    <a:pt x="2799" y="2613"/>
                    <a:pt x="2762" y="2613"/>
                  </a:cubicBezTo>
                  <a:cubicBezTo>
                    <a:pt x="2744" y="2613"/>
                    <a:pt x="2724" y="2609"/>
                    <a:pt x="2707" y="2597"/>
                  </a:cubicBezTo>
                  <a:cubicBezTo>
                    <a:pt x="2651" y="2559"/>
                    <a:pt x="2658" y="2485"/>
                    <a:pt x="2665" y="2419"/>
                  </a:cubicBezTo>
                  <a:cubicBezTo>
                    <a:pt x="2672" y="2373"/>
                    <a:pt x="2672" y="2328"/>
                    <a:pt x="2661" y="2286"/>
                  </a:cubicBezTo>
                  <a:cubicBezTo>
                    <a:pt x="2591" y="2111"/>
                    <a:pt x="2921" y="1656"/>
                    <a:pt x="3127" y="1453"/>
                  </a:cubicBezTo>
                  <a:cubicBezTo>
                    <a:pt x="3162" y="1414"/>
                    <a:pt x="3194" y="1372"/>
                    <a:pt x="3215" y="1327"/>
                  </a:cubicBezTo>
                  <a:cubicBezTo>
                    <a:pt x="3274" y="1197"/>
                    <a:pt x="3264" y="1047"/>
                    <a:pt x="3250" y="889"/>
                  </a:cubicBezTo>
                  <a:cubicBezTo>
                    <a:pt x="3246" y="826"/>
                    <a:pt x="3239" y="763"/>
                    <a:pt x="3239" y="700"/>
                  </a:cubicBezTo>
                  <a:cubicBezTo>
                    <a:pt x="3239" y="497"/>
                    <a:pt x="3190" y="497"/>
                    <a:pt x="3089" y="497"/>
                  </a:cubicBezTo>
                  <a:cubicBezTo>
                    <a:pt x="2900" y="497"/>
                    <a:pt x="2900" y="238"/>
                    <a:pt x="2900" y="129"/>
                  </a:cubicBezTo>
                  <a:cubicBezTo>
                    <a:pt x="2893" y="80"/>
                    <a:pt x="2861" y="42"/>
                    <a:pt x="2816" y="24"/>
                  </a:cubicBezTo>
                  <a:cubicBezTo>
                    <a:pt x="2789" y="9"/>
                    <a:pt x="2759" y="1"/>
                    <a:pt x="2729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84" name="Google Shape;5142;p80">
              <a:extLst>
                <a:ext uri="{FF2B5EF4-FFF2-40B4-BE49-F238E27FC236}">
                  <a16:creationId xmlns:a16="http://schemas.microsoft.com/office/drawing/2014/main" id="{A2D88D85-DCBD-01D7-5C4B-6C1D917641A2}"/>
                </a:ext>
              </a:extLst>
            </p:cNvPr>
            <p:cNvSpPr/>
            <p:nvPr/>
          </p:nvSpPr>
          <p:spPr>
            <a:xfrm>
              <a:off x="2728671" y="1883663"/>
              <a:ext cx="109" cy="109"/>
            </a:xfrm>
            <a:custGeom>
              <a:avLst/>
              <a:gdLst/>
              <a:ahLst/>
              <a:cxnLst/>
              <a:rect l="l" t="t" r="r" b="b"/>
              <a:pathLst>
                <a:path w="8" h="8" extrusionOk="0">
                  <a:moveTo>
                    <a:pt x="1" y="7"/>
                  </a:moveTo>
                  <a:lnTo>
                    <a:pt x="8" y="0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85" name="Google Shape;5143;p80">
              <a:extLst>
                <a:ext uri="{FF2B5EF4-FFF2-40B4-BE49-F238E27FC236}">
                  <a16:creationId xmlns:a16="http://schemas.microsoft.com/office/drawing/2014/main" id="{892BD802-F43B-AA9A-BAB7-9F35D3FD8562}"/>
                </a:ext>
              </a:extLst>
            </p:cNvPr>
            <p:cNvSpPr/>
            <p:nvPr/>
          </p:nvSpPr>
          <p:spPr>
            <a:xfrm>
              <a:off x="2729241" y="1883039"/>
              <a:ext cx="14" cy="68"/>
            </a:xfrm>
            <a:custGeom>
              <a:avLst/>
              <a:gdLst/>
              <a:ahLst/>
              <a:cxnLst/>
              <a:rect l="l" t="t" r="r" b="b"/>
              <a:pathLst>
                <a:path w="1" h="5" extrusionOk="0">
                  <a:moveTo>
                    <a:pt x="1" y="1"/>
                  </a:moveTo>
                  <a:lnTo>
                    <a:pt x="1" y="4"/>
                  </a:lnTo>
                  <a:lnTo>
                    <a:pt x="1" y="4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86" name="Google Shape;5144;p80">
              <a:extLst>
                <a:ext uri="{FF2B5EF4-FFF2-40B4-BE49-F238E27FC236}">
                  <a16:creationId xmlns:a16="http://schemas.microsoft.com/office/drawing/2014/main" id="{35ED9284-9B47-D37E-A33E-5F468F404DA4}"/>
                </a:ext>
              </a:extLst>
            </p:cNvPr>
            <p:cNvSpPr/>
            <p:nvPr/>
          </p:nvSpPr>
          <p:spPr>
            <a:xfrm>
              <a:off x="2728155" y="1883989"/>
              <a:ext cx="149" cy="163"/>
            </a:xfrm>
            <a:custGeom>
              <a:avLst/>
              <a:gdLst/>
              <a:ahLst/>
              <a:cxnLst/>
              <a:rect l="l" t="t" r="r" b="b"/>
              <a:pathLst>
                <a:path w="11" h="12" extrusionOk="0">
                  <a:moveTo>
                    <a:pt x="0" y="11"/>
                  </a:moveTo>
                  <a:lnTo>
                    <a:pt x="11" y="1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87" name="Google Shape;5145;p80">
              <a:extLst>
                <a:ext uri="{FF2B5EF4-FFF2-40B4-BE49-F238E27FC236}">
                  <a16:creationId xmlns:a16="http://schemas.microsoft.com/office/drawing/2014/main" id="{41E6FE7D-5DA9-DE4D-8F89-1B56D6F2E43F}"/>
                </a:ext>
              </a:extLst>
            </p:cNvPr>
            <p:cNvSpPr/>
            <p:nvPr/>
          </p:nvSpPr>
          <p:spPr>
            <a:xfrm>
              <a:off x="2728820" y="1883568"/>
              <a:ext cx="54" cy="54"/>
            </a:xfrm>
            <a:custGeom>
              <a:avLst/>
              <a:gdLst/>
              <a:ahLst/>
              <a:cxnLst/>
              <a:rect l="l" t="t" r="r" b="b"/>
              <a:pathLst>
                <a:path w="4" h="4" extrusionOk="0">
                  <a:moveTo>
                    <a:pt x="0" y="4"/>
                  </a:moveTo>
                  <a:lnTo>
                    <a:pt x="4" y="0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88" name="Google Shape;5146;p80">
              <a:extLst>
                <a:ext uri="{FF2B5EF4-FFF2-40B4-BE49-F238E27FC236}">
                  <a16:creationId xmlns:a16="http://schemas.microsoft.com/office/drawing/2014/main" id="{F2185C7D-9C09-36C5-52D0-D778AC841B75}"/>
                </a:ext>
              </a:extLst>
            </p:cNvPr>
            <p:cNvSpPr/>
            <p:nvPr/>
          </p:nvSpPr>
          <p:spPr>
            <a:xfrm>
              <a:off x="2728440" y="1883799"/>
              <a:ext cx="149" cy="109"/>
            </a:xfrm>
            <a:custGeom>
              <a:avLst/>
              <a:gdLst/>
              <a:ahLst/>
              <a:cxnLst/>
              <a:rect l="l" t="t" r="r" b="b"/>
              <a:pathLst>
                <a:path w="11" h="8" extrusionOk="0">
                  <a:moveTo>
                    <a:pt x="0" y="8"/>
                  </a:moveTo>
                  <a:lnTo>
                    <a:pt x="11" y="1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89" name="Google Shape;5147;p80">
              <a:extLst>
                <a:ext uri="{FF2B5EF4-FFF2-40B4-BE49-F238E27FC236}">
                  <a16:creationId xmlns:a16="http://schemas.microsoft.com/office/drawing/2014/main" id="{9B66004D-8540-0B61-4379-3B1267E3C1AF}"/>
                </a:ext>
              </a:extLst>
            </p:cNvPr>
            <p:cNvSpPr/>
            <p:nvPr/>
          </p:nvSpPr>
          <p:spPr>
            <a:xfrm>
              <a:off x="2727341" y="1884518"/>
              <a:ext cx="299" cy="244"/>
            </a:xfrm>
            <a:custGeom>
              <a:avLst/>
              <a:gdLst/>
              <a:ahLst/>
              <a:cxnLst/>
              <a:rect l="l" t="t" r="r" b="b"/>
              <a:pathLst>
                <a:path w="22" h="18" extrusionOk="0">
                  <a:moveTo>
                    <a:pt x="1" y="18"/>
                  </a:moveTo>
                  <a:lnTo>
                    <a:pt x="22" y="0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90" name="Google Shape;5148;p80">
              <a:extLst>
                <a:ext uri="{FF2B5EF4-FFF2-40B4-BE49-F238E27FC236}">
                  <a16:creationId xmlns:a16="http://schemas.microsoft.com/office/drawing/2014/main" id="{E89538E4-7CF8-83E4-063D-1A131C737019}"/>
                </a:ext>
              </a:extLst>
            </p:cNvPr>
            <p:cNvSpPr/>
            <p:nvPr/>
          </p:nvSpPr>
          <p:spPr>
            <a:xfrm>
              <a:off x="2727775" y="1884233"/>
              <a:ext cx="204" cy="204"/>
            </a:xfrm>
            <a:custGeom>
              <a:avLst/>
              <a:gdLst/>
              <a:ahLst/>
              <a:cxnLst/>
              <a:rect l="l" t="t" r="r" b="b"/>
              <a:pathLst>
                <a:path w="15" h="15" extrusionOk="0">
                  <a:moveTo>
                    <a:pt x="0" y="14"/>
                  </a:moveTo>
                  <a:lnTo>
                    <a:pt x="14" y="0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91" name="Google Shape;5149;p80">
              <a:extLst>
                <a:ext uri="{FF2B5EF4-FFF2-40B4-BE49-F238E27FC236}">
                  <a16:creationId xmlns:a16="http://schemas.microsoft.com/office/drawing/2014/main" id="{8BF5C3BA-5291-4317-7D47-5D94BB818329}"/>
                </a:ext>
              </a:extLst>
            </p:cNvPr>
            <p:cNvSpPr/>
            <p:nvPr/>
          </p:nvSpPr>
          <p:spPr>
            <a:xfrm>
              <a:off x="2726825" y="1884844"/>
              <a:ext cx="394" cy="394"/>
            </a:xfrm>
            <a:custGeom>
              <a:avLst/>
              <a:gdLst/>
              <a:ahLst/>
              <a:cxnLst/>
              <a:rect l="l" t="t" r="r" b="b"/>
              <a:pathLst>
                <a:path w="29" h="29" extrusionOk="0">
                  <a:moveTo>
                    <a:pt x="0" y="29"/>
                  </a:moveTo>
                  <a:lnTo>
                    <a:pt x="0" y="29"/>
                  </a:lnTo>
                  <a:lnTo>
                    <a:pt x="28" y="1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92" name="Google Shape;5150;p80">
              <a:extLst>
                <a:ext uri="{FF2B5EF4-FFF2-40B4-BE49-F238E27FC236}">
                  <a16:creationId xmlns:a16="http://schemas.microsoft.com/office/drawing/2014/main" id="{1C10A077-15E3-D073-4235-8747670DEA73}"/>
                </a:ext>
              </a:extLst>
            </p:cNvPr>
            <p:cNvSpPr/>
            <p:nvPr/>
          </p:nvSpPr>
          <p:spPr>
            <a:xfrm>
              <a:off x="2729296" y="1878531"/>
              <a:ext cx="1914" cy="4331"/>
            </a:xfrm>
            <a:custGeom>
              <a:avLst/>
              <a:gdLst/>
              <a:ahLst/>
              <a:cxnLst/>
              <a:rect l="l" t="t" r="r" b="b"/>
              <a:pathLst>
                <a:path w="141" h="319" extrusionOk="0">
                  <a:moveTo>
                    <a:pt x="140" y="0"/>
                  </a:moveTo>
                  <a:cubicBezTo>
                    <a:pt x="116" y="30"/>
                    <a:pt x="92" y="74"/>
                    <a:pt x="72" y="121"/>
                  </a:cubicBezTo>
                  <a:lnTo>
                    <a:pt x="72" y="121"/>
                  </a:lnTo>
                  <a:cubicBezTo>
                    <a:pt x="87" y="88"/>
                    <a:pt x="104" y="56"/>
                    <a:pt x="123" y="25"/>
                  </a:cubicBezTo>
                  <a:lnTo>
                    <a:pt x="140" y="0"/>
                  </a:lnTo>
                  <a:close/>
                  <a:moveTo>
                    <a:pt x="72" y="121"/>
                  </a:moveTo>
                  <a:lnTo>
                    <a:pt x="72" y="121"/>
                  </a:lnTo>
                  <a:cubicBezTo>
                    <a:pt x="42" y="185"/>
                    <a:pt x="19" y="252"/>
                    <a:pt x="0" y="319"/>
                  </a:cubicBezTo>
                  <a:cubicBezTo>
                    <a:pt x="13" y="274"/>
                    <a:pt x="39" y="194"/>
                    <a:pt x="72" y="12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93" name="Google Shape;5151;p80">
              <a:extLst>
                <a:ext uri="{FF2B5EF4-FFF2-40B4-BE49-F238E27FC236}">
                  <a16:creationId xmlns:a16="http://schemas.microsoft.com/office/drawing/2014/main" id="{A1385686-3FE4-7C08-4354-E361F611922F}"/>
                </a:ext>
              </a:extLst>
            </p:cNvPr>
            <p:cNvSpPr/>
            <p:nvPr/>
          </p:nvSpPr>
          <p:spPr>
            <a:xfrm>
              <a:off x="2733668" y="1874675"/>
              <a:ext cx="14" cy="14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0" y="1"/>
                  </a:move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94" name="Google Shape;5152;p80">
              <a:extLst>
                <a:ext uri="{FF2B5EF4-FFF2-40B4-BE49-F238E27FC236}">
                  <a16:creationId xmlns:a16="http://schemas.microsoft.com/office/drawing/2014/main" id="{C3D3D0FF-F830-B013-23E7-982E3E3B7D8C}"/>
                </a:ext>
              </a:extLst>
            </p:cNvPr>
            <p:cNvSpPr/>
            <p:nvPr/>
          </p:nvSpPr>
          <p:spPr>
            <a:xfrm>
              <a:off x="2760334" y="1831037"/>
              <a:ext cx="109" cy="68"/>
            </a:xfrm>
            <a:custGeom>
              <a:avLst/>
              <a:gdLst/>
              <a:ahLst/>
              <a:cxnLst/>
              <a:rect l="l" t="t" r="r" b="b"/>
              <a:pathLst>
                <a:path w="8" h="5" extrusionOk="0">
                  <a:moveTo>
                    <a:pt x="7" y="1"/>
                  </a:moveTo>
                  <a:lnTo>
                    <a:pt x="0" y="4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95" name="Google Shape;5153;p80">
              <a:extLst>
                <a:ext uri="{FF2B5EF4-FFF2-40B4-BE49-F238E27FC236}">
                  <a16:creationId xmlns:a16="http://schemas.microsoft.com/office/drawing/2014/main" id="{2D32D3F6-5E29-BB88-0197-D29816D099E5}"/>
                </a:ext>
              </a:extLst>
            </p:cNvPr>
            <p:cNvSpPr/>
            <p:nvPr/>
          </p:nvSpPr>
          <p:spPr>
            <a:xfrm>
              <a:off x="2760565" y="1830806"/>
              <a:ext cx="109" cy="109"/>
            </a:xfrm>
            <a:custGeom>
              <a:avLst/>
              <a:gdLst/>
              <a:ahLst/>
              <a:cxnLst/>
              <a:rect l="l" t="t" r="r" b="b"/>
              <a:pathLst>
                <a:path w="8" h="8" extrusionOk="0">
                  <a:moveTo>
                    <a:pt x="8" y="0"/>
                  </a:moveTo>
                  <a:lnTo>
                    <a:pt x="1" y="7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96" name="Google Shape;5154;p80">
              <a:extLst>
                <a:ext uri="{FF2B5EF4-FFF2-40B4-BE49-F238E27FC236}">
                  <a16:creationId xmlns:a16="http://schemas.microsoft.com/office/drawing/2014/main" id="{7E9B2232-CF3D-65EC-049F-B7A515B434B7}"/>
                </a:ext>
              </a:extLst>
            </p:cNvPr>
            <p:cNvSpPr/>
            <p:nvPr/>
          </p:nvSpPr>
          <p:spPr>
            <a:xfrm>
              <a:off x="2760945" y="1830236"/>
              <a:ext cx="109" cy="109"/>
            </a:xfrm>
            <a:custGeom>
              <a:avLst/>
              <a:gdLst/>
              <a:ahLst/>
              <a:cxnLst/>
              <a:rect l="l" t="t" r="r" b="b"/>
              <a:pathLst>
                <a:path w="8" h="8" extrusionOk="0">
                  <a:moveTo>
                    <a:pt x="8" y="0"/>
                  </a:moveTo>
                  <a:lnTo>
                    <a:pt x="1" y="7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97" name="Google Shape;5155;p80">
              <a:extLst>
                <a:ext uri="{FF2B5EF4-FFF2-40B4-BE49-F238E27FC236}">
                  <a16:creationId xmlns:a16="http://schemas.microsoft.com/office/drawing/2014/main" id="{EBF7B79E-5DDD-8753-C86B-FC49263F1F32}"/>
                </a:ext>
              </a:extLst>
            </p:cNvPr>
            <p:cNvSpPr/>
            <p:nvPr/>
          </p:nvSpPr>
          <p:spPr>
            <a:xfrm>
              <a:off x="2760089" y="1831227"/>
              <a:ext cx="109" cy="109"/>
            </a:xfrm>
            <a:custGeom>
              <a:avLst/>
              <a:gdLst/>
              <a:ahLst/>
              <a:cxnLst/>
              <a:rect l="l" t="t" r="r" b="b"/>
              <a:pathLst>
                <a:path w="8" h="8" extrusionOk="0">
                  <a:moveTo>
                    <a:pt x="8" y="1"/>
                  </a:moveTo>
                  <a:lnTo>
                    <a:pt x="1" y="8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98" name="Google Shape;5156;p80">
              <a:extLst>
                <a:ext uri="{FF2B5EF4-FFF2-40B4-BE49-F238E27FC236}">
                  <a16:creationId xmlns:a16="http://schemas.microsoft.com/office/drawing/2014/main" id="{CFA0A616-CD57-2639-4FED-EEBECF3CB1DC}"/>
                </a:ext>
              </a:extLst>
            </p:cNvPr>
            <p:cNvSpPr/>
            <p:nvPr/>
          </p:nvSpPr>
          <p:spPr>
            <a:xfrm>
              <a:off x="2760755" y="1830521"/>
              <a:ext cx="109" cy="109"/>
            </a:xfrm>
            <a:custGeom>
              <a:avLst/>
              <a:gdLst/>
              <a:ahLst/>
              <a:cxnLst/>
              <a:rect l="l" t="t" r="r" b="b"/>
              <a:pathLst>
                <a:path w="8" h="8" extrusionOk="0">
                  <a:moveTo>
                    <a:pt x="8" y="0"/>
                  </a:moveTo>
                  <a:lnTo>
                    <a:pt x="1" y="7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99" name="Google Shape;5157;p80">
              <a:extLst>
                <a:ext uri="{FF2B5EF4-FFF2-40B4-BE49-F238E27FC236}">
                  <a16:creationId xmlns:a16="http://schemas.microsoft.com/office/drawing/2014/main" id="{6FAF70EE-2061-AD49-07E6-C22B415B21B7}"/>
                </a:ext>
              </a:extLst>
            </p:cNvPr>
            <p:cNvSpPr/>
            <p:nvPr/>
          </p:nvSpPr>
          <p:spPr>
            <a:xfrm>
              <a:off x="2761135" y="1829951"/>
              <a:ext cx="68" cy="109"/>
            </a:xfrm>
            <a:custGeom>
              <a:avLst/>
              <a:gdLst/>
              <a:ahLst/>
              <a:cxnLst/>
              <a:rect l="l" t="t" r="r" b="b"/>
              <a:pathLst>
                <a:path w="5" h="8" extrusionOk="0">
                  <a:moveTo>
                    <a:pt x="4" y="0"/>
                  </a:moveTo>
                  <a:lnTo>
                    <a:pt x="1" y="7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00" name="Google Shape;5158;p80">
              <a:extLst>
                <a:ext uri="{FF2B5EF4-FFF2-40B4-BE49-F238E27FC236}">
                  <a16:creationId xmlns:a16="http://schemas.microsoft.com/office/drawing/2014/main" id="{CA128CC0-7F8C-2315-4786-49437FD3F1DD}"/>
                </a:ext>
              </a:extLst>
            </p:cNvPr>
            <p:cNvSpPr/>
            <p:nvPr/>
          </p:nvSpPr>
          <p:spPr>
            <a:xfrm>
              <a:off x="2755297" y="1836278"/>
              <a:ext cx="14" cy="14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0" y="0"/>
                  </a:move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01" name="Google Shape;5159;p80">
              <a:extLst>
                <a:ext uri="{FF2B5EF4-FFF2-40B4-BE49-F238E27FC236}">
                  <a16:creationId xmlns:a16="http://schemas.microsoft.com/office/drawing/2014/main" id="{4115EDB1-303C-7530-0CB5-1972B4D52791}"/>
                </a:ext>
              </a:extLst>
            </p:cNvPr>
            <p:cNvSpPr/>
            <p:nvPr/>
          </p:nvSpPr>
          <p:spPr>
            <a:xfrm>
              <a:off x="2734374" y="1864885"/>
              <a:ext cx="1059" cy="5010"/>
            </a:xfrm>
            <a:custGeom>
              <a:avLst/>
              <a:gdLst/>
              <a:ahLst/>
              <a:cxnLst/>
              <a:rect l="l" t="t" r="r" b="b"/>
              <a:pathLst>
                <a:path w="78" h="369" extrusionOk="0">
                  <a:moveTo>
                    <a:pt x="78" y="1"/>
                  </a:moveTo>
                  <a:cubicBezTo>
                    <a:pt x="67" y="134"/>
                    <a:pt x="57" y="284"/>
                    <a:pt x="1" y="368"/>
                  </a:cubicBezTo>
                  <a:cubicBezTo>
                    <a:pt x="57" y="284"/>
                    <a:pt x="67" y="134"/>
                    <a:pt x="78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02" name="Google Shape;5160;p80">
              <a:extLst>
                <a:ext uri="{FF2B5EF4-FFF2-40B4-BE49-F238E27FC236}">
                  <a16:creationId xmlns:a16="http://schemas.microsoft.com/office/drawing/2014/main" id="{5366866D-A235-9A39-7221-315D49DD4192}"/>
                </a:ext>
              </a:extLst>
            </p:cNvPr>
            <p:cNvSpPr/>
            <p:nvPr/>
          </p:nvSpPr>
          <p:spPr>
            <a:xfrm>
              <a:off x="2731903" y="1878151"/>
              <a:ext cx="109" cy="14"/>
            </a:xfrm>
            <a:custGeom>
              <a:avLst/>
              <a:gdLst/>
              <a:ahLst/>
              <a:cxnLst/>
              <a:rect l="l" t="t" r="r" b="b"/>
              <a:pathLst>
                <a:path w="8" h="1" extrusionOk="0">
                  <a:moveTo>
                    <a:pt x="8" y="0"/>
                  </a:moveTo>
                  <a:lnTo>
                    <a:pt x="1" y="0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03" name="Google Shape;5161;p80">
              <a:extLst>
                <a:ext uri="{FF2B5EF4-FFF2-40B4-BE49-F238E27FC236}">
                  <a16:creationId xmlns:a16="http://schemas.microsoft.com/office/drawing/2014/main" id="{2B58A02B-2EE6-4FB5-4E28-50C7491E3159}"/>
                </a:ext>
              </a:extLst>
            </p:cNvPr>
            <p:cNvSpPr/>
            <p:nvPr/>
          </p:nvSpPr>
          <p:spPr>
            <a:xfrm>
              <a:off x="2761135" y="1836658"/>
              <a:ext cx="204" cy="720"/>
            </a:xfrm>
            <a:custGeom>
              <a:avLst/>
              <a:gdLst/>
              <a:ahLst/>
              <a:cxnLst/>
              <a:rect l="l" t="t" r="r" b="b"/>
              <a:pathLst>
                <a:path w="15" h="53" extrusionOk="0">
                  <a:moveTo>
                    <a:pt x="15" y="0"/>
                  </a:moveTo>
                  <a:cubicBezTo>
                    <a:pt x="15" y="18"/>
                    <a:pt x="11" y="39"/>
                    <a:pt x="1" y="53"/>
                  </a:cubicBezTo>
                  <a:cubicBezTo>
                    <a:pt x="11" y="39"/>
                    <a:pt x="15" y="18"/>
                    <a:pt x="15" y="0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04" name="Google Shape;5162;p80">
              <a:extLst>
                <a:ext uri="{FF2B5EF4-FFF2-40B4-BE49-F238E27FC236}">
                  <a16:creationId xmlns:a16="http://schemas.microsoft.com/office/drawing/2014/main" id="{840EE172-B732-8165-47F8-8D5FE67B5A20}"/>
                </a:ext>
              </a:extLst>
            </p:cNvPr>
            <p:cNvSpPr/>
            <p:nvPr/>
          </p:nvSpPr>
          <p:spPr>
            <a:xfrm>
              <a:off x="2755527" y="1836128"/>
              <a:ext cx="204" cy="68"/>
            </a:xfrm>
            <a:custGeom>
              <a:avLst/>
              <a:gdLst/>
              <a:ahLst/>
              <a:cxnLst/>
              <a:rect l="l" t="t" r="r" b="b"/>
              <a:pathLst>
                <a:path w="15" h="5" extrusionOk="0">
                  <a:moveTo>
                    <a:pt x="15" y="1"/>
                  </a:moveTo>
                  <a:lnTo>
                    <a:pt x="1" y="4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05" name="Google Shape;5163;p80">
              <a:extLst>
                <a:ext uri="{FF2B5EF4-FFF2-40B4-BE49-F238E27FC236}">
                  <a16:creationId xmlns:a16="http://schemas.microsoft.com/office/drawing/2014/main" id="{EC892B27-41F9-08D5-DF3D-C8D9E40810BD}"/>
                </a:ext>
              </a:extLst>
            </p:cNvPr>
            <p:cNvSpPr/>
            <p:nvPr/>
          </p:nvSpPr>
          <p:spPr>
            <a:xfrm>
              <a:off x="2761990" y="1827805"/>
              <a:ext cx="14" cy="109"/>
            </a:xfrm>
            <a:custGeom>
              <a:avLst/>
              <a:gdLst/>
              <a:ahLst/>
              <a:cxnLst/>
              <a:rect l="l" t="t" r="r" b="b"/>
              <a:pathLst>
                <a:path w="1" h="8" extrusionOk="0">
                  <a:moveTo>
                    <a:pt x="1" y="1"/>
                  </a:moveTo>
                  <a:lnTo>
                    <a:pt x="1" y="8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06" name="Google Shape;5164;p80">
              <a:extLst>
                <a:ext uri="{FF2B5EF4-FFF2-40B4-BE49-F238E27FC236}">
                  <a16:creationId xmlns:a16="http://schemas.microsoft.com/office/drawing/2014/main" id="{B9226C27-A412-A711-E67F-F0126FDE91D0}"/>
                </a:ext>
              </a:extLst>
            </p:cNvPr>
            <p:cNvSpPr/>
            <p:nvPr/>
          </p:nvSpPr>
          <p:spPr>
            <a:xfrm>
              <a:off x="2762045" y="1827615"/>
              <a:ext cx="14" cy="14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0" y="1"/>
                  </a:move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07" name="Google Shape;5165;p80">
              <a:extLst>
                <a:ext uri="{FF2B5EF4-FFF2-40B4-BE49-F238E27FC236}">
                  <a16:creationId xmlns:a16="http://schemas.microsoft.com/office/drawing/2014/main" id="{11203370-8492-E63B-B617-2BE910BC7485}"/>
                </a:ext>
              </a:extLst>
            </p:cNvPr>
            <p:cNvSpPr/>
            <p:nvPr/>
          </p:nvSpPr>
          <p:spPr>
            <a:xfrm>
              <a:off x="2732717" y="1877716"/>
              <a:ext cx="14" cy="68"/>
            </a:xfrm>
            <a:custGeom>
              <a:avLst/>
              <a:gdLst/>
              <a:ahLst/>
              <a:cxnLst/>
              <a:rect l="l" t="t" r="r" b="b"/>
              <a:pathLst>
                <a:path w="1" h="5" extrusionOk="0">
                  <a:moveTo>
                    <a:pt x="0" y="1"/>
                  </a:moveTo>
                  <a:lnTo>
                    <a:pt x="0" y="4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08" name="Google Shape;5166;p80">
              <a:extLst>
                <a:ext uri="{FF2B5EF4-FFF2-40B4-BE49-F238E27FC236}">
                  <a16:creationId xmlns:a16="http://schemas.microsoft.com/office/drawing/2014/main" id="{68D5DF2F-D868-B872-0170-B042417AB1F1}"/>
                </a:ext>
              </a:extLst>
            </p:cNvPr>
            <p:cNvSpPr/>
            <p:nvPr/>
          </p:nvSpPr>
          <p:spPr>
            <a:xfrm>
              <a:off x="2761895" y="1828050"/>
              <a:ext cx="14" cy="109"/>
            </a:xfrm>
            <a:custGeom>
              <a:avLst/>
              <a:gdLst/>
              <a:ahLst/>
              <a:cxnLst/>
              <a:rect l="l" t="t" r="r" b="b"/>
              <a:pathLst>
                <a:path w="1" h="8" extrusionOk="0">
                  <a:moveTo>
                    <a:pt x="1" y="0"/>
                  </a:moveTo>
                  <a:lnTo>
                    <a:pt x="1" y="7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09" name="Google Shape;5167;p80">
              <a:extLst>
                <a:ext uri="{FF2B5EF4-FFF2-40B4-BE49-F238E27FC236}">
                  <a16:creationId xmlns:a16="http://schemas.microsoft.com/office/drawing/2014/main" id="{53E0B059-8CF7-9EFD-AD92-47C9E75B3591}"/>
                </a:ext>
              </a:extLst>
            </p:cNvPr>
            <p:cNvSpPr/>
            <p:nvPr/>
          </p:nvSpPr>
          <p:spPr>
            <a:xfrm>
              <a:off x="2761325" y="1829665"/>
              <a:ext cx="14" cy="14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1" y="0"/>
                  </a:moveTo>
                  <a:lnTo>
                    <a:pt x="1" y="0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10" name="Google Shape;5168;p80">
              <a:extLst>
                <a:ext uri="{FF2B5EF4-FFF2-40B4-BE49-F238E27FC236}">
                  <a16:creationId xmlns:a16="http://schemas.microsoft.com/office/drawing/2014/main" id="{B6A98024-88EF-5265-F68B-7500CF0461A0}"/>
                </a:ext>
              </a:extLst>
            </p:cNvPr>
            <p:cNvSpPr/>
            <p:nvPr/>
          </p:nvSpPr>
          <p:spPr>
            <a:xfrm>
              <a:off x="2732188" y="1878056"/>
              <a:ext cx="68" cy="14"/>
            </a:xfrm>
            <a:custGeom>
              <a:avLst/>
              <a:gdLst/>
              <a:ahLst/>
              <a:cxnLst/>
              <a:rect l="l" t="t" r="r" b="b"/>
              <a:pathLst>
                <a:path w="5" h="1" extrusionOk="0">
                  <a:moveTo>
                    <a:pt x="4" y="0"/>
                  </a:moveTo>
                  <a:lnTo>
                    <a:pt x="1" y="0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11" name="Google Shape;5169;p80">
              <a:extLst>
                <a:ext uri="{FF2B5EF4-FFF2-40B4-BE49-F238E27FC236}">
                  <a16:creationId xmlns:a16="http://schemas.microsoft.com/office/drawing/2014/main" id="{389AABAE-462E-8F56-601B-89A9016B9A2E}"/>
                </a:ext>
              </a:extLst>
            </p:cNvPr>
            <p:cNvSpPr/>
            <p:nvPr/>
          </p:nvSpPr>
          <p:spPr>
            <a:xfrm>
              <a:off x="2761855" y="1828335"/>
              <a:ext cx="14" cy="109"/>
            </a:xfrm>
            <a:custGeom>
              <a:avLst/>
              <a:gdLst/>
              <a:ahLst/>
              <a:cxnLst/>
              <a:rect l="l" t="t" r="r" b="b"/>
              <a:pathLst>
                <a:path w="1" h="8" extrusionOk="0">
                  <a:moveTo>
                    <a:pt x="0" y="0"/>
                  </a:moveTo>
                  <a:lnTo>
                    <a:pt x="0" y="7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12" name="Google Shape;5170;p80">
              <a:extLst>
                <a:ext uri="{FF2B5EF4-FFF2-40B4-BE49-F238E27FC236}">
                  <a16:creationId xmlns:a16="http://schemas.microsoft.com/office/drawing/2014/main" id="{9CBFED06-33C1-7896-C941-B6444C0A8F28}"/>
                </a:ext>
              </a:extLst>
            </p:cNvPr>
            <p:cNvSpPr/>
            <p:nvPr/>
          </p:nvSpPr>
          <p:spPr>
            <a:xfrm>
              <a:off x="2761474" y="1829231"/>
              <a:ext cx="54" cy="109"/>
            </a:xfrm>
            <a:custGeom>
              <a:avLst/>
              <a:gdLst/>
              <a:ahLst/>
              <a:cxnLst/>
              <a:rect l="l" t="t" r="r" b="b"/>
              <a:pathLst>
                <a:path w="4" h="8" extrusionOk="0">
                  <a:moveTo>
                    <a:pt x="4" y="1"/>
                  </a:moveTo>
                  <a:lnTo>
                    <a:pt x="0" y="8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13" name="Google Shape;5171;p80">
              <a:extLst>
                <a:ext uri="{FF2B5EF4-FFF2-40B4-BE49-F238E27FC236}">
                  <a16:creationId xmlns:a16="http://schemas.microsoft.com/office/drawing/2014/main" id="{0DD59327-5697-F6C2-7409-2D2B9A2C35C5}"/>
                </a:ext>
              </a:extLst>
            </p:cNvPr>
            <p:cNvSpPr/>
            <p:nvPr/>
          </p:nvSpPr>
          <p:spPr>
            <a:xfrm>
              <a:off x="2761610" y="1828905"/>
              <a:ext cx="68" cy="109"/>
            </a:xfrm>
            <a:custGeom>
              <a:avLst/>
              <a:gdLst/>
              <a:ahLst/>
              <a:cxnLst/>
              <a:rect l="l" t="t" r="r" b="b"/>
              <a:pathLst>
                <a:path w="5" h="8" extrusionOk="0">
                  <a:moveTo>
                    <a:pt x="4" y="0"/>
                  </a:moveTo>
                  <a:lnTo>
                    <a:pt x="1" y="7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14" name="Google Shape;5172;p80">
              <a:extLst>
                <a:ext uri="{FF2B5EF4-FFF2-40B4-BE49-F238E27FC236}">
                  <a16:creationId xmlns:a16="http://schemas.microsoft.com/office/drawing/2014/main" id="{470F28A0-293B-B236-B1E8-AD9EAC3967A6}"/>
                </a:ext>
              </a:extLst>
            </p:cNvPr>
            <p:cNvSpPr/>
            <p:nvPr/>
          </p:nvSpPr>
          <p:spPr>
            <a:xfrm>
              <a:off x="2761705" y="1828620"/>
              <a:ext cx="68" cy="109"/>
            </a:xfrm>
            <a:custGeom>
              <a:avLst/>
              <a:gdLst/>
              <a:ahLst/>
              <a:cxnLst/>
              <a:rect l="l" t="t" r="r" b="b"/>
              <a:pathLst>
                <a:path w="5" h="8" extrusionOk="0">
                  <a:moveTo>
                    <a:pt x="4" y="0"/>
                  </a:moveTo>
                  <a:lnTo>
                    <a:pt x="1" y="7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15" name="Google Shape;5173;p80">
              <a:extLst>
                <a:ext uri="{FF2B5EF4-FFF2-40B4-BE49-F238E27FC236}">
                  <a16:creationId xmlns:a16="http://schemas.microsoft.com/office/drawing/2014/main" id="{E7D55B4A-0BF4-41CA-7CEF-496EC055E46C}"/>
                </a:ext>
              </a:extLst>
            </p:cNvPr>
            <p:cNvSpPr/>
            <p:nvPr/>
          </p:nvSpPr>
          <p:spPr>
            <a:xfrm>
              <a:off x="2732473" y="1877906"/>
              <a:ext cx="68" cy="14"/>
            </a:xfrm>
            <a:custGeom>
              <a:avLst/>
              <a:gdLst/>
              <a:ahLst/>
              <a:cxnLst/>
              <a:rect l="l" t="t" r="r" b="b"/>
              <a:pathLst>
                <a:path w="5" h="1" extrusionOk="0">
                  <a:moveTo>
                    <a:pt x="4" y="1"/>
                  </a:moveTo>
                  <a:lnTo>
                    <a:pt x="1" y="1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16" name="Google Shape;5174;p80">
              <a:extLst>
                <a:ext uri="{FF2B5EF4-FFF2-40B4-BE49-F238E27FC236}">
                  <a16:creationId xmlns:a16="http://schemas.microsoft.com/office/drawing/2014/main" id="{315B2B41-A9DE-6BD8-AD1D-0F3C6C97BE20}"/>
                </a:ext>
              </a:extLst>
            </p:cNvPr>
            <p:cNvSpPr/>
            <p:nvPr/>
          </p:nvSpPr>
          <p:spPr>
            <a:xfrm>
              <a:off x="2731197" y="1878151"/>
              <a:ext cx="434" cy="394"/>
            </a:xfrm>
            <a:custGeom>
              <a:avLst/>
              <a:gdLst/>
              <a:ahLst/>
              <a:cxnLst/>
              <a:rect l="l" t="t" r="r" b="b"/>
              <a:pathLst>
                <a:path w="32" h="29" extrusionOk="0">
                  <a:moveTo>
                    <a:pt x="32" y="0"/>
                  </a:moveTo>
                  <a:cubicBezTo>
                    <a:pt x="25" y="4"/>
                    <a:pt x="21" y="4"/>
                    <a:pt x="21" y="7"/>
                  </a:cubicBezTo>
                  <a:lnTo>
                    <a:pt x="0" y="28"/>
                  </a:lnTo>
                  <a:cubicBezTo>
                    <a:pt x="11" y="18"/>
                    <a:pt x="18" y="11"/>
                    <a:pt x="32" y="0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17" name="Google Shape;5175;p80">
              <a:extLst>
                <a:ext uri="{FF2B5EF4-FFF2-40B4-BE49-F238E27FC236}">
                  <a16:creationId xmlns:a16="http://schemas.microsoft.com/office/drawing/2014/main" id="{0322C269-6624-EE42-1CC3-2DD4CAFA5377}"/>
                </a:ext>
              </a:extLst>
            </p:cNvPr>
            <p:cNvSpPr/>
            <p:nvPr/>
          </p:nvSpPr>
          <p:spPr>
            <a:xfrm>
              <a:off x="2755867" y="1836088"/>
              <a:ext cx="204" cy="14"/>
            </a:xfrm>
            <a:custGeom>
              <a:avLst/>
              <a:gdLst/>
              <a:ahLst/>
              <a:cxnLst/>
              <a:rect l="l" t="t" r="r" b="b"/>
              <a:pathLst>
                <a:path w="15" h="1" extrusionOk="0">
                  <a:moveTo>
                    <a:pt x="0" y="0"/>
                  </a:moveTo>
                  <a:cubicBezTo>
                    <a:pt x="4" y="0"/>
                    <a:pt x="7" y="0"/>
                    <a:pt x="14" y="0"/>
                  </a:cubicBezTo>
                  <a:lnTo>
                    <a:pt x="14" y="0"/>
                  </a:lnTo>
                  <a:cubicBezTo>
                    <a:pt x="7" y="0"/>
                    <a:pt x="4" y="0"/>
                    <a:pt x="0" y="0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18" name="Google Shape;5176;p80">
              <a:extLst>
                <a:ext uri="{FF2B5EF4-FFF2-40B4-BE49-F238E27FC236}">
                  <a16:creationId xmlns:a16="http://schemas.microsoft.com/office/drawing/2014/main" id="{D09EA356-E7C1-17D2-A145-2DF5B8ADE0D1}"/>
                </a:ext>
              </a:extLst>
            </p:cNvPr>
            <p:cNvSpPr/>
            <p:nvPr/>
          </p:nvSpPr>
          <p:spPr>
            <a:xfrm>
              <a:off x="2730911" y="1878246"/>
              <a:ext cx="584" cy="625"/>
            </a:xfrm>
            <a:custGeom>
              <a:avLst/>
              <a:gdLst/>
              <a:ahLst/>
              <a:cxnLst/>
              <a:rect l="l" t="t" r="r" b="b"/>
              <a:pathLst>
                <a:path w="43" h="46" extrusionOk="0">
                  <a:moveTo>
                    <a:pt x="42" y="0"/>
                  </a:moveTo>
                  <a:lnTo>
                    <a:pt x="42" y="0"/>
                  </a:lnTo>
                  <a:cubicBezTo>
                    <a:pt x="25" y="14"/>
                    <a:pt x="11" y="28"/>
                    <a:pt x="0" y="46"/>
                  </a:cubicBezTo>
                  <a:lnTo>
                    <a:pt x="21" y="25"/>
                  </a:lnTo>
                  <a:lnTo>
                    <a:pt x="21" y="21"/>
                  </a:lnTo>
                  <a:lnTo>
                    <a:pt x="42" y="0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19" name="Google Shape;5177;p80">
              <a:extLst>
                <a:ext uri="{FF2B5EF4-FFF2-40B4-BE49-F238E27FC236}">
                  <a16:creationId xmlns:a16="http://schemas.microsoft.com/office/drawing/2014/main" id="{54917D96-D455-00E8-6FF9-8BEBF2B4F15E}"/>
                </a:ext>
              </a:extLst>
            </p:cNvPr>
            <p:cNvSpPr/>
            <p:nvPr/>
          </p:nvSpPr>
          <p:spPr>
            <a:xfrm>
              <a:off x="2705196" y="1828905"/>
              <a:ext cx="20163" cy="10197"/>
            </a:xfrm>
            <a:custGeom>
              <a:avLst/>
              <a:gdLst/>
              <a:ahLst/>
              <a:cxnLst/>
              <a:rect l="l" t="t" r="r" b="b"/>
              <a:pathLst>
                <a:path w="1485" h="751" extrusionOk="0">
                  <a:moveTo>
                    <a:pt x="564" y="0"/>
                  </a:moveTo>
                  <a:cubicBezTo>
                    <a:pt x="530" y="0"/>
                    <a:pt x="503" y="12"/>
                    <a:pt x="477" y="32"/>
                  </a:cubicBezTo>
                  <a:cubicBezTo>
                    <a:pt x="438" y="60"/>
                    <a:pt x="400" y="81"/>
                    <a:pt x="358" y="98"/>
                  </a:cubicBezTo>
                  <a:cubicBezTo>
                    <a:pt x="242" y="137"/>
                    <a:pt x="151" y="228"/>
                    <a:pt x="109" y="343"/>
                  </a:cubicBezTo>
                  <a:cubicBezTo>
                    <a:pt x="102" y="364"/>
                    <a:pt x="91" y="385"/>
                    <a:pt x="81" y="406"/>
                  </a:cubicBezTo>
                  <a:lnTo>
                    <a:pt x="74" y="424"/>
                  </a:lnTo>
                  <a:cubicBezTo>
                    <a:pt x="67" y="438"/>
                    <a:pt x="60" y="452"/>
                    <a:pt x="53" y="466"/>
                  </a:cubicBezTo>
                  <a:lnTo>
                    <a:pt x="42" y="487"/>
                  </a:lnTo>
                  <a:cubicBezTo>
                    <a:pt x="35" y="498"/>
                    <a:pt x="28" y="512"/>
                    <a:pt x="21" y="522"/>
                  </a:cubicBezTo>
                  <a:lnTo>
                    <a:pt x="7" y="543"/>
                  </a:lnTo>
                  <a:lnTo>
                    <a:pt x="0" y="554"/>
                  </a:lnTo>
                  <a:cubicBezTo>
                    <a:pt x="14" y="575"/>
                    <a:pt x="32" y="592"/>
                    <a:pt x="56" y="606"/>
                  </a:cubicBezTo>
                  <a:lnTo>
                    <a:pt x="63" y="606"/>
                  </a:lnTo>
                  <a:cubicBezTo>
                    <a:pt x="68" y="606"/>
                    <a:pt x="73" y="606"/>
                    <a:pt x="78" y="606"/>
                  </a:cubicBezTo>
                  <a:cubicBezTo>
                    <a:pt x="128" y="606"/>
                    <a:pt x="176" y="623"/>
                    <a:pt x="221" y="652"/>
                  </a:cubicBezTo>
                  <a:cubicBezTo>
                    <a:pt x="267" y="676"/>
                    <a:pt x="313" y="700"/>
                    <a:pt x="367" y="700"/>
                  </a:cubicBezTo>
                  <a:cubicBezTo>
                    <a:pt x="383" y="700"/>
                    <a:pt x="400" y="698"/>
                    <a:pt x="417" y="694"/>
                  </a:cubicBezTo>
                  <a:cubicBezTo>
                    <a:pt x="431" y="690"/>
                    <a:pt x="445" y="687"/>
                    <a:pt x="456" y="687"/>
                  </a:cubicBezTo>
                  <a:lnTo>
                    <a:pt x="505" y="687"/>
                  </a:lnTo>
                  <a:cubicBezTo>
                    <a:pt x="515" y="687"/>
                    <a:pt x="529" y="687"/>
                    <a:pt x="540" y="690"/>
                  </a:cubicBezTo>
                  <a:lnTo>
                    <a:pt x="547" y="690"/>
                  </a:lnTo>
                  <a:cubicBezTo>
                    <a:pt x="561" y="690"/>
                    <a:pt x="571" y="694"/>
                    <a:pt x="585" y="697"/>
                  </a:cubicBezTo>
                  <a:lnTo>
                    <a:pt x="589" y="697"/>
                  </a:lnTo>
                  <a:lnTo>
                    <a:pt x="624" y="704"/>
                  </a:lnTo>
                  <a:lnTo>
                    <a:pt x="631" y="708"/>
                  </a:lnTo>
                  <a:lnTo>
                    <a:pt x="669" y="718"/>
                  </a:lnTo>
                  <a:cubicBezTo>
                    <a:pt x="722" y="740"/>
                    <a:pt x="778" y="751"/>
                    <a:pt x="835" y="751"/>
                  </a:cubicBezTo>
                  <a:cubicBezTo>
                    <a:pt x="869" y="751"/>
                    <a:pt x="902" y="747"/>
                    <a:pt x="935" y="739"/>
                  </a:cubicBezTo>
                  <a:cubicBezTo>
                    <a:pt x="992" y="725"/>
                    <a:pt x="1051" y="718"/>
                    <a:pt x="1109" y="718"/>
                  </a:cubicBezTo>
                  <a:cubicBezTo>
                    <a:pt x="1156" y="718"/>
                    <a:pt x="1202" y="723"/>
                    <a:pt x="1247" y="732"/>
                  </a:cubicBezTo>
                  <a:cubicBezTo>
                    <a:pt x="1293" y="737"/>
                    <a:pt x="1327" y="740"/>
                    <a:pt x="1354" y="740"/>
                  </a:cubicBezTo>
                  <a:cubicBezTo>
                    <a:pt x="1399" y="740"/>
                    <a:pt x="1420" y="731"/>
                    <a:pt x="1436" y="704"/>
                  </a:cubicBezTo>
                  <a:cubicBezTo>
                    <a:pt x="1485" y="617"/>
                    <a:pt x="1422" y="403"/>
                    <a:pt x="1366" y="291"/>
                  </a:cubicBezTo>
                  <a:lnTo>
                    <a:pt x="1359" y="270"/>
                  </a:lnTo>
                  <a:lnTo>
                    <a:pt x="1341" y="231"/>
                  </a:lnTo>
                  <a:lnTo>
                    <a:pt x="1369" y="217"/>
                  </a:lnTo>
                  <a:lnTo>
                    <a:pt x="1394" y="203"/>
                  </a:lnTo>
                  <a:lnTo>
                    <a:pt x="1390" y="203"/>
                  </a:lnTo>
                  <a:cubicBezTo>
                    <a:pt x="1380" y="193"/>
                    <a:pt x="1366" y="182"/>
                    <a:pt x="1352" y="175"/>
                  </a:cubicBezTo>
                  <a:lnTo>
                    <a:pt x="1348" y="172"/>
                  </a:lnTo>
                  <a:cubicBezTo>
                    <a:pt x="1334" y="165"/>
                    <a:pt x="1324" y="161"/>
                    <a:pt x="1313" y="154"/>
                  </a:cubicBezTo>
                  <a:lnTo>
                    <a:pt x="1310" y="154"/>
                  </a:lnTo>
                  <a:cubicBezTo>
                    <a:pt x="1299" y="151"/>
                    <a:pt x="1289" y="144"/>
                    <a:pt x="1275" y="140"/>
                  </a:cubicBezTo>
                  <a:lnTo>
                    <a:pt x="1271" y="140"/>
                  </a:lnTo>
                  <a:cubicBezTo>
                    <a:pt x="1261" y="140"/>
                    <a:pt x="1250" y="137"/>
                    <a:pt x="1240" y="133"/>
                  </a:cubicBezTo>
                  <a:lnTo>
                    <a:pt x="1173" y="133"/>
                  </a:lnTo>
                  <a:lnTo>
                    <a:pt x="1145" y="137"/>
                  </a:lnTo>
                  <a:lnTo>
                    <a:pt x="1142" y="137"/>
                  </a:lnTo>
                  <a:lnTo>
                    <a:pt x="1114" y="144"/>
                  </a:lnTo>
                  <a:cubicBezTo>
                    <a:pt x="1086" y="151"/>
                    <a:pt x="1058" y="154"/>
                    <a:pt x="1030" y="154"/>
                  </a:cubicBezTo>
                  <a:cubicBezTo>
                    <a:pt x="970" y="154"/>
                    <a:pt x="910" y="139"/>
                    <a:pt x="855" y="112"/>
                  </a:cubicBezTo>
                  <a:cubicBezTo>
                    <a:pt x="708" y="34"/>
                    <a:pt x="624" y="0"/>
                    <a:pt x="564" y="0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20" name="Google Shape;5178;p80">
              <a:extLst>
                <a:ext uri="{FF2B5EF4-FFF2-40B4-BE49-F238E27FC236}">
                  <a16:creationId xmlns:a16="http://schemas.microsoft.com/office/drawing/2014/main" id="{12AC0FA2-3C00-60FD-0A2D-903BDE6FC45C}"/>
                </a:ext>
              </a:extLst>
            </p:cNvPr>
            <p:cNvSpPr/>
            <p:nvPr/>
          </p:nvSpPr>
          <p:spPr>
            <a:xfrm>
              <a:off x="2713179" y="1838314"/>
              <a:ext cx="489" cy="163"/>
            </a:xfrm>
            <a:custGeom>
              <a:avLst/>
              <a:gdLst/>
              <a:ahLst/>
              <a:cxnLst/>
              <a:rect l="l" t="t" r="r" b="b"/>
              <a:pathLst>
                <a:path w="36" h="12" extrusionOk="0">
                  <a:moveTo>
                    <a:pt x="36" y="11"/>
                  </a:moveTo>
                  <a:lnTo>
                    <a:pt x="1" y="1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21" name="Google Shape;5179;p80">
              <a:extLst>
                <a:ext uri="{FF2B5EF4-FFF2-40B4-BE49-F238E27FC236}">
                  <a16:creationId xmlns:a16="http://schemas.microsoft.com/office/drawing/2014/main" id="{0C1F130D-457A-36A3-A1E6-1577ECB5A341}"/>
                </a:ext>
              </a:extLst>
            </p:cNvPr>
            <p:cNvSpPr/>
            <p:nvPr/>
          </p:nvSpPr>
          <p:spPr>
            <a:xfrm>
              <a:off x="2712039" y="1838178"/>
              <a:ext cx="489" cy="54"/>
            </a:xfrm>
            <a:custGeom>
              <a:avLst/>
              <a:gdLst/>
              <a:ahLst/>
              <a:cxnLst/>
              <a:rect l="l" t="t" r="r" b="b"/>
              <a:pathLst>
                <a:path w="36" h="4" extrusionOk="0">
                  <a:moveTo>
                    <a:pt x="1" y="0"/>
                  </a:moveTo>
                  <a:cubicBezTo>
                    <a:pt x="11" y="0"/>
                    <a:pt x="25" y="4"/>
                    <a:pt x="36" y="4"/>
                  </a:cubicBezTo>
                  <a:cubicBezTo>
                    <a:pt x="25" y="0"/>
                    <a:pt x="11" y="0"/>
                    <a:pt x="1" y="0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22" name="Google Shape;5180;p80">
              <a:extLst>
                <a:ext uri="{FF2B5EF4-FFF2-40B4-BE49-F238E27FC236}">
                  <a16:creationId xmlns:a16="http://schemas.microsoft.com/office/drawing/2014/main" id="{A8C965F3-BAF0-621C-C253-2906877BBBBE}"/>
                </a:ext>
              </a:extLst>
            </p:cNvPr>
            <p:cNvSpPr/>
            <p:nvPr/>
          </p:nvSpPr>
          <p:spPr>
            <a:xfrm>
              <a:off x="2713804" y="1838504"/>
              <a:ext cx="489" cy="163"/>
            </a:xfrm>
            <a:custGeom>
              <a:avLst/>
              <a:gdLst/>
              <a:ahLst/>
              <a:cxnLst/>
              <a:rect l="l" t="t" r="r" b="b"/>
              <a:pathLst>
                <a:path w="36" h="12" extrusionOk="0">
                  <a:moveTo>
                    <a:pt x="35" y="11"/>
                  </a:moveTo>
                  <a:lnTo>
                    <a:pt x="0" y="1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23" name="Google Shape;5181;p80">
              <a:extLst>
                <a:ext uri="{FF2B5EF4-FFF2-40B4-BE49-F238E27FC236}">
                  <a16:creationId xmlns:a16="http://schemas.microsoft.com/office/drawing/2014/main" id="{0BEA5C24-1EBF-3B88-D261-D8221B566873}"/>
                </a:ext>
              </a:extLst>
            </p:cNvPr>
            <p:cNvSpPr/>
            <p:nvPr/>
          </p:nvSpPr>
          <p:spPr>
            <a:xfrm>
              <a:off x="2711523" y="1838178"/>
              <a:ext cx="394" cy="14"/>
            </a:xfrm>
            <a:custGeom>
              <a:avLst/>
              <a:gdLst/>
              <a:ahLst/>
              <a:cxnLst/>
              <a:rect l="l" t="t" r="r" b="b"/>
              <a:pathLst>
                <a:path w="29" h="1" extrusionOk="0">
                  <a:moveTo>
                    <a:pt x="0" y="0"/>
                  </a:moveTo>
                  <a:lnTo>
                    <a:pt x="28" y="0"/>
                  </a:lnTo>
                  <a:cubicBezTo>
                    <a:pt x="18" y="0"/>
                    <a:pt x="11" y="0"/>
                    <a:pt x="0" y="0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24" name="Google Shape;5182;p80">
              <a:extLst>
                <a:ext uri="{FF2B5EF4-FFF2-40B4-BE49-F238E27FC236}">
                  <a16:creationId xmlns:a16="http://schemas.microsoft.com/office/drawing/2014/main" id="{5029F27B-CB9A-02BF-D304-016D27F4DBAB}"/>
                </a:ext>
              </a:extLst>
            </p:cNvPr>
            <p:cNvSpPr/>
            <p:nvPr/>
          </p:nvSpPr>
          <p:spPr>
            <a:xfrm>
              <a:off x="2723403" y="1831851"/>
              <a:ext cx="394" cy="679"/>
            </a:xfrm>
            <a:custGeom>
              <a:avLst/>
              <a:gdLst/>
              <a:ahLst/>
              <a:cxnLst/>
              <a:rect l="l" t="t" r="r" b="b"/>
              <a:pathLst>
                <a:path w="29" h="50" extrusionOk="0">
                  <a:moveTo>
                    <a:pt x="18" y="49"/>
                  </a:moveTo>
                  <a:lnTo>
                    <a:pt x="0" y="11"/>
                  </a:lnTo>
                  <a:lnTo>
                    <a:pt x="28" y="0"/>
                  </a:lnTo>
                  <a:lnTo>
                    <a:pt x="0" y="11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25" name="Google Shape;5183;p80">
              <a:extLst>
                <a:ext uri="{FF2B5EF4-FFF2-40B4-BE49-F238E27FC236}">
                  <a16:creationId xmlns:a16="http://schemas.microsoft.com/office/drawing/2014/main" id="{77093AA9-3760-C2E2-4F25-D1208B8E096F}"/>
                </a:ext>
              </a:extLst>
            </p:cNvPr>
            <p:cNvSpPr/>
            <p:nvPr/>
          </p:nvSpPr>
          <p:spPr>
            <a:xfrm>
              <a:off x="2706051" y="1837079"/>
              <a:ext cx="2105" cy="638"/>
            </a:xfrm>
            <a:custGeom>
              <a:avLst/>
              <a:gdLst/>
              <a:ahLst/>
              <a:cxnLst/>
              <a:rect l="l" t="t" r="r" b="b"/>
              <a:pathLst>
                <a:path w="155" h="47" extrusionOk="0">
                  <a:moveTo>
                    <a:pt x="0" y="1"/>
                  </a:moveTo>
                  <a:cubicBezTo>
                    <a:pt x="56" y="1"/>
                    <a:pt x="109" y="15"/>
                    <a:pt x="154" y="46"/>
                  </a:cubicBezTo>
                  <a:cubicBezTo>
                    <a:pt x="109" y="15"/>
                    <a:pt x="56" y="1"/>
                    <a:pt x="0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26" name="Google Shape;5184;p80">
              <a:extLst>
                <a:ext uri="{FF2B5EF4-FFF2-40B4-BE49-F238E27FC236}">
                  <a16:creationId xmlns:a16="http://schemas.microsoft.com/office/drawing/2014/main" id="{322B6C17-1A3C-D4AA-0F31-042AF5D8A654}"/>
                </a:ext>
              </a:extLst>
            </p:cNvPr>
            <p:cNvSpPr/>
            <p:nvPr/>
          </p:nvSpPr>
          <p:spPr>
            <a:xfrm>
              <a:off x="2710857" y="1838219"/>
              <a:ext cx="530" cy="109"/>
            </a:xfrm>
            <a:custGeom>
              <a:avLst/>
              <a:gdLst/>
              <a:ahLst/>
              <a:cxnLst/>
              <a:rect l="l" t="t" r="r" b="b"/>
              <a:pathLst>
                <a:path w="39" h="8" extrusionOk="0">
                  <a:moveTo>
                    <a:pt x="39" y="1"/>
                  </a:moveTo>
                  <a:cubicBezTo>
                    <a:pt x="28" y="1"/>
                    <a:pt x="14" y="4"/>
                    <a:pt x="0" y="8"/>
                  </a:cubicBezTo>
                  <a:cubicBezTo>
                    <a:pt x="14" y="4"/>
                    <a:pt x="28" y="1"/>
                    <a:pt x="39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27" name="Google Shape;5185;p80">
              <a:extLst>
                <a:ext uri="{FF2B5EF4-FFF2-40B4-BE49-F238E27FC236}">
                  <a16:creationId xmlns:a16="http://schemas.microsoft.com/office/drawing/2014/main" id="{18449F74-AB3A-4897-B452-5093C5113564}"/>
                </a:ext>
              </a:extLst>
            </p:cNvPr>
            <p:cNvSpPr/>
            <p:nvPr/>
          </p:nvSpPr>
          <p:spPr>
            <a:xfrm>
              <a:off x="2712568" y="1838219"/>
              <a:ext cx="584" cy="109"/>
            </a:xfrm>
            <a:custGeom>
              <a:avLst/>
              <a:gdLst/>
              <a:ahLst/>
              <a:cxnLst/>
              <a:rect l="l" t="t" r="r" b="b"/>
              <a:pathLst>
                <a:path w="43" h="8" extrusionOk="0">
                  <a:moveTo>
                    <a:pt x="42" y="8"/>
                  </a:moveTo>
                  <a:cubicBezTo>
                    <a:pt x="28" y="4"/>
                    <a:pt x="14" y="1"/>
                    <a:pt x="0" y="1"/>
                  </a:cubicBezTo>
                  <a:cubicBezTo>
                    <a:pt x="14" y="1"/>
                    <a:pt x="28" y="4"/>
                    <a:pt x="42" y="8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28" name="Google Shape;5186;p80">
              <a:extLst>
                <a:ext uri="{FF2B5EF4-FFF2-40B4-BE49-F238E27FC236}">
                  <a16:creationId xmlns:a16="http://schemas.microsoft.com/office/drawing/2014/main" id="{A121E00F-C482-E67E-503F-8D2586EC6244}"/>
                </a:ext>
              </a:extLst>
            </p:cNvPr>
            <p:cNvSpPr/>
            <p:nvPr/>
          </p:nvSpPr>
          <p:spPr>
            <a:xfrm>
              <a:off x="2798745" y="1868022"/>
              <a:ext cx="52056" cy="110847"/>
            </a:xfrm>
            <a:custGeom>
              <a:avLst/>
              <a:gdLst/>
              <a:ahLst/>
              <a:cxnLst/>
              <a:rect l="l" t="t" r="r" b="b"/>
              <a:pathLst>
                <a:path w="3834" h="8164" extrusionOk="0">
                  <a:moveTo>
                    <a:pt x="1702" y="1"/>
                  </a:moveTo>
                  <a:cubicBezTo>
                    <a:pt x="1653" y="1"/>
                    <a:pt x="1488" y="106"/>
                    <a:pt x="1400" y="214"/>
                  </a:cubicBezTo>
                  <a:cubicBezTo>
                    <a:pt x="1390" y="232"/>
                    <a:pt x="1376" y="246"/>
                    <a:pt x="1369" y="263"/>
                  </a:cubicBezTo>
                  <a:cubicBezTo>
                    <a:pt x="1327" y="337"/>
                    <a:pt x="1278" y="356"/>
                    <a:pt x="1231" y="356"/>
                  </a:cubicBezTo>
                  <a:cubicBezTo>
                    <a:pt x="1200" y="356"/>
                    <a:pt x="1170" y="347"/>
                    <a:pt x="1145" y="340"/>
                  </a:cubicBezTo>
                  <a:cubicBezTo>
                    <a:pt x="1122" y="331"/>
                    <a:pt x="1098" y="327"/>
                    <a:pt x="1073" y="327"/>
                  </a:cubicBezTo>
                  <a:cubicBezTo>
                    <a:pt x="1040" y="327"/>
                    <a:pt x="1007" y="335"/>
                    <a:pt x="977" y="351"/>
                  </a:cubicBezTo>
                  <a:cubicBezTo>
                    <a:pt x="929" y="377"/>
                    <a:pt x="881" y="387"/>
                    <a:pt x="836" y="387"/>
                  </a:cubicBezTo>
                  <a:cubicBezTo>
                    <a:pt x="764" y="387"/>
                    <a:pt x="697" y="362"/>
                    <a:pt x="641" y="340"/>
                  </a:cubicBezTo>
                  <a:cubicBezTo>
                    <a:pt x="587" y="320"/>
                    <a:pt x="560" y="312"/>
                    <a:pt x="546" y="312"/>
                  </a:cubicBezTo>
                  <a:cubicBezTo>
                    <a:pt x="534" y="312"/>
                    <a:pt x="530" y="318"/>
                    <a:pt x="525" y="326"/>
                  </a:cubicBezTo>
                  <a:cubicBezTo>
                    <a:pt x="489" y="393"/>
                    <a:pt x="435" y="413"/>
                    <a:pt x="382" y="413"/>
                  </a:cubicBezTo>
                  <a:cubicBezTo>
                    <a:pt x="353" y="413"/>
                    <a:pt x="324" y="407"/>
                    <a:pt x="298" y="400"/>
                  </a:cubicBezTo>
                  <a:lnTo>
                    <a:pt x="270" y="393"/>
                  </a:lnTo>
                  <a:lnTo>
                    <a:pt x="245" y="386"/>
                  </a:lnTo>
                  <a:cubicBezTo>
                    <a:pt x="199" y="370"/>
                    <a:pt x="169" y="362"/>
                    <a:pt x="147" y="362"/>
                  </a:cubicBezTo>
                  <a:cubicBezTo>
                    <a:pt x="130" y="362"/>
                    <a:pt x="118" y="368"/>
                    <a:pt x="109" y="379"/>
                  </a:cubicBezTo>
                  <a:cubicBezTo>
                    <a:pt x="95" y="396"/>
                    <a:pt x="84" y="410"/>
                    <a:pt x="70" y="424"/>
                  </a:cubicBezTo>
                  <a:lnTo>
                    <a:pt x="53" y="438"/>
                  </a:lnTo>
                  <a:cubicBezTo>
                    <a:pt x="42" y="445"/>
                    <a:pt x="32" y="456"/>
                    <a:pt x="21" y="463"/>
                  </a:cubicBezTo>
                  <a:lnTo>
                    <a:pt x="11" y="470"/>
                  </a:lnTo>
                  <a:lnTo>
                    <a:pt x="0" y="473"/>
                  </a:lnTo>
                  <a:lnTo>
                    <a:pt x="18" y="491"/>
                  </a:lnTo>
                  <a:lnTo>
                    <a:pt x="35" y="512"/>
                  </a:lnTo>
                  <a:lnTo>
                    <a:pt x="49" y="529"/>
                  </a:lnTo>
                  <a:lnTo>
                    <a:pt x="67" y="550"/>
                  </a:lnTo>
                  <a:lnTo>
                    <a:pt x="77" y="564"/>
                  </a:lnTo>
                  <a:lnTo>
                    <a:pt x="95" y="585"/>
                  </a:lnTo>
                  <a:lnTo>
                    <a:pt x="105" y="599"/>
                  </a:lnTo>
                  <a:cubicBezTo>
                    <a:pt x="109" y="606"/>
                    <a:pt x="112" y="613"/>
                    <a:pt x="119" y="620"/>
                  </a:cubicBezTo>
                  <a:lnTo>
                    <a:pt x="126" y="634"/>
                  </a:lnTo>
                  <a:cubicBezTo>
                    <a:pt x="130" y="641"/>
                    <a:pt x="133" y="648"/>
                    <a:pt x="137" y="655"/>
                  </a:cubicBezTo>
                  <a:cubicBezTo>
                    <a:pt x="140" y="662"/>
                    <a:pt x="140" y="666"/>
                    <a:pt x="144" y="673"/>
                  </a:cubicBezTo>
                  <a:cubicBezTo>
                    <a:pt x="147" y="680"/>
                    <a:pt x="147" y="687"/>
                    <a:pt x="151" y="694"/>
                  </a:cubicBezTo>
                  <a:cubicBezTo>
                    <a:pt x="151" y="697"/>
                    <a:pt x="154" y="701"/>
                    <a:pt x="154" y="708"/>
                  </a:cubicBezTo>
                  <a:cubicBezTo>
                    <a:pt x="154" y="718"/>
                    <a:pt x="158" y="729"/>
                    <a:pt x="158" y="739"/>
                  </a:cubicBezTo>
                  <a:cubicBezTo>
                    <a:pt x="158" y="778"/>
                    <a:pt x="210" y="827"/>
                    <a:pt x="263" y="876"/>
                  </a:cubicBezTo>
                  <a:cubicBezTo>
                    <a:pt x="343" y="953"/>
                    <a:pt x="434" y="1037"/>
                    <a:pt x="434" y="1156"/>
                  </a:cubicBezTo>
                  <a:cubicBezTo>
                    <a:pt x="434" y="1201"/>
                    <a:pt x="487" y="1257"/>
                    <a:pt x="567" y="1299"/>
                  </a:cubicBezTo>
                  <a:cubicBezTo>
                    <a:pt x="634" y="1337"/>
                    <a:pt x="703" y="1353"/>
                    <a:pt x="746" y="1353"/>
                  </a:cubicBezTo>
                  <a:cubicBezTo>
                    <a:pt x="764" y="1353"/>
                    <a:pt x="777" y="1350"/>
                    <a:pt x="784" y="1345"/>
                  </a:cubicBezTo>
                  <a:cubicBezTo>
                    <a:pt x="848" y="1301"/>
                    <a:pt x="938" y="1267"/>
                    <a:pt x="1024" y="1267"/>
                  </a:cubicBezTo>
                  <a:cubicBezTo>
                    <a:pt x="1061" y="1267"/>
                    <a:pt x="1098" y="1274"/>
                    <a:pt x="1131" y="1289"/>
                  </a:cubicBezTo>
                  <a:cubicBezTo>
                    <a:pt x="1183" y="1313"/>
                    <a:pt x="1250" y="1366"/>
                    <a:pt x="1267" y="1492"/>
                  </a:cubicBezTo>
                  <a:cubicBezTo>
                    <a:pt x="1278" y="1569"/>
                    <a:pt x="1309" y="1642"/>
                    <a:pt x="1358" y="1702"/>
                  </a:cubicBezTo>
                  <a:cubicBezTo>
                    <a:pt x="1411" y="1762"/>
                    <a:pt x="1442" y="1839"/>
                    <a:pt x="1442" y="1919"/>
                  </a:cubicBezTo>
                  <a:cubicBezTo>
                    <a:pt x="1442" y="2063"/>
                    <a:pt x="1302" y="2087"/>
                    <a:pt x="1201" y="2105"/>
                  </a:cubicBezTo>
                  <a:cubicBezTo>
                    <a:pt x="1099" y="2122"/>
                    <a:pt x="1040" y="2136"/>
                    <a:pt x="1019" y="2185"/>
                  </a:cubicBezTo>
                  <a:cubicBezTo>
                    <a:pt x="1019" y="2189"/>
                    <a:pt x="1019" y="2192"/>
                    <a:pt x="1019" y="2196"/>
                  </a:cubicBezTo>
                  <a:cubicBezTo>
                    <a:pt x="1033" y="2245"/>
                    <a:pt x="1239" y="2364"/>
                    <a:pt x="1313" y="2406"/>
                  </a:cubicBezTo>
                  <a:cubicBezTo>
                    <a:pt x="1488" y="2507"/>
                    <a:pt x="1614" y="2581"/>
                    <a:pt x="1614" y="2679"/>
                  </a:cubicBezTo>
                  <a:cubicBezTo>
                    <a:pt x="1614" y="2738"/>
                    <a:pt x="1677" y="2822"/>
                    <a:pt x="1740" y="2903"/>
                  </a:cubicBezTo>
                  <a:cubicBezTo>
                    <a:pt x="1800" y="2976"/>
                    <a:pt x="1849" y="3057"/>
                    <a:pt x="1887" y="3141"/>
                  </a:cubicBezTo>
                  <a:cubicBezTo>
                    <a:pt x="1915" y="3207"/>
                    <a:pt x="1999" y="3295"/>
                    <a:pt x="2076" y="3379"/>
                  </a:cubicBezTo>
                  <a:cubicBezTo>
                    <a:pt x="2185" y="3491"/>
                    <a:pt x="2297" y="3606"/>
                    <a:pt x="2339" y="3732"/>
                  </a:cubicBezTo>
                  <a:cubicBezTo>
                    <a:pt x="2384" y="3859"/>
                    <a:pt x="2510" y="3936"/>
                    <a:pt x="2622" y="4013"/>
                  </a:cubicBezTo>
                  <a:cubicBezTo>
                    <a:pt x="2678" y="4044"/>
                    <a:pt x="2727" y="4083"/>
                    <a:pt x="2776" y="4125"/>
                  </a:cubicBezTo>
                  <a:cubicBezTo>
                    <a:pt x="2906" y="4254"/>
                    <a:pt x="2930" y="4534"/>
                    <a:pt x="2895" y="4737"/>
                  </a:cubicBezTo>
                  <a:cubicBezTo>
                    <a:pt x="2885" y="4804"/>
                    <a:pt x="2881" y="4874"/>
                    <a:pt x="2881" y="4944"/>
                  </a:cubicBezTo>
                  <a:cubicBezTo>
                    <a:pt x="2881" y="5003"/>
                    <a:pt x="2885" y="5063"/>
                    <a:pt x="2892" y="5122"/>
                  </a:cubicBezTo>
                  <a:lnTo>
                    <a:pt x="2892" y="5129"/>
                  </a:lnTo>
                  <a:cubicBezTo>
                    <a:pt x="2892" y="5140"/>
                    <a:pt x="2895" y="5150"/>
                    <a:pt x="2899" y="5161"/>
                  </a:cubicBezTo>
                  <a:cubicBezTo>
                    <a:pt x="2902" y="5196"/>
                    <a:pt x="2909" y="5227"/>
                    <a:pt x="2920" y="5262"/>
                  </a:cubicBezTo>
                  <a:cubicBezTo>
                    <a:pt x="2934" y="5318"/>
                    <a:pt x="2951" y="5374"/>
                    <a:pt x="2972" y="5430"/>
                  </a:cubicBezTo>
                  <a:lnTo>
                    <a:pt x="2972" y="5434"/>
                  </a:lnTo>
                  <a:cubicBezTo>
                    <a:pt x="2979" y="5448"/>
                    <a:pt x="2986" y="5462"/>
                    <a:pt x="2993" y="5476"/>
                  </a:cubicBezTo>
                  <a:lnTo>
                    <a:pt x="3000" y="5490"/>
                  </a:lnTo>
                  <a:cubicBezTo>
                    <a:pt x="3007" y="5500"/>
                    <a:pt x="3014" y="5514"/>
                    <a:pt x="3021" y="5525"/>
                  </a:cubicBezTo>
                  <a:lnTo>
                    <a:pt x="3028" y="5539"/>
                  </a:lnTo>
                  <a:cubicBezTo>
                    <a:pt x="3039" y="5556"/>
                    <a:pt x="3046" y="5570"/>
                    <a:pt x="3056" y="5588"/>
                  </a:cubicBezTo>
                  <a:cubicBezTo>
                    <a:pt x="3070" y="5602"/>
                    <a:pt x="3077" y="5619"/>
                    <a:pt x="3088" y="5637"/>
                  </a:cubicBezTo>
                  <a:cubicBezTo>
                    <a:pt x="3179" y="5819"/>
                    <a:pt x="3081" y="5956"/>
                    <a:pt x="2962" y="6057"/>
                  </a:cubicBezTo>
                  <a:lnTo>
                    <a:pt x="2948" y="6071"/>
                  </a:lnTo>
                  <a:cubicBezTo>
                    <a:pt x="2930" y="6082"/>
                    <a:pt x="2913" y="6096"/>
                    <a:pt x="2899" y="6110"/>
                  </a:cubicBezTo>
                  <a:cubicBezTo>
                    <a:pt x="2881" y="6120"/>
                    <a:pt x="2853" y="6141"/>
                    <a:pt x="2832" y="6155"/>
                  </a:cubicBezTo>
                  <a:cubicBezTo>
                    <a:pt x="2776" y="6190"/>
                    <a:pt x="2720" y="6236"/>
                    <a:pt x="2675" y="6285"/>
                  </a:cubicBezTo>
                  <a:cubicBezTo>
                    <a:pt x="2643" y="6327"/>
                    <a:pt x="2619" y="6372"/>
                    <a:pt x="2601" y="6418"/>
                  </a:cubicBezTo>
                  <a:cubicBezTo>
                    <a:pt x="2547" y="6545"/>
                    <a:pt x="2487" y="6645"/>
                    <a:pt x="2310" y="6645"/>
                  </a:cubicBezTo>
                  <a:cubicBezTo>
                    <a:pt x="2258" y="6645"/>
                    <a:pt x="2196" y="6636"/>
                    <a:pt x="2122" y="6617"/>
                  </a:cubicBezTo>
                  <a:cubicBezTo>
                    <a:pt x="2090" y="6610"/>
                    <a:pt x="2062" y="6607"/>
                    <a:pt x="2034" y="6603"/>
                  </a:cubicBezTo>
                  <a:lnTo>
                    <a:pt x="2034" y="6603"/>
                  </a:lnTo>
                  <a:cubicBezTo>
                    <a:pt x="2052" y="6656"/>
                    <a:pt x="2076" y="6705"/>
                    <a:pt x="2108" y="6754"/>
                  </a:cubicBezTo>
                  <a:cubicBezTo>
                    <a:pt x="2174" y="6873"/>
                    <a:pt x="2237" y="6985"/>
                    <a:pt x="2195" y="7069"/>
                  </a:cubicBezTo>
                  <a:cubicBezTo>
                    <a:pt x="2167" y="7126"/>
                    <a:pt x="2109" y="7145"/>
                    <a:pt x="2037" y="7145"/>
                  </a:cubicBezTo>
                  <a:cubicBezTo>
                    <a:pt x="1959" y="7145"/>
                    <a:pt x="1863" y="7122"/>
                    <a:pt x="1768" y="7100"/>
                  </a:cubicBezTo>
                  <a:cubicBezTo>
                    <a:pt x="1705" y="7083"/>
                    <a:pt x="1642" y="7072"/>
                    <a:pt x="1575" y="7065"/>
                  </a:cubicBezTo>
                  <a:cubicBezTo>
                    <a:pt x="1575" y="7069"/>
                    <a:pt x="1575" y="7072"/>
                    <a:pt x="1572" y="7076"/>
                  </a:cubicBezTo>
                  <a:lnTo>
                    <a:pt x="1572" y="7079"/>
                  </a:lnTo>
                  <a:lnTo>
                    <a:pt x="1572" y="7090"/>
                  </a:lnTo>
                  <a:lnTo>
                    <a:pt x="1568" y="7093"/>
                  </a:lnTo>
                  <a:lnTo>
                    <a:pt x="1565" y="7100"/>
                  </a:lnTo>
                  <a:lnTo>
                    <a:pt x="1561" y="7107"/>
                  </a:lnTo>
                  <a:lnTo>
                    <a:pt x="1558" y="7114"/>
                  </a:lnTo>
                  <a:lnTo>
                    <a:pt x="1554" y="7121"/>
                  </a:lnTo>
                  <a:lnTo>
                    <a:pt x="1547" y="7128"/>
                  </a:lnTo>
                  <a:lnTo>
                    <a:pt x="1544" y="7135"/>
                  </a:lnTo>
                  <a:lnTo>
                    <a:pt x="1537" y="7146"/>
                  </a:lnTo>
                  <a:lnTo>
                    <a:pt x="1530" y="7153"/>
                  </a:lnTo>
                  <a:lnTo>
                    <a:pt x="1523" y="7160"/>
                  </a:lnTo>
                  <a:lnTo>
                    <a:pt x="1516" y="7170"/>
                  </a:lnTo>
                  <a:lnTo>
                    <a:pt x="1505" y="7177"/>
                  </a:lnTo>
                  <a:lnTo>
                    <a:pt x="1495" y="7184"/>
                  </a:lnTo>
                  <a:lnTo>
                    <a:pt x="1481" y="7198"/>
                  </a:lnTo>
                  <a:lnTo>
                    <a:pt x="1467" y="7209"/>
                  </a:lnTo>
                  <a:lnTo>
                    <a:pt x="1449" y="7223"/>
                  </a:lnTo>
                  <a:lnTo>
                    <a:pt x="1439" y="7230"/>
                  </a:lnTo>
                  <a:lnTo>
                    <a:pt x="1421" y="7240"/>
                  </a:lnTo>
                  <a:lnTo>
                    <a:pt x="1407" y="7251"/>
                  </a:lnTo>
                  <a:lnTo>
                    <a:pt x="1390" y="7261"/>
                  </a:lnTo>
                  <a:lnTo>
                    <a:pt x="1372" y="7272"/>
                  </a:lnTo>
                  <a:lnTo>
                    <a:pt x="1355" y="7282"/>
                  </a:lnTo>
                  <a:lnTo>
                    <a:pt x="1337" y="7293"/>
                  </a:lnTo>
                  <a:lnTo>
                    <a:pt x="1316" y="7307"/>
                  </a:lnTo>
                  <a:lnTo>
                    <a:pt x="1295" y="7317"/>
                  </a:lnTo>
                  <a:lnTo>
                    <a:pt x="1288" y="7321"/>
                  </a:lnTo>
                  <a:cubicBezTo>
                    <a:pt x="1327" y="7352"/>
                    <a:pt x="1365" y="7377"/>
                    <a:pt x="1407" y="7401"/>
                  </a:cubicBezTo>
                  <a:lnTo>
                    <a:pt x="1456" y="7429"/>
                  </a:lnTo>
                  <a:cubicBezTo>
                    <a:pt x="1488" y="7450"/>
                    <a:pt x="1509" y="7478"/>
                    <a:pt x="1516" y="7513"/>
                  </a:cubicBezTo>
                  <a:cubicBezTo>
                    <a:pt x="1530" y="7576"/>
                    <a:pt x="1491" y="7632"/>
                    <a:pt x="1442" y="7695"/>
                  </a:cubicBezTo>
                  <a:cubicBezTo>
                    <a:pt x="1390" y="7769"/>
                    <a:pt x="1330" y="7853"/>
                    <a:pt x="1334" y="7962"/>
                  </a:cubicBezTo>
                  <a:cubicBezTo>
                    <a:pt x="1337" y="8081"/>
                    <a:pt x="1386" y="8147"/>
                    <a:pt x="1435" y="8161"/>
                  </a:cubicBezTo>
                  <a:cubicBezTo>
                    <a:pt x="1440" y="8163"/>
                    <a:pt x="1445" y="8164"/>
                    <a:pt x="1450" y="8164"/>
                  </a:cubicBezTo>
                  <a:cubicBezTo>
                    <a:pt x="1463" y="8164"/>
                    <a:pt x="1478" y="8157"/>
                    <a:pt x="1488" y="8144"/>
                  </a:cubicBezTo>
                  <a:cubicBezTo>
                    <a:pt x="1565" y="8032"/>
                    <a:pt x="1873" y="7786"/>
                    <a:pt x="2013" y="7741"/>
                  </a:cubicBezTo>
                  <a:cubicBezTo>
                    <a:pt x="2024" y="7737"/>
                    <a:pt x="2027" y="7734"/>
                    <a:pt x="2031" y="7681"/>
                  </a:cubicBezTo>
                  <a:cubicBezTo>
                    <a:pt x="2024" y="7636"/>
                    <a:pt x="2038" y="7590"/>
                    <a:pt x="2069" y="7555"/>
                  </a:cubicBezTo>
                  <a:cubicBezTo>
                    <a:pt x="2092" y="7538"/>
                    <a:pt x="2120" y="7526"/>
                    <a:pt x="2149" y="7526"/>
                  </a:cubicBezTo>
                  <a:cubicBezTo>
                    <a:pt x="2155" y="7526"/>
                    <a:pt x="2161" y="7526"/>
                    <a:pt x="2167" y="7527"/>
                  </a:cubicBezTo>
                  <a:cubicBezTo>
                    <a:pt x="2185" y="7527"/>
                    <a:pt x="2192" y="7524"/>
                    <a:pt x="2209" y="7422"/>
                  </a:cubicBezTo>
                  <a:cubicBezTo>
                    <a:pt x="2213" y="7370"/>
                    <a:pt x="2230" y="7317"/>
                    <a:pt x="2251" y="7268"/>
                  </a:cubicBezTo>
                  <a:cubicBezTo>
                    <a:pt x="2299" y="7183"/>
                    <a:pt x="2364" y="7164"/>
                    <a:pt x="2441" y="7164"/>
                  </a:cubicBezTo>
                  <a:cubicBezTo>
                    <a:pt x="2472" y="7164"/>
                    <a:pt x="2504" y="7167"/>
                    <a:pt x="2538" y="7170"/>
                  </a:cubicBezTo>
                  <a:cubicBezTo>
                    <a:pt x="2573" y="7174"/>
                    <a:pt x="2608" y="7177"/>
                    <a:pt x="2654" y="7177"/>
                  </a:cubicBezTo>
                  <a:lnTo>
                    <a:pt x="2661" y="7177"/>
                  </a:lnTo>
                  <a:cubicBezTo>
                    <a:pt x="2822" y="7177"/>
                    <a:pt x="3070" y="7020"/>
                    <a:pt x="3308" y="6866"/>
                  </a:cubicBezTo>
                  <a:lnTo>
                    <a:pt x="3357" y="6834"/>
                  </a:lnTo>
                  <a:cubicBezTo>
                    <a:pt x="3616" y="6666"/>
                    <a:pt x="3655" y="6642"/>
                    <a:pt x="3757" y="6148"/>
                  </a:cubicBezTo>
                  <a:cubicBezTo>
                    <a:pt x="3834" y="5787"/>
                    <a:pt x="3732" y="5364"/>
                    <a:pt x="3669" y="5112"/>
                  </a:cubicBezTo>
                  <a:cubicBezTo>
                    <a:pt x="3648" y="5038"/>
                    <a:pt x="3634" y="4965"/>
                    <a:pt x="3627" y="4891"/>
                  </a:cubicBezTo>
                  <a:cubicBezTo>
                    <a:pt x="3620" y="4751"/>
                    <a:pt x="3284" y="4135"/>
                    <a:pt x="3175" y="4097"/>
                  </a:cubicBezTo>
                  <a:cubicBezTo>
                    <a:pt x="3067" y="4097"/>
                    <a:pt x="2846" y="3922"/>
                    <a:pt x="2346" y="3431"/>
                  </a:cubicBezTo>
                  <a:cubicBezTo>
                    <a:pt x="2304" y="3386"/>
                    <a:pt x="2269" y="3354"/>
                    <a:pt x="2251" y="3337"/>
                  </a:cubicBezTo>
                  <a:cubicBezTo>
                    <a:pt x="2195" y="3281"/>
                    <a:pt x="2157" y="3211"/>
                    <a:pt x="2136" y="3134"/>
                  </a:cubicBezTo>
                  <a:cubicBezTo>
                    <a:pt x="2115" y="3050"/>
                    <a:pt x="2073" y="2976"/>
                    <a:pt x="2010" y="2917"/>
                  </a:cubicBezTo>
                  <a:cubicBezTo>
                    <a:pt x="1807" y="2749"/>
                    <a:pt x="1814" y="2332"/>
                    <a:pt x="1849" y="2115"/>
                  </a:cubicBezTo>
                  <a:cubicBezTo>
                    <a:pt x="1877" y="1954"/>
                    <a:pt x="2003" y="1863"/>
                    <a:pt x="2104" y="1790"/>
                  </a:cubicBezTo>
                  <a:cubicBezTo>
                    <a:pt x="2178" y="1737"/>
                    <a:pt x="2237" y="1695"/>
                    <a:pt x="2237" y="1649"/>
                  </a:cubicBezTo>
                  <a:cubicBezTo>
                    <a:pt x="2230" y="1509"/>
                    <a:pt x="2255" y="1408"/>
                    <a:pt x="2314" y="1341"/>
                  </a:cubicBezTo>
                  <a:cubicBezTo>
                    <a:pt x="2367" y="1289"/>
                    <a:pt x="2437" y="1257"/>
                    <a:pt x="2507" y="1257"/>
                  </a:cubicBezTo>
                  <a:cubicBezTo>
                    <a:pt x="2654" y="1250"/>
                    <a:pt x="2808" y="1128"/>
                    <a:pt x="2885" y="1005"/>
                  </a:cubicBezTo>
                  <a:lnTo>
                    <a:pt x="2892" y="995"/>
                  </a:lnTo>
                  <a:lnTo>
                    <a:pt x="2878" y="988"/>
                  </a:lnTo>
                  <a:lnTo>
                    <a:pt x="2874" y="981"/>
                  </a:lnTo>
                  <a:lnTo>
                    <a:pt x="2857" y="981"/>
                  </a:lnTo>
                  <a:cubicBezTo>
                    <a:pt x="2727" y="956"/>
                    <a:pt x="2426" y="767"/>
                    <a:pt x="2314" y="613"/>
                  </a:cubicBezTo>
                  <a:lnTo>
                    <a:pt x="2304" y="596"/>
                  </a:lnTo>
                  <a:lnTo>
                    <a:pt x="2304" y="592"/>
                  </a:lnTo>
                  <a:lnTo>
                    <a:pt x="2297" y="578"/>
                  </a:lnTo>
                  <a:lnTo>
                    <a:pt x="2293" y="571"/>
                  </a:lnTo>
                  <a:lnTo>
                    <a:pt x="2286" y="561"/>
                  </a:lnTo>
                  <a:cubicBezTo>
                    <a:pt x="2286" y="557"/>
                    <a:pt x="2286" y="554"/>
                    <a:pt x="2286" y="550"/>
                  </a:cubicBezTo>
                  <a:cubicBezTo>
                    <a:pt x="2283" y="550"/>
                    <a:pt x="2283" y="547"/>
                    <a:pt x="2283" y="543"/>
                  </a:cubicBezTo>
                  <a:cubicBezTo>
                    <a:pt x="2279" y="540"/>
                    <a:pt x="2283" y="536"/>
                    <a:pt x="2283" y="533"/>
                  </a:cubicBezTo>
                  <a:lnTo>
                    <a:pt x="2283" y="526"/>
                  </a:lnTo>
                  <a:cubicBezTo>
                    <a:pt x="2283" y="522"/>
                    <a:pt x="2283" y="515"/>
                    <a:pt x="2283" y="512"/>
                  </a:cubicBezTo>
                  <a:cubicBezTo>
                    <a:pt x="2286" y="470"/>
                    <a:pt x="2293" y="431"/>
                    <a:pt x="2311" y="393"/>
                  </a:cubicBezTo>
                  <a:cubicBezTo>
                    <a:pt x="2325" y="358"/>
                    <a:pt x="2342" y="316"/>
                    <a:pt x="2332" y="302"/>
                  </a:cubicBezTo>
                  <a:cubicBezTo>
                    <a:pt x="2332" y="295"/>
                    <a:pt x="2307" y="267"/>
                    <a:pt x="2188" y="253"/>
                  </a:cubicBezTo>
                  <a:cubicBezTo>
                    <a:pt x="1873" y="214"/>
                    <a:pt x="1782" y="102"/>
                    <a:pt x="1723" y="29"/>
                  </a:cubicBezTo>
                  <a:cubicBezTo>
                    <a:pt x="1716" y="18"/>
                    <a:pt x="1709" y="11"/>
                    <a:pt x="1702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29" name="Google Shape;5187;p80">
              <a:extLst>
                <a:ext uri="{FF2B5EF4-FFF2-40B4-BE49-F238E27FC236}">
                  <a16:creationId xmlns:a16="http://schemas.microsoft.com/office/drawing/2014/main" id="{B5E2ABD5-973F-57C2-7361-919879FCE313}"/>
                </a:ext>
              </a:extLst>
            </p:cNvPr>
            <p:cNvSpPr/>
            <p:nvPr/>
          </p:nvSpPr>
          <p:spPr>
            <a:xfrm>
              <a:off x="2799356" y="1936670"/>
              <a:ext cx="40800" cy="29477"/>
            </a:xfrm>
            <a:custGeom>
              <a:avLst/>
              <a:gdLst/>
              <a:ahLst/>
              <a:cxnLst/>
              <a:rect l="l" t="t" r="r" b="b"/>
              <a:pathLst>
                <a:path w="3005" h="2171" extrusionOk="0">
                  <a:moveTo>
                    <a:pt x="2207" y="1"/>
                  </a:moveTo>
                  <a:cubicBezTo>
                    <a:pt x="2164" y="1"/>
                    <a:pt x="2125" y="8"/>
                    <a:pt x="2101" y="24"/>
                  </a:cubicBezTo>
                  <a:cubicBezTo>
                    <a:pt x="2080" y="38"/>
                    <a:pt x="2070" y="59"/>
                    <a:pt x="2073" y="84"/>
                  </a:cubicBezTo>
                  <a:cubicBezTo>
                    <a:pt x="2077" y="182"/>
                    <a:pt x="2028" y="273"/>
                    <a:pt x="1940" y="322"/>
                  </a:cubicBezTo>
                  <a:cubicBezTo>
                    <a:pt x="1930" y="325"/>
                    <a:pt x="1919" y="329"/>
                    <a:pt x="1905" y="332"/>
                  </a:cubicBezTo>
                  <a:lnTo>
                    <a:pt x="1898" y="332"/>
                  </a:lnTo>
                  <a:cubicBezTo>
                    <a:pt x="1891" y="336"/>
                    <a:pt x="1884" y="336"/>
                    <a:pt x="1877" y="336"/>
                  </a:cubicBezTo>
                  <a:lnTo>
                    <a:pt x="1867" y="336"/>
                  </a:lnTo>
                  <a:cubicBezTo>
                    <a:pt x="1860" y="336"/>
                    <a:pt x="1849" y="332"/>
                    <a:pt x="1839" y="329"/>
                  </a:cubicBezTo>
                  <a:cubicBezTo>
                    <a:pt x="1828" y="325"/>
                    <a:pt x="1818" y="322"/>
                    <a:pt x="1811" y="315"/>
                  </a:cubicBezTo>
                  <a:cubicBezTo>
                    <a:pt x="1800" y="304"/>
                    <a:pt x="1790" y="290"/>
                    <a:pt x="1783" y="273"/>
                  </a:cubicBezTo>
                  <a:lnTo>
                    <a:pt x="1783" y="269"/>
                  </a:lnTo>
                  <a:cubicBezTo>
                    <a:pt x="1783" y="262"/>
                    <a:pt x="1779" y="255"/>
                    <a:pt x="1779" y="248"/>
                  </a:cubicBezTo>
                  <a:lnTo>
                    <a:pt x="1779" y="245"/>
                  </a:lnTo>
                  <a:cubicBezTo>
                    <a:pt x="1779" y="238"/>
                    <a:pt x="1779" y="227"/>
                    <a:pt x="1779" y="220"/>
                  </a:cubicBezTo>
                  <a:cubicBezTo>
                    <a:pt x="1762" y="213"/>
                    <a:pt x="1741" y="206"/>
                    <a:pt x="1720" y="199"/>
                  </a:cubicBezTo>
                  <a:cubicBezTo>
                    <a:pt x="1688" y="185"/>
                    <a:pt x="1657" y="175"/>
                    <a:pt x="1625" y="157"/>
                  </a:cubicBezTo>
                  <a:lnTo>
                    <a:pt x="1622" y="161"/>
                  </a:lnTo>
                  <a:lnTo>
                    <a:pt x="1593" y="140"/>
                  </a:lnTo>
                  <a:cubicBezTo>
                    <a:pt x="1579" y="133"/>
                    <a:pt x="1569" y="126"/>
                    <a:pt x="1555" y="115"/>
                  </a:cubicBezTo>
                  <a:lnTo>
                    <a:pt x="1513" y="87"/>
                  </a:lnTo>
                  <a:lnTo>
                    <a:pt x="1516" y="84"/>
                  </a:lnTo>
                  <a:cubicBezTo>
                    <a:pt x="1509" y="77"/>
                    <a:pt x="1502" y="66"/>
                    <a:pt x="1495" y="59"/>
                  </a:cubicBezTo>
                  <a:cubicBezTo>
                    <a:pt x="1476" y="36"/>
                    <a:pt x="1433" y="28"/>
                    <a:pt x="1380" y="28"/>
                  </a:cubicBezTo>
                  <a:cubicBezTo>
                    <a:pt x="1315" y="28"/>
                    <a:pt x="1235" y="39"/>
                    <a:pt x="1166" y="49"/>
                  </a:cubicBezTo>
                  <a:cubicBezTo>
                    <a:pt x="1107" y="59"/>
                    <a:pt x="1047" y="66"/>
                    <a:pt x="988" y="70"/>
                  </a:cubicBezTo>
                  <a:cubicBezTo>
                    <a:pt x="965" y="73"/>
                    <a:pt x="943" y="75"/>
                    <a:pt x="920" y="75"/>
                  </a:cubicBezTo>
                  <a:cubicBezTo>
                    <a:pt x="871" y="75"/>
                    <a:pt x="823" y="68"/>
                    <a:pt x="778" y="56"/>
                  </a:cubicBezTo>
                  <a:cubicBezTo>
                    <a:pt x="755" y="48"/>
                    <a:pt x="729" y="45"/>
                    <a:pt x="702" y="45"/>
                  </a:cubicBezTo>
                  <a:cubicBezTo>
                    <a:pt x="529" y="45"/>
                    <a:pt x="277" y="191"/>
                    <a:pt x="102" y="406"/>
                  </a:cubicBezTo>
                  <a:cubicBezTo>
                    <a:pt x="1" y="528"/>
                    <a:pt x="22" y="556"/>
                    <a:pt x="64" y="626"/>
                  </a:cubicBezTo>
                  <a:cubicBezTo>
                    <a:pt x="113" y="693"/>
                    <a:pt x="137" y="773"/>
                    <a:pt x="141" y="854"/>
                  </a:cubicBezTo>
                  <a:cubicBezTo>
                    <a:pt x="137" y="921"/>
                    <a:pt x="155" y="984"/>
                    <a:pt x="186" y="1040"/>
                  </a:cubicBezTo>
                  <a:lnTo>
                    <a:pt x="197" y="1061"/>
                  </a:lnTo>
                  <a:lnTo>
                    <a:pt x="200" y="1071"/>
                  </a:lnTo>
                  <a:lnTo>
                    <a:pt x="207" y="1085"/>
                  </a:lnTo>
                  <a:lnTo>
                    <a:pt x="211" y="1096"/>
                  </a:lnTo>
                  <a:cubicBezTo>
                    <a:pt x="211" y="1099"/>
                    <a:pt x="218" y="1106"/>
                    <a:pt x="218" y="1110"/>
                  </a:cubicBezTo>
                  <a:cubicBezTo>
                    <a:pt x="221" y="1117"/>
                    <a:pt x="218" y="1120"/>
                    <a:pt x="221" y="1124"/>
                  </a:cubicBezTo>
                  <a:cubicBezTo>
                    <a:pt x="225" y="1127"/>
                    <a:pt x="225" y="1134"/>
                    <a:pt x="225" y="1138"/>
                  </a:cubicBezTo>
                  <a:cubicBezTo>
                    <a:pt x="228" y="1145"/>
                    <a:pt x="225" y="1148"/>
                    <a:pt x="225" y="1152"/>
                  </a:cubicBezTo>
                  <a:lnTo>
                    <a:pt x="225" y="1169"/>
                  </a:lnTo>
                  <a:lnTo>
                    <a:pt x="225" y="1183"/>
                  </a:lnTo>
                  <a:lnTo>
                    <a:pt x="225" y="1204"/>
                  </a:lnTo>
                  <a:lnTo>
                    <a:pt x="225" y="1218"/>
                  </a:lnTo>
                  <a:cubicBezTo>
                    <a:pt x="225" y="1222"/>
                    <a:pt x="221" y="1232"/>
                    <a:pt x="221" y="1243"/>
                  </a:cubicBezTo>
                  <a:cubicBezTo>
                    <a:pt x="218" y="1250"/>
                    <a:pt x="221" y="1253"/>
                    <a:pt x="218" y="1257"/>
                  </a:cubicBezTo>
                  <a:lnTo>
                    <a:pt x="218" y="1260"/>
                  </a:lnTo>
                  <a:cubicBezTo>
                    <a:pt x="354" y="1355"/>
                    <a:pt x="351" y="1526"/>
                    <a:pt x="347" y="1656"/>
                  </a:cubicBezTo>
                  <a:cubicBezTo>
                    <a:pt x="347" y="1694"/>
                    <a:pt x="347" y="1736"/>
                    <a:pt x="351" y="1775"/>
                  </a:cubicBezTo>
                  <a:cubicBezTo>
                    <a:pt x="354" y="1796"/>
                    <a:pt x="361" y="1799"/>
                    <a:pt x="361" y="1803"/>
                  </a:cubicBezTo>
                  <a:cubicBezTo>
                    <a:pt x="370" y="1808"/>
                    <a:pt x="383" y="1810"/>
                    <a:pt x="399" y="1810"/>
                  </a:cubicBezTo>
                  <a:cubicBezTo>
                    <a:pt x="436" y="1810"/>
                    <a:pt x="486" y="1800"/>
                    <a:pt x="522" y="1792"/>
                  </a:cubicBezTo>
                  <a:cubicBezTo>
                    <a:pt x="554" y="1785"/>
                    <a:pt x="589" y="1782"/>
                    <a:pt x="620" y="1778"/>
                  </a:cubicBezTo>
                  <a:cubicBezTo>
                    <a:pt x="626" y="1777"/>
                    <a:pt x="632" y="1776"/>
                    <a:pt x="638" y="1776"/>
                  </a:cubicBezTo>
                  <a:cubicBezTo>
                    <a:pt x="667" y="1776"/>
                    <a:pt x="694" y="1790"/>
                    <a:pt x="711" y="1810"/>
                  </a:cubicBezTo>
                  <a:cubicBezTo>
                    <a:pt x="743" y="1855"/>
                    <a:pt x="725" y="1904"/>
                    <a:pt x="711" y="1953"/>
                  </a:cubicBezTo>
                  <a:cubicBezTo>
                    <a:pt x="690" y="2013"/>
                    <a:pt x="676" y="2062"/>
                    <a:pt x="701" y="2090"/>
                  </a:cubicBezTo>
                  <a:cubicBezTo>
                    <a:pt x="711" y="2100"/>
                    <a:pt x="727" y="2104"/>
                    <a:pt x="746" y="2104"/>
                  </a:cubicBezTo>
                  <a:cubicBezTo>
                    <a:pt x="780" y="2104"/>
                    <a:pt x="825" y="2092"/>
                    <a:pt x="865" y="2083"/>
                  </a:cubicBezTo>
                  <a:cubicBezTo>
                    <a:pt x="911" y="2069"/>
                    <a:pt x="956" y="2062"/>
                    <a:pt x="1005" y="2058"/>
                  </a:cubicBezTo>
                  <a:cubicBezTo>
                    <a:pt x="1008" y="2058"/>
                    <a:pt x="1011" y="2058"/>
                    <a:pt x="1014" y="2058"/>
                  </a:cubicBezTo>
                  <a:cubicBezTo>
                    <a:pt x="1073" y="2058"/>
                    <a:pt x="1126" y="2092"/>
                    <a:pt x="1149" y="2146"/>
                  </a:cubicBezTo>
                  <a:cubicBezTo>
                    <a:pt x="1152" y="2156"/>
                    <a:pt x="1156" y="2163"/>
                    <a:pt x="1159" y="2170"/>
                  </a:cubicBezTo>
                  <a:lnTo>
                    <a:pt x="1170" y="2167"/>
                  </a:lnTo>
                  <a:lnTo>
                    <a:pt x="1201" y="2149"/>
                  </a:lnTo>
                  <a:lnTo>
                    <a:pt x="1219" y="2139"/>
                  </a:lnTo>
                  <a:lnTo>
                    <a:pt x="1240" y="2128"/>
                  </a:lnTo>
                  <a:lnTo>
                    <a:pt x="1254" y="2118"/>
                  </a:lnTo>
                  <a:lnTo>
                    <a:pt x="1271" y="2107"/>
                  </a:lnTo>
                  <a:lnTo>
                    <a:pt x="1285" y="2100"/>
                  </a:lnTo>
                  <a:lnTo>
                    <a:pt x="1299" y="2090"/>
                  </a:lnTo>
                  <a:lnTo>
                    <a:pt x="1310" y="2083"/>
                  </a:lnTo>
                  <a:lnTo>
                    <a:pt x="1324" y="2076"/>
                  </a:lnTo>
                  <a:lnTo>
                    <a:pt x="1334" y="2069"/>
                  </a:lnTo>
                  <a:lnTo>
                    <a:pt x="1345" y="2058"/>
                  </a:lnTo>
                  <a:lnTo>
                    <a:pt x="1352" y="2051"/>
                  </a:lnTo>
                  <a:lnTo>
                    <a:pt x="1362" y="2044"/>
                  </a:lnTo>
                  <a:lnTo>
                    <a:pt x="1369" y="2041"/>
                  </a:lnTo>
                  <a:lnTo>
                    <a:pt x="1376" y="2034"/>
                  </a:lnTo>
                  <a:lnTo>
                    <a:pt x="1380" y="2030"/>
                  </a:lnTo>
                  <a:lnTo>
                    <a:pt x="1387" y="2023"/>
                  </a:lnTo>
                  <a:lnTo>
                    <a:pt x="1390" y="2020"/>
                  </a:lnTo>
                  <a:lnTo>
                    <a:pt x="1397" y="2013"/>
                  </a:lnTo>
                  <a:lnTo>
                    <a:pt x="1401" y="2006"/>
                  </a:lnTo>
                  <a:lnTo>
                    <a:pt x="1404" y="2002"/>
                  </a:lnTo>
                  <a:lnTo>
                    <a:pt x="1404" y="1999"/>
                  </a:lnTo>
                  <a:lnTo>
                    <a:pt x="1404" y="1995"/>
                  </a:lnTo>
                  <a:cubicBezTo>
                    <a:pt x="1404" y="1967"/>
                    <a:pt x="1418" y="1939"/>
                    <a:pt x="1439" y="1922"/>
                  </a:cubicBezTo>
                  <a:cubicBezTo>
                    <a:pt x="1464" y="1903"/>
                    <a:pt x="1496" y="1895"/>
                    <a:pt x="1536" y="1895"/>
                  </a:cubicBezTo>
                  <a:cubicBezTo>
                    <a:pt x="1591" y="1895"/>
                    <a:pt x="1663" y="1910"/>
                    <a:pt x="1758" y="1932"/>
                  </a:cubicBezTo>
                  <a:cubicBezTo>
                    <a:pt x="1821" y="1946"/>
                    <a:pt x="1936" y="1975"/>
                    <a:pt x="1998" y="1975"/>
                  </a:cubicBezTo>
                  <a:cubicBezTo>
                    <a:pt x="2015" y="1975"/>
                    <a:pt x="2028" y="1973"/>
                    <a:pt x="2035" y="1967"/>
                  </a:cubicBezTo>
                  <a:cubicBezTo>
                    <a:pt x="2042" y="1939"/>
                    <a:pt x="1982" y="1834"/>
                    <a:pt x="1947" y="1778"/>
                  </a:cubicBezTo>
                  <a:cubicBezTo>
                    <a:pt x="1881" y="1656"/>
                    <a:pt x="1821" y="1554"/>
                    <a:pt x="1877" y="1481"/>
                  </a:cubicBezTo>
                  <a:cubicBezTo>
                    <a:pt x="1904" y="1445"/>
                    <a:pt x="1946" y="1433"/>
                    <a:pt x="1992" y="1433"/>
                  </a:cubicBezTo>
                  <a:cubicBezTo>
                    <a:pt x="2030" y="1433"/>
                    <a:pt x="2071" y="1441"/>
                    <a:pt x="2108" y="1449"/>
                  </a:cubicBezTo>
                  <a:cubicBezTo>
                    <a:pt x="2175" y="1466"/>
                    <a:pt x="2226" y="1474"/>
                    <a:pt x="2265" y="1474"/>
                  </a:cubicBezTo>
                  <a:cubicBezTo>
                    <a:pt x="2372" y="1474"/>
                    <a:pt x="2395" y="1416"/>
                    <a:pt x="2434" y="1327"/>
                  </a:cubicBezTo>
                  <a:cubicBezTo>
                    <a:pt x="2458" y="1267"/>
                    <a:pt x="2486" y="1211"/>
                    <a:pt x="2525" y="1162"/>
                  </a:cubicBezTo>
                  <a:cubicBezTo>
                    <a:pt x="2581" y="1103"/>
                    <a:pt x="2644" y="1050"/>
                    <a:pt x="2710" y="1005"/>
                  </a:cubicBezTo>
                  <a:cubicBezTo>
                    <a:pt x="2917" y="854"/>
                    <a:pt x="3004" y="770"/>
                    <a:pt x="2903" y="616"/>
                  </a:cubicBezTo>
                  <a:cubicBezTo>
                    <a:pt x="2885" y="591"/>
                    <a:pt x="2871" y="563"/>
                    <a:pt x="2857" y="539"/>
                  </a:cubicBezTo>
                  <a:cubicBezTo>
                    <a:pt x="2770" y="378"/>
                    <a:pt x="2717" y="196"/>
                    <a:pt x="2707" y="14"/>
                  </a:cubicBezTo>
                  <a:lnTo>
                    <a:pt x="2703" y="14"/>
                  </a:lnTo>
                  <a:cubicBezTo>
                    <a:pt x="2686" y="14"/>
                    <a:pt x="2672" y="17"/>
                    <a:pt x="2658" y="24"/>
                  </a:cubicBezTo>
                  <a:cubicBezTo>
                    <a:pt x="2644" y="28"/>
                    <a:pt x="2630" y="31"/>
                    <a:pt x="2616" y="35"/>
                  </a:cubicBezTo>
                  <a:lnTo>
                    <a:pt x="2605" y="38"/>
                  </a:lnTo>
                  <a:cubicBezTo>
                    <a:pt x="2591" y="42"/>
                    <a:pt x="2577" y="45"/>
                    <a:pt x="2563" y="45"/>
                  </a:cubicBezTo>
                  <a:lnTo>
                    <a:pt x="2556" y="45"/>
                  </a:lnTo>
                  <a:cubicBezTo>
                    <a:pt x="2546" y="45"/>
                    <a:pt x="2532" y="49"/>
                    <a:pt x="2521" y="49"/>
                  </a:cubicBezTo>
                  <a:lnTo>
                    <a:pt x="2465" y="49"/>
                  </a:lnTo>
                  <a:cubicBezTo>
                    <a:pt x="2455" y="49"/>
                    <a:pt x="2444" y="49"/>
                    <a:pt x="2434" y="45"/>
                  </a:cubicBezTo>
                  <a:lnTo>
                    <a:pt x="2427" y="45"/>
                  </a:lnTo>
                  <a:cubicBezTo>
                    <a:pt x="2416" y="45"/>
                    <a:pt x="2406" y="42"/>
                    <a:pt x="2395" y="38"/>
                  </a:cubicBezTo>
                  <a:lnTo>
                    <a:pt x="2388" y="38"/>
                  </a:lnTo>
                  <a:cubicBezTo>
                    <a:pt x="2378" y="35"/>
                    <a:pt x="2367" y="31"/>
                    <a:pt x="2357" y="28"/>
                  </a:cubicBezTo>
                  <a:cubicBezTo>
                    <a:pt x="2313" y="11"/>
                    <a:pt x="2258" y="1"/>
                    <a:pt x="2207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30" name="Google Shape;5188;p80">
              <a:extLst>
                <a:ext uri="{FF2B5EF4-FFF2-40B4-BE49-F238E27FC236}">
                  <a16:creationId xmlns:a16="http://schemas.microsoft.com/office/drawing/2014/main" id="{B50AB771-8E71-4769-1ADF-05423F9233EA}"/>
                </a:ext>
              </a:extLst>
            </p:cNvPr>
            <p:cNvSpPr/>
            <p:nvPr/>
          </p:nvSpPr>
          <p:spPr>
            <a:xfrm>
              <a:off x="2816708" y="1965033"/>
              <a:ext cx="204" cy="163"/>
            </a:xfrm>
            <a:custGeom>
              <a:avLst/>
              <a:gdLst/>
              <a:ahLst/>
              <a:cxnLst/>
              <a:rect l="l" t="t" r="r" b="b"/>
              <a:pathLst>
                <a:path w="15" h="12" extrusionOk="0">
                  <a:moveTo>
                    <a:pt x="14" y="1"/>
                  </a:moveTo>
                  <a:lnTo>
                    <a:pt x="0" y="11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31" name="Google Shape;5189;p80">
              <a:extLst>
                <a:ext uri="{FF2B5EF4-FFF2-40B4-BE49-F238E27FC236}">
                  <a16:creationId xmlns:a16="http://schemas.microsoft.com/office/drawing/2014/main" id="{DF51887F-C97B-8320-BF2D-6A6F5EC1636B}"/>
                </a:ext>
              </a:extLst>
            </p:cNvPr>
            <p:cNvSpPr/>
            <p:nvPr/>
          </p:nvSpPr>
          <p:spPr>
            <a:xfrm>
              <a:off x="2815798" y="1965563"/>
              <a:ext cx="299" cy="149"/>
            </a:xfrm>
            <a:custGeom>
              <a:avLst/>
              <a:gdLst/>
              <a:ahLst/>
              <a:cxnLst/>
              <a:rect l="l" t="t" r="r" b="b"/>
              <a:pathLst>
                <a:path w="22" h="11" extrusionOk="0">
                  <a:moveTo>
                    <a:pt x="22" y="0"/>
                  </a:moveTo>
                  <a:lnTo>
                    <a:pt x="1" y="11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32" name="Google Shape;5190;p80">
              <a:extLst>
                <a:ext uri="{FF2B5EF4-FFF2-40B4-BE49-F238E27FC236}">
                  <a16:creationId xmlns:a16="http://schemas.microsoft.com/office/drawing/2014/main" id="{FCEB6513-0F21-B878-6BA8-9A10754BB8F2}"/>
                </a:ext>
              </a:extLst>
            </p:cNvPr>
            <p:cNvSpPr/>
            <p:nvPr/>
          </p:nvSpPr>
          <p:spPr>
            <a:xfrm>
              <a:off x="2817033" y="1964802"/>
              <a:ext cx="204" cy="149"/>
            </a:xfrm>
            <a:custGeom>
              <a:avLst/>
              <a:gdLst/>
              <a:ahLst/>
              <a:cxnLst/>
              <a:rect l="l" t="t" r="r" b="b"/>
              <a:pathLst>
                <a:path w="15" h="11" extrusionOk="0">
                  <a:moveTo>
                    <a:pt x="15" y="0"/>
                  </a:moveTo>
                  <a:lnTo>
                    <a:pt x="1" y="11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33" name="Google Shape;5191;p80">
              <a:extLst>
                <a:ext uri="{FF2B5EF4-FFF2-40B4-BE49-F238E27FC236}">
                  <a16:creationId xmlns:a16="http://schemas.microsoft.com/office/drawing/2014/main" id="{3983F1F8-5C7F-B672-D034-6CA03915F11D}"/>
                </a:ext>
              </a:extLst>
            </p:cNvPr>
            <p:cNvSpPr/>
            <p:nvPr/>
          </p:nvSpPr>
          <p:spPr>
            <a:xfrm>
              <a:off x="2815133" y="1965848"/>
              <a:ext cx="448" cy="204"/>
            </a:xfrm>
            <a:custGeom>
              <a:avLst/>
              <a:gdLst/>
              <a:ahLst/>
              <a:cxnLst/>
              <a:rect l="l" t="t" r="r" b="b"/>
              <a:pathLst>
                <a:path w="33" h="15" extrusionOk="0">
                  <a:moveTo>
                    <a:pt x="32" y="0"/>
                  </a:moveTo>
                  <a:lnTo>
                    <a:pt x="1" y="14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34" name="Google Shape;5192;p80">
              <a:extLst>
                <a:ext uri="{FF2B5EF4-FFF2-40B4-BE49-F238E27FC236}">
                  <a16:creationId xmlns:a16="http://schemas.microsoft.com/office/drawing/2014/main" id="{16CBBA76-B63A-997E-918F-2A3FD50FBAE7}"/>
                </a:ext>
              </a:extLst>
            </p:cNvPr>
            <p:cNvSpPr/>
            <p:nvPr/>
          </p:nvSpPr>
          <p:spPr>
            <a:xfrm>
              <a:off x="2816273" y="1965277"/>
              <a:ext cx="258" cy="149"/>
            </a:xfrm>
            <a:custGeom>
              <a:avLst/>
              <a:gdLst/>
              <a:ahLst/>
              <a:cxnLst/>
              <a:rect l="l" t="t" r="r" b="b"/>
              <a:pathLst>
                <a:path w="19" h="11" extrusionOk="0">
                  <a:moveTo>
                    <a:pt x="18" y="0"/>
                  </a:moveTo>
                  <a:lnTo>
                    <a:pt x="1" y="11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35" name="Google Shape;5193;p80">
              <a:extLst>
                <a:ext uri="{FF2B5EF4-FFF2-40B4-BE49-F238E27FC236}">
                  <a16:creationId xmlns:a16="http://schemas.microsoft.com/office/drawing/2014/main" id="{39BB56AB-0ECE-BD24-E2DB-B3DB3902EDA8}"/>
                </a:ext>
              </a:extLst>
            </p:cNvPr>
            <p:cNvSpPr/>
            <p:nvPr/>
          </p:nvSpPr>
          <p:spPr>
            <a:xfrm>
              <a:off x="2818364" y="1963702"/>
              <a:ext cx="14" cy="14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1" y="1"/>
                  </a:move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36" name="Google Shape;5194;p80">
              <a:extLst>
                <a:ext uri="{FF2B5EF4-FFF2-40B4-BE49-F238E27FC236}">
                  <a16:creationId xmlns:a16="http://schemas.microsoft.com/office/drawing/2014/main" id="{3B945B63-ADDE-1AC3-5E23-C54F56E4F276}"/>
                </a:ext>
              </a:extLst>
            </p:cNvPr>
            <p:cNvSpPr/>
            <p:nvPr/>
          </p:nvSpPr>
          <p:spPr>
            <a:xfrm>
              <a:off x="2838147" y="1943839"/>
              <a:ext cx="625" cy="1059"/>
            </a:xfrm>
            <a:custGeom>
              <a:avLst/>
              <a:gdLst/>
              <a:ahLst/>
              <a:cxnLst/>
              <a:rect l="l" t="t" r="r" b="b"/>
              <a:pathLst>
                <a:path w="46" h="78" extrusionOk="0">
                  <a:moveTo>
                    <a:pt x="0" y="0"/>
                  </a:moveTo>
                  <a:cubicBezTo>
                    <a:pt x="14" y="28"/>
                    <a:pt x="28" y="53"/>
                    <a:pt x="46" y="77"/>
                  </a:cubicBezTo>
                  <a:cubicBezTo>
                    <a:pt x="28" y="53"/>
                    <a:pt x="14" y="28"/>
                    <a:pt x="0" y="0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37" name="Google Shape;5195;p80">
              <a:extLst>
                <a:ext uri="{FF2B5EF4-FFF2-40B4-BE49-F238E27FC236}">
                  <a16:creationId xmlns:a16="http://schemas.microsoft.com/office/drawing/2014/main" id="{A24ED83C-D311-B4F8-8EDD-A17899BD0D7C}"/>
                </a:ext>
              </a:extLst>
            </p:cNvPr>
            <p:cNvSpPr/>
            <p:nvPr/>
          </p:nvSpPr>
          <p:spPr>
            <a:xfrm>
              <a:off x="2818364" y="1963702"/>
              <a:ext cx="14" cy="68"/>
            </a:xfrm>
            <a:custGeom>
              <a:avLst/>
              <a:gdLst/>
              <a:ahLst/>
              <a:cxnLst/>
              <a:rect l="l" t="t" r="r" b="b"/>
              <a:pathLst>
                <a:path w="1" h="5" extrusionOk="0">
                  <a:moveTo>
                    <a:pt x="1" y="1"/>
                  </a:moveTo>
                  <a:lnTo>
                    <a:pt x="1" y="4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38" name="Google Shape;5196;p80">
              <a:extLst>
                <a:ext uri="{FF2B5EF4-FFF2-40B4-BE49-F238E27FC236}">
                  <a16:creationId xmlns:a16="http://schemas.microsoft.com/office/drawing/2014/main" id="{DF19E3B3-566C-3197-1AE3-5F36B7DDC23A}"/>
                </a:ext>
              </a:extLst>
            </p:cNvPr>
            <p:cNvSpPr/>
            <p:nvPr/>
          </p:nvSpPr>
          <p:spPr>
            <a:xfrm>
              <a:off x="2818364" y="1963702"/>
              <a:ext cx="14" cy="14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1" y="1"/>
                  </a:move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39" name="Google Shape;5197;p80">
              <a:extLst>
                <a:ext uri="{FF2B5EF4-FFF2-40B4-BE49-F238E27FC236}">
                  <a16:creationId xmlns:a16="http://schemas.microsoft.com/office/drawing/2014/main" id="{295A2B1C-2563-AE1E-6494-35865C4BDF23}"/>
                </a:ext>
              </a:extLst>
            </p:cNvPr>
            <p:cNvSpPr/>
            <p:nvPr/>
          </p:nvSpPr>
          <p:spPr>
            <a:xfrm>
              <a:off x="2836096" y="1936710"/>
              <a:ext cx="2064" cy="7142"/>
            </a:xfrm>
            <a:custGeom>
              <a:avLst/>
              <a:gdLst/>
              <a:ahLst/>
              <a:cxnLst/>
              <a:rect l="l" t="t" r="r" b="b"/>
              <a:pathLst>
                <a:path w="152" h="526" extrusionOk="0">
                  <a:moveTo>
                    <a:pt x="1" y="0"/>
                  </a:moveTo>
                  <a:lnTo>
                    <a:pt x="1" y="0"/>
                  </a:lnTo>
                  <a:cubicBezTo>
                    <a:pt x="11" y="186"/>
                    <a:pt x="64" y="364"/>
                    <a:pt x="151" y="525"/>
                  </a:cubicBezTo>
                  <a:cubicBezTo>
                    <a:pt x="64" y="364"/>
                    <a:pt x="11" y="186"/>
                    <a:pt x="1" y="0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40" name="Google Shape;5198;p80">
              <a:extLst>
                <a:ext uri="{FF2B5EF4-FFF2-40B4-BE49-F238E27FC236}">
                  <a16:creationId xmlns:a16="http://schemas.microsoft.com/office/drawing/2014/main" id="{D2274A95-8503-4FA5-1AD8-12BF21FCAE48}"/>
                </a:ext>
              </a:extLst>
            </p:cNvPr>
            <p:cNvSpPr/>
            <p:nvPr/>
          </p:nvSpPr>
          <p:spPr>
            <a:xfrm>
              <a:off x="2817373" y="1964612"/>
              <a:ext cx="149" cy="109"/>
            </a:xfrm>
            <a:custGeom>
              <a:avLst/>
              <a:gdLst/>
              <a:ahLst/>
              <a:cxnLst/>
              <a:rect l="l" t="t" r="r" b="b"/>
              <a:pathLst>
                <a:path w="11" h="8" extrusionOk="0">
                  <a:moveTo>
                    <a:pt x="11" y="0"/>
                  </a:moveTo>
                  <a:lnTo>
                    <a:pt x="0" y="7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41" name="Google Shape;5199;p80">
              <a:extLst>
                <a:ext uri="{FF2B5EF4-FFF2-40B4-BE49-F238E27FC236}">
                  <a16:creationId xmlns:a16="http://schemas.microsoft.com/office/drawing/2014/main" id="{1E0F0F5E-16BF-1626-87C1-905BE8F0F302}"/>
                </a:ext>
              </a:extLst>
            </p:cNvPr>
            <p:cNvSpPr/>
            <p:nvPr/>
          </p:nvSpPr>
          <p:spPr>
            <a:xfrm>
              <a:off x="2818364" y="1962616"/>
              <a:ext cx="543" cy="1005"/>
            </a:xfrm>
            <a:custGeom>
              <a:avLst/>
              <a:gdLst/>
              <a:ahLst/>
              <a:cxnLst/>
              <a:rect l="l" t="t" r="r" b="b"/>
              <a:pathLst>
                <a:path w="40" h="74" extrusionOk="0">
                  <a:moveTo>
                    <a:pt x="1" y="74"/>
                  </a:moveTo>
                  <a:cubicBezTo>
                    <a:pt x="4" y="46"/>
                    <a:pt x="15" y="18"/>
                    <a:pt x="39" y="0"/>
                  </a:cubicBezTo>
                  <a:cubicBezTo>
                    <a:pt x="15" y="18"/>
                    <a:pt x="4" y="46"/>
                    <a:pt x="1" y="74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42" name="Google Shape;5200;p80">
              <a:extLst>
                <a:ext uri="{FF2B5EF4-FFF2-40B4-BE49-F238E27FC236}">
                  <a16:creationId xmlns:a16="http://schemas.microsoft.com/office/drawing/2014/main" id="{42C42EB3-7E05-B82F-23B1-9D9A3DB08AFC}"/>
                </a:ext>
              </a:extLst>
            </p:cNvPr>
            <p:cNvSpPr/>
            <p:nvPr/>
          </p:nvSpPr>
          <p:spPr>
            <a:xfrm>
              <a:off x="2818133" y="1963947"/>
              <a:ext cx="109" cy="109"/>
            </a:xfrm>
            <a:custGeom>
              <a:avLst/>
              <a:gdLst/>
              <a:ahLst/>
              <a:cxnLst/>
              <a:rect l="l" t="t" r="r" b="b"/>
              <a:pathLst>
                <a:path w="8" h="8" extrusionOk="0">
                  <a:moveTo>
                    <a:pt x="7" y="0"/>
                  </a:moveTo>
                  <a:lnTo>
                    <a:pt x="0" y="7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43" name="Google Shape;5201;p80">
              <a:extLst>
                <a:ext uri="{FF2B5EF4-FFF2-40B4-BE49-F238E27FC236}">
                  <a16:creationId xmlns:a16="http://schemas.microsoft.com/office/drawing/2014/main" id="{F22C1B51-6F10-17A5-29F5-A56989324871}"/>
                </a:ext>
              </a:extLst>
            </p:cNvPr>
            <p:cNvSpPr/>
            <p:nvPr/>
          </p:nvSpPr>
          <p:spPr>
            <a:xfrm>
              <a:off x="2817848" y="1964273"/>
              <a:ext cx="109" cy="109"/>
            </a:xfrm>
            <a:custGeom>
              <a:avLst/>
              <a:gdLst/>
              <a:ahLst/>
              <a:cxnLst/>
              <a:rect l="l" t="t" r="r" b="b"/>
              <a:pathLst>
                <a:path w="8" h="8" extrusionOk="0">
                  <a:moveTo>
                    <a:pt x="7" y="1"/>
                  </a:moveTo>
                  <a:lnTo>
                    <a:pt x="0" y="8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44" name="Google Shape;5202;p80">
              <a:extLst>
                <a:ext uri="{FF2B5EF4-FFF2-40B4-BE49-F238E27FC236}">
                  <a16:creationId xmlns:a16="http://schemas.microsoft.com/office/drawing/2014/main" id="{FA77531C-892D-139F-DFE9-D21CA02D6AEC}"/>
                </a:ext>
              </a:extLst>
            </p:cNvPr>
            <p:cNvSpPr/>
            <p:nvPr/>
          </p:nvSpPr>
          <p:spPr>
            <a:xfrm>
              <a:off x="2817604" y="1964422"/>
              <a:ext cx="163" cy="109"/>
            </a:xfrm>
            <a:custGeom>
              <a:avLst/>
              <a:gdLst/>
              <a:ahLst/>
              <a:cxnLst/>
              <a:rect l="l" t="t" r="r" b="b"/>
              <a:pathLst>
                <a:path w="12" h="8" extrusionOk="0">
                  <a:moveTo>
                    <a:pt x="11" y="0"/>
                  </a:moveTo>
                  <a:lnTo>
                    <a:pt x="1" y="7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45" name="Google Shape;5203;p80">
              <a:extLst>
                <a:ext uri="{FF2B5EF4-FFF2-40B4-BE49-F238E27FC236}">
                  <a16:creationId xmlns:a16="http://schemas.microsoft.com/office/drawing/2014/main" id="{F814577F-C9A5-A346-DBB0-B7ED0BC2DAB8}"/>
                </a:ext>
              </a:extLst>
            </p:cNvPr>
            <p:cNvSpPr/>
            <p:nvPr/>
          </p:nvSpPr>
          <p:spPr>
            <a:xfrm>
              <a:off x="2817984" y="1964083"/>
              <a:ext cx="109" cy="109"/>
            </a:xfrm>
            <a:custGeom>
              <a:avLst/>
              <a:gdLst/>
              <a:ahLst/>
              <a:cxnLst/>
              <a:rect l="l" t="t" r="r" b="b"/>
              <a:pathLst>
                <a:path w="8" h="8" extrusionOk="0">
                  <a:moveTo>
                    <a:pt x="8" y="1"/>
                  </a:moveTo>
                  <a:lnTo>
                    <a:pt x="1" y="8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46" name="Google Shape;5204;p80">
              <a:extLst>
                <a:ext uri="{FF2B5EF4-FFF2-40B4-BE49-F238E27FC236}">
                  <a16:creationId xmlns:a16="http://schemas.microsoft.com/office/drawing/2014/main" id="{98C08FF4-7669-926E-65AD-675279525711}"/>
                </a:ext>
              </a:extLst>
            </p:cNvPr>
            <p:cNvSpPr/>
            <p:nvPr/>
          </p:nvSpPr>
          <p:spPr>
            <a:xfrm>
              <a:off x="2818228" y="1963852"/>
              <a:ext cx="54" cy="109"/>
            </a:xfrm>
            <a:custGeom>
              <a:avLst/>
              <a:gdLst/>
              <a:ahLst/>
              <a:cxnLst/>
              <a:rect l="l" t="t" r="r" b="b"/>
              <a:pathLst>
                <a:path w="4" h="8" extrusionOk="0">
                  <a:moveTo>
                    <a:pt x="4" y="0"/>
                  </a:moveTo>
                  <a:lnTo>
                    <a:pt x="0" y="7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47" name="Google Shape;5205;p80">
              <a:extLst>
                <a:ext uri="{FF2B5EF4-FFF2-40B4-BE49-F238E27FC236}">
                  <a16:creationId xmlns:a16="http://schemas.microsoft.com/office/drawing/2014/main" id="{55A37662-76C0-69A6-0264-A0022A541E49}"/>
                </a:ext>
              </a:extLst>
            </p:cNvPr>
            <p:cNvSpPr/>
            <p:nvPr/>
          </p:nvSpPr>
          <p:spPr>
            <a:xfrm>
              <a:off x="2818323" y="1963757"/>
              <a:ext cx="14" cy="109"/>
            </a:xfrm>
            <a:custGeom>
              <a:avLst/>
              <a:gdLst/>
              <a:ahLst/>
              <a:cxnLst/>
              <a:rect l="l" t="t" r="r" b="b"/>
              <a:pathLst>
                <a:path w="1" h="8" extrusionOk="0">
                  <a:moveTo>
                    <a:pt x="0" y="0"/>
                  </a:moveTo>
                  <a:lnTo>
                    <a:pt x="0" y="7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48" name="Google Shape;5206;p80">
              <a:extLst>
                <a:ext uri="{FF2B5EF4-FFF2-40B4-BE49-F238E27FC236}">
                  <a16:creationId xmlns:a16="http://schemas.microsoft.com/office/drawing/2014/main" id="{556E89DB-37EA-BA31-F930-A39C62EFA943}"/>
                </a:ext>
              </a:extLst>
            </p:cNvPr>
            <p:cNvSpPr/>
            <p:nvPr/>
          </p:nvSpPr>
          <p:spPr>
            <a:xfrm>
              <a:off x="2784244" y="1875299"/>
              <a:ext cx="52436" cy="63936"/>
            </a:xfrm>
            <a:custGeom>
              <a:avLst/>
              <a:gdLst/>
              <a:ahLst/>
              <a:cxnLst/>
              <a:rect l="l" t="t" r="r" b="b"/>
              <a:pathLst>
                <a:path w="3862" h="4709" extrusionOk="0">
                  <a:moveTo>
                    <a:pt x="732" y="0"/>
                  </a:moveTo>
                  <a:cubicBezTo>
                    <a:pt x="708" y="46"/>
                    <a:pt x="690" y="140"/>
                    <a:pt x="708" y="165"/>
                  </a:cubicBezTo>
                  <a:cubicBezTo>
                    <a:pt x="771" y="231"/>
                    <a:pt x="844" y="518"/>
                    <a:pt x="774" y="644"/>
                  </a:cubicBezTo>
                  <a:cubicBezTo>
                    <a:pt x="753" y="683"/>
                    <a:pt x="711" y="711"/>
                    <a:pt x="669" y="711"/>
                  </a:cubicBezTo>
                  <a:lnTo>
                    <a:pt x="638" y="711"/>
                  </a:lnTo>
                  <a:lnTo>
                    <a:pt x="620" y="707"/>
                  </a:lnTo>
                  <a:cubicBezTo>
                    <a:pt x="501" y="679"/>
                    <a:pt x="448" y="585"/>
                    <a:pt x="410" y="515"/>
                  </a:cubicBezTo>
                  <a:cubicBezTo>
                    <a:pt x="399" y="497"/>
                    <a:pt x="389" y="480"/>
                    <a:pt x="375" y="462"/>
                  </a:cubicBezTo>
                  <a:lnTo>
                    <a:pt x="371" y="469"/>
                  </a:lnTo>
                  <a:lnTo>
                    <a:pt x="357" y="487"/>
                  </a:lnTo>
                  <a:lnTo>
                    <a:pt x="347" y="497"/>
                  </a:lnTo>
                  <a:lnTo>
                    <a:pt x="336" y="515"/>
                  </a:lnTo>
                  <a:lnTo>
                    <a:pt x="326" y="525"/>
                  </a:lnTo>
                  <a:lnTo>
                    <a:pt x="315" y="543"/>
                  </a:lnTo>
                  <a:lnTo>
                    <a:pt x="305" y="553"/>
                  </a:lnTo>
                  <a:lnTo>
                    <a:pt x="291" y="571"/>
                  </a:lnTo>
                  <a:lnTo>
                    <a:pt x="284" y="581"/>
                  </a:lnTo>
                  <a:lnTo>
                    <a:pt x="270" y="599"/>
                  </a:lnTo>
                  <a:lnTo>
                    <a:pt x="263" y="609"/>
                  </a:lnTo>
                  <a:lnTo>
                    <a:pt x="252" y="627"/>
                  </a:lnTo>
                  <a:lnTo>
                    <a:pt x="242" y="637"/>
                  </a:lnTo>
                  <a:lnTo>
                    <a:pt x="231" y="655"/>
                  </a:lnTo>
                  <a:lnTo>
                    <a:pt x="224" y="665"/>
                  </a:lnTo>
                  <a:lnTo>
                    <a:pt x="214" y="679"/>
                  </a:lnTo>
                  <a:lnTo>
                    <a:pt x="207" y="693"/>
                  </a:lnTo>
                  <a:lnTo>
                    <a:pt x="200" y="704"/>
                  </a:lnTo>
                  <a:lnTo>
                    <a:pt x="193" y="718"/>
                  </a:lnTo>
                  <a:lnTo>
                    <a:pt x="186" y="728"/>
                  </a:lnTo>
                  <a:lnTo>
                    <a:pt x="179" y="742"/>
                  </a:lnTo>
                  <a:lnTo>
                    <a:pt x="172" y="753"/>
                  </a:lnTo>
                  <a:lnTo>
                    <a:pt x="165" y="763"/>
                  </a:lnTo>
                  <a:lnTo>
                    <a:pt x="161" y="774"/>
                  </a:lnTo>
                  <a:lnTo>
                    <a:pt x="154" y="784"/>
                  </a:lnTo>
                  <a:lnTo>
                    <a:pt x="151" y="795"/>
                  </a:lnTo>
                  <a:lnTo>
                    <a:pt x="147" y="805"/>
                  </a:lnTo>
                  <a:lnTo>
                    <a:pt x="144" y="812"/>
                  </a:lnTo>
                  <a:cubicBezTo>
                    <a:pt x="144" y="816"/>
                    <a:pt x="144" y="819"/>
                    <a:pt x="144" y="823"/>
                  </a:cubicBezTo>
                  <a:lnTo>
                    <a:pt x="144" y="826"/>
                  </a:lnTo>
                  <a:cubicBezTo>
                    <a:pt x="144" y="830"/>
                    <a:pt x="144" y="833"/>
                    <a:pt x="144" y="840"/>
                  </a:cubicBezTo>
                  <a:cubicBezTo>
                    <a:pt x="144" y="851"/>
                    <a:pt x="140" y="865"/>
                    <a:pt x="137" y="875"/>
                  </a:cubicBezTo>
                  <a:cubicBezTo>
                    <a:pt x="137" y="879"/>
                    <a:pt x="137" y="882"/>
                    <a:pt x="133" y="886"/>
                  </a:cubicBezTo>
                  <a:cubicBezTo>
                    <a:pt x="133" y="893"/>
                    <a:pt x="130" y="900"/>
                    <a:pt x="126" y="907"/>
                  </a:cubicBezTo>
                  <a:lnTo>
                    <a:pt x="119" y="921"/>
                  </a:lnTo>
                  <a:cubicBezTo>
                    <a:pt x="116" y="924"/>
                    <a:pt x="112" y="931"/>
                    <a:pt x="109" y="938"/>
                  </a:cubicBezTo>
                  <a:lnTo>
                    <a:pt x="102" y="945"/>
                  </a:lnTo>
                  <a:cubicBezTo>
                    <a:pt x="95" y="952"/>
                    <a:pt x="91" y="956"/>
                    <a:pt x="84" y="963"/>
                  </a:cubicBezTo>
                  <a:lnTo>
                    <a:pt x="77" y="970"/>
                  </a:lnTo>
                  <a:cubicBezTo>
                    <a:pt x="56" y="987"/>
                    <a:pt x="28" y="1005"/>
                    <a:pt x="0" y="1015"/>
                  </a:cubicBezTo>
                  <a:lnTo>
                    <a:pt x="7" y="1019"/>
                  </a:lnTo>
                  <a:lnTo>
                    <a:pt x="11" y="1026"/>
                  </a:lnTo>
                  <a:lnTo>
                    <a:pt x="18" y="1033"/>
                  </a:lnTo>
                  <a:lnTo>
                    <a:pt x="25" y="1040"/>
                  </a:lnTo>
                  <a:lnTo>
                    <a:pt x="32" y="1047"/>
                  </a:lnTo>
                  <a:lnTo>
                    <a:pt x="35" y="1054"/>
                  </a:lnTo>
                  <a:lnTo>
                    <a:pt x="39" y="1057"/>
                  </a:lnTo>
                  <a:lnTo>
                    <a:pt x="49" y="1068"/>
                  </a:lnTo>
                  <a:cubicBezTo>
                    <a:pt x="81" y="1117"/>
                    <a:pt x="77" y="1184"/>
                    <a:pt x="74" y="1257"/>
                  </a:cubicBezTo>
                  <a:cubicBezTo>
                    <a:pt x="63" y="1338"/>
                    <a:pt x="74" y="1422"/>
                    <a:pt x="98" y="1499"/>
                  </a:cubicBezTo>
                  <a:cubicBezTo>
                    <a:pt x="105" y="1509"/>
                    <a:pt x="108" y="1516"/>
                    <a:pt x="128" y="1516"/>
                  </a:cubicBezTo>
                  <a:cubicBezTo>
                    <a:pt x="140" y="1516"/>
                    <a:pt x="160" y="1513"/>
                    <a:pt x="193" y="1506"/>
                  </a:cubicBezTo>
                  <a:cubicBezTo>
                    <a:pt x="220" y="1501"/>
                    <a:pt x="253" y="1495"/>
                    <a:pt x="287" y="1495"/>
                  </a:cubicBezTo>
                  <a:cubicBezTo>
                    <a:pt x="360" y="1495"/>
                    <a:pt x="438" y="1522"/>
                    <a:pt x="476" y="1646"/>
                  </a:cubicBezTo>
                  <a:cubicBezTo>
                    <a:pt x="522" y="1803"/>
                    <a:pt x="494" y="1915"/>
                    <a:pt x="466" y="2024"/>
                  </a:cubicBezTo>
                  <a:cubicBezTo>
                    <a:pt x="445" y="2097"/>
                    <a:pt x="434" y="2171"/>
                    <a:pt x="431" y="2248"/>
                  </a:cubicBezTo>
                  <a:cubicBezTo>
                    <a:pt x="434" y="2342"/>
                    <a:pt x="399" y="2433"/>
                    <a:pt x="333" y="2503"/>
                  </a:cubicBezTo>
                  <a:cubicBezTo>
                    <a:pt x="294" y="2552"/>
                    <a:pt x="273" y="2577"/>
                    <a:pt x="291" y="2654"/>
                  </a:cubicBezTo>
                  <a:cubicBezTo>
                    <a:pt x="291" y="2664"/>
                    <a:pt x="294" y="2675"/>
                    <a:pt x="301" y="2682"/>
                  </a:cubicBezTo>
                  <a:cubicBezTo>
                    <a:pt x="303" y="2683"/>
                    <a:pt x="306" y="2683"/>
                    <a:pt x="308" y="2683"/>
                  </a:cubicBezTo>
                  <a:cubicBezTo>
                    <a:pt x="356" y="2683"/>
                    <a:pt x="505" y="2567"/>
                    <a:pt x="578" y="2507"/>
                  </a:cubicBezTo>
                  <a:cubicBezTo>
                    <a:pt x="609" y="2479"/>
                    <a:pt x="645" y="2451"/>
                    <a:pt x="676" y="2430"/>
                  </a:cubicBezTo>
                  <a:cubicBezTo>
                    <a:pt x="795" y="2340"/>
                    <a:pt x="892" y="2315"/>
                    <a:pt x="960" y="2315"/>
                  </a:cubicBezTo>
                  <a:cubicBezTo>
                    <a:pt x="974" y="2315"/>
                    <a:pt x="987" y="2316"/>
                    <a:pt x="998" y="2318"/>
                  </a:cubicBezTo>
                  <a:cubicBezTo>
                    <a:pt x="1065" y="2328"/>
                    <a:pt x="1124" y="2363"/>
                    <a:pt x="1166" y="2419"/>
                  </a:cubicBezTo>
                  <a:cubicBezTo>
                    <a:pt x="1182" y="2430"/>
                    <a:pt x="1203" y="2436"/>
                    <a:pt x="1222" y="2436"/>
                  </a:cubicBezTo>
                  <a:cubicBezTo>
                    <a:pt x="1230" y="2436"/>
                    <a:pt x="1237" y="2435"/>
                    <a:pt x="1243" y="2433"/>
                  </a:cubicBezTo>
                  <a:cubicBezTo>
                    <a:pt x="1313" y="2423"/>
                    <a:pt x="1383" y="2381"/>
                    <a:pt x="1401" y="2339"/>
                  </a:cubicBezTo>
                  <a:cubicBezTo>
                    <a:pt x="1443" y="2237"/>
                    <a:pt x="1583" y="2206"/>
                    <a:pt x="1642" y="2195"/>
                  </a:cubicBezTo>
                  <a:cubicBezTo>
                    <a:pt x="1670" y="2191"/>
                    <a:pt x="1701" y="2189"/>
                    <a:pt x="1732" y="2189"/>
                  </a:cubicBezTo>
                  <a:cubicBezTo>
                    <a:pt x="1839" y="2189"/>
                    <a:pt x="1957" y="2216"/>
                    <a:pt x="2027" y="2297"/>
                  </a:cubicBezTo>
                  <a:lnTo>
                    <a:pt x="2083" y="2367"/>
                  </a:lnTo>
                  <a:cubicBezTo>
                    <a:pt x="2178" y="2486"/>
                    <a:pt x="2279" y="2608"/>
                    <a:pt x="2405" y="2682"/>
                  </a:cubicBezTo>
                  <a:cubicBezTo>
                    <a:pt x="2531" y="2752"/>
                    <a:pt x="2493" y="2927"/>
                    <a:pt x="2458" y="3098"/>
                  </a:cubicBezTo>
                  <a:cubicBezTo>
                    <a:pt x="2444" y="3172"/>
                    <a:pt x="2419" y="3305"/>
                    <a:pt x="2437" y="3330"/>
                  </a:cubicBezTo>
                  <a:cubicBezTo>
                    <a:pt x="2626" y="3382"/>
                    <a:pt x="2885" y="3662"/>
                    <a:pt x="2857" y="3981"/>
                  </a:cubicBezTo>
                  <a:cubicBezTo>
                    <a:pt x="2854" y="4051"/>
                    <a:pt x="2861" y="4121"/>
                    <a:pt x="2871" y="4187"/>
                  </a:cubicBezTo>
                  <a:cubicBezTo>
                    <a:pt x="2871" y="4201"/>
                    <a:pt x="2875" y="4215"/>
                    <a:pt x="2878" y="4229"/>
                  </a:cubicBezTo>
                  <a:lnTo>
                    <a:pt x="2878" y="4236"/>
                  </a:lnTo>
                  <a:cubicBezTo>
                    <a:pt x="2878" y="4250"/>
                    <a:pt x="2882" y="4264"/>
                    <a:pt x="2882" y="4278"/>
                  </a:cubicBezTo>
                  <a:lnTo>
                    <a:pt x="2882" y="4285"/>
                  </a:lnTo>
                  <a:cubicBezTo>
                    <a:pt x="2882" y="4299"/>
                    <a:pt x="2885" y="4313"/>
                    <a:pt x="2885" y="4327"/>
                  </a:cubicBezTo>
                  <a:lnTo>
                    <a:pt x="2885" y="4334"/>
                  </a:lnTo>
                  <a:lnTo>
                    <a:pt x="2885" y="4376"/>
                  </a:lnTo>
                  <a:lnTo>
                    <a:pt x="2885" y="4380"/>
                  </a:lnTo>
                  <a:cubicBezTo>
                    <a:pt x="2885" y="4394"/>
                    <a:pt x="2882" y="4408"/>
                    <a:pt x="2882" y="4425"/>
                  </a:cubicBezTo>
                  <a:lnTo>
                    <a:pt x="2882" y="4432"/>
                  </a:lnTo>
                  <a:cubicBezTo>
                    <a:pt x="2878" y="4446"/>
                    <a:pt x="2875" y="4460"/>
                    <a:pt x="2871" y="4474"/>
                  </a:cubicBezTo>
                  <a:lnTo>
                    <a:pt x="2868" y="4485"/>
                  </a:lnTo>
                  <a:cubicBezTo>
                    <a:pt x="2864" y="4499"/>
                    <a:pt x="2857" y="4513"/>
                    <a:pt x="2850" y="4527"/>
                  </a:cubicBezTo>
                  <a:lnTo>
                    <a:pt x="2850" y="4530"/>
                  </a:lnTo>
                  <a:cubicBezTo>
                    <a:pt x="2843" y="4544"/>
                    <a:pt x="2836" y="4558"/>
                    <a:pt x="2826" y="4576"/>
                  </a:cubicBezTo>
                  <a:lnTo>
                    <a:pt x="2826" y="4579"/>
                  </a:lnTo>
                  <a:cubicBezTo>
                    <a:pt x="2843" y="4586"/>
                    <a:pt x="2861" y="4593"/>
                    <a:pt x="2882" y="4600"/>
                  </a:cubicBezTo>
                  <a:cubicBezTo>
                    <a:pt x="2924" y="4614"/>
                    <a:pt x="2962" y="4635"/>
                    <a:pt x="2997" y="4667"/>
                  </a:cubicBezTo>
                  <a:cubicBezTo>
                    <a:pt x="3011" y="4677"/>
                    <a:pt x="3018" y="4695"/>
                    <a:pt x="3025" y="4709"/>
                  </a:cubicBezTo>
                  <a:lnTo>
                    <a:pt x="3029" y="4702"/>
                  </a:lnTo>
                  <a:cubicBezTo>
                    <a:pt x="3043" y="4684"/>
                    <a:pt x="3050" y="4663"/>
                    <a:pt x="3053" y="4646"/>
                  </a:cubicBezTo>
                  <a:cubicBezTo>
                    <a:pt x="3057" y="4632"/>
                    <a:pt x="3057" y="4621"/>
                    <a:pt x="3057" y="4611"/>
                  </a:cubicBezTo>
                  <a:cubicBezTo>
                    <a:pt x="3053" y="4544"/>
                    <a:pt x="3088" y="4478"/>
                    <a:pt x="3144" y="4443"/>
                  </a:cubicBezTo>
                  <a:cubicBezTo>
                    <a:pt x="3194" y="4409"/>
                    <a:pt x="3259" y="4397"/>
                    <a:pt x="3323" y="4397"/>
                  </a:cubicBezTo>
                  <a:cubicBezTo>
                    <a:pt x="3399" y="4397"/>
                    <a:pt x="3473" y="4413"/>
                    <a:pt x="3522" y="4432"/>
                  </a:cubicBezTo>
                  <a:cubicBezTo>
                    <a:pt x="3529" y="4436"/>
                    <a:pt x="3540" y="4439"/>
                    <a:pt x="3547" y="4443"/>
                  </a:cubicBezTo>
                  <a:lnTo>
                    <a:pt x="3557" y="4443"/>
                  </a:lnTo>
                  <a:cubicBezTo>
                    <a:pt x="3564" y="4443"/>
                    <a:pt x="3571" y="4443"/>
                    <a:pt x="3582" y="4446"/>
                  </a:cubicBezTo>
                  <a:lnTo>
                    <a:pt x="3655" y="4446"/>
                  </a:lnTo>
                  <a:lnTo>
                    <a:pt x="3673" y="4443"/>
                  </a:lnTo>
                  <a:lnTo>
                    <a:pt x="3701" y="4436"/>
                  </a:lnTo>
                  <a:lnTo>
                    <a:pt x="3718" y="4432"/>
                  </a:lnTo>
                  <a:lnTo>
                    <a:pt x="3743" y="4425"/>
                  </a:lnTo>
                  <a:lnTo>
                    <a:pt x="3764" y="4415"/>
                  </a:lnTo>
                  <a:lnTo>
                    <a:pt x="3788" y="4404"/>
                  </a:lnTo>
                  <a:lnTo>
                    <a:pt x="3809" y="4390"/>
                  </a:lnTo>
                  <a:lnTo>
                    <a:pt x="3820" y="4383"/>
                  </a:lnTo>
                  <a:cubicBezTo>
                    <a:pt x="3820" y="4334"/>
                    <a:pt x="3823" y="4282"/>
                    <a:pt x="3830" y="4233"/>
                  </a:cubicBezTo>
                  <a:lnTo>
                    <a:pt x="3830" y="4226"/>
                  </a:lnTo>
                  <a:cubicBezTo>
                    <a:pt x="3830" y="4212"/>
                    <a:pt x="3834" y="4198"/>
                    <a:pt x="3837" y="4187"/>
                  </a:cubicBezTo>
                  <a:cubicBezTo>
                    <a:pt x="3862" y="4047"/>
                    <a:pt x="3851" y="3904"/>
                    <a:pt x="3802" y="3774"/>
                  </a:cubicBezTo>
                  <a:cubicBezTo>
                    <a:pt x="3792" y="3743"/>
                    <a:pt x="3774" y="3715"/>
                    <a:pt x="3750" y="3690"/>
                  </a:cubicBezTo>
                  <a:cubicBezTo>
                    <a:pt x="3711" y="3652"/>
                    <a:pt x="3666" y="3620"/>
                    <a:pt x="3620" y="3596"/>
                  </a:cubicBezTo>
                  <a:cubicBezTo>
                    <a:pt x="3494" y="3512"/>
                    <a:pt x="3337" y="3410"/>
                    <a:pt x="3284" y="3249"/>
                  </a:cubicBezTo>
                  <a:cubicBezTo>
                    <a:pt x="3249" y="3151"/>
                    <a:pt x="3148" y="3046"/>
                    <a:pt x="3050" y="2941"/>
                  </a:cubicBezTo>
                  <a:cubicBezTo>
                    <a:pt x="2952" y="2839"/>
                    <a:pt x="2871" y="2752"/>
                    <a:pt x="2833" y="2661"/>
                  </a:cubicBezTo>
                  <a:cubicBezTo>
                    <a:pt x="2798" y="2587"/>
                    <a:pt x="2752" y="2517"/>
                    <a:pt x="2699" y="2454"/>
                  </a:cubicBezTo>
                  <a:cubicBezTo>
                    <a:pt x="2626" y="2353"/>
                    <a:pt x="2552" y="2255"/>
                    <a:pt x="2549" y="2157"/>
                  </a:cubicBezTo>
                  <a:cubicBezTo>
                    <a:pt x="2535" y="2118"/>
                    <a:pt x="2395" y="2038"/>
                    <a:pt x="2314" y="1992"/>
                  </a:cubicBezTo>
                  <a:cubicBezTo>
                    <a:pt x="2115" y="1877"/>
                    <a:pt x="1908" y="1758"/>
                    <a:pt x="1968" y="1607"/>
                  </a:cubicBezTo>
                  <a:cubicBezTo>
                    <a:pt x="2013" y="1488"/>
                    <a:pt x="2143" y="1467"/>
                    <a:pt x="2244" y="1450"/>
                  </a:cubicBezTo>
                  <a:cubicBezTo>
                    <a:pt x="2346" y="1429"/>
                    <a:pt x="2377" y="1418"/>
                    <a:pt x="2377" y="1390"/>
                  </a:cubicBezTo>
                  <a:cubicBezTo>
                    <a:pt x="2377" y="1338"/>
                    <a:pt x="2356" y="1289"/>
                    <a:pt x="2321" y="1254"/>
                  </a:cubicBezTo>
                  <a:cubicBezTo>
                    <a:pt x="2255" y="1177"/>
                    <a:pt x="2216" y="1082"/>
                    <a:pt x="2206" y="984"/>
                  </a:cubicBezTo>
                  <a:cubicBezTo>
                    <a:pt x="2192" y="903"/>
                    <a:pt x="2157" y="886"/>
                    <a:pt x="2143" y="882"/>
                  </a:cubicBezTo>
                  <a:cubicBezTo>
                    <a:pt x="2127" y="875"/>
                    <a:pt x="2108" y="871"/>
                    <a:pt x="2088" y="871"/>
                  </a:cubicBezTo>
                  <a:cubicBezTo>
                    <a:pt x="2035" y="871"/>
                    <a:pt x="1971" y="894"/>
                    <a:pt x="1926" y="924"/>
                  </a:cubicBezTo>
                  <a:cubicBezTo>
                    <a:pt x="1894" y="946"/>
                    <a:pt x="1854" y="955"/>
                    <a:pt x="1810" y="955"/>
                  </a:cubicBezTo>
                  <a:cubicBezTo>
                    <a:pt x="1733" y="955"/>
                    <a:pt x="1644" y="926"/>
                    <a:pt x="1572" y="886"/>
                  </a:cubicBezTo>
                  <a:cubicBezTo>
                    <a:pt x="1446" y="819"/>
                    <a:pt x="1373" y="725"/>
                    <a:pt x="1373" y="627"/>
                  </a:cubicBezTo>
                  <a:cubicBezTo>
                    <a:pt x="1373" y="564"/>
                    <a:pt x="1306" y="504"/>
                    <a:pt x="1240" y="445"/>
                  </a:cubicBezTo>
                  <a:cubicBezTo>
                    <a:pt x="1170" y="375"/>
                    <a:pt x="1093" y="305"/>
                    <a:pt x="1093" y="210"/>
                  </a:cubicBezTo>
                  <a:cubicBezTo>
                    <a:pt x="1093" y="168"/>
                    <a:pt x="1012" y="77"/>
                    <a:pt x="946" y="4"/>
                  </a:cubicBezTo>
                  <a:lnTo>
                    <a:pt x="921" y="11"/>
                  </a:lnTo>
                  <a:lnTo>
                    <a:pt x="918" y="7"/>
                  </a:lnTo>
                  <a:cubicBezTo>
                    <a:pt x="904" y="11"/>
                    <a:pt x="890" y="14"/>
                    <a:pt x="876" y="14"/>
                  </a:cubicBezTo>
                  <a:lnTo>
                    <a:pt x="872" y="14"/>
                  </a:lnTo>
                  <a:cubicBezTo>
                    <a:pt x="858" y="18"/>
                    <a:pt x="848" y="18"/>
                    <a:pt x="837" y="21"/>
                  </a:cubicBezTo>
                  <a:lnTo>
                    <a:pt x="830" y="21"/>
                  </a:lnTo>
                  <a:cubicBezTo>
                    <a:pt x="813" y="21"/>
                    <a:pt x="792" y="18"/>
                    <a:pt x="774" y="14"/>
                  </a:cubicBezTo>
                  <a:lnTo>
                    <a:pt x="771" y="14"/>
                  </a:lnTo>
                  <a:cubicBezTo>
                    <a:pt x="764" y="14"/>
                    <a:pt x="757" y="11"/>
                    <a:pt x="750" y="11"/>
                  </a:cubicBezTo>
                  <a:lnTo>
                    <a:pt x="736" y="4"/>
                  </a:lnTo>
                  <a:lnTo>
                    <a:pt x="732" y="0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49" name="Google Shape;5207;p80">
              <a:extLst>
                <a:ext uri="{FF2B5EF4-FFF2-40B4-BE49-F238E27FC236}">
                  <a16:creationId xmlns:a16="http://schemas.microsoft.com/office/drawing/2014/main" id="{42B0DBDD-EA8E-219A-7BEE-FB3B1BB04CE0}"/>
                </a:ext>
              </a:extLst>
            </p:cNvPr>
            <p:cNvSpPr/>
            <p:nvPr/>
          </p:nvSpPr>
          <p:spPr>
            <a:xfrm>
              <a:off x="2786525" y="1885469"/>
              <a:ext cx="54" cy="204"/>
            </a:xfrm>
            <a:custGeom>
              <a:avLst/>
              <a:gdLst/>
              <a:ahLst/>
              <a:cxnLst/>
              <a:rect l="l" t="t" r="r" b="b"/>
              <a:pathLst>
                <a:path w="4" h="15" extrusionOk="0">
                  <a:moveTo>
                    <a:pt x="4" y="0"/>
                  </a:moveTo>
                  <a:lnTo>
                    <a:pt x="0" y="14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50" name="Google Shape;5208;p80">
              <a:extLst>
                <a:ext uri="{FF2B5EF4-FFF2-40B4-BE49-F238E27FC236}">
                  <a16:creationId xmlns:a16="http://schemas.microsoft.com/office/drawing/2014/main" id="{C98C4807-52CA-4222-993B-0085DD2E245D}"/>
                </a:ext>
              </a:extLst>
            </p:cNvPr>
            <p:cNvSpPr/>
            <p:nvPr/>
          </p:nvSpPr>
          <p:spPr>
            <a:xfrm>
              <a:off x="2788086" y="1882998"/>
              <a:ext cx="163" cy="204"/>
            </a:xfrm>
            <a:custGeom>
              <a:avLst/>
              <a:gdLst/>
              <a:ahLst/>
              <a:cxnLst/>
              <a:rect l="l" t="t" r="r" b="b"/>
              <a:pathLst>
                <a:path w="12" h="15" extrusionOk="0">
                  <a:moveTo>
                    <a:pt x="11" y="0"/>
                  </a:moveTo>
                  <a:lnTo>
                    <a:pt x="1" y="14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51" name="Google Shape;5209;p80">
              <a:extLst>
                <a:ext uri="{FF2B5EF4-FFF2-40B4-BE49-F238E27FC236}">
                  <a16:creationId xmlns:a16="http://schemas.microsoft.com/office/drawing/2014/main" id="{741D75DB-2E59-E1C5-FBC7-5723BE03BBC3}"/>
                </a:ext>
              </a:extLst>
            </p:cNvPr>
            <p:cNvSpPr/>
            <p:nvPr/>
          </p:nvSpPr>
          <p:spPr>
            <a:xfrm>
              <a:off x="2785615" y="1887981"/>
              <a:ext cx="109" cy="163"/>
            </a:xfrm>
            <a:custGeom>
              <a:avLst/>
              <a:gdLst/>
              <a:ahLst/>
              <a:cxnLst/>
              <a:rect l="l" t="t" r="r" b="b"/>
              <a:pathLst>
                <a:path w="8" h="12" extrusionOk="0">
                  <a:moveTo>
                    <a:pt x="8" y="1"/>
                  </a:moveTo>
                  <a:lnTo>
                    <a:pt x="1" y="11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52" name="Google Shape;5210;p80">
              <a:extLst>
                <a:ext uri="{FF2B5EF4-FFF2-40B4-BE49-F238E27FC236}">
                  <a16:creationId xmlns:a16="http://schemas.microsoft.com/office/drawing/2014/main" id="{7F7A107E-4E43-7256-C797-AA6936C3021A}"/>
                </a:ext>
              </a:extLst>
            </p:cNvPr>
            <p:cNvSpPr/>
            <p:nvPr/>
          </p:nvSpPr>
          <p:spPr>
            <a:xfrm>
              <a:off x="2788996" y="1881857"/>
              <a:ext cx="109" cy="149"/>
            </a:xfrm>
            <a:custGeom>
              <a:avLst/>
              <a:gdLst/>
              <a:ahLst/>
              <a:cxnLst/>
              <a:rect l="l" t="t" r="r" b="b"/>
              <a:pathLst>
                <a:path w="8" h="11" extrusionOk="0">
                  <a:moveTo>
                    <a:pt x="7" y="0"/>
                  </a:moveTo>
                  <a:lnTo>
                    <a:pt x="0" y="11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53" name="Google Shape;5211;p80">
              <a:extLst>
                <a:ext uri="{FF2B5EF4-FFF2-40B4-BE49-F238E27FC236}">
                  <a16:creationId xmlns:a16="http://schemas.microsoft.com/office/drawing/2014/main" id="{4288FD3C-5EAC-7EC8-21FF-A24B86068103}"/>
                </a:ext>
              </a:extLst>
            </p:cNvPr>
            <p:cNvSpPr/>
            <p:nvPr/>
          </p:nvSpPr>
          <p:spPr>
            <a:xfrm>
              <a:off x="2788371" y="1882618"/>
              <a:ext cx="163" cy="149"/>
            </a:xfrm>
            <a:custGeom>
              <a:avLst/>
              <a:gdLst/>
              <a:ahLst/>
              <a:cxnLst/>
              <a:rect l="l" t="t" r="r" b="b"/>
              <a:pathLst>
                <a:path w="12" h="11" extrusionOk="0">
                  <a:moveTo>
                    <a:pt x="11" y="0"/>
                  </a:moveTo>
                  <a:lnTo>
                    <a:pt x="1" y="11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54" name="Google Shape;5212;p80">
              <a:extLst>
                <a:ext uri="{FF2B5EF4-FFF2-40B4-BE49-F238E27FC236}">
                  <a16:creationId xmlns:a16="http://schemas.microsoft.com/office/drawing/2014/main" id="{EDE6172C-F348-D378-7BBC-FA62F5E20477}"/>
                </a:ext>
              </a:extLst>
            </p:cNvPr>
            <p:cNvSpPr/>
            <p:nvPr/>
          </p:nvSpPr>
          <p:spPr>
            <a:xfrm>
              <a:off x="2786185" y="1886514"/>
              <a:ext cx="14" cy="149"/>
            </a:xfrm>
            <a:custGeom>
              <a:avLst/>
              <a:gdLst/>
              <a:ahLst/>
              <a:cxnLst/>
              <a:rect l="l" t="t" r="r" b="b"/>
              <a:pathLst>
                <a:path w="1" h="11" extrusionOk="0">
                  <a:moveTo>
                    <a:pt x="1" y="0"/>
                  </a:moveTo>
                  <a:cubicBezTo>
                    <a:pt x="1" y="4"/>
                    <a:pt x="1" y="7"/>
                    <a:pt x="1" y="11"/>
                  </a:cubicBezTo>
                  <a:cubicBezTo>
                    <a:pt x="1" y="7"/>
                    <a:pt x="1" y="4"/>
                    <a:pt x="1" y="0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55" name="Google Shape;5213;p80">
              <a:extLst>
                <a:ext uri="{FF2B5EF4-FFF2-40B4-BE49-F238E27FC236}">
                  <a16:creationId xmlns:a16="http://schemas.microsoft.com/office/drawing/2014/main" id="{697ECB25-25D7-0E70-4DB5-DA1C60C2AB58}"/>
                </a:ext>
              </a:extLst>
            </p:cNvPr>
            <p:cNvSpPr/>
            <p:nvPr/>
          </p:nvSpPr>
          <p:spPr>
            <a:xfrm>
              <a:off x="2786376" y="1885795"/>
              <a:ext cx="68" cy="163"/>
            </a:xfrm>
            <a:custGeom>
              <a:avLst/>
              <a:gdLst/>
              <a:ahLst/>
              <a:cxnLst/>
              <a:rect l="l" t="t" r="r" b="b"/>
              <a:pathLst>
                <a:path w="5" h="12" extrusionOk="0">
                  <a:moveTo>
                    <a:pt x="4" y="1"/>
                  </a:moveTo>
                  <a:lnTo>
                    <a:pt x="1" y="11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56" name="Google Shape;5214;p80">
              <a:extLst>
                <a:ext uri="{FF2B5EF4-FFF2-40B4-BE49-F238E27FC236}">
                  <a16:creationId xmlns:a16="http://schemas.microsoft.com/office/drawing/2014/main" id="{9E1DF81C-AA6C-3AC2-B6FC-B48612CF78B3}"/>
                </a:ext>
              </a:extLst>
            </p:cNvPr>
            <p:cNvSpPr/>
            <p:nvPr/>
          </p:nvSpPr>
          <p:spPr>
            <a:xfrm>
              <a:off x="2786280" y="1886039"/>
              <a:ext cx="68" cy="149"/>
            </a:xfrm>
            <a:custGeom>
              <a:avLst/>
              <a:gdLst/>
              <a:ahLst/>
              <a:cxnLst/>
              <a:rect l="l" t="t" r="r" b="b"/>
              <a:pathLst>
                <a:path w="5" h="11" extrusionOk="0">
                  <a:moveTo>
                    <a:pt x="4" y="0"/>
                  </a:moveTo>
                  <a:lnTo>
                    <a:pt x="1" y="11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57" name="Google Shape;5215;p80">
              <a:extLst>
                <a:ext uri="{FF2B5EF4-FFF2-40B4-BE49-F238E27FC236}">
                  <a16:creationId xmlns:a16="http://schemas.microsoft.com/office/drawing/2014/main" id="{97F082DB-A7B4-2941-E238-C0D5B89031AA}"/>
                </a:ext>
              </a:extLst>
            </p:cNvPr>
            <p:cNvSpPr/>
            <p:nvPr/>
          </p:nvSpPr>
          <p:spPr>
            <a:xfrm>
              <a:off x="2787801" y="1883378"/>
              <a:ext cx="163" cy="204"/>
            </a:xfrm>
            <a:custGeom>
              <a:avLst/>
              <a:gdLst/>
              <a:ahLst/>
              <a:cxnLst/>
              <a:rect l="l" t="t" r="r" b="b"/>
              <a:pathLst>
                <a:path w="12" h="15" extrusionOk="0">
                  <a:moveTo>
                    <a:pt x="11" y="0"/>
                  </a:moveTo>
                  <a:lnTo>
                    <a:pt x="1" y="14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58" name="Google Shape;5216;p80">
              <a:extLst>
                <a:ext uri="{FF2B5EF4-FFF2-40B4-BE49-F238E27FC236}">
                  <a16:creationId xmlns:a16="http://schemas.microsoft.com/office/drawing/2014/main" id="{E2B66105-5A9D-CABE-C4CC-13BFE20FFA65}"/>
                </a:ext>
              </a:extLst>
            </p:cNvPr>
            <p:cNvSpPr/>
            <p:nvPr/>
          </p:nvSpPr>
          <p:spPr>
            <a:xfrm>
              <a:off x="2788657" y="1882237"/>
              <a:ext cx="163" cy="149"/>
            </a:xfrm>
            <a:custGeom>
              <a:avLst/>
              <a:gdLst/>
              <a:ahLst/>
              <a:cxnLst/>
              <a:rect l="l" t="t" r="r" b="b"/>
              <a:pathLst>
                <a:path w="12" h="11" extrusionOk="0">
                  <a:moveTo>
                    <a:pt x="11" y="0"/>
                  </a:moveTo>
                  <a:lnTo>
                    <a:pt x="1" y="11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59" name="Google Shape;5217;p80">
              <a:extLst>
                <a:ext uri="{FF2B5EF4-FFF2-40B4-BE49-F238E27FC236}">
                  <a16:creationId xmlns:a16="http://schemas.microsoft.com/office/drawing/2014/main" id="{705C1160-4B8F-0D81-523F-9E4D7811E42E}"/>
                </a:ext>
              </a:extLst>
            </p:cNvPr>
            <p:cNvSpPr/>
            <p:nvPr/>
          </p:nvSpPr>
          <p:spPr>
            <a:xfrm>
              <a:off x="2786185" y="1886270"/>
              <a:ext cx="68" cy="163"/>
            </a:xfrm>
            <a:custGeom>
              <a:avLst/>
              <a:gdLst/>
              <a:ahLst/>
              <a:cxnLst/>
              <a:rect l="l" t="t" r="r" b="b"/>
              <a:pathLst>
                <a:path w="5" h="12" extrusionOk="0">
                  <a:moveTo>
                    <a:pt x="4" y="1"/>
                  </a:moveTo>
                  <a:cubicBezTo>
                    <a:pt x="1" y="4"/>
                    <a:pt x="1" y="8"/>
                    <a:pt x="1" y="11"/>
                  </a:cubicBezTo>
                  <a:cubicBezTo>
                    <a:pt x="4" y="8"/>
                    <a:pt x="4" y="4"/>
                    <a:pt x="4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60" name="Google Shape;5218;p80">
              <a:extLst>
                <a:ext uri="{FF2B5EF4-FFF2-40B4-BE49-F238E27FC236}">
                  <a16:creationId xmlns:a16="http://schemas.microsoft.com/office/drawing/2014/main" id="{2FCC58D2-A00F-414F-34AB-8D302A23FFBE}"/>
                </a:ext>
              </a:extLst>
            </p:cNvPr>
            <p:cNvSpPr/>
            <p:nvPr/>
          </p:nvSpPr>
          <p:spPr>
            <a:xfrm>
              <a:off x="2785289" y="1888320"/>
              <a:ext cx="109" cy="109"/>
            </a:xfrm>
            <a:custGeom>
              <a:avLst/>
              <a:gdLst/>
              <a:ahLst/>
              <a:cxnLst/>
              <a:rect l="l" t="t" r="r" b="b"/>
              <a:pathLst>
                <a:path w="8" h="8" extrusionOk="0">
                  <a:moveTo>
                    <a:pt x="7" y="0"/>
                  </a:moveTo>
                  <a:lnTo>
                    <a:pt x="0" y="7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61" name="Google Shape;5219;p80">
              <a:extLst>
                <a:ext uri="{FF2B5EF4-FFF2-40B4-BE49-F238E27FC236}">
                  <a16:creationId xmlns:a16="http://schemas.microsoft.com/office/drawing/2014/main" id="{E506DCFC-EC2A-B93B-A34B-AF0F6660FA6E}"/>
                </a:ext>
              </a:extLst>
            </p:cNvPr>
            <p:cNvSpPr/>
            <p:nvPr/>
          </p:nvSpPr>
          <p:spPr>
            <a:xfrm>
              <a:off x="2786050" y="1887180"/>
              <a:ext cx="54" cy="149"/>
            </a:xfrm>
            <a:custGeom>
              <a:avLst/>
              <a:gdLst/>
              <a:ahLst/>
              <a:cxnLst/>
              <a:rect l="l" t="t" r="r" b="b"/>
              <a:pathLst>
                <a:path w="4" h="11" extrusionOk="0">
                  <a:moveTo>
                    <a:pt x="4" y="0"/>
                  </a:moveTo>
                  <a:cubicBezTo>
                    <a:pt x="4" y="4"/>
                    <a:pt x="0" y="7"/>
                    <a:pt x="0" y="11"/>
                  </a:cubicBezTo>
                  <a:cubicBezTo>
                    <a:pt x="0" y="7"/>
                    <a:pt x="4" y="4"/>
                    <a:pt x="4" y="0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62" name="Google Shape;5220;p80">
              <a:extLst>
                <a:ext uri="{FF2B5EF4-FFF2-40B4-BE49-F238E27FC236}">
                  <a16:creationId xmlns:a16="http://schemas.microsoft.com/office/drawing/2014/main" id="{8F90D320-50F2-B296-8AFE-E3E9FD664DD4}"/>
                </a:ext>
              </a:extLst>
            </p:cNvPr>
            <p:cNvSpPr/>
            <p:nvPr/>
          </p:nvSpPr>
          <p:spPr>
            <a:xfrm>
              <a:off x="2785860" y="1887601"/>
              <a:ext cx="109" cy="163"/>
            </a:xfrm>
            <a:custGeom>
              <a:avLst/>
              <a:gdLst/>
              <a:ahLst/>
              <a:cxnLst/>
              <a:rect l="l" t="t" r="r" b="b"/>
              <a:pathLst>
                <a:path w="8" h="12" extrusionOk="0">
                  <a:moveTo>
                    <a:pt x="7" y="1"/>
                  </a:moveTo>
                  <a:lnTo>
                    <a:pt x="0" y="11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63" name="Google Shape;5221;p80">
              <a:extLst>
                <a:ext uri="{FF2B5EF4-FFF2-40B4-BE49-F238E27FC236}">
                  <a16:creationId xmlns:a16="http://schemas.microsoft.com/office/drawing/2014/main" id="{44A23B8D-4923-55CE-9CBC-4F9E079C0075}"/>
                </a:ext>
              </a:extLst>
            </p:cNvPr>
            <p:cNvSpPr/>
            <p:nvPr/>
          </p:nvSpPr>
          <p:spPr>
            <a:xfrm>
              <a:off x="2787570" y="1883758"/>
              <a:ext cx="109" cy="204"/>
            </a:xfrm>
            <a:custGeom>
              <a:avLst/>
              <a:gdLst/>
              <a:ahLst/>
              <a:cxnLst/>
              <a:rect l="l" t="t" r="r" b="b"/>
              <a:pathLst>
                <a:path w="8" h="15" extrusionOk="0">
                  <a:moveTo>
                    <a:pt x="7" y="0"/>
                  </a:moveTo>
                  <a:lnTo>
                    <a:pt x="0" y="14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64" name="Google Shape;5222;p80">
              <a:extLst>
                <a:ext uri="{FF2B5EF4-FFF2-40B4-BE49-F238E27FC236}">
                  <a16:creationId xmlns:a16="http://schemas.microsoft.com/office/drawing/2014/main" id="{F1A559A9-97DA-5DA5-7C67-B71E65CE7137}"/>
                </a:ext>
              </a:extLst>
            </p:cNvPr>
            <p:cNvSpPr/>
            <p:nvPr/>
          </p:nvSpPr>
          <p:spPr>
            <a:xfrm>
              <a:off x="2789281" y="1881572"/>
              <a:ext cx="54" cy="109"/>
            </a:xfrm>
            <a:custGeom>
              <a:avLst/>
              <a:gdLst/>
              <a:ahLst/>
              <a:cxnLst/>
              <a:rect l="l" t="t" r="r" b="b"/>
              <a:pathLst>
                <a:path w="4" h="8" extrusionOk="0">
                  <a:moveTo>
                    <a:pt x="0" y="7"/>
                  </a:moveTo>
                  <a:lnTo>
                    <a:pt x="4" y="0"/>
                  </a:lnTo>
                  <a:lnTo>
                    <a:pt x="4" y="0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65" name="Google Shape;5223;p80">
              <a:extLst>
                <a:ext uri="{FF2B5EF4-FFF2-40B4-BE49-F238E27FC236}">
                  <a16:creationId xmlns:a16="http://schemas.microsoft.com/office/drawing/2014/main" id="{657B663F-A066-A6A3-E1EE-7F8075BD6A8B}"/>
                </a:ext>
              </a:extLst>
            </p:cNvPr>
            <p:cNvSpPr/>
            <p:nvPr/>
          </p:nvSpPr>
          <p:spPr>
            <a:xfrm>
              <a:off x="2787285" y="1884138"/>
              <a:ext cx="149" cy="149"/>
            </a:xfrm>
            <a:custGeom>
              <a:avLst/>
              <a:gdLst/>
              <a:ahLst/>
              <a:cxnLst/>
              <a:rect l="l" t="t" r="r" b="b"/>
              <a:pathLst>
                <a:path w="11" h="11" extrusionOk="0">
                  <a:moveTo>
                    <a:pt x="11" y="0"/>
                  </a:moveTo>
                  <a:lnTo>
                    <a:pt x="0" y="11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66" name="Google Shape;5224;p80">
              <a:extLst>
                <a:ext uri="{FF2B5EF4-FFF2-40B4-BE49-F238E27FC236}">
                  <a16:creationId xmlns:a16="http://schemas.microsoft.com/office/drawing/2014/main" id="{1FA8083A-10C8-4B04-D2FF-5A0B475B6C7E}"/>
                </a:ext>
              </a:extLst>
            </p:cNvPr>
            <p:cNvSpPr/>
            <p:nvPr/>
          </p:nvSpPr>
          <p:spPr>
            <a:xfrm>
              <a:off x="2787041" y="1884464"/>
              <a:ext cx="163" cy="204"/>
            </a:xfrm>
            <a:custGeom>
              <a:avLst/>
              <a:gdLst/>
              <a:ahLst/>
              <a:cxnLst/>
              <a:rect l="l" t="t" r="r" b="b"/>
              <a:pathLst>
                <a:path w="12" h="15" extrusionOk="0">
                  <a:moveTo>
                    <a:pt x="11" y="1"/>
                  </a:moveTo>
                  <a:lnTo>
                    <a:pt x="1" y="15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67" name="Google Shape;5225;p80">
              <a:extLst>
                <a:ext uri="{FF2B5EF4-FFF2-40B4-BE49-F238E27FC236}">
                  <a16:creationId xmlns:a16="http://schemas.microsoft.com/office/drawing/2014/main" id="{0DBB1F43-F035-A397-2F1F-E97D8341F371}"/>
                </a:ext>
              </a:extLst>
            </p:cNvPr>
            <p:cNvSpPr/>
            <p:nvPr/>
          </p:nvSpPr>
          <p:spPr>
            <a:xfrm>
              <a:off x="2786851" y="1884844"/>
              <a:ext cx="109" cy="163"/>
            </a:xfrm>
            <a:custGeom>
              <a:avLst/>
              <a:gdLst/>
              <a:ahLst/>
              <a:cxnLst/>
              <a:rect l="l" t="t" r="r" b="b"/>
              <a:pathLst>
                <a:path w="8" h="12" extrusionOk="0">
                  <a:moveTo>
                    <a:pt x="8" y="1"/>
                  </a:moveTo>
                  <a:lnTo>
                    <a:pt x="1" y="11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68" name="Google Shape;5226;p80">
              <a:extLst>
                <a:ext uri="{FF2B5EF4-FFF2-40B4-BE49-F238E27FC236}">
                  <a16:creationId xmlns:a16="http://schemas.microsoft.com/office/drawing/2014/main" id="{411865C7-007B-78D7-BB9C-EBD6783C82DD}"/>
                </a:ext>
              </a:extLst>
            </p:cNvPr>
            <p:cNvSpPr/>
            <p:nvPr/>
          </p:nvSpPr>
          <p:spPr>
            <a:xfrm>
              <a:off x="2786715" y="1885184"/>
              <a:ext cx="109" cy="149"/>
            </a:xfrm>
            <a:custGeom>
              <a:avLst/>
              <a:gdLst/>
              <a:ahLst/>
              <a:cxnLst/>
              <a:rect l="l" t="t" r="r" b="b"/>
              <a:pathLst>
                <a:path w="8" h="11" extrusionOk="0">
                  <a:moveTo>
                    <a:pt x="7" y="0"/>
                  </a:moveTo>
                  <a:lnTo>
                    <a:pt x="0" y="11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69" name="Google Shape;5227;p80">
              <a:extLst>
                <a:ext uri="{FF2B5EF4-FFF2-40B4-BE49-F238E27FC236}">
                  <a16:creationId xmlns:a16="http://schemas.microsoft.com/office/drawing/2014/main" id="{63FEAB31-21FF-940F-22A7-CB353F4814F9}"/>
                </a:ext>
              </a:extLst>
            </p:cNvPr>
            <p:cNvSpPr/>
            <p:nvPr/>
          </p:nvSpPr>
          <p:spPr>
            <a:xfrm>
              <a:off x="2836191" y="1932053"/>
              <a:ext cx="109" cy="530"/>
            </a:xfrm>
            <a:custGeom>
              <a:avLst/>
              <a:gdLst/>
              <a:ahLst/>
              <a:cxnLst/>
              <a:rect l="l" t="t" r="r" b="b"/>
              <a:pathLst>
                <a:path w="8" h="39" extrusionOk="0">
                  <a:moveTo>
                    <a:pt x="8" y="0"/>
                  </a:moveTo>
                  <a:cubicBezTo>
                    <a:pt x="4" y="11"/>
                    <a:pt x="1" y="25"/>
                    <a:pt x="1" y="39"/>
                  </a:cubicBezTo>
                  <a:cubicBezTo>
                    <a:pt x="1" y="25"/>
                    <a:pt x="8" y="11"/>
                    <a:pt x="8" y="0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70" name="Google Shape;5228;p80">
              <a:extLst>
                <a:ext uri="{FF2B5EF4-FFF2-40B4-BE49-F238E27FC236}">
                  <a16:creationId xmlns:a16="http://schemas.microsoft.com/office/drawing/2014/main" id="{7BB7696B-9D1F-0F47-6DD8-3F3B2B2AB04D}"/>
                </a:ext>
              </a:extLst>
            </p:cNvPr>
            <p:cNvSpPr/>
            <p:nvPr/>
          </p:nvSpPr>
          <p:spPr>
            <a:xfrm>
              <a:off x="2836056" y="1932664"/>
              <a:ext cx="149" cy="2064"/>
            </a:xfrm>
            <a:custGeom>
              <a:avLst/>
              <a:gdLst/>
              <a:ahLst/>
              <a:cxnLst/>
              <a:rect l="l" t="t" r="r" b="b"/>
              <a:pathLst>
                <a:path w="11" h="152" extrusionOk="0">
                  <a:moveTo>
                    <a:pt x="11" y="1"/>
                  </a:moveTo>
                  <a:cubicBezTo>
                    <a:pt x="4" y="46"/>
                    <a:pt x="0" y="99"/>
                    <a:pt x="0" y="151"/>
                  </a:cubicBezTo>
                  <a:cubicBezTo>
                    <a:pt x="0" y="102"/>
                    <a:pt x="4" y="50"/>
                    <a:pt x="11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71" name="Google Shape;5229;p80">
              <a:extLst>
                <a:ext uri="{FF2B5EF4-FFF2-40B4-BE49-F238E27FC236}">
                  <a16:creationId xmlns:a16="http://schemas.microsoft.com/office/drawing/2014/main" id="{D612D1A5-6AFD-CA13-C0B3-4AA1416BB9A4}"/>
                </a:ext>
              </a:extLst>
            </p:cNvPr>
            <p:cNvSpPr/>
            <p:nvPr/>
          </p:nvSpPr>
          <p:spPr>
            <a:xfrm>
              <a:off x="2797075" y="1875245"/>
              <a:ext cx="14" cy="14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1" y="1"/>
                  </a:moveTo>
                  <a:lnTo>
                    <a:pt x="1" y="1"/>
                  </a:lnTo>
                  <a:lnTo>
                    <a:pt x="1" y="1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72" name="Google Shape;5230;p80">
              <a:extLst>
                <a:ext uri="{FF2B5EF4-FFF2-40B4-BE49-F238E27FC236}">
                  <a16:creationId xmlns:a16="http://schemas.microsoft.com/office/drawing/2014/main" id="{8CD94587-2D9B-21DD-2FEC-06419B13B1AA}"/>
                </a:ext>
              </a:extLst>
            </p:cNvPr>
            <p:cNvSpPr/>
            <p:nvPr/>
          </p:nvSpPr>
          <p:spPr>
            <a:xfrm>
              <a:off x="2825316" y="1938231"/>
              <a:ext cx="339" cy="815"/>
            </a:xfrm>
            <a:custGeom>
              <a:avLst/>
              <a:gdLst/>
              <a:ahLst/>
              <a:cxnLst/>
              <a:rect l="l" t="t" r="r" b="b"/>
              <a:pathLst>
                <a:path w="25" h="60" extrusionOk="0">
                  <a:moveTo>
                    <a:pt x="25" y="0"/>
                  </a:moveTo>
                  <a:cubicBezTo>
                    <a:pt x="21" y="21"/>
                    <a:pt x="14" y="42"/>
                    <a:pt x="0" y="60"/>
                  </a:cubicBezTo>
                  <a:cubicBezTo>
                    <a:pt x="14" y="42"/>
                    <a:pt x="21" y="21"/>
                    <a:pt x="25" y="0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73" name="Google Shape;5231;p80">
              <a:extLst>
                <a:ext uri="{FF2B5EF4-FFF2-40B4-BE49-F238E27FC236}">
                  <a16:creationId xmlns:a16="http://schemas.microsoft.com/office/drawing/2014/main" id="{7F26F6C2-6C57-BB93-649D-FC0A832E85EE}"/>
                </a:ext>
              </a:extLst>
            </p:cNvPr>
            <p:cNvSpPr/>
            <p:nvPr/>
          </p:nvSpPr>
          <p:spPr>
            <a:xfrm>
              <a:off x="2832009" y="1935380"/>
              <a:ext cx="353" cy="149"/>
            </a:xfrm>
            <a:custGeom>
              <a:avLst/>
              <a:gdLst/>
              <a:ahLst/>
              <a:cxnLst/>
              <a:rect l="l" t="t" r="r" b="b"/>
              <a:pathLst>
                <a:path w="26" h="11" extrusionOk="0">
                  <a:moveTo>
                    <a:pt x="25" y="11"/>
                  </a:moveTo>
                  <a:cubicBezTo>
                    <a:pt x="15" y="7"/>
                    <a:pt x="8" y="4"/>
                    <a:pt x="1" y="0"/>
                  </a:cubicBezTo>
                  <a:cubicBezTo>
                    <a:pt x="8" y="4"/>
                    <a:pt x="15" y="7"/>
                    <a:pt x="25" y="1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74" name="Google Shape;5232;p80">
              <a:extLst>
                <a:ext uri="{FF2B5EF4-FFF2-40B4-BE49-F238E27FC236}">
                  <a16:creationId xmlns:a16="http://schemas.microsoft.com/office/drawing/2014/main" id="{A75D17FF-E397-775D-9A82-3F5B4D5C1DE7}"/>
                </a:ext>
              </a:extLst>
            </p:cNvPr>
            <p:cNvSpPr/>
            <p:nvPr/>
          </p:nvSpPr>
          <p:spPr>
            <a:xfrm>
              <a:off x="2832960" y="1935570"/>
              <a:ext cx="353" cy="14"/>
            </a:xfrm>
            <a:custGeom>
              <a:avLst/>
              <a:gdLst/>
              <a:ahLst/>
              <a:cxnLst/>
              <a:rect l="l" t="t" r="r" b="b"/>
              <a:pathLst>
                <a:path w="26" h="1" extrusionOk="0">
                  <a:moveTo>
                    <a:pt x="25" y="0"/>
                  </a:moveTo>
                  <a:lnTo>
                    <a:pt x="1" y="0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75" name="Google Shape;5233;p80">
              <a:extLst>
                <a:ext uri="{FF2B5EF4-FFF2-40B4-BE49-F238E27FC236}">
                  <a16:creationId xmlns:a16="http://schemas.microsoft.com/office/drawing/2014/main" id="{0386ED03-1B5D-CFE9-5982-EA81388477E1}"/>
                </a:ext>
              </a:extLst>
            </p:cNvPr>
            <p:cNvSpPr/>
            <p:nvPr/>
          </p:nvSpPr>
          <p:spPr>
            <a:xfrm>
              <a:off x="2824881" y="1938516"/>
              <a:ext cx="394" cy="625"/>
            </a:xfrm>
            <a:custGeom>
              <a:avLst/>
              <a:gdLst/>
              <a:ahLst/>
              <a:cxnLst/>
              <a:rect l="l" t="t" r="r" b="b"/>
              <a:pathLst>
                <a:path w="29" h="46" extrusionOk="0">
                  <a:moveTo>
                    <a:pt x="1" y="0"/>
                  </a:moveTo>
                  <a:cubicBezTo>
                    <a:pt x="15" y="14"/>
                    <a:pt x="22" y="28"/>
                    <a:pt x="29" y="46"/>
                  </a:cubicBezTo>
                  <a:lnTo>
                    <a:pt x="29" y="46"/>
                  </a:lnTo>
                  <a:cubicBezTo>
                    <a:pt x="22" y="28"/>
                    <a:pt x="15" y="14"/>
                    <a:pt x="1" y="0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76" name="Google Shape;5234;p80">
              <a:extLst>
                <a:ext uri="{FF2B5EF4-FFF2-40B4-BE49-F238E27FC236}">
                  <a16:creationId xmlns:a16="http://schemas.microsoft.com/office/drawing/2014/main" id="{B3B3FFAE-DB73-6A9F-42B6-83BAFF98E185}"/>
                </a:ext>
              </a:extLst>
            </p:cNvPr>
            <p:cNvSpPr/>
            <p:nvPr/>
          </p:nvSpPr>
          <p:spPr>
            <a:xfrm>
              <a:off x="2835865" y="1934714"/>
              <a:ext cx="149" cy="109"/>
            </a:xfrm>
            <a:custGeom>
              <a:avLst/>
              <a:gdLst/>
              <a:ahLst/>
              <a:cxnLst/>
              <a:rect l="l" t="t" r="r" b="b"/>
              <a:pathLst>
                <a:path w="11" h="8" extrusionOk="0">
                  <a:moveTo>
                    <a:pt x="0" y="7"/>
                  </a:moveTo>
                  <a:lnTo>
                    <a:pt x="11" y="0"/>
                  </a:lnTo>
                  <a:lnTo>
                    <a:pt x="11" y="0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77" name="Google Shape;5235;p80">
              <a:extLst>
                <a:ext uri="{FF2B5EF4-FFF2-40B4-BE49-F238E27FC236}">
                  <a16:creationId xmlns:a16="http://schemas.microsoft.com/office/drawing/2014/main" id="{408B1AC3-C720-2E21-F964-171849719713}"/>
                </a:ext>
              </a:extLst>
            </p:cNvPr>
            <p:cNvSpPr/>
            <p:nvPr/>
          </p:nvSpPr>
          <p:spPr>
            <a:xfrm>
              <a:off x="2833489" y="1935570"/>
              <a:ext cx="339" cy="14"/>
            </a:xfrm>
            <a:custGeom>
              <a:avLst/>
              <a:gdLst/>
              <a:ahLst/>
              <a:cxnLst/>
              <a:rect l="l" t="t" r="r" b="b"/>
              <a:pathLst>
                <a:path w="25" h="1" extrusionOk="0">
                  <a:moveTo>
                    <a:pt x="25" y="0"/>
                  </a:moveTo>
                  <a:lnTo>
                    <a:pt x="0" y="0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78" name="Google Shape;5236;p80">
              <a:extLst>
                <a:ext uri="{FF2B5EF4-FFF2-40B4-BE49-F238E27FC236}">
                  <a16:creationId xmlns:a16="http://schemas.microsoft.com/office/drawing/2014/main" id="{33AC54FB-AF5F-A21B-20F6-C5DA250B5176}"/>
                </a:ext>
              </a:extLst>
            </p:cNvPr>
            <p:cNvSpPr/>
            <p:nvPr/>
          </p:nvSpPr>
          <p:spPr>
            <a:xfrm>
              <a:off x="2832444" y="1935516"/>
              <a:ext cx="339" cy="68"/>
            </a:xfrm>
            <a:custGeom>
              <a:avLst/>
              <a:gdLst/>
              <a:ahLst/>
              <a:cxnLst/>
              <a:rect l="l" t="t" r="r" b="b"/>
              <a:pathLst>
                <a:path w="25" h="5" extrusionOk="0">
                  <a:moveTo>
                    <a:pt x="0" y="1"/>
                  </a:moveTo>
                  <a:cubicBezTo>
                    <a:pt x="7" y="1"/>
                    <a:pt x="18" y="4"/>
                    <a:pt x="25" y="4"/>
                  </a:cubicBezTo>
                  <a:cubicBezTo>
                    <a:pt x="18" y="4"/>
                    <a:pt x="11" y="1"/>
                    <a:pt x="0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79" name="Google Shape;5237;p80">
              <a:extLst>
                <a:ext uri="{FF2B5EF4-FFF2-40B4-BE49-F238E27FC236}">
                  <a16:creationId xmlns:a16="http://schemas.microsoft.com/office/drawing/2014/main" id="{22932330-DB53-3C42-628A-B26F5DFFCDE0}"/>
                </a:ext>
              </a:extLst>
            </p:cNvPr>
            <p:cNvSpPr/>
            <p:nvPr/>
          </p:nvSpPr>
          <p:spPr>
            <a:xfrm>
              <a:off x="2834671" y="1935230"/>
              <a:ext cx="353" cy="163"/>
            </a:xfrm>
            <a:custGeom>
              <a:avLst/>
              <a:gdLst/>
              <a:ahLst/>
              <a:cxnLst/>
              <a:rect l="l" t="t" r="r" b="b"/>
              <a:pathLst>
                <a:path w="26" h="12" extrusionOk="0">
                  <a:moveTo>
                    <a:pt x="25" y="1"/>
                  </a:moveTo>
                  <a:lnTo>
                    <a:pt x="1" y="11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80" name="Google Shape;5238;p80">
              <a:extLst>
                <a:ext uri="{FF2B5EF4-FFF2-40B4-BE49-F238E27FC236}">
                  <a16:creationId xmlns:a16="http://schemas.microsoft.com/office/drawing/2014/main" id="{61E9F745-D1D8-6222-C591-97F6DFE3D55E}"/>
                </a:ext>
              </a:extLst>
            </p:cNvPr>
            <p:cNvSpPr/>
            <p:nvPr/>
          </p:nvSpPr>
          <p:spPr>
            <a:xfrm>
              <a:off x="2834060" y="1935421"/>
              <a:ext cx="339" cy="109"/>
            </a:xfrm>
            <a:custGeom>
              <a:avLst/>
              <a:gdLst/>
              <a:ahLst/>
              <a:cxnLst/>
              <a:rect l="l" t="t" r="r" b="b"/>
              <a:pathLst>
                <a:path w="25" h="8" extrusionOk="0">
                  <a:moveTo>
                    <a:pt x="25" y="1"/>
                  </a:moveTo>
                  <a:lnTo>
                    <a:pt x="0" y="8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81" name="Google Shape;5239;p80">
              <a:extLst>
                <a:ext uri="{FF2B5EF4-FFF2-40B4-BE49-F238E27FC236}">
                  <a16:creationId xmlns:a16="http://schemas.microsoft.com/office/drawing/2014/main" id="{F4CEB0B1-CA2D-FC8B-6612-AD8640AC2A55}"/>
                </a:ext>
              </a:extLst>
            </p:cNvPr>
            <p:cNvSpPr/>
            <p:nvPr/>
          </p:nvSpPr>
          <p:spPr>
            <a:xfrm>
              <a:off x="2835241" y="1934945"/>
              <a:ext cx="353" cy="204"/>
            </a:xfrm>
            <a:custGeom>
              <a:avLst/>
              <a:gdLst/>
              <a:ahLst/>
              <a:cxnLst/>
              <a:rect l="l" t="t" r="r" b="b"/>
              <a:pathLst>
                <a:path w="26" h="15" extrusionOk="0">
                  <a:moveTo>
                    <a:pt x="25" y="1"/>
                  </a:moveTo>
                  <a:lnTo>
                    <a:pt x="1" y="15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82" name="Google Shape;5240;p80">
              <a:extLst>
                <a:ext uri="{FF2B5EF4-FFF2-40B4-BE49-F238E27FC236}">
                  <a16:creationId xmlns:a16="http://schemas.microsoft.com/office/drawing/2014/main" id="{1234FD4D-9A8D-201F-39E6-9EBC19AA8483}"/>
                </a:ext>
              </a:extLst>
            </p:cNvPr>
            <p:cNvSpPr/>
            <p:nvPr/>
          </p:nvSpPr>
          <p:spPr>
            <a:xfrm>
              <a:off x="2836056" y="1934714"/>
              <a:ext cx="14" cy="14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83" name="Google Shape;5241;p80">
              <a:extLst>
                <a:ext uri="{FF2B5EF4-FFF2-40B4-BE49-F238E27FC236}">
                  <a16:creationId xmlns:a16="http://schemas.microsoft.com/office/drawing/2014/main" id="{42C5ADB0-FD40-DCC5-95D6-F8991071B1BF}"/>
                </a:ext>
              </a:extLst>
            </p:cNvPr>
            <p:cNvSpPr/>
            <p:nvPr/>
          </p:nvSpPr>
          <p:spPr>
            <a:xfrm>
              <a:off x="2764461" y="1889977"/>
              <a:ext cx="57148" cy="110439"/>
            </a:xfrm>
            <a:custGeom>
              <a:avLst/>
              <a:gdLst/>
              <a:ahLst/>
              <a:cxnLst/>
              <a:rect l="l" t="t" r="r" b="b"/>
              <a:pathLst>
                <a:path w="4209" h="8134" extrusionOk="0">
                  <a:moveTo>
                    <a:pt x="1335" y="1"/>
                  </a:moveTo>
                  <a:cubicBezTo>
                    <a:pt x="1324" y="8"/>
                    <a:pt x="1317" y="15"/>
                    <a:pt x="1314" y="25"/>
                  </a:cubicBezTo>
                  <a:cubicBezTo>
                    <a:pt x="1286" y="92"/>
                    <a:pt x="1205" y="127"/>
                    <a:pt x="1107" y="162"/>
                  </a:cubicBezTo>
                  <a:lnTo>
                    <a:pt x="1062" y="180"/>
                  </a:lnTo>
                  <a:cubicBezTo>
                    <a:pt x="967" y="211"/>
                    <a:pt x="845" y="253"/>
                    <a:pt x="813" y="313"/>
                  </a:cubicBezTo>
                  <a:cubicBezTo>
                    <a:pt x="723" y="471"/>
                    <a:pt x="500" y="477"/>
                    <a:pt x="390" y="477"/>
                  </a:cubicBezTo>
                  <a:cubicBezTo>
                    <a:pt x="381" y="477"/>
                    <a:pt x="372" y="477"/>
                    <a:pt x="365" y="477"/>
                  </a:cubicBezTo>
                  <a:lnTo>
                    <a:pt x="344" y="477"/>
                  </a:lnTo>
                  <a:cubicBezTo>
                    <a:pt x="341" y="477"/>
                    <a:pt x="124" y="481"/>
                    <a:pt x="106" y="593"/>
                  </a:cubicBezTo>
                  <a:lnTo>
                    <a:pt x="103" y="631"/>
                  </a:lnTo>
                  <a:cubicBezTo>
                    <a:pt x="78" y="810"/>
                    <a:pt x="1" y="1352"/>
                    <a:pt x="1" y="1447"/>
                  </a:cubicBezTo>
                  <a:cubicBezTo>
                    <a:pt x="4" y="1524"/>
                    <a:pt x="278" y="1846"/>
                    <a:pt x="369" y="1881"/>
                  </a:cubicBezTo>
                  <a:cubicBezTo>
                    <a:pt x="463" y="1919"/>
                    <a:pt x="460" y="2024"/>
                    <a:pt x="456" y="2112"/>
                  </a:cubicBezTo>
                  <a:cubicBezTo>
                    <a:pt x="453" y="2186"/>
                    <a:pt x="453" y="2238"/>
                    <a:pt x="481" y="2252"/>
                  </a:cubicBezTo>
                  <a:cubicBezTo>
                    <a:pt x="589" y="2305"/>
                    <a:pt x="607" y="2434"/>
                    <a:pt x="565" y="2532"/>
                  </a:cubicBezTo>
                  <a:cubicBezTo>
                    <a:pt x="551" y="2574"/>
                    <a:pt x="516" y="2613"/>
                    <a:pt x="474" y="2630"/>
                  </a:cubicBezTo>
                  <a:lnTo>
                    <a:pt x="474" y="2665"/>
                  </a:lnTo>
                  <a:cubicBezTo>
                    <a:pt x="481" y="2770"/>
                    <a:pt x="488" y="2924"/>
                    <a:pt x="386" y="3008"/>
                  </a:cubicBezTo>
                  <a:cubicBezTo>
                    <a:pt x="365" y="3029"/>
                    <a:pt x="351" y="3061"/>
                    <a:pt x="355" y="3089"/>
                  </a:cubicBezTo>
                  <a:cubicBezTo>
                    <a:pt x="355" y="3204"/>
                    <a:pt x="446" y="3369"/>
                    <a:pt x="582" y="3491"/>
                  </a:cubicBezTo>
                  <a:cubicBezTo>
                    <a:pt x="820" y="3705"/>
                    <a:pt x="820" y="4034"/>
                    <a:pt x="820" y="4212"/>
                  </a:cubicBezTo>
                  <a:cubicBezTo>
                    <a:pt x="824" y="4265"/>
                    <a:pt x="848" y="4314"/>
                    <a:pt x="887" y="4349"/>
                  </a:cubicBezTo>
                  <a:cubicBezTo>
                    <a:pt x="953" y="4423"/>
                    <a:pt x="992" y="4521"/>
                    <a:pt x="992" y="4622"/>
                  </a:cubicBezTo>
                  <a:lnTo>
                    <a:pt x="992" y="4629"/>
                  </a:lnTo>
                  <a:lnTo>
                    <a:pt x="992" y="4636"/>
                  </a:lnTo>
                  <a:lnTo>
                    <a:pt x="985" y="4664"/>
                  </a:lnTo>
                  <a:lnTo>
                    <a:pt x="985" y="4671"/>
                  </a:lnTo>
                  <a:lnTo>
                    <a:pt x="978" y="4696"/>
                  </a:lnTo>
                  <a:lnTo>
                    <a:pt x="974" y="4706"/>
                  </a:lnTo>
                  <a:lnTo>
                    <a:pt x="967" y="4724"/>
                  </a:lnTo>
                  <a:lnTo>
                    <a:pt x="964" y="4741"/>
                  </a:lnTo>
                  <a:lnTo>
                    <a:pt x="960" y="4759"/>
                  </a:lnTo>
                  <a:lnTo>
                    <a:pt x="953" y="4773"/>
                  </a:lnTo>
                  <a:lnTo>
                    <a:pt x="950" y="4790"/>
                  </a:lnTo>
                  <a:lnTo>
                    <a:pt x="943" y="4808"/>
                  </a:lnTo>
                  <a:lnTo>
                    <a:pt x="939" y="4825"/>
                  </a:lnTo>
                  <a:lnTo>
                    <a:pt x="932" y="4843"/>
                  </a:lnTo>
                  <a:lnTo>
                    <a:pt x="929" y="4864"/>
                  </a:lnTo>
                  <a:lnTo>
                    <a:pt x="922" y="4881"/>
                  </a:lnTo>
                  <a:lnTo>
                    <a:pt x="915" y="4899"/>
                  </a:lnTo>
                  <a:lnTo>
                    <a:pt x="908" y="4916"/>
                  </a:lnTo>
                  <a:lnTo>
                    <a:pt x="901" y="4937"/>
                  </a:lnTo>
                  <a:lnTo>
                    <a:pt x="897" y="4955"/>
                  </a:lnTo>
                  <a:lnTo>
                    <a:pt x="890" y="4976"/>
                  </a:lnTo>
                  <a:lnTo>
                    <a:pt x="883" y="4993"/>
                  </a:lnTo>
                  <a:lnTo>
                    <a:pt x="876" y="5014"/>
                  </a:lnTo>
                  <a:lnTo>
                    <a:pt x="869" y="5032"/>
                  </a:lnTo>
                  <a:lnTo>
                    <a:pt x="862" y="5049"/>
                  </a:lnTo>
                  <a:lnTo>
                    <a:pt x="855" y="5070"/>
                  </a:lnTo>
                  <a:lnTo>
                    <a:pt x="848" y="5091"/>
                  </a:lnTo>
                  <a:lnTo>
                    <a:pt x="838" y="5109"/>
                  </a:lnTo>
                  <a:lnTo>
                    <a:pt x="831" y="5130"/>
                  </a:lnTo>
                  <a:lnTo>
                    <a:pt x="824" y="5147"/>
                  </a:lnTo>
                  <a:lnTo>
                    <a:pt x="813" y="5172"/>
                  </a:lnTo>
                  <a:lnTo>
                    <a:pt x="803" y="5200"/>
                  </a:lnTo>
                  <a:lnTo>
                    <a:pt x="792" y="5221"/>
                  </a:lnTo>
                  <a:lnTo>
                    <a:pt x="785" y="5238"/>
                  </a:lnTo>
                  <a:lnTo>
                    <a:pt x="775" y="5256"/>
                  </a:lnTo>
                  <a:lnTo>
                    <a:pt x="768" y="5273"/>
                  </a:lnTo>
                  <a:lnTo>
                    <a:pt x="757" y="5291"/>
                  </a:lnTo>
                  <a:lnTo>
                    <a:pt x="750" y="5308"/>
                  </a:lnTo>
                  <a:lnTo>
                    <a:pt x="740" y="5326"/>
                  </a:lnTo>
                  <a:lnTo>
                    <a:pt x="733" y="5340"/>
                  </a:lnTo>
                  <a:lnTo>
                    <a:pt x="722" y="5357"/>
                  </a:lnTo>
                  <a:lnTo>
                    <a:pt x="715" y="5371"/>
                  </a:lnTo>
                  <a:lnTo>
                    <a:pt x="705" y="5389"/>
                  </a:lnTo>
                  <a:lnTo>
                    <a:pt x="694" y="5403"/>
                  </a:lnTo>
                  <a:lnTo>
                    <a:pt x="687" y="5420"/>
                  </a:lnTo>
                  <a:lnTo>
                    <a:pt x="677" y="5431"/>
                  </a:lnTo>
                  <a:lnTo>
                    <a:pt x="666" y="5445"/>
                  </a:lnTo>
                  <a:lnTo>
                    <a:pt x="656" y="5459"/>
                  </a:lnTo>
                  <a:lnTo>
                    <a:pt x="649" y="5473"/>
                  </a:lnTo>
                  <a:lnTo>
                    <a:pt x="638" y="5483"/>
                  </a:lnTo>
                  <a:lnTo>
                    <a:pt x="628" y="5497"/>
                  </a:lnTo>
                  <a:lnTo>
                    <a:pt x="617" y="5508"/>
                  </a:lnTo>
                  <a:lnTo>
                    <a:pt x="607" y="5518"/>
                  </a:lnTo>
                  <a:lnTo>
                    <a:pt x="600" y="5529"/>
                  </a:lnTo>
                  <a:lnTo>
                    <a:pt x="586" y="5536"/>
                  </a:lnTo>
                  <a:lnTo>
                    <a:pt x="579" y="5546"/>
                  </a:lnTo>
                  <a:lnTo>
                    <a:pt x="565" y="5553"/>
                  </a:lnTo>
                  <a:lnTo>
                    <a:pt x="558" y="5560"/>
                  </a:lnTo>
                  <a:lnTo>
                    <a:pt x="544" y="5571"/>
                  </a:lnTo>
                  <a:lnTo>
                    <a:pt x="537" y="5571"/>
                  </a:lnTo>
                  <a:cubicBezTo>
                    <a:pt x="530" y="5574"/>
                    <a:pt x="523" y="5578"/>
                    <a:pt x="516" y="5581"/>
                  </a:cubicBezTo>
                  <a:cubicBezTo>
                    <a:pt x="505" y="5644"/>
                    <a:pt x="491" y="5718"/>
                    <a:pt x="481" y="5795"/>
                  </a:cubicBezTo>
                  <a:cubicBezTo>
                    <a:pt x="442" y="5998"/>
                    <a:pt x="407" y="6204"/>
                    <a:pt x="372" y="6345"/>
                  </a:cubicBezTo>
                  <a:cubicBezTo>
                    <a:pt x="341" y="6460"/>
                    <a:pt x="285" y="6681"/>
                    <a:pt x="323" y="6737"/>
                  </a:cubicBezTo>
                  <a:cubicBezTo>
                    <a:pt x="327" y="6740"/>
                    <a:pt x="330" y="6747"/>
                    <a:pt x="348" y="6747"/>
                  </a:cubicBezTo>
                  <a:cubicBezTo>
                    <a:pt x="491" y="6765"/>
                    <a:pt x="719" y="6982"/>
                    <a:pt x="1111" y="7475"/>
                  </a:cubicBezTo>
                  <a:cubicBezTo>
                    <a:pt x="1170" y="7552"/>
                    <a:pt x="1223" y="7633"/>
                    <a:pt x="1265" y="7720"/>
                  </a:cubicBezTo>
                  <a:lnTo>
                    <a:pt x="1398" y="7720"/>
                  </a:lnTo>
                  <a:lnTo>
                    <a:pt x="1447" y="7724"/>
                  </a:lnTo>
                  <a:lnTo>
                    <a:pt x="1475" y="7727"/>
                  </a:lnTo>
                  <a:cubicBezTo>
                    <a:pt x="1503" y="7731"/>
                    <a:pt x="1527" y="7734"/>
                    <a:pt x="1552" y="7741"/>
                  </a:cubicBezTo>
                  <a:cubicBezTo>
                    <a:pt x="1737" y="7769"/>
                    <a:pt x="1874" y="7930"/>
                    <a:pt x="1874" y="8116"/>
                  </a:cubicBezTo>
                  <a:cubicBezTo>
                    <a:pt x="1898" y="8129"/>
                    <a:pt x="1958" y="8134"/>
                    <a:pt x="2024" y="8134"/>
                  </a:cubicBezTo>
                  <a:cubicBezTo>
                    <a:pt x="2085" y="8134"/>
                    <a:pt x="2151" y="8130"/>
                    <a:pt x="2200" y="8123"/>
                  </a:cubicBezTo>
                  <a:lnTo>
                    <a:pt x="2200" y="8116"/>
                  </a:lnTo>
                  <a:lnTo>
                    <a:pt x="2203" y="8102"/>
                  </a:lnTo>
                  <a:lnTo>
                    <a:pt x="2203" y="8098"/>
                  </a:lnTo>
                  <a:cubicBezTo>
                    <a:pt x="2203" y="8091"/>
                    <a:pt x="2207" y="8088"/>
                    <a:pt x="2207" y="8081"/>
                  </a:cubicBezTo>
                  <a:lnTo>
                    <a:pt x="2207" y="8077"/>
                  </a:lnTo>
                  <a:cubicBezTo>
                    <a:pt x="2207" y="8070"/>
                    <a:pt x="2210" y="8067"/>
                    <a:pt x="2214" y="8060"/>
                  </a:cubicBezTo>
                  <a:lnTo>
                    <a:pt x="2214" y="8056"/>
                  </a:lnTo>
                  <a:cubicBezTo>
                    <a:pt x="2214" y="8049"/>
                    <a:pt x="2217" y="8042"/>
                    <a:pt x="2221" y="8035"/>
                  </a:cubicBezTo>
                  <a:lnTo>
                    <a:pt x="2221" y="8032"/>
                  </a:lnTo>
                  <a:cubicBezTo>
                    <a:pt x="2224" y="8025"/>
                    <a:pt x="2228" y="8018"/>
                    <a:pt x="2231" y="8011"/>
                  </a:cubicBezTo>
                  <a:lnTo>
                    <a:pt x="2231" y="8007"/>
                  </a:lnTo>
                  <a:cubicBezTo>
                    <a:pt x="2235" y="8000"/>
                    <a:pt x="2242" y="7993"/>
                    <a:pt x="2245" y="7986"/>
                  </a:cubicBezTo>
                  <a:lnTo>
                    <a:pt x="2249" y="7983"/>
                  </a:lnTo>
                  <a:cubicBezTo>
                    <a:pt x="2256" y="7976"/>
                    <a:pt x="2263" y="7969"/>
                    <a:pt x="2270" y="7962"/>
                  </a:cubicBezTo>
                  <a:cubicBezTo>
                    <a:pt x="2277" y="7955"/>
                    <a:pt x="2284" y="7948"/>
                    <a:pt x="2294" y="7944"/>
                  </a:cubicBezTo>
                  <a:lnTo>
                    <a:pt x="2294" y="7941"/>
                  </a:lnTo>
                  <a:cubicBezTo>
                    <a:pt x="2172" y="7808"/>
                    <a:pt x="1944" y="7678"/>
                    <a:pt x="1765" y="7661"/>
                  </a:cubicBezTo>
                  <a:cubicBezTo>
                    <a:pt x="1653" y="7647"/>
                    <a:pt x="1555" y="7591"/>
                    <a:pt x="1489" y="7500"/>
                  </a:cubicBezTo>
                  <a:cubicBezTo>
                    <a:pt x="1370" y="7346"/>
                    <a:pt x="1314" y="7157"/>
                    <a:pt x="1324" y="6964"/>
                  </a:cubicBezTo>
                  <a:cubicBezTo>
                    <a:pt x="1335" y="6887"/>
                    <a:pt x="1282" y="6807"/>
                    <a:pt x="1230" y="6723"/>
                  </a:cubicBezTo>
                  <a:cubicBezTo>
                    <a:pt x="1177" y="6639"/>
                    <a:pt x="1121" y="6558"/>
                    <a:pt x="1121" y="6460"/>
                  </a:cubicBezTo>
                  <a:cubicBezTo>
                    <a:pt x="1121" y="6394"/>
                    <a:pt x="1086" y="6373"/>
                    <a:pt x="946" y="6320"/>
                  </a:cubicBezTo>
                  <a:cubicBezTo>
                    <a:pt x="904" y="6302"/>
                    <a:pt x="859" y="6285"/>
                    <a:pt x="810" y="6260"/>
                  </a:cubicBezTo>
                  <a:cubicBezTo>
                    <a:pt x="631" y="6173"/>
                    <a:pt x="708" y="5872"/>
                    <a:pt x="782" y="5578"/>
                  </a:cubicBezTo>
                  <a:cubicBezTo>
                    <a:pt x="806" y="5494"/>
                    <a:pt x="824" y="5410"/>
                    <a:pt x="838" y="5322"/>
                  </a:cubicBezTo>
                  <a:cubicBezTo>
                    <a:pt x="848" y="5224"/>
                    <a:pt x="908" y="5077"/>
                    <a:pt x="978" y="4906"/>
                  </a:cubicBezTo>
                  <a:cubicBezTo>
                    <a:pt x="1072" y="4671"/>
                    <a:pt x="1202" y="4349"/>
                    <a:pt x="1146" y="4244"/>
                  </a:cubicBezTo>
                  <a:cubicBezTo>
                    <a:pt x="1107" y="4177"/>
                    <a:pt x="1114" y="4097"/>
                    <a:pt x="1160" y="4037"/>
                  </a:cubicBezTo>
                  <a:cubicBezTo>
                    <a:pt x="1222" y="3951"/>
                    <a:pt x="1355" y="3895"/>
                    <a:pt x="1477" y="3895"/>
                  </a:cubicBezTo>
                  <a:cubicBezTo>
                    <a:pt x="1499" y="3895"/>
                    <a:pt x="1521" y="3897"/>
                    <a:pt x="1541" y="3901"/>
                  </a:cubicBezTo>
                  <a:cubicBezTo>
                    <a:pt x="1629" y="3911"/>
                    <a:pt x="1702" y="3974"/>
                    <a:pt x="1727" y="4058"/>
                  </a:cubicBezTo>
                  <a:lnTo>
                    <a:pt x="1730" y="4072"/>
                  </a:lnTo>
                  <a:cubicBezTo>
                    <a:pt x="1785" y="4276"/>
                    <a:pt x="1804" y="4344"/>
                    <a:pt x="2007" y="4344"/>
                  </a:cubicBezTo>
                  <a:cubicBezTo>
                    <a:pt x="2028" y="4344"/>
                    <a:pt x="2049" y="4343"/>
                    <a:pt x="2073" y="4342"/>
                  </a:cubicBezTo>
                  <a:cubicBezTo>
                    <a:pt x="2084" y="4342"/>
                    <a:pt x="2094" y="4341"/>
                    <a:pt x="2105" y="4341"/>
                  </a:cubicBezTo>
                  <a:cubicBezTo>
                    <a:pt x="2297" y="4341"/>
                    <a:pt x="2389" y="4434"/>
                    <a:pt x="2469" y="4514"/>
                  </a:cubicBezTo>
                  <a:cubicBezTo>
                    <a:pt x="2518" y="4570"/>
                    <a:pt x="2581" y="4615"/>
                    <a:pt x="2655" y="4643"/>
                  </a:cubicBezTo>
                  <a:cubicBezTo>
                    <a:pt x="2655" y="4636"/>
                    <a:pt x="2655" y="4629"/>
                    <a:pt x="2655" y="4619"/>
                  </a:cubicBezTo>
                  <a:lnTo>
                    <a:pt x="2655" y="4615"/>
                  </a:lnTo>
                  <a:cubicBezTo>
                    <a:pt x="2651" y="4608"/>
                    <a:pt x="2651" y="4601"/>
                    <a:pt x="2648" y="4594"/>
                  </a:cubicBezTo>
                  <a:cubicBezTo>
                    <a:pt x="2648" y="4587"/>
                    <a:pt x="2644" y="4577"/>
                    <a:pt x="2641" y="4570"/>
                  </a:cubicBezTo>
                  <a:lnTo>
                    <a:pt x="2637" y="4566"/>
                  </a:lnTo>
                  <a:lnTo>
                    <a:pt x="2627" y="4542"/>
                  </a:lnTo>
                  <a:cubicBezTo>
                    <a:pt x="2585" y="4465"/>
                    <a:pt x="2564" y="4381"/>
                    <a:pt x="2564" y="4297"/>
                  </a:cubicBezTo>
                  <a:cubicBezTo>
                    <a:pt x="2564" y="4237"/>
                    <a:pt x="2543" y="4184"/>
                    <a:pt x="2508" y="4139"/>
                  </a:cubicBezTo>
                  <a:cubicBezTo>
                    <a:pt x="2445" y="4037"/>
                    <a:pt x="2410" y="3946"/>
                    <a:pt x="2557" y="3764"/>
                  </a:cubicBezTo>
                  <a:cubicBezTo>
                    <a:pt x="2732" y="3550"/>
                    <a:pt x="3017" y="3353"/>
                    <a:pt x="3253" y="3353"/>
                  </a:cubicBezTo>
                  <a:cubicBezTo>
                    <a:pt x="3295" y="3353"/>
                    <a:pt x="3335" y="3359"/>
                    <a:pt x="3372" y="3372"/>
                  </a:cubicBezTo>
                  <a:cubicBezTo>
                    <a:pt x="3401" y="3381"/>
                    <a:pt x="3435" y="3384"/>
                    <a:pt x="3473" y="3384"/>
                  </a:cubicBezTo>
                  <a:cubicBezTo>
                    <a:pt x="3542" y="3384"/>
                    <a:pt x="3622" y="3373"/>
                    <a:pt x="3701" y="3362"/>
                  </a:cubicBezTo>
                  <a:cubicBezTo>
                    <a:pt x="3784" y="3349"/>
                    <a:pt x="3864" y="3338"/>
                    <a:pt x="3936" y="3338"/>
                  </a:cubicBezTo>
                  <a:cubicBezTo>
                    <a:pt x="4025" y="3338"/>
                    <a:pt x="4101" y="3356"/>
                    <a:pt x="4149" y="3414"/>
                  </a:cubicBezTo>
                  <a:lnTo>
                    <a:pt x="4156" y="3421"/>
                  </a:lnTo>
                  <a:lnTo>
                    <a:pt x="4171" y="3418"/>
                  </a:lnTo>
                  <a:cubicBezTo>
                    <a:pt x="4174" y="3407"/>
                    <a:pt x="4181" y="3397"/>
                    <a:pt x="4188" y="3386"/>
                  </a:cubicBezTo>
                  <a:cubicBezTo>
                    <a:pt x="4192" y="3376"/>
                    <a:pt x="4195" y="3365"/>
                    <a:pt x="4199" y="3355"/>
                  </a:cubicBezTo>
                  <a:lnTo>
                    <a:pt x="4199" y="3348"/>
                  </a:lnTo>
                  <a:cubicBezTo>
                    <a:pt x="4202" y="3341"/>
                    <a:pt x="4202" y="3330"/>
                    <a:pt x="4206" y="3320"/>
                  </a:cubicBezTo>
                  <a:lnTo>
                    <a:pt x="4206" y="3313"/>
                  </a:lnTo>
                  <a:cubicBezTo>
                    <a:pt x="4206" y="3302"/>
                    <a:pt x="4209" y="3292"/>
                    <a:pt x="4209" y="3281"/>
                  </a:cubicBezTo>
                  <a:lnTo>
                    <a:pt x="4209" y="3278"/>
                  </a:lnTo>
                  <a:lnTo>
                    <a:pt x="4209" y="3246"/>
                  </a:lnTo>
                  <a:lnTo>
                    <a:pt x="4209" y="3243"/>
                  </a:lnTo>
                  <a:cubicBezTo>
                    <a:pt x="4209" y="3232"/>
                    <a:pt x="4209" y="3222"/>
                    <a:pt x="4206" y="3211"/>
                  </a:cubicBezTo>
                  <a:lnTo>
                    <a:pt x="4206" y="3204"/>
                  </a:lnTo>
                  <a:cubicBezTo>
                    <a:pt x="4206" y="3194"/>
                    <a:pt x="4202" y="3180"/>
                    <a:pt x="4202" y="3169"/>
                  </a:cubicBezTo>
                  <a:lnTo>
                    <a:pt x="4202" y="3162"/>
                  </a:lnTo>
                  <a:lnTo>
                    <a:pt x="4199" y="3127"/>
                  </a:lnTo>
                  <a:cubicBezTo>
                    <a:pt x="4185" y="3047"/>
                    <a:pt x="4178" y="2966"/>
                    <a:pt x="4185" y="2889"/>
                  </a:cubicBezTo>
                  <a:cubicBezTo>
                    <a:pt x="4206" y="2634"/>
                    <a:pt x="3985" y="2410"/>
                    <a:pt x="3855" y="2375"/>
                  </a:cubicBezTo>
                  <a:cubicBezTo>
                    <a:pt x="3719" y="2333"/>
                    <a:pt x="3754" y="2154"/>
                    <a:pt x="3785" y="1993"/>
                  </a:cubicBezTo>
                  <a:lnTo>
                    <a:pt x="3789" y="1975"/>
                  </a:lnTo>
                  <a:cubicBezTo>
                    <a:pt x="3803" y="1912"/>
                    <a:pt x="3810" y="1849"/>
                    <a:pt x="3817" y="1786"/>
                  </a:cubicBezTo>
                  <a:cubicBezTo>
                    <a:pt x="3817" y="1751"/>
                    <a:pt x="3810" y="1723"/>
                    <a:pt x="3796" y="1713"/>
                  </a:cubicBezTo>
                  <a:cubicBezTo>
                    <a:pt x="3645" y="1629"/>
                    <a:pt x="3540" y="1496"/>
                    <a:pt x="3435" y="1370"/>
                  </a:cubicBezTo>
                  <a:lnTo>
                    <a:pt x="3379" y="1300"/>
                  </a:lnTo>
                  <a:cubicBezTo>
                    <a:pt x="3346" y="1261"/>
                    <a:pt x="3273" y="1238"/>
                    <a:pt x="3189" y="1238"/>
                  </a:cubicBezTo>
                  <a:cubicBezTo>
                    <a:pt x="3165" y="1238"/>
                    <a:pt x="3141" y="1240"/>
                    <a:pt x="3117" y="1244"/>
                  </a:cubicBezTo>
                  <a:cubicBezTo>
                    <a:pt x="3033" y="1258"/>
                    <a:pt x="2987" y="1289"/>
                    <a:pt x="2977" y="1307"/>
                  </a:cubicBezTo>
                  <a:cubicBezTo>
                    <a:pt x="2938" y="1408"/>
                    <a:pt x="2816" y="1468"/>
                    <a:pt x="2714" y="1482"/>
                  </a:cubicBezTo>
                  <a:cubicBezTo>
                    <a:pt x="2699" y="1485"/>
                    <a:pt x="2685" y="1487"/>
                    <a:pt x="2670" y="1487"/>
                  </a:cubicBezTo>
                  <a:cubicBezTo>
                    <a:pt x="2611" y="1487"/>
                    <a:pt x="2554" y="1460"/>
                    <a:pt x="2515" y="1415"/>
                  </a:cubicBezTo>
                  <a:cubicBezTo>
                    <a:pt x="2494" y="1387"/>
                    <a:pt x="2466" y="1370"/>
                    <a:pt x="2434" y="1366"/>
                  </a:cubicBezTo>
                  <a:cubicBezTo>
                    <a:pt x="2427" y="1365"/>
                    <a:pt x="2419" y="1365"/>
                    <a:pt x="2410" y="1365"/>
                  </a:cubicBezTo>
                  <a:cubicBezTo>
                    <a:pt x="2364" y="1365"/>
                    <a:pt x="2298" y="1383"/>
                    <a:pt x="2207" y="1450"/>
                  </a:cubicBezTo>
                  <a:cubicBezTo>
                    <a:pt x="2179" y="1475"/>
                    <a:pt x="2144" y="1499"/>
                    <a:pt x="2112" y="1527"/>
                  </a:cubicBezTo>
                  <a:cubicBezTo>
                    <a:pt x="1982" y="1630"/>
                    <a:pt x="1859" y="1731"/>
                    <a:pt x="1756" y="1731"/>
                  </a:cubicBezTo>
                  <a:cubicBezTo>
                    <a:pt x="1740" y="1731"/>
                    <a:pt x="1724" y="1729"/>
                    <a:pt x="1709" y="1723"/>
                  </a:cubicBezTo>
                  <a:cubicBezTo>
                    <a:pt x="1657" y="1702"/>
                    <a:pt x="1622" y="1657"/>
                    <a:pt x="1615" y="1601"/>
                  </a:cubicBezTo>
                  <a:cubicBezTo>
                    <a:pt x="1590" y="1506"/>
                    <a:pt x="1615" y="1405"/>
                    <a:pt x="1685" y="1338"/>
                  </a:cubicBezTo>
                  <a:cubicBezTo>
                    <a:pt x="1730" y="1293"/>
                    <a:pt x="1755" y="1230"/>
                    <a:pt x="1755" y="1167"/>
                  </a:cubicBezTo>
                  <a:cubicBezTo>
                    <a:pt x="1755" y="1079"/>
                    <a:pt x="1769" y="992"/>
                    <a:pt x="1793" y="908"/>
                  </a:cubicBezTo>
                  <a:cubicBezTo>
                    <a:pt x="1818" y="806"/>
                    <a:pt x="1839" y="722"/>
                    <a:pt x="1804" y="603"/>
                  </a:cubicBezTo>
                  <a:cubicBezTo>
                    <a:pt x="1790" y="559"/>
                    <a:pt x="1778" y="544"/>
                    <a:pt x="1744" y="544"/>
                  </a:cubicBezTo>
                  <a:cubicBezTo>
                    <a:pt x="1726" y="544"/>
                    <a:pt x="1703" y="548"/>
                    <a:pt x="1671" y="554"/>
                  </a:cubicBezTo>
                  <a:cubicBezTo>
                    <a:pt x="1645" y="559"/>
                    <a:pt x="1613" y="566"/>
                    <a:pt x="1580" y="566"/>
                  </a:cubicBezTo>
                  <a:cubicBezTo>
                    <a:pt x="1522" y="566"/>
                    <a:pt x="1463" y="546"/>
                    <a:pt x="1429" y="467"/>
                  </a:cubicBezTo>
                  <a:cubicBezTo>
                    <a:pt x="1394" y="372"/>
                    <a:pt x="1384" y="271"/>
                    <a:pt x="1394" y="169"/>
                  </a:cubicBezTo>
                  <a:cubicBezTo>
                    <a:pt x="1398" y="134"/>
                    <a:pt x="1398" y="96"/>
                    <a:pt x="1391" y="57"/>
                  </a:cubicBezTo>
                  <a:lnTo>
                    <a:pt x="1387" y="57"/>
                  </a:lnTo>
                  <a:lnTo>
                    <a:pt x="1384" y="50"/>
                  </a:lnTo>
                  <a:lnTo>
                    <a:pt x="1380" y="46"/>
                  </a:lnTo>
                  <a:lnTo>
                    <a:pt x="1373" y="39"/>
                  </a:lnTo>
                  <a:lnTo>
                    <a:pt x="1359" y="25"/>
                  </a:lnTo>
                  <a:lnTo>
                    <a:pt x="1356" y="22"/>
                  </a:lnTo>
                  <a:lnTo>
                    <a:pt x="1345" y="15"/>
                  </a:lnTo>
                  <a:lnTo>
                    <a:pt x="1335" y="4"/>
                  </a:lnTo>
                  <a:lnTo>
                    <a:pt x="1335" y="1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84" name="Google Shape;5242;p80">
              <a:extLst>
                <a:ext uri="{FF2B5EF4-FFF2-40B4-BE49-F238E27FC236}">
                  <a16:creationId xmlns:a16="http://schemas.microsoft.com/office/drawing/2014/main" id="{E2E5EE68-1D7C-F2CC-4CCE-AA30705FFE64}"/>
                </a:ext>
              </a:extLst>
            </p:cNvPr>
            <p:cNvSpPr/>
            <p:nvPr/>
          </p:nvSpPr>
          <p:spPr>
            <a:xfrm>
              <a:off x="2774359" y="1962182"/>
              <a:ext cx="149" cy="258"/>
            </a:xfrm>
            <a:custGeom>
              <a:avLst/>
              <a:gdLst/>
              <a:ahLst/>
              <a:cxnLst/>
              <a:rect l="l" t="t" r="r" b="b"/>
              <a:pathLst>
                <a:path w="11" h="19" extrusionOk="0">
                  <a:moveTo>
                    <a:pt x="0" y="18"/>
                  </a:moveTo>
                  <a:lnTo>
                    <a:pt x="11" y="1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85" name="Google Shape;5243;p80">
              <a:extLst>
                <a:ext uri="{FF2B5EF4-FFF2-40B4-BE49-F238E27FC236}">
                  <a16:creationId xmlns:a16="http://schemas.microsoft.com/office/drawing/2014/main" id="{13E61BFC-94A7-4A68-74B4-5ED287AA4F94}"/>
                </a:ext>
              </a:extLst>
            </p:cNvPr>
            <p:cNvSpPr/>
            <p:nvPr/>
          </p:nvSpPr>
          <p:spPr>
            <a:xfrm>
              <a:off x="2774115" y="1962657"/>
              <a:ext cx="109" cy="204"/>
            </a:xfrm>
            <a:custGeom>
              <a:avLst/>
              <a:gdLst/>
              <a:ahLst/>
              <a:cxnLst/>
              <a:rect l="l" t="t" r="r" b="b"/>
              <a:pathLst>
                <a:path w="8" h="15" extrusionOk="0">
                  <a:moveTo>
                    <a:pt x="1" y="15"/>
                  </a:moveTo>
                  <a:lnTo>
                    <a:pt x="8" y="1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86" name="Google Shape;5244;p80">
              <a:extLst>
                <a:ext uri="{FF2B5EF4-FFF2-40B4-BE49-F238E27FC236}">
                  <a16:creationId xmlns:a16="http://schemas.microsoft.com/office/drawing/2014/main" id="{72060848-3FE4-64C1-EC61-5B266B1BBA15}"/>
                </a:ext>
              </a:extLst>
            </p:cNvPr>
            <p:cNvSpPr/>
            <p:nvPr/>
          </p:nvSpPr>
          <p:spPr>
            <a:xfrm>
              <a:off x="2774590" y="1961761"/>
              <a:ext cx="163" cy="204"/>
            </a:xfrm>
            <a:custGeom>
              <a:avLst/>
              <a:gdLst/>
              <a:ahLst/>
              <a:cxnLst/>
              <a:rect l="l" t="t" r="r" b="b"/>
              <a:pathLst>
                <a:path w="12" h="15" extrusionOk="0">
                  <a:moveTo>
                    <a:pt x="1" y="14"/>
                  </a:moveTo>
                  <a:lnTo>
                    <a:pt x="11" y="0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87" name="Google Shape;5245;p80">
              <a:extLst>
                <a:ext uri="{FF2B5EF4-FFF2-40B4-BE49-F238E27FC236}">
                  <a16:creationId xmlns:a16="http://schemas.microsoft.com/office/drawing/2014/main" id="{A406D11F-DA97-2A33-0464-EE6177D04160}"/>
                </a:ext>
              </a:extLst>
            </p:cNvPr>
            <p:cNvSpPr/>
            <p:nvPr/>
          </p:nvSpPr>
          <p:spPr>
            <a:xfrm>
              <a:off x="2775595" y="1959521"/>
              <a:ext cx="109" cy="258"/>
            </a:xfrm>
            <a:custGeom>
              <a:avLst/>
              <a:gdLst/>
              <a:ahLst/>
              <a:cxnLst/>
              <a:rect l="l" t="t" r="r" b="b"/>
              <a:pathLst>
                <a:path w="8" h="19" extrusionOk="0">
                  <a:moveTo>
                    <a:pt x="0" y="18"/>
                  </a:moveTo>
                  <a:lnTo>
                    <a:pt x="7" y="1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88" name="Google Shape;5246;p80">
              <a:extLst>
                <a:ext uri="{FF2B5EF4-FFF2-40B4-BE49-F238E27FC236}">
                  <a16:creationId xmlns:a16="http://schemas.microsoft.com/office/drawing/2014/main" id="{139EB365-4E6B-3908-4B40-E337A0E251DE}"/>
                </a:ext>
              </a:extLst>
            </p:cNvPr>
            <p:cNvSpPr/>
            <p:nvPr/>
          </p:nvSpPr>
          <p:spPr>
            <a:xfrm>
              <a:off x="2775310" y="1960145"/>
              <a:ext cx="149" cy="394"/>
            </a:xfrm>
            <a:custGeom>
              <a:avLst/>
              <a:gdLst/>
              <a:ahLst/>
              <a:cxnLst/>
              <a:rect l="l" t="t" r="r" b="b"/>
              <a:pathLst>
                <a:path w="11" h="29" extrusionOk="0">
                  <a:moveTo>
                    <a:pt x="0" y="28"/>
                  </a:moveTo>
                  <a:lnTo>
                    <a:pt x="11" y="0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89" name="Google Shape;5247;p80">
              <a:extLst>
                <a:ext uri="{FF2B5EF4-FFF2-40B4-BE49-F238E27FC236}">
                  <a16:creationId xmlns:a16="http://schemas.microsoft.com/office/drawing/2014/main" id="{825E1F88-7149-AFF3-68D7-C99F0548DF43}"/>
                </a:ext>
              </a:extLst>
            </p:cNvPr>
            <p:cNvSpPr/>
            <p:nvPr/>
          </p:nvSpPr>
          <p:spPr>
            <a:xfrm>
              <a:off x="2775065" y="1960756"/>
              <a:ext cx="109" cy="258"/>
            </a:xfrm>
            <a:custGeom>
              <a:avLst/>
              <a:gdLst/>
              <a:ahLst/>
              <a:cxnLst/>
              <a:rect l="l" t="t" r="r" b="b"/>
              <a:pathLst>
                <a:path w="8" h="19" extrusionOk="0">
                  <a:moveTo>
                    <a:pt x="1" y="18"/>
                  </a:moveTo>
                  <a:lnTo>
                    <a:pt x="8" y="1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90" name="Google Shape;5248;p80">
              <a:extLst>
                <a:ext uri="{FF2B5EF4-FFF2-40B4-BE49-F238E27FC236}">
                  <a16:creationId xmlns:a16="http://schemas.microsoft.com/office/drawing/2014/main" id="{79BF7B0E-1F97-7DED-2DC7-5581B86CCBAF}"/>
                </a:ext>
              </a:extLst>
            </p:cNvPr>
            <p:cNvSpPr/>
            <p:nvPr/>
          </p:nvSpPr>
          <p:spPr>
            <a:xfrm>
              <a:off x="2774835" y="1961286"/>
              <a:ext cx="149" cy="244"/>
            </a:xfrm>
            <a:custGeom>
              <a:avLst/>
              <a:gdLst/>
              <a:ahLst/>
              <a:cxnLst/>
              <a:rect l="l" t="t" r="r" b="b"/>
              <a:pathLst>
                <a:path w="11" h="18" extrusionOk="0">
                  <a:moveTo>
                    <a:pt x="0" y="18"/>
                  </a:moveTo>
                  <a:lnTo>
                    <a:pt x="11" y="0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91" name="Google Shape;5249;p80">
              <a:extLst>
                <a:ext uri="{FF2B5EF4-FFF2-40B4-BE49-F238E27FC236}">
                  <a16:creationId xmlns:a16="http://schemas.microsoft.com/office/drawing/2014/main" id="{47C7DAA2-2FF8-4392-C7DB-295DD6511228}"/>
                </a:ext>
              </a:extLst>
            </p:cNvPr>
            <p:cNvSpPr/>
            <p:nvPr/>
          </p:nvSpPr>
          <p:spPr>
            <a:xfrm>
              <a:off x="2773884" y="1963091"/>
              <a:ext cx="109" cy="204"/>
            </a:xfrm>
            <a:custGeom>
              <a:avLst/>
              <a:gdLst/>
              <a:ahLst/>
              <a:cxnLst/>
              <a:rect l="l" t="t" r="r" b="b"/>
              <a:pathLst>
                <a:path w="8" h="15" extrusionOk="0">
                  <a:moveTo>
                    <a:pt x="0" y="14"/>
                  </a:moveTo>
                  <a:lnTo>
                    <a:pt x="7" y="0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92" name="Google Shape;5250;p80">
              <a:extLst>
                <a:ext uri="{FF2B5EF4-FFF2-40B4-BE49-F238E27FC236}">
                  <a16:creationId xmlns:a16="http://schemas.microsoft.com/office/drawing/2014/main" id="{49ABC176-43C8-3D00-4A10-269245C6EF48}"/>
                </a:ext>
              </a:extLst>
            </p:cNvPr>
            <p:cNvSpPr/>
            <p:nvPr/>
          </p:nvSpPr>
          <p:spPr>
            <a:xfrm>
              <a:off x="2772268" y="1965087"/>
              <a:ext cx="149" cy="109"/>
            </a:xfrm>
            <a:custGeom>
              <a:avLst/>
              <a:gdLst/>
              <a:ahLst/>
              <a:cxnLst/>
              <a:rect l="l" t="t" r="r" b="b"/>
              <a:pathLst>
                <a:path w="11" h="8" extrusionOk="0">
                  <a:moveTo>
                    <a:pt x="0" y="7"/>
                  </a:moveTo>
                  <a:lnTo>
                    <a:pt x="11" y="0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93" name="Google Shape;5251;p80">
              <a:extLst>
                <a:ext uri="{FF2B5EF4-FFF2-40B4-BE49-F238E27FC236}">
                  <a16:creationId xmlns:a16="http://schemas.microsoft.com/office/drawing/2014/main" id="{7900E868-D871-8108-8721-060A9CF165E7}"/>
                </a:ext>
              </a:extLst>
            </p:cNvPr>
            <p:cNvSpPr/>
            <p:nvPr/>
          </p:nvSpPr>
          <p:spPr>
            <a:xfrm>
              <a:off x="2772839" y="1964517"/>
              <a:ext cx="109" cy="149"/>
            </a:xfrm>
            <a:custGeom>
              <a:avLst/>
              <a:gdLst/>
              <a:ahLst/>
              <a:cxnLst/>
              <a:rect l="l" t="t" r="r" b="b"/>
              <a:pathLst>
                <a:path w="8" h="11" extrusionOk="0">
                  <a:moveTo>
                    <a:pt x="0" y="11"/>
                  </a:moveTo>
                  <a:lnTo>
                    <a:pt x="7" y="0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94" name="Google Shape;5252;p80">
              <a:extLst>
                <a:ext uri="{FF2B5EF4-FFF2-40B4-BE49-F238E27FC236}">
                  <a16:creationId xmlns:a16="http://schemas.microsoft.com/office/drawing/2014/main" id="{AD2E0ECE-98B4-52F8-CBE1-F32E2CA7133B}"/>
                </a:ext>
              </a:extLst>
            </p:cNvPr>
            <p:cNvSpPr/>
            <p:nvPr/>
          </p:nvSpPr>
          <p:spPr>
            <a:xfrm>
              <a:off x="2771983" y="1965318"/>
              <a:ext cx="149" cy="68"/>
            </a:xfrm>
            <a:custGeom>
              <a:avLst/>
              <a:gdLst/>
              <a:ahLst/>
              <a:cxnLst/>
              <a:rect l="l" t="t" r="r" b="b"/>
              <a:pathLst>
                <a:path w="11" h="5" extrusionOk="0">
                  <a:moveTo>
                    <a:pt x="0" y="4"/>
                  </a:moveTo>
                  <a:lnTo>
                    <a:pt x="11" y="1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95" name="Google Shape;5253;p80">
              <a:extLst>
                <a:ext uri="{FF2B5EF4-FFF2-40B4-BE49-F238E27FC236}">
                  <a16:creationId xmlns:a16="http://schemas.microsoft.com/office/drawing/2014/main" id="{BD898FFD-A2B9-575E-C11F-5ECC21F54F4E}"/>
                </a:ext>
              </a:extLst>
            </p:cNvPr>
            <p:cNvSpPr/>
            <p:nvPr/>
          </p:nvSpPr>
          <p:spPr>
            <a:xfrm>
              <a:off x="2773599" y="1963512"/>
              <a:ext cx="149" cy="204"/>
            </a:xfrm>
            <a:custGeom>
              <a:avLst/>
              <a:gdLst/>
              <a:ahLst/>
              <a:cxnLst/>
              <a:rect l="l" t="t" r="r" b="b"/>
              <a:pathLst>
                <a:path w="11" h="15" extrusionOk="0">
                  <a:moveTo>
                    <a:pt x="0" y="15"/>
                  </a:moveTo>
                  <a:lnTo>
                    <a:pt x="11" y="1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96" name="Google Shape;5254;p80">
              <a:extLst>
                <a:ext uri="{FF2B5EF4-FFF2-40B4-BE49-F238E27FC236}">
                  <a16:creationId xmlns:a16="http://schemas.microsoft.com/office/drawing/2014/main" id="{C9833F05-1703-B1F5-F54F-CD520DD9BD0B}"/>
                </a:ext>
              </a:extLst>
            </p:cNvPr>
            <p:cNvSpPr/>
            <p:nvPr/>
          </p:nvSpPr>
          <p:spPr>
            <a:xfrm>
              <a:off x="2773070" y="1964178"/>
              <a:ext cx="163" cy="204"/>
            </a:xfrm>
            <a:custGeom>
              <a:avLst/>
              <a:gdLst/>
              <a:ahLst/>
              <a:cxnLst/>
              <a:rect l="l" t="t" r="r" b="b"/>
              <a:pathLst>
                <a:path w="12" h="15" extrusionOk="0">
                  <a:moveTo>
                    <a:pt x="1" y="15"/>
                  </a:moveTo>
                  <a:lnTo>
                    <a:pt x="11" y="1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97" name="Google Shape;5255;p80">
              <a:extLst>
                <a:ext uri="{FF2B5EF4-FFF2-40B4-BE49-F238E27FC236}">
                  <a16:creationId xmlns:a16="http://schemas.microsoft.com/office/drawing/2014/main" id="{2F880CFB-F09B-EC11-6E4C-C48C80E8AE9B}"/>
                </a:ext>
              </a:extLst>
            </p:cNvPr>
            <p:cNvSpPr/>
            <p:nvPr/>
          </p:nvSpPr>
          <p:spPr>
            <a:xfrm>
              <a:off x="2773355" y="1963852"/>
              <a:ext cx="109" cy="204"/>
            </a:xfrm>
            <a:custGeom>
              <a:avLst/>
              <a:gdLst/>
              <a:ahLst/>
              <a:cxnLst/>
              <a:rect l="l" t="t" r="r" b="b"/>
              <a:pathLst>
                <a:path w="8" h="15" extrusionOk="0">
                  <a:moveTo>
                    <a:pt x="1" y="14"/>
                  </a:moveTo>
                  <a:lnTo>
                    <a:pt x="8" y="0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98" name="Google Shape;5256;p80">
              <a:extLst>
                <a:ext uri="{FF2B5EF4-FFF2-40B4-BE49-F238E27FC236}">
                  <a16:creationId xmlns:a16="http://schemas.microsoft.com/office/drawing/2014/main" id="{B7935867-F9F3-D3DD-9F53-A5368A293039}"/>
                </a:ext>
              </a:extLst>
            </p:cNvPr>
            <p:cNvSpPr/>
            <p:nvPr/>
          </p:nvSpPr>
          <p:spPr>
            <a:xfrm>
              <a:off x="2776776" y="1956384"/>
              <a:ext cx="68" cy="299"/>
            </a:xfrm>
            <a:custGeom>
              <a:avLst/>
              <a:gdLst/>
              <a:ahLst/>
              <a:cxnLst/>
              <a:rect l="l" t="t" r="r" b="b"/>
              <a:pathLst>
                <a:path w="5" h="22" extrusionOk="0">
                  <a:moveTo>
                    <a:pt x="1" y="22"/>
                  </a:moveTo>
                  <a:lnTo>
                    <a:pt x="4" y="1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99" name="Google Shape;5257;p80">
              <a:extLst>
                <a:ext uri="{FF2B5EF4-FFF2-40B4-BE49-F238E27FC236}">
                  <a16:creationId xmlns:a16="http://schemas.microsoft.com/office/drawing/2014/main" id="{BCADA14F-5AED-4752-3C18-2288E5296151}"/>
                </a:ext>
              </a:extLst>
            </p:cNvPr>
            <p:cNvSpPr/>
            <p:nvPr/>
          </p:nvSpPr>
          <p:spPr>
            <a:xfrm>
              <a:off x="2777496" y="1954062"/>
              <a:ext cx="109" cy="204"/>
            </a:xfrm>
            <a:custGeom>
              <a:avLst/>
              <a:gdLst/>
              <a:ahLst/>
              <a:cxnLst/>
              <a:rect l="l" t="t" r="r" b="b"/>
              <a:pathLst>
                <a:path w="8" h="15" extrusionOk="0">
                  <a:moveTo>
                    <a:pt x="0" y="14"/>
                  </a:moveTo>
                  <a:lnTo>
                    <a:pt x="7" y="0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00" name="Google Shape;5258;p80">
              <a:extLst>
                <a:ext uri="{FF2B5EF4-FFF2-40B4-BE49-F238E27FC236}">
                  <a16:creationId xmlns:a16="http://schemas.microsoft.com/office/drawing/2014/main" id="{74AAE3FE-5F64-B2A4-C0BA-4EAF921E3DBD}"/>
                </a:ext>
              </a:extLst>
            </p:cNvPr>
            <p:cNvSpPr/>
            <p:nvPr/>
          </p:nvSpPr>
          <p:spPr>
            <a:xfrm>
              <a:off x="2777632" y="1953628"/>
              <a:ext cx="68" cy="204"/>
            </a:xfrm>
            <a:custGeom>
              <a:avLst/>
              <a:gdLst/>
              <a:ahLst/>
              <a:cxnLst/>
              <a:rect l="l" t="t" r="r" b="b"/>
              <a:pathLst>
                <a:path w="5" h="15" extrusionOk="0">
                  <a:moveTo>
                    <a:pt x="1" y="15"/>
                  </a:moveTo>
                  <a:lnTo>
                    <a:pt x="4" y="1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01" name="Google Shape;5259;p80">
              <a:extLst>
                <a:ext uri="{FF2B5EF4-FFF2-40B4-BE49-F238E27FC236}">
                  <a16:creationId xmlns:a16="http://schemas.microsoft.com/office/drawing/2014/main" id="{B16BEB75-F793-E724-B515-8984E2C05150}"/>
                </a:ext>
              </a:extLst>
            </p:cNvPr>
            <p:cNvSpPr/>
            <p:nvPr/>
          </p:nvSpPr>
          <p:spPr>
            <a:xfrm>
              <a:off x="2776926" y="1955909"/>
              <a:ext cx="109" cy="258"/>
            </a:xfrm>
            <a:custGeom>
              <a:avLst/>
              <a:gdLst/>
              <a:ahLst/>
              <a:cxnLst/>
              <a:rect l="l" t="t" r="r" b="b"/>
              <a:pathLst>
                <a:path w="8" h="19" extrusionOk="0">
                  <a:moveTo>
                    <a:pt x="0" y="18"/>
                  </a:moveTo>
                  <a:lnTo>
                    <a:pt x="7" y="1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02" name="Google Shape;5260;p80">
              <a:extLst>
                <a:ext uri="{FF2B5EF4-FFF2-40B4-BE49-F238E27FC236}">
                  <a16:creationId xmlns:a16="http://schemas.microsoft.com/office/drawing/2014/main" id="{C60CAEFC-6F6E-EB6B-48FC-C7B1B08648F8}"/>
                </a:ext>
              </a:extLst>
            </p:cNvPr>
            <p:cNvSpPr/>
            <p:nvPr/>
          </p:nvSpPr>
          <p:spPr>
            <a:xfrm>
              <a:off x="2777251" y="1954959"/>
              <a:ext cx="68" cy="204"/>
            </a:xfrm>
            <a:custGeom>
              <a:avLst/>
              <a:gdLst/>
              <a:ahLst/>
              <a:cxnLst/>
              <a:rect l="l" t="t" r="r" b="b"/>
              <a:pathLst>
                <a:path w="5" h="15" extrusionOk="0">
                  <a:moveTo>
                    <a:pt x="1" y="15"/>
                  </a:moveTo>
                  <a:lnTo>
                    <a:pt x="4" y="1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03" name="Google Shape;5261;p80">
              <a:extLst>
                <a:ext uri="{FF2B5EF4-FFF2-40B4-BE49-F238E27FC236}">
                  <a16:creationId xmlns:a16="http://schemas.microsoft.com/office/drawing/2014/main" id="{0DE4691A-8601-DDF2-B4FA-8A97495C79E6}"/>
                </a:ext>
              </a:extLst>
            </p:cNvPr>
            <p:cNvSpPr/>
            <p:nvPr/>
          </p:nvSpPr>
          <p:spPr>
            <a:xfrm>
              <a:off x="2777781" y="1953248"/>
              <a:ext cx="14" cy="109"/>
            </a:xfrm>
            <a:custGeom>
              <a:avLst/>
              <a:gdLst/>
              <a:ahLst/>
              <a:cxnLst/>
              <a:rect l="l" t="t" r="r" b="b"/>
              <a:pathLst>
                <a:path w="1" h="8" extrusionOk="0">
                  <a:moveTo>
                    <a:pt x="0" y="8"/>
                  </a:moveTo>
                  <a:lnTo>
                    <a:pt x="0" y="1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04" name="Google Shape;5262;p80">
              <a:extLst>
                <a:ext uri="{FF2B5EF4-FFF2-40B4-BE49-F238E27FC236}">
                  <a16:creationId xmlns:a16="http://schemas.microsoft.com/office/drawing/2014/main" id="{BBECAB30-B216-FA4E-5E99-71B666716F07}"/>
                </a:ext>
              </a:extLst>
            </p:cNvPr>
            <p:cNvSpPr/>
            <p:nvPr/>
          </p:nvSpPr>
          <p:spPr>
            <a:xfrm>
              <a:off x="2777061" y="1955434"/>
              <a:ext cx="109" cy="258"/>
            </a:xfrm>
            <a:custGeom>
              <a:avLst/>
              <a:gdLst/>
              <a:ahLst/>
              <a:cxnLst/>
              <a:rect l="l" t="t" r="r" b="b"/>
              <a:pathLst>
                <a:path w="8" h="19" extrusionOk="0">
                  <a:moveTo>
                    <a:pt x="1" y="18"/>
                  </a:moveTo>
                  <a:lnTo>
                    <a:pt x="8" y="1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05" name="Google Shape;5263;p80">
              <a:extLst>
                <a:ext uri="{FF2B5EF4-FFF2-40B4-BE49-F238E27FC236}">
                  <a16:creationId xmlns:a16="http://schemas.microsoft.com/office/drawing/2014/main" id="{65E4E674-FFE4-B0AA-0CB7-485B3D9AE516}"/>
                </a:ext>
              </a:extLst>
            </p:cNvPr>
            <p:cNvSpPr/>
            <p:nvPr/>
          </p:nvSpPr>
          <p:spPr>
            <a:xfrm>
              <a:off x="2776586" y="1956914"/>
              <a:ext cx="109" cy="244"/>
            </a:xfrm>
            <a:custGeom>
              <a:avLst/>
              <a:gdLst/>
              <a:ahLst/>
              <a:cxnLst/>
              <a:rect l="l" t="t" r="r" b="b"/>
              <a:pathLst>
                <a:path w="8" h="18" extrusionOk="0">
                  <a:moveTo>
                    <a:pt x="1" y="18"/>
                  </a:moveTo>
                  <a:lnTo>
                    <a:pt x="8" y="0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06" name="Google Shape;5264;p80">
              <a:extLst>
                <a:ext uri="{FF2B5EF4-FFF2-40B4-BE49-F238E27FC236}">
                  <a16:creationId xmlns:a16="http://schemas.microsoft.com/office/drawing/2014/main" id="{A1A30A73-D640-891E-F6AD-8C13A8C9C752}"/>
                </a:ext>
              </a:extLst>
            </p:cNvPr>
            <p:cNvSpPr/>
            <p:nvPr/>
          </p:nvSpPr>
          <p:spPr>
            <a:xfrm>
              <a:off x="2776206" y="1957959"/>
              <a:ext cx="109" cy="244"/>
            </a:xfrm>
            <a:custGeom>
              <a:avLst/>
              <a:gdLst/>
              <a:ahLst/>
              <a:cxnLst/>
              <a:rect l="l" t="t" r="r" b="b"/>
              <a:pathLst>
                <a:path w="8" h="18" extrusionOk="0">
                  <a:moveTo>
                    <a:pt x="1" y="18"/>
                  </a:moveTo>
                  <a:lnTo>
                    <a:pt x="8" y="0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07" name="Google Shape;5265;p80">
              <a:extLst>
                <a:ext uri="{FF2B5EF4-FFF2-40B4-BE49-F238E27FC236}">
                  <a16:creationId xmlns:a16="http://schemas.microsoft.com/office/drawing/2014/main" id="{B95699DF-9335-12D6-72C0-44CA345C6F1D}"/>
                </a:ext>
              </a:extLst>
            </p:cNvPr>
            <p:cNvSpPr/>
            <p:nvPr/>
          </p:nvSpPr>
          <p:spPr>
            <a:xfrm>
              <a:off x="2776016" y="1958475"/>
              <a:ext cx="109" cy="258"/>
            </a:xfrm>
            <a:custGeom>
              <a:avLst/>
              <a:gdLst/>
              <a:ahLst/>
              <a:cxnLst/>
              <a:rect l="l" t="t" r="r" b="b"/>
              <a:pathLst>
                <a:path w="8" h="19" extrusionOk="0">
                  <a:moveTo>
                    <a:pt x="1" y="18"/>
                  </a:moveTo>
                  <a:lnTo>
                    <a:pt x="8" y="1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08" name="Google Shape;5266;p80">
              <a:extLst>
                <a:ext uri="{FF2B5EF4-FFF2-40B4-BE49-F238E27FC236}">
                  <a16:creationId xmlns:a16="http://schemas.microsoft.com/office/drawing/2014/main" id="{2323A746-B8A4-127B-E2F1-A20743F309DD}"/>
                </a:ext>
              </a:extLst>
            </p:cNvPr>
            <p:cNvSpPr/>
            <p:nvPr/>
          </p:nvSpPr>
          <p:spPr>
            <a:xfrm>
              <a:off x="2776396" y="1957430"/>
              <a:ext cx="109" cy="258"/>
            </a:xfrm>
            <a:custGeom>
              <a:avLst/>
              <a:gdLst/>
              <a:ahLst/>
              <a:cxnLst/>
              <a:rect l="l" t="t" r="r" b="b"/>
              <a:pathLst>
                <a:path w="8" h="19" extrusionOk="0">
                  <a:moveTo>
                    <a:pt x="1" y="18"/>
                  </a:moveTo>
                  <a:lnTo>
                    <a:pt x="8" y="1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09" name="Google Shape;5267;p80">
              <a:extLst>
                <a:ext uri="{FF2B5EF4-FFF2-40B4-BE49-F238E27FC236}">
                  <a16:creationId xmlns:a16="http://schemas.microsoft.com/office/drawing/2014/main" id="{EFDF80C5-0E3B-34F9-197C-F8F0D64E78DB}"/>
                </a:ext>
              </a:extLst>
            </p:cNvPr>
            <p:cNvSpPr/>
            <p:nvPr/>
          </p:nvSpPr>
          <p:spPr>
            <a:xfrm>
              <a:off x="2777401" y="1954483"/>
              <a:ext cx="54" cy="258"/>
            </a:xfrm>
            <a:custGeom>
              <a:avLst/>
              <a:gdLst/>
              <a:ahLst/>
              <a:cxnLst/>
              <a:rect l="l" t="t" r="r" b="b"/>
              <a:pathLst>
                <a:path w="4" h="19" extrusionOk="0">
                  <a:moveTo>
                    <a:pt x="0" y="18"/>
                  </a:moveTo>
                  <a:lnTo>
                    <a:pt x="4" y="1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10" name="Google Shape;5268;p80">
              <a:extLst>
                <a:ext uri="{FF2B5EF4-FFF2-40B4-BE49-F238E27FC236}">
                  <a16:creationId xmlns:a16="http://schemas.microsoft.com/office/drawing/2014/main" id="{DB114DD1-D564-D2EF-6B16-E96940445E24}"/>
                </a:ext>
              </a:extLst>
            </p:cNvPr>
            <p:cNvSpPr/>
            <p:nvPr/>
          </p:nvSpPr>
          <p:spPr>
            <a:xfrm>
              <a:off x="2772554" y="1964802"/>
              <a:ext cx="149" cy="149"/>
            </a:xfrm>
            <a:custGeom>
              <a:avLst/>
              <a:gdLst/>
              <a:ahLst/>
              <a:cxnLst/>
              <a:rect l="l" t="t" r="r" b="b"/>
              <a:pathLst>
                <a:path w="11" h="11" extrusionOk="0">
                  <a:moveTo>
                    <a:pt x="11" y="0"/>
                  </a:moveTo>
                  <a:lnTo>
                    <a:pt x="0" y="11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11" name="Google Shape;5269;p80">
              <a:extLst>
                <a:ext uri="{FF2B5EF4-FFF2-40B4-BE49-F238E27FC236}">
                  <a16:creationId xmlns:a16="http://schemas.microsoft.com/office/drawing/2014/main" id="{E5F09655-3671-F0BC-A4F6-F55117F54C4C}"/>
                </a:ext>
              </a:extLst>
            </p:cNvPr>
            <p:cNvSpPr/>
            <p:nvPr/>
          </p:nvSpPr>
          <p:spPr>
            <a:xfrm>
              <a:off x="2775826" y="1959005"/>
              <a:ext cx="109" cy="244"/>
            </a:xfrm>
            <a:custGeom>
              <a:avLst/>
              <a:gdLst/>
              <a:ahLst/>
              <a:cxnLst/>
              <a:rect l="l" t="t" r="r" b="b"/>
              <a:pathLst>
                <a:path w="8" h="18" extrusionOk="0">
                  <a:moveTo>
                    <a:pt x="1" y="18"/>
                  </a:moveTo>
                  <a:lnTo>
                    <a:pt x="8" y="0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12" name="Google Shape;5270;p80">
              <a:extLst>
                <a:ext uri="{FF2B5EF4-FFF2-40B4-BE49-F238E27FC236}">
                  <a16:creationId xmlns:a16="http://schemas.microsoft.com/office/drawing/2014/main" id="{51A32DCA-43E0-6F6F-6376-9C8F433E65C9}"/>
                </a:ext>
              </a:extLst>
            </p:cNvPr>
            <p:cNvSpPr/>
            <p:nvPr/>
          </p:nvSpPr>
          <p:spPr>
            <a:xfrm>
              <a:off x="2771698" y="1965508"/>
              <a:ext cx="109" cy="68"/>
            </a:xfrm>
            <a:custGeom>
              <a:avLst/>
              <a:gdLst/>
              <a:ahLst/>
              <a:cxnLst/>
              <a:rect l="l" t="t" r="r" b="b"/>
              <a:pathLst>
                <a:path w="8" h="5" extrusionOk="0">
                  <a:moveTo>
                    <a:pt x="0" y="4"/>
                  </a:moveTo>
                  <a:lnTo>
                    <a:pt x="7" y="1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13" name="Google Shape;5271;p80">
              <a:extLst>
                <a:ext uri="{FF2B5EF4-FFF2-40B4-BE49-F238E27FC236}">
                  <a16:creationId xmlns:a16="http://schemas.microsoft.com/office/drawing/2014/main" id="{5E681EFF-AB30-3979-D32A-92295EFE0FFA}"/>
                </a:ext>
              </a:extLst>
            </p:cNvPr>
            <p:cNvSpPr/>
            <p:nvPr/>
          </p:nvSpPr>
          <p:spPr>
            <a:xfrm>
              <a:off x="2800401" y="1951917"/>
              <a:ext cx="68" cy="68"/>
            </a:xfrm>
            <a:custGeom>
              <a:avLst/>
              <a:gdLst/>
              <a:ahLst/>
              <a:cxnLst/>
              <a:rect l="l" t="t" r="r" b="b"/>
              <a:pathLst>
                <a:path w="5" h="5" extrusionOk="0">
                  <a:moveTo>
                    <a:pt x="1" y="1"/>
                  </a:moveTo>
                  <a:lnTo>
                    <a:pt x="4" y="4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14" name="Google Shape;5272;p80">
              <a:extLst>
                <a:ext uri="{FF2B5EF4-FFF2-40B4-BE49-F238E27FC236}">
                  <a16:creationId xmlns:a16="http://schemas.microsoft.com/office/drawing/2014/main" id="{66BA8F77-6576-F0E6-4055-6061BE7436CC}"/>
                </a:ext>
              </a:extLst>
            </p:cNvPr>
            <p:cNvSpPr/>
            <p:nvPr/>
          </p:nvSpPr>
          <p:spPr>
            <a:xfrm>
              <a:off x="2800591" y="1952582"/>
              <a:ext cx="14" cy="109"/>
            </a:xfrm>
            <a:custGeom>
              <a:avLst/>
              <a:gdLst/>
              <a:ahLst/>
              <a:cxnLst/>
              <a:rect l="l" t="t" r="r" b="b"/>
              <a:pathLst>
                <a:path w="1" h="8" extrusionOk="0">
                  <a:moveTo>
                    <a:pt x="1" y="1"/>
                  </a:moveTo>
                  <a:lnTo>
                    <a:pt x="1" y="8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15" name="Google Shape;5273;p80">
              <a:extLst>
                <a:ext uri="{FF2B5EF4-FFF2-40B4-BE49-F238E27FC236}">
                  <a16:creationId xmlns:a16="http://schemas.microsoft.com/office/drawing/2014/main" id="{2432A968-EC14-C41C-E4CE-0239599CF43A}"/>
                </a:ext>
              </a:extLst>
            </p:cNvPr>
            <p:cNvSpPr/>
            <p:nvPr/>
          </p:nvSpPr>
          <p:spPr>
            <a:xfrm>
              <a:off x="2800591" y="1953017"/>
              <a:ext cx="14" cy="14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1" y="0"/>
                  </a:move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16" name="Google Shape;5274;p80">
              <a:extLst>
                <a:ext uri="{FF2B5EF4-FFF2-40B4-BE49-F238E27FC236}">
                  <a16:creationId xmlns:a16="http://schemas.microsoft.com/office/drawing/2014/main" id="{A1B15CD1-5050-361C-2A7C-36DDF9EB40E0}"/>
                </a:ext>
              </a:extLst>
            </p:cNvPr>
            <p:cNvSpPr/>
            <p:nvPr/>
          </p:nvSpPr>
          <p:spPr>
            <a:xfrm>
              <a:off x="2820930" y="1936276"/>
              <a:ext cx="109" cy="109"/>
            </a:xfrm>
            <a:custGeom>
              <a:avLst/>
              <a:gdLst/>
              <a:ahLst/>
              <a:cxnLst/>
              <a:rect l="l" t="t" r="r" b="b"/>
              <a:pathLst>
                <a:path w="8" h="8" extrusionOk="0">
                  <a:moveTo>
                    <a:pt x="1" y="1"/>
                  </a:moveTo>
                  <a:lnTo>
                    <a:pt x="8" y="8"/>
                  </a:lnTo>
                  <a:lnTo>
                    <a:pt x="8" y="8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17" name="Google Shape;5275;p80">
              <a:extLst>
                <a:ext uri="{FF2B5EF4-FFF2-40B4-BE49-F238E27FC236}">
                  <a16:creationId xmlns:a16="http://schemas.microsoft.com/office/drawing/2014/main" id="{D92B2BE3-967D-697B-0CFD-35670796564B}"/>
                </a:ext>
              </a:extLst>
            </p:cNvPr>
            <p:cNvSpPr/>
            <p:nvPr/>
          </p:nvSpPr>
          <p:spPr>
            <a:xfrm>
              <a:off x="2800550" y="1952297"/>
              <a:ext cx="14" cy="14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0" y="1"/>
                  </a:move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18" name="Google Shape;5276;p80">
              <a:extLst>
                <a:ext uri="{FF2B5EF4-FFF2-40B4-BE49-F238E27FC236}">
                  <a16:creationId xmlns:a16="http://schemas.microsoft.com/office/drawing/2014/main" id="{A020AD10-0003-F5BB-E123-4CED2318BD10}"/>
                </a:ext>
              </a:extLst>
            </p:cNvPr>
            <p:cNvSpPr/>
            <p:nvPr/>
          </p:nvSpPr>
          <p:spPr>
            <a:xfrm>
              <a:off x="2783293" y="1890642"/>
              <a:ext cx="54" cy="68"/>
            </a:xfrm>
            <a:custGeom>
              <a:avLst/>
              <a:gdLst/>
              <a:ahLst/>
              <a:cxnLst/>
              <a:rect l="l" t="t" r="r" b="b"/>
              <a:pathLst>
                <a:path w="4" h="5" extrusionOk="0">
                  <a:moveTo>
                    <a:pt x="4" y="4"/>
                  </a:moveTo>
                  <a:lnTo>
                    <a:pt x="0" y="1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19" name="Google Shape;5277;p80">
              <a:extLst>
                <a:ext uri="{FF2B5EF4-FFF2-40B4-BE49-F238E27FC236}">
                  <a16:creationId xmlns:a16="http://schemas.microsoft.com/office/drawing/2014/main" id="{F78404C7-DE2A-3D22-CE8B-915DB7E1C14E}"/>
                </a:ext>
              </a:extLst>
            </p:cNvPr>
            <p:cNvSpPr/>
            <p:nvPr/>
          </p:nvSpPr>
          <p:spPr>
            <a:xfrm>
              <a:off x="2821609" y="1933425"/>
              <a:ext cx="0" cy="109"/>
            </a:xfrm>
            <a:custGeom>
              <a:avLst/>
              <a:gdLst/>
              <a:ahLst/>
              <a:cxnLst/>
              <a:rect l="l" t="t" r="r" b="b"/>
              <a:pathLst>
                <a:path h="8" extrusionOk="0">
                  <a:moveTo>
                    <a:pt x="0" y="8"/>
                  </a:moveTo>
                  <a:lnTo>
                    <a:pt x="0" y="1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20" name="Google Shape;5278;p80">
              <a:extLst>
                <a:ext uri="{FF2B5EF4-FFF2-40B4-BE49-F238E27FC236}">
                  <a16:creationId xmlns:a16="http://schemas.microsoft.com/office/drawing/2014/main" id="{80F8B9A7-D73A-875C-FDE7-0C78144F6FFD}"/>
                </a:ext>
              </a:extLst>
            </p:cNvPr>
            <p:cNvSpPr/>
            <p:nvPr/>
          </p:nvSpPr>
          <p:spPr>
            <a:xfrm>
              <a:off x="2821555" y="1932854"/>
              <a:ext cx="14" cy="163"/>
            </a:xfrm>
            <a:custGeom>
              <a:avLst/>
              <a:gdLst/>
              <a:ahLst/>
              <a:cxnLst/>
              <a:rect l="l" t="t" r="r" b="b"/>
              <a:pathLst>
                <a:path w="1" h="12" extrusionOk="0">
                  <a:moveTo>
                    <a:pt x="1" y="11"/>
                  </a:moveTo>
                  <a:lnTo>
                    <a:pt x="1" y="1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21" name="Google Shape;5279;p80">
              <a:extLst>
                <a:ext uri="{FF2B5EF4-FFF2-40B4-BE49-F238E27FC236}">
                  <a16:creationId xmlns:a16="http://schemas.microsoft.com/office/drawing/2014/main" id="{C63417DD-E908-8B62-16DC-1D83DA26FA43}"/>
                </a:ext>
              </a:extLst>
            </p:cNvPr>
            <p:cNvSpPr/>
            <p:nvPr/>
          </p:nvSpPr>
          <p:spPr>
            <a:xfrm>
              <a:off x="2787380" y="1905767"/>
              <a:ext cx="964" cy="2390"/>
            </a:xfrm>
            <a:custGeom>
              <a:avLst/>
              <a:gdLst/>
              <a:ahLst/>
              <a:cxnLst/>
              <a:rect l="l" t="t" r="r" b="b"/>
              <a:pathLst>
                <a:path w="71" h="176" extrusionOk="0">
                  <a:moveTo>
                    <a:pt x="0" y="175"/>
                  </a:moveTo>
                  <a:cubicBezTo>
                    <a:pt x="46" y="130"/>
                    <a:pt x="70" y="67"/>
                    <a:pt x="70" y="0"/>
                  </a:cubicBezTo>
                  <a:cubicBezTo>
                    <a:pt x="70" y="67"/>
                    <a:pt x="46" y="130"/>
                    <a:pt x="0" y="175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22" name="Google Shape;5280;p80">
              <a:extLst>
                <a:ext uri="{FF2B5EF4-FFF2-40B4-BE49-F238E27FC236}">
                  <a16:creationId xmlns:a16="http://schemas.microsoft.com/office/drawing/2014/main" id="{D3BB571F-CC80-6DD2-DCCE-B196559510A2}"/>
                </a:ext>
              </a:extLst>
            </p:cNvPr>
            <p:cNvSpPr/>
            <p:nvPr/>
          </p:nvSpPr>
          <p:spPr>
            <a:xfrm>
              <a:off x="2782913" y="1890262"/>
              <a:ext cx="204" cy="163"/>
            </a:xfrm>
            <a:custGeom>
              <a:avLst/>
              <a:gdLst/>
              <a:ahLst/>
              <a:cxnLst/>
              <a:rect l="l" t="t" r="r" b="b"/>
              <a:pathLst>
                <a:path w="15" h="12" extrusionOk="0">
                  <a:moveTo>
                    <a:pt x="0" y="1"/>
                  </a:moveTo>
                  <a:lnTo>
                    <a:pt x="14" y="11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23" name="Google Shape;5281;p80">
              <a:extLst>
                <a:ext uri="{FF2B5EF4-FFF2-40B4-BE49-F238E27FC236}">
                  <a16:creationId xmlns:a16="http://schemas.microsoft.com/office/drawing/2014/main" id="{7EC6ADFD-88EE-CEF1-AEFE-CB58F020B793}"/>
                </a:ext>
              </a:extLst>
            </p:cNvPr>
            <p:cNvSpPr/>
            <p:nvPr/>
          </p:nvSpPr>
          <p:spPr>
            <a:xfrm>
              <a:off x="2783198" y="1890547"/>
              <a:ext cx="109" cy="109"/>
            </a:xfrm>
            <a:custGeom>
              <a:avLst/>
              <a:gdLst/>
              <a:ahLst/>
              <a:cxnLst/>
              <a:rect l="l" t="t" r="r" b="b"/>
              <a:pathLst>
                <a:path w="8" h="8" extrusionOk="0">
                  <a:moveTo>
                    <a:pt x="7" y="8"/>
                  </a:moveTo>
                  <a:lnTo>
                    <a:pt x="0" y="1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24" name="Google Shape;5282;p80">
              <a:extLst>
                <a:ext uri="{FF2B5EF4-FFF2-40B4-BE49-F238E27FC236}">
                  <a16:creationId xmlns:a16="http://schemas.microsoft.com/office/drawing/2014/main" id="{786C583F-F7A2-DE1A-5A30-F09815758E34}"/>
                </a:ext>
              </a:extLst>
            </p:cNvPr>
            <p:cNvSpPr/>
            <p:nvPr/>
          </p:nvSpPr>
          <p:spPr>
            <a:xfrm>
              <a:off x="2815988" y="1913221"/>
              <a:ext cx="299" cy="1018"/>
            </a:xfrm>
            <a:custGeom>
              <a:avLst/>
              <a:gdLst/>
              <a:ahLst/>
              <a:cxnLst/>
              <a:rect l="l" t="t" r="r" b="b"/>
              <a:pathLst>
                <a:path w="22" h="75" extrusionOk="0">
                  <a:moveTo>
                    <a:pt x="1" y="1"/>
                  </a:moveTo>
                  <a:cubicBezTo>
                    <a:pt x="18" y="8"/>
                    <a:pt x="22" y="36"/>
                    <a:pt x="22" y="74"/>
                  </a:cubicBezTo>
                  <a:cubicBezTo>
                    <a:pt x="22" y="36"/>
                    <a:pt x="18" y="8"/>
                    <a:pt x="1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25" name="Google Shape;5283;p80">
              <a:extLst>
                <a:ext uri="{FF2B5EF4-FFF2-40B4-BE49-F238E27FC236}">
                  <a16:creationId xmlns:a16="http://schemas.microsoft.com/office/drawing/2014/main" id="{C4A7D7F7-6A77-AC15-5C30-01FD06C6C25C}"/>
                </a:ext>
              </a:extLst>
            </p:cNvPr>
            <p:cNvSpPr/>
            <p:nvPr/>
          </p:nvSpPr>
          <p:spPr>
            <a:xfrm>
              <a:off x="2821650" y="1933995"/>
              <a:ext cx="14" cy="68"/>
            </a:xfrm>
            <a:custGeom>
              <a:avLst/>
              <a:gdLst/>
              <a:ahLst/>
              <a:cxnLst/>
              <a:rect l="l" t="t" r="r" b="b"/>
              <a:pathLst>
                <a:path w="1" h="5" extrusionOk="0">
                  <a:moveTo>
                    <a:pt x="1" y="1"/>
                  </a:moveTo>
                  <a:lnTo>
                    <a:pt x="1" y="4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26" name="Google Shape;5284;p80">
              <a:extLst>
                <a:ext uri="{FF2B5EF4-FFF2-40B4-BE49-F238E27FC236}">
                  <a16:creationId xmlns:a16="http://schemas.microsoft.com/office/drawing/2014/main" id="{1CEEAA01-10ED-F91C-F6AC-68E46A6A19D1}"/>
                </a:ext>
              </a:extLst>
            </p:cNvPr>
            <p:cNvSpPr/>
            <p:nvPr/>
          </p:nvSpPr>
          <p:spPr>
            <a:xfrm>
              <a:off x="2782574" y="1889936"/>
              <a:ext cx="14" cy="14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1" y="0"/>
                  </a:moveTo>
                  <a:lnTo>
                    <a:pt x="1" y="0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27" name="Google Shape;5285;p80">
              <a:extLst>
                <a:ext uri="{FF2B5EF4-FFF2-40B4-BE49-F238E27FC236}">
                  <a16:creationId xmlns:a16="http://schemas.microsoft.com/office/drawing/2014/main" id="{C550270F-EF26-7A9E-EC7D-B2F5C58B9895}"/>
                </a:ext>
              </a:extLst>
            </p:cNvPr>
            <p:cNvSpPr/>
            <p:nvPr/>
          </p:nvSpPr>
          <p:spPr>
            <a:xfrm>
              <a:off x="2782723" y="1890072"/>
              <a:ext cx="149" cy="109"/>
            </a:xfrm>
            <a:custGeom>
              <a:avLst/>
              <a:gdLst/>
              <a:ahLst/>
              <a:cxnLst/>
              <a:rect l="l" t="t" r="r" b="b"/>
              <a:pathLst>
                <a:path w="11" h="8" extrusionOk="0">
                  <a:moveTo>
                    <a:pt x="11" y="8"/>
                  </a:moveTo>
                  <a:lnTo>
                    <a:pt x="0" y="1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28" name="Google Shape;5286;p80">
              <a:extLst>
                <a:ext uri="{FF2B5EF4-FFF2-40B4-BE49-F238E27FC236}">
                  <a16:creationId xmlns:a16="http://schemas.microsoft.com/office/drawing/2014/main" id="{0972992B-7AA2-7B6A-26C5-7C92445546F0}"/>
                </a:ext>
              </a:extLst>
            </p:cNvPr>
            <p:cNvSpPr/>
            <p:nvPr/>
          </p:nvSpPr>
          <p:spPr>
            <a:xfrm>
              <a:off x="2783103" y="1890411"/>
              <a:ext cx="149" cy="149"/>
            </a:xfrm>
            <a:custGeom>
              <a:avLst/>
              <a:gdLst/>
              <a:ahLst/>
              <a:cxnLst/>
              <a:rect l="l" t="t" r="r" b="b"/>
              <a:pathLst>
                <a:path w="11" h="11" extrusionOk="0">
                  <a:moveTo>
                    <a:pt x="11" y="11"/>
                  </a:moveTo>
                  <a:lnTo>
                    <a:pt x="0" y="0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29" name="Google Shape;5287;p80">
              <a:extLst>
                <a:ext uri="{FF2B5EF4-FFF2-40B4-BE49-F238E27FC236}">
                  <a16:creationId xmlns:a16="http://schemas.microsoft.com/office/drawing/2014/main" id="{4C8C263C-B68D-7147-54BC-550531BC7F17}"/>
                </a:ext>
              </a:extLst>
            </p:cNvPr>
            <p:cNvSpPr/>
            <p:nvPr/>
          </p:nvSpPr>
          <p:spPr>
            <a:xfrm>
              <a:off x="2783334" y="1890696"/>
              <a:ext cx="68" cy="54"/>
            </a:xfrm>
            <a:custGeom>
              <a:avLst/>
              <a:gdLst/>
              <a:ahLst/>
              <a:cxnLst/>
              <a:rect l="l" t="t" r="r" b="b"/>
              <a:pathLst>
                <a:path w="5" h="4" extrusionOk="0">
                  <a:moveTo>
                    <a:pt x="4" y="4"/>
                  </a:moveTo>
                  <a:lnTo>
                    <a:pt x="1" y="0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30" name="Google Shape;5288;p80">
              <a:extLst>
                <a:ext uri="{FF2B5EF4-FFF2-40B4-BE49-F238E27FC236}">
                  <a16:creationId xmlns:a16="http://schemas.microsoft.com/office/drawing/2014/main" id="{600666CB-0E3B-E1F5-FF41-FB2D2AA73524}"/>
                </a:ext>
              </a:extLst>
            </p:cNvPr>
            <p:cNvSpPr/>
            <p:nvPr/>
          </p:nvSpPr>
          <p:spPr>
            <a:xfrm>
              <a:off x="2821324" y="1935950"/>
              <a:ext cx="0" cy="14"/>
            </a:xfrm>
            <a:custGeom>
              <a:avLst/>
              <a:gdLst/>
              <a:ahLst/>
              <a:cxnLst/>
              <a:rect l="l" t="t" r="r" b="b"/>
              <a:pathLst>
                <a:path h="1" extrusionOk="0">
                  <a:moveTo>
                    <a:pt x="0" y="0"/>
                  </a:move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31" name="Google Shape;5289;p80">
              <a:extLst>
                <a:ext uri="{FF2B5EF4-FFF2-40B4-BE49-F238E27FC236}">
                  <a16:creationId xmlns:a16="http://schemas.microsoft.com/office/drawing/2014/main" id="{65CF7BFD-30B2-899A-D556-75C38DA7D747}"/>
                </a:ext>
              </a:extLst>
            </p:cNvPr>
            <p:cNvSpPr/>
            <p:nvPr/>
          </p:nvSpPr>
          <p:spPr>
            <a:xfrm>
              <a:off x="2821609" y="1934945"/>
              <a:ext cx="0" cy="68"/>
            </a:xfrm>
            <a:custGeom>
              <a:avLst/>
              <a:gdLst/>
              <a:ahLst/>
              <a:cxnLst/>
              <a:rect l="l" t="t" r="r" b="b"/>
              <a:pathLst>
                <a:path h="5" extrusionOk="0">
                  <a:moveTo>
                    <a:pt x="0" y="4"/>
                  </a:moveTo>
                  <a:lnTo>
                    <a:pt x="0" y="1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32" name="Google Shape;5290;p80">
              <a:extLst>
                <a:ext uri="{FF2B5EF4-FFF2-40B4-BE49-F238E27FC236}">
                  <a16:creationId xmlns:a16="http://schemas.microsoft.com/office/drawing/2014/main" id="{FFF37F2B-54CB-AEC7-E170-E2F2D19A2BF2}"/>
                </a:ext>
              </a:extLst>
            </p:cNvPr>
            <p:cNvSpPr/>
            <p:nvPr/>
          </p:nvSpPr>
          <p:spPr>
            <a:xfrm>
              <a:off x="2821650" y="1934429"/>
              <a:ext cx="14" cy="109"/>
            </a:xfrm>
            <a:custGeom>
              <a:avLst/>
              <a:gdLst/>
              <a:ahLst/>
              <a:cxnLst/>
              <a:rect l="l" t="t" r="r" b="b"/>
              <a:pathLst>
                <a:path w="1" h="8" extrusionOk="0">
                  <a:moveTo>
                    <a:pt x="1" y="7"/>
                  </a:moveTo>
                  <a:lnTo>
                    <a:pt x="1" y="4"/>
                  </a:lnTo>
                  <a:cubicBezTo>
                    <a:pt x="1" y="0"/>
                    <a:pt x="1" y="7"/>
                    <a:pt x="1" y="7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33" name="Google Shape;5291;p80">
              <a:extLst>
                <a:ext uri="{FF2B5EF4-FFF2-40B4-BE49-F238E27FC236}">
                  <a16:creationId xmlns:a16="http://schemas.microsoft.com/office/drawing/2014/main" id="{5A75668B-1D96-153B-2ADE-1B50E4C0CD53}"/>
                </a:ext>
              </a:extLst>
            </p:cNvPr>
            <p:cNvSpPr/>
            <p:nvPr/>
          </p:nvSpPr>
          <p:spPr>
            <a:xfrm>
              <a:off x="2821039" y="1936330"/>
              <a:ext cx="0" cy="54"/>
            </a:xfrm>
            <a:custGeom>
              <a:avLst/>
              <a:gdLst/>
              <a:ahLst/>
              <a:cxnLst/>
              <a:rect l="l" t="t" r="r" b="b"/>
              <a:pathLst>
                <a:path h="4" extrusionOk="0">
                  <a:moveTo>
                    <a:pt x="0" y="4"/>
                  </a:moveTo>
                  <a:lnTo>
                    <a:pt x="0" y="4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34" name="Google Shape;5292;p80">
              <a:extLst>
                <a:ext uri="{FF2B5EF4-FFF2-40B4-BE49-F238E27FC236}">
                  <a16:creationId xmlns:a16="http://schemas.microsoft.com/office/drawing/2014/main" id="{B2B3743C-0F34-D9E2-097B-5AF4FCC4FCC9}"/>
                </a:ext>
              </a:extLst>
            </p:cNvPr>
            <p:cNvSpPr/>
            <p:nvPr/>
          </p:nvSpPr>
          <p:spPr>
            <a:xfrm>
              <a:off x="2821460" y="1935421"/>
              <a:ext cx="14" cy="68"/>
            </a:xfrm>
            <a:custGeom>
              <a:avLst/>
              <a:gdLst/>
              <a:ahLst/>
              <a:cxnLst/>
              <a:rect l="l" t="t" r="r" b="b"/>
              <a:pathLst>
                <a:path w="1" h="5" extrusionOk="0">
                  <a:moveTo>
                    <a:pt x="1" y="4"/>
                  </a:moveTo>
                  <a:lnTo>
                    <a:pt x="1" y="1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35" name="Google Shape;5293;p80">
              <a:extLst>
                <a:ext uri="{FF2B5EF4-FFF2-40B4-BE49-F238E27FC236}">
                  <a16:creationId xmlns:a16="http://schemas.microsoft.com/office/drawing/2014/main" id="{88F972F8-F92B-5D79-65CB-275891F73E25}"/>
                </a:ext>
              </a:extLst>
            </p:cNvPr>
            <p:cNvSpPr/>
            <p:nvPr/>
          </p:nvSpPr>
          <p:spPr>
            <a:xfrm>
              <a:off x="2154289" y="1586085"/>
              <a:ext cx="69123" cy="54935"/>
            </a:xfrm>
            <a:custGeom>
              <a:avLst/>
              <a:gdLst/>
              <a:ahLst/>
              <a:cxnLst/>
              <a:rect l="l" t="t" r="r" b="b"/>
              <a:pathLst>
                <a:path w="5091" h="4046" extrusionOk="0">
                  <a:moveTo>
                    <a:pt x="2111" y="1"/>
                  </a:moveTo>
                  <a:cubicBezTo>
                    <a:pt x="1912" y="1"/>
                    <a:pt x="1254" y="150"/>
                    <a:pt x="1054" y="352"/>
                  </a:cubicBezTo>
                  <a:cubicBezTo>
                    <a:pt x="897" y="510"/>
                    <a:pt x="645" y="541"/>
                    <a:pt x="442" y="569"/>
                  </a:cubicBezTo>
                  <a:cubicBezTo>
                    <a:pt x="361" y="580"/>
                    <a:pt x="249" y="594"/>
                    <a:pt x="221" y="611"/>
                  </a:cubicBezTo>
                  <a:cubicBezTo>
                    <a:pt x="214" y="681"/>
                    <a:pt x="172" y="741"/>
                    <a:pt x="113" y="772"/>
                  </a:cubicBezTo>
                  <a:cubicBezTo>
                    <a:pt x="102" y="779"/>
                    <a:pt x="88" y="786"/>
                    <a:pt x="74" y="790"/>
                  </a:cubicBezTo>
                  <a:lnTo>
                    <a:pt x="78" y="804"/>
                  </a:lnTo>
                  <a:lnTo>
                    <a:pt x="81" y="814"/>
                  </a:lnTo>
                  <a:cubicBezTo>
                    <a:pt x="81" y="821"/>
                    <a:pt x="85" y="828"/>
                    <a:pt x="85" y="835"/>
                  </a:cubicBezTo>
                  <a:lnTo>
                    <a:pt x="88" y="849"/>
                  </a:lnTo>
                  <a:cubicBezTo>
                    <a:pt x="88" y="860"/>
                    <a:pt x="92" y="867"/>
                    <a:pt x="92" y="877"/>
                  </a:cubicBezTo>
                  <a:lnTo>
                    <a:pt x="95" y="895"/>
                  </a:lnTo>
                  <a:cubicBezTo>
                    <a:pt x="95" y="902"/>
                    <a:pt x="95" y="909"/>
                    <a:pt x="99" y="916"/>
                  </a:cubicBezTo>
                  <a:cubicBezTo>
                    <a:pt x="99" y="926"/>
                    <a:pt x="99" y="930"/>
                    <a:pt x="99" y="933"/>
                  </a:cubicBezTo>
                  <a:cubicBezTo>
                    <a:pt x="99" y="940"/>
                    <a:pt x="99" y="951"/>
                    <a:pt x="102" y="958"/>
                  </a:cubicBezTo>
                  <a:cubicBezTo>
                    <a:pt x="102" y="965"/>
                    <a:pt x="102" y="972"/>
                    <a:pt x="102" y="979"/>
                  </a:cubicBezTo>
                  <a:lnTo>
                    <a:pt x="102" y="1000"/>
                  </a:lnTo>
                  <a:lnTo>
                    <a:pt x="102" y="1021"/>
                  </a:lnTo>
                  <a:lnTo>
                    <a:pt x="102" y="1045"/>
                  </a:lnTo>
                  <a:lnTo>
                    <a:pt x="102" y="1066"/>
                  </a:lnTo>
                  <a:lnTo>
                    <a:pt x="102" y="1091"/>
                  </a:lnTo>
                  <a:lnTo>
                    <a:pt x="102" y="1112"/>
                  </a:lnTo>
                  <a:lnTo>
                    <a:pt x="102" y="1136"/>
                  </a:lnTo>
                  <a:lnTo>
                    <a:pt x="102" y="1157"/>
                  </a:lnTo>
                  <a:lnTo>
                    <a:pt x="102" y="1182"/>
                  </a:lnTo>
                  <a:lnTo>
                    <a:pt x="102" y="1203"/>
                  </a:lnTo>
                  <a:cubicBezTo>
                    <a:pt x="102" y="1206"/>
                    <a:pt x="102" y="1217"/>
                    <a:pt x="99" y="1224"/>
                  </a:cubicBezTo>
                  <a:cubicBezTo>
                    <a:pt x="95" y="1234"/>
                    <a:pt x="99" y="1238"/>
                    <a:pt x="95" y="1245"/>
                  </a:cubicBezTo>
                  <a:cubicBezTo>
                    <a:pt x="92" y="1252"/>
                    <a:pt x="92" y="1259"/>
                    <a:pt x="88" y="1269"/>
                  </a:cubicBezTo>
                  <a:cubicBezTo>
                    <a:pt x="88" y="1276"/>
                    <a:pt x="88" y="1280"/>
                    <a:pt x="85" y="1287"/>
                  </a:cubicBezTo>
                  <a:cubicBezTo>
                    <a:pt x="85" y="1294"/>
                    <a:pt x="81" y="1301"/>
                    <a:pt x="78" y="1308"/>
                  </a:cubicBezTo>
                  <a:cubicBezTo>
                    <a:pt x="78" y="1318"/>
                    <a:pt x="78" y="1318"/>
                    <a:pt x="74" y="1325"/>
                  </a:cubicBezTo>
                  <a:cubicBezTo>
                    <a:pt x="74" y="1329"/>
                    <a:pt x="67" y="1339"/>
                    <a:pt x="64" y="1350"/>
                  </a:cubicBezTo>
                  <a:cubicBezTo>
                    <a:pt x="64" y="1357"/>
                    <a:pt x="64" y="1357"/>
                    <a:pt x="60" y="1360"/>
                  </a:cubicBezTo>
                  <a:cubicBezTo>
                    <a:pt x="57" y="1371"/>
                    <a:pt x="50" y="1381"/>
                    <a:pt x="43" y="1392"/>
                  </a:cubicBezTo>
                  <a:cubicBezTo>
                    <a:pt x="1" y="1458"/>
                    <a:pt x="4" y="1479"/>
                    <a:pt x="4" y="1479"/>
                  </a:cubicBezTo>
                  <a:cubicBezTo>
                    <a:pt x="8" y="1479"/>
                    <a:pt x="18" y="1497"/>
                    <a:pt x="57" y="1518"/>
                  </a:cubicBezTo>
                  <a:cubicBezTo>
                    <a:pt x="172" y="1584"/>
                    <a:pt x="211" y="1735"/>
                    <a:pt x="211" y="1844"/>
                  </a:cubicBezTo>
                  <a:cubicBezTo>
                    <a:pt x="211" y="1865"/>
                    <a:pt x="218" y="1886"/>
                    <a:pt x="228" y="1903"/>
                  </a:cubicBezTo>
                  <a:cubicBezTo>
                    <a:pt x="263" y="1973"/>
                    <a:pt x="284" y="2050"/>
                    <a:pt x="284" y="2131"/>
                  </a:cubicBezTo>
                  <a:cubicBezTo>
                    <a:pt x="298" y="2362"/>
                    <a:pt x="354" y="2474"/>
                    <a:pt x="403" y="2530"/>
                  </a:cubicBezTo>
                  <a:cubicBezTo>
                    <a:pt x="407" y="2537"/>
                    <a:pt x="414" y="2544"/>
                    <a:pt x="421" y="2554"/>
                  </a:cubicBezTo>
                  <a:lnTo>
                    <a:pt x="424" y="2561"/>
                  </a:lnTo>
                  <a:cubicBezTo>
                    <a:pt x="428" y="2565"/>
                    <a:pt x="431" y="2572"/>
                    <a:pt x="435" y="2579"/>
                  </a:cubicBezTo>
                  <a:lnTo>
                    <a:pt x="438" y="2589"/>
                  </a:lnTo>
                  <a:cubicBezTo>
                    <a:pt x="442" y="2596"/>
                    <a:pt x="442" y="2600"/>
                    <a:pt x="445" y="2607"/>
                  </a:cubicBezTo>
                  <a:cubicBezTo>
                    <a:pt x="445" y="2610"/>
                    <a:pt x="445" y="2614"/>
                    <a:pt x="449" y="2621"/>
                  </a:cubicBezTo>
                  <a:cubicBezTo>
                    <a:pt x="449" y="2624"/>
                    <a:pt x="449" y="2628"/>
                    <a:pt x="452" y="2635"/>
                  </a:cubicBezTo>
                  <a:cubicBezTo>
                    <a:pt x="456" y="2656"/>
                    <a:pt x="459" y="2677"/>
                    <a:pt x="459" y="2698"/>
                  </a:cubicBezTo>
                  <a:lnTo>
                    <a:pt x="459" y="2705"/>
                  </a:lnTo>
                  <a:lnTo>
                    <a:pt x="459" y="2726"/>
                  </a:lnTo>
                  <a:cubicBezTo>
                    <a:pt x="459" y="2733"/>
                    <a:pt x="459" y="2740"/>
                    <a:pt x="456" y="2747"/>
                  </a:cubicBezTo>
                  <a:cubicBezTo>
                    <a:pt x="452" y="2754"/>
                    <a:pt x="456" y="2750"/>
                    <a:pt x="456" y="2754"/>
                  </a:cubicBezTo>
                  <a:cubicBezTo>
                    <a:pt x="456" y="2757"/>
                    <a:pt x="456" y="2760"/>
                    <a:pt x="455" y="2762"/>
                  </a:cubicBezTo>
                  <a:lnTo>
                    <a:pt x="455" y="2762"/>
                  </a:lnTo>
                  <a:cubicBezTo>
                    <a:pt x="454" y="2762"/>
                    <a:pt x="453" y="2761"/>
                    <a:pt x="452" y="2761"/>
                  </a:cubicBezTo>
                  <a:lnTo>
                    <a:pt x="449" y="2792"/>
                  </a:lnTo>
                  <a:cubicBezTo>
                    <a:pt x="452" y="2781"/>
                    <a:pt x="454" y="2773"/>
                    <a:pt x="455" y="2762"/>
                  </a:cubicBezTo>
                  <a:lnTo>
                    <a:pt x="455" y="2762"/>
                  </a:lnTo>
                  <a:cubicBezTo>
                    <a:pt x="479" y="2776"/>
                    <a:pt x="499" y="2789"/>
                    <a:pt x="519" y="2803"/>
                  </a:cubicBezTo>
                  <a:lnTo>
                    <a:pt x="529" y="2810"/>
                  </a:lnTo>
                  <a:cubicBezTo>
                    <a:pt x="547" y="2824"/>
                    <a:pt x="568" y="2834"/>
                    <a:pt x="589" y="2845"/>
                  </a:cubicBezTo>
                  <a:lnTo>
                    <a:pt x="599" y="2852"/>
                  </a:lnTo>
                  <a:cubicBezTo>
                    <a:pt x="617" y="2862"/>
                    <a:pt x="634" y="2873"/>
                    <a:pt x="652" y="2880"/>
                  </a:cubicBezTo>
                  <a:lnTo>
                    <a:pt x="659" y="2883"/>
                  </a:lnTo>
                  <a:cubicBezTo>
                    <a:pt x="680" y="2890"/>
                    <a:pt x="697" y="2901"/>
                    <a:pt x="711" y="2904"/>
                  </a:cubicBezTo>
                  <a:cubicBezTo>
                    <a:pt x="977" y="2999"/>
                    <a:pt x="1093" y="3086"/>
                    <a:pt x="1114" y="3209"/>
                  </a:cubicBezTo>
                  <a:cubicBezTo>
                    <a:pt x="1138" y="3254"/>
                    <a:pt x="1180" y="3293"/>
                    <a:pt x="1229" y="3314"/>
                  </a:cubicBezTo>
                  <a:cubicBezTo>
                    <a:pt x="1257" y="3328"/>
                    <a:pt x="1275" y="3328"/>
                    <a:pt x="1278" y="3328"/>
                  </a:cubicBezTo>
                  <a:cubicBezTo>
                    <a:pt x="1278" y="3324"/>
                    <a:pt x="1278" y="3321"/>
                    <a:pt x="1278" y="3321"/>
                  </a:cubicBezTo>
                  <a:cubicBezTo>
                    <a:pt x="1320" y="3228"/>
                    <a:pt x="1394" y="3206"/>
                    <a:pt x="1465" y="3206"/>
                  </a:cubicBezTo>
                  <a:cubicBezTo>
                    <a:pt x="1500" y="3206"/>
                    <a:pt x="1535" y="3211"/>
                    <a:pt x="1566" y="3216"/>
                  </a:cubicBezTo>
                  <a:cubicBezTo>
                    <a:pt x="1594" y="3223"/>
                    <a:pt x="1622" y="3226"/>
                    <a:pt x="1646" y="3226"/>
                  </a:cubicBezTo>
                  <a:cubicBezTo>
                    <a:pt x="1800" y="3226"/>
                    <a:pt x="1835" y="3380"/>
                    <a:pt x="1849" y="3454"/>
                  </a:cubicBezTo>
                  <a:lnTo>
                    <a:pt x="1849" y="3461"/>
                  </a:lnTo>
                  <a:cubicBezTo>
                    <a:pt x="1891" y="3471"/>
                    <a:pt x="1933" y="3478"/>
                    <a:pt x="1975" y="3478"/>
                  </a:cubicBezTo>
                  <a:cubicBezTo>
                    <a:pt x="2045" y="3478"/>
                    <a:pt x="2119" y="3492"/>
                    <a:pt x="2185" y="3524"/>
                  </a:cubicBezTo>
                  <a:cubicBezTo>
                    <a:pt x="2241" y="3566"/>
                    <a:pt x="2283" y="3622"/>
                    <a:pt x="2311" y="3685"/>
                  </a:cubicBezTo>
                  <a:cubicBezTo>
                    <a:pt x="2332" y="3723"/>
                    <a:pt x="2357" y="3762"/>
                    <a:pt x="2381" y="3797"/>
                  </a:cubicBezTo>
                  <a:cubicBezTo>
                    <a:pt x="2392" y="3808"/>
                    <a:pt x="2399" y="3818"/>
                    <a:pt x="2409" y="3829"/>
                  </a:cubicBezTo>
                  <a:cubicBezTo>
                    <a:pt x="2416" y="3836"/>
                    <a:pt x="2427" y="3839"/>
                    <a:pt x="2434" y="3846"/>
                  </a:cubicBezTo>
                  <a:cubicBezTo>
                    <a:pt x="2446" y="3853"/>
                    <a:pt x="2458" y="3857"/>
                    <a:pt x="2471" y="3857"/>
                  </a:cubicBezTo>
                  <a:cubicBezTo>
                    <a:pt x="2495" y="3857"/>
                    <a:pt x="2523" y="3845"/>
                    <a:pt x="2563" y="3825"/>
                  </a:cubicBezTo>
                  <a:cubicBezTo>
                    <a:pt x="2603" y="3807"/>
                    <a:pt x="2643" y="3790"/>
                    <a:pt x="2686" y="3790"/>
                  </a:cubicBezTo>
                  <a:cubicBezTo>
                    <a:pt x="2710" y="3790"/>
                    <a:pt x="2736" y="3796"/>
                    <a:pt x="2763" y="3811"/>
                  </a:cubicBezTo>
                  <a:cubicBezTo>
                    <a:pt x="2820" y="3846"/>
                    <a:pt x="2945" y="3877"/>
                    <a:pt x="3055" y="3877"/>
                  </a:cubicBezTo>
                  <a:cubicBezTo>
                    <a:pt x="3100" y="3877"/>
                    <a:pt x="3142" y="3872"/>
                    <a:pt x="3176" y="3860"/>
                  </a:cubicBezTo>
                  <a:cubicBezTo>
                    <a:pt x="3210" y="3846"/>
                    <a:pt x="3246" y="3840"/>
                    <a:pt x="3282" y="3840"/>
                  </a:cubicBezTo>
                  <a:cubicBezTo>
                    <a:pt x="3310" y="3840"/>
                    <a:pt x="3338" y="3843"/>
                    <a:pt x="3365" y="3850"/>
                  </a:cubicBezTo>
                  <a:cubicBezTo>
                    <a:pt x="3386" y="3857"/>
                    <a:pt x="3403" y="3860"/>
                    <a:pt x="3425" y="3867"/>
                  </a:cubicBezTo>
                  <a:cubicBezTo>
                    <a:pt x="3473" y="3882"/>
                    <a:pt x="3525" y="3892"/>
                    <a:pt x="3574" y="3892"/>
                  </a:cubicBezTo>
                  <a:cubicBezTo>
                    <a:pt x="3582" y="3892"/>
                    <a:pt x="3589" y="3892"/>
                    <a:pt x="3596" y="3892"/>
                  </a:cubicBezTo>
                  <a:lnTo>
                    <a:pt x="3607" y="3892"/>
                  </a:lnTo>
                  <a:cubicBezTo>
                    <a:pt x="3627" y="3890"/>
                    <a:pt x="3648" y="3889"/>
                    <a:pt x="3669" y="3889"/>
                  </a:cubicBezTo>
                  <a:cubicBezTo>
                    <a:pt x="3850" y="3889"/>
                    <a:pt x="4059" y="3952"/>
                    <a:pt x="4125" y="4018"/>
                  </a:cubicBezTo>
                  <a:lnTo>
                    <a:pt x="4181" y="4018"/>
                  </a:lnTo>
                  <a:lnTo>
                    <a:pt x="4195" y="4021"/>
                  </a:lnTo>
                  <a:lnTo>
                    <a:pt x="4202" y="4021"/>
                  </a:lnTo>
                  <a:lnTo>
                    <a:pt x="4216" y="4025"/>
                  </a:lnTo>
                  <a:lnTo>
                    <a:pt x="4237" y="4025"/>
                  </a:lnTo>
                  <a:lnTo>
                    <a:pt x="4247" y="4028"/>
                  </a:lnTo>
                  <a:lnTo>
                    <a:pt x="4261" y="4032"/>
                  </a:lnTo>
                  <a:lnTo>
                    <a:pt x="4275" y="4035"/>
                  </a:lnTo>
                  <a:lnTo>
                    <a:pt x="4286" y="4035"/>
                  </a:lnTo>
                  <a:lnTo>
                    <a:pt x="4303" y="4039"/>
                  </a:lnTo>
                  <a:lnTo>
                    <a:pt x="4317" y="4042"/>
                  </a:lnTo>
                  <a:lnTo>
                    <a:pt x="4335" y="4046"/>
                  </a:lnTo>
                  <a:lnTo>
                    <a:pt x="4342" y="4046"/>
                  </a:lnTo>
                  <a:cubicBezTo>
                    <a:pt x="4335" y="3997"/>
                    <a:pt x="4331" y="3948"/>
                    <a:pt x="4321" y="3899"/>
                  </a:cubicBezTo>
                  <a:cubicBezTo>
                    <a:pt x="4314" y="3857"/>
                    <a:pt x="4307" y="3815"/>
                    <a:pt x="4307" y="3772"/>
                  </a:cubicBezTo>
                  <a:lnTo>
                    <a:pt x="4307" y="3765"/>
                  </a:lnTo>
                  <a:lnTo>
                    <a:pt x="4307" y="3758"/>
                  </a:lnTo>
                  <a:lnTo>
                    <a:pt x="4307" y="3755"/>
                  </a:lnTo>
                  <a:lnTo>
                    <a:pt x="4307" y="3748"/>
                  </a:lnTo>
                  <a:cubicBezTo>
                    <a:pt x="4307" y="3744"/>
                    <a:pt x="4307" y="3741"/>
                    <a:pt x="4307" y="3737"/>
                  </a:cubicBezTo>
                  <a:cubicBezTo>
                    <a:pt x="4317" y="3699"/>
                    <a:pt x="4366" y="3646"/>
                    <a:pt x="4517" y="3499"/>
                  </a:cubicBezTo>
                  <a:lnTo>
                    <a:pt x="4650" y="3370"/>
                  </a:lnTo>
                  <a:cubicBezTo>
                    <a:pt x="4730" y="3296"/>
                    <a:pt x="4804" y="3226"/>
                    <a:pt x="4825" y="3195"/>
                  </a:cubicBezTo>
                  <a:cubicBezTo>
                    <a:pt x="4870" y="3163"/>
                    <a:pt x="4916" y="3142"/>
                    <a:pt x="4968" y="3132"/>
                  </a:cubicBezTo>
                  <a:cubicBezTo>
                    <a:pt x="5014" y="3114"/>
                    <a:pt x="5049" y="3083"/>
                    <a:pt x="5077" y="3044"/>
                  </a:cubicBezTo>
                  <a:cubicBezTo>
                    <a:pt x="5091" y="3013"/>
                    <a:pt x="5049" y="2859"/>
                    <a:pt x="4860" y="2579"/>
                  </a:cubicBezTo>
                  <a:cubicBezTo>
                    <a:pt x="4856" y="2572"/>
                    <a:pt x="4853" y="2565"/>
                    <a:pt x="4849" y="2558"/>
                  </a:cubicBezTo>
                  <a:cubicBezTo>
                    <a:pt x="4832" y="2519"/>
                    <a:pt x="4821" y="2477"/>
                    <a:pt x="4814" y="2439"/>
                  </a:cubicBezTo>
                  <a:cubicBezTo>
                    <a:pt x="4814" y="2432"/>
                    <a:pt x="4814" y="2425"/>
                    <a:pt x="4811" y="2421"/>
                  </a:cubicBezTo>
                  <a:lnTo>
                    <a:pt x="4807" y="2369"/>
                  </a:lnTo>
                  <a:lnTo>
                    <a:pt x="4807" y="2355"/>
                  </a:lnTo>
                  <a:lnTo>
                    <a:pt x="4800" y="2288"/>
                  </a:lnTo>
                  <a:cubicBezTo>
                    <a:pt x="4797" y="2225"/>
                    <a:pt x="4800" y="2159"/>
                    <a:pt x="4807" y="2096"/>
                  </a:cubicBezTo>
                  <a:lnTo>
                    <a:pt x="4807" y="2089"/>
                  </a:lnTo>
                  <a:cubicBezTo>
                    <a:pt x="4807" y="2082"/>
                    <a:pt x="4811" y="2075"/>
                    <a:pt x="4811" y="2068"/>
                  </a:cubicBezTo>
                  <a:cubicBezTo>
                    <a:pt x="4811" y="2061"/>
                    <a:pt x="4814" y="2047"/>
                    <a:pt x="4818" y="2040"/>
                  </a:cubicBezTo>
                  <a:cubicBezTo>
                    <a:pt x="4825" y="2015"/>
                    <a:pt x="4797" y="1987"/>
                    <a:pt x="4758" y="1952"/>
                  </a:cubicBezTo>
                  <a:lnTo>
                    <a:pt x="4737" y="1938"/>
                  </a:lnTo>
                  <a:cubicBezTo>
                    <a:pt x="4695" y="1896"/>
                    <a:pt x="4646" y="1858"/>
                    <a:pt x="4636" y="1805"/>
                  </a:cubicBezTo>
                  <a:cubicBezTo>
                    <a:pt x="4636" y="1798"/>
                    <a:pt x="4632" y="1788"/>
                    <a:pt x="4632" y="1781"/>
                  </a:cubicBezTo>
                  <a:cubicBezTo>
                    <a:pt x="4632" y="1644"/>
                    <a:pt x="4895" y="1483"/>
                    <a:pt x="4986" y="1441"/>
                  </a:cubicBezTo>
                  <a:cubicBezTo>
                    <a:pt x="4989" y="1441"/>
                    <a:pt x="5003" y="1423"/>
                    <a:pt x="5010" y="1378"/>
                  </a:cubicBezTo>
                  <a:cubicBezTo>
                    <a:pt x="5028" y="1269"/>
                    <a:pt x="4989" y="1115"/>
                    <a:pt x="4947" y="1077"/>
                  </a:cubicBezTo>
                  <a:cubicBezTo>
                    <a:pt x="4818" y="965"/>
                    <a:pt x="4779" y="776"/>
                    <a:pt x="4842" y="594"/>
                  </a:cubicBezTo>
                  <a:cubicBezTo>
                    <a:pt x="4846" y="590"/>
                    <a:pt x="4846" y="583"/>
                    <a:pt x="4842" y="580"/>
                  </a:cubicBezTo>
                  <a:cubicBezTo>
                    <a:pt x="4842" y="573"/>
                    <a:pt x="4839" y="566"/>
                    <a:pt x="4839" y="562"/>
                  </a:cubicBezTo>
                  <a:cubicBezTo>
                    <a:pt x="4835" y="559"/>
                    <a:pt x="4832" y="555"/>
                    <a:pt x="4828" y="552"/>
                  </a:cubicBezTo>
                  <a:lnTo>
                    <a:pt x="4821" y="541"/>
                  </a:lnTo>
                  <a:lnTo>
                    <a:pt x="4818" y="538"/>
                  </a:lnTo>
                  <a:lnTo>
                    <a:pt x="4804" y="524"/>
                  </a:lnTo>
                  <a:lnTo>
                    <a:pt x="4793" y="517"/>
                  </a:lnTo>
                  <a:lnTo>
                    <a:pt x="4786" y="510"/>
                  </a:lnTo>
                  <a:cubicBezTo>
                    <a:pt x="4702" y="454"/>
                    <a:pt x="4611" y="412"/>
                    <a:pt x="4513" y="387"/>
                  </a:cubicBezTo>
                  <a:lnTo>
                    <a:pt x="4510" y="387"/>
                  </a:lnTo>
                  <a:lnTo>
                    <a:pt x="4496" y="384"/>
                  </a:lnTo>
                  <a:lnTo>
                    <a:pt x="4454" y="384"/>
                  </a:lnTo>
                  <a:cubicBezTo>
                    <a:pt x="4443" y="380"/>
                    <a:pt x="4436" y="377"/>
                    <a:pt x="4429" y="370"/>
                  </a:cubicBezTo>
                  <a:lnTo>
                    <a:pt x="4391" y="370"/>
                  </a:lnTo>
                  <a:cubicBezTo>
                    <a:pt x="4302" y="380"/>
                    <a:pt x="4192" y="384"/>
                    <a:pt x="4075" y="384"/>
                  </a:cubicBezTo>
                  <a:cubicBezTo>
                    <a:pt x="3792" y="384"/>
                    <a:pt x="3460" y="359"/>
                    <a:pt x="3242" y="335"/>
                  </a:cubicBezTo>
                  <a:lnTo>
                    <a:pt x="3235" y="335"/>
                  </a:lnTo>
                  <a:lnTo>
                    <a:pt x="3207" y="331"/>
                  </a:lnTo>
                  <a:lnTo>
                    <a:pt x="3200" y="331"/>
                  </a:lnTo>
                  <a:lnTo>
                    <a:pt x="3158" y="324"/>
                  </a:lnTo>
                  <a:lnTo>
                    <a:pt x="3106" y="324"/>
                  </a:lnTo>
                  <a:lnTo>
                    <a:pt x="3092" y="321"/>
                  </a:lnTo>
                  <a:lnTo>
                    <a:pt x="3081" y="321"/>
                  </a:lnTo>
                  <a:lnTo>
                    <a:pt x="3060" y="317"/>
                  </a:lnTo>
                  <a:lnTo>
                    <a:pt x="3057" y="317"/>
                  </a:lnTo>
                  <a:lnTo>
                    <a:pt x="3043" y="314"/>
                  </a:lnTo>
                  <a:lnTo>
                    <a:pt x="3039" y="314"/>
                  </a:lnTo>
                  <a:lnTo>
                    <a:pt x="3029" y="310"/>
                  </a:lnTo>
                  <a:lnTo>
                    <a:pt x="3025" y="310"/>
                  </a:lnTo>
                  <a:lnTo>
                    <a:pt x="3015" y="307"/>
                  </a:lnTo>
                  <a:lnTo>
                    <a:pt x="2994" y="300"/>
                  </a:lnTo>
                  <a:lnTo>
                    <a:pt x="2987" y="300"/>
                  </a:lnTo>
                  <a:lnTo>
                    <a:pt x="2966" y="289"/>
                  </a:lnTo>
                  <a:lnTo>
                    <a:pt x="2959" y="289"/>
                  </a:lnTo>
                  <a:lnTo>
                    <a:pt x="2931" y="279"/>
                  </a:lnTo>
                  <a:lnTo>
                    <a:pt x="2927" y="279"/>
                  </a:lnTo>
                  <a:lnTo>
                    <a:pt x="2896" y="268"/>
                  </a:lnTo>
                  <a:lnTo>
                    <a:pt x="2892" y="268"/>
                  </a:lnTo>
                  <a:lnTo>
                    <a:pt x="2787" y="230"/>
                  </a:lnTo>
                  <a:cubicBezTo>
                    <a:pt x="2706" y="321"/>
                    <a:pt x="2595" y="373"/>
                    <a:pt x="2474" y="373"/>
                  </a:cubicBezTo>
                  <a:cubicBezTo>
                    <a:pt x="2470" y="373"/>
                    <a:pt x="2466" y="373"/>
                    <a:pt x="2462" y="373"/>
                  </a:cubicBezTo>
                  <a:cubicBezTo>
                    <a:pt x="2196" y="373"/>
                    <a:pt x="2154" y="121"/>
                    <a:pt x="2140" y="2"/>
                  </a:cubicBezTo>
                  <a:cubicBezTo>
                    <a:pt x="2132" y="1"/>
                    <a:pt x="2122" y="1"/>
                    <a:pt x="2111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36" name="Google Shape;5294;p80">
              <a:extLst>
                <a:ext uri="{FF2B5EF4-FFF2-40B4-BE49-F238E27FC236}">
                  <a16:creationId xmlns:a16="http://schemas.microsoft.com/office/drawing/2014/main" id="{899E64AB-0B0A-4116-FB05-630BD5FF7BFA}"/>
                </a:ext>
              </a:extLst>
            </p:cNvPr>
            <p:cNvSpPr/>
            <p:nvPr/>
          </p:nvSpPr>
          <p:spPr>
            <a:xfrm>
              <a:off x="2164512" y="1680435"/>
              <a:ext cx="24820" cy="22661"/>
            </a:xfrm>
            <a:custGeom>
              <a:avLst/>
              <a:gdLst/>
              <a:ahLst/>
              <a:cxnLst/>
              <a:rect l="l" t="t" r="r" b="b"/>
              <a:pathLst>
                <a:path w="1828" h="1669" extrusionOk="0">
                  <a:moveTo>
                    <a:pt x="496" y="1"/>
                  </a:moveTo>
                  <a:cubicBezTo>
                    <a:pt x="473" y="1"/>
                    <a:pt x="441" y="17"/>
                    <a:pt x="396" y="44"/>
                  </a:cubicBezTo>
                  <a:cubicBezTo>
                    <a:pt x="355" y="69"/>
                    <a:pt x="299" y="102"/>
                    <a:pt x="238" y="102"/>
                  </a:cubicBezTo>
                  <a:cubicBezTo>
                    <a:pt x="206" y="102"/>
                    <a:pt x="173" y="93"/>
                    <a:pt x="140" y="69"/>
                  </a:cubicBezTo>
                  <a:cubicBezTo>
                    <a:pt x="126" y="58"/>
                    <a:pt x="111" y="53"/>
                    <a:pt x="95" y="53"/>
                  </a:cubicBezTo>
                  <a:cubicBezTo>
                    <a:pt x="79" y="53"/>
                    <a:pt x="63" y="58"/>
                    <a:pt x="49" y="69"/>
                  </a:cubicBezTo>
                  <a:cubicBezTo>
                    <a:pt x="18" y="83"/>
                    <a:pt x="0" y="114"/>
                    <a:pt x="4" y="149"/>
                  </a:cubicBezTo>
                  <a:cubicBezTo>
                    <a:pt x="11" y="177"/>
                    <a:pt x="53" y="216"/>
                    <a:pt x="91" y="254"/>
                  </a:cubicBezTo>
                  <a:cubicBezTo>
                    <a:pt x="165" y="321"/>
                    <a:pt x="259" y="401"/>
                    <a:pt x="259" y="534"/>
                  </a:cubicBezTo>
                  <a:cubicBezTo>
                    <a:pt x="259" y="608"/>
                    <a:pt x="410" y="741"/>
                    <a:pt x="508" y="828"/>
                  </a:cubicBezTo>
                  <a:cubicBezTo>
                    <a:pt x="627" y="933"/>
                    <a:pt x="708" y="1004"/>
                    <a:pt x="704" y="1077"/>
                  </a:cubicBezTo>
                  <a:cubicBezTo>
                    <a:pt x="743" y="1123"/>
                    <a:pt x="785" y="1165"/>
                    <a:pt x="830" y="1203"/>
                  </a:cubicBezTo>
                  <a:lnTo>
                    <a:pt x="897" y="1270"/>
                  </a:lnTo>
                  <a:lnTo>
                    <a:pt x="904" y="1273"/>
                  </a:lnTo>
                  <a:cubicBezTo>
                    <a:pt x="928" y="1298"/>
                    <a:pt x="953" y="1322"/>
                    <a:pt x="977" y="1347"/>
                  </a:cubicBezTo>
                  <a:lnTo>
                    <a:pt x="981" y="1354"/>
                  </a:lnTo>
                  <a:cubicBezTo>
                    <a:pt x="1005" y="1378"/>
                    <a:pt x="1030" y="1403"/>
                    <a:pt x="1054" y="1431"/>
                  </a:cubicBezTo>
                  <a:lnTo>
                    <a:pt x="1061" y="1438"/>
                  </a:lnTo>
                  <a:cubicBezTo>
                    <a:pt x="1082" y="1466"/>
                    <a:pt x="1103" y="1494"/>
                    <a:pt x="1124" y="1522"/>
                  </a:cubicBezTo>
                  <a:lnTo>
                    <a:pt x="1131" y="1532"/>
                  </a:lnTo>
                  <a:cubicBezTo>
                    <a:pt x="1194" y="1571"/>
                    <a:pt x="1257" y="1620"/>
                    <a:pt x="1320" y="1669"/>
                  </a:cubicBezTo>
                  <a:lnTo>
                    <a:pt x="1320" y="1665"/>
                  </a:lnTo>
                  <a:lnTo>
                    <a:pt x="1320" y="1655"/>
                  </a:lnTo>
                  <a:lnTo>
                    <a:pt x="1320" y="1648"/>
                  </a:lnTo>
                  <a:lnTo>
                    <a:pt x="1320" y="1641"/>
                  </a:lnTo>
                  <a:lnTo>
                    <a:pt x="1320" y="1637"/>
                  </a:lnTo>
                  <a:lnTo>
                    <a:pt x="1320" y="1634"/>
                  </a:lnTo>
                  <a:lnTo>
                    <a:pt x="1320" y="1630"/>
                  </a:lnTo>
                  <a:cubicBezTo>
                    <a:pt x="1320" y="1620"/>
                    <a:pt x="1324" y="1606"/>
                    <a:pt x="1327" y="1595"/>
                  </a:cubicBezTo>
                  <a:lnTo>
                    <a:pt x="1327" y="1588"/>
                  </a:lnTo>
                  <a:cubicBezTo>
                    <a:pt x="1327" y="1581"/>
                    <a:pt x="1327" y="1574"/>
                    <a:pt x="1331" y="1567"/>
                  </a:cubicBezTo>
                  <a:cubicBezTo>
                    <a:pt x="1331" y="1564"/>
                    <a:pt x="1331" y="1560"/>
                    <a:pt x="1331" y="1557"/>
                  </a:cubicBezTo>
                  <a:cubicBezTo>
                    <a:pt x="1334" y="1553"/>
                    <a:pt x="1334" y="1543"/>
                    <a:pt x="1338" y="1536"/>
                  </a:cubicBezTo>
                  <a:lnTo>
                    <a:pt x="1341" y="1525"/>
                  </a:lnTo>
                  <a:cubicBezTo>
                    <a:pt x="1345" y="1515"/>
                    <a:pt x="1348" y="1508"/>
                    <a:pt x="1352" y="1497"/>
                  </a:cubicBezTo>
                  <a:lnTo>
                    <a:pt x="1355" y="1490"/>
                  </a:lnTo>
                  <a:cubicBezTo>
                    <a:pt x="1359" y="1480"/>
                    <a:pt x="1362" y="1469"/>
                    <a:pt x="1369" y="1459"/>
                  </a:cubicBezTo>
                  <a:lnTo>
                    <a:pt x="1369" y="1455"/>
                  </a:lnTo>
                  <a:cubicBezTo>
                    <a:pt x="1411" y="1368"/>
                    <a:pt x="1460" y="1287"/>
                    <a:pt x="1516" y="1210"/>
                  </a:cubicBezTo>
                  <a:lnTo>
                    <a:pt x="1551" y="1168"/>
                  </a:lnTo>
                  <a:lnTo>
                    <a:pt x="1593" y="1105"/>
                  </a:lnTo>
                  <a:lnTo>
                    <a:pt x="1607" y="1091"/>
                  </a:lnTo>
                  <a:cubicBezTo>
                    <a:pt x="1632" y="1060"/>
                    <a:pt x="1656" y="1032"/>
                    <a:pt x="1684" y="1004"/>
                  </a:cubicBezTo>
                  <a:lnTo>
                    <a:pt x="1691" y="997"/>
                  </a:lnTo>
                  <a:lnTo>
                    <a:pt x="1705" y="986"/>
                  </a:lnTo>
                  <a:lnTo>
                    <a:pt x="1716" y="975"/>
                  </a:lnTo>
                  <a:lnTo>
                    <a:pt x="1723" y="968"/>
                  </a:lnTo>
                  <a:lnTo>
                    <a:pt x="1730" y="965"/>
                  </a:lnTo>
                  <a:lnTo>
                    <a:pt x="1744" y="954"/>
                  </a:lnTo>
                  <a:lnTo>
                    <a:pt x="1747" y="954"/>
                  </a:lnTo>
                  <a:cubicBezTo>
                    <a:pt x="1758" y="947"/>
                    <a:pt x="1765" y="944"/>
                    <a:pt x="1775" y="940"/>
                  </a:cubicBezTo>
                  <a:cubicBezTo>
                    <a:pt x="1775" y="937"/>
                    <a:pt x="1779" y="933"/>
                    <a:pt x="1779" y="930"/>
                  </a:cubicBezTo>
                  <a:lnTo>
                    <a:pt x="1779" y="923"/>
                  </a:lnTo>
                  <a:cubicBezTo>
                    <a:pt x="1810" y="821"/>
                    <a:pt x="1828" y="517"/>
                    <a:pt x="1807" y="310"/>
                  </a:cubicBezTo>
                  <a:lnTo>
                    <a:pt x="1796" y="303"/>
                  </a:lnTo>
                  <a:lnTo>
                    <a:pt x="1779" y="293"/>
                  </a:lnTo>
                  <a:lnTo>
                    <a:pt x="1758" y="275"/>
                  </a:lnTo>
                  <a:lnTo>
                    <a:pt x="1740" y="265"/>
                  </a:lnTo>
                  <a:lnTo>
                    <a:pt x="1716" y="251"/>
                  </a:lnTo>
                  <a:lnTo>
                    <a:pt x="1698" y="240"/>
                  </a:lnTo>
                  <a:lnTo>
                    <a:pt x="1677" y="230"/>
                  </a:lnTo>
                  <a:lnTo>
                    <a:pt x="1660" y="219"/>
                  </a:lnTo>
                  <a:lnTo>
                    <a:pt x="1639" y="209"/>
                  </a:lnTo>
                  <a:lnTo>
                    <a:pt x="1625" y="198"/>
                  </a:lnTo>
                  <a:lnTo>
                    <a:pt x="1604" y="188"/>
                  </a:lnTo>
                  <a:lnTo>
                    <a:pt x="1590" y="181"/>
                  </a:lnTo>
                  <a:lnTo>
                    <a:pt x="1569" y="174"/>
                  </a:lnTo>
                  <a:lnTo>
                    <a:pt x="1555" y="167"/>
                  </a:lnTo>
                  <a:lnTo>
                    <a:pt x="1537" y="156"/>
                  </a:lnTo>
                  <a:lnTo>
                    <a:pt x="1523" y="149"/>
                  </a:lnTo>
                  <a:lnTo>
                    <a:pt x="1506" y="142"/>
                  </a:lnTo>
                  <a:lnTo>
                    <a:pt x="1495" y="139"/>
                  </a:lnTo>
                  <a:lnTo>
                    <a:pt x="1481" y="132"/>
                  </a:lnTo>
                  <a:lnTo>
                    <a:pt x="1467" y="125"/>
                  </a:lnTo>
                  <a:lnTo>
                    <a:pt x="1453" y="121"/>
                  </a:lnTo>
                  <a:lnTo>
                    <a:pt x="1443" y="114"/>
                  </a:lnTo>
                  <a:lnTo>
                    <a:pt x="1432" y="111"/>
                  </a:lnTo>
                  <a:lnTo>
                    <a:pt x="1422" y="107"/>
                  </a:lnTo>
                  <a:lnTo>
                    <a:pt x="1411" y="104"/>
                  </a:lnTo>
                  <a:lnTo>
                    <a:pt x="1404" y="100"/>
                  </a:lnTo>
                  <a:lnTo>
                    <a:pt x="1394" y="97"/>
                  </a:lnTo>
                  <a:lnTo>
                    <a:pt x="1387" y="97"/>
                  </a:lnTo>
                  <a:lnTo>
                    <a:pt x="1380" y="93"/>
                  </a:lnTo>
                  <a:lnTo>
                    <a:pt x="1376" y="93"/>
                  </a:lnTo>
                  <a:lnTo>
                    <a:pt x="1366" y="90"/>
                  </a:lnTo>
                  <a:cubicBezTo>
                    <a:pt x="1226" y="86"/>
                    <a:pt x="631" y="51"/>
                    <a:pt x="508" y="2"/>
                  </a:cubicBezTo>
                  <a:cubicBezTo>
                    <a:pt x="504" y="1"/>
                    <a:pt x="501" y="1"/>
                    <a:pt x="496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37" name="Google Shape;5295;p80">
              <a:extLst>
                <a:ext uri="{FF2B5EF4-FFF2-40B4-BE49-F238E27FC236}">
                  <a16:creationId xmlns:a16="http://schemas.microsoft.com/office/drawing/2014/main" id="{B9FCB240-43A9-4B8B-8ABD-572314DB08B2}"/>
                </a:ext>
              </a:extLst>
            </p:cNvPr>
            <p:cNvSpPr/>
            <p:nvPr/>
          </p:nvSpPr>
          <p:spPr>
            <a:xfrm>
              <a:off x="2151397" y="1668202"/>
              <a:ext cx="37270" cy="31337"/>
            </a:xfrm>
            <a:custGeom>
              <a:avLst/>
              <a:gdLst/>
              <a:ahLst/>
              <a:cxnLst/>
              <a:rect l="l" t="t" r="r" b="b"/>
              <a:pathLst>
                <a:path w="2745" h="2308" extrusionOk="0">
                  <a:moveTo>
                    <a:pt x="2740" y="1018"/>
                  </a:moveTo>
                  <a:cubicBezTo>
                    <a:pt x="2741" y="1019"/>
                    <a:pt x="2743" y="1021"/>
                    <a:pt x="2745" y="1022"/>
                  </a:cubicBezTo>
                  <a:lnTo>
                    <a:pt x="2741" y="1019"/>
                  </a:lnTo>
                  <a:lnTo>
                    <a:pt x="2740" y="1018"/>
                  </a:lnTo>
                  <a:close/>
                  <a:moveTo>
                    <a:pt x="1309" y="0"/>
                  </a:moveTo>
                  <a:lnTo>
                    <a:pt x="1264" y="39"/>
                  </a:lnTo>
                  <a:lnTo>
                    <a:pt x="1257" y="46"/>
                  </a:lnTo>
                  <a:lnTo>
                    <a:pt x="1222" y="74"/>
                  </a:lnTo>
                  <a:cubicBezTo>
                    <a:pt x="1166" y="119"/>
                    <a:pt x="1106" y="154"/>
                    <a:pt x="1043" y="186"/>
                  </a:cubicBezTo>
                  <a:lnTo>
                    <a:pt x="1036" y="189"/>
                  </a:lnTo>
                  <a:lnTo>
                    <a:pt x="1019" y="196"/>
                  </a:lnTo>
                  <a:cubicBezTo>
                    <a:pt x="1012" y="196"/>
                    <a:pt x="1001" y="200"/>
                    <a:pt x="994" y="200"/>
                  </a:cubicBezTo>
                  <a:cubicBezTo>
                    <a:pt x="987" y="228"/>
                    <a:pt x="980" y="256"/>
                    <a:pt x="977" y="284"/>
                  </a:cubicBezTo>
                  <a:cubicBezTo>
                    <a:pt x="970" y="354"/>
                    <a:pt x="952" y="469"/>
                    <a:pt x="847" y="469"/>
                  </a:cubicBezTo>
                  <a:cubicBezTo>
                    <a:pt x="812" y="469"/>
                    <a:pt x="749" y="564"/>
                    <a:pt x="714" y="669"/>
                  </a:cubicBezTo>
                  <a:cubicBezTo>
                    <a:pt x="697" y="720"/>
                    <a:pt x="657" y="735"/>
                    <a:pt x="609" y="735"/>
                  </a:cubicBezTo>
                  <a:cubicBezTo>
                    <a:pt x="568" y="735"/>
                    <a:pt x="522" y="724"/>
                    <a:pt x="480" y="714"/>
                  </a:cubicBezTo>
                  <a:cubicBezTo>
                    <a:pt x="442" y="703"/>
                    <a:pt x="402" y="696"/>
                    <a:pt x="361" y="696"/>
                  </a:cubicBezTo>
                  <a:cubicBezTo>
                    <a:pt x="353" y="696"/>
                    <a:pt x="345" y="696"/>
                    <a:pt x="336" y="697"/>
                  </a:cubicBezTo>
                  <a:lnTo>
                    <a:pt x="312" y="704"/>
                  </a:lnTo>
                  <a:lnTo>
                    <a:pt x="301" y="707"/>
                  </a:lnTo>
                  <a:lnTo>
                    <a:pt x="284" y="711"/>
                  </a:lnTo>
                  <a:lnTo>
                    <a:pt x="270" y="714"/>
                  </a:lnTo>
                  <a:lnTo>
                    <a:pt x="245" y="721"/>
                  </a:lnTo>
                  <a:lnTo>
                    <a:pt x="228" y="725"/>
                  </a:lnTo>
                  <a:lnTo>
                    <a:pt x="203" y="728"/>
                  </a:lnTo>
                  <a:lnTo>
                    <a:pt x="182" y="732"/>
                  </a:lnTo>
                  <a:lnTo>
                    <a:pt x="154" y="739"/>
                  </a:lnTo>
                  <a:lnTo>
                    <a:pt x="130" y="742"/>
                  </a:lnTo>
                  <a:lnTo>
                    <a:pt x="98" y="749"/>
                  </a:lnTo>
                  <a:lnTo>
                    <a:pt x="70" y="753"/>
                  </a:lnTo>
                  <a:lnTo>
                    <a:pt x="28" y="760"/>
                  </a:lnTo>
                  <a:lnTo>
                    <a:pt x="7" y="763"/>
                  </a:lnTo>
                  <a:lnTo>
                    <a:pt x="0" y="763"/>
                  </a:lnTo>
                  <a:cubicBezTo>
                    <a:pt x="0" y="802"/>
                    <a:pt x="11" y="840"/>
                    <a:pt x="25" y="875"/>
                  </a:cubicBezTo>
                  <a:lnTo>
                    <a:pt x="91" y="875"/>
                  </a:lnTo>
                  <a:cubicBezTo>
                    <a:pt x="252" y="875"/>
                    <a:pt x="504" y="889"/>
                    <a:pt x="511" y="1117"/>
                  </a:cubicBezTo>
                  <a:cubicBezTo>
                    <a:pt x="518" y="1267"/>
                    <a:pt x="802" y="1642"/>
                    <a:pt x="980" y="1845"/>
                  </a:cubicBezTo>
                  <a:cubicBezTo>
                    <a:pt x="1033" y="1901"/>
                    <a:pt x="1124" y="1926"/>
                    <a:pt x="1204" y="1950"/>
                  </a:cubicBezTo>
                  <a:cubicBezTo>
                    <a:pt x="1309" y="1978"/>
                    <a:pt x="1421" y="2010"/>
                    <a:pt x="1432" y="2115"/>
                  </a:cubicBezTo>
                  <a:cubicBezTo>
                    <a:pt x="1442" y="2185"/>
                    <a:pt x="1604" y="2290"/>
                    <a:pt x="1842" y="2307"/>
                  </a:cubicBezTo>
                  <a:lnTo>
                    <a:pt x="1845" y="2307"/>
                  </a:lnTo>
                  <a:lnTo>
                    <a:pt x="1842" y="2304"/>
                  </a:lnTo>
                  <a:cubicBezTo>
                    <a:pt x="1824" y="2283"/>
                    <a:pt x="1803" y="2265"/>
                    <a:pt x="1786" y="2248"/>
                  </a:cubicBezTo>
                  <a:lnTo>
                    <a:pt x="1775" y="2237"/>
                  </a:lnTo>
                  <a:lnTo>
                    <a:pt x="1723" y="2188"/>
                  </a:lnTo>
                  <a:cubicBezTo>
                    <a:pt x="1618" y="2087"/>
                    <a:pt x="1555" y="2031"/>
                    <a:pt x="1558" y="1968"/>
                  </a:cubicBezTo>
                  <a:cubicBezTo>
                    <a:pt x="1512" y="1912"/>
                    <a:pt x="1460" y="1862"/>
                    <a:pt x="1404" y="1817"/>
                  </a:cubicBezTo>
                  <a:cubicBezTo>
                    <a:pt x="1260" y="1691"/>
                    <a:pt x="1110" y="1558"/>
                    <a:pt x="1110" y="1425"/>
                  </a:cubicBezTo>
                  <a:cubicBezTo>
                    <a:pt x="1110" y="1351"/>
                    <a:pt x="1050" y="1299"/>
                    <a:pt x="987" y="1239"/>
                  </a:cubicBezTo>
                  <a:cubicBezTo>
                    <a:pt x="931" y="1190"/>
                    <a:pt x="872" y="1138"/>
                    <a:pt x="858" y="1064"/>
                  </a:cubicBezTo>
                  <a:cubicBezTo>
                    <a:pt x="837" y="921"/>
                    <a:pt x="951" y="811"/>
                    <a:pt x="1076" y="811"/>
                  </a:cubicBezTo>
                  <a:cubicBezTo>
                    <a:pt x="1119" y="811"/>
                    <a:pt x="1164" y="824"/>
                    <a:pt x="1204" y="854"/>
                  </a:cubicBezTo>
                  <a:cubicBezTo>
                    <a:pt x="1211" y="861"/>
                    <a:pt x="1219" y="863"/>
                    <a:pt x="1227" y="863"/>
                  </a:cubicBezTo>
                  <a:cubicBezTo>
                    <a:pt x="1231" y="863"/>
                    <a:pt x="1236" y="863"/>
                    <a:pt x="1239" y="861"/>
                  </a:cubicBezTo>
                  <a:cubicBezTo>
                    <a:pt x="1264" y="851"/>
                    <a:pt x="1288" y="837"/>
                    <a:pt x="1313" y="823"/>
                  </a:cubicBezTo>
                  <a:cubicBezTo>
                    <a:pt x="1360" y="794"/>
                    <a:pt x="1415" y="761"/>
                    <a:pt x="1476" y="761"/>
                  </a:cubicBezTo>
                  <a:cubicBezTo>
                    <a:pt x="1497" y="761"/>
                    <a:pt x="1518" y="765"/>
                    <a:pt x="1540" y="774"/>
                  </a:cubicBezTo>
                  <a:cubicBezTo>
                    <a:pt x="1625" y="809"/>
                    <a:pt x="2087" y="840"/>
                    <a:pt x="2363" y="854"/>
                  </a:cubicBezTo>
                  <a:lnTo>
                    <a:pt x="2377" y="858"/>
                  </a:lnTo>
                  <a:lnTo>
                    <a:pt x="2391" y="858"/>
                  </a:lnTo>
                  <a:lnTo>
                    <a:pt x="2402" y="861"/>
                  </a:lnTo>
                  <a:lnTo>
                    <a:pt x="2419" y="868"/>
                  </a:lnTo>
                  <a:lnTo>
                    <a:pt x="2468" y="886"/>
                  </a:lnTo>
                  <a:lnTo>
                    <a:pt x="2472" y="886"/>
                  </a:lnTo>
                  <a:lnTo>
                    <a:pt x="2493" y="896"/>
                  </a:lnTo>
                  <a:lnTo>
                    <a:pt x="2503" y="900"/>
                  </a:lnTo>
                  <a:lnTo>
                    <a:pt x="2528" y="910"/>
                  </a:lnTo>
                  <a:lnTo>
                    <a:pt x="2535" y="914"/>
                  </a:lnTo>
                  <a:lnTo>
                    <a:pt x="2566" y="928"/>
                  </a:lnTo>
                  <a:lnTo>
                    <a:pt x="2605" y="945"/>
                  </a:lnTo>
                  <a:lnTo>
                    <a:pt x="2612" y="949"/>
                  </a:lnTo>
                  <a:lnTo>
                    <a:pt x="2643" y="966"/>
                  </a:lnTo>
                  <a:lnTo>
                    <a:pt x="2657" y="973"/>
                  </a:lnTo>
                  <a:lnTo>
                    <a:pt x="2685" y="987"/>
                  </a:lnTo>
                  <a:lnTo>
                    <a:pt x="2699" y="994"/>
                  </a:lnTo>
                  <a:lnTo>
                    <a:pt x="2727" y="1012"/>
                  </a:lnTo>
                  <a:lnTo>
                    <a:pt x="2740" y="1018"/>
                  </a:lnTo>
                  <a:lnTo>
                    <a:pt x="2740" y="1018"/>
                  </a:lnTo>
                  <a:cubicBezTo>
                    <a:pt x="2733" y="1011"/>
                    <a:pt x="2731" y="1002"/>
                    <a:pt x="2731" y="991"/>
                  </a:cubicBezTo>
                  <a:lnTo>
                    <a:pt x="2731" y="980"/>
                  </a:lnTo>
                  <a:cubicBezTo>
                    <a:pt x="2727" y="970"/>
                    <a:pt x="2727" y="959"/>
                    <a:pt x="2727" y="949"/>
                  </a:cubicBezTo>
                  <a:lnTo>
                    <a:pt x="2727" y="938"/>
                  </a:lnTo>
                  <a:cubicBezTo>
                    <a:pt x="2727" y="924"/>
                    <a:pt x="2724" y="914"/>
                    <a:pt x="2720" y="903"/>
                  </a:cubicBezTo>
                  <a:cubicBezTo>
                    <a:pt x="2706" y="798"/>
                    <a:pt x="2699" y="753"/>
                    <a:pt x="2626" y="725"/>
                  </a:cubicBezTo>
                  <a:cubicBezTo>
                    <a:pt x="2612" y="721"/>
                    <a:pt x="2601" y="714"/>
                    <a:pt x="2591" y="707"/>
                  </a:cubicBezTo>
                  <a:lnTo>
                    <a:pt x="2580" y="700"/>
                  </a:lnTo>
                  <a:cubicBezTo>
                    <a:pt x="2573" y="693"/>
                    <a:pt x="2566" y="690"/>
                    <a:pt x="2563" y="683"/>
                  </a:cubicBezTo>
                  <a:cubicBezTo>
                    <a:pt x="2559" y="679"/>
                    <a:pt x="2552" y="676"/>
                    <a:pt x="2549" y="672"/>
                  </a:cubicBezTo>
                  <a:cubicBezTo>
                    <a:pt x="2545" y="665"/>
                    <a:pt x="2538" y="658"/>
                    <a:pt x="2535" y="651"/>
                  </a:cubicBezTo>
                  <a:lnTo>
                    <a:pt x="2524" y="634"/>
                  </a:lnTo>
                  <a:cubicBezTo>
                    <a:pt x="2517" y="627"/>
                    <a:pt x="2514" y="620"/>
                    <a:pt x="2510" y="609"/>
                  </a:cubicBezTo>
                  <a:cubicBezTo>
                    <a:pt x="2507" y="602"/>
                    <a:pt x="2503" y="599"/>
                    <a:pt x="2500" y="592"/>
                  </a:cubicBezTo>
                  <a:cubicBezTo>
                    <a:pt x="2496" y="585"/>
                    <a:pt x="2493" y="571"/>
                    <a:pt x="2489" y="560"/>
                  </a:cubicBezTo>
                  <a:cubicBezTo>
                    <a:pt x="2486" y="550"/>
                    <a:pt x="2482" y="550"/>
                    <a:pt x="2482" y="539"/>
                  </a:cubicBezTo>
                  <a:cubicBezTo>
                    <a:pt x="2479" y="532"/>
                    <a:pt x="2472" y="515"/>
                    <a:pt x="2468" y="504"/>
                  </a:cubicBezTo>
                  <a:cubicBezTo>
                    <a:pt x="2465" y="490"/>
                    <a:pt x="2465" y="490"/>
                    <a:pt x="2465" y="483"/>
                  </a:cubicBezTo>
                  <a:cubicBezTo>
                    <a:pt x="2461" y="466"/>
                    <a:pt x="2454" y="445"/>
                    <a:pt x="2451" y="427"/>
                  </a:cubicBezTo>
                  <a:lnTo>
                    <a:pt x="2451" y="417"/>
                  </a:lnTo>
                  <a:cubicBezTo>
                    <a:pt x="2402" y="431"/>
                    <a:pt x="2363" y="445"/>
                    <a:pt x="2335" y="448"/>
                  </a:cubicBezTo>
                  <a:lnTo>
                    <a:pt x="2332" y="448"/>
                  </a:lnTo>
                  <a:lnTo>
                    <a:pt x="2300" y="455"/>
                  </a:lnTo>
                  <a:lnTo>
                    <a:pt x="2290" y="455"/>
                  </a:lnTo>
                  <a:lnTo>
                    <a:pt x="2262" y="459"/>
                  </a:lnTo>
                  <a:lnTo>
                    <a:pt x="2097" y="459"/>
                  </a:lnTo>
                  <a:cubicBezTo>
                    <a:pt x="2080" y="459"/>
                    <a:pt x="2062" y="459"/>
                    <a:pt x="2045" y="455"/>
                  </a:cubicBezTo>
                  <a:lnTo>
                    <a:pt x="2031" y="455"/>
                  </a:lnTo>
                  <a:cubicBezTo>
                    <a:pt x="2013" y="452"/>
                    <a:pt x="1996" y="448"/>
                    <a:pt x="1978" y="445"/>
                  </a:cubicBezTo>
                  <a:lnTo>
                    <a:pt x="1971" y="445"/>
                  </a:lnTo>
                  <a:cubicBezTo>
                    <a:pt x="1954" y="441"/>
                    <a:pt x="1936" y="438"/>
                    <a:pt x="1915" y="431"/>
                  </a:cubicBezTo>
                  <a:lnTo>
                    <a:pt x="1901" y="427"/>
                  </a:lnTo>
                  <a:cubicBezTo>
                    <a:pt x="1887" y="420"/>
                    <a:pt x="1873" y="417"/>
                    <a:pt x="1859" y="410"/>
                  </a:cubicBezTo>
                  <a:lnTo>
                    <a:pt x="1845" y="406"/>
                  </a:lnTo>
                  <a:cubicBezTo>
                    <a:pt x="1828" y="396"/>
                    <a:pt x="1814" y="389"/>
                    <a:pt x="1796" y="378"/>
                  </a:cubicBezTo>
                  <a:lnTo>
                    <a:pt x="1789" y="371"/>
                  </a:lnTo>
                  <a:cubicBezTo>
                    <a:pt x="1775" y="364"/>
                    <a:pt x="1765" y="357"/>
                    <a:pt x="1751" y="347"/>
                  </a:cubicBezTo>
                  <a:lnTo>
                    <a:pt x="1740" y="336"/>
                  </a:lnTo>
                  <a:cubicBezTo>
                    <a:pt x="1726" y="326"/>
                    <a:pt x="1716" y="312"/>
                    <a:pt x="1705" y="298"/>
                  </a:cubicBezTo>
                  <a:cubicBezTo>
                    <a:pt x="1698" y="287"/>
                    <a:pt x="1691" y="280"/>
                    <a:pt x="1684" y="273"/>
                  </a:cubicBezTo>
                  <a:lnTo>
                    <a:pt x="1684" y="270"/>
                  </a:lnTo>
                  <a:cubicBezTo>
                    <a:pt x="1674" y="259"/>
                    <a:pt x="1663" y="252"/>
                    <a:pt x="1653" y="242"/>
                  </a:cubicBezTo>
                  <a:lnTo>
                    <a:pt x="1649" y="238"/>
                  </a:lnTo>
                  <a:cubicBezTo>
                    <a:pt x="1639" y="228"/>
                    <a:pt x="1628" y="221"/>
                    <a:pt x="1614" y="210"/>
                  </a:cubicBezTo>
                  <a:lnTo>
                    <a:pt x="1611" y="203"/>
                  </a:lnTo>
                  <a:lnTo>
                    <a:pt x="1569" y="172"/>
                  </a:lnTo>
                  <a:lnTo>
                    <a:pt x="1562" y="165"/>
                  </a:lnTo>
                  <a:lnTo>
                    <a:pt x="1512" y="133"/>
                  </a:lnTo>
                  <a:lnTo>
                    <a:pt x="1505" y="126"/>
                  </a:lnTo>
                  <a:lnTo>
                    <a:pt x="1453" y="91"/>
                  </a:lnTo>
                  <a:lnTo>
                    <a:pt x="1446" y="84"/>
                  </a:lnTo>
                  <a:lnTo>
                    <a:pt x="1383" y="46"/>
                  </a:lnTo>
                  <a:lnTo>
                    <a:pt x="1313" y="0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38" name="Google Shape;5296;p80">
              <a:extLst>
                <a:ext uri="{FF2B5EF4-FFF2-40B4-BE49-F238E27FC236}">
                  <a16:creationId xmlns:a16="http://schemas.microsoft.com/office/drawing/2014/main" id="{144BC69B-7FA7-A665-2C9A-E239855ED4D5}"/>
                </a:ext>
              </a:extLst>
            </p:cNvPr>
            <p:cNvSpPr/>
            <p:nvPr/>
          </p:nvSpPr>
          <p:spPr>
            <a:xfrm>
              <a:off x="2186141" y="1680883"/>
              <a:ext cx="14" cy="14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0" y="1"/>
                  </a:move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39" name="Google Shape;5297;p80">
              <a:extLst>
                <a:ext uri="{FF2B5EF4-FFF2-40B4-BE49-F238E27FC236}">
                  <a16:creationId xmlns:a16="http://schemas.microsoft.com/office/drawing/2014/main" id="{38C682FA-AA2D-D3F4-521E-E992096AB756}"/>
                </a:ext>
              </a:extLst>
            </p:cNvPr>
            <p:cNvSpPr/>
            <p:nvPr/>
          </p:nvSpPr>
          <p:spPr>
            <a:xfrm>
              <a:off x="2187187" y="1681358"/>
              <a:ext cx="204" cy="109"/>
            </a:xfrm>
            <a:custGeom>
              <a:avLst/>
              <a:gdLst/>
              <a:ahLst/>
              <a:cxnLst/>
              <a:rect l="l" t="t" r="r" b="b"/>
              <a:pathLst>
                <a:path w="15" h="8" extrusionOk="0">
                  <a:moveTo>
                    <a:pt x="14" y="8"/>
                  </a:moveTo>
                  <a:lnTo>
                    <a:pt x="0" y="1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40" name="Google Shape;5298;p80">
              <a:extLst>
                <a:ext uri="{FF2B5EF4-FFF2-40B4-BE49-F238E27FC236}">
                  <a16:creationId xmlns:a16="http://schemas.microsoft.com/office/drawing/2014/main" id="{E88B3B05-7358-4127-E673-6DB8E70FF9C3}"/>
                </a:ext>
              </a:extLst>
            </p:cNvPr>
            <p:cNvSpPr/>
            <p:nvPr/>
          </p:nvSpPr>
          <p:spPr>
            <a:xfrm>
              <a:off x="2188327" y="1682024"/>
              <a:ext cx="204" cy="109"/>
            </a:xfrm>
            <a:custGeom>
              <a:avLst/>
              <a:gdLst/>
              <a:ahLst/>
              <a:cxnLst/>
              <a:rect l="l" t="t" r="r" b="b"/>
              <a:pathLst>
                <a:path w="15" h="8" extrusionOk="0">
                  <a:moveTo>
                    <a:pt x="14" y="8"/>
                  </a:moveTo>
                  <a:lnTo>
                    <a:pt x="0" y="1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41" name="Google Shape;5299;p80">
              <a:extLst>
                <a:ext uri="{FF2B5EF4-FFF2-40B4-BE49-F238E27FC236}">
                  <a16:creationId xmlns:a16="http://schemas.microsoft.com/office/drawing/2014/main" id="{053715FF-BFE8-BA6C-DDE5-1132994B2FE9}"/>
                </a:ext>
              </a:extLst>
            </p:cNvPr>
            <p:cNvSpPr/>
            <p:nvPr/>
          </p:nvSpPr>
          <p:spPr>
            <a:xfrm>
              <a:off x="2185571" y="1680652"/>
              <a:ext cx="149" cy="54"/>
            </a:xfrm>
            <a:custGeom>
              <a:avLst/>
              <a:gdLst/>
              <a:ahLst/>
              <a:cxnLst/>
              <a:rect l="l" t="t" r="r" b="b"/>
              <a:pathLst>
                <a:path w="11" h="4" extrusionOk="0">
                  <a:moveTo>
                    <a:pt x="11" y="4"/>
                  </a:moveTo>
                  <a:lnTo>
                    <a:pt x="0" y="0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42" name="Google Shape;5300;p80">
              <a:extLst>
                <a:ext uri="{FF2B5EF4-FFF2-40B4-BE49-F238E27FC236}">
                  <a16:creationId xmlns:a16="http://schemas.microsoft.com/office/drawing/2014/main" id="{C6D67B6F-BAEE-43C2-F25E-C605CBFF74C9}"/>
                </a:ext>
              </a:extLst>
            </p:cNvPr>
            <p:cNvSpPr/>
            <p:nvPr/>
          </p:nvSpPr>
          <p:spPr>
            <a:xfrm>
              <a:off x="2186657" y="1681128"/>
              <a:ext cx="109" cy="54"/>
            </a:xfrm>
            <a:custGeom>
              <a:avLst/>
              <a:gdLst/>
              <a:ahLst/>
              <a:cxnLst/>
              <a:rect l="l" t="t" r="r" b="b"/>
              <a:pathLst>
                <a:path w="8" h="4" extrusionOk="0">
                  <a:moveTo>
                    <a:pt x="8" y="4"/>
                  </a:moveTo>
                  <a:lnTo>
                    <a:pt x="1" y="0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43" name="Google Shape;5301;p80">
              <a:extLst>
                <a:ext uri="{FF2B5EF4-FFF2-40B4-BE49-F238E27FC236}">
                  <a16:creationId xmlns:a16="http://schemas.microsoft.com/office/drawing/2014/main" id="{C9EBA119-6A8E-35B5-43A3-F48DE1829E5B}"/>
                </a:ext>
              </a:extLst>
            </p:cNvPr>
            <p:cNvSpPr/>
            <p:nvPr/>
          </p:nvSpPr>
          <p:spPr>
            <a:xfrm>
              <a:off x="2184756" y="1680313"/>
              <a:ext cx="109" cy="14"/>
            </a:xfrm>
            <a:custGeom>
              <a:avLst/>
              <a:gdLst/>
              <a:ahLst/>
              <a:cxnLst/>
              <a:rect l="l" t="t" r="r" b="b"/>
              <a:pathLst>
                <a:path w="8" h="1" extrusionOk="0">
                  <a:moveTo>
                    <a:pt x="8" y="1"/>
                  </a:moveTo>
                  <a:lnTo>
                    <a:pt x="1" y="1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44" name="Google Shape;5302;p80">
              <a:extLst>
                <a:ext uri="{FF2B5EF4-FFF2-40B4-BE49-F238E27FC236}">
                  <a16:creationId xmlns:a16="http://schemas.microsoft.com/office/drawing/2014/main" id="{8500E520-7563-D26C-5955-F565B316F54D}"/>
                </a:ext>
              </a:extLst>
            </p:cNvPr>
            <p:cNvSpPr/>
            <p:nvPr/>
          </p:nvSpPr>
          <p:spPr>
            <a:xfrm>
              <a:off x="2185137" y="1680462"/>
              <a:ext cx="163" cy="54"/>
            </a:xfrm>
            <a:custGeom>
              <a:avLst/>
              <a:gdLst/>
              <a:ahLst/>
              <a:cxnLst/>
              <a:rect l="l" t="t" r="r" b="b"/>
              <a:pathLst>
                <a:path w="12" h="4" extrusionOk="0">
                  <a:moveTo>
                    <a:pt x="11" y="4"/>
                  </a:moveTo>
                  <a:lnTo>
                    <a:pt x="1" y="0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45" name="Google Shape;5303;p80">
              <a:extLst>
                <a:ext uri="{FF2B5EF4-FFF2-40B4-BE49-F238E27FC236}">
                  <a16:creationId xmlns:a16="http://schemas.microsoft.com/office/drawing/2014/main" id="{D85DB5F2-0B49-EAB9-60FE-C819EFBC9F13}"/>
                </a:ext>
              </a:extLst>
            </p:cNvPr>
            <p:cNvSpPr/>
            <p:nvPr/>
          </p:nvSpPr>
          <p:spPr>
            <a:xfrm>
              <a:off x="2183616" y="1679892"/>
              <a:ext cx="14" cy="14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1" y="0"/>
                  </a:move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46" name="Google Shape;5304;p80">
              <a:extLst>
                <a:ext uri="{FF2B5EF4-FFF2-40B4-BE49-F238E27FC236}">
                  <a16:creationId xmlns:a16="http://schemas.microsoft.com/office/drawing/2014/main" id="{493967FE-0425-5EFB-0DB7-E0F9D3E3AE24}"/>
                </a:ext>
              </a:extLst>
            </p:cNvPr>
            <p:cNvSpPr/>
            <p:nvPr/>
          </p:nvSpPr>
          <p:spPr>
            <a:xfrm>
              <a:off x="2175347" y="1698615"/>
              <a:ext cx="163" cy="163"/>
            </a:xfrm>
            <a:custGeom>
              <a:avLst/>
              <a:gdLst/>
              <a:ahLst/>
              <a:cxnLst/>
              <a:rect l="l" t="t" r="r" b="b"/>
              <a:pathLst>
                <a:path w="12" h="12" extrusionOk="0">
                  <a:moveTo>
                    <a:pt x="1" y="1"/>
                  </a:moveTo>
                  <a:lnTo>
                    <a:pt x="11" y="11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47" name="Google Shape;5305;p80">
              <a:extLst>
                <a:ext uri="{FF2B5EF4-FFF2-40B4-BE49-F238E27FC236}">
                  <a16:creationId xmlns:a16="http://schemas.microsoft.com/office/drawing/2014/main" id="{9C5914F8-52D3-0470-E661-BDB2003AC86C}"/>
                </a:ext>
              </a:extLst>
            </p:cNvPr>
            <p:cNvSpPr/>
            <p:nvPr/>
          </p:nvSpPr>
          <p:spPr>
            <a:xfrm>
              <a:off x="2176257" y="1699525"/>
              <a:ext cx="54" cy="54"/>
            </a:xfrm>
            <a:custGeom>
              <a:avLst/>
              <a:gdLst/>
              <a:ahLst/>
              <a:cxnLst/>
              <a:rect l="l" t="t" r="r" b="b"/>
              <a:pathLst>
                <a:path w="4" h="4" extrusionOk="0">
                  <a:moveTo>
                    <a:pt x="4" y="4"/>
                  </a:moveTo>
                  <a:lnTo>
                    <a:pt x="0" y="0"/>
                  </a:lnTo>
                  <a:lnTo>
                    <a:pt x="4" y="4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48" name="Google Shape;5306;p80">
              <a:extLst>
                <a:ext uri="{FF2B5EF4-FFF2-40B4-BE49-F238E27FC236}">
                  <a16:creationId xmlns:a16="http://schemas.microsoft.com/office/drawing/2014/main" id="{9A46F87E-AF29-0B39-CB22-48F0687B2CF0}"/>
                </a:ext>
              </a:extLst>
            </p:cNvPr>
            <p:cNvSpPr/>
            <p:nvPr/>
          </p:nvSpPr>
          <p:spPr>
            <a:xfrm>
              <a:off x="2187703" y="1681698"/>
              <a:ext cx="258" cy="109"/>
            </a:xfrm>
            <a:custGeom>
              <a:avLst/>
              <a:gdLst/>
              <a:ahLst/>
              <a:cxnLst/>
              <a:rect l="l" t="t" r="r" b="b"/>
              <a:pathLst>
                <a:path w="19" h="8" extrusionOk="0">
                  <a:moveTo>
                    <a:pt x="18" y="7"/>
                  </a:moveTo>
                  <a:lnTo>
                    <a:pt x="1" y="0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49" name="Google Shape;5307;p80">
              <a:extLst>
                <a:ext uri="{FF2B5EF4-FFF2-40B4-BE49-F238E27FC236}">
                  <a16:creationId xmlns:a16="http://schemas.microsoft.com/office/drawing/2014/main" id="{F49C10F0-6B36-E993-5681-76FAC056D896}"/>
                </a:ext>
              </a:extLst>
            </p:cNvPr>
            <p:cNvSpPr/>
            <p:nvPr/>
          </p:nvSpPr>
          <p:spPr>
            <a:xfrm>
              <a:off x="2167595" y="1679838"/>
              <a:ext cx="489" cy="163"/>
            </a:xfrm>
            <a:custGeom>
              <a:avLst/>
              <a:gdLst/>
              <a:ahLst/>
              <a:cxnLst/>
              <a:rect l="l" t="t" r="r" b="b"/>
              <a:pathLst>
                <a:path w="36" h="12" extrusionOk="0">
                  <a:moveTo>
                    <a:pt x="1" y="1"/>
                  </a:moveTo>
                  <a:cubicBezTo>
                    <a:pt x="11" y="8"/>
                    <a:pt x="25" y="11"/>
                    <a:pt x="36" y="4"/>
                  </a:cubicBezTo>
                  <a:cubicBezTo>
                    <a:pt x="25" y="11"/>
                    <a:pt x="11" y="8"/>
                    <a:pt x="1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50" name="Google Shape;5308;p80">
              <a:extLst>
                <a:ext uri="{FF2B5EF4-FFF2-40B4-BE49-F238E27FC236}">
                  <a16:creationId xmlns:a16="http://schemas.microsoft.com/office/drawing/2014/main" id="{C9F4B629-E9A1-9E32-3975-357BEC79293E}"/>
                </a:ext>
              </a:extLst>
            </p:cNvPr>
            <p:cNvSpPr/>
            <p:nvPr/>
          </p:nvSpPr>
          <p:spPr>
            <a:xfrm>
              <a:off x="2183711" y="1679933"/>
              <a:ext cx="14" cy="14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1" y="1"/>
                  </a:move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51" name="Google Shape;5309;p80">
              <a:extLst>
                <a:ext uri="{FF2B5EF4-FFF2-40B4-BE49-F238E27FC236}">
                  <a16:creationId xmlns:a16="http://schemas.microsoft.com/office/drawing/2014/main" id="{8E0E386C-469E-1554-875D-CB50B26A10C0}"/>
                </a:ext>
              </a:extLst>
            </p:cNvPr>
            <p:cNvSpPr/>
            <p:nvPr/>
          </p:nvSpPr>
          <p:spPr>
            <a:xfrm>
              <a:off x="2184145" y="1680082"/>
              <a:ext cx="14" cy="14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0" y="0"/>
                  </a:move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52" name="Google Shape;5310;p80">
              <a:extLst>
                <a:ext uri="{FF2B5EF4-FFF2-40B4-BE49-F238E27FC236}">
                  <a16:creationId xmlns:a16="http://schemas.microsoft.com/office/drawing/2014/main" id="{0D49A974-E7C4-2EC7-83FA-B694CE3A7B85}"/>
                </a:ext>
              </a:extLst>
            </p:cNvPr>
            <p:cNvSpPr/>
            <p:nvPr/>
          </p:nvSpPr>
          <p:spPr>
            <a:xfrm>
              <a:off x="2183860" y="1679987"/>
              <a:ext cx="54" cy="14"/>
            </a:xfrm>
            <a:custGeom>
              <a:avLst/>
              <a:gdLst/>
              <a:ahLst/>
              <a:cxnLst/>
              <a:rect l="l" t="t" r="r" b="b"/>
              <a:pathLst>
                <a:path w="4" h="1" extrusionOk="0">
                  <a:moveTo>
                    <a:pt x="4" y="0"/>
                  </a:moveTo>
                  <a:lnTo>
                    <a:pt x="0" y="0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53" name="Google Shape;5311;p80">
              <a:extLst>
                <a:ext uri="{FF2B5EF4-FFF2-40B4-BE49-F238E27FC236}">
                  <a16:creationId xmlns:a16="http://schemas.microsoft.com/office/drawing/2014/main" id="{444EED2A-6C1F-8BDD-71C1-F1BEF09D54BB}"/>
                </a:ext>
              </a:extLst>
            </p:cNvPr>
            <p:cNvSpPr/>
            <p:nvPr/>
          </p:nvSpPr>
          <p:spPr>
            <a:xfrm>
              <a:off x="2189794" y="1704318"/>
              <a:ext cx="11324" cy="24833"/>
            </a:xfrm>
            <a:custGeom>
              <a:avLst/>
              <a:gdLst/>
              <a:ahLst/>
              <a:cxnLst/>
              <a:rect l="l" t="t" r="r" b="b"/>
              <a:pathLst>
                <a:path w="834" h="1829" extrusionOk="0">
                  <a:moveTo>
                    <a:pt x="186" y="1"/>
                  </a:moveTo>
                  <a:cubicBezTo>
                    <a:pt x="141" y="11"/>
                    <a:pt x="50" y="123"/>
                    <a:pt x="4" y="267"/>
                  </a:cubicBezTo>
                  <a:lnTo>
                    <a:pt x="4" y="274"/>
                  </a:lnTo>
                  <a:cubicBezTo>
                    <a:pt x="4" y="277"/>
                    <a:pt x="1" y="284"/>
                    <a:pt x="1" y="288"/>
                  </a:cubicBezTo>
                  <a:cubicBezTo>
                    <a:pt x="123" y="358"/>
                    <a:pt x="200" y="421"/>
                    <a:pt x="211" y="508"/>
                  </a:cubicBezTo>
                  <a:cubicBezTo>
                    <a:pt x="221" y="571"/>
                    <a:pt x="193" y="638"/>
                    <a:pt x="120" y="708"/>
                  </a:cubicBezTo>
                  <a:cubicBezTo>
                    <a:pt x="50" y="781"/>
                    <a:pt x="1" y="970"/>
                    <a:pt x="11" y="1156"/>
                  </a:cubicBezTo>
                  <a:cubicBezTo>
                    <a:pt x="18" y="1282"/>
                    <a:pt x="50" y="1380"/>
                    <a:pt x="99" y="1419"/>
                  </a:cubicBezTo>
                  <a:cubicBezTo>
                    <a:pt x="176" y="1492"/>
                    <a:pt x="242" y="1580"/>
                    <a:pt x="288" y="1674"/>
                  </a:cubicBezTo>
                  <a:cubicBezTo>
                    <a:pt x="316" y="1727"/>
                    <a:pt x="351" y="1779"/>
                    <a:pt x="389" y="1828"/>
                  </a:cubicBezTo>
                  <a:lnTo>
                    <a:pt x="389" y="1818"/>
                  </a:lnTo>
                  <a:lnTo>
                    <a:pt x="396" y="1797"/>
                  </a:lnTo>
                  <a:lnTo>
                    <a:pt x="407" y="1772"/>
                  </a:lnTo>
                  <a:lnTo>
                    <a:pt x="414" y="1751"/>
                  </a:lnTo>
                  <a:cubicBezTo>
                    <a:pt x="417" y="1744"/>
                    <a:pt x="421" y="1734"/>
                    <a:pt x="424" y="1727"/>
                  </a:cubicBezTo>
                  <a:lnTo>
                    <a:pt x="431" y="1709"/>
                  </a:lnTo>
                  <a:cubicBezTo>
                    <a:pt x="435" y="1702"/>
                    <a:pt x="438" y="1695"/>
                    <a:pt x="442" y="1688"/>
                  </a:cubicBezTo>
                  <a:cubicBezTo>
                    <a:pt x="445" y="1681"/>
                    <a:pt x="449" y="1674"/>
                    <a:pt x="452" y="1671"/>
                  </a:cubicBezTo>
                  <a:cubicBezTo>
                    <a:pt x="456" y="1664"/>
                    <a:pt x="459" y="1657"/>
                    <a:pt x="463" y="1650"/>
                  </a:cubicBezTo>
                  <a:cubicBezTo>
                    <a:pt x="470" y="1643"/>
                    <a:pt x="470" y="1643"/>
                    <a:pt x="473" y="1636"/>
                  </a:cubicBezTo>
                  <a:cubicBezTo>
                    <a:pt x="477" y="1632"/>
                    <a:pt x="484" y="1625"/>
                    <a:pt x="491" y="1622"/>
                  </a:cubicBezTo>
                  <a:cubicBezTo>
                    <a:pt x="494" y="1618"/>
                    <a:pt x="494" y="1615"/>
                    <a:pt x="501" y="1611"/>
                  </a:cubicBezTo>
                  <a:cubicBezTo>
                    <a:pt x="505" y="1604"/>
                    <a:pt x="512" y="1601"/>
                    <a:pt x="519" y="1597"/>
                  </a:cubicBezTo>
                  <a:cubicBezTo>
                    <a:pt x="522" y="1597"/>
                    <a:pt x="526" y="1590"/>
                    <a:pt x="529" y="1590"/>
                  </a:cubicBezTo>
                  <a:cubicBezTo>
                    <a:pt x="540" y="1583"/>
                    <a:pt x="554" y="1580"/>
                    <a:pt x="564" y="1576"/>
                  </a:cubicBezTo>
                  <a:lnTo>
                    <a:pt x="571" y="1576"/>
                  </a:lnTo>
                  <a:cubicBezTo>
                    <a:pt x="589" y="1573"/>
                    <a:pt x="589" y="1569"/>
                    <a:pt x="592" y="1548"/>
                  </a:cubicBezTo>
                  <a:lnTo>
                    <a:pt x="596" y="1538"/>
                  </a:lnTo>
                  <a:cubicBezTo>
                    <a:pt x="603" y="1482"/>
                    <a:pt x="627" y="1429"/>
                    <a:pt x="666" y="1391"/>
                  </a:cubicBezTo>
                  <a:cubicBezTo>
                    <a:pt x="673" y="1384"/>
                    <a:pt x="680" y="1373"/>
                    <a:pt x="690" y="1363"/>
                  </a:cubicBezTo>
                  <a:lnTo>
                    <a:pt x="694" y="1359"/>
                  </a:lnTo>
                  <a:cubicBezTo>
                    <a:pt x="701" y="1352"/>
                    <a:pt x="708" y="1342"/>
                    <a:pt x="715" y="1331"/>
                  </a:cubicBezTo>
                  <a:lnTo>
                    <a:pt x="722" y="1324"/>
                  </a:lnTo>
                  <a:lnTo>
                    <a:pt x="743" y="1296"/>
                  </a:lnTo>
                  <a:lnTo>
                    <a:pt x="746" y="1289"/>
                  </a:lnTo>
                  <a:lnTo>
                    <a:pt x="767" y="1257"/>
                  </a:lnTo>
                  <a:lnTo>
                    <a:pt x="771" y="1250"/>
                  </a:lnTo>
                  <a:lnTo>
                    <a:pt x="788" y="1222"/>
                  </a:lnTo>
                  <a:lnTo>
                    <a:pt x="792" y="1215"/>
                  </a:lnTo>
                  <a:lnTo>
                    <a:pt x="806" y="1187"/>
                  </a:lnTo>
                  <a:lnTo>
                    <a:pt x="810" y="1180"/>
                  </a:lnTo>
                  <a:lnTo>
                    <a:pt x="824" y="1156"/>
                  </a:lnTo>
                  <a:lnTo>
                    <a:pt x="824" y="1149"/>
                  </a:lnTo>
                  <a:cubicBezTo>
                    <a:pt x="827" y="1142"/>
                    <a:pt x="831" y="1135"/>
                    <a:pt x="834" y="1128"/>
                  </a:cubicBezTo>
                  <a:lnTo>
                    <a:pt x="827" y="1121"/>
                  </a:lnTo>
                  <a:lnTo>
                    <a:pt x="806" y="1103"/>
                  </a:lnTo>
                  <a:lnTo>
                    <a:pt x="774" y="1075"/>
                  </a:lnTo>
                  <a:lnTo>
                    <a:pt x="750" y="1058"/>
                  </a:lnTo>
                  <a:lnTo>
                    <a:pt x="722" y="1033"/>
                  </a:lnTo>
                  <a:lnTo>
                    <a:pt x="701" y="1016"/>
                  </a:lnTo>
                  <a:lnTo>
                    <a:pt x="676" y="991"/>
                  </a:lnTo>
                  <a:lnTo>
                    <a:pt x="655" y="974"/>
                  </a:lnTo>
                  <a:cubicBezTo>
                    <a:pt x="648" y="963"/>
                    <a:pt x="641" y="956"/>
                    <a:pt x="634" y="949"/>
                  </a:cubicBezTo>
                  <a:lnTo>
                    <a:pt x="617" y="928"/>
                  </a:lnTo>
                  <a:cubicBezTo>
                    <a:pt x="610" y="921"/>
                    <a:pt x="603" y="911"/>
                    <a:pt x="599" y="900"/>
                  </a:cubicBezTo>
                  <a:cubicBezTo>
                    <a:pt x="592" y="893"/>
                    <a:pt x="589" y="890"/>
                    <a:pt x="585" y="883"/>
                  </a:cubicBezTo>
                  <a:cubicBezTo>
                    <a:pt x="582" y="876"/>
                    <a:pt x="571" y="862"/>
                    <a:pt x="568" y="851"/>
                  </a:cubicBezTo>
                  <a:cubicBezTo>
                    <a:pt x="561" y="841"/>
                    <a:pt x="561" y="841"/>
                    <a:pt x="557" y="834"/>
                  </a:cubicBezTo>
                  <a:cubicBezTo>
                    <a:pt x="550" y="816"/>
                    <a:pt x="543" y="799"/>
                    <a:pt x="540" y="781"/>
                  </a:cubicBezTo>
                  <a:cubicBezTo>
                    <a:pt x="536" y="764"/>
                    <a:pt x="533" y="746"/>
                    <a:pt x="529" y="729"/>
                  </a:cubicBezTo>
                  <a:lnTo>
                    <a:pt x="529" y="725"/>
                  </a:lnTo>
                  <a:cubicBezTo>
                    <a:pt x="526" y="708"/>
                    <a:pt x="526" y="687"/>
                    <a:pt x="526" y="669"/>
                  </a:cubicBezTo>
                  <a:lnTo>
                    <a:pt x="526" y="659"/>
                  </a:lnTo>
                  <a:lnTo>
                    <a:pt x="526" y="599"/>
                  </a:lnTo>
                  <a:lnTo>
                    <a:pt x="526" y="589"/>
                  </a:lnTo>
                  <a:cubicBezTo>
                    <a:pt x="526" y="568"/>
                    <a:pt x="526" y="547"/>
                    <a:pt x="529" y="526"/>
                  </a:cubicBezTo>
                  <a:lnTo>
                    <a:pt x="529" y="515"/>
                  </a:lnTo>
                  <a:cubicBezTo>
                    <a:pt x="529" y="491"/>
                    <a:pt x="533" y="470"/>
                    <a:pt x="536" y="449"/>
                  </a:cubicBezTo>
                  <a:lnTo>
                    <a:pt x="536" y="438"/>
                  </a:lnTo>
                  <a:cubicBezTo>
                    <a:pt x="540" y="417"/>
                    <a:pt x="543" y="393"/>
                    <a:pt x="550" y="368"/>
                  </a:cubicBezTo>
                  <a:cubicBezTo>
                    <a:pt x="554" y="347"/>
                    <a:pt x="557" y="323"/>
                    <a:pt x="564" y="298"/>
                  </a:cubicBezTo>
                  <a:lnTo>
                    <a:pt x="564" y="295"/>
                  </a:lnTo>
                  <a:cubicBezTo>
                    <a:pt x="568" y="274"/>
                    <a:pt x="575" y="253"/>
                    <a:pt x="582" y="232"/>
                  </a:cubicBezTo>
                  <a:lnTo>
                    <a:pt x="582" y="225"/>
                  </a:lnTo>
                  <a:cubicBezTo>
                    <a:pt x="536" y="197"/>
                    <a:pt x="498" y="169"/>
                    <a:pt x="463" y="144"/>
                  </a:cubicBezTo>
                  <a:lnTo>
                    <a:pt x="456" y="141"/>
                  </a:lnTo>
                  <a:lnTo>
                    <a:pt x="438" y="130"/>
                  </a:lnTo>
                  <a:cubicBezTo>
                    <a:pt x="407" y="109"/>
                    <a:pt x="375" y="92"/>
                    <a:pt x="351" y="74"/>
                  </a:cubicBezTo>
                  <a:lnTo>
                    <a:pt x="347" y="71"/>
                  </a:lnTo>
                  <a:lnTo>
                    <a:pt x="326" y="60"/>
                  </a:lnTo>
                  <a:cubicBezTo>
                    <a:pt x="284" y="36"/>
                    <a:pt x="239" y="15"/>
                    <a:pt x="193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54" name="Google Shape;5312;p80">
              <a:extLst>
                <a:ext uri="{FF2B5EF4-FFF2-40B4-BE49-F238E27FC236}">
                  <a16:creationId xmlns:a16="http://schemas.microsoft.com/office/drawing/2014/main" id="{56A17D1F-C18B-3504-F15E-D35FA11D34A3}"/>
                </a:ext>
              </a:extLst>
            </p:cNvPr>
            <p:cNvSpPr/>
            <p:nvPr/>
          </p:nvSpPr>
          <p:spPr>
            <a:xfrm>
              <a:off x="2121119" y="1644237"/>
              <a:ext cx="52626" cy="23163"/>
            </a:xfrm>
            <a:custGeom>
              <a:avLst/>
              <a:gdLst/>
              <a:ahLst/>
              <a:cxnLst/>
              <a:rect l="l" t="t" r="r" b="b"/>
              <a:pathLst>
                <a:path w="3876" h="1706" extrusionOk="0">
                  <a:moveTo>
                    <a:pt x="2871" y="1"/>
                  </a:moveTo>
                  <a:cubicBezTo>
                    <a:pt x="2850" y="78"/>
                    <a:pt x="2822" y="151"/>
                    <a:pt x="2787" y="221"/>
                  </a:cubicBezTo>
                  <a:cubicBezTo>
                    <a:pt x="2780" y="228"/>
                    <a:pt x="2776" y="235"/>
                    <a:pt x="2769" y="242"/>
                  </a:cubicBezTo>
                  <a:lnTo>
                    <a:pt x="2762" y="246"/>
                  </a:lnTo>
                  <a:cubicBezTo>
                    <a:pt x="2759" y="253"/>
                    <a:pt x="2752" y="256"/>
                    <a:pt x="2748" y="260"/>
                  </a:cubicBezTo>
                  <a:lnTo>
                    <a:pt x="2738" y="267"/>
                  </a:lnTo>
                  <a:lnTo>
                    <a:pt x="2724" y="274"/>
                  </a:lnTo>
                  <a:lnTo>
                    <a:pt x="2710" y="281"/>
                  </a:lnTo>
                  <a:lnTo>
                    <a:pt x="2692" y="288"/>
                  </a:lnTo>
                  <a:lnTo>
                    <a:pt x="2678" y="291"/>
                  </a:lnTo>
                  <a:lnTo>
                    <a:pt x="2661" y="295"/>
                  </a:lnTo>
                  <a:lnTo>
                    <a:pt x="2643" y="298"/>
                  </a:lnTo>
                  <a:lnTo>
                    <a:pt x="2626" y="302"/>
                  </a:lnTo>
                  <a:lnTo>
                    <a:pt x="2608" y="305"/>
                  </a:lnTo>
                  <a:lnTo>
                    <a:pt x="2591" y="309"/>
                  </a:lnTo>
                  <a:lnTo>
                    <a:pt x="2412" y="309"/>
                  </a:lnTo>
                  <a:lnTo>
                    <a:pt x="2391" y="305"/>
                  </a:lnTo>
                  <a:lnTo>
                    <a:pt x="2374" y="305"/>
                  </a:lnTo>
                  <a:lnTo>
                    <a:pt x="2339" y="302"/>
                  </a:lnTo>
                  <a:lnTo>
                    <a:pt x="2332" y="302"/>
                  </a:lnTo>
                  <a:lnTo>
                    <a:pt x="2304" y="298"/>
                  </a:lnTo>
                  <a:lnTo>
                    <a:pt x="2290" y="295"/>
                  </a:lnTo>
                  <a:lnTo>
                    <a:pt x="2272" y="291"/>
                  </a:lnTo>
                  <a:cubicBezTo>
                    <a:pt x="2237" y="316"/>
                    <a:pt x="2199" y="337"/>
                    <a:pt x="2160" y="354"/>
                  </a:cubicBezTo>
                  <a:cubicBezTo>
                    <a:pt x="2115" y="375"/>
                    <a:pt x="2034" y="414"/>
                    <a:pt x="2020" y="438"/>
                  </a:cubicBezTo>
                  <a:lnTo>
                    <a:pt x="2020" y="442"/>
                  </a:lnTo>
                  <a:cubicBezTo>
                    <a:pt x="2017" y="449"/>
                    <a:pt x="2013" y="456"/>
                    <a:pt x="2010" y="463"/>
                  </a:cubicBezTo>
                  <a:cubicBezTo>
                    <a:pt x="1985" y="501"/>
                    <a:pt x="1950" y="533"/>
                    <a:pt x="1905" y="547"/>
                  </a:cubicBezTo>
                  <a:lnTo>
                    <a:pt x="1887" y="554"/>
                  </a:lnTo>
                  <a:cubicBezTo>
                    <a:pt x="1807" y="589"/>
                    <a:pt x="1765" y="606"/>
                    <a:pt x="1803" y="743"/>
                  </a:cubicBezTo>
                  <a:cubicBezTo>
                    <a:pt x="1817" y="785"/>
                    <a:pt x="1856" y="925"/>
                    <a:pt x="1779" y="995"/>
                  </a:cubicBezTo>
                  <a:cubicBezTo>
                    <a:pt x="1750" y="1020"/>
                    <a:pt x="1715" y="1029"/>
                    <a:pt x="1679" y="1029"/>
                  </a:cubicBezTo>
                  <a:cubicBezTo>
                    <a:pt x="1614" y="1029"/>
                    <a:pt x="1544" y="999"/>
                    <a:pt x="1498" y="981"/>
                  </a:cubicBezTo>
                  <a:cubicBezTo>
                    <a:pt x="1495" y="977"/>
                    <a:pt x="1488" y="977"/>
                    <a:pt x="1484" y="974"/>
                  </a:cubicBezTo>
                  <a:cubicBezTo>
                    <a:pt x="1471" y="971"/>
                    <a:pt x="1453" y="970"/>
                    <a:pt x="1430" y="970"/>
                  </a:cubicBezTo>
                  <a:cubicBezTo>
                    <a:pt x="1307" y="970"/>
                    <a:pt x="1074" y="1010"/>
                    <a:pt x="1008" y="1072"/>
                  </a:cubicBezTo>
                  <a:cubicBezTo>
                    <a:pt x="948" y="1134"/>
                    <a:pt x="874" y="1158"/>
                    <a:pt x="803" y="1158"/>
                  </a:cubicBezTo>
                  <a:cubicBezTo>
                    <a:pt x="734" y="1158"/>
                    <a:pt x="668" y="1136"/>
                    <a:pt x="616" y="1107"/>
                  </a:cubicBezTo>
                  <a:cubicBezTo>
                    <a:pt x="588" y="1091"/>
                    <a:pt x="540" y="1076"/>
                    <a:pt x="492" y="1076"/>
                  </a:cubicBezTo>
                  <a:cubicBezTo>
                    <a:pt x="447" y="1076"/>
                    <a:pt x="402" y="1090"/>
                    <a:pt x="378" y="1131"/>
                  </a:cubicBezTo>
                  <a:cubicBezTo>
                    <a:pt x="357" y="1166"/>
                    <a:pt x="326" y="1191"/>
                    <a:pt x="291" y="1198"/>
                  </a:cubicBezTo>
                  <a:cubicBezTo>
                    <a:pt x="280" y="1201"/>
                    <a:pt x="273" y="1201"/>
                    <a:pt x="263" y="1201"/>
                  </a:cubicBezTo>
                  <a:lnTo>
                    <a:pt x="238" y="1201"/>
                  </a:lnTo>
                  <a:lnTo>
                    <a:pt x="221" y="1198"/>
                  </a:lnTo>
                  <a:lnTo>
                    <a:pt x="214" y="1194"/>
                  </a:lnTo>
                  <a:lnTo>
                    <a:pt x="200" y="1191"/>
                  </a:lnTo>
                  <a:lnTo>
                    <a:pt x="189" y="1184"/>
                  </a:lnTo>
                  <a:lnTo>
                    <a:pt x="179" y="1180"/>
                  </a:lnTo>
                  <a:lnTo>
                    <a:pt x="172" y="1173"/>
                  </a:lnTo>
                  <a:lnTo>
                    <a:pt x="158" y="1166"/>
                  </a:lnTo>
                  <a:lnTo>
                    <a:pt x="151" y="1163"/>
                  </a:lnTo>
                  <a:lnTo>
                    <a:pt x="137" y="1152"/>
                  </a:lnTo>
                  <a:lnTo>
                    <a:pt x="130" y="1149"/>
                  </a:lnTo>
                  <a:lnTo>
                    <a:pt x="112" y="1135"/>
                  </a:lnTo>
                  <a:cubicBezTo>
                    <a:pt x="84" y="1110"/>
                    <a:pt x="53" y="1093"/>
                    <a:pt x="18" y="1082"/>
                  </a:cubicBezTo>
                  <a:lnTo>
                    <a:pt x="14" y="1082"/>
                  </a:lnTo>
                  <a:cubicBezTo>
                    <a:pt x="14" y="1082"/>
                    <a:pt x="11" y="1089"/>
                    <a:pt x="7" y="1100"/>
                  </a:cubicBezTo>
                  <a:cubicBezTo>
                    <a:pt x="0" y="1152"/>
                    <a:pt x="0" y="1208"/>
                    <a:pt x="7" y="1264"/>
                  </a:cubicBezTo>
                  <a:cubicBezTo>
                    <a:pt x="7" y="1278"/>
                    <a:pt x="11" y="1292"/>
                    <a:pt x="11" y="1299"/>
                  </a:cubicBezTo>
                  <a:cubicBezTo>
                    <a:pt x="14" y="1306"/>
                    <a:pt x="18" y="1310"/>
                    <a:pt x="21" y="1313"/>
                  </a:cubicBezTo>
                  <a:cubicBezTo>
                    <a:pt x="49" y="1345"/>
                    <a:pt x="88" y="1373"/>
                    <a:pt x="130" y="1387"/>
                  </a:cubicBezTo>
                  <a:cubicBezTo>
                    <a:pt x="140" y="1394"/>
                    <a:pt x="154" y="1397"/>
                    <a:pt x="168" y="1397"/>
                  </a:cubicBezTo>
                  <a:cubicBezTo>
                    <a:pt x="172" y="1399"/>
                    <a:pt x="175" y="1400"/>
                    <a:pt x="179" y="1400"/>
                  </a:cubicBezTo>
                  <a:cubicBezTo>
                    <a:pt x="182" y="1400"/>
                    <a:pt x="186" y="1399"/>
                    <a:pt x="189" y="1397"/>
                  </a:cubicBezTo>
                  <a:lnTo>
                    <a:pt x="200" y="1397"/>
                  </a:lnTo>
                  <a:cubicBezTo>
                    <a:pt x="210" y="1394"/>
                    <a:pt x="224" y="1387"/>
                    <a:pt x="235" y="1387"/>
                  </a:cubicBezTo>
                  <a:lnTo>
                    <a:pt x="256" y="1380"/>
                  </a:lnTo>
                  <a:lnTo>
                    <a:pt x="273" y="1376"/>
                  </a:lnTo>
                  <a:lnTo>
                    <a:pt x="354" y="1376"/>
                  </a:lnTo>
                  <a:cubicBezTo>
                    <a:pt x="399" y="1383"/>
                    <a:pt x="445" y="1397"/>
                    <a:pt x="487" y="1415"/>
                  </a:cubicBezTo>
                  <a:lnTo>
                    <a:pt x="504" y="1425"/>
                  </a:lnTo>
                  <a:cubicBezTo>
                    <a:pt x="518" y="1429"/>
                    <a:pt x="536" y="1439"/>
                    <a:pt x="550" y="1446"/>
                  </a:cubicBezTo>
                  <a:lnTo>
                    <a:pt x="609" y="1478"/>
                  </a:lnTo>
                  <a:cubicBezTo>
                    <a:pt x="623" y="1481"/>
                    <a:pt x="641" y="1481"/>
                    <a:pt x="655" y="1481"/>
                  </a:cubicBezTo>
                  <a:cubicBezTo>
                    <a:pt x="732" y="1464"/>
                    <a:pt x="802" y="1425"/>
                    <a:pt x="858" y="1373"/>
                  </a:cubicBezTo>
                  <a:cubicBezTo>
                    <a:pt x="910" y="1320"/>
                    <a:pt x="1075" y="1292"/>
                    <a:pt x="1341" y="1292"/>
                  </a:cubicBezTo>
                  <a:cubicBezTo>
                    <a:pt x="1407" y="1292"/>
                    <a:pt x="1425" y="1359"/>
                    <a:pt x="1446" y="1429"/>
                  </a:cubicBezTo>
                  <a:cubicBezTo>
                    <a:pt x="1453" y="1467"/>
                    <a:pt x="1467" y="1502"/>
                    <a:pt x="1484" y="1534"/>
                  </a:cubicBezTo>
                  <a:cubicBezTo>
                    <a:pt x="1491" y="1537"/>
                    <a:pt x="1544" y="1558"/>
                    <a:pt x="1730" y="1579"/>
                  </a:cubicBezTo>
                  <a:lnTo>
                    <a:pt x="1733" y="1579"/>
                  </a:lnTo>
                  <a:cubicBezTo>
                    <a:pt x="1768" y="1583"/>
                    <a:pt x="1803" y="1587"/>
                    <a:pt x="1838" y="1590"/>
                  </a:cubicBezTo>
                  <a:lnTo>
                    <a:pt x="1842" y="1590"/>
                  </a:lnTo>
                  <a:lnTo>
                    <a:pt x="1950" y="1597"/>
                  </a:lnTo>
                  <a:cubicBezTo>
                    <a:pt x="2034" y="1601"/>
                    <a:pt x="2122" y="1615"/>
                    <a:pt x="2206" y="1636"/>
                  </a:cubicBezTo>
                  <a:lnTo>
                    <a:pt x="2342" y="1664"/>
                  </a:lnTo>
                  <a:cubicBezTo>
                    <a:pt x="2412" y="1685"/>
                    <a:pt x="2482" y="1695"/>
                    <a:pt x="2552" y="1706"/>
                  </a:cubicBezTo>
                  <a:cubicBezTo>
                    <a:pt x="2591" y="1695"/>
                    <a:pt x="2629" y="1678"/>
                    <a:pt x="2664" y="1653"/>
                  </a:cubicBezTo>
                  <a:cubicBezTo>
                    <a:pt x="2752" y="1604"/>
                    <a:pt x="2878" y="1534"/>
                    <a:pt x="3025" y="1534"/>
                  </a:cubicBezTo>
                  <a:cubicBezTo>
                    <a:pt x="3123" y="1530"/>
                    <a:pt x="3217" y="1499"/>
                    <a:pt x="3301" y="1446"/>
                  </a:cubicBezTo>
                  <a:lnTo>
                    <a:pt x="3322" y="1432"/>
                  </a:lnTo>
                  <a:lnTo>
                    <a:pt x="3326" y="1432"/>
                  </a:lnTo>
                  <a:lnTo>
                    <a:pt x="3350" y="1422"/>
                  </a:lnTo>
                  <a:cubicBezTo>
                    <a:pt x="3357" y="1404"/>
                    <a:pt x="3361" y="1397"/>
                    <a:pt x="3364" y="1390"/>
                  </a:cubicBezTo>
                  <a:lnTo>
                    <a:pt x="3368" y="1383"/>
                  </a:lnTo>
                  <a:cubicBezTo>
                    <a:pt x="3371" y="1376"/>
                    <a:pt x="3375" y="1369"/>
                    <a:pt x="3375" y="1366"/>
                  </a:cubicBezTo>
                  <a:lnTo>
                    <a:pt x="3382" y="1355"/>
                  </a:lnTo>
                  <a:cubicBezTo>
                    <a:pt x="3385" y="1348"/>
                    <a:pt x="3389" y="1341"/>
                    <a:pt x="3396" y="1334"/>
                  </a:cubicBezTo>
                  <a:cubicBezTo>
                    <a:pt x="3403" y="1327"/>
                    <a:pt x="3410" y="1317"/>
                    <a:pt x="3417" y="1313"/>
                  </a:cubicBezTo>
                  <a:lnTo>
                    <a:pt x="3424" y="1306"/>
                  </a:lnTo>
                  <a:cubicBezTo>
                    <a:pt x="3427" y="1303"/>
                    <a:pt x="3434" y="1299"/>
                    <a:pt x="3441" y="1296"/>
                  </a:cubicBezTo>
                  <a:lnTo>
                    <a:pt x="3448" y="1289"/>
                  </a:lnTo>
                  <a:cubicBezTo>
                    <a:pt x="3459" y="1285"/>
                    <a:pt x="3469" y="1282"/>
                    <a:pt x="3480" y="1278"/>
                  </a:cubicBezTo>
                  <a:cubicBezTo>
                    <a:pt x="3483" y="1261"/>
                    <a:pt x="3483" y="1247"/>
                    <a:pt x="3483" y="1229"/>
                  </a:cubicBezTo>
                  <a:cubicBezTo>
                    <a:pt x="3483" y="1170"/>
                    <a:pt x="3501" y="1110"/>
                    <a:pt x="3536" y="1061"/>
                  </a:cubicBezTo>
                  <a:cubicBezTo>
                    <a:pt x="3543" y="1051"/>
                    <a:pt x="3539" y="1012"/>
                    <a:pt x="3536" y="988"/>
                  </a:cubicBezTo>
                  <a:cubicBezTo>
                    <a:pt x="3522" y="939"/>
                    <a:pt x="3529" y="890"/>
                    <a:pt x="3557" y="851"/>
                  </a:cubicBezTo>
                  <a:cubicBezTo>
                    <a:pt x="3579" y="832"/>
                    <a:pt x="3606" y="821"/>
                    <a:pt x="3634" y="821"/>
                  </a:cubicBezTo>
                  <a:cubicBezTo>
                    <a:pt x="3641" y="821"/>
                    <a:pt x="3648" y="822"/>
                    <a:pt x="3655" y="823"/>
                  </a:cubicBezTo>
                  <a:cubicBezTo>
                    <a:pt x="3680" y="827"/>
                    <a:pt x="3709" y="830"/>
                    <a:pt x="3736" y="830"/>
                  </a:cubicBezTo>
                  <a:cubicBezTo>
                    <a:pt x="3766" y="830"/>
                    <a:pt x="3793" y="826"/>
                    <a:pt x="3806" y="813"/>
                  </a:cubicBezTo>
                  <a:cubicBezTo>
                    <a:pt x="3820" y="795"/>
                    <a:pt x="3827" y="771"/>
                    <a:pt x="3823" y="750"/>
                  </a:cubicBezTo>
                  <a:cubicBezTo>
                    <a:pt x="3823" y="736"/>
                    <a:pt x="3823" y="725"/>
                    <a:pt x="3827" y="715"/>
                  </a:cubicBezTo>
                  <a:lnTo>
                    <a:pt x="3827" y="704"/>
                  </a:lnTo>
                  <a:cubicBezTo>
                    <a:pt x="3827" y="694"/>
                    <a:pt x="3830" y="683"/>
                    <a:pt x="3834" y="673"/>
                  </a:cubicBezTo>
                  <a:lnTo>
                    <a:pt x="3834" y="669"/>
                  </a:lnTo>
                  <a:cubicBezTo>
                    <a:pt x="3841" y="659"/>
                    <a:pt x="3844" y="648"/>
                    <a:pt x="3848" y="638"/>
                  </a:cubicBezTo>
                  <a:lnTo>
                    <a:pt x="3855" y="631"/>
                  </a:lnTo>
                  <a:cubicBezTo>
                    <a:pt x="3858" y="620"/>
                    <a:pt x="3865" y="610"/>
                    <a:pt x="3876" y="599"/>
                  </a:cubicBezTo>
                  <a:cubicBezTo>
                    <a:pt x="3841" y="543"/>
                    <a:pt x="3809" y="484"/>
                    <a:pt x="3781" y="424"/>
                  </a:cubicBezTo>
                  <a:lnTo>
                    <a:pt x="3777" y="431"/>
                  </a:lnTo>
                  <a:lnTo>
                    <a:pt x="3721" y="281"/>
                  </a:lnTo>
                  <a:lnTo>
                    <a:pt x="3711" y="256"/>
                  </a:lnTo>
                  <a:lnTo>
                    <a:pt x="3700" y="232"/>
                  </a:lnTo>
                  <a:cubicBezTo>
                    <a:pt x="3655" y="242"/>
                    <a:pt x="3606" y="249"/>
                    <a:pt x="3557" y="249"/>
                  </a:cubicBezTo>
                  <a:cubicBezTo>
                    <a:pt x="3551" y="250"/>
                    <a:pt x="3545" y="250"/>
                    <a:pt x="3538" y="250"/>
                  </a:cubicBezTo>
                  <a:cubicBezTo>
                    <a:pt x="3485" y="250"/>
                    <a:pt x="3429" y="237"/>
                    <a:pt x="3382" y="218"/>
                  </a:cubicBezTo>
                  <a:cubicBezTo>
                    <a:pt x="3340" y="197"/>
                    <a:pt x="3305" y="172"/>
                    <a:pt x="3277" y="137"/>
                  </a:cubicBezTo>
                  <a:cubicBezTo>
                    <a:pt x="3193" y="46"/>
                    <a:pt x="3011" y="11"/>
                    <a:pt x="2892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55" name="Google Shape;5313;p80">
              <a:extLst>
                <a:ext uri="{FF2B5EF4-FFF2-40B4-BE49-F238E27FC236}">
                  <a16:creationId xmlns:a16="http://schemas.microsoft.com/office/drawing/2014/main" id="{385BB701-7CE0-BB27-584E-2380544B8297}"/>
                </a:ext>
              </a:extLst>
            </p:cNvPr>
            <p:cNvSpPr/>
            <p:nvPr/>
          </p:nvSpPr>
          <p:spPr>
            <a:xfrm>
              <a:off x="2168545" y="1647618"/>
              <a:ext cx="45838" cy="25064"/>
            </a:xfrm>
            <a:custGeom>
              <a:avLst/>
              <a:gdLst/>
              <a:ahLst/>
              <a:cxnLst/>
              <a:rect l="l" t="t" r="r" b="b"/>
              <a:pathLst>
                <a:path w="3376" h="1846" extrusionOk="0">
                  <a:moveTo>
                    <a:pt x="2364" y="0"/>
                  </a:moveTo>
                  <a:cubicBezTo>
                    <a:pt x="2308" y="39"/>
                    <a:pt x="2255" y="77"/>
                    <a:pt x="2203" y="119"/>
                  </a:cubicBezTo>
                  <a:cubicBezTo>
                    <a:pt x="2042" y="245"/>
                    <a:pt x="1937" y="326"/>
                    <a:pt x="1863" y="326"/>
                  </a:cubicBezTo>
                  <a:cubicBezTo>
                    <a:pt x="1706" y="326"/>
                    <a:pt x="1384" y="385"/>
                    <a:pt x="1349" y="441"/>
                  </a:cubicBezTo>
                  <a:cubicBezTo>
                    <a:pt x="1349" y="476"/>
                    <a:pt x="1331" y="525"/>
                    <a:pt x="1254" y="560"/>
                  </a:cubicBezTo>
                  <a:cubicBezTo>
                    <a:pt x="1244" y="564"/>
                    <a:pt x="1233" y="567"/>
                    <a:pt x="1223" y="571"/>
                  </a:cubicBezTo>
                  <a:lnTo>
                    <a:pt x="1212" y="574"/>
                  </a:lnTo>
                  <a:lnTo>
                    <a:pt x="1188" y="581"/>
                  </a:lnTo>
                  <a:lnTo>
                    <a:pt x="1174" y="585"/>
                  </a:lnTo>
                  <a:lnTo>
                    <a:pt x="1146" y="592"/>
                  </a:lnTo>
                  <a:lnTo>
                    <a:pt x="1132" y="592"/>
                  </a:lnTo>
                  <a:lnTo>
                    <a:pt x="1093" y="599"/>
                  </a:lnTo>
                  <a:lnTo>
                    <a:pt x="1086" y="599"/>
                  </a:lnTo>
                  <a:lnTo>
                    <a:pt x="1041" y="602"/>
                  </a:lnTo>
                  <a:lnTo>
                    <a:pt x="887" y="602"/>
                  </a:lnTo>
                  <a:lnTo>
                    <a:pt x="841" y="599"/>
                  </a:lnTo>
                  <a:lnTo>
                    <a:pt x="824" y="599"/>
                  </a:lnTo>
                  <a:cubicBezTo>
                    <a:pt x="803" y="595"/>
                    <a:pt x="782" y="595"/>
                    <a:pt x="761" y="592"/>
                  </a:cubicBezTo>
                  <a:lnTo>
                    <a:pt x="750" y="588"/>
                  </a:lnTo>
                  <a:cubicBezTo>
                    <a:pt x="736" y="585"/>
                    <a:pt x="719" y="585"/>
                    <a:pt x="705" y="581"/>
                  </a:cubicBezTo>
                  <a:lnTo>
                    <a:pt x="684" y="574"/>
                  </a:lnTo>
                  <a:lnTo>
                    <a:pt x="649" y="564"/>
                  </a:lnTo>
                  <a:lnTo>
                    <a:pt x="628" y="557"/>
                  </a:lnTo>
                  <a:lnTo>
                    <a:pt x="596" y="546"/>
                  </a:lnTo>
                  <a:lnTo>
                    <a:pt x="579" y="539"/>
                  </a:lnTo>
                  <a:cubicBezTo>
                    <a:pt x="568" y="532"/>
                    <a:pt x="561" y="529"/>
                    <a:pt x="551" y="522"/>
                  </a:cubicBezTo>
                  <a:lnTo>
                    <a:pt x="537" y="515"/>
                  </a:lnTo>
                  <a:cubicBezTo>
                    <a:pt x="523" y="508"/>
                    <a:pt x="512" y="497"/>
                    <a:pt x="502" y="490"/>
                  </a:cubicBezTo>
                  <a:cubicBezTo>
                    <a:pt x="491" y="480"/>
                    <a:pt x="481" y="469"/>
                    <a:pt x="470" y="459"/>
                  </a:cubicBezTo>
                  <a:cubicBezTo>
                    <a:pt x="470" y="462"/>
                    <a:pt x="470" y="466"/>
                    <a:pt x="467" y="469"/>
                  </a:cubicBezTo>
                  <a:cubicBezTo>
                    <a:pt x="467" y="473"/>
                    <a:pt x="467" y="473"/>
                    <a:pt x="467" y="476"/>
                  </a:cubicBezTo>
                  <a:cubicBezTo>
                    <a:pt x="463" y="483"/>
                    <a:pt x="463" y="490"/>
                    <a:pt x="463" y="497"/>
                  </a:cubicBezTo>
                  <a:cubicBezTo>
                    <a:pt x="467" y="560"/>
                    <a:pt x="442" y="620"/>
                    <a:pt x="400" y="662"/>
                  </a:cubicBezTo>
                  <a:cubicBezTo>
                    <a:pt x="358" y="699"/>
                    <a:pt x="305" y="710"/>
                    <a:pt x="251" y="710"/>
                  </a:cubicBezTo>
                  <a:cubicBezTo>
                    <a:pt x="223" y="710"/>
                    <a:pt x="196" y="707"/>
                    <a:pt x="169" y="704"/>
                  </a:cubicBezTo>
                  <a:lnTo>
                    <a:pt x="169" y="718"/>
                  </a:lnTo>
                  <a:cubicBezTo>
                    <a:pt x="176" y="763"/>
                    <a:pt x="190" y="837"/>
                    <a:pt x="141" y="896"/>
                  </a:cubicBezTo>
                  <a:cubicBezTo>
                    <a:pt x="127" y="924"/>
                    <a:pt x="120" y="956"/>
                    <a:pt x="123" y="984"/>
                  </a:cubicBezTo>
                  <a:cubicBezTo>
                    <a:pt x="120" y="1040"/>
                    <a:pt x="113" y="1145"/>
                    <a:pt x="11" y="1159"/>
                  </a:cubicBezTo>
                  <a:lnTo>
                    <a:pt x="8" y="1166"/>
                  </a:lnTo>
                  <a:lnTo>
                    <a:pt x="4" y="1176"/>
                  </a:lnTo>
                  <a:lnTo>
                    <a:pt x="4" y="1180"/>
                  </a:lnTo>
                  <a:lnTo>
                    <a:pt x="1" y="1187"/>
                  </a:lnTo>
                  <a:lnTo>
                    <a:pt x="1" y="1194"/>
                  </a:lnTo>
                  <a:lnTo>
                    <a:pt x="1" y="1197"/>
                  </a:lnTo>
                  <a:cubicBezTo>
                    <a:pt x="43" y="1250"/>
                    <a:pt x="78" y="1309"/>
                    <a:pt x="106" y="1373"/>
                  </a:cubicBezTo>
                  <a:lnTo>
                    <a:pt x="116" y="1390"/>
                  </a:lnTo>
                  <a:lnTo>
                    <a:pt x="123" y="1401"/>
                  </a:lnTo>
                  <a:lnTo>
                    <a:pt x="134" y="1408"/>
                  </a:lnTo>
                  <a:lnTo>
                    <a:pt x="137" y="1411"/>
                  </a:lnTo>
                  <a:lnTo>
                    <a:pt x="165" y="1429"/>
                  </a:lnTo>
                  <a:lnTo>
                    <a:pt x="169" y="1429"/>
                  </a:lnTo>
                  <a:lnTo>
                    <a:pt x="197" y="1446"/>
                  </a:lnTo>
                  <a:lnTo>
                    <a:pt x="200" y="1450"/>
                  </a:lnTo>
                  <a:lnTo>
                    <a:pt x="232" y="1471"/>
                  </a:lnTo>
                  <a:cubicBezTo>
                    <a:pt x="267" y="1492"/>
                    <a:pt x="302" y="1513"/>
                    <a:pt x="334" y="1537"/>
                  </a:cubicBezTo>
                  <a:lnTo>
                    <a:pt x="341" y="1541"/>
                  </a:lnTo>
                  <a:lnTo>
                    <a:pt x="365" y="1562"/>
                  </a:lnTo>
                  <a:lnTo>
                    <a:pt x="376" y="1569"/>
                  </a:lnTo>
                  <a:lnTo>
                    <a:pt x="397" y="1586"/>
                  </a:lnTo>
                  <a:lnTo>
                    <a:pt x="407" y="1593"/>
                  </a:lnTo>
                  <a:lnTo>
                    <a:pt x="428" y="1607"/>
                  </a:lnTo>
                  <a:lnTo>
                    <a:pt x="439" y="1614"/>
                  </a:lnTo>
                  <a:lnTo>
                    <a:pt x="456" y="1632"/>
                  </a:lnTo>
                  <a:lnTo>
                    <a:pt x="467" y="1639"/>
                  </a:lnTo>
                  <a:lnTo>
                    <a:pt x="481" y="1653"/>
                  </a:lnTo>
                  <a:lnTo>
                    <a:pt x="491" y="1663"/>
                  </a:lnTo>
                  <a:lnTo>
                    <a:pt x="505" y="1677"/>
                  </a:lnTo>
                  <a:lnTo>
                    <a:pt x="516" y="1684"/>
                  </a:lnTo>
                  <a:lnTo>
                    <a:pt x="530" y="1702"/>
                  </a:lnTo>
                  <a:lnTo>
                    <a:pt x="533" y="1709"/>
                  </a:lnTo>
                  <a:cubicBezTo>
                    <a:pt x="540" y="1716"/>
                    <a:pt x="547" y="1723"/>
                    <a:pt x="551" y="1730"/>
                  </a:cubicBezTo>
                  <a:cubicBezTo>
                    <a:pt x="612" y="1809"/>
                    <a:pt x="771" y="1845"/>
                    <a:pt x="908" y="1845"/>
                  </a:cubicBezTo>
                  <a:cubicBezTo>
                    <a:pt x="959" y="1845"/>
                    <a:pt x="1006" y="1840"/>
                    <a:pt x="1044" y="1831"/>
                  </a:cubicBezTo>
                  <a:cubicBezTo>
                    <a:pt x="1076" y="1821"/>
                    <a:pt x="1139" y="1803"/>
                    <a:pt x="1230" y="1775"/>
                  </a:cubicBezTo>
                  <a:cubicBezTo>
                    <a:pt x="1450" y="1716"/>
                    <a:pt x="1783" y="1607"/>
                    <a:pt x="1786" y="1607"/>
                  </a:cubicBezTo>
                  <a:lnTo>
                    <a:pt x="1804" y="1600"/>
                  </a:lnTo>
                  <a:lnTo>
                    <a:pt x="1811" y="1600"/>
                  </a:lnTo>
                  <a:lnTo>
                    <a:pt x="1832" y="1607"/>
                  </a:lnTo>
                  <a:cubicBezTo>
                    <a:pt x="1905" y="1635"/>
                    <a:pt x="1979" y="1656"/>
                    <a:pt x="2056" y="1677"/>
                  </a:cubicBezTo>
                  <a:lnTo>
                    <a:pt x="2080" y="1681"/>
                  </a:lnTo>
                  <a:lnTo>
                    <a:pt x="2105" y="1681"/>
                  </a:lnTo>
                  <a:lnTo>
                    <a:pt x="2175" y="1691"/>
                  </a:lnTo>
                  <a:cubicBezTo>
                    <a:pt x="2196" y="1677"/>
                    <a:pt x="2220" y="1663"/>
                    <a:pt x="2245" y="1649"/>
                  </a:cubicBezTo>
                  <a:cubicBezTo>
                    <a:pt x="2329" y="1607"/>
                    <a:pt x="2406" y="1551"/>
                    <a:pt x="2473" y="1485"/>
                  </a:cubicBezTo>
                  <a:cubicBezTo>
                    <a:pt x="2536" y="1422"/>
                    <a:pt x="2620" y="1281"/>
                    <a:pt x="2693" y="1138"/>
                  </a:cubicBezTo>
                  <a:lnTo>
                    <a:pt x="2725" y="1082"/>
                  </a:lnTo>
                  <a:lnTo>
                    <a:pt x="2763" y="1008"/>
                  </a:lnTo>
                  <a:lnTo>
                    <a:pt x="2784" y="973"/>
                  </a:lnTo>
                  <a:cubicBezTo>
                    <a:pt x="2896" y="756"/>
                    <a:pt x="2938" y="679"/>
                    <a:pt x="2980" y="651"/>
                  </a:cubicBezTo>
                  <a:cubicBezTo>
                    <a:pt x="3008" y="634"/>
                    <a:pt x="3050" y="609"/>
                    <a:pt x="3099" y="578"/>
                  </a:cubicBezTo>
                  <a:cubicBezTo>
                    <a:pt x="3180" y="529"/>
                    <a:pt x="3281" y="469"/>
                    <a:pt x="3341" y="424"/>
                  </a:cubicBezTo>
                  <a:cubicBezTo>
                    <a:pt x="3348" y="420"/>
                    <a:pt x="3351" y="413"/>
                    <a:pt x="3358" y="410"/>
                  </a:cubicBezTo>
                  <a:lnTo>
                    <a:pt x="3362" y="406"/>
                  </a:lnTo>
                  <a:lnTo>
                    <a:pt x="3369" y="399"/>
                  </a:lnTo>
                  <a:cubicBezTo>
                    <a:pt x="3372" y="396"/>
                    <a:pt x="3372" y="392"/>
                    <a:pt x="3376" y="385"/>
                  </a:cubicBezTo>
                  <a:cubicBezTo>
                    <a:pt x="3365" y="375"/>
                    <a:pt x="3355" y="368"/>
                    <a:pt x="3341" y="364"/>
                  </a:cubicBezTo>
                  <a:lnTo>
                    <a:pt x="3327" y="357"/>
                  </a:lnTo>
                  <a:cubicBezTo>
                    <a:pt x="3316" y="354"/>
                    <a:pt x="3306" y="347"/>
                    <a:pt x="3295" y="343"/>
                  </a:cubicBezTo>
                  <a:lnTo>
                    <a:pt x="3288" y="340"/>
                  </a:lnTo>
                  <a:cubicBezTo>
                    <a:pt x="3253" y="326"/>
                    <a:pt x="3218" y="301"/>
                    <a:pt x="3187" y="277"/>
                  </a:cubicBezTo>
                  <a:lnTo>
                    <a:pt x="3176" y="273"/>
                  </a:lnTo>
                  <a:lnTo>
                    <a:pt x="3141" y="266"/>
                  </a:lnTo>
                  <a:lnTo>
                    <a:pt x="3124" y="263"/>
                  </a:lnTo>
                  <a:lnTo>
                    <a:pt x="3096" y="252"/>
                  </a:lnTo>
                  <a:lnTo>
                    <a:pt x="3078" y="249"/>
                  </a:lnTo>
                  <a:lnTo>
                    <a:pt x="3054" y="242"/>
                  </a:lnTo>
                  <a:lnTo>
                    <a:pt x="3036" y="238"/>
                  </a:lnTo>
                  <a:lnTo>
                    <a:pt x="3015" y="231"/>
                  </a:lnTo>
                  <a:lnTo>
                    <a:pt x="3001" y="224"/>
                  </a:lnTo>
                  <a:lnTo>
                    <a:pt x="2984" y="221"/>
                  </a:lnTo>
                  <a:lnTo>
                    <a:pt x="2970" y="214"/>
                  </a:lnTo>
                  <a:lnTo>
                    <a:pt x="2956" y="210"/>
                  </a:lnTo>
                  <a:lnTo>
                    <a:pt x="2942" y="203"/>
                  </a:lnTo>
                  <a:lnTo>
                    <a:pt x="2931" y="200"/>
                  </a:lnTo>
                  <a:lnTo>
                    <a:pt x="2917" y="193"/>
                  </a:lnTo>
                  <a:lnTo>
                    <a:pt x="2907" y="189"/>
                  </a:lnTo>
                  <a:lnTo>
                    <a:pt x="2896" y="186"/>
                  </a:lnTo>
                  <a:lnTo>
                    <a:pt x="2889" y="182"/>
                  </a:lnTo>
                  <a:lnTo>
                    <a:pt x="2879" y="175"/>
                  </a:lnTo>
                  <a:lnTo>
                    <a:pt x="2875" y="175"/>
                  </a:lnTo>
                  <a:lnTo>
                    <a:pt x="2865" y="168"/>
                  </a:lnTo>
                  <a:lnTo>
                    <a:pt x="2861" y="168"/>
                  </a:lnTo>
                  <a:lnTo>
                    <a:pt x="2854" y="161"/>
                  </a:lnTo>
                  <a:lnTo>
                    <a:pt x="2847" y="158"/>
                  </a:lnTo>
                  <a:cubicBezTo>
                    <a:pt x="2840" y="154"/>
                    <a:pt x="2833" y="147"/>
                    <a:pt x="2830" y="144"/>
                  </a:cubicBezTo>
                  <a:cubicBezTo>
                    <a:pt x="2774" y="88"/>
                    <a:pt x="2539" y="39"/>
                    <a:pt x="2438" y="18"/>
                  </a:cubicBezTo>
                  <a:cubicBezTo>
                    <a:pt x="2403" y="11"/>
                    <a:pt x="2382" y="4"/>
                    <a:pt x="2364" y="0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56" name="Google Shape;5314;p80">
              <a:extLst>
                <a:ext uri="{FF2B5EF4-FFF2-40B4-BE49-F238E27FC236}">
                  <a16:creationId xmlns:a16="http://schemas.microsoft.com/office/drawing/2014/main" id="{36ED9FAA-2B5D-24B5-DAF7-017E97158DC1}"/>
                </a:ext>
              </a:extLst>
            </p:cNvPr>
            <p:cNvSpPr/>
            <p:nvPr/>
          </p:nvSpPr>
          <p:spPr>
            <a:xfrm>
              <a:off x="2170215" y="1666817"/>
              <a:ext cx="54" cy="68"/>
            </a:xfrm>
            <a:custGeom>
              <a:avLst/>
              <a:gdLst/>
              <a:ahLst/>
              <a:cxnLst/>
              <a:rect l="l" t="t" r="r" b="b"/>
              <a:pathLst>
                <a:path w="4" h="5" extrusionOk="0">
                  <a:moveTo>
                    <a:pt x="4" y="4"/>
                  </a:moveTo>
                  <a:lnTo>
                    <a:pt x="0" y="1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57" name="Google Shape;5315;p80">
              <a:extLst>
                <a:ext uri="{FF2B5EF4-FFF2-40B4-BE49-F238E27FC236}">
                  <a16:creationId xmlns:a16="http://schemas.microsoft.com/office/drawing/2014/main" id="{C9F12960-7AB7-A607-BF1F-855D1456DABE}"/>
                </a:ext>
              </a:extLst>
            </p:cNvPr>
            <p:cNvSpPr/>
            <p:nvPr/>
          </p:nvSpPr>
          <p:spPr>
            <a:xfrm>
              <a:off x="2170636" y="1667061"/>
              <a:ext cx="68" cy="54"/>
            </a:xfrm>
            <a:custGeom>
              <a:avLst/>
              <a:gdLst/>
              <a:ahLst/>
              <a:cxnLst/>
              <a:rect l="l" t="t" r="r" b="b"/>
              <a:pathLst>
                <a:path w="5" h="4" extrusionOk="0">
                  <a:moveTo>
                    <a:pt x="4" y="4"/>
                  </a:moveTo>
                  <a:lnTo>
                    <a:pt x="1" y="0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58" name="Google Shape;5316;p80">
              <a:extLst>
                <a:ext uri="{FF2B5EF4-FFF2-40B4-BE49-F238E27FC236}">
                  <a16:creationId xmlns:a16="http://schemas.microsoft.com/office/drawing/2014/main" id="{77834CC3-5147-5829-F1EC-80D5C6C2D3E8}"/>
                </a:ext>
              </a:extLst>
            </p:cNvPr>
            <p:cNvSpPr/>
            <p:nvPr/>
          </p:nvSpPr>
          <p:spPr>
            <a:xfrm>
              <a:off x="2175252" y="1670524"/>
              <a:ext cx="163" cy="109"/>
            </a:xfrm>
            <a:custGeom>
              <a:avLst/>
              <a:gdLst/>
              <a:ahLst/>
              <a:cxnLst/>
              <a:rect l="l" t="t" r="r" b="b"/>
              <a:pathLst>
                <a:path w="12" h="8" extrusionOk="0">
                  <a:moveTo>
                    <a:pt x="1" y="1"/>
                  </a:moveTo>
                  <a:lnTo>
                    <a:pt x="11" y="8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59" name="Google Shape;5317;p80">
              <a:extLst>
                <a:ext uri="{FF2B5EF4-FFF2-40B4-BE49-F238E27FC236}">
                  <a16:creationId xmlns:a16="http://schemas.microsoft.com/office/drawing/2014/main" id="{57C1C788-BE52-53B5-9DE0-A41C2860411A}"/>
                </a:ext>
              </a:extLst>
            </p:cNvPr>
            <p:cNvSpPr/>
            <p:nvPr/>
          </p:nvSpPr>
          <p:spPr>
            <a:xfrm>
              <a:off x="2182571" y="1671854"/>
              <a:ext cx="2539" cy="733"/>
            </a:xfrm>
            <a:custGeom>
              <a:avLst/>
              <a:gdLst/>
              <a:ahLst/>
              <a:cxnLst/>
              <a:rect l="l" t="t" r="r" b="b"/>
              <a:pathLst>
                <a:path w="187" h="54" extrusionOk="0">
                  <a:moveTo>
                    <a:pt x="186" y="1"/>
                  </a:moveTo>
                  <a:cubicBezTo>
                    <a:pt x="95" y="29"/>
                    <a:pt x="32" y="43"/>
                    <a:pt x="1" y="53"/>
                  </a:cubicBezTo>
                  <a:cubicBezTo>
                    <a:pt x="29" y="46"/>
                    <a:pt x="78" y="36"/>
                    <a:pt x="134" y="18"/>
                  </a:cubicBezTo>
                  <a:lnTo>
                    <a:pt x="186" y="1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60" name="Google Shape;5318;p80">
              <a:extLst>
                <a:ext uri="{FF2B5EF4-FFF2-40B4-BE49-F238E27FC236}">
                  <a16:creationId xmlns:a16="http://schemas.microsoft.com/office/drawing/2014/main" id="{6F43E815-4761-9364-6C4F-843174FECC85}"/>
                </a:ext>
              </a:extLst>
            </p:cNvPr>
            <p:cNvSpPr/>
            <p:nvPr/>
          </p:nvSpPr>
          <p:spPr>
            <a:xfrm>
              <a:off x="2175592" y="1670809"/>
              <a:ext cx="109" cy="109"/>
            </a:xfrm>
            <a:custGeom>
              <a:avLst/>
              <a:gdLst/>
              <a:ahLst/>
              <a:cxnLst/>
              <a:rect l="l" t="t" r="r" b="b"/>
              <a:pathLst>
                <a:path w="8" h="8" extrusionOk="0">
                  <a:moveTo>
                    <a:pt x="7" y="8"/>
                  </a:moveTo>
                  <a:lnTo>
                    <a:pt x="0" y="1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61" name="Google Shape;5319;p80">
              <a:extLst>
                <a:ext uri="{FF2B5EF4-FFF2-40B4-BE49-F238E27FC236}">
                  <a16:creationId xmlns:a16="http://schemas.microsoft.com/office/drawing/2014/main" id="{987C7DC5-1B1A-9867-DEE6-4AC22812E271}"/>
                </a:ext>
              </a:extLst>
            </p:cNvPr>
            <p:cNvSpPr/>
            <p:nvPr/>
          </p:nvSpPr>
          <p:spPr>
            <a:xfrm>
              <a:off x="2174587" y="1669858"/>
              <a:ext cx="163" cy="163"/>
            </a:xfrm>
            <a:custGeom>
              <a:avLst/>
              <a:gdLst/>
              <a:ahLst/>
              <a:cxnLst/>
              <a:rect l="l" t="t" r="r" b="b"/>
              <a:pathLst>
                <a:path w="12" h="12" extrusionOk="0">
                  <a:moveTo>
                    <a:pt x="11" y="11"/>
                  </a:moveTo>
                  <a:lnTo>
                    <a:pt x="1" y="1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62" name="Google Shape;5320;p80">
              <a:extLst>
                <a:ext uri="{FF2B5EF4-FFF2-40B4-BE49-F238E27FC236}">
                  <a16:creationId xmlns:a16="http://schemas.microsoft.com/office/drawing/2014/main" id="{1E2567B3-9F6D-A4B4-6E71-281B83D818BC}"/>
                </a:ext>
              </a:extLst>
            </p:cNvPr>
            <p:cNvSpPr/>
            <p:nvPr/>
          </p:nvSpPr>
          <p:spPr>
            <a:xfrm>
              <a:off x="2174207" y="1669573"/>
              <a:ext cx="109" cy="109"/>
            </a:xfrm>
            <a:custGeom>
              <a:avLst/>
              <a:gdLst/>
              <a:ahLst/>
              <a:cxnLst/>
              <a:rect l="l" t="t" r="r" b="b"/>
              <a:pathLst>
                <a:path w="8" h="8" extrusionOk="0">
                  <a:moveTo>
                    <a:pt x="8" y="8"/>
                  </a:moveTo>
                  <a:lnTo>
                    <a:pt x="1" y="1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63" name="Google Shape;5321;p80">
              <a:extLst>
                <a:ext uri="{FF2B5EF4-FFF2-40B4-BE49-F238E27FC236}">
                  <a16:creationId xmlns:a16="http://schemas.microsoft.com/office/drawing/2014/main" id="{0B51327C-5B29-DED6-CD70-61F5B755E07B}"/>
                </a:ext>
              </a:extLst>
            </p:cNvPr>
            <p:cNvSpPr/>
            <p:nvPr/>
          </p:nvSpPr>
          <p:spPr>
            <a:xfrm>
              <a:off x="2171070" y="1667346"/>
              <a:ext cx="54" cy="54"/>
            </a:xfrm>
            <a:custGeom>
              <a:avLst/>
              <a:gdLst/>
              <a:ahLst/>
              <a:cxnLst/>
              <a:rect l="l" t="t" r="r" b="b"/>
              <a:pathLst>
                <a:path w="4" h="4" extrusionOk="0">
                  <a:moveTo>
                    <a:pt x="4" y="4"/>
                  </a:moveTo>
                  <a:lnTo>
                    <a:pt x="0" y="0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64" name="Google Shape;5322;p80">
              <a:extLst>
                <a:ext uri="{FF2B5EF4-FFF2-40B4-BE49-F238E27FC236}">
                  <a16:creationId xmlns:a16="http://schemas.microsoft.com/office/drawing/2014/main" id="{235936D7-14B1-AA26-36AB-EAAAE05C6D2F}"/>
                </a:ext>
              </a:extLst>
            </p:cNvPr>
            <p:cNvSpPr/>
            <p:nvPr/>
          </p:nvSpPr>
          <p:spPr>
            <a:xfrm>
              <a:off x="2173786" y="1669247"/>
              <a:ext cx="149" cy="109"/>
            </a:xfrm>
            <a:custGeom>
              <a:avLst/>
              <a:gdLst/>
              <a:ahLst/>
              <a:cxnLst/>
              <a:rect l="l" t="t" r="r" b="b"/>
              <a:pathLst>
                <a:path w="11" h="8" extrusionOk="0">
                  <a:moveTo>
                    <a:pt x="11" y="7"/>
                  </a:moveTo>
                  <a:lnTo>
                    <a:pt x="0" y="0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65" name="Google Shape;5323;p80">
              <a:extLst>
                <a:ext uri="{FF2B5EF4-FFF2-40B4-BE49-F238E27FC236}">
                  <a16:creationId xmlns:a16="http://schemas.microsoft.com/office/drawing/2014/main" id="{A59B8975-AE06-C1B0-E936-62FC9F94B210}"/>
                </a:ext>
              </a:extLst>
            </p:cNvPr>
            <p:cNvSpPr/>
            <p:nvPr/>
          </p:nvSpPr>
          <p:spPr>
            <a:xfrm>
              <a:off x="2174926" y="1670198"/>
              <a:ext cx="149" cy="109"/>
            </a:xfrm>
            <a:custGeom>
              <a:avLst/>
              <a:gdLst/>
              <a:ahLst/>
              <a:cxnLst/>
              <a:rect l="l" t="t" r="r" b="b"/>
              <a:pathLst>
                <a:path w="11" h="8" extrusionOk="0">
                  <a:moveTo>
                    <a:pt x="11" y="7"/>
                  </a:moveTo>
                  <a:lnTo>
                    <a:pt x="0" y="0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66" name="Google Shape;5324;p80">
              <a:extLst>
                <a:ext uri="{FF2B5EF4-FFF2-40B4-BE49-F238E27FC236}">
                  <a16:creationId xmlns:a16="http://schemas.microsoft.com/office/drawing/2014/main" id="{BD3B8C2A-9D3F-3C14-DEA5-57BC069E42BE}"/>
                </a:ext>
              </a:extLst>
            </p:cNvPr>
            <p:cNvSpPr/>
            <p:nvPr/>
          </p:nvSpPr>
          <p:spPr>
            <a:xfrm>
              <a:off x="2171546" y="1667672"/>
              <a:ext cx="14" cy="14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0" y="1"/>
                  </a:move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67" name="Google Shape;5325;p80">
              <a:extLst>
                <a:ext uri="{FF2B5EF4-FFF2-40B4-BE49-F238E27FC236}">
                  <a16:creationId xmlns:a16="http://schemas.microsoft.com/office/drawing/2014/main" id="{F9EE6121-6EC5-B304-0E5C-1E009F4ECF16}"/>
                </a:ext>
              </a:extLst>
            </p:cNvPr>
            <p:cNvSpPr/>
            <p:nvPr/>
          </p:nvSpPr>
          <p:spPr>
            <a:xfrm>
              <a:off x="2172971" y="1668623"/>
              <a:ext cx="54" cy="68"/>
            </a:xfrm>
            <a:custGeom>
              <a:avLst/>
              <a:gdLst/>
              <a:ahLst/>
              <a:cxnLst/>
              <a:rect l="l" t="t" r="r" b="b"/>
              <a:pathLst>
                <a:path w="4" h="5" extrusionOk="0">
                  <a:moveTo>
                    <a:pt x="4" y="4"/>
                  </a:moveTo>
                  <a:lnTo>
                    <a:pt x="1" y="1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68" name="Google Shape;5326;p80">
              <a:extLst>
                <a:ext uri="{FF2B5EF4-FFF2-40B4-BE49-F238E27FC236}">
                  <a16:creationId xmlns:a16="http://schemas.microsoft.com/office/drawing/2014/main" id="{EDEB8919-EAB7-064A-EB58-084220A518AF}"/>
                </a:ext>
              </a:extLst>
            </p:cNvPr>
            <p:cNvSpPr/>
            <p:nvPr/>
          </p:nvSpPr>
          <p:spPr>
            <a:xfrm>
              <a:off x="2173351" y="1668908"/>
              <a:ext cx="163" cy="109"/>
            </a:xfrm>
            <a:custGeom>
              <a:avLst/>
              <a:gdLst/>
              <a:ahLst/>
              <a:cxnLst/>
              <a:rect l="l" t="t" r="r" b="b"/>
              <a:pathLst>
                <a:path w="12" h="8" extrusionOk="0">
                  <a:moveTo>
                    <a:pt x="11" y="8"/>
                  </a:moveTo>
                  <a:lnTo>
                    <a:pt x="1" y="1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69" name="Google Shape;5327;p80">
              <a:extLst>
                <a:ext uri="{FF2B5EF4-FFF2-40B4-BE49-F238E27FC236}">
                  <a16:creationId xmlns:a16="http://schemas.microsoft.com/office/drawing/2014/main" id="{A5EC3CAB-A29D-8357-0585-1E255A05A832}"/>
                </a:ext>
              </a:extLst>
            </p:cNvPr>
            <p:cNvSpPr/>
            <p:nvPr/>
          </p:nvSpPr>
          <p:spPr>
            <a:xfrm>
              <a:off x="2174831" y="1654081"/>
              <a:ext cx="54" cy="299"/>
            </a:xfrm>
            <a:custGeom>
              <a:avLst/>
              <a:gdLst/>
              <a:ahLst/>
              <a:cxnLst/>
              <a:rect l="l" t="t" r="r" b="b"/>
              <a:pathLst>
                <a:path w="4" h="22" extrusionOk="0">
                  <a:moveTo>
                    <a:pt x="4" y="0"/>
                  </a:moveTo>
                  <a:cubicBezTo>
                    <a:pt x="0" y="7"/>
                    <a:pt x="0" y="14"/>
                    <a:pt x="0" y="21"/>
                  </a:cubicBezTo>
                  <a:cubicBezTo>
                    <a:pt x="0" y="14"/>
                    <a:pt x="0" y="7"/>
                    <a:pt x="4" y="0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70" name="Google Shape;5328;p80">
              <a:extLst>
                <a:ext uri="{FF2B5EF4-FFF2-40B4-BE49-F238E27FC236}">
                  <a16:creationId xmlns:a16="http://schemas.microsoft.com/office/drawing/2014/main" id="{F60E9DC2-66E1-6C81-6786-C5EAFA8EFBE3}"/>
                </a:ext>
              </a:extLst>
            </p:cNvPr>
            <p:cNvSpPr/>
            <p:nvPr/>
          </p:nvSpPr>
          <p:spPr>
            <a:xfrm>
              <a:off x="2168599" y="1663436"/>
              <a:ext cx="54" cy="68"/>
            </a:xfrm>
            <a:custGeom>
              <a:avLst/>
              <a:gdLst/>
              <a:ahLst/>
              <a:cxnLst/>
              <a:rect l="l" t="t" r="r" b="b"/>
              <a:pathLst>
                <a:path w="4" h="5" extrusionOk="0">
                  <a:moveTo>
                    <a:pt x="4" y="1"/>
                  </a:moveTo>
                  <a:lnTo>
                    <a:pt x="0" y="4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71" name="Google Shape;5329;p80">
              <a:extLst>
                <a:ext uri="{FF2B5EF4-FFF2-40B4-BE49-F238E27FC236}">
                  <a16:creationId xmlns:a16="http://schemas.microsoft.com/office/drawing/2014/main" id="{FC102279-9325-7111-47C5-F09A6A469502}"/>
                </a:ext>
              </a:extLst>
            </p:cNvPr>
            <p:cNvSpPr/>
            <p:nvPr/>
          </p:nvSpPr>
          <p:spPr>
            <a:xfrm>
              <a:off x="2168409" y="1663871"/>
              <a:ext cx="14" cy="54"/>
            </a:xfrm>
            <a:custGeom>
              <a:avLst/>
              <a:gdLst/>
              <a:ahLst/>
              <a:cxnLst/>
              <a:rect l="l" t="t" r="r" b="b"/>
              <a:pathLst>
                <a:path w="1" h="4" extrusionOk="0">
                  <a:moveTo>
                    <a:pt x="0" y="4"/>
                  </a:moveTo>
                  <a:lnTo>
                    <a:pt x="0" y="0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72" name="Google Shape;5330;p80">
              <a:extLst>
                <a:ext uri="{FF2B5EF4-FFF2-40B4-BE49-F238E27FC236}">
                  <a16:creationId xmlns:a16="http://schemas.microsoft.com/office/drawing/2014/main" id="{4B1B40B2-BFFD-4D6D-B8DC-E9093C34F5E0}"/>
                </a:ext>
              </a:extLst>
            </p:cNvPr>
            <p:cNvSpPr/>
            <p:nvPr/>
          </p:nvSpPr>
          <p:spPr>
            <a:xfrm>
              <a:off x="2168450" y="1663680"/>
              <a:ext cx="68" cy="149"/>
            </a:xfrm>
            <a:custGeom>
              <a:avLst/>
              <a:gdLst/>
              <a:ahLst/>
              <a:cxnLst/>
              <a:rect l="l" t="t" r="r" b="b"/>
              <a:pathLst>
                <a:path w="5" h="11" extrusionOk="0">
                  <a:moveTo>
                    <a:pt x="4" y="0"/>
                  </a:moveTo>
                  <a:lnTo>
                    <a:pt x="1" y="11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73" name="Google Shape;5331;p80">
              <a:extLst>
                <a:ext uri="{FF2B5EF4-FFF2-40B4-BE49-F238E27FC236}">
                  <a16:creationId xmlns:a16="http://schemas.microsoft.com/office/drawing/2014/main" id="{B8A1ACFB-AD28-EDD3-C3D6-04D02B44C490}"/>
                </a:ext>
              </a:extLst>
            </p:cNvPr>
            <p:cNvSpPr/>
            <p:nvPr/>
          </p:nvSpPr>
          <p:spPr>
            <a:xfrm>
              <a:off x="2168735" y="1663341"/>
              <a:ext cx="14" cy="14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1" y="1"/>
                  </a:move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74" name="Google Shape;5332;p80">
              <a:extLst>
                <a:ext uri="{FF2B5EF4-FFF2-40B4-BE49-F238E27FC236}">
                  <a16:creationId xmlns:a16="http://schemas.microsoft.com/office/drawing/2014/main" id="{A6E2963D-D07F-A15D-D674-F2A64F170E23}"/>
                </a:ext>
              </a:extLst>
            </p:cNvPr>
            <p:cNvSpPr/>
            <p:nvPr/>
          </p:nvSpPr>
          <p:spPr>
            <a:xfrm>
              <a:off x="2168694" y="1663341"/>
              <a:ext cx="14" cy="14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0" y="1"/>
                  </a:move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75" name="Google Shape;5333;p80">
              <a:extLst>
                <a:ext uri="{FF2B5EF4-FFF2-40B4-BE49-F238E27FC236}">
                  <a16:creationId xmlns:a16="http://schemas.microsoft.com/office/drawing/2014/main" id="{CD4BC9D8-A317-37C7-7F0A-78CD8052C0A8}"/>
                </a:ext>
              </a:extLst>
            </p:cNvPr>
            <p:cNvSpPr/>
            <p:nvPr/>
          </p:nvSpPr>
          <p:spPr>
            <a:xfrm>
              <a:off x="2168640" y="1663395"/>
              <a:ext cx="14" cy="14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1" y="0"/>
                  </a:moveTo>
                  <a:lnTo>
                    <a:pt x="1" y="0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76" name="Google Shape;5334;p80">
              <a:extLst>
                <a:ext uri="{FF2B5EF4-FFF2-40B4-BE49-F238E27FC236}">
                  <a16:creationId xmlns:a16="http://schemas.microsoft.com/office/drawing/2014/main" id="{28DE9FB6-4BFC-03C0-984A-11A20DAA520F}"/>
                </a:ext>
              </a:extLst>
            </p:cNvPr>
            <p:cNvSpPr/>
            <p:nvPr/>
          </p:nvSpPr>
          <p:spPr>
            <a:xfrm>
              <a:off x="2168504" y="1663531"/>
              <a:ext cx="54" cy="109"/>
            </a:xfrm>
            <a:custGeom>
              <a:avLst/>
              <a:gdLst/>
              <a:ahLst/>
              <a:cxnLst/>
              <a:rect l="l" t="t" r="r" b="b"/>
              <a:pathLst>
                <a:path w="4" h="8" extrusionOk="0">
                  <a:moveTo>
                    <a:pt x="4" y="1"/>
                  </a:moveTo>
                  <a:lnTo>
                    <a:pt x="0" y="8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77" name="Google Shape;5335;p80">
              <a:extLst>
                <a:ext uri="{FF2B5EF4-FFF2-40B4-BE49-F238E27FC236}">
                  <a16:creationId xmlns:a16="http://schemas.microsoft.com/office/drawing/2014/main" id="{566D5723-6A10-9D37-3985-67D647B13F3B}"/>
                </a:ext>
              </a:extLst>
            </p:cNvPr>
            <p:cNvSpPr/>
            <p:nvPr/>
          </p:nvSpPr>
          <p:spPr>
            <a:xfrm>
              <a:off x="2174872" y="1653891"/>
              <a:ext cx="68" cy="109"/>
            </a:xfrm>
            <a:custGeom>
              <a:avLst/>
              <a:gdLst/>
              <a:ahLst/>
              <a:cxnLst/>
              <a:rect l="l" t="t" r="r" b="b"/>
              <a:pathLst>
                <a:path w="5" h="8" extrusionOk="0">
                  <a:moveTo>
                    <a:pt x="4" y="0"/>
                  </a:moveTo>
                  <a:lnTo>
                    <a:pt x="4" y="0"/>
                  </a:lnTo>
                  <a:cubicBezTo>
                    <a:pt x="4" y="0"/>
                    <a:pt x="1" y="4"/>
                    <a:pt x="1" y="7"/>
                  </a:cubicBezTo>
                  <a:cubicBezTo>
                    <a:pt x="4" y="4"/>
                    <a:pt x="4" y="0"/>
                    <a:pt x="4" y="0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78" name="Google Shape;5336;p80">
              <a:extLst>
                <a:ext uri="{FF2B5EF4-FFF2-40B4-BE49-F238E27FC236}">
                  <a16:creationId xmlns:a16="http://schemas.microsoft.com/office/drawing/2014/main" id="{0B01C3A9-EC4E-6D5F-A13D-E96642ACDE8A}"/>
                </a:ext>
              </a:extLst>
            </p:cNvPr>
            <p:cNvSpPr/>
            <p:nvPr/>
          </p:nvSpPr>
          <p:spPr>
            <a:xfrm>
              <a:off x="2141078" y="1625270"/>
              <a:ext cx="43597" cy="21317"/>
            </a:xfrm>
            <a:custGeom>
              <a:avLst/>
              <a:gdLst/>
              <a:ahLst/>
              <a:cxnLst/>
              <a:rect l="l" t="t" r="r" b="b"/>
              <a:pathLst>
                <a:path w="3211" h="1570" extrusionOk="0">
                  <a:moveTo>
                    <a:pt x="1369" y="1"/>
                  </a:moveTo>
                  <a:cubicBezTo>
                    <a:pt x="1366" y="4"/>
                    <a:pt x="1366" y="8"/>
                    <a:pt x="1359" y="11"/>
                  </a:cubicBezTo>
                  <a:cubicBezTo>
                    <a:pt x="1359" y="15"/>
                    <a:pt x="1355" y="18"/>
                    <a:pt x="1352" y="22"/>
                  </a:cubicBezTo>
                  <a:cubicBezTo>
                    <a:pt x="1348" y="25"/>
                    <a:pt x="1345" y="29"/>
                    <a:pt x="1338" y="29"/>
                  </a:cubicBezTo>
                  <a:cubicBezTo>
                    <a:pt x="1334" y="32"/>
                    <a:pt x="1331" y="36"/>
                    <a:pt x="1327" y="36"/>
                  </a:cubicBezTo>
                  <a:cubicBezTo>
                    <a:pt x="1324" y="39"/>
                    <a:pt x="1320" y="39"/>
                    <a:pt x="1313" y="39"/>
                  </a:cubicBezTo>
                  <a:cubicBezTo>
                    <a:pt x="1310" y="43"/>
                    <a:pt x="1306" y="43"/>
                    <a:pt x="1303" y="46"/>
                  </a:cubicBezTo>
                  <a:lnTo>
                    <a:pt x="1247" y="46"/>
                  </a:lnTo>
                  <a:lnTo>
                    <a:pt x="1229" y="43"/>
                  </a:lnTo>
                  <a:lnTo>
                    <a:pt x="1219" y="43"/>
                  </a:lnTo>
                  <a:lnTo>
                    <a:pt x="1198" y="36"/>
                  </a:lnTo>
                  <a:lnTo>
                    <a:pt x="1194" y="36"/>
                  </a:lnTo>
                  <a:lnTo>
                    <a:pt x="1170" y="32"/>
                  </a:lnTo>
                  <a:cubicBezTo>
                    <a:pt x="1149" y="24"/>
                    <a:pt x="1112" y="15"/>
                    <a:pt x="1090" y="15"/>
                  </a:cubicBezTo>
                  <a:cubicBezTo>
                    <a:pt x="1083" y="15"/>
                    <a:pt x="1078" y="16"/>
                    <a:pt x="1075" y="18"/>
                  </a:cubicBezTo>
                  <a:cubicBezTo>
                    <a:pt x="1030" y="64"/>
                    <a:pt x="960" y="85"/>
                    <a:pt x="876" y="109"/>
                  </a:cubicBezTo>
                  <a:cubicBezTo>
                    <a:pt x="792" y="137"/>
                    <a:pt x="687" y="169"/>
                    <a:pt x="624" y="228"/>
                  </a:cubicBezTo>
                  <a:cubicBezTo>
                    <a:pt x="484" y="354"/>
                    <a:pt x="207" y="417"/>
                    <a:pt x="42" y="456"/>
                  </a:cubicBezTo>
                  <a:lnTo>
                    <a:pt x="25" y="459"/>
                  </a:lnTo>
                  <a:cubicBezTo>
                    <a:pt x="14" y="463"/>
                    <a:pt x="7" y="466"/>
                    <a:pt x="0" y="470"/>
                  </a:cubicBezTo>
                  <a:cubicBezTo>
                    <a:pt x="14" y="512"/>
                    <a:pt x="35" y="554"/>
                    <a:pt x="63" y="589"/>
                  </a:cubicBezTo>
                  <a:cubicBezTo>
                    <a:pt x="77" y="613"/>
                    <a:pt x="91" y="634"/>
                    <a:pt x="102" y="655"/>
                  </a:cubicBezTo>
                  <a:cubicBezTo>
                    <a:pt x="130" y="715"/>
                    <a:pt x="151" y="778"/>
                    <a:pt x="161" y="844"/>
                  </a:cubicBezTo>
                  <a:cubicBezTo>
                    <a:pt x="182" y="943"/>
                    <a:pt x="210" y="1058"/>
                    <a:pt x="267" y="1097"/>
                  </a:cubicBezTo>
                  <a:cubicBezTo>
                    <a:pt x="288" y="1114"/>
                    <a:pt x="326" y="1135"/>
                    <a:pt x="368" y="1163"/>
                  </a:cubicBezTo>
                  <a:cubicBezTo>
                    <a:pt x="652" y="1356"/>
                    <a:pt x="816" y="1471"/>
                    <a:pt x="855" y="1541"/>
                  </a:cubicBezTo>
                  <a:cubicBezTo>
                    <a:pt x="858" y="1545"/>
                    <a:pt x="858" y="1552"/>
                    <a:pt x="862" y="1555"/>
                  </a:cubicBezTo>
                  <a:cubicBezTo>
                    <a:pt x="862" y="1559"/>
                    <a:pt x="862" y="1562"/>
                    <a:pt x="865" y="1562"/>
                  </a:cubicBezTo>
                  <a:lnTo>
                    <a:pt x="869" y="1559"/>
                  </a:lnTo>
                  <a:lnTo>
                    <a:pt x="876" y="1559"/>
                  </a:lnTo>
                  <a:lnTo>
                    <a:pt x="900" y="1562"/>
                  </a:lnTo>
                  <a:lnTo>
                    <a:pt x="907" y="1562"/>
                  </a:lnTo>
                  <a:lnTo>
                    <a:pt x="932" y="1566"/>
                  </a:lnTo>
                  <a:lnTo>
                    <a:pt x="939" y="1566"/>
                  </a:lnTo>
                  <a:lnTo>
                    <a:pt x="963" y="1569"/>
                  </a:lnTo>
                  <a:lnTo>
                    <a:pt x="1142" y="1569"/>
                  </a:lnTo>
                  <a:lnTo>
                    <a:pt x="1152" y="1566"/>
                  </a:lnTo>
                  <a:lnTo>
                    <a:pt x="1177" y="1566"/>
                  </a:lnTo>
                  <a:lnTo>
                    <a:pt x="1187" y="1562"/>
                  </a:lnTo>
                  <a:lnTo>
                    <a:pt x="1191" y="1562"/>
                  </a:lnTo>
                  <a:lnTo>
                    <a:pt x="1198" y="1559"/>
                  </a:lnTo>
                  <a:lnTo>
                    <a:pt x="1201" y="1559"/>
                  </a:lnTo>
                  <a:cubicBezTo>
                    <a:pt x="1205" y="1555"/>
                    <a:pt x="1208" y="1555"/>
                    <a:pt x="1212" y="1552"/>
                  </a:cubicBezTo>
                  <a:cubicBezTo>
                    <a:pt x="1247" y="1478"/>
                    <a:pt x="1275" y="1401"/>
                    <a:pt x="1292" y="1321"/>
                  </a:cubicBezTo>
                  <a:lnTo>
                    <a:pt x="1303" y="1268"/>
                  </a:lnTo>
                  <a:lnTo>
                    <a:pt x="1376" y="1268"/>
                  </a:lnTo>
                  <a:cubicBezTo>
                    <a:pt x="1390" y="1268"/>
                    <a:pt x="1411" y="1268"/>
                    <a:pt x="1436" y="1272"/>
                  </a:cubicBezTo>
                  <a:cubicBezTo>
                    <a:pt x="1460" y="1275"/>
                    <a:pt x="1495" y="1279"/>
                    <a:pt x="1534" y="1282"/>
                  </a:cubicBezTo>
                  <a:lnTo>
                    <a:pt x="1551" y="1286"/>
                  </a:lnTo>
                  <a:cubicBezTo>
                    <a:pt x="1607" y="1296"/>
                    <a:pt x="1660" y="1310"/>
                    <a:pt x="1712" y="1331"/>
                  </a:cubicBezTo>
                  <a:lnTo>
                    <a:pt x="1723" y="1335"/>
                  </a:lnTo>
                  <a:cubicBezTo>
                    <a:pt x="1737" y="1338"/>
                    <a:pt x="1747" y="1342"/>
                    <a:pt x="1758" y="1349"/>
                  </a:cubicBezTo>
                  <a:lnTo>
                    <a:pt x="1765" y="1352"/>
                  </a:lnTo>
                  <a:cubicBezTo>
                    <a:pt x="1793" y="1363"/>
                    <a:pt x="1817" y="1377"/>
                    <a:pt x="1842" y="1394"/>
                  </a:cubicBezTo>
                  <a:cubicBezTo>
                    <a:pt x="1849" y="1401"/>
                    <a:pt x="1856" y="1408"/>
                    <a:pt x="1863" y="1412"/>
                  </a:cubicBezTo>
                  <a:cubicBezTo>
                    <a:pt x="1870" y="1419"/>
                    <a:pt x="1873" y="1419"/>
                    <a:pt x="1877" y="1422"/>
                  </a:cubicBezTo>
                  <a:cubicBezTo>
                    <a:pt x="1887" y="1433"/>
                    <a:pt x="1898" y="1443"/>
                    <a:pt x="1908" y="1454"/>
                  </a:cubicBezTo>
                  <a:lnTo>
                    <a:pt x="1908" y="1457"/>
                  </a:lnTo>
                  <a:cubicBezTo>
                    <a:pt x="1957" y="1500"/>
                    <a:pt x="2017" y="1524"/>
                    <a:pt x="2079" y="1524"/>
                  </a:cubicBezTo>
                  <a:cubicBezTo>
                    <a:pt x="2093" y="1524"/>
                    <a:pt x="2108" y="1523"/>
                    <a:pt x="2122" y="1520"/>
                  </a:cubicBezTo>
                  <a:cubicBezTo>
                    <a:pt x="2167" y="1517"/>
                    <a:pt x="2213" y="1506"/>
                    <a:pt x="2255" y="1492"/>
                  </a:cubicBezTo>
                  <a:lnTo>
                    <a:pt x="2318" y="1468"/>
                  </a:lnTo>
                  <a:lnTo>
                    <a:pt x="2332" y="1506"/>
                  </a:lnTo>
                  <a:lnTo>
                    <a:pt x="2339" y="1499"/>
                  </a:lnTo>
                  <a:cubicBezTo>
                    <a:pt x="2343" y="1492"/>
                    <a:pt x="2350" y="1485"/>
                    <a:pt x="2357" y="1478"/>
                  </a:cubicBezTo>
                  <a:lnTo>
                    <a:pt x="2367" y="1468"/>
                  </a:lnTo>
                  <a:cubicBezTo>
                    <a:pt x="2374" y="1461"/>
                    <a:pt x="2381" y="1457"/>
                    <a:pt x="2385" y="1454"/>
                  </a:cubicBezTo>
                  <a:lnTo>
                    <a:pt x="2399" y="1447"/>
                  </a:lnTo>
                  <a:cubicBezTo>
                    <a:pt x="2406" y="1440"/>
                    <a:pt x="2413" y="1436"/>
                    <a:pt x="2420" y="1433"/>
                  </a:cubicBezTo>
                  <a:lnTo>
                    <a:pt x="2427" y="1429"/>
                  </a:lnTo>
                  <a:cubicBezTo>
                    <a:pt x="2437" y="1426"/>
                    <a:pt x="2448" y="1422"/>
                    <a:pt x="2458" y="1422"/>
                  </a:cubicBezTo>
                  <a:lnTo>
                    <a:pt x="2479" y="1419"/>
                  </a:lnTo>
                  <a:cubicBezTo>
                    <a:pt x="2626" y="1398"/>
                    <a:pt x="2808" y="1377"/>
                    <a:pt x="2938" y="1188"/>
                  </a:cubicBezTo>
                  <a:cubicBezTo>
                    <a:pt x="2948" y="1174"/>
                    <a:pt x="2959" y="1160"/>
                    <a:pt x="2969" y="1146"/>
                  </a:cubicBezTo>
                  <a:lnTo>
                    <a:pt x="2980" y="1132"/>
                  </a:lnTo>
                  <a:cubicBezTo>
                    <a:pt x="2990" y="1121"/>
                    <a:pt x="2997" y="1114"/>
                    <a:pt x="3008" y="1104"/>
                  </a:cubicBezTo>
                  <a:lnTo>
                    <a:pt x="3022" y="1090"/>
                  </a:lnTo>
                  <a:lnTo>
                    <a:pt x="3046" y="1065"/>
                  </a:lnTo>
                  <a:lnTo>
                    <a:pt x="3060" y="1055"/>
                  </a:lnTo>
                  <a:lnTo>
                    <a:pt x="3092" y="1027"/>
                  </a:lnTo>
                  <a:lnTo>
                    <a:pt x="3102" y="1020"/>
                  </a:lnTo>
                  <a:cubicBezTo>
                    <a:pt x="3116" y="1009"/>
                    <a:pt x="3130" y="999"/>
                    <a:pt x="3144" y="988"/>
                  </a:cubicBezTo>
                  <a:lnTo>
                    <a:pt x="3155" y="981"/>
                  </a:lnTo>
                  <a:lnTo>
                    <a:pt x="3186" y="960"/>
                  </a:lnTo>
                  <a:lnTo>
                    <a:pt x="3200" y="950"/>
                  </a:lnTo>
                  <a:lnTo>
                    <a:pt x="3211" y="943"/>
                  </a:lnTo>
                  <a:cubicBezTo>
                    <a:pt x="3197" y="918"/>
                    <a:pt x="3183" y="893"/>
                    <a:pt x="3172" y="872"/>
                  </a:cubicBezTo>
                  <a:cubicBezTo>
                    <a:pt x="3155" y="834"/>
                    <a:pt x="3130" y="799"/>
                    <a:pt x="3102" y="767"/>
                  </a:cubicBezTo>
                  <a:lnTo>
                    <a:pt x="3095" y="760"/>
                  </a:lnTo>
                  <a:lnTo>
                    <a:pt x="3092" y="757"/>
                  </a:lnTo>
                  <a:cubicBezTo>
                    <a:pt x="3043" y="739"/>
                    <a:pt x="2990" y="732"/>
                    <a:pt x="2938" y="732"/>
                  </a:cubicBezTo>
                  <a:cubicBezTo>
                    <a:pt x="2826" y="722"/>
                    <a:pt x="2721" y="711"/>
                    <a:pt x="2700" y="627"/>
                  </a:cubicBezTo>
                  <a:lnTo>
                    <a:pt x="2696" y="606"/>
                  </a:lnTo>
                  <a:cubicBezTo>
                    <a:pt x="2672" y="508"/>
                    <a:pt x="2654" y="477"/>
                    <a:pt x="2619" y="477"/>
                  </a:cubicBezTo>
                  <a:cubicBezTo>
                    <a:pt x="2588" y="477"/>
                    <a:pt x="2553" y="473"/>
                    <a:pt x="2518" y="466"/>
                  </a:cubicBezTo>
                  <a:cubicBezTo>
                    <a:pt x="2483" y="462"/>
                    <a:pt x="2457" y="459"/>
                    <a:pt x="2438" y="459"/>
                  </a:cubicBezTo>
                  <a:cubicBezTo>
                    <a:pt x="2400" y="459"/>
                    <a:pt x="2386" y="469"/>
                    <a:pt x="2374" y="494"/>
                  </a:cubicBezTo>
                  <a:cubicBezTo>
                    <a:pt x="2352" y="547"/>
                    <a:pt x="2304" y="580"/>
                    <a:pt x="2249" y="580"/>
                  </a:cubicBezTo>
                  <a:cubicBezTo>
                    <a:pt x="2242" y="580"/>
                    <a:pt x="2234" y="580"/>
                    <a:pt x="2227" y="578"/>
                  </a:cubicBezTo>
                  <a:cubicBezTo>
                    <a:pt x="2118" y="568"/>
                    <a:pt x="1978" y="449"/>
                    <a:pt x="1961" y="354"/>
                  </a:cubicBezTo>
                  <a:cubicBezTo>
                    <a:pt x="1950" y="305"/>
                    <a:pt x="1905" y="242"/>
                    <a:pt x="1642" y="148"/>
                  </a:cubicBezTo>
                  <a:cubicBezTo>
                    <a:pt x="1625" y="144"/>
                    <a:pt x="1604" y="134"/>
                    <a:pt x="1586" y="127"/>
                  </a:cubicBezTo>
                  <a:lnTo>
                    <a:pt x="1576" y="123"/>
                  </a:lnTo>
                  <a:cubicBezTo>
                    <a:pt x="1558" y="113"/>
                    <a:pt x="1537" y="106"/>
                    <a:pt x="1520" y="95"/>
                  </a:cubicBezTo>
                  <a:lnTo>
                    <a:pt x="1506" y="88"/>
                  </a:lnTo>
                  <a:cubicBezTo>
                    <a:pt x="1488" y="78"/>
                    <a:pt x="1467" y="64"/>
                    <a:pt x="1446" y="53"/>
                  </a:cubicBezTo>
                  <a:lnTo>
                    <a:pt x="1443" y="50"/>
                  </a:lnTo>
                  <a:cubicBezTo>
                    <a:pt x="1422" y="36"/>
                    <a:pt x="1401" y="22"/>
                    <a:pt x="1380" y="4"/>
                  </a:cubicBezTo>
                  <a:lnTo>
                    <a:pt x="1369" y="1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79" name="Google Shape;5337;p80">
              <a:extLst>
                <a:ext uri="{FF2B5EF4-FFF2-40B4-BE49-F238E27FC236}">
                  <a16:creationId xmlns:a16="http://schemas.microsoft.com/office/drawing/2014/main" id="{397827C1-EE80-699E-0063-0D279C06F55C}"/>
                </a:ext>
              </a:extLst>
            </p:cNvPr>
            <p:cNvSpPr/>
            <p:nvPr/>
          </p:nvSpPr>
          <p:spPr>
            <a:xfrm>
              <a:off x="2183195" y="1635589"/>
              <a:ext cx="1534" cy="2390"/>
            </a:xfrm>
            <a:custGeom>
              <a:avLst/>
              <a:gdLst/>
              <a:ahLst/>
              <a:cxnLst/>
              <a:rect l="l" t="t" r="r" b="b"/>
              <a:pathLst>
                <a:path w="113" h="176" extrusionOk="0">
                  <a:moveTo>
                    <a:pt x="112" y="176"/>
                  </a:moveTo>
                  <a:lnTo>
                    <a:pt x="112" y="176"/>
                  </a:lnTo>
                  <a:cubicBezTo>
                    <a:pt x="95" y="151"/>
                    <a:pt x="84" y="126"/>
                    <a:pt x="70" y="105"/>
                  </a:cubicBezTo>
                  <a:cubicBezTo>
                    <a:pt x="53" y="67"/>
                    <a:pt x="28" y="32"/>
                    <a:pt x="0" y="0"/>
                  </a:cubicBezTo>
                  <a:cubicBezTo>
                    <a:pt x="28" y="32"/>
                    <a:pt x="53" y="67"/>
                    <a:pt x="70" y="105"/>
                  </a:cubicBezTo>
                  <a:cubicBezTo>
                    <a:pt x="84" y="126"/>
                    <a:pt x="95" y="151"/>
                    <a:pt x="112" y="176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80" name="Google Shape;5338;p80">
              <a:extLst>
                <a:ext uri="{FF2B5EF4-FFF2-40B4-BE49-F238E27FC236}">
                  <a16:creationId xmlns:a16="http://schemas.microsoft.com/office/drawing/2014/main" id="{D5F6CA53-6468-B8AC-52C8-35609FD21D15}"/>
                </a:ext>
              </a:extLst>
            </p:cNvPr>
            <p:cNvSpPr/>
            <p:nvPr/>
          </p:nvSpPr>
          <p:spPr>
            <a:xfrm>
              <a:off x="2161756" y="1626465"/>
              <a:ext cx="774" cy="394"/>
            </a:xfrm>
            <a:custGeom>
              <a:avLst/>
              <a:gdLst/>
              <a:ahLst/>
              <a:cxnLst/>
              <a:rect l="l" t="t" r="r" b="b"/>
              <a:pathLst>
                <a:path w="57" h="29" extrusionOk="0">
                  <a:moveTo>
                    <a:pt x="0" y="0"/>
                  </a:moveTo>
                  <a:cubicBezTo>
                    <a:pt x="18" y="11"/>
                    <a:pt x="35" y="18"/>
                    <a:pt x="56" y="28"/>
                  </a:cubicBezTo>
                  <a:cubicBezTo>
                    <a:pt x="35" y="18"/>
                    <a:pt x="18" y="11"/>
                    <a:pt x="0" y="0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81" name="Google Shape;5339;p80">
              <a:extLst>
                <a:ext uri="{FF2B5EF4-FFF2-40B4-BE49-F238E27FC236}">
                  <a16:creationId xmlns:a16="http://schemas.microsoft.com/office/drawing/2014/main" id="{CF4604AB-3A97-5064-4515-10FBB7AB595A}"/>
                </a:ext>
              </a:extLst>
            </p:cNvPr>
            <p:cNvSpPr/>
            <p:nvPr/>
          </p:nvSpPr>
          <p:spPr>
            <a:xfrm>
              <a:off x="2162612" y="1626885"/>
              <a:ext cx="720" cy="299"/>
            </a:xfrm>
            <a:custGeom>
              <a:avLst/>
              <a:gdLst/>
              <a:ahLst/>
              <a:cxnLst/>
              <a:rect l="l" t="t" r="r" b="b"/>
              <a:pathLst>
                <a:path w="53" h="22" extrusionOk="0">
                  <a:moveTo>
                    <a:pt x="0" y="1"/>
                  </a:moveTo>
                  <a:lnTo>
                    <a:pt x="0" y="1"/>
                  </a:lnTo>
                  <a:cubicBezTo>
                    <a:pt x="18" y="11"/>
                    <a:pt x="39" y="18"/>
                    <a:pt x="53" y="22"/>
                  </a:cubicBezTo>
                  <a:cubicBezTo>
                    <a:pt x="39" y="18"/>
                    <a:pt x="18" y="8"/>
                    <a:pt x="0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82" name="Google Shape;5340;p80">
              <a:extLst>
                <a:ext uri="{FF2B5EF4-FFF2-40B4-BE49-F238E27FC236}">
                  <a16:creationId xmlns:a16="http://schemas.microsoft.com/office/drawing/2014/main" id="{34C57D29-F3F8-4668-C20C-A7DDB46426D4}"/>
                </a:ext>
              </a:extLst>
            </p:cNvPr>
            <p:cNvSpPr/>
            <p:nvPr/>
          </p:nvSpPr>
          <p:spPr>
            <a:xfrm>
              <a:off x="2183046" y="1635439"/>
              <a:ext cx="68" cy="68"/>
            </a:xfrm>
            <a:custGeom>
              <a:avLst/>
              <a:gdLst/>
              <a:ahLst/>
              <a:cxnLst/>
              <a:rect l="l" t="t" r="r" b="b"/>
              <a:pathLst>
                <a:path w="5" h="5" extrusionOk="0">
                  <a:moveTo>
                    <a:pt x="1" y="1"/>
                  </a:moveTo>
                  <a:lnTo>
                    <a:pt x="1" y="1"/>
                  </a:lnTo>
                  <a:lnTo>
                    <a:pt x="4" y="4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83" name="Google Shape;5341;p80">
              <a:extLst>
                <a:ext uri="{FF2B5EF4-FFF2-40B4-BE49-F238E27FC236}">
                  <a16:creationId xmlns:a16="http://schemas.microsoft.com/office/drawing/2014/main" id="{D41D4100-2660-4B0A-0A17-5FE9BB5C26DA}"/>
                </a:ext>
              </a:extLst>
            </p:cNvPr>
            <p:cNvSpPr/>
            <p:nvPr/>
          </p:nvSpPr>
          <p:spPr>
            <a:xfrm>
              <a:off x="2160711" y="1625894"/>
              <a:ext cx="815" cy="489"/>
            </a:xfrm>
            <a:custGeom>
              <a:avLst/>
              <a:gdLst/>
              <a:ahLst/>
              <a:cxnLst/>
              <a:rect l="l" t="t" r="r" b="b"/>
              <a:pathLst>
                <a:path w="60" h="36" extrusionOk="0">
                  <a:moveTo>
                    <a:pt x="0" y="0"/>
                  </a:moveTo>
                  <a:cubicBezTo>
                    <a:pt x="21" y="11"/>
                    <a:pt x="42" y="25"/>
                    <a:pt x="60" y="35"/>
                  </a:cubicBezTo>
                  <a:cubicBezTo>
                    <a:pt x="42" y="25"/>
                    <a:pt x="21" y="11"/>
                    <a:pt x="0" y="0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84" name="Google Shape;5342;p80">
              <a:extLst>
                <a:ext uri="{FF2B5EF4-FFF2-40B4-BE49-F238E27FC236}">
                  <a16:creationId xmlns:a16="http://schemas.microsoft.com/office/drawing/2014/main" id="{C36E8E1B-584D-5F39-61D8-079FB83ABF78}"/>
                </a:ext>
              </a:extLst>
            </p:cNvPr>
            <p:cNvSpPr/>
            <p:nvPr/>
          </p:nvSpPr>
          <p:spPr>
            <a:xfrm>
              <a:off x="2159801" y="1625270"/>
              <a:ext cx="869" cy="584"/>
            </a:xfrm>
            <a:custGeom>
              <a:avLst/>
              <a:gdLst/>
              <a:ahLst/>
              <a:cxnLst/>
              <a:rect l="l" t="t" r="r" b="b"/>
              <a:pathLst>
                <a:path w="64" h="43" extrusionOk="0">
                  <a:moveTo>
                    <a:pt x="1" y="1"/>
                  </a:moveTo>
                  <a:cubicBezTo>
                    <a:pt x="22" y="15"/>
                    <a:pt x="43" y="29"/>
                    <a:pt x="64" y="43"/>
                  </a:cubicBezTo>
                  <a:cubicBezTo>
                    <a:pt x="43" y="29"/>
                    <a:pt x="22" y="15"/>
                    <a:pt x="1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85" name="Google Shape;5343;p80">
              <a:extLst>
                <a:ext uri="{FF2B5EF4-FFF2-40B4-BE49-F238E27FC236}">
                  <a16:creationId xmlns:a16="http://schemas.microsoft.com/office/drawing/2014/main" id="{1AA0EF58-A4F8-A774-826C-C2BEB0C0A406}"/>
                </a:ext>
              </a:extLst>
            </p:cNvPr>
            <p:cNvSpPr/>
            <p:nvPr/>
          </p:nvSpPr>
          <p:spPr>
            <a:xfrm>
              <a:off x="2166359" y="1644333"/>
              <a:ext cx="204" cy="163"/>
            </a:xfrm>
            <a:custGeom>
              <a:avLst/>
              <a:gdLst/>
              <a:ahLst/>
              <a:cxnLst/>
              <a:rect l="l" t="t" r="r" b="b"/>
              <a:pathLst>
                <a:path w="15" h="12" extrusionOk="0">
                  <a:moveTo>
                    <a:pt x="1" y="1"/>
                  </a:moveTo>
                  <a:cubicBezTo>
                    <a:pt x="8" y="4"/>
                    <a:pt x="11" y="8"/>
                    <a:pt x="15" y="11"/>
                  </a:cubicBezTo>
                  <a:cubicBezTo>
                    <a:pt x="11" y="8"/>
                    <a:pt x="8" y="4"/>
                    <a:pt x="1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86" name="Google Shape;5344;p80">
              <a:extLst>
                <a:ext uri="{FF2B5EF4-FFF2-40B4-BE49-F238E27FC236}">
                  <a16:creationId xmlns:a16="http://schemas.microsoft.com/office/drawing/2014/main" id="{C98ED5B8-963E-CF75-728C-2DD528C7D4FA}"/>
                </a:ext>
              </a:extLst>
            </p:cNvPr>
            <p:cNvSpPr/>
            <p:nvPr/>
          </p:nvSpPr>
          <p:spPr>
            <a:xfrm>
              <a:off x="2156855" y="1646478"/>
              <a:ext cx="163" cy="54"/>
            </a:xfrm>
            <a:custGeom>
              <a:avLst/>
              <a:gdLst/>
              <a:ahLst/>
              <a:cxnLst/>
              <a:rect l="l" t="t" r="r" b="b"/>
              <a:pathLst>
                <a:path w="12" h="4" extrusionOk="0">
                  <a:moveTo>
                    <a:pt x="1" y="4"/>
                  </a:moveTo>
                  <a:lnTo>
                    <a:pt x="11" y="0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87" name="Google Shape;5345;p80">
              <a:extLst>
                <a:ext uri="{FF2B5EF4-FFF2-40B4-BE49-F238E27FC236}">
                  <a16:creationId xmlns:a16="http://schemas.microsoft.com/office/drawing/2014/main" id="{BCAEDEAE-4058-4054-20F5-67342A80C93E}"/>
                </a:ext>
              </a:extLst>
            </p:cNvPr>
            <p:cNvSpPr/>
            <p:nvPr/>
          </p:nvSpPr>
          <p:spPr>
            <a:xfrm>
              <a:off x="2157045" y="1646423"/>
              <a:ext cx="163" cy="68"/>
            </a:xfrm>
            <a:custGeom>
              <a:avLst/>
              <a:gdLst/>
              <a:ahLst/>
              <a:cxnLst/>
              <a:rect l="l" t="t" r="r" b="b"/>
              <a:pathLst>
                <a:path w="12" h="5" extrusionOk="0">
                  <a:moveTo>
                    <a:pt x="1" y="4"/>
                  </a:moveTo>
                  <a:lnTo>
                    <a:pt x="11" y="1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88" name="Google Shape;5346;p80">
              <a:extLst>
                <a:ext uri="{FF2B5EF4-FFF2-40B4-BE49-F238E27FC236}">
                  <a16:creationId xmlns:a16="http://schemas.microsoft.com/office/drawing/2014/main" id="{BFE650D6-3ADB-EC8A-B01C-FFA54FF09535}"/>
                </a:ext>
              </a:extLst>
            </p:cNvPr>
            <p:cNvSpPr/>
            <p:nvPr/>
          </p:nvSpPr>
          <p:spPr>
            <a:xfrm>
              <a:off x="2156570" y="1646518"/>
              <a:ext cx="204" cy="68"/>
            </a:xfrm>
            <a:custGeom>
              <a:avLst/>
              <a:gdLst/>
              <a:ahLst/>
              <a:cxnLst/>
              <a:rect l="l" t="t" r="r" b="b"/>
              <a:pathLst>
                <a:path w="15" h="5" extrusionOk="0">
                  <a:moveTo>
                    <a:pt x="1" y="4"/>
                  </a:moveTo>
                  <a:lnTo>
                    <a:pt x="15" y="1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89" name="Google Shape;5347;p80">
              <a:extLst>
                <a:ext uri="{FF2B5EF4-FFF2-40B4-BE49-F238E27FC236}">
                  <a16:creationId xmlns:a16="http://schemas.microsoft.com/office/drawing/2014/main" id="{0065A79C-897C-9DFB-85A2-71496BB2A5D1}"/>
                </a:ext>
              </a:extLst>
            </p:cNvPr>
            <p:cNvSpPr/>
            <p:nvPr/>
          </p:nvSpPr>
          <p:spPr>
            <a:xfrm>
              <a:off x="2157384" y="1646233"/>
              <a:ext cx="149" cy="109"/>
            </a:xfrm>
            <a:custGeom>
              <a:avLst/>
              <a:gdLst/>
              <a:ahLst/>
              <a:cxnLst/>
              <a:rect l="l" t="t" r="r" b="b"/>
              <a:pathLst>
                <a:path w="11" h="8" extrusionOk="0">
                  <a:moveTo>
                    <a:pt x="0" y="8"/>
                  </a:moveTo>
                  <a:cubicBezTo>
                    <a:pt x="4" y="4"/>
                    <a:pt x="7" y="4"/>
                    <a:pt x="11" y="1"/>
                  </a:cubicBezTo>
                  <a:cubicBezTo>
                    <a:pt x="7" y="4"/>
                    <a:pt x="4" y="4"/>
                    <a:pt x="0" y="8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90" name="Google Shape;5348;p80">
              <a:extLst>
                <a:ext uri="{FF2B5EF4-FFF2-40B4-BE49-F238E27FC236}">
                  <a16:creationId xmlns:a16="http://schemas.microsoft.com/office/drawing/2014/main" id="{E570F3AB-FD66-B83F-ADA3-0CC114B6D683}"/>
                </a:ext>
              </a:extLst>
            </p:cNvPr>
            <p:cNvSpPr/>
            <p:nvPr/>
          </p:nvSpPr>
          <p:spPr>
            <a:xfrm>
              <a:off x="2165028" y="1643531"/>
              <a:ext cx="1059" cy="584"/>
            </a:xfrm>
            <a:custGeom>
              <a:avLst/>
              <a:gdLst/>
              <a:ahLst/>
              <a:cxnLst/>
              <a:rect l="l" t="t" r="r" b="b"/>
              <a:pathLst>
                <a:path w="78" h="43" extrusionOk="0">
                  <a:moveTo>
                    <a:pt x="1" y="0"/>
                  </a:moveTo>
                  <a:cubicBezTo>
                    <a:pt x="29" y="11"/>
                    <a:pt x="53" y="25"/>
                    <a:pt x="78" y="42"/>
                  </a:cubicBezTo>
                  <a:cubicBezTo>
                    <a:pt x="53" y="25"/>
                    <a:pt x="29" y="11"/>
                    <a:pt x="1" y="0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91" name="Google Shape;5349;p80">
              <a:extLst>
                <a:ext uri="{FF2B5EF4-FFF2-40B4-BE49-F238E27FC236}">
                  <a16:creationId xmlns:a16="http://schemas.microsoft.com/office/drawing/2014/main" id="{360946B4-CC6F-222C-47B7-3D79FD75FDA4}"/>
                </a:ext>
              </a:extLst>
            </p:cNvPr>
            <p:cNvSpPr/>
            <p:nvPr/>
          </p:nvSpPr>
          <p:spPr>
            <a:xfrm>
              <a:off x="2157235" y="1646383"/>
              <a:ext cx="163" cy="54"/>
            </a:xfrm>
            <a:custGeom>
              <a:avLst/>
              <a:gdLst/>
              <a:ahLst/>
              <a:cxnLst/>
              <a:rect l="l" t="t" r="r" b="b"/>
              <a:pathLst>
                <a:path w="12" h="4" extrusionOk="0">
                  <a:moveTo>
                    <a:pt x="1" y="4"/>
                  </a:moveTo>
                  <a:lnTo>
                    <a:pt x="11" y="0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92" name="Google Shape;5350;p80">
              <a:extLst>
                <a:ext uri="{FF2B5EF4-FFF2-40B4-BE49-F238E27FC236}">
                  <a16:creationId xmlns:a16="http://schemas.microsoft.com/office/drawing/2014/main" id="{5C036506-13F7-3651-C172-2D508825FC64}"/>
                </a:ext>
              </a:extLst>
            </p:cNvPr>
            <p:cNvSpPr/>
            <p:nvPr/>
          </p:nvSpPr>
          <p:spPr>
            <a:xfrm>
              <a:off x="2160561" y="1642432"/>
              <a:ext cx="1303" cy="204"/>
            </a:xfrm>
            <a:custGeom>
              <a:avLst/>
              <a:gdLst/>
              <a:ahLst/>
              <a:cxnLst/>
              <a:rect l="l" t="t" r="r" b="b"/>
              <a:pathLst>
                <a:path w="96" h="15" extrusionOk="0">
                  <a:moveTo>
                    <a:pt x="1" y="1"/>
                  </a:moveTo>
                  <a:cubicBezTo>
                    <a:pt x="25" y="4"/>
                    <a:pt x="60" y="8"/>
                    <a:pt x="95" y="15"/>
                  </a:cubicBezTo>
                  <a:cubicBezTo>
                    <a:pt x="60" y="8"/>
                    <a:pt x="29" y="4"/>
                    <a:pt x="1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93" name="Google Shape;5351;p80">
              <a:extLst>
                <a:ext uri="{FF2B5EF4-FFF2-40B4-BE49-F238E27FC236}">
                  <a16:creationId xmlns:a16="http://schemas.microsoft.com/office/drawing/2014/main" id="{260A061A-D13D-0818-920C-42F2631F565B}"/>
                </a:ext>
              </a:extLst>
            </p:cNvPr>
            <p:cNvSpPr/>
            <p:nvPr/>
          </p:nvSpPr>
          <p:spPr>
            <a:xfrm>
              <a:off x="2164458" y="1643287"/>
              <a:ext cx="489" cy="204"/>
            </a:xfrm>
            <a:custGeom>
              <a:avLst/>
              <a:gdLst/>
              <a:ahLst/>
              <a:cxnLst/>
              <a:rect l="l" t="t" r="r" b="b"/>
              <a:pathLst>
                <a:path w="36" h="15" extrusionOk="0">
                  <a:moveTo>
                    <a:pt x="1" y="1"/>
                  </a:moveTo>
                  <a:cubicBezTo>
                    <a:pt x="15" y="4"/>
                    <a:pt x="25" y="8"/>
                    <a:pt x="36" y="15"/>
                  </a:cubicBezTo>
                  <a:cubicBezTo>
                    <a:pt x="25" y="8"/>
                    <a:pt x="15" y="4"/>
                    <a:pt x="1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94" name="Google Shape;5352;p80">
              <a:extLst>
                <a:ext uri="{FF2B5EF4-FFF2-40B4-BE49-F238E27FC236}">
                  <a16:creationId xmlns:a16="http://schemas.microsoft.com/office/drawing/2014/main" id="{A846940A-5307-9EC7-E339-A7F839A4B93A}"/>
                </a:ext>
              </a:extLst>
            </p:cNvPr>
            <p:cNvSpPr/>
            <p:nvPr/>
          </p:nvSpPr>
          <p:spPr>
            <a:xfrm>
              <a:off x="2162136" y="1642676"/>
              <a:ext cx="2200" cy="584"/>
            </a:xfrm>
            <a:custGeom>
              <a:avLst/>
              <a:gdLst/>
              <a:ahLst/>
              <a:cxnLst/>
              <a:rect l="l" t="t" r="r" b="b"/>
              <a:pathLst>
                <a:path w="162" h="43" extrusionOk="0">
                  <a:moveTo>
                    <a:pt x="0" y="0"/>
                  </a:moveTo>
                  <a:cubicBezTo>
                    <a:pt x="56" y="7"/>
                    <a:pt x="109" y="21"/>
                    <a:pt x="161" y="42"/>
                  </a:cubicBezTo>
                  <a:cubicBezTo>
                    <a:pt x="109" y="21"/>
                    <a:pt x="56" y="7"/>
                    <a:pt x="0" y="0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95" name="Google Shape;5353;p80">
              <a:extLst>
                <a:ext uri="{FF2B5EF4-FFF2-40B4-BE49-F238E27FC236}">
                  <a16:creationId xmlns:a16="http://schemas.microsoft.com/office/drawing/2014/main" id="{69D251BB-F854-CB10-6639-28EFE347E1E7}"/>
                </a:ext>
              </a:extLst>
            </p:cNvPr>
            <p:cNvSpPr/>
            <p:nvPr/>
          </p:nvSpPr>
          <p:spPr>
            <a:xfrm>
              <a:off x="2156244" y="1646614"/>
              <a:ext cx="244" cy="14"/>
            </a:xfrm>
            <a:custGeom>
              <a:avLst/>
              <a:gdLst/>
              <a:ahLst/>
              <a:cxnLst/>
              <a:rect l="l" t="t" r="r" b="b"/>
              <a:pathLst>
                <a:path w="18" h="1" extrusionOk="0">
                  <a:moveTo>
                    <a:pt x="0" y="1"/>
                  </a:moveTo>
                  <a:lnTo>
                    <a:pt x="18" y="1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96" name="Google Shape;5354;p80">
              <a:extLst>
                <a:ext uri="{FF2B5EF4-FFF2-40B4-BE49-F238E27FC236}">
                  <a16:creationId xmlns:a16="http://schemas.microsoft.com/office/drawing/2014/main" id="{260E49EE-F92E-EB10-72CB-4401577FE0B5}"/>
                </a:ext>
              </a:extLst>
            </p:cNvPr>
            <p:cNvSpPr/>
            <p:nvPr/>
          </p:nvSpPr>
          <p:spPr>
            <a:xfrm>
              <a:off x="2154628" y="1646614"/>
              <a:ext cx="1195" cy="54"/>
            </a:xfrm>
            <a:custGeom>
              <a:avLst/>
              <a:gdLst/>
              <a:ahLst/>
              <a:cxnLst/>
              <a:rect l="l" t="t" r="r" b="b"/>
              <a:pathLst>
                <a:path w="88" h="4" extrusionOk="0">
                  <a:moveTo>
                    <a:pt x="0" y="1"/>
                  </a:moveTo>
                  <a:cubicBezTo>
                    <a:pt x="16" y="2"/>
                    <a:pt x="32" y="3"/>
                    <a:pt x="47" y="3"/>
                  </a:cubicBezTo>
                  <a:cubicBezTo>
                    <a:pt x="61" y="3"/>
                    <a:pt x="75" y="2"/>
                    <a:pt x="88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97" name="Google Shape;5355;p80">
              <a:extLst>
                <a:ext uri="{FF2B5EF4-FFF2-40B4-BE49-F238E27FC236}">
                  <a16:creationId xmlns:a16="http://schemas.microsoft.com/office/drawing/2014/main" id="{67188B6C-AD19-16C8-229D-3F57D6E90505}"/>
                </a:ext>
              </a:extLst>
            </p:cNvPr>
            <p:cNvSpPr/>
            <p:nvPr/>
          </p:nvSpPr>
          <p:spPr>
            <a:xfrm>
              <a:off x="2166984" y="1644903"/>
              <a:ext cx="2906" cy="1113"/>
            </a:xfrm>
            <a:custGeom>
              <a:avLst/>
              <a:gdLst/>
              <a:ahLst/>
              <a:cxnLst/>
              <a:rect l="l" t="t" r="r" b="b"/>
              <a:pathLst>
                <a:path w="214" h="82" extrusionOk="0">
                  <a:moveTo>
                    <a:pt x="214" y="67"/>
                  </a:moveTo>
                  <a:cubicBezTo>
                    <a:pt x="137" y="81"/>
                    <a:pt x="60" y="57"/>
                    <a:pt x="4" y="1"/>
                  </a:cubicBezTo>
                  <a:lnTo>
                    <a:pt x="0" y="1"/>
                  </a:lnTo>
                  <a:lnTo>
                    <a:pt x="4" y="1"/>
                  </a:lnTo>
                  <a:cubicBezTo>
                    <a:pt x="60" y="57"/>
                    <a:pt x="137" y="81"/>
                    <a:pt x="214" y="67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98" name="Google Shape;5356;p80">
              <a:extLst>
                <a:ext uri="{FF2B5EF4-FFF2-40B4-BE49-F238E27FC236}">
                  <a16:creationId xmlns:a16="http://schemas.microsoft.com/office/drawing/2014/main" id="{3CE81F9F-C3C1-1600-5DCF-8921DAC06346}"/>
                </a:ext>
              </a:extLst>
            </p:cNvPr>
            <p:cNvSpPr/>
            <p:nvPr/>
          </p:nvSpPr>
          <p:spPr>
            <a:xfrm>
              <a:off x="2154248" y="1646614"/>
              <a:ext cx="394" cy="14"/>
            </a:xfrm>
            <a:custGeom>
              <a:avLst/>
              <a:gdLst/>
              <a:ahLst/>
              <a:cxnLst/>
              <a:rect l="l" t="t" r="r" b="b"/>
              <a:pathLst>
                <a:path w="29" h="1" extrusionOk="0">
                  <a:moveTo>
                    <a:pt x="0" y="1"/>
                  </a:moveTo>
                  <a:lnTo>
                    <a:pt x="28" y="1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99" name="Google Shape;5357;p80">
              <a:extLst>
                <a:ext uri="{FF2B5EF4-FFF2-40B4-BE49-F238E27FC236}">
                  <a16:creationId xmlns:a16="http://schemas.microsoft.com/office/drawing/2014/main" id="{95FD4C4D-10DA-AD52-7334-5CC87F6208F1}"/>
                </a:ext>
              </a:extLst>
            </p:cNvPr>
            <p:cNvSpPr/>
            <p:nvPr/>
          </p:nvSpPr>
          <p:spPr>
            <a:xfrm>
              <a:off x="2153813" y="1646573"/>
              <a:ext cx="353" cy="54"/>
            </a:xfrm>
            <a:custGeom>
              <a:avLst/>
              <a:gdLst/>
              <a:ahLst/>
              <a:cxnLst/>
              <a:rect l="l" t="t" r="r" b="b"/>
              <a:pathLst>
                <a:path w="26" h="4" extrusionOk="0">
                  <a:moveTo>
                    <a:pt x="1" y="0"/>
                  </a:moveTo>
                  <a:lnTo>
                    <a:pt x="25" y="4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00" name="Google Shape;5358;p80">
              <a:extLst>
                <a:ext uri="{FF2B5EF4-FFF2-40B4-BE49-F238E27FC236}">
                  <a16:creationId xmlns:a16="http://schemas.microsoft.com/office/drawing/2014/main" id="{D1C1935D-7BE9-D247-B25C-6B943192D4FB}"/>
                </a:ext>
              </a:extLst>
            </p:cNvPr>
            <p:cNvSpPr/>
            <p:nvPr/>
          </p:nvSpPr>
          <p:spPr>
            <a:xfrm>
              <a:off x="2153433" y="1646518"/>
              <a:ext cx="299" cy="68"/>
            </a:xfrm>
            <a:custGeom>
              <a:avLst/>
              <a:gdLst/>
              <a:ahLst/>
              <a:cxnLst/>
              <a:rect l="l" t="t" r="r" b="b"/>
              <a:pathLst>
                <a:path w="22" h="5" extrusionOk="0">
                  <a:moveTo>
                    <a:pt x="1" y="1"/>
                  </a:moveTo>
                  <a:lnTo>
                    <a:pt x="22" y="4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01" name="Google Shape;5359;p80">
              <a:extLst>
                <a:ext uri="{FF2B5EF4-FFF2-40B4-BE49-F238E27FC236}">
                  <a16:creationId xmlns:a16="http://schemas.microsoft.com/office/drawing/2014/main" id="{43D044E4-2A18-DEE3-CD57-7E72F14A4425}"/>
                </a:ext>
              </a:extLst>
            </p:cNvPr>
            <p:cNvSpPr/>
            <p:nvPr/>
          </p:nvSpPr>
          <p:spPr>
            <a:xfrm>
              <a:off x="2171641" y="1645052"/>
              <a:ext cx="1100" cy="530"/>
            </a:xfrm>
            <a:custGeom>
              <a:avLst/>
              <a:gdLst/>
              <a:ahLst/>
              <a:cxnLst/>
              <a:rect l="l" t="t" r="r" b="b"/>
              <a:pathLst>
                <a:path w="81" h="39" extrusionOk="0">
                  <a:moveTo>
                    <a:pt x="81" y="39"/>
                  </a:moveTo>
                  <a:lnTo>
                    <a:pt x="81" y="39"/>
                  </a:lnTo>
                  <a:lnTo>
                    <a:pt x="67" y="0"/>
                  </a:lnTo>
                  <a:lnTo>
                    <a:pt x="0" y="25"/>
                  </a:lnTo>
                  <a:lnTo>
                    <a:pt x="67" y="0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02" name="Google Shape;5360;p80">
              <a:extLst>
                <a:ext uri="{FF2B5EF4-FFF2-40B4-BE49-F238E27FC236}">
                  <a16:creationId xmlns:a16="http://schemas.microsoft.com/office/drawing/2014/main" id="{D71ACFD4-F255-1A37-F1CA-828B7A18B271}"/>
                </a:ext>
              </a:extLst>
            </p:cNvPr>
            <p:cNvSpPr/>
            <p:nvPr/>
          </p:nvSpPr>
          <p:spPr>
            <a:xfrm>
              <a:off x="2152958" y="1646478"/>
              <a:ext cx="353" cy="54"/>
            </a:xfrm>
            <a:custGeom>
              <a:avLst/>
              <a:gdLst/>
              <a:ahLst/>
              <a:cxnLst/>
              <a:rect l="l" t="t" r="r" b="b"/>
              <a:pathLst>
                <a:path w="26" h="4" extrusionOk="0">
                  <a:moveTo>
                    <a:pt x="1" y="0"/>
                  </a:moveTo>
                  <a:lnTo>
                    <a:pt x="25" y="4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03" name="Google Shape;5361;p80">
              <a:extLst>
                <a:ext uri="{FF2B5EF4-FFF2-40B4-BE49-F238E27FC236}">
                  <a16:creationId xmlns:a16="http://schemas.microsoft.com/office/drawing/2014/main" id="{9B358CC1-ED72-DD5C-7BE7-7DFFD09F92FB}"/>
                </a:ext>
              </a:extLst>
            </p:cNvPr>
            <p:cNvSpPr/>
            <p:nvPr/>
          </p:nvSpPr>
          <p:spPr>
            <a:xfrm>
              <a:off x="2155864" y="1646614"/>
              <a:ext cx="299" cy="14"/>
            </a:xfrm>
            <a:custGeom>
              <a:avLst/>
              <a:gdLst/>
              <a:ahLst/>
              <a:cxnLst/>
              <a:rect l="l" t="t" r="r" b="b"/>
              <a:pathLst>
                <a:path w="22" h="1" extrusionOk="0">
                  <a:moveTo>
                    <a:pt x="0" y="1"/>
                  </a:moveTo>
                  <a:lnTo>
                    <a:pt x="21" y="1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04" name="Google Shape;5362;p80">
              <a:extLst>
                <a:ext uri="{FF2B5EF4-FFF2-40B4-BE49-F238E27FC236}">
                  <a16:creationId xmlns:a16="http://schemas.microsoft.com/office/drawing/2014/main" id="{81628E4B-967A-192C-B39C-BC56E91A0554}"/>
                </a:ext>
              </a:extLst>
            </p:cNvPr>
            <p:cNvSpPr/>
            <p:nvPr/>
          </p:nvSpPr>
          <p:spPr>
            <a:xfrm>
              <a:off x="2152768" y="1646423"/>
              <a:ext cx="109" cy="14"/>
            </a:xfrm>
            <a:custGeom>
              <a:avLst/>
              <a:gdLst/>
              <a:ahLst/>
              <a:cxnLst/>
              <a:rect l="l" t="t" r="r" b="b"/>
              <a:pathLst>
                <a:path w="8" h="1" extrusionOk="0">
                  <a:moveTo>
                    <a:pt x="1" y="1"/>
                  </a:moveTo>
                  <a:lnTo>
                    <a:pt x="1" y="1"/>
                  </a:lnTo>
                  <a:lnTo>
                    <a:pt x="8" y="1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05" name="Google Shape;5363;p80">
              <a:extLst>
                <a:ext uri="{FF2B5EF4-FFF2-40B4-BE49-F238E27FC236}">
                  <a16:creationId xmlns:a16="http://schemas.microsoft.com/office/drawing/2014/main" id="{D6A9720B-2BA9-5D88-1368-543DC76FEB98}"/>
                </a:ext>
              </a:extLst>
            </p:cNvPr>
            <p:cNvSpPr/>
            <p:nvPr/>
          </p:nvSpPr>
          <p:spPr>
            <a:xfrm>
              <a:off x="2173637" y="1639417"/>
              <a:ext cx="38709" cy="14569"/>
            </a:xfrm>
            <a:custGeom>
              <a:avLst/>
              <a:gdLst/>
              <a:ahLst/>
              <a:cxnLst/>
              <a:rect l="l" t="t" r="r" b="b"/>
              <a:pathLst>
                <a:path w="2851" h="1073" extrusionOk="0">
                  <a:moveTo>
                    <a:pt x="1262" y="0"/>
                  </a:moveTo>
                  <a:cubicBezTo>
                    <a:pt x="1246" y="0"/>
                    <a:pt x="1220" y="12"/>
                    <a:pt x="1194" y="27"/>
                  </a:cubicBezTo>
                  <a:cubicBezTo>
                    <a:pt x="1154" y="44"/>
                    <a:pt x="1104" y="68"/>
                    <a:pt x="1047" y="68"/>
                  </a:cubicBezTo>
                  <a:cubicBezTo>
                    <a:pt x="1015" y="68"/>
                    <a:pt x="981" y="61"/>
                    <a:pt x="946" y="41"/>
                  </a:cubicBezTo>
                  <a:cubicBezTo>
                    <a:pt x="935" y="34"/>
                    <a:pt x="928" y="27"/>
                    <a:pt x="918" y="23"/>
                  </a:cubicBezTo>
                  <a:cubicBezTo>
                    <a:pt x="911" y="16"/>
                    <a:pt x="900" y="9"/>
                    <a:pt x="893" y="2"/>
                  </a:cubicBezTo>
                  <a:lnTo>
                    <a:pt x="876" y="9"/>
                  </a:lnTo>
                  <a:lnTo>
                    <a:pt x="865" y="16"/>
                  </a:lnTo>
                  <a:lnTo>
                    <a:pt x="830" y="41"/>
                  </a:lnTo>
                  <a:lnTo>
                    <a:pt x="816" y="48"/>
                  </a:lnTo>
                  <a:lnTo>
                    <a:pt x="792" y="69"/>
                  </a:lnTo>
                  <a:lnTo>
                    <a:pt x="778" y="79"/>
                  </a:lnTo>
                  <a:lnTo>
                    <a:pt x="753" y="97"/>
                  </a:lnTo>
                  <a:lnTo>
                    <a:pt x="743" y="111"/>
                  </a:lnTo>
                  <a:lnTo>
                    <a:pt x="718" y="128"/>
                  </a:lnTo>
                  <a:lnTo>
                    <a:pt x="708" y="142"/>
                  </a:lnTo>
                  <a:cubicBezTo>
                    <a:pt x="701" y="149"/>
                    <a:pt x="694" y="156"/>
                    <a:pt x="687" y="163"/>
                  </a:cubicBezTo>
                  <a:lnTo>
                    <a:pt x="676" y="177"/>
                  </a:lnTo>
                  <a:cubicBezTo>
                    <a:pt x="666" y="188"/>
                    <a:pt x="655" y="202"/>
                    <a:pt x="648" y="212"/>
                  </a:cubicBezTo>
                  <a:cubicBezTo>
                    <a:pt x="484" y="443"/>
                    <a:pt x="253" y="475"/>
                    <a:pt x="99" y="499"/>
                  </a:cubicBezTo>
                  <a:lnTo>
                    <a:pt x="78" y="499"/>
                  </a:lnTo>
                  <a:lnTo>
                    <a:pt x="74" y="503"/>
                  </a:lnTo>
                  <a:lnTo>
                    <a:pt x="67" y="506"/>
                  </a:lnTo>
                  <a:lnTo>
                    <a:pt x="57" y="517"/>
                  </a:lnTo>
                  <a:cubicBezTo>
                    <a:pt x="53" y="520"/>
                    <a:pt x="50" y="524"/>
                    <a:pt x="46" y="527"/>
                  </a:cubicBezTo>
                  <a:cubicBezTo>
                    <a:pt x="43" y="534"/>
                    <a:pt x="36" y="538"/>
                    <a:pt x="32" y="545"/>
                  </a:cubicBezTo>
                  <a:lnTo>
                    <a:pt x="32" y="548"/>
                  </a:lnTo>
                  <a:cubicBezTo>
                    <a:pt x="29" y="555"/>
                    <a:pt x="22" y="562"/>
                    <a:pt x="18" y="573"/>
                  </a:cubicBezTo>
                  <a:cubicBezTo>
                    <a:pt x="11" y="583"/>
                    <a:pt x="4" y="594"/>
                    <a:pt x="1" y="604"/>
                  </a:cubicBezTo>
                  <a:cubicBezTo>
                    <a:pt x="39" y="713"/>
                    <a:pt x="92" y="814"/>
                    <a:pt x="158" y="912"/>
                  </a:cubicBezTo>
                  <a:cubicBezTo>
                    <a:pt x="169" y="930"/>
                    <a:pt x="186" y="951"/>
                    <a:pt x="200" y="968"/>
                  </a:cubicBezTo>
                  <a:cubicBezTo>
                    <a:pt x="207" y="975"/>
                    <a:pt x="214" y="982"/>
                    <a:pt x="221" y="986"/>
                  </a:cubicBezTo>
                  <a:cubicBezTo>
                    <a:pt x="267" y="1028"/>
                    <a:pt x="375" y="1059"/>
                    <a:pt x="498" y="1070"/>
                  </a:cubicBezTo>
                  <a:cubicBezTo>
                    <a:pt x="526" y="1072"/>
                    <a:pt x="555" y="1072"/>
                    <a:pt x="583" y="1072"/>
                  </a:cubicBezTo>
                  <a:cubicBezTo>
                    <a:pt x="612" y="1072"/>
                    <a:pt x="641" y="1072"/>
                    <a:pt x="669" y="1070"/>
                  </a:cubicBezTo>
                  <a:cubicBezTo>
                    <a:pt x="785" y="1059"/>
                    <a:pt x="837" y="1038"/>
                    <a:pt x="851" y="1024"/>
                  </a:cubicBezTo>
                  <a:cubicBezTo>
                    <a:pt x="869" y="811"/>
                    <a:pt x="1488" y="790"/>
                    <a:pt x="1495" y="790"/>
                  </a:cubicBezTo>
                  <a:cubicBezTo>
                    <a:pt x="1537" y="786"/>
                    <a:pt x="1677" y="674"/>
                    <a:pt x="1754" y="615"/>
                  </a:cubicBezTo>
                  <a:cubicBezTo>
                    <a:pt x="1888" y="508"/>
                    <a:pt x="1949" y="464"/>
                    <a:pt x="1996" y="464"/>
                  </a:cubicBezTo>
                  <a:cubicBezTo>
                    <a:pt x="2005" y="464"/>
                    <a:pt x="2013" y="465"/>
                    <a:pt x="2021" y="468"/>
                  </a:cubicBezTo>
                  <a:cubicBezTo>
                    <a:pt x="2031" y="471"/>
                    <a:pt x="2066" y="478"/>
                    <a:pt x="2094" y="485"/>
                  </a:cubicBezTo>
                  <a:cubicBezTo>
                    <a:pt x="2283" y="527"/>
                    <a:pt x="2476" y="573"/>
                    <a:pt x="2553" y="646"/>
                  </a:cubicBezTo>
                  <a:lnTo>
                    <a:pt x="2556" y="650"/>
                  </a:lnTo>
                  <a:lnTo>
                    <a:pt x="2563" y="657"/>
                  </a:lnTo>
                  <a:lnTo>
                    <a:pt x="2574" y="660"/>
                  </a:lnTo>
                  <a:lnTo>
                    <a:pt x="2577" y="660"/>
                  </a:lnTo>
                  <a:lnTo>
                    <a:pt x="2591" y="667"/>
                  </a:lnTo>
                  <a:lnTo>
                    <a:pt x="2609" y="674"/>
                  </a:lnTo>
                  <a:lnTo>
                    <a:pt x="2616" y="678"/>
                  </a:lnTo>
                  <a:lnTo>
                    <a:pt x="2637" y="685"/>
                  </a:lnTo>
                  <a:lnTo>
                    <a:pt x="2644" y="688"/>
                  </a:lnTo>
                  <a:lnTo>
                    <a:pt x="2675" y="699"/>
                  </a:lnTo>
                  <a:lnTo>
                    <a:pt x="2679" y="699"/>
                  </a:lnTo>
                  <a:lnTo>
                    <a:pt x="2679" y="695"/>
                  </a:lnTo>
                  <a:cubicBezTo>
                    <a:pt x="2675" y="685"/>
                    <a:pt x="2672" y="674"/>
                    <a:pt x="2668" y="664"/>
                  </a:cubicBezTo>
                  <a:lnTo>
                    <a:pt x="2668" y="653"/>
                  </a:lnTo>
                  <a:cubicBezTo>
                    <a:pt x="2665" y="643"/>
                    <a:pt x="2665" y="632"/>
                    <a:pt x="2665" y="618"/>
                  </a:cubicBezTo>
                  <a:cubicBezTo>
                    <a:pt x="2665" y="611"/>
                    <a:pt x="2665" y="604"/>
                    <a:pt x="2665" y="597"/>
                  </a:cubicBezTo>
                  <a:lnTo>
                    <a:pt x="2665" y="590"/>
                  </a:lnTo>
                  <a:cubicBezTo>
                    <a:pt x="2665" y="587"/>
                    <a:pt x="2668" y="580"/>
                    <a:pt x="2668" y="573"/>
                  </a:cubicBezTo>
                  <a:lnTo>
                    <a:pt x="2668" y="562"/>
                  </a:lnTo>
                  <a:cubicBezTo>
                    <a:pt x="2672" y="555"/>
                    <a:pt x="2675" y="548"/>
                    <a:pt x="2679" y="538"/>
                  </a:cubicBezTo>
                  <a:cubicBezTo>
                    <a:pt x="2682" y="531"/>
                    <a:pt x="2686" y="520"/>
                    <a:pt x="2689" y="510"/>
                  </a:cubicBezTo>
                  <a:lnTo>
                    <a:pt x="2693" y="503"/>
                  </a:lnTo>
                  <a:lnTo>
                    <a:pt x="2703" y="478"/>
                  </a:lnTo>
                  <a:lnTo>
                    <a:pt x="2707" y="471"/>
                  </a:lnTo>
                  <a:lnTo>
                    <a:pt x="2724" y="443"/>
                  </a:lnTo>
                  <a:lnTo>
                    <a:pt x="2724" y="440"/>
                  </a:lnTo>
                  <a:lnTo>
                    <a:pt x="2742" y="412"/>
                  </a:lnTo>
                  <a:lnTo>
                    <a:pt x="2745" y="401"/>
                  </a:lnTo>
                  <a:lnTo>
                    <a:pt x="2759" y="380"/>
                  </a:lnTo>
                  <a:lnTo>
                    <a:pt x="2766" y="370"/>
                  </a:lnTo>
                  <a:lnTo>
                    <a:pt x="2784" y="345"/>
                  </a:lnTo>
                  <a:lnTo>
                    <a:pt x="2784" y="342"/>
                  </a:lnTo>
                  <a:lnTo>
                    <a:pt x="2805" y="314"/>
                  </a:lnTo>
                  <a:lnTo>
                    <a:pt x="2808" y="303"/>
                  </a:lnTo>
                  <a:lnTo>
                    <a:pt x="2826" y="286"/>
                  </a:lnTo>
                  <a:lnTo>
                    <a:pt x="2829" y="275"/>
                  </a:lnTo>
                  <a:lnTo>
                    <a:pt x="2847" y="258"/>
                  </a:lnTo>
                  <a:lnTo>
                    <a:pt x="2850" y="251"/>
                  </a:lnTo>
                  <a:lnTo>
                    <a:pt x="2833" y="247"/>
                  </a:lnTo>
                  <a:lnTo>
                    <a:pt x="2826" y="247"/>
                  </a:lnTo>
                  <a:lnTo>
                    <a:pt x="2798" y="244"/>
                  </a:lnTo>
                  <a:lnTo>
                    <a:pt x="2791" y="244"/>
                  </a:lnTo>
                  <a:lnTo>
                    <a:pt x="2735" y="230"/>
                  </a:lnTo>
                  <a:lnTo>
                    <a:pt x="2728" y="230"/>
                  </a:lnTo>
                  <a:lnTo>
                    <a:pt x="2714" y="226"/>
                  </a:lnTo>
                  <a:lnTo>
                    <a:pt x="2707" y="226"/>
                  </a:lnTo>
                  <a:lnTo>
                    <a:pt x="2693" y="223"/>
                  </a:lnTo>
                  <a:lnTo>
                    <a:pt x="2686" y="219"/>
                  </a:lnTo>
                  <a:lnTo>
                    <a:pt x="2675" y="216"/>
                  </a:lnTo>
                  <a:lnTo>
                    <a:pt x="2672" y="216"/>
                  </a:lnTo>
                  <a:lnTo>
                    <a:pt x="2661" y="212"/>
                  </a:lnTo>
                  <a:lnTo>
                    <a:pt x="2658" y="212"/>
                  </a:lnTo>
                  <a:lnTo>
                    <a:pt x="2647" y="205"/>
                  </a:lnTo>
                  <a:lnTo>
                    <a:pt x="2640" y="205"/>
                  </a:lnTo>
                  <a:lnTo>
                    <a:pt x="2637" y="202"/>
                  </a:lnTo>
                  <a:lnTo>
                    <a:pt x="2623" y="202"/>
                  </a:lnTo>
                  <a:lnTo>
                    <a:pt x="2619" y="198"/>
                  </a:lnTo>
                  <a:lnTo>
                    <a:pt x="2616" y="198"/>
                  </a:lnTo>
                  <a:lnTo>
                    <a:pt x="2612" y="195"/>
                  </a:lnTo>
                  <a:lnTo>
                    <a:pt x="2609" y="191"/>
                  </a:lnTo>
                  <a:cubicBezTo>
                    <a:pt x="2577" y="160"/>
                    <a:pt x="2407" y="101"/>
                    <a:pt x="2249" y="101"/>
                  </a:cubicBezTo>
                  <a:cubicBezTo>
                    <a:pt x="2230" y="101"/>
                    <a:pt x="2211" y="102"/>
                    <a:pt x="2192" y="104"/>
                  </a:cubicBezTo>
                  <a:lnTo>
                    <a:pt x="2182" y="104"/>
                  </a:lnTo>
                  <a:cubicBezTo>
                    <a:pt x="2172" y="104"/>
                    <a:pt x="2163" y="104"/>
                    <a:pt x="2154" y="104"/>
                  </a:cubicBezTo>
                  <a:cubicBezTo>
                    <a:pt x="2089" y="104"/>
                    <a:pt x="2022" y="93"/>
                    <a:pt x="1961" y="72"/>
                  </a:cubicBezTo>
                  <a:cubicBezTo>
                    <a:pt x="1921" y="61"/>
                    <a:pt x="1887" y="51"/>
                    <a:pt x="1854" y="51"/>
                  </a:cubicBezTo>
                  <a:cubicBezTo>
                    <a:pt x="1835" y="51"/>
                    <a:pt x="1816" y="54"/>
                    <a:pt x="1796" y="62"/>
                  </a:cubicBezTo>
                  <a:cubicBezTo>
                    <a:pt x="1746" y="81"/>
                    <a:pt x="1686" y="89"/>
                    <a:pt x="1626" y="89"/>
                  </a:cubicBezTo>
                  <a:cubicBezTo>
                    <a:pt x="1489" y="89"/>
                    <a:pt x="1344" y="48"/>
                    <a:pt x="1271" y="2"/>
                  </a:cubicBezTo>
                  <a:cubicBezTo>
                    <a:pt x="1269" y="1"/>
                    <a:pt x="1266" y="0"/>
                    <a:pt x="1262" y="0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06" name="Google Shape;5364;p80">
              <a:extLst>
                <a:ext uri="{FF2B5EF4-FFF2-40B4-BE49-F238E27FC236}">
                  <a16:creationId xmlns:a16="http://schemas.microsoft.com/office/drawing/2014/main" id="{21B601DA-767B-1C54-B0D8-9F272DDBC9B9}"/>
                </a:ext>
              </a:extLst>
            </p:cNvPr>
            <p:cNvSpPr/>
            <p:nvPr/>
          </p:nvSpPr>
          <p:spPr>
            <a:xfrm>
              <a:off x="2211667" y="1642866"/>
              <a:ext cx="54" cy="14"/>
            </a:xfrm>
            <a:custGeom>
              <a:avLst/>
              <a:gdLst/>
              <a:ahLst/>
              <a:cxnLst/>
              <a:rect l="l" t="t" r="r" b="b"/>
              <a:pathLst>
                <a:path w="4" h="1" extrusionOk="0">
                  <a:moveTo>
                    <a:pt x="0" y="0"/>
                  </a:moveTo>
                  <a:lnTo>
                    <a:pt x="4" y="0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07" name="Google Shape;5365;p80">
              <a:extLst>
                <a:ext uri="{FF2B5EF4-FFF2-40B4-BE49-F238E27FC236}">
                  <a16:creationId xmlns:a16="http://schemas.microsoft.com/office/drawing/2014/main" id="{0ABAB5E4-5D75-68D9-2501-E12FCE855E24}"/>
                </a:ext>
              </a:extLst>
            </p:cNvPr>
            <p:cNvSpPr/>
            <p:nvPr/>
          </p:nvSpPr>
          <p:spPr>
            <a:xfrm>
              <a:off x="2209332" y="1642147"/>
              <a:ext cx="68" cy="14"/>
            </a:xfrm>
            <a:custGeom>
              <a:avLst/>
              <a:gdLst/>
              <a:ahLst/>
              <a:cxnLst/>
              <a:rect l="l" t="t" r="r" b="b"/>
              <a:pathLst>
                <a:path w="5" h="1" extrusionOk="0">
                  <a:moveTo>
                    <a:pt x="1" y="1"/>
                  </a:moveTo>
                  <a:lnTo>
                    <a:pt x="4" y="1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08" name="Google Shape;5366;p80">
              <a:extLst>
                <a:ext uri="{FF2B5EF4-FFF2-40B4-BE49-F238E27FC236}">
                  <a16:creationId xmlns:a16="http://schemas.microsoft.com/office/drawing/2014/main" id="{8E12EB15-3BAD-9E9D-65E3-286806F6072C}"/>
                </a:ext>
              </a:extLst>
            </p:cNvPr>
            <p:cNvSpPr/>
            <p:nvPr/>
          </p:nvSpPr>
          <p:spPr>
            <a:xfrm>
              <a:off x="2200343" y="1640341"/>
              <a:ext cx="3014" cy="489"/>
            </a:xfrm>
            <a:custGeom>
              <a:avLst/>
              <a:gdLst/>
              <a:ahLst/>
              <a:cxnLst/>
              <a:rect l="l" t="t" r="r" b="b"/>
              <a:pathLst>
                <a:path w="222" h="36" extrusionOk="0">
                  <a:moveTo>
                    <a:pt x="222" y="32"/>
                  </a:moveTo>
                  <a:cubicBezTo>
                    <a:pt x="145" y="36"/>
                    <a:pt x="71" y="25"/>
                    <a:pt x="1" y="1"/>
                  </a:cubicBezTo>
                  <a:cubicBezTo>
                    <a:pt x="71" y="25"/>
                    <a:pt x="145" y="36"/>
                    <a:pt x="222" y="32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09" name="Google Shape;5367;p80">
              <a:extLst>
                <a:ext uri="{FF2B5EF4-FFF2-40B4-BE49-F238E27FC236}">
                  <a16:creationId xmlns:a16="http://schemas.microsoft.com/office/drawing/2014/main" id="{4C9DE24B-9D19-A045-7F41-BFFA0858C9F7}"/>
                </a:ext>
              </a:extLst>
            </p:cNvPr>
            <p:cNvSpPr/>
            <p:nvPr/>
          </p:nvSpPr>
          <p:spPr>
            <a:xfrm>
              <a:off x="2212088" y="1642961"/>
              <a:ext cx="109" cy="14"/>
            </a:xfrm>
            <a:custGeom>
              <a:avLst/>
              <a:gdLst/>
              <a:ahLst/>
              <a:cxnLst/>
              <a:rect l="l" t="t" r="r" b="b"/>
              <a:pathLst>
                <a:path w="8" h="1" extrusionOk="0">
                  <a:moveTo>
                    <a:pt x="1" y="0"/>
                  </a:moveTo>
                  <a:lnTo>
                    <a:pt x="8" y="0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10" name="Google Shape;5368;p80">
              <a:extLst>
                <a:ext uri="{FF2B5EF4-FFF2-40B4-BE49-F238E27FC236}">
                  <a16:creationId xmlns:a16="http://schemas.microsoft.com/office/drawing/2014/main" id="{823C5A4A-D0DB-FD42-FBE0-8774EDBEE6AC}"/>
                </a:ext>
              </a:extLst>
            </p:cNvPr>
            <p:cNvSpPr/>
            <p:nvPr/>
          </p:nvSpPr>
          <p:spPr>
            <a:xfrm>
              <a:off x="2209807" y="1642337"/>
              <a:ext cx="68" cy="14"/>
            </a:xfrm>
            <a:custGeom>
              <a:avLst/>
              <a:gdLst/>
              <a:ahLst/>
              <a:cxnLst/>
              <a:rect l="l" t="t" r="r" b="b"/>
              <a:pathLst>
                <a:path w="5" h="1" extrusionOk="0">
                  <a:moveTo>
                    <a:pt x="1" y="1"/>
                  </a:moveTo>
                  <a:lnTo>
                    <a:pt x="4" y="1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11" name="Google Shape;5369;p80">
              <a:extLst>
                <a:ext uri="{FF2B5EF4-FFF2-40B4-BE49-F238E27FC236}">
                  <a16:creationId xmlns:a16="http://schemas.microsoft.com/office/drawing/2014/main" id="{E90B1071-0EC3-FFE7-1F34-7B915A85E290}"/>
                </a:ext>
              </a:extLst>
            </p:cNvPr>
            <p:cNvSpPr/>
            <p:nvPr/>
          </p:nvSpPr>
          <p:spPr>
            <a:xfrm>
              <a:off x="2209481" y="1642201"/>
              <a:ext cx="54" cy="14"/>
            </a:xfrm>
            <a:custGeom>
              <a:avLst/>
              <a:gdLst/>
              <a:ahLst/>
              <a:cxnLst/>
              <a:rect l="l" t="t" r="r" b="b"/>
              <a:pathLst>
                <a:path w="4" h="1" extrusionOk="0">
                  <a:moveTo>
                    <a:pt x="0" y="0"/>
                  </a:moveTo>
                  <a:lnTo>
                    <a:pt x="4" y="0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12" name="Google Shape;5370;p80">
              <a:extLst>
                <a:ext uri="{FF2B5EF4-FFF2-40B4-BE49-F238E27FC236}">
                  <a16:creationId xmlns:a16="http://schemas.microsoft.com/office/drawing/2014/main" id="{DF2794A4-7F3B-531C-54C8-29362D377968}"/>
                </a:ext>
              </a:extLst>
            </p:cNvPr>
            <p:cNvSpPr/>
            <p:nvPr/>
          </p:nvSpPr>
          <p:spPr>
            <a:xfrm>
              <a:off x="2209576" y="1642242"/>
              <a:ext cx="54" cy="14"/>
            </a:xfrm>
            <a:custGeom>
              <a:avLst/>
              <a:gdLst/>
              <a:ahLst/>
              <a:cxnLst/>
              <a:rect l="l" t="t" r="r" b="b"/>
              <a:pathLst>
                <a:path w="4" h="1" extrusionOk="0">
                  <a:moveTo>
                    <a:pt x="0" y="1"/>
                  </a:moveTo>
                  <a:lnTo>
                    <a:pt x="4" y="1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13" name="Google Shape;5371;p80">
              <a:extLst>
                <a:ext uri="{FF2B5EF4-FFF2-40B4-BE49-F238E27FC236}">
                  <a16:creationId xmlns:a16="http://schemas.microsoft.com/office/drawing/2014/main" id="{41D596DB-4F27-6A1E-5412-076A86ABC03A}"/>
                </a:ext>
              </a:extLst>
            </p:cNvPr>
            <p:cNvSpPr/>
            <p:nvPr/>
          </p:nvSpPr>
          <p:spPr>
            <a:xfrm>
              <a:off x="2209291" y="1642051"/>
              <a:ext cx="14" cy="14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0" y="1"/>
                  </a:moveTo>
                  <a:lnTo>
                    <a:pt x="0" y="1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14" name="Google Shape;5372;p80">
              <a:extLst>
                <a:ext uri="{FF2B5EF4-FFF2-40B4-BE49-F238E27FC236}">
                  <a16:creationId xmlns:a16="http://schemas.microsoft.com/office/drawing/2014/main" id="{30C45880-A20D-5418-B25D-113FACFFF530}"/>
                </a:ext>
              </a:extLst>
            </p:cNvPr>
            <p:cNvSpPr/>
            <p:nvPr/>
          </p:nvSpPr>
          <p:spPr>
            <a:xfrm>
              <a:off x="2209956" y="1642432"/>
              <a:ext cx="109" cy="68"/>
            </a:xfrm>
            <a:custGeom>
              <a:avLst/>
              <a:gdLst/>
              <a:ahLst/>
              <a:cxnLst/>
              <a:rect l="l" t="t" r="r" b="b"/>
              <a:pathLst>
                <a:path w="8" h="5" extrusionOk="0">
                  <a:moveTo>
                    <a:pt x="0" y="1"/>
                  </a:moveTo>
                  <a:lnTo>
                    <a:pt x="7" y="4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15" name="Google Shape;5373;p80">
              <a:extLst>
                <a:ext uri="{FF2B5EF4-FFF2-40B4-BE49-F238E27FC236}">
                  <a16:creationId xmlns:a16="http://schemas.microsoft.com/office/drawing/2014/main" id="{93033F0C-B406-4643-ACE8-F9588C46F28D}"/>
                </a:ext>
              </a:extLst>
            </p:cNvPr>
            <p:cNvSpPr/>
            <p:nvPr/>
          </p:nvSpPr>
          <p:spPr>
            <a:xfrm>
              <a:off x="2185802" y="1639390"/>
              <a:ext cx="353" cy="258"/>
            </a:xfrm>
            <a:custGeom>
              <a:avLst/>
              <a:gdLst/>
              <a:ahLst/>
              <a:cxnLst/>
              <a:rect l="l" t="t" r="r" b="b"/>
              <a:pathLst>
                <a:path w="26" h="19" extrusionOk="0">
                  <a:moveTo>
                    <a:pt x="25" y="18"/>
                  </a:moveTo>
                  <a:cubicBezTo>
                    <a:pt x="18" y="11"/>
                    <a:pt x="8" y="8"/>
                    <a:pt x="1" y="1"/>
                  </a:cubicBezTo>
                  <a:lnTo>
                    <a:pt x="1" y="1"/>
                  </a:lnTo>
                  <a:cubicBezTo>
                    <a:pt x="8" y="8"/>
                    <a:pt x="18" y="11"/>
                    <a:pt x="25" y="18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16" name="Google Shape;5374;p80">
              <a:extLst>
                <a:ext uri="{FF2B5EF4-FFF2-40B4-BE49-F238E27FC236}">
                  <a16:creationId xmlns:a16="http://schemas.microsoft.com/office/drawing/2014/main" id="{1122FB3B-1246-2A5C-D869-D26519949251}"/>
                </a:ext>
              </a:extLst>
            </p:cNvPr>
            <p:cNvSpPr/>
            <p:nvPr/>
          </p:nvSpPr>
          <p:spPr>
            <a:xfrm>
              <a:off x="2209196" y="1642011"/>
              <a:ext cx="14" cy="14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0" y="0"/>
                  </a:move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17" name="Google Shape;5375;p80">
              <a:extLst>
                <a:ext uri="{FF2B5EF4-FFF2-40B4-BE49-F238E27FC236}">
                  <a16:creationId xmlns:a16="http://schemas.microsoft.com/office/drawing/2014/main" id="{753D6F31-41E4-70D1-CC80-CE8EEDCA469D}"/>
                </a:ext>
              </a:extLst>
            </p:cNvPr>
            <p:cNvSpPr/>
            <p:nvPr/>
          </p:nvSpPr>
          <p:spPr>
            <a:xfrm>
              <a:off x="2210187" y="1642486"/>
              <a:ext cx="109" cy="54"/>
            </a:xfrm>
            <a:custGeom>
              <a:avLst/>
              <a:gdLst/>
              <a:ahLst/>
              <a:cxnLst/>
              <a:rect l="l" t="t" r="r" b="b"/>
              <a:pathLst>
                <a:path w="8" h="4" extrusionOk="0">
                  <a:moveTo>
                    <a:pt x="1" y="0"/>
                  </a:moveTo>
                  <a:lnTo>
                    <a:pt x="8" y="4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18" name="Google Shape;5376;p80">
              <a:extLst>
                <a:ext uri="{FF2B5EF4-FFF2-40B4-BE49-F238E27FC236}">
                  <a16:creationId xmlns:a16="http://schemas.microsoft.com/office/drawing/2014/main" id="{5D3FBE4A-1823-AC05-344B-6B44C41C6D94}"/>
                </a:ext>
              </a:extLst>
            </p:cNvPr>
            <p:cNvSpPr/>
            <p:nvPr/>
          </p:nvSpPr>
          <p:spPr>
            <a:xfrm>
              <a:off x="2210472" y="1642581"/>
              <a:ext cx="109" cy="54"/>
            </a:xfrm>
            <a:custGeom>
              <a:avLst/>
              <a:gdLst/>
              <a:ahLst/>
              <a:cxnLst/>
              <a:rect l="l" t="t" r="r" b="b"/>
              <a:pathLst>
                <a:path w="8" h="4" extrusionOk="0">
                  <a:moveTo>
                    <a:pt x="1" y="0"/>
                  </a:moveTo>
                  <a:lnTo>
                    <a:pt x="8" y="4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19" name="Google Shape;5377;p80">
              <a:extLst>
                <a:ext uri="{FF2B5EF4-FFF2-40B4-BE49-F238E27FC236}">
                  <a16:creationId xmlns:a16="http://schemas.microsoft.com/office/drawing/2014/main" id="{BC3419D9-CA7C-CE5A-1F30-6056398B8A86}"/>
                </a:ext>
              </a:extLst>
            </p:cNvPr>
            <p:cNvSpPr/>
            <p:nvPr/>
          </p:nvSpPr>
          <p:spPr>
            <a:xfrm>
              <a:off x="2198062" y="1640056"/>
              <a:ext cx="2295" cy="299"/>
            </a:xfrm>
            <a:custGeom>
              <a:avLst/>
              <a:gdLst/>
              <a:ahLst/>
              <a:cxnLst/>
              <a:rect l="l" t="t" r="r" b="b"/>
              <a:pathLst>
                <a:path w="169" h="22" extrusionOk="0">
                  <a:moveTo>
                    <a:pt x="58" y="1"/>
                  </a:moveTo>
                  <a:cubicBezTo>
                    <a:pt x="40" y="1"/>
                    <a:pt x="21" y="4"/>
                    <a:pt x="1" y="11"/>
                  </a:cubicBezTo>
                  <a:cubicBezTo>
                    <a:pt x="22" y="4"/>
                    <a:pt x="41" y="1"/>
                    <a:pt x="60" y="1"/>
                  </a:cubicBezTo>
                  <a:lnTo>
                    <a:pt x="60" y="1"/>
                  </a:lnTo>
                  <a:cubicBezTo>
                    <a:pt x="93" y="1"/>
                    <a:pt x="127" y="10"/>
                    <a:pt x="169" y="22"/>
                  </a:cubicBezTo>
                  <a:cubicBezTo>
                    <a:pt x="129" y="10"/>
                    <a:pt x="95" y="1"/>
                    <a:pt x="61" y="1"/>
                  </a:cubicBezTo>
                  <a:cubicBezTo>
                    <a:pt x="60" y="1"/>
                    <a:pt x="60" y="1"/>
                    <a:pt x="60" y="1"/>
                  </a:cubicBezTo>
                  <a:lnTo>
                    <a:pt x="60" y="1"/>
                  </a:lnTo>
                  <a:cubicBezTo>
                    <a:pt x="59" y="1"/>
                    <a:pt x="59" y="1"/>
                    <a:pt x="58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20" name="Google Shape;5378;p80">
              <a:extLst>
                <a:ext uri="{FF2B5EF4-FFF2-40B4-BE49-F238E27FC236}">
                  <a16:creationId xmlns:a16="http://schemas.microsoft.com/office/drawing/2014/main" id="{BC0C8018-E107-15CA-3F36-5C96DCBCA6CA}"/>
                </a:ext>
              </a:extLst>
            </p:cNvPr>
            <p:cNvSpPr/>
            <p:nvPr/>
          </p:nvSpPr>
          <p:spPr>
            <a:xfrm>
              <a:off x="2210757" y="1642676"/>
              <a:ext cx="109" cy="14"/>
            </a:xfrm>
            <a:custGeom>
              <a:avLst/>
              <a:gdLst/>
              <a:ahLst/>
              <a:cxnLst/>
              <a:rect l="l" t="t" r="r" b="b"/>
              <a:pathLst>
                <a:path w="8" h="1" extrusionOk="0">
                  <a:moveTo>
                    <a:pt x="1" y="0"/>
                  </a:moveTo>
                  <a:lnTo>
                    <a:pt x="8" y="0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21" name="Google Shape;5379;p80">
              <a:extLst>
                <a:ext uri="{FF2B5EF4-FFF2-40B4-BE49-F238E27FC236}">
                  <a16:creationId xmlns:a16="http://schemas.microsoft.com/office/drawing/2014/main" id="{6A0D6123-DC8D-983C-2955-3654C34C9E4C}"/>
                </a:ext>
              </a:extLst>
            </p:cNvPr>
            <p:cNvSpPr/>
            <p:nvPr/>
          </p:nvSpPr>
          <p:spPr>
            <a:xfrm>
              <a:off x="2173501" y="1647713"/>
              <a:ext cx="2145" cy="4195"/>
            </a:xfrm>
            <a:custGeom>
              <a:avLst/>
              <a:gdLst/>
              <a:ahLst/>
              <a:cxnLst/>
              <a:rect l="l" t="t" r="r" b="b"/>
              <a:pathLst>
                <a:path w="158" h="309" extrusionOk="0">
                  <a:moveTo>
                    <a:pt x="0" y="0"/>
                  </a:moveTo>
                  <a:lnTo>
                    <a:pt x="0" y="0"/>
                  </a:lnTo>
                  <a:cubicBezTo>
                    <a:pt x="9" y="24"/>
                    <a:pt x="19" y="48"/>
                    <a:pt x="29" y="71"/>
                  </a:cubicBezTo>
                  <a:lnTo>
                    <a:pt x="29" y="71"/>
                  </a:lnTo>
                  <a:cubicBezTo>
                    <a:pt x="19" y="48"/>
                    <a:pt x="9" y="24"/>
                    <a:pt x="0" y="0"/>
                  </a:cubicBezTo>
                  <a:close/>
                  <a:moveTo>
                    <a:pt x="29" y="71"/>
                  </a:moveTo>
                  <a:cubicBezTo>
                    <a:pt x="61" y="144"/>
                    <a:pt x="97" y="214"/>
                    <a:pt x="137" y="280"/>
                  </a:cubicBezTo>
                  <a:lnTo>
                    <a:pt x="158" y="308"/>
                  </a:lnTo>
                  <a:cubicBezTo>
                    <a:pt x="108" y="232"/>
                    <a:pt x="66" y="153"/>
                    <a:pt x="29" y="7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22" name="Google Shape;5380;p80">
              <a:extLst>
                <a:ext uri="{FF2B5EF4-FFF2-40B4-BE49-F238E27FC236}">
                  <a16:creationId xmlns:a16="http://schemas.microsoft.com/office/drawing/2014/main" id="{2A29252C-1530-C4C0-7F77-2CF75E72463C}"/>
                </a:ext>
              </a:extLst>
            </p:cNvPr>
            <p:cNvSpPr/>
            <p:nvPr/>
          </p:nvSpPr>
          <p:spPr>
            <a:xfrm>
              <a:off x="2208286" y="1648379"/>
              <a:ext cx="14" cy="14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1" y="0"/>
                  </a:move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23" name="Google Shape;5381;p80">
              <a:extLst>
                <a:ext uri="{FF2B5EF4-FFF2-40B4-BE49-F238E27FC236}">
                  <a16:creationId xmlns:a16="http://schemas.microsoft.com/office/drawing/2014/main" id="{C480AFBF-9DC9-C8A8-9079-DE287D873B78}"/>
                </a:ext>
              </a:extLst>
            </p:cNvPr>
            <p:cNvSpPr/>
            <p:nvPr/>
          </p:nvSpPr>
          <p:spPr>
            <a:xfrm>
              <a:off x="2208191" y="1648324"/>
              <a:ext cx="14" cy="14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1" y="1"/>
                  </a:move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24" name="Google Shape;5382;p80">
              <a:extLst>
                <a:ext uri="{FF2B5EF4-FFF2-40B4-BE49-F238E27FC236}">
                  <a16:creationId xmlns:a16="http://schemas.microsoft.com/office/drawing/2014/main" id="{AA1EC9C9-1C8B-D36C-BC26-3C9121DB7130}"/>
                </a:ext>
              </a:extLst>
            </p:cNvPr>
            <p:cNvSpPr/>
            <p:nvPr/>
          </p:nvSpPr>
          <p:spPr>
            <a:xfrm>
              <a:off x="2209956" y="1649085"/>
              <a:ext cx="54" cy="14"/>
            </a:xfrm>
            <a:custGeom>
              <a:avLst/>
              <a:gdLst/>
              <a:ahLst/>
              <a:cxnLst/>
              <a:rect l="l" t="t" r="r" b="b"/>
              <a:pathLst>
                <a:path w="4" h="1" extrusionOk="0">
                  <a:moveTo>
                    <a:pt x="4" y="1"/>
                  </a:moveTo>
                  <a:lnTo>
                    <a:pt x="0" y="1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25" name="Google Shape;5383;p80">
              <a:extLst>
                <a:ext uri="{FF2B5EF4-FFF2-40B4-BE49-F238E27FC236}">
                  <a16:creationId xmlns:a16="http://schemas.microsoft.com/office/drawing/2014/main" id="{DC54A5D2-10BE-5F49-EE1A-80302687E404}"/>
                </a:ext>
              </a:extLst>
            </p:cNvPr>
            <p:cNvSpPr/>
            <p:nvPr/>
          </p:nvSpPr>
          <p:spPr>
            <a:xfrm>
              <a:off x="2209427" y="1648895"/>
              <a:ext cx="109" cy="68"/>
            </a:xfrm>
            <a:custGeom>
              <a:avLst/>
              <a:gdLst/>
              <a:ahLst/>
              <a:cxnLst/>
              <a:rect l="l" t="t" r="r" b="b"/>
              <a:pathLst>
                <a:path w="8" h="5" extrusionOk="0">
                  <a:moveTo>
                    <a:pt x="1" y="1"/>
                  </a:moveTo>
                  <a:lnTo>
                    <a:pt x="8" y="4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26" name="Google Shape;5384;p80">
              <a:extLst>
                <a:ext uri="{FF2B5EF4-FFF2-40B4-BE49-F238E27FC236}">
                  <a16:creationId xmlns:a16="http://schemas.microsoft.com/office/drawing/2014/main" id="{632F279A-3403-D8F2-68DA-DAB995D002A3}"/>
                </a:ext>
              </a:extLst>
            </p:cNvPr>
            <p:cNvSpPr/>
            <p:nvPr/>
          </p:nvSpPr>
          <p:spPr>
            <a:xfrm>
              <a:off x="2208381" y="1648474"/>
              <a:ext cx="14" cy="14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1" y="0"/>
                  </a:move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27" name="Google Shape;5385;p80">
              <a:extLst>
                <a:ext uri="{FF2B5EF4-FFF2-40B4-BE49-F238E27FC236}">
                  <a16:creationId xmlns:a16="http://schemas.microsoft.com/office/drawing/2014/main" id="{B7DC27D2-2B14-FB88-D38D-D91FAA16C23B}"/>
                </a:ext>
              </a:extLst>
            </p:cNvPr>
            <p:cNvSpPr/>
            <p:nvPr/>
          </p:nvSpPr>
          <p:spPr>
            <a:xfrm>
              <a:off x="2175632" y="1651895"/>
              <a:ext cx="638" cy="774"/>
            </a:xfrm>
            <a:custGeom>
              <a:avLst/>
              <a:gdLst/>
              <a:ahLst/>
              <a:cxnLst/>
              <a:rect l="l" t="t" r="r" b="b"/>
              <a:pathLst>
                <a:path w="47" h="57" extrusionOk="0">
                  <a:moveTo>
                    <a:pt x="1" y="0"/>
                  </a:moveTo>
                  <a:cubicBezTo>
                    <a:pt x="6" y="8"/>
                    <a:pt x="11" y="16"/>
                    <a:pt x="17" y="23"/>
                  </a:cubicBezTo>
                  <a:lnTo>
                    <a:pt x="17" y="23"/>
                  </a:lnTo>
                  <a:lnTo>
                    <a:pt x="1" y="0"/>
                  </a:lnTo>
                  <a:close/>
                  <a:moveTo>
                    <a:pt x="17" y="23"/>
                  </a:moveTo>
                  <a:lnTo>
                    <a:pt x="18" y="25"/>
                  </a:lnTo>
                  <a:cubicBezTo>
                    <a:pt x="18" y="25"/>
                    <a:pt x="18" y="25"/>
                    <a:pt x="19" y="25"/>
                  </a:cubicBezTo>
                  <a:lnTo>
                    <a:pt x="19" y="25"/>
                  </a:lnTo>
                  <a:cubicBezTo>
                    <a:pt x="18" y="25"/>
                    <a:pt x="17" y="24"/>
                    <a:pt x="17" y="23"/>
                  </a:cubicBezTo>
                  <a:close/>
                  <a:moveTo>
                    <a:pt x="19" y="25"/>
                  </a:moveTo>
                  <a:lnTo>
                    <a:pt x="19" y="25"/>
                  </a:lnTo>
                  <a:cubicBezTo>
                    <a:pt x="27" y="36"/>
                    <a:pt x="36" y="46"/>
                    <a:pt x="46" y="56"/>
                  </a:cubicBezTo>
                  <a:cubicBezTo>
                    <a:pt x="36" y="46"/>
                    <a:pt x="29" y="36"/>
                    <a:pt x="19" y="25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28" name="Google Shape;5386;p80">
              <a:extLst>
                <a:ext uri="{FF2B5EF4-FFF2-40B4-BE49-F238E27FC236}">
                  <a16:creationId xmlns:a16="http://schemas.microsoft.com/office/drawing/2014/main" id="{A4919114-4BBF-0BFC-66C3-F3E725007130}"/>
                </a:ext>
              </a:extLst>
            </p:cNvPr>
            <p:cNvSpPr/>
            <p:nvPr/>
          </p:nvSpPr>
          <p:spPr>
            <a:xfrm>
              <a:off x="2208531" y="1648514"/>
              <a:ext cx="54" cy="14"/>
            </a:xfrm>
            <a:custGeom>
              <a:avLst/>
              <a:gdLst/>
              <a:ahLst/>
              <a:cxnLst/>
              <a:rect l="l" t="t" r="r" b="b"/>
              <a:pathLst>
                <a:path w="4" h="1" extrusionOk="0">
                  <a:moveTo>
                    <a:pt x="0" y="1"/>
                  </a:moveTo>
                  <a:lnTo>
                    <a:pt x="4" y="1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29" name="Google Shape;5387;p80">
              <a:extLst>
                <a:ext uri="{FF2B5EF4-FFF2-40B4-BE49-F238E27FC236}">
                  <a16:creationId xmlns:a16="http://schemas.microsoft.com/office/drawing/2014/main" id="{3D3FDBDB-96BC-DB99-86E4-27274809E22A}"/>
                </a:ext>
              </a:extLst>
            </p:cNvPr>
            <p:cNvSpPr/>
            <p:nvPr/>
          </p:nvSpPr>
          <p:spPr>
            <a:xfrm>
              <a:off x="2208816" y="1648664"/>
              <a:ext cx="14" cy="14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0" y="0"/>
                  </a:move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30" name="Google Shape;5388;p80">
              <a:extLst>
                <a:ext uri="{FF2B5EF4-FFF2-40B4-BE49-F238E27FC236}">
                  <a16:creationId xmlns:a16="http://schemas.microsoft.com/office/drawing/2014/main" id="{990A8D16-AAC2-B29B-AABC-4B507EF859F1}"/>
                </a:ext>
              </a:extLst>
            </p:cNvPr>
            <p:cNvSpPr/>
            <p:nvPr/>
          </p:nvSpPr>
          <p:spPr>
            <a:xfrm>
              <a:off x="2209047" y="1648800"/>
              <a:ext cx="109" cy="14"/>
            </a:xfrm>
            <a:custGeom>
              <a:avLst/>
              <a:gdLst/>
              <a:ahLst/>
              <a:cxnLst/>
              <a:rect l="l" t="t" r="r" b="b"/>
              <a:pathLst>
                <a:path w="8" h="1" extrusionOk="0">
                  <a:moveTo>
                    <a:pt x="1" y="1"/>
                  </a:moveTo>
                  <a:lnTo>
                    <a:pt x="8" y="1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31" name="Google Shape;5389;p80">
              <a:extLst>
                <a:ext uri="{FF2B5EF4-FFF2-40B4-BE49-F238E27FC236}">
                  <a16:creationId xmlns:a16="http://schemas.microsoft.com/office/drawing/2014/main" id="{54DD221D-1274-17B2-49AB-3C0A04FF38EA}"/>
                </a:ext>
              </a:extLst>
            </p:cNvPr>
            <p:cNvSpPr/>
            <p:nvPr/>
          </p:nvSpPr>
          <p:spPr>
            <a:xfrm>
              <a:off x="2175402" y="1651515"/>
              <a:ext cx="530" cy="720"/>
            </a:xfrm>
            <a:custGeom>
              <a:avLst/>
              <a:gdLst/>
              <a:ahLst/>
              <a:cxnLst/>
              <a:rect l="l" t="t" r="r" b="b"/>
              <a:pathLst>
                <a:path w="39" h="53" extrusionOk="0">
                  <a:moveTo>
                    <a:pt x="0" y="0"/>
                  </a:moveTo>
                  <a:lnTo>
                    <a:pt x="0" y="0"/>
                  </a:lnTo>
                  <a:cubicBezTo>
                    <a:pt x="14" y="21"/>
                    <a:pt x="25" y="35"/>
                    <a:pt x="39" y="53"/>
                  </a:cubicBezTo>
                  <a:lnTo>
                    <a:pt x="21" y="28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32" name="Google Shape;5390;p80">
              <a:extLst>
                <a:ext uri="{FF2B5EF4-FFF2-40B4-BE49-F238E27FC236}">
                  <a16:creationId xmlns:a16="http://schemas.microsoft.com/office/drawing/2014/main" id="{38C74C07-63C5-6FD6-31F8-0F0AAD867A8D}"/>
                </a:ext>
              </a:extLst>
            </p:cNvPr>
            <p:cNvSpPr/>
            <p:nvPr/>
          </p:nvSpPr>
          <p:spPr>
            <a:xfrm>
              <a:off x="2174492" y="1646328"/>
              <a:ext cx="14" cy="14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1" y="1"/>
                  </a:move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33" name="Google Shape;5391;p80">
              <a:extLst>
                <a:ext uri="{FF2B5EF4-FFF2-40B4-BE49-F238E27FC236}">
                  <a16:creationId xmlns:a16="http://schemas.microsoft.com/office/drawing/2014/main" id="{4320A49C-38FD-667F-606C-E81950EFB3FD}"/>
                </a:ext>
              </a:extLst>
            </p:cNvPr>
            <p:cNvSpPr/>
            <p:nvPr/>
          </p:nvSpPr>
          <p:spPr>
            <a:xfrm>
              <a:off x="2174356" y="1646478"/>
              <a:ext cx="14" cy="14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0" y="0"/>
                  </a:move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34" name="Google Shape;5392;p80">
              <a:extLst>
                <a:ext uri="{FF2B5EF4-FFF2-40B4-BE49-F238E27FC236}">
                  <a16:creationId xmlns:a16="http://schemas.microsoft.com/office/drawing/2014/main" id="{B0ED3EC8-AAE4-E603-7ADA-ABFB6408B103}"/>
                </a:ext>
              </a:extLst>
            </p:cNvPr>
            <p:cNvSpPr/>
            <p:nvPr/>
          </p:nvSpPr>
          <p:spPr>
            <a:xfrm>
              <a:off x="2174166" y="1646668"/>
              <a:ext cx="14" cy="14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0" y="0"/>
                  </a:move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35" name="Google Shape;5393;p80">
              <a:extLst>
                <a:ext uri="{FF2B5EF4-FFF2-40B4-BE49-F238E27FC236}">
                  <a16:creationId xmlns:a16="http://schemas.microsoft.com/office/drawing/2014/main" id="{C6156011-2A6E-8B3E-D285-AA987ABFA46E}"/>
                </a:ext>
              </a:extLst>
            </p:cNvPr>
            <p:cNvSpPr/>
            <p:nvPr/>
          </p:nvSpPr>
          <p:spPr>
            <a:xfrm>
              <a:off x="2174587" y="1646233"/>
              <a:ext cx="14" cy="14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1" y="1"/>
                  </a:move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36" name="Google Shape;5394;p80">
              <a:extLst>
                <a:ext uri="{FF2B5EF4-FFF2-40B4-BE49-F238E27FC236}">
                  <a16:creationId xmlns:a16="http://schemas.microsoft.com/office/drawing/2014/main" id="{07CD2197-A2C0-9FCE-66AB-1E85AC8F581F}"/>
                </a:ext>
              </a:extLst>
            </p:cNvPr>
            <p:cNvSpPr/>
            <p:nvPr/>
          </p:nvSpPr>
          <p:spPr>
            <a:xfrm>
              <a:off x="2173732" y="1647279"/>
              <a:ext cx="14" cy="14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1" y="1"/>
                  </a:move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37" name="Google Shape;5395;p80">
              <a:extLst>
                <a:ext uri="{FF2B5EF4-FFF2-40B4-BE49-F238E27FC236}">
                  <a16:creationId xmlns:a16="http://schemas.microsoft.com/office/drawing/2014/main" id="{DBEA06E7-DD6B-4FC5-4C4C-03EE120AB866}"/>
                </a:ext>
              </a:extLst>
            </p:cNvPr>
            <p:cNvSpPr/>
            <p:nvPr/>
          </p:nvSpPr>
          <p:spPr>
            <a:xfrm>
              <a:off x="2173976" y="1646899"/>
              <a:ext cx="14" cy="68"/>
            </a:xfrm>
            <a:custGeom>
              <a:avLst/>
              <a:gdLst/>
              <a:ahLst/>
              <a:cxnLst/>
              <a:rect l="l" t="t" r="r" b="b"/>
              <a:pathLst>
                <a:path w="1" h="5" extrusionOk="0">
                  <a:moveTo>
                    <a:pt x="0" y="4"/>
                  </a:moveTo>
                  <a:lnTo>
                    <a:pt x="0" y="1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38" name="Google Shape;5396;p80">
              <a:extLst>
                <a:ext uri="{FF2B5EF4-FFF2-40B4-BE49-F238E27FC236}">
                  <a16:creationId xmlns:a16="http://schemas.microsoft.com/office/drawing/2014/main" id="{EBDA83AB-FFB5-618A-078A-21787414060B}"/>
                </a:ext>
              </a:extLst>
            </p:cNvPr>
            <p:cNvSpPr/>
            <p:nvPr/>
          </p:nvSpPr>
          <p:spPr>
            <a:xfrm>
              <a:off x="2182910" y="1641345"/>
              <a:ext cx="339" cy="339"/>
            </a:xfrm>
            <a:custGeom>
              <a:avLst/>
              <a:gdLst/>
              <a:ahLst/>
              <a:cxnLst/>
              <a:rect l="l" t="t" r="r" b="b"/>
              <a:pathLst>
                <a:path w="25" h="25" extrusionOk="0">
                  <a:moveTo>
                    <a:pt x="25" y="0"/>
                  </a:moveTo>
                  <a:cubicBezTo>
                    <a:pt x="14" y="7"/>
                    <a:pt x="7" y="14"/>
                    <a:pt x="0" y="25"/>
                  </a:cubicBezTo>
                  <a:cubicBezTo>
                    <a:pt x="7" y="14"/>
                    <a:pt x="18" y="7"/>
                    <a:pt x="25" y="0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39" name="Google Shape;5397;p80">
              <a:extLst>
                <a:ext uri="{FF2B5EF4-FFF2-40B4-BE49-F238E27FC236}">
                  <a16:creationId xmlns:a16="http://schemas.microsoft.com/office/drawing/2014/main" id="{CE272C77-4ADB-41B1-C4DC-4DC231227F11}"/>
                </a:ext>
              </a:extLst>
            </p:cNvPr>
            <p:cNvSpPr/>
            <p:nvPr/>
          </p:nvSpPr>
          <p:spPr>
            <a:xfrm>
              <a:off x="2174682" y="1646233"/>
              <a:ext cx="14" cy="14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1" y="1"/>
                  </a:move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40" name="Google Shape;5398;p80">
              <a:extLst>
                <a:ext uri="{FF2B5EF4-FFF2-40B4-BE49-F238E27FC236}">
                  <a16:creationId xmlns:a16="http://schemas.microsoft.com/office/drawing/2014/main" id="{83B517E5-850C-2DDF-7609-9C1FE7E2C829}"/>
                </a:ext>
              </a:extLst>
            </p:cNvPr>
            <p:cNvSpPr/>
            <p:nvPr/>
          </p:nvSpPr>
          <p:spPr>
            <a:xfrm>
              <a:off x="2185517" y="1639390"/>
              <a:ext cx="299" cy="163"/>
            </a:xfrm>
            <a:custGeom>
              <a:avLst/>
              <a:gdLst/>
              <a:ahLst/>
              <a:cxnLst/>
              <a:rect l="l" t="t" r="r" b="b"/>
              <a:pathLst>
                <a:path w="22" h="12" extrusionOk="0">
                  <a:moveTo>
                    <a:pt x="22" y="1"/>
                  </a:moveTo>
                  <a:lnTo>
                    <a:pt x="1" y="11"/>
                  </a:lnTo>
                  <a:lnTo>
                    <a:pt x="22" y="1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41" name="Google Shape;5399;p80">
              <a:extLst>
                <a:ext uri="{FF2B5EF4-FFF2-40B4-BE49-F238E27FC236}">
                  <a16:creationId xmlns:a16="http://schemas.microsoft.com/office/drawing/2014/main" id="{9DDACDC5-98E3-2AD6-930A-F55309761B70}"/>
                </a:ext>
              </a:extLst>
            </p:cNvPr>
            <p:cNvSpPr/>
            <p:nvPr/>
          </p:nvSpPr>
          <p:spPr>
            <a:xfrm>
              <a:off x="2184906" y="1639635"/>
              <a:ext cx="489" cy="339"/>
            </a:xfrm>
            <a:custGeom>
              <a:avLst/>
              <a:gdLst/>
              <a:ahLst/>
              <a:cxnLst/>
              <a:rect l="l" t="t" r="r" b="b"/>
              <a:pathLst>
                <a:path w="36" h="25" extrusionOk="0">
                  <a:moveTo>
                    <a:pt x="0" y="25"/>
                  </a:moveTo>
                  <a:lnTo>
                    <a:pt x="35" y="0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42" name="Google Shape;5400;p80">
              <a:extLst>
                <a:ext uri="{FF2B5EF4-FFF2-40B4-BE49-F238E27FC236}">
                  <a16:creationId xmlns:a16="http://schemas.microsoft.com/office/drawing/2014/main" id="{04377B37-BD71-5CA2-7AFD-F648D0DBC241}"/>
                </a:ext>
              </a:extLst>
            </p:cNvPr>
            <p:cNvSpPr/>
            <p:nvPr/>
          </p:nvSpPr>
          <p:spPr>
            <a:xfrm>
              <a:off x="2173501" y="1647713"/>
              <a:ext cx="14" cy="14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0" y="0"/>
                  </a:move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43" name="Google Shape;5401;p80">
              <a:extLst>
                <a:ext uri="{FF2B5EF4-FFF2-40B4-BE49-F238E27FC236}">
                  <a16:creationId xmlns:a16="http://schemas.microsoft.com/office/drawing/2014/main" id="{43544EF7-7DF3-8204-E455-D57F44E63438}"/>
                </a:ext>
              </a:extLst>
            </p:cNvPr>
            <p:cNvSpPr/>
            <p:nvPr/>
          </p:nvSpPr>
          <p:spPr>
            <a:xfrm>
              <a:off x="2184376" y="1640056"/>
              <a:ext cx="353" cy="299"/>
            </a:xfrm>
            <a:custGeom>
              <a:avLst/>
              <a:gdLst/>
              <a:ahLst/>
              <a:cxnLst/>
              <a:rect l="l" t="t" r="r" b="b"/>
              <a:pathLst>
                <a:path w="26" h="22" extrusionOk="0">
                  <a:moveTo>
                    <a:pt x="1" y="22"/>
                  </a:moveTo>
                  <a:lnTo>
                    <a:pt x="25" y="1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44" name="Google Shape;5402;p80">
              <a:extLst>
                <a:ext uri="{FF2B5EF4-FFF2-40B4-BE49-F238E27FC236}">
                  <a16:creationId xmlns:a16="http://schemas.microsoft.com/office/drawing/2014/main" id="{8E4B37A8-0F96-57FF-007E-52EE4ABD9044}"/>
                </a:ext>
              </a:extLst>
            </p:cNvPr>
            <p:cNvSpPr/>
            <p:nvPr/>
          </p:nvSpPr>
          <p:spPr>
            <a:xfrm>
              <a:off x="2182380" y="1641821"/>
              <a:ext cx="394" cy="489"/>
            </a:xfrm>
            <a:custGeom>
              <a:avLst/>
              <a:gdLst/>
              <a:ahLst/>
              <a:cxnLst/>
              <a:rect l="l" t="t" r="r" b="b"/>
              <a:pathLst>
                <a:path w="29" h="36" extrusionOk="0">
                  <a:moveTo>
                    <a:pt x="1" y="35"/>
                  </a:moveTo>
                  <a:cubicBezTo>
                    <a:pt x="11" y="25"/>
                    <a:pt x="22" y="11"/>
                    <a:pt x="29" y="0"/>
                  </a:cubicBezTo>
                  <a:cubicBezTo>
                    <a:pt x="22" y="11"/>
                    <a:pt x="11" y="25"/>
                    <a:pt x="1" y="35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45" name="Google Shape;5403;p80">
              <a:extLst>
                <a:ext uri="{FF2B5EF4-FFF2-40B4-BE49-F238E27FC236}">
                  <a16:creationId xmlns:a16="http://schemas.microsoft.com/office/drawing/2014/main" id="{194B9874-8F28-3B38-A1F7-B7DF66F51D05}"/>
                </a:ext>
              </a:extLst>
            </p:cNvPr>
            <p:cNvSpPr/>
            <p:nvPr/>
          </p:nvSpPr>
          <p:spPr>
            <a:xfrm>
              <a:off x="2183860" y="1640490"/>
              <a:ext cx="339" cy="244"/>
            </a:xfrm>
            <a:custGeom>
              <a:avLst/>
              <a:gdLst/>
              <a:ahLst/>
              <a:cxnLst/>
              <a:rect l="l" t="t" r="r" b="b"/>
              <a:pathLst>
                <a:path w="25" h="18" extrusionOk="0">
                  <a:moveTo>
                    <a:pt x="0" y="18"/>
                  </a:moveTo>
                  <a:lnTo>
                    <a:pt x="25" y="0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46" name="Google Shape;5404;p80">
              <a:extLst>
                <a:ext uri="{FF2B5EF4-FFF2-40B4-BE49-F238E27FC236}">
                  <a16:creationId xmlns:a16="http://schemas.microsoft.com/office/drawing/2014/main" id="{544BB026-C459-5FEB-5007-6F8CC2D1EB24}"/>
                </a:ext>
              </a:extLst>
            </p:cNvPr>
            <p:cNvSpPr/>
            <p:nvPr/>
          </p:nvSpPr>
          <p:spPr>
            <a:xfrm>
              <a:off x="2183385" y="1640911"/>
              <a:ext cx="339" cy="258"/>
            </a:xfrm>
            <a:custGeom>
              <a:avLst/>
              <a:gdLst/>
              <a:ahLst/>
              <a:cxnLst/>
              <a:rect l="l" t="t" r="r" b="b"/>
              <a:pathLst>
                <a:path w="25" h="19" extrusionOk="0">
                  <a:moveTo>
                    <a:pt x="0" y="18"/>
                  </a:moveTo>
                  <a:lnTo>
                    <a:pt x="25" y="1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47" name="Google Shape;5405;p80">
              <a:extLst>
                <a:ext uri="{FF2B5EF4-FFF2-40B4-BE49-F238E27FC236}">
                  <a16:creationId xmlns:a16="http://schemas.microsoft.com/office/drawing/2014/main" id="{E5D86E04-83BA-C022-9F7D-4C74DFEC8B82}"/>
                </a:ext>
              </a:extLst>
            </p:cNvPr>
            <p:cNvSpPr/>
            <p:nvPr/>
          </p:nvSpPr>
          <p:spPr>
            <a:xfrm>
              <a:off x="2173501" y="1647754"/>
              <a:ext cx="14" cy="14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0" y="1"/>
                  </a:moveTo>
                  <a:lnTo>
                    <a:pt x="0" y="1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48" name="Google Shape;5406;p80">
              <a:extLst>
                <a:ext uri="{FF2B5EF4-FFF2-40B4-BE49-F238E27FC236}">
                  <a16:creationId xmlns:a16="http://schemas.microsoft.com/office/drawing/2014/main" id="{F3AC622A-91BC-7B53-2DA0-3689F1E49E82}"/>
                </a:ext>
              </a:extLst>
            </p:cNvPr>
            <p:cNvSpPr/>
            <p:nvPr/>
          </p:nvSpPr>
          <p:spPr>
            <a:xfrm>
              <a:off x="1977808" y="1708880"/>
              <a:ext cx="22865" cy="43584"/>
            </a:xfrm>
            <a:custGeom>
              <a:avLst/>
              <a:gdLst/>
              <a:ahLst/>
              <a:cxnLst/>
              <a:rect l="l" t="t" r="r" b="b"/>
              <a:pathLst>
                <a:path w="1684" h="3210" extrusionOk="0">
                  <a:moveTo>
                    <a:pt x="623" y="1"/>
                  </a:moveTo>
                  <a:cubicBezTo>
                    <a:pt x="592" y="11"/>
                    <a:pt x="567" y="32"/>
                    <a:pt x="550" y="60"/>
                  </a:cubicBezTo>
                  <a:cubicBezTo>
                    <a:pt x="543" y="67"/>
                    <a:pt x="536" y="74"/>
                    <a:pt x="525" y="81"/>
                  </a:cubicBezTo>
                  <a:lnTo>
                    <a:pt x="522" y="85"/>
                  </a:lnTo>
                  <a:cubicBezTo>
                    <a:pt x="511" y="92"/>
                    <a:pt x="504" y="99"/>
                    <a:pt x="494" y="106"/>
                  </a:cubicBezTo>
                  <a:lnTo>
                    <a:pt x="490" y="106"/>
                  </a:lnTo>
                  <a:cubicBezTo>
                    <a:pt x="480" y="113"/>
                    <a:pt x="469" y="116"/>
                    <a:pt x="459" y="120"/>
                  </a:cubicBezTo>
                  <a:lnTo>
                    <a:pt x="452" y="123"/>
                  </a:lnTo>
                  <a:cubicBezTo>
                    <a:pt x="441" y="127"/>
                    <a:pt x="427" y="130"/>
                    <a:pt x="417" y="134"/>
                  </a:cubicBezTo>
                  <a:lnTo>
                    <a:pt x="413" y="134"/>
                  </a:lnTo>
                  <a:cubicBezTo>
                    <a:pt x="403" y="246"/>
                    <a:pt x="392" y="368"/>
                    <a:pt x="420" y="414"/>
                  </a:cubicBezTo>
                  <a:cubicBezTo>
                    <a:pt x="553" y="624"/>
                    <a:pt x="294" y="1552"/>
                    <a:pt x="77" y="1800"/>
                  </a:cubicBezTo>
                  <a:cubicBezTo>
                    <a:pt x="25" y="1860"/>
                    <a:pt x="0" y="1909"/>
                    <a:pt x="4" y="1944"/>
                  </a:cubicBezTo>
                  <a:cubicBezTo>
                    <a:pt x="11" y="1993"/>
                    <a:pt x="84" y="2045"/>
                    <a:pt x="168" y="2105"/>
                  </a:cubicBezTo>
                  <a:cubicBezTo>
                    <a:pt x="203" y="2129"/>
                    <a:pt x="238" y="2154"/>
                    <a:pt x="277" y="2185"/>
                  </a:cubicBezTo>
                  <a:cubicBezTo>
                    <a:pt x="476" y="2339"/>
                    <a:pt x="424" y="2749"/>
                    <a:pt x="389" y="3022"/>
                  </a:cubicBezTo>
                  <a:cubicBezTo>
                    <a:pt x="382" y="3085"/>
                    <a:pt x="375" y="3138"/>
                    <a:pt x="375" y="3166"/>
                  </a:cubicBezTo>
                  <a:cubicBezTo>
                    <a:pt x="375" y="3183"/>
                    <a:pt x="378" y="3187"/>
                    <a:pt x="382" y="3190"/>
                  </a:cubicBezTo>
                  <a:cubicBezTo>
                    <a:pt x="397" y="3206"/>
                    <a:pt x="447" y="3210"/>
                    <a:pt x="505" y="3210"/>
                  </a:cubicBezTo>
                  <a:cubicBezTo>
                    <a:pt x="536" y="3210"/>
                    <a:pt x="570" y="3209"/>
                    <a:pt x="602" y="3208"/>
                  </a:cubicBezTo>
                  <a:cubicBezTo>
                    <a:pt x="644" y="3208"/>
                    <a:pt x="686" y="3204"/>
                    <a:pt x="728" y="3204"/>
                  </a:cubicBezTo>
                  <a:cubicBezTo>
                    <a:pt x="816" y="3201"/>
                    <a:pt x="900" y="3187"/>
                    <a:pt x="984" y="3162"/>
                  </a:cubicBezTo>
                  <a:lnTo>
                    <a:pt x="1061" y="3141"/>
                  </a:lnTo>
                  <a:lnTo>
                    <a:pt x="1061" y="3138"/>
                  </a:lnTo>
                  <a:cubicBezTo>
                    <a:pt x="1054" y="3127"/>
                    <a:pt x="1050" y="3117"/>
                    <a:pt x="1047" y="3106"/>
                  </a:cubicBezTo>
                  <a:lnTo>
                    <a:pt x="1043" y="3103"/>
                  </a:lnTo>
                  <a:cubicBezTo>
                    <a:pt x="1040" y="3092"/>
                    <a:pt x="1036" y="3082"/>
                    <a:pt x="1033" y="3071"/>
                  </a:cubicBezTo>
                  <a:lnTo>
                    <a:pt x="1029" y="3064"/>
                  </a:lnTo>
                  <a:cubicBezTo>
                    <a:pt x="1029" y="3057"/>
                    <a:pt x="1026" y="3050"/>
                    <a:pt x="1026" y="3043"/>
                  </a:cubicBezTo>
                  <a:lnTo>
                    <a:pt x="1026" y="3032"/>
                  </a:lnTo>
                  <a:cubicBezTo>
                    <a:pt x="1022" y="3025"/>
                    <a:pt x="1022" y="3015"/>
                    <a:pt x="1022" y="3008"/>
                  </a:cubicBezTo>
                  <a:cubicBezTo>
                    <a:pt x="1022" y="2896"/>
                    <a:pt x="1022" y="2658"/>
                    <a:pt x="1292" y="2609"/>
                  </a:cubicBezTo>
                  <a:cubicBezTo>
                    <a:pt x="1299" y="2609"/>
                    <a:pt x="1306" y="2605"/>
                    <a:pt x="1313" y="2605"/>
                  </a:cubicBezTo>
                  <a:cubicBezTo>
                    <a:pt x="1278" y="2563"/>
                    <a:pt x="1239" y="2525"/>
                    <a:pt x="1194" y="2490"/>
                  </a:cubicBezTo>
                  <a:cubicBezTo>
                    <a:pt x="1173" y="2472"/>
                    <a:pt x="1152" y="2458"/>
                    <a:pt x="1141" y="2444"/>
                  </a:cubicBezTo>
                  <a:cubicBezTo>
                    <a:pt x="1082" y="2388"/>
                    <a:pt x="1096" y="2276"/>
                    <a:pt x="1127" y="2203"/>
                  </a:cubicBezTo>
                  <a:cubicBezTo>
                    <a:pt x="1152" y="2126"/>
                    <a:pt x="1211" y="2066"/>
                    <a:pt x="1288" y="2042"/>
                  </a:cubicBezTo>
                  <a:cubicBezTo>
                    <a:pt x="1236" y="1975"/>
                    <a:pt x="1180" y="1912"/>
                    <a:pt x="1120" y="1853"/>
                  </a:cubicBezTo>
                  <a:cubicBezTo>
                    <a:pt x="1043" y="1779"/>
                    <a:pt x="1019" y="1706"/>
                    <a:pt x="1047" y="1643"/>
                  </a:cubicBezTo>
                  <a:cubicBezTo>
                    <a:pt x="1089" y="1541"/>
                    <a:pt x="1236" y="1527"/>
                    <a:pt x="1295" y="1527"/>
                  </a:cubicBezTo>
                  <a:cubicBezTo>
                    <a:pt x="1295" y="1510"/>
                    <a:pt x="1292" y="1489"/>
                    <a:pt x="1288" y="1471"/>
                  </a:cubicBezTo>
                  <a:lnTo>
                    <a:pt x="1288" y="1457"/>
                  </a:lnTo>
                  <a:cubicBezTo>
                    <a:pt x="1281" y="1373"/>
                    <a:pt x="1271" y="1261"/>
                    <a:pt x="1358" y="1170"/>
                  </a:cubicBezTo>
                  <a:cubicBezTo>
                    <a:pt x="1418" y="1111"/>
                    <a:pt x="1386" y="1006"/>
                    <a:pt x="1341" y="876"/>
                  </a:cubicBezTo>
                  <a:cubicBezTo>
                    <a:pt x="1320" y="823"/>
                    <a:pt x="1302" y="764"/>
                    <a:pt x="1299" y="708"/>
                  </a:cubicBezTo>
                  <a:cubicBezTo>
                    <a:pt x="1299" y="599"/>
                    <a:pt x="1390" y="543"/>
                    <a:pt x="1484" y="484"/>
                  </a:cubicBezTo>
                  <a:cubicBezTo>
                    <a:pt x="1551" y="445"/>
                    <a:pt x="1614" y="400"/>
                    <a:pt x="1673" y="344"/>
                  </a:cubicBezTo>
                  <a:lnTo>
                    <a:pt x="1684" y="330"/>
                  </a:lnTo>
                  <a:lnTo>
                    <a:pt x="1663" y="323"/>
                  </a:lnTo>
                  <a:cubicBezTo>
                    <a:pt x="1607" y="305"/>
                    <a:pt x="1516" y="274"/>
                    <a:pt x="1516" y="176"/>
                  </a:cubicBezTo>
                  <a:cubicBezTo>
                    <a:pt x="1516" y="169"/>
                    <a:pt x="1516" y="155"/>
                    <a:pt x="1488" y="141"/>
                  </a:cubicBezTo>
                  <a:cubicBezTo>
                    <a:pt x="1462" y="130"/>
                    <a:pt x="1435" y="125"/>
                    <a:pt x="1409" y="125"/>
                  </a:cubicBezTo>
                  <a:cubicBezTo>
                    <a:pt x="1364" y="125"/>
                    <a:pt x="1320" y="140"/>
                    <a:pt x="1285" y="169"/>
                  </a:cubicBezTo>
                  <a:cubicBezTo>
                    <a:pt x="1232" y="207"/>
                    <a:pt x="1192" y="226"/>
                    <a:pt x="1156" y="226"/>
                  </a:cubicBezTo>
                  <a:cubicBezTo>
                    <a:pt x="1130" y="226"/>
                    <a:pt x="1105" y="216"/>
                    <a:pt x="1078" y="197"/>
                  </a:cubicBezTo>
                  <a:cubicBezTo>
                    <a:pt x="1067" y="188"/>
                    <a:pt x="1053" y="182"/>
                    <a:pt x="1039" y="182"/>
                  </a:cubicBezTo>
                  <a:cubicBezTo>
                    <a:pt x="1035" y="182"/>
                    <a:pt x="1032" y="182"/>
                    <a:pt x="1029" y="183"/>
                  </a:cubicBezTo>
                  <a:lnTo>
                    <a:pt x="956" y="183"/>
                  </a:lnTo>
                  <a:cubicBezTo>
                    <a:pt x="923" y="185"/>
                    <a:pt x="888" y="187"/>
                    <a:pt x="854" y="187"/>
                  </a:cubicBezTo>
                  <a:cubicBezTo>
                    <a:pt x="783" y="187"/>
                    <a:pt x="714" y="178"/>
                    <a:pt x="669" y="137"/>
                  </a:cubicBezTo>
                  <a:cubicBezTo>
                    <a:pt x="644" y="109"/>
                    <a:pt x="627" y="74"/>
                    <a:pt x="630" y="36"/>
                  </a:cubicBezTo>
                  <a:cubicBezTo>
                    <a:pt x="630" y="25"/>
                    <a:pt x="627" y="11"/>
                    <a:pt x="623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49" name="Google Shape;5407;p80">
              <a:extLst>
                <a:ext uri="{FF2B5EF4-FFF2-40B4-BE49-F238E27FC236}">
                  <a16:creationId xmlns:a16="http://schemas.microsoft.com/office/drawing/2014/main" id="{43ECA657-9243-653E-3074-97222B16B81E}"/>
                </a:ext>
              </a:extLst>
            </p:cNvPr>
            <p:cNvSpPr/>
            <p:nvPr/>
          </p:nvSpPr>
          <p:spPr>
            <a:xfrm>
              <a:off x="2073964" y="1600939"/>
              <a:ext cx="27440" cy="23163"/>
            </a:xfrm>
            <a:custGeom>
              <a:avLst/>
              <a:gdLst/>
              <a:ahLst/>
              <a:cxnLst/>
              <a:rect l="l" t="t" r="r" b="b"/>
              <a:pathLst>
                <a:path w="2021" h="1706" extrusionOk="0">
                  <a:moveTo>
                    <a:pt x="1736" y="0"/>
                  </a:moveTo>
                  <a:cubicBezTo>
                    <a:pt x="1645" y="0"/>
                    <a:pt x="1529" y="23"/>
                    <a:pt x="1397" y="49"/>
                  </a:cubicBezTo>
                  <a:lnTo>
                    <a:pt x="1373" y="56"/>
                  </a:lnTo>
                  <a:cubicBezTo>
                    <a:pt x="1282" y="70"/>
                    <a:pt x="1205" y="130"/>
                    <a:pt x="1173" y="217"/>
                  </a:cubicBezTo>
                  <a:cubicBezTo>
                    <a:pt x="1156" y="252"/>
                    <a:pt x="1159" y="294"/>
                    <a:pt x="1184" y="326"/>
                  </a:cubicBezTo>
                  <a:cubicBezTo>
                    <a:pt x="1215" y="357"/>
                    <a:pt x="1226" y="410"/>
                    <a:pt x="1205" y="452"/>
                  </a:cubicBezTo>
                  <a:cubicBezTo>
                    <a:pt x="1172" y="508"/>
                    <a:pt x="1088" y="532"/>
                    <a:pt x="1010" y="532"/>
                  </a:cubicBezTo>
                  <a:cubicBezTo>
                    <a:pt x="995" y="532"/>
                    <a:pt x="981" y="531"/>
                    <a:pt x="966" y="529"/>
                  </a:cubicBezTo>
                  <a:cubicBezTo>
                    <a:pt x="879" y="515"/>
                    <a:pt x="823" y="469"/>
                    <a:pt x="812" y="399"/>
                  </a:cubicBezTo>
                  <a:cubicBezTo>
                    <a:pt x="812" y="399"/>
                    <a:pt x="812" y="396"/>
                    <a:pt x="812" y="392"/>
                  </a:cubicBezTo>
                  <a:cubicBezTo>
                    <a:pt x="807" y="392"/>
                    <a:pt x="802" y="391"/>
                    <a:pt x="797" y="391"/>
                  </a:cubicBezTo>
                  <a:cubicBezTo>
                    <a:pt x="783" y="391"/>
                    <a:pt x="770" y="395"/>
                    <a:pt x="756" y="403"/>
                  </a:cubicBezTo>
                  <a:cubicBezTo>
                    <a:pt x="714" y="424"/>
                    <a:pt x="690" y="466"/>
                    <a:pt x="693" y="511"/>
                  </a:cubicBezTo>
                  <a:cubicBezTo>
                    <a:pt x="704" y="624"/>
                    <a:pt x="623" y="697"/>
                    <a:pt x="557" y="764"/>
                  </a:cubicBezTo>
                  <a:cubicBezTo>
                    <a:pt x="480" y="834"/>
                    <a:pt x="434" y="883"/>
                    <a:pt x="441" y="956"/>
                  </a:cubicBezTo>
                  <a:cubicBezTo>
                    <a:pt x="455" y="1138"/>
                    <a:pt x="308" y="1324"/>
                    <a:pt x="0" y="1509"/>
                  </a:cubicBezTo>
                  <a:lnTo>
                    <a:pt x="7" y="1509"/>
                  </a:lnTo>
                  <a:lnTo>
                    <a:pt x="18" y="1516"/>
                  </a:lnTo>
                  <a:lnTo>
                    <a:pt x="49" y="1516"/>
                  </a:lnTo>
                  <a:cubicBezTo>
                    <a:pt x="189" y="1516"/>
                    <a:pt x="441" y="1446"/>
                    <a:pt x="522" y="1362"/>
                  </a:cubicBezTo>
                  <a:cubicBezTo>
                    <a:pt x="532" y="1355"/>
                    <a:pt x="543" y="1345"/>
                    <a:pt x="557" y="1334"/>
                  </a:cubicBezTo>
                  <a:lnTo>
                    <a:pt x="564" y="1331"/>
                  </a:lnTo>
                  <a:cubicBezTo>
                    <a:pt x="578" y="1324"/>
                    <a:pt x="592" y="1317"/>
                    <a:pt x="602" y="1310"/>
                  </a:cubicBezTo>
                  <a:lnTo>
                    <a:pt x="609" y="1310"/>
                  </a:lnTo>
                  <a:cubicBezTo>
                    <a:pt x="623" y="1303"/>
                    <a:pt x="634" y="1299"/>
                    <a:pt x="648" y="1296"/>
                  </a:cubicBezTo>
                  <a:lnTo>
                    <a:pt x="658" y="1296"/>
                  </a:lnTo>
                  <a:cubicBezTo>
                    <a:pt x="672" y="1296"/>
                    <a:pt x="686" y="1292"/>
                    <a:pt x="700" y="1292"/>
                  </a:cubicBezTo>
                  <a:lnTo>
                    <a:pt x="732" y="1292"/>
                  </a:lnTo>
                  <a:cubicBezTo>
                    <a:pt x="742" y="1292"/>
                    <a:pt x="753" y="1296"/>
                    <a:pt x="763" y="1299"/>
                  </a:cubicBezTo>
                  <a:cubicBezTo>
                    <a:pt x="847" y="1313"/>
                    <a:pt x="924" y="1355"/>
                    <a:pt x="984" y="1415"/>
                  </a:cubicBezTo>
                  <a:cubicBezTo>
                    <a:pt x="1026" y="1453"/>
                    <a:pt x="1075" y="1485"/>
                    <a:pt x="1128" y="1509"/>
                  </a:cubicBezTo>
                  <a:cubicBezTo>
                    <a:pt x="1219" y="1555"/>
                    <a:pt x="1306" y="1614"/>
                    <a:pt x="1380" y="1684"/>
                  </a:cubicBezTo>
                  <a:lnTo>
                    <a:pt x="1397" y="1705"/>
                  </a:lnTo>
                  <a:cubicBezTo>
                    <a:pt x="1401" y="1670"/>
                    <a:pt x="1404" y="1635"/>
                    <a:pt x="1408" y="1597"/>
                  </a:cubicBezTo>
                  <a:lnTo>
                    <a:pt x="1418" y="1593"/>
                  </a:lnTo>
                  <a:cubicBezTo>
                    <a:pt x="1418" y="1583"/>
                    <a:pt x="1422" y="1572"/>
                    <a:pt x="1422" y="1562"/>
                  </a:cubicBezTo>
                  <a:lnTo>
                    <a:pt x="1422" y="1548"/>
                  </a:lnTo>
                  <a:cubicBezTo>
                    <a:pt x="1422" y="1541"/>
                    <a:pt x="1425" y="1530"/>
                    <a:pt x="1425" y="1523"/>
                  </a:cubicBezTo>
                  <a:lnTo>
                    <a:pt x="1429" y="1506"/>
                  </a:lnTo>
                  <a:cubicBezTo>
                    <a:pt x="1429" y="1499"/>
                    <a:pt x="1432" y="1488"/>
                    <a:pt x="1436" y="1481"/>
                  </a:cubicBezTo>
                  <a:cubicBezTo>
                    <a:pt x="1436" y="1474"/>
                    <a:pt x="1436" y="1471"/>
                    <a:pt x="1439" y="1467"/>
                  </a:cubicBezTo>
                  <a:cubicBezTo>
                    <a:pt x="1443" y="1460"/>
                    <a:pt x="1443" y="1450"/>
                    <a:pt x="1446" y="1439"/>
                  </a:cubicBezTo>
                  <a:cubicBezTo>
                    <a:pt x="1446" y="1432"/>
                    <a:pt x="1446" y="1432"/>
                    <a:pt x="1450" y="1429"/>
                  </a:cubicBezTo>
                  <a:cubicBezTo>
                    <a:pt x="1453" y="1415"/>
                    <a:pt x="1457" y="1404"/>
                    <a:pt x="1460" y="1394"/>
                  </a:cubicBezTo>
                  <a:cubicBezTo>
                    <a:pt x="1471" y="1362"/>
                    <a:pt x="1474" y="1331"/>
                    <a:pt x="1467" y="1299"/>
                  </a:cubicBezTo>
                  <a:cubicBezTo>
                    <a:pt x="1467" y="1289"/>
                    <a:pt x="1464" y="1278"/>
                    <a:pt x="1460" y="1268"/>
                  </a:cubicBezTo>
                  <a:cubicBezTo>
                    <a:pt x="1453" y="1215"/>
                    <a:pt x="1446" y="1166"/>
                    <a:pt x="1478" y="1128"/>
                  </a:cubicBezTo>
                  <a:cubicBezTo>
                    <a:pt x="1499" y="1107"/>
                    <a:pt x="1527" y="1096"/>
                    <a:pt x="1555" y="1096"/>
                  </a:cubicBezTo>
                  <a:cubicBezTo>
                    <a:pt x="1712" y="1096"/>
                    <a:pt x="1796" y="1068"/>
                    <a:pt x="1796" y="1016"/>
                  </a:cubicBezTo>
                  <a:cubicBezTo>
                    <a:pt x="1796" y="897"/>
                    <a:pt x="1838" y="862"/>
                    <a:pt x="1884" y="834"/>
                  </a:cubicBezTo>
                  <a:cubicBezTo>
                    <a:pt x="1898" y="830"/>
                    <a:pt x="1908" y="820"/>
                    <a:pt x="1915" y="806"/>
                  </a:cubicBezTo>
                  <a:cubicBezTo>
                    <a:pt x="1915" y="771"/>
                    <a:pt x="1824" y="676"/>
                    <a:pt x="1796" y="645"/>
                  </a:cubicBezTo>
                  <a:cubicBezTo>
                    <a:pt x="1775" y="627"/>
                    <a:pt x="1758" y="606"/>
                    <a:pt x="1740" y="585"/>
                  </a:cubicBezTo>
                  <a:cubicBezTo>
                    <a:pt x="1726" y="564"/>
                    <a:pt x="1723" y="539"/>
                    <a:pt x="1726" y="518"/>
                  </a:cubicBezTo>
                  <a:cubicBezTo>
                    <a:pt x="1737" y="473"/>
                    <a:pt x="1772" y="455"/>
                    <a:pt x="1814" y="431"/>
                  </a:cubicBezTo>
                  <a:cubicBezTo>
                    <a:pt x="1870" y="399"/>
                    <a:pt x="1919" y="361"/>
                    <a:pt x="1964" y="315"/>
                  </a:cubicBezTo>
                  <a:cubicBezTo>
                    <a:pt x="1971" y="308"/>
                    <a:pt x="1978" y="298"/>
                    <a:pt x="1989" y="287"/>
                  </a:cubicBezTo>
                  <a:lnTo>
                    <a:pt x="1996" y="277"/>
                  </a:lnTo>
                  <a:cubicBezTo>
                    <a:pt x="2003" y="270"/>
                    <a:pt x="2006" y="263"/>
                    <a:pt x="2013" y="256"/>
                  </a:cubicBezTo>
                  <a:lnTo>
                    <a:pt x="2017" y="249"/>
                  </a:lnTo>
                  <a:lnTo>
                    <a:pt x="2017" y="245"/>
                  </a:lnTo>
                  <a:cubicBezTo>
                    <a:pt x="2017" y="242"/>
                    <a:pt x="2017" y="238"/>
                    <a:pt x="2020" y="238"/>
                  </a:cubicBezTo>
                  <a:lnTo>
                    <a:pt x="2020" y="231"/>
                  </a:lnTo>
                  <a:cubicBezTo>
                    <a:pt x="2020" y="228"/>
                    <a:pt x="2020" y="228"/>
                    <a:pt x="2020" y="224"/>
                  </a:cubicBezTo>
                  <a:lnTo>
                    <a:pt x="2020" y="217"/>
                  </a:lnTo>
                  <a:lnTo>
                    <a:pt x="2020" y="200"/>
                  </a:lnTo>
                  <a:lnTo>
                    <a:pt x="2020" y="196"/>
                  </a:lnTo>
                  <a:lnTo>
                    <a:pt x="2020" y="172"/>
                  </a:lnTo>
                  <a:lnTo>
                    <a:pt x="2020" y="168"/>
                  </a:lnTo>
                  <a:lnTo>
                    <a:pt x="2020" y="144"/>
                  </a:lnTo>
                  <a:lnTo>
                    <a:pt x="2020" y="137"/>
                  </a:lnTo>
                  <a:cubicBezTo>
                    <a:pt x="2020" y="126"/>
                    <a:pt x="2020" y="112"/>
                    <a:pt x="2017" y="102"/>
                  </a:cubicBezTo>
                  <a:lnTo>
                    <a:pt x="2017" y="95"/>
                  </a:lnTo>
                  <a:cubicBezTo>
                    <a:pt x="2017" y="81"/>
                    <a:pt x="2013" y="67"/>
                    <a:pt x="2010" y="53"/>
                  </a:cubicBezTo>
                  <a:cubicBezTo>
                    <a:pt x="1996" y="58"/>
                    <a:pt x="1981" y="60"/>
                    <a:pt x="1965" y="60"/>
                  </a:cubicBezTo>
                  <a:cubicBezTo>
                    <a:pt x="1934" y="60"/>
                    <a:pt x="1902" y="51"/>
                    <a:pt x="1877" y="32"/>
                  </a:cubicBezTo>
                  <a:cubicBezTo>
                    <a:pt x="1841" y="9"/>
                    <a:pt x="1793" y="0"/>
                    <a:pt x="1736" y="0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50" name="Google Shape;5408;p80">
              <a:extLst>
                <a:ext uri="{FF2B5EF4-FFF2-40B4-BE49-F238E27FC236}">
                  <a16:creationId xmlns:a16="http://schemas.microsoft.com/office/drawing/2014/main" id="{19D8117D-5899-9BEE-9EBD-01CD9EBC9238}"/>
                </a:ext>
              </a:extLst>
            </p:cNvPr>
            <p:cNvSpPr/>
            <p:nvPr/>
          </p:nvSpPr>
          <p:spPr>
            <a:xfrm>
              <a:off x="2092647" y="1634489"/>
              <a:ext cx="2865" cy="4114"/>
            </a:xfrm>
            <a:custGeom>
              <a:avLst/>
              <a:gdLst/>
              <a:ahLst/>
              <a:cxnLst/>
              <a:rect l="l" t="t" r="r" b="b"/>
              <a:pathLst>
                <a:path w="211" h="303" extrusionOk="0">
                  <a:moveTo>
                    <a:pt x="84" y="1"/>
                  </a:moveTo>
                  <a:lnTo>
                    <a:pt x="81" y="4"/>
                  </a:lnTo>
                  <a:cubicBezTo>
                    <a:pt x="70" y="15"/>
                    <a:pt x="63" y="25"/>
                    <a:pt x="56" y="36"/>
                  </a:cubicBezTo>
                  <a:lnTo>
                    <a:pt x="53" y="46"/>
                  </a:lnTo>
                  <a:cubicBezTo>
                    <a:pt x="46" y="60"/>
                    <a:pt x="39" y="74"/>
                    <a:pt x="32" y="88"/>
                  </a:cubicBezTo>
                  <a:lnTo>
                    <a:pt x="28" y="95"/>
                  </a:lnTo>
                  <a:cubicBezTo>
                    <a:pt x="25" y="109"/>
                    <a:pt x="21" y="123"/>
                    <a:pt x="14" y="137"/>
                  </a:cubicBezTo>
                  <a:lnTo>
                    <a:pt x="14" y="148"/>
                  </a:lnTo>
                  <a:cubicBezTo>
                    <a:pt x="11" y="165"/>
                    <a:pt x="7" y="183"/>
                    <a:pt x="4" y="200"/>
                  </a:cubicBezTo>
                  <a:lnTo>
                    <a:pt x="4" y="211"/>
                  </a:lnTo>
                  <a:cubicBezTo>
                    <a:pt x="0" y="229"/>
                    <a:pt x="0" y="246"/>
                    <a:pt x="0" y="264"/>
                  </a:cubicBezTo>
                  <a:lnTo>
                    <a:pt x="0" y="278"/>
                  </a:lnTo>
                  <a:lnTo>
                    <a:pt x="0" y="281"/>
                  </a:lnTo>
                  <a:cubicBezTo>
                    <a:pt x="70" y="285"/>
                    <a:pt x="140" y="292"/>
                    <a:pt x="210" y="302"/>
                  </a:cubicBezTo>
                  <a:lnTo>
                    <a:pt x="210" y="299"/>
                  </a:lnTo>
                  <a:cubicBezTo>
                    <a:pt x="207" y="281"/>
                    <a:pt x="203" y="267"/>
                    <a:pt x="200" y="250"/>
                  </a:cubicBezTo>
                  <a:lnTo>
                    <a:pt x="200" y="246"/>
                  </a:lnTo>
                  <a:cubicBezTo>
                    <a:pt x="196" y="232"/>
                    <a:pt x="193" y="218"/>
                    <a:pt x="189" y="204"/>
                  </a:cubicBezTo>
                  <a:lnTo>
                    <a:pt x="189" y="200"/>
                  </a:lnTo>
                  <a:cubicBezTo>
                    <a:pt x="186" y="186"/>
                    <a:pt x="182" y="176"/>
                    <a:pt x="175" y="162"/>
                  </a:cubicBezTo>
                  <a:lnTo>
                    <a:pt x="172" y="155"/>
                  </a:lnTo>
                  <a:cubicBezTo>
                    <a:pt x="168" y="144"/>
                    <a:pt x="165" y="134"/>
                    <a:pt x="158" y="123"/>
                  </a:cubicBezTo>
                  <a:lnTo>
                    <a:pt x="158" y="120"/>
                  </a:lnTo>
                  <a:cubicBezTo>
                    <a:pt x="151" y="109"/>
                    <a:pt x="147" y="102"/>
                    <a:pt x="144" y="95"/>
                  </a:cubicBezTo>
                  <a:lnTo>
                    <a:pt x="144" y="92"/>
                  </a:lnTo>
                  <a:cubicBezTo>
                    <a:pt x="140" y="81"/>
                    <a:pt x="133" y="74"/>
                    <a:pt x="130" y="67"/>
                  </a:cubicBezTo>
                  <a:lnTo>
                    <a:pt x="126" y="60"/>
                  </a:lnTo>
                  <a:lnTo>
                    <a:pt x="112" y="39"/>
                  </a:lnTo>
                  <a:lnTo>
                    <a:pt x="109" y="36"/>
                  </a:lnTo>
                  <a:lnTo>
                    <a:pt x="95" y="18"/>
                  </a:lnTo>
                  <a:lnTo>
                    <a:pt x="84" y="1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51" name="Google Shape;5409;p80">
              <a:extLst>
                <a:ext uri="{FF2B5EF4-FFF2-40B4-BE49-F238E27FC236}">
                  <a16:creationId xmlns:a16="http://schemas.microsoft.com/office/drawing/2014/main" id="{4EFCF7CC-1DE7-4771-2143-A9658DB7C541}"/>
                </a:ext>
              </a:extLst>
            </p:cNvPr>
            <p:cNvSpPr/>
            <p:nvPr/>
          </p:nvSpPr>
          <p:spPr>
            <a:xfrm>
              <a:off x="2068873" y="1620273"/>
              <a:ext cx="26014" cy="18194"/>
            </a:xfrm>
            <a:custGeom>
              <a:avLst/>
              <a:gdLst/>
              <a:ahLst/>
              <a:cxnLst/>
              <a:rect l="l" t="t" r="r" b="b"/>
              <a:pathLst>
                <a:path w="1916" h="1340" extrusionOk="0">
                  <a:moveTo>
                    <a:pt x="1092" y="1"/>
                  </a:moveTo>
                  <a:cubicBezTo>
                    <a:pt x="1059" y="1"/>
                    <a:pt x="1025" y="13"/>
                    <a:pt x="998" y="36"/>
                  </a:cubicBezTo>
                  <a:cubicBezTo>
                    <a:pt x="890" y="148"/>
                    <a:pt x="624" y="218"/>
                    <a:pt x="463" y="229"/>
                  </a:cubicBezTo>
                  <a:lnTo>
                    <a:pt x="400" y="229"/>
                  </a:lnTo>
                  <a:lnTo>
                    <a:pt x="389" y="225"/>
                  </a:lnTo>
                  <a:lnTo>
                    <a:pt x="382" y="222"/>
                  </a:lnTo>
                  <a:lnTo>
                    <a:pt x="368" y="218"/>
                  </a:lnTo>
                  <a:lnTo>
                    <a:pt x="358" y="215"/>
                  </a:lnTo>
                  <a:lnTo>
                    <a:pt x="344" y="211"/>
                  </a:lnTo>
                  <a:lnTo>
                    <a:pt x="326" y="204"/>
                  </a:lnTo>
                  <a:lnTo>
                    <a:pt x="309" y="201"/>
                  </a:lnTo>
                  <a:lnTo>
                    <a:pt x="291" y="194"/>
                  </a:lnTo>
                  <a:lnTo>
                    <a:pt x="270" y="183"/>
                  </a:lnTo>
                  <a:lnTo>
                    <a:pt x="253" y="176"/>
                  </a:lnTo>
                  <a:lnTo>
                    <a:pt x="242" y="169"/>
                  </a:lnTo>
                  <a:cubicBezTo>
                    <a:pt x="165" y="215"/>
                    <a:pt x="85" y="253"/>
                    <a:pt x="1" y="285"/>
                  </a:cubicBezTo>
                  <a:lnTo>
                    <a:pt x="1" y="288"/>
                  </a:lnTo>
                  <a:cubicBezTo>
                    <a:pt x="4" y="299"/>
                    <a:pt x="8" y="306"/>
                    <a:pt x="8" y="316"/>
                  </a:cubicBezTo>
                  <a:cubicBezTo>
                    <a:pt x="25" y="376"/>
                    <a:pt x="57" y="432"/>
                    <a:pt x="99" y="474"/>
                  </a:cubicBezTo>
                  <a:cubicBezTo>
                    <a:pt x="113" y="460"/>
                    <a:pt x="134" y="449"/>
                    <a:pt x="155" y="446"/>
                  </a:cubicBezTo>
                  <a:cubicBezTo>
                    <a:pt x="159" y="445"/>
                    <a:pt x="163" y="445"/>
                    <a:pt x="167" y="445"/>
                  </a:cubicBezTo>
                  <a:cubicBezTo>
                    <a:pt x="228" y="445"/>
                    <a:pt x="281" y="495"/>
                    <a:pt x="340" y="554"/>
                  </a:cubicBezTo>
                  <a:cubicBezTo>
                    <a:pt x="375" y="589"/>
                    <a:pt x="410" y="617"/>
                    <a:pt x="449" y="645"/>
                  </a:cubicBezTo>
                  <a:cubicBezTo>
                    <a:pt x="477" y="659"/>
                    <a:pt x="515" y="677"/>
                    <a:pt x="557" y="698"/>
                  </a:cubicBezTo>
                  <a:cubicBezTo>
                    <a:pt x="690" y="757"/>
                    <a:pt x="806" y="810"/>
                    <a:pt x="820" y="897"/>
                  </a:cubicBezTo>
                  <a:cubicBezTo>
                    <a:pt x="834" y="992"/>
                    <a:pt x="862" y="1027"/>
                    <a:pt x="872" y="1034"/>
                  </a:cubicBezTo>
                  <a:cubicBezTo>
                    <a:pt x="876" y="1034"/>
                    <a:pt x="883" y="1034"/>
                    <a:pt x="886" y="1030"/>
                  </a:cubicBezTo>
                  <a:cubicBezTo>
                    <a:pt x="928" y="1009"/>
                    <a:pt x="967" y="981"/>
                    <a:pt x="1002" y="950"/>
                  </a:cubicBezTo>
                  <a:cubicBezTo>
                    <a:pt x="1054" y="906"/>
                    <a:pt x="1096" y="872"/>
                    <a:pt x="1139" y="872"/>
                  </a:cubicBezTo>
                  <a:cubicBezTo>
                    <a:pt x="1150" y="872"/>
                    <a:pt x="1162" y="875"/>
                    <a:pt x="1173" y="880"/>
                  </a:cubicBezTo>
                  <a:cubicBezTo>
                    <a:pt x="1205" y="897"/>
                    <a:pt x="1226" y="932"/>
                    <a:pt x="1222" y="967"/>
                  </a:cubicBezTo>
                  <a:cubicBezTo>
                    <a:pt x="1222" y="1037"/>
                    <a:pt x="1240" y="1125"/>
                    <a:pt x="1275" y="1153"/>
                  </a:cubicBezTo>
                  <a:cubicBezTo>
                    <a:pt x="1280" y="1158"/>
                    <a:pt x="1287" y="1161"/>
                    <a:pt x="1293" y="1161"/>
                  </a:cubicBezTo>
                  <a:cubicBezTo>
                    <a:pt x="1295" y="1161"/>
                    <a:pt x="1298" y="1161"/>
                    <a:pt x="1299" y="1160"/>
                  </a:cubicBezTo>
                  <a:cubicBezTo>
                    <a:pt x="1310" y="1156"/>
                    <a:pt x="1320" y="1156"/>
                    <a:pt x="1331" y="1156"/>
                  </a:cubicBezTo>
                  <a:lnTo>
                    <a:pt x="1345" y="1156"/>
                  </a:lnTo>
                  <a:cubicBezTo>
                    <a:pt x="1352" y="1156"/>
                    <a:pt x="1359" y="1156"/>
                    <a:pt x="1366" y="1160"/>
                  </a:cubicBezTo>
                  <a:lnTo>
                    <a:pt x="1376" y="1163"/>
                  </a:lnTo>
                  <a:cubicBezTo>
                    <a:pt x="1383" y="1163"/>
                    <a:pt x="1387" y="1167"/>
                    <a:pt x="1394" y="1170"/>
                  </a:cubicBezTo>
                  <a:lnTo>
                    <a:pt x="1405" y="1174"/>
                  </a:lnTo>
                  <a:cubicBezTo>
                    <a:pt x="1408" y="1177"/>
                    <a:pt x="1415" y="1181"/>
                    <a:pt x="1422" y="1184"/>
                  </a:cubicBezTo>
                  <a:lnTo>
                    <a:pt x="1429" y="1191"/>
                  </a:lnTo>
                  <a:lnTo>
                    <a:pt x="1443" y="1202"/>
                  </a:lnTo>
                  <a:lnTo>
                    <a:pt x="1450" y="1209"/>
                  </a:lnTo>
                  <a:lnTo>
                    <a:pt x="1464" y="1223"/>
                  </a:lnTo>
                  <a:lnTo>
                    <a:pt x="1471" y="1230"/>
                  </a:lnTo>
                  <a:lnTo>
                    <a:pt x="1485" y="1247"/>
                  </a:lnTo>
                  <a:lnTo>
                    <a:pt x="1489" y="1254"/>
                  </a:lnTo>
                  <a:lnTo>
                    <a:pt x="1506" y="1272"/>
                  </a:lnTo>
                  <a:cubicBezTo>
                    <a:pt x="1534" y="1313"/>
                    <a:pt x="1557" y="1340"/>
                    <a:pt x="1574" y="1340"/>
                  </a:cubicBezTo>
                  <a:cubicBezTo>
                    <a:pt x="1576" y="1340"/>
                    <a:pt x="1578" y="1339"/>
                    <a:pt x="1580" y="1339"/>
                  </a:cubicBezTo>
                  <a:cubicBezTo>
                    <a:pt x="1590" y="1339"/>
                    <a:pt x="1601" y="1335"/>
                    <a:pt x="1611" y="1335"/>
                  </a:cubicBezTo>
                  <a:lnTo>
                    <a:pt x="1611" y="1293"/>
                  </a:lnTo>
                  <a:cubicBezTo>
                    <a:pt x="1611" y="1290"/>
                    <a:pt x="1611" y="1290"/>
                    <a:pt x="1611" y="1286"/>
                  </a:cubicBezTo>
                  <a:cubicBezTo>
                    <a:pt x="1611" y="1268"/>
                    <a:pt x="1615" y="1254"/>
                    <a:pt x="1618" y="1240"/>
                  </a:cubicBezTo>
                  <a:cubicBezTo>
                    <a:pt x="1618" y="1233"/>
                    <a:pt x="1618" y="1230"/>
                    <a:pt x="1618" y="1223"/>
                  </a:cubicBezTo>
                  <a:cubicBezTo>
                    <a:pt x="1622" y="1219"/>
                    <a:pt x="1622" y="1205"/>
                    <a:pt x="1625" y="1195"/>
                  </a:cubicBezTo>
                  <a:cubicBezTo>
                    <a:pt x="1625" y="1184"/>
                    <a:pt x="1625" y="1184"/>
                    <a:pt x="1629" y="1177"/>
                  </a:cubicBezTo>
                  <a:cubicBezTo>
                    <a:pt x="1629" y="1174"/>
                    <a:pt x="1632" y="1163"/>
                    <a:pt x="1632" y="1153"/>
                  </a:cubicBezTo>
                  <a:lnTo>
                    <a:pt x="1636" y="1139"/>
                  </a:lnTo>
                  <a:cubicBezTo>
                    <a:pt x="1636" y="1132"/>
                    <a:pt x="1643" y="1121"/>
                    <a:pt x="1643" y="1114"/>
                  </a:cubicBezTo>
                  <a:lnTo>
                    <a:pt x="1650" y="1100"/>
                  </a:lnTo>
                  <a:cubicBezTo>
                    <a:pt x="1653" y="1093"/>
                    <a:pt x="1653" y="1086"/>
                    <a:pt x="1657" y="1079"/>
                  </a:cubicBezTo>
                  <a:lnTo>
                    <a:pt x="1664" y="1069"/>
                  </a:lnTo>
                  <a:cubicBezTo>
                    <a:pt x="1667" y="1062"/>
                    <a:pt x="1671" y="1055"/>
                    <a:pt x="1671" y="1048"/>
                  </a:cubicBezTo>
                  <a:lnTo>
                    <a:pt x="1678" y="1037"/>
                  </a:lnTo>
                  <a:cubicBezTo>
                    <a:pt x="1681" y="1030"/>
                    <a:pt x="1685" y="1023"/>
                    <a:pt x="1688" y="1016"/>
                  </a:cubicBezTo>
                  <a:lnTo>
                    <a:pt x="1692" y="1009"/>
                  </a:lnTo>
                  <a:cubicBezTo>
                    <a:pt x="1699" y="999"/>
                    <a:pt x="1706" y="992"/>
                    <a:pt x="1713" y="985"/>
                  </a:cubicBezTo>
                  <a:lnTo>
                    <a:pt x="1713" y="981"/>
                  </a:lnTo>
                  <a:cubicBezTo>
                    <a:pt x="1720" y="974"/>
                    <a:pt x="1723" y="967"/>
                    <a:pt x="1730" y="960"/>
                  </a:cubicBezTo>
                  <a:lnTo>
                    <a:pt x="1737" y="953"/>
                  </a:lnTo>
                  <a:lnTo>
                    <a:pt x="1748" y="939"/>
                  </a:lnTo>
                  <a:lnTo>
                    <a:pt x="1755" y="932"/>
                  </a:lnTo>
                  <a:lnTo>
                    <a:pt x="1769" y="922"/>
                  </a:lnTo>
                  <a:lnTo>
                    <a:pt x="1776" y="915"/>
                  </a:lnTo>
                  <a:lnTo>
                    <a:pt x="1790" y="904"/>
                  </a:lnTo>
                  <a:lnTo>
                    <a:pt x="1797" y="901"/>
                  </a:lnTo>
                  <a:lnTo>
                    <a:pt x="1811" y="890"/>
                  </a:lnTo>
                  <a:lnTo>
                    <a:pt x="1818" y="887"/>
                  </a:lnTo>
                  <a:lnTo>
                    <a:pt x="1821" y="883"/>
                  </a:lnTo>
                  <a:cubicBezTo>
                    <a:pt x="1825" y="880"/>
                    <a:pt x="1828" y="876"/>
                    <a:pt x="1832" y="873"/>
                  </a:cubicBezTo>
                  <a:lnTo>
                    <a:pt x="1839" y="859"/>
                  </a:lnTo>
                  <a:lnTo>
                    <a:pt x="1849" y="848"/>
                  </a:lnTo>
                  <a:lnTo>
                    <a:pt x="1860" y="834"/>
                  </a:lnTo>
                  <a:lnTo>
                    <a:pt x="1867" y="827"/>
                  </a:lnTo>
                  <a:cubicBezTo>
                    <a:pt x="1888" y="810"/>
                    <a:pt x="1905" y="785"/>
                    <a:pt x="1916" y="761"/>
                  </a:cubicBezTo>
                  <a:cubicBezTo>
                    <a:pt x="1902" y="722"/>
                    <a:pt x="1881" y="684"/>
                    <a:pt x="1856" y="652"/>
                  </a:cubicBezTo>
                  <a:lnTo>
                    <a:pt x="1839" y="624"/>
                  </a:lnTo>
                  <a:lnTo>
                    <a:pt x="1835" y="617"/>
                  </a:lnTo>
                  <a:lnTo>
                    <a:pt x="1821" y="596"/>
                  </a:lnTo>
                  <a:lnTo>
                    <a:pt x="1818" y="586"/>
                  </a:lnTo>
                  <a:lnTo>
                    <a:pt x="1807" y="568"/>
                  </a:lnTo>
                  <a:lnTo>
                    <a:pt x="1800" y="558"/>
                  </a:lnTo>
                  <a:lnTo>
                    <a:pt x="1793" y="540"/>
                  </a:lnTo>
                  <a:lnTo>
                    <a:pt x="1786" y="530"/>
                  </a:lnTo>
                  <a:lnTo>
                    <a:pt x="1779" y="516"/>
                  </a:lnTo>
                  <a:lnTo>
                    <a:pt x="1776" y="502"/>
                  </a:lnTo>
                  <a:cubicBezTo>
                    <a:pt x="1776" y="498"/>
                    <a:pt x="1772" y="491"/>
                    <a:pt x="1772" y="488"/>
                  </a:cubicBezTo>
                  <a:cubicBezTo>
                    <a:pt x="1772" y="481"/>
                    <a:pt x="1772" y="477"/>
                    <a:pt x="1769" y="474"/>
                  </a:cubicBezTo>
                  <a:cubicBezTo>
                    <a:pt x="1769" y="470"/>
                    <a:pt x="1769" y="463"/>
                    <a:pt x="1769" y="460"/>
                  </a:cubicBezTo>
                  <a:lnTo>
                    <a:pt x="1769" y="449"/>
                  </a:lnTo>
                  <a:lnTo>
                    <a:pt x="1769" y="446"/>
                  </a:lnTo>
                  <a:lnTo>
                    <a:pt x="1769" y="442"/>
                  </a:lnTo>
                  <a:cubicBezTo>
                    <a:pt x="1751" y="428"/>
                    <a:pt x="1737" y="418"/>
                    <a:pt x="1723" y="404"/>
                  </a:cubicBezTo>
                  <a:lnTo>
                    <a:pt x="1713" y="397"/>
                  </a:lnTo>
                  <a:cubicBezTo>
                    <a:pt x="1699" y="383"/>
                    <a:pt x="1685" y="372"/>
                    <a:pt x="1674" y="358"/>
                  </a:cubicBezTo>
                  <a:cubicBezTo>
                    <a:pt x="1608" y="295"/>
                    <a:pt x="1534" y="243"/>
                    <a:pt x="1450" y="204"/>
                  </a:cubicBezTo>
                  <a:cubicBezTo>
                    <a:pt x="1387" y="173"/>
                    <a:pt x="1327" y="134"/>
                    <a:pt x="1275" y="85"/>
                  </a:cubicBezTo>
                  <a:cubicBezTo>
                    <a:pt x="1236" y="47"/>
                    <a:pt x="1184" y="19"/>
                    <a:pt x="1124" y="5"/>
                  </a:cubicBezTo>
                  <a:cubicBezTo>
                    <a:pt x="1114" y="2"/>
                    <a:pt x="1103" y="1"/>
                    <a:pt x="1092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52" name="Google Shape;5410;p80">
              <a:extLst>
                <a:ext uri="{FF2B5EF4-FFF2-40B4-BE49-F238E27FC236}">
                  <a16:creationId xmlns:a16="http://schemas.microsoft.com/office/drawing/2014/main" id="{B181D702-E419-C5D3-59EF-B4468E8289A3}"/>
                </a:ext>
              </a:extLst>
            </p:cNvPr>
            <p:cNvSpPr/>
            <p:nvPr/>
          </p:nvSpPr>
          <p:spPr>
            <a:xfrm>
              <a:off x="2073244" y="1623043"/>
              <a:ext cx="258" cy="54"/>
            </a:xfrm>
            <a:custGeom>
              <a:avLst/>
              <a:gdLst/>
              <a:ahLst/>
              <a:cxnLst/>
              <a:rect l="l" t="t" r="r" b="b"/>
              <a:pathLst>
                <a:path w="19" h="4" extrusionOk="0">
                  <a:moveTo>
                    <a:pt x="1" y="0"/>
                  </a:moveTo>
                  <a:lnTo>
                    <a:pt x="18" y="4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53" name="Google Shape;5411;p80">
              <a:extLst>
                <a:ext uri="{FF2B5EF4-FFF2-40B4-BE49-F238E27FC236}">
                  <a16:creationId xmlns:a16="http://schemas.microsoft.com/office/drawing/2014/main" id="{F88F91C1-33B2-12F9-B9C0-FC74FE53E4F0}"/>
                </a:ext>
              </a:extLst>
            </p:cNvPr>
            <p:cNvSpPr/>
            <p:nvPr/>
          </p:nvSpPr>
          <p:spPr>
            <a:xfrm>
              <a:off x="2091547" y="1625134"/>
              <a:ext cx="543" cy="530"/>
            </a:xfrm>
            <a:custGeom>
              <a:avLst/>
              <a:gdLst/>
              <a:ahLst/>
              <a:cxnLst/>
              <a:rect l="l" t="t" r="r" b="b"/>
              <a:pathLst>
                <a:path w="40" h="39" extrusionOk="0">
                  <a:moveTo>
                    <a:pt x="1" y="0"/>
                  </a:moveTo>
                  <a:cubicBezTo>
                    <a:pt x="11" y="14"/>
                    <a:pt x="25" y="25"/>
                    <a:pt x="39" y="39"/>
                  </a:cubicBezTo>
                  <a:cubicBezTo>
                    <a:pt x="25" y="25"/>
                    <a:pt x="11" y="14"/>
                    <a:pt x="1" y="0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54" name="Google Shape;5412;p80">
              <a:extLst>
                <a:ext uri="{FF2B5EF4-FFF2-40B4-BE49-F238E27FC236}">
                  <a16:creationId xmlns:a16="http://schemas.microsoft.com/office/drawing/2014/main" id="{F8A6BB88-DF80-01FE-71D5-FF1E1DE30C89}"/>
                </a:ext>
              </a:extLst>
            </p:cNvPr>
            <p:cNvSpPr/>
            <p:nvPr/>
          </p:nvSpPr>
          <p:spPr>
            <a:xfrm>
              <a:off x="2074480" y="1623369"/>
              <a:ext cx="14" cy="14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1" y="1"/>
                  </a:move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55" name="Google Shape;5413;p80">
              <a:extLst>
                <a:ext uri="{FF2B5EF4-FFF2-40B4-BE49-F238E27FC236}">
                  <a16:creationId xmlns:a16="http://schemas.microsoft.com/office/drawing/2014/main" id="{11CAA46B-012F-4745-284B-89B8AD65391D}"/>
                </a:ext>
              </a:extLst>
            </p:cNvPr>
            <p:cNvSpPr/>
            <p:nvPr/>
          </p:nvSpPr>
          <p:spPr>
            <a:xfrm>
              <a:off x="2072769" y="1622853"/>
              <a:ext cx="258" cy="109"/>
            </a:xfrm>
            <a:custGeom>
              <a:avLst/>
              <a:gdLst/>
              <a:ahLst/>
              <a:cxnLst/>
              <a:rect l="l" t="t" r="r" b="b"/>
              <a:pathLst>
                <a:path w="19" h="8" extrusionOk="0">
                  <a:moveTo>
                    <a:pt x="1" y="0"/>
                  </a:moveTo>
                  <a:lnTo>
                    <a:pt x="18" y="7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56" name="Google Shape;5414;p80">
              <a:extLst>
                <a:ext uri="{FF2B5EF4-FFF2-40B4-BE49-F238E27FC236}">
                  <a16:creationId xmlns:a16="http://schemas.microsoft.com/office/drawing/2014/main" id="{85CA4A1B-C3A8-2F3F-898E-1758239421B3}"/>
                </a:ext>
              </a:extLst>
            </p:cNvPr>
            <p:cNvSpPr/>
            <p:nvPr/>
          </p:nvSpPr>
          <p:spPr>
            <a:xfrm>
              <a:off x="2072253" y="1622609"/>
              <a:ext cx="299" cy="109"/>
            </a:xfrm>
            <a:custGeom>
              <a:avLst/>
              <a:gdLst/>
              <a:ahLst/>
              <a:cxnLst/>
              <a:rect l="l" t="t" r="r" b="b"/>
              <a:pathLst>
                <a:path w="22" h="8" extrusionOk="0">
                  <a:moveTo>
                    <a:pt x="0" y="1"/>
                  </a:moveTo>
                  <a:lnTo>
                    <a:pt x="21" y="8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57" name="Google Shape;5415;p80">
              <a:extLst>
                <a:ext uri="{FF2B5EF4-FFF2-40B4-BE49-F238E27FC236}">
                  <a16:creationId xmlns:a16="http://schemas.microsoft.com/office/drawing/2014/main" id="{B5166602-2D3E-24AD-F4E1-5408ED9ED150}"/>
                </a:ext>
              </a:extLst>
            </p:cNvPr>
            <p:cNvSpPr/>
            <p:nvPr/>
          </p:nvSpPr>
          <p:spPr>
            <a:xfrm>
              <a:off x="2074005" y="1623274"/>
              <a:ext cx="109" cy="14"/>
            </a:xfrm>
            <a:custGeom>
              <a:avLst/>
              <a:gdLst/>
              <a:ahLst/>
              <a:cxnLst/>
              <a:rect l="l" t="t" r="r" b="b"/>
              <a:pathLst>
                <a:path w="8" h="1" extrusionOk="0">
                  <a:moveTo>
                    <a:pt x="1" y="1"/>
                  </a:moveTo>
                  <a:lnTo>
                    <a:pt x="8" y="1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58" name="Google Shape;5416;p80">
              <a:extLst>
                <a:ext uri="{FF2B5EF4-FFF2-40B4-BE49-F238E27FC236}">
                  <a16:creationId xmlns:a16="http://schemas.microsoft.com/office/drawing/2014/main" id="{F69CB9CC-A781-3763-D824-319DF63E4629}"/>
                </a:ext>
              </a:extLst>
            </p:cNvPr>
            <p:cNvSpPr/>
            <p:nvPr/>
          </p:nvSpPr>
          <p:spPr>
            <a:xfrm>
              <a:off x="2073679" y="1623179"/>
              <a:ext cx="149" cy="68"/>
            </a:xfrm>
            <a:custGeom>
              <a:avLst/>
              <a:gdLst/>
              <a:ahLst/>
              <a:cxnLst/>
              <a:rect l="l" t="t" r="r" b="b"/>
              <a:pathLst>
                <a:path w="11" h="5" extrusionOk="0">
                  <a:moveTo>
                    <a:pt x="0" y="1"/>
                  </a:moveTo>
                  <a:lnTo>
                    <a:pt x="11" y="4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59" name="Google Shape;5417;p80">
              <a:extLst>
                <a:ext uri="{FF2B5EF4-FFF2-40B4-BE49-F238E27FC236}">
                  <a16:creationId xmlns:a16="http://schemas.microsoft.com/office/drawing/2014/main" id="{7C7269D9-6F0A-F25D-2C74-60121D346630}"/>
                </a:ext>
              </a:extLst>
            </p:cNvPr>
            <p:cNvSpPr/>
            <p:nvPr/>
          </p:nvSpPr>
          <p:spPr>
            <a:xfrm>
              <a:off x="2074249" y="1623328"/>
              <a:ext cx="109" cy="14"/>
            </a:xfrm>
            <a:custGeom>
              <a:avLst/>
              <a:gdLst/>
              <a:ahLst/>
              <a:cxnLst/>
              <a:rect l="l" t="t" r="r" b="b"/>
              <a:pathLst>
                <a:path w="8" h="1" extrusionOk="0">
                  <a:moveTo>
                    <a:pt x="0" y="0"/>
                  </a:moveTo>
                  <a:lnTo>
                    <a:pt x="7" y="0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60" name="Google Shape;5418;p80">
              <a:extLst>
                <a:ext uri="{FF2B5EF4-FFF2-40B4-BE49-F238E27FC236}">
                  <a16:creationId xmlns:a16="http://schemas.microsoft.com/office/drawing/2014/main" id="{F89276AB-9817-7AD7-27A2-BF8B86013C19}"/>
                </a:ext>
              </a:extLst>
            </p:cNvPr>
            <p:cNvSpPr/>
            <p:nvPr/>
          </p:nvSpPr>
          <p:spPr>
            <a:xfrm>
              <a:off x="2092212" y="1625745"/>
              <a:ext cx="638" cy="543"/>
            </a:xfrm>
            <a:custGeom>
              <a:avLst/>
              <a:gdLst/>
              <a:ahLst/>
              <a:cxnLst/>
              <a:rect l="l" t="t" r="r" b="b"/>
              <a:pathLst>
                <a:path w="47" h="40" extrusionOk="0">
                  <a:moveTo>
                    <a:pt x="1" y="1"/>
                  </a:moveTo>
                  <a:cubicBezTo>
                    <a:pt x="15" y="15"/>
                    <a:pt x="29" y="25"/>
                    <a:pt x="46" y="39"/>
                  </a:cubicBezTo>
                  <a:cubicBezTo>
                    <a:pt x="29" y="25"/>
                    <a:pt x="15" y="15"/>
                    <a:pt x="1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61" name="Google Shape;5419;p80">
              <a:extLst>
                <a:ext uri="{FF2B5EF4-FFF2-40B4-BE49-F238E27FC236}">
                  <a16:creationId xmlns:a16="http://schemas.microsoft.com/office/drawing/2014/main" id="{F81E7637-FD25-E872-172F-D18A7F3D95BA}"/>
                </a:ext>
              </a:extLst>
            </p:cNvPr>
            <p:cNvSpPr/>
            <p:nvPr/>
          </p:nvSpPr>
          <p:spPr>
            <a:xfrm>
              <a:off x="2091031" y="1635724"/>
              <a:ext cx="54" cy="204"/>
            </a:xfrm>
            <a:custGeom>
              <a:avLst/>
              <a:gdLst/>
              <a:ahLst/>
              <a:cxnLst/>
              <a:rect l="l" t="t" r="r" b="b"/>
              <a:pathLst>
                <a:path w="4" h="15" extrusionOk="0">
                  <a:moveTo>
                    <a:pt x="4" y="1"/>
                  </a:moveTo>
                  <a:lnTo>
                    <a:pt x="0" y="15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62" name="Google Shape;5420;p80">
              <a:extLst>
                <a:ext uri="{FF2B5EF4-FFF2-40B4-BE49-F238E27FC236}">
                  <a16:creationId xmlns:a16="http://schemas.microsoft.com/office/drawing/2014/main" id="{C314E213-5AC7-5D1A-E48C-73258E65DD55}"/>
                </a:ext>
              </a:extLst>
            </p:cNvPr>
            <p:cNvSpPr/>
            <p:nvPr/>
          </p:nvSpPr>
          <p:spPr>
            <a:xfrm>
              <a:off x="2091167" y="1635208"/>
              <a:ext cx="109" cy="204"/>
            </a:xfrm>
            <a:custGeom>
              <a:avLst/>
              <a:gdLst/>
              <a:ahLst/>
              <a:cxnLst/>
              <a:rect l="l" t="t" r="r" b="b"/>
              <a:pathLst>
                <a:path w="8" h="15" extrusionOk="0">
                  <a:moveTo>
                    <a:pt x="8" y="0"/>
                  </a:moveTo>
                  <a:lnTo>
                    <a:pt x="1" y="14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63" name="Google Shape;5421;p80">
              <a:extLst>
                <a:ext uri="{FF2B5EF4-FFF2-40B4-BE49-F238E27FC236}">
                  <a16:creationId xmlns:a16="http://schemas.microsoft.com/office/drawing/2014/main" id="{78ABF03B-1723-E0DA-BE7B-977D921562B5}"/>
                </a:ext>
              </a:extLst>
            </p:cNvPr>
            <p:cNvSpPr/>
            <p:nvPr/>
          </p:nvSpPr>
          <p:spPr>
            <a:xfrm>
              <a:off x="2091547" y="1634353"/>
              <a:ext cx="109" cy="149"/>
            </a:xfrm>
            <a:custGeom>
              <a:avLst/>
              <a:gdLst/>
              <a:ahLst/>
              <a:cxnLst/>
              <a:rect l="l" t="t" r="r" b="b"/>
              <a:pathLst>
                <a:path w="8" h="11" extrusionOk="0">
                  <a:moveTo>
                    <a:pt x="8" y="0"/>
                  </a:moveTo>
                  <a:lnTo>
                    <a:pt x="1" y="11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64" name="Google Shape;5422;p80">
              <a:extLst>
                <a:ext uri="{FF2B5EF4-FFF2-40B4-BE49-F238E27FC236}">
                  <a16:creationId xmlns:a16="http://schemas.microsoft.com/office/drawing/2014/main" id="{A00F0F14-E3EA-10AF-6019-5403DFFCBEAC}"/>
                </a:ext>
              </a:extLst>
            </p:cNvPr>
            <p:cNvSpPr/>
            <p:nvPr/>
          </p:nvSpPr>
          <p:spPr>
            <a:xfrm>
              <a:off x="2092362" y="1633213"/>
              <a:ext cx="109" cy="109"/>
            </a:xfrm>
            <a:custGeom>
              <a:avLst/>
              <a:gdLst/>
              <a:ahLst/>
              <a:cxnLst/>
              <a:rect l="l" t="t" r="r" b="b"/>
              <a:pathLst>
                <a:path w="8" h="8" extrusionOk="0">
                  <a:moveTo>
                    <a:pt x="7" y="0"/>
                  </a:moveTo>
                  <a:lnTo>
                    <a:pt x="0" y="7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65" name="Google Shape;5423;p80">
              <a:extLst>
                <a:ext uri="{FF2B5EF4-FFF2-40B4-BE49-F238E27FC236}">
                  <a16:creationId xmlns:a16="http://schemas.microsoft.com/office/drawing/2014/main" id="{8EEFA1F3-ABBF-A3FE-B12D-B617211C8019}"/>
                </a:ext>
              </a:extLst>
            </p:cNvPr>
            <p:cNvSpPr/>
            <p:nvPr/>
          </p:nvSpPr>
          <p:spPr>
            <a:xfrm>
              <a:off x="2092117" y="1633593"/>
              <a:ext cx="14" cy="14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1" y="0"/>
                  </a:moveTo>
                  <a:lnTo>
                    <a:pt x="1" y="0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66" name="Google Shape;5424;p80">
              <a:extLst>
                <a:ext uri="{FF2B5EF4-FFF2-40B4-BE49-F238E27FC236}">
                  <a16:creationId xmlns:a16="http://schemas.microsoft.com/office/drawing/2014/main" id="{D1981CFD-7B07-AB36-4E04-C2200B849629}"/>
                </a:ext>
              </a:extLst>
            </p:cNvPr>
            <p:cNvSpPr/>
            <p:nvPr/>
          </p:nvSpPr>
          <p:spPr>
            <a:xfrm>
              <a:off x="2092647" y="1632927"/>
              <a:ext cx="109" cy="109"/>
            </a:xfrm>
            <a:custGeom>
              <a:avLst/>
              <a:gdLst/>
              <a:ahLst/>
              <a:cxnLst/>
              <a:rect l="l" t="t" r="r" b="b"/>
              <a:pathLst>
                <a:path w="8" h="8" extrusionOk="0">
                  <a:moveTo>
                    <a:pt x="0" y="7"/>
                  </a:moveTo>
                  <a:lnTo>
                    <a:pt x="7" y="0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67" name="Google Shape;5425;p80">
              <a:extLst>
                <a:ext uri="{FF2B5EF4-FFF2-40B4-BE49-F238E27FC236}">
                  <a16:creationId xmlns:a16="http://schemas.microsoft.com/office/drawing/2014/main" id="{6F1EB1C5-D7BE-5797-28C9-83E1D8F8EC80}"/>
                </a:ext>
              </a:extLst>
            </p:cNvPr>
            <p:cNvSpPr/>
            <p:nvPr/>
          </p:nvSpPr>
          <p:spPr>
            <a:xfrm>
              <a:off x="2091832" y="1633973"/>
              <a:ext cx="68" cy="109"/>
            </a:xfrm>
            <a:custGeom>
              <a:avLst/>
              <a:gdLst/>
              <a:ahLst/>
              <a:cxnLst/>
              <a:rect l="l" t="t" r="r" b="b"/>
              <a:pathLst>
                <a:path w="5" h="8" extrusionOk="0">
                  <a:moveTo>
                    <a:pt x="4" y="0"/>
                  </a:moveTo>
                  <a:lnTo>
                    <a:pt x="1" y="7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68" name="Google Shape;5426;p80">
              <a:extLst>
                <a:ext uri="{FF2B5EF4-FFF2-40B4-BE49-F238E27FC236}">
                  <a16:creationId xmlns:a16="http://schemas.microsoft.com/office/drawing/2014/main" id="{10EC43D0-2005-0DDC-A4BE-C76477C58E7E}"/>
                </a:ext>
              </a:extLst>
            </p:cNvPr>
            <p:cNvSpPr/>
            <p:nvPr/>
          </p:nvSpPr>
          <p:spPr>
            <a:xfrm>
              <a:off x="2090746" y="1637734"/>
              <a:ext cx="14" cy="95"/>
            </a:xfrm>
            <a:custGeom>
              <a:avLst/>
              <a:gdLst/>
              <a:ahLst/>
              <a:cxnLst/>
              <a:rect l="l" t="t" r="r" b="b"/>
              <a:pathLst>
                <a:path w="1" h="7" extrusionOk="0">
                  <a:moveTo>
                    <a:pt x="0" y="0"/>
                  </a:moveTo>
                  <a:lnTo>
                    <a:pt x="0" y="7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69" name="Google Shape;5427;p80">
              <a:extLst>
                <a:ext uri="{FF2B5EF4-FFF2-40B4-BE49-F238E27FC236}">
                  <a16:creationId xmlns:a16="http://schemas.microsoft.com/office/drawing/2014/main" id="{32FD2CE3-AA83-82DF-6818-092A0095A950}"/>
                </a:ext>
              </a:extLst>
            </p:cNvPr>
            <p:cNvSpPr/>
            <p:nvPr/>
          </p:nvSpPr>
          <p:spPr>
            <a:xfrm>
              <a:off x="2093448" y="1632262"/>
              <a:ext cx="109" cy="109"/>
            </a:xfrm>
            <a:custGeom>
              <a:avLst/>
              <a:gdLst/>
              <a:ahLst/>
              <a:cxnLst/>
              <a:rect l="l" t="t" r="r" b="b"/>
              <a:pathLst>
                <a:path w="8" h="8" extrusionOk="0">
                  <a:moveTo>
                    <a:pt x="8" y="0"/>
                  </a:moveTo>
                  <a:lnTo>
                    <a:pt x="1" y="7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70" name="Google Shape;5428;p80">
              <a:extLst>
                <a:ext uri="{FF2B5EF4-FFF2-40B4-BE49-F238E27FC236}">
                  <a16:creationId xmlns:a16="http://schemas.microsoft.com/office/drawing/2014/main" id="{9B18E421-2A57-5D8F-F547-CA253917B657}"/>
                </a:ext>
              </a:extLst>
            </p:cNvPr>
            <p:cNvSpPr/>
            <p:nvPr/>
          </p:nvSpPr>
          <p:spPr>
            <a:xfrm>
              <a:off x="2090936" y="1636254"/>
              <a:ext cx="54" cy="244"/>
            </a:xfrm>
            <a:custGeom>
              <a:avLst/>
              <a:gdLst/>
              <a:ahLst/>
              <a:cxnLst/>
              <a:rect l="l" t="t" r="r" b="b"/>
              <a:pathLst>
                <a:path w="4" h="18" extrusionOk="0">
                  <a:moveTo>
                    <a:pt x="4" y="0"/>
                  </a:moveTo>
                  <a:lnTo>
                    <a:pt x="4" y="0"/>
                  </a:lnTo>
                  <a:cubicBezTo>
                    <a:pt x="0" y="7"/>
                    <a:pt x="0" y="11"/>
                    <a:pt x="0" y="18"/>
                  </a:cubicBezTo>
                  <a:cubicBezTo>
                    <a:pt x="0" y="11"/>
                    <a:pt x="4" y="7"/>
                    <a:pt x="4" y="0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71" name="Google Shape;5429;p80">
              <a:extLst>
                <a:ext uri="{FF2B5EF4-FFF2-40B4-BE49-F238E27FC236}">
                  <a16:creationId xmlns:a16="http://schemas.microsoft.com/office/drawing/2014/main" id="{30BFB771-70CC-2FCF-47DB-94218F527FAC}"/>
                </a:ext>
              </a:extLst>
            </p:cNvPr>
            <p:cNvSpPr/>
            <p:nvPr/>
          </p:nvSpPr>
          <p:spPr>
            <a:xfrm>
              <a:off x="2090841" y="1636919"/>
              <a:ext cx="14" cy="204"/>
            </a:xfrm>
            <a:custGeom>
              <a:avLst/>
              <a:gdLst/>
              <a:ahLst/>
              <a:cxnLst/>
              <a:rect l="l" t="t" r="r" b="b"/>
              <a:pathLst>
                <a:path w="1" h="15" extrusionOk="0">
                  <a:moveTo>
                    <a:pt x="0" y="0"/>
                  </a:moveTo>
                  <a:cubicBezTo>
                    <a:pt x="0" y="4"/>
                    <a:pt x="0" y="7"/>
                    <a:pt x="0" y="14"/>
                  </a:cubicBezTo>
                  <a:cubicBezTo>
                    <a:pt x="0" y="7"/>
                    <a:pt x="0" y="4"/>
                    <a:pt x="0" y="0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72" name="Google Shape;5430;p80">
              <a:extLst>
                <a:ext uri="{FF2B5EF4-FFF2-40B4-BE49-F238E27FC236}">
                  <a16:creationId xmlns:a16="http://schemas.microsoft.com/office/drawing/2014/main" id="{5F190644-CE2F-1434-5BB5-5E4758645F2F}"/>
                </a:ext>
              </a:extLst>
            </p:cNvPr>
            <p:cNvSpPr/>
            <p:nvPr/>
          </p:nvSpPr>
          <p:spPr>
            <a:xfrm>
              <a:off x="2091357" y="1634774"/>
              <a:ext cx="109" cy="163"/>
            </a:xfrm>
            <a:custGeom>
              <a:avLst/>
              <a:gdLst/>
              <a:ahLst/>
              <a:cxnLst/>
              <a:rect l="l" t="t" r="r" b="b"/>
              <a:pathLst>
                <a:path w="8" h="12" extrusionOk="0">
                  <a:moveTo>
                    <a:pt x="8" y="1"/>
                  </a:moveTo>
                  <a:lnTo>
                    <a:pt x="1" y="11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73" name="Google Shape;5431;p80">
              <a:extLst>
                <a:ext uri="{FF2B5EF4-FFF2-40B4-BE49-F238E27FC236}">
                  <a16:creationId xmlns:a16="http://schemas.microsoft.com/office/drawing/2014/main" id="{1551AE7B-F443-AE1C-BFC9-A66F194B5780}"/>
                </a:ext>
              </a:extLst>
            </p:cNvPr>
            <p:cNvSpPr/>
            <p:nvPr/>
          </p:nvSpPr>
          <p:spPr>
            <a:xfrm>
              <a:off x="2093163" y="1632452"/>
              <a:ext cx="109" cy="109"/>
            </a:xfrm>
            <a:custGeom>
              <a:avLst/>
              <a:gdLst/>
              <a:ahLst/>
              <a:cxnLst/>
              <a:rect l="l" t="t" r="r" b="b"/>
              <a:pathLst>
                <a:path w="8" h="8" extrusionOk="0">
                  <a:moveTo>
                    <a:pt x="8" y="0"/>
                  </a:moveTo>
                  <a:lnTo>
                    <a:pt x="1" y="7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74" name="Google Shape;5432;p80">
              <a:extLst>
                <a:ext uri="{FF2B5EF4-FFF2-40B4-BE49-F238E27FC236}">
                  <a16:creationId xmlns:a16="http://schemas.microsoft.com/office/drawing/2014/main" id="{D64BA33C-6BC8-9236-3019-403984C1CC05}"/>
                </a:ext>
              </a:extLst>
            </p:cNvPr>
            <p:cNvSpPr/>
            <p:nvPr/>
          </p:nvSpPr>
          <p:spPr>
            <a:xfrm>
              <a:off x="2092878" y="1632683"/>
              <a:ext cx="163" cy="109"/>
            </a:xfrm>
            <a:custGeom>
              <a:avLst/>
              <a:gdLst/>
              <a:ahLst/>
              <a:cxnLst/>
              <a:rect l="l" t="t" r="r" b="b"/>
              <a:pathLst>
                <a:path w="12" h="8" extrusionOk="0">
                  <a:moveTo>
                    <a:pt x="11" y="1"/>
                  </a:moveTo>
                  <a:lnTo>
                    <a:pt x="1" y="8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75" name="Google Shape;5433;p80">
              <a:extLst>
                <a:ext uri="{FF2B5EF4-FFF2-40B4-BE49-F238E27FC236}">
                  <a16:creationId xmlns:a16="http://schemas.microsoft.com/office/drawing/2014/main" id="{4AE4AC9C-980A-0C9A-006B-9CAC8753FA49}"/>
                </a:ext>
              </a:extLst>
            </p:cNvPr>
            <p:cNvSpPr/>
            <p:nvPr/>
          </p:nvSpPr>
          <p:spPr>
            <a:xfrm>
              <a:off x="2199162" y="1650755"/>
              <a:ext cx="65131" cy="41439"/>
            </a:xfrm>
            <a:custGeom>
              <a:avLst/>
              <a:gdLst/>
              <a:ahLst/>
              <a:cxnLst/>
              <a:rect l="l" t="t" r="r" b="b"/>
              <a:pathLst>
                <a:path w="4797" h="3052" extrusionOk="0">
                  <a:moveTo>
                    <a:pt x="3319" y="0"/>
                  </a:moveTo>
                  <a:cubicBezTo>
                    <a:pt x="3260" y="18"/>
                    <a:pt x="3200" y="42"/>
                    <a:pt x="3148" y="77"/>
                  </a:cubicBezTo>
                  <a:cubicBezTo>
                    <a:pt x="3144" y="77"/>
                    <a:pt x="3144" y="81"/>
                    <a:pt x="3141" y="81"/>
                  </a:cubicBezTo>
                  <a:cubicBezTo>
                    <a:pt x="3134" y="95"/>
                    <a:pt x="3123" y="109"/>
                    <a:pt x="3109" y="119"/>
                  </a:cubicBezTo>
                  <a:cubicBezTo>
                    <a:pt x="3050" y="179"/>
                    <a:pt x="2980" y="224"/>
                    <a:pt x="2899" y="249"/>
                  </a:cubicBezTo>
                  <a:cubicBezTo>
                    <a:pt x="2882" y="256"/>
                    <a:pt x="2864" y="259"/>
                    <a:pt x="2847" y="263"/>
                  </a:cubicBezTo>
                  <a:cubicBezTo>
                    <a:pt x="2826" y="270"/>
                    <a:pt x="2801" y="273"/>
                    <a:pt x="2777" y="273"/>
                  </a:cubicBezTo>
                  <a:cubicBezTo>
                    <a:pt x="2749" y="273"/>
                    <a:pt x="2721" y="270"/>
                    <a:pt x="2689" y="266"/>
                  </a:cubicBezTo>
                  <a:cubicBezTo>
                    <a:pt x="2663" y="262"/>
                    <a:pt x="2641" y="259"/>
                    <a:pt x="2622" y="259"/>
                  </a:cubicBezTo>
                  <a:cubicBezTo>
                    <a:pt x="2593" y="259"/>
                    <a:pt x="2572" y="266"/>
                    <a:pt x="2553" y="287"/>
                  </a:cubicBezTo>
                  <a:cubicBezTo>
                    <a:pt x="2489" y="350"/>
                    <a:pt x="2403" y="393"/>
                    <a:pt x="2327" y="393"/>
                  </a:cubicBezTo>
                  <a:cubicBezTo>
                    <a:pt x="2285" y="393"/>
                    <a:pt x="2246" y="380"/>
                    <a:pt x="2217" y="350"/>
                  </a:cubicBezTo>
                  <a:cubicBezTo>
                    <a:pt x="2185" y="322"/>
                    <a:pt x="2048" y="273"/>
                    <a:pt x="1940" y="273"/>
                  </a:cubicBezTo>
                  <a:cubicBezTo>
                    <a:pt x="1828" y="263"/>
                    <a:pt x="1719" y="245"/>
                    <a:pt x="1611" y="217"/>
                  </a:cubicBezTo>
                  <a:cubicBezTo>
                    <a:pt x="1537" y="200"/>
                    <a:pt x="1464" y="186"/>
                    <a:pt x="1390" y="175"/>
                  </a:cubicBezTo>
                  <a:lnTo>
                    <a:pt x="1327" y="175"/>
                  </a:lnTo>
                  <a:lnTo>
                    <a:pt x="1296" y="179"/>
                  </a:lnTo>
                  <a:lnTo>
                    <a:pt x="1285" y="179"/>
                  </a:lnTo>
                  <a:lnTo>
                    <a:pt x="1254" y="182"/>
                  </a:lnTo>
                  <a:lnTo>
                    <a:pt x="1250" y="182"/>
                  </a:lnTo>
                  <a:cubicBezTo>
                    <a:pt x="1243" y="200"/>
                    <a:pt x="1236" y="217"/>
                    <a:pt x="1226" y="235"/>
                  </a:cubicBezTo>
                  <a:lnTo>
                    <a:pt x="1219" y="242"/>
                  </a:lnTo>
                  <a:lnTo>
                    <a:pt x="1212" y="252"/>
                  </a:lnTo>
                  <a:cubicBezTo>
                    <a:pt x="1208" y="259"/>
                    <a:pt x="1201" y="266"/>
                    <a:pt x="1198" y="270"/>
                  </a:cubicBezTo>
                  <a:lnTo>
                    <a:pt x="1191" y="277"/>
                  </a:lnTo>
                  <a:cubicBezTo>
                    <a:pt x="1184" y="284"/>
                    <a:pt x="1173" y="291"/>
                    <a:pt x="1166" y="294"/>
                  </a:cubicBezTo>
                  <a:lnTo>
                    <a:pt x="1142" y="315"/>
                  </a:lnTo>
                  <a:lnTo>
                    <a:pt x="1093" y="347"/>
                  </a:lnTo>
                  <a:cubicBezTo>
                    <a:pt x="1047" y="375"/>
                    <a:pt x="998" y="406"/>
                    <a:pt x="949" y="438"/>
                  </a:cubicBezTo>
                  <a:lnTo>
                    <a:pt x="914" y="455"/>
                  </a:lnTo>
                  <a:cubicBezTo>
                    <a:pt x="869" y="487"/>
                    <a:pt x="827" y="511"/>
                    <a:pt x="802" y="529"/>
                  </a:cubicBezTo>
                  <a:cubicBezTo>
                    <a:pt x="743" y="616"/>
                    <a:pt x="690" y="707"/>
                    <a:pt x="648" y="798"/>
                  </a:cubicBezTo>
                  <a:cubicBezTo>
                    <a:pt x="540" y="1005"/>
                    <a:pt x="417" y="1240"/>
                    <a:pt x="312" y="1345"/>
                  </a:cubicBezTo>
                  <a:cubicBezTo>
                    <a:pt x="235" y="1418"/>
                    <a:pt x="151" y="1481"/>
                    <a:pt x="56" y="1530"/>
                  </a:cubicBezTo>
                  <a:cubicBezTo>
                    <a:pt x="32" y="1544"/>
                    <a:pt x="11" y="1555"/>
                    <a:pt x="0" y="1565"/>
                  </a:cubicBezTo>
                  <a:lnTo>
                    <a:pt x="7" y="1576"/>
                  </a:lnTo>
                  <a:lnTo>
                    <a:pt x="11" y="1583"/>
                  </a:lnTo>
                  <a:lnTo>
                    <a:pt x="21" y="1597"/>
                  </a:lnTo>
                  <a:lnTo>
                    <a:pt x="25" y="1604"/>
                  </a:lnTo>
                  <a:lnTo>
                    <a:pt x="39" y="1618"/>
                  </a:lnTo>
                  <a:lnTo>
                    <a:pt x="42" y="1625"/>
                  </a:lnTo>
                  <a:lnTo>
                    <a:pt x="60" y="1642"/>
                  </a:lnTo>
                  <a:cubicBezTo>
                    <a:pt x="123" y="1716"/>
                    <a:pt x="186" y="1793"/>
                    <a:pt x="186" y="1866"/>
                  </a:cubicBezTo>
                  <a:cubicBezTo>
                    <a:pt x="186" y="1954"/>
                    <a:pt x="225" y="1996"/>
                    <a:pt x="302" y="1996"/>
                  </a:cubicBezTo>
                  <a:cubicBezTo>
                    <a:pt x="337" y="1996"/>
                    <a:pt x="368" y="2010"/>
                    <a:pt x="389" y="2034"/>
                  </a:cubicBezTo>
                  <a:cubicBezTo>
                    <a:pt x="438" y="2087"/>
                    <a:pt x="428" y="2174"/>
                    <a:pt x="417" y="2255"/>
                  </a:cubicBezTo>
                  <a:cubicBezTo>
                    <a:pt x="414" y="2286"/>
                    <a:pt x="410" y="2314"/>
                    <a:pt x="410" y="2342"/>
                  </a:cubicBezTo>
                  <a:cubicBezTo>
                    <a:pt x="435" y="2346"/>
                    <a:pt x="470" y="2353"/>
                    <a:pt x="505" y="2356"/>
                  </a:cubicBezTo>
                  <a:cubicBezTo>
                    <a:pt x="813" y="2402"/>
                    <a:pt x="1044" y="2444"/>
                    <a:pt x="1044" y="2584"/>
                  </a:cubicBezTo>
                  <a:cubicBezTo>
                    <a:pt x="1047" y="2619"/>
                    <a:pt x="1054" y="2650"/>
                    <a:pt x="1065" y="2682"/>
                  </a:cubicBezTo>
                  <a:cubicBezTo>
                    <a:pt x="1075" y="2713"/>
                    <a:pt x="1082" y="2745"/>
                    <a:pt x="1086" y="2776"/>
                  </a:cubicBezTo>
                  <a:lnTo>
                    <a:pt x="1093" y="2780"/>
                  </a:lnTo>
                  <a:lnTo>
                    <a:pt x="1103" y="2787"/>
                  </a:lnTo>
                  <a:lnTo>
                    <a:pt x="1124" y="2797"/>
                  </a:lnTo>
                  <a:lnTo>
                    <a:pt x="1131" y="2804"/>
                  </a:lnTo>
                  <a:cubicBezTo>
                    <a:pt x="1142" y="2808"/>
                    <a:pt x="1152" y="2815"/>
                    <a:pt x="1159" y="2822"/>
                  </a:cubicBezTo>
                  <a:lnTo>
                    <a:pt x="1163" y="2822"/>
                  </a:lnTo>
                  <a:cubicBezTo>
                    <a:pt x="1170" y="2829"/>
                    <a:pt x="1180" y="2836"/>
                    <a:pt x="1187" y="2843"/>
                  </a:cubicBezTo>
                  <a:lnTo>
                    <a:pt x="1198" y="2850"/>
                  </a:lnTo>
                  <a:lnTo>
                    <a:pt x="1215" y="2864"/>
                  </a:lnTo>
                  <a:lnTo>
                    <a:pt x="1222" y="2871"/>
                  </a:lnTo>
                  <a:lnTo>
                    <a:pt x="1240" y="2888"/>
                  </a:lnTo>
                  <a:lnTo>
                    <a:pt x="1247" y="2895"/>
                  </a:lnTo>
                  <a:lnTo>
                    <a:pt x="1268" y="2916"/>
                  </a:lnTo>
                  <a:cubicBezTo>
                    <a:pt x="1285" y="2934"/>
                    <a:pt x="1303" y="2951"/>
                    <a:pt x="1320" y="2965"/>
                  </a:cubicBezTo>
                  <a:cubicBezTo>
                    <a:pt x="1326" y="2965"/>
                    <a:pt x="1332" y="2965"/>
                    <a:pt x="1339" y="2965"/>
                  </a:cubicBezTo>
                  <a:cubicBezTo>
                    <a:pt x="1387" y="2965"/>
                    <a:pt x="1466" y="2976"/>
                    <a:pt x="1607" y="2997"/>
                  </a:cubicBezTo>
                  <a:cubicBezTo>
                    <a:pt x="1702" y="3018"/>
                    <a:pt x="1796" y="3028"/>
                    <a:pt x="1891" y="3032"/>
                  </a:cubicBezTo>
                  <a:lnTo>
                    <a:pt x="1915" y="3028"/>
                  </a:lnTo>
                  <a:lnTo>
                    <a:pt x="2038" y="3028"/>
                  </a:lnTo>
                  <a:cubicBezTo>
                    <a:pt x="2139" y="3028"/>
                    <a:pt x="2266" y="3035"/>
                    <a:pt x="2364" y="3042"/>
                  </a:cubicBezTo>
                  <a:lnTo>
                    <a:pt x="2402" y="3042"/>
                  </a:lnTo>
                  <a:lnTo>
                    <a:pt x="2437" y="3046"/>
                  </a:lnTo>
                  <a:lnTo>
                    <a:pt x="2441" y="3046"/>
                  </a:lnTo>
                  <a:lnTo>
                    <a:pt x="2465" y="3049"/>
                  </a:lnTo>
                  <a:lnTo>
                    <a:pt x="2493" y="3049"/>
                  </a:lnTo>
                  <a:cubicBezTo>
                    <a:pt x="2503" y="3051"/>
                    <a:pt x="2514" y="3052"/>
                    <a:pt x="2525" y="3052"/>
                  </a:cubicBezTo>
                  <a:cubicBezTo>
                    <a:pt x="2621" y="3052"/>
                    <a:pt x="2734" y="2997"/>
                    <a:pt x="2826" y="2909"/>
                  </a:cubicBezTo>
                  <a:cubicBezTo>
                    <a:pt x="2935" y="2797"/>
                    <a:pt x="3227" y="2771"/>
                    <a:pt x="3404" y="2771"/>
                  </a:cubicBezTo>
                  <a:cubicBezTo>
                    <a:pt x="3458" y="2771"/>
                    <a:pt x="3502" y="2773"/>
                    <a:pt x="3526" y="2776"/>
                  </a:cubicBezTo>
                  <a:lnTo>
                    <a:pt x="3529" y="2776"/>
                  </a:lnTo>
                  <a:cubicBezTo>
                    <a:pt x="3729" y="2801"/>
                    <a:pt x="3925" y="2832"/>
                    <a:pt x="3998" y="2920"/>
                  </a:cubicBezTo>
                  <a:cubicBezTo>
                    <a:pt x="4002" y="2923"/>
                    <a:pt x="4005" y="2930"/>
                    <a:pt x="4012" y="2937"/>
                  </a:cubicBezTo>
                  <a:cubicBezTo>
                    <a:pt x="4012" y="2941"/>
                    <a:pt x="4016" y="2941"/>
                    <a:pt x="4019" y="2944"/>
                  </a:cubicBezTo>
                  <a:lnTo>
                    <a:pt x="4023" y="2948"/>
                  </a:lnTo>
                  <a:lnTo>
                    <a:pt x="4033" y="2951"/>
                  </a:lnTo>
                  <a:lnTo>
                    <a:pt x="4040" y="2958"/>
                  </a:lnTo>
                  <a:lnTo>
                    <a:pt x="4054" y="2965"/>
                  </a:lnTo>
                  <a:lnTo>
                    <a:pt x="4065" y="2969"/>
                  </a:lnTo>
                  <a:lnTo>
                    <a:pt x="4086" y="2979"/>
                  </a:lnTo>
                  <a:lnTo>
                    <a:pt x="4096" y="2983"/>
                  </a:lnTo>
                  <a:lnTo>
                    <a:pt x="4124" y="2997"/>
                  </a:lnTo>
                  <a:lnTo>
                    <a:pt x="4135" y="3000"/>
                  </a:lnTo>
                  <a:lnTo>
                    <a:pt x="4180" y="3021"/>
                  </a:lnTo>
                  <a:lnTo>
                    <a:pt x="4187" y="3021"/>
                  </a:lnTo>
                  <a:lnTo>
                    <a:pt x="4229" y="3039"/>
                  </a:lnTo>
                  <a:cubicBezTo>
                    <a:pt x="4229" y="3018"/>
                    <a:pt x="4229" y="2993"/>
                    <a:pt x="4226" y="2972"/>
                  </a:cubicBezTo>
                  <a:cubicBezTo>
                    <a:pt x="4219" y="2927"/>
                    <a:pt x="4219" y="2885"/>
                    <a:pt x="4222" y="2839"/>
                  </a:cubicBezTo>
                  <a:cubicBezTo>
                    <a:pt x="4229" y="2647"/>
                    <a:pt x="4342" y="2353"/>
                    <a:pt x="4555" y="2332"/>
                  </a:cubicBezTo>
                  <a:lnTo>
                    <a:pt x="4576" y="2332"/>
                  </a:lnTo>
                  <a:cubicBezTo>
                    <a:pt x="4737" y="2318"/>
                    <a:pt x="4797" y="2314"/>
                    <a:pt x="4779" y="2108"/>
                  </a:cubicBezTo>
                  <a:lnTo>
                    <a:pt x="4769" y="2101"/>
                  </a:lnTo>
                  <a:lnTo>
                    <a:pt x="4758" y="2090"/>
                  </a:lnTo>
                  <a:lnTo>
                    <a:pt x="4741" y="2076"/>
                  </a:lnTo>
                  <a:lnTo>
                    <a:pt x="4730" y="2066"/>
                  </a:lnTo>
                  <a:lnTo>
                    <a:pt x="4716" y="2055"/>
                  </a:lnTo>
                  <a:lnTo>
                    <a:pt x="4706" y="2048"/>
                  </a:lnTo>
                  <a:lnTo>
                    <a:pt x="4695" y="2038"/>
                  </a:lnTo>
                  <a:lnTo>
                    <a:pt x="4688" y="2034"/>
                  </a:lnTo>
                  <a:lnTo>
                    <a:pt x="4678" y="2027"/>
                  </a:lnTo>
                  <a:lnTo>
                    <a:pt x="4671" y="2024"/>
                  </a:lnTo>
                  <a:lnTo>
                    <a:pt x="4664" y="2017"/>
                  </a:lnTo>
                  <a:lnTo>
                    <a:pt x="4660" y="2013"/>
                  </a:lnTo>
                  <a:lnTo>
                    <a:pt x="4653" y="2010"/>
                  </a:lnTo>
                  <a:lnTo>
                    <a:pt x="4646" y="2006"/>
                  </a:lnTo>
                  <a:cubicBezTo>
                    <a:pt x="4601" y="2024"/>
                    <a:pt x="4559" y="2045"/>
                    <a:pt x="4520" y="2066"/>
                  </a:cubicBezTo>
                  <a:cubicBezTo>
                    <a:pt x="4438" y="2112"/>
                    <a:pt x="4387" y="2136"/>
                    <a:pt x="4346" y="2136"/>
                  </a:cubicBezTo>
                  <a:cubicBezTo>
                    <a:pt x="4343" y="2136"/>
                    <a:pt x="4341" y="2136"/>
                    <a:pt x="4338" y="2136"/>
                  </a:cubicBezTo>
                  <a:lnTo>
                    <a:pt x="4335" y="2136"/>
                  </a:lnTo>
                  <a:cubicBezTo>
                    <a:pt x="4321" y="2136"/>
                    <a:pt x="4307" y="2132"/>
                    <a:pt x="4289" y="2129"/>
                  </a:cubicBezTo>
                  <a:cubicBezTo>
                    <a:pt x="4226" y="2118"/>
                    <a:pt x="4170" y="2097"/>
                    <a:pt x="4117" y="2062"/>
                  </a:cubicBezTo>
                  <a:lnTo>
                    <a:pt x="4110" y="2059"/>
                  </a:lnTo>
                  <a:cubicBezTo>
                    <a:pt x="4100" y="2052"/>
                    <a:pt x="4093" y="2045"/>
                    <a:pt x="4086" y="2034"/>
                  </a:cubicBezTo>
                  <a:cubicBezTo>
                    <a:pt x="4075" y="2027"/>
                    <a:pt x="4072" y="2017"/>
                    <a:pt x="4065" y="2006"/>
                  </a:cubicBezTo>
                  <a:cubicBezTo>
                    <a:pt x="4061" y="1999"/>
                    <a:pt x="4061" y="1989"/>
                    <a:pt x="4061" y="1982"/>
                  </a:cubicBezTo>
                  <a:lnTo>
                    <a:pt x="4061" y="1975"/>
                  </a:lnTo>
                  <a:cubicBezTo>
                    <a:pt x="4058" y="1968"/>
                    <a:pt x="4058" y="1961"/>
                    <a:pt x="4061" y="1957"/>
                  </a:cubicBezTo>
                  <a:lnTo>
                    <a:pt x="4061" y="1950"/>
                  </a:lnTo>
                  <a:cubicBezTo>
                    <a:pt x="4061" y="1947"/>
                    <a:pt x="4061" y="1940"/>
                    <a:pt x="4065" y="1933"/>
                  </a:cubicBezTo>
                  <a:cubicBezTo>
                    <a:pt x="4054" y="1919"/>
                    <a:pt x="4047" y="1901"/>
                    <a:pt x="4040" y="1887"/>
                  </a:cubicBezTo>
                  <a:cubicBezTo>
                    <a:pt x="4037" y="1884"/>
                    <a:pt x="4033" y="1880"/>
                    <a:pt x="4033" y="1873"/>
                  </a:cubicBezTo>
                  <a:cubicBezTo>
                    <a:pt x="4026" y="1863"/>
                    <a:pt x="4019" y="1852"/>
                    <a:pt x="4012" y="1838"/>
                  </a:cubicBezTo>
                  <a:cubicBezTo>
                    <a:pt x="4005" y="1824"/>
                    <a:pt x="4009" y="1824"/>
                    <a:pt x="4005" y="1817"/>
                  </a:cubicBezTo>
                  <a:cubicBezTo>
                    <a:pt x="4002" y="1814"/>
                    <a:pt x="3995" y="1796"/>
                    <a:pt x="3991" y="1786"/>
                  </a:cubicBezTo>
                  <a:cubicBezTo>
                    <a:pt x="3988" y="1772"/>
                    <a:pt x="3984" y="1772"/>
                    <a:pt x="3984" y="1761"/>
                  </a:cubicBezTo>
                  <a:cubicBezTo>
                    <a:pt x="3981" y="1754"/>
                    <a:pt x="3977" y="1740"/>
                    <a:pt x="3974" y="1730"/>
                  </a:cubicBezTo>
                  <a:cubicBezTo>
                    <a:pt x="3970" y="1716"/>
                    <a:pt x="3970" y="1712"/>
                    <a:pt x="3967" y="1705"/>
                  </a:cubicBezTo>
                  <a:cubicBezTo>
                    <a:pt x="3963" y="1698"/>
                    <a:pt x="3960" y="1684"/>
                    <a:pt x="3960" y="1670"/>
                  </a:cubicBezTo>
                  <a:cubicBezTo>
                    <a:pt x="3956" y="1660"/>
                    <a:pt x="3956" y="1656"/>
                    <a:pt x="3953" y="1649"/>
                  </a:cubicBezTo>
                  <a:cubicBezTo>
                    <a:pt x="3953" y="1642"/>
                    <a:pt x="3949" y="1625"/>
                    <a:pt x="3949" y="1614"/>
                  </a:cubicBezTo>
                  <a:cubicBezTo>
                    <a:pt x="3946" y="1600"/>
                    <a:pt x="3949" y="1600"/>
                    <a:pt x="3946" y="1597"/>
                  </a:cubicBezTo>
                  <a:cubicBezTo>
                    <a:pt x="3946" y="1579"/>
                    <a:pt x="3942" y="1562"/>
                    <a:pt x="3942" y="1544"/>
                  </a:cubicBezTo>
                  <a:cubicBezTo>
                    <a:pt x="3939" y="1467"/>
                    <a:pt x="3942" y="1327"/>
                    <a:pt x="4012" y="1257"/>
                  </a:cubicBezTo>
                  <a:cubicBezTo>
                    <a:pt x="4068" y="1201"/>
                    <a:pt x="3883" y="837"/>
                    <a:pt x="3662" y="581"/>
                  </a:cubicBezTo>
                  <a:lnTo>
                    <a:pt x="3648" y="564"/>
                  </a:lnTo>
                  <a:lnTo>
                    <a:pt x="3645" y="560"/>
                  </a:lnTo>
                  <a:lnTo>
                    <a:pt x="3638" y="546"/>
                  </a:lnTo>
                  <a:lnTo>
                    <a:pt x="3631" y="539"/>
                  </a:lnTo>
                  <a:lnTo>
                    <a:pt x="3620" y="525"/>
                  </a:lnTo>
                  <a:lnTo>
                    <a:pt x="3613" y="515"/>
                  </a:lnTo>
                  <a:lnTo>
                    <a:pt x="3606" y="501"/>
                  </a:lnTo>
                  <a:lnTo>
                    <a:pt x="3596" y="487"/>
                  </a:lnTo>
                  <a:lnTo>
                    <a:pt x="3589" y="476"/>
                  </a:lnTo>
                  <a:lnTo>
                    <a:pt x="3578" y="459"/>
                  </a:lnTo>
                  <a:lnTo>
                    <a:pt x="3568" y="445"/>
                  </a:lnTo>
                  <a:lnTo>
                    <a:pt x="3557" y="427"/>
                  </a:lnTo>
                  <a:lnTo>
                    <a:pt x="3547" y="413"/>
                  </a:lnTo>
                  <a:lnTo>
                    <a:pt x="3536" y="392"/>
                  </a:lnTo>
                  <a:lnTo>
                    <a:pt x="3526" y="375"/>
                  </a:lnTo>
                  <a:lnTo>
                    <a:pt x="3515" y="354"/>
                  </a:lnTo>
                  <a:lnTo>
                    <a:pt x="3505" y="336"/>
                  </a:lnTo>
                  <a:lnTo>
                    <a:pt x="3491" y="315"/>
                  </a:lnTo>
                  <a:lnTo>
                    <a:pt x="3480" y="294"/>
                  </a:lnTo>
                  <a:lnTo>
                    <a:pt x="3466" y="270"/>
                  </a:lnTo>
                  <a:lnTo>
                    <a:pt x="3452" y="249"/>
                  </a:lnTo>
                  <a:lnTo>
                    <a:pt x="3438" y="224"/>
                  </a:lnTo>
                  <a:lnTo>
                    <a:pt x="3428" y="200"/>
                  </a:lnTo>
                  <a:lnTo>
                    <a:pt x="3414" y="175"/>
                  </a:lnTo>
                  <a:lnTo>
                    <a:pt x="3396" y="144"/>
                  </a:lnTo>
                  <a:lnTo>
                    <a:pt x="3386" y="123"/>
                  </a:lnTo>
                  <a:lnTo>
                    <a:pt x="3365" y="84"/>
                  </a:lnTo>
                  <a:lnTo>
                    <a:pt x="3354" y="67"/>
                  </a:lnTo>
                  <a:lnTo>
                    <a:pt x="3330" y="21"/>
                  </a:lnTo>
                  <a:lnTo>
                    <a:pt x="3323" y="11"/>
                  </a:lnTo>
                  <a:lnTo>
                    <a:pt x="3319" y="0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76" name="Google Shape;5434;p80">
              <a:extLst>
                <a:ext uri="{FF2B5EF4-FFF2-40B4-BE49-F238E27FC236}">
                  <a16:creationId xmlns:a16="http://schemas.microsoft.com/office/drawing/2014/main" id="{3FCA8689-7646-BC2D-B656-473500AB3137}"/>
                </a:ext>
              </a:extLst>
            </p:cNvPr>
            <p:cNvSpPr/>
            <p:nvPr/>
          </p:nvSpPr>
          <p:spPr>
            <a:xfrm>
              <a:off x="2215795" y="1653321"/>
              <a:ext cx="353" cy="720"/>
            </a:xfrm>
            <a:custGeom>
              <a:avLst/>
              <a:gdLst/>
              <a:ahLst/>
              <a:cxnLst/>
              <a:rect l="l" t="t" r="r" b="b"/>
              <a:pathLst>
                <a:path w="26" h="53" extrusionOk="0">
                  <a:moveTo>
                    <a:pt x="1" y="53"/>
                  </a:moveTo>
                  <a:cubicBezTo>
                    <a:pt x="11" y="35"/>
                    <a:pt x="18" y="18"/>
                    <a:pt x="25" y="0"/>
                  </a:cubicBezTo>
                  <a:lnTo>
                    <a:pt x="25" y="0"/>
                  </a:lnTo>
                  <a:cubicBezTo>
                    <a:pt x="18" y="18"/>
                    <a:pt x="11" y="35"/>
                    <a:pt x="1" y="53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77" name="Google Shape;5435;p80">
              <a:extLst>
                <a:ext uri="{FF2B5EF4-FFF2-40B4-BE49-F238E27FC236}">
                  <a16:creationId xmlns:a16="http://schemas.microsoft.com/office/drawing/2014/main" id="{1F10D26E-79F5-E5FD-3444-D86F78539A55}"/>
                </a:ext>
              </a:extLst>
            </p:cNvPr>
            <p:cNvSpPr/>
            <p:nvPr/>
          </p:nvSpPr>
          <p:spPr>
            <a:xfrm>
              <a:off x="2214654" y="1654841"/>
              <a:ext cx="353" cy="244"/>
            </a:xfrm>
            <a:custGeom>
              <a:avLst/>
              <a:gdLst/>
              <a:ahLst/>
              <a:cxnLst/>
              <a:rect l="l" t="t" r="r" b="b"/>
              <a:pathLst>
                <a:path w="26" h="18" extrusionOk="0">
                  <a:moveTo>
                    <a:pt x="1" y="18"/>
                  </a:moveTo>
                  <a:lnTo>
                    <a:pt x="25" y="0"/>
                  </a:lnTo>
                  <a:lnTo>
                    <a:pt x="25" y="0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78" name="Google Shape;5436;p80">
              <a:extLst>
                <a:ext uri="{FF2B5EF4-FFF2-40B4-BE49-F238E27FC236}">
                  <a16:creationId xmlns:a16="http://schemas.microsoft.com/office/drawing/2014/main" id="{DC654F6C-E885-A453-9A99-24EBA5868B1C}"/>
                </a:ext>
              </a:extLst>
            </p:cNvPr>
            <p:cNvSpPr/>
            <p:nvPr/>
          </p:nvSpPr>
          <p:spPr>
            <a:xfrm>
              <a:off x="2199108" y="1671623"/>
              <a:ext cx="774" cy="489"/>
            </a:xfrm>
            <a:custGeom>
              <a:avLst/>
              <a:gdLst/>
              <a:ahLst/>
              <a:cxnLst/>
              <a:rect l="l" t="t" r="r" b="b"/>
              <a:pathLst>
                <a:path w="57" h="36" extrusionOk="0">
                  <a:moveTo>
                    <a:pt x="57" y="0"/>
                  </a:moveTo>
                  <a:cubicBezTo>
                    <a:pt x="36" y="14"/>
                    <a:pt x="15" y="25"/>
                    <a:pt x="1" y="35"/>
                  </a:cubicBezTo>
                  <a:cubicBezTo>
                    <a:pt x="15" y="25"/>
                    <a:pt x="39" y="14"/>
                    <a:pt x="57" y="0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79" name="Google Shape;5437;p80">
              <a:extLst>
                <a:ext uri="{FF2B5EF4-FFF2-40B4-BE49-F238E27FC236}">
                  <a16:creationId xmlns:a16="http://schemas.microsoft.com/office/drawing/2014/main" id="{C743EAD1-0F36-3CC4-2313-BF7D66214CC9}"/>
                </a:ext>
              </a:extLst>
            </p:cNvPr>
            <p:cNvSpPr/>
            <p:nvPr/>
          </p:nvSpPr>
          <p:spPr>
            <a:xfrm>
              <a:off x="2215319" y="1654502"/>
              <a:ext cx="109" cy="68"/>
            </a:xfrm>
            <a:custGeom>
              <a:avLst/>
              <a:gdLst/>
              <a:ahLst/>
              <a:cxnLst/>
              <a:rect l="l" t="t" r="r" b="b"/>
              <a:pathLst>
                <a:path w="8" h="5" extrusionOk="0">
                  <a:moveTo>
                    <a:pt x="8" y="1"/>
                  </a:moveTo>
                  <a:lnTo>
                    <a:pt x="1" y="4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80" name="Google Shape;5438;p80">
              <a:extLst>
                <a:ext uri="{FF2B5EF4-FFF2-40B4-BE49-F238E27FC236}">
                  <a16:creationId xmlns:a16="http://schemas.microsoft.com/office/drawing/2014/main" id="{0A476D89-271F-3D8B-2620-40806AAED9A3}"/>
                </a:ext>
              </a:extLst>
            </p:cNvPr>
            <p:cNvSpPr/>
            <p:nvPr/>
          </p:nvSpPr>
          <p:spPr>
            <a:xfrm>
              <a:off x="2213948" y="1655127"/>
              <a:ext cx="679" cy="434"/>
            </a:xfrm>
            <a:custGeom>
              <a:avLst/>
              <a:gdLst/>
              <a:ahLst/>
              <a:cxnLst/>
              <a:rect l="l" t="t" r="r" b="b"/>
              <a:pathLst>
                <a:path w="50" h="32" extrusionOk="0">
                  <a:moveTo>
                    <a:pt x="49" y="0"/>
                  </a:moveTo>
                  <a:lnTo>
                    <a:pt x="0" y="32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81" name="Google Shape;5439;p80">
              <a:extLst>
                <a:ext uri="{FF2B5EF4-FFF2-40B4-BE49-F238E27FC236}">
                  <a16:creationId xmlns:a16="http://schemas.microsoft.com/office/drawing/2014/main" id="{0B2496C8-5F9E-E3AD-51CC-C030E2B5A4B6}"/>
                </a:ext>
              </a:extLst>
            </p:cNvPr>
            <p:cNvSpPr/>
            <p:nvPr/>
          </p:nvSpPr>
          <p:spPr>
            <a:xfrm>
              <a:off x="2215659" y="1654122"/>
              <a:ext cx="109" cy="163"/>
            </a:xfrm>
            <a:custGeom>
              <a:avLst/>
              <a:gdLst/>
              <a:ahLst/>
              <a:cxnLst/>
              <a:rect l="l" t="t" r="r" b="b"/>
              <a:pathLst>
                <a:path w="8" h="12" extrusionOk="0">
                  <a:moveTo>
                    <a:pt x="7" y="1"/>
                  </a:moveTo>
                  <a:lnTo>
                    <a:pt x="0" y="11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82" name="Google Shape;5440;p80">
              <a:extLst>
                <a:ext uri="{FF2B5EF4-FFF2-40B4-BE49-F238E27FC236}">
                  <a16:creationId xmlns:a16="http://schemas.microsoft.com/office/drawing/2014/main" id="{97A4ED98-7F0D-5710-D6E7-528A482F4C74}"/>
                </a:ext>
              </a:extLst>
            </p:cNvPr>
            <p:cNvSpPr/>
            <p:nvPr/>
          </p:nvSpPr>
          <p:spPr>
            <a:xfrm>
              <a:off x="2245977" y="1649234"/>
              <a:ext cx="20746" cy="26205"/>
            </a:xfrm>
            <a:custGeom>
              <a:avLst/>
              <a:gdLst/>
              <a:ahLst/>
              <a:cxnLst/>
              <a:rect l="l" t="t" r="r" b="b"/>
              <a:pathLst>
                <a:path w="1528" h="1930" extrusionOk="0">
                  <a:moveTo>
                    <a:pt x="316" y="0"/>
                  </a:moveTo>
                  <a:cubicBezTo>
                    <a:pt x="315" y="0"/>
                    <a:pt x="313" y="0"/>
                    <a:pt x="312" y="0"/>
                  </a:cubicBezTo>
                  <a:cubicBezTo>
                    <a:pt x="207" y="18"/>
                    <a:pt x="102" y="42"/>
                    <a:pt x="1" y="77"/>
                  </a:cubicBezTo>
                  <a:lnTo>
                    <a:pt x="11" y="98"/>
                  </a:lnTo>
                  <a:lnTo>
                    <a:pt x="25" y="126"/>
                  </a:lnTo>
                  <a:lnTo>
                    <a:pt x="43" y="158"/>
                  </a:lnTo>
                  <a:lnTo>
                    <a:pt x="57" y="179"/>
                  </a:lnTo>
                  <a:lnTo>
                    <a:pt x="81" y="228"/>
                  </a:lnTo>
                  <a:lnTo>
                    <a:pt x="95" y="252"/>
                  </a:lnTo>
                  <a:lnTo>
                    <a:pt x="109" y="273"/>
                  </a:lnTo>
                  <a:lnTo>
                    <a:pt x="120" y="298"/>
                  </a:lnTo>
                  <a:lnTo>
                    <a:pt x="134" y="319"/>
                  </a:lnTo>
                  <a:lnTo>
                    <a:pt x="144" y="340"/>
                  </a:lnTo>
                  <a:lnTo>
                    <a:pt x="158" y="361"/>
                  </a:lnTo>
                  <a:lnTo>
                    <a:pt x="169" y="382"/>
                  </a:lnTo>
                  <a:lnTo>
                    <a:pt x="179" y="399"/>
                  </a:lnTo>
                  <a:lnTo>
                    <a:pt x="190" y="417"/>
                  </a:lnTo>
                  <a:lnTo>
                    <a:pt x="200" y="434"/>
                  </a:lnTo>
                  <a:lnTo>
                    <a:pt x="211" y="452"/>
                  </a:lnTo>
                  <a:lnTo>
                    <a:pt x="218" y="469"/>
                  </a:lnTo>
                  <a:lnTo>
                    <a:pt x="228" y="483"/>
                  </a:lnTo>
                  <a:lnTo>
                    <a:pt x="239" y="497"/>
                  </a:lnTo>
                  <a:lnTo>
                    <a:pt x="246" y="511"/>
                  </a:lnTo>
                  <a:lnTo>
                    <a:pt x="256" y="525"/>
                  </a:lnTo>
                  <a:lnTo>
                    <a:pt x="263" y="539"/>
                  </a:lnTo>
                  <a:lnTo>
                    <a:pt x="270" y="550"/>
                  </a:lnTo>
                  <a:lnTo>
                    <a:pt x="277" y="560"/>
                  </a:lnTo>
                  <a:lnTo>
                    <a:pt x="284" y="574"/>
                  </a:lnTo>
                  <a:lnTo>
                    <a:pt x="291" y="581"/>
                  </a:lnTo>
                  <a:lnTo>
                    <a:pt x="298" y="592"/>
                  </a:lnTo>
                  <a:lnTo>
                    <a:pt x="302" y="599"/>
                  </a:lnTo>
                  <a:lnTo>
                    <a:pt x="312" y="609"/>
                  </a:lnTo>
                  <a:cubicBezTo>
                    <a:pt x="319" y="616"/>
                    <a:pt x="859" y="1261"/>
                    <a:pt x="655" y="1467"/>
                  </a:cubicBezTo>
                  <a:cubicBezTo>
                    <a:pt x="638" y="1485"/>
                    <a:pt x="617" y="1555"/>
                    <a:pt x="624" y="1653"/>
                  </a:cubicBezTo>
                  <a:cubicBezTo>
                    <a:pt x="624" y="1670"/>
                    <a:pt x="627" y="1684"/>
                    <a:pt x="627" y="1702"/>
                  </a:cubicBezTo>
                  <a:lnTo>
                    <a:pt x="627" y="1716"/>
                  </a:lnTo>
                  <a:cubicBezTo>
                    <a:pt x="631" y="1726"/>
                    <a:pt x="631" y="1737"/>
                    <a:pt x="634" y="1751"/>
                  </a:cubicBezTo>
                  <a:lnTo>
                    <a:pt x="634" y="1765"/>
                  </a:lnTo>
                  <a:cubicBezTo>
                    <a:pt x="638" y="1779"/>
                    <a:pt x="641" y="1793"/>
                    <a:pt x="645" y="1807"/>
                  </a:cubicBezTo>
                  <a:cubicBezTo>
                    <a:pt x="652" y="1821"/>
                    <a:pt x="655" y="1835"/>
                    <a:pt x="659" y="1852"/>
                  </a:cubicBezTo>
                  <a:lnTo>
                    <a:pt x="666" y="1863"/>
                  </a:lnTo>
                  <a:cubicBezTo>
                    <a:pt x="669" y="1870"/>
                    <a:pt x="673" y="1880"/>
                    <a:pt x="676" y="1891"/>
                  </a:cubicBezTo>
                  <a:lnTo>
                    <a:pt x="680" y="1901"/>
                  </a:lnTo>
                  <a:cubicBezTo>
                    <a:pt x="687" y="1912"/>
                    <a:pt x="690" y="1922"/>
                    <a:pt x="697" y="1929"/>
                  </a:cubicBezTo>
                  <a:cubicBezTo>
                    <a:pt x="911" y="1656"/>
                    <a:pt x="946" y="1572"/>
                    <a:pt x="950" y="1551"/>
                  </a:cubicBezTo>
                  <a:cubicBezTo>
                    <a:pt x="943" y="1471"/>
                    <a:pt x="964" y="1390"/>
                    <a:pt x="1002" y="1320"/>
                  </a:cubicBezTo>
                  <a:cubicBezTo>
                    <a:pt x="1016" y="1303"/>
                    <a:pt x="1030" y="1289"/>
                    <a:pt x="1048" y="1275"/>
                  </a:cubicBezTo>
                  <a:cubicBezTo>
                    <a:pt x="1085" y="1249"/>
                    <a:pt x="1128" y="1236"/>
                    <a:pt x="1172" y="1236"/>
                  </a:cubicBezTo>
                  <a:cubicBezTo>
                    <a:pt x="1195" y="1236"/>
                    <a:pt x="1218" y="1239"/>
                    <a:pt x="1240" y="1247"/>
                  </a:cubicBezTo>
                  <a:cubicBezTo>
                    <a:pt x="1300" y="1261"/>
                    <a:pt x="1356" y="1278"/>
                    <a:pt x="1405" y="1292"/>
                  </a:cubicBezTo>
                  <a:cubicBezTo>
                    <a:pt x="1443" y="1306"/>
                    <a:pt x="1492" y="1320"/>
                    <a:pt x="1527" y="1327"/>
                  </a:cubicBezTo>
                  <a:cubicBezTo>
                    <a:pt x="1513" y="1247"/>
                    <a:pt x="1471" y="1113"/>
                    <a:pt x="1422" y="1064"/>
                  </a:cubicBezTo>
                  <a:cubicBezTo>
                    <a:pt x="1335" y="977"/>
                    <a:pt x="1135" y="711"/>
                    <a:pt x="1065" y="487"/>
                  </a:cubicBezTo>
                  <a:cubicBezTo>
                    <a:pt x="1020" y="354"/>
                    <a:pt x="897" y="256"/>
                    <a:pt x="757" y="245"/>
                  </a:cubicBezTo>
                  <a:lnTo>
                    <a:pt x="739" y="245"/>
                  </a:lnTo>
                  <a:cubicBezTo>
                    <a:pt x="662" y="245"/>
                    <a:pt x="585" y="182"/>
                    <a:pt x="501" y="116"/>
                  </a:cubicBezTo>
                  <a:cubicBezTo>
                    <a:pt x="440" y="65"/>
                    <a:pt x="359" y="0"/>
                    <a:pt x="316" y="0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83" name="Google Shape;5441;p80">
              <a:extLst>
                <a:ext uri="{FF2B5EF4-FFF2-40B4-BE49-F238E27FC236}">
                  <a16:creationId xmlns:a16="http://schemas.microsoft.com/office/drawing/2014/main" id="{94796153-EDC9-EA84-66B7-6B4C00B33AA4}"/>
                </a:ext>
              </a:extLst>
            </p:cNvPr>
            <p:cNvSpPr/>
            <p:nvPr/>
          </p:nvSpPr>
          <p:spPr>
            <a:xfrm>
              <a:off x="2249548" y="1656498"/>
              <a:ext cx="149" cy="204"/>
            </a:xfrm>
            <a:custGeom>
              <a:avLst/>
              <a:gdLst/>
              <a:ahLst/>
              <a:cxnLst/>
              <a:rect l="l" t="t" r="r" b="b"/>
              <a:pathLst>
                <a:path w="11" h="15" extrusionOk="0">
                  <a:moveTo>
                    <a:pt x="11" y="15"/>
                  </a:moveTo>
                  <a:lnTo>
                    <a:pt x="0" y="1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84" name="Google Shape;5442;p80">
              <a:extLst>
                <a:ext uri="{FF2B5EF4-FFF2-40B4-BE49-F238E27FC236}">
                  <a16:creationId xmlns:a16="http://schemas.microsoft.com/office/drawing/2014/main" id="{1E71660B-230C-A441-BD90-F7E2AA237F60}"/>
                </a:ext>
              </a:extLst>
            </p:cNvPr>
            <p:cNvSpPr/>
            <p:nvPr/>
          </p:nvSpPr>
          <p:spPr>
            <a:xfrm>
              <a:off x="2249304" y="1656172"/>
              <a:ext cx="163" cy="204"/>
            </a:xfrm>
            <a:custGeom>
              <a:avLst/>
              <a:gdLst/>
              <a:ahLst/>
              <a:cxnLst/>
              <a:rect l="l" t="t" r="r" b="b"/>
              <a:pathLst>
                <a:path w="12" h="15" extrusionOk="0">
                  <a:moveTo>
                    <a:pt x="11" y="14"/>
                  </a:moveTo>
                  <a:lnTo>
                    <a:pt x="1" y="0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85" name="Google Shape;5443;p80">
              <a:extLst>
                <a:ext uri="{FF2B5EF4-FFF2-40B4-BE49-F238E27FC236}">
                  <a16:creationId xmlns:a16="http://schemas.microsoft.com/office/drawing/2014/main" id="{06BD38EF-517E-0EDF-2C89-88D25A424832}"/>
                </a:ext>
              </a:extLst>
            </p:cNvPr>
            <p:cNvSpPr/>
            <p:nvPr/>
          </p:nvSpPr>
          <p:spPr>
            <a:xfrm>
              <a:off x="2254776" y="1673714"/>
              <a:ext cx="204" cy="584"/>
            </a:xfrm>
            <a:custGeom>
              <a:avLst/>
              <a:gdLst/>
              <a:ahLst/>
              <a:cxnLst/>
              <a:rect l="l" t="t" r="r" b="b"/>
              <a:pathLst>
                <a:path w="15" h="43" extrusionOk="0">
                  <a:moveTo>
                    <a:pt x="0" y="0"/>
                  </a:moveTo>
                  <a:cubicBezTo>
                    <a:pt x="4" y="18"/>
                    <a:pt x="11" y="32"/>
                    <a:pt x="14" y="42"/>
                  </a:cubicBezTo>
                  <a:cubicBezTo>
                    <a:pt x="11" y="28"/>
                    <a:pt x="7" y="18"/>
                    <a:pt x="0" y="0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86" name="Google Shape;5444;p80">
              <a:extLst>
                <a:ext uri="{FF2B5EF4-FFF2-40B4-BE49-F238E27FC236}">
                  <a16:creationId xmlns:a16="http://schemas.microsoft.com/office/drawing/2014/main" id="{A43DB4EB-05F5-E50C-494A-1023DEA986E6}"/>
                </a:ext>
              </a:extLst>
            </p:cNvPr>
            <p:cNvSpPr/>
            <p:nvPr/>
          </p:nvSpPr>
          <p:spPr>
            <a:xfrm>
              <a:off x="2254626" y="1673144"/>
              <a:ext cx="163" cy="625"/>
            </a:xfrm>
            <a:custGeom>
              <a:avLst/>
              <a:gdLst/>
              <a:ahLst/>
              <a:cxnLst/>
              <a:rect l="l" t="t" r="r" b="b"/>
              <a:pathLst>
                <a:path w="12" h="46" extrusionOk="0">
                  <a:moveTo>
                    <a:pt x="1" y="0"/>
                  </a:moveTo>
                  <a:lnTo>
                    <a:pt x="1" y="0"/>
                  </a:lnTo>
                  <a:cubicBezTo>
                    <a:pt x="4" y="14"/>
                    <a:pt x="8" y="32"/>
                    <a:pt x="11" y="46"/>
                  </a:cubicBezTo>
                  <a:cubicBezTo>
                    <a:pt x="8" y="28"/>
                    <a:pt x="4" y="14"/>
                    <a:pt x="1" y="0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87" name="Google Shape;5445;p80">
              <a:extLst>
                <a:ext uri="{FF2B5EF4-FFF2-40B4-BE49-F238E27FC236}">
                  <a16:creationId xmlns:a16="http://schemas.microsoft.com/office/drawing/2014/main" id="{0BFF5412-1F9D-84F6-30BF-A57F45EC326B}"/>
                </a:ext>
              </a:extLst>
            </p:cNvPr>
            <p:cNvSpPr/>
            <p:nvPr/>
          </p:nvSpPr>
          <p:spPr>
            <a:xfrm>
              <a:off x="2255251" y="1674950"/>
              <a:ext cx="244" cy="434"/>
            </a:xfrm>
            <a:custGeom>
              <a:avLst/>
              <a:gdLst/>
              <a:ahLst/>
              <a:cxnLst/>
              <a:rect l="l" t="t" r="r" b="b"/>
              <a:pathLst>
                <a:path w="18" h="32" extrusionOk="0">
                  <a:moveTo>
                    <a:pt x="1" y="0"/>
                  </a:moveTo>
                  <a:lnTo>
                    <a:pt x="1" y="0"/>
                  </a:lnTo>
                  <a:cubicBezTo>
                    <a:pt x="7" y="14"/>
                    <a:pt x="11" y="25"/>
                    <a:pt x="18" y="32"/>
                  </a:cubicBezTo>
                  <a:cubicBezTo>
                    <a:pt x="11" y="21"/>
                    <a:pt x="7" y="14"/>
                    <a:pt x="1" y="0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88" name="Google Shape;5446;p80">
              <a:extLst>
                <a:ext uri="{FF2B5EF4-FFF2-40B4-BE49-F238E27FC236}">
                  <a16:creationId xmlns:a16="http://schemas.microsoft.com/office/drawing/2014/main" id="{788DD694-51A8-99F5-B99E-2332F94A5CFA}"/>
                </a:ext>
              </a:extLst>
            </p:cNvPr>
            <p:cNvSpPr/>
            <p:nvPr/>
          </p:nvSpPr>
          <p:spPr>
            <a:xfrm>
              <a:off x="2254531" y="1672479"/>
              <a:ext cx="109" cy="489"/>
            </a:xfrm>
            <a:custGeom>
              <a:avLst/>
              <a:gdLst/>
              <a:ahLst/>
              <a:cxnLst/>
              <a:rect l="l" t="t" r="r" b="b"/>
              <a:pathLst>
                <a:path w="8" h="36" extrusionOk="0">
                  <a:moveTo>
                    <a:pt x="1" y="0"/>
                  </a:moveTo>
                  <a:cubicBezTo>
                    <a:pt x="1" y="11"/>
                    <a:pt x="4" y="25"/>
                    <a:pt x="8" y="35"/>
                  </a:cubicBezTo>
                  <a:cubicBezTo>
                    <a:pt x="4" y="25"/>
                    <a:pt x="4" y="11"/>
                    <a:pt x="1" y="0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89" name="Google Shape;5447;p80">
              <a:extLst>
                <a:ext uri="{FF2B5EF4-FFF2-40B4-BE49-F238E27FC236}">
                  <a16:creationId xmlns:a16="http://schemas.microsoft.com/office/drawing/2014/main" id="{2ACB4E7A-91FE-3047-3948-35E59659EFBB}"/>
                </a:ext>
              </a:extLst>
            </p:cNvPr>
            <p:cNvSpPr/>
            <p:nvPr/>
          </p:nvSpPr>
          <p:spPr>
            <a:xfrm>
              <a:off x="2250119" y="1657313"/>
              <a:ext cx="149" cy="204"/>
            </a:xfrm>
            <a:custGeom>
              <a:avLst/>
              <a:gdLst/>
              <a:ahLst/>
              <a:cxnLst/>
              <a:rect l="l" t="t" r="r" b="b"/>
              <a:pathLst>
                <a:path w="11" h="15" extrusionOk="0">
                  <a:moveTo>
                    <a:pt x="11" y="14"/>
                  </a:moveTo>
                  <a:lnTo>
                    <a:pt x="0" y="0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90" name="Google Shape;5448;p80">
              <a:extLst>
                <a:ext uri="{FF2B5EF4-FFF2-40B4-BE49-F238E27FC236}">
                  <a16:creationId xmlns:a16="http://schemas.microsoft.com/office/drawing/2014/main" id="{D18474EB-9486-6D70-4E6D-605E50A4381E}"/>
                </a:ext>
              </a:extLst>
            </p:cNvPr>
            <p:cNvSpPr/>
            <p:nvPr/>
          </p:nvSpPr>
          <p:spPr>
            <a:xfrm>
              <a:off x="2249928" y="1657068"/>
              <a:ext cx="109" cy="163"/>
            </a:xfrm>
            <a:custGeom>
              <a:avLst/>
              <a:gdLst/>
              <a:ahLst/>
              <a:cxnLst/>
              <a:rect l="l" t="t" r="r" b="b"/>
              <a:pathLst>
                <a:path w="8" h="12" extrusionOk="0">
                  <a:moveTo>
                    <a:pt x="7" y="11"/>
                  </a:moveTo>
                  <a:lnTo>
                    <a:pt x="0" y="1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91" name="Google Shape;5449;p80">
              <a:extLst>
                <a:ext uri="{FF2B5EF4-FFF2-40B4-BE49-F238E27FC236}">
                  <a16:creationId xmlns:a16="http://schemas.microsoft.com/office/drawing/2014/main" id="{C84C8AB9-91E7-D7AD-B26B-204111B638B1}"/>
                </a:ext>
              </a:extLst>
            </p:cNvPr>
            <p:cNvSpPr/>
            <p:nvPr/>
          </p:nvSpPr>
          <p:spPr>
            <a:xfrm>
              <a:off x="2254436" y="1671623"/>
              <a:ext cx="109" cy="679"/>
            </a:xfrm>
            <a:custGeom>
              <a:avLst/>
              <a:gdLst/>
              <a:ahLst/>
              <a:cxnLst/>
              <a:rect l="l" t="t" r="r" b="b"/>
              <a:pathLst>
                <a:path w="8" h="50" extrusionOk="0">
                  <a:moveTo>
                    <a:pt x="1" y="0"/>
                  </a:moveTo>
                  <a:cubicBezTo>
                    <a:pt x="4" y="18"/>
                    <a:pt x="4" y="35"/>
                    <a:pt x="8" y="49"/>
                  </a:cubicBezTo>
                  <a:cubicBezTo>
                    <a:pt x="8" y="35"/>
                    <a:pt x="4" y="18"/>
                    <a:pt x="1" y="0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92" name="Google Shape;5450;p80">
              <a:extLst>
                <a:ext uri="{FF2B5EF4-FFF2-40B4-BE49-F238E27FC236}">
                  <a16:creationId xmlns:a16="http://schemas.microsoft.com/office/drawing/2014/main" id="{AF8C97B9-42D8-F132-79D0-64D19523A702}"/>
                </a:ext>
              </a:extLst>
            </p:cNvPr>
            <p:cNvSpPr/>
            <p:nvPr/>
          </p:nvSpPr>
          <p:spPr>
            <a:xfrm>
              <a:off x="2249738" y="1656837"/>
              <a:ext cx="149" cy="149"/>
            </a:xfrm>
            <a:custGeom>
              <a:avLst/>
              <a:gdLst/>
              <a:ahLst/>
              <a:cxnLst/>
              <a:rect l="l" t="t" r="r" b="b"/>
              <a:pathLst>
                <a:path w="11" h="11" extrusionOk="0">
                  <a:moveTo>
                    <a:pt x="11" y="11"/>
                  </a:moveTo>
                  <a:lnTo>
                    <a:pt x="0" y="0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93" name="Google Shape;5451;p80">
              <a:extLst>
                <a:ext uri="{FF2B5EF4-FFF2-40B4-BE49-F238E27FC236}">
                  <a16:creationId xmlns:a16="http://schemas.microsoft.com/office/drawing/2014/main" id="{5BF73C4A-8464-DCAC-B0A6-DCB0ACBD167F}"/>
                </a:ext>
              </a:extLst>
            </p:cNvPr>
            <p:cNvSpPr/>
            <p:nvPr/>
          </p:nvSpPr>
          <p:spPr>
            <a:xfrm>
              <a:off x="2255006" y="1674420"/>
              <a:ext cx="204" cy="394"/>
            </a:xfrm>
            <a:custGeom>
              <a:avLst/>
              <a:gdLst/>
              <a:ahLst/>
              <a:cxnLst/>
              <a:rect l="l" t="t" r="r" b="b"/>
              <a:pathLst>
                <a:path w="15" h="29" extrusionOk="0">
                  <a:moveTo>
                    <a:pt x="15" y="29"/>
                  </a:moveTo>
                  <a:cubicBezTo>
                    <a:pt x="11" y="22"/>
                    <a:pt x="4" y="11"/>
                    <a:pt x="1" y="1"/>
                  </a:cubicBezTo>
                  <a:cubicBezTo>
                    <a:pt x="4" y="11"/>
                    <a:pt x="11" y="22"/>
                    <a:pt x="15" y="29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94" name="Google Shape;5452;p80">
              <a:extLst>
                <a:ext uri="{FF2B5EF4-FFF2-40B4-BE49-F238E27FC236}">
                  <a16:creationId xmlns:a16="http://schemas.microsoft.com/office/drawing/2014/main" id="{FD412B07-412B-DD53-9898-3D1D9A937903}"/>
                </a:ext>
              </a:extLst>
            </p:cNvPr>
            <p:cNvSpPr/>
            <p:nvPr/>
          </p:nvSpPr>
          <p:spPr>
            <a:xfrm>
              <a:off x="2247933" y="1653796"/>
              <a:ext cx="149" cy="299"/>
            </a:xfrm>
            <a:custGeom>
              <a:avLst/>
              <a:gdLst/>
              <a:ahLst/>
              <a:cxnLst/>
              <a:rect l="l" t="t" r="r" b="b"/>
              <a:pathLst>
                <a:path w="11" h="22" extrusionOk="0">
                  <a:moveTo>
                    <a:pt x="11" y="21"/>
                  </a:moveTo>
                  <a:lnTo>
                    <a:pt x="0" y="0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95" name="Google Shape;5453;p80">
              <a:extLst>
                <a:ext uri="{FF2B5EF4-FFF2-40B4-BE49-F238E27FC236}">
                  <a16:creationId xmlns:a16="http://schemas.microsoft.com/office/drawing/2014/main" id="{DC9A6910-8046-D976-CB31-E5D67A0C5C44}"/>
                </a:ext>
              </a:extLst>
            </p:cNvPr>
            <p:cNvSpPr/>
            <p:nvPr/>
          </p:nvSpPr>
          <p:spPr>
            <a:xfrm>
              <a:off x="2255482" y="1675425"/>
              <a:ext cx="14" cy="14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1" y="0"/>
                  </a:move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96" name="Google Shape;5454;p80">
              <a:extLst>
                <a:ext uri="{FF2B5EF4-FFF2-40B4-BE49-F238E27FC236}">
                  <a16:creationId xmlns:a16="http://schemas.microsoft.com/office/drawing/2014/main" id="{C546C7C4-57F3-39EE-F70F-0768DA5F8165}"/>
                </a:ext>
              </a:extLst>
            </p:cNvPr>
            <p:cNvSpPr/>
            <p:nvPr/>
          </p:nvSpPr>
          <p:spPr>
            <a:xfrm>
              <a:off x="2248258" y="1654366"/>
              <a:ext cx="163" cy="244"/>
            </a:xfrm>
            <a:custGeom>
              <a:avLst/>
              <a:gdLst/>
              <a:ahLst/>
              <a:cxnLst/>
              <a:rect l="l" t="t" r="r" b="b"/>
              <a:pathLst>
                <a:path w="12" h="18" extrusionOk="0">
                  <a:moveTo>
                    <a:pt x="11" y="18"/>
                  </a:moveTo>
                  <a:lnTo>
                    <a:pt x="1" y="0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97" name="Google Shape;5455;p80">
              <a:extLst>
                <a:ext uri="{FF2B5EF4-FFF2-40B4-BE49-F238E27FC236}">
                  <a16:creationId xmlns:a16="http://schemas.microsoft.com/office/drawing/2014/main" id="{CBC76CEE-5913-8560-4881-7B3D1167DF60}"/>
                </a:ext>
              </a:extLst>
            </p:cNvPr>
            <p:cNvSpPr/>
            <p:nvPr/>
          </p:nvSpPr>
          <p:spPr>
            <a:xfrm>
              <a:off x="2245977" y="1650225"/>
              <a:ext cx="163" cy="353"/>
            </a:xfrm>
            <a:custGeom>
              <a:avLst/>
              <a:gdLst/>
              <a:ahLst/>
              <a:cxnLst/>
              <a:rect l="l" t="t" r="r" b="b"/>
              <a:pathLst>
                <a:path w="12" h="26" extrusionOk="0">
                  <a:moveTo>
                    <a:pt x="1" y="1"/>
                  </a:moveTo>
                  <a:lnTo>
                    <a:pt x="11" y="25"/>
                  </a:lnTo>
                  <a:lnTo>
                    <a:pt x="1" y="1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98" name="Google Shape;5456;p80">
              <a:extLst>
                <a:ext uri="{FF2B5EF4-FFF2-40B4-BE49-F238E27FC236}">
                  <a16:creationId xmlns:a16="http://schemas.microsoft.com/office/drawing/2014/main" id="{B17B79EA-1F42-1F27-4A14-571D8D524AE7}"/>
                </a:ext>
              </a:extLst>
            </p:cNvPr>
            <p:cNvSpPr/>
            <p:nvPr/>
          </p:nvSpPr>
          <p:spPr>
            <a:xfrm>
              <a:off x="2247593" y="1653226"/>
              <a:ext cx="204" cy="339"/>
            </a:xfrm>
            <a:custGeom>
              <a:avLst/>
              <a:gdLst/>
              <a:ahLst/>
              <a:cxnLst/>
              <a:rect l="l" t="t" r="r" b="b"/>
              <a:pathLst>
                <a:path w="15" h="25" extrusionOk="0">
                  <a:moveTo>
                    <a:pt x="15" y="25"/>
                  </a:moveTo>
                  <a:lnTo>
                    <a:pt x="1" y="0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99" name="Google Shape;5457;p80">
              <a:extLst>
                <a:ext uri="{FF2B5EF4-FFF2-40B4-BE49-F238E27FC236}">
                  <a16:creationId xmlns:a16="http://schemas.microsoft.com/office/drawing/2014/main" id="{9AB0DAA0-F728-8C03-3A9C-0B07691B415B}"/>
                </a:ext>
              </a:extLst>
            </p:cNvPr>
            <p:cNvSpPr/>
            <p:nvPr/>
          </p:nvSpPr>
          <p:spPr>
            <a:xfrm>
              <a:off x="2247267" y="1652601"/>
              <a:ext cx="149" cy="353"/>
            </a:xfrm>
            <a:custGeom>
              <a:avLst/>
              <a:gdLst/>
              <a:ahLst/>
              <a:cxnLst/>
              <a:rect l="l" t="t" r="r" b="b"/>
              <a:pathLst>
                <a:path w="11" h="26" extrusionOk="0">
                  <a:moveTo>
                    <a:pt x="11" y="25"/>
                  </a:moveTo>
                  <a:lnTo>
                    <a:pt x="0" y="1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00" name="Google Shape;5458;p80">
              <a:extLst>
                <a:ext uri="{FF2B5EF4-FFF2-40B4-BE49-F238E27FC236}">
                  <a16:creationId xmlns:a16="http://schemas.microsoft.com/office/drawing/2014/main" id="{F49DAE06-20F7-47FE-AA7A-20953AC73DED}"/>
                </a:ext>
              </a:extLst>
            </p:cNvPr>
            <p:cNvSpPr/>
            <p:nvPr/>
          </p:nvSpPr>
          <p:spPr>
            <a:xfrm>
              <a:off x="2246697" y="1651610"/>
              <a:ext cx="394" cy="679"/>
            </a:xfrm>
            <a:custGeom>
              <a:avLst/>
              <a:gdLst/>
              <a:ahLst/>
              <a:cxnLst/>
              <a:rect l="l" t="t" r="r" b="b"/>
              <a:pathLst>
                <a:path w="29" h="50" extrusionOk="0">
                  <a:moveTo>
                    <a:pt x="28" y="49"/>
                  </a:moveTo>
                  <a:lnTo>
                    <a:pt x="0" y="0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01" name="Google Shape;5459;p80">
              <a:extLst>
                <a:ext uri="{FF2B5EF4-FFF2-40B4-BE49-F238E27FC236}">
                  <a16:creationId xmlns:a16="http://schemas.microsoft.com/office/drawing/2014/main" id="{3155A807-0B5D-567B-0374-120B93952105}"/>
                </a:ext>
              </a:extLst>
            </p:cNvPr>
            <p:cNvSpPr/>
            <p:nvPr/>
          </p:nvSpPr>
          <p:spPr>
            <a:xfrm>
              <a:off x="2246317" y="1650890"/>
              <a:ext cx="244" cy="448"/>
            </a:xfrm>
            <a:custGeom>
              <a:avLst/>
              <a:gdLst/>
              <a:ahLst/>
              <a:cxnLst/>
              <a:rect l="l" t="t" r="r" b="b"/>
              <a:pathLst>
                <a:path w="18" h="33" extrusionOk="0">
                  <a:moveTo>
                    <a:pt x="18" y="32"/>
                  </a:moveTo>
                  <a:lnTo>
                    <a:pt x="0" y="1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02" name="Google Shape;5460;p80">
              <a:extLst>
                <a:ext uri="{FF2B5EF4-FFF2-40B4-BE49-F238E27FC236}">
                  <a16:creationId xmlns:a16="http://schemas.microsoft.com/office/drawing/2014/main" id="{6CAA6912-58F9-C3C4-BA3A-B50A3D1A9F8F}"/>
                </a:ext>
              </a:extLst>
            </p:cNvPr>
            <p:cNvSpPr/>
            <p:nvPr/>
          </p:nvSpPr>
          <p:spPr>
            <a:xfrm>
              <a:off x="2249073" y="1655792"/>
              <a:ext cx="149" cy="204"/>
            </a:xfrm>
            <a:custGeom>
              <a:avLst/>
              <a:gdLst/>
              <a:ahLst/>
              <a:cxnLst/>
              <a:rect l="l" t="t" r="r" b="b"/>
              <a:pathLst>
                <a:path w="11" h="15" extrusionOk="0">
                  <a:moveTo>
                    <a:pt x="11" y="14"/>
                  </a:moveTo>
                  <a:lnTo>
                    <a:pt x="0" y="0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03" name="Google Shape;5461;p80">
              <a:extLst>
                <a:ext uri="{FF2B5EF4-FFF2-40B4-BE49-F238E27FC236}">
                  <a16:creationId xmlns:a16="http://schemas.microsoft.com/office/drawing/2014/main" id="{0E09923B-347B-4A18-9545-C8EEC998D452}"/>
                </a:ext>
              </a:extLst>
            </p:cNvPr>
            <p:cNvSpPr/>
            <p:nvPr/>
          </p:nvSpPr>
          <p:spPr>
            <a:xfrm>
              <a:off x="2248829" y="1655357"/>
              <a:ext cx="163" cy="204"/>
            </a:xfrm>
            <a:custGeom>
              <a:avLst/>
              <a:gdLst/>
              <a:ahLst/>
              <a:cxnLst/>
              <a:rect l="l" t="t" r="r" b="b"/>
              <a:pathLst>
                <a:path w="12" h="15" extrusionOk="0">
                  <a:moveTo>
                    <a:pt x="11" y="15"/>
                  </a:moveTo>
                  <a:lnTo>
                    <a:pt x="1" y="1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04" name="Google Shape;5462;p80">
              <a:extLst>
                <a:ext uri="{FF2B5EF4-FFF2-40B4-BE49-F238E27FC236}">
                  <a16:creationId xmlns:a16="http://schemas.microsoft.com/office/drawing/2014/main" id="{044DBC92-5F25-43C9-103B-489DA1AC3696}"/>
                </a:ext>
              </a:extLst>
            </p:cNvPr>
            <p:cNvSpPr/>
            <p:nvPr/>
          </p:nvSpPr>
          <p:spPr>
            <a:xfrm>
              <a:off x="2248544" y="1654882"/>
              <a:ext cx="163" cy="258"/>
            </a:xfrm>
            <a:custGeom>
              <a:avLst/>
              <a:gdLst/>
              <a:ahLst/>
              <a:cxnLst/>
              <a:rect l="l" t="t" r="r" b="b"/>
              <a:pathLst>
                <a:path w="12" h="19" extrusionOk="0">
                  <a:moveTo>
                    <a:pt x="11" y="18"/>
                  </a:moveTo>
                  <a:lnTo>
                    <a:pt x="1" y="1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05" name="Google Shape;5463;p80">
              <a:extLst>
                <a:ext uri="{FF2B5EF4-FFF2-40B4-BE49-F238E27FC236}">
                  <a16:creationId xmlns:a16="http://schemas.microsoft.com/office/drawing/2014/main" id="{3B7C8022-64F4-452C-6BCD-A3D10707E0E1}"/>
                </a:ext>
              </a:extLst>
            </p:cNvPr>
            <p:cNvSpPr/>
            <p:nvPr/>
          </p:nvSpPr>
          <p:spPr>
            <a:xfrm>
              <a:off x="2212047" y="1690224"/>
              <a:ext cx="44073" cy="23516"/>
            </a:xfrm>
            <a:custGeom>
              <a:avLst/>
              <a:gdLst/>
              <a:ahLst/>
              <a:cxnLst/>
              <a:rect l="l" t="t" r="r" b="b"/>
              <a:pathLst>
                <a:path w="3246" h="1732" extrusionOk="0">
                  <a:moveTo>
                    <a:pt x="2473" y="1"/>
                  </a:moveTo>
                  <a:cubicBezTo>
                    <a:pt x="2300" y="1"/>
                    <a:pt x="2049" y="32"/>
                    <a:pt x="1978" y="100"/>
                  </a:cubicBezTo>
                  <a:cubicBezTo>
                    <a:pt x="1864" y="215"/>
                    <a:pt x="1722" y="283"/>
                    <a:pt x="1590" y="283"/>
                  </a:cubicBezTo>
                  <a:cubicBezTo>
                    <a:pt x="1572" y="283"/>
                    <a:pt x="1554" y="281"/>
                    <a:pt x="1537" y="279"/>
                  </a:cubicBezTo>
                  <a:cubicBezTo>
                    <a:pt x="1441" y="269"/>
                    <a:pt x="1234" y="259"/>
                    <a:pt x="1097" y="259"/>
                  </a:cubicBezTo>
                  <a:cubicBezTo>
                    <a:pt x="1041" y="259"/>
                    <a:pt x="996" y="261"/>
                    <a:pt x="977" y="265"/>
                  </a:cubicBezTo>
                  <a:cubicBezTo>
                    <a:pt x="968" y="266"/>
                    <a:pt x="957" y="267"/>
                    <a:pt x="945" y="267"/>
                  </a:cubicBezTo>
                  <a:cubicBezTo>
                    <a:pt x="886" y="267"/>
                    <a:pt x="790" y="253"/>
                    <a:pt x="648" y="230"/>
                  </a:cubicBezTo>
                  <a:cubicBezTo>
                    <a:pt x="564" y="212"/>
                    <a:pt x="480" y="202"/>
                    <a:pt x="396" y="198"/>
                  </a:cubicBezTo>
                  <a:cubicBezTo>
                    <a:pt x="388" y="200"/>
                    <a:pt x="381" y="201"/>
                    <a:pt x="374" y="201"/>
                  </a:cubicBezTo>
                  <a:cubicBezTo>
                    <a:pt x="324" y="201"/>
                    <a:pt x="280" y="160"/>
                    <a:pt x="231" y="111"/>
                  </a:cubicBezTo>
                  <a:lnTo>
                    <a:pt x="207" y="86"/>
                  </a:lnTo>
                  <a:lnTo>
                    <a:pt x="200" y="79"/>
                  </a:lnTo>
                  <a:cubicBezTo>
                    <a:pt x="189" y="69"/>
                    <a:pt x="179" y="62"/>
                    <a:pt x="168" y="51"/>
                  </a:cubicBezTo>
                  <a:lnTo>
                    <a:pt x="165" y="48"/>
                  </a:lnTo>
                  <a:cubicBezTo>
                    <a:pt x="158" y="41"/>
                    <a:pt x="147" y="34"/>
                    <a:pt x="137" y="27"/>
                  </a:cubicBezTo>
                  <a:lnTo>
                    <a:pt x="130" y="23"/>
                  </a:lnTo>
                  <a:cubicBezTo>
                    <a:pt x="123" y="16"/>
                    <a:pt x="112" y="9"/>
                    <a:pt x="102" y="6"/>
                  </a:cubicBezTo>
                  <a:lnTo>
                    <a:pt x="98" y="6"/>
                  </a:lnTo>
                  <a:cubicBezTo>
                    <a:pt x="91" y="9"/>
                    <a:pt x="88" y="13"/>
                    <a:pt x="81" y="20"/>
                  </a:cubicBezTo>
                  <a:cubicBezTo>
                    <a:pt x="77" y="23"/>
                    <a:pt x="70" y="27"/>
                    <a:pt x="63" y="30"/>
                  </a:cubicBezTo>
                  <a:cubicBezTo>
                    <a:pt x="28" y="58"/>
                    <a:pt x="7" y="97"/>
                    <a:pt x="4" y="142"/>
                  </a:cubicBezTo>
                  <a:cubicBezTo>
                    <a:pt x="0" y="202"/>
                    <a:pt x="25" y="261"/>
                    <a:pt x="70" y="304"/>
                  </a:cubicBezTo>
                  <a:cubicBezTo>
                    <a:pt x="140" y="370"/>
                    <a:pt x="333" y="594"/>
                    <a:pt x="291" y="710"/>
                  </a:cubicBezTo>
                  <a:cubicBezTo>
                    <a:pt x="274" y="746"/>
                    <a:pt x="243" y="769"/>
                    <a:pt x="204" y="769"/>
                  </a:cubicBezTo>
                  <a:cubicBezTo>
                    <a:pt x="202" y="769"/>
                    <a:pt x="199" y="769"/>
                    <a:pt x="196" y="769"/>
                  </a:cubicBezTo>
                  <a:cubicBezTo>
                    <a:pt x="165" y="773"/>
                    <a:pt x="137" y="790"/>
                    <a:pt x="119" y="815"/>
                  </a:cubicBezTo>
                  <a:cubicBezTo>
                    <a:pt x="95" y="839"/>
                    <a:pt x="77" y="874"/>
                    <a:pt x="77" y="909"/>
                  </a:cubicBezTo>
                  <a:cubicBezTo>
                    <a:pt x="81" y="958"/>
                    <a:pt x="77" y="1004"/>
                    <a:pt x="70" y="1049"/>
                  </a:cubicBezTo>
                  <a:cubicBezTo>
                    <a:pt x="70" y="1063"/>
                    <a:pt x="67" y="1081"/>
                    <a:pt x="67" y="1095"/>
                  </a:cubicBezTo>
                  <a:cubicBezTo>
                    <a:pt x="63" y="1109"/>
                    <a:pt x="63" y="1126"/>
                    <a:pt x="67" y="1140"/>
                  </a:cubicBezTo>
                  <a:lnTo>
                    <a:pt x="67" y="1147"/>
                  </a:lnTo>
                  <a:lnTo>
                    <a:pt x="67" y="1151"/>
                  </a:lnTo>
                  <a:lnTo>
                    <a:pt x="74" y="1154"/>
                  </a:lnTo>
                  <a:cubicBezTo>
                    <a:pt x="329" y="1406"/>
                    <a:pt x="371" y="1483"/>
                    <a:pt x="378" y="1529"/>
                  </a:cubicBezTo>
                  <a:cubicBezTo>
                    <a:pt x="378" y="1539"/>
                    <a:pt x="403" y="1557"/>
                    <a:pt x="417" y="1567"/>
                  </a:cubicBezTo>
                  <a:cubicBezTo>
                    <a:pt x="427" y="1578"/>
                    <a:pt x="434" y="1585"/>
                    <a:pt x="441" y="1592"/>
                  </a:cubicBezTo>
                  <a:cubicBezTo>
                    <a:pt x="452" y="1602"/>
                    <a:pt x="459" y="1613"/>
                    <a:pt x="466" y="1623"/>
                  </a:cubicBezTo>
                  <a:lnTo>
                    <a:pt x="557" y="1616"/>
                  </a:lnTo>
                  <a:lnTo>
                    <a:pt x="571" y="1616"/>
                  </a:lnTo>
                  <a:lnTo>
                    <a:pt x="662" y="1613"/>
                  </a:lnTo>
                  <a:lnTo>
                    <a:pt x="676" y="1613"/>
                  </a:lnTo>
                  <a:lnTo>
                    <a:pt x="767" y="1609"/>
                  </a:lnTo>
                  <a:lnTo>
                    <a:pt x="774" y="1609"/>
                  </a:lnTo>
                  <a:cubicBezTo>
                    <a:pt x="801" y="1609"/>
                    <a:pt x="829" y="1609"/>
                    <a:pt x="855" y="1609"/>
                  </a:cubicBezTo>
                  <a:cubicBezTo>
                    <a:pt x="1003" y="1609"/>
                    <a:pt x="1127" y="1618"/>
                    <a:pt x="1183" y="1644"/>
                  </a:cubicBezTo>
                  <a:lnTo>
                    <a:pt x="1201" y="1651"/>
                  </a:lnTo>
                  <a:cubicBezTo>
                    <a:pt x="1313" y="1683"/>
                    <a:pt x="1429" y="1704"/>
                    <a:pt x="1544" y="1714"/>
                  </a:cubicBezTo>
                  <a:lnTo>
                    <a:pt x="1565" y="1718"/>
                  </a:lnTo>
                  <a:lnTo>
                    <a:pt x="1576" y="1718"/>
                  </a:lnTo>
                  <a:cubicBezTo>
                    <a:pt x="1628" y="1725"/>
                    <a:pt x="1674" y="1728"/>
                    <a:pt x="1712" y="1732"/>
                  </a:cubicBezTo>
                  <a:lnTo>
                    <a:pt x="1737" y="1732"/>
                  </a:lnTo>
                  <a:cubicBezTo>
                    <a:pt x="1782" y="1732"/>
                    <a:pt x="1831" y="1721"/>
                    <a:pt x="1873" y="1700"/>
                  </a:cubicBezTo>
                  <a:cubicBezTo>
                    <a:pt x="1877" y="1700"/>
                    <a:pt x="1880" y="1697"/>
                    <a:pt x="1884" y="1690"/>
                  </a:cubicBezTo>
                  <a:cubicBezTo>
                    <a:pt x="1873" y="1662"/>
                    <a:pt x="1873" y="1627"/>
                    <a:pt x="1891" y="1599"/>
                  </a:cubicBezTo>
                  <a:cubicBezTo>
                    <a:pt x="1898" y="1592"/>
                    <a:pt x="1901" y="1585"/>
                    <a:pt x="1908" y="1578"/>
                  </a:cubicBezTo>
                  <a:lnTo>
                    <a:pt x="1912" y="1571"/>
                  </a:lnTo>
                  <a:cubicBezTo>
                    <a:pt x="1919" y="1567"/>
                    <a:pt x="1926" y="1560"/>
                    <a:pt x="1933" y="1557"/>
                  </a:cubicBezTo>
                  <a:lnTo>
                    <a:pt x="1936" y="1553"/>
                  </a:lnTo>
                  <a:cubicBezTo>
                    <a:pt x="1943" y="1550"/>
                    <a:pt x="1950" y="1543"/>
                    <a:pt x="1961" y="1539"/>
                  </a:cubicBezTo>
                  <a:lnTo>
                    <a:pt x="1968" y="1536"/>
                  </a:lnTo>
                  <a:lnTo>
                    <a:pt x="1989" y="1525"/>
                  </a:lnTo>
                  <a:lnTo>
                    <a:pt x="1996" y="1522"/>
                  </a:lnTo>
                  <a:lnTo>
                    <a:pt x="2024" y="1511"/>
                  </a:lnTo>
                  <a:lnTo>
                    <a:pt x="2031" y="1511"/>
                  </a:lnTo>
                  <a:lnTo>
                    <a:pt x="2055" y="1504"/>
                  </a:lnTo>
                  <a:lnTo>
                    <a:pt x="2062" y="1504"/>
                  </a:lnTo>
                  <a:lnTo>
                    <a:pt x="2094" y="1497"/>
                  </a:lnTo>
                  <a:lnTo>
                    <a:pt x="2097" y="1497"/>
                  </a:lnTo>
                  <a:lnTo>
                    <a:pt x="2122" y="1490"/>
                  </a:lnTo>
                  <a:lnTo>
                    <a:pt x="2125" y="1490"/>
                  </a:lnTo>
                  <a:cubicBezTo>
                    <a:pt x="2122" y="1473"/>
                    <a:pt x="2122" y="1455"/>
                    <a:pt x="2122" y="1434"/>
                  </a:cubicBezTo>
                  <a:lnTo>
                    <a:pt x="2122" y="1420"/>
                  </a:lnTo>
                  <a:cubicBezTo>
                    <a:pt x="2122" y="1413"/>
                    <a:pt x="2122" y="1406"/>
                    <a:pt x="2122" y="1399"/>
                  </a:cubicBezTo>
                  <a:cubicBezTo>
                    <a:pt x="2125" y="1392"/>
                    <a:pt x="2125" y="1385"/>
                    <a:pt x="2129" y="1382"/>
                  </a:cubicBezTo>
                  <a:cubicBezTo>
                    <a:pt x="2136" y="1368"/>
                    <a:pt x="2143" y="1357"/>
                    <a:pt x="2153" y="1350"/>
                  </a:cubicBezTo>
                  <a:lnTo>
                    <a:pt x="2157" y="1350"/>
                  </a:lnTo>
                  <a:cubicBezTo>
                    <a:pt x="2164" y="1347"/>
                    <a:pt x="2167" y="1343"/>
                    <a:pt x="2174" y="1340"/>
                  </a:cubicBezTo>
                  <a:cubicBezTo>
                    <a:pt x="2291" y="1308"/>
                    <a:pt x="2413" y="1294"/>
                    <a:pt x="2534" y="1294"/>
                  </a:cubicBezTo>
                  <a:cubicBezTo>
                    <a:pt x="2547" y="1294"/>
                    <a:pt x="2560" y="1294"/>
                    <a:pt x="2573" y="1294"/>
                  </a:cubicBezTo>
                  <a:cubicBezTo>
                    <a:pt x="2647" y="1298"/>
                    <a:pt x="2720" y="1312"/>
                    <a:pt x="2787" y="1340"/>
                  </a:cubicBezTo>
                  <a:cubicBezTo>
                    <a:pt x="2790" y="1343"/>
                    <a:pt x="2797" y="1343"/>
                    <a:pt x="2804" y="1347"/>
                  </a:cubicBezTo>
                  <a:lnTo>
                    <a:pt x="2846" y="1347"/>
                  </a:lnTo>
                  <a:lnTo>
                    <a:pt x="2864" y="1340"/>
                  </a:lnTo>
                  <a:lnTo>
                    <a:pt x="2867" y="1340"/>
                  </a:lnTo>
                  <a:lnTo>
                    <a:pt x="2885" y="1336"/>
                  </a:lnTo>
                  <a:lnTo>
                    <a:pt x="2899" y="1329"/>
                  </a:lnTo>
                  <a:cubicBezTo>
                    <a:pt x="2895" y="1315"/>
                    <a:pt x="2892" y="1305"/>
                    <a:pt x="2885" y="1291"/>
                  </a:cubicBezTo>
                  <a:cubicBezTo>
                    <a:pt x="2769" y="1263"/>
                    <a:pt x="2685" y="1021"/>
                    <a:pt x="2682" y="902"/>
                  </a:cubicBezTo>
                  <a:cubicBezTo>
                    <a:pt x="2678" y="787"/>
                    <a:pt x="2748" y="759"/>
                    <a:pt x="2776" y="752"/>
                  </a:cubicBezTo>
                  <a:cubicBezTo>
                    <a:pt x="2804" y="745"/>
                    <a:pt x="2867" y="650"/>
                    <a:pt x="2909" y="587"/>
                  </a:cubicBezTo>
                  <a:cubicBezTo>
                    <a:pt x="2993" y="465"/>
                    <a:pt x="3088" y="325"/>
                    <a:pt x="3207" y="286"/>
                  </a:cubicBezTo>
                  <a:cubicBezTo>
                    <a:pt x="3221" y="283"/>
                    <a:pt x="3235" y="276"/>
                    <a:pt x="3245" y="268"/>
                  </a:cubicBezTo>
                  <a:lnTo>
                    <a:pt x="3228" y="261"/>
                  </a:lnTo>
                  <a:lnTo>
                    <a:pt x="3207" y="251"/>
                  </a:lnTo>
                  <a:lnTo>
                    <a:pt x="3186" y="237"/>
                  </a:lnTo>
                  <a:lnTo>
                    <a:pt x="3168" y="230"/>
                  </a:lnTo>
                  <a:lnTo>
                    <a:pt x="3144" y="219"/>
                  </a:lnTo>
                  <a:lnTo>
                    <a:pt x="3130" y="216"/>
                  </a:lnTo>
                  <a:lnTo>
                    <a:pt x="3105" y="202"/>
                  </a:lnTo>
                  <a:lnTo>
                    <a:pt x="3095" y="198"/>
                  </a:lnTo>
                  <a:lnTo>
                    <a:pt x="3070" y="188"/>
                  </a:lnTo>
                  <a:lnTo>
                    <a:pt x="3060" y="184"/>
                  </a:lnTo>
                  <a:lnTo>
                    <a:pt x="3046" y="174"/>
                  </a:lnTo>
                  <a:lnTo>
                    <a:pt x="3035" y="170"/>
                  </a:lnTo>
                  <a:lnTo>
                    <a:pt x="3025" y="163"/>
                  </a:lnTo>
                  <a:lnTo>
                    <a:pt x="3018" y="160"/>
                  </a:lnTo>
                  <a:lnTo>
                    <a:pt x="3011" y="153"/>
                  </a:lnTo>
                  <a:lnTo>
                    <a:pt x="3004" y="149"/>
                  </a:lnTo>
                  <a:lnTo>
                    <a:pt x="2997" y="142"/>
                  </a:lnTo>
                  <a:lnTo>
                    <a:pt x="2990" y="139"/>
                  </a:lnTo>
                  <a:lnTo>
                    <a:pt x="2983" y="135"/>
                  </a:lnTo>
                  <a:lnTo>
                    <a:pt x="2979" y="132"/>
                  </a:lnTo>
                  <a:lnTo>
                    <a:pt x="2976" y="128"/>
                  </a:lnTo>
                  <a:lnTo>
                    <a:pt x="2972" y="125"/>
                  </a:lnTo>
                  <a:lnTo>
                    <a:pt x="2969" y="121"/>
                  </a:lnTo>
                  <a:lnTo>
                    <a:pt x="2965" y="118"/>
                  </a:lnTo>
                  <a:lnTo>
                    <a:pt x="2962" y="114"/>
                  </a:lnTo>
                  <a:lnTo>
                    <a:pt x="2962" y="111"/>
                  </a:lnTo>
                  <a:lnTo>
                    <a:pt x="2962" y="107"/>
                  </a:lnTo>
                  <a:lnTo>
                    <a:pt x="2962" y="104"/>
                  </a:lnTo>
                  <a:cubicBezTo>
                    <a:pt x="2948" y="83"/>
                    <a:pt x="2881" y="44"/>
                    <a:pt x="2577" y="6"/>
                  </a:cubicBezTo>
                  <a:cubicBezTo>
                    <a:pt x="2548" y="3"/>
                    <a:pt x="2513" y="1"/>
                    <a:pt x="2473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06" name="Google Shape;5464;p80">
              <a:extLst>
                <a:ext uri="{FF2B5EF4-FFF2-40B4-BE49-F238E27FC236}">
                  <a16:creationId xmlns:a16="http://schemas.microsoft.com/office/drawing/2014/main" id="{A434E99E-ADE8-B94D-5FC4-B8DB24875CF0}"/>
                </a:ext>
              </a:extLst>
            </p:cNvPr>
            <p:cNvSpPr/>
            <p:nvPr/>
          </p:nvSpPr>
          <p:spPr>
            <a:xfrm>
              <a:off x="2240994" y="1708500"/>
              <a:ext cx="339" cy="394"/>
            </a:xfrm>
            <a:custGeom>
              <a:avLst/>
              <a:gdLst/>
              <a:ahLst/>
              <a:cxnLst/>
              <a:rect l="l" t="t" r="r" b="b"/>
              <a:pathLst>
                <a:path w="25" h="29" extrusionOk="0">
                  <a:moveTo>
                    <a:pt x="0" y="29"/>
                  </a:moveTo>
                  <a:cubicBezTo>
                    <a:pt x="4" y="18"/>
                    <a:pt x="14" y="8"/>
                    <a:pt x="25" y="1"/>
                  </a:cubicBezTo>
                  <a:cubicBezTo>
                    <a:pt x="14" y="8"/>
                    <a:pt x="4" y="18"/>
                    <a:pt x="0" y="29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07" name="Google Shape;5465;p80">
              <a:extLst>
                <a:ext uri="{FF2B5EF4-FFF2-40B4-BE49-F238E27FC236}">
                  <a16:creationId xmlns:a16="http://schemas.microsoft.com/office/drawing/2014/main" id="{2B829364-61CB-7D9F-3566-C926F763F9FA}"/>
                </a:ext>
              </a:extLst>
            </p:cNvPr>
            <p:cNvSpPr/>
            <p:nvPr/>
          </p:nvSpPr>
          <p:spPr>
            <a:xfrm>
              <a:off x="2250784" y="1708364"/>
              <a:ext cx="204" cy="54"/>
            </a:xfrm>
            <a:custGeom>
              <a:avLst/>
              <a:gdLst/>
              <a:ahLst/>
              <a:cxnLst/>
              <a:rect l="l" t="t" r="r" b="b"/>
              <a:pathLst>
                <a:path w="15" h="4" extrusionOk="0">
                  <a:moveTo>
                    <a:pt x="14" y="0"/>
                  </a:moveTo>
                  <a:lnTo>
                    <a:pt x="0" y="4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08" name="Google Shape;5466;p80">
              <a:extLst>
                <a:ext uri="{FF2B5EF4-FFF2-40B4-BE49-F238E27FC236}">
                  <a16:creationId xmlns:a16="http://schemas.microsoft.com/office/drawing/2014/main" id="{9BA3F107-3F55-4280-9CE4-7273A9452059}"/>
                </a:ext>
              </a:extLst>
            </p:cNvPr>
            <p:cNvSpPr/>
            <p:nvPr/>
          </p:nvSpPr>
          <p:spPr>
            <a:xfrm>
              <a:off x="2240845" y="1709600"/>
              <a:ext cx="14" cy="54"/>
            </a:xfrm>
            <a:custGeom>
              <a:avLst/>
              <a:gdLst/>
              <a:ahLst/>
              <a:cxnLst/>
              <a:rect l="l" t="t" r="r" b="b"/>
              <a:pathLst>
                <a:path w="1" h="4" extrusionOk="0">
                  <a:moveTo>
                    <a:pt x="1" y="4"/>
                  </a:moveTo>
                  <a:lnTo>
                    <a:pt x="1" y="0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09" name="Google Shape;5467;p80">
              <a:extLst>
                <a:ext uri="{FF2B5EF4-FFF2-40B4-BE49-F238E27FC236}">
                  <a16:creationId xmlns:a16="http://schemas.microsoft.com/office/drawing/2014/main" id="{FFA1B9AC-375F-D3DD-1169-BA7882C25E6D}"/>
                </a:ext>
              </a:extLst>
            </p:cNvPr>
            <p:cNvSpPr/>
            <p:nvPr/>
          </p:nvSpPr>
          <p:spPr>
            <a:xfrm>
              <a:off x="2251015" y="1708269"/>
              <a:ext cx="258" cy="109"/>
            </a:xfrm>
            <a:custGeom>
              <a:avLst/>
              <a:gdLst/>
              <a:ahLst/>
              <a:cxnLst/>
              <a:rect l="l" t="t" r="r" b="b"/>
              <a:pathLst>
                <a:path w="19" h="8" extrusionOk="0">
                  <a:moveTo>
                    <a:pt x="18" y="0"/>
                  </a:moveTo>
                  <a:lnTo>
                    <a:pt x="1" y="7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10" name="Google Shape;5468;p80">
              <a:extLst>
                <a:ext uri="{FF2B5EF4-FFF2-40B4-BE49-F238E27FC236}">
                  <a16:creationId xmlns:a16="http://schemas.microsoft.com/office/drawing/2014/main" id="{F8C4D324-E70E-DBD5-79AA-D022C53A1324}"/>
                </a:ext>
              </a:extLst>
            </p:cNvPr>
            <p:cNvSpPr/>
            <p:nvPr/>
          </p:nvSpPr>
          <p:spPr>
            <a:xfrm>
              <a:off x="2251259" y="1708215"/>
              <a:ext cx="204" cy="109"/>
            </a:xfrm>
            <a:custGeom>
              <a:avLst/>
              <a:gdLst/>
              <a:ahLst/>
              <a:cxnLst/>
              <a:rect l="l" t="t" r="r" b="b"/>
              <a:pathLst>
                <a:path w="15" h="8" extrusionOk="0">
                  <a:moveTo>
                    <a:pt x="14" y="1"/>
                  </a:moveTo>
                  <a:lnTo>
                    <a:pt x="14" y="1"/>
                  </a:lnTo>
                  <a:lnTo>
                    <a:pt x="0" y="8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11" name="Google Shape;5469;p80">
              <a:extLst>
                <a:ext uri="{FF2B5EF4-FFF2-40B4-BE49-F238E27FC236}">
                  <a16:creationId xmlns:a16="http://schemas.microsoft.com/office/drawing/2014/main" id="{6EA8A1B4-F023-380F-F345-FBDB2EF4DC25}"/>
                </a:ext>
              </a:extLst>
            </p:cNvPr>
            <p:cNvSpPr/>
            <p:nvPr/>
          </p:nvSpPr>
          <p:spPr>
            <a:xfrm>
              <a:off x="2241605" y="1707644"/>
              <a:ext cx="5485" cy="679"/>
            </a:xfrm>
            <a:custGeom>
              <a:avLst/>
              <a:gdLst/>
              <a:ahLst/>
              <a:cxnLst/>
              <a:rect l="l" t="t" r="r" b="b"/>
              <a:pathLst>
                <a:path w="404" h="50" extrusionOk="0">
                  <a:moveTo>
                    <a:pt x="1" y="50"/>
                  </a:moveTo>
                  <a:lnTo>
                    <a:pt x="1" y="50"/>
                  </a:lnTo>
                  <a:cubicBezTo>
                    <a:pt x="134" y="15"/>
                    <a:pt x="267" y="1"/>
                    <a:pt x="403" y="4"/>
                  </a:cubicBezTo>
                  <a:cubicBezTo>
                    <a:pt x="267" y="1"/>
                    <a:pt x="134" y="15"/>
                    <a:pt x="1" y="50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12" name="Google Shape;5470;p80">
              <a:extLst>
                <a:ext uri="{FF2B5EF4-FFF2-40B4-BE49-F238E27FC236}">
                  <a16:creationId xmlns:a16="http://schemas.microsoft.com/office/drawing/2014/main" id="{59B1A877-EE36-A6A2-54F0-20B2092DDDC2}"/>
                </a:ext>
              </a:extLst>
            </p:cNvPr>
            <p:cNvSpPr/>
            <p:nvPr/>
          </p:nvSpPr>
          <p:spPr>
            <a:xfrm>
              <a:off x="2241375" y="1708310"/>
              <a:ext cx="244" cy="163"/>
            </a:xfrm>
            <a:custGeom>
              <a:avLst/>
              <a:gdLst/>
              <a:ahLst/>
              <a:cxnLst/>
              <a:rect l="l" t="t" r="r" b="b"/>
              <a:pathLst>
                <a:path w="18" h="12" extrusionOk="0">
                  <a:moveTo>
                    <a:pt x="18" y="1"/>
                  </a:moveTo>
                  <a:cubicBezTo>
                    <a:pt x="11" y="4"/>
                    <a:pt x="4" y="8"/>
                    <a:pt x="0" y="11"/>
                  </a:cubicBezTo>
                  <a:cubicBezTo>
                    <a:pt x="4" y="8"/>
                    <a:pt x="11" y="4"/>
                    <a:pt x="18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13" name="Google Shape;5471;p80">
              <a:extLst>
                <a:ext uri="{FF2B5EF4-FFF2-40B4-BE49-F238E27FC236}">
                  <a16:creationId xmlns:a16="http://schemas.microsoft.com/office/drawing/2014/main" id="{55596C2D-F1AA-22ED-EC31-77F7C34EC7F9}"/>
                </a:ext>
              </a:extLst>
            </p:cNvPr>
            <p:cNvSpPr/>
            <p:nvPr/>
          </p:nvSpPr>
          <p:spPr>
            <a:xfrm>
              <a:off x="2250444" y="1708405"/>
              <a:ext cx="299" cy="68"/>
            </a:xfrm>
            <a:custGeom>
              <a:avLst/>
              <a:gdLst/>
              <a:ahLst/>
              <a:cxnLst/>
              <a:rect l="l" t="t" r="r" b="b"/>
              <a:pathLst>
                <a:path w="22" h="5" extrusionOk="0">
                  <a:moveTo>
                    <a:pt x="22" y="1"/>
                  </a:moveTo>
                  <a:cubicBezTo>
                    <a:pt x="15" y="4"/>
                    <a:pt x="8" y="4"/>
                    <a:pt x="1" y="1"/>
                  </a:cubicBezTo>
                  <a:cubicBezTo>
                    <a:pt x="8" y="4"/>
                    <a:pt x="15" y="4"/>
                    <a:pt x="22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14" name="Google Shape;5472;p80">
              <a:extLst>
                <a:ext uri="{FF2B5EF4-FFF2-40B4-BE49-F238E27FC236}">
                  <a16:creationId xmlns:a16="http://schemas.microsoft.com/office/drawing/2014/main" id="{C6EAF11B-D806-278E-55F1-7CE64DEB17B6}"/>
                </a:ext>
              </a:extLst>
            </p:cNvPr>
            <p:cNvSpPr/>
            <p:nvPr/>
          </p:nvSpPr>
          <p:spPr>
            <a:xfrm>
              <a:off x="2250214" y="1708459"/>
              <a:ext cx="204" cy="14"/>
            </a:xfrm>
            <a:custGeom>
              <a:avLst/>
              <a:gdLst/>
              <a:ahLst/>
              <a:cxnLst/>
              <a:rect l="l" t="t" r="r" b="b"/>
              <a:pathLst>
                <a:path w="15" h="1" extrusionOk="0">
                  <a:moveTo>
                    <a:pt x="14" y="0"/>
                  </a:moveTo>
                  <a:lnTo>
                    <a:pt x="0" y="0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15" name="Google Shape;5473;p80">
              <a:extLst>
                <a:ext uri="{FF2B5EF4-FFF2-40B4-BE49-F238E27FC236}">
                  <a16:creationId xmlns:a16="http://schemas.microsoft.com/office/drawing/2014/main" id="{98BB52A9-03CE-0C75-4E38-148EA2E72926}"/>
                </a:ext>
              </a:extLst>
            </p:cNvPr>
            <p:cNvSpPr/>
            <p:nvPr/>
          </p:nvSpPr>
          <p:spPr>
            <a:xfrm>
              <a:off x="2240899" y="1708934"/>
              <a:ext cx="109" cy="244"/>
            </a:xfrm>
            <a:custGeom>
              <a:avLst/>
              <a:gdLst/>
              <a:ahLst/>
              <a:cxnLst/>
              <a:rect l="l" t="t" r="r" b="b"/>
              <a:pathLst>
                <a:path w="8" h="18" extrusionOk="0">
                  <a:moveTo>
                    <a:pt x="7" y="0"/>
                  </a:moveTo>
                  <a:cubicBezTo>
                    <a:pt x="4" y="4"/>
                    <a:pt x="0" y="11"/>
                    <a:pt x="0" y="18"/>
                  </a:cubicBezTo>
                  <a:cubicBezTo>
                    <a:pt x="0" y="11"/>
                    <a:pt x="4" y="4"/>
                    <a:pt x="7" y="0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16" name="Google Shape;5474;p80">
              <a:extLst>
                <a:ext uri="{FF2B5EF4-FFF2-40B4-BE49-F238E27FC236}">
                  <a16:creationId xmlns:a16="http://schemas.microsoft.com/office/drawing/2014/main" id="{071DE6BB-6E93-4F4E-7646-E1EB32DE507B}"/>
                </a:ext>
              </a:extLst>
            </p:cNvPr>
            <p:cNvSpPr/>
            <p:nvPr/>
          </p:nvSpPr>
          <p:spPr>
            <a:xfrm>
              <a:off x="2249928" y="1708364"/>
              <a:ext cx="244" cy="54"/>
            </a:xfrm>
            <a:custGeom>
              <a:avLst/>
              <a:gdLst/>
              <a:ahLst/>
              <a:cxnLst/>
              <a:rect l="l" t="t" r="r" b="b"/>
              <a:pathLst>
                <a:path w="18" h="4" extrusionOk="0">
                  <a:moveTo>
                    <a:pt x="18" y="4"/>
                  </a:moveTo>
                  <a:cubicBezTo>
                    <a:pt x="11" y="4"/>
                    <a:pt x="7" y="0"/>
                    <a:pt x="0" y="0"/>
                  </a:cubicBezTo>
                  <a:cubicBezTo>
                    <a:pt x="7" y="0"/>
                    <a:pt x="11" y="4"/>
                    <a:pt x="18" y="4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17" name="Google Shape;5475;p80">
              <a:extLst>
                <a:ext uri="{FF2B5EF4-FFF2-40B4-BE49-F238E27FC236}">
                  <a16:creationId xmlns:a16="http://schemas.microsoft.com/office/drawing/2014/main" id="{DF878CD8-357E-62F6-3E32-6CD9F9B3263E}"/>
                </a:ext>
              </a:extLst>
            </p:cNvPr>
            <p:cNvSpPr/>
            <p:nvPr/>
          </p:nvSpPr>
          <p:spPr>
            <a:xfrm>
              <a:off x="2240845" y="1709165"/>
              <a:ext cx="14" cy="299"/>
            </a:xfrm>
            <a:custGeom>
              <a:avLst/>
              <a:gdLst/>
              <a:ahLst/>
              <a:cxnLst/>
              <a:rect l="l" t="t" r="r" b="b"/>
              <a:pathLst>
                <a:path w="1" h="22" extrusionOk="0">
                  <a:moveTo>
                    <a:pt x="1" y="1"/>
                  </a:moveTo>
                  <a:cubicBezTo>
                    <a:pt x="1" y="8"/>
                    <a:pt x="1" y="15"/>
                    <a:pt x="1" y="22"/>
                  </a:cubicBezTo>
                  <a:cubicBezTo>
                    <a:pt x="1" y="15"/>
                    <a:pt x="1" y="8"/>
                    <a:pt x="1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18" name="Google Shape;5476;p80">
              <a:extLst>
                <a:ext uri="{FF2B5EF4-FFF2-40B4-BE49-F238E27FC236}">
                  <a16:creationId xmlns:a16="http://schemas.microsoft.com/office/drawing/2014/main" id="{7963B897-9430-F111-12C2-F004CF55DC45}"/>
                </a:ext>
              </a:extLst>
            </p:cNvPr>
            <p:cNvSpPr/>
            <p:nvPr/>
          </p:nvSpPr>
          <p:spPr>
            <a:xfrm>
              <a:off x="2255631" y="1693578"/>
              <a:ext cx="299" cy="109"/>
            </a:xfrm>
            <a:custGeom>
              <a:avLst/>
              <a:gdLst/>
              <a:ahLst/>
              <a:cxnLst/>
              <a:rect l="l" t="t" r="r" b="b"/>
              <a:pathLst>
                <a:path w="22" h="8" extrusionOk="0">
                  <a:moveTo>
                    <a:pt x="21" y="7"/>
                  </a:moveTo>
                  <a:lnTo>
                    <a:pt x="0" y="0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19" name="Google Shape;5477;p80">
              <a:extLst>
                <a:ext uri="{FF2B5EF4-FFF2-40B4-BE49-F238E27FC236}">
                  <a16:creationId xmlns:a16="http://schemas.microsoft.com/office/drawing/2014/main" id="{93D81B40-C456-C000-5625-2E772FB086C1}"/>
                </a:ext>
              </a:extLst>
            </p:cNvPr>
            <p:cNvSpPr/>
            <p:nvPr/>
          </p:nvSpPr>
          <p:spPr>
            <a:xfrm>
              <a:off x="2238849" y="1689396"/>
              <a:ext cx="8187" cy="2200"/>
            </a:xfrm>
            <a:custGeom>
              <a:avLst/>
              <a:gdLst/>
              <a:ahLst/>
              <a:cxnLst/>
              <a:rect l="l" t="t" r="r" b="b"/>
              <a:pathLst>
                <a:path w="603" h="162" extrusionOk="0">
                  <a:moveTo>
                    <a:pt x="603" y="0"/>
                  </a:moveTo>
                  <a:lnTo>
                    <a:pt x="592" y="63"/>
                  </a:lnTo>
                  <a:cubicBezTo>
                    <a:pt x="565" y="60"/>
                    <a:pt x="531" y="58"/>
                    <a:pt x="492" y="58"/>
                  </a:cubicBezTo>
                  <a:cubicBezTo>
                    <a:pt x="395" y="58"/>
                    <a:pt x="271" y="69"/>
                    <a:pt x="169" y="91"/>
                  </a:cubicBezTo>
                  <a:lnTo>
                    <a:pt x="169" y="91"/>
                  </a:lnTo>
                  <a:cubicBezTo>
                    <a:pt x="265" y="70"/>
                    <a:pt x="382" y="60"/>
                    <a:pt x="478" y="60"/>
                  </a:cubicBezTo>
                  <a:cubicBezTo>
                    <a:pt x="523" y="60"/>
                    <a:pt x="564" y="63"/>
                    <a:pt x="596" y="67"/>
                  </a:cubicBezTo>
                  <a:lnTo>
                    <a:pt x="603" y="0"/>
                  </a:lnTo>
                  <a:close/>
                  <a:moveTo>
                    <a:pt x="169" y="91"/>
                  </a:moveTo>
                  <a:cubicBezTo>
                    <a:pt x="93" y="108"/>
                    <a:pt x="30" y="131"/>
                    <a:pt x="1" y="161"/>
                  </a:cubicBezTo>
                  <a:cubicBezTo>
                    <a:pt x="30" y="131"/>
                    <a:pt x="93" y="108"/>
                    <a:pt x="169" y="9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20" name="Google Shape;5478;p80">
              <a:extLst>
                <a:ext uri="{FF2B5EF4-FFF2-40B4-BE49-F238E27FC236}">
                  <a16:creationId xmlns:a16="http://schemas.microsoft.com/office/drawing/2014/main" id="{DA9A3C9A-734D-0258-B184-CF12519F5421}"/>
                </a:ext>
              </a:extLst>
            </p:cNvPr>
            <p:cNvSpPr/>
            <p:nvPr/>
          </p:nvSpPr>
          <p:spPr>
            <a:xfrm>
              <a:off x="2247023" y="1689396"/>
              <a:ext cx="14" cy="14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1" y="0"/>
                  </a:moveTo>
                  <a:lnTo>
                    <a:pt x="1" y="0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21" name="Google Shape;5479;p80">
              <a:extLst>
                <a:ext uri="{FF2B5EF4-FFF2-40B4-BE49-F238E27FC236}">
                  <a16:creationId xmlns:a16="http://schemas.microsoft.com/office/drawing/2014/main" id="{B7D51378-3C08-19AF-CCDE-0FB51646C47A}"/>
                </a:ext>
              </a:extLst>
            </p:cNvPr>
            <p:cNvSpPr/>
            <p:nvPr/>
          </p:nvSpPr>
          <p:spPr>
            <a:xfrm>
              <a:off x="2213283" y="1690197"/>
              <a:ext cx="54" cy="14"/>
            </a:xfrm>
            <a:custGeom>
              <a:avLst/>
              <a:gdLst/>
              <a:ahLst/>
              <a:cxnLst/>
              <a:rect l="l" t="t" r="r" b="b"/>
              <a:pathLst>
                <a:path w="4" h="1" extrusionOk="0">
                  <a:moveTo>
                    <a:pt x="0" y="1"/>
                  </a:moveTo>
                  <a:lnTo>
                    <a:pt x="4" y="1"/>
                  </a:lnTo>
                  <a:lnTo>
                    <a:pt x="0" y="1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22" name="Google Shape;5480;p80">
              <a:extLst>
                <a:ext uri="{FF2B5EF4-FFF2-40B4-BE49-F238E27FC236}">
                  <a16:creationId xmlns:a16="http://schemas.microsoft.com/office/drawing/2014/main" id="{3198F201-344F-5C7A-9E8F-85B85C3AE360}"/>
                </a:ext>
              </a:extLst>
            </p:cNvPr>
            <p:cNvSpPr/>
            <p:nvPr/>
          </p:nvSpPr>
          <p:spPr>
            <a:xfrm>
              <a:off x="2253581" y="1692668"/>
              <a:ext cx="163" cy="109"/>
            </a:xfrm>
            <a:custGeom>
              <a:avLst/>
              <a:gdLst/>
              <a:ahLst/>
              <a:cxnLst/>
              <a:rect l="l" t="t" r="r" b="b"/>
              <a:pathLst>
                <a:path w="12" h="8" extrusionOk="0">
                  <a:moveTo>
                    <a:pt x="1" y="1"/>
                  </a:moveTo>
                  <a:lnTo>
                    <a:pt x="11" y="8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23" name="Google Shape;5481;p80">
              <a:extLst>
                <a:ext uri="{FF2B5EF4-FFF2-40B4-BE49-F238E27FC236}">
                  <a16:creationId xmlns:a16="http://schemas.microsoft.com/office/drawing/2014/main" id="{B0101191-7F64-46F2-0E19-52A433D1D424}"/>
                </a:ext>
              </a:extLst>
            </p:cNvPr>
            <p:cNvSpPr/>
            <p:nvPr/>
          </p:nvSpPr>
          <p:spPr>
            <a:xfrm>
              <a:off x="2214233" y="1690822"/>
              <a:ext cx="54" cy="54"/>
            </a:xfrm>
            <a:custGeom>
              <a:avLst/>
              <a:gdLst/>
              <a:ahLst/>
              <a:cxnLst/>
              <a:rect l="l" t="t" r="r" b="b"/>
              <a:pathLst>
                <a:path w="4" h="4" extrusionOk="0">
                  <a:moveTo>
                    <a:pt x="4" y="4"/>
                  </a:moveTo>
                  <a:lnTo>
                    <a:pt x="0" y="0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24" name="Google Shape;5482;p80">
              <a:extLst>
                <a:ext uri="{FF2B5EF4-FFF2-40B4-BE49-F238E27FC236}">
                  <a16:creationId xmlns:a16="http://schemas.microsoft.com/office/drawing/2014/main" id="{ABC947EE-DF89-43E0-DEE3-865734574B74}"/>
                </a:ext>
              </a:extLst>
            </p:cNvPr>
            <p:cNvSpPr/>
            <p:nvPr/>
          </p:nvSpPr>
          <p:spPr>
            <a:xfrm>
              <a:off x="2253296" y="1692533"/>
              <a:ext cx="109" cy="54"/>
            </a:xfrm>
            <a:custGeom>
              <a:avLst/>
              <a:gdLst/>
              <a:ahLst/>
              <a:cxnLst/>
              <a:rect l="l" t="t" r="r" b="b"/>
              <a:pathLst>
                <a:path w="8" h="4" extrusionOk="0">
                  <a:moveTo>
                    <a:pt x="1" y="0"/>
                  </a:moveTo>
                  <a:lnTo>
                    <a:pt x="8" y="4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25" name="Google Shape;5483;p80">
              <a:extLst>
                <a:ext uri="{FF2B5EF4-FFF2-40B4-BE49-F238E27FC236}">
                  <a16:creationId xmlns:a16="http://schemas.microsoft.com/office/drawing/2014/main" id="{C16F4525-B6B5-586C-1EF0-B9FB6BF909D0}"/>
                </a:ext>
              </a:extLst>
            </p:cNvPr>
            <p:cNvSpPr/>
            <p:nvPr/>
          </p:nvSpPr>
          <p:spPr>
            <a:xfrm>
              <a:off x="2254056" y="1692913"/>
              <a:ext cx="163" cy="54"/>
            </a:xfrm>
            <a:custGeom>
              <a:avLst/>
              <a:gdLst/>
              <a:ahLst/>
              <a:cxnLst/>
              <a:rect l="l" t="t" r="r" b="b"/>
              <a:pathLst>
                <a:path w="12" h="4" extrusionOk="0">
                  <a:moveTo>
                    <a:pt x="1" y="0"/>
                  </a:moveTo>
                  <a:lnTo>
                    <a:pt x="11" y="4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26" name="Google Shape;5484;p80">
              <a:extLst>
                <a:ext uri="{FF2B5EF4-FFF2-40B4-BE49-F238E27FC236}">
                  <a16:creationId xmlns:a16="http://schemas.microsoft.com/office/drawing/2014/main" id="{67A503B7-FD38-CE3E-95B6-CC2004FD3FBB}"/>
                </a:ext>
              </a:extLst>
            </p:cNvPr>
            <p:cNvSpPr/>
            <p:nvPr/>
          </p:nvSpPr>
          <p:spPr>
            <a:xfrm>
              <a:off x="2253011" y="1692383"/>
              <a:ext cx="163" cy="68"/>
            </a:xfrm>
            <a:custGeom>
              <a:avLst/>
              <a:gdLst/>
              <a:ahLst/>
              <a:cxnLst/>
              <a:rect l="l" t="t" r="r" b="b"/>
              <a:pathLst>
                <a:path w="12" h="5" extrusionOk="0">
                  <a:moveTo>
                    <a:pt x="1" y="1"/>
                  </a:moveTo>
                  <a:lnTo>
                    <a:pt x="11" y="4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27" name="Google Shape;5485;p80">
              <a:extLst>
                <a:ext uri="{FF2B5EF4-FFF2-40B4-BE49-F238E27FC236}">
                  <a16:creationId xmlns:a16="http://schemas.microsoft.com/office/drawing/2014/main" id="{4F6DB7AF-4782-2ABF-C06C-CDA5BA6F8D46}"/>
                </a:ext>
              </a:extLst>
            </p:cNvPr>
            <p:cNvSpPr/>
            <p:nvPr/>
          </p:nvSpPr>
          <p:spPr>
            <a:xfrm>
              <a:off x="2213758" y="1690482"/>
              <a:ext cx="109" cy="68"/>
            </a:xfrm>
            <a:custGeom>
              <a:avLst/>
              <a:gdLst/>
              <a:ahLst/>
              <a:cxnLst/>
              <a:rect l="l" t="t" r="r" b="b"/>
              <a:pathLst>
                <a:path w="8" h="5" extrusionOk="0">
                  <a:moveTo>
                    <a:pt x="7" y="4"/>
                  </a:moveTo>
                  <a:lnTo>
                    <a:pt x="0" y="1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28" name="Google Shape;5486;p80">
              <a:extLst>
                <a:ext uri="{FF2B5EF4-FFF2-40B4-BE49-F238E27FC236}">
                  <a16:creationId xmlns:a16="http://schemas.microsoft.com/office/drawing/2014/main" id="{4D406CC2-90B8-FC9A-9843-AAB30D9DA73A}"/>
                </a:ext>
              </a:extLst>
            </p:cNvPr>
            <p:cNvSpPr/>
            <p:nvPr/>
          </p:nvSpPr>
          <p:spPr>
            <a:xfrm>
              <a:off x="2214708" y="1691243"/>
              <a:ext cx="109" cy="109"/>
            </a:xfrm>
            <a:custGeom>
              <a:avLst/>
              <a:gdLst/>
              <a:ahLst/>
              <a:cxnLst/>
              <a:rect l="l" t="t" r="r" b="b"/>
              <a:pathLst>
                <a:path w="8" h="8" extrusionOk="0">
                  <a:moveTo>
                    <a:pt x="7" y="8"/>
                  </a:moveTo>
                  <a:lnTo>
                    <a:pt x="0" y="1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29" name="Google Shape;5487;p80">
              <a:extLst>
                <a:ext uri="{FF2B5EF4-FFF2-40B4-BE49-F238E27FC236}">
                  <a16:creationId xmlns:a16="http://schemas.microsoft.com/office/drawing/2014/main" id="{ADC3BEC1-9B70-49DA-D913-57E8A670E445}"/>
                </a:ext>
              </a:extLst>
            </p:cNvPr>
            <p:cNvSpPr/>
            <p:nvPr/>
          </p:nvSpPr>
          <p:spPr>
            <a:xfrm>
              <a:off x="2252820" y="1692247"/>
              <a:ext cx="109" cy="54"/>
            </a:xfrm>
            <a:custGeom>
              <a:avLst/>
              <a:gdLst/>
              <a:ahLst/>
              <a:cxnLst/>
              <a:rect l="l" t="t" r="r" b="b"/>
              <a:pathLst>
                <a:path w="8" h="4" extrusionOk="0">
                  <a:moveTo>
                    <a:pt x="1" y="0"/>
                  </a:moveTo>
                  <a:lnTo>
                    <a:pt x="8" y="4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30" name="Google Shape;5488;p80">
              <a:extLst>
                <a:ext uri="{FF2B5EF4-FFF2-40B4-BE49-F238E27FC236}">
                  <a16:creationId xmlns:a16="http://schemas.microsoft.com/office/drawing/2014/main" id="{ADD9B83C-7B04-C171-F742-22CC669366C3}"/>
                </a:ext>
              </a:extLst>
            </p:cNvPr>
            <p:cNvSpPr/>
            <p:nvPr/>
          </p:nvSpPr>
          <p:spPr>
            <a:xfrm>
              <a:off x="2254531" y="1693144"/>
              <a:ext cx="204" cy="68"/>
            </a:xfrm>
            <a:custGeom>
              <a:avLst/>
              <a:gdLst/>
              <a:ahLst/>
              <a:cxnLst/>
              <a:rect l="l" t="t" r="r" b="b"/>
              <a:pathLst>
                <a:path w="15" h="5" extrusionOk="0">
                  <a:moveTo>
                    <a:pt x="1" y="1"/>
                  </a:moveTo>
                  <a:lnTo>
                    <a:pt x="15" y="4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31" name="Google Shape;5489;p80">
              <a:extLst>
                <a:ext uri="{FF2B5EF4-FFF2-40B4-BE49-F238E27FC236}">
                  <a16:creationId xmlns:a16="http://schemas.microsoft.com/office/drawing/2014/main" id="{C2723458-80A7-9E88-4E66-06920D4D8FF7}"/>
                </a:ext>
              </a:extLst>
            </p:cNvPr>
            <p:cNvSpPr/>
            <p:nvPr/>
          </p:nvSpPr>
          <p:spPr>
            <a:xfrm>
              <a:off x="2255061" y="1693334"/>
              <a:ext cx="244" cy="109"/>
            </a:xfrm>
            <a:custGeom>
              <a:avLst/>
              <a:gdLst/>
              <a:ahLst/>
              <a:cxnLst/>
              <a:rect l="l" t="t" r="r" b="b"/>
              <a:pathLst>
                <a:path w="18" h="8" extrusionOk="0">
                  <a:moveTo>
                    <a:pt x="0" y="1"/>
                  </a:moveTo>
                  <a:lnTo>
                    <a:pt x="18" y="8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32" name="Google Shape;5490;p80">
              <a:extLst>
                <a:ext uri="{FF2B5EF4-FFF2-40B4-BE49-F238E27FC236}">
                  <a16:creationId xmlns:a16="http://schemas.microsoft.com/office/drawing/2014/main" id="{485CAFCF-750A-F108-63F8-D81BD93D5BCF}"/>
                </a:ext>
              </a:extLst>
            </p:cNvPr>
            <p:cNvSpPr/>
            <p:nvPr/>
          </p:nvSpPr>
          <p:spPr>
            <a:xfrm>
              <a:off x="2252400" y="1691867"/>
              <a:ext cx="54" cy="54"/>
            </a:xfrm>
            <a:custGeom>
              <a:avLst/>
              <a:gdLst/>
              <a:ahLst/>
              <a:cxnLst/>
              <a:rect l="l" t="t" r="r" b="b"/>
              <a:pathLst>
                <a:path w="4" h="4" extrusionOk="0">
                  <a:moveTo>
                    <a:pt x="4" y="4"/>
                  </a:moveTo>
                  <a:lnTo>
                    <a:pt x="0" y="0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33" name="Google Shape;5491;p80">
              <a:extLst>
                <a:ext uri="{FF2B5EF4-FFF2-40B4-BE49-F238E27FC236}">
                  <a16:creationId xmlns:a16="http://schemas.microsoft.com/office/drawing/2014/main" id="{1E9EDF2A-0A33-428C-8059-00492D020CFF}"/>
                </a:ext>
              </a:extLst>
            </p:cNvPr>
            <p:cNvSpPr/>
            <p:nvPr/>
          </p:nvSpPr>
          <p:spPr>
            <a:xfrm>
              <a:off x="2252495" y="1692003"/>
              <a:ext cx="109" cy="68"/>
            </a:xfrm>
            <a:custGeom>
              <a:avLst/>
              <a:gdLst/>
              <a:ahLst/>
              <a:cxnLst/>
              <a:rect l="l" t="t" r="r" b="b"/>
              <a:pathLst>
                <a:path w="8" h="5" extrusionOk="0">
                  <a:moveTo>
                    <a:pt x="0" y="1"/>
                  </a:moveTo>
                  <a:lnTo>
                    <a:pt x="7" y="4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34" name="Google Shape;5492;p80">
              <a:extLst>
                <a:ext uri="{FF2B5EF4-FFF2-40B4-BE49-F238E27FC236}">
                  <a16:creationId xmlns:a16="http://schemas.microsoft.com/office/drawing/2014/main" id="{C9CCF9D4-00D9-B4D7-1307-3B99F5A1012F}"/>
                </a:ext>
              </a:extLst>
            </p:cNvPr>
            <p:cNvSpPr/>
            <p:nvPr/>
          </p:nvSpPr>
          <p:spPr>
            <a:xfrm>
              <a:off x="2252305" y="1691813"/>
              <a:ext cx="54" cy="14"/>
            </a:xfrm>
            <a:custGeom>
              <a:avLst/>
              <a:gdLst/>
              <a:ahLst/>
              <a:cxnLst/>
              <a:rect l="l" t="t" r="r" b="b"/>
              <a:pathLst>
                <a:path w="4" h="1" extrusionOk="0">
                  <a:moveTo>
                    <a:pt x="0" y="1"/>
                  </a:moveTo>
                  <a:lnTo>
                    <a:pt x="4" y="1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35" name="Google Shape;5493;p80">
              <a:extLst>
                <a:ext uri="{FF2B5EF4-FFF2-40B4-BE49-F238E27FC236}">
                  <a16:creationId xmlns:a16="http://schemas.microsoft.com/office/drawing/2014/main" id="{10DE934A-9949-05E8-280D-34C8E4360D58}"/>
                </a:ext>
              </a:extLst>
            </p:cNvPr>
            <p:cNvSpPr/>
            <p:nvPr/>
          </p:nvSpPr>
          <p:spPr>
            <a:xfrm>
              <a:off x="2252250" y="1691718"/>
              <a:ext cx="14" cy="68"/>
            </a:xfrm>
            <a:custGeom>
              <a:avLst/>
              <a:gdLst/>
              <a:ahLst/>
              <a:cxnLst/>
              <a:rect l="l" t="t" r="r" b="b"/>
              <a:pathLst>
                <a:path w="1" h="5" extrusionOk="0">
                  <a:moveTo>
                    <a:pt x="1" y="1"/>
                  </a:moveTo>
                  <a:lnTo>
                    <a:pt x="1" y="4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36" name="Google Shape;5494;p80">
              <a:extLst>
                <a:ext uri="{FF2B5EF4-FFF2-40B4-BE49-F238E27FC236}">
                  <a16:creationId xmlns:a16="http://schemas.microsoft.com/office/drawing/2014/main" id="{427B13AA-D21A-CEEC-29BE-852B40DDE111}"/>
                </a:ext>
              </a:extLst>
            </p:cNvPr>
            <p:cNvSpPr/>
            <p:nvPr/>
          </p:nvSpPr>
          <p:spPr>
            <a:xfrm>
              <a:off x="2252209" y="1691677"/>
              <a:ext cx="14" cy="14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0" y="0"/>
                  </a:move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37" name="Google Shape;5495;p80">
              <a:extLst>
                <a:ext uri="{FF2B5EF4-FFF2-40B4-BE49-F238E27FC236}">
                  <a16:creationId xmlns:a16="http://schemas.microsoft.com/office/drawing/2014/main" id="{0618257A-42A2-FE44-BC74-12D77D65F99A}"/>
                </a:ext>
              </a:extLst>
            </p:cNvPr>
            <p:cNvSpPr/>
            <p:nvPr/>
          </p:nvSpPr>
          <p:spPr>
            <a:xfrm>
              <a:off x="2252630" y="1692098"/>
              <a:ext cx="109" cy="68"/>
            </a:xfrm>
            <a:custGeom>
              <a:avLst/>
              <a:gdLst/>
              <a:ahLst/>
              <a:cxnLst/>
              <a:rect l="l" t="t" r="r" b="b"/>
              <a:pathLst>
                <a:path w="8" h="5" extrusionOk="0">
                  <a:moveTo>
                    <a:pt x="1" y="1"/>
                  </a:moveTo>
                  <a:lnTo>
                    <a:pt x="8" y="4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38" name="Google Shape;5496;p80">
              <a:extLst>
                <a:ext uri="{FF2B5EF4-FFF2-40B4-BE49-F238E27FC236}">
                  <a16:creationId xmlns:a16="http://schemas.microsoft.com/office/drawing/2014/main" id="{1C000152-9425-DE6E-2F68-A83A85A1B734}"/>
                </a:ext>
              </a:extLst>
            </p:cNvPr>
            <p:cNvSpPr/>
            <p:nvPr/>
          </p:nvSpPr>
          <p:spPr>
            <a:xfrm>
              <a:off x="2198782" y="1705988"/>
              <a:ext cx="18031" cy="12274"/>
            </a:xfrm>
            <a:custGeom>
              <a:avLst/>
              <a:gdLst/>
              <a:ahLst/>
              <a:cxnLst/>
              <a:rect l="l" t="t" r="r" b="b"/>
              <a:pathLst>
                <a:path w="1328" h="904" extrusionOk="0">
                  <a:moveTo>
                    <a:pt x="904" y="0"/>
                  </a:moveTo>
                  <a:cubicBezTo>
                    <a:pt x="837" y="11"/>
                    <a:pt x="764" y="25"/>
                    <a:pt x="694" y="35"/>
                  </a:cubicBezTo>
                  <a:lnTo>
                    <a:pt x="690" y="35"/>
                  </a:lnTo>
                  <a:lnTo>
                    <a:pt x="655" y="42"/>
                  </a:lnTo>
                  <a:lnTo>
                    <a:pt x="652" y="42"/>
                  </a:lnTo>
                  <a:lnTo>
                    <a:pt x="617" y="49"/>
                  </a:lnTo>
                  <a:lnTo>
                    <a:pt x="582" y="56"/>
                  </a:lnTo>
                  <a:cubicBezTo>
                    <a:pt x="305" y="105"/>
                    <a:pt x="49" y="158"/>
                    <a:pt x="46" y="158"/>
                  </a:cubicBezTo>
                  <a:lnTo>
                    <a:pt x="46" y="161"/>
                  </a:lnTo>
                  <a:cubicBezTo>
                    <a:pt x="39" y="182"/>
                    <a:pt x="35" y="203"/>
                    <a:pt x="28" y="221"/>
                  </a:cubicBezTo>
                  <a:lnTo>
                    <a:pt x="28" y="231"/>
                  </a:lnTo>
                  <a:cubicBezTo>
                    <a:pt x="25" y="252"/>
                    <a:pt x="21" y="273"/>
                    <a:pt x="18" y="291"/>
                  </a:cubicBezTo>
                  <a:lnTo>
                    <a:pt x="18" y="301"/>
                  </a:lnTo>
                  <a:cubicBezTo>
                    <a:pt x="14" y="319"/>
                    <a:pt x="11" y="340"/>
                    <a:pt x="7" y="361"/>
                  </a:cubicBezTo>
                  <a:lnTo>
                    <a:pt x="7" y="364"/>
                  </a:lnTo>
                  <a:cubicBezTo>
                    <a:pt x="7" y="382"/>
                    <a:pt x="4" y="403"/>
                    <a:pt x="0" y="424"/>
                  </a:cubicBezTo>
                  <a:cubicBezTo>
                    <a:pt x="0" y="445"/>
                    <a:pt x="0" y="462"/>
                    <a:pt x="0" y="480"/>
                  </a:cubicBezTo>
                  <a:lnTo>
                    <a:pt x="0" y="487"/>
                  </a:lnTo>
                  <a:lnTo>
                    <a:pt x="0" y="532"/>
                  </a:lnTo>
                  <a:lnTo>
                    <a:pt x="0" y="539"/>
                  </a:lnTo>
                  <a:cubicBezTo>
                    <a:pt x="0" y="553"/>
                    <a:pt x="0" y="567"/>
                    <a:pt x="4" y="581"/>
                  </a:cubicBezTo>
                  <a:lnTo>
                    <a:pt x="4" y="585"/>
                  </a:lnTo>
                  <a:cubicBezTo>
                    <a:pt x="4" y="599"/>
                    <a:pt x="7" y="609"/>
                    <a:pt x="11" y="620"/>
                  </a:cubicBezTo>
                  <a:cubicBezTo>
                    <a:pt x="14" y="634"/>
                    <a:pt x="18" y="644"/>
                    <a:pt x="25" y="658"/>
                  </a:cubicBezTo>
                  <a:cubicBezTo>
                    <a:pt x="25" y="662"/>
                    <a:pt x="28" y="665"/>
                    <a:pt x="32" y="669"/>
                  </a:cubicBezTo>
                  <a:cubicBezTo>
                    <a:pt x="32" y="676"/>
                    <a:pt x="39" y="686"/>
                    <a:pt x="42" y="693"/>
                  </a:cubicBezTo>
                  <a:cubicBezTo>
                    <a:pt x="49" y="700"/>
                    <a:pt x="49" y="704"/>
                    <a:pt x="53" y="707"/>
                  </a:cubicBezTo>
                  <a:cubicBezTo>
                    <a:pt x="56" y="711"/>
                    <a:pt x="63" y="721"/>
                    <a:pt x="70" y="728"/>
                  </a:cubicBezTo>
                  <a:lnTo>
                    <a:pt x="84" y="742"/>
                  </a:lnTo>
                  <a:lnTo>
                    <a:pt x="102" y="763"/>
                  </a:lnTo>
                  <a:lnTo>
                    <a:pt x="119" y="777"/>
                  </a:lnTo>
                  <a:lnTo>
                    <a:pt x="141" y="798"/>
                  </a:lnTo>
                  <a:lnTo>
                    <a:pt x="162" y="816"/>
                  </a:lnTo>
                  <a:lnTo>
                    <a:pt x="186" y="837"/>
                  </a:lnTo>
                  <a:lnTo>
                    <a:pt x="207" y="854"/>
                  </a:lnTo>
                  <a:lnTo>
                    <a:pt x="235" y="875"/>
                  </a:lnTo>
                  <a:lnTo>
                    <a:pt x="260" y="893"/>
                  </a:lnTo>
                  <a:lnTo>
                    <a:pt x="274" y="903"/>
                  </a:lnTo>
                  <a:cubicBezTo>
                    <a:pt x="288" y="900"/>
                    <a:pt x="302" y="900"/>
                    <a:pt x="316" y="896"/>
                  </a:cubicBezTo>
                  <a:lnTo>
                    <a:pt x="519" y="896"/>
                  </a:lnTo>
                  <a:cubicBezTo>
                    <a:pt x="536" y="896"/>
                    <a:pt x="550" y="896"/>
                    <a:pt x="564" y="893"/>
                  </a:cubicBezTo>
                  <a:cubicBezTo>
                    <a:pt x="578" y="889"/>
                    <a:pt x="592" y="886"/>
                    <a:pt x="606" y="882"/>
                  </a:cubicBezTo>
                  <a:cubicBezTo>
                    <a:pt x="655" y="868"/>
                    <a:pt x="701" y="837"/>
                    <a:pt x="732" y="795"/>
                  </a:cubicBezTo>
                  <a:cubicBezTo>
                    <a:pt x="760" y="764"/>
                    <a:pt x="803" y="718"/>
                    <a:pt x="859" y="718"/>
                  </a:cubicBezTo>
                  <a:cubicBezTo>
                    <a:pt x="873" y="718"/>
                    <a:pt x="888" y="721"/>
                    <a:pt x="904" y="728"/>
                  </a:cubicBezTo>
                  <a:lnTo>
                    <a:pt x="918" y="728"/>
                  </a:lnTo>
                  <a:cubicBezTo>
                    <a:pt x="995" y="718"/>
                    <a:pt x="1187" y="627"/>
                    <a:pt x="1282" y="560"/>
                  </a:cubicBezTo>
                  <a:lnTo>
                    <a:pt x="1285" y="560"/>
                  </a:lnTo>
                  <a:lnTo>
                    <a:pt x="1303" y="546"/>
                  </a:lnTo>
                  <a:lnTo>
                    <a:pt x="1306" y="543"/>
                  </a:lnTo>
                  <a:lnTo>
                    <a:pt x="1317" y="536"/>
                  </a:lnTo>
                  <a:lnTo>
                    <a:pt x="1324" y="529"/>
                  </a:lnTo>
                  <a:lnTo>
                    <a:pt x="1327" y="525"/>
                  </a:lnTo>
                  <a:lnTo>
                    <a:pt x="1324" y="525"/>
                  </a:lnTo>
                  <a:lnTo>
                    <a:pt x="1317" y="515"/>
                  </a:lnTo>
                  <a:lnTo>
                    <a:pt x="1313" y="511"/>
                  </a:lnTo>
                  <a:lnTo>
                    <a:pt x="1303" y="504"/>
                  </a:lnTo>
                  <a:cubicBezTo>
                    <a:pt x="1264" y="476"/>
                    <a:pt x="1236" y="434"/>
                    <a:pt x="1222" y="389"/>
                  </a:cubicBezTo>
                  <a:cubicBezTo>
                    <a:pt x="1219" y="378"/>
                    <a:pt x="1187" y="315"/>
                    <a:pt x="953" y="88"/>
                  </a:cubicBezTo>
                  <a:lnTo>
                    <a:pt x="939" y="74"/>
                  </a:lnTo>
                  <a:cubicBezTo>
                    <a:pt x="921" y="53"/>
                    <a:pt x="911" y="28"/>
                    <a:pt x="907" y="0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39" name="Google Shape;5497;p80">
              <a:extLst>
                <a:ext uri="{FF2B5EF4-FFF2-40B4-BE49-F238E27FC236}">
                  <a16:creationId xmlns:a16="http://schemas.microsoft.com/office/drawing/2014/main" id="{E0D92B2A-D9B6-1047-E7A1-E47F6310C689}"/>
                </a:ext>
              </a:extLst>
            </p:cNvPr>
            <p:cNvSpPr/>
            <p:nvPr/>
          </p:nvSpPr>
          <p:spPr>
            <a:xfrm>
              <a:off x="2198823" y="1710971"/>
              <a:ext cx="14" cy="14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1" y="1"/>
                  </a:move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40" name="Google Shape;5498;p80">
              <a:extLst>
                <a:ext uri="{FF2B5EF4-FFF2-40B4-BE49-F238E27FC236}">
                  <a16:creationId xmlns:a16="http://schemas.microsoft.com/office/drawing/2014/main" id="{BB671217-9A9E-1915-8319-5650F735873C}"/>
                </a:ext>
              </a:extLst>
            </p:cNvPr>
            <p:cNvSpPr/>
            <p:nvPr/>
          </p:nvSpPr>
          <p:spPr>
            <a:xfrm>
              <a:off x="2198728" y="1711786"/>
              <a:ext cx="14" cy="14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1" y="0"/>
                  </a:move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41" name="Google Shape;5499;p80">
              <a:extLst>
                <a:ext uri="{FF2B5EF4-FFF2-40B4-BE49-F238E27FC236}">
                  <a16:creationId xmlns:a16="http://schemas.microsoft.com/office/drawing/2014/main" id="{FBC2E363-C5E8-5723-1C35-B516EBA6714B}"/>
                </a:ext>
              </a:extLst>
            </p:cNvPr>
            <p:cNvSpPr/>
            <p:nvPr/>
          </p:nvSpPr>
          <p:spPr>
            <a:xfrm>
              <a:off x="2198728" y="1713917"/>
              <a:ext cx="14" cy="68"/>
            </a:xfrm>
            <a:custGeom>
              <a:avLst/>
              <a:gdLst/>
              <a:ahLst/>
              <a:cxnLst/>
              <a:rect l="l" t="t" r="r" b="b"/>
              <a:pathLst>
                <a:path w="1" h="5" extrusionOk="0">
                  <a:moveTo>
                    <a:pt x="1" y="4"/>
                  </a:moveTo>
                  <a:lnTo>
                    <a:pt x="1" y="1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42" name="Google Shape;5500;p80">
              <a:extLst>
                <a:ext uri="{FF2B5EF4-FFF2-40B4-BE49-F238E27FC236}">
                  <a16:creationId xmlns:a16="http://schemas.microsoft.com/office/drawing/2014/main" id="{959F7750-2C95-5542-5E24-306640CF29D7}"/>
                </a:ext>
              </a:extLst>
            </p:cNvPr>
            <p:cNvSpPr/>
            <p:nvPr/>
          </p:nvSpPr>
          <p:spPr>
            <a:xfrm>
              <a:off x="2202204" y="1718153"/>
              <a:ext cx="204" cy="149"/>
            </a:xfrm>
            <a:custGeom>
              <a:avLst/>
              <a:gdLst/>
              <a:ahLst/>
              <a:cxnLst/>
              <a:rect l="l" t="t" r="r" b="b"/>
              <a:pathLst>
                <a:path w="15" h="11" extrusionOk="0">
                  <a:moveTo>
                    <a:pt x="15" y="11"/>
                  </a:moveTo>
                  <a:lnTo>
                    <a:pt x="15" y="11"/>
                  </a:lnTo>
                  <a:lnTo>
                    <a:pt x="1" y="0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43" name="Google Shape;5501;p80">
              <a:extLst>
                <a:ext uri="{FF2B5EF4-FFF2-40B4-BE49-F238E27FC236}">
                  <a16:creationId xmlns:a16="http://schemas.microsoft.com/office/drawing/2014/main" id="{AB3C6186-53FC-81E3-55C6-173C99F9459B}"/>
                </a:ext>
              </a:extLst>
            </p:cNvPr>
            <p:cNvSpPr/>
            <p:nvPr/>
          </p:nvSpPr>
          <p:spPr>
            <a:xfrm>
              <a:off x="2199447" y="1715628"/>
              <a:ext cx="204" cy="299"/>
            </a:xfrm>
            <a:custGeom>
              <a:avLst/>
              <a:gdLst/>
              <a:ahLst/>
              <a:cxnLst/>
              <a:rect l="l" t="t" r="r" b="b"/>
              <a:pathLst>
                <a:path w="15" h="22" extrusionOk="0">
                  <a:moveTo>
                    <a:pt x="14" y="22"/>
                  </a:moveTo>
                  <a:cubicBezTo>
                    <a:pt x="11" y="15"/>
                    <a:pt x="4" y="8"/>
                    <a:pt x="0" y="1"/>
                  </a:cubicBezTo>
                  <a:cubicBezTo>
                    <a:pt x="4" y="8"/>
                    <a:pt x="11" y="15"/>
                    <a:pt x="14" y="22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44" name="Google Shape;5502;p80">
              <a:extLst>
                <a:ext uri="{FF2B5EF4-FFF2-40B4-BE49-F238E27FC236}">
                  <a16:creationId xmlns:a16="http://schemas.microsoft.com/office/drawing/2014/main" id="{224CDEA8-E4E1-FFA1-5C46-035782BDFCF3}"/>
                </a:ext>
              </a:extLst>
            </p:cNvPr>
            <p:cNvSpPr/>
            <p:nvPr/>
          </p:nvSpPr>
          <p:spPr>
            <a:xfrm>
              <a:off x="2198687" y="1712492"/>
              <a:ext cx="14" cy="109"/>
            </a:xfrm>
            <a:custGeom>
              <a:avLst/>
              <a:gdLst/>
              <a:ahLst/>
              <a:cxnLst/>
              <a:rect l="l" t="t" r="r" b="b"/>
              <a:pathLst>
                <a:path w="1" h="8" extrusionOk="0">
                  <a:moveTo>
                    <a:pt x="0" y="8"/>
                  </a:moveTo>
                  <a:lnTo>
                    <a:pt x="0" y="1"/>
                  </a:lnTo>
                  <a:cubicBezTo>
                    <a:pt x="0" y="1"/>
                    <a:pt x="0" y="8"/>
                    <a:pt x="0" y="8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45" name="Google Shape;5503;p80">
              <a:extLst>
                <a:ext uri="{FF2B5EF4-FFF2-40B4-BE49-F238E27FC236}">
                  <a16:creationId xmlns:a16="http://schemas.microsoft.com/office/drawing/2014/main" id="{49F8DE4E-0305-D437-3AB2-E2796A6B3920}"/>
                </a:ext>
              </a:extLst>
            </p:cNvPr>
            <p:cNvSpPr/>
            <p:nvPr/>
          </p:nvSpPr>
          <p:spPr>
            <a:xfrm>
              <a:off x="2199828" y="1716103"/>
              <a:ext cx="299" cy="258"/>
            </a:xfrm>
            <a:custGeom>
              <a:avLst/>
              <a:gdLst/>
              <a:ahLst/>
              <a:cxnLst/>
              <a:rect l="l" t="t" r="r" b="b"/>
              <a:pathLst>
                <a:path w="22" h="19" extrusionOk="0">
                  <a:moveTo>
                    <a:pt x="21" y="18"/>
                  </a:moveTo>
                  <a:lnTo>
                    <a:pt x="0" y="1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46" name="Google Shape;5504;p80">
              <a:extLst>
                <a:ext uri="{FF2B5EF4-FFF2-40B4-BE49-F238E27FC236}">
                  <a16:creationId xmlns:a16="http://schemas.microsoft.com/office/drawing/2014/main" id="{31A7AB0C-E8FE-AEE5-7F5A-B9218DA54E5A}"/>
                </a:ext>
              </a:extLst>
            </p:cNvPr>
            <p:cNvSpPr/>
            <p:nvPr/>
          </p:nvSpPr>
          <p:spPr>
            <a:xfrm>
              <a:off x="2198687" y="1713347"/>
              <a:ext cx="14" cy="14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0" y="1"/>
                  </a:move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47" name="Google Shape;5505;p80">
              <a:extLst>
                <a:ext uri="{FF2B5EF4-FFF2-40B4-BE49-F238E27FC236}">
                  <a16:creationId xmlns:a16="http://schemas.microsoft.com/office/drawing/2014/main" id="{364B35EF-ABE4-FB77-5F27-2FE7792F1670}"/>
                </a:ext>
              </a:extLst>
            </p:cNvPr>
            <p:cNvSpPr/>
            <p:nvPr/>
          </p:nvSpPr>
          <p:spPr>
            <a:xfrm>
              <a:off x="2201538" y="1717583"/>
              <a:ext cx="394" cy="339"/>
            </a:xfrm>
            <a:custGeom>
              <a:avLst/>
              <a:gdLst/>
              <a:ahLst/>
              <a:cxnLst/>
              <a:rect l="l" t="t" r="r" b="b"/>
              <a:pathLst>
                <a:path w="29" h="25" extrusionOk="0">
                  <a:moveTo>
                    <a:pt x="29" y="25"/>
                  </a:moveTo>
                  <a:lnTo>
                    <a:pt x="1" y="0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48" name="Google Shape;5506;p80">
              <a:extLst>
                <a:ext uri="{FF2B5EF4-FFF2-40B4-BE49-F238E27FC236}">
                  <a16:creationId xmlns:a16="http://schemas.microsoft.com/office/drawing/2014/main" id="{BF7EAD61-034C-6610-775C-0B9B00D46C7C}"/>
                </a:ext>
              </a:extLst>
            </p:cNvPr>
            <p:cNvSpPr/>
            <p:nvPr/>
          </p:nvSpPr>
          <p:spPr>
            <a:xfrm>
              <a:off x="2198918" y="1709980"/>
              <a:ext cx="14" cy="109"/>
            </a:xfrm>
            <a:custGeom>
              <a:avLst/>
              <a:gdLst/>
              <a:ahLst/>
              <a:cxnLst/>
              <a:rect l="l" t="t" r="r" b="b"/>
              <a:pathLst>
                <a:path w="1" h="8" extrusionOk="0">
                  <a:moveTo>
                    <a:pt x="1" y="7"/>
                  </a:moveTo>
                  <a:lnTo>
                    <a:pt x="1" y="0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49" name="Google Shape;5507;p80">
              <a:extLst>
                <a:ext uri="{FF2B5EF4-FFF2-40B4-BE49-F238E27FC236}">
                  <a16:creationId xmlns:a16="http://schemas.microsoft.com/office/drawing/2014/main" id="{976F4612-B328-270B-1DF0-BE82DAD73CBA}"/>
                </a:ext>
              </a:extLst>
            </p:cNvPr>
            <p:cNvSpPr/>
            <p:nvPr/>
          </p:nvSpPr>
          <p:spPr>
            <a:xfrm>
              <a:off x="2200873" y="1717108"/>
              <a:ext cx="339" cy="244"/>
            </a:xfrm>
            <a:custGeom>
              <a:avLst/>
              <a:gdLst/>
              <a:ahLst/>
              <a:cxnLst/>
              <a:rect l="l" t="t" r="r" b="b"/>
              <a:pathLst>
                <a:path w="25" h="18" extrusionOk="0">
                  <a:moveTo>
                    <a:pt x="25" y="18"/>
                  </a:moveTo>
                  <a:lnTo>
                    <a:pt x="1" y="0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50" name="Google Shape;5508;p80">
              <a:extLst>
                <a:ext uri="{FF2B5EF4-FFF2-40B4-BE49-F238E27FC236}">
                  <a16:creationId xmlns:a16="http://schemas.microsoft.com/office/drawing/2014/main" id="{7D661925-44C2-DEF4-84AE-1881FBCF8475}"/>
                </a:ext>
              </a:extLst>
            </p:cNvPr>
            <p:cNvSpPr/>
            <p:nvPr/>
          </p:nvSpPr>
          <p:spPr>
            <a:xfrm>
              <a:off x="2198823" y="1714447"/>
              <a:ext cx="204" cy="530"/>
            </a:xfrm>
            <a:custGeom>
              <a:avLst/>
              <a:gdLst/>
              <a:ahLst/>
              <a:cxnLst/>
              <a:rect l="l" t="t" r="r" b="b"/>
              <a:pathLst>
                <a:path w="15" h="39" extrusionOk="0">
                  <a:moveTo>
                    <a:pt x="15" y="39"/>
                  </a:moveTo>
                  <a:cubicBezTo>
                    <a:pt x="8" y="25"/>
                    <a:pt x="4" y="14"/>
                    <a:pt x="1" y="0"/>
                  </a:cubicBezTo>
                  <a:cubicBezTo>
                    <a:pt x="4" y="14"/>
                    <a:pt x="8" y="25"/>
                    <a:pt x="15" y="39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51" name="Google Shape;5509;p80">
              <a:extLst>
                <a:ext uri="{FF2B5EF4-FFF2-40B4-BE49-F238E27FC236}">
                  <a16:creationId xmlns:a16="http://schemas.microsoft.com/office/drawing/2014/main" id="{E7B989B2-B3C1-0392-CAF2-A7CCDDE3CC59}"/>
                </a:ext>
              </a:extLst>
            </p:cNvPr>
            <p:cNvSpPr/>
            <p:nvPr/>
          </p:nvSpPr>
          <p:spPr>
            <a:xfrm>
              <a:off x="2200343" y="1716578"/>
              <a:ext cx="258" cy="299"/>
            </a:xfrm>
            <a:custGeom>
              <a:avLst/>
              <a:gdLst/>
              <a:ahLst/>
              <a:cxnLst/>
              <a:rect l="l" t="t" r="r" b="b"/>
              <a:pathLst>
                <a:path w="19" h="22" extrusionOk="0">
                  <a:moveTo>
                    <a:pt x="18" y="22"/>
                  </a:moveTo>
                  <a:lnTo>
                    <a:pt x="1" y="1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52" name="Google Shape;5510;p80">
              <a:extLst>
                <a:ext uri="{FF2B5EF4-FFF2-40B4-BE49-F238E27FC236}">
                  <a16:creationId xmlns:a16="http://schemas.microsoft.com/office/drawing/2014/main" id="{A361D046-E24F-2F5B-3884-ACDBFE193155}"/>
                </a:ext>
              </a:extLst>
            </p:cNvPr>
            <p:cNvSpPr/>
            <p:nvPr/>
          </p:nvSpPr>
          <p:spPr>
            <a:xfrm>
              <a:off x="2199108" y="1709029"/>
              <a:ext cx="14" cy="149"/>
            </a:xfrm>
            <a:custGeom>
              <a:avLst/>
              <a:gdLst/>
              <a:ahLst/>
              <a:cxnLst/>
              <a:rect l="l" t="t" r="r" b="b"/>
              <a:pathLst>
                <a:path w="1" h="11" extrusionOk="0">
                  <a:moveTo>
                    <a:pt x="1" y="11"/>
                  </a:moveTo>
                  <a:lnTo>
                    <a:pt x="1" y="0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53" name="Google Shape;5511;p80">
              <a:extLst>
                <a:ext uri="{FF2B5EF4-FFF2-40B4-BE49-F238E27FC236}">
                  <a16:creationId xmlns:a16="http://schemas.microsoft.com/office/drawing/2014/main" id="{A678B2CD-9DD7-F8EE-D917-23DA13468F04}"/>
                </a:ext>
              </a:extLst>
            </p:cNvPr>
            <p:cNvSpPr/>
            <p:nvPr/>
          </p:nvSpPr>
          <p:spPr>
            <a:xfrm>
              <a:off x="2199108" y="1715112"/>
              <a:ext cx="204" cy="339"/>
            </a:xfrm>
            <a:custGeom>
              <a:avLst/>
              <a:gdLst/>
              <a:ahLst/>
              <a:cxnLst/>
              <a:rect l="l" t="t" r="r" b="b"/>
              <a:pathLst>
                <a:path w="15" h="25" extrusionOk="0">
                  <a:moveTo>
                    <a:pt x="15" y="25"/>
                  </a:moveTo>
                  <a:cubicBezTo>
                    <a:pt x="8" y="18"/>
                    <a:pt x="4" y="7"/>
                    <a:pt x="1" y="0"/>
                  </a:cubicBezTo>
                  <a:cubicBezTo>
                    <a:pt x="4" y="7"/>
                    <a:pt x="8" y="18"/>
                    <a:pt x="15" y="25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54" name="Google Shape;5512;p80">
              <a:extLst>
                <a:ext uri="{FF2B5EF4-FFF2-40B4-BE49-F238E27FC236}">
                  <a16:creationId xmlns:a16="http://schemas.microsoft.com/office/drawing/2014/main" id="{B51105D2-DEEB-669C-963C-DD56118D3244}"/>
                </a:ext>
              </a:extLst>
            </p:cNvPr>
            <p:cNvSpPr/>
            <p:nvPr/>
          </p:nvSpPr>
          <p:spPr>
            <a:xfrm>
              <a:off x="2199352" y="1708215"/>
              <a:ext cx="14" cy="14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0" y="1"/>
                  </a:move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55" name="Google Shape;5513;p80">
              <a:extLst>
                <a:ext uri="{FF2B5EF4-FFF2-40B4-BE49-F238E27FC236}">
                  <a16:creationId xmlns:a16="http://schemas.microsoft.com/office/drawing/2014/main" id="{04C83701-140D-FCD7-58C0-C8E5D19F2287}"/>
                </a:ext>
              </a:extLst>
            </p:cNvPr>
            <p:cNvSpPr/>
            <p:nvPr/>
          </p:nvSpPr>
          <p:spPr>
            <a:xfrm>
              <a:off x="2216609" y="1712967"/>
              <a:ext cx="54" cy="14"/>
            </a:xfrm>
            <a:custGeom>
              <a:avLst/>
              <a:gdLst/>
              <a:ahLst/>
              <a:cxnLst/>
              <a:rect l="l" t="t" r="r" b="b"/>
              <a:pathLst>
                <a:path w="4" h="1" extrusionOk="0">
                  <a:moveTo>
                    <a:pt x="0" y="1"/>
                  </a:moveTo>
                  <a:lnTo>
                    <a:pt x="4" y="1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56" name="Google Shape;5514;p80">
              <a:extLst>
                <a:ext uri="{FF2B5EF4-FFF2-40B4-BE49-F238E27FC236}">
                  <a16:creationId xmlns:a16="http://schemas.microsoft.com/office/drawing/2014/main" id="{48E8979A-62B3-BA69-3A60-E030476D5A6F}"/>
                </a:ext>
              </a:extLst>
            </p:cNvPr>
            <p:cNvSpPr/>
            <p:nvPr/>
          </p:nvSpPr>
          <p:spPr>
            <a:xfrm>
              <a:off x="2216745" y="1713116"/>
              <a:ext cx="14" cy="14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1" y="0"/>
                  </a:move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57" name="Google Shape;5515;p80">
              <a:extLst>
                <a:ext uri="{FF2B5EF4-FFF2-40B4-BE49-F238E27FC236}">
                  <a16:creationId xmlns:a16="http://schemas.microsoft.com/office/drawing/2014/main" id="{0B7E64D9-39FC-ACE2-CFBF-D5DFD9298414}"/>
                </a:ext>
              </a:extLst>
            </p:cNvPr>
            <p:cNvSpPr/>
            <p:nvPr/>
          </p:nvSpPr>
          <p:spPr>
            <a:xfrm>
              <a:off x="2211097" y="1705988"/>
              <a:ext cx="434" cy="1005"/>
            </a:xfrm>
            <a:custGeom>
              <a:avLst/>
              <a:gdLst/>
              <a:ahLst/>
              <a:cxnLst/>
              <a:rect l="l" t="t" r="r" b="b"/>
              <a:pathLst>
                <a:path w="32" h="74" extrusionOk="0">
                  <a:moveTo>
                    <a:pt x="32" y="74"/>
                  </a:moveTo>
                  <a:cubicBezTo>
                    <a:pt x="14" y="53"/>
                    <a:pt x="4" y="28"/>
                    <a:pt x="0" y="0"/>
                  </a:cubicBezTo>
                  <a:lnTo>
                    <a:pt x="0" y="0"/>
                  </a:lnTo>
                  <a:cubicBezTo>
                    <a:pt x="4" y="28"/>
                    <a:pt x="14" y="53"/>
                    <a:pt x="32" y="74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58" name="Google Shape;5516;p80">
              <a:extLst>
                <a:ext uri="{FF2B5EF4-FFF2-40B4-BE49-F238E27FC236}">
                  <a16:creationId xmlns:a16="http://schemas.microsoft.com/office/drawing/2014/main" id="{AAD6F5B9-882A-96D9-5AFE-2ED55832FD89}"/>
                </a:ext>
              </a:extLst>
            </p:cNvPr>
            <p:cNvSpPr/>
            <p:nvPr/>
          </p:nvSpPr>
          <p:spPr>
            <a:xfrm>
              <a:off x="2211572" y="1611095"/>
              <a:ext cx="130385" cy="74283"/>
            </a:xfrm>
            <a:custGeom>
              <a:avLst/>
              <a:gdLst/>
              <a:ahLst/>
              <a:cxnLst/>
              <a:rect l="l" t="t" r="r" b="b"/>
              <a:pathLst>
                <a:path w="9603" h="5471" extrusionOk="0">
                  <a:moveTo>
                    <a:pt x="6047" y="1"/>
                  </a:moveTo>
                  <a:cubicBezTo>
                    <a:pt x="5989" y="1"/>
                    <a:pt x="5932" y="7"/>
                    <a:pt x="5896" y="19"/>
                  </a:cubicBezTo>
                  <a:lnTo>
                    <a:pt x="5885" y="23"/>
                  </a:lnTo>
                  <a:cubicBezTo>
                    <a:pt x="5868" y="30"/>
                    <a:pt x="5850" y="33"/>
                    <a:pt x="5833" y="37"/>
                  </a:cubicBezTo>
                  <a:cubicBezTo>
                    <a:pt x="5819" y="37"/>
                    <a:pt x="5805" y="38"/>
                    <a:pt x="5791" y="38"/>
                  </a:cubicBezTo>
                  <a:cubicBezTo>
                    <a:pt x="5754" y="38"/>
                    <a:pt x="5718" y="35"/>
                    <a:pt x="5682" y="30"/>
                  </a:cubicBezTo>
                  <a:cubicBezTo>
                    <a:pt x="5652" y="25"/>
                    <a:pt x="5613" y="21"/>
                    <a:pt x="5581" y="21"/>
                  </a:cubicBezTo>
                  <a:cubicBezTo>
                    <a:pt x="5558" y="21"/>
                    <a:pt x="5538" y="24"/>
                    <a:pt x="5528" y="30"/>
                  </a:cubicBezTo>
                  <a:cubicBezTo>
                    <a:pt x="5504" y="44"/>
                    <a:pt x="5483" y="58"/>
                    <a:pt x="5465" y="75"/>
                  </a:cubicBezTo>
                  <a:cubicBezTo>
                    <a:pt x="5405" y="135"/>
                    <a:pt x="5325" y="170"/>
                    <a:pt x="5241" y="173"/>
                  </a:cubicBezTo>
                  <a:cubicBezTo>
                    <a:pt x="5206" y="173"/>
                    <a:pt x="5174" y="170"/>
                    <a:pt x="5139" y="159"/>
                  </a:cubicBezTo>
                  <a:cubicBezTo>
                    <a:pt x="5115" y="152"/>
                    <a:pt x="5090" y="138"/>
                    <a:pt x="5069" y="121"/>
                  </a:cubicBezTo>
                  <a:lnTo>
                    <a:pt x="5038" y="142"/>
                  </a:lnTo>
                  <a:lnTo>
                    <a:pt x="5031" y="142"/>
                  </a:lnTo>
                  <a:lnTo>
                    <a:pt x="4992" y="152"/>
                  </a:lnTo>
                  <a:lnTo>
                    <a:pt x="4985" y="152"/>
                  </a:lnTo>
                  <a:lnTo>
                    <a:pt x="4947" y="159"/>
                  </a:lnTo>
                  <a:lnTo>
                    <a:pt x="4940" y="159"/>
                  </a:lnTo>
                  <a:lnTo>
                    <a:pt x="4901" y="166"/>
                  </a:lnTo>
                  <a:lnTo>
                    <a:pt x="4863" y="173"/>
                  </a:lnTo>
                  <a:lnTo>
                    <a:pt x="4859" y="173"/>
                  </a:lnTo>
                  <a:lnTo>
                    <a:pt x="4828" y="177"/>
                  </a:lnTo>
                  <a:lnTo>
                    <a:pt x="4821" y="177"/>
                  </a:lnTo>
                  <a:lnTo>
                    <a:pt x="4796" y="180"/>
                  </a:lnTo>
                  <a:lnTo>
                    <a:pt x="4772" y="180"/>
                  </a:lnTo>
                  <a:cubicBezTo>
                    <a:pt x="4625" y="299"/>
                    <a:pt x="4495" y="432"/>
                    <a:pt x="4488" y="474"/>
                  </a:cubicBezTo>
                  <a:cubicBezTo>
                    <a:pt x="4488" y="670"/>
                    <a:pt x="4436" y="712"/>
                    <a:pt x="4401" y="730"/>
                  </a:cubicBezTo>
                  <a:lnTo>
                    <a:pt x="4387" y="733"/>
                  </a:lnTo>
                  <a:lnTo>
                    <a:pt x="4341" y="733"/>
                  </a:lnTo>
                  <a:lnTo>
                    <a:pt x="4331" y="730"/>
                  </a:lnTo>
                  <a:lnTo>
                    <a:pt x="4324" y="726"/>
                  </a:lnTo>
                  <a:lnTo>
                    <a:pt x="4306" y="719"/>
                  </a:lnTo>
                  <a:lnTo>
                    <a:pt x="4303" y="712"/>
                  </a:lnTo>
                  <a:cubicBezTo>
                    <a:pt x="4292" y="709"/>
                    <a:pt x="4285" y="702"/>
                    <a:pt x="4278" y="695"/>
                  </a:cubicBezTo>
                  <a:cubicBezTo>
                    <a:pt x="4248" y="664"/>
                    <a:pt x="4134" y="649"/>
                    <a:pt x="4030" y="649"/>
                  </a:cubicBezTo>
                  <a:cubicBezTo>
                    <a:pt x="3955" y="649"/>
                    <a:pt x="3885" y="657"/>
                    <a:pt x="3858" y="674"/>
                  </a:cubicBezTo>
                  <a:cubicBezTo>
                    <a:pt x="3839" y="685"/>
                    <a:pt x="3820" y="689"/>
                    <a:pt x="3802" y="689"/>
                  </a:cubicBezTo>
                  <a:cubicBezTo>
                    <a:pt x="3749" y="689"/>
                    <a:pt x="3699" y="651"/>
                    <a:pt x="3655" y="618"/>
                  </a:cubicBezTo>
                  <a:cubicBezTo>
                    <a:pt x="3599" y="575"/>
                    <a:pt x="3564" y="552"/>
                    <a:pt x="3534" y="552"/>
                  </a:cubicBezTo>
                  <a:cubicBezTo>
                    <a:pt x="3522" y="552"/>
                    <a:pt x="3512" y="555"/>
                    <a:pt x="3501" y="562"/>
                  </a:cubicBezTo>
                  <a:cubicBezTo>
                    <a:pt x="3465" y="581"/>
                    <a:pt x="3428" y="589"/>
                    <a:pt x="3391" y="589"/>
                  </a:cubicBezTo>
                  <a:cubicBezTo>
                    <a:pt x="3316" y="589"/>
                    <a:pt x="3245" y="558"/>
                    <a:pt x="3193" y="537"/>
                  </a:cubicBezTo>
                  <a:lnTo>
                    <a:pt x="3161" y="523"/>
                  </a:lnTo>
                  <a:cubicBezTo>
                    <a:pt x="3151" y="537"/>
                    <a:pt x="3137" y="548"/>
                    <a:pt x="3123" y="558"/>
                  </a:cubicBezTo>
                  <a:cubicBezTo>
                    <a:pt x="3102" y="569"/>
                    <a:pt x="3075" y="574"/>
                    <a:pt x="3045" y="574"/>
                  </a:cubicBezTo>
                  <a:cubicBezTo>
                    <a:pt x="2942" y="574"/>
                    <a:pt x="2801" y="519"/>
                    <a:pt x="2717" y="481"/>
                  </a:cubicBezTo>
                  <a:cubicBezTo>
                    <a:pt x="2668" y="468"/>
                    <a:pt x="2616" y="461"/>
                    <a:pt x="2566" y="461"/>
                  </a:cubicBezTo>
                  <a:cubicBezTo>
                    <a:pt x="2548" y="461"/>
                    <a:pt x="2531" y="462"/>
                    <a:pt x="2514" y="464"/>
                  </a:cubicBezTo>
                  <a:cubicBezTo>
                    <a:pt x="2490" y="464"/>
                    <a:pt x="2466" y="465"/>
                    <a:pt x="2442" y="465"/>
                  </a:cubicBezTo>
                  <a:cubicBezTo>
                    <a:pt x="2344" y="465"/>
                    <a:pt x="2251" y="453"/>
                    <a:pt x="2192" y="383"/>
                  </a:cubicBezTo>
                  <a:cubicBezTo>
                    <a:pt x="2178" y="369"/>
                    <a:pt x="2118" y="331"/>
                    <a:pt x="1842" y="310"/>
                  </a:cubicBezTo>
                  <a:lnTo>
                    <a:pt x="1758" y="303"/>
                  </a:lnTo>
                  <a:cubicBezTo>
                    <a:pt x="1642" y="296"/>
                    <a:pt x="1495" y="292"/>
                    <a:pt x="1306" y="292"/>
                  </a:cubicBezTo>
                  <a:cubicBezTo>
                    <a:pt x="1166" y="292"/>
                    <a:pt x="1117" y="348"/>
                    <a:pt x="1050" y="425"/>
                  </a:cubicBezTo>
                  <a:cubicBezTo>
                    <a:pt x="1033" y="446"/>
                    <a:pt x="1015" y="464"/>
                    <a:pt x="998" y="485"/>
                  </a:cubicBezTo>
                  <a:cubicBezTo>
                    <a:pt x="984" y="495"/>
                    <a:pt x="973" y="506"/>
                    <a:pt x="959" y="516"/>
                  </a:cubicBezTo>
                  <a:lnTo>
                    <a:pt x="949" y="523"/>
                  </a:lnTo>
                  <a:cubicBezTo>
                    <a:pt x="942" y="527"/>
                    <a:pt x="931" y="534"/>
                    <a:pt x="924" y="537"/>
                  </a:cubicBezTo>
                  <a:lnTo>
                    <a:pt x="910" y="544"/>
                  </a:lnTo>
                  <a:lnTo>
                    <a:pt x="886" y="555"/>
                  </a:lnTo>
                  <a:lnTo>
                    <a:pt x="872" y="558"/>
                  </a:lnTo>
                  <a:lnTo>
                    <a:pt x="851" y="565"/>
                  </a:lnTo>
                  <a:lnTo>
                    <a:pt x="837" y="569"/>
                  </a:lnTo>
                  <a:lnTo>
                    <a:pt x="809" y="572"/>
                  </a:lnTo>
                  <a:lnTo>
                    <a:pt x="732" y="572"/>
                  </a:lnTo>
                  <a:cubicBezTo>
                    <a:pt x="735" y="597"/>
                    <a:pt x="746" y="625"/>
                    <a:pt x="756" y="649"/>
                  </a:cubicBezTo>
                  <a:cubicBezTo>
                    <a:pt x="795" y="705"/>
                    <a:pt x="826" y="758"/>
                    <a:pt x="854" y="803"/>
                  </a:cubicBezTo>
                  <a:cubicBezTo>
                    <a:pt x="1015" y="1083"/>
                    <a:pt x="1005" y="1188"/>
                    <a:pt x="984" y="1234"/>
                  </a:cubicBezTo>
                  <a:cubicBezTo>
                    <a:pt x="980" y="1237"/>
                    <a:pt x="980" y="1244"/>
                    <a:pt x="977" y="1251"/>
                  </a:cubicBezTo>
                  <a:cubicBezTo>
                    <a:pt x="938" y="1314"/>
                    <a:pt x="882" y="1363"/>
                    <a:pt x="816" y="1391"/>
                  </a:cubicBezTo>
                  <a:cubicBezTo>
                    <a:pt x="781" y="1405"/>
                    <a:pt x="753" y="1430"/>
                    <a:pt x="725" y="1454"/>
                  </a:cubicBezTo>
                  <a:cubicBezTo>
                    <a:pt x="697" y="1489"/>
                    <a:pt x="627" y="1556"/>
                    <a:pt x="539" y="1636"/>
                  </a:cubicBezTo>
                  <a:cubicBezTo>
                    <a:pt x="434" y="1738"/>
                    <a:pt x="259" y="1902"/>
                    <a:pt x="231" y="1952"/>
                  </a:cubicBezTo>
                  <a:cubicBezTo>
                    <a:pt x="235" y="1983"/>
                    <a:pt x="238" y="2018"/>
                    <a:pt x="245" y="2050"/>
                  </a:cubicBezTo>
                  <a:cubicBezTo>
                    <a:pt x="256" y="2113"/>
                    <a:pt x="263" y="2176"/>
                    <a:pt x="266" y="2239"/>
                  </a:cubicBezTo>
                  <a:lnTo>
                    <a:pt x="294" y="2242"/>
                  </a:lnTo>
                  <a:lnTo>
                    <a:pt x="249" y="2316"/>
                  </a:lnTo>
                  <a:cubicBezTo>
                    <a:pt x="245" y="2323"/>
                    <a:pt x="242" y="2330"/>
                    <a:pt x="238" y="2340"/>
                  </a:cubicBezTo>
                  <a:lnTo>
                    <a:pt x="224" y="2365"/>
                  </a:lnTo>
                  <a:lnTo>
                    <a:pt x="214" y="2365"/>
                  </a:lnTo>
                  <a:cubicBezTo>
                    <a:pt x="158" y="2410"/>
                    <a:pt x="18" y="2620"/>
                    <a:pt x="0" y="2697"/>
                  </a:cubicBezTo>
                  <a:cubicBezTo>
                    <a:pt x="0" y="2701"/>
                    <a:pt x="0" y="2708"/>
                    <a:pt x="0" y="2711"/>
                  </a:cubicBezTo>
                  <a:cubicBezTo>
                    <a:pt x="0" y="2718"/>
                    <a:pt x="4" y="2725"/>
                    <a:pt x="4" y="2732"/>
                  </a:cubicBezTo>
                  <a:lnTo>
                    <a:pt x="4" y="2739"/>
                  </a:lnTo>
                  <a:cubicBezTo>
                    <a:pt x="7" y="2746"/>
                    <a:pt x="11" y="2750"/>
                    <a:pt x="14" y="2757"/>
                  </a:cubicBezTo>
                  <a:lnTo>
                    <a:pt x="21" y="2767"/>
                  </a:lnTo>
                  <a:cubicBezTo>
                    <a:pt x="25" y="2774"/>
                    <a:pt x="28" y="2781"/>
                    <a:pt x="35" y="2792"/>
                  </a:cubicBezTo>
                  <a:lnTo>
                    <a:pt x="42" y="2802"/>
                  </a:lnTo>
                  <a:lnTo>
                    <a:pt x="56" y="2816"/>
                  </a:lnTo>
                  <a:lnTo>
                    <a:pt x="67" y="2830"/>
                  </a:lnTo>
                  <a:lnTo>
                    <a:pt x="70" y="2834"/>
                  </a:lnTo>
                  <a:lnTo>
                    <a:pt x="91" y="2851"/>
                  </a:lnTo>
                  <a:cubicBezTo>
                    <a:pt x="105" y="2865"/>
                    <a:pt x="123" y="2876"/>
                    <a:pt x="140" y="2886"/>
                  </a:cubicBezTo>
                  <a:lnTo>
                    <a:pt x="147" y="2893"/>
                  </a:lnTo>
                  <a:lnTo>
                    <a:pt x="165" y="2904"/>
                  </a:lnTo>
                  <a:cubicBezTo>
                    <a:pt x="175" y="2907"/>
                    <a:pt x="186" y="2911"/>
                    <a:pt x="196" y="2918"/>
                  </a:cubicBezTo>
                  <a:cubicBezTo>
                    <a:pt x="207" y="2921"/>
                    <a:pt x="217" y="2925"/>
                    <a:pt x="228" y="2928"/>
                  </a:cubicBezTo>
                  <a:lnTo>
                    <a:pt x="245" y="2939"/>
                  </a:lnTo>
                  <a:lnTo>
                    <a:pt x="252" y="2942"/>
                  </a:lnTo>
                  <a:cubicBezTo>
                    <a:pt x="266" y="2949"/>
                    <a:pt x="280" y="2960"/>
                    <a:pt x="294" y="2970"/>
                  </a:cubicBezTo>
                  <a:lnTo>
                    <a:pt x="340" y="2967"/>
                  </a:lnTo>
                  <a:lnTo>
                    <a:pt x="343" y="2967"/>
                  </a:lnTo>
                  <a:lnTo>
                    <a:pt x="389" y="2963"/>
                  </a:lnTo>
                  <a:lnTo>
                    <a:pt x="396" y="2963"/>
                  </a:lnTo>
                  <a:lnTo>
                    <a:pt x="434" y="2960"/>
                  </a:lnTo>
                  <a:lnTo>
                    <a:pt x="473" y="2960"/>
                  </a:lnTo>
                  <a:cubicBezTo>
                    <a:pt x="557" y="2967"/>
                    <a:pt x="641" y="2984"/>
                    <a:pt x="721" y="3005"/>
                  </a:cubicBezTo>
                  <a:cubicBezTo>
                    <a:pt x="819" y="3030"/>
                    <a:pt x="921" y="3047"/>
                    <a:pt x="1022" y="3058"/>
                  </a:cubicBezTo>
                  <a:cubicBezTo>
                    <a:pt x="1141" y="3058"/>
                    <a:pt x="1327" y="3107"/>
                    <a:pt x="1394" y="3173"/>
                  </a:cubicBezTo>
                  <a:cubicBezTo>
                    <a:pt x="1396" y="3176"/>
                    <a:pt x="1402" y="3177"/>
                    <a:pt x="1410" y="3177"/>
                  </a:cubicBezTo>
                  <a:cubicBezTo>
                    <a:pt x="1436" y="3177"/>
                    <a:pt x="1490" y="3161"/>
                    <a:pt x="1544" y="3107"/>
                  </a:cubicBezTo>
                  <a:cubicBezTo>
                    <a:pt x="1576" y="3075"/>
                    <a:pt x="1614" y="3054"/>
                    <a:pt x="1660" y="3047"/>
                  </a:cubicBezTo>
                  <a:cubicBezTo>
                    <a:pt x="1680" y="3044"/>
                    <a:pt x="1700" y="3042"/>
                    <a:pt x="1719" y="3042"/>
                  </a:cubicBezTo>
                  <a:cubicBezTo>
                    <a:pt x="1744" y="3042"/>
                    <a:pt x="1768" y="3045"/>
                    <a:pt x="1793" y="3051"/>
                  </a:cubicBezTo>
                  <a:cubicBezTo>
                    <a:pt x="1814" y="3054"/>
                    <a:pt x="1838" y="3054"/>
                    <a:pt x="1863" y="3058"/>
                  </a:cubicBezTo>
                  <a:cubicBezTo>
                    <a:pt x="1940" y="3058"/>
                    <a:pt x="2080" y="2984"/>
                    <a:pt x="2115" y="2925"/>
                  </a:cubicBezTo>
                  <a:cubicBezTo>
                    <a:pt x="2132" y="2897"/>
                    <a:pt x="2167" y="2865"/>
                    <a:pt x="2293" y="2813"/>
                  </a:cubicBezTo>
                  <a:lnTo>
                    <a:pt x="2304" y="2809"/>
                  </a:lnTo>
                  <a:lnTo>
                    <a:pt x="2339" y="2799"/>
                  </a:lnTo>
                  <a:lnTo>
                    <a:pt x="2374" y="2785"/>
                  </a:lnTo>
                  <a:cubicBezTo>
                    <a:pt x="2398" y="2778"/>
                    <a:pt x="2426" y="2771"/>
                    <a:pt x="2451" y="2760"/>
                  </a:cubicBezTo>
                  <a:lnTo>
                    <a:pt x="2468" y="2757"/>
                  </a:lnTo>
                  <a:lnTo>
                    <a:pt x="2521" y="2739"/>
                  </a:lnTo>
                  <a:cubicBezTo>
                    <a:pt x="2615" y="2711"/>
                    <a:pt x="2713" y="2690"/>
                    <a:pt x="2811" y="2673"/>
                  </a:cubicBezTo>
                  <a:lnTo>
                    <a:pt x="2825" y="2673"/>
                  </a:lnTo>
                  <a:cubicBezTo>
                    <a:pt x="2833" y="2672"/>
                    <a:pt x="2841" y="2671"/>
                    <a:pt x="2848" y="2671"/>
                  </a:cubicBezTo>
                  <a:cubicBezTo>
                    <a:pt x="2938" y="2671"/>
                    <a:pt x="3025" y="2745"/>
                    <a:pt x="3116" y="2813"/>
                  </a:cubicBezTo>
                  <a:cubicBezTo>
                    <a:pt x="3165" y="2855"/>
                    <a:pt x="3238" y="2914"/>
                    <a:pt x="3270" y="2914"/>
                  </a:cubicBezTo>
                  <a:cubicBezTo>
                    <a:pt x="3480" y="2918"/>
                    <a:pt x="3662" y="3058"/>
                    <a:pt x="3725" y="3257"/>
                  </a:cubicBezTo>
                  <a:cubicBezTo>
                    <a:pt x="3739" y="3299"/>
                    <a:pt x="3757" y="3341"/>
                    <a:pt x="3778" y="3383"/>
                  </a:cubicBezTo>
                  <a:cubicBezTo>
                    <a:pt x="3816" y="3460"/>
                    <a:pt x="3858" y="3534"/>
                    <a:pt x="3907" y="3604"/>
                  </a:cubicBezTo>
                  <a:cubicBezTo>
                    <a:pt x="3928" y="3635"/>
                    <a:pt x="3953" y="3663"/>
                    <a:pt x="3974" y="3691"/>
                  </a:cubicBezTo>
                  <a:lnTo>
                    <a:pt x="3995" y="3716"/>
                  </a:lnTo>
                  <a:cubicBezTo>
                    <a:pt x="4009" y="3733"/>
                    <a:pt x="4019" y="3751"/>
                    <a:pt x="4033" y="3761"/>
                  </a:cubicBezTo>
                  <a:lnTo>
                    <a:pt x="4047" y="3779"/>
                  </a:lnTo>
                  <a:cubicBezTo>
                    <a:pt x="4145" y="3877"/>
                    <a:pt x="4198" y="4105"/>
                    <a:pt x="4198" y="4182"/>
                  </a:cubicBezTo>
                  <a:cubicBezTo>
                    <a:pt x="4198" y="4210"/>
                    <a:pt x="4184" y="4234"/>
                    <a:pt x="4163" y="4252"/>
                  </a:cubicBezTo>
                  <a:cubicBezTo>
                    <a:pt x="4144" y="4265"/>
                    <a:pt x="4123" y="4271"/>
                    <a:pt x="4098" y="4271"/>
                  </a:cubicBezTo>
                  <a:cubicBezTo>
                    <a:pt x="4051" y="4271"/>
                    <a:pt x="3989" y="4251"/>
                    <a:pt x="3900" y="4224"/>
                  </a:cubicBezTo>
                  <a:cubicBezTo>
                    <a:pt x="3851" y="4210"/>
                    <a:pt x="3795" y="4192"/>
                    <a:pt x="3743" y="4182"/>
                  </a:cubicBezTo>
                  <a:cubicBezTo>
                    <a:pt x="3730" y="4177"/>
                    <a:pt x="3717" y="4174"/>
                    <a:pt x="3705" y="4174"/>
                  </a:cubicBezTo>
                  <a:cubicBezTo>
                    <a:pt x="3688" y="4174"/>
                    <a:pt x="3672" y="4179"/>
                    <a:pt x="3659" y="4189"/>
                  </a:cubicBezTo>
                  <a:cubicBezTo>
                    <a:pt x="3641" y="4203"/>
                    <a:pt x="3617" y="4241"/>
                    <a:pt x="3617" y="4360"/>
                  </a:cubicBezTo>
                  <a:cubicBezTo>
                    <a:pt x="3617" y="4437"/>
                    <a:pt x="3533" y="4574"/>
                    <a:pt x="3312" y="4857"/>
                  </a:cubicBezTo>
                  <a:lnTo>
                    <a:pt x="3294" y="4882"/>
                  </a:lnTo>
                  <a:lnTo>
                    <a:pt x="3308" y="4889"/>
                  </a:lnTo>
                  <a:lnTo>
                    <a:pt x="3315" y="4892"/>
                  </a:lnTo>
                  <a:cubicBezTo>
                    <a:pt x="3340" y="4903"/>
                    <a:pt x="3365" y="4910"/>
                    <a:pt x="3386" y="4913"/>
                  </a:cubicBezTo>
                  <a:lnTo>
                    <a:pt x="3389" y="4913"/>
                  </a:lnTo>
                  <a:cubicBezTo>
                    <a:pt x="3407" y="4917"/>
                    <a:pt x="3424" y="4920"/>
                    <a:pt x="3442" y="4924"/>
                  </a:cubicBezTo>
                  <a:cubicBezTo>
                    <a:pt x="3480" y="4910"/>
                    <a:pt x="3515" y="4892"/>
                    <a:pt x="3550" y="4871"/>
                  </a:cubicBezTo>
                  <a:cubicBezTo>
                    <a:pt x="3638" y="4822"/>
                    <a:pt x="3697" y="4794"/>
                    <a:pt x="3743" y="4794"/>
                  </a:cubicBezTo>
                  <a:lnTo>
                    <a:pt x="3760" y="4794"/>
                  </a:lnTo>
                  <a:lnTo>
                    <a:pt x="3771" y="4798"/>
                  </a:lnTo>
                  <a:lnTo>
                    <a:pt x="3774" y="4798"/>
                  </a:lnTo>
                  <a:lnTo>
                    <a:pt x="3785" y="4801"/>
                  </a:lnTo>
                  <a:lnTo>
                    <a:pt x="3799" y="4808"/>
                  </a:lnTo>
                  <a:lnTo>
                    <a:pt x="3802" y="4808"/>
                  </a:lnTo>
                  <a:lnTo>
                    <a:pt x="3820" y="4815"/>
                  </a:lnTo>
                  <a:lnTo>
                    <a:pt x="3823" y="4819"/>
                  </a:lnTo>
                  <a:lnTo>
                    <a:pt x="3841" y="4833"/>
                  </a:lnTo>
                  <a:lnTo>
                    <a:pt x="3844" y="4833"/>
                  </a:lnTo>
                  <a:lnTo>
                    <a:pt x="3865" y="4850"/>
                  </a:lnTo>
                  <a:lnTo>
                    <a:pt x="3869" y="4850"/>
                  </a:lnTo>
                  <a:cubicBezTo>
                    <a:pt x="3883" y="4728"/>
                    <a:pt x="3939" y="4682"/>
                    <a:pt x="4061" y="4595"/>
                  </a:cubicBezTo>
                  <a:cubicBezTo>
                    <a:pt x="4089" y="4574"/>
                    <a:pt x="4121" y="4553"/>
                    <a:pt x="4156" y="4525"/>
                  </a:cubicBezTo>
                  <a:cubicBezTo>
                    <a:pt x="4254" y="4451"/>
                    <a:pt x="4310" y="4346"/>
                    <a:pt x="4366" y="4245"/>
                  </a:cubicBezTo>
                  <a:cubicBezTo>
                    <a:pt x="4439" y="4115"/>
                    <a:pt x="4509" y="3992"/>
                    <a:pt x="4653" y="3964"/>
                  </a:cubicBezTo>
                  <a:cubicBezTo>
                    <a:pt x="4705" y="3950"/>
                    <a:pt x="4761" y="3936"/>
                    <a:pt x="4814" y="3919"/>
                  </a:cubicBezTo>
                  <a:cubicBezTo>
                    <a:pt x="4910" y="3880"/>
                    <a:pt x="5014" y="3861"/>
                    <a:pt x="5117" y="3861"/>
                  </a:cubicBezTo>
                  <a:cubicBezTo>
                    <a:pt x="5172" y="3861"/>
                    <a:pt x="5226" y="3866"/>
                    <a:pt x="5279" y="3877"/>
                  </a:cubicBezTo>
                  <a:cubicBezTo>
                    <a:pt x="5335" y="3884"/>
                    <a:pt x="5412" y="3901"/>
                    <a:pt x="5437" y="3964"/>
                  </a:cubicBezTo>
                  <a:cubicBezTo>
                    <a:pt x="5462" y="4028"/>
                    <a:pt x="5419" y="4091"/>
                    <a:pt x="5381" y="4140"/>
                  </a:cubicBezTo>
                  <a:cubicBezTo>
                    <a:pt x="5367" y="4161"/>
                    <a:pt x="5332" y="4206"/>
                    <a:pt x="5335" y="4220"/>
                  </a:cubicBezTo>
                  <a:cubicBezTo>
                    <a:pt x="5335" y="4220"/>
                    <a:pt x="5339" y="4227"/>
                    <a:pt x="5356" y="4238"/>
                  </a:cubicBezTo>
                  <a:cubicBezTo>
                    <a:pt x="5422" y="4270"/>
                    <a:pt x="5548" y="4277"/>
                    <a:pt x="5678" y="4277"/>
                  </a:cubicBezTo>
                  <a:cubicBezTo>
                    <a:pt x="5716" y="4277"/>
                    <a:pt x="5754" y="4277"/>
                    <a:pt x="5791" y="4276"/>
                  </a:cubicBezTo>
                  <a:cubicBezTo>
                    <a:pt x="5831" y="4276"/>
                    <a:pt x="5869" y="4275"/>
                    <a:pt x="5906" y="4275"/>
                  </a:cubicBezTo>
                  <a:cubicBezTo>
                    <a:pt x="6108" y="4275"/>
                    <a:pt x="6257" y="4291"/>
                    <a:pt x="6281" y="4413"/>
                  </a:cubicBezTo>
                  <a:cubicBezTo>
                    <a:pt x="6312" y="4563"/>
                    <a:pt x="6057" y="4654"/>
                    <a:pt x="5784" y="4756"/>
                  </a:cubicBezTo>
                  <a:cubicBezTo>
                    <a:pt x="5721" y="4777"/>
                    <a:pt x="5640" y="4808"/>
                    <a:pt x="5591" y="4829"/>
                  </a:cubicBezTo>
                  <a:cubicBezTo>
                    <a:pt x="5644" y="4854"/>
                    <a:pt x="5731" y="4885"/>
                    <a:pt x="5794" y="4906"/>
                  </a:cubicBezTo>
                  <a:cubicBezTo>
                    <a:pt x="5892" y="4938"/>
                    <a:pt x="5983" y="4976"/>
                    <a:pt x="6074" y="5025"/>
                  </a:cubicBezTo>
                  <a:cubicBezTo>
                    <a:pt x="6193" y="5102"/>
                    <a:pt x="6158" y="5242"/>
                    <a:pt x="6134" y="5347"/>
                  </a:cubicBezTo>
                  <a:cubicBezTo>
                    <a:pt x="6120" y="5382"/>
                    <a:pt x="6116" y="5421"/>
                    <a:pt x="6116" y="5459"/>
                  </a:cubicBezTo>
                  <a:cubicBezTo>
                    <a:pt x="6121" y="5466"/>
                    <a:pt x="6135" y="5470"/>
                    <a:pt x="6156" y="5470"/>
                  </a:cubicBezTo>
                  <a:cubicBezTo>
                    <a:pt x="6217" y="5470"/>
                    <a:pt x="6338" y="5435"/>
                    <a:pt x="6470" y="5340"/>
                  </a:cubicBezTo>
                  <a:cubicBezTo>
                    <a:pt x="6547" y="5288"/>
                    <a:pt x="6634" y="5249"/>
                    <a:pt x="6725" y="5228"/>
                  </a:cubicBezTo>
                  <a:cubicBezTo>
                    <a:pt x="6823" y="5207"/>
                    <a:pt x="6914" y="5165"/>
                    <a:pt x="6998" y="5113"/>
                  </a:cubicBezTo>
                  <a:cubicBezTo>
                    <a:pt x="7108" y="5039"/>
                    <a:pt x="7260" y="5027"/>
                    <a:pt x="7401" y="5027"/>
                  </a:cubicBezTo>
                  <a:cubicBezTo>
                    <a:pt x="7441" y="5027"/>
                    <a:pt x="7480" y="5028"/>
                    <a:pt x="7517" y="5029"/>
                  </a:cubicBezTo>
                  <a:cubicBezTo>
                    <a:pt x="7541" y="5030"/>
                    <a:pt x="7565" y="5031"/>
                    <a:pt x="7589" y="5031"/>
                  </a:cubicBezTo>
                  <a:cubicBezTo>
                    <a:pt x="7623" y="5031"/>
                    <a:pt x="7657" y="5029"/>
                    <a:pt x="7692" y="5025"/>
                  </a:cubicBezTo>
                  <a:cubicBezTo>
                    <a:pt x="7656" y="5006"/>
                    <a:pt x="7566" y="4976"/>
                    <a:pt x="7384" y="4976"/>
                  </a:cubicBezTo>
                  <a:cubicBezTo>
                    <a:pt x="7335" y="4976"/>
                    <a:pt x="7279" y="4978"/>
                    <a:pt x="7215" y="4983"/>
                  </a:cubicBezTo>
                  <a:cubicBezTo>
                    <a:pt x="7195" y="4986"/>
                    <a:pt x="7174" y="4987"/>
                    <a:pt x="7154" y="4987"/>
                  </a:cubicBezTo>
                  <a:cubicBezTo>
                    <a:pt x="7045" y="4987"/>
                    <a:pt x="6937" y="4948"/>
                    <a:pt x="6855" y="4875"/>
                  </a:cubicBezTo>
                  <a:cubicBezTo>
                    <a:pt x="6711" y="4745"/>
                    <a:pt x="6701" y="4532"/>
                    <a:pt x="6701" y="4472"/>
                  </a:cubicBezTo>
                  <a:cubicBezTo>
                    <a:pt x="6701" y="4332"/>
                    <a:pt x="7201" y="3992"/>
                    <a:pt x="7446" y="3971"/>
                  </a:cubicBezTo>
                  <a:cubicBezTo>
                    <a:pt x="7692" y="3947"/>
                    <a:pt x="7895" y="3873"/>
                    <a:pt x="8122" y="3765"/>
                  </a:cubicBezTo>
                  <a:cubicBezTo>
                    <a:pt x="8248" y="3712"/>
                    <a:pt x="8378" y="3674"/>
                    <a:pt x="8514" y="3649"/>
                  </a:cubicBezTo>
                  <a:lnTo>
                    <a:pt x="8511" y="3632"/>
                  </a:lnTo>
                  <a:lnTo>
                    <a:pt x="8507" y="3618"/>
                  </a:lnTo>
                  <a:cubicBezTo>
                    <a:pt x="8507" y="3607"/>
                    <a:pt x="8504" y="3593"/>
                    <a:pt x="8504" y="3583"/>
                  </a:cubicBezTo>
                  <a:lnTo>
                    <a:pt x="8504" y="3576"/>
                  </a:lnTo>
                  <a:cubicBezTo>
                    <a:pt x="8504" y="3569"/>
                    <a:pt x="8500" y="3558"/>
                    <a:pt x="8500" y="3548"/>
                  </a:cubicBezTo>
                  <a:cubicBezTo>
                    <a:pt x="8497" y="3541"/>
                    <a:pt x="8500" y="3541"/>
                    <a:pt x="8500" y="3537"/>
                  </a:cubicBezTo>
                  <a:lnTo>
                    <a:pt x="8500" y="3516"/>
                  </a:lnTo>
                  <a:lnTo>
                    <a:pt x="8500" y="3506"/>
                  </a:lnTo>
                  <a:lnTo>
                    <a:pt x="8500" y="3485"/>
                  </a:lnTo>
                  <a:lnTo>
                    <a:pt x="8500" y="3474"/>
                  </a:lnTo>
                  <a:cubicBezTo>
                    <a:pt x="8500" y="3467"/>
                    <a:pt x="8500" y="3460"/>
                    <a:pt x="8504" y="3457"/>
                  </a:cubicBezTo>
                  <a:cubicBezTo>
                    <a:pt x="8504" y="3453"/>
                    <a:pt x="8504" y="3450"/>
                    <a:pt x="8507" y="3446"/>
                  </a:cubicBezTo>
                  <a:cubicBezTo>
                    <a:pt x="8511" y="3439"/>
                    <a:pt x="8514" y="3429"/>
                    <a:pt x="8518" y="3422"/>
                  </a:cubicBezTo>
                  <a:cubicBezTo>
                    <a:pt x="8528" y="3411"/>
                    <a:pt x="8539" y="3401"/>
                    <a:pt x="8553" y="3390"/>
                  </a:cubicBezTo>
                  <a:lnTo>
                    <a:pt x="8556" y="3390"/>
                  </a:lnTo>
                  <a:cubicBezTo>
                    <a:pt x="8560" y="3387"/>
                    <a:pt x="8567" y="3383"/>
                    <a:pt x="8570" y="3383"/>
                  </a:cubicBezTo>
                  <a:lnTo>
                    <a:pt x="8581" y="3380"/>
                  </a:lnTo>
                  <a:lnTo>
                    <a:pt x="8595" y="3376"/>
                  </a:lnTo>
                  <a:cubicBezTo>
                    <a:pt x="8654" y="3341"/>
                    <a:pt x="8710" y="3299"/>
                    <a:pt x="8763" y="3250"/>
                  </a:cubicBezTo>
                  <a:cubicBezTo>
                    <a:pt x="8885" y="3149"/>
                    <a:pt x="8962" y="3086"/>
                    <a:pt x="9029" y="3086"/>
                  </a:cubicBezTo>
                  <a:lnTo>
                    <a:pt x="9053" y="3086"/>
                  </a:lnTo>
                  <a:cubicBezTo>
                    <a:pt x="9081" y="3086"/>
                    <a:pt x="9123" y="3093"/>
                    <a:pt x="9169" y="3096"/>
                  </a:cubicBezTo>
                  <a:cubicBezTo>
                    <a:pt x="9218" y="3103"/>
                    <a:pt x="9274" y="3110"/>
                    <a:pt x="9330" y="3117"/>
                  </a:cubicBezTo>
                  <a:cubicBezTo>
                    <a:pt x="9358" y="3121"/>
                    <a:pt x="9389" y="3121"/>
                    <a:pt x="9417" y="3121"/>
                  </a:cubicBezTo>
                  <a:cubicBezTo>
                    <a:pt x="9428" y="3082"/>
                    <a:pt x="9442" y="3044"/>
                    <a:pt x="9459" y="3005"/>
                  </a:cubicBezTo>
                  <a:cubicBezTo>
                    <a:pt x="9484" y="2960"/>
                    <a:pt x="9501" y="2907"/>
                    <a:pt x="9512" y="2855"/>
                  </a:cubicBezTo>
                  <a:cubicBezTo>
                    <a:pt x="9505" y="2844"/>
                    <a:pt x="9498" y="2834"/>
                    <a:pt x="9487" y="2823"/>
                  </a:cubicBezTo>
                  <a:lnTo>
                    <a:pt x="9470" y="2802"/>
                  </a:lnTo>
                  <a:cubicBezTo>
                    <a:pt x="9428" y="2764"/>
                    <a:pt x="9400" y="2715"/>
                    <a:pt x="9386" y="2659"/>
                  </a:cubicBezTo>
                  <a:cubicBezTo>
                    <a:pt x="9382" y="2648"/>
                    <a:pt x="9382" y="2641"/>
                    <a:pt x="9386" y="2631"/>
                  </a:cubicBezTo>
                  <a:cubicBezTo>
                    <a:pt x="9386" y="2624"/>
                    <a:pt x="9389" y="2613"/>
                    <a:pt x="9393" y="2603"/>
                  </a:cubicBezTo>
                  <a:cubicBezTo>
                    <a:pt x="9414" y="2550"/>
                    <a:pt x="9473" y="2529"/>
                    <a:pt x="9522" y="2508"/>
                  </a:cubicBezTo>
                  <a:cubicBezTo>
                    <a:pt x="9540" y="2501"/>
                    <a:pt x="9557" y="2494"/>
                    <a:pt x="9575" y="2487"/>
                  </a:cubicBezTo>
                  <a:cubicBezTo>
                    <a:pt x="9561" y="2477"/>
                    <a:pt x="9547" y="2463"/>
                    <a:pt x="9533" y="2452"/>
                  </a:cubicBezTo>
                  <a:cubicBezTo>
                    <a:pt x="9494" y="2424"/>
                    <a:pt x="9449" y="2393"/>
                    <a:pt x="9449" y="2337"/>
                  </a:cubicBezTo>
                  <a:cubicBezTo>
                    <a:pt x="9452" y="2295"/>
                    <a:pt x="9477" y="2256"/>
                    <a:pt x="9512" y="2228"/>
                  </a:cubicBezTo>
                  <a:lnTo>
                    <a:pt x="9526" y="2214"/>
                  </a:lnTo>
                  <a:cubicBezTo>
                    <a:pt x="9557" y="2190"/>
                    <a:pt x="9586" y="2162"/>
                    <a:pt x="9603" y="2127"/>
                  </a:cubicBezTo>
                  <a:cubicBezTo>
                    <a:pt x="9603" y="2123"/>
                    <a:pt x="9603" y="2120"/>
                    <a:pt x="9603" y="2116"/>
                  </a:cubicBezTo>
                  <a:cubicBezTo>
                    <a:pt x="9600" y="2088"/>
                    <a:pt x="9543" y="2067"/>
                    <a:pt x="9477" y="2043"/>
                  </a:cubicBezTo>
                  <a:cubicBezTo>
                    <a:pt x="9424" y="2022"/>
                    <a:pt x="9372" y="1997"/>
                    <a:pt x="9323" y="1973"/>
                  </a:cubicBezTo>
                  <a:cubicBezTo>
                    <a:pt x="9253" y="1937"/>
                    <a:pt x="9176" y="1916"/>
                    <a:pt x="9099" y="1913"/>
                  </a:cubicBezTo>
                  <a:cubicBezTo>
                    <a:pt x="9018" y="1906"/>
                    <a:pt x="8938" y="1885"/>
                    <a:pt x="8864" y="1850"/>
                  </a:cubicBezTo>
                  <a:cubicBezTo>
                    <a:pt x="8798" y="1818"/>
                    <a:pt x="8675" y="1815"/>
                    <a:pt x="8588" y="1811"/>
                  </a:cubicBezTo>
                  <a:cubicBezTo>
                    <a:pt x="8476" y="1808"/>
                    <a:pt x="8385" y="1804"/>
                    <a:pt x="8378" y="1731"/>
                  </a:cubicBezTo>
                  <a:cubicBezTo>
                    <a:pt x="8350" y="1692"/>
                    <a:pt x="8315" y="1654"/>
                    <a:pt x="8280" y="1619"/>
                  </a:cubicBezTo>
                  <a:cubicBezTo>
                    <a:pt x="8231" y="1573"/>
                    <a:pt x="8185" y="1517"/>
                    <a:pt x="8143" y="1461"/>
                  </a:cubicBezTo>
                  <a:cubicBezTo>
                    <a:pt x="8143" y="1458"/>
                    <a:pt x="8140" y="1454"/>
                    <a:pt x="8129" y="1451"/>
                  </a:cubicBezTo>
                  <a:cubicBezTo>
                    <a:pt x="8122" y="1449"/>
                    <a:pt x="8114" y="1448"/>
                    <a:pt x="8105" y="1448"/>
                  </a:cubicBezTo>
                  <a:cubicBezTo>
                    <a:pt x="8059" y="1448"/>
                    <a:pt x="7992" y="1471"/>
                    <a:pt x="7933" y="1507"/>
                  </a:cubicBezTo>
                  <a:cubicBezTo>
                    <a:pt x="7877" y="1544"/>
                    <a:pt x="7810" y="1578"/>
                    <a:pt x="7734" y="1578"/>
                  </a:cubicBezTo>
                  <a:cubicBezTo>
                    <a:pt x="7687" y="1578"/>
                    <a:pt x="7636" y="1565"/>
                    <a:pt x="7583" y="1531"/>
                  </a:cubicBezTo>
                  <a:cubicBezTo>
                    <a:pt x="7555" y="1517"/>
                    <a:pt x="7531" y="1496"/>
                    <a:pt x="7506" y="1479"/>
                  </a:cubicBezTo>
                  <a:cubicBezTo>
                    <a:pt x="7464" y="1444"/>
                    <a:pt x="7418" y="1412"/>
                    <a:pt x="7390" y="1412"/>
                  </a:cubicBezTo>
                  <a:cubicBezTo>
                    <a:pt x="7383" y="1412"/>
                    <a:pt x="7380" y="1416"/>
                    <a:pt x="7376" y="1416"/>
                  </a:cubicBezTo>
                  <a:cubicBezTo>
                    <a:pt x="7346" y="1429"/>
                    <a:pt x="7307" y="1437"/>
                    <a:pt x="7268" y="1437"/>
                  </a:cubicBezTo>
                  <a:cubicBezTo>
                    <a:pt x="7214" y="1437"/>
                    <a:pt x="7159" y="1422"/>
                    <a:pt x="7121" y="1388"/>
                  </a:cubicBezTo>
                  <a:cubicBezTo>
                    <a:pt x="7075" y="1349"/>
                    <a:pt x="7061" y="1286"/>
                    <a:pt x="7082" y="1227"/>
                  </a:cubicBezTo>
                  <a:cubicBezTo>
                    <a:pt x="7103" y="1150"/>
                    <a:pt x="6942" y="912"/>
                    <a:pt x="6876" y="884"/>
                  </a:cubicBezTo>
                  <a:cubicBezTo>
                    <a:pt x="6869" y="880"/>
                    <a:pt x="6862" y="880"/>
                    <a:pt x="6858" y="880"/>
                  </a:cubicBezTo>
                  <a:cubicBezTo>
                    <a:pt x="6827" y="877"/>
                    <a:pt x="6795" y="873"/>
                    <a:pt x="6764" y="873"/>
                  </a:cubicBezTo>
                  <a:cubicBezTo>
                    <a:pt x="6683" y="873"/>
                    <a:pt x="6589" y="870"/>
                    <a:pt x="6519" y="831"/>
                  </a:cubicBezTo>
                  <a:cubicBezTo>
                    <a:pt x="6501" y="821"/>
                    <a:pt x="6484" y="810"/>
                    <a:pt x="6470" y="793"/>
                  </a:cubicBezTo>
                  <a:cubicBezTo>
                    <a:pt x="6459" y="782"/>
                    <a:pt x="6449" y="768"/>
                    <a:pt x="6442" y="754"/>
                  </a:cubicBezTo>
                  <a:cubicBezTo>
                    <a:pt x="6424" y="723"/>
                    <a:pt x="6407" y="691"/>
                    <a:pt x="6386" y="660"/>
                  </a:cubicBezTo>
                  <a:cubicBezTo>
                    <a:pt x="6375" y="642"/>
                    <a:pt x="6365" y="628"/>
                    <a:pt x="6354" y="611"/>
                  </a:cubicBezTo>
                  <a:cubicBezTo>
                    <a:pt x="6309" y="541"/>
                    <a:pt x="6281" y="467"/>
                    <a:pt x="6323" y="390"/>
                  </a:cubicBezTo>
                  <a:cubicBezTo>
                    <a:pt x="6347" y="348"/>
                    <a:pt x="6323" y="208"/>
                    <a:pt x="6284" y="107"/>
                  </a:cubicBezTo>
                  <a:cubicBezTo>
                    <a:pt x="6274" y="86"/>
                    <a:pt x="6263" y="65"/>
                    <a:pt x="6253" y="44"/>
                  </a:cubicBezTo>
                  <a:cubicBezTo>
                    <a:pt x="6233" y="16"/>
                    <a:pt x="6139" y="1"/>
                    <a:pt x="6047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59" name="Google Shape;5517;p80">
              <a:extLst>
                <a:ext uri="{FF2B5EF4-FFF2-40B4-BE49-F238E27FC236}">
                  <a16:creationId xmlns:a16="http://schemas.microsoft.com/office/drawing/2014/main" id="{6FD3115B-D4F1-279F-6C6E-36467BF298E0}"/>
                </a:ext>
              </a:extLst>
            </p:cNvPr>
            <p:cNvSpPr/>
            <p:nvPr/>
          </p:nvSpPr>
          <p:spPr>
            <a:xfrm>
              <a:off x="2221782" y="1620042"/>
              <a:ext cx="14" cy="14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1" y="1"/>
                  </a:move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60" name="Google Shape;5518;p80">
              <a:extLst>
                <a:ext uri="{FF2B5EF4-FFF2-40B4-BE49-F238E27FC236}">
                  <a16:creationId xmlns:a16="http://schemas.microsoft.com/office/drawing/2014/main" id="{42C50186-8197-5A1E-43EF-045731E9A602}"/>
                </a:ext>
              </a:extLst>
            </p:cNvPr>
            <p:cNvSpPr/>
            <p:nvPr/>
          </p:nvSpPr>
          <p:spPr>
            <a:xfrm>
              <a:off x="2214518" y="1642961"/>
              <a:ext cx="299" cy="394"/>
            </a:xfrm>
            <a:custGeom>
              <a:avLst/>
              <a:gdLst/>
              <a:ahLst/>
              <a:cxnLst/>
              <a:rect l="l" t="t" r="r" b="b"/>
              <a:pathLst>
                <a:path w="22" h="29" extrusionOk="0">
                  <a:moveTo>
                    <a:pt x="21" y="0"/>
                  </a:moveTo>
                  <a:lnTo>
                    <a:pt x="18" y="4"/>
                  </a:lnTo>
                  <a:cubicBezTo>
                    <a:pt x="14" y="11"/>
                    <a:pt x="7" y="18"/>
                    <a:pt x="0" y="25"/>
                  </a:cubicBezTo>
                  <a:lnTo>
                    <a:pt x="0" y="28"/>
                  </a:lnTo>
                  <a:lnTo>
                    <a:pt x="11" y="28"/>
                  </a:lnTo>
                  <a:lnTo>
                    <a:pt x="21" y="0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61" name="Google Shape;5519;p80">
              <a:extLst>
                <a:ext uri="{FF2B5EF4-FFF2-40B4-BE49-F238E27FC236}">
                  <a16:creationId xmlns:a16="http://schemas.microsoft.com/office/drawing/2014/main" id="{F052B1C2-7B61-1C56-D4F3-4B531C984EB0}"/>
                </a:ext>
              </a:extLst>
            </p:cNvPr>
            <p:cNvSpPr/>
            <p:nvPr/>
          </p:nvSpPr>
          <p:spPr>
            <a:xfrm>
              <a:off x="2223113" y="1622133"/>
              <a:ext cx="2200" cy="5865"/>
            </a:xfrm>
            <a:custGeom>
              <a:avLst/>
              <a:gdLst/>
              <a:ahLst/>
              <a:cxnLst/>
              <a:rect l="l" t="t" r="r" b="b"/>
              <a:pathLst>
                <a:path w="162" h="432" extrusionOk="0">
                  <a:moveTo>
                    <a:pt x="134" y="431"/>
                  </a:moveTo>
                  <a:cubicBezTo>
                    <a:pt x="151" y="389"/>
                    <a:pt x="162" y="281"/>
                    <a:pt x="1" y="1"/>
                  </a:cubicBezTo>
                  <a:cubicBezTo>
                    <a:pt x="162" y="281"/>
                    <a:pt x="151" y="389"/>
                    <a:pt x="134" y="43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62" name="Google Shape;5520;p80">
              <a:extLst>
                <a:ext uri="{FF2B5EF4-FFF2-40B4-BE49-F238E27FC236}">
                  <a16:creationId xmlns:a16="http://schemas.microsoft.com/office/drawing/2014/main" id="{B633A262-39E2-9471-15DF-29FC134895BD}"/>
                </a:ext>
              </a:extLst>
            </p:cNvPr>
            <p:cNvSpPr/>
            <p:nvPr/>
          </p:nvSpPr>
          <p:spPr>
            <a:xfrm>
              <a:off x="2213609" y="1650510"/>
              <a:ext cx="258" cy="163"/>
            </a:xfrm>
            <a:custGeom>
              <a:avLst/>
              <a:gdLst/>
              <a:ahLst/>
              <a:cxnLst/>
              <a:rect l="l" t="t" r="r" b="b"/>
              <a:pathLst>
                <a:path w="19" h="12" extrusionOk="0">
                  <a:moveTo>
                    <a:pt x="1" y="1"/>
                  </a:moveTo>
                  <a:lnTo>
                    <a:pt x="18" y="11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63" name="Google Shape;5521;p80">
              <a:extLst>
                <a:ext uri="{FF2B5EF4-FFF2-40B4-BE49-F238E27FC236}">
                  <a16:creationId xmlns:a16="http://schemas.microsoft.com/office/drawing/2014/main" id="{12C33FED-D67D-8363-4E03-358513BEC692}"/>
                </a:ext>
              </a:extLst>
            </p:cNvPr>
            <p:cNvSpPr/>
            <p:nvPr/>
          </p:nvSpPr>
          <p:spPr>
            <a:xfrm>
              <a:off x="2212808" y="1649940"/>
              <a:ext cx="679" cy="489"/>
            </a:xfrm>
            <a:custGeom>
              <a:avLst/>
              <a:gdLst/>
              <a:ahLst/>
              <a:cxnLst/>
              <a:rect l="l" t="t" r="r" b="b"/>
              <a:pathLst>
                <a:path w="50" h="36" extrusionOk="0">
                  <a:moveTo>
                    <a:pt x="0" y="1"/>
                  </a:moveTo>
                  <a:lnTo>
                    <a:pt x="7" y="8"/>
                  </a:lnTo>
                  <a:cubicBezTo>
                    <a:pt x="21" y="18"/>
                    <a:pt x="35" y="29"/>
                    <a:pt x="49" y="36"/>
                  </a:cubicBezTo>
                  <a:cubicBezTo>
                    <a:pt x="32" y="25"/>
                    <a:pt x="18" y="15"/>
                    <a:pt x="0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64" name="Google Shape;5522;p80">
              <a:extLst>
                <a:ext uri="{FF2B5EF4-FFF2-40B4-BE49-F238E27FC236}">
                  <a16:creationId xmlns:a16="http://schemas.microsoft.com/office/drawing/2014/main" id="{2FC1DDAD-C5AB-6062-44C6-06F3E7B54D5F}"/>
                </a:ext>
              </a:extLst>
            </p:cNvPr>
            <p:cNvSpPr/>
            <p:nvPr/>
          </p:nvSpPr>
          <p:spPr>
            <a:xfrm>
              <a:off x="2214654" y="1650985"/>
              <a:ext cx="299" cy="163"/>
            </a:xfrm>
            <a:custGeom>
              <a:avLst/>
              <a:gdLst/>
              <a:ahLst/>
              <a:cxnLst/>
              <a:rect l="l" t="t" r="r" b="b"/>
              <a:pathLst>
                <a:path w="22" h="12" extrusionOk="0">
                  <a:moveTo>
                    <a:pt x="1" y="1"/>
                  </a:moveTo>
                  <a:lnTo>
                    <a:pt x="22" y="11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65" name="Google Shape;5523;p80">
              <a:extLst>
                <a:ext uri="{FF2B5EF4-FFF2-40B4-BE49-F238E27FC236}">
                  <a16:creationId xmlns:a16="http://schemas.microsoft.com/office/drawing/2014/main" id="{168463D3-110B-CDF9-D8A3-DCD41DB5BE1D}"/>
                </a:ext>
              </a:extLst>
            </p:cNvPr>
            <p:cNvSpPr/>
            <p:nvPr/>
          </p:nvSpPr>
          <p:spPr>
            <a:xfrm>
              <a:off x="2214994" y="1651176"/>
              <a:ext cx="584" cy="394"/>
            </a:xfrm>
            <a:custGeom>
              <a:avLst/>
              <a:gdLst/>
              <a:ahLst/>
              <a:cxnLst/>
              <a:rect l="l" t="t" r="r" b="b"/>
              <a:pathLst>
                <a:path w="43" h="29" extrusionOk="0">
                  <a:moveTo>
                    <a:pt x="0" y="1"/>
                  </a:moveTo>
                  <a:lnTo>
                    <a:pt x="0" y="1"/>
                  </a:lnTo>
                  <a:cubicBezTo>
                    <a:pt x="18" y="8"/>
                    <a:pt x="28" y="18"/>
                    <a:pt x="42" y="29"/>
                  </a:cubicBezTo>
                  <a:cubicBezTo>
                    <a:pt x="32" y="18"/>
                    <a:pt x="18" y="8"/>
                    <a:pt x="0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66" name="Google Shape;5524;p80">
              <a:extLst>
                <a:ext uri="{FF2B5EF4-FFF2-40B4-BE49-F238E27FC236}">
                  <a16:creationId xmlns:a16="http://schemas.microsoft.com/office/drawing/2014/main" id="{78181706-7066-B1BB-4575-12C3E16A3894}"/>
                </a:ext>
              </a:extLst>
            </p:cNvPr>
            <p:cNvSpPr/>
            <p:nvPr/>
          </p:nvSpPr>
          <p:spPr>
            <a:xfrm>
              <a:off x="2212563" y="1649655"/>
              <a:ext cx="204" cy="204"/>
            </a:xfrm>
            <a:custGeom>
              <a:avLst/>
              <a:gdLst/>
              <a:ahLst/>
              <a:cxnLst/>
              <a:rect l="l" t="t" r="r" b="b"/>
              <a:pathLst>
                <a:path w="15" h="15" extrusionOk="0">
                  <a:moveTo>
                    <a:pt x="1" y="1"/>
                  </a:moveTo>
                  <a:lnTo>
                    <a:pt x="15" y="15"/>
                  </a:lnTo>
                  <a:lnTo>
                    <a:pt x="15" y="15"/>
                  </a:lnTo>
                  <a:lnTo>
                    <a:pt x="1" y="1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67" name="Google Shape;5525;p80">
              <a:extLst>
                <a:ext uri="{FF2B5EF4-FFF2-40B4-BE49-F238E27FC236}">
                  <a16:creationId xmlns:a16="http://schemas.microsoft.com/office/drawing/2014/main" id="{1BF0F9A1-6C31-03DF-69E7-51567EE8A6B9}"/>
                </a:ext>
              </a:extLst>
            </p:cNvPr>
            <p:cNvSpPr/>
            <p:nvPr/>
          </p:nvSpPr>
          <p:spPr>
            <a:xfrm>
              <a:off x="2211762" y="1648664"/>
              <a:ext cx="109" cy="149"/>
            </a:xfrm>
            <a:custGeom>
              <a:avLst/>
              <a:gdLst/>
              <a:ahLst/>
              <a:cxnLst/>
              <a:rect l="l" t="t" r="r" b="b"/>
              <a:pathLst>
                <a:path w="8" h="11" extrusionOk="0">
                  <a:moveTo>
                    <a:pt x="0" y="0"/>
                  </a:moveTo>
                  <a:lnTo>
                    <a:pt x="7" y="11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68" name="Google Shape;5526;p80">
              <a:extLst>
                <a:ext uri="{FF2B5EF4-FFF2-40B4-BE49-F238E27FC236}">
                  <a16:creationId xmlns:a16="http://schemas.microsoft.com/office/drawing/2014/main" id="{CA432D9E-F0B5-502E-0641-04D1C975620D}"/>
                </a:ext>
              </a:extLst>
            </p:cNvPr>
            <p:cNvSpPr/>
            <p:nvPr/>
          </p:nvSpPr>
          <p:spPr>
            <a:xfrm>
              <a:off x="2212332" y="1649465"/>
              <a:ext cx="204" cy="204"/>
            </a:xfrm>
            <a:custGeom>
              <a:avLst/>
              <a:gdLst/>
              <a:ahLst/>
              <a:cxnLst/>
              <a:rect l="l" t="t" r="r" b="b"/>
              <a:pathLst>
                <a:path w="15" h="15" extrusionOk="0">
                  <a:moveTo>
                    <a:pt x="14" y="15"/>
                  </a:moveTo>
                  <a:lnTo>
                    <a:pt x="0" y="1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69" name="Google Shape;5527;p80">
              <a:extLst>
                <a:ext uri="{FF2B5EF4-FFF2-40B4-BE49-F238E27FC236}">
                  <a16:creationId xmlns:a16="http://schemas.microsoft.com/office/drawing/2014/main" id="{40BC0BD9-076F-70DE-391D-1FCDF2A1B31A}"/>
                </a:ext>
              </a:extLst>
            </p:cNvPr>
            <p:cNvSpPr/>
            <p:nvPr/>
          </p:nvSpPr>
          <p:spPr>
            <a:xfrm>
              <a:off x="2212047" y="1649085"/>
              <a:ext cx="109" cy="163"/>
            </a:xfrm>
            <a:custGeom>
              <a:avLst/>
              <a:gdLst/>
              <a:ahLst/>
              <a:cxnLst/>
              <a:rect l="l" t="t" r="r" b="b"/>
              <a:pathLst>
                <a:path w="8" h="12" extrusionOk="0">
                  <a:moveTo>
                    <a:pt x="0" y="1"/>
                  </a:moveTo>
                  <a:lnTo>
                    <a:pt x="7" y="11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70" name="Google Shape;5528;p80">
              <a:extLst>
                <a:ext uri="{FF2B5EF4-FFF2-40B4-BE49-F238E27FC236}">
                  <a16:creationId xmlns:a16="http://schemas.microsoft.com/office/drawing/2014/main" id="{5FBC01DC-4629-5209-E1C4-9967810C9743}"/>
                </a:ext>
              </a:extLst>
            </p:cNvPr>
            <p:cNvSpPr/>
            <p:nvPr/>
          </p:nvSpPr>
          <p:spPr>
            <a:xfrm>
              <a:off x="2211667" y="1648324"/>
              <a:ext cx="14" cy="68"/>
            </a:xfrm>
            <a:custGeom>
              <a:avLst/>
              <a:gdLst/>
              <a:ahLst/>
              <a:cxnLst/>
              <a:rect l="l" t="t" r="r" b="b"/>
              <a:pathLst>
                <a:path w="1" h="5" extrusionOk="0">
                  <a:moveTo>
                    <a:pt x="0" y="1"/>
                  </a:moveTo>
                  <a:lnTo>
                    <a:pt x="0" y="4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71" name="Google Shape;5529;p80">
              <a:extLst>
                <a:ext uri="{FF2B5EF4-FFF2-40B4-BE49-F238E27FC236}">
                  <a16:creationId xmlns:a16="http://schemas.microsoft.com/office/drawing/2014/main" id="{C77D8F01-20F4-996D-7B35-E16816E265F1}"/>
                </a:ext>
              </a:extLst>
            </p:cNvPr>
            <p:cNvSpPr/>
            <p:nvPr/>
          </p:nvSpPr>
          <p:spPr>
            <a:xfrm>
              <a:off x="2214939" y="1641631"/>
              <a:ext cx="584" cy="1059"/>
            </a:xfrm>
            <a:custGeom>
              <a:avLst/>
              <a:gdLst/>
              <a:ahLst/>
              <a:cxnLst/>
              <a:rect l="l" t="t" r="r" b="b"/>
              <a:pathLst>
                <a:path w="43" h="78" extrusionOk="0">
                  <a:moveTo>
                    <a:pt x="15" y="0"/>
                  </a:moveTo>
                  <a:cubicBezTo>
                    <a:pt x="15" y="28"/>
                    <a:pt x="11" y="53"/>
                    <a:pt x="1" y="77"/>
                  </a:cubicBezTo>
                  <a:lnTo>
                    <a:pt x="43" y="4"/>
                  </a:lnTo>
                  <a:lnTo>
                    <a:pt x="15" y="0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72" name="Google Shape;5530;p80">
              <a:extLst>
                <a:ext uri="{FF2B5EF4-FFF2-40B4-BE49-F238E27FC236}">
                  <a16:creationId xmlns:a16="http://schemas.microsoft.com/office/drawing/2014/main" id="{67FCE024-DE80-C321-E9A0-26D327C3ACD1}"/>
                </a:ext>
              </a:extLst>
            </p:cNvPr>
            <p:cNvSpPr/>
            <p:nvPr/>
          </p:nvSpPr>
          <p:spPr>
            <a:xfrm>
              <a:off x="2214518" y="1643056"/>
              <a:ext cx="244" cy="244"/>
            </a:xfrm>
            <a:custGeom>
              <a:avLst/>
              <a:gdLst/>
              <a:ahLst/>
              <a:cxnLst/>
              <a:rect l="l" t="t" r="r" b="b"/>
              <a:pathLst>
                <a:path w="18" h="18" extrusionOk="0">
                  <a:moveTo>
                    <a:pt x="18" y="0"/>
                  </a:moveTo>
                  <a:cubicBezTo>
                    <a:pt x="14" y="7"/>
                    <a:pt x="7" y="11"/>
                    <a:pt x="0" y="18"/>
                  </a:cubicBezTo>
                  <a:cubicBezTo>
                    <a:pt x="7" y="14"/>
                    <a:pt x="14" y="7"/>
                    <a:pt x="18" y="0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73" name="Google Shape;5531;p80">
              <a:extLst>
                <a:ext uri="{FF2B5EF4-FFF2-40B4-BE49-F238E27FC236}">
                  <a16:creationId xmlns:a16="http://schemas.microsoft.com/office/drawing/2014/main" id="{F010CA1E-10FD-1E81-FABC-4D96632C57C1}"/>
                </a:ext>
              </a:extLst>
            </p:cNvPr>
            <p:cNvSpPr/>
            <p:nvPr/>
          </p:nvSpPr>
          <p:spPr>
            <a:xfrm>
              <a:off x="2212713" y="1649845"/>
              <a:ext cx="136" cy="136"/>
            </a:xfrm>
            <a:custGeom>
              <a:avLst/>
              <a:gdLst/>
              <a:ahLst/>
              <a:cxnLst/>
              <a:rect l="l" t="t" r="r" b="b"/>
              <a:pathLst>
                <a:path w="10" h="10" extrusionOk="0">
                  <a:moveTo>
                    <a:pt x="0" y="1"/>
                  </a:moveTo>
                  <a:lnTo>
                    <a:pt x="10" y="10"/>
                  </a:lnTo>
                  <a:lnTo>
                    <a:pt x="10" y="10"/>
                  </a:lnTo>
                  <a:lnTo>
                    <a:pt x="7" y="8"/>
                  </a:lnTo>
                  <a:lnTo>
                    <a:pt x="0" y="1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74" name="Google Shape;5532;p80">
              <a:extLst>
                <a:ext uri="{FF2B5EF4-FFF2-40B4-BE49-F238E27FC236}">
                  <a16:creationId xmlns:a16="http://schemas.microsoft.com/office/drawing/2014/main" id="{5468CCF3-0733-9D26-48C8-80113B2E97AB}"/>
                </a:ext>
              </a:extLst>
            </p:cNvPr>
            <p:cNvSpPr/>
            <p:nvPr/>
          </p:nvSpPr>
          <p:spPr>
            <a:xfrm>
              <a:off x="2216270" y="1651420"/>
              <a:ext cx="638" cy="54"/>
            </a:xfrm>
            <a:custGeom>
              <a:avLst/>
              <a:gdLst/>
              <a:ahLst/>
              <a:cxnLst/>
              <a:rect l="l" t="t" r="r" b="b"/>
              <a:pathLst>
                <a:path w="47" h="4" extrusionOk="0">
                  <a:moveTo>
                    <a:pt x="1" y="4"/>
                  </a:moveTo>
                  <a:lnTo>
                    <a:pt x="46" y="0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75" name="Google Shape;5533;p80">
              <a:extLst>
                <a:ext uri="{FF2B5EF4-FFF2-40B4-BE49-F238E27FC236}">
                  <a16:creationId xmlns:a16="http://schemas.microsoft.com/office/drawing/2014/main" id="{8BC645DD-41D7-45FE-5AEE-BACAA72A1FB0}"/>
                </a:ext>
              </a:extLst>
            </p:cNvPr>
            <p:cNvSpPr/>
            <p:nvPr/>
          </p:nvSpPr>
          <p:spPr>
            <a:xfrm>
              <a:off x="2217600" y="1651366"/>
              <a:ext cx="448" cy="14"/>
            </a:xfrm>
            <a:custGeom>
              <a:avLst/>
              <a:gdLst/>
              <a:ahLst/>
              <a:cxnLst/>
              <a:rect l="l" t="t" r="r" b="b"/>
              <a:pathLst>
                <a:path w="33" h="1" extrusionOk="0">
                  <a:moveTo>
                    <a:pt x="1" y="1"/>
                  </a:moveTo>
                  <a:lnTo>
                    <a:pt x="32" y="1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76" name="Google Shape;5534;p80">
              <a:extLst>
                <a:ext uri="{FF2B5EF4-FFF2-40B4-BE49-F238E27FC236}">
                  <a16:creationId xmlns:a16="http://schemas.microsoft.com/office/drawing/2014/main" id="{32B811DF-A41C-F7A7-AADA-9B482CF7C27F}"/>
                </a:ext>
              </a:extLst>
            </p:cNvPr>
            <p:cNvSpPr/>
            <p:nvPr/>
          </p:nvSpPr>
          <p:spPr>
            <a:xfrm>
              <a:off x="2242895" y="1649370"/>
              <a:ext cx="14" cy="14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0" y="1"/>
                  </a:moveTo>
                  <a:lnTo>
                    <a:pt x="0" y="1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77" name="Google Shape;5535;p80">
              <a:extLst>
                <a:ext uri="{FF2B5EF4-FFF2-40B4-BE49-F238E27FC236}">
                  <a16:creationId xmlns:a16="http://schemas.microsoft.com/office/drawing/2014/main" id="{5DA2B7DD-1120-601C-23A8-034EFB550E24}"/>
                </a:ext>
              </a:extLst>
            </p:cNvPr>
            <p:cNvSpPr/>
            <p:nvPr/>
          </p:nvSpPr>
          <p:spPr>
            <a:xfrm>
              <a:off x="2244891" y="1648609"/>
              <a:ext cx="244" cy="68"/>
            </a:xfrm>
            <a:custGeom>
              <a:avLst/>
              <a:gdLst/>
              <a:ahLst/>
              <a:cxnLst/>
              <a:rect l="l" t="t" r="r" b="b"/>
              <a:pathLst>
                <a:path w="18" h="5" extrusionOk="0">
                  <a:moveTo>
                    <a:pt x="18" y="1"/>
                  </a:moveTo>
                  <a:lnTo>
                    <a:pt x="0" y="4"/>
                  </a:lnTo>
                  <a:lnTo>
                    <a:pt x="18" y="1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78" name="Google Shape;5536;p80">
              <a:extLst>
                <a:ext uri="{FF2B5EF4-FFF2-40B4-BE49-F238E27FC236}">
                  <a16:creationId xmlns:a16="http://schemas.microsoft.com/office/drawing/2014/main" id="{34D5EC1B-BB3D-980D-1782-21F44CFE2F94}"/>
                </a:ext>
              </a:extLst>
            </p:cNvPr>
            <p:cNvSpPr/>
            <p:nvPr/>
          </p:nvSpPr>
          <p:spPr>
            <a:xfrm>
              <a:off x="2216989" y="1651366"/>
              <a:ext cx="530" cy="68"/>
            </a:xfrm>
            <a:custGeom>
              <a:avLst/>
              <a:gdLst/>
              <a:ahLst/>
              <a:cxnLst/>
              <a:rect l="l" t="t" r="r" b="b"/>
              <a:pathLst>
                <a:path w="39" h="5" extrusionOk="0">
                  <a:moveTo>
                    <a:pt x="0" y="4"/>
                  </a:moveTo>
                  <a:lnTo>
                    <a:pt x="39" y="1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79" name="Google Shape;5537;p80">
              <a:extLst>
                <a:ext uri="{FF2B5EF4-FFF2-40B4-BE49-F238E27FC236}">
                  <a16:creationId xmlns:a16="http://schemas.microsoft.com/office/drawing/2014/main" id="{DB783CEC-C58A-21A7-F508-6020126EC37B}"/>
                </a:ext>
              </a:extLst>
            </p:cNvPr>
            <p:cNvSpPr/>
            <p:nvPr/>
          </p:nvSpPr>
          <p:spPr>
            <a:xfrm>
              <a:off x="2240329" y="1649424"/>
              <a:ext cx="2430" cy="1534"/>
            </a:xfrm>
            <a:custGeom>
              <a:avLst/>
              <a:gdLst/>
              <a:ahLst/>
              <a:cxnLst/>
              <a:rect l="l" t="t" r="r" b="b"/>
              <a:pathLst>
                <a:path w="179" h="113" extrusionOk="0">
                  <a:moveTo>
                    <a:pt x="179" y="0"/>
                  </a:moveTo>
                  <a:lnTo>
                    <a:pt x="179" y="0"/>
                  </a:lnTo>
                  <a:cubicBezTo>
                    <a:pt x="53" y="49"/>
                    <a:pt x="18" y="84"/>
                    <a:pt x="0" y="112"/>
                  </a:cubicBezTo>
                  <a:cubicBezTo>
                    <a:pt x="25" y="74"/>
                    <a:pt x="91" y="35"/>
                    <a:pt x="179" y="0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80" name="Google Shape;5538;p80">
              <a:extLst>
                <a:ext uri="{FF2B5EF4-FFF2-40B4-BE49-F238E27FC236}">
                  <a16:creationId xmlns:a16="http://schemas.microsoft.com/office/drawing/2014/main" id="{3D13F9AE-F1BA-9C80-A955-FEB0AC995CDD}"/>
                </a:ext>
              </a:extLst>
            </p:cNvPr>
            <p:cNvSpPr/>
            <p:nvPr/>
          </p:nvSpPr>
          <p:spPr>
            <a:xfrm>
              <a:off x="2215564" y="1651515"/>
              <a:ext cx="679" cy="54"/>
            </a:xfrm>
            <a:custGeom>
              <a:avLst/>
              <a:gdLst/>
              <a:ahLst/>
              <a:cxnLst/>
              <a:rect l="l" t="t" r="r" b="b"/>
              <a:pathLst>
                <a:path w="50" h="4" extrusionOk="0">
                  <a:moveTo>
                    <a:pt x="0" y="4"/>
                  </a:moveTo>
                  <a:lnTo>
                    <a:pt x="49" y="0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81" name="Google Shape;5539;p80">
              <a:extLst>
                <a:ext uri="{FF2B5EF4-FFF2-40B4-BE49-F238E27FC236}">
                  <a16:creationId xmlns:a16="http://schemas.microsoft.com/office/drawing/2014/main" id="{4B51C0AA-B503-0729-0632-FE9514BC1CF0}"/>
                </a:ext>
              </a:extLst>
            </p:cNvPr>
            <p:cNvSpPr/>
            <p:nvPr/>
          </p:nvSpPr>
          <p:spPr>
            <a:xfrm>
              <a:off x="2234151" y="1652465"/>
              <a:ext cx="1819" cy="149"/>
            </a:xfrm>
            <a:custGeom>
              <a:avLst/>
              <a:gdLst/>
              <a:ahLst/>
              <a:cxnLst/>
              <a:rect l="l" t="t" r="r" b="b"/>
              <a:pathLst>
                <a:path w="134" h="11" extrusionOk="0">
                  <a:moveTo>
                    <a:pt x="133" y="11"/>
                  </a:moveTo>
                  <a:cubicBezTo>
                    <a:pt x="91" y="4"/>
                    <a:pt x="46" y="0"/>
                    <a:pt x="0" y="7"/>
                  </a:cubicBezTo>
                  <a:cubicBezTo>
                    <a:pt x="46" y="0"/>
                    <a:pt x="91" y="4"/>
                    <a:pt x="133" y="1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82" name="Google Shape;5540;p80">
              <a:extLst>
                <a:ext uri="{FF2B5EF4-FFF2-40B4-BE49-F238E27FC236}">
                  <a16:creationId xmlns:a16="http://schemas.microsoft.com/office/drawing/2014/main" id="{D13F0143-C723-A7AD-63E0-C54C76D2CBC2}"/>
                </a:ext>
              </a:extLst>
            </p:cNvPr>
            <p:cNvSpPr/>
            <p:nvPr/>
          </p:nvSpPr>
          <p:spPr>
            <a:xfrm>
              <a:off x="2263764" y="1676796"/>
              <a:ext cx="299" cy="258"/>
            </a:xfrm>
            <a:custGeom>
              <a:avLst/>
              <a:gdLst/>
              <a:ahLst/>
              <a:cxnLst/>
              <a:rect l="l" t="t" r="r" b="b"/>
              <a:pathLst>
                <a:path w="22" h="19" extrusionOk="0">
                  <a:moveTo>
                    <a:pt x="21" y="18"/>
                  </a:moveTo>
                  <a:lnTo>
                    <a:pt x="0" y="1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83" name="Google Shape;5541;p80">
              <a:extLst>
                <a:ext uri="{FF2B5EF4-FFF2-40B4-BE49-F238E27FC236}">
                  <a16:creationId xmlns:a16="http://schemas.microsoft.com/office/drawing/2014/main" id="{8C34F137-74AD-C816-E9D5-54788D1096CC}"/>
                </a:ext>
              </a:extLst>
            </p:cNvPr>
            <p:cNvSpPr/>
            <p:nvPr/>
          </p:nvSpPr>
          <p:spPr>
            <a:xfrm>
              <a:off x="2263479" y="1676606"/>
              <a:ext cx="244" cy="204"/>
            </a:xfrm>
            <a:custGeom>
              <a:avLst/>
              <a:gdLst/>
              <a:ahLst/>
              <a:cxnLst/>
              <a:rect l="l" t="t" r="r" b="b"/>
              <a:pathLst>
                <a:path w="18" h="15" extrusionOk="0">
                  <a:moveTo>
                    <a:pt x="18" y="15"/>
                  </a:moveTo>
                  <a:lnTo>
                    <a:pt x="0" y="1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84" name="Google Shape;5542;p80">
              <a:extLst>
                <a:ext uri="{FF2B5EF4-FFF2-40B4-BE49-F238E27FC236}">
                  <a16:creationId xmlns:a16="http://schemas.microsoft.com/office/drawing/2014/main" id="{317B00F7-A541-1AB1-93DF-80F1AC95AC01}"/>
                </a:ext>
              </a:extLst>
            </p:cNvPr>
            <p:cNvSpPr/>
            <p:nvPr/>
          </p:nvSpPr>
          <p:spPr>
            <a:xfrm>
              <a:off x="2262528" y="1676226"/>
              <a:ext cx="109" cy="14"/>
            </a:xfrm>
            <a:custGeom>
              <a:avLst/>
              <a:gdLst/>
              <a:ahLst/>
              <a:cxnLst/>
              <a:rect l="l" t="t" r="r" b="b"/>
              <a:pathLst>
                <a:path w="8" h="1" extrusionOk="0">
                  <a:moveTo>
                    <a:pt x="7" y="1"/>
                  </a:moveTo>
                  <a:lnTo>
                    <a:pt x="0" y="1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85" name="Google Shape;5543;p80">
              <a:extLst>
                <a:ext uri="{FF2B5EF4-FFF2-40B4-BE49-F238E27FC236}">
                  <a16:creationId xmlns:a16="http://schemas.microsoft.com/office/drawing/2014/main" id="{206964B2-1FE4-3FB7-5935-D2DF62701353}"/>
                </a:ext>
              </a:extLst>
            </p:cNvPr>
            <p:cNvSpPr/>
            <p:nvPr/>
          </p:nvSpPr>
          <p:spPr>
            <a:xfrm>
              <a:off x="2262623" y="1676226"/>
              <a:ext cx="149" cy="68"/>
            </a:xfrm>
            <a:custGeom>
              <a:avLst/>
              <a:gdLst/>
              <a:ahLst/>
              <a:cxnLst/>
              <a:rect l="l" t="t" r="r" b="b"/>
              <a:pathLst>
                <a:path w="11" h="5" extrusionOk="0">
                  <a:moveTo>
                    <a:pt x="11" y="4"/>
                  </a:moveTo>
                  <a:lnTo>
                    <a:pt x="0" y="1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86" name="Google Shape;5544;p80">
              <a:extLst>
                <a:ext uri="{FF2B5EF4-FFF2-40B4-BE49-F238E27FC236}">
                  <a16:creationId xmlns:a16="http://schemas.microsoft.com/office/drawing/2014/main" id="{F35EB0EF-EF43-47B6-CDCA-AC89B1FA9B1C}"/>
                </a:ext>
              </a:extLst>
            </p:cNvPr>
            <p:cNvSpPr/>
            <p:nvPr/>
          </p:nvSpPr>
          <p:spPr>
            <a:xfrm>
              <a:off x="2257532" y="1677801"/>
              <a:ext cx="54" cy="14"/>
            </a:xfrm>
            <a:custGeom>
              <a:avLst/>
              <a:gdLst/>
              <a:ahLst/>
              <a:cxnLst/>
              <a:rect l="l" t="t" r="r" b="b"/>
              <a:pathLst>
                <a:path w="4" h="1" extrusionOk="0">
                  <a:moveTo>
                    <a:pt x="4" y="0"/>
                  </a:moveTo>
                  <a:lnTo>
                    <a:pt x="1" y="0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87" name="Google Shape;5545;p80">
              <a:extLst>
                <a:ext uri="{FF2B5EF4-FFF2-40B4-BE49-F238E27FC236}">
                  <a16:creationId xmlns:a16="http://schemas.microsoft.com/office/drawing/2014/main" id="{702DEC6B-6F12-DBFD-04B9-2554ABDCEE21}"/>
                </a:ext>
              </a:extLst>
            </p:cNvPr>
            <p:cNvSpPr/>
            <p:nvPr/>
          </p:nvSpPr>
          <p:spPr>
            <a:xfrm>
              <a:off x="2262814" y="1676280"/>
              <a:ext cx="149" cy="54"/>
            </a:xfrm>
            <a:custGeom>
              <a:avLst/>
              <a:gdLst/>
              <a:ahLst/>
              <a:cxnLst/>
              <a:rect l="l" t="t" r="r" b="b"/>
              <a:pathLst>
                <a:path w="11" h="4" extrusionOk="0">
                  <a:moveTo>
                    <a:pt x="11" y="4"/>
                  </a:moveTo>
                  <a:lnTo>
                    <a:pt x="0" y="0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88" name="Google Shape;5546;p80">
              <a:extLst>
                <a:ext uri="{FF2B5EF4-FFF2-40B4-BE49-F238E27FC236}">
                  <a16:creationId xmlns:a16="http://schemas.microsoft.com/office/drawing/2014/main" id="{0190B3AD-1C6B-6231-DFB5-74C9AB934FB1}"/>
                </a:ext>
              </a:extLst>
            </p:cNvPr>
            <p:cNvSpPr/>
            <p:nvPr/>
          </p:nvSpPr>
          <p:spPr>
            <a:xfrm>
              <a:off x="2262949" y="1676321"/>
              <a:ext cx="204" cy="109"/>
            </a:xfrm>
            <a:custGeom>
              <a:avLst/>
              <a:gdLst/>
              <a:ahLst/>
              <a:cxnLst/>
              <a:rect l="l" t="t" r="r" b="b"/>
              <a:pathLst>
                <a:path w="15" h="8" extrusionOk="0">
                  <a:moveTo>
                    <a:pt x="15" y="8"/>
                  </a:moveTo>
                  <a:lnTo>
                    <a:pt x="1" y="1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89" name="Google Shape;5547;p80">
              <a:extLst>
                <a:ext uri="{FF2B5EF4-FFF2-40B4-BE49-F238E27FC236}">
                  <a16:creationId xmlns:a16="http://schemas.microsoft.com/office/drawing/2014/main" id="{08B4DDB6-5A75-B590-69B3-97F49FECB89F}"/>
                </a:ext>
              </a:extLst>
            </p:cNvPr>
            <p:cNvSpPr/>
            <p:nvPr/>
          </p:nvSpPr>
          <p:spPr>
            <a:xfrm>
              <a:off x="2262474" y="1676185"/>
              <a:ext cx="14" cy="14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1" y="0"/>
                  </a:move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90" name="Google Shape;5548;p80">
              <a:extLst>
                <a:ext uri="{FF2B5EF4-FFF2-40B4-BE49-F238E27FC236}">
                  <a16:creationId xmlns:a16="http://schemas.microsoft.com/office/drawing/2014/main" id="{4E6F186C-3D97-F0DC-70F3-3571EC2A1C83}"/>
                </a:ext>
              </a:extLst>
            </p:cNvPr>
            <p:cNvSpPr/>
            <p:nvPr/>
          </p:nvSpPr>
          <p:spPr>
            <a:xfrm>
              <a:off x="2256486" y="1677462"/>
              <a:ext cx="109" cy="68"/>
            </a:xfrm>
            <a:custGeom>
              <a:avLst/>
              <a:gdLst/>
              <a:ahLst/>
              <a:cxnLst/>
              <a:rect l="l" t="t" r="r" b="b"/>
              <a:pathLst>
                <a:path w="8" h="5" extrusionOk="0">
                  <a:moveTo>
                    <a:pt x="7" y="4"/>
                  </a:moveTo>
                  <a:lnTo>
                    <a:pt x="0" y="1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91" name="Google Shape;5549;p80">
              <a:extLst>
                <a:ext uri="{FF2B5EF4-FFF2-40B4-BE49-F238E27FC236}">
                  <a16:creationId xmlns:a16="http://schemas.microsoft.com/office/drawing/2014/main" id="{16B3E8EB-3B42-0C40-BB81-B6A8FB6366A2}"/>
                </a:ext>
              </a:extLst>
            </p:cNvPr>
            <p:cNvSpPr/>
            <p:nvPr/>
          </p:nvSpPr>
          <p:spPr>
            <a:xfrm>
              <a:off x="2263194" y="1676470"/>
              <a:ext cx="244" cy="109"/>
            </a:xfrm>
            <a:custGeom>
              <a:avLst/>
              <a:gdLst/>
              <a:ahLst/>
              <a:cxnLst/>
              <a:rect l="l" t="t" r="r" b="b"/>
              <a:pathLst>
                <a:path w="18" h="8" extrusionOk="0">
                  <a:moveTo>
                    <a:pt x="18" y="7"/>
                  </a:moveTo>
                  <a:lnTo>
                    <a:pt x="0" y="0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92" name="Google Shape;5550;p80">
              <a:extLst>
                <a:ext uri="{FF2B5EF4-FFF2-40B4-BE49-F238E27FC236}">
                  <a16:creationId xmlns:a16="http://schemas.microsoft.com/office/drawing/2014/main" id="{2E13FCE5-AA6B-CA1C-AB98-776A81A3A7A3}"/>
                </a:ext>
              </a:extLst>
            </p:cNvPr>
            <p:cNvSpPr/>
            <p:nvPr/>
          </p:nvSpPr>
          <p:spPr>
            <a:xfrm>
              <a:off x="2262148" y="1655317"/>
              <a:ext cx="720" cy="1724"/>
            </a:xfrm>
            <a:custGeom>
              <a:avLst/>
              <a:gdLst/>
              <a:ahLst/>
              <a:cxnLst/>
              <a:rect l="l" t="t" r="r" b="b"/>
              <a:pathLst>
                <a:path w="53" h="127" extrusionOk="0">
                  <a:moveTo>
                    <a:pt x="0" y="0"/>
                  </a:moveTo>
                  <a:lnTo>
                    <a:pt x="0" y="0"/>
                  </a:lnTo>
                  <a:cubicBezTo>
                    <a:pt x="14" y="42"/>
                    <a:pt x="32" y="84"/>
                    <a:pt x="53" y="126"/>
                  </a:cubicBezTo>
                  <a:cubicBezTo>
                    <a:pt x="32" y="84"/>
                    <a:pt x="14" y="42"/>
                    <a:pt x="0" y="0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93" name="Google Shape;5551;p80">
              <a:extLst>
                <a:ext uri="{FF2B5EF4-FFF2-40B4-BE49-F238E27FC236}">
                  <a16:creationId xmlns:a16="http://schemas.microsoft.com/office/drawing/2014/main" id="{649133B6-5F95-7D12-B9BE-AAE3C8E0619F}"/>
                </a:ext>
              </a:extLst>
            </p:cNvPr>
            <p:cNvSpPr/>
            <p:nvPr/>
          </p:nvSpPr>
          <p:spPr>
            <a:xfrm>
              <a:off x="2245842" y="1647469"/>
              <a:ext cx="3951" cy="964"/>
            </a:xfrm>
            <a:custGeom>
              <a:avLst/>
              <a:gdLst/>
              <a:ahLst/>
              <a:cxnLst/>
              <a:rect l="l" t="t" r="r" b="b"/>
              <a:pathLst>
                <a:path w="291" h="71" extrusionOk="0">
                  <a:moveTo>
                    <a:pt x="291" y="1"/>
                  </a:moveTo>
                  <a:lnTo>
                    <a:pt x="291" y="1"/>
                  </a:lnTo>
                  <a:cubicBezTo>
                    <a:pt x="276" y="3"/>
                    <a:pt x="252" y="7"/>
                    <a:pt x="223" y="13"/>
                  </a:cubicBezTo>
                  <a:lnTo>
                    <a:pt x="223" y="13"/>
                  </a:lnTo>
                  <a:cubicBezTo>
                    <a:pt x="246" y="9"/>
                    <a:pt x="268" y="5"/>
                    <a:pt x="291" y="1"/>
                  </a:cubicBezTo>
                  <a:close/>
                  <a:moveTo>
                    <a:pt x="223" y="13"/>
                  </a:moveTo>
                  <a:cubicBezTo>
                    <a:pt x="148" y="28"/>
                    <a:pt x="73" y="46"/>
                    <a:pt x="0" y="71"/>
                  </a:cubicBezTo>
                  <a:cubicBezTo>
                    <a:pt x="84" y="45"/>
                    <a:pt x="165" y="26"/>
                    <a:pt x="223" y="13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94" name="Google Shape;5552;p80">
              <a:extLst>
                <a:ext uri="{FF2B5EF4-FFF2-40B4-BE49-F238E27FC236}">
                  <a16:creationId xmlns:a16="http://schemas.microsoft.com/office/drawing/2014/main" id="{47DAEF07-7F0B-FA6A-0A19-44FE2709DF09}"/>
                </a:ext>
              </a:extLst>
            </p:cNvPr>
            <p:cNvSpPr/>
            <p:nvPr/>
          </p:nvSpPr>
          <p:spPr>
            <a:xfrm>
              <a:off x="2264619" y="1659974"/>
              <a:ext cx="869" cy="1195"/>
            </a:xfrm>
            <a:custGeom>
              <a:avLst/>
              <a:gdLst/>
              <a:ahLst/>
              <a:cxnLst/>
              <a:rect l="l" t="t" r="r" b="b"/>
              <a:pathLst>
                <a:path w="64" h="88" extrusionOk="0">
                  <a:moveTo>
                    <a:pt x="0" y="0"/>
                  </a:moveTo>
                  <a:lnTo>
                    <a:pt x="0" y="0"/>
                  </a:lnTo>
                  <a:cubicBezTo>
                    <a:pt x="21" y="35"/>
                    <a:pt x="42" y="63"/>
                    <a:pt x="63" y="88"/>
                  </a:cubicBezTo>
                  <a:cubicBezTo>
                    <a:pt x="42" y="63"/>
                    <a:pt x="21" y="32"/>
                    <a:pt x="0" y="0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95" name="Google Shape;5553;p80">
              <a:extLst>
                <a:ext uri="{FF2B5EF4-FFF2-40B4-BE49-F238E27FC236}">
                  <a16:creationId xmlns:a16="http://schemas.microsoft.com/office/drawing/2014/main" id="{CB353C3E-807C-0162-8174-F80192C5C981}"/>
                </a:ext>
              </a:extLst>
            </p:cNvPr>
            <p:cNvSpPr/>
            <p:nvPr/>
          </p:nvSpPr>
          <p:spPr>
            <a:xfrm>
              <a:off x="2243371" y="1648990"/>
              <a:ext cx="489" cy="204"/>
            </a:xfrm>
            <a:custGeom>
              <a:avLst/>
              <a:gdLst/>
              <a:ahLst/>
              <a:cxnLst/>
              <a:rect l="l" t="t" r="r" b="b"/>
              <a:pathLst>
                <a:path w="36" h="15" extrusionOk="0">
                  <a:moveTo>
                    <a:pt x="0" y="15"/>
                  </a:moveTo>
                  <a:lnTo>
                    <a:pt x="0" y="15"/>
                  </a:lnTo>
                  <a:lnTo>
                    <a:pt x="35" y="1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96" name="Google Shape;5554;p80">
              <a:extLst>
                <a:ext uri="{FF2B5EF4-FFF2-40B4-BE49-F238E27FC236}">
                  <a16:creationId xmlns:a16="http://schemas.microsoft.com/office/drawing/2014/main" id="{7997FF46-6837-B955-A7C2-76736B34DAA9}"/>
                </a:ext>
              </a:extLst>
            </p:cNvPr>
            <p:cNvSpPr/>
            <p:nvPr/>
          </p:nvSpPr>
          <p:spPr>
            <a:xfrm>
              <a:off x="2256242" y="1670238"/>
              <a:ext cx="4399" cy="7142"/>
            </a:xfrm>
            <a:custGeom>
              <a:avLst/>
              <a:gdLst/>
              <a:ahLst/>
              <a:cxnLst/>
              <a:rect l="l" t="t" r="r" b="b"/>
              <a:pathLst>
                <a:path w="324" h="526" extrusionOk="0">
                  <a:moveTo>
                    <a:pt x="323" y="1"/>
                  </a:moveTo>
                  <a:lnTo>
                    <a:pt x="323" y="1"/>
                  </a:lnTo>
                  <a:cubicBezTo>
                    <a:pt x="323" y="75"/>
                    <a:pt x="251" y="195"/>
                    <a:pt x="68" y="439"/>
                  </a:cubicBezTo>
                  <a:lnTo>
                    <a:pt x="68" y="439"/>
                  </a:lnTo>
                  <a:cubicBezTo>
                    <a:pt x="254" y="194"/>
                    <a:pt x="323" y="75"/>
                    <a:pt x="323" y="1"/>
                  </a:cubicBezTo>
                  <a:close/>
                  <a:moveTo>
                    <a:pt x="68" y="439"/>
                  </a:moveTo>
                  <a:lnTo>
                    <a:pt x="68" y="439"/>
                  </a:lnTo>
                  <a:cubicBezTo>
                    <a:pt x="53" y="460"/>
                    <a:pt x="36" y="482"/>
                    <a:pt x="18" y="505"/>
                  </a:cubicBezTo>
                  <a:lnTo>
                    <a:pt x="11" y="513"/>
                  </a:lnTo>
                  <a:lnTo>
                    <a:pt x="22" y="501"/>
                  </a:lnTo>
                  <a:cubicBezTo>
                    <a:pt x="38" y="480"/>
                    <a:pt x="54" y="459"/>
                    <a:pt x="68" y="439"/>
                  </a:cubicBezTo>
                  <a:close/>
                  <a:moveTo>
                    <a:pt x="11" y="513"/>
                  </a:moveTo>
                  <a:lnTo>
                    <a:pt x="1" y="526"/>
                  </a:lnTo>
                  <a:lnTo>
                    <a:pt x="4" y="522"/>
                  </a:lnTo>
                  <a:lnTo>
                    <a:pt x="11" y="513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97" name="Google Shape;5555;p80">
              <a:extLst>
                <a:ext uri="{FF2B5EF4-FFF2-40B4-BE49-F238E27FC236}">
                  <a16:creationId xmlns:a16="http://schemas.microsoft.com/office/drawing/2014/main" id="{457B12F1-2B87-5894-D0FE-F305A38C957B}"/>
                </a:ext>
              </a:extLst>
            </p:cNvPr>
            <p:cNvSpPr/>
            <p:nvPr/>
          </p:nvSpPr>
          <p:spPr>
            <a:xfrm>
              <a:off x="2256242" y="1677326"/>
              <a:ext cx="68" cy="54"/>
            </a:xfrm>
            <a:custGeom>
              <a:avLst/>
              <a:gdLst/>
              <a:ahLst/>
              <a:cxnLst/>
              <a:rect l="l" t="t" r="r" b="b"/>
              <a:pathLst>
                <a:path w="5" h="4" extrusionOk="0">
                  <a:moveTo>
                    <a:pt x="1" y="4"/>
                  </a:moveTo>
                  <a:lnTo>
                    <a:pt x="1" y="4"/>
                  </a:lnTo>
                  <a:lnTo>
                    <a:pt x="4" y="0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98" name="Google Shape;5556;p80">
              <a:extLst>
                <a:ext uri="{FF2B5EF4-FFF2-40B4-BE49-F238E27FC236}">
                  <a16:creationId xmlns:a16="http://schemas.microsoft.com/office/drawing/2014/main" id="{CD6792B3-7A0E-F929-FD8B-52C4567A5B91}"/>
                </a:ext>
              </a:extLst>
            </p:cNvPr>
            <p:cNvSpPr/>
            <p:nvPr/>
          </p:nvSpPr>
          <p:spPr>
            <a:xfrm>
              <a:off x="2218985" y="1572222"/>
              <a:ext cx="67847" cy="47032"/>
            </a:xfrm>
            <a:custGeom>
              <a:avLst/>
              <a:gdLst/>
              <a:ahLst/>
              <a:cxnLst/>
              <a:rect l="l" t="t" r="r" b="b"/>
              <a:pathLst>
                <a:path w="4997" h="3464" extrusionOk="0">
                  <a:moveTo>
                    <a:pt x="2643" y="1"/>
                  </a:moveTo>
                  <a:cubicBezTo>
                    <a:pt x="2633" y="4"/>
                    <a:pt x="2622" y="8"/>
                    <a:pt x="2612" y="11"/>
                  </a:cubicBezTo>
                  <a:lnTo>
                    <a:pt x="2601" y="15"/>
                  </a:lnTo>
                  <a:lnTo>
                    <a:pt x="2580" y="25"/>
                  </a:lnTo>
                  <a:lnTo>
                    <a:pt x="2573" y="29"/>
                  </a:lnTo>
                  <a:cubicBezTo>
                    <a:pt x="2563" y="32"/>
                    <a:pt x="2556" y="36"/>
                    <a:pt x="2549" y="43"/>
                  </a:cubicBezTo>
                  <a:cubicBezTo>
                    <a:pt x="2528" y="64"/>
                    <a:pt x="2507" y="88"/>
                    <a:pt x="2493" y="116"/>
                  </a:cubicBezTo>
                  <a:cubicBezTo>
                    <a:pt x="2454" y="172"/>
                    <a:pt x="2405" y="253"/>
                    <a:pt x="2297" y="253"/>
                  </a:cubicBezTo>
                  <a:cubicBezTo>
                    <a:pt x="2269" y="253"/>
                    <a:pt x="2237" y="249"/>
                    <a:pt x="2206" y="246"/>
                  </a:cubicBezTo>
                  <a:cubicBezTo>
                    <a:pt x="2175" y="242"/>
                    <a:pt x="2145" y="239"/>
                    <a:pt x="2117" y="239"/>
                  </a:cubicBezTo>
                  <a:cubicBezTo>
                    <a:pt x="2065" y="239"/>
                    <a:pt x="2016" y="250"/>
                    <a:pt x="1964" y="288"/>
                  </a:cubicBezTo>
                  <a:cubicBezTo>
                    <a:pt x="1929" y="316"/>
                    <a:pt x="1901" y="351"/>
                    <a:pt x="1877" y="389"/>
                  </a:cubicBezTo>
                  <a:cubicBezTo>
                    <a:pt x="1852" y="424"/>
                    <a:pt x="1842" y="470"/>
                    <a:pt x="1849" y="515"/>
                  </a:cubicBezTo>
                  <a:lnTo>
                    <a:pt x="1849" y="519"/>
                  </a:lnTo>
                  <a:cubicBezTo>
                    <a:pt x="1859" y="585"/>
                    <a:pt x="1870" y="670"/>
                    <a:pt x="1838" y="729"/>
                  </a:cubicBezTo>
                  <a:cubicBezTo>
                    <a:pt x="1835" y="740"/>
                    <a:pt x="1831" y="747"/>
                    <a:pt x="1824" y="757"/>
                  </a:cubicBezTo>
                  <a:cubicBezTo>
                    <a:pt x="1796" y="785"/>
                    <a:pt x="1758" y="803"/>
                    <a:pt x="1719" y="803"/>
                  </a:cubicBezTo>
                  <a:cubicBezTo>
                    <a:pt x="1705" y="803"/>
                    <a:pt x="1705" y="803"/>
                    <a:pt x="1681" y="838"/>
                  </a:cubicBezTo>
                  <a:cubicBezTo>
                    <a:pt x="1656" y="887"/>
                    <a:pt x="1614" y="925"/>
                    <a:pt x="1562" y="946"/>
                  </a:cubicBezTo>
                  <a:cubicBezTo>
                    <a:pt x="1478" y="974"/>
                    <a:pt x="1341" y="1104"/>
                    <a:pt x="1331" y="1153"/>
                  </a:cubicBezTo>
                  <a:cubicBezTo>
                    <a:pt x="1327" y="1170"/>
                    <a:pt x="1324" y="1195"/>
                    <a:pt x="1320" y="1219"/>
                  </a:cubicBezTo>
                  <a:cubicBezTo>
                    <a:pt x="1306" y="1331"/>
                    <a:pt x="1292" y="1464"/>
                    <a:pt x="1184" y="1464"/>
                  </a:cubicBezTo>
                  <a:cubicBezTo>
                    <a:pt x="1107" y="1464"/>
                    <a:pt x="921" y="1503"/>
                    <a:pt x="879" y="1552"/>
                  </a:cubicBezTo>
                  <a:lnTo>
                    <a:pt x="862" y="1573"/>
                  </a:lnTo>
                  <a:lnTo>
                    <a:pt x="851" y="1587"/>
                  </a:lnTo>
                  <a:lnTo>
                    <a:pt x="841" y="1597"/>
                  </a:lnTo>
                  <a:cubicBezTo>
                    <a:pt x="813" y="1625"/>
                    <a:pt x="781" y="1653"/>
                    <a:pt x="750" y="1674"/>
                  </a:cubicBezTo>
                  <a:lnTo>
                    <a:pt x="732" y="1681"/>
                  </a:lnTo>
                  <a:lnTo>
                    <a:pt x="729" y="1681"/>
                  </a:lnTo>
                  <a:lnTo>
                    <a:pt x="711" y="1692"/>
                  </a:lnTo>
                  <a:lnTo>
                    <a:pt x="704" y="1692"/>
                  </a:lnTo>
                  <a:lnTo>
                    <a:pt x="686" y="1695"/>
                  </a:lnTo>
                  <a:lnTo>
                    <a:pt x="683" y="1695"/>
                  </a:lnTo>
                  <a:cubicBezTo>
                    <a:pt x="662" y="1702"/>
                    <a:pt x="641" y="1706"/>
                    <a:pt x="623" y="1706"/>
                  </a:cubicBezTo>
                  <a:lnTo>
                    <a:pt x="564" y="1706"/>
                  </a:lnTo>
                  <a:cubicBezTo>
                    <a:pt x="550" y="1706"/>
                    <a:pt x="539" y="1702"/>
                    <a:pt x="529" y="1699"/>
                  </a:cubicBezTo>
                  <a:lnTo>
                    <a:pt x="375" y="1699"/>
                  </a:lnTo>
                  <a:lnTo>
                    <a:pt x="273" y="1695"/>
                  </a:lnTo>
                  <a:lnTo>
                    <a:pt x="200" y="1695"/>
                  </a:lnTo>
                  <a:lnTo>
                    <a:pt x="200" y="1699"/>
                  </a:lnTo>
                  <a:cubicBezTo>
                    <a:pt x="175" y="1779"/>
                    <a:pt x="186" y="1863"/>
                    <a:pt x="221" y="1937"/>
                  </a:cubicBezTo>
                  <a:cubicBezTo>
                    <a:pt x="228" y="1947"/>
                    <a:pt x="235" y="1958"/>
                    <a:pt x="245" y="1968"/>
                  </a:cubicBezTo>
                  <a:cubicBezTo>
                    <a:pt x="252" y="1979"/>
                    <a:pt x="259" y="1986"/>
                    <a:pt x="266" y="1993"/>
                  </a:cubicBezTo>
                  <a:cubicBezTo>
                    <a:pt x="354" y="2070"/>
                    <a:pt x="396" y="2276"/>
                    <a:pt x="375" y="2413"/>
                  </a:cubicBezTo>
                  <a:cubicBezTo>
                    <a:pt x="361" y="2518"/>
                    <a:pt x="312" y="2560"/>
                    <a:pt x="277" y="2574"/>
                  </a:cubicBezTo>
                  <a:cubicBezTo>
                    <a:pt x="158" y="2626"/>
                    <a:pt x="14" y="2749"/>
                    <a:pt x="0" y="2795"/>
                  </a:cubicBezTo>
                  <a:cubicBezTo>
                    <a:pt x="18" y="2816"/>
                    <a:pt x="35" y="2837"/>
                    <a:pt x="60" y="2854"/>
                  </a:cubicBezTo>
                  <a:cubicBezTo>
                    <a:pt x="123" y="2907"/>
                    <a:pt x="210" y="2984"/>
                    <a:pt x="179" y="3092"/>
                  </a:cubicBezTo>
                  <a:cubicBezTo>
                    <a:pt x="161" y="3166"/>
                    <a:pt x="158" y="3239"/>
                    <a:pt x="165" y="3313"/>
                  </a:cubicBezTo>
                  <a:lnTo>
                    <a:pt x="252" y="3313"/>
                  </a:lnTo>
                  <a:lnTo>
                    <a:pt x="270" y="3309"/>
                  </a:lnTo>
                  <a:lnTo>
                    <a:pt x="277" y="3306"/>
                  </a:lnTo>
                  <a:lnTo>
                    <a:pt x="291" y="3302"/>
                  </a:lnTo>
                  <a:lnTo>
                    <a:pt x="301" y="3299"/>
                  </a:lnTo>
                  <a:lnTo>
                    <a:pt x="312" y="3295"/>
                  </a:lnTo>
                  <a:lnTo>
                    <a:pt x="326" y="3288"/>
                  </a:lnTo>
                  <a:lnTo>
                    <a:pt x="333" y="3281"/>
                  </a:lnTo>
                  <a:cubicBezTo>
                    <a:pt x="340" y="3278"/>
                    <a:pt x="347" y="3271"/>
                    <a:pt x="354" y="3264"/>
                  </a:cubicBezTo>
                  <a:cubicBezTo>
                    <a:pt x="371" y="3246"/>
                    <a:pt x="385" y="3229"/>
                    <a:pt x="403" y="3211"/>
                  </a:cubicBezTo>
                  <a:cubicBezTo>
                    <a:pt x="473" y="3127"/>
                    <a:pt x="557" y="3036"/>
                    <a:pt x="757" y="3036"/>
                  </a:cubicBezTo>
                  <a:cubicBezTo>
                    <a:pt x="1369" y="3036"/>
                    <a:pt x="1660" y="3075"/>
                    <a:pt x="1744" y="3169"/>
                  </a:cubicBezTo>
                  <a:cubicBezTo>
                    <a:pt x="1769" y="3199"/>
                    <a:pt x="1824" y="3206"/>
                    <a:pt x="1886" y="3206"/>
                  </a:cubicBezTo>
                  <a:cubicBezTo>
                    <a:pt x="1910" y="3206"/>
                    <a:pt x="1936" y="3205"/>
                    <a:pt x="1961" y="3204"/>
                  </a:cubicBezTo>
                  <a:cubicBezTo>
                    <a:pt x="1978" y="3203"/>
                    <a:pt x="1996" y="3202"/>
                    <a:pt x="2014" y="3202"/>
                  </a:cubicBezTo>
                  <a:cubicBezTo>
                    <a:pt x="2084" y="3202"/>
                    <a:pt x="2155" y="3213"/>
                    <a:pt x="2220" y="3236"/>
                  </a:cubicBezTo>
                  <a:cubicBezTo>
                    <a:pt x="2357" y="3294"/>
                    <a:pt x="2457" y="3317"/>
                    <a:pt x="2499" y="3317"/>
                  </a:cubicBezTo>
                  <a:cubicBezTo>
                    <a:pt x="2502" y="3317"/>
                    <a:pt x="2504" y="3316"/>
                    <a:pt x="2507" y="3316"/>
                  </a:cubicBezTo>
                  <a:cubicBezTo>
                    <a:pt x="2514" y="3295"/>
                    <a:pt x="2528" y="3278"/>
                    <a:pt x="2549" y="3267"/>
                  </a:cubicBezTo>
                  <a:cubicBezTo>
                    <a:pt x="2562" y="3259"/>
                    <a:pt x="2576" y="3256"/>
                    <a:pt x="2591" y="3256"/>
                  </a:cubicBezTo>
                  <a:cubicBezTo>
                    <a:pt x="2623" y="3256"/>
                    <a:pt x="2659" y="3271"/>
                    <a:pt x="2699" y="3288"/>
                  </a:cubicBezTo>
                  <a:cubicBezTo>
                    <a:pt x="2727" y="3302"/>
                    <a:pt x="2755" y="3313"/>
                    <a:pt x="2787" y="3320"/>
                  </a:cubicBezTo>
                  <a:lnTo>
                    <a:pt x="2797" y="3323"/>
                  </a:lnTo>
                  <a:lnTo>
                    <a:pt x="2801" y="3323"/>
                  </a:lnTo>
                  <a:cubicBezTo>
                    <a:pt x="2815" y="3327"/>
                    <a:pt x="2833" y="3330"/>
                    <a:pt x="2847" y="3330"/>
                  </a:cubicBezTo>
                  <a:lnTo>
                    <a:pt x="2868" y="3330"/>
                  </a:lnTo>
                  <a:cubicBezTo>
                    <a:pt x="2875" y="3327"/>
                    <a:pt x="2882" y="3323"/>
                    <a:pt x="2889" y="3320"/>
                  </a:cubicBezTo>
                  <a:cubicBezTo>
                    <a:pt x="2921" y="3302"/>
                    <a:pt x="2953" y="3295"/>
                    <a:pt x="2983" y="3295"/>
                  </a:cubicBezTo>
                  <a:cubicBezTo>
                    <a:pt x="3065" y="3295"/>
                    <a:pt x="3135" y="3349"/>
                    <a:pt x="3186" y="3390"/>
                  </a:cubicBezTo>
                  <a:cubicBezTo>
                    <a:pt x="3207" y="3404"/>
                    <a:pt x="3228" y="3421"/>
                    <a:pt x="3249" y="3432"/>
                  </a:cubicBezTo>
                  <a:cubicBezTo>
                    <a:pt x="3256" y="3428"/>
                    <a:pt x="3263" y="3425"/>
                    <a:pt x="3274" y="3425"/>
                  </a:cubicBezTo>
                  <a:lnTo>
                    <a:pt x="3281" y="3421"/>
                  </a:lnTo>
                  <a:lnTo>
                    <a:pt x="3298" y="3414"/>
                  </a:lnTo>
                  <a:lnTo>
                    <a:pt x="3309" y="3411"/>
                  </a:lnTo>
                  <a:lnTo>
                    <a:pt x="3326" y="3407"/>
                  </a:lnTo>
                  <a:lnTo>
                    <a:pt x="3340" y="3407"/>
                  </a:lnTo>
                  <a:lnTo>
                    <a:pt x="3358" y="3404"/>
                  </a:lnTo>
                  <a:lnTo>
                    <a:pt x="3372" y="3404"/>
                  </a:lnTo>
                  <a:lnTo>
                    <a:pt x="3393" y="3400"/>
                  </a:lnTo>
                  <a:lnTo>
                    <a:pt x="3589" y="3400"/>
                  </a:lnTo>
                  <a:lnTo>
                    <a:pt x="3610" y="3404"/>
                  </a:lnTo>
                  <a:lnTo>
                    <a:pt x="3631" y="3404"/>
                  </a:lnTo>
                  <a:lnTo>
                    <a:pt x="3652" y="3407"/>
                  </a:lnTo>
                  <a:lnTo>
                    <a:pt x="3669" y="3411"/>
                  </a:lnTo>
                  <a:lnTo>
                    <a:pt x="3690" y="3418"/>
                  </a:lnTo>
                  <a:lnTo>
                    <a:pt x="3708" y="3421"/>
                  </a:lnTo>
                  <a:lnTo>
                    <a:pt x="3729" y="3428"/>
                  </a:lnTo>
                  <a:lnTo>
                    <a:pt x="3743" y="3432"/>
                  </a:lnTo>
                  <a:lnTo>
                    <a:pt x="3764" y="3442"/>
                  </a:lnTo>
                  <a:lnTo>
                    <a:pt x="3774" y="3446"/>
                  </a:lnTo>
                  <a:cubicBezTo>
                    <a:pt x="3785" y="3449"/>
                    <a:pt x="3792" y="3456"/>
                    <a:pt x="3802" y="3463"/>
                  </a:cubicBezTo>
                  <a:cubicBezTo>
                    <a:pt x="3806" y="3425"/>
                    <a:pt x="3809" y="3386"/>
                    <a:pt x="3809" y="3348"/>
                  </a:cubicBezTo>
                  <a:cubicBezTo>
                    <a:pt x="3809" y="3236"/>
                    <a:pt x="4030" y="3047"/>
                    <a:pt x="4159" y="2942"/>
                  </a:cubicBezTo>
                  <a:lnTo>
                    <a:pt x="4177" y="2928"/>
                  </a:lnTo>
                  <a:lnTo>
                    <a:pt x="4345" y="2928"/>
                  </a:lnTo>
                  <a:lnTo>
                    <a:pt x="4369" y="2924"/>
                  </a:lnTo>
                  <a:lnTo>
                    <a:pt x="4373" y="2924"/>
                  </a:lnTo>
                  <a:lnTo>
                    <a:pt x="4394" y="2917"/>
                  </a:lnTo>
                  <a:lnTo>
                    <a:pt x="4404" y="2917"/>
                  </a:lnTo>
                  <a:lnTo>
                    <a:pt x="4422" y="2914"/>
                  </a:lnTo>
                  <a:lnTo>
                    <a:pt x="4429" y="2914"/>
                  </a:lnTo>
                  <a:lnTo>
                    <a:pt x="4446" y="2910"/>
                  </a:lnTo>
                  <a:lnTo>
                    <a:pt x="4453" y="2907"/>
                  </a:lnTo>
                  <a:lnTo>
                    <a:pt x="4460" y="2907"/>
                  </a:lnTo>
                  <a:cubicBezTo>
                    <a:pt x="4439" y="2851"/>
                    <a:pt x="4422" y="2791"/>
                    <a:pt x="4408" y="2731"/>
                  </a:cubicBezTo>
                  <a:cubicBezTo>
                    <a:pt x="4404" y="2714"/>
                    <a:pt x="4401" y="2696"/>
                    <a:pt x="4397" y="2682"/>
                  </a:cubicBezTo>
                  <a:cubicBezTo>
                    <a:pt x="4380" y="2616"/>
                    <a:pt x="4362" y="2560"/>
                    <a:pt x="4345" y="2507"/>
                  </a:cubicBezTo>
                  <a:cubicBezTo>
                    <a:pt x="4303" y="2360"/>
                    <a:pt x="4264" y="2248"/>
                    <a:pt x="4338" y="2161"/>
                  </a:cubicBezTo>
                  <a:cubicBezTo>
                    <a:pt x="4367" y="2128"/>
                    <a:pt x="4401" y="2116"/>
                    <a:pt x="4437" y="2116"/>
                  </a:cubicBezTo>
                  <a:cubicBezTo>
                    <a:pt x="4492" y="2116"/>
                    <a:pt x="4551" y="2143"/>
                    <a:pt x="4604" y="2164"/>
                  </a:cubicBezTo>
                  <a:cubicBezTo>
                    <a:pt x="4642" y="2185"/>
                    <a:pt x="4681" y="2199"/>
                    <a:pt x="4723" y="2206"/>
                  </a:cubicBezTo>
                  <a:cubicBezTo>
                    <a:pt x="4726" y="2208"/>
                    <a:pt x="4731" y="2209"/>
                    <a:pt x="4735" y="2209"/>
                  </a:cubicBezTo>
                  <a:cubicBezTo>
                    <a:pt x="4740" y="2209"/>
                    <a:pt x="4744" y="2208"/>
                    <a:pt x="4747" y="2206"/>
                  </a:cubicBezTo>
                  <a:cubicBezTo>
                    <a:pt x="4789" y="2189"/>
                    <a:pt x="4828" y="2171"/>
                    <a:pt x="4866" y="2150"/>
                  </a:cubicBezTo>
                  <a:cubicBezTo>
                    <a:pt x="4996" y="2073"/>
                    <a:pt x="4989" y="2028"/>
                    <a:pt x="4989" y="2028"/>
                  </a:cubicBezTo>
                  <a:cubicBezTo>
                    <a:pt x="4972" y="1947"/>
                    <a:pt x="4817" y="1818"/>
                    <a:pt x="4737" y="1797"/>
                  </a:cubicBezTo>
                  <a:cubicBezTo>
                    <a:pt x="4667" y="1779"/>
                    <a:pt x="4621" y="1716"/>
                    <a:pt x="4576" y="1650"/>
                  </a:cubicBezTo>
                  <a:cubicBezTo>
                    <a:pt x="4527" y="1583"/>
                    <a:pt x="4481" y="1517"/>
                    <a:pt x="4411" y="1492"/>
                  </a:cubicBezTo>
                  <a:cubicBezTo>
                    <a:pt x="4331" y="1457"/>
                    <a:pt x="4271" y="1391"/>
                    <a:pt x="4243" y="1310"/>
                  </a:cubicBezTo>
                  <a:lnTo>
                    <a:pt x="4233" y="1279"/>
                  </a:lnTo>
                  <a:cubicBezTo>
                    <a:pt x="4219" y="1230"/>
                    <a:pt x="4187" y="1181"/>
                    <a:pt x="4145" y="1149"/>
                  </a:cubicBezTo>
                  <a:cubicBezTo>
                    <a:pt x="4019" y="1069"/>
                    <a:pt x="4033" y="936"/>
                    <a:pt x="4047" y="827"/>
                  </a:cubicBezTo>
                  <a:cubicBezTo>
                    <a:pt x="4054" y="789"/>
                    <a:pt x="4054" y="750"/>
                    <a:pt x="4054" y="712"/>
                  </a:cubicBezTo>
                  <a:cubicBezTo>
                    <a:pt x="4051" y="663"/>
                    <a:pt x="4051" y="617"/>
                    <a:pt x="4054" y="568"/>
                  </a:cubicBezTo>
                  <a:cubicBezTo>
                    <a:pt x="4054" y="508"/>
                    <a:pt x="4058" y="410"/>
                    <a:pt x="4040" y="386"/>
                  </a:cubicBezTo>
                  <a:lnTo>
                    <a:pt x="4016" y="375"/>
                  </a:lnTo>
                  <a:cubicBezTo>
                    <a:pt x="3806" y="265"/>
                    <a:pt x="3694" y="236"/>
                    <a:pt x="3634" y="236"/>
                  </a:cubicBezTo>
                  <a:cubicBezTo>
                    <a:pt x="3615" y="236"/>
                    <a:pt x="3602" y="238"/>
                    <a:pt x="3592" y="242"/>
                  </a:cubicBezTo>
                  <a:lnTo>
                    <a:pt x="3578" y="249"/>
                  </a:lnTo>
                  <a:cubicBezTo>
                    <a:pt x="3509" y="279"/>
                    <a:pt x="3437" y="312"/>
                    <a:pt x="3370" y="312"/>
                  </a:cubicBezTo>
                  <a:cubicBezTo>
                    <a:pt x="3336" y="312"/>
                    <a:pt x="3303" y="304"/>
                    <a:pt x="3274" y="281"/>
                  </a:cubicBezTo>
                  <a:cubicBezTo>
                    <a:pt x="3270" y="277"/>
                    <a:pt x="3263" y="274"/>
                    <a:pt x="3260" y="270"/>
                  </a:cubicBezTo>
                  <a:lnTo>
                    <a:pt x="3253" y="263"/>
                  </a:lnTo>
                  <a:cubicBezTo>
                    <a:pt x="3239" y="249"/>
                    <a:pt x="3228" y="232"/>
                    <a:pt x="3218" y="214"/>
                  </a:cubicBezTo>
                  <a:cubicBezTo>
                    <a:pt x="3176" y="141"/>
                    <a:pt x="3134" y="106"/>
                    <a:pt x="3078" y="106"/>
                  </a:cubicBezTo>
                  <a:cubicBezTo>
                    <a:pt x="3064" y="106"/>
                    <a:pt x="3050" y="106"/>
                    <a:pt x="3036" y="109"/>
                  </a:cubicBezTo>
                  <a:cubicBezTo>
                    <a:pt x="3029" y="109"/>
                    <a:pt x="3022" y="109"/>
                    <a:pt x="3015" y="113"/>
                  </a:cubicBezTo>
                  <a:cubicBezTo>
                    <a:pt x="2983" y="120"/>
                    <a:pt x="2952" y="127"/>
                    <a:pt x="2920" y="127"/>
                  </a:cubicBezTo>
                  <a:cubicBezTo>
                    <a:pt x="2857" y="127"/>
                    <a:pt x="2790" y="106"/>
                    <a:pt x="2734" y="71"/>
                  </a:cubicBezTo>
                  <a:cubicBezTo>
                    <a:pt x="2710" y="53"/>
                    <a:pt x="2685" y="36"/>
                    <a:pt x="2661" y="15"/>
                  </a:cubicBezTo>
                  <a:cubicBezTo>
                    <a:pt x="2657" y="11"/>
                    <a:pt x="2650" y="4"/>
                    <a:pt x="2647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99" name="Google Shape;5557;p80">
              <a:extLst>
                <a:ext uri="{FF2B5EF4-FFF2-40B4-BE49-F238E27FC236}">
                  <a16:creationId xmlns:a16="http://schemas.microsoft.com/office/drawing/2014/main" id="{7CA1A1D2-FAB0-048D-81B7-8117F2D63A74}"/>
                </a:ext>
              </a:extLst>
            </p:cNvPr>
            <p:cNvSpPr/>
            <p:nvPr/>
          </p:nvSpPr>
          <p:spPr>
            <a:xfrm>
              <a:off x="2221972" y="1598508"/>
              <a:ext cx="353" cy="448"/>
            </a:xfrm>
            <a:custGeom>
              <a:avLst/>
              <a:gdLst/>
              <a:ahLst/>
              <a:cxnLst/>
              <a:rect l="l" t="t" r="r" b="b"/>
              <a:pathLst>
                <a:path w="26" h="33" extrusionOk="0">
                  <a:moveTo>
                    <a:pt x="25" y="32"/>
                  </a:moveTo>
                  <a:cubicBezTo>
                    <a:pt x="15" y="22"/>
                    <a:pt x="8" y="11"/>
                    <a:pt x="1" y="1"/>
                  </a:cubicBezTo>
                  <a:cubicBezTo>
                    <a:pt x="8" y="11"/>
                    <a:pt x="15" y="22"/>
                    <a:pt x="25" y="32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00" name="Google Shape;5558;p80">
              <a:extLst>
                <a:ext uri="{FF2B5EF4-FFF2-40B4-BE49-F238E27FC236}">
                  <a16:creationId xmlns:a16="http://schemas.microsoft.com/office/drawing/2014/main" id="{0D7E0C60-D2DF-9D3C-3B12-962D535A8C74}"/>
                </a:ext>
              </a:extLst>
            </p:cNvPr>
            <p:cNvSpPr/>
            <p:nvPr/>
          </p:nvSpPr>
          <p:spPr>
            <a:xfrm>
              <a:off x="2221212" y="1594666"/>
              <a:ext cx="828" cy="3856"/>
            </a:xfrm>
            <a:custGeom>
              <a:avLst/>
              <a:gdLst/>
              <a:ahLst/>
              <a:cxnLst/>
              <a:rect l="l" t="t" r="r" b="b"/>
              <a:pathLst>
                <a:path w="61" h="284" extrusionOk="0">
                  <a:moveTo>
                    <a:pt x="39" y="0"/>
                  </a:moveTo>
                  <a:lnTo>
                    <a:pt x="39" y="0"/>
                  </a:lnTo>
                  <a:cubicBezTo>
                    <a:pt x="1" y="91"/>
                    <a:pt x="8" y="200"/>
                    <a:pt x="60" y="284"/>
                  </a:cubicBezTo>
                  <a:cubicBezTo>
                    <a:pt x="8" y="200"/>
                    <a:pt x="1" y="91"/>
                    <a:pt x="39" y="0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01" name="Google Shape;5559;p80">
              <a:extLst>
                <a:ext uri="{FF2B5EF4-FFF2-40B4-BE49-F238E27FC236}">
                  <a16:creationId xmlns:a16="http://schemas.microsoft.com/office/drawing/2014/main" id="{86BA5151-B2BB-E336-9147-348404B22D9D}"/>
                </a:ext>
              </a:extLst>
            </p:cNvPr>
            <p:cNvSpPr/>
            <p:nvPr/>
          </p:nvSpPr>
          <p:spPr>
            <a:xfrm>
              <a:off x="2277355" y="1611733"/>
              <a:ext cx="149" cy="14"/>
            </a:xfrm>
            <a:custGeom>
              <a:avLst/>
              <a:gdLst/>
              <a:ahLst/>
              <a:cxnLst/>
              <a:rect l="l" t="t" r="r" b="b"/>
              <a:pathLst>
                <a:path w="11" h="1" extrusionOk="0">
                  <a:moveTo>
                    <a:pt x="0" y="0"/>
                  </a:moveTo>
                  <a:lnTo>
                    <a:pt x="11" y="0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02" name="Google Shape;5560;p80">
              <a:extLst>
                <a:ext uri="{FF2B5EF4-FFF2-40B4-BE49-F238E27FC236}">
                  <a16:creationId xmlns:a16="http://schemas.microsoft.com/office/drawing/2014/main" id="{90486E10-F0F5-9C03-420D-6FA572A155E8}"/>
                </a:ext>
              </a:extLst>
            </p:cNvPr>
            <p:cNvSpPr/>
            <p:nvPr/>
          </p:nvSpPr>
          <p:spPr>
            <a:xfrm>
              <a:off x="2222923" y="1617001"/>
              <a:ext cx="163" cy="68"/>
            </a:xfrm>
            <a:custGeom>
              <a:avLst/>
              <a:gdLst/>
              <a:ahLst/>
              <a:cxnLst/>
              <a:rect l="l" t="t" r="r" b="b"/>
              <a:pathLst>
                <a:path w="12" h="5" extrusionOk="0">
                  <a:moveTo>
                    <a:pt x="1" y="4"/>
                  </a:moveTo>
                  <a:lnTo>
                    <a:pt x="11" y="1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03" name="Google Shape;5561;p80">
              <a:extLst>
                <a:ext uri="{FF2B5EF4-FFF2-40B4-BE49-F238E27FC236}">
                  <a16:creationId xmlns:a16="http://schemas.microsoft.com/office/drawing/2014/main" id="{9BC127E1-10EC-DDFA-80BD-77E11F8332AB}"/>
                </a:ext>
              </a:extLst>
            </p:cNvPr>
            <p:cNvSpPr/>
            <p:nvPr/>
          </p:nvSpPr>
          <p:spPr>
            <a:xfrm>
              <a:off x="2223547" y="1616526"/>
              <a:ext cx="244" cy="258"/>
            </a:xfrm>
            <a:custGeom>
              <a:avLst/>
              <a:gdLst/>
              <a:ahLst/>
              <a:cxnLst/>
              <a:rect l="l" t="t" r="r" b="b"/>
              <a:pathLst>
                <a:path w="18" h="19" extrusionOk="0">
                  <a:moveTo>
                    <a:pt x="0" y="18"/>
                  </a:moveTo>
                  <a:cubicBezTo>
                    <a:pt x="4" y="11"/>
                    <a:pt x="11" y="4"/>
                    <a:pt x="18" y="1"/>
                  </a:cubicBezTo>
                  <a:cubicBezTo>
                    <a:pt x="11" y="4"/>
                    <a:pt x="4" y="11"/>
                    <a:pt x="0" y="18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04" name="Google Shape;5562;p80">
              <a:extLst>
                <a:ext uri="{FF2B5EF4-FFF2-40B4-BE49-F238E27FC236}">
                  <a16:creationId xmlns:a16="http://schemas.microsoft.com/office/drawing/2014/main" id="{524E7950-B41D-3586-32E3-44ACE7508C1C}"/>
                </a:ext>
              </a:extLst>
            </p:cNvPr>
            <p:cNvSpPr/>
            <p:nvPr/>
          </p:nvSpPr>
          <p:spPr>
            <a:xfrm>
              <a:off x="2223208" y="1616811"/>
              <a:ext cx="163" cy="109"/>
            </a:xfrm>
            <a:custGeom>
              <a:avLst/>
              <a:gdLst/>
              <a:ahLst/>
              <a:cxnLst/>
              <a:rect l="l" t="t" r="r" b="b"/>
              <a:pathLst>
                <a:path w="12" h="8" extrusionOk="0">
                  <a:moveTo>
                    <a:pt x="1" y="8"/>
                  </a:moveTo>
                  <a:lnTo>
                    <a:pt x="11" y="1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05" name="Google Shape;5563;p80">
              <a:extLst>
                <a:ext uri="{FF2B5EF4-FFF2-40B4-BE49-F238E27FC236}">
                  <a16:creationId xmlns:a16="http://schemas.microsoft.com/office/drawing/2014/main" id="{3AF76F3B-4384-7A46-AFEB-470D5AD1B0C6}"/>
                </a:ext>
              </a:extLst>
            </p:cNvPr>
            <p:cNvSpPr/>
            <p:nvPr/>
          </p:nvSpPr>
          <p:spPr>
            <a:xfrm>
              <a:off x="2276785" y="1611774"/>
              <a:ext cx="149" cy="14"/>
            </a:xfrm>
            <a:custGeom>
              <a:avLst/>
              <a:gdLst/>
              <a:ahLst/>
              <a:cxnLst/>
              <a:rect l="l" t="t" r="r" b="b"/>
              <a:pathLst>
                <a:path w="11" h="1" extrusionOk="0">
                  <a:moveTo>
                    <a:pt x="0" y="1"/>
                  </a:moveTo>
                  <a:lnTo>
                    <a:pt x="11" y="1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06" name="Google Shape;5564;p80">
              <a:extLst>
                <a:ext uri="{FF2B5EF4-FFF2-40B4-BE49-F238E27FC236}">
                  <a16:creationId xmlns:a16="http://schemas.microsoft.com/office/drawing/2014/main" id="{FF59DCA5-9EA1-76DF-F139-0044161054BD}"/>
                </a:ext>
              </a:extLst>
            </p:cNvPr>
            <p:cNvSpPr/>
            <p:nvPr/>
          </p:nvSpPr>
          <p:spPr>
            <a:xfrm>
              <a:off x="2277016" y="1611774"/>
              <a:ext cx="204" cy="14"/>
            </a:xfrm>
            <a:custGeom>
              <a:avLst/>
              <a:gdLst/>
              <a:ahLst/>
              <a:cxnLst/>
              <a:rect l="l" t="t" r="r" b="b"/>
              <a:pathLst>
                <a:path w="15" h="1" extrusionOk="0">
                  <a:moveTo>
                    <a:pt x="1" y="1"/>
                  </a:moveTo>
                  <a:lnTo>
                    <a:pt x="15" y="1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07" name="Google Shape;5565;p80">
              <a:extLst>
                <a:ext uri="{FF2B5EF4-FFF2-40B4-BE49-F238E27FC236}">
                  <a16:creationId xmlns:a16="http://schemas.microsoft.com/office/drawing/2014/main" id="{45B06085-E992-CB8F-0092-CFF3D1B5029F}"/>
                </a:ext>
              </a:extLst>
            </p:cNvPr>
            <p:cNvSpPr/>
            <p:nvPr/>
          </p:nvSpPr>
          <p:spPr>
            <a:xfrm>
              <a:off x="2263425" y="1618576"/>
              <a:ext cx="109" cy="54"/>
            </a:xfrm>
            <a:custGeom>
              <a:avLst/>
              <a:gdLst/>
              <a:ahLst/>
              <a:cxnLst/>
              <a:rect l="l" t="t" r="r" b="b"/>
              <a:pathLst>
                <a:path w="8" h="4" extrusionOk="0">
                  <a:moveTo>
                    <a:pt x="1" y="4"/>
                  </a:moveTo>
                  <a:lnTo>
                    <a:pt x="8" y="0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08" name="Google Shape;5566;p80">
              <a:extLst>
                <a:ext uri="{FF2B5EF4-FFF2-40B4-BE49-F238E27FC236}">
                  <a16:creationId xmlns:a16="http://schemas.microsoft.com/office/drawing/2014/main" id="{D59B7278-A4E7-D7F9-D375-B0C7F32ABDFE}"/>
                </a:ext>
              </a:extLst>
            </p:cNvPr>
            <p:cNvSpPr/>
            <p:nvPr/>
          </p:nvSpPr>
          <p:spPr>
            <a:xfrm>
              <a:off x="2257776" y="1617381"/>
              <a:ext cx="149" cy="14"/>
            </a:xfrm>
            <a:custGeom>
              <a:avLst/>
              <a:gdLst/>
              <a:ahLst/>
              <a:cxnLst/>
              <a:rect l="l" t="t" r="r" b="b"/>
              <a:pathLst>
                <a:path w="11" h="1" extrusionOk="0">
                  <a:moveTo>
                    <a:pt x="0" y="1"/>
                  </a:moveTo>
                  <a:cubicBezTo>
                    <a:pt x="4" y="1"/>
                    <a:pt x="7" y="1"/>
                    <a:pt x="11" y="1"/>
                  </a:cubicBezTo>
                  <a:cubicBezTo>
                    <a:pt x="7" y="1"/>
                    <a:pt x="4" y="1"/>
                    <a:pt x="0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09" name="Google Shape;5567;p80">
              <a:extLst>
                <a:ext uri="{FF2B5EF4-FFF2-40B4-BE49-F238E27FC236}">
                  <a16:creationId xmlns:a16="http://schemas.microsoft.com/office/drawing/2014/main" id="{91CFC6CF-7A6D-917F-48FD-5A70984D1BF3}"/>
                </a:ext>
              </a:extLst>
            </p:cNvPr>
            <p:cNvSpPr/>
            <p:nvPr/>
          </p:nvSpPr>
          <p:spPr>
            <a:xfrm>
              <a:off x="2256812" y="1617286"/>
              <a:ext cx="163" cy="68"/>
            </a:xfrm>
            <a:custGeom>
              <a:avLst/>
              <a:gdLst/>
              <a:ahLst/>
              <a:cxnLst/>
              <a:rect l="l" t="t" r="r" b="b"/>
              <a:pathLst>
                <a:path w="12" h="5" extrusionOk="0">
                  <a:moveTo>
                    <a:pt x="1" y="1"/>
                  </a:moveTo>
                  <a:lnTo>
                    <a:pt x="11" y="4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10" name="Google Shape;5568;p80">
              <a:extLst>
                <a:ext uri="{FF2B5EF4-FFF2-40B4-BE49-F238E27FC236}">
                  <a16:creationId xmlns:a16="http://schemas.microsoft.com/office/drawing/2014/main" id="{C5125A6B-EFC3-55FF-3146-3B12DD74A873}"/>
                </a:ext>
              </a:extLst>
            </p:cNvPr>
            <p:cNvSpPr/>
            <p:nvPr/>
          </p:nvSpPr>
          <p:spPr>
            <a:xfrm>
              <a:off x="2222638" y="1617096"/>
              <a:ext cx="109" cy="68"/>
            </a:xfrm>
            <a:custGeom>
              <a:avLst/>
              <a:gdLst/>
              <a:ahLst/>
              <a:cxnLst/>
              <a:rect l="l" t="t" r="r" b="b"/>
              <a:pathLst>
                <a:path w="8" h="5" extrusionOk="0">
                  <a:moveTo>
                    <a:pt x="1" y="4"/>
                  </a:moveTo>
                  <a:lnTo>
                    <a:pt x="8" y="1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11" name="Google Shape;5569;p80">
              <a:extLst>
                <a:ext uri="{FF2B5EF4-FFF2-40B4-BE49-F238E27FC236}">
                  <a16:creationId xmlns:a16="http://schemas.microsoft.com/office/drawing/2014/main" id="{C837CDB4-499D-E7D4-E837-0CAF53EF251B}"/>
                </a:ext>
              </a:extLst>
            </p:cNvPr>
            <p:cNvSpPr/>
            <p:nvPr/>
          </p:nvSpPr>
          <p:spPr>
            <a:xfrm>
              <a:off x="2278305" y="1611489"/>
              <a:ext cx="339" cy="109"/>
            </a:xfrm>
            <a:custGeom>
              <a:avLst/>
              <a:gdLst/>
              <a:ahLst/>
              <a:cxnLst/>
              <a:rect l="l" t="t" r="r" b="b"/>
              <a:pathLst>
                <a:path w="25" h="8" extrusionOk="0">
                  <a:moveTo>
                    <a:pt x="0" y="8"/>
                  </a:moveTo>
                  <a:lnTo>
                    <a:pt x="25" y="1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12" name="Google Shape;5570;p80">
              <a:extLst>
                <a:ext uri="{FF2B5EF4-FFF2-40B4-BE49-F238E27FC236}">
                  <a16:creationId xmlns:a16="http://schemas.microsoft.com/office/drawing/2014/main" id="{AE8B4AA0-CA1D-2A46-17C7-DF143699F4C0}"/>
                </a:ext>
              </a:extLst>
            </p:cNvPr>
            <p:cNvSpPr/>
            <p:nvPr/>
          </p:nvSpPr>
          <p:spPr>
            <a:xfrm>
              <a:off x="2277966" y="1611584"/>
              <a:ext cx="353" cy="68"/>
            </a:xfrm>
            <a:custGeom>
              <a:avLst/>
              <a:gdLst/>
              <a:ahLst/>
              <a:cxnLst/>
              <a:rect l="l" t="t" r="r" b="b"/>
              <a:pathLst>
                <a:path w="26" h="5" extrusionOk="0">
                  <a:moveTo>
                    <a:pt x="1" y="4"/>
                  </a:moveTo>
                  <a:lnTo>
                    <a:pt x="25" y="1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13" name="Google Shape;5571;p80">
              <a:extLst>
                <a:ext uri="{FF2B5EF4-FFF2-40B4-BE49-F238E27FC236}">
                  <a16:creationId xmlns:a16="http://schemas.microsoft.com/office/drawing/2014/main" id="{72695DD3-73FF-FDB1-D68D-C12CB514FC5D}"/>
                </a:ext>
              </a:extLst>
            </p:cNvPr>
            <p:cNvSpPr/>
            <p:nvPr/>
          </p:nvSpPr>
          <p:spPr>
            <a:xfrm>
              <a:off x="2270227" y="1618902"/>
              <a:ext cx="394" cy="204"/>
            </a:xfrm>
            <a:custGeom>
              <a:avLst/>
              <a:gdLst/>
              <a:ahLst/>
              <a:cxnLst/>
              <a:rect l="l" t="t" r="r" b="b"/>
              <a:pathLst>
                <a:path w="29" h="15" extrusionOk="0">
                  <a:moveTo>
                    <a:pt x="0" y="1"/>
                  </a:moveTo>
                  <a:cubicBezTo>
                    <a:pt x="11" y="4"/>
                    <a:pt x="18" y="8"/>
                    <a:pt x="28" y="15"/>
                  </a:cubicBezTo>
                  <a:cubicBezTo>
                    <a:pt x="18" y="8"/>
                    <a:pt x="11" y="4"/>
                    <a:pt x="0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14" name="Google Shape;5572;p80">
              <a:extLst>
                <a:ext uri="{FF2B5EF4-FFF2-40B4-BE49-F238E27FC236}">
                  <a16:creationId xmlns:a16="http://schemas.microsoft.com/office/drawing/2014/main" id="{A3FCC840-3743-7954-65E3-56008046D4EA}"/>
                </a:ext>
              </a:extLst>
            </p:cNvPr>
            <p:cNvSpPr/>
            <p:nvPr/>
          </p:nvSpPr>
          <p:spPr>
            <a:xfrm>
              <a:off x="2277640" y="1611638"/>
              <a:ext cx="204" cy="54"/>
            </a:xfrm>
            <a:custGeom>
              <a:avLst/>
              <a:gdLst/>
              <a:ahLst/>
              <a:cxnLst/>
              <a:rect l="l" t="t" r="r" b="b"/>
              <a:pathLst>
                <a:path w="15" h="4" extrusionOk="0">
                  <a:moveTo>
                    <a:pt x="0" y="4"/>
                  </a:moveTo>
                  <a:lnTo>
                    <a:pt x="14" y="0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15" name="Google Shape;5573;p80">
              <a:extLst>
                <a:ext uri="{FF2B5EF4-FFF2-40B4-BE49-F238E27FC236}">
                  <a16:creationId xmlns:a16="http://schemas.microsoft.com/office/drawing/2014/main" id="{6B5DCCF4-850B-27BE-F87B-F4220114AC39}"/>
                </a:ext>
              </a:extLst>
            </p:cNvPr>
            <p:cNvSpPr/>
            <p:nvPr/>
          </p:nvSpPr>
          <p:spPr>
            <a:xfrm>
              <a:off x="2222353" y="1617191"/>
              <a:ext cx="109" cy="14"/>
            </a:xfrm>
            <a:custGeom>
              <a:avLst/>
              <a:gdLst/>
              <a:ahLst/>
              <a:cxnLst/>
              <a:rect l="l" t="t" r="r" b="b"/>
              <a:pathLst>
                <a:path w="8" h="1" extrusionOk="0">
                  <a:moveTo>
                    <a:pt x="1" y="1"/>
                  </a:moveTo>
                  <a:lnTo>
                    <a:pt x="8" y="1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16" name="Google Shape;5574;p80">
              <a:extLst>
                <a:ext uri="{FF2B5EF4-FFF2-40B4-BE49-F238E27FC236}">
                  <a16:creationId xmlns:a16="http://schemas.microsoft.com/office/drawing/2014/main" id="{3C6C4C28-265C-5987-1F35-95263DF0D0C3}"/>
                </a:ext>
              </a:extLst>
            </p:cNvPr>
            <p:cNvSpPr/>
            <p:nvPr/>
          </p:nvSpPr>
          <p:spPr>
            <a:xfrm>
              <a:off x="2221972" y="1617191"/>
              <a:ext cx="14" cy="14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1" y="1"/>
                  </a:move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17" name="Google Shape;5575;p80">
              <a:extLst>
                <a:ext uri="{FF2B5EF4-FFF2-40B4-BE49-F238E27FC236}">
                  <a16:creationId xmlns:a16="http://schemas.microsoft.com/office/drawing/2014/main" id="{358CE32E-BE43-2F8B-41BD-327C307F1C5D}"/>
                </a:ext>
              </a:extLst>
            </p:cNvPr>
            <p:cNvSpPr/>
            <p:nvPr/>
          </p:nvSpPr>
          <p:spPr>
            <a:xfrm>
              <a:off x="2268272" y="1618332"/>
              <a:ext cx="299" cy="68"/>
            </a:xfrm>
            <a:custGeom>
              <a:avLst/>
              <a:gdLst/>
              <a:ahLst/>
              <a:cxnLst/>
              <a:rect l="l" t="t" r="r" b="b"/>
              <a:pathLst>
                <a:path w="22" h="5" extrusionOk="0">
                  <a:moveTo>
                    <a:pt x="1" y="1"/>
                  </a:moveTo>
                  <a:lnTo>
                    <a:pt x="22" y="4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18" name="Google Shape;5576;p80">
              <a:extLst>
                <a:ext uri="{FF2B5EF4-FFF2-40B4-BE49-F238E27FC236}">
                  <a16:creationId xmlns:a16="http://schemas.microsoft.com/office/drawing/2014/main" id="{B187DBFF-4B41-3CFF-664D-8F9420510583}"/>
                </a:ext>
              </a:extLst>
            </p:cNvPr>
            <p:cNvSpPr/>
            <p:nvPr/>
          </p:nvSpPr>
          <p:spPr>
            <a:xfrm>
              <a:off x="2267701" y="1618291"/>
              <a:ext cx="299" cy="14"/>
            </a:xfrm>
            <a:custGeom>
              <a:avLst/>
              <a:gdLst/>
              <a:ahLst/>
              <a:cxnLst/>
              <a:rect l="l" t="t" r="r" b="b"/>
              <a:pathLst>
                <a:path w="22" h="1" extrusionOk="0">
                  <a:moveTo>
                    <a:pt x="1" y="0"/>
                  </a:moveTo>
                  <a:lnTo>
                    <a:pt x="22" y="0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19" name="Google Shape;5577;p80">
              <a:extLst>
                <a:ext uri="{FF2B5EF4-FFF2-40B4-BE49-F238E27FC236}">
                  <a16:creationId xmlns:a16="http://schemas.microsoft.com/office/drawing/2014/main" id="{C658AC03-565A-CD25-2E83-5D0720D891AE}"/>
                </a:ext>
              </a:extLst>
            </p:cNvPr>
            <p:cNvSpPr/>
            <p:nvPr/>
          </p:nvSpPr>
          <p:spPr>
            <a:xfrm>
              <a:off x="2276024" y="1611869"/>
              <a:ext cx="14" cy="14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0" y="1"/>
                  </a:move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20" name="Google Shape;5578;p80">
              <a:extLst>
                <a:ext uri="{FF2B5EF4-FFF2-40B4-BE49-F238E27FC236}">
                  <a16:creationId xmlns:a16="http://schemas.microsoft.com/office/drawing/2014/main" id="{9E847ED8-4C09-982B-F3A2-8343EB002D20}"/>
                </a:ext>
              </a:extLst>
            </p:cNvPr>
            <p:cNvSpPr/>
            <p:nvPr/>
          </p:nvSpPr>
          <p:spPr>
            <a:xfrm>
              <a:off x="2278726" y="1611448"/>
              <a:ext cx="258" cy="54"/>
            </a:xfrm>
            <a:custGeom>
              <a:avLst/>
              <a:gdLst/>
              <a:ahLst/>
              <a:cxnLst/>
              <a:rect l="l" t="t" r="r" b="b"/>
              <a:pathLst>
                <a:path w="19" h="4" extrusionOk="0">
                  <a:moveTo>
                    <a:pt x="1" y="4"/>
                  </a:moveTo>
                  <a:lnTo>
                    <a:pt x="18" y="0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21" name="Google Shape;5579;p80">
              <a:extLst>
                <a:ext uri="{FF2B5EF4-FFF2-40B4-BE49-F238E27FC236}">
                  <a16:creationId xmlns:a16="http://schemas.microsoft.com/office/drawing/2014/main" id="{67307F90-3AFC-A819-1416-5C02B21CBC12}"/>
                </a:ext>
              </a:extLst>
            </p:cNvPr>
            <p:cNvSpPr/>
            <p:nvPr/>
          </p:nvSpPr>
          <p:spPr>
            <a:xfrm>
              <a:off x="2266520" y="1618196"/>
              <a:ext cx="14" cy="14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0" y="0"/>
                  </a:move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22" name="Google Shape;5580;p80">
              <a:extLst>
                <a:ext uri="{FF2B5EF4-FFF2-40B4-BE49-F238E27FC236}">
                  <a16:creationId xmlns:a16="http://schemas.microsoft.com/office/drawing/2014/main" id="{F4E74C67-681F-F395-89DC-08663BD2D2BF}"/>
                </a:ext>
              </a:extLst>
            </p:cNvPr>
            <p:cNvSpPr/>
            <p:nvPr/>
          </p:nvSpPr>
          <p:spPr>
            <a:xfrm>
              <a:off x="2267131" y="1618237"/>
              <a:ext cx="299" cy="14"/>
            </a:xfrm>
            <a:custGeom>
              <a:avLst/>
              <a:gdLst/>
              <a:ahLst/>
              <a:cxnLst/>
              <a:rect l="l" t="t" r="r" b="b"/>
              <a:pathLst>
                <a:path w="22" h="1" extrusionOk="0">
                  <a:moveTo>
                    <a:pt x="1" y="1"/>
                  </a:moveTo>
                  <a:lnTo>
                    <a:pt x="22" y="1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23" name="Google Shape;5581;p80">
              <a:extLst>
                <a:ext uri="{FF2B5EF4-FFF2-40B4-BE49-F238E27FC236}">
                  <a16:creationId xmlns:a16="http://schemas.microsoft.com/office/drawing/2014/main" id="{DDD95A6F-F4C2-54F8-BC6A-AD19B357E423}"/>
                </a:ext>
              </a:extLst>
            </p:cNvPr>
            <p:cNvSpPr/>
            <p:nvPr/>
          </p:nvSpPr>
          <p:spPr>
            <a:xfrm>
              <a:off x="2269792" y="1618712"/>
              <a:ext cx="299" cy="163"/>
            </a:xfrm>
            <a:custGeom>
              <a:avLst/>
              <a:gdLst/>
              <a:ahLst/>
              <a:cxnLst/>
              <a:rect l="l" t="t" r="r" b="b"/>
              <a:pathLst>
                <a:path w="22" h="12" extrusionOk="0">
                  <a:moveTo>
                    <a:pt x="1" y="1"/>
                  </a:moveTo>
                  <a:lnTo>
                    <a:pt x="22" y="11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24" name="Google Shape;5582;p80">
              <a:extLst>
                <a:ext uri="{FF2B5EF4-FFF2-40B4-BE49-F238E27FC236}">
                  <a16:creationId xmlns:a16="http://schemas.microsoft.com/office/drawing/2014/main" id="{ED088CCA-D8B3-F1CC-8598-7FEB6C80652C}"/>
                </a:ext>
              </a:extLst>
            </p:cNvPr>
            <p:cNvSpPr/>
            <p:nvPr/>
          </p:nvSpPr>
          <p:spPr>
            <a:xfrm>
              <a:off x="2269317" y="1618576"/>
              <a:ext cx="299" cy="109"/>
            </a:xfrm>
            <a:custGeom>
              <a:avLst/>
              <a:gdLst/>
              <a:ahLst/>
              <a:cxnLst/>
              <a:rect l="l" t="t" r="r" b="b"/>
              <a:pathLst>
                <a:path w="22" h="8" extrusionOk="0">
                  <a:moveTo>
                    <a:pt x="1" y="0"/>
                  </a:moveTo>
                  <a:lnTo>
                    <a:pt x="22" y="7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25" name="Google Shape;5583;p80">
              <a:extLst>
                <a:ext uri="{FF2B5EF4-FFF2-40B4-BE49-F238E27FC236}">
                  <a16:creationId xmlns:a16="http://schemas.microsoft.com/office/drawing/2014/main" id="{5053946A-7A3D-F274-50BC-F9ACBD9696BE}"/>
                </a:ext>
              </a:extLst>
            </p:cNvPr>
            <p:cNvSpPr/>
            <p:nvPr/>
          </p:nvSpPr>
          <p:spPr>
            <a:xfrm>
              <a:off x="2263764" y="1618427"/>
              <a:ext cx="149" cy="68"/>
            </a:xfrm>
            <a:custGeom>
              <a:avLst/>
              <a:gdLst/>
              <a:ahLst/>
              <a:cxnLst/>
              <a:rect l="l" t="t" r="r" b="b"/>
              <a:pathLst>
                <a:path w="11" h="5" extrusionOk="0">
                  <a:moveTo>
                    <a:pt x="0" y="4"/>
                  </a:moveTo>
                  <a:lnTo>
                    <a:pt x="11" y="1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26" name="Google Shape;5584;p80">
              <a:extLst>
                <a:ext uri="{FF2B5EF4-FFF2-40B4-BE49-F238E27FC236}">
                  <a16:creationId xmlns:a16="http://schemas.microsoft.com/office/drawing/2014/main" id="{9C9419FF-964D-E7DC-50A0-B02909D2AEEF}"/>
                </a:ext>
              </a:extLst>
            </p:cNvPr>
            <p:cNvSpPr/>
            <p:nvPr/>
          </p:nvSpPr>
          <p:spPr>
            <a:xfrm>
              <a:off x="2268801" y="1618427"/>
              <a:ext cx="299" cy="109"/>
            </a:xfrm>
            <a:custGeom>
              <a:avLst/>
              <a:gdLst/>
              <a:ahLst/>
              <a:cxnLst/>
              <a:rect l="l" t="t" r="r" b="b"/>
              <a:pathLst>
                <a:path w="22" h="8" extrusionOk="0">
                  <a:moveTo>
                    <a:pt x="0" y="1"/>
                  </a:moveTo>
                  <a:lnTo>
                    <a:pt x="21" y="8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27" name="Google Shape;5585;p80">
              <a:extLst>
                <a:ext uri="{FF2B5EF4-FFF2-40B4-BE49-F238E27FC236}">
                  <a16:creationId xmlns:a16="http://schemas.microsoft.com/office/drawing/2014/main" id="{7296B08C-4A57-4DEF-B306-660297C87B06}"/>
                </a:ext>
              </a:extLst>
            </p:cNvPr>
            <p:cNvSpPr/>
            <p:nvPr/>
          </p:nvSpPr>
          <p:spPr>
            <a:xfrm>
              <a:off x="2264565" y="1618332"/>
              <a:ext cx="204" cy="14"/>
            </a:xfrm>
            <a:custGeom>
              <a:avLst/>
              <a:gdLst/>
              <a:ahLst/>
              <a:cxnLst/>
              <a:rect l="l" t="t" r="r" b="b"/>
              <a:pathLst>
                <a:path w="15" h="1" extrusionOk="0">
                  <a:moveTo>
                    <a:pt x="1" y="1"/>
                  </a:moveTo>
                  <a:lnTo>
                    <a:pt x="15" y="1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28" name="Google Shape;5586;p80">
              <a:extLst>
                <a:ext uri="{FF2B5EF4-FFF2-40B4-BE49-F238E27FC236}">
                  <a16:creationId xmlns:a16="http://schemas.microsoft.com/office/drawing/2014/main" id="{1A553688-D014-B14C-A5B4-85729C78FC63}"/>
                </a:ext>
              </a:extLst>
            </p:cNvPr>
            <p:cNvSpPr/>
            <p:nvPr/>
          </p:nvSpPr>
          <p:spPr>
            <a:xfrm>
              <a:off x="2276445" y="1611828"/>
              <a:ext cx="14" cy="14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1" y="0"/>
                  </a:move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29" name="Google Shape;5587;p80">
              <a:extLst>
                <a:ext uri="{FF2B5EF4-FFF2-40B4-BE49-F238E27FC236}">
                  <a16:creationId xmlns:a16="http://schemas.microsoft.com/office/drawing/2014/main" id="{73913B14-18E5-FBE8-F318-8B00D5CF6D17}"/>
                </a:ext>
              </a:extLst>
            </p:cNvPr>
            <p:cNvSpPr/>
            <p:nvPr/>
          </p:nvSpPr>
          <p:spPr>
            <a:xfrm>
              <a:off x="2264144" y="1618386"/>
              <a:ext cx="204" cy="14"/>
            </a:xfrm>
            <a:custGeom>
              <a:avLst/>
              <a:gdLst/>
              <a:ahLst/>
              <a:cxnLst/>
              <a:rect l="l" t="t" r="r" b="b"/>
              <a:pathLst>
                <a:path w="15" h="1" extrusionOk="0">
                  <a:moveTo>
                    <a:pt x="0" y="0"/>
                  </a:moveTo>
                  <a:lnTo>
                    <a:pt x="14" y="0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30" name="Google Shape;5588;p80">
              <a:extLst>
                <a:ext uri="{FF2B5EF4-FFF2-40B4-BE49-F238E27FC236}">
                  <a16:creationId xmlns:a16="http://schemas.microsoft.com/office/drawing/2014/main" id="{2EE91EA8-E525-460E-3775-DDC3A2C192C8}"/>
                </a:ext>
              </a:extLst>
            </p:cNvPr>
            <p:cNvSpPr/>
            <p:nvPr/>
          </p:nvSpPr>
          <p:spPr>
            <a:xfrm>
              <a:off x="2265570" y="1618237"/>
              <a:ext cx="204" cy="14"/>
            </a:xfrm>
            <a:custGeom>
              <a:avLst/>
              <a:gdLst/>
              <a:ahLst/>
              <a:cxnLst/>
              <a:rect l="l" t="t" r="r" b="b"/>
              <a:pathLst>
                <a:path w="15" h="1" extrusionOk="0">
                  <a:moveTo>
                    <a:pt x="0" y="1"/>
                  </a:moveTo>
                  <a:lnTo>
                    <a:pt x="14" y="1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31" name="Google Shape;5589;p80">
              <a:extLst>
                <a:ext uri="{FF2B5EF4-FFF2-40B4-BE49-F238E27FC236}">
                  <a16:creationId xmlns:a16="http://schemas.microsoft.com/office/drawing/2014/main" id="{75FD3E2C-0C99-7921-BF7D-8E86FDFC259C}"/>
                </a:ext>
              </a:extLst>
            </p:cNvPr>
            <p:cNvSpPr/>
            <p:nvPr/>
          </p:nvSpPr>
          <p:spPr>
            <a:xfrm>
              <a:off x="2266086" y="1618196"/>
              <a:ext cx="14" cy="14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1" y="0"/>
                  </a:move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32" name="Google Shape;5590;p80">
              <a:extLst>
                <a:ext uri="{FF2B5EF4-FFF2-40B4-BE49-F238E27FC236}">
                  <a16:creationId xmlns:a16="http://schemas.microsoft.com/office/drawing/2014/main" id="{BA277CAE-C4B5-4CC7-B86B-9A448E95F27D}"/>
                </a:ext>
              </a:extLst>
            </p:cNvPr>
            <p:cNvSpPr/>
            <p:nvPr/>
          </p:nvSpPr>
          <p:spPr>
            <a:xfrm>
              <a:off x="2276255" y="1611828"/>
              <a:ext cx="14" cy="14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1" y="0"/>
                  </a:move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33" name="Google Shape;5591;p80">
              <a:extLst>
                <a:ext uri="{FF2B5EF4-FFF2-40B4-BE49-F238E27FC236}">
                  <a16:creationId xmlns:a16="http://schemas.microsoft.com/office/drawing/2014/main" id="{26F22E40-9AED-5CEC-9E0E-BB8EDF45B143}"/>
                </a:ext>
              </a:extLst>
            </p:cNvPr>
            <p:cNvSpPr/>
            <p:nvPr/>
          </p:nvSpPr>
          <p:spPr>
            <a:xfrm>
              <a:off x="2276119" y="1611869"/>
              <a:ext cx="14" cy="14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0" y="1"/>
                  </a:move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34" name="Google Shape;5592;p80">
              <a:extLst>
                <a:ext uri="{FF2B5EF4-FFF2-40B4-BE49-F238E27FC236}">
                  <a16:creationId xmlns:a16="http://schemas.microsoft.com/office/drawing/2014/main" id="{07C50CE6-65EE-A2DE-3469-E74941776C9D}"/>
                </a:ext>
              </a:extLst>
            </p:cNvPr>
            <p:cNvSpPr/>
            <p:nvPr/>
          </p:nvSpPr>
          <p:spPr>
            <a:xfrm>
              <a:off x="2265040" y="1618291"/>
              <a:ext cx="204" cy="14"/>
            </a:xfrm>
            <a:custGeom>
              <a:avLst/>
              <a:gdLst/>
              <a:ahLst/>
              <a:cxnLst/>
              <a:rect l="l" t="t" r="r" b="b"/>
              <a:pathLst>
                <a:path w="15" h="1" extrusionOk="0">
                  <a:moveTo>
                    <a:pt x="1" y="0"/>
                  </a:moveTo>
                  <a:lnTo>
                    <a:pt x="15" y="0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35" name="Google Shape;5593;p80">
              <a:extLst>
                <a:ext uri="{FF2B5EF4-FFF2-40B4-BE49-F238E27FC236}">
                  <a16:creationId xmlns:a16="http://schemas.microsoft.com/office/drawing/2014/main" id="{BC1B8741-5AB9-12BD-5516-697683057AF4}"/>
                </a:ext>
              </a:extLst>
            </p:cNvPr>
            <p:cNvSpPr/>
            <p:nvPr/>
          </p:nvSpPr>
          <p:spPr>
            <a:xfrm>
              <a:off x="2221307" y="1617191"/>
              <a:ext cx="14" cy="14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1" y="1"/>
                  </a:move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36" name="Google Shape;5594;p80">
              <a:extLst>
                <a:ext uri="{FF2B5EF4-FFF2-40B4-BE49-F238E27FC236}">
                  <a16:creationId xmlns:a16="http://schemas.microsoft.com/office/drawing/2014/main" id="{D72BA4B4-1D76-08F8-587F-E367856B913E}"/>
                </a:ext>
              </a:extLst>
            </p:cNvPr>
            <p:cNvSpPr/>
            <p:nvPr/>
          </p:nvSpPr>
          <p:spPr>
            <a:xfrm>
              <a:off x="2257002" y="1617340"/>
              <a:ext cx="638" cy="54"/>
            </a:xfrm>
            <a:custGeom>
              <a:avLst/>
              <a:gdLst/>
              <a:ahLst/>
              <a:cxnLst/>
              <a:rect l="l" t="t" r="r" b="b"/>
              <a:pathLst>
                <a:path w="47" h="4" extrusionOk="0">
                  <a:moveTo>
                    <a:pt x="47" y="4"/>
                  </a:moveTo>
                  <a:cubicBezTo>
                    <a:pt x="33" y="4"/>
                    <a:pt x="15" y="4"/>
                    <a:pt x="1" y="0"/>
                  </a:cubicBezTo>
                  <a:cubicBezTo>
                    <a:pt x="15" y="4"/>
                    <a:pt x="33" y="4"/>
                    <a:pt x="47" y="4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37" name="Google Shape;5595;p80">
              <a:extLst>
                <a:ext uri="{FF2B5EF4-FFF2-40B4-BE49-F238E27FC236}">
                  <a16:creationId xmlns:a16="http://schemas.microsoft.com/office/drawing/2014/main" id="{0B30DD53-2FF3-C4AB-B875-1FDC127B8FD9}"/>
                </a:ext>
              </a:extLst>
            </p:cNvPr>
            <p:cNvSpPr/>
            <p:nvPr/>
          </p:nvSpPr>
          <p:spPr>
            <a:xfrm>
              <a:off x="2221687" y="1617191"/>
              <a:ext cx="14" cy="14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1" y="1"/>
                  </a:move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38" name="Google Shape;5596;p80">
              <a:extLst>
                <a:ext uri="{FF2B5EF4-FFF2-40B4-BE49-F238E27FC236}">
                  <a16:creationId xmlns:a16="http://schemas.microsoft.com/office/drawing/2014/main" id="{180FA7D9-FA67-B15F-B794-50ECFD159E91}"/>
                </a:ext>
              </a:extLst>
            </p:cNvPr>
            <p:cNvSpPr/>
            <p:nvPr/>
          </p:nvSpPr>
          <p:spPr>
            <a:xfrm>
              <a:off x="2279446" y="1611298"/>
              <a:ext cx="54" cy="14"/>
            </a:xfrm>
            <a:custGeom>
              <a:avLst/>
              <a:gdLst/>
              <a:ahLst/>
              <a:cxnLst/>
              <a:rect l="l" t="t" r="r" b="b"/>
              <a:pathLst>
                <a:path w="4" h="1" extrusionOk="0">
                  <a:moveTo>
                    <a:pt x="4" y="1"/>
                  </a:moveTo>
                  <a:lnTo>
                    <a:pt x="0" y="1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39" name="Google Shape;5597;p80">
              <a:extLst>
                <a:ext uri="{FF2B5EF4-FFF2-40B4-BE49-F238E27FC236}">
                  <a16:creationId xmlns:a16="http://schemas.microsoft.com/office/drawing/2014/main" id="{E569F92B-35A2-8687-CB79-F70DEFA31B6E}"/>
                </a:ext>
              </a:extLst>
            </p:cNvPr>
            <p:cNvSpPr/>
            <p:nvPr/>
          </p:nvSpPr>
          <p:spPr>
            <a:xfrm>
              <a:off x="2279107" y="1611353"/>
              <a:ext cx="258" cy="54"/>
            </a:xfrm>
            <a:custGeom>
              <a:avLst/>
              <a:gdLst/>
              <a:ahLst/>
              <a:cxnLst/>
              <a:rect l="l" t="t" r="r" b="b"/>
              <a:pathLst>
                <a:path w="19" h="4" extrusionOk="0">
                  <a:moveTo>
                    <a:pt x="1" y="4"/>
                  </a:moveTo>
                  <a:lnTo>
                    <a:pt x="18" y="0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40" name="Google Shape;5598;p80">
              <a:extLst>
                <a:ext uri="{FF2B5EF4-FFF2-40B4-BE49-F238E27FC236}">
                  <a16:creationId xmlns:a16="http://schemas.microsoft.com/office/drawing/2014/main" id="{5A7C4123-6976-A38C-3F42-637EA7E8419D}"/>
                </a:ext>
              </a:extLst>
            </p:cNvPr>
            <p:cNvSpPr/>
            <p:nvPr/>
          </p:nvSpPr>
          <p:spPr>
            <a:xfrm>
              <a:off x="2201348" y="1551829"/>
              <a:ext cx="52776" cy="23503"/>
            </a:xfrm>
            <a:custGeom>
              <a:avLst/>
              <a:gdLst/>
              <a:ahLst/>
              <a:cxnLst/>
              <a:rect l="l" t="t" r="r" b="b"/>
              <a:pathLst>
                <a:path w="3887" h="1731" extrusionOk="0">
                  <a:moveTo>
                    <a:pt x="2070" y="1"/>
                  </a:moveTo>
                  <a:lnTo>
                    <a:pt x="2038" y="4"/>
                  </a:lnTo>
                  <a:lnTo>
                    <a:pt x="2017" y="4"/>
                  </a:lnTo>
                  <a:lnTo>
                    <a:pt x="1982" y="8"/>
                  </a:lnTo>
                  <a:lnTo>
                    <a:pt x="1957" y="8"/>
                  </a:lnTo>
                  <a:lnTo>
                    <a:pt x="1919" y="11"/>
                  </a:lnTo>
                  <a:lnTo>
                    <a:pt x="1901" y="11"/>
                  </a:lnTo>
                  <a:cubicBezTo>
                    <a:pt x="1842" y="89"/>
                    <a:pt x="1852" y="152"/>
                    <a:pt x="1866" y="260"/>
                  </a:cubicBezTo>
                  <a:cubicBezTo>
                    <a:pt x="1880" y="334"/>
                    <a:pt x="1887" y="411"/>
                    <a:pt x="1884" y="491"/>
                  </a:cubicBezTo>
                  <a:cubicBezTo>
                    <a:pt x="1887" y="565"/>
                    <a:pt x="1859" y="635"/>
                    <a:pt x="1807" y="687"/>
                  </a:cubicBezTo>
                  <a:cubicBezTo>
                    <a:pt x="1733" y="753"/>
                    <a:pt x="1625" y="767"/>
                    <a:pt x="1527" y="767"/>
                  </a:cubicBezTo>
                  <a:cubicBezTo>
                    <a:pt x="1495" y="767"/>
                    <a:pt x="1464" y="766"/>
                    <a:pt x="1436" y="764"/>
                  </a:cubicBezTo>
                  <a:lnTo>
                    <a:pt x="1376" y="764"/>
                  </a:lnTo>
                  <a:cubicBezTo>
                    <a:pt x="1233" y="764"/>
                    <a:pt x="1079" y="547"/>
                    <a:pt x="911" y="285"/>
                  </a:cubicBezTo>
                  <a:cubicBezTo>
                    <a:pt x="879" y="236"/>
                    <a:pt x="855" y="194"/>
                    <a:pt x="837" y="173"/>
                  </a:cubicBezTo>
                  <a:cubicBezTo>
                    <a:pt x="835" y="171"/>
                    <a:pt x="831" y="171"/>
                    <a:pt x="828" y="171"/>
                  </a:cubicBezTo>
                  <a:cubicBezTo>
                    <a:pt x="776" y="171"/>
                    <a:pt x="625" y="278"/>
                    <a:pt x="550" y="330"/>
                  </a:cubicBezTo>
                  <a:cubicBezTo>
                    <a:pt x="498" y="365"/>
                    <a:pt x="445" y="404"/>
                    <a:pt x="400" y="432"/>
                  </a:cubicBezTo>
                  <a:cubicBezTo>
                    <a:pt x="323" y="477"/>
                    <a:pt x="312" y="551"/>
                    <a:pt x="295" y="635"/>
                  </a:cubicBezTo>
                  <a:cubicBezTo>
                    <a:pt x="277" y="715"/>
                    <a:pt x="263" y="799"/>
                    <a:pt x="186" y="862"/>
                  </a:cubicBezTo>
                  <a:cubicBezTo>
                    <a:pt x="109" y="925"/>
                    <a:pt x="1" y="1065"/>
                    <a:pt x="116" y="1289"/>
                  </a:cubicBezTo>
                  <a:lnTo>
                    <a:pt x="130" y="1289"/>
                  </a:lnTo>
                  <a:lnTo>
                    <a:pt x="162" y="1286"/>
                  </a:lnTo>
                  <a:lnTo>
                    <a:pt x="193" y="1282"/>
                  </a:lnTo>
                  <a:lnTo>
                    <a:pt x="221" y="1275"/>
                  </a:lnTo>
                  <a:lnTo>
                    <a:pt x="249" y="1272"/>
                  </a:lnTo>
                  <a:lnTo>
                    <a:pt x="277" y="1268"/>
                  </a:lnTo>
                  <a:lnTo>
                    <a:pt x="305" y="1261"/>
                  </a:lnTo>
                  <a:lnTo>
                    <a:pt x="326" y="1254"/>
                  </a:lnTo>
                  <a:lnTo>
                    <a:pt x="351" y="1247"/>
                  </a:lnTo>
                  <a:lnTo>
                    <a:pt x="372" y="1244"/>
                  </a:lnTo>
                  <a:lnTo>
                    <a:pt x="396" y="1233"/>
                  </a:lnTo>
                  <a:lnTo>
                    <a:pt x="410" y="1226"/>
                  </a:lnTo>
                  <a:lnTo>
                    <a:pt x="435" y="1216"/>
                  </a:lnTo>
                  <a:lnTo>
                    <a:pt x="445" y="1212"/>
                  </a:lnTo>
                  <a:cubicBezTo>
                    <a:pt x="456" y="1205"/>
                    <a:pt x="466" y="1198"/>
                    <a:pt x="473" y="1195"/>
                  </a:cubicBezTo>
                  <a:cubicBezTo>
                    <a:pt x="544" y="1144"/>
                    <a:pt x="649" y="1128"/>
                    <a:pt x="763" y="1128"/>
                  </a:cubicBezTo>
                  <a:cubicBezTo>
                    <a:pt x="885" y="1128"/>
                    <a:pt x="1019" y="1147"/>
                    <a:pt x="1131" y="1163"/>
                  </a:cubicBezTo>
                  <a:cubicBezTo>
                    <a:pt x="1187" y="1170"/>
                    <a:pt x="1247" y="1177"/>
                    <a:pt x="1303" y="1181"/>
                  </a:cubicBezTo>
                  <a:cubicBezTo>
                    <a:pt x="1348" y="1181"/>
                    <a:pt x="1408" y="1188"/>
                    <a:pt x="1478" y="1195"/>
                  </a:cubicBezTo>
                  <a:cubicBezTo>
                    <a:pt x="1561" y="1204"/>
                    <a:pt x="1661" y="1215"/>
                    <a:pt x="1755" y="1215"/>
                  </a:cubicBezTo>
                  <a:cubicBezTo>
                    <a:pt x="1836" y="1215"/>
                    <a:pt x="1913" y="1207"/>
                    <a:pt x="1971" y="1184"/>
                  </a:cubicBezTo>
                  <a:cubicBezTo>
                    <a:pt x="2007" y="1171"/>
                    <a:pt x="2039" y="1166"/>
                    <a:pt x="2067" y="1166"/>
                  </a:cubicBezTo>
                  <a:cubicBezTo>
                    <a:pt x="2163" y="1166"/>
                    <a:pt x="2216" y="1227"/>
                    <a:pt x="2252" y="1265"/>
                  </a:cubicBezTo>
                  <a:cubicBezTo>
                    <a:pt x="2278" y="1298"/>
                    <a:pt x="2288" y="1308"/>
                    <a:pt x="2298" y="1308"/>
                  </a:cubicBezTo>
                  <a:cubicBezTo>
                    <a:pt x="2300" y="1308"/>
                    <a:pt x="2302" y="1307"/>
                    <a:pt x="2304" y="1307"/>
                  </a:cubicBezTo>
                  <a:cubicBezTo>
                    <a:pt x="2315" y="1303"/>
                    <a:pt x="2329" y="1303"/>
                    <a:pt x="2339" y="1303"/>
                  </a:cubicBezTo>
                  <a:lnTo>
                    <a:pt x="2371" y="1303"/>
                  </a:lnTo>
                  <a:cubicBezTo>
                    <a:pt x="2385" y="1303"/>
                    <a:pt x="2395" y="1307"/>
                    <a:pt x="2406" y="1310"/>
                  </a:cubicBezTo>
                  <a:lnTo>
                    <a:pt x="2423" y="1314"/>
                  </a:lnTo>
                  <a:lnTo>
                    <a:pt x="2444" y="1321"/>
                  </a:lnTo>
                  <a:lnTo>
                    <a:pt x="2465" y="1328"/>
                  </a:lnTo>
                  <a:lnTo>
                    <a:pt x="2483" y="1335"/>
                  </a:lnTo>
                  <a:lnTo>
                    <a:pt x="2504" y="1345"/>
                  </a:lnTo>
                  <a:lnTo>
                    <a:pt x="2521" y="1352"/>
                  </a:lnTo>
                  <a:lnTo>
                    <a:pt x="2546" y="1363"/>
                  </a:lnTo>
                  <a:lnTo>
                    <a:pt x="2560" y="1370"/>
                  </a:lnTo>
                  <a:lnTo>
                    <a:pt x="2584" y="1384"/>
                  </a:lnTo>
                  <a:lnTo>
                    <a:pt x="2598" y="1394"/>
                  </a:lnTo>
                  <a:lnTo>
                    <a:pt x="2623" y="1408"/>
                  </a:lnTo>
                  <a:lnTo>
                    <a:pt x="2637" y="1415"/>
                  </a:lnTo>
                  <a:lnTo>
                    <a:pt x="2661" y="1433"/>
                  </a:lnTo>
                  <a:lnTo>
                    <a:pt x="2675" y="1440"/>
                  </a:lnTo>
                  <a:lnTo>
                    <a:pt x="2700" y="1457"/>
                  </a:lnTo>
                  <a:lnTo>
                    <a:pt x="2710" y="1464"/>
                  </a:lnTo>
                  <a:lnTo>
                    <a:pt x="2735" y="1482"/>
                  </a:lnTo>
                  <a:lnTo>
                    <a:pt x="2745" y="1489"/>
                  </a:lnTo>
                  <a:lnTo>
                    <a:pt x="2766" y="1506"/>
                  </a:lnTo>
                  <a:lnTo>
                    <a:pt x="2780" y="1513"/>
                  </a:lnTo>
                  <a:lnTo>
                    <a:pt x="2798" y="1527"/>
                  </a:lnTo>
                  <a:lnTo>
                    <a:pt x="2812" y="1538"/>
                  </a:lnTo>
                  <a:lnTo>
                    <a:pt x="2829" y="1552"/>
                  </a:lnTo>
                  <a:lnTo>
                    <a:pt x="2843" y="1562"/>
                  </a:lnTo>
                  <a:lnTo>
                    <a:pt x="2854" y="1573"/>
                  </a:lnTo>
                  <a:lnTo>
                    <a:pt x="2878" y="1590"/>
                  </a:lnTo>
                  <a:cubicBezTo>
                    <a:pt x="2892" y="1604"/>
                    <a:pt x="2910" y="1618"/>
                    <a:pt x="2927" y="1629"/>
                  </a:cubicBezTo>
                  <a:lnTo>
                    <a:pt x="2948" y="1646"/>
                  </a:lnTo>
                  <a:lnTo>
                    <a:pt x="2983" y="1667"/>
                  </a:lnTo>
                  <a:lnTo>
                    <a:pt x="3011" y="1685"/>
                  </a:lnTo>
                  <a:lnTo>
                    <a:pt x="3043" y="1706"/>
                  </a:lnTo>
                  <a:lnTo>
                    <a:pt x="3078" y="1723"/>
                  </a:lnTo>
                  <a:lnTo>
                    <a:pt x="3088" y="1730"/>
                  </a:lnTo>
                  <a:cubicBezTo>
                    <a:pt x="3116" y="1702"/>
                    <a:pt x="3148" y="1674"/>
                    <a:pt x="3179" y="1653"/>
                  </a:cubicBezTo>
                  <a:cubicBezTo>
                    <a:pt x="3245" y="1604"/>
                    <a:pt x="3324" y="1579"/>
                    <a:pt x="3405" y="1579"/>
                  </a:cubicBezTo>
                  <a:cubicBezTo>
                    <a:pt x="3415" y="1579"/>
                    <a:pt x="3425" y="1579"/>
                    <a:pt x="3435" y="1580"/>
                  </a:cubicBezTo>
                  <a:cubicBezTo>
                    <a:pt x="3463" y="1580"/>
                    <a:pt x="3487" y="1583"/>
                    <a:pt x="3512" y="1587"/>
                  </a:cubicBezTo>
                  <a:cubicBezTo>
                    <a:pt x="3536" y="1590"/>
                    <a:pt x="3564" y="1590"/>
                    <a:pt x="3589" y="1590"/>
                  </a:cubicBezTo>
                  <a:cubicBezTo>
                    <a:pt x="3624" y="1590"/>
                    <a:pt x="3638" y="1573"/>
                    <a:pt x="3673" y="1517"/>
                  </a:cubicBezTo>
                  <a:cubicBezTo>
                    <a:pt x="3697" y="1478"/>
                    <a:pt x="3725" y="1443"/>
                    <a:pt x="3760" y="1412"/>
                  </a:cubicBezTo>
                  <a:cubicBezTo>
                    <a:pt x="3771" y="1405"/>
                    <a:pt x="3785" y="1398"/>
                    <a:pt x="3795" y="1391"/>
                  </a:cubicBezTo>
                  <a:lnTo>
                    <a:pt x="3806" y="1384"/>
                  </a:lnTo>
                  <a:cubicBezTo>
                    <a:pt x="3816" y="1377"/>
                    <a:pt x="3827" y="1373"/>
                    <a:pt x="3837" y="1366"/>
                  </a:cubicBezTo>
                  <a:lnTo>
                    <a:pt x="3848" y="1363"/>
                  </a:lnTo>
                  <a:cubicBezTo>
                    <a:pt x="3858" y="1359"/>
                    <a:pt x="3872" y="1356"/>
                    <a:pt x="3886" y="1349"/>
                  </a:cubicBezTo>
                  <a:cubicBezTo>
                    <a:pt x="3879" y="1328"/>
                    <a:pt x="3876" y="1303"/>
                    <a:pt x="3869" y="1275"/>
                  </a:cubicBezTo>
                  <a:cubicBezTo>
                    <a:pt x="3855" y="1212"/>
                    <a:pt x="3837" y="1135"/>
                    <a:pt x="3809" y="1107"/>
                  </a:cubicBezTo>
                  <a:cubicBezTo>
                    <a:pt x="3711" y="1009"/>
                    <a:pt x="3603" y="876"/>
                    <a:pt x="3613" y="764"/>
                  </a:cubicBezTo>
                  <a:cubicBezTo>
                    <a:pt x="3613" y="747"/>
                    <a:pt x="3617" y="733"/>
                    <a:pt x="3624" y="719"/>
                  </a:cubicBezTo>
                  <a:cubicBezTo>
                    <a:pt x="3631" y="705"/>
                    <a:pt x="3634" y="687"/>
                    <a:pt x="3638" y="670"/>
                  </a:cubicBezTo>
                  <a:cubicBezTo>
                    <a:pt x="3652" y="603"/>
                    <a:pt x="3627" y="533"/>
                    <a:pt x="3578" y="488"/>
                  </a:cubicBezTo>
                  <a:cubicBezTo>
                    <a:pt x="3571" y="481"/>
                    <a:pt x="3564" y="474"/>
                    <a:pt x="3561" y="467"/>
                  </a:cubicBezTo>
                  <a:lnTo>
                    <a:pt x="3550" y="460"/>
                  </a:lnTo>
                  <a:cubicBezTo>
                    <a:pt x="3526" y="428"/>
                    <a:pt x="3505" y="397"/>
                    <a:pt x="3487" y="362"/>
                  </a:cubicBezTo>
                  <a:lnTo>
                    <a:pt x="3459" y="358"/>
                  </a:lnTo>
                  <a:lnTo>
                    <a:pt x="3442" y="358"/>
                  </a:lnTo>
                  <a:lnTo>
                    <a:pt x="3389" y="351"/>
                  </a:lnTo>
                  <a:lnTo>
                    <a:pt x="3379" y="351"/>
                  </a:lnTo>
                  <a:lnTo>
                    <a:pt x="3326" y="348"/>
                  </a:lnTo>
                  <a:lnTo>
                    <a:pt x="3323" y="348"/>
                  </a:lnTo>
                  <a:lnTo>
                    <a:pt x="3270" y="341"/>
                  </a:lnTo>
                  <a:cubicBezTo>
                    <a:pt x="3221" y="334"/>
                    <a:pt x="3169" y="330"/>
                    <a:pt x="3119" y="330"/>
                  </a:cubicBezTo>
                  <a:cubicBezTo>
                    <a:pt x="3091" y="330"/>
                    <a:pt x="3063" y="331"/>
                    <a:pt x="3036" y="334"/>
                  </a:cubicBezTo>
                  <a:lnTo>
                    <a:pt x="3022" y="334"/>
                  </a:lnTo>
                  <a:cubicBezTo>
                    <a:pt x="3013" y="336"/>
                    <a:pt x="3004" y="337"/>
                    <a:pt x="2994" y="337"/>
                  </a:cubicBezTo>
                  <a:cubicBezTo>
                    <a:pt x="2912" y="337"/>
                    <a:pt x="2771" y="267"/>
                    <a:pt x="2444" y="18"/>
                  </a:cubicBezTo>
                  <a:lnTo>
                    <a:pt x="2427" y="1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41" name="Google Shape;5599;p80">
              <a:extLst>
                <a:ext uri="{FF2B5EF4-FFF2-40B4-BE49-F238E27FC236}">
                  <a16:creationId xmlns:a16="http://schemas.microsoft.com/office/drawing/2014/main" id="{A2557E6A-7A8F-C8A0-9D16-A02CDEB2645B}"/>
                </a:ext>
              </a:extLst>
            </p:cNvPr>
            <p:cNvSpPr/>
            <p:nvPr/>
          </p:nvSpPr>
          <p:spPr>
            <a:xfrm>
              <a:off x="2244511" y="1573173"/>
              <a:ext cx="3476" cy="1113"/>
            </a:xfrm>
            <a:custGeom>
              <a:avLst/>
              <a:gdLst/>
              <a:ahLst/>
              <a:cxnLst/>
              <a:rect l="l" t="t" r="r" b="b"/>
              <a:pathLst>
                <a:path w="256" h="82" extrusionOk="0">
                  <a:moveTo>
                    <a:pt x="256" y="8"/>
                  </a:moveTo>
                  <a:cubicBezTo>
                    <a:pt x="165" y="1"/>
                    <a:pt x="74" y="25"/>
                    <a:pt x="0" y="81"/>
                  </a:cubicBezTo>
                  <a:cubicBezTo>
                    <a:pt x="74" y="25"/>
                    <a:pt x="165" y="1"/>
                    <a:pt x="256" y="8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42" name="Google Shape;5600;p80">
              <a:extLst>
                <a:ext uri="{FF2B5EF4-FFF2-40B4-BE49-F238E27FC236}">
                  <a16:creationId xmlns:a16="http://schemas.microsoft.com/office/drawing/2014/main" id="{D1A39895-7C4F-8DBD-862F-7855BEBAF8A0}"/>
                </a:ext>
              </a:extLst>
            </p:cNvPr>
            <p:cNvSpPr/>
            <p:nvPr/>
          </p:nvSpPr>
          <p:spPr>
            <a:xfrm>
              <a:off x="2243316" y="1574273"/>
              <a:ext cx="1208" cy="1154"/>
            </a:xfrm>
            <a:custGeom>
              <a:avLst/>
              <a:gdLst/>
              <a:ahLst/>
              <a:cxnLst/>
              <a:rect l="l" t="t" r="r" b="b"/>
              <a:pathLst>
                <a:path w="89" h="85" extrusionOk="0">
                  <a:moveTo>
                    <a:pt x="88" y="0"/>
                  </a:moveTo>
                  <a:cubicBezTo>
                    <a:pt x="57" y="25"/>
                    <a:pt x="25" y="53"/>
                    <a:pt x="1" y="84"/>
                  </a:cubicBezTo>
                  <a:lnTo>
                    <a:pt x="1" y="84"/>
                  </a:lnTo>
                  <a:cubicBezTo>
                    <a:pt x="25" y="53"/>
                    <a:pt x="57" y="25"/>
                    <a:pt x="88" y="0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43" name="Google Shape;5601;p80">
              <a:extLst>
                <a:ext uri="{FF2B5EF4-FFF2-40B4-BE49-F238E27FC236}">
                  <a16:creationId xmlns:a16="http://schemas.microsoft.com/office/drawing/2014/main" id="{2B767C35-D305-988F-DE02-B5B2B195D4CB}"/>
                </a:ext>
              </a:extLst>
            </p:cNvPr>
            <p:cNvSpPr/>
            <p:nvPr/>
          </p:nvSpPr>
          <p:spPr>
            <a:xfrm>
              <a:off x="2252820" y="1570607"/>
              <a:ext cx="163" cy="109"/>
            </a:xfrm>
            <a:custGeom>
              <a:avLst/>
              <a:gdLst/>
              <a:ahLst/>
              <a:cxnLst/>
              <a:rect l="l" t="t" r="r" b="b"/>
              <a:pathLst>
                <a:path w="12" h="8" extrusionOk="0">
                  <a:moveTo>
                    <a:pt x="1" y="8"/>
                  </a:moveTo>
                  <a:lnTo>
                    <a:pt x="11" y="1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44" name="Google Shape;5602;p80">
              <a:extLst>
                <a:ext uri="{FF2B5EF4-FFF2-40B4-BE49-F238E27FC236}">
                  <a16:creationId xmlns:a16="http://schemas.microsoft.com/office/drawing/2014/main" id="{07B09FB4-4BA7-353C-0000-9C1EC8D3EB35}"/>
                </a:ext>
              </a:extLst>
            </p:cNvPr>
            <p:cNvSpPr/>
            <p:nvPr/>
          </p:nvSpPr>
          <p:spPr>
            <a:xfrm>
              <a:off x="2253445" y="1570322"/>
              <a:ext cx="109" cy="68"/>
            </a:xfrm>
            <a:custGeom>
              <a:avLst/>
              <a:gdLst/>
              <a:ahLst/>
              <a:cxnLst/>
              <a:rect l="l" t="t" r="r" b="b"/>
              <a:pathLst>
                <a:path w="8" h="5" extrusionOk="0">
                  <a:moveTo>
                    <a:pt x="0" y="4"/>
                  </a:moveTo>
                  <a:lnTo>
                    <a:pt x="7" y="1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45" name="Google Shape;5603;p80">
              <a:extLst>
                <a:ext uri="{FF2B5EF4-FFF2-40B4-BE49-F238E27FC236}">
                  <a16:creationId xmlns:a16="http://schemas.microsoft.com/office/drawing/2014/main" id="{525A70C5-B28C-0023-C40D-A9865108BA83}"/>
                </a:ext>
              </a:extLst>
            </p:cNvPr>
            <p:cNvSpPr/>
            <p:nvPr/>
          </p:nvSpPr>
          <p:spPr>
            <a:xfrm>
              <a:off x="2201973" y="1568516"/>
              <a:ext cx="40502" cy="24372"/>
            </a:xfrm>
            <a:custGeom>
              <a:avLst/>
              <a:gdLst/>
              <a:ahLst/>
              <a:cxnLst/>
              <a:rect l="l" t="t" r="r" b="b"/>
              <a:pathLst>
                <a:path w="2983" h="1795" extrusionOk="0">
                  <a:moveTo>
                    <a:pt x="709" y="0"/>
                  </a:moveTo>
                  <a:cubicBezTo>
                    <a:pt x="622" y="0"/>
                    <a:pt x="546" y="11"/>
                    <a:pt x="501" y="43"/>
                  </a:cubicBezTo>
                  <a:cubicBezTo>
                    <a:pt x="490" y="53"/>
                    <a:pt x="480" y="60"/>
                    <a:pt x="466" y="67"/>
                  </a:cubicBezTo>
                  <a:lnTo>
                    <a:pt x="455" y="74"/>
                  </a:lnTo>
                  <a:lnTo>
                    <a:pt x="427" y="88"/>
                  </a:lnTo>
                  <a:lnTo>
                    <a:pt x="410" y="95"/>
                  </a:lnTo>
                  <a:lnTo>
                    <a:pt x="382" y="106"/>
                  </a:lnTo>
                  <a:lnTo>
                    <a:pt x="361" y="113"/>
                  </a:lnTo>
                  <a:lnTo>
                    <a:pt x="329" y="123"/>
                  </a:lnTo>
                  <a:lnTo>
                    <a:pt x="308" y="127"/>
                  </a:lnTo>
                  <a:lnTo>
                    <a:pt x="270" y="137"/>
                  </a:lnTo>
                  <a:lnTo>
                    <a:pt x="252" y="141"/>
                  </a:lnTo>
                  <a:cubicBezTo>
                    <a:pt x="231" y="144"/>
                    <a:pt x="210" y="148"/>
                    <a:pt x="189" y="151"/>
                  </a:cubicBezTo>
                  <a:lnTo>
                    <a:pt x="126" y="162"/>
                  </a:lnTo>
                  <a:cubicBezTo>
                    <a:pt x="200" y="358"/>
                    <a:pt x="161" y="578"/>
                    <a:pt x="25" y="739"/>
                  </a:cubicBezTo>
                  <a:cubicBezTo>
                    <a:pt x="18" y="750"/>
                    <a:pt x="7" y="760"/>
                    <a:pt x="0" y="771"/>
                  </a:cubicBezTo>
                  <a:lnTo>
                    <a:pt x="18" y="781"/>
                  </a:lnTo>
                  <a:lnTo>
                    <a:pt x="46" y="778"/>
                  </a:lnTo>
                  <a:lnTo>
                    <a:pt x="88" y="774"/>
                  </a:lnTo>
                  <a:lnTo>
                    <a:pt x="98" y="774"/>
                  </a:lnTo>
                  <a:lnTo>
                    <a:pt x="144" y="771"/>
                  </a:lnTo>
                  <a:lnTo>
                    <a:pt x="238" y="771"/>
                  </a:lnTo>
                  <a:cubicBezTo>
                    <a:pt x="298" y="771"/>
                    <a:pt x="350" y="799"/>
                    <a:pt x="385" y="841"/>
                  </a:cubicBezTo>
                  <a:cubicBezTo>
                    <a:pt x="427" y="901"/>
                    <a:pt x="553" y="946"/>
                    <a:pt x="609" y="946"/>
                  </a:cubicBezTo>
                  <a:cubicBezTo>
                    <a:pt x="618" y="946"/>
                    <a:pt x="625" y="945"/>
                    <a:pt x="630" y="943"/>
                  </a:cubicBezTo>
                  <a:lnTo>
                    <a:pt x="634" y="939"/>
                  </a:lnTo>
                  <a:cubicBezTo>
                    <a:pt x="652" y="931"/>
                    <a:pt x="672" y="928"/>
                    <a:pt x="692" y="928"/>
                  </a:cubicBezTo>
                  <a:cubicBezTo>
                    <a:pt x="709" y="928"/>
                    <a:pt x="726" y="931"/>
                    <a:pt x="742" y="936"/>
                  </a:cubicBezTo>
                  <a:lnTo>
                    <a:pt x="760" y="939"/>
                  </a:lnTo>
                  <a:cubicBezTo>
                    <a:pt x="802" y="950"/>
                    <a:pt x="840" y="967"/>
                    <a:pt x="879" y="992"/>
                  </a:cubicBezTo>
                  <a:lnTo>
                    <a:pt x="882" y="995"/>
                  </a:lnTo>
                  <a:cubicBezTo>
                    <a:pt x="935" y="1027"/>
                    <a:pt x="1026" y="1093"/>
                    <a:pt x="1026" y="1181"/>
                  </a:cubicBezTo>
                  <a:cubicBezTo>
                    <a:pt x="1026" y="1216"/>
                    <a:pt x="1019" y="1261"/>
                    <a:pt x="1012" y="1317"/>
                  </a:cubicBezTo>
                  <a:cubicBezTo>
                    <a:pt x="1005" y="1380"/>
                    <a:pt x="1001" y="1447"/>
                    <a:pt x="1001" y="1510"/>
                  </a:cubicBezTo>
                  <a:cubicBezTo>
                    <a:pt x="1106" y="1534"/>
                    <a:pt x="1208" y="1573"/>
                    <a:pt x="1302" y="1632"/>
                  </a:cubicBezTo>
                  <a:lnTo>
                    <a:pt x="1313" y="1664"/>
                  </a:lnTo>
                  <a:lnTo>
                    <a:pt x="1337" y="1678"/>
                  </a:lnTo>
                  <a:lnTo>
                    <a:pt x="1358" y="1695"/>
                  </a:lnTo>
                  <a:cubicBezTo>
                    <a:pt x="1386" y="1713"/>
                    <a:pt x="1407" y="1737"/>
                    <a:pt x="1428" y="1762"/>
                  </a:cubicBezTo>
                  <a:cubicBezTo>
                    <a:pt x="1432" y="1772"/>
                    <a:pt x="1439" y="1779"/>
                    <a:pt x="1442" y="1790"/>
                  </a:cubicBezTo>
                  <a:lnTo>
                    <a:pt x="1810" y="1790"/>
                  </a:lnTo>
                  <a:cubicBezTo>
                    <a:pt x="1824" y="1793"/>
                    <a:pt x="1838" y="1795"/>
                    <a:pt x="1851" y="1795"/>
                  </a:cubicBezTo>
                  <a:cubicBezTo>
                    <a:pt x="1916" y="1795"/>
                    <a:pt x="1964" y="1751"/>
                    <a:pt x="2020" y="1681"/>
                  </a:cubicBezTo>
                  <a:cubicBezTo>
                    <a:pt x="2101" y="1580"/>
                    <a:pt x="2332" y="1552"/>
                    <a:pt x="2409" y="1545"/>
                  </a:cubicBezTo>
                  <a:cubicBezTo>
                    <a:pt x="2419" y="1503"/>
                    <a:pt x="2430" y="1457"/>
                    <a:pt x="2433" y="1415"/>
                  </a:cubicBezTo>
                  <a:cubicBezTo>
                    <a:pt x="2433" y="1387"/>
                    <a:pt x="2437" y="1359"/>
                    <a:pt x="2444" y="1338"/>
                  </a:cubicBezTo>
                  <a:cubicBezTo>
                    <a:pt x="2465" y="1230"/>
                    <a:pt x="2647" y="1069"/>
                    <a:pt x="2762" y="1030"/>
                  </a:cubicBezTo>
                  <a:cubicBezTo>
                    <a:pt x="2783" y="1023"/>
                    <a:pt x="2794" y="1009"/>
                    <a:pt x="2811" y="981"/>
                  </a:cubicBezTo>
                  <a:cubicBezTo>
                    <a:pt x="2836" y="921"/>
                    <a:pt x="2895" y="883"/>
                    <a:pt x="2958" y="883"/>
                  </a:cubicBezTo>
                  <a:lnTo>
                    <a:pt x="2965" y="883"/>
                  </a:lnTo>
                  <a:cubicBezTo>
                    <a:pt x="2965" y="883"/>
                    <a:pt x="2983" y="858"/>
                    <a:pt x="2958" y="750"/>
                  </a:cubicBezTo>
                  <a:cubicBezTo>
                    <a:pt x="2948" y="697"/>
                    <a:pt x="2955" y="641"/>
                    <a:pt x="2976" y="589"/>
                  </a:cubicBezTo>
                  <a:lnTo>
                    <a:pt x="2965" y="585"/>
                  </a:lnTo>
                  <a:lnTo>
                    <a:pt x="2930" y="561"/>
                  </a:lnTo>
                  <a:lnTo>
                    <a:pt x="2892" y="540"/>
                  </a:lnTo>
                  <a:lnTo>
                    <a:pt x="2864" y="522"/>
                  </a:lnTo>
                  <a:lnTo>
                    <a:pt x="2822" y="494"/>
                  </a:lnTo>
                  <a:lnTo>
                    <a:pt x="2801" y="480"/>
                  </a:lnTo>
                  <a:cubicBezTo>
                    <a:pt x="2783" y="466"/>
                    <a:pt x="2762" y="452"/>
                    <a:pt x="2745" y="438"/>
                  </a:cubicBezTo>
                  <a:cubicBezTo>
                    <a:pt x="2560" y="283"/>
                    <a:pt x="2372" y="178"/>
                    <a:pt x="2293" y="178"/>
                  </a:cubicBezTo>
                  <a:cubicBezTo>
                    <a:pt x="2288" y="178"/>
                    <a:pt x="2283" y="179"/>
                    <a:pt x="2279" y="179"/>
                  </a:cubicBezTo>
                  <a:cubicBezTo>
                    <a:pt x="2269" y="181"/>
                    <a:pt x="2259" y="182"/>
                    <a:pt x="2249" y="182"/>
                  </a:cubicBezTo>
                  <a:cubicBezTo>
                    <a:pt x="2179" y="182"/>
                    <a:pt x="2131" y="130"/>
                    <a:pt x="2101" y="99"/>
                  </a:cubicBezTo>
                  <a:lnTo>
                    <a:pt x="2087" y="81"/>
                  </a:lnTo>
                  <a:cubicBezTo>
                    <a:pt x="2069" y="57"/>
                    <a:pt x="2045" y="43"/>
                    <a:pt x="2013" y="43"/>
                  </a:cubicBezTo>
                  <a:cubicBezTo>
                    <a:pt x="1999" y="43"/>
                    <a:pt x="1985" y="46"/>
                    <a:pt x="1971" y="53"/>
                  </a:cubicBezTo>
                  <a:cubicBezTo>
                    <a:pt x="1929" y="67"/>
                    <a:pt x="1887" y="78"/>
                    <a:pt x="1841" y="81"/>
                  </a:cubicBezTo>
                  <a:cubicBezTo>
                    <a:pt x="1808" y="86"/>
                    <a:pt x="1773" y="90"/>
                    <a:pt x="1739" y="90"/>
                  </a:cubicBezTo>
                  <a:cubicBezTo>
                    <a:pt x="1726" y="90"/>
                    <a:pt x="1714" y="89"/>
                    <a:pt x="1701" y="88"/>
                  </a:cubicBezTo>
                  <a:cubicBezTo>
                    <a:pt x="1603" y="88"/>
                    <a:pt x="1505" y="78"/>
                    <a:pt x="1418" y="71"/>
                  </a:cubicBezTo>
                  <a:cubicBezTo>
                    <a:pt x="1351" y="64"/>
                    <a:pt x="1295" y="57"/>
                    <a:pt x="1253" y="57"/>
                  </a:cubicBezTo>
                  <a:cubicBezTo>
                    <a:pt x="1190" y="53"/>
                    <a:pt x="1127" y="46"/>
                    <a:pt x="1064" y="36"/>
                  </a:cubicBezTo>
                  <a:cubicBezTo>
                    <a:pt x="960" y="20"/>
                    <a:pt x="825" y="0"/>
                    <a:pt x="709" y="0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46" name="Google Shape;5604;p80">
              <a:extLst>
                <a:ext uri="{FF2B5EF4-FFF2-40B4-BE49-F238E27FC236}">
                  <a16:creationId xmlns:a16="http://schemas.microsoft.com/office/drawing/2014/main" id="{FB2FEF5D-0CB2-F207-0CDB-F2D215DC6080}"/>
                </a:ext>
              </a:extLst>
            </p:cNvPr>
            <p:cNvSpPr/>
            <p:nvPr/>
          </p:nvSpPr>
          <p:spPr>
            <a:xfrm>
              <a:off x="2219786" y="1591095"/>
              <a:ext cx="14" cy="14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1" y="1"/>
                  </a:move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47" name="Google Shape;5605;p80">
              <a:extLst>
                <a:ext uri="{FF2B5EF4-FFF2-40B4-BE49-F238E27FC236}">
                  <a16:creationId xmlns:a16="http://schemas.microsoft.com/office/drawing/2014/main" id="{1B3A3E36-71DA-F23E-BB4D-FC784D6759DD}"/>
                </a:ext>
              </a:extLst>
            </p:cNvPr>
            <p:cNvSpPr/>
            <p:nvPr/>
          </p:nvSpPr>
          <p:spPr>
            <a:xfrm>
              <a:off x="2220072" y="1591285"/>
              <a:ext cx="353" cy="258"/>
            </a:xfrm>
            <a:custGeom>
              <a:avLst/>
              <a:gdLst/>
              <a:ahLst/>
              <a:cxnLst/>
              <a:rect l="l" t="t" r="r" b="b"/>
              <a:pathLst>
                <a:path w="26" h="19" extrusionOk="0">
                  <a:moveTo>
                    <a:pt x="25" y="18"/>
                  </a:moveTo>
                  <a:lnTo>
                    <a:pt x="1" y="1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48" name="Google Shape;5606;p80">
              <a:extLst>
                <a:ext uri="{FF2B5EF4-FFF2-40B4-BE49-F238E27FC236}">
                  <a16:creationId xmlns:a16="http://schemas.microsoft.com/office/drawing/2014/main" id="{CB14043D-6197-1267-E576-4B1514600A64}"/>
                </a:ext>
              </a:extLst>
            </p:cNvPr>
            <p:cNvSpPr/>
            <p:nvPr/>
          </p:nvSpPr>
          <p:spPr>
            <a:xfrm>
              <a:off x="2220411" y="1591530"/>
              <a:ext cx="1154" cy="1290"/>
            </a:xfrm>
            <a:custGeom>
              <a:avLst/>
              <a:gdLst/>
              <a:ahLst/>
              <a:cxnLst/>
              <a:rect l="l" t="t" r="r" b="b"/>
              <a:pathLst>
                <a:path w="85" h="95" extrusionOk="0">
                  <a:moveTo>
                    <a:pt x="0" y="0"/>
                  </a:moveTo>
                  <a:cubicBezTo>
                    <a:pt x="12" y="9"/>
                    <a:pt x="22" y="17"/>
                    <a:pt x="31" y="26"/>
                  </a:cubicBezTo>
                  <a:lnTo>
                    <a:pt x="31" y="26"/>
                  </a:lnTo>
                  <a:cubicBezTo>
                    <a:pt x="21" y="16"/>
                    <a:pt x="11" y="8"/>
                    <a:pt x="0" y="0"/>
                  </a:cubicBezTo>
                  <a:close/>
                  <a:moveTo>
                    <a:pt x="31" y="26"/>
                  </a:moveTo>
                  <a:cubicBezTo>
                    <a:pt x="52" y="46"/>
                    <a:pt x="70" y="71"/>
                    <a:pt x="84" y="95"/>
                  </a:cubicBezTo>
                  <a:cubicBezTo>
                    <a:pt x="81" y="88"/>
                    <a:pt x="74" y="77"/>
                    <a:pt x="70" y="70"/>
                  </a:cubicBezTo>
                  <a:cubicBezTo>
                    <a:pt x="58" y="53"/>
                    <a:pt x="45" y="39"/>
                    <a:pt x="31" y="26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49" name="Google Shape;5607;p80">
              <a:extLst>
                <a:ext uri="{FF2B5EF4-FFF2-40B4-BE49-F238E27FC236}">
                  <a16:creationId xmlns:a16="http://schemas.microsoft.com/office/drawing/2014/main" id="{6885A30F-2B3E-8E5E-FE1D-271F555E4ED1}"/>
                </a:ext>
              </a:extLst>
            </p:cNvPr>
            <p:cNvSpPr/>
            <p:nvPr/>
          </p:nvSpPr>
          <p:spPr>
            <a:xfrm>
              <a:off x="2223547" y="1592901"/>
              <a:ext cx="339" cy="14"/>
            </a:xfrm>
            <a:custGeom>
              <a:avLst/>
              <a:gdLst/>
              <a:ahLst/>
              <a:cxnLst/>
              <a:rect l="l" t="t" r="r" b="b"/>
              <a:pathLst>
                <a:path w="25" h="1" extrusionOk="0">
                  <a:moveTo>
                    <a:pt x="0" y="1"/>
                  </a:moveTo>
                  <a:lnTo>
                    <a:pt x="25" y="1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50" name="Google Shape;5608;p80">
              <a:extLst>
                <a:ext uri="{FF2B5EF4-FFF2-40B4-BE49-F238E27FC236}">
                  <a16:creationId xmlns:a16="http://schemas.microsoft.com/office/drawing/2014/main" id="{FD37CE36-488D-B873-8191-02AD79B3EB32}"/>
                </a:ext>
              </a:extLst>
            </p:cNvPr>
            <p:cNvSpPr/>
            <p:nvPr/>
          </p:nvSpPr>
          <p:spPr>
            <a:xfrm>
              <a:off x="2222312" y="1592860"/>
              <a:ext cx="489" cy="14"/>
            </a:xfrm>
            <a:custGeom>
              <a:avLst/>
              <a:gdLst/>
              <a:ahLst/>
              <a:cxnLst/>
              <a:rect l="l" t="t" r="r" b="b"/>
              <a:pathLst>
                <a:path w="36" h="1" extrusionOk="0">
                  <a:moveTo>
                    <a:pt x="0" y="0"/>
                  </a:moveTo>
                  <a:lnTo>
                    <a:pt x="35" y="0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51" name="Google Shape;5609;p80">
              <a:extLst>
                <a:ext uri="{FF2B5EF4-FFF2-40B4-BE49-F238E27FC236}">
                  <a16:creationId xmlns:a16="http://schemas.microsoft.com/office/drawing/2014/main" id="{4C26C686-CAF3-481E-2F6F-7C9422DCE7FB}"/>
                </a:ext>
              </a:extLst>
            </p:cNvPr>
            <p:cNvSpPr/>
            <p:nvPr/>
          </p:nvSpPr>
          <p:spPr>
            <a:xfrm>
              <a:off x="2224878" y="1592996"/>
              <a:ext cx="204" cy="14"/>
            </a:xfrm>
            <a:custGeom>
              <a:avLst/>
              <a:gdLst/>
              <a:ahLst/>
              <a:cxnLst/>
              <a:rect l="l" t="t" r="r" b="b"/>
              <a:pathLst>
                <a:path w="15" h="1" extrusionOk="0">
                  <a:moveTo>
                    <a:pt x="0" y="1"/>
                  </a:moveTo>
                  <a:lnTo>
                    <a:pt x="14" y="1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52" name="Google Shape;5610;p80">
              <a:extLst>
                <a:ext uri="{FF2B5EF4-FFF2-40B4-BE49-F238E27FC236}">
                  <a16:creationId xmlns:a16="http://schemas.microsoft.com/office/drawing/2014/main" id="{491034BC-89DF-259E-E6AF-A69D84DF1FC9}"/>
                </a:ext>
              </a:extLst>
            </p:cNvPr>
            <p:cNvSpPr/>
            <p:nvPr/>
          </p:nvSpPr>
          <p:spPr>
            <a:xfrm>
              <a:off x="2222923" y="1592860"/>
              <a:ext cx="394" cy="14"/>
            </a:xfrm>
            <a:custGeom>
              <a:avLst/>
              <a:gdLst/>
              <a:ahLst/>
              <a:cxnLst/>
              <a:rect l="l" t="t" r="r" b="b"/>
              <a:pathLst>
                <a:path w="29" h="1" extrusionOk="0">
                  <a:moveTo>
                    <a:pt x="1" y="0"/>
                  </a:moveTo>
                  <a:lnTo>
                    <a:pt x="29" y="0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53" name="Google Shape;5611;p80">
              <a:extLst>
                <a:ext uri="{FF2B5EF4-FFF2-40B4-BE49-F238E27FC236}">
                  <a16:creationId xmlns:a16="http://schemas.microsoft.com/office/drawing/2014/main" id="{20353DFA-BB04-769E-3349-9813541FE3A7}"/>
                </a:ext>
              </a:extLst>
            </p:cNvPr>
            <p:cNvSpPr/>
            <p:nvPr/>
          </p:nvSpPr>
          <p:spPr>
            <a:xfrm>
              <a:off x="2224023" y="1592955"/>
              <a:ext cx="299" cy="14"/>
            </a:xfrm>
            <a:custGeom>
              <a:avLst/>
              <a:gdLst/>
              <a:ahLst/>
              <a:cxnLst/>
              <a:rect l="l" t="t" r="r" b="b"/>
              <a:pathLst>
                <a:path w="22" h="1" extrusionOk="0">
                  <a:moveTo>
                    <a:pt x="0" y="0"/>
                  </a:moveTo>
                  <a:lnTo>
                    <a:pt x="21" y="0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54" name="Google Shape;5612;p80">
              <a:extLst>
                <a:ext uri="{FF2B5EF4-FFF2-40B4-BE49-F238E27FC236}">
                  <a16:creationId xmlns:a16="http://schemas.microsoft.com/office/drawing/2014/main" id="{5C9C7040-8331-EFE5-4CD0-34D1973E49AD}"/>
                </a:ext>
              </a:extLst>
            </p:cNvPr>
            <p:cNvSpPr/>
            <p:nvPr/>
          </p:nvSpPr>
          <p:spPr>
            <a:xfrm>
              <a:off x="2221592" y="1592806"/>
              <a:ext cx="584" cy="14"/>
            </a:xfrm>
            <a:custGeom>
              <a:avLst/>
              <a:gdLst/>
              <a:ahLst/>
              <a:cxnLst/>
              <a:rect l="l" t="t" r="r" b="b"/>
              <a:pathLst>
                <a:path w="43" h="1" extrusionOk="0">
                  <a:moveTo>
                    <a:pt x="1" y="1"/>
                  </a:moveTo>
                  <a:lnTo>
                    <a:pt x="43" y="1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55" name="Google Shape;5613;p80">
              <a:extLst>
                <a:ext uri="{FF2B5EF4-FFF2-40B4-BE49-F238E27FC236}">
                  <a16:creationId xmlns:a16="http://schemas.microsoft.com/office/drawing/2014/main" id="{58FC5FBF-1F70-65E7-A776-4351718EED8D}"/>
                </a:ext>
              </a:extLst>
            </p:cNvPr>
            <p:cNvSpPr/>
            <p:nvPr/>
          </p:nvSpPr>
          <p:spPr>
            <a:xfrm>
              <a:off x="2224444" y="1592955"/>
              <a:ext cx="299" cy="14"/>
            </a:xfrm>
            <a:custGeom>
              <a:avLst/>
              <a:gdLst/>
              <a:ahLst/>
              <a:cxnLst/>
              <a:rect l="l" t="t" r="r" b="b"/>
              <a:pathLst>
                <a:path w="22" h="1" extrusionOk="0">
                  <a:moveTo>
                    <a:pt x="1" y="0"/>
                  </a:moveTo>
                  <a:lnTo>
                    <a:pt x="22" y="0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56" name="Google Shape;5614;p80">
              <a:extLst>
                <a:ext uri="{FF2B5EF4-FFF2-40B4-BE49-F238E27FC236}">
                  <a16:creationId xmlns:a16="http://schemas.microsoft.com/office/drawing/2014/main" id="{1773C222-0D99-8432-C688-0E7A714322F7}"/>
                </a:ext>
              </a:extLst>
            </p:cNvPr>
            <p:cNvSpPr/>
            <p:nvPr/>
          </p:nvSpPr>
          <p:spPr>
            <a:xfrm>
              <a:off x="2225204" y="1592996"/>
              <a:ext cx="204" cy="14"/>
            </a:xfrm>
            <a:custGeom>
              <a:avLst/>
              <a:gdLst/>
              <a:ahLst/>
              <a:cxnLst/>
              <a:rect l="l" t="t" r="r" b="b"/>
              <a:pathLst>
                <a:path w="15" h="1" extrusionOk="0">
                  <a:moveTo>
                    <a:pt x="1" y="1"/>
                  </a:moveTo>
                  <a:lnTo>
                    <a:pt x="15" y="1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57" name="Google Shape;5615;p80">
              <a:extLst>
                <a:ext uri="{FF2B5EF4-FFF2-40B4-BE49-F238E27FC236}">
                  <a16:creationId xmlns:a16="http://schemas.microsoft.com/office/drawing/2014/main" id="{403C6690-0B5B-CD9C-B112-80D644F5C8A4}"/>
                </a:ext>
              </a:extLst>
            </p:cNvPr>
            <p:cNvSpPr/>
            <p:nvPr/>
          </p:nvSpPr>
          <p:spPr>
            <a:xfrm>
              <a:off x="2242081" y="1576934"/>
              <a:ext cx="353" cy="2200"/>
            </a:xfrm>
            <a:custGeom>
              <a:avLst/>
              <a:gdLst/>
              <a:ahLst/>
              <a:cxnLst/>
              <a:rect l="l" t="t" r="r" b="b"/>
              <a:pathLst>
                <a:path w="26" h="162" extrusionOk="0">
                  <a:moveTo>
                    <a:pt x="25" y="0"/>
                  </a:moveTo>
                  <a:lnTo>
                    <a:pt x="25" y="0"/>
                  </a:lnTo>
                  <a:cubicBezTo>
                    <a:pt x="4" y="53"/>
                    <a:pt x="1" y="109"/>
                    <a:pt x="11" y="161"/>
                  </a:cubicBezTo>
                  <a:cubicBezTo>
                    <a:pt x="1" y="109"/>
                    <a:pt x="4" y="53"/>
                    <a:pt x="25" y="0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58" name="Google Shape;5616;p80">
              <a:extLst>
                <a:ext uri="{FF2B5EF4-FFF2-40B4-BE49-F238E27FC236}">
                  <a16:creationId xmlns:a16="http://schemas.microsoft.com/office/drawing/2014/main" id="{E30193CC-17E1-3700-6443-63DCA30C2EA5}"/>
                </a:ext>
              </a:extLst>
            </p:cNvPr>
            <p:cNvSpPr/>
            <p:nvPr/>
          </p:nvSpPr>
          <p:spPr>
            <a:xfrm>
              <a:off x="2225489" y="1593050"/>
              <a:ext cx="163" cy="14"/>
            </a:xfrm>
            <a:custGeom>
              <a:avLst/>
              <a:gdLst/>
              <a:ahLst/>
              <a:cxnLst/>
              <a:rect l="l" t="t" r="r" b="b"/>
              <a:pathLst>
                <a:path w="12" h="1" extrusionOk="0">
                  <a:moveTo>
                    <a:pt x="1" y="0"/>
                  </a:moveTo>
                  <a:lnTo>
                    <a:pt x="11" y="0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59" name="Google Shape;5617;p80">
              <a:extLst>
                <a:ext uri="{FF2B5EF4-FFF2-40B4-BE49-F238E27FC236}">
                  <a16:creationId xmlns:a16="http://schemas.microsoft.com/office/drawing/2014/main" id="{1B32746B-2B5E-7758-EF23-FC909735FCD2}"/>
                </a:ext>
              </a:extLst>
            </p:cNvPr>
            <p:cNvSpPr/>
            <p:nvPr/>
          </p:nvSpPr>
          <p:spPr>
            <a:xfrm>
              <a:off x="2226494" y="1593186"/>
              <a:ext cx="14" cy="14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0" y="1"/>
                  </a:move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60" name="Google Shape;5618;p80">
              <a:extLst>
                <a:ext uri="{FF2B5EF4-FFF2-40B4-BE49-F238E27FC236}">
                  <a16:creationId xmlns:a16="http://schemas.microsoft.com/office/drawing/2014/main" id="{879D0356-6F00-57A8-3BFD-DC080DE97AA9}"/>
                </a:ext>
              </a:extLst>
            </p:cNvPr>
            <p:cNvSpPr/>
            <p:nvPr/>
          </p:nvSpPr>
          <p:spPr>
            <a:xfrm>
              <a:off x="2226439" y="1593186"/>
              <a:ext cx="14" cy="14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1" y="1"/>
                  </a:move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61" name="Google Shape;5619;p80">
              <a:extLst>
                <a:ext uri="{FF2B5EF4-FFF2-40B4-BE49-F238E27FC236}">
                  <a16:creationId xmlns:a16="http://schemas.microsoft.com/office/drawing/2014/main" id="{081ADAE3-1397-7C97-75EF-DDC96B0CF1B9}"/>
                </a:ext>
              </a:extLst>
            </p:cNvPr>
            <p:cNvSpPr/>
            <p:nvPr/>
          </p:nvSpPr>
          <p:spPr>
            <a:xfrm>
              <a:off x="2226154" y="1593145"/>
              <a:ext cx="68" cy="14"/>
            </a:xfrm>
            <a:custGeom>
              <a:avLst/>
              <a:gdLst/>
              <a:ahLst/>
              <a:cxnLst/>
              <a:rect l="l" t="t" r="r" b="b"/>
              <a:pathLst>
                <a:path w="5" h="1" extrusionOk="0">
                  <a:moveTo>
                    <a:pt x="1" y="0"/>
                  </a:moveTo>
                  <a:lnTo>
                    <a:pt x="4" y="0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62" name="Google Shape;5620;p80">
              <a:extLst>
                <a:ext uri="{FF2B5EF4-FFF2-40B4-BE49-F238E27FC236}">
                  <a16:creationId xmlns:a16="http://schemas.microsoft.com/office/drawing/2014/main" id="{D7524370-FBD3-9591-3D3D-A1A66A67A2FC}"/>
                </a:ext>
              </a:extLst>
            </p:cNvPr>
            <p:cNvSpPr/>
            <p:nvPr/>
          </p:nvSpPr>
          <p:spPr>
            <a:xfrm>
              <a:off x="2226304" y="1593145"/>
              <a:ext cx="14" cy="14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0" y="0"/>
                  </a:move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63" name="Google Shape;5621;p80">
              <a:extLst>
                <a:ext uri="{FF2B5EF4-FFF2-40B4-BE49-F238E27FC236}">
                  <a16:creationId xmlns:a16="http://schemas.microsoft.com/office/drawing/2014/main" id="{D7F9F308-B06E-DECC-D087-EF108B387977}"/>
                </a:ext>
              </a:extLst>
            </p:cNvPr>
            <p:cNvSpPr/>
            <p:nvPr/>
          </p:nvSpPr>
          <p:spPr>
            <a:xfrm>
              <a:off x="2225964" y="1593091"/>
              <a:ext cx="109" cy="14"/>
            </a:xfrm>
            <a:custGeom>
              <a:avLst/>
              <a:gdLst/>
              <a:ahLst/>
              <a:cxnLst/>
              <a:rect l="l" t="t" r="r" b="b"/>
              <a:pathLst>
                <a:path w="8" h="1" extrusionOk="0">
                  <a:moveTo>
                    <a:pt x="1" y="1"/>
                  </a:moveTo>
                  <a:lnTo>
                    <a:pt x="8" y="1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64" name="Google Shape;5622;p80">
              <a:extLst>
                <a:ext uri="{FF2B5EF4-FFF2-40B4-BE49-F238E27FC236}">
                  <a16:creationId xmlns:a16="http://schemas.microsoft.com/office/drawing/2014/main" id="{9813FB55-D6D9-A044-6ADA-D4A6412AD7A1}"/>
                </a:ext>
              </a:extLst>
            </p:cNvPr>
            <p:cNvSpPr/>
            <p:nvPr/>
          </p:nvSpPr>
          <p:spPr>
            <a:xfrm>
              <a:off x="2225774" y="1593091"/>
              <a:ext cx="109" cy="14"/>
            </a:xfrm>
            <a:custGeom>
              <a:avLst/>
              <a:gdLst/>
              <a:ahLst/>
              <a:cxnLst/>
              <a:rect l="l" t="t" r="r" b="b"/>
              <a:pathLst>
                <a:path w="8" h="1" extrusionOk="0">
                  <a:moveTo>
                    <a:pt x="1" y="1"/>
                  </a:moveTo>
                  <a:lnTo>
                    <a:pt x="8" y="1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65" name="Google Shape;5623;p80">
              <a:extLst>
                <a:ext uri="{FF2B5EF4-FFF2-40B4-BE49-F238E27FC236}">
                  <a16:creationId xmlns:a16="http://schemas.microsoft.com/office/drawing/2014/main" id="{822C2DE7-65D8-3C00-530D-7707FC311803}"/>
                </a:ext>
              </a:extLst>
            </p:cNvPr>
            <p:cNvSpPr/>
            <p:nvPr/>
          </p:nvSpPr>
          <p:spPr>
            <a:xfrm>
              <a:off x="2240044" y="1575454"/>
              <a:ext cx="299" cy="204"/>
            </a:xfrm>
            <a:custGeom>
              <a:avLst/>
              <a:gdLst/>
              <a:ahLst/>
              <a:cxnLst/>
              <a:rect l="l" t="t" r="r" b="b"/>
              <a:pathLst>
                <a:path w="22" h="15" extrusionOk="0">
                  <a:moveTo>
                    <a:pt x="0" y="1"/>
                  </a:moveTo>
                  <a:lnTo>
                    <a:pt x="21" y="15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66" name="Google Shape;5624;p80">
              <a:extLst>
                <a:ext uri="{FF2B5EF4-FFF2-40B4-BE49-F238E27FC236}">
                  <a16:creationId xmlns:a16="http://schemas.microsoft.com/office/drawing/2014/main" id="{0ABC3957-7569-6404-77D5-B8F3A0BC8301}"/>
                </a:ext>
              </a:extLst>
            </p:cNvPr>
            <p:cNvSpPr/>
            <p:nvPr/>
          </p:nvSpPr>
          <p:spPr>
            <a:xfrm>
              <a:off x="2206195" y="1570566"/>
              <a:ext cx="258" cy="109"/>
            </a:xfrm>
            <a:custGeom>
              <a:avLst/>
              <a:gdLst/>
              <a:ahLst/>
              <a:cxnLst/>
              <a:rect l="l" t="t" r="r" b="b"/>
              <a:pathLst>
                <a:path w="19" h="8" extrusionOk="0">
                  <a:moveTo>
                    <a:pt x="1" y="7"/>
                  </a:moveTo>
                  <a:lnTo>
                    <a:pt x="18" y="0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67" name="Google Shape;5625;p80">
              <a:extLst>
                <a:ext uri="{FF2B5EF4-FFF2-40B4-BE49-F238E27FC236}">
                  <a16:creationId xmlns:a16="http://schemas.microsoft.com/office/drawing/2014/main" id="{9B5C425D-4196-86B3-69C0-9F2A4E7B4164}"/>
                </a:ext>
              </a:extLst>
            </p:cNvPr>
            <p:cNvSpPr/>
            <p:nvPr/>
          </p:nvSpPr>
          <p:spPr>
            <a:xfrm>
              <a:off x="2208151" y="1569806"/>
              <a:ext cx="204" cy="109"/>
            </a:xfrm>
            <a:custGeom>
              <a:avLst/>
              <a:gdLst/>
              <a:ahLst/>
              <a:cxnLst/>
              <a:rect l="l" t="t" r="r" b="b"/>
              <a:pathLst>
                <a:path w="15" h="8" extrusionOk="0">
                  <a:moveTo>
                    <a:pt x="0" y="7"/>
                  </a:moveTo>
                  <a:lnTo>
                    <a:pt x="14" y="0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68" name="Google Shape;5626;p80">
              <a:extLst>
                <a:ext uri="{FF2B5EF4-FFF2-40B4-BE49-F238E27FC236}">
                  <a16:creationId xmlns:a16="http://schemas.microsoft.com/office/drawing/2014/main" id="{ACEE9DCE-77C8-FAFE-F96A-46816A0BE7D3}"/>
                </a:ext>
              </a:extLst>
            </p:cNvPr>
            <p:cNvSpPr/>
            <p:nvPr/>
          </p:nvSpPr>
          <p:spPr>
            <a:xfrm>
              <a:off x="2225109" y="1570036"/>
              <a:ext cx="1914" cy="109"/>
            </a:xfrm>
            <a:custGeom>
              <a:avLst/>
              <a:gdLst/>
              <a:ahLst/>
              <a:cxnLst/>
              <a:rect l="l" t="t" r="r" b="b"/>
              <a:pathLst>
                <a:path w="141" h="8" extrusionOk="0">
                  <a:moveTo>
                    <a:pt x="141" y="1"/>
                  </a:moveTo>
                  <a:cubicBezTo>
                    <a:pt x="92" y="4"/>
                    <a:pt x="46" y="8"/>
                    <a:pt x="1" y="8"/>
                  </a:cubicBezTo>
                  <a:cubicBezTo>
                    <a:pt x="46" y="8"/>
                    <a:pt x="92" y="4"/>
                    <a:pt x="141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69" name="Google Shape;5627;p80">
              <a:extLst>
                <a:ext uri="{FF2B5EF4-FFF2-40B4-BE49-F238E27FC236}">
                  <a16:creationId xmlns:a16="http://schemas.microsoft.com/office/drawing/2014/main" id="{184CD2CF-2F4F-465B-F236-D580720C5FFA}"/>
                </a:ext>
              </a:extLst>
            </p:cNvPr>
            <p:cNvSpPr/>
            <p:nvPr/>
          </p:nvSpPr>
          <p:spPr>
            <a:xfrm>
              <a:off x="2207526" y="1570091"/>
              <a:ext cx="258" cy="109"/>
            </a:xfrm>
            <a:custGeom>
              <a:avLst/>
              <a:gdLst/>
              <a:ahLst/>
              <a:cxnLst/>
              <a:rect l="l" t="t" r="r" b="b"/>
              <a:pathLst>
                <a:path w="19" h="8" extrusionOk="0">
                  <a:moveTo>
                    <a:pt x="1" y="7"/>
                  </a:moveTo>
                  <a:lnTo>
                    <a:pt x="18" y="0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70" name="Google Shape;5628;p80">
              <a:extLst>
                <a:ext uri="{FF2B5EF4-FFF2-40B4-BE49-F238E27FC236}">
                  <a16:creationId xmlns:a16="http://schemas.microsoft.com/office/drawing/2014/main" id="{7B99689E-1C8A-01EE-2084-9C12C4A66365}"/>
                </a:ext>
              </a:extLst>
            </p:cNvPr>
            <p:cNvSpPr/>
            <p:nvPr/>
          </p:nvSpPr>
          <p:spPr>
            <a:xfrm>
              <a:off x="2240899" y="1576024"/>
              <a:ext cx="339" cy="204"/>
            </a:xfrm>
            <a:custGeom>
              <a:avLst/>
              <a:gdLst/>
              <a:ahLst/>
              <a:cxnLst/>
              <a:rect l="l" t="t" r="r" b="b"/>
              <a:pathLst>
                <a:path w="25" h="15" extrusionOk="0">
                  <a:moveTo>
                    <a:pt x="0" y="1"/>
                  </a:moveTo>
                  <a:lnTo>
                    <a:pt x="25" y="15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71" name="Google Shape;5629;p80">
              <a:extLst>
                <a:ext uri="{FF2B5EF4-FFF2-40B4-BE49-F238E27FC236}">
                  <a16:creationId xmlns:a16="http://schemas.microsoft.com/office/drawing/2014/main" id="{A0A0218D-B9DB-392D-BEFA-3763BDCDB023}"/>
                </a:ext>
              </a:extLst>
            </p:cNvPr>
            <p:cNvSpPr/>
            <p:nvPr/>
          </p:nvSpPr>
          <p:spPr>
            <a:xfrm>
              <a:off x="2206915" y="1570322"/>
              <a:ext cx="244" cy="109"/>
            </a:xfrm>
            <a:custGeom>
              <a:avLst/>
              <a:gdLst/>
              <a:ahLst/>
              <a:cxnLst/>
              <a:rect l="l" t="t" r="r" b="b"/>
              <a:pathLst>
                <a:path w="18" h="8" extrusionOk="0">
                  <a:moveTo>
                    <a:pt x="0" y="8"/>
                  </a:moveTo>
                  <a:lnTo>
                    <a:pt x="18" y="1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72" name="Google Shape;5630;p80">
              <a:extLst>
                <a:ext uri="{FF2B5EF4-FFF2-40B4-BE49-F238E27FC236}">
                  <a16:creationId xmlns:a16="http://schemas.microsoft.com/office/drawing/2014/main" id="{47A1E70A-D827-B752-8B39-71D11C83235A}"/>
                </a:ext>
              </a:extLst>
            </p:cNvPr>
            <p:cNvSpPr/>
            <p:nvPr/>
          </p:nvSpPr>
          <p:spPr>
            <a:xfrm>
              <a:off x="2241755" y="1576554"/>
              <a:ext cx="530" cy="299"/>
            </a:xfrm>
            <a:custGeom>
              <a:avLst/>
              <a:gdLst/>
              <a:ahLst/>
              <a:cxnLst/>
              <a:rect l="l" t="t" r="r" b="b"/>
              <a:pathLst>
                <a:path w="39" h="22" extrusionOk="0">
                  <a:moveTo>
                    <a:pt x="0" y="0"/>
                  </a:moveTo>
                  <a:lnTo>
                    <a:pt x="39" y="21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73" name="Google Shape;5631;p80">
              <a:extLst>
                <a:ext uri="{FF2B5EF4-FFF2-40B4-BE49-F238E27FC236}">
                  <a16:creationId xmlns:a16="http://schemas.microsoft.com/office/drawing/2014/main" id="{287DB411-307E-AFDE-D932-1D75A073CC60}"/>
                </a:ext>
              </a:extLst>
            </p:cNvPr>
            <p:cNvSpPr/>
            <p:nvPr/>
          </p:nvSpPr>
          <p:spPr>
            <a:xfrm>
              <a:off x="2204539" y="1570946"/>
              <a:ext cx="14" cy="14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0" y="0"/>
                  </a:move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74" name="Google Shape;5632;p80">
              <a:extLst>
                <a:ext uri="{FF2B5EF4-FFF2-40B4-BE49-F238E27FC236}">
                  <a16:creationId xmlns:a16="http://schemas.microsoft.com/office/drawing/2014/main" id="{1C0CFE08-6582-6228-B195-2CC10B6C34C4}"/>
                </a:ext>
              </a:extLst>
            </p:cNvPr>
            <p:cNvSpPr/>
            <p:nvPr/>
          </p:nvSpPr>
          <p:spPr>
            <a:xfrm>
              <a:off x="2229345" y="1569466"/>
              <a:ext cx="1018" cy="543"/>
            </a:xfrm>
            <a:custGeom>
              <a:avLst/>
              <a:gdLst/>
              <a:ahLst/>
              <a:cxnLst/>
              <a:rect l="l" t="t" r="r" b="b"/>
              <a:pathLst>
                <a:path w="75" h="40" extrusionOk="0">
                  <a:moveTo>
                    <a:pt x="74" y="39"/>
                  </a:moveTo>
                  <a:cubicBezTo>
                    <a:pt x="57" y="15"/>
                    <a:pt x="29" y="1"/>
                    <a:pt x="1" y="1"/>
                  </a:cubicBezTo>
                  <a:cubicBezTo>
                    <a:pt x="29" y="1"/>
                    <a:pt x="57" y="15"/>
                    <a:pt x="74" y="39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75" name="Google Shape;5633;p80">
              <a:extLst>
                <a:ext uri="{FF2B5EF4-FFF2-40B4-BE49-F238E27FC236}">
                  <a16:creationId xmlns:a16="http://schemas.microsoft.com/office/drawing/2014/main" id="{31FCB1A2-DBDA-9BEB-6709-A2DF76DB58FF}"/>
                </a:ext>
              </a:extLst>
            </p:cNvPr>
            <p:cNvSpPr/>
            <p:nvPr/>
          </p:nvSpPr>
          <p:spPr>
            <a:xfrm>
              <a:off x="2205394" y="1570756"/>
              <a:ext cx="244" cy="54"/>
            </a:xfrm>
            <a:custGeom>
              <a:avLst/>
              <a:gdLst/>
              <a:ahLst/>
              <a:cxnLst/>
              <a:rect l="l" t="t" r="r" b="b"/>
              <a:pathLst>
                <a:path w="18" h="4" extrusionOk="0">
                  <a:moveTo>
                    <a:pt x="0" y="4"/>
                  </a:moveTo>
                  <a:lnTo>
                    <a:pt x="18" y="0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76" name="Google Shape;5634;p80">
              <a:extLst>
                <a:ext uri="{FF2B5EF4-FFF2-40B4-BE49-F238E27FC236}">
                  <a16:creationId xmlns:a16="http://schemas.microsoft.com/office/drawing/2014/main" id="{5E55D49C-928B-2388-BCCC-A4293CEA9BF1}"/>
                </a:ext>
              </a:extLst>
            </p:cNvPr>
            <p:cNvSpPr/>
            <p:nvPr/>
          </p:nvSpPr>
          <p:spPr>
            <a:xfrm>
              <a:off x="2095783" y="1657326"/>
              <a:ext cx="30481" cy="15641"/>
            </a:xfrm>
            <a:custGeom>
              <a:avLst/>
              <a:gdLst/>
              <a:ahLst/>
              <a:cxnLst/>
              <a:rect l="l" t="t" r="r" b="b"/>
              <a:pathLst>
                <a:path w="2245" h="1152" extrusionOk="0">
                  <a:moveTo>
                    <a:pt x="1318" y="1"/>
                  </a:moveTo>
                  <a:cubicBezTo>
                    <a:pt x="1265" y="1"/>
                    <a:pt x="1219" y="15"/>
                    <a:pt x="1159" y="45"/>
                  </a:cubicBezTo>
                  <a:lnTo>
                    <a:pt x="1155" y="48"/>
                  </a:lnTo>
                  <a:lnTo>
                    <a:pt x="1148" y="48"/>
                  </a:lnTo>
                  <a:lnTo>
                    <a:pt x="1138" y="52"/>
                  </a:lnTo>
                  <a:lnTo>
                    <a:pt x="1127" y="55"/>
                  </a:lnTo>
                  <a:lnTo>
                    <a:pt x="1124" y="55"/>
                  </a:lnTo>
                  <a:lnTo>
                    <a:pt x="1113" y="59"/>
                  </a:lnTo>
                  <a:lnTo>
                    <a:pt x="1106" y="59"/>
                  </a:lnTo>
                  <a:lnTo>
                    <a:pt x="1096" y="62"/>
                  </a:lnTo>
                  <a:lnTo>
                    <a:pt x="1089" y="62"/>
                  </a:lnTo>
                  <a:lnTo>
                    <a:pt x="1075" y="66"/>
                  </a:lnTo>
                  <a:lnTo>
                    <a:pt x="714" y="66"/>
                  </a:lnTo>
                  <a:cubicBezTo>
                    <a:pt x="697" y="104"/>
                    <a:pt x="658" y="132"/>
                    <a:pt x="613" y="139"/>
                  </a:cubicBezTo>
                  <a:lnTo>
                    <a:pt x="595" y="139"/>
                  </a:lnTo>
                  <a:cubicBezTo>
                    <a:pt x="494" y="153"/>
                    <a:pt x="413" y="220"/>
                    <a:pt x="382" y="318"/>
                  </a:cubicBezTo>
                  <a:cubicBezTo>
                    <a:pt x="364" y="395"/>
                    <a:pt x="301" y="447"/>
                    <a:pt x="228" y="514"/>
                  </a:cubicBezTo>
                  <a:lnTo>
                    <a:pt x="196" y="542"/>
                  </a:lnTo>
                  <a:cubicBezTo>
                    <a:pt x="123" y="598"/>
                    <a:pt x="63" y="675"/>
                    <a:pt x="28" y="763"/>
                  </a:cubicBezTo>
                  <a:cubicBezTo>
                    <a:pt x="14" y="798"/>
                    <a:pt x="7" y="833"/>
                    <a:pt x="0" y="868"/>
                  </a:cubicBezTo>
                  <a:cubicBezTo>
                    <a:pt x="7" y="857"/>
                    <a:pt x="18" y="850"/>
                    <a:pt x="28" y="840"/>
                  </a:cubicBezTo>
                  <a:lnTo>
                    <a:pt x="35" y="833"/>
                  </a:lnTo>
                  <a:cubicBezTo>
                    <a:pt x="42" y="829"/>
                    <a:pt x="49" y="822"/>
                    <a:pt x="56" y="819"/>
                  </a:cubicBezTo>
                  <a:lnTo>
                    <a:pt x="63" y="812"/>
                  </a:lnTo>
                  <a:cubicBezTo>
                    <a:pt x="74" y="805"/>
                    <a:pt x="84" y="801"/>
                    <a:pt x="91" y="798"/>
                  </a:cubicBezTo>
                  <a:lnTo>
                    <a:pt x="98" y="794"/>
                  </a:lnTo>
                  <a:cubicBezTo>
                    <a:pt x="105" y="791"/>
                    <a:pt x="112" y="787"/>
                    <a:pt x="123" y="787"/>
                  </a:cubicBezTo>
                  <a:lnTo>
                    <a:pt x="130" y="784"/>
                  </a:lnTo>
                  <a:cubicBezTo>
                    <a:pt x="137" y="784"/>
                    <a:pt x="144" y="780"/>
                    <a:pt x="154" y="780"/>
                  </a:cubicBezTo>
                  <a:lnTo>
                    <a:pt x="210" y="780"/>
                  </a:lnTo>
                  <a:cubicBezTo>
                    <a:pt x="221" y="780"/>
                    <a:pt x="228" y="784"/>
                    <a:pt x="238" y="787"/>
                  </a:cubicBezTo>
                  <a:cubicBezTo>
                    <a:pt x="305" y="812"/>
                    <a:pt x="347" y="875"/>
                    <a:pt x="347" y="948"/>
                  </a:cubicBezTo>
                  <a:cubicBezTo>
                    <a:pt x="347" y="966"/>
                    <a:pt x="357" y="980"/>
                    <a:pt x="382" y="1008"/>
                  </a:cubicBezTo>
                  <a:lnTo>
                    <a:pt x="396" y="1022"/>
                  </a:lnTo>
                  <a:lnTo>
                    <a:pt x="399" y="1025"/>
                  </a:lnTo>
                  <a:lnTo>
                    <a:pt x="410" y="1039"/>
                  </a:lnTo>
                  <a:lnTo>
                    <a:pt x="413" y="1046"/>
                  </a:lnTo>
                  <a:cubicBezTo>
                    <a:pt x="417" y="1050"/>
                    <a:pt x="424" y="1057"/>
                    <a:pt x="427" y="1064"/>
                  </a:cubicBezTo>
                  <a:lnTo>
                    <a:pt x="427" y="1067"/>
                  </a:lnTo>
                  <a:cubicBezTo>
                    <a:pt x="431" y="1074"/>
                    <a:pt x="434" y="1081"/>
                    <a:pt x="438" y="1088"/>
                  </a:cubicBezTo>
                  <a:lnTo>
                    <a:pt x="441" y="1095"/>
                  </a:lnTo>
                  <a:cubicBezTo>
                    <a:pt x="441" y="1102"/>
                    <a:pt x="445" y="1109"/>
                    <a:pt x="445" y="1116"/>
                  </a:cubicBezTo>
                  <a:lnTo>
                    <a:pt x="445" y="1123"/>
                  </a:lnTo>
                  <a:cubicBezTo>
                    <a:pt x="448" y="1130"/>
                    <a:pt x="448" y="1141"/>
                    <a:pt x="448" y="1151"/>
                  </a:cubicBezTo>
                  <a:lnTo>
                    <a:pt x="553" y="1141"/>
                  </a:lnTo>
                  <a:lnTo>
                    <a:pt x="585" y="1141"/>
                  </a:lnTo>
                  <a:lnTo>
                    <a:pt x="655" y="1137"/>
                  </a:lnTo>
                  <a:lnTo>
                    <a:pt x="837" y="1137"/>
                  </a:lnTo>
                  <a:cubicBezTo>
                    <a:pt x="875" y="1127"/>
                    <a:pt x="952" y="969"/>
                    <a:pt x="980" y="910"/>
                  </a:cubicBezTo>
                  <a:cubicBezTo>
                    <a:pt x="1026" y="822"/>
                    <a:pt x="1043" y="780"/>
                    <a:pt x="1075" y="759"/>
                  </a:cubicBezTo>
                  <a:cubicBezTo>
                    <a:pt x="1088" y="751"/>
                    <a:pt x="1104" y="746"/>
                    <a:pt x="1120" y="746"/>
                  </a:cubicBezTo>
                  <a:cubicBezTo>
                    <a:pt x="1126" y="746"/>
                    <a:pt x="1132" y="747"/>
                    <a:pt x="1138" y="749"/>
                  </a:cubicBezTo>
                  <a:cubicBezTo>
                    <a:pt x="1187" y="759"/>
                    <a:pt x="1225" y="812"/>
                    <a:pt x="1299" y="924"/>
                  </a:cubicBezTo>
                  <a:cubicBezTo>
                    <a:pt x="1344" y="1001"/>
                    <a:pt x="1400" y="1071"/>
                    <a:pt x="1463" y="1134"/>
                  </a:cubicBezTo>
                  <a:cubicBezTo>
                    <a:pt x="1467" y="1141"/>
                    <a:pt x="1470" y="1144"/>
                    <a:pt x="1477" y="1148"/>
                  </a:cubicBezTo>
                  <a:cubicBezTo>
                    <a:pt x="1495" y="1095"/>
                    <a:pt x="1502" y="1043"/>
                    <a:pt x="1499" y="990"/>
                  </a:cubicBezTo>
                  <a:cubicBezTo>
                    <a:pt x="1499" y="938"/>
                    <a:pt x="1523" y="892"/>
                    <a:pt x="1562" y="861"/>
                  </a:cubicBezTo>
                  <a:cubicBezTo>
                    <a:pt x="1606" y="827"/>
                    <a:pt x="1660" y="808"/>
                    <a:pt x="1715" y="808"/>
                  </a:cubicBezTo>
                  <a:cubicBezTo>
                    <a:pt x="1734" y="808"/>
                    <a:pt x="1753" y="811"/>
                    <a:pt x="1772" y="815"/>
                  </a:cubicBezTo>
                  <a:cubicBezTo>
                    <a:pt x="1830" y="827"/>
                    <a:pt x="1871" y="831"/>
                    <a:pt x="1898" y="831"/>
                  </a:cubicBezTo>
                  <a:cubicBezTo>
                    <a:pt x="1940" y="831"/>
                    <a:pt x="1950" y="822"/>
                    <a:pt x="1950" y="822"/>
                  </a:cubicBezTo>
                  <a:cubicBezTo>
                    <a:pt x="1950" y="819"/>
                    <a:pt x="1950" y="815"/>
                    <a:pt x="1950" y="815"/>
                  </a:cubicBezTo>
                  <a:cubicBezTo>
                    <a:pt x="1950" y="773"/>
                    <a:pt x="1964" y="731"/>
                    <a:pt x="1996" y="703"/>
                  </a:cubicBezTo>
                  <a:cubicBezTo>
                    <a:pt x="2025" y="683"/>
                    <a:pt x="2060" y="672"/>
                    <a:pt x="2096" y="672"/>
                  </a:cubicBezTo>
                  <a:cubicBezTo>
                    <a:pt x="2111" y="672"/>
                    <a:pt x="2127" y="674"/>
                    <a:pt x="2143" y="679"/>
                  </a:cubicBezTo>
                  <a:cubicBezTo>
                    <a:pt x="2153" y="679"/>
                    <a:pt x="2164" y="682"/>
                    <a:pt x="2171" y="686"/>
                  </a:cubicBezTo>
                  <a:cubicBezTo>
                    <a:pt x="2185" y="661"/>
                    <a:pt x="2192" y="637"/>
                    <a:pt x="2195" y="612"/>
                  </a:cubicBezTo>
                  <a:lnTo>
                    <a:pt x="2199" y="587"/>
                  </a:lnTo>
                  <a:lnTo>
                    <a:pt x="2244" y="545"/>
                  </a:lnTo>
                  <a:lnTo>
                    <a:pt x="2244" y="538"/>
                  </a:lnTo>
                  <a:cubicBezTo>
                    <a:pt x="2234" y="535"/>
                    <a:pt x="2223" y="535"/>
                    <a:pt x="2213" y="531"/>
                  </a:cubicBezTo>
                  <a:lnTo>
                    <a:pt x="2150" y="531"/>
                  </a:lnTo>
                  <a:cubicBezTo>
                    <a:pt x="2139" y="535"/>
                    <a:pt x="2132" y="535"/>
                    <a:pt x="2122" y="542"/>
                  </a:cubicBezTo>
                  <a:lnTo>
                    <a:pt x="2115" y="545"/>
                  </a:lnTo>
                  <a:cubicBezTo>
                    <a:pt x="2094" y="553"/>
                    <a:pt x="2071" y="557"/>
                    <a:pt x="2047" y="557"/>
                  </a:cubicBezTo>
                  <a:cubicBezTo>
                    <a:pt x="1995" y="557"/>
                    <a:pt x="1938" y="538"/>
                    <a:pt x="1880" y="500"/>
                  </a:cubicBezTo>
                  <a:cubicBezTo>
                    <a:pt x="1859" y="486"/>
                    <a:pt x="1751" y="412"/>
                    <a:pt x="1751" y="335"/>
                  </a:cubicBezTo>
                  <a:cubicBezTo>
                    <a:pt x="1751" y="328"/>
                    <a:pt x="1751" y="318"/>
                    <a:pt x="1747" y="304"/>
                  </a:cubicBezTo>
                  <a:cubicBezTo>
                    <a:pt x="1740" y="248"/>
                    <a:pt x="1740" y="195"/>
                    <a:pt x="1744" y="143"/>
                  </a:cubicBezTo>
                  <a:lnTo>
                    <a:pt x="1730" y="136"/>
                  </a:lnTo>
                  <a:lnTo>
                    <a:pt x="1702" y="122"/>
                  </a:lnTo>
                  <a:lnTo>
                    <a:pt x="1684" y="115"/>
                  </a:lnTo>
                  <a:lnTo>
                    <a:pt x="1660" y="104"/>
                  </a:lnTo>
                  <a:lnTo>
                    <a:pt x="1646" y="94"/>
                  </a:lnTo>
                  <a:lnTo>
                    <a:pt x="1625" y="87"/>
                  </a:lnTo>
                  <a:lnTo>
                    <a:pt x="1607" y="80"/>
                  </a:lnTo>
                  <a:lnTo>
                    <a:pt x="1586" y="69"/>
                  </a:lnTo>
                  <a:lnTo>
                    <a:pt x="1572" y="62"/>
                  </a:lnTo>
                  <a:lnTo>
                    <a:pt x="1555" y="55"/>
                  </a:lnTo>
                  <a:lnTo>
                    <a:pt x="1541" y="52"/>
                  </a:lnTo>
                  <a:lnTo>
                    <a:pt x="1520" y="45"/>
                  </a:lnTo>
                  <a:lnTo>
                    <a:pt x="1509" y="41"/>
                  </a:lnTo>
                  <a:lnTo>
                    <a:pt x="1484" y="31"/>
                  </a:lnTo>
                  <a:cubicBezTo>
                    <a:pt x="1415" y="11"/>
                    <a:pt x="1364" y="1"/>
                    <a:pt x="1318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77" name="Google Shape;5635;p80">
              <a:extLst>
                <a:ext uri="{FF2B5EF4-FFF2-40B4-BE49-F238E27FC236}">
                  <a16:creationId xmlns:a16="http://schemas.microsoft.com/office/drawing/2014/main" id="{6F8879D5-32B6-223B-029C-E80751B29AC3}"/>
                </a:ext>
              </a:extLst>
            </p:cNvPr>
            <p:cNvSpPr/>
            <p:nvPr/>
          </p:nvSpPr>
          <p:spPr>
            <a:xfrm>
              <a:off x="2124445" y="1664672"/>
              <a:ext cx="149" cy="68"/>
            </a:xfrm>
            <a:custGeom>
              <a:avLst/>
              <a:gdLst/>
              <a:ahLst/>
              <a:cxnLst/>
              <a:rect l="l" t="t" r="r" b="b"/>
              <a:pathLst>
                <a:path w="11" h="5" extrusionOk="0">
                  <a:moveTo>
                    <a:pt x="11" y="1"/>
                  </a:moveTo>
                  <a:lnTo>
                    <a:pt x="0" y="4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78" name="Google Shape;5636;p80">
              <a:extLst>
                <a:ext uri="{FF2B5EF4-FFF2-40B4-BE49-F238E27FC236}">
                  <a16:creationId xmlns:a16="http://schemas.microsoft.com/office/drawing/2014/main" id="{3AD9D6B2-AE1A-0850-CACC-D551589C6CBA}"/>
                </a:ext>
              </a:extLst>
            </p:cNvPr>
            <p:cNvSpPr/>
            <p:nvPr/>
          </p:nvSpPr>
          <p:spPr>
            <a:xfrm>
              <a:off x="2126292" y="1664631"/>
              <a:ext cx="14" cy="14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1" y="0"/>
                  </a:move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79" name="Google Shape;5637;p80">
              <a:extLst>
                <a:ext uri="{FF2B5EF4-FFF2-40B4-BE49-F238E27FC236}">
                  <a16:creationId xmlns:a16="http://schemas.microsoft.com/office/drawing/2014/main" id="{DA1E8D8A-4E0A-3033-E8D4-DB618789D22E}"/>
                </a:ext>
              </a:extLst>
            </p:cNvPr>
            <p:cNvSpPr/>
            <p:nvPr/>
          </p:nvSpPr>
          <p:spPr>
            <a:xfrm>
              <a:off x="2119422" y="1659349"/>
              <a:ext cx="136" cy="2539"/>
            </a:xfrm>
            <a:custGeom>
              <a:avLst/>
              <a:gdLst/>
              <a:ahLst/>
              <a:cxnLst/>
              <a:rect l="l" t="t" r="r" b="b"/>
              <a:pathLst>
                <a:path w="10" h="187" extrusionOk="0">
                  <a:moveTo>
                    <a:pt x="2" y="0"/>
                  </a:moveTo>
                  <a:cubicBezTo>
                    <a:pt x="1" y="20"/>
                    <a:pt x="0" y="40"/>
                    <a:pt x="0" y="59"/>
                  </a:cubicBezTo>
                  <a:lnTo>
                    <a:pt x="0" y="59"/>
                  </a:lnTo>
                  <a:cubicBezTo>
                    <a:pt x="0" y="40"/>
                    <a:pt x="1" y="20"/>
                    <a:pt x="2" y="0"/>
                  </a:cubicBezTo>
                  <a:close/>
                  <a:moveTo>
                    <a:pt x="0" y="59"/>
                  </a:moveTo>
                  <a:lnTo>
                    <a:pt x="0" y="59"/>
                  </a:lnTo>
                  <a:cubicBezTo>
                    <a:pt x="0" y="90"/>
                    <a:pt x="2" y="122"/>
                    <a:pt x="6" y="155"/>
                  </a:cubicBezTo>
                  <a:cubicBezTo>
                    <a:pt x="6" y="155"/>
                    <a:pt x="6" y="155"/>
                    <a:pt x="6" y="155"/>
                  </a:cubicBezTo>
                  <a:lnTo>
                    <a:pt x="6" y="155"/>
                  </a:lnTo>
                  <a:cubicBezTo>
                    <a:pt x="6" y="154"/>
                    <a:pt x="6" y="153"/>
                    <a:pt x="6" y="151"/>
                  </a:cubicBezTo>
                  <a:cubicBezTo>
                    <a:pt x="2" y="121"/>
                    <a:pt x="0" y="90"/>
                    <a:pt x="0" y="59"/>
                  </a:cubicBezTo>
                  <a:close/>
                  <a:moveTo>
                    <a:pt x="6" y="155"/>
                  </a:moveTo>
                  <a:cubicBezTo>
                    <a:pt x="7" y="170"/>
                    <a:pt x="10" y="180"/>
                    <a:pt x="10" y="186"/>
                  </a:cubicBezTo>
                  <a:cubicBezTo>
                    <a:pt x="10" y="179"/>
                    <a:pt x="10" y="169"/>
                    <a:pt x="6" y="155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80" name="Google Shape;5638;p80">
              <a:extLst>
                <a:ext uri="{FF2B5EF4-FFF2-40B4-BE49-F238E27FC236}">
                  <a16:creationId xmlns:a16="http://schemas.microsoft.com/office/drawing/2014/main" id="{952921CA-2CB7-CCD8-C63F-82064F302B86}"/>
                </a:ext>
              </a:extLst>
            </p:cNvPr>
            <p:cNvSpPr/>
            <p:nvPr/>
          </p:nvSpPr>
          <p:spPr>
            <a:xfrm>
              <a:off x="2125681" y="1664536"/>
              <a:ext cx="149" cy="14"/>
            </a:xfrm>
            <a:custGeom>
              <a:avLst/>
              <a:gdLst/>
              <a:ahLst/>
              <a:cxnLst/>
              <a:rect l="l" t="t" r="r" b="b"/>
              <a:pathLst>
                <a:path w="11" h="1" extrusionOk="0">
                  <a:moveTo>
                    <a:pt x="0" y="0"/>
                  </a:moveTo>
                  <a:lnTo>
                    <a:pt x="11" y="0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81" name="Google Shape;5639;p80">
              <a:extLst>
                <a:ext uri="{FF2B5EF4-FFF2-40B4-BE49-F238E27FC236}">
                  <a16:creationId xmlns:a16="http://schemas.microsoft.com/office/drawing/2014/main" id="{DB4B46BE-EEB8-FAFC-DB01-BB72F11725F5}"/>
                </a:ext>
              </a:extLst>
            </p:cNvPr>
            <p:cNvSpPr/>
            <p:nvPr/>
          </p:nvSpPr>
          <p:spPr>
            <a:xfrm>
              <a:off x="2125206" y="1664536"/>
              <a:ext cx="204" cy="14"/>
            </a:xfrm>
            <a:custGeom>
              <a:avLst/>
              <a:gdLst/>
              <a:ahLst/>
              <a:cxnLst/>
              <a:rect l="l" t="t" r="r" b="b"/>
              <a:pathLst>
                <a:path w="15" h="1" extrusionOk="0">
                  <a:moveTo>
                    <a:pt x="0" y="0"/>
                  </a:moveTo>
                  <a:lnTo>
                    <a:pt x="14" y="0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82" name="Google Shape;5640;p80">
              <a:extLst>
                <a:ext uri="{FF2B5EF4-FFF2-40B4-BE49-F238E27FC236}">
                  <a16:creationId xmlns:a16="http://schemas.microsoft.com/office/drawing/2014/main" id="{07F0BEB1-2FB6-D52A-D048-F464DCD68945}"/>
                </a:ext>
              </a:extLst>
            </p:cNvPr>
            <p:cNvSpPr/>
            <p:nvPr/>
          </p:nvSpPr>
          <p:spPr>
            <a:xfrm>
              <a:off x="2124581" y="1664536"/>
              <a:ext cx="394" cy="149"/>
            </a:xfrm>
            <a:custGeom>
              <a:avLst/>
              <a:gdLst/>
              <a:ahLst/>
              <a:cxnLst/>
              <a:rect l="l" t="t" r="r" b="b"/>
              <a:pathLst>
                <a:path w="29" h="11" extrusionOk="0">
                  <a:moveTo>
                    <a:pt x="1" y="11"/>
                  </a:moveTo>
                  <a:cubicBezTo>
                    <a:pt x="11" y="4"/>
                    <a:pt x="18" y="4"/>
                    <a:pt x="29" y="0"/>
                  </a:cubicBezTo>
                  <a:cubicBezTo>
                    <a:pt x="18" y="4"/>
                    <a:pt x="11" y="4"/>
                    <a:pt x="1" y="1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83" name="Google Shape;5641;p80">
              <a:extLst>
                <a:ext uri="{FF2B5EF4-FFF2-40B4-BE49-F238E27FC236}">
                  <a16:creationId xmlns:a16="http://schemas.microsoft.com/office/drawing/2014/main" id="{8DB766A7-153E-450A-D5DA-1F30A022A30A}"/>
                </a:ext>
              </a:extLst>
            </p:cNvPr>
            <p:cNvSpPr/>
            <p:nvPr/>
          </p:nvSpPr>
          <p:spPr>
            <a:xfrm>
              <a:off x="2094588" y="1586533"/>
              <a:ext cx="64181" cy="72259"/>
            </a:xfrm>
            <a:custGeom>
              <a:avLst/>
              <a:gdLst/>
              <a:ahLst/>
              <a:cxnLst/>
              <a:rect l="l" t="t" r="r" b="b"/>
              <a:pathLst>
                <a:path w="4727" h="5322" extrusionOk="0">
                  <a:moveTo>
                    <a:pt x="1488" y="1"/>
                  </a:moveTo>
                  <a:cubicBezTo>
                    <a:pt x="1534" y="74"/>
                    <a:pt x="1555" y="151"/>
                    <a:pt x="1516" y="221"/>
                  </a:cubicBezTo>
                  <a:cubicBezTo>
                    <a:pt x="1478" y="291"/>
                    <a:pt x="1516" y="372"/>
                    <a:pt x="1597" y="508"/>
                  </a:cubicBezTo>
                  <a:cubicBezTo>
                    <a:pt x="1618" y="547"/>
                    <a:pt x="1643" y="585"/>
                    <a:pt x="1664" y="627"/>
                  </a:cubicBezTo>
                  <a:cubicBezTo>
                    <a:pt x="1692" y="673"/>
                    <a:pt x="1699" y="729"/>
                    <a:pt x="1678" y="778"/>
                  </a:cubicBezTo>
                  <a:cubicBezTo>
                    <a:pt x="1646" y="841"/>
                    <a:pt x="1576" y="855"/>
                    <a:pt x="1513" y="865"/>
                  </a:cubicBezTo>
                  <a:cubicBezTo>
                    <a:pt x="1485" y="865"/>
                    <a:pt x="1460" y="872"/>
                    <a:pt x="1436" y="883"/>
                  </a:cubicBezTo>
                  <a:cubicBezTo>
                    <a:pt x="1432" y="921"/>
                    <a:pt x="1411" y="956"/>
                    <a:pt x="1376" y="977"/>
                  </a:cubicBezTo>
                  <a:cubicBezTo>
                    <a:pt x="1356" y="989"/>
                    <a:pt x="1329" y="995"/>
                    <a:pt x="1295" y="995"/>
                  </a:cubicBezTo>
                  <a:cubicBezTo>
                    <a:pt x="1212" y="995"/>
                    <a:pt x="1091" y="957"/>
                    <a:pt x="935" y="879"/>
                  </a:cubicBezTo>
                  <a:cubicBezTo>
                    <a:pt x="913" y="868"/>
                    <a:pt x="872" y="863"/>
                    <a:pt x="825" y="863"/>
                  </a:cubicBezTo>
                  <a:cubicBezTo>
                    <a:pt x="746" y="863"/>
                    <a:pt x="653" y="877"/>
                    <a:pt x="620" y="897"/>
                  </a:cubicBezTo>
                  <a:cubicBezTo>
                    <a:pt x="620" y="932"/>
                    <a:pt x="617" y="967"/>
                    <a:pt x="606" y="1002"/>
                  </a:cubicBezTo>
                  <a:cubicBezTo>
                    <a:pt x="610" y="1012"/>
                    <a:pt x="610" y="1019"/>
                    <a:pt x="613" y="1030"/>
                  </a:cubicBezTo>
                  <a:cubicBezTo>
                    <a:pt x="617" y="1040"/>
                    <a:pt x="620" y="1054"/>
                    <a:pt x="620" y="1065"/>
                  </a:cubicBezTo>
                  <a:cubicBezTo>
                    <a:pt x="624" y="1075"/>
                    <a:pt x="627" y="1089"/>
                    <a:pt x="627" y="1100"/>
                  </a:cubicBezTo>
                  <a:cubicBezTo>
                    <a:pt x="631" y="1114"/>
                    <a:pt x="634" y="1121"/>
                    <a:pt x="634" y="1131"/>
                  </a:cubicBezTo>
                  <a:cubicBezTo>
                    <a:pt x="638" y="1138"/>
                    <a:pt x="638" y="1152"/>
                    <a:pt x="641" y="1166"/>
                  </a:cubicBezTo>
                  <a:cubicBezTo>
                    <a:pt x="641" y="1177"/>
                    <a:pt x="641" y="1184"/>
                    <a:pt x="641" y="1191"/>
                  </a:cubicBezTo>
                  <a:cubicBezTo>
                    <a:pt x="645" y="1198"/>
                    <a:pt x="641" y="1212"/>
                    <a:pt x="641" y="1222"/>
                  </a:cubicBezTo>
                  <a:lnTo>
                    <a:pt x="641" y="1243"/>
                  </a:lnTo>
                  <a:lnTo>
                    <a:pt x="641" y="1275"/>
                  </a:lnTo>
                  <a:lnTo>
                    <a:pt x="641" y="1292"/>
                  </a:lnTo>
                  <a:cubicBezTo>
                    <a:pt x="641" y="1299"/>
                    <a:pt x="641" y="1313"/>
                    <a:pt x="638" y="1320"/>
                  </a:cubicBezTo>
                  <a:cubicBezTo>
                    <a:pt x="638" y="1331"/>
                    <a:pt x="638" y="1331"/>
                    <a:pt x="634" y="1338"/>
                  </a:cubicBezTo>
                  <a:cubicBezTo>
                    <a:pt x="634" y="1345"/>
                    <a:pt x="631" y="1355"/>
                    <a:pt x="627" y="1362"/>
                  </a:cubicBezTo>
                  <a:cubicBezTo>
                    <a:pt x="627" y="1366"/>
                    <a:pt x="624" y="1369"/>
                    <a:pt x="624" y="1373"/>
                  </a:cubicBezTo>
                  <a:cubicBezTo>
                    <a:pt x="620" y="1387"/>
                    <a:pt x="613" y="1397"/>
                    <a:pt x="606" y="1408"/>
                  </a:cubicBezTo>
                  <a:cubicBezTo>
                    <a:pt x="550" y="1488"/>
                    <a:pt x="477" y="1558"/>
                    <a:pt x="389" y="1607"/>
                  </a:cubicBezTo>
                  <a:lnTo>
                    <a:pt x="365" y="1625"/>
                  </a:lnTo>
                  <a:lnTo>
                    <a:pt x="361" y="1625"/>
                  </a:lnTo>
                  <a:lnTo>
                    <a:pt x="372" y="1639"/>
                  </a:lnTo>
                  <a:cubicBezTo>
                    <a:pt x="456" y="1727"/>
                    <a:pt x="571" y="1849"/>
                    <a:pt x="512" y="1954"/>
                  </a:cubicBezTo>
                  <a:cubicBezTo>
                    <a:pt x="491" y="1986"/>
                    <a:pt x="463" y="2014"/>
                    <a:pt x="431" y="2031"/>
                  </a:cubicBezTo>
                  <a:cubicBezTo>
                    <a:pt x="410" y="2042"/>
                    <a:pt x="407" y="2045"/>
                    <a:pt x="407" y="2098"/>
                  </a:cubicBezTo>
                  <a:cubicBezTo>
                    <a:pt x="407" y="2231"/>
                    <a:pt x="291" y="2301"/>
                    <a:pt x="67" y="2308"/>
                  </a:cubicBezTo>
                  <a:lnTo>
                    <a:pt x="71" y="2329"/>
                  </a:lnTo>
                  <a:cubicBezTo>
                    <a:pt x="88" y="2395"/>
                    <a:pt x="85" y="2465"/>
                    <a:pt x="60" y="2528"/>
                  </a:cubicBezTo>
                  <a:cubicBezTo>
                    <a:pt x="57" y="2539"/>
                    <a:pt x="53" y="2553"/>
                    <a:pt x="50" y="2563"/>
                  </a:cubicBezTo>
                  <a:cubicBezTo>
                    <a:pt x="29" y="2647"/>
                    <a:pt x="18" y="2735"/>
                    <a:pt x="15" y="2822"/>
                  </a:cubicBezTo>
                  <a:cubicBezTo>
                    <a:pt x="15" y="2850"/>
                    <a:pt x="8" y="2896"/>
                    <a:pt x="4" y="2927"/>
                  </a:cubicBezTo>
                  <a:cubicBezTo>
                    <a:pt x="1" y="2955"/>
                    <a:pt x="46" y="3022"/>
                    <a:pt x="71" y="3064"/>
                  </a:cubicBezTo>
                  <a:cubicBezTo>
                    <a:pt x="120" y="3137"/>
                    <a:pt x="162" y="3204"/>
                    <a:pt x="148" y="3270"/>
                  </a:cubicBezTo>
                  <a:cubicBezTo>
                    <a:pt x="134" y="3319"/>
                    <a:pt x="106" y="3365"/>
                    <a:pt x="71" y="3400"/>
                  </a:cubicBezTo>
                  <a:lnTo>
                    <a:pt x="50" y="3421"/>
                  </a:lnTo>
                  <a:lnTo>
                    <a:pt x="46" y="3428"/>
                  </a:lnTo>
                  <a:cubicBezTo>
                    <a:pt x="43" y="3431"/>
                    <a:pt x="39" y="3438"/>
                    <a:pt x="36" y="3442"/>
                  </a:cubicBezTo>
                  <a:lnTo>
                    <a:pt x="43" y="3456"/>
                  </a:lnTo>
                  <a:lnTo>
                    <a:pt x="53" y="3473"/>
                  </a:lnTo>
                  <a:lnTo>
                    <a:pt x="71" y="3494"/>
                  </a:lnTo>
                  <a:lnTo>
                    <a:pt x="74" y="3501"/>
                  </a:lnTo>
                  <a:lnTo>
                    <a:pt x="78" y="3508"/>
                  </a:lnTo>
                  <a:lnTo>
                    <a:pt x="85" y="3515"/>
                  </a:lnTo>
                  <a:lnTo>
                    <a:pt x="88" y="3526"/>
                  </a:lnTo>
                  <a:lnTo>
                    <a:pt x="95" y="3533"/>
                  </a:lnTo>
                  <a:lnTo>
                    <a:pt x="102" y="3543"/>
                  </a:lnTo>
                  <a:lnTo>
                    <a:pt x="106" y="3554"/>
                  </a:lnTo>
                  <a:lnTo>
                    <a:pt x="113" y="3561"/>
                  </a:lnTo>
                  <a:lnTo>
                    <a:pt x="120" y="3575"/>
                  </a:lnTo>
                  <a:lnTo>
                    <a:pt x="123" y="3585"/>
                  </a:lnTo>
                  <a:lnTo>
                    <a:pt x="130" y="3596"/>
                  </a:lnTo>
                  <a:lnTo>
                    <a:pt x="134" y="3606"/>
                  </a:lnTo>
                  <a:lnTo>
                    <a:pt x="141" y="3620"/>
                  </a:lnTo>
                  <a:lnTo>
                    <a:pt x="144" y="3631"/>
                  </a:lnTo>
                  <a:lnTo>
                    <a:pt x="151" y="3645"/>
                  </a:lnTo>
                  <a:lnTo>
                    <a:pt x="158" y="3659"/>
                  </a:lnTo>
                  <a:lnTo>
                    <a:pt x="162" y="3673"/>
                  </a:lnTo>
                  <a:lnTo>
                    <a:pt x="165" y="3687"/>
                  </a:lnTo>
                  <a:lnTo>
                    <a:pt x="172" y="3704"/>
                  </a:lnTo>
                  <a:lnTo>
                    <a:pt x="176" y="3718"/>
                  </a:lnTo>
                  <a:lnTo>
                    <a:pt x="183" y="3739"/>
                  </a:lnTo>
                  <a:lnTo>
                    <a:pt x="186" y="3753"/>
                  </a:lnTo>
                  <a:cubicBezTo>
                    <a:pt x="186" y="3761"/>
                    <a:pt x="190" y="3768"/>
                    <a:pt x="190" y="3775"/>
                  </a:cubicBezTo>
                  <a:lnTo>
                    <a:pt x="193" y="3789"/>
                  </a:lnTo>
                  <a:cubicBezTo>
                    <a:pt x="193" y="3796"/>
                    <a:pt x="197" y="3806"/>
                    <a:pt x="197" y="3813"/>
                  </a:cubicBezTo>
                  <a:lnTo>
                    <a:pt x="200" y="3827"/>
                  </a:lnTo>
                  <a:cubicBezTo>
                    <a:pt x="200" y="3838"/>
                    <a:pt x="204" y="3848"/>
                    <a:pt x="204" y="3859"/>
                  </a:cubicBezTo>
                  <a:lnTo>
                    <a:pt x="204" y="3869"/>
                  </a:lnTo>
                  <a:lnTo>
                    <a:pt x="228" y="3880"/>
                  </a:lnTo>
                  <a:lnTo>
                    <a:pt x="235" y="3883"/>
                  </a:lnTo>
                  <a:cubicBezTo>
                    <a:pt x="267" y="3894"/>
                    <a:pt x="295" y="3915"/>
                    <a:pt x="319" y="3943"/>
                  </a:cubicBezTo>
                  <a:cubicBezTo>
                    <a:pt x="375" y="4020"/>
                    <a:pt x="463" y="4069"/>
                    <a:pt x="557" y="4083"/>
                  </a:cubicBezTo>
                  <a:cubicBezTo>
                    <a:pt x="578" y="4086"/>
                    <a:pt x="596" y="4086"/>
                    <a:pt x="617" y="4086"/>
                  </a:cubicBezTo>
                  <a:cubicBezTo>
                    <a:pt x="697" y="4086"/>
                    <a:pt x="778" y="4114"/>
                    <a:pt x="844" y="4160"/>
                  </a:cubicBezTo>
                  <a:cubicBezTo>
                    <a:pt x="862" y="4170"/>
                    <a:pt x="879" y="4181"/>
                    <a:pt x="897" y="4184"/>
                  </a:cubicBezTo>
                  <a:cubicBezTo>
                    <a:pt x="905" y="4183"/>
                    <a:pt x="915" y="4182"/>
                    <a:pt x="925" y="4182"/>
                  </a:cubicBezTo>
                  <a:cubicBezTo>
                    <a:pt x="993" y="4182"/>
                    <a:pt x="1098" y="4213"/>
                    <a:pt x="1131" y="4286"/>
                  </a:cubicBezTo>
                  <a:cubicBezTo>
                    <a:pt x="1149" y="4324"/>
                    <a:pt x="1163" y="4398"/>
                    <a:pt x="1058" y="4482"/>
                  </a:cubicBezTo>
                  <a:cubicBezTo>
                    <a:pt x="932" y="4590"/>
                    <a:pt x="904" y="4713"/>
                    <a:pt x="872" y="4856"/>
                  </a:cubicBezTo>
                  <a:lnTo>
                    <a:pt x="862" y="4895"/>
                  </a:lnTo>
                  <a:cubicBezTo>
                    <a:pt x="851" y="4947"/>
                    <a:pt x="844" y="4996"/>
                    <a:pt x="841" y="5049"/>
                  </a:cubicBezTo>
                  <a:cubicBezTo>
                    <a:pt x="841" y="5084"/>
                    <a:pt x="837" y="5119"/>
                    <a:pt x="830" y="5154"/>
                  </a:cubicBezTo>
                  <a:lnTo>
                    <a:pt x="1184" y="5154"/>
                  </a:lnTo>
                  <a:cubicBezTo>
                    <a:pt x="1265" y="5113"/>
                    <a:pt x="1333" y="5096"/>
                    <a:pt x="1402" y="5096"/>
                  </a:cubicBezTo>
                  <a:cubicBezTo>
                    <a:pt x="1464" y="5096"/>
                    <a:pt x="1528" y="5110"/>
                    <a:pt x="1604" y="5133"/>
                  </a:cubicBezTo>
                  <a:cubicBezTo>
                    <a:pt x="1618" y="5136"/>
                    <a:pt x="1636" y="5143"/>
                    <a:pt x="1653" y="5150"/>
                  </a:cubicBezTo>
                  <a:lnTo>
                    <a:pt x="1664" y="5154"/>
                  </a:lnTo>
                  <a:lnTo>
                    <a:pt x="1716" y="5175"/>
                  </a:lnTo>
                  <a:lnTo>
                    <a:pt x="1730" y="5178"/>
                  </a:lnTo>
                  <a:lnTo>
                    <a:pt x="1793" y="5206"/>
                  </a:lnTo>
                  <a:lnTo>
                    <a:pt x="1800" y="5210"/>
                  </a:lnTo>
                  <a:lnTo>
                    <a:pt x="1870" y="5245"/>
                  </a:lnTo>
                  <a:cubicBezTo>
                    <a:pt x="1888" y="5227"/>
                    <a:pt x="1909" y="5213"/>
                    <a:pt x="1933" y="5210"/>
                  </a:cubicBezTo>
                  <a:cubicBezTo>
                    <a:pt x="1940" y="5206"/>
                    <a:pt x="1947" y="5206"/>
                    <a:pt x="1951" y="5206"/>
                  </a:cubicBezTo>
                  <a:lnTo>
                    <a:pt x="1996" y="5206"/>
                  </a:lnTo>
                  <a:lnTo>
                    <a:pt x="2014" y="5210"/>
                  </a:lnTo>
                  <a:lnTo>
                    <a:pt x="2021" y="5210"/>
                  </a:lnTo>
                  <a:lnTo>
                    <a:pt x="2035" y="5217"/>
                  </a:lnTo>
                  <a:lnTo>
                    <a:pt x="2045" y="5220"/>
                  </a:lnTo>
                  <a:lnTo>
                    <a:pt x="2059" y="5227"/>
                  </a:lnTo>
                  <a:lnTo>
                    <a:pt x="2066" y="5231"/>
                  </a:lnTo>
                  <a:lnTo>
                    <a:pt x="2080" y="5238"/>
                  </a:lnTo>
                  <a:lnTo>
                    <a:pt x="2087" y="5245"/>
                  </a:lnTo>
                  <a:lnTo>
                    <a:pt x="2101" y="5252"/>
                  </a:lnTo>
                  <a:lnTo>
                    <a:pt x="2112" y="5259"/>
                  </a:lnTo>
                  <a:lnTo>
                    <a:pt x="2140" y="5280"/>
                  </a:lnTo>
                  <a:cubicBezTo>
                    <a:pt x="2164" y="5297"/>
                    <a:pt x="2189" y="5311"/>
                    <a:pt x="2217" y="5322"/>
                  </a:cubicBezTo>
                  <a:lnTo>
                    <a:pt x="2220" y="5318"/>
                  </a:lnTo>
                  <a:cubicBezTo>
                    <a:pt x="2273" y="5230"/>
                    <a:pt x="2363" y="5198"/>
                    <a:pt x="2451" y="5198"/>
                  </a:cubicBezTo>
                  <a:cubicBezTo>
                    <a:pt x="2520" y="5198"/>
                    <a:pt x="2588" y="5217"/>
                    <a:pt x="2637" y="5245"/>
                  </a:cubicBezTo>
                  <a:cubicBezTo>
                    <a:pt x="2649" y="5253"/>
                    <a:pt x="2698" y="5279"/>
                    <a:pt x="2755" y="5279"/>
                  </a:cubicBezTo>
                  <a:cubicBezTo>
                    <a:pt x="2793" y="5279"/>
                    <a:pt x="2835" y="5267"/>
                    <a:pt x="2871" y="5231"/>
                  </a:cubicBezTo>
                  <a:cubicBezTo>
                    <a:pt x="2959" y="5145"/>
                    <a:pt x="3217" y="5092"/>
                    <a:pt x="3382" y="5092"/>
                  </a:cubicBezTo>
                  <a:cubicBezTo>
                    <a:pt x="3433" y="5092"/>
                    <a:pt x="3476" y="5098"/>
                    <a:pt x="3501" y="5108"/>
                  </a:cubicBezTo>
                  <a:cubicBezTo>
                    <a:pt x="3576" y="5142"/>
                    <a:pt x="3611" y="5151"/>
                    <a:pt x="3629" y="5151"/>
                  </a:cubicBezTo>
                  <a:cubicBezTo>
                    <a:pt x="3637" y="5151"/>
                    <a:pt x="3642" y="5149"/>
                    <a:pt x="3645" y="5147"/>
                  </a:cubicBezTo>
                  <a:cubicBezTo>
                    <a:pt x="3645" y="5147"/>
                    <a:pt x="3659" y="5122"/>
                    <a:pt x="3631" y="5031"/>
                  </a:cubicBezTo>
                  <a:cubicBezTo>
                    <a:pt x="3561" y="4786"/>
                    <a:pt x="3708" y="4720"/>
                    <a:pt x="3789" y="4685"/>
                  </a:cubicBezTo>
                  <a:cubicBezTo>
                    <a:pt x="3813" y="4678"/>
                    <a:pt x="3848" y="4660"/>
                    <a:pt x="3852" y="4653"/>
                  </a:cubicBezTo>
                  <a:cubicBezTo>
                    <a:pt x="3855" y="4639"/>
                    <a:pt x="3859" y="4629"/>
                    <a:pt x="3866" y="4618"/>
                  </a:cubicBezTo>
                  <a:cubicBezTo>
                    <a:pt x="3904" y="4559"/>
                    <a:pt x="3981" y="4524"/>
                    <a:pt x="4058" y="4485"/>
                  </a:cubicBezTo>
                  <a:cubicBezTo>
                    <a:pt x="4086" y="4475"/>
                    <a:pt x="4114" y="4461"/>
                    <a:pt x="4146" y="4443"/>
                  </a:cubicBezTo>
                  <a:lnTo>
                    <a:pt x="4132" y="4429"/>
                  </a:lnTo>
                  <a:cubicBezTo>
                    <a:pt x="4062" y="4373"/>
                    <a:pt x="3992" y="4317"/>
                    <a:pt x="3915" y="4268"/>
                  </a:cubicBezTo>
                  <a:lnTo>
                    <a:pt x="3883" y="4247"/>
                  </a:lnTo>
                  <a:lnTo>
                    <a:pt x="3880" y="4247"/>
                  </a:lnTo>
                  <a:lnTo>
                    <a:pt x="3852" y="4226"/>
                  </a:lnTo>
                  <a:lnTo>
                    <a:pt x="3845" y="4219"/>
                  </a:lnTo>
                  <a:lnTo>
                    <a:pt x="3820" y="4205"/>
                  </a:lnTo>
                  <a:lnTo>
                    <a:pt x="3764" y="4167"/>
                  </a:lnTo>
                  <a:lnTo>
                    <a:pt x="3743" y="4153"/>
                  </a:lnTo>
                  <a:lnTo>
                    <a:pt x="3740" y="4149"/>
                  </a:lnTo>
                  <a:lnTo>
                    <a:pt x="3715" y="4135"/>
                  </a:lnTo>
                  <a:cubicBezTo>
                    <a:pt x="3673" y="4107"/>
                    <a:pt x="3638" y="4083"/>
                    <a:pt x="3613" y="4065"/>
                  </a:cubicBezTo>
                  <a:cubicBezTo>
                    <a:pt x="3515" y="3999"/>
                    <a:pt x="3484" y="3859"/>
                    <a:pt x="3456" y="3736"/>
                  </a:cubicBezTo>
                  <a:cubicBezTo>
                    <a:pt x="3445" y="3683"/>
                    <a:pt x="3431" y="3631"/>
                    <a:pt x="3410" y="3582"/>
                  </a:cubicBezTo>
                  <a:cubicBezTo>
                    <a:pt x="3400" y="3564"/>
                    <a:pt x="3389" y="3543"/>
                    <a:pt x="3375" y="3522"/>
                  </a:cubicBezTo>
                  <a:cubicBezTo>
                    <a:pt x="3323" y="3442"/>
                    <a:pt x="3270" y="3358"/>
                    <a:pt x="3302" y="3281"/>
                  </a:cubicBezTo>
                  <a:cubicBezTo>
                    <a:pt x="3323" y="3235"/>
                    <a:pt x="3368" y="3200"/>
                    <a:pt x="3417" y="3193"/>
                  </a:cubicBezTo>
                  <a:lnTo>
                    <a:pt x="3438" y="3190"/>
                  </a:lnTo>
                  <a:cubicBezTo>
                    <a:pt x="3589" y="3155"/>
                    <a:pt x="3845" y="3095"/>
                    <a:pt x="3960" y="2990"/>
                  </a:cubicBezTo>
                  <a:cubicBezTo>
                    <a:pt x="4044" y="2913"/>
                    <a:pt x="4163" y="2875"/>
                    <a:pt x="4261" y="2847"/>
                  </a:cubicBezTo>
                  <a:cubicBezTo>
                    <a:pt x="4310" y="2833"/>
                    <a:pt x="4359" y="2815"/>
                    <a:pt x="4405" y="2787"/>
                  </a:cubicBezTo>
                  <a:cubicBezTo>
                    <a:pt x="4436" y="2754"/>
                    <a:pt x="4475" y="2744"/>
                    <a:pt x="4514" y="2744"/>
                  </a:cubicBezTo>
                  <a:cubicBezTo>
                    <a:pt x="4553" y="2744"/>
                    <a:pt x="4592" y="2754"/>
                    <a:pt x="4625" y="2763"/>
                  </a:cubicBezTo>
                  <a:lnTo>
                    <a:pt x="4660" y="2773"/>
                  </a:lnTo>
                  <a:lnTo>
                    <a:pt x="4664" y="2773"/>
                  </a:lnTo>
                  <a:lnTo>
                    <a:pt x="4678" y="2777"/>
                  </a:lnTo>
                  <a:lnTo>
                    <a:pt x="4692" y="2777"/>
                  </a:lnTo>
                  <a:cubicBezTo>
                    <a:pt x="4699" y="2763"/>
                    <a:pt x="4702" y="2749"/>
                    <a:pt x="4709" y="2738"/>
                  </a:cubicBezTo>
                  <a:cubicBezTo>
                    <a:pt x="4720" y="2710"/>
                    <a:pt x="4727" y="2682"/>
                    <a:pt x="4727" y="2654"/>
                  </a:cubicBezTo>
                  <a:lnTo>
                    <a:pt x="4727" y="2640"/>
                  </a:lnTo>
                  <a:lnTo>
                    <a:pt x="4727" y="2630"/>
                  </a:lnTo>
                  <a:cubicBezTo>
                    <a:pt x="4727" y="2623"/>
                    <a:pt x="4727" y="2619"/>
                    <a:pt x="4727" y="2612"/>
                  </a:cubicBezTo>
                  <a:lnTo>
                    <a:pt x="4727" y="2605"/>
                  </a:lnTo>
                  <a:cubicBezTo>
                    <a:pt x="4727" y="2598"/>
                    <a:pt x="4723" y="2591"/>
                    <a:pt x="4720" y="2588"/>
                  </a:cubicBezTo>
                  <a:lnTo>
                    <a:pt x="4720" y="2581"/>
                  </a:lnTo>
                  <a:cubicBezTo>
                    <a:pt x="4716" y="2574"/>
                    <a:pt x="4713" y="2567"/>
                    <a:pt x="4709" y="2560"/>
                  </a:cubicBezTo>
                  <a:cubicBezTo>
                    <a:pt x="4622" y="2458"/>
                    <a:pt x="4573" y="2297"/>
                    <a:pt x="4559" y="2084"/>
                  </a:cubicBezTo>
                  <a:cubicBezTo>
                    <a:pt x="4559" y="2024"/>
                    <a:pt x="4545" y="1965"/>
                    <a:pt x="4517" y="1909"/>
                  </a:cubicBezTo>
                  <a:cubicBezTo>
                    <a:pt x="4496" y="1874"/>
                    <a:pt x="4485" y="1832"/>
                    <a:pt x="4485" y="1793"/>
                  </a:cubicBezTo>
                  <a:cubicBezTo>
                    <a:pt x="4485" y="1713"/>
                    <a:pt x="4457" y="1618"/>
                    <a:pt x="4398" y="1579"/>
                  </a:cubicBezTo>
                  <a:cubicBezTo>
                    <a:pt x="4342" y="1558"/>
                    <a:pt x="4303" y="1516"/>
                    <a:pt x="4282" y="1460"/>
                  </a:cubicBezTo>
                  <a:cubicBezTo>
                    <a:pt x="4272" y="1408"/>
                    <a:pt x="4286" y="1348"/>
                    <a:pt x="4338" y="1271"/>
                  </a:cubicBezTo>
                  <a:cubicBezTo>
                    <a:pt x="4408" y="1163"/>
                    <a:pt x="4377" y="848"/>
                    <a:pt x="4342" y="760"/>
                  </a:cubicBezTo>
                  <a:cubicBezTo>
                    <a:pt x="4338" y="750"/>
                    <a:pt x="4338" y="739"/>
                    <a:pt x="4335" y="729"/>
                  </a:cubicBezTo>
                  <a:lnTo>
                    <a:pt x="4335" y="722"/>
                  </a:lnTo>
                  <a:lnTo>
                    <a:pt x="4335" y="701"/>
                  </a:lnTo>
                  <a:cubicBezTo>
                    <a:pt x="4314" y="680"/>
                    <a:pt x="4296" y="648"/>
                    <a:pt x="4293" y="617"/>
                  </a:cubicBezTo>
                  <a:cubicBezTo>
                    <a:pt x="4279" y="547"/>
                    <a:pt x="4251" y="491"/>
                    <a:pt x="4034" y="491"/>
                  </a:cubicBezTo>
                  <a:cubicBezTo>
                    <a:pt x="4009" y="491"/>
                    <a:pt x="3936" y="491"/>
                    <a:pt x="3908" y="435"/>
                  </a:cubicBezTo>
                  <a:cubicBezTo>
                    <a:pt x="3880" y="379"/>
                    <a:pt x="3922" y="316"/>
                    <a:pt x="3967" y="256"/>
                  </a:cubicBezTo>
                  <a:cubicBezTo>
                    <a:pt x="3992" y="225"/>
                    <a:pt x="4013" y="190"/>
                    <a:pt x="4027" y="155"/>
                  </a:cubicBezTo>
                  <a:lnTo>
                    <a:pt x="4027" y="155"/>
                  </a:lnTo>
                  <a:cubicBezTo>
                    <a:pt x="3992" y="169"/>
                    <a:pt x="3960" y="190"/>
                    <a:pt x="3929" y="211"/>
                  </a:cubicBezTo>
                  <a:cubicBezTo>
                    <a:pt x="3848" y="258"/>
                    <a:pt x="3755" y="315"/>
                    <a:pt x="3658" y="315"/>
                  </a:cubicBezTo>
                  <a:cubicBezTo>
                    <a:pt x="3632" y="315"/>
                    <a:pt x="3605" y="311"/>
                    <a:pt x="3578" y="302"/>
                  </a:cubicBezTo>
                  <a:cubicBezTo>
                    <a:pt x="3567" y="298"/>
                    <a:pt x="3555" y="297"/>
                    <a:pt x="3542" y="297"/>
                  </a:cubicBezTo>
                  <a:cubicBezTo>
                    <a:pt x="3429" y="297"/>
                    <a:pt x="3278" y="429"/>
                    <a:pt x="3155" y="536"/>
                  </a:cubicBezTo>
                  <a:cubicBezTo>
                    <a:pt x="3109" y="578"/>
                    <a:pt x="3064" y="617"/>
                    <a:pt x="3022" y="648"/>
                  </a:cubicBezTo>
                  <a:cubicBezTo>
                    <a:pt x="2971" y="690"/>
                    <a:pt x="2911" y="710"/>
                    <a:pt x="2850" y="710"/>
                  </a:cubicBezTo>
                  <a:cubicBezTo>
                    <a:pt x="2784" y="710"/>
                    <a:pt x="2718" y="687"/>
                    <a:pt x="2665" y="641"/>
                  </a:cubicBezTo>
                  <a:cubicBezTo>
                    <a:pt x="2584" y="564"/>
                    <a:pt x="2577" y="449"/>
                    <a:pt x="2647" y="351"/>
                  </a:cubicBezTo>
                  <a:cubicBezTo>
                    <a:pt x="2654" y="333"/>
                    <a:pt x="2665" y="319"/>
                    <a:pt x="2672" y="305"/>
                  </a:cubicBezTo>
                  <a:lnTo>
                    <a:pt x="2672" y="305"/>
                  </a:lnTo>
                  <a:cubicBezTo>
                    <a:pt x="2623" y="316"/>
                    <a:pt x="2577" y="330"/>
                    <a:pt x="2528" y="351"/>
                  </a:cubicBezTo>
                  <a:cubicBezTo>
                    <a:pt x="2476" y="369"/>
                    <a:pt x="2421" y="378"/>
                    <a:pt x="2367" y="378"/>
                  </a:cubicBezTo>
                  <a:cubicBezTo>
                    <a:pt x="2277" y="378"/>
                    <a:pt x="2189" y="352"/>
                    <a:pt x="2126" y="302"/>
                  </a:cubicBezTo>
                  <a:cubicBezTo>
                    <a:pt x="2059" y="253"/>
                    <a:pt x="2024" y="169"/>
                    <a:pt x="2038" y="85"/>
                  </a:cubicBezTo>
                  <a:cubicBezTo>
                    <a:pt x="2042" y="67"/>
                    <a:pt x="2038" y="53"/>
                    <a:pt x="2035" y="39"/>
                  </a:cubicBezTo>
                  <a:cubicBezTo>
                    <a:pt x="2002" y="42"/>
                    <a:pt x="1972" y="44"/>
                    <a:pt x="1942" y="44"/>
                  </a:cubicBezTo>
                  <a:cubicBezTo>
                    <a:pt x="1930" y="44"/>
                    <a:pt x="1917" y="44"/>
                    <a:pt x="1905" y="43"/>
                  </a:cubicBezTo>
                  <a:lnTo>
                    <a:pt x="1860" y="43"/>
                  </a:lnTo>
                  <a:lnTo>
                    <a:pt x="1849" y="39"/>
                  </a:lnTo>
                  <a:lnTo>
                    <a:pt x="1825" y="32"/>
                  </a:lnTo>
                  <a:lnTo>
                    <a:pt x="1821" y="32"/>
                  </a:lnTo>
                  <a:lnTo>
                    <a:pt x="1793" y="25"/>
                  </a:lnTo>
                  <a:lnTo>
                    <a:pt x="1790" y="25"/>
                  </a:lnTo>
                  <a:lnTo>
                    <a:pt x="1758" y="22"/>
                  </a:lnTo>
                  <a:lnTo>
                    <a:pt x="1755" y="22"/>
                  </a:lnTo>
                  <a:lnTo>
                    <a:pt x="1716" y="15"/>
                  </a:lnTo>
                  <a:lnTo>
                    <a:pt x="1709" y="15"/>
                  </a:lnTo>
                  <a:lnTo>
                    <a:pt x="1667" y="11"/>
                  </a:lnTo>
                  <a:lnTo>
                    <a:pt x="1618" y="8"/>
                  </a:lnTo>
                  <a:lnTo>
                    <a:pt x="1611" y="8"/>
                  </a:lnTo>
                  <a:lnTo>
                    <a:pt x="1562" y="4"/>
                  </a:lnTo>
                  <a:lnTo>
                    <a:pt x="1551" y="4"/>
                  </a:lnTo>
                  <a:lnTo>
                    <a:pt x="1499" y="1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84" name="Google Shape;5642;p80">
              <a:extLst>
                <a:ext uri="{FF2B5EF4-FFF2-40B4-BE49-F238E27FC236}">
                  <a16:creationId xmlns:a16="http://schemas.microsoft.com/office/drawing/2014/main" id="{FC7D71E8-0478-E03A-17B1-ABD6022F7DD0}"/>
                </a:ext>
              </a:extLst>
            </p:cNvPr>
            <p:cNvSpPr/>
            <p:nvPr/>
          </p:nvSpPr>
          <p:spPr>
            <a:xfrm>
              <a:off x="2158525" y="1622418"/>
              <a:ext cx="299" cy="1113"/>
            </a:xfrm>
            <a:custGeom>
              <a:avLst/>
              <a:gdLst/>
              <a:ahLst/>
              <a:cxnLst/>
              <a:rect l="l" t="t" r="r" b="b"/>
              <a:pathLst>
                <a:path w="22" h="82" extrusionOk="0">
                  <a:moveTo>
                    <a:pt x="21" y="1"/>
                  </a:moveTo>
                  <a:cubicBezTo>
                    <a:pt x="19" y="16"/>
                    <a:pt x="16" y="30"/>
                    <a:pt x="13" y="45"/>
                  </a:cubicBezTo>
                  <a:lnTo>
                    <a:pt x="13" y="45"/>
                  </a:lnTo>
                  <a:cubicBezTo>
                    <a:pt x="16" y="31"/>
                    <a:pt x="19" y="16"/>
                    <a:pt x="21" y="1"/>
                  </a:cubicBezTo>
                  <a:close/>
                  <a:moveTo>
                    <a:pt x="13" y="45"/>
                  </a:moveTo>
                  <a:lnTo>
                    <a:pt x="13" y="45"/>
                  </a:lnTo>
                  <a:cubicBezTo>
                    <a:pt x="10" y="54"/>
                    <a:pt x="8" y="62"/>
                    <a:pt x="5" y="70"/>
                  </a:cubicBezTo>
                  <a:lnTo>
                    <a:pt x="5" y="70"/>
                  </a:lnTo>
                  <a:lnTo>
                    <a:pt x="7" y="64"/>
                  </a:lnTo>
                  <a:cubicBezTo>
                    <a:pt x="9" y="58"/>
                    <a:pt x="11" y="51"/>
                    <a:pt x="13" y="45"/>
                  </a:cubicBezTo>
                  <a:close/>
                  <a:moveTo>
                    <a:pt x="5" y="70"/>
                  </a:moveTo>
                  <a:lnTo>
                    <a:pt x="0" y="81"/>
                  </a:lnTo>
                  <a:cubicBezTo>
                    <a:pt x="2" y="78"/>
                    <a:pt x="3" y="74"/>
                    <a:pt x="5" y="70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85" name="Google Shape;5643;p80">
              <a:extLst>
                <a:ext uri="{FF2B5EF4-FFF2-40B4-BE49-F238E27FC236}">
                  <a16:creationId xmlns:a16="http://schemas.microsoft.com/office/drawing/2014/main" id="{C0D0A75C-4050-1175-1167-6BD6E4661975}"/>
                </a:ext>
              </a:extLst>
            </p:cNvPr>
            <p:cNvSpPr/>
            <p:nvPr/>
          </p:nvSpPr>
          <p:spPr>
            <a:xfrm>
              <a:off x="2158620" y="1621427"/>
              <a:ext cx="14" cy="54"/>
            </a:xfrm>
            <a:custGeom>
              <a:avLst/>
              <a:gdLst/>
              <a:ahLst/>
              <a:cxnLst/>
              <a:rect l="l" t="t" r="r" b="b"/>
              <a:pathLst>
                <a:path w="1" h="4" extrusionOk="0">
                  <a:moveTo>
                    <a:pt x="0" y="0"/>
                  </a:moveTo>
                  <a:lnTo>
                    <a:pt x="0" y="4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86" name="Google Shape;5644;p80">
              <a:extLst>
                <a:ext uri="{FF2B5EF4-FFF2-40B4-BE49-F238E27FC236}">
                  <a16:creationId xmlns:a16="http://schemas.microsoft.com/office/drawing/2014/main" id="{E5AA5D9E-31CB-58F4-1112-C896499EF27E}"/>
                </a:ext>
              </a:extLst>
            </p:cNvPr>
            <p:cNvSpPr/>
            <p:nvPr/>
          </p:nvSpPr>
          <p:spPr>
            <a:xfrm>
              <a:off x="2158756" y="1622093"/>
              <a:ext cx="68" cy="149"/>
            </a:xfrm>
            <a:custGeom>
              <a:avLst/>
              <a:gdLst/>
              <a:ahLst/>
              <a:cxnLst/>
              <a:rect l="l" t="t" r="r" b="b"/>
              <a:pathLst>
                <a:path w="5" h="11" extrusionOk="0">
                  <a:moveTo>
                    <a:pt x="1" y="0"/>
                  </a:moveTo>
                  <a:lnTo>
                    <a:pt x="1" y="11"/>
                  </a:lnTo>
                  <a:cubicBezTo>
                    <a:pt x="4" y="7"/>
                    <a:pt x="1" y="4"/>
                    <a:pt x="1" y="0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87" name="Google Shape;5645;p80">
              <a:extLst>
                <a:ext uri="{FF2B5EF4-FFF2-40B4-BE49-F238E27FC236}">
                  <a16:creationId xmlns:a16="http://schemas.microsoft.com/office/drawing/2014/main" id="{D184364F-E531-1115-58C3-97694BC1BD19}"/>
                </a:ext>
              </a:extLst>
            </p:cNvPr>
            <p:cNvSpPr/>
            <p:nvPr/>
          </p:nvSpPr>
          <p:spPr>
            <a:xfrm>
              <a:off x="2153433" y="1595847"/>
              <a:ext cx="14" cy="299"/>
            </a:xfrm>
            <a:custGeom>
              <a:avLst/>
              <a:gdLst/>
              <a:ahLst/>
              <a:cxnLst/>
              <a:rect l="l" t="t" r="r" b="b"/>
              <a:pathLst>
                <a:path w="1" h="22" extrusionOk="0">
                  <a:moveTo>
                    <a:pt x="1" y="22"/>
                  </a:moveTo>
                  <a:lnTo>
                    <a:pt x="1" y="1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88" name="Google Shape;5646;p80">
              <a:extLst>
                <a:ext uri="{FF2B5EF4-FFF2-40B4-BE49-F238E27FC236}">
                  <a16:creationId xmlns:a16="http://schemas.microsoft.com/office/drawing/2014/main" id="{32E469E5-28D0-8F46-BE8B-A9302D10F53E}"/>
                </a:ext>
              </a:extLst>
            </p:cNvPr>
            <p:cNvSpPr/>
            <p:nvPr/>
          </p:nvSpPr>
          <p:spPr>
            <a:xfrm>
              <a:off x="2158756" y="1621753"/>
              <a:ext cx="14" cy="109"/>
            </a:xfrm>
            <a:custGeom>
              <a:avLst/>
              <a:gdLst/>
              <a:ahLst/>
              <a:cxnLst/>
              <a:rect l="l" t="t" r="r" b="b"/>
              <a:pathLst>
                <a:path w="1" h="8" extrusionOk="0">
                  <a:moveTo>
                    <a:pt x="1" y="1"/>
                  </a:moveTo>
                  <a:lnTo>
                    <a:pt x="1" y="8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89" name="Google Shape;5647;p80">
              <a:extLst>
                <a:ext uri="{FF2B5EF4-FFF2-40B4-BE49-F238E27FC236}">
                  <a16:creationId xmlns:a16="http://schemas.microsoft.com/office/drawing/2014/main" id="{786DA868-F92C-9EFB-EC8B-234E750EC711}"/>
                </a:ext>
              </a:extLst>
            </p:cNvPr>
            <p:cNvSpPr/>
            <p:nvPr/>
          </p:nvSpPr>
          <p:spPr>
            <a:xfrm>
              <a:off x="2153433" y="1596227"/>
              <a:ext cx="109" cy="448"/>
            </a:xfrm>
            <a:custGeom>
              <a:avLst/>
              <a:gdLst/>
              <a:ahLst/>
              <a:cxnLst/>
              <a:rect l="l" t="t" r="r" b="b"/>
              <a:pathLst>
                <a:path w="8" h="33" extrusionOk="0">
                  <a:moveTo>
                    <a:pt x="8" y="32"/>
                  </a:moveTo>
                  <a:cubicBezTo>
                    <a:pt x="4" y="22"/>
                    <a:pt x="1" y="11"/>
                    <a:pt x="1" y="1"/>
                  </a:cubicBezTo>
                  <a:cubicBezTo>
                    <a:pt x="1" y="11"/>
                    <a:pt x="4" y="22"/>
                    <a:pt x="8" y="32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90" name="Google Shape;5648;p80">
              <a:extLst>
                <a:ext uri="{FF2B5EF4-FFF2-40B4-BE49-F238E27FC236}">
                  <a16:creationId xmlns:a16="http://schemas.microsoft.com/office/drawing/2014/main" id="{4902D994-9D64-FB16-D6EF-24C76708C96B}"/>
                </a:ext>
              </a:extLst>
            </p:cNvPr>
            <p:cNvSpPr/>
            <p:nvPr/>
          </p:nvSpPr>
          <p:spPr>
            <a:xfrm>
              <a:off x="2147160" y="1646763"/>
              <a:ext cx="3775" cy="2390"/>
            </a:xfrm>
            <a:custGeom>
              <a:avLst/>
              <a:gdLst/>
              <a:ahLst/>
              <a:cxnLst/>
              <a:rect l="l" t="t" r="r" b="b"/>
              <a:pathLst>
                <a:path w="278" h="176" extrusionOk="0">
                  <a:moveTo>
                    <a:pt x="277" y="0"/>
                  </a:moveTo>
                  <a:cubicBezTo>
                    <a:pt x="249" y="14"/>
                    <a:pt x="218" y="28"/>
                    <a:pt x="190" y="42"/>
                  </a:cubicBezTo>
                  <a:cubicBezTo>
                    <a:pt x="113" y="77"/>
                    <a:pt x="36" y="116"/>
                    <a:pt x="1" y="175"/>
                  </a:cubicBezTo>
                  <a:cubicBezTo>
                    <a:pt x="39" y="116"/>
                    <a:pt x="116" y="77"/>
                    <a:pt x="193" y="42"/>
                  </a:cubicBezTo>
                  <a:cubicBezTo>
                    <a:pt x="221" y="28"/>
                    <a:pt x="249" y="14"/>
                    <a:pt x="277" y="0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91" name="Google Shape;5649;p80">
              <a:extLst>
                <a:ext uri="{FF2B5EF4-FFF2-40B4-BE49-F238E27FC236}">
                  <a16:creationId xmlns:a16="http://schemas.microsoft.com/office/drawing/2014/main" id="{948F0D0E-5A21-E83C-E20F-19AF95C37D13}"/>
                </a:ext>
              </a:extLst>
            </p:cNvPr>
            <p:cNvSpPr/>
            <p:nvPr/>
          </p:nvSpPr>
          <p:spPr>
            <a:xfrm>
              <a:off x="2121445" y="1657027"/>
              <a:ext cx="204" cy="14"/>
            </a:xfrm>
            <a:custGeom>
              <a:avLst/>
              <a:gdLst/>
              <a:ahLst/>
              <a:cxnLst/>
              <a:rect l="l" t="t" r="r" b="b"/>
              <a:pathLst>
                <a:path w="15" h="1" extrusionOk="0">
                  <a:moveTo>
                    <a:pt x="1" y="0"/>
                  </a:moveTo>
                  <a:lnTo>
                    <a:pt x="15" y="0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92" name="Google Shape;5650;p80">
              <a:extLst>
                <a:ext uri="{FF2B5EF4-FFF2-40B4-BE49-F238E27FC236}">
                  <a16:creationId xmlns:a16="http://schemas.microsoft.com/office/drawing/2014/main" id="{C270C333-735C-2150-AECC-0D80F77A8649}"/>
                </a:ext>
              </a:extLst>
            </p:cNvPr>
            <p:cNvSpPr/>
            <p:nvPr/>
          </p:nvSpPr>
          <p:spPr>
            <a:xfrm>
              <a:off x="2120073" y="1657123"/>
              <a:ext cx="815" cy="489"/>
            </a:xfrm>
            <a:custGeom>
              <a:avLst/>
              <a:gdLst/>
              <a:ahLst/>
              <a:cxnLst/>
              <a:rect l="l" t="t" r="r" b="b"/>
              <a:pathLst>
                <a:path w="60" h="36" extrusionOk="0">
                  <a:moveTo>
                    <a:pt x="60" y="0"/>
                  </a:moveTo>
                  <a:cubicBezTo>
                    <a:pt x="39" y="4"/>
                    <a:pt x="14" y="14"/>
                    <a:pt x="0" y="35"/>
                  </a:cubicBezTo>
                  <a:cubicBezTo>
                    <a:pt x="14" y="18"/>
                    <a:pt x="39" y="4"/>
                    <a:pt x="60" y="0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93" name="Google Shape;5651;p80">
              <a:extLst>
                <a:ext uri="{FF2B5EF4-FFF2-40B4-BE49-F238E27FC236}">
                  <a16:creationId xmlns:a16="http://schemas.microsoft.com/office/drawing/2014/main" id="{73F99A58-178E-E856-BC9A-D5C2EA1A040C}"/>
                </a:ext>
              </a:extLst>
            </p:cNvPr>
            <p:cNvSpPr/>
            <p:nvPr/>
          </p:nvSpPr>
          <p:spPr>
            <a:xfrm>
              <a:off x="2121159" y="1657027"/>
              <a:ext cx="14" cy="14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1" y="0"/>
                  </a:move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94" name="Google Shape;5652;p80">
              <a:extLst>
                <a:ext uri="{FF2B5EF4-FFF2-40B4-BE49-F238E27FC236}">
                  <a16:creationId xmlns:a16="http://schemas.microsoft.com/office/drawing/2014/main" id="{25808FEC-184B-4D50-3354-314E2B73714D}"/>
                </a:ext>
              </a:extLst>
            </p:cNvPr>
            <p:cNvSpPr/>
            <p:nvPr/>
          </p:nvSpPr>
          <p:spPr>
            <a:xfrm>
              <a:off x="2122069" y="1657123"/>
              <a:ext cx="244" cy="109"/>
            </a:xfrm>
            <a:custGeom>
              <a:avLst/>
              <a:gdLst/>
              <a:ahLst/>
              <a:cxnLst/>
              <a:rect l="l" t="t" r="r" b="b"/>
              <a:pathLst>
                <a:path w="18" h="8" extrusionOk="0">
                  <a:moveTo>
                    <a:pt x="0" y="0"/>
                  </a:moveTo>
                  <a:lnTo>
                    <a:pt x="18" y="7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95" name="Google Shape;5653;p80">
              <a:extLst>
                <a:ext uri="{FF2B5EF4-FFF2-40B4-BE49-F238E27FC236}">
                  <a16:creationId xmlns:a16="http://schemas.microsoft.com/office/drawing/2014/main" id="{E412B949-0E42-2F6E-8B52-81A4DF21E47B}"/>
                </a:ext>
              </a:extLst>
            </p:cNvPr>
            <p:cNvSpPr/>
            <p:nvPr/>
          </p:nvSpPr>
          <p:spPr>
            <a:xfrm>
              <a:off x="2123020" y="1657598"/>
              <a:ext cx="149" cy="109"/>
            </a:xfrm>
            <a:custGeom>
              <a:avLst/>
              <a:gdLst/>
              <a:ahLst/>
              <a:cxnLst/>
              <a:rect l="l" t="t" r="r" b="b"/>
              <a:pathLst>
                <a:path w="11" h="8" extrusionOk="0">
                  <a:moveTo>
                    <a:pt x="0" y="0"/>
                  </a:moveTo>
                  <a:lnTo>
                    <a:pt x="11" y="7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96" name="Google Shape;5654;p80">
              <a:extLst>
                <a:ext uri="{FF2B5EF4-FFF2-40B4-BE49-F238E27FC236}">
                  <a16:creationId xmlns:a16="http://schemas.microsoft.com/office/drawing/2014/main" id="{3BF6A61D-3D61-92CA-6DDD-8BA7E07B7468}"/>
                </a:ext>
              </a:extLst>
            </p:cNvPr>
            <p:cNvSpPr/>
            <p:nvPr/>
          </p:nvSpPr>
          <p:spPr>
            <a:xfrm>
              <a:off x="2122680" y="1657408"/>
              <a:ext cx="204" cy="109"/>
            </a:xfrm>
            <a:custGeom>
              <a:avLst/>
              <a:gdLst/>
              <a:ahLst/>
              <a:cxnLst/>
              <a:rect l="l" t="t" r="r" b="b"/>
              <a:pathLst>
                <a:path w="15" h="8" extrusionOk="0">
                  <a:moveTo>
                    <a:pt x="1" y="0"/>
                  </a:moveTo>
                  <a:lnTo>
                    <a:pt x="15" y="7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97" name="Google Shape;5655;p80">
              <a:extLst>
                <a:ext uri="{FF2B5EF4-FFF2-40B4-BE49-F238E27FC236}">
                  <a16:creationId xmlns:a16="http://schemas.microsoft.com/office/drawing/2014/main" id="{544F3228-1E10-38FA-19FA-591BDAB9A92C}"/>
                </a:ext>
              </a:extLst>
            </p:cNvPr>
            <p:cNvSpPr/>
            <p:nvPr/>
          </p:nvSpPr>
          <p:spPr>
            <a:xfrm>
              <a:off x="2122395" y="1657258"/>
              <a:ext cx="204" cy="109"/>
            </a:xfrm>
            <a:custGeom>
              <a:avLst/>
              <a:gdLst/>
              <a:ahLst/>
              <a:cxnLst/>
              <a:rect l="l" t="t" r="r" b="b"/>
              <a:pathLst>
                <a:path w="15" h="8" extrusionOk="0">
                  <a:moveTo>
                    <a:pt x="1" y="1"/>
                  </a:moveTo>
                  <a:lnTo>
                    <a:pt x="15" y="8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98" name="Google Shape;5656;p80">
              <a:extLst>
                <a:ext uri="{FF2B5EF4-FFF2-40B4-BE49-F238E27FC236}">
                  <a16:creationId xmlns:a16="http://schemas.microsoft.com/office/drawing/2014/main" id="{2119B287-C374-F6E2-28C1-BE3E4AB55F97}"/>
                </a:ext>
              </a:extLst>
            </p:cNvPr>
            <p:cNvSpPr/>
            <p:nvPr/>
          </p:nvSpPr>
          <p:spPr>
            <a:xfrm>
              <a:off x="2121730" y="1657068"/>
              <a:ext cx="258" cy="68"/>
            </a:xfrm>
            <a:custGeom>
              <a:avLst/>
              <a:gdLst/>
              <a:ahLst/>
              <a:cxnLst/>
              <a:rect l="l" t="t" r="r" b="b"/>
              <a:pathLst>
                <a:path w="19" h="5" extrusionOk="0">
                  <a:moveTo>
                    <a:pt x="1" y="1"/>
                  </a:moveTo>
                  <a:lnTo>
                    <a:pt x="18" y="4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99" name="Google Shape;5657;p80">
              <a:extLst>
                <a:ext uri="{FF2B5EF4-FFF2-40B4-BE49-F238E27FC236}">
                  <a16:creationId xmlns:a16="http://schemas.microsoft.com/office/drawing/2014/main" id="{2B25B77D-DC56-35BF-3632-C2F118B0EC57}"/>
                </a:ext>
              </a:extLst>
            </p:cNvPr>
            <p:cNvSpPr/>
            <p:nvPr/>
          </p:nvSpPr>
          <p:spPr>
            <a:xfrm>
              <a:off x="2123305" y="1657788"/>
              <a:ext cx="434" cy="299"/>
            </a:xfrm>
            <a:custGeom>
              <a:avLst/>
              <a:gdLst/>
              <a:ahLst/>
              <a:cxnLst/>
              <a:rect l="l" t="t" r="r" b="b"/>
              <a:pathLst>
                <a:path w="32" h="22" extrusionOk="0">
                  <a:moveTo>
                    <a:pt x="0" y="0"/>
                  </a:moveTo>
                  <a:lnTo>
                    <a:pt x="32" y="21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00" name="Google Shape;5658;p80">
              <a:extLst>
                <a:ext uri="{FF2B5EF4-FFF2-40B4-BE49-F238E27FC236}">
                  <a16:creationId xmlns:a16="http://schemas.microsoft.com/office/drawing/2014/main" id="{30481316-BC95-3F21-C545-6C7DFE4B40EE}"/>
                </a:ext>
              </a:extLst>
            </p:cNvPr>
            <p:cNvSpPr/>
            <p:nvPr/>
          </p:nvSpPr>
          <p:spPr>
            <a:xfrm>
              <a:off x="2146454" y="1643436"/>
              <a:ext cx="54" cy="14"/>
            </a:xfrm>
            <a:custGeom>
              <a:avLst/>
              <a:gdLst/>
              <a:ahLst/>
              <a:cxnLst/>
              <a:rect l="l" t="t" r="r" b="b"/>
              <a:pathLst>
                <a:path w="4" h="1" extrusionOk="0">
                  <a:moveTo>
                    <a:pt x="4" y="0"/>
                  </a:moveTo>
                  <a:lnTo>
                    <a:pt x="0" y="0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01" name="Google Shape;5659;p80">
              <a:extLst>
                <a:ext uri="{FF2B5EF4-FFF2-40B4-BE49-F238E27FC236}">
                  <a16:creationId xmlns:a16="http://schemas.microsoft.com/office/drawing/2014/main" id="{1AE42303-29DD-065F-C3DB-F9869E0750D6}"/>
                </a:ext>
              </a:extLst>
            </p:cNvPr>
            <p:cNvSpPr/>
            <p:nvPr/>
          </p:nvSpPr>
          <p:spPr>
            <a:xfrm>
              <a:off x="2146780" y="1643667"/>
              <a:ext cx="109" cy="68"/>
            </a:xfrm>
            <a:custGeom>
              <a:avLst/>
              <a:gdLst/>
              <a:ahLst/>
              <a:cxnLst/>
              <a:rect l="l" t="t" r="r" b="b"/>
              <a:pathLst>
                <a:path w="8" h="5" extrusionOk="0">
                  <a:moveTo>
                    <a:pt x="8" y="4"/>
                  </a:moveTo>
                  <a:lnTo>
                    <a:pt x="1" y="1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02" name="Google Shape;5660;p80">
              <a:extLst>
                <a:ext uri="{FF2B5EF4-FFF2-40B4-BE49-F238E27FC236}">
                  <a16:creationId xmlns:a16="http://schemas.microsoft.com/office/drawing/2014/main" id="{4DE1F1BA-777E-913C-DD52-74D3BD136FC0}"/>
                </a:ext>
              </a:extLst>
            </p:cNvPr>
            <p:cNvSpPr/>
            <p:nvPr/>
          </p:nvSpPr>
          <p:spPr>
            <a:xfrm>
              <a:off x="2150867" y="1646709"/>
              <a:ext cx="14" cy="14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1" y="1"/>
                  </a:move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03" name="Google Shape;5661;p80">
              <a:extLst>
                <a:ext uri="{FF2B5EF4-FFF2-40B4-BE49-F238E27FC236}">
                  <a16:creationId xmlns:a16="http://schemas.microsoft.com/office/drawing/2014/main" id="{6E6B0EAC-DE44-3A7F-8758-98C016022323}"/>
                </a:ext>
              </a:extLst>
            </p:cNvPr>
            <p:cNvSpPr/>
            <p:nvPr/>
          </p:nvSpPr>
          <p:spPr>
            <a:xfrm>
              <a:off x="2158280" y="1623559"/>
              <a:ext cx="258" cy="543"/>
            </a:xfrm>
            <a:custGeom>
              <a:avLst/>
              <a:gdLst/>
              <a:ahLst/>
              <a:cxnLst/>
              <a:rect l="l" t="t" r="r" b="b"/>
              <a:pathLst>
                <a:path w="19" h="40" extrusionOk="0">
                  <a:moveTo>
                    <a:pt x="18" y="1"/>
                  </a:moveTo>
                  <a:lnTo>
                    <a:pt x="15" y="12"/>
                  </a:lnTo>
                  <a:lnTo>
                    <a:pt x="15" y="12"/>
                  </a:lnTo>
                  <a:cubicBezTo>
                    <a:pt x="16" y="8"/>
                    <a:pt x="17" y="5"/>
                    <a:pt x="18" y="1"/>
                  </a:cubicBezTo>
                  <a:close/>
                  <a:moveTo>
                    <a:pt x="15" y="12"/>
                  </a:moveTo>
                  <a:cubicBezTo>
                    <a:pt x="12" y="18"/>
                    <a:pt x="9" y="23"/>
                    <a:pt x="6" y="29"/>
                  </a:cubicBezTo>
                  <a:lnTo>
                    <a:pt x="6" y="29"/>
                  </a:lnTo>
                  <a:cubicBezTo>
                    <a:pt x="8" y="26"/>
                    <a:pt x="10" y="23"/>
                    <a:pt x="11" y="22"/>
                  </a:cubicBezTo>
                  <a:lnTo>
                    <a:pt x="15" y="12"/>
                  </a:lnTo>
                  <a:close/>
                  <a:moveTo>
                    <a:pt x="6" y="29"/>
                  </a:moveTo>
                  <a:cubicBezTo>
                    <a:pt x="4" y="32"/>
                    <a:pt x="3" y="36"/>
                    <a:pt x="1" y="39"/>
                  </a:cubicBezTo>
                  <a:cubicBezTo>
                    <a:pt x="3" y="36"/>
                    <a:pt x="4" y="32"/>
                    <a:pt x="6" y="29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04" name="Google Shape;5662;p80">
              <a:extLst>
                <a:ext uri="{FF2B5EF4-FFF2-40B4-BE49-F238E27FC236}">
                  <a16:creationId xmlns:a16="http://schemas.microsoft.com/office/drawing/2014/main" id="{841E5CD7-11B6-08F6-F177-05F5DBE51451}"/>
                </a:ext>
              </a:extLst>
            </p:cNvPr>
            <p:cNvSpPr/>
            <p:nvPr/>
          </p:nvSpPr>
          <p:spPr>
            <a:xfrm>
              <a:off x="2150731" y="1646573"/>
              <a:ext cx="14" cy="14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0" y="0"/>
                  </a:move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05" name="Google Shape;5663;p80">
              <a:extLst>
                <a:ext uri="{FF2B5EF4-FFF2-40B4-BE49-F238E27FC236}">
                  <a16:creationId xmlns:a16="http://schemas.microsoft.com/office/drawing/2014/main" id="{E46C6E95-108D-1D9B-210A-1D49A67F07EB}"/>
                </a:ext>
              </a:extLst>
            </p:cNvPr>
            <p:cNvSpPr/>
            <p:nvPr/>
          </p:nvSpPr>
          <p:spPr>
            <a:xfrm>
              <a:off x="2157859" y="1623993"/>
              <a:ext cx="54" cy="14"/>
            </a:xfrm>
            <a:custGeom>
              <a:avLst/>
              <a:gdLst/>
              <a:ahLst/>
              <a:cxnLst/>
              <a:rect l="l" t="t" r="r" b="b"/>
              <a:pathLst>
                <a:path w="4" h="1" extrusionOk="0">
                  <a:moveTo>
                    <a:pt x="0" y="0"/>
                  </a:moveTo>
                  <a:lnTo>
                    <a:pt x="4" y="0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06" name="Google Shape;5664;p80">
              <a:extLst>
                <a:ext uri="{FF2B5EF4-FFF2-40B4-BE49-F238E27FC236}">
                  <a16:creationId xmlns:a16="http://schemas.microsoft.com/office/drawing/2014/main" id="{BDAA4E70-92FA-3996-D2F0-BBA7EF691FB1}"/>
                </a:ext>
              </a:extLst>
            </p:cNvPr>
            <p:cNvSpPr/>
            <p:nvPr/>
          </p:nvSpPr>
          <p:spPr>
            <a:xfrm>
              <a:off x="2158090" y="1624034"/>
              <a:ext cx="14" cy="14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1" y="1"/>
                  </a:move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07" name="Google Shape;5665;p80">
              <a:extLst>
                <a:ext uri="{FF2B5EF4-FFF2-40B4-BE49-F238E27FC236}">
                  <a16:creationId xmlns:a16="http://schemas.microsoft.com/office/drawing/2014/main" id="{7C6D02FA-1EFD-3248-73CE-8001178F0073}"/>
                </a:ext>
              </a:extLst>
            </p:cNvPr>
            <p:cNvSpPr/>
            <p:nvPr/>
          </p:nvSpPr>
          <p:spPr>
            <a:xfrm>
              <a:off x="2147310" y="1644047"/>
              <a:ext cx="54" cy="14"/>
            </a:xfrm>
            <a:custGeom>
              <a:avLst/>
              <a:gdLst/>
              <a:ahLst/>
              <a:cxnLst/>
              <a:rect l="l" t="t" r="r" b="b"/>
              <a:pathLst>
                <a:path w="4" h="1" extrusionOk="0">
                  <a:moveTo>
                    <a:pt x="4" y="1"/>
                  </a:moveTo>
                  <a:lnTo>
                    <a:pt x="0" y="1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08" name="Google Shape;5666;p80">
              <a:extLst>
                <a:ext uri="{FF2B5EF4-FFF2-40B4-BE49-F238E27FC236}">
                  <a16:creationId xmlns:a16="http://schemas.microsoft.com/office/drawing/2014/main" id="{C9A58343-92ED-6FCC-F02F-218C7AFBCEBE}"/>
                </a:ext>
              </a:extLst>
            </p:cNvPr>
            <p:cNvSpPr/>
            <p:nvPr/>
          </p:nvSpPr>
          <p:spPr>
            <a:xfrm>
              <a:off x="2147785" y="1644333"/>
              <a:ext cx="14" cy="14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0" y="1"/>
                  </a:move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09" name="Google Shape;5667;p80">
              <a:extLst>
                <a:ext uri="{FF2B5EF4-FFF2-40B4-BE49-F238E27FC236}">
                  <a16:creationId xmlns:a16="http://schemas.microsoft.com/office/drawing/2014/main" id="{571B3B69-F70A-FE25-F623-7C84908AB6D2}"/>
                </a:ext>
              </a:extLst>
            </p:cNvPr>
            <p:cNvSpPr/>
            <p:nvPr/>
          </p:nvSpPr>
          <p:spPr>
            <a:xfrm>
              <a:off x="2145409" y="1642717"/>
              <a:ext cx="299" cy="204"/>
            </a:xfrm>
            <a:custGeom>
              <a:avLst/>
              <a:gdLst/>
              <a:ahLst/>
              <a:cxnLst/>
              <a:rect l="l" t="t" r="r" b="b"/>
              <a:pathLst>
                <a:path w="22" h="15" extrusionOk="0">
                  <a:moveTo>
                    <a:pt x="21" y="15"/>
                  </a:moveTo>
                  <a:lnTo>
                    <a:pt x="0" y="1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10" name="Google Shape;5668;p80">
              <a:extLst>
                <a:ext uri="{FF2B5EF4-FFF2-40B4-BE49-F238E27FC236}">
                  <a16:creationId xmlns:a16="http://schemas.microsoft.com/office/drawing/2014/main" id="{ACB05949-EF87-A28B-558E-85C1072CB9F2}"/>
                </a:ext>
              </a:extLst>
            </p:cNvPr>
            <p:cNvSpPr/>
            <p:nvPr/>
          </p:nvSpPr>
          <p:spPr>
            <a:xfrm>
              <a:off x="2145069" y="1642486"/>
              <a:ext cx="299" cy="204"/>
            </a:xfrm>
            <a:custGeom>
              <a:avLst/>
              <a:gdLst/>
              <a:ahLst/>
              <a:cxnLst/>
              <a:rect l="l" t="t" r="r" b="b"/>
              <a:pathLst>
                <a:path w="22" h="15" extrusionOk="0">
                  <a:moveTo>
                    <a:pt x="22" y="14"/>
                  </a:moveTo>
                  <a:lnTo>
                    <a:pt x="1" y="0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11" name="Google Shape;5669;p80">
              <a:extLst>
                <a:ext uri="{FF2B5EF4-FFF2-40B4-BE49-F238E27FC236}">
                  <a16:creationId xmlns:a16="http://schemas.microsoft.com/office/drawing/2014/main" id="{CB91E155-BB29-0AFD-C6D7-B3C0864375A6}"/>
                </a:ext>
              </a:extLst>
            </p:cNvPr>
            <p:cNvSpPr/>
            <p:nvPr/>
          </p:nvSpPr>
          <p:spPr>
            <a:xfrm>
              <a:off x="2158430" y="1623274"/>
              <a:ext cx="204" cy="543"/>
            </a:xfrm>
            <a:custGeom>
              <a:avLst/>
              <a:gdLst/>
              <a:ahLst/>
              <a:cxnLst/>
              <a:rect l="l" t="t" r="r" b="b"/>
              <a:pathLst>
                <a:path w="15" h="40" extrusionOk="0">
                  <a:moveTo>
                    <a:pt x="14" y="1"/>
                  </a:moveTo>
                  <a:lnTo>
                    <a:pt x="7" y="18"/>
                  </a:lnTo>
                  <a:lnTo>
                    <a:pt x="7" y="22"/>
                  </a:lnTo>
                  <a:lnTo>
                    <a:pt x="0" y="39"/>
                  </a:lnTo>
                  <a:cubicBezTo>
                    <a:pt x="7" y="25"/>
                    <a:pt x="11" y="15"/>
                    <a:pt x="14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12" name="Google Shape;5670;p80">
              <a:extLst>
                <a:ext uri="{FF2B5EF4-FFF2-40B4-BE49-F238E27FC236}">
                  <a16:creationId xmlns:a16="http://schemas.microsoft.com/office/drawing/2014/main" id="{CD785DA0-2074-BA96-D611-0C9192D4D246}"/>
                </a:ext>
              </a:extLst>
            </p:cNvPr>
            <p:cNvSpPr/>
            <p:nvPr/>
          </p:nvSpPr>
          <p:spPr>
            <a:xfrm>
              <a:off x="2150921" y="1646763"/>
              <a:ext cx="14" cy="14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13" name="Google Shape;5671;p80">
              <a:extLst>
                <a:ext uri="{FF2B5EF4-FFF2-40B4-BE49-F238E27FC236}">
                  <a16:creationId xmlns:a16="http://schemas.microsoft.com/office/drawing/2014/main" id="{571934CE-8FEC-172E-FD87-C49DDBD6BC07}"/>
                </a:ext>
              </a:extLst>
            </p:cNvPr>
            <p:cNvSpPr/>
            <p:nvPr/>
          </p:nvSpPr>
          <p:spPr>
            <a:xfrm>
              <a:off x="2102911" y="1600219"/>
              <a:ext cx="109" cy="489"/>
            </a:xfrm>
            <a:custGeom>
              <a:avLst/>
              <a:gdLst/>
              <a:ahLst/>
              <a:cxnLst/>
              <a:rect l="l" t="t" r="r" b="b"/>
              <a:pathLst>
                <a:path w="8" h="36" extrusionOk="0">
                  <a:moveTo>
                    <a:pt x="7" y="36"/>
                  </a:moveTo>
                  <a:cubicBezTo>
                    <a:pt x="7" y="25"/>
                    <a:pt x="4" y="15"/>
                    <a:pt x="0" y="1"/>
                  </a:cubicBezTo>
                  <a:cubicBezTo>
                    <a:pt x="4" y="15"/>
                    <a:pt x="7" y="25"/>
                    <a:pt x="7" y="36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14" name="Google Shape;5672;p80">
              <a:extLst>
                <a:ext uri="{FF2B5EF4-FFF2-40B4-BE49-F238E27FC236}">
                  <a16:creationId xmlns:a16="http://schemas.microsoft.com/office/drawing/2014/main" id="{B96819AF-B7D8-A69A-75D8-6A1C26F7E144}"/>
                </a:ext>
              </a:extLst>
            </p:cNvPr>
            <p:cNvSpPr/>
            <p:nvPr/>
          </p:nvSpPr>
          <p:spPr>
            <a:xfrm>
              <a:off x="2103101" y="1604741"/>
              <a:ext cx="54" cy="149"/>
            </a:xfrm>
            <a:custGeom>
              <a:avLst/>
              <a:gdLst/>
              <a:ahLst/>
              <a:cxnLst/>
              <a:rect l="l" t="t" r="r" b="b"/>
              <a:pathLst>
                <a:path w="4" h="11" extrusionOk="0">
                  <a:moveTo>
                    <a:pt x="4" y="0"/>
                  </a:moveTo>
                  <a:lnTo>
                    <a:pt x="4" y="0"/>
                  </a:lnTo>
                  <a:cubicBezTo>
                    <a:pt x="0" y="4"/>
                    <a:pt x="0" y="7"/>
                    <a:pt x="0" y="11"/>
                  </a:cubicBezTo>
                  <a:cubicBezTo>
                    <a:pt x="0" y="7"/>
                    <a:pt x="0" y="7"/>
                    <a:pt x="4" y="0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15" name="Google Shape;5673;p80">
              <a:extLst>
                <a:ext uri="{FF2B5EF4-FFF2-40B4-BE49-F238E27FC236}">
                  <a16:creationId xmlns:a16="http://schemas.microsoft.com/office/drawing/2014/main" id="{8DD4309E-E672-020C-4FA6-DC40269BA7EE}"/>
                </a:ext>
              </a:extLst>
            </p:cNvPr>
            <p:cNvSpPr/>
            <p:nvPr/>
          </p:nvSpPr>
          <p:spPr>
            <a:xfrm>
              <a:off x="2103142" y="1601224"/>
              <a:ext cx="68" cy="394"/>
            </a:xfrm>
            <a:custGeom>
              <a:avLst/>
              <a:gdLst/>
              <a:ahLst/>
              <a:cxnLst/>
              <a:rect l="l" t="t" r="r" b="b"/>
              <a:pathLst>
                <a:path w="5" h="29" extrusionOk="0">
                  <a:moveTo>
                    <a:pt x="4" y="28"/>
                  </a:moveTo>
                  <a:cubicBezTo>
                    <a:pt x="4" y="18"/>
                    <a:pt x="1" y="7"/>
                    <a:pt x="1" y="0"/>
                  </a:cubicBezTo>
                  <a:cubicBezTo>
                    <a:pt x="1" y="7"/>
                    <a:pt x="4" y="18"/>
                    <a:pt x="4" y="28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16" name="Google Shape;5674;p80">
              <a:extLst>
                <a:ext uri="{FF2B5EF4-FFF2-40B4-BE49-F238E27FC236}">
                  <a16:creationId xmlns:a16="http://schemas.microsoft.com/office/drawing/2014/main" id="{47CF1D57-5451-24BE-B9CA-AC915F87DE96}"/>
                </a:ext>
              </a:extLst>
            </p:cNvPr>
            <p:cNvSpPr/>
            <p:nvPr/>
          </p:nvSpPr>
          <p:spPr>
            <a:xfrm>
              <a:off x="2103291" y="1602079"/>
              <a:ext cx="14" cy="394"/>
            </a:xfrm>
            <a:custGeom>
              <a:avLst/>
              <a:gdLst/>
              <a:ahLst/>
              <a:cxnLst/>
              <a:rect l="l" t="t" r="r" b="b"/>
              <a:pathLst>
                <a:path w="1" h="29" extrusionOk="0">
                  <a:moveTo>
                    <a:pt x="0" y="28"/>
                  </a:moveTo>
                  <a:cubicBezTo>
                    <a:pt x="0" y="18"/>
                    <a:pt x="0" y="11"/>
                    <a:pt x="0" y="0"/>
                  </a:cubicBezTo>
                  <a:cubicBezTo>
                    <a:pt x="0" y="7"/>
                    <a:pt x="0" y="18"/>
                    <a:pt x="0" y="28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17" name="Google Shape;5675;p80">
              <a:extLst>
                <a:ext uri="{FF2B5EF4-FFF2-40B4-BE49-F238E27FC236}">
                  <a16:creationId xmlns:a16="http://schemas.microsoft.com/office/drawing/2014/main" id="{68ADD7DC-8D45-356A-C505-3239B5F3FED2}"/>
                </a:ext>
              </a:extLst>
            </p:cNvPr>
            <p:cNvSpPr/>
            <p:nvPr/>
          </p:nvSpPr>
          <p:spPr>
            <a:xfrm>
              <a:off x="2103332" y="1602840"/>
              <a:ext cx="14" cy="339"/>
            </a:xfrm>
            <a:custGeom>
              <a:avLst/>
              <a:gdLst/>
              <a:ahLst/>
              <a:cxnLst/>
              <a:rect l="l" t="t" r="r" b="b"/>
              <a:pathLst>
                <a:path w="1" h="25" extrusionOk="0">
                  <a:moveTo>
                    <a:pt x="1" y="0"/>
                  </a:moveTo>
                  <a:lnTo>
                    <a:pt x="1" y="25"/>
                  </a:lnTo>
                  <a:cubicBezTo>
                    <a:pt x="1" y="14"/>
                    <a:pt x="1" y="7"/>
                    <a:pt x="1" y="0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18" name="Google Shape;5676;p80">
              <a:extLst>
                <a:ext uri="{FF2B5EF4-FFF2-40B4-BE49-F238E27FC236}">
                  <a16:creationId xmlns:a16="http://schemas.microsoft.com/office/drawing/2014/main" id="{4A756335-EB9E-C505-2309-CC99A5717791}"/>
                </a:ext>
              </a:extLst>
            </p:cNvPr>
            <p:cNvSpPr/>
            <p:nvPr/>
          </p:nvSpPr>
          <p:spPr>
            <a:xfrm>
              <a:off x="2103237" y="1604170"/>
              <a:ext cx="68" cy="244"/>
            </a:xfrm>
            <a:custGeom>
              <a:avLst/>
              <a:gdLst/>
              <a:ahLst/>
              <a:cxnLst/>
              <a:rect l="l" t="t" r="r" b="b"/>
              <a:pathLst>
                <a:path w="5" h="18" extrusionOk="0">
                  <a:moveTo>
                    <a:pt x="4" y="0"/>
                  </a:moveTo>
                  <a:cubicBezTo>
                    <a:pt x="1" y="4"/>
                    <a:pt x="1" y="11"/>
                    <a:pt x="1" y="18"/>
                  </a:cubicBezTo>
                  <a:cubicBezTo>
                    <a:pt x="1" y="11"/>
                    <a:pt x="1" y="7"/>
                    <a:pt x="4" y="0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19" name="Google Shape;5677;p80">
              <a:extLst>
                <a:ext uri="{FF2B5EF4-FFF2-40B4-BE49-F238E27FC236}">
                  <a16:creationId xmlns:a16="http://schemas.microsoft.com/office/drawing/2014/main" id="{AFD616AC-FCA3-C423-2689-A34C5C5394DE}"/>
                </a:ext>
              </a:extLst>
            </p:cNvPr>
            <p:cNvSpPr/>
            <p:nvPr/>
          </p:nvSpPr>
          <p:spPr>
            <a:xfrm>
              <a:off x="2103332" y="1603546"/>
              <a:ext cx="14" cy="258"/>
            </a:xfrm>
            <a:custGeom>
              <a:avLst/>
              <a:gdLst/>
              <a:ahLst/>
              <a:cxnLst/>
              <a:rect l="l" t="t" r="r" b="b"/>
              <a:pathLst>
                <a:path w="1" h="19" extrusionOk="0">
                  <a:moveTo>
                    <a:pt x="1" y="18"/>
                  </a:moveTo>
                  <a:lnTo>
                    <a:pt x="1" y="1"/>
                  </a:lnTo>
                  <a:cubicBezTo>
                    <a:pt x="1" y="8"/>
                    <a:pt x="1" y="15"/>
                    <a:pt x="1" y="18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20" name="Google Shape;5678;p80">
              <a:extLst>
                <a:ext uri="{FF2B5EF4-FFF2-40B4-BE49-F238E27FC236}">
                  <a16:creationId xmlns:a16="http://schemas.microsoft.com/office/drawing/2014/main" id="{09824570-1827-4DA2-93A0-1E77FF8CCBFE}"/>
                </a:ext>
              </a:extLst>
            </p:cNvPr>
            <p:cNvSpPr/>
            <p:nvPr/>
          </p:nvSpPr>
          <p:spPr>
            <a:xfrm>
              <a:off x="2095308" y="1620572"/>
              <a:ext cx="149" cy="489"/>
            </a:xfrm>
            <a:custGeom>
              <a:avLst/>
              <a:gdLst/>
              <a:ahLst/>
              <a:cxnLst/>
              <a:rect l="l" t="t" r="r" b="b"/>
              <a:pathLst>
                <a:path w="11" h="36" extrusionOk="0">
                  <a:moveTo>
                    <a:pt x="0" y="35"/>
                  </a:moveTo>
                  <a:cubicBezTo>
                    <a:pt x="4" y="25"/>
                    <a:pt x="7" y="11"/>
                    <a:pt x="11" y="0"/>
                  </a:cubicBezTo>
                  <a:cubicBezTo>
                    <a:pt x="7" y="11"/>
                    <a:pt x="4" y="25"/>
                    <a:pt x="0" y="35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21" name="Google Shape;5679;p80">
              <a:extLst>
                <a:ext uri="{FF2B5EF4-FFF2-40B4-BE49-F238E27FC236}">
                  <a16:creationId xmlns:a16="http://schemas.microsoft.com/office/drawing/2014/main" id="{C87DF153-1E19-F626-E5F3-6EC08E5AD38C}"/>
                </a:ext>
              </a:extLst>
            </p:cNvPr>
            <p:cNvSpPr/>
            <p:nvPr/>
          </p:nvSpPr>
          <p:spPr>
            <a:xfrm>
              <a:off x="2095593" y="1634068"/>
              <a:ext cx="54" cy="109"/>
            </a:xfrm>
            <a:custGeom>
              <a:avLst/>
              <a:gdLst/>
              <a:ahLst/>
              <a:cxnLst/>
              <a:rect l="l" t="t" r="r" b="b"/>
              <a:pathLst>
                <a:path w="4" h="8" extrusionOk="0">
                  <a:moveTo>
                    <a:pt x="0" y="0"/>
                  </a:moveTo>
                  <a:lnTo>
                    <a:pt x="4" y="7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22" name="Google Shape;5680;p80">
              <a:extLst>
                <a:ext uri="{FF2B5EF4-FFF2-40B4-BE49-F238E27FC236}">
                  <a16:creationId xmlns:a16="http://schemas.microsoft.com/office/drawing/2014/main" id="{40C1D23A-1248-35BF-1ADC-E1A94B5FEDB9}"/>
                </a:ext>
              </a:extLst>
            </p:cNvPr>
            <p:cNvSpPr/>
            <p:nvPr/>
          </p:nvSpPr>
          <p:spPr>
            <a:xfrm>
              <a:off x="2095308" y="1633688"/>
              <a:ext cx="244" cy="299"/>
            </a:xfrm>
            <a:custGeom>
              <a:avLst/>
              <a:gdLst/>
              <a:ahLst/>
              <a:cxnLst/>
              <a:rect l="l" t="t" r="r" b="b"/>
              <a:pathLst>
                <a:path w="18" h="22" extrusionOk="0">
                  <a:moveTo>
                    <a:pt x="0" y="0"/>
                  </a:moveTo>
                  <a:lnTo>
                    <a:pt x="18" y="21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23" name="Google Shape;5681;p80">
              <a:extLst>
                <a:ext uri="{FF2B5EF4-FFF2-40B4-BE49-F238E27FC236}">
                  <a16:creationId xmlns:a16="http://schemas.microsoft.com/office/drawing/2014/main" id="{7842148B-5DFD-096D-3ABB-0D39E3810D97}"/>
                </a:ext>
              </a:extLst>
            </p:cNvPr>
            <p:cNvSpPr/>
            <p:nvPr/>
          </p:nvSpPr>
          <p:spPr>
            <a:xfrm>
              <a:off x="2095159" y="1633443"/>
              <a:ext cx="14" cy="68"/>
            </a:xfrm>
            <a:custGeom>
              <a:avLst/>
              <a:gdLst/>
              <a:ahLst/>
              <a:cxnLst/>
              <a:rect l="l" t="t" r="r" b="b"/>
              <a:pathLst>
                <a:path w="1" h="5" extrusionOk="0">
                  <a:moveTo>
                    <a:pt x="1" y="1"/>
                  </a:moveTo>
                  <a:lnTo>
                    <a:pt x="1" y="4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24" name="Google Shape;5682;p80">
              <a:extLst>
                <a:ext uri="{FF2B5EF4-FFF2-40B4-BE49-F238E27FC236}">
                  <a16:creationId xmlns:a16="http://schemas.microsoft.com/office/drawing/2014/main" id="{CE57DB1B-B55E-8621-5F0E-10DA199FC736}"/>
                </a:ext>
              </a:extLst>
            </p:cNvPr>
            <p:cNvSpPr/>
            <p:nvPr/>
          </p:nvSpPr>
          <p:spPr>
            <a:xfrm>
              <a:off x="2097345" y="1638969"/>
              <a:ext cx="14" cy="109"/>
            </a:xfrm>
            <a:custGeom>
              <a:avLst/>
              <a:gdLst/>
              <a:ahLst/>
              <a:cxnLst/>
              <a:rect l="l" t="t" r="r" b="b"/>
              <a:pathLst>
                <a:path w="1" h="8" extrusionOk="0">
                  <a:moveTo>
                    <a:pt x="1" y="0"/>
                  </a:moveTo>
                  <a:lnTo>
                    <a:pt x="1" y="7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25" name="Google Shape;5683;p80">
              <a:extLst>
                <a:ext uri="{FF2B5EF4-FFF2-40B4-BE49-F238E27FC236}">
                  <a16:creationId xmlns:a16="http://schemas.microsoft.com/office/drawing/2014/main" id="{F9367774-BB9C-FB6F-8F69-459F4816779E}"/>
                </a:ext>
              </a:extLst>
            </p:cNvPr>
            <p:cNvSpPr/>
            <p:nvPr/>
          </p:nvSpPr>
          <p:spPr>
            <a:xfrm>
              <a:off x="2096163" y="1635059"/>
              <a:ext cx="109" cy="163"/>
            </a:xfrm>
            <a:custGeom>
              <a:avLst/>
              <a:gdLst/>
              <a:ahLst/>
              <a:cxnLst/>
              <a:rect l="l" t="t" r="r" b="b"/>
              <a:pathLst>
                <a:path w="8" h="12" extrusionOk="0">
                  <a:moveTo>
                    <a:pt x="0" y="1"/>
                  </a:moveTo>
                  <a:lnTo>
                    <a:pt x="7" y="11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26" name="Google Shape;5684;p80">
              <a:extLst>
                <a:ext uri="{FF2B5EF4-FFF2-40B4-BE49-F238E27FC236}">
                  <a16:creationId xmlns:a16="http://schemas.microsoft.com/office/drawing/2014/main" id="{199EE511-B493-4D78-D1C1-51CEE01039ED}"/>
                </a:ext>
              </a:extLst>
            </p:cNvPr>
            <p:cNvSpPr/>
            <p:nvPr/>
          </p:nvSpPr>
          <p:spPr>
            <a:xfrm>
              <a:off x="2096014" y="1634774"/>
              <a:ext cx="109" cy="163"/>
            </a:xfrm>
            <a:custGeom>
              <a:avLst/>
              <a:gdLst/>
              <a:ahLst/>
              <a:cxnLst/>
              <a:rect l="l" t="t" r="r" b="b"/>
              <a:pathLst>
                <a:path w="8" h="12" extrusionOk="0">
                  <a:moveTo>
                    <a:pt x="1" y="1"/>
                  </a:moveTo>
                  <a:lnTo>
                    <a:pt x="8" y="11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27" name="Google Shape;5685;p80">
              <a:extLst>
                <a:ext uri="{FF2B5EF4-FFF2-40B4-BE49-F238E27FC236}">
                  <a16:creationId xmlns:a16="http://schemas.microsoft.com/office/drawing/2014/main" id="{DF0474FD-5A57-E114-3D34-4CDB17EF88E7}"/>
                </a:ext>
              </a:extLst>
            </p:cNvPr>
            <p:cNvSpPr/>
            <p:nvPr/>
          </p:nvSpPr>
          <p:spPr>
            <a:xfrm>
              <a:off x="2097249" y="1638345"/>
              <a:ext cx="68" cy="163"/>
            </a:xfrm>
            <a:custGeom>
              <a:avLst/>
              <a:gdLst/>
              <a:ahLst/>
              <a:cxnLst/>
              <a:rect l="l" t="t" r="r" b="b"/>
              <a:pathLst>
                <a:path w="5" h="12" extrusionOk="0">
                  <a:moveTo>
                    <a:pt x="1" y="1"/>
                  </a:moveTo>
                  <a:lnTo>
                    <a:pt x="4" y="11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28" name="Google Shape;5686;p80">
              <a:extLst>
                <a:ext uri="{FF2B5EF4-FFF2-40B4-BE49-F238E27FC236}">
                  <a16:creationId xmlns:a16="http://schemas.microsoft.com/office/drawing/2014/main" id="{6AB4CE27-F5BD-654B-D43A-E8BC318C357F}"/>
                </a:ext>
              </a:extLst>
            </p:cNvPr>
            <p:cNvSpPr/>
            <p:nvPr/>
          </p:nvSpPr>
          <p:spPr>
            <a:xfrm>
              <a:off x="2097059" y="1637299"/>
              <a:ext cx="14" cy="204"/>
            </a:xfrm>
            <a:custGeom>
              <a:avLst/>
              <a:gdLst/>
              <a:ahLst/>
              <a:cxnLst/>
              <a:rect l="l" t="t" r="r" b="b"/>
              <a:pathLst>
                <a:path w="1" h="15" extrusionOk="0">
                  <a:moveTo>
                    <a:pt x="1" y="0"/>
                  </a:moveTo>
                  <a:lnTo>
                    <a:pt x="1" y="14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29" name="Google Shape;5687;p80">
              <a:extLst>
                <a:ext uri="{FF2B5EF4-FFF2-40B4-BE49-F238E27FC236}">
                  <a16:creationId xmlns:a16="http://schemas.microsoft.com/office/drawing/2014/main" id="{F042434A-B55C-7737-15AA-D8D170526796}"/>
                </a:ext>
              </a:extLst>
            </p:cNvPr>
            <p:cNvSpPr/>
            <p:nvPr/>
          </p:nvSpPr>
          <p:spPr>
            <a:xfrm>
              <a:off x="2096774" y="1636444"/>
              <a:ext cx="68" cy="149"/>
            </a:xfrm>
            <a:custGeom>
              <a:avLst/>
              <a:gdLst/>
              <a:ahLst/>
              <a:cxnLst/>
              <a:rect l="l" t="t" r="r" b="b"/>
              <a:pathLst>
                <a:path w="5" h="11" extrusionOk="0">
                  <a:moveTo>
                    <a:pt x="1" y="0"/>
                  </a:moveTo>
                  <a:lnTo>
                    <a:pt x="4" y="11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30" name="Google Shape;5688;p80">
              <a:extLst>
                <a:ext uri="{FF2B5EF4-FFF2-40B4-BE49-F238E27FC236}">
                  <a16:creationId xmlns:a16="http://schemas.microsoft.com/office/drawing/2014/main" id="{43C374EE-663A-E467-1EDF-5D0DD8421AF8}"/>
                </a:ext>
              </a:extLst>
            </p:cNvPr>
            <p:cNvSpPr/>
            <p:nvPr/>
          </p:nvSpPr>
          <p:spPr>
            <a:xfrm>
              <a:off x="2096639" y="1636009"/>
              <a:ext cx="54" cy="204"/>
            </a:xfrm>
            <a:custGeom>
              <a:avLst/>
              <a:gdLst/>
              <a:ahLst/>
              <a:cxnLst/>
              <a:rect l="l" t="t" r="r" b="b"/>
              <a:pathLst>
                <a:path w="4" h="15" extrusionOk="0">
                  <a:moveTo>
                    <a:pt x="0" y="1"/>
                  </a:moveTo>
                  <a:lnTo>
                    <a:pt x="4" y="15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31" name="Google Shape;5689;p80">
              <a:extLst>
                <a:ext uri="{FF2B5EF4-FFF2-40B4-BE49-F238E27FC236}">
                  <a16:creationId xmlns:a16="http://schemas.microsoft.com/office/drawing/2014/main" id="{332FF9FF-0EDC-FA4D-ACC6-6FACCD3B5330}"/>
                </a:ext>
              </a:extLst>
            </p:cNvPr>
            <p:cNvSpPr/>
            <p:nvPr/>
          </p:nvSpPr>
          <p:spPr>
            <a:xfrm>
              <a:off x="2097154" y="1637775"/>
              <a:ext cx="68" cy="204"/>
            </a:xfrm>
            <a:custGeom>
              <a:avLst/>
              <a:gdLst/>
              <a:ahLst/>
              <a:cxnLst/>
              <a:rect l="l" t="t" r="r" b="b"/>
              <a:pathLst>
                <a:path w="5" h="15" extrusionOk="0">
                  <a:moveTo>
                    <a:pt x="1" y="1"/>
                  </a:moveTo>
                  <a:lnTo>
                    <a:pt x="4" y="15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32" name="Google Shape;5690;p80">
              <a:extLst>
                <a:ext uri="{FF2B5EF4-FFF2-40B4-BE49-F238E27FC236}">
                  <a16:creationId xmlns:a16="http://schemas.microsoft.com/office/drawing/2014/main" id="{8026277E-58DB-71A7-337C-242ECED0A9BC}"/>
                </a:ext>
              </a:extLst>
            </p:cNvPr>
            <p:cNvSpPr/>
            <p:nvPr/>
          </p:nvSpPr>
          <p:spPr>
            <a:xfrm>
              <a:off x="2096924" y="1636824"/>
              <a:ext cx="54" cy="204"/>
            </a:xfrm>
            <a:custGeom>
              <a:avLst/>
              <a:gdLst/>
              <a:ahLst/>
              <a:cxnLst/>
              <a:rect l="l" t="t" r="r" b="b"/>
              <a:pathLst>
                <a:path w="4" h="15" extrusionOk="0">
                  <a:moveTo>
                    <a:pt x="0" y="0"/>
                  </a:moveTo>
                  <a:lnTo>
                    <a:pt x="4" y="14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33" name="Google Shape;5691;p80">
              <a:extLst>
                <a:ext uri="{FF2B5EF4-FFF2-40B4-BE49-F238E27FC236}">
                  <a16:creationId xmlns:a16="http://schemas.microsoft.com/office/drawing/2014/main" id="{589B7E18-F1D0-AAA6-FEBB-7825BBBBB7D9}"/>
                </a:ext>
              </a:extLst>
            </p:cNvPr>
            <p:cNvSpPr/>
            <p:nvPr/>
          </p:nvSpPr>
          <p:spPr>
            <a:xfrm>
              <a:off x="2096353" y="1635344"/>
              <a:ext cx="54" cy="163"/>
            </a:xfrm>
            <a:custGeom>
              <a:avLst/>
              <a:gdLst/>
              <a:ahLst/>
              <a:cxnLst/>
              <a:rect l="l" t="t" r="r" b="b"/>
              <a:pathLst>
                <a:path w="4" h="12" extrusionOk="0">
                  <a:moveTo>
                    <a:pt x="0" y="1"/>
                  </a:moveTo>
                  <a:lnTo>
                    <a:pt x="4" y="11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34" name="Google Shape;5692;p80">
              <a:extLst>
                <a:ext uri="{FF2B5EF4-FFF2-40B4-BE49-F238E27FC236}">
                  <a16:creationId xmlns:a16="http://schemas.microsoft.com/office/drawing/2014/main" id="{3D7C6816-D7B4-DED6-0B8A-F4F8C10082F8}"/>
                </a:ext>
              </a:extLst>
            </p:cNvPr>
            <p:cNvSpPr/>
            <p:nvPr/>
          </p:nvSpPr>
          <p:spPr>
            <a:xfrm>
              <a:off x="2096489" y="1635724"/>
              <a:ext cx="68" cy="163"/>
            </a:xfrm>
            <a:custGeom>
              <a:avLst/>
              <a:gdLst/>
              <a:ahLst/>
              <a:cxnLst/>
              <a:rect l="l" t="t" r="r" b="b"/>
              <a:pathLst>
                <a:path w="5" h="12" extrusionOk="0">
                  <a:moveTo>
                    <a:pt x="1" y="1"/>
                  </a:moveTo>
                  <a:lnTo>
                    <a:pt x="4" y="11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35" name="Google Shape;5693;p80">
              <a:extLst>
                <a:ext uri="{FF2B5EF4-FFF2-40B4-BE49-F238E27FC236}">
                  <a16:creationId xmlns:a16="http://schemas.microsoft.com/office/drawing/2014/main" id="{124182AD-E144-7DF0-5F1D-B190688762F0}"/>
                </a:ext>
              </a:extLst>
            </p:cNvPr>
            <p:cNvSpPr/>
            <p:nvPr/>
          </p:nvSpPr>
          <p:spPr>
            <a:xfrm>
              <a:off x="2095878" y="1634543"/>
              <a:ext cx="54" cy="109"/>
            </a:xfrm>
            <a:custGeom>
              <a:avLst/>
              <a:gdLst/>
              <a:ahLst/>
              <a:cxnLst/>
              <a:rect l="l" t="t" r="r" b="b"/>
              <a:pathLst>
                <a:path w="4" h="8" extrusionOk="0">
                  <a:moveTo>
                    <a:pt x="0" y="0"/>
                  </a:moveTo>
                  <a:lnTo>
                    <a:pt x="4" y="7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36" name="Google Shape;5694;p80">
              <a:extLst>
                <a:ext uri="{FF2B5EF4-FFF2-40B4-BE49-F238E27FC236}">
                  <a16:creationId xmlns:a16="http://schemas.microsoft.com/office/drawing/2014/main" id="{5D4B5DB2-7111-7D25-CCCB-3024671F7463}"/>
                </a:ext>
              </a:extLst>
            </p:cNvPr>
            <p:cNvSpPr/>
            <p:nvPr/>
          </p:nvSpPr>
          <p:spPr>
            <a:xfrm>
              <a:off x="2095729" y="1634299"/>
              <a:ext cx="68" cy="109"/>
            </a:xfrm>
            <a:custGeom>
              <a:avLst/>
              <a:gdLst/>
              <a:ahLst/>
              <a:cxnLst/>
              <a:rect l="l" t="t" r="r" b="b"/>
              <a:pathLst>
                <a:path w="5" h="8" extrusionOk="0">
                  <a:moveTo>
                    <a:pt x="1" y="1"/>
                  </a:moveTo>
                  <a:lnTo>
                    <a:pt x="4" y="8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37" name="Google Shape;5695;p80">
              <a:extLst>
                <a:ext uri="{FF2B5EF4-FFF2-40B4-BE49-F238E27FC236}">
                  <a16:creationId xmlns:a16="http://schemas.microsoft.com/office/drawing/2014/main" id="{A7F0C63E-8401-2D0F-0D2E-256123C9B50A}"/>
                </a:ext>
              </a:extLst>
            </p:cNvPr>
            <p:cNvSpPr/>
            <p:nvPr/>
          </p:nvSpPr>
          <p:spPr>
            <a:xfrm>
              <a:off x="2095254" y="1632968"/>
              <a:ext cx="14" cy="14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1" y="1"/>
                  </a:move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38" name="Google Shape;5696;p80">
              <a:extLst>
                <a:ext uri="{FF2B5EF4-FFF2-40B4-BE49-F238E27FC236}">
                  <a16:creationId xmlns:a16="http://schemas.microsoft.com/office/drawing/2014/main" id="{5790379E-BDA3-A049-FD25-2DBD11810039}"/>
                </a:ext>
              </a:extLst>
            </p:cNvPr>
            <p:cNvSpPr/>
            <p:nvPr/>
          </p:nvSpPr>
          <p:spPr>
            <a:xfrm>
              <a:off x="2095064" y="1633063"/>
              <a:ext cx="163" cy="258"/>
            </a:xfrm>
            <a:custGeom>
              <a:avLst/>
              <a:gdLst/>
              <a:ahLst/>
              <a:cxnLst/>
              <a:rect l="l" t="t" r="r" b="b"/>
              <a:pathLst>
                <a:path w="12" h="19" extrusionOk="0">
                  <a:moveTo>
                    <a:pt x="11" y="1"/>
                  </a:moveTo>
                  <a:cubicBezTo>
                    <a:pt x="8" y="4"/>
                    <a:pt x="3" y="9"/>
                    <a:pt x="1" y="14"/>
                  </a:cubicBezTo>
                  <a:lnTo>
                    <a:pt x="1" y="14"/>
                  </a:lnTo>
                  <a:cubicBezTo>
                    <a:pt x="5" y="10"/>
                    <a:pt x="8" y="4"/>
                    <a:pt x="11" y="1"/>
                  </a:cubicBezTo>
                  <a:close/>
                  <a:moveTo>
                    <a:pt x="1" y="14"/>
                  </a:moveTo>
                  <a:lnTo>
                    <a:pt x="1" y="14"/>
                  </a:lnTo>
                  <a:cubicBezTo>
                    <a:pt x="1" y="14"/>
                    <a:pt x="1" y="15"/>
                    <a:pt x="1" y="15"/>
                  </a:cubicBezTo>
                  <a:lnTo>
                    <a:pt x="1" y="18"/>
                  </a:lnTo>
                  <a:cubicBezTo>
                    <a:pt x="1" y="17"/>
                    <a:pt x="1" y="15"/>
                    <a:pt x="1" y="14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39" name="Google Shape;5697;p80">
              <a:extLst>
                <a:ext uri="{FF2B5EF4-FFF2-40B4-BE49-F238E27FC236}">
                  <a16:creationId xmlns:a16="http://schemas.microsoft.com/office/drawing/2014/main" id="{3C873DA2-F59D-BD29-51A7-FDCD3184B47A}"/>
                </a:ext>
              </a:extLst>
            </p:cNvPr>
            <p:cNvSpPr/>
            <p:nvPr/>
          </p:nvSpPr>
          <p:spPr>
            <a:xfrm>
              <a:off x="2094588" y="1626274"/>
              <a:ext cx="964" cy="1860"/>
            </a:xfrm>
            <a:custGeom>
              <a:avLst/>
              <a:gdLst/>
              <a:ahLst/>
              <a:cxnLst/>
              <a:rect l="l" t="t" r="r" b="b"/>
              <a:pathLst>
                <a:path w="71" h="137" extrusionOk="0">
                  <a:moveTo>
                    <a:pt x="71" y="137"/>
                  </a:moveTo>
                  <a:cubicBezTo>
                    <a:pt x="46" y="95"/>
                    <a:pt x="1" y="28"/>
                    <a:pt x="4" y="0"/>
                  </a:cubicBezTo>
                  <a:lnTo>
                    <a:pt x="4" y="0"/>
                  </a:lnTo>
                  <a:cubicBezTo>
                    <a:pt x="1" y="28"/>
                    <a:pt x="46" y="95"/>
                    <a:pt x="71" y="137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40" name="Google Shape;5698;p80">
              <a:extLst>
                <a:ext uri="{FF2B5EF4-FFF2-40B4-BE49-F238E27FC236}">
                  <a16:creationId xmlns:a16="http://schemas.microsoft.com/office/drawing/2014/main" id="{65A6B756-F7AE-BEBC-B5E3-5FC663C59F72}"/>
                </a:ext>
              </a:extLst>
            </p:cNvPr>
            <p:cNvSpPr/>
            <p:nvPr/>
          </p:nvSpPr>
          <p:spPr>
            <a:xfrm>
              <a:off x="2095064" y="1633308"/>
              <a:ext cx="14" cy="14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1" y="0"/>
                  </a:move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41" name="Google Shape;5699;p80">
              <a:extLst>
                <a:ext uri="{FF2B5EF4-FFF2-40B4-BE49-F238E27FC236}">
                  <a16:creationId xmlns:a16="http://schemas.microsoft.com/office/drawing/2014/main" id="{BE60D313-A08D-33E5-4B4D-52858A06AD20}"/>
                </a:ext>
              </a:extLst>
            </p:cNvPr>
            <p:cNvSpPr/>
            <p:nvPr/>
          </p:nvSpPr>
          <p:spPr>
            <a:xfrm>
              <a:off x="2109944" y="1656498"/>
              <a:ext cx="149" cy="14"/>
            </a:xfrm>
            <a:custGeom>
              <a:avLst/>
              <a:gdLst/>
              <a:ahLst/>
              <a:cxnLst/>
              <a:rect l="l" t="t" r="r" b="b"/>
              <a:pathLst>
                <a:path w="11" h="1" extrusionOk="0">
                  <a:moveTo>
                    <a:pt x="0" y="1"/>
                  </a:moveTo>
                  <a:lnTo>
                    <a:pt x="11" y="1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42" name="Google Shape;5700;p80">
              <a:extLst>
                <a:ext uri="{FF2B5EF4-FFF2-40B4-BE49-F238E27FC236}">
                  <a16:creationId xmlns:a16="http://schemas.microsoft.com/office/drawing/2014/main" id="{3EC89785-3D61-A70E-8197-A33ADDC73210}"/>
                </a:ext>
              </a:extLst>
            </p:cNvPr>
            <p:cNvSpPr/>
            <p:nvPr/>
          </p:nvSpPr>
          <p:spPr>
            <a:xfrm>
              <a:off x="2110555" y="1656362"/>
              <a:ext cx="68" cy="14"/>
            </a:xfrm>
            <a:custGeom>
              <a:avLst/>
              <a:gdLst/>
              <a:ahLst/>
              <a:cxnLst/>
              <a:rect l="l" t="t" r="r" b="b"/>
              <a:pathLst>
                <a:path w="5" h="1" extrusionOk="0">
                  <a:moveTo>
                    <a:pt x="1" y="0"/>
                  </a:moveTo>
                  <a:lnTo>
                    <a:pt x="4" y="0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43" name="Google Shape;5701;p80">
              <a:extLst>
                <a:ext uri="{FF2B5EF4-FFF2-40B4-BE49-F238E27FC236}">
                  <a16:creationId xmlns:a16="http://schemas.microsoft.com/office/drawing/2014/main" id="{EF531FE7-68F5-910E-8CB1-1BCF5E816362}"/>
                </a:ext>
              </a:extLst>
            </p:cNvPr>
            <p:cNvSpPr/>
            <p:nvPr/>
          </p:nvSpPr>
          <p:spPr>
            <a:xfrm>
              <a:off x="2118118" y="1656647"/>
              <a:ext cx="869" cy="394"/>
            </a:xfrm>
            <a:custGeom>
              <a:avLst/>
              <a:gdLst/>
              <a:ahLst/>
              <a:cxnLst/>
              <a:rect l="l" t="t" r="r" b="b"/>
              <a:pathLst>
                <a:path w="64" h="29" extrusionOk="0">
                  <a:moveTo>
                    <a:pt x="1" y="0"/>
                  </a:moveTo>
                  <a:lnTo>
                    <a:pt x="64" y="28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44" name="Google Shape;5702;p80">
              <a:extLst>
                <a:ext uri="{FF2B5EF4-FFF2-40B4-BE49-F238E27FC236}">
                  <a16:creationId xmlns:a16="http://schemas.microsoft.com/office/drawing/2014/main" id="{4D31F5A1-5837-D5F4-D38E-6B85CC1294E5}"/>
                </a:ext>
              </a:extLst>
            </p:cNvPr>
            <p:cNvSpPr/>
            <p:nvPr/>
          </p:nvSpPr>
          <p:spPr>
            <a:xfrm>
              <a:off x="2109374" y="1656552"/>
              <a:ext cx="244" cy="14"/>
            </a:xfrm>
            <a:custGeom>
              <a:avLst/>
              <a:gdLst/>
              <a:ahLst/>
              <a:cxnLst/>
              <a:rect l="l" t="t" r="r" b="b"/>
              <a:pathLst>
                <a:path w="18" h="1" extrusionOk="0">
                  <a:moveTo>
                    <a:pt x="0" y="0"/>
                  </a:moveTo>
                  <a:lnTo>
                    <a:pt x="18" y="0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45" name="Google Shape;5703;p80">
              <a:extLst>
                <a:ext uri="{FF2B5EF4-FFF2-40B4-BE49-F238E27FC236}">
                  <a16:creationId xmlns:a16="http://schemas.microsoft.com/office/drawing/2014/main" id="{E7B035DF-8D17-A36D-5460-5857E17A72BC}"/>
                </a:ext>
              </a:extLst>
            </p:cNvPr>
            <p:cNvSpPr/>
            <p:nvPr/>
          </p:nvSpPr>
          <p:spPr>
            <a:xfrm>
              <a:off x="2110325" y="1656403"/>
              <a:ext cx="109" cy="14"/>
            </a:xfrm>
            <a:custGeom>
              <a:avLst/>
              <a:gdLst/>
              <a:ahLst/>
              <a:cxnLst/>
              <a:rect l="l" t="t" r="r" b="b"/>
              <a:pathLst>
                <a:path w="8" h="1" extrusionOk="0">
                  <a:moveTo>
                    <a:pt x="0" y="1"/>
                  </a:moveTo>
                  <a:lnTo>
                    <a:pt x="7" y="1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46" name="Google Shape;5704;p80">
              <a:extLst>
                <a:ext uri="{FF2B5EF4-FFF2-40B4-BE49-F238E27FC236}">
                  <a16:creationId xmlns:a16="http://schemas.microsoft.com/office/drawing/2014/main" id="{C18547C1-430F-F3AB-C738-3D044C5EAE84}"/>
                </a:ext>
              </a:extLst>
            </p:cNvPr>
            <p:cNvSpPr/>
            <p:nvPr/>
          </p:nvSpPr>
          <p:spPr>
            <a:xfrm>
              <a:off x="2117222" y="1656308"/>
              <a:ext cx="774" cy="299"/>
            </a:xfrm>
            <a:custGeom>
              <a:avLst/>
              <a:gdLst/>
              <a:ahLst/>
              <a:cxnLst/>
              <a:rect l="l" t="t" r="r" b="b"/>
              <a:pathLst>
                <a:path w="57" h="22" extrusionOk="0">
                  <a:moveTo>
                    <a:pt x="0" y="1"/>
                  </a:moveTo>
                  <a:lnTo>
                    <a:pt x="56" y="22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47" name="Google Shape;5705;p80">
              <a:extLst>
                <a:ext uri="{FF2B5EF4-FFF2-40B4-BE49-F238E27FC236}">
                  <a16:creationId xmlns:a16="http://schemas.microsoft.com/office/drawing/2014/main" id="{86599C60-10BE-5E0D-AC72-307FF39102CE}"/>
                </a:ext>
              </a:extLst>
            </p:cNvPr>
            <p:cNvSpPr/>
            <p:nvPr/>
          </p:nvSpPr>
          <p:spPr>
            <a:xfrm>
              <a:off x="2110650" y="1656308"/>
              <a:ext cx="68" cy="14"/>
            </a:xfrm>
            <a:custGeom>
              <a:avLst/>
              <a:gdLst/>
              <a:ahLst/>
              <a:cxnLst/>
              <a:rect l="l" t="t" r="r" b="b"/>
              <a:pathLst>
                <a:path w="5" h="1" extrusionOk="0">
                  <a:moveTo>
                    <a:pt x="1" y="1"/>
                  </a:moveTo>
                  <a:lnTo>
                    <a:pt x="4" y="1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48" name="Google Shape;5706;p80">
              <a:extLst>
                <a:ext uri="{FF2B5EF4-FFF2-40B4-BE49-F238E27FC236}">
                  <a16:creationId xmlns:a16="http://schemas.microsoft.com/office/drawing/2014/main" id="{610FF7EF-BDF2-E2FB-9E12-CD713B2F90E8}"/>
                </a:ext>
              </a:extLst>
            </p:cNvPr>
            <p:cNvSpPr/>
            <p:nvPr/>
          </p:nvSpPr>
          <p:spPr>
            <a:xfrm>
              <a:off x="2110135" y="1656457"/>
              <a:ext cx="149" cy="14"/>
            </a:xfrm>
            <a:custGeom>
              <a:avLst/>
              <a:gdLst/>
              <a:ahLst/>
              <a:cxnLst/>
              <a:rect l="l" t="t" r="r" b="b"/>
              <a:pathLst>
                <a:path w="11" h="1" extrusionOk="0">
                  <a:moveTo>
                    <a:pt x="0" y="0"/>
                  </a:moveTo>
                  <a:lnTo>
                    <a:pt x="11" y="0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49" name="Google Shape;5707;p80">
              <a:extLst>
                <a:ext uri="{FF2B5EF4-FFF2-40B4-BE49-F238E27FC236}">
                  <a16:creationId xmlns:a16="http://schemas.microsoft.com/office/drawing/2014/main" id="{9CA7B02A-9A26-C04D-7806-B8F2975995B7}"/>
                </a:ext>
              </a:extLst>
            </p:cNvPr>
            <p:cNvSpPr/>
            <p:nvPr/>
          </p:nvSpPr>
          <p:spPr>
            <a:xfrm>
              <a:off x="2119069" y="1657123"/>
              <a:ext cx="964" cy="434"/>
            </a:xfrm>
            <a:custGeom>
              <a:avLst/>
              <a:gdLst/>
              <a:ahLst/>
              <a:cxnLst/>
              <a:rect l="l" t="t" r="r" b="b"/>
              <a:pathLst>
                <a:path w="71" h="32" extrusionOk="0">
                  <a:moveTo>
                    <a:pt x="1" y="0"/>
                  </a:moveTo>
                  <a:lnTo>
                    <a:pt x="71" y="32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50" name="Google Shape;5708;p80">
              <a:extLst>
                <a:ext uri="{FF2B5EF4-FFF2-40B4-BE49-F238E27FC236}">
                  <a16:creationId xmlns:a16="http://schemas.microsoft.com/office/drawing/2014/main" id="{D16F1396-DDAA-E17B-3E9D-4CE7D2C05CCE}"/>
                </a:ext>
              </a:extLst>
            </p:cNvPr>
            <p:cNvSpPr/>
            <p:nvPr/>
          </p:nvSpPr>
          <p:spPr>
            <a:xfrm>
              <a:off x="2108994" y="1656593"/>
              <a:ext cx="339" cy="14"/>
            </a:xfrm>
            <a:custGeom>
              <a:avLst/>
              <a:gdLst/>
              <a:ahLst/>
              <a:cxnLst/>
              <a:rect l="l" t="t" r="r" b="b"/>
              <a:pathLst>
                <a:path w="25" h="1" extrusionOk="0">
                  <a:moveTo>
                    <a:pt x="0" y="1"/>
                  </a:moveTo>
                  <a:lnTo>
                    <a:pt x="25" y="1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51" name="Google Shape;5709;p80">
              <a:extLst>
                <a:ext uri="{FF2B5EF4-FFF2-40B4-BE49-F238E27FC236}">
                  <a16:creationId xmlns:a16="http://schemas.microsoft.com/office/drawing/2014/main" id="{A233A3FE-BB49-6747-7F20-F481CA30DC81}"/>
                </a:ext>
              </a:extLst>
            </p:cNvPr>
            <p:cNvSpPr/>
            <p:nvPr/>
          </p:nvSpPr>
          <p:spPr>
            <a:xfrm>
              <a:off x="2109659" y="1656498"/>
              <a:ext cx="204" cy="14"/>
            </a:xfrm>
            <a:custGeom>
              <a:avLst/>
              <a:gdLst/>
              <a:ahLst/>
              <a:cxnLst/>
              <a:rect l="l" t="t" r="r" b="b"/>
              <a:pathLst>
                <a:path w="15" h="1" extrusionOk="0">
                  <a:moveTo>
                    <a:pt x="0" y="1"/>
                  </a:moveTo>
                  <a:lnTo>
                    <a:pt x="14" y="1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52" name="Google Shape;5710;p80">
              <a:extLst>
                <a:ext uri="{FF2B5EF4-FFF2-40B4-BE49-F238E27FC236}">
                  <a16:creationId xmlns:a16="http://schemas.microsoft.com/office/drawing/2014/main" id="{CE8784EF-DF4E-0572-4EC8-813A34625D47}"/>
                </a:ext>
              </a:extLst>
            </p:cNvPr>
            <p:cNvSpPr/>
            <p:nvPr/>
          </p:nvSpPr>
          <p:spPr>
            <a:xfrm>
              <a:off x="2116407" y="1656023"/>
              <a:ext cx="679" cy="258"/>
            </a:xfrm>
            <a:custGeom>
              <a:avLst/>
              <a:gdLst/>
              <a:ahLst/>
              <a:cxnLst/>
              <a:rect l="l" t="t" r="r" b="b"/>
              <a:pathLst>
                <a:path w="50" h="19" extrusionOk="0">
                  <a:moveTo>
                    <a:pt x="1" y="1"/>
                  </a:moveTo>
                  <a:cubicBezTo>
                    <a:pt x="15" y="4"/>
                    <a:pt x="32" y="11"/>
                    <a:pt x="50" y="18"/>
                  </a:cubicBezTo>
                  <a:cubicBezTo>
                    <a:pt x="32" y="11"/>
                    <a:pt x="15" y="4"/>
                    <a:pt x="1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53" name="Google Shape;5711;p80">
              <a:extLst>
                <a:ext uri="{FF2B5EF4-FFF2-40B4-BE49-F238E27FC236}">
                  <a16:creationId xmlns:a16="http://schemas.microsoft.com/office/drawing/2014/main" id="{3C1269A3-C754-7461-CC53-1BD23DFC2E6A}"/>
                </a:ext>
              </a:extLst>
            </p:cNvPr>
            <p:cNvSpPr/>
            <p:nvPr/>
          </p:nvSpPr>
          <p:spPr>
            <a:xfrm>
              <a:off x="2106428" y="1656552"/>
              <a:ext cx="584" cy="14"/>
            </a:xfrm>
            <a:custGeom>
              <a:avLst/>
              <a:gdLst/>
              <a:ahLst/>
              <a:cxnLst/>
              <a:rect l="l" t="t" r="r" b="b"/>
              <a:pathLst>
                <a:path w="43" h="1" extrusionOk="0">
                  <a:moveTo>
                    <a:pt x="0" y="0"/>
                  </a:moveTo>
                  <a:lnTo>
                    <a:pt x="42" y="0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54" name="Google Shape;5712;p80">
              <a:extLst>
                <a:ext uri="{FF2B5EF4-FFF2-40B4-BE49-F238E27FC236}">
                  <a16:creationId xmlns:a16="http://schemas.microsoft.com/office/drawing/2014/main" id="{BC1D7626-8EF9-4E98-AB31-85F7DA3CD99B}"/>
                </a:ext>
              </a:extLst>
            </p:cNvPr>
            <p:cNvSpPr/>
            <p:nvPr/>
          </p:nvSpPr>
          <p:spPr>
            <a:xfrm>
              <a:off x="2105898" y="1656498"/>
              <a:ext cx="299" cy="14"/>
            </a:xfrm>
            <a:custGeom>
              <a:avLst/>
              <a:gdLst/>
              <a:ahLst/>
              <a:cxnLst/>
              <a:rect l="l" t="t" r="r" b="b"/>
              <a:pathLst>
                <a:path w="22" h="1" extrusionOk="0">
                  <a:moveTo>
                    <a:pt x="22" y="1"/>
                  </a:moveTo>
                  <a:lnTo>
                    <a:pt x="1" y="1"/>
                  </a:lnTo>
                  <a:lnTo>
                    <a:pt x="1" y="1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55" name="Google Shape;5713;p80">
              <a:extLst>
                <a:ext uri="{FF2B5EF4-FFF2-40B4-BE49-F238E27FC236}">
                  <a16:creationId xmlns:a16="http://schemas.microsoft.com/office/drawing/2014/main" id="{E5C31DF5-65E4-6E7C-73A7-6898CFC38FB6}"/>
                </a:ext>
              </a:extLst>
            </p:cNvPr>
            <p:cNvSpPr/>
            <p:nvPr/>
          </p:nvSpPr>
          <p:spPr>
            <a:xfrm>
              <a:off x="2110460" y="1656403"/>
              <a:ext cx="68" cy="14"/>
            </a:xfrm>
            <a:custGeom>
              <a:avLst/>
              <a:gdLst/>
              <a:ahLst/>
              <a:cxnLst/>
              <a:rect l="l" t="t" r="r" b="b"/>
              <a:pathLst>
                <a:path w="5" h="1" extrusionOk="0">
                  <a:moveTo>
                    <a:pt x="1" y="1"/>
                  </a:moveTo>
                  <a:lnTo>
                    <a:pt x="4" y="1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56" name="Google Shape;5714;p80">
              <a:extLst>
                <a:ext uri="{FF2B5EF4-FFF2-40B4-BE49-F238E27FC236}">
                  <a16:creationId xmlns:a16="http://schemas.microsoft.com/office/drawing/2014/main" id="{8C66FE08-6F53-A427-9197-A9F907E6F62C}"/>
                </a:ext>
              </a:extLst>
            </p:cNvPr>
            <p:cNvSpPr/>
            <p:nvPr/>
          </p:nvSpPr>
          <p:spPr>
            <a:xfrm>
              <a:off x="2107039" y="1656593"/>
              <a:ext cx="1969" cy="14"/>
            </a:xfrm>
            <a:custGeom>
              <a:avLst/>
              <a:gdLst/>
              <a:ahLst/>
              <a:cxnLst/>
              <a:rect l="l" t="t" r="r" b="b"/>
              <a:pathLst>
                <a:path w="145" h="1" extrusionOk="0">
                  <a:moveTo>
                    <a:pt x="144" y="1"/>
                  </a:moveTo>
                  <a:lnTo>
                    <a:pt x="1" y="1"/>
                  </a:lnTo>
                  <a:cubicBezTo>
                    <a:pt x="60" y="1"/>
                    <a:pt x="106" y="1"/>
                    <a:pt x="144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57" name="Google Shape;5715;p80">
              <a:extLst>
                <a:ext uri="{FF2B5EF4-FFF2-40B4-BE49-F238E27FC236}">
                  <a16:creationId xmlns:a16="http://schemas.microsoft.com/office/drawing/2014/main" id="{A07161E3-A1EA-9140-C470-7B02F3A9E949}"/>
                </a:ext>
              </a:extLst>
            </p:cNvPr>
            <p:cNvSpPr/>
            <p:nvPr/>
          </p:nvSpPr>
          <p:spPr>
            <a:xfrm>
              <a:off x="2203154" y="1406808"/>
              <a:ext cx="75925" cy="121342"/>
            </a:xfrm>
            <a:custGeom>
              <a:avLst/>
              <a:gdLst/>
              <a:ahLst/>
              <a:cxnLst/>
              <a:rect l="l" t="t" r="r" b="b"/>
              <a:pathLst>
                <a:path w="5592" h="8937" extrusionOk="0">
                  <a:moveTo>
                    <a:pt x="3667" y="1"/>
                  </a:moveTo>
                  <a:cubicBezTo>
                    <a:pt x="3594" y="1"/>
                    <a:pt x="3523" y="29"/>
                    <a:pt x="3473" y="81"/>
                  </a:cubicBezTo>
                  <a:cubicBezTo>
                    <a:pt x="3421" y="155"/>
                    <a:pt x="3298" y="155"/>
                    <a:pt x="3158" y="155"/>
                  </a:cubicBezTo>
                  <a:cubicBezTo>
                    <a:pt x="3088" y="155"/>
                    <a:pt x="2962" y="155"/>
                    <a:pt x="2938" y="176"/>
                  </a:cubicBezTo>
                  <a:cubicBezTo>
                    <a:pt x="2938" y="288"/>
                    <a:pt x="2840" y="344"/>
                    <a:pt x="2749" y="397"/>
                  </a:cubicBezTo>
                  <a:cubicBezTo>
                    <a:pt x="2658" y="446"/>
                    <a:pt x="2602" y="484"/>
                    <a:pt x="2602" y="537"/>
                  </a:cubicBezTo>
                  <a:cubicBezTo>
                    <a:pt x="2605" y="589"/>
                    <a:pt x="2612" y="638"/>
                    <a:pt x="2626" y="691"/>
                  </a:cubicBezTo>
                  <a:cubicBezTo>
                    <a:pt x="2647" y="813"/>
                    <a:pt x="2675" y="939"/>
                    <a:pt x="2602" y="1016"/>
                  </a:cubicBezTo>
                  <a:cubicBezTo>
                    <a:pt x="2566" y="1052"/>
                    <a:pt x="2517" y="1070"/>
                    <a:pt x="2468" y="1070"/>
                  </a:cubicBezTo>
                  <a:cubicBezTo>
                    <a:pt x="2460" y="1070"/>
                    <a:pt x="2452" y="1070"/>
                    <a:pt x="2444" y="1069"/>
                  </a:cubicBezTo>
                  <a:lnTo>
                    <a:pt x="2406" y="1069"/>
                  </a:lnTo>
                  <a:cubicBezTo>
                    <a:pt x="2395" y="1067"/>
                    <a:pt x="2385" y="1066"/>
                    <a:pt x="2374" y="1066"/>
                  </a:cubicBezTo>
                  <a:cubicBezTo>
                    <a:pt x="2364" y="1066"/>
                    <a:pt x="2353" y="1067"/>
                    <a:pt x="2343" y="1069"/>
                  </a:cubicBezTo>
                  <a:cubicBezTo>
                    <a:pt x="2343" y="1083"/>
                    <a:pt x="2339" y="1093"/>
                    <a:pt x="2339" y="1104"/>
                  </a:cubicBezTo>
                  <a:cubicBezTo>
                    <a:pt x="2339" y="1195"/>
                    <a:pt x="2308" y="1282"/>
                    <a:pt x="2252" y="1356"/>
                  </a:cubicBezTo>
                  <a:cubicBezTo>
                    <a:pt x="2224" y="1398"/>
                    <a:pt x="2171" y="1450"/>
                    <a:pt x="2108" y="1450"/>
                  </a:cubicBezTo>
                  <a:cubicBezTo>
                    <a:pt x="2045" y="1450"/>
                    <a:pt x="2007" y="1398"/>
                    <a:pt x="1979" y="1356"/>
                  </a:cubicBezTo>
                  <a:cubicBezTo>
                    <a:pt x="1945" y="1308"/>
                    <a:pt x="1931" y="1298"/>
                    <a:pt x="1918" y="1298"/>
                  </a:cubicBezTo>
                  <a:cubicBezTo>
                    <a:pt x="1915" y="1298"/>
                    <a:pt x="1912" y="1299"/>
                    <a:pt x="1909" y="1300"/>
                  </a:cubicBezTo>
                  <a:cubicBezTo>
                    <a:pt x="1883" y="1308"/>
                    <a:pt x="1859" y="1312"/>
                    <a:pt x="1834" y="1312"/>
                  </a:cubicBezTo>
                  <a:cubicBezTo>
                    <a:pt x="1767" y="1312"/>
                    <a:pt x="1703" y="1285"/>
                    <a:pt x="1646" y="1265"/>
                  </a:cubicBezTo>
                  <a:cubicBezTo>
                    <a:pt x="1590" y="1242"/>
                    <a:pt x="1563" y="1234"/>
                    <a:pt x="1548" y="1234"/>
                  </a:cubicBezTo>
                  <a:cubicBezTo>
                    <a:pt x="1537" y="1234"/>
                    <a:pt x="1533" y="1238"/>
                    <a:pt x="1530" y="1244"/>
                  </a:cubicBezTo>
                  <a:cubicBezTo>
                    <a:pt x="1487" y="1315"/>
                    <a:pt x="1415" y="1339"/>
                    <a:pt x="1328" y="1339"/>
                  </a:cubicBezTo>
                  <a:cubicBezTo>
                    <a:pt x="1239" y="1339"/>
                    <a:pt x="1134" y="1314"/>
                    <a:pt x="1026" y="1289"/>
                  </a:cubicBezTo>
                  <a:cubicBezTo>
                    <a:pt x="974" y="1275"/>
                    <a:pt x="918" y="1261"/>
                    <a:pt x="862" y="1251"/>
                  </a:cubicBezTo>
                  <a:cubicBezTo>
                    <a:pt x="708" y="1219"/>
                    <a:pt x="596" y="1097"/>
                    <a:pt x="498" y="988"/>
                  </a:cubicBezTo>
                  <a:cubicBezTo>
                    <a:pt x="421" y="901"/>
                    <a:pt x="347" y="820"/>
                    <a:pt x="270" y="810"/>
                  </a:cubicBezTo>
                  <a:lnTo>
                    <a:pt x="232" y="810"/>
                  </a:lnTo>
                  <a:cubicBezTo>
                    <a:pt x="221" y="813"/>
                    <a:pt x="211" y="813"/>
                    <a:pt x="200" y="817"/>
                  </a:cubicBezTo>
                  <a:lnTo>
                    <a:pt x="193" y="817"/>
                  </a:lnTo>
                  <a:cubicBezTo>
                    <a:pt x="183" y="820"/>
                    <a:pt x="172" y="824"/>
                    <a:pt x="162" y="831"/>
                  </a:cubicBezTo>
                  <a:lnTo>
                    <a:pt x="158" y="831"/>
                  </a:lnTo>
                  <a:cubicBezTo>
                    <a:pt x="134" y="841"/>
                    <a:pt x="113" y="859"/>
                    <a:pt x="92" y="876"/>
                  </a:cubicBezTo>
                  <a:cubicBezTo>
                    <a:pt x="81" y="887"/>
                    <a:pt x="71" y="897"/>
                    <a:pt x="60" y="908"/>
                  </a:cubicBezTo>
                  <a:lnTo>
                    <a:pt x="57" y="908"/>
                  </a:lnTo>
                  <a:cubicBezTo>
                    <a:pt x="46" y="918"/>
                    <a:pt x="39" y="932"/>
                    <a:pt x="29" y="943"/>
                  </a:cubicBezTo>
                  <a:lnTo>
                    <a:pt x="25" y="946"/>
                  </a:lnTo>
                  <a:cubicBezTo>
                    <a:pt x="18" y="960"/>
                    <a:pt x="8" y="974"/>
                    <a:pt x="1" y="985"/>
                  </a:cubicBezTo>
                  <a:cubicBezTo>
                    <a:pt x="64" y="1030"/>
                    <a:pt x="123" y="1083"/>
                    <a:pt x="176" y="1128"/>
                  </a:cubicBezTo>
                  <a:cubicBezTo>
                    <a:pt x="256" y="1202"/>
                    <a:pt x="340" y="1268"/>
                    <a:pt x="431" y="1328"/>
                  </a:cubicBezTo>
                  <a:cubicBezTo>
                    <a:pt x="466" y="1349"/>
                    <a:pt x="501" y="1366"/>
                    <a:pt x="540" y="1384"/>
                  </a:cubicBezTo>
                  <a:cubicBezTo>
                    <a:pt x="599" y="1412"/>
                    <a:pt x="669" y="1440"/>
                    <a:pt x="746" y="1471"/>
                  </a:cubicBezTo>
                  <a:cubicBezTo>
                    <a:pt x="1072" y="1601"/>
                    <a:pt x="1383" y="1727"/>
                    <a:pt x="1355" y="1919"/>
                  </a:cubicBezTo>
                  <a:cubicBezTo>
                    <a:pt x="1352" y="1954"/>
                    <a:pt x="1345" y="1989"/>
                    <a:pt x="1338" y="2024"/>
                  </a:cubicBezTo>
                  <a:cubicBezTo>
                    <a:pt x="1313" y="2157"/>
                    <a:pt x="1282" y="2332"/>
                    <a:pt x="1348" y="2374"/>
                  </a:cubicBezTo>
                  <a:cubicBezTo>
                    <a:pt x="1446" y="2430"/>
                    <a:pt x="1439" y="2557"/>
                    <a:pt x="1436" y="2665"/>
                  </a:cubicBezTo>
                  <a:cubicBezTo>
                    <a:pt x="1436" y="2753"/>
                    <a:pt x="1432" y="2844"/>
                    <a:pt x="1474" y="2868"/>
                  </a:cubicBezTo>
                  <a:cubicBezTo>
                    <a:pt x="1600" y="2928"/>
                    <a:pt x="1628" y="3113"/>
                    <a:pt x="1593" y="3267"/>
                  </a:cubicBezTo>
                  <a:cubicBezTo>
                    <a:pt x="1569" y="3376"/>
                    <a:pt x="1513" y="3442"/>
                    <a:pt x="1443" y="3456"/>
                  </a:cubicBezTo>
                  <a:cubicBezTo>
                    <a:pt x="1474" y="3519"/>
                    <a:pt x="1520" y="3579"/>
                    <a:pt x="1569" y="3631"/>
                  </a:cubicBezTo>
                  <a:cubicBezTo>
                    <a:pt x="1576" y="3638"/>
                    <a:pt x="1583" y="3645"/>
                    <a:pt x="1590" y="3656"/>
                  </a:cubicBezTo>
                  <a:cubicBezTo>
                    <a:pt x="1590" y="3659"/>
                    <a:pt x="1593" y="3663"/>
                    <a:pt x="1597" y="3666"/>
                  </a:cubicBezTo>
                  <a:cubicBezTo>
                    <a:pt x="1597" y="3673"/>
                    <a:pt x="1604" y="3680"/>
                    <a:pt x="1604" y="3687"/>
                  </a:cubicBezTo>
                  <a:lnTo>
                    <a:pt x="1614" y="3705"/>
                  </a:lnTo>
                  <a:cubicBezTo>
                    <a:pt x="1614" y="3708"/>
                    <a:pt x="1618" y="3715"/>
                    <a:pt x="1621" y="3722"/>
                  </a:cubicBezTo>
                  <a:lnTo>
                    <a:pt x="1625" y="3740"/>
                  </a:lnTo>
                  <a:cubicBezTo>
                    <a:pt x="1628" y="3747"/>
                    <a:pt x="1632" y="3754"/>
                    <a:pt x="1632" y="3764"/>
                  </a:cubicBezTo>
                  <a:cubicBezTo>
                    <a:pt x="1635" y="3771"/>
                    <a:pt x="1635" y="3775"/>
                    <a:pt x="1639" y="3782"/>
                  </a:cubicBezTo>
                  <a:cubicBezTo>
                    <a:pt x="1639" y="3785"/>
                    <a:pt x="1642" y="3799"/>
                    <a:pt x="1642" y="3806"/>
                  </a:cubicBezTo>
                  <a:lnTo>
                    <a:pt x="1646" y="3820"/>
                  </a:lnTo>
                  <a:cubicBezTo>
                    <a:pt x="1649" y="3834"/>
                    <a:pt x="1653" y="3848"/>
                    <a:pt x="1653" y="3859"/>
                  </a:cubicBezTo>
                  <a:lnTo>
                    <a:pt x="1653" y="3873"/>
                  </a:lnTo>
                  <a:cubicBezTo>
                    <a:pt x="1653" y="3880"/>
                    <a:pt x="1656" y="3887"/>
                    <a:pt x="1656" y="3894"/>
                  </a:cubicBezTo>
                  <a:cubicBezTo>
                    <a:pt x="1761" y="3925"/>
                    <a:pt x="1863" y="3967"/>
                    <a:pt x="1958" y="4016"/>
                  </a:cubicBezTo>
                  <a:cubicBezTo>
                    <a:pt x="1993" y="4034"/>
                    <a:pt x="2028" y="4051"/>
                    <a:pt x="2063" y="4065"/>
                  </a:cubicBezTo>
                  <a:cubicBezTo>
                    <a:pt x="2290" y="4167"/>
                    <a:pt x="2294" y="4328"/>
                    <a:pt x="2294" y="4475"/>
                  </a:cubicBezTo>
                  <a:lnTo>
                    <a:pt x="2294" y="4545"/>
                  </a:lnTo>
                  <a:lnTo>
                    <a:pt x="2294" y="4559"/>
                  </a:lnTo>
                  <a:cubicBezTo>
                    <a:pt x="2301" y="4699"/>
                    <a:pt x="2304" y="4780"/>
                    <a:pt x="2241" y="4818"/>
                  </a:cubicBezTo>
                  <a:cubicBezTo>
                    <a:pt x="2224" y="4828"/>
                    <a:pt x="2207" y="4832"/>
                    <a:pt x="2191" y="4832"/>
                  </a:cubicBezTo>
                  <a:cubicBezTo>
                    <a:pt x="2149" y="4832"/>
                    <a:pt x="2113" y="4807"/>
                    <a:pt x="2098" y="4797"/>
                  </a:cubicBezTo>
                  <a:cubicBezTo>
                    <a:pt x="2083" y="4785"/>
                    <a:pt x="2066" y="4780"/>
                    <a:pt x="2048" y="4780"/>
                  </a:cubicBezTo>
                  <a:cubicBezTo>
                    <a:pt x="2040" y="4780"/>
                    <a:pt x="2032" y="4781"/>
                    <a:pt x="2024" y="4783"/>
                  </a:cubicBezTo>
                  <a:cubicBezTo>
                    <a:pt x="2000" y="4794"/>
                    <a:pt x="1940" y="4832"/>
                    <a:pt x="1895" y="5000"/>
                  </a:cubicBezTo>
                  <a:cubicBezTo>
                    <a:pt x="1824" y="5263"/>
                    <a:pt x="1495" y="5581"/>
                    <a:pt x="1278" y="5599"/>
                  </a:cubicBezTo>
                  <a:cubicBezTo>
                    <a:pt x="1212" y="5606"/>
                    <a:pt x="1187" y="5637"/>
                    <a:pt x="1142" y="5700"/>
                  </a:cubicBezTo>
                  <a:cubicBezTo>
                    <a:pt x="1107" y="5770"/>
                    <a:pt x="1040" y="5823"/>
                    <a:pt x="967" y="5847"/>
                  </a:cubicBezTo>
                  <a:cubicBezTo>
                    <a:pt x="851" y="5879"/>
                    <a:pt x="718" y="5942"/>
                    <a:pt x="722" y="6082"/>
                  </a:cubicBezTo>
                  <a:cubicBezTo>
                    <a:pt x="729" y="6138"/>
                    <a:pt x="708" y="6190"/>
                    <a:pt x="669" y="6232"/>
                  </a:cubicBezTo>
                  <a:cubicBezTo>
                    <a:pt x="582" y="6323"/>
                    <a:pt x="414" y="6334"/>
                    <a:pt x="277" y="6334"/>
                  </a:cubicBezTo>
                  <a:cubicBezTo>
                    <a:pt x="246" y="6334"/>
                    <a:pt x="228" y="6369"/>
                    <a:pt x="197" y="6463"/>
                  </a:cubicBezTo>
                  <a:cubicBezTo>
                    <a:pt x="172" y="6540"/>
                    <a:pt x="144" y="6628"/>
                    <a:pt x="67" y="6674"/>
                  </a:cubicBezTo>
                  <a:cubicBezTo>
                    <a:pt x="22" y="6698"/>
                    <a:pt x="22" y="6719"/>
                    <a:pt x="18" y="6726"/>
                  </a:cubicBezTo>
                  <a:cubicBezTo>
                    <a:pt x="11" y="6758"/>
                    <a:pt x="39" y="6814"/>
                    <a:pt x="102" y="6894"/>
                  </a:cubicBezTo>
                  <a:cubicBezTo>
                    <a:pt x="165" y="6978"/>
                    <a:pt x="186" y="7083"/>
                    <a:pt x="165" y="7188"/>
                  </a:cubicBezTo>
                  <a:cubicBezTo>
                    <a:pt x="158" y="7220"/>
                    <a:pt x="158" y="7255"/>
                    <a:pt x="165" y="7290"/>
                  </a:cubicBezTo>
                  <a:cubicBezTo>
                    <a:pt x="172" y="7304"/>
                    <a:pt x="183" y="7325"/>
                    <a:pt x="197" y="7353"/>
                  </a:cubicBezTo>
                  <a:cubicBezTo>
                    <a:pt x="260" y="7475"/>
                    <a:pt x="375" y="7706"/>
                    <a:pt x="263" y="7955"/>
                  </a:cubicBezTo>
                  <a:cubicBezTo>
                    <a:pt x="141" y="8221"/>
                    <a:pt x="95" y="8361"/>
                    <a:pt x="88" y="8424"/>
                  </a:cubicBezTo>
                  <a:cubicBezTo>
                    <a:pt x="155" y="8427"/>
                    <a:pt x="228" y="8473"/>
                    <a:pt x="312" y="8525"/>
                  </a:cubicBezTo>
                  <a:cubicBezTo>
                    <a:pt x="392" y="8572"/>
                    <a:pt x="487" y="8631"/>
                    <a:pt x="551" y="8631"/>
                  </a:cubicBezTo>
                  <a:cubicBezTo>
                    <a:pt x="554" y="8631"/>
                    <a:pt x="557" y="8631"/>
                    <a:pt x="561" y="8630"/>
                  </a:cubicBezTo>
                  <a:cubicBezTo>
                    <a:pt x="568" y="8630"/>
                    <a:pt x="575" y="8629"/>
                    <a:pt x="582" y="8629"/>
                  </a:cubicBezTo>
                  <a:cubicBezTo>
                    <a:pt x="681" y="8629"/>
                    <a:pt x="739" y="8697"/>
                    <a:pt x="785" y="8750"/>
                  </a:cubicBezTo>
                  <a:cubicBezTo>
                    <a:pt x="821" y="8794"/>
                    <a:pt x="840" y="8812"/>
                    <a:pt x="862" y="8812"/>
                  </a:cubicBezTo>
                  <a:cubicBezTo>
                    <a:pt x="867" y="8812"/>
                    <a:pt x="873" y="8811"/>
                    <a:pt x="879" y="8809"/>
                  </a:cubicBezTo>
                  <a:cubicBezTo>
                    <a:pt x="900" y="8802"/>
                    <a:pt x="921" y="8799"/>
                    <a:pt x="946" y="8799"/>
                  </a:cubicBezTo>
                  <a:cubicBezTo>
                    <a:pt x="995" y="8802"/>
                    <a:pt x="1044" y="8820"/>
                    <a:pt x="1086" y="8848"/>
                  </a:cubicBezTo>
                  <a:cubicBezTo>
                    <a:pt x="1150" y="8886"/>
                    <a:pt x="1238" y="8936"/>
                    <a:pt x="1438" y="8936"/>
                  </a:cubicBezTo>
                  <a:cubicBezTo>
                    <a:pt x="1456" y="8936"/>
                    <a:pt x="1475" y="8936"/>
                    <a:pt x="1495" y="8935"/>
                  </a:cubicBezTo>
                  <a:cubicBezTo>
                    <a:pt x="1712" y="8928"/>
                    <a:pt x="2052" y="8827"/>
                    <a:pt x="2381" y="8732"/>
                  </a:cubicBezTo>
                  <a:cubicBezTo>
                    <a:pt x="2710" y="8637"/>
                    <a:pt x="3011" y="8546"/>
                    <a:pt x="3193" y="8546"/>
                  </a:cubicBezTo>
                  <a:cubicBezTo>
                    <a:pt x="3206" y="8547"/>
                    <a:pt x="3219" y="8547"/>
                    <a:pt x="3232" y="8547"/>
                  </a:cubicBezTo>
                  <a:cubicBezTo>
                    <a:pt x="3373" y="8547"/>
                    <a:pt x="3510" y="8530"/>
                    <a:pt x="3645" y="8501"/>
                  </a:cubicBezTo>
                  <a:cubicBezTo>
                    <a:pt x="3704" y="8410"/>
                    <a:pt x="3767" y="8326"/>
                    <a:pt x="3837" y="8245"/>
                  </a:cubicBezTo>
                  <a:lnTo>
                    <a:pt x="3865" y="8217"/>
                  </a:lnTo>
                  <a:lnTo>
                    <a:pt x="3869" y="8210"/>
                  </a:lnTo>
                  <a:lnTo>
                    <a:pt x="3900" y="8179"/>
                  </a:lnTo>
                  <a:cubicBezTo>
                    <a:pt x="4009" y="8081"/>
                    <a:pt x="4132" y="7993"/>
                    <a:pt x="4261" y="7920"/>
                  </a:cubicBezTo>
                  <a:cubicBezTo>
                    <a:pt x="4457" y="7801"/>
                    <a:pt x="4657" y="7678"/>
                    <a:pt x="4727" y="7521"/>
                  </a:cubicBezTo>
                  <a:lnTo>
                    <a:pt x="4734" y="7510"/>
                  </a:lnTo>
                  <a:cubicBezTo>
                    <a:pt x="4793" y="7384"/>
                    <a:pt x="4916" y="7276"/>
                    <a:pt x="5052" y="7174"/>
                  </a:cubicBezTo>
                  <a:lnTo>
                    <a:pt x="5101" y="7139"/>
                  </a:lnTo>
                  <a:lnTo>
                    <a:pt x="5171" y="7090"/>
                  </a:lnTo>
                  <a:cubicBezTo>
                    <a:pt x="5329" y="6975"/>
                    <a:pt x="5493" y="6856"/>
                    <a:pt x="5535" y="6747"/>
                  </a:cubicBezTo>
                  <a:cubicBezTo>
                    <a:pt x="5577" y="6635"/>
                    <a:pt x="5591" y="6596"/>
                    <a:pt x="5402" y="6376"/>
                  </a:cubicBezTo>
                  <a:cubicBezTo>
                    <a:pt x="5304" y="6264"/>
                    <a:pt x="5140" y="6166"/>
                    <a:pt x="5000" y="6082"/>
                  </a:cubicBezTo>
                  <a:cubicBezTo>
                    <a:pt x="4828" y="5980"/>
                    <a:pt x="4702" y="5907"/>
                    <a:pt x="4692" y="5809"/>
                  </a:cubicBezTo>
                  <a:cubicBezTo>
                    <a:pt x="4678" y="5697"/>
                    <a:pt x="4786" y="5648"/>
                    <a:pt x="4884" y="5606"/>
                  </a:cubicBezTo>
                  <a:cubicBezTo>
                    <a:pt x="4951" y="5574"/>
                    <a:pt x="5031" y="5536"/>
                    <a:pt x="5028" y="5501"/>
                  </a:cubicBezTo>
                  <a:cubicBezTo>
                    <a:pt x="5024" y="5441"/>
                    <a:pt x="4986" y="5417"/>
                    <a:pt x="4912" y="5375"/>
                  </a:cubicBezTo>
                  <a:cubicBezTo>
                    <a:pt x="4846" y="5343"/>
                    <a:pt x="4790" y="5294"/>
                    <a:pt x="4748" y="5235"/>
                  </a:cubicBezTo>
                  <a:cubicBezTo>
                    <a:pt x="4671" y="5116"/>
                    <a:pt x="4751" y="5018"/>
                    <a:pt x="4790" y="4965"/>
                  </a:cubicBezTo>
                  <a:cubicBezTo>
                    <a:pt x="4797" y="4958"/>
                    <a:pt x="4804" y="4951"/>
                    <a:pt x="4811" y="4944"/>
                  </a:cubicBezTo>
                  <a:cubicBezTo>
                    <a:pt x="4783" y="4930"/>
                    <a:pt x="4758" y="4920"/>
                    <a:pt x="4734" y="4909"/>
                  </a:cubicBezTo>
                  <a:cubicBezTo>
                    <a:pt x="4646" y="4874"/>
                    <a:pt x="4559" y="4839"/>
                    <a:pt x="4545" y="4762"/>
                  </a:cubicBezTo>
                  <a:cubicBezTo>
                    <a:pt x="4524" y="4675"/>
                    <a:pt x="4604" y="4636"/>
                    <a:pt x="4643" y="4619"/>
                  </a:cubicBezTo>
                  <a:cubicBezTo>
                    <a:pt x="4653" y="4612"/>
                    <a:pt x="4664" y="4608"/>
                    <a:pt x="4671" y="4601"/>
                  </a:cubicBezTo>
                  <a:cubicBezTo>
                    <a:pt x="4660" y="4580"/>
                    <a:pt x="4650" y="4556"/>
                    <a:pt x="4636" y="4531"/>
                  </a:cubicBezTo>
                  <a:cubicBezTo>
                    <a:pt x="4580" y="4426"/>
                    <a:pt x="4492" y="4268"/>
                    <a:pt x="4604" y="4125"/>
                  </a:cubicBezTo>
                  <a:cubicBezTo>
                    <a:pt x="4650" y="4072"/>
                    <a:pt x="4716" y="4034"/>
                    <a:pt x="4786" y="4023"/>
                  </a:cubicBezTo>
                  <a:cubicBezTo>
                    <a:pt x="4800" y="4020"/>
                    <a:pt x="4814" y="4016"/>
                    <a:pt x="4828" y="4009"/>
                  </a:cubicBezTo>
                  <a:cubicBezTo>
                    <a:pt x="4821" y="3960"/>
                    <a:pt x="4804" y="3915"/>
                    <a:pt x="4776" y="3873"/>
                  </a:cubicBezTo>
                  <a:cubicBezTo>
                    <a:pt x="4615" y="3582"/>
                    <a:pt x="4373" y="3222"/>
                    <a:pt x="4282" y="3085"/>
                  </a:cubicBezTo>
                  <a:lnTo>
                    <a:pt x="4261" y="3054"/>
                  </a:lnTo>
                  <a:cubicBezTo>
                    <a:pt x="4233" y="3012"/>
                    <a:pt x="4226" y="2963"/>
                    <a:pt x="4237" y="2914"/>
                  </a:cubicBezTo>
                  <a:cubicBezTo>
                    <a:pt x="4261" y="2826"/>
                    <a:pt x="4310" y="2749"/>
                    <a:pt x="4377" y="2690"/>
                  </a:cubicBezTo>
                  <a:cubicBezTo>
                    <a:pt x="4398" y="2672"/>
                    <a:pt x="4419" y="2655"/>
                    <a:pt x="4440" y="2641"/>
                  </a:cubicBezTo>
                  <a:cubicBezTo>
                    <a:pt x="4545" y="2560"/>
                    <a:pt x="4639" y="2465"/>
                    <a:pt x="4716" y="2360"/>
                  </a:cubicBezTo>
                  <a:cubicBezTo>
                    <a:pt x="4734" y="2339"/>
                    <a:pt x="4744" y="2315"/>
                    <a:pt x="4751" y="2290"/>
                  </a:cubicBezTo>
                  <a:cubicBezTo>
                    <a:pt x="4741" y="2231"/>
                    <a:pt x="4492" y="2000"/>
                    <a:pt x="4394" y="1940"/>
                  </a:cubicBezTo>
                  <a:cubicBezTo>
                    <a:pt x="4370" y="1930"/>
                    <a:pt x="4342" y="1919"/>
                    <a:pt x="4317" y="1916"/>
                  </a:cubicBezTo>
                  <a:cubicBezTo>
                    <a:pt x="4230" y="1891"/>
                    <a:pt x="4114" y="1863"/>
                    <a:pt x="4044" y="1744"/>
                  </a:cubicBezTo>
                  <a:cubicBezTo>
                    <a:pt x="4041" y="1737"/>
                    <a:pt x="4034" y="1730"/>
                    <a:pt x="4030" y="1720"/>
                  </a:cubicBezTo>
                  <a:cubicBezTo>
                    <a:pt x="4009" y="1681"/>
                    <a:pt x="3988" y="1646"/>
                    <a:pt x="3971" y="1618"/>
                  </a:cubicBezTo>
                  <a:cubicBezTo>
                    <a:pt x="3918" y="1531"/>
                    <a:pt x="3869" y="1450"/>
                    <a:pt x="3956" y="1342"/>
                  </a:cubicBezTo>
                  <a:cubicBezTo>
                    <a:pt x="4023" y="1265"/>
                    <a:pt x="4023" y="1184"/>
                    <a:pt x="4023" y="1093"/>
                  </a:cubicBezTo>
                  <a:cubicBezTo>
                    <a:pt x="4023" y="1083"/>
                    <a:pt x="4023" y="1069"/>
                    <a:pt x="4027" y="1058"/>
                  </a:cubicBezTo>
                  <a:cubicBezTo>
                    <a:pt x="4034" y="1041"/>
                    <a:pt x="4041" y="1027"/>
                    <a:pt x="4055" y="1013"/>
                  </a:cubicBezTo>
                  <a:cubicBezTo>
                    <a:pt x="4083" y="988"/>
                    <a:pt x="4118" y="974"/>
                    <a:pt x="4156" y="967"/>
                  </a:cubicBezTo>
                  <a:cubicBezTo>
                    <a:pt x="4198" y="960"/>
                    <a:pt x="4216" y="953"/>
                    <a:pt x="4226" y="939"/>
                  </a:cubicBezTo>
                  <a:cubicBezTo>
                    <a:pt x="4230" y="932"/>
                    <a:pt x="4233" y="925"/>
                    <a:pt x="4233" y="918"/>
                  </a:cubicBezTo>
                  <a:cubicBezTo>
                    <a:pt x="4233" y="908"/>
                    <a:pt x="4240" y="897"/>
                    <a:pt x="4244" y="890"/>
                  </a:cubicBezTo>
                  <a:cubicBezTo>
                    <a:pt x="4247" y="880"/>
                    <a:pt x="4247" y="876"/>
                    <a:pt x="4247" y="873"/>
                  </a:cubicBezTo>
                  <a:lnTo>
                    <a:pt x="4251" y="862"/>
                  </a:lnTo>
                  <a:cubicBezTo>
                    <a:pt x="4275" y="803"/>
                    <a:pt x="4310" y="750"/>
                    <a:pt x="4356" y="705"/>
                  </a:cubicBezTo>
                  <a:cubicBezTo>
                    <a:pt x="4356" y="677"/>
                    <a:pt x="4356" y="649"/>
                    <a:pt x="4356" y="621"/>
                  </a:cubicBezTo>
                  <a:cubicBezTo>
                    <a:pt x="4366" y="561"/>
                    <a:pt x="4370" y="502"/>
                    <a:pt x="4370" y="446"/>
                  </a:cubicBezTo>
                  <a:cubicBezTo>
                    <a:pt x="4363" y="400"/>
                    <a:pt x="4240" y="347"/>
                    <a:pt x="4146" y="305"/>
                  </a:cubicBezTo>
                  <a:cubicBezTo>
                    <a:pt x="4009" y="246"/>
                    <a:pt x="3869" y="186"/>
                    <a:pt x="3806" y="74"/>
                  </a:cubicBezTo>
                  <a:cubicBezTo>
                    <a:pt x="3781" y="29"/>
                    <a:pt x="3732" y="1"/>
                    <a:pt x="3680" y="1"/>
                  </a:cubicBezTo>
                  <a:cubicBezTo>
                    <a:pt x="3676" y="1"/>
                    <a:pt x="3671" y="1"/>
                    <a:pt x="3667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58" name="Google Shape;5716;p80">
              <a:extLst>
                <a:ext uri="{FF2B5EF4-FFF2-40B4-BE49-F238E27FC236}">
                  <a16:creationId xmlns:a16="http://schemas.microsoft.com/office/drawing/2014/main" id="{0FA93D41-9255-0BBD-C718-E80F959DA2D7}"/>
                </a:ext>
              </a:extLst>
            </p:cNvPr>
            <p:cNvSpPr/>
            <p:nvPr/>
          </p:nvSpPr>
          <p:spPr>
            <a:xfrm>
              <a:off x="2302786" y="1795464"/>
              <a:ext cx="154498" cy="123284"/>
            </a:xfrm>
            <a:custGeom>
              <a:avLst/>
              <a:gdLst/>
              <a:ahLst/>
              <a:cxnLst/>
              <a:rect l="l" t="t" r="r" b="b"/>
              <a:pathLst>
                <a:path w="11379" h="9080" extrusionOk="0">
                  <a:moveTo>
                    <a:pt x="2656" y="1"/>
                  </a:moveTo>
                  <a:cubicBezTo>
                    <a:pt x="2639" y="1"/>
                    <a:pt x="2622" y="1"/>
                    <a:pt x="2605" y="2"/>
                  </a:cubicBezTo>
                  <a:lnTo>
                    <a:pt x="2552" y="6"/>
                  </a:lnTo>
                  <a:cubicBezTo>
                    <a:pt x="2524" y="6"/>
                    <a:pt x="2493" y="9"/>
                    <a:pt x="2458" y="9"/>
                  </a:cubicBezTo>
                  <a:lnTo>
                    <a:pt x="2346" y="9"/>
                  </a:lnTo>
                  <a:cubicBezTo>
                    <a:pt x="2341" y="9"/>
                    <a:pt x="2337" y="9"/>
                    <a:pt x="2333" y="9"/>
                  </a:cubicBezTo>
                  <a:cubicBezTo>
                    <a:pt x="2284" y="9"/>
                    <a:pt x="2234" y="26"/>
                    <a:pt x="2199" y="58"/>
                  </a:cubicBezTo>
                  <a:cubicBezTo>
                    <a:pt x="2132" y="107"/>
                    <a:pt x="2052" y="167"/>
                    <a:pt x="1789" y="181"/>
                  </a:cubicBezTo>
                  <a:cubicBezTo>
                    <a:pt x="1478" y="198"/>
                    <a:pt x="1306" y="349"/>
                    <a:pt x="1278" y="405"/>
                  </a:cubicBezTo>
                  <a:cubicBezTo>
                    <a:pt x="1408" y="461"/>
                    <a:pt x="1733" y="730"/>
                    <a:pt x="1747" y="888"/>
                  </a:cubicBezTo>
                  <a:cubicBezTo>
                    <a:pt x="1751" y="930"/>
                    <a:pt x="1726" y="976"/>
                    <a:pt x="1684" y="997"/>
                  </a:cubicBezTo>
                  <a:cubicBezTo>
                    <a:pt x="1646" y="1021"/>
                    <a:pt x="1611" y="1056"/>
                    <a:pt x="1586" y="1098"/>
                  </a:cubicBezTo>
                  <a:cubicBezTo>
                    <a:pt x="1534" y="1172"/>
                    <a:pt x="1467" y="1263"/>
                    <a:pt x="1331" y="1263"/>
                  </a:cubicBezTo>
                  <a:cubicBezTo>
                    <a:pt x="1145" y="1263"/>
                    <a:pt x="1051" y="1291"/>
                    <a:pt x="1051" y="1350"/>
                  </a:cubicBezTo>
                  <a:cubicBezTo>
                    <a:pt x="1051" y="1424"/>
                    <a:pt x="1002" y="1515"/>
                    <a:pt x="911" y="1595"/>
                  </a:cubicBezTo>
                  <a:cubicBezTo>
                    <a:pt x="897" y="1609"/>
                    <a:pt x="883" y="1620"/>
                    <a:pt x="869" y="1630"/>
                  </a:cubicBezTo>
                  <a:lnTo>
                    <a:pt x="855" y="1641"/>
                  </a:lnTo>
                  <a:cubicBezTo>
                    <a:pt x="848" y="1648"/>
                    <a:pt x="837" y="1655"/>
                    <a:pt x="827" y="1662"/>
                  </a:cubicBezTo>
                  <a:lnTo>
                    <a:pt x="809" y="1669"/>
                  </a:lnTo>
                  <a:cubicBezTo>
                    <a:pt x="802" y="1676"/>
                    <a:pt x="792" y="1683"/>
                    <a:pt x="781" y="1686"/>
                  </a:cubicBezTo>
                  <a:lnTo>
                    <a:pt x="767" y="1693"/>
                  </a:lnTo>
                  <a:lnTo>
                    <a:pt x="735" y="1707"/>
                  </a:lnTo>
                  <a:lnTo>
                    <a:pt x="721" y="1714"/>
                  </a:lnTo>
                  <a:lnTo>
                    <a:pt x="690" y="1725"/>
                  </a:lnTo>
                  <a:lnTo>
                    <a:pt x="676" y="1728"/>
                  </a:lnTo>
                  <a:lnTo>
                    <a:pt x="644" y="1735"/>
                  </a:lnTo>
                  <a:lnTo>
                    <a:pt x="630" y="1735"/>
                  </a:lnTo>
                  <a:cubicBezTo>
                    <a:pt x="620" y="1735"/>
                    <a:pt x="613" y="1739"/>
                    <a:pt x="602" y="1739"/>
                  </a:cubicBezTo>
                  <a:lnTo>
                    <a:pt x="546" y="1739"/>
                  </a:lnTo>
                  <a:cubicBezTo>
                    <a:pt x="438" y="1718"/>
                    <a:pt x="333" y="1679"/>
                    <a:pt x="238" y="1623"/>
                  </a:cubicBezTo>
                  <a:lnTo>
                    <a:pt x="210" y="1613"/>
                  </a:lnTo>
                  <a:lnTo>
                    <a:pt x="196" y="1606"/>
                  </a:lnTo>
                  <a:cubicBezTo>
                    <a:pt x="151" y="1581"/>
                    <a:pt x="98" y="1557"/>
                    <a:pt x="46" y="1525"/>
                  </a:cubicBezTo>
                  <a:lnTo>
                    <a:pt x="18" y="1606"/>
                  </a:lnTo>
                  <a:lnTo>
                    <a:pt x="0" y="1732"/>
                  </a:lnTo>
                  <a:cubicBezTo>
                    <a:pt x="14" y="1809"/>
                    <a:pt x="18" y="1889"/>
                    <a:pt x="14" y="1966"/>
                  </a:cubicBezTo>
                  <a:cubicBezTo>
                    <a:pt x="14" y="2061"/>
                    <a:pt x="21" y="2260"/>
                    <a:pt x="49" y="2299"/>
                  </a:cubicBezTo>
                  <a:cubicBezTo>
                    <a:pt x="133" y="2330"/>
                    <a:pt x="189" y="2411"/>
                    <a:pt x="266" y="2526"/>
                  </a:cubicBezTo>
                  <a:cubicBezTo>
                    <a:pt x="340" y="2642"/>
                    <a:pt x="424" y="2754"/>
                    <a:pt x="518" y="2859"/>
                  </a:cubicBezTo>
                  <a:cubicBezTo>
                    <a:pt x="774" y="3136"/>
                    <a:pt x="1320" y="3913"/>
                    <a:pt x="1327" y="4126"/>
                  </a:cubicBezTo>
                  <a:cubicBezTo>
                    <a:pt x="1334" y="4256"/>
                    <a:pt x="1380" y="4452"/>
                    <a:pt x="1719" y="4683"/>
                  </a:cubicBezTo>
                  <a:cubicBezTo>
                    <a:pt x="1873" y="4788"/>
                    <a:pt x="1996" y="4935"/>
                    <a:pt x="2076" y="5103"/>
                  </a:cubicBezTo>
                  <a:cubicBezTo>
                    <a:pt x="2108" y="5177"/>
                    <a:pt x="2157" y="5243"/>
                    <a:pt x="2216" y="5299"/>
                  </a:cubicBezTo>
                  <a:cubicBezTo>
                    <a:pt x="2381" y="5422"/>
                    <a:pt x="2381" y="5569"/>
                    <a:pt x="2377" y="5793"/>
                  </a:cubicBezTo>
                  <a:lnTo>
                    <a:pt x="2377" y="5957"/>
                  </a:lnTo>
                  <a:cubicBezTo>
                    <a:pt x="2384" y="6255"/>
                    <a:pt x="2517" y="6657"/>
                    <a:pt x="2790" y="6822"/>
                  </a:cubicBezTo>
                  <a:cubicBezTo>
                    <a:pt x="3130" y="7028"/>
                    <a:pt x="3319" y="7246"/>
                    <a:pt x="3449" y="7575"/>
                  </a:cubicBezTo>
                  <a:cubicBezTo>
                    <a:pt x="3585" y="7918"/>
                    <a:pt x="3757" y="8208"/>
                    <a:pt x="3935" y="8387"/>
                  </a:cubicBezTo>
                  <a:cubicBezTo>
                    <a:pt x="4019" y="8464"/>
                    <a:pt x="4072" y="8569"/>
                    <a:pt x="4082" y="8681"/>
                  </a:cubicBezTo>
                  <a:cubicBezTo>
                    <a:pt x="4082" y="8730"/>
                    <a:pt x="4096" y="8775"/>
                    <a:pt x="4124" y="8814"/>
                  </a:cubicBezTo>
                  <a:cubicBezTo>
                    <a:pt x="4187" y="8898"/>
                    <a:pt x="4240" y="8985"/>
                    <a:pt x="4285" y="9080"/>
                  </a:cubicBezTo>
                  <a:lnTo>
                    <a:pt x="4310" y="9069"/>
                  </a:lnTo>
                  <a:lnTo>
                    <a:pt x="4320" y="9062"/>
                  </a:lnTo>
                  <a:lnTo>
                    <a:pt x="4352" y="9048"/>
                  </a:lnTo>
                  <a:lnTo>
                    <a:pt x="4362" y="9041"/>
                  </a:lnTo>
                  <a:lnTo>
                    <a:pt x="4380" y="9034"/>
                  </a:lnTo>
                  <a:lnTo>
                    <a:pt x="4390" y="9027"/>
                  </a:lnTo>
                  <a:lnTo>
                    <a:pt x="4401" y="9020"/>
                  </a:lnTo>
                  <a:lnTo>
                    <a:pt x="4411" y="9017"/>
                  </a:lnTo>
                  <a:lnTo>
                    <a:pt x="4422" y="9013"/>
                  </a:lnTo>
                  <a:lnTo>
                    <a:pt x="4425" y="9010"/>
                  </a:lnTo>
                  <a:lnTo>
                    <a:pt x="4436" y="9003"/>
                  </a:lnTo>
                  <a:lnTo>
                    <a:pt x="4439" y="8999"/>
                  </a:lnTo>
                  <a:lnTo>
                    <a:pt x="4446" y="8996"/>
                  </a:lnTo>
                  <a:cubicBezTo>
                    <a:pt x="4443" y="8968"/>
                    <a:pt x="4439" y="8940"/>
                    <a:pt x="4432" y="8912"/>
                  </a:cubicBezTo>
                  <a:cubicBezTo>
                    <a:pt x="4411" y="8835"/>
                    <a:pt x="4394" y="8754"/>
                    <a:pt x="4439" y="8695"/>
                  </a:cubicBezTo>
                  <a:cubicBezTo>
                    <a:pt x="4488" y="8628"/>
                    <a:pt x="4590" y="8506"/>
                    <a:pt x="4705" y="8471"/>
                  </a:cubicBezTo>
                  <a:cubicBezTo>
                    <a:pt x="4723" y="8465"/>
                    <a:pt x="4740" y="8462"/>
                    <a:pt x="4758" y="8462"/>
                  </a:cubicBezTo>
                  <a:cubicBezTo>
                    <a:pt x="4800" y="8462"/>
                    <a:pt x="4843" y="8477"/>
                    <a:pt x="4887" y="8492"/>
                  </a:cubicBezTo>
                  <a:cubicBezTo>
                    <a:pt x="4947" y="8520"/>
                    <a:pt x="5011" y="8532"/>
                    <a:pt x="5076" y="8532"/>
                  </a:cubicBezTo>
                  <a:cubicBezTo>
                    <a:pt x="5091" y="8532"/>
                    <a:pt x="5107" y="8532"/>
                    <a:pt x="5122" y="8530"/>
                  </a:cubicBezTo>
                  <a:cubicBezTo>
                    <a:pt x="5169" y="8523"/>
                    <a:pt x="5232" y="8520"/>
                    <a:pt x="5303" y="8520"/>
                  </a:cubicBezTo>
                  <a:cubicBezTo>
                    <a:pt x="5507" y="8520"/>
                    <a:pt x="5769" y="8549"/>
                    <a:pt x="5840" y="8604"/>
                  </a:cubicBezTo>
                  <a:cubicBezTo>
                    <a:pt x="5910" y="8614"/>
                    <a:pt x="5983" y="8621"/>
                    <a:pt x="6053" y="8625"/>
                  </a:cubicBezTo>
                  <a:cubicBezTo>
                    <a:pt x="6312" y="8639"/>
                    <a:pt x="6515" y="8656"/>
                    <a:pt x="6610" y="8730"/>
                  </a:cubicBezTo>
                  <a:cubicBezTo>
                    <a:pt x="6640" y="8760"/>
                    <a:pt x="6680" y="8777"/>
                    <a:pt x="6724" y="8777"/>
                  </a:cubicBezTo>
                  <a:cubicBezTo>
                    <a:pt x="6731" y="8777"/>
                    <a:pt x="6739" y="8776"/>
                    <a:pt x="6746" y="8775"/>
                  </a:cubicBezTo>
                  <a:cubicBezTo>
                    <a:pt x="6795" y="8761"/>
                    <a:pt x="6844" y="8705"/>
                    <a:pt x="6883" y="8614"/>
                  </a:cubicBezTo>
                  <a:cubicBezTo>
                    <a:pt x="6988" y="8366"/>
                    <a:pt x="7671" y="7890"/>
                    <a:pt x="7758" y="7848"/>
                  </a:cubicBezTo>
                  <a:cubicBezTo>
                    <a:pt x="7814" y="7820"/>
                    <a:pt x="7951" y="7816"/>
                    <a:pt x="8210" y="7816"/>
                  </a:cubicBezTo>
                  <a:cubicBezTo>
                    <a:pt x="8444" y="7816"/>
                    <a:pt x="8707" y="7813"/>
                    <a:pt x="8850" y="7781"/>
                  </a:cubicBezTo>
                  <a:lnTo>
                    <a:pt x="8878" y="7774"/>
                  </a:lnTo>
                  <a:cubicBezTo>
                    <a:pt x="8941" y="7757"/>
                    <a:pt x="9078" y="7718"/>
                    <a:pt x="9376" y="7627"/>
                  </a:cubicBezTo>
                  <a:lnTo>
                    <a:pt x="9379" y="7627"/>
                  </a:lnTo>
                  <a:cubicBezTo>
                    <a:pt x="10055" y="7417"/>
                    <a:pt x="10825" y="7162"/>
                    <a:pt x="11000" y="7088"/>
                  </a:cubicBezTo>
                  <a:lnTo>
                    <a:pt x="11003" y="7088"/>
                  </a:lnTo>
                  <a:lnTo>
                    <a:pt x="11014" y="7085"/>
                  </a:lnTo>
                  <a:lnTo>
                    <a:pt x="11028" y="7078"/>
                  </a:lnTo>
                  <a:cubicBezTo>
                    <a:pt x="11070" y="6997"/>
                    <a:pt x="11105" y="6913"/>
                    <a:pt x="11133" y="6822"/>
                  </a:cubicBezTo>
                  <a:lnTo>
                    <a:pt x="11150" y="6780"/>
                  </a:lnTo>
                  <a:lnTo>
                    <a:pt x="11172" y="6713"/>
                  </a:lnTo>
                  <a:cubicBezTo>
                    <a:pt x="11186" y="6675"/>
                    <a:pt x="11200" y="6633"/>
                    <a:pt x="11214" y="6591"/>
                  </a:cubicBezTo>
                  <a:lnTo>
                    <a:pt x="11221" y="6573"/>
                  </a:lnTo>
                  <a:cubicBezTo>
                    <a:pt x="11273" y="6405"/>
                    <a:pt x="11322" y="6237"/>
                    <a:pt x="11350" y="6122"/>
                  </a:cubicBezTo>
                  <a:lnTo>
                    <a:pt x="11350" y="6118"/>
                  </a:lnTo>
                  <a:cubicBezTo>
                    <a:pt x="11361" y="6073"/>
                    <a:pt x="11368" y="6041"/>
                    <a:pt x="11375" y="6017"/>
                  </a:cubicBezTo>
                  <a:cubicBezTo>
                    <a:pt x="11375" y="6006"/>
                    <a:pt x="11375" y="5999"/>
                    <a:pt x="11378" y="5989"/>
                  </a:cubicBezTo>
                  <a:cubicBezTo>
                    <a:pt x="11361" y="5877"/>
                    <a:pt x="11308" y="5775"/>
                    <a:pt x="11228" y="5691"/>
                  </a:cubicBezTo>
                  <a:cubicBezTo>
                    <a:pt x="11214" y="5677"/>
                    <a:pt x="11193" y="5663"/>
                    <a:pt x="11168" y="5663"/>
                  </a:cubicBezTo>
                  <a:cubicBezTo>
                    <a:pt x="11156" y="5665"/>
                    <a:pt x="11143" y="5666"/>
                    <a:pt x="11131" y="5666"/>
                  </a:cubicBezTo>
                  <a:cubicBezTo>
                    <a:pt x="11119" y="5666"/>
                    <a:pt x="11107" y="5665"/>
                    <a:pt x="11094" y="5663"/>
                  </a:cubicBezTo>
                  <a:lnTo>
                    <a:pt x="11021" y="5663"/>
                  </a:lnTo>
                  <a:lnTo>
                    <a:pt x="10954" y="5660"/>
                  </a:lnTo>
                  <a:cubicBezTo>
                    <a:pt x="10884" y="5653"/>
                    <a:pt x="10797" y="5646"/>
                    <a:pt x="10699" y="5639"/>
                  </a:cubicBezTo>
                  <a:cubicBezTo>
                    <a:pt x="10363" y="5607"/>
                    <a:pt x="9950" y="5558"/>
                    <a:pt x="9803" y="5520"/>
                  </a:cubicBezTo>
                  <a:lnTo>
                    <a:pt x="9796" y="5520"/>
                  </a:lnTo>
                  <a:lnTo>
                    <a:pt x="9782" y="5513"/>
                  </a:lnTo>
                  <a:lnTo>
                    <a:pt x="9775" y="5509"/>
                  </a:lnTo>
                  <a:lnTo>
                    <a:pt x="9764" y="5509"/>
                  </a:lnTo>
                  <a:lnTo>
                    <a:pt x="9754" y="5502"/>
                  </a:lnTo>
                  <a:lnTo>
                    <a:pt x="9733" y="5488"/>
                  </a:lnTo>
                  <a:lnTo>
                    <a:pt x="9722" y="5481"/>
                  </a:lnTo>
                  <a:lnTo>
                    <a:pt x="9708" y="5471"/>
                  </a:lnTo>
                  <a:lnTo>
                    <a:pt x="9694" y="5460"/>
                  </a:lnTo>
                  <a:lnTo>
                    <a:pt x="9680" y="5450"/>
                  </a:lnTo>
                  <a:lnTo>
                    <a:pt x="9666" y="5439"/>
                  </a:lnTo>
                  <a:lnTo>
                    <a:pt x="9649" y="5425"/>
                  </a:lnTo>
                  <a:lnTo>
                    <a:pt x="9635" y="5411"/>
                  </a:lnTo>
                  <a:lnTo>
                    <a:pt x="9617" y="5397"/>
                  </a:lnTo>
                  <a:lnTo>
                    <a:pt x="9600" y="5380"/>
                  </a:lnTo>
                  <a:lnTo>
                    <a:pt x="9582" y="5362"/>
                  </a:lnTo>
                  <a:lnTo>
                    <a:pt x="9565" y="5345"/>
                  </a:lnTo>
                  <a:lnTo>
                    <a:pt x="9547" y="5327"/>
                  </a:lnTo>
                  <a:lnTo>
                    <a:pt x="9530" y="5310"/>
                  </a:lnTo>
                  <a:lnTo>
                    <a:pt x="9512" y="5289"/>
                  </a:lnTo>
                  <a:lnTo>
                    <a:pt x="9498" y="5268"/>
                  </a:lnTo>
                  <a:lnTo>
                    <a:pt x="9477" y="5247"/>
                  </a:lnTo>
                  <a:lnTo>
                    <a:pt x="9463" y="5226"/>
                  </a:lnTo>
                  <a:lnTo>
                    <a:pt x="9446" y="5201"/>
                  </a:lnTo>
                  <a:lnTo>
                    <a:pt x="9432" y="5180"/>
                  </a:lnTo>
                  <a:lnTo>
                    <a:pt x="9414" y="5156"/>
                  </a:lnTo>
                  <a:lnTo>
                    <a:pt x="9400" y="5131"/>
                  </a:lnTo>
                  <a:cubicBezTo>
                    <a:pt x="9397" y="5121"/>
                    <a:pt x="9393" y="5114"/>
                    <a:pt x="9386" y="5103"/>
                  </a:cubicBezTo>
                  <a:cubicBezTo>
                    <a:pt x="9383" y="5096"/>
                    <a:pt x="9379" y="5089"/>
                    <a:pt x="9376" y="5079"/>
                  </a:cubicBezTo>
                  <a:cubicBezTo>
                    <a:pt x="9372" y="5072"/>
                    <a:pt x="9365" y="5061"/>
                    <a:pt x="9362" y="5051"/>
                  </a:cubicBezTo>
                  <a:cubicBezTo>
                    <a:pt x="9358" y="5040"/>
                    <a:pt x="9355" y="5033"/>
                    <a:pt x="9351" y="5026"/>
                  </a:cubicBezTo>
                  <a:cubicBezTo>
                    <a:pt x="9348" y="5016"/>
                    <a:pt x="9344" y="5005"/>
                    <a:pt x="9341" y="4995"/>
                  </a:cubicBezTo>
                  <a:cubicBezTo>
                    <a:pt x="9337" y="4988"/>
                    <a:pt x="9334" y="4977"/>
                    <a:pt x="9330" y="4970"/>
                  </a:cubicBezTo>
                  <a:cubicBezTo>
                    <a:pt x="9330" y="4959"/>
                    <a:pt x="9327" y="4949"/>
                    <a:pt x="9323" y="4938"/>
                  </a:cubicBezTo>
                  <a:cubicBezTo>
                    <a:pt x="9320" y="4928"/>
                    <a:pt x="9320" y="4921"/>
                    <a:pt x="9316" y="4910"/>
                  </a:cubicBezTo>
                  <a:cubicBezTo>
                    <a:pt x="9316" y="4903"/>
                    <a:pt x="9313" y="4900"/>
                    <a:pt x="9313" y="4893"/>
                  </a:cubicBezTo>
                  <a:cubicBezTo>
                    <a:pt x="9218" y="4805"/>
                    <a:pt x="9145" y="4697"/>
                    <a:pt x="9099" y="4578"/>
                  </a:cubicBezTo>
                  <a:lnTo>
                    <a:pt x="9029" y="4578"/>
                  </a:lnTo>
                  <a:lnTo>
                    <a:pt x="9004" y="4574"/>
                  </a:lnTo>
                  <a:lnTo>
                    <a:pt x="8976" y="4567"/>
                  </a:lnTo>
                  <a:lnTo>
                    <a:pt x="8973" y="4567"/>
                  </a:lnTo>
                  <a:lnTo>
                    <a:pt x="8945" y="4560"/>
                  </a:lnTo>
                  <a:lnTo>
                    <a:pt x="8941" y="4560"/>
                  </a:lnTo>
                  <a:lnTo>
                    <a:pt x="8913" y="4550"/>
                  </a:lnTo>
                  <a:lnTo>
                    <a:pt x="8910" y="4546"/>
                  </a:lnTo>
                  <a:lnTo>
                    <a:pt x="8885" y="4536"/>
                  </a:lnTo>
                  <a:lnTo>
                    <a:pt x="8875" y="4532"/>
                  </a:lnTo>
                  <a:lnTo>
                    <a:pt x="8854" y="4518"/>
                  </a:lnTo>
                  <a:lnTo>
                    <a:pt x="8843" y="4511"/>
                  </a:lnTo>
                  <a:lnTo>
                    <a:pt x="8822" y="4497"/>
                  </a:lnTo>
                  <a:lnTo>
                    <a:pt x="8812" y="4487"/>
                  </a:lnTo>
                  <a:lnTo>
                    <a:pt x="8794" y="4473"/>
                  </a:lnTo>
                  <a:lnTo>
                    <a:pt x="8780" y="4462"/>
                  </a:lnTo>
                  <a:lnTo>
                    <a:pt x="8763" y="4445"/>
                  </a:lnTo>
                  <a:lnTo>
                    <a:pt x="8752" y="4431"/>
                  </a:lnTo>
                  <a:lnTo>
                    <a:pt x="8735" y="4410"/>
                  </a:lnTo>
                  <a:lnTo>
                    <a:pt x="8721" y="4392"/>
                  </a:lnTo>
                  <a:lnTo>
                    <a:pt x="8707" y="4375"/>
                  </a:lnTo>
                  <a:lnTo>
                    <a:pt x="8696" y="4354"/>
                  </a:lnTo>
                  <a:lnTo>
                    <a:pt x="8682" y="4333"/>
                  </a:lnTo>
                  <a:cubicBezTo>
                    <a:pt x="8679" y="4322"/>
                    <a:pt x="8675" y="4315"/>
                    <a:pt x="8668" y="4308"/>
                  </a:cubicBezTo>
                  <a:cubicBezTo>
                    <a:pt x="8665" y="4298"/>
                    <a:pt x="8661" y="4291"/>
                    <a:pt x="8658" y="4284"/>
                  </a:cubicBezTo>
                  <a:cubicBezTo>
                    <a:pt x="8654" y="4277"/>
                    <a:pt x="8651" y="4266"/>
                    <a:pt x="8644" y="4256"/>
                  </a:cubicBezTo>
                  <a:cubicBezTo>
                    <a:pt x="8640" y="4249"/>
                    <a:pt x="8640" y="4245"/>
                    <a:pt x="8637" y="4238"/>
                  </a:cubicBezTo>
                  <a:cubicBezTo>
                    <a:pt x="8535" y="4151"/>
                    <a:pt x="8336" y="3881"/>
                    <a:pt x="8315" y="3706"/>
                  </a:cubicBezTo>
                  <a:cubicBezTo>
                    <a:pt x="8308" y="3657"/>
                    <a:pt x="8318" y="3605"/>
                    <a:pt x="8350" y="3566"/>
                  </a:cubicBezTo>
                  <a:cubicBezTo>
                    <a:pt x="8430" y="3479"/>
                    <a:pt x="8290" y="3230"/>
                    <a:pt x="8112" y="3069"/>
                  </a:cubicBezTo>
                  <a:lnTo>
                    <a:pt x="8038" y="2999"/>
                  </a:lnTo>
                  <a:cubicBezTo>
                    <a:pt x="7783" y="2771"/>
                    <a:pt x="7548" y="2551"/>
                    <a:pt x="7534" y="2379"/>
                  </a:cubicBezTo>
                  <a:cubicBezTo>
                    <a:pt x="7524" y="2320"/>
                    <a:pt x="7506" y="2260"/>
                    <a:pt x="7485" y="2204"/>
                  </a:cubicBezTo>
                  <a:lnTo>
                    <a:pt x="7069" y="2180"/>
                  </a:lnTo>
                  <a:lnTo>
                    <a:pt x="6788" y="1942"/>
                  </a:lnTo>
                  <a:lnTo>
                    <a:pt x="6519" y="1889"/>
                  </a:lnTo>
                  <a:lnTo>
                    <a:pt x="6470" y="1882"/>
                  </a:lnTo>
                  <a:lnTo>
                    <a:pt x="6186" y="1847"/>
                  </a:lnTo>
                  <a:lnTo>
                    <a:pt x="6151" y="1847"/>
                  </a:lnTo>
                  <a:lnTo>
                    <a:pt x="6001" y="1830"/>
                  </a:lnTo>
                  <a:lnTo>
                    <a:pt x="5952" y="1826"/>
                  </a:lnTo>
                  <a:lnTo>
                    <a:pt x="5843" y="1826"/>
                  </a:lnTo>
                  <a:cubicBezTo>
                    <a:pt x="5696" y="1826"/>
                    <a:pt x="5360" y="1777"/>
                    <a:pt x="5154" y="1592"/>
                  </a:cubicBezTo>
                  <a:cubicBezTo>
                    <a:pt x="4965" y="1424"/>
                    <a:pt x="4019" y="716"/>
                    <a:pt x="3851" y="629"/>
                  </a:cubicBezTo>
                  <a:cubicBezTo>
                    <a:pt x="3788" y="601"/>
                    <a:pt x="3676" y="524"/>
                    <a:pt x="3529" y="429"/>
                  </a:cubicBezTo>
                  <a:cubicBezTo>
                    <a:pt x="3281" y="268"/>
                    <a:pt x="2906" y="23"/>
                    <a:pt x="2794" y="9"/>
                  </a:cubicBezTo>
                  <a:cubicBezTo>
                    <a:pt x="2748" y="4"/>
                    <a:pt x="2702" y="1"/>
                    <a:pt x="2656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59" name="Google Shape;5717;p80">
              <a:extLst>
                <a:ext uri="{FF2B5EF4-FFF2-40B4-BE49-F238E27FC236}">
                  <a16:creationId xmlns:a16="http://schemas.microsoft.com/office/drawing/2014/main" id="{26F55E65-7A8E-0F80-E0B5-C8977E949982}"/>
                </a:ext>
              </a:extLst>
            </p:cNvPr>
            <p:cNvSpPr/>
            <p:nvPr/>
          </p:nvSpPr>
          <p:spPr>
            <a:xfrm>
              <a:off x="2303017" y="1816074"/>
              <a:ext cx="394" cy="1059"/>
            </a:xfrm>
            <a:custGeom>
              <a:avLst/>
              <a:gdLst/>
              <a:ahLst/>
              <a:cxnLst/>
              <a:rect l="l" t="t" r="r" b="b"/>
              <a:pathLst>
                <a:path w="29" h="78" extrusionOk="0">
                  <a:moveTo>
                    <a:pt x="29" y="0"/>
                  </a:moveTo>
                  <a:lnTo>
                    <a:pt x="1" y="77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60" name="Google Shape;5718;p80">
              <a:extLst>
                <a:ext uri="{FF2B5EF4-FFF2-40B4-BE49-F238E27FC236}">
                  <a16:creationId xmlns:a16="http://schemas.microsoft.com/office/drawing/2014/main" id="{8A4B6A41-485B-3AB8-A0C8-29A43CC5AB54}"/>
                </a:ext>
              </a:extLst>
            </p:cNvPr>
            <p:cNvSpPr/>
            <p:nvPr/>
          </p:nvSpPr>
          <p:spPr>
            <a:xfrm>
              <a:off x="2334625" y="1795491"/>
              <a:ext cx="1534" cy="14"/>
            </a:xfrm>
            <a:custGeom>
              <a:avLst/>
              <a:gdLst/>
              <a:ahLst/>
              <a:cxnLst/>
              <a:rect l="l" t="t" r="r" b="b"/>
              <a:pathLst>
                <a:path w="113" h="1" extrusionOk="0">
                  <a:moveTo>
                    <a:pt x="113" y="0"/>
                  </a:moveTo>
                  <a:lnTo>
                    <a:pt x="113" y="0"/>
                  </a:lnTo>
                  <a:lnTo>
                    <a:pt x="1" y="0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61" name="Google Shape;5719;p80">
              <a:extLst>
                <a:ext uri="{FF2B5EF4-FFF2-40B4-BE49-F238E27FC236}">
                  <a16:creationId xmlns:a16="http://schemas.microsoft.com/office/drawing/2014/main" id="{31A29261-B722-5116-D2D8-3020067E7D50}"/>
                </a:ext>
              </a:extLst>
            </p:cNvPr>
            <p:cNvSpPr/>
            <p:nvPr/>
          </p:nvSpPr>
          <p:spPr>
            <a:xfrm>
              <a:off x="2312765" y="1818355"/>
              <a:ext cx="434" cy="204"/>
            </a:xfrm>
            <a:custGeom>
              <a:avLst/>
              <a:gdLst/>
              <a:ahLst/>
              <a:cxnLst/>
              <a:rect l="l" t="t" r="r" b="b"/>
              <a:pathLst>
                <a:path w="32" h="15" extrusionOk="0">
                  <a:moveTo>
                    <a:pt x="32" y="0"/>
                  </a:moveTo>
                  <a:lnTo>
                    <a:pt x="0" y="14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62" name="Google Shape;5720;p80">
              <a:extLst>
                <a:ext uri="{FF2B5EF4-FFF2-40B4-BE49-F238E27FC236}">
                  <a16:creationId xmlns:a16="http://schemas.microsoft.com/office/drawing/2014/main" id="{BAF26BF2-A950-D6E8-E8AC-D759DF1B723A}"/>
                </a:ext>
              </a:extLst>
            </p:cNvPr>
            <p:cNvSpPr/>
            <p:nvPr/>
          </p:nvSpPr>
          <p:spPr>
            <a:xfrm>
              <a:off x="2311530" y="1818776"/>
              <a:ext cx="434" cy="109"/>
            </a:xfrm>
            <a:custGeom>
              <a:avLst/>
              <a:gdLst/>
              <a:ahLst/>
              <a:cxnLst/>
              <a:rect l="l" t="t" r="r" b="b"/>
              <a:pathLst>
                <a:path w="32" h="8" extrusionOk="0">
                  <a:moveTo>
                    <a:pt x="32" y="1"/>
                  </a:moveTo>
                  <a:lnTo>
                    <a:pt x="0" y="8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63" name="Google Shape;5721;p80">
              <a:extLst>
                <a:ext uri="{FF2B5EF4-FFF2-40B4-BE49-F238E27FC236}">
                  <a16:creationId xmlns:a16="http://schemas.microsoft.com/office/drawing/2014/main" id="{E775105E-7443-C0B1-9D60-949EC1F8B1B2}"/>
                </a:ext>
              </a:extLst>
            </p:cNvPr>
            <p:cNvSpPr/>
            <p:nvPr/>
          </p:nvSpPr>
          <p:spPr>
            <a:xfrm>
              <a:off x="2314571" y="1817025"/>
              <a:ext cx="584" cy="489"/>
            </a:xfrm>
            <a:custGeom>
              <a:avLst/>
              <a:gdLst/>
              <a:ahLst/>
              <a:cxnLst/>
              <a:rect l="l" t="t" r="r" b="b"/>
              <a:pathLst>
                <a:path w="43" h="36" extrusionOk="0">
                  <a:moveTo>
                    <a:pt x="43" y="0"/>
                  </a:moveTo>
                  <a:cubicBezTo>
                    <a:pt x="29" y="14"/>
                    <a:pt x="15" y="25"/>
                    <a:pt x="1" y="35"/>
                  </a:cubicBezTo>
                  <a:cubicBezTo>
                    <a:pt x="15" y="25"/>
                    <a:pt x="29" y="14"/>
                    <a:pt x="43" y="0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64" name="Google Shape;5722;p80">
              <a:extLst>
                <a:ext uri="{FF2B5EF4-FFF2-40B4-BE49-F238E27FC236}">
                  <a16:creationId xmlns:a16="http://schemas.microsoft.com/office/drawing/2014/main" id="{43285C4B-5387-920A-87AB-AFA6B85A57D4}"/>
                </a:ext>
              </a:extLst>
            </p:cNvPr>
            <p:cNvSpPr/>
            <p:nvPr/>
          </p:nvSpPr>
          <p:spPr>
            <a:xfrm>
              <a:off x="2310959" y="1818926"/>
              <a:ext cx="394" cy="54"/>
            </a:xfrm>
            <a:custGeom>
              <a:avLst/>
              <a:gdLst/>
              <a:ahLst/>
              <a:cxnLst/>
              <a:rect l="l" t="t" r="r" b="b"/>
              <a:pathLst>
                <a:path w="29" h="4" extrusionOk="0">
                  <a:moveTo>
                    <a:pt x="28" y="0"/>
                  </a:moveTo>
                  <a:cubicBezTo>
                    <a:pt x="18" y="0"/>
                    <a:pt x="11" y="0"/>
                    <a:pt x="0" y="4"/>
                  </a:cubicBezTo>
                  <a:cubicBezTo>
                    <a:pt x="11" y="0"/>
                    <a:pt x="18" y="0"/>
                    <a:pt x="28" y="0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65" name="Google Shape;5723;p80">
              <a:extLst>
                <a:ext uri="{FF2B5EF4-FFF2-40B4-BE49-F238E27FC236}">
                  <a16:creationId xmlns:a16="http://schemas.microsoft.com/office/drawing/2014/main" id="{145B15D8-6717-0162-00E2-070B011C5369}"/>
                </a:ext>
              </a:extLst>
            </p:cNvPr>
            <p:cNvSpPr/>
            <p:nvPr/>
          </p:nvSpPr>
          <p:spPr>
            <a:xfrm>
              <a:off x="2313376" y="1818016"/>
              <a:ext cx="448" cy="258"/>
            </a:xfrm>
            <a:custGeom>
              <a:avLst/>
              <a:gdLst/>
              <a:ahLst/>
              <a:cxnLst/>
              <a:rect l="l" t="t" r="r" b="b"/>
              <a:pathLst>
                <a:path w="33" h="19" extrusionOk="0">
                  <a:moveTo>
                    <a:pt x="33" y="1"/>
                  </a:moveTo>
                  <a:cubicBezTo>
                    <a:pt x="22" y="8"/>
                    <a:pt x="12" y="11"/>
                    <a:pt x="1" y="18"/>
                  </a:cubicBezTo>
                  <a:cubicBezTo>
                    <a:pt x="12" y="11"/>
                    <a:pt x="22" y="8"/>
                    <a:pt x="33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66" name="Google Shape;5724;p80">
              <a:extLst>
                <a:ext uri="{FF2B5EF4-FFF2-40B4-BE49-F238E27FC236}">
                  <a16:creationId xmlns:a16="http://schemas.microsoft.com/office/drawing/2014/main" id="{39BB1964-C720-AD39-8D87-4C41684DA658}"/>
                </a:ext>
              </a:extLst>
            </p:cNvPr>
            <p:cNvSpPr/>
            <p:nvPr/>
          </p:nvSpPr>
          <p:spPr>
            <a:xfrm>
              <a:off x="2314001" y="1817595"/>
              <a:ext cx="448" cy="299"/>
            </a:xfrm>
            <a:custGeom>
              <a:avLst/>
              <a:gdLst/>
              <a:ahLst/>
              <a:cxnLst/>
              <a:rect l="l" t="t" r="r" b="b"/>
              <a:pathLst>
                <a:path w="33" h="22" extrusionOk="0">
                  <a:moveTo>
                    <a:pt x="32" y="0"/>
                  </a:moveTo>
                  <a:cubicBezTo>
                    <a:pt x="18" y="7"/>
                    <a:pt x="11" y="14"/>
                    <a:pt x="1" y="21"/>
                  </a:cubicBezTo>
                  <a:cubicBezTo>
                    <a:pt x="11" y="18"/>
                    <a:pt x="22" y="7"/>
                    <a:pt x="32" y="0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67" name="Google Shape;5725;p80">
              <a:extLst>
                <a:ext uri="{FF2B5EF4-FFF2-40B4-BE49-F238E27FC236}">
                  <a16:creationId xmlns:a16="http://schemas.microsoft.com/office/drawing/2014/main" id="{115D69E5-C08E-17DF-00EC-ABE476A27EEE}"/>
                </a:ext>
              </a:extLst>
            </p:cNvPr>
            <p:cNvSpPr/>
            <p:nvPr/>
          </p:nvSpPr>
          <p:spPr>
            <a:xfrm>
              <a:off x="2305963" y="1817405"/>
              <a:ext cx="4250" cy="1534"/>
            </a:xfrm>
            <a:custGeom>
              <a:avLst/>
              <a:gdLst/>
              <a:ahLst/>
              <a:cxnLst/>
              <a:rect l="l" t="t" r="r" b="b"/>
              <a:pathLst>
                <a:path w="313" h="113" extrusionOk="0">
                  <a:moveTo>
                    <a:pt x="312" y="112"/>
                  </a:moveTo>
                  <a:cubicBezTo>
                    <a:pt x="204" y="91"/>
                    <a:pt x="99" y="53"/>
                    <a:pt x="1" y="0"/>
                  </a:cubicBezTo>
                  <a:cubicBezTo>
                    <a:pt x="99" y="53"/>
                    <a:pt x="204" y="91"/>
                    <a:pt x="312" y="112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68" name="Google Shape;5726;p80">
              <a:extLst>
                <a:ext uri="{FF2B5EF4-FFF2-40B4-BE49-F238E27FC236}">
                  <a16:creationId xmlns:a16="http://schemas.microsoft.com/office/drawing/2014/main" id="{34EEF19E-F911-51C1-C18A-C1EB2D1FE7E6}"/>
                </a:ext>
              </a:extLst>
            </p:cNvPr>
            <p:cNvSpPr/>
            <p:nvPr/>
          </p:nvSpPr>
          <p:spPr>
            <a:xfrm>
              <a:off x="2312141" y="1818586"/>
              <a:ext cx="448" cy="163"/>
            </a:xfrm>
            <a:custGeom>
              <a:avLst/>
              <a:gdLst/>
              <a:ahLst/>
              <a:cxnLst/>
              <a:rect l="l" t="t" r="r" b="b"/>
              <a:pathLst>
                <a:path w="33" h="12" extrusionOk="0">
                  <a:moveTo>
                    <a:pt x="32" y="1"/>
                  </a:moveTo>
                  <a:lnTo>
                    <a:pt x="1" y="11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69" name="Google Shape;5727;p80">
              <a:extLst>
                <a:ext uri="{FF2B5EF4-FFF2-40B4-BE49-F238E27FC236}">
                  <a16:creationId xmlns:a16="http://schemas.microsoft.com/office/drawing/2014/main" id="{96CBEC60-037A-0EB5-4F5A-4024A4663F78}"/>
                </a:ext>
              </a:extLst>
            </p:cNvPr>
            <p:cNvSpPr/>
            <p:nvPr/>
          </p:nvSpPr>
          <p:spPr>
            <a:xfrm>
              <a:off x="2305447" y="1817120"/>
              <a:ext cx="204" cy="109"/>
            </a:xfrm>
            <a:custGeom>
              <a:avLst/>
              <a:gdLst/>
              <a:ahLst/>
              <a:cxnLst/>
              <a:rect l="l" t="t" r="r" b="b"/>
              <a:pathLst>
                <a:path w="15" h="8" extrusionOk="0">
                  <a:moveTo>
                    <a:pt x="14" y="7"/>
                  </a:moveTo>
                  <a:lnTo>
                    <a:pt x="0" y="0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70" name="Google Shape;5728;p80">
              <a:extLst>
                <a:ext uri="{FF2B5EF4-FFF2-40B4-BE49-F238E27FC236}">
                  <a16:creationId xmlns:a16="http://schemas.microsoft.com/office/drawing/2014/main" id="{DE71EFE4-623F-FFA4-854F-C316888FF25E}"/>
                </a:ext>
              </a:extLst>
            </p:cNvPr>
            <p:cNvSpPr/>
            <p:nvPr/>
          </p:nvSpPr>
          <p:spPr>
            <a:xfrm>
              <a:off x="2310199" y="1818966"/>
              <a:ext cx="584" cy="14"/>
            </a:xfrm>
            <a:custGeom>
              <a:avLst/>
              <a:gdLst/>
              <a:ahLst/>
              <a:cxnLst/>
              <a:rect l="l" t="t" r="r" b="b"/>
              <a:pathLst>
                <a:path w="43" h="1" extrusionOk="0">
                  <a:moveTo>
                    <a:pt x="35" y="1"/>
                  </a:moveTo>
                  <a:lnTo>
                    <a:pt x="42" y="1"/>
                  </a:lnTo>
                  <a:cubicBezTo>
                    <a:pt x="28" y="1"/>
                    <a:pt x="14" y="1"/>
                    <a:pt x="0" y="1"/>
                  </a:cubicBezTo>
                  <a:cubicBezTo>
                    <a:pt x="11" y="1"/>
                    <a:pt x="25" y="1"/>
                    <a:pt x="35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71" name="Google Shape;5729;p80">
              <a:extLst>
                <a:ext uri="{FF2B5EF4-FFF2-40B4-BE49-F238E27FC236}">
                  <a16:creationId xmlns:a16="http://schemas.microsoft.com/office/drawing/2014/main" id="{CDB327C3-943F-0CF4-7B70-0F2210C22690}"/>
                </a:ext>
              </a:extLst>
            </p:cNvPr>
            <p:cNvSpPr/>
            <p:nvPr/>
          </p:nvSpPr>
          <p:spPr>
            <a:xfrm>
              <a:off x="2431555" y="1853331"/>
              <a:ext cx="57338" cy="63991"/>
            </a:xfrm>
            <a:custGeom>
              <a:avLst/>
              <a:gdLst/>
              <a:ahLst/>
              <a:cxnLst/>
              <a:rect l="l" t="t" r="r" b="b"/>
              <a:pathLst>
                <a:path w="4223" h="4713" extrusionOk="0">
                  <a:moveTo>
                    <a:pt x="2451" y="1"/>
                  </a:moveTo>
                  <a:lnTo>
                    <a:pt x="2318" y="74"/>
                  </a:lnTo>
                  <a:lnTo>
                    <a:pt x="2160" y="74"/>
                  </a:lnTo>
                  <a:lnTo>
                    <a:pt x="2160" y="445"/>
                  </a:lnTo>
                  <a:lnTo>
                    <a:pt x="1807" y="894"/>
                  </a:lnTo>
                  <a:lnTo>
                    <a:pt x="1659" y="1258"/>
                  </a:lnTo>
                  <a:lnTo>
                    <a:pt x="1673" y="1258"/>
                  </a:lnTo>
                  <a:cubicBezTo>
                    <a:pt x="1680" y="1257"/>
                    <a:pt x="1686" y="1256"/>
                    <a:pt x="1692" y="1256"/>
                  </a:cubicBezTo>
                  <a:cubicBezTo>
                    <a:pt x="1712" y="1256"/>
                    <a:pt x="1732" y="1260"/>
                    <a:pt x="1751" y="1268"/>
                  </a:cubicBezTo>
                  <a:cubicBezTo>
                    <a:pt x="1761" y="1272"/>
                    <a:pt x="1775" y="1279"/>
                    <a:pt x="1786" y="1282"/>
                  </a:cubicBezTo>
                  <a:lnTo>
                    <a:pt x="1789" y="1282"/>
                  </a:lnTo>
                  <a:cubicBezTo>
                    <a:pt x="1803" y="1293"/>
                    <a:pt x="1821" y="1303"/>
                    <a:pt x="1835" y="1317"/>
                  </a:cubicBezTo>
                  <a:cubicBezTo>
                    <a:pt x="1940" y="1412"/>
                    <a:pt x="2027" y="1611"/>
                    <a:pt x="2027" y="1713"/>
                  </a:cubicBezTo>
                  <a:cubicBezTo>
                    <a:pt x="2027" y="1804"/>
                    <a:pt x="1733" y="2819"/>
                    <a:pt x="1624" y="2903"/>
                  </a:cubicBezTo>
                  <a:lnTo>
                    <a:pt x="1617" y="2910"/>
                  </a:lnTo>
                  <a:lnTo>
                    <a:pt x="1614" y="2914"/>
                  </a:lnTo>
                  <a:lnTo>
                    <a:pt x="1610" y="2914"/>
                  </a:lnTo>
                  <a:cubicBezTo>
                    <a:pt x="1456" y="2994"/>
                    <a:pt x="445" y="3320"/>
                    <a:pt x="0" y="3456"/>
                  </a:cubicBezTo>
                  <a:cubicBezTo>
                    <a:pt x="119" y="3698"/>
                    <a:pt x="266" y="4006"/>
                    <a:pt x="417" y="4314"/>
                  </a:cubicBezTo>
                  <a:lnTo>
                    <a:pt x="441" y="4363"/>
                  </a:lnTo>
                  <a:lnTo>
                    <a:pt x="455" y="4391"/>
                  </a:lnTo>
                  <a:lnTo>
                    <a:pt x="609" y="4713"/>
                  </a:lnTo>
                  <a:cubicBezTo>
                    <a:pt x="634" y="4702"/>
                    <a:pt x="658" y="4688"/>
                    <a:pt x="683" y="4674"/>
                  </a:cubicBezTo>
                  <a:cubicBezTo>
                    <a:pt x="893" y="4555"/>
                    <a:pt x="1113" y="4548"/>
                    <a:pt x="1306" y="4545"/>
                  </a:cubicBezTo>
                  <a:cubicBezTo>
                    <a:pt x="1400" y="4545"/>
                    <a:pt x="1495" y="4534"/>
                    <a:pt x="1589" y="4517"/>
                  </a:cubicBezTo>
                  <a:cubicBezTo>
                    <a:pt x="1663" y="4496"/>
                    <a:pt x="1659" y="4478"/>
                    <a:pt x="1659" y="4398"/>
                  </a:cubicBezTo>
                  <a:cubicBezTo>
                    <a:pt x="1656" y="4317"/>
                    <a:pt x="1652" y="4202"/>
                    <a:pt x="1775" y="4100"/>
                  </a:cubicBezTo>
                  <a:cubicBezTo>
                    <a:pt x="1881" y="4012"/>
                    <a:pt x="2006" y="3993"/>
                    <a:pt x="2118" y="3993"/>
                  </a:cubicBezTo>
                  <a:cubicBezTo>
                    <a:pt x="2162" y="3993"/>
                    <a:pt x="2203" y="3996"/>
                    <a:pt x="2241" y="3999"/>
                  </a:cubicBezTo>
                  <a:cubicBezTo>
                    <a:pt x="2261" y="4002"/>
                    <a:pt x="2282" y="4004"/>
                    <a:pt x="2304" y="4004"/>
                  </a:cubicBezTo>
                  <a:cubicBezTo>
                    <a:pt x="2330" y="4004"/>
                    <a:pt x="2357" y="4001"/>
                    <a:pt x="2384" y="3995"/>
                  </a:cubicBezTo>
                  <a:cubicBezTo>
                    <a:pt x="2409" y="3981"/>
                    <a:pt x="2454" y="3894"/>
                    <a:pt x="2482" y="3831"/>
                  </a:cubicBezTo>
                  <a:cubicBezTo>
                    <a:pt x="2549" y="3694"/>
                    <a:pt x="2622" y="3544"/>
                    <a:pt x="2745" y="3491"/>
                  </a:cubicBezTo>
                  <a:cubicBezTo>
                    <a:pt x="2808" y="3470"/>
                    <a:pt x="2871" y="3453"/>
                    <a:pt x="2937" y="3442"/>
                  </a:cubicBezTo>
                  <a:cubicBezTo>
                    <a:pt x="3060" y="3421"/>
                    <a:pt x="3060" y="3414"/>
                    <a:pt x="3053" y="3386"/>
                  </a:cubicBezTo>
                  <a:cubicBezTo>
                    <a:pt x="3032" y="3243"/>
                    <a:pt x="3053" y="2619"/>
                    <a:pt x="3291" y="2574"/>
                  </a:cubicBezTo>
                  <a:cubicBezTo>
                    <a:pt x="3455" y="2542"/>
                    <a:pt x="3676" y="2378"/>
                    <a:pt x="3683" y="2325"/>
                  </a:cubicBezTo>
                  <a:cubicBezTo>
                    <a:pt x="3690" y="2259"/>
                    <a:pt x="3764" y="2157"/>
                    <a:pt x="3935" y="1944"/>
                  </a:cubicBezTo>
                  <a:cubicBezTo>
                    <a:pt x="4012" y="1853"/>
                    <a:pt x="4082" y="1758"/>
                    <a:pt x="4145" y="1660"/>
                  </a:cubicBezTo>
                  <a:cubicBezTo>
                    <a:pt x="4222" y="1527"/>
                    <a:pt x="4215" y="1492"/>
                    <a:pt x="4212" y="1485"/>
                  </a:cubicBezTo>
                  <a:cubicBezTo>
                    <a:pt x="4208" y="1478"/>
                    <a:pt x="4191" y="1468"/>
                    <a:pt x="4152" y="1461"/>
                  </a:cubicBezTo>
                  <a:cubicBezTo>
                    <a:pt x="3970" y="1433"/>
                    <a:pt x="3735" y="1027"/>
                    <a:pt x="3644" y="852"/>
                  </a:cubicBezTo>
                  <a:cubicBezTo>
                    <a:pt x="3630" y="831"/>
                    <a:pt x="3522" y="813"/>
                    <a:pt x="3445" y="799"/>
                  </a:cubicBezTo>
                  <a:cubicBezTo>
                    <a:pt x="3249" y="768"/>
                    <a:pt x="2986" y="722"/>
                    <a:pt x="2748" y="533"/>
                  </a:cubicBezTo>
                  <a:cubicBezTo>
                    <a:pt x="2619" y="435"/>
                    <a:pt x="2521" y="260"/>
                    <a:pt x="2451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72" name="Google Shape;5730;p80">
              <a:extLst>
                <a:ext uri="{FF2B5EF4-FFF2-40B4-BE49-F238E27FC236}">
                  <a16:creationId xmlns:a16="http://schemas.microsoft.com/office/drawing/2014/main" id="{20305BF7-0F54-65CF-818F-427128235DDC}"/>
                </a:ext>
              </a:extLst>
            </p:cNvPr>
            <p:cNvSpPr/>
            <p:nvPr/>
          </p:nvSpPr>
          <p:spPr>
            <a:xfrm>
              <a:off x="2455845" y="1870778"/>
              <a:ext cx="625" cy="489"/>
            </a:xfrm>
            <a:custGeom>
              <a:avLst/>
              <a:gdLst/>
              <a:ahLst/>
              <a:cxnLst/>
              <a:rect l="l" t="t" r="r" b="b"/>
              <a:pathLst>
                <a:path w="46" h="36" extrusionOk="0">
                  <a:moveTo>
                    <a:pt x="0" y="1"/>
                  </a:moveTo>
                  <a:cubicBezTo>
                    <a:pt x="18" y="11"/>
                    <a:pt x="32" y="22"/>
                    <a:pt x="46" y="36"/>
                  </a:cubicBezTo>
                  <a:cubicBezTo>
                    <a:pt x="32" y="22"/>
                    <a:pt x="18" y="11"/>
                    <a:pt x="0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73" name="Google Shape;5731;p80">
              <a:extLst>
                <a:ext uri="{FF2B5EF4-FFF2-40B4-BE49-F238E27FC236}">
                  <a16:creationId xmlns:a16="http://schemas.microsoft.com/office/drawing/2014/main" id="{C5B8FBB5-B56C-CCCE-1D0B-977FD84544D2}"/>
                </a:ext>
              </a:extLst>
            </p:cNvPr>
            <p:cNvSpPr/>
            <p:nvPr/>
          </p:nvSpPr>
          <p:spPr>
            <a:xfrm>
              <a:off x="2453550" y="1892787"/>
              <a:ext cx="109" cy="68"/>
            </a:xfrm>
            <a:custGeom>
              <a:avLst/>
              <a:gdLst/>
              <a:ahLst/>
              <a:cxnLst/>
              <a:rect l="l" t="t" r="r" b="b"/>
              <a:pathLst>
                <a:path w="8" h="5" extrusionOk="0">
                  <a:moveTo>
                    <a:pt x="8" y="1"/>
                  </a:moveTo>
                  <a:lnTo>
                    <a:pt x="1" y="4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74" name="Google Shape;5732;p80">
              <a:extLst>
                <a:ext uri="{FF2B5EF4-FFF2-40B4-BE49-F238E27FC236}">
                  <a16:creationId xmlns:a16="http://schemas.microsoft.com/office/drawing/2014/main" id="{D91759B1-6125-CAC4-696A-8557F717AA93}"/>
                </a:ext>
              </a:extLst>
            </p:cNvPr>
            <p:cNvSpPr/>
            <p:nvPr/>
          </p:nvSpPr>
          <p:spPr>
            <a:xfrm>
              <a:off x="2455791" y="1870737"/>
              <a:ext cx="68" cy="14"/>
            </a:xfrm>
            <a:custGeom>
              <a:avLst/>
              <a:gdLst/>
              <a:ahLst/>
              <a:cxnLst/>
              <a:rect l="l" t="t" r="r" b="b"/>
              <a:pathLst>
                <a:path w="5" h="1" extrusionOk="0">
                  <a:moveTo>
                    <a:pt x="1" y="0"/>
                  </a:moveTo>
                  <a:lnTo>
                    <a:pt x="4" y="0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75" name="Google Shape;5733;p80">
              <a:extLst>
                <a:ext uri="{FF2B5EF4-FFF2-40B4-BE49-F238E27FC236}">
                  <a16:creationId xmlns:a16="http://schemas.microsoft.com/office/drawing/2014/main" id="{E7BBEBFA-AD14-3411-1220-6B5127C3FD18}"/>
                </a:ext>
              </a:extLst>
            </p:cNvPr>
            <p:cNvSpPr/>
            <p:nvPr/>
          </p:nvSpPr>
          <p:spPr>
            <a:xfrm>
              <a:off x="2453414" y="1892882"/>
              <a:ext cx="54" cy="14"/>
            </a:xfrm>
            <a:custGeom>
              <a:avLst/>
              <a:gdLst/>
              <a:ahLst/>
              <a:cxnLst/>
              <a:rect l="l" t="t" r="r" b="b"/>
              <a:pathLst>
                <a:path w="4" h="1" extrusionOk="0">
                  <a:moveTo>
                    <a:pt x="4" y="1"/>
                  </a:moveTo>
                  <a:lnTo>
                    <a:pt x="0" y="1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76" name="Google Shape;5734;p80">
              <a:extLst>
                <a:ext uri="{FF2B5EF4-FFF2-40B4-BE49-F238E27FC236}">
                  <a16:creationId xmlns:a16="http://schemas.microsoft.com/office/drawing/2014/main" id="{D066A2F9-318A-96F9-A27E-CEB93396A6A9}"/>
                </a:ext>
              </a:extLst>
            </p:cNvPr>
            <p:cNvSpPr/>
            <p:nvPr/>
          </p:nvSpPr>
          <p:spPr>
            <a:xfrm>
              <a:off x="2454270" y="1870357"/>
              <a:ext cx="1059" cy="204"/>
            </a:xfrm>
            <a:custGeom>
              <a:avLst/>
              <a:gdLst/>
              <a:ahLst/>
              <a:cxnLst/>
              <a:rect l="l" t="t" r="r" b="b"/>
              <a:pathLst>
                <a:path w="78" h="15" extrusionOk="0">
                  <a:moveTo>
                    <a:pt x="78" y="14"/>
                  </a:moveTo>
                  <a:cubicBezTo>
                    <a:pt x="53" y="4"/>
                    <a:pt x="25" y="0"/>
                    <a:pt x="0" y="4"/>
                  </a:cubicBezTo>
                  <a:lnTo>
                    <a:pt x="0" y="4"/>
                  </a:lnTo>
                  <a:cubicBezTo>
                    <a:pt x="25" y="0"/>
                    <a:pt x="53" y="4"/>
                    <a:pt x="78" y="14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77" name="Google Shape;5735;p80">
              <a:extLst>
                <a:ext uri="{FF2B5EF4-FFF2-40B4-BE49-F238E27FC236}">
                  <a16:creationId xmlns:a16="http://schemas.microsoft.com/office/drawing/2014/main" id="{F1FDAFF6-8D0A-A317-9AA2-A9E49A935AFF}"/>
                </a:ext>
              </a:extLst>
            </p:cNvPr>
            <p:cNvSpPr/>
            <p:nvPr/>
          </p:nvSpPr>
          <p:spPr>
            <a:xfrm>
              <a:off x="2422037" y="1845619"/>
              <a:ext cx="5961" cy="9912"/>
            </a:xfrm>
            <a:custGeom>
              <a:avLst/>
              <a:gdLst/>
              <a:ahLst/>
              <a:cxnLst/>
              <a:rect l="l" t="t" r="r" b="b"/>
              <a:pathLst>
                <a:path w="439" h="730" extrusionOk="0">
                  <a:moveTo>
                    <a:pt x="266" y="0"/>
                  </a:moveTo>
                  <a:cubicBezTo>
                    <a:pt x="243" y="0"/>
                    <a:pt x="221" y="9"/>
                    <a:pt x="204" y="26"/>
                  </a:cubicBezTo>
                  <a:cubicBezTo>
                    <a:pt x="88" y="114"/>
                    <a:pt x="15" y="383"/>
                    <a:pt x="15" y="474"/>
                  </a:cubicBezTo>
                  <a:cubicBezTo>
                    <a:pt x="15" y="492"/>
                    <a:pt x="8" y="509"/>
                    <a:pt x="1" y="523"/>
                  </a:cubicBezTo>
                  <a:lnTo>
                    <a:pt x="8" y="537"/>
                  </a:lnTo>
                  <a:lnTo>
                    <a:pt x="11" y="548"/>
                  </a:lnTo>
                  <a:cubicBezTo>
                    <a:pt x="22" y="569"/>
                    <a:pt x="36" y="586"/>
                    <a:pt x="53" y="607"/>
                  </a:cubicBezTo>
                  <a:lnTo>
                    <a:pt x="57" y="614"/>
                  </a:lnTo>
                  <a:cubicBezTo>
                    <a:pt x="64" y="621"/>
                    <a:pt x="71" y="628"/>
                    <a:pt x="74" y="635"/>
                  </a:cubicBezTo>
                  <a:lnTo>
                    <a:pt x="78" y="639"/>
                  </a:lnTo>
                  <a:cubicBezTo>
                    <a:pt x="88" y="646"/>
                    <a:pt x="95" y="653"/>
                    <a:pt x="102" y="660"/>
                  </a:cubicBezTo>
                  <a:cubicBezTo>
                    <a:pt x="109" y="667"/>
                    <a:pt x="116" y="674"/>
                    <a:pt x="127" y="677"/>
                  </a:cubicBezTo>
                  <a:lnTo>
                    <a:pt x="130" y="681"/>
                  </a:lnTo>
                  <a:cubicBezTo>
                    <a:pt x="137" y="684"/>
                    <a:pt x="144" y="691"/>
                    <a:pt x="151" y="695"/>
                  </a:cubicBezTo>
                  <a:cubicBezTo>
                    <a:pt x="162" y="698"/>
                    <a:pt x="169" y="702"/>
                    <a:pt x="176" y="709"/>
                  </a:cubicBezTo>
                  <a:lnTo>
                    <a:pt x="200" y="716"/>
                  </a:lnTo>
                  <a:lnTo>
                    <a:pt x="204" y="716"/>
                  </a:lnTo>
                  <a:cubicBezTo>
                    <a:pt x="221" y="719"/>
                    <a:pt x="239" y="726"/>
                    <a:pt x="253" y="726"/>
                  </a:cubicBezTo>
                  <a:lnTo>
                    <a:pt x="277" y="730"/>
                  </a:lnTo>
                  <a:lnTo>
                    <a:pt x="284" y="730"/>
                  </a:lnTo>
                  <a:cubicBezTo>
                    <a:pt x="284" y="688"/>
                    <a:pt x="295" y="642"/>
                    <a:pt x="316" y="607"/>
                  </a:cubicBezTo>
                  <a:cubicBezTo>
                    <a:pt x="393" y="488"/>
                    <a:pt x="439" y="229"/>
                    <a:pt x="383" y="93"/>
                  </a:cubicBezTo>
                  <a:cubicBezTo>
                    <a:pt x="369" y="51"/>
                    <a:pt x="337" y="16"/>
                    <a:pt x="295" y="5"/>
                  </a:cubicBezTo>
                  <a:cubicBezTo>
                    <a:pt x="286" y="2"/>
                    <a:pt x="276" y="0"/>
                    <a:pt x="266" y="0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78" name="Google Shape;5736;p80">
              <a:extLst>
                <a:ext uri="{FF2B5EF4-FFF2-40B4-BE49-F238E27FC236}">
                  <a16:creationId xmlns:a16="http://schemas.microsoft.com/office/drawing/2014/main" id="{663954F4-F15C-C8D6-ACCA-D56718700BC7}"/>
                </a:ext>
              </a:extLst>
            </p:cNvPr>
            <p:cNvSpPr/>
            <p:nvPr/>
          </p:nvSpPr>
          <p:spPr>
            <a:xfrm>
              <a:off x="2425553" y="1855571"/>
              <a:ext cx="353" cy="14"/>
            </a:xfrm>
            <a:custGeom>
              <a:avLst/>
              <a:gdLst/>
              <a:ahLst/>
              <a:cxnLst/>
              <a:rect l="l" t="t" r="r" b="b"/>
              <a:pathLst>
                <a:path w="26" h="1" extrusionOk="0">
                  <a:moveTo>
                    <a:pt x="25" y="0"/>
                  </a:moveTo>
                  <a:lnTo>
                    <a:pt x="1" y="0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79" name="Google Shape;5737;p80">
              <a:extLst>
                <a:ext uri="{FF2B5EF4-FFF2-40B4-BE49-F238E27FC236}">
                  <a16:creationId xmlns:a16="http://schemas.microsoft.com/office/drawing/2014/main" id="{E4B5D377-B0DE-0556-5917-691788DE72C7}"/>
                </a:ext>
              </a:extLst>
            </p:cNvPr>
            <p:cNvSpPr/>
            <p:nvPr/>
          </p:nvSpPr>
          <p:spPr>
            <a:xfrm>
              <a:off x="2422852" y="1853956"/>
              <a:ext cx="244" cy="299"/>
            </a:xfrm>
            <a:custGeom>
              <a:avLst/>
              <a:gdLst/>
              <a:ahLst/>
              <a:cxnLst/>
              <a:rect l="l" t="t" r="r" b="b"/>
              <a:pathLst>
                <a:path w="18" h="22" extrusionOk="0">
                  <a:moveTo>
                    <a:pt x="18" y="21"/>
                  </a:moveTo>
                  <a:cubicBezTo>
                    <a:pt x="11" y="14"/>
                    <a:pt x="4" y="7"/>
                    <a:pt x="0" y="0"/>
                  </a:cubicBezTo>
                  <a:cubicBezTo>
                    <a:pt x="4" y="7"/>
                    <a:pt x="11" y="14"/>
                    <a:pt x="18" y="2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80" name="Google Shape;5738;p80">
              <a:extLst>
                <a:ext uri="{FF2B5EF4-FFF2-40B4-BE49-F238E27FC236}">
                  <a16:creationId xmlns:a16="http://schemas.microsoft.com/office/drawing/2014/main" id="{E4EE3F9D-835F-BE3D-370B-160FA88E8487}"/>
                </a:ext>
              </a:extLst>
            </p:cNvPr>
            <p:cNvSpPr/>
            <p:nvPr/>
          </p:nvSpPr>
          <p:spPr>
            <a:xfrm>
              <a:off x="2422037" y="1852761"/>
              <a:ext cx="109" cy="204"/>
            </a:xfrm>
            <a:custGeom>
              <a:avLst/>
              <a:gdLst/>
              <a:ahLst/>
              <a:cxnLst/>
              <a:rect l="l" t="t" r="r" b="b"/>
              <a:pathLst>
                <a:path w="8" h="15" extrusionOk="0">
                  <a:moveTo>
                    <a:pt x="1" y="1"/>
                  </a:moveTo>
                  <a:lnTo>
                    <a:pt x="8" y="15"/>
                  </a:lnTo>
                  <a:lnTo>
                    <a:pt x="1" y="1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81" name="Google Shape;5739;p80">
              <a:extLst>
                <a:ext uri="{FF2B5EF4-FFF2-40B4-BE49-F238E27FC236}">
                  <a16:creationId xmlns:a16="http://schemas.microsoft.com/office/drawing/2014/main" id="{64CC408F-C02B-B9F9-B27A-3EF898384D0E}"/>
                </a:ext>
              </a:extLst>
            </p:cNvPr>
            <p:cNvSpPr/>
            <p:nvPr/>
          </p:nvSpPr>
          <p:spPr>
            <a:xfrm>
              <a:off x="2422186" y="1853046"/>
              <a:ext cx="584" cy="869"/>
            </a:xfrm>
            <a:custGeom>
              <a:avLst/>
              <a:gdLst/>
              <a:ahLst/>
              <a:cxnLst/>
              <a:rect l="l" t="t" r="r" b="b"/>
              <a:pathLst>
                <a:path w="43" h="64" extrusionOk="0">
                  <a:moveTo>
                    <a:pt x="42" y="64"/>
                  </a:moveTo>
                  <a:cubicBezTo>
                    <a:pt x="28" y="43"/>
                    <a:pt x="14" y="22"/>
                    <a:pt x="0" y="1"/>
                  </a:cubicBezTo>
                  <a:cubicBezTo>
                    <a:pt x="14" y="22"/>
                    <a:pt x="28" y="43"/>
                    <a:pt x="42" y="64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82" name="Google Shape;5740;p80">
              <a:extLst>
                <a:ext uri="{FF2B5EF4-FFF2-40B4-BE49-F238E27FC236}">
                  <a16:creationId xmlns:a16="http://schemas.microsoft.com/office/drawing/2014/main" id="{00746A20-F9D7-1A79-01BA-07979FE34A94}"/>
                </a:ext>
              </a:extLst>
            </p:cNvPr>
            <p:cNvSpPr/>
            <p:nvPr/>
          </p:nvSpPr>
          <p:spPr>
            <a:xfrm>
              <a:off x="2425988" y="1855612"/>
              <a:ext cx="14" cy="14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0" y="1"/>
                  </a:move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83" name="Google Shape;5741;p80">
              <a:extLst>
                <a:ext uri="{FF2B5EF4-FFF2-40B4-BE49-F238E27FC236}">
                  <a16:creationId xmlns:a16="http://schemas.microsoft.com/office/drawing/2014/main" id="{563F3362-3AFF-DCC8-D4B4-74249D486240}"/>
                </a:ext>
              </a:extLst>
            </p:cNvPr>
            <p:cNvSpPr/>
            <p:nvPr/>
          </p:nvSpPr>
          <p:spPr>
            <a:xfrm>
              <a:off x="2424508" y="1855286"/>
              <a:ext cx="353" cy="109"/>
            </a:xfrm>
            <a:custGeom>
              <a:avLst/>
              <a:gdLst/>
              <a:ahLst/>
              <a:cxnLst/>
              <a:rect l="l" t="t" r="r" b="b"/>
              <a:pathLst>
                <a:path w="26" h="8" extrusionOk="0">
                  <a:moveTo>
                    <a:pt x="25" y="7"/>
                  </a:moveTo>
                  <a:lnTo>
                    <a:pt x="1" y="0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84" name="Google Shape;5742;p80">
              <a:extLst>
                <a:ext uri="{FF2B5EF4-FFF2-40B4-BE49-F238E27FC236}">
                  <a16:creationId xmlns:a16="http://schemas.microsoft.com/office/drawing/2014/main" id="{487C5ED4-6659-7C96-21EA-67EA796B3090}"/>
                </a:ext>
              </a:extLst>
            </p:cNvPr>
            <p:cNvSpPr/>
            <p:nvPr/>
          </p:nvSpPr>
          <p:spPr>
            <a:xfrm>
              <a:off x="2424141" y="1855096"/>
              <a:ext cx="380" cy="149"/>
            </a:xfrm>
            <a:custGeom>
              <a:avLst/>
              <a:gdLst/>
              <a:ahLst/>
              <a:cxnLst/>
              <a:rect l="l" t="t" r="r" b="b"/>
              <a:pathLst>
                <a:path w="28" h="11" extrusionOk="0">
                  <a:moveTo>
                    <a:pt x="0" y="0"/>
                  </a:moveTo>
                  <a:cubicBezTo>
                    <a:pt x="10" y="4"/>
                    <a:pt x="17" y="7"/>
                    <a:pt x="28" y="11"/>
                  </a:cubicBezTo>
                  <a:cubicBezTo>
                    <a:pt x="21" y="7"/>
                    <a:pt x="10" y="4"/>
                    <a:pt x="0" y="0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85" name="Google Shape;5743;p80">
              <a:extLst>
                <a:ext uri="{FF2B5EF4-FFF2-40B4-BE49-F238E27FC236}">
                  <a16:creationId xmlns:a16="http://schemas.microsoft.com/office/drawing/2014/main" id="{DDCADB98-8BC0-CC25-1A85-F3526C75F440}"/>
                </a:ext>
              </a:extLst>
            </p:cNvPr>
            <p:cNvSpPr/>
            <p:nvPr/>
          </p:nvSpPr>
          <p:spPr>
            <a:xfrm>
              <a:off x="2423137" y="1854281"/>
              <a:ext cx="339" cy="353"/>
            </a:xfrm>
            <a:custGeom>
              <a:avLst/>
              <a:gdLst/>
              <a:ahLst/>
              <a:cxnLst/>
              <a:rect l="l" t="t" r="r" b="b"/>
              <a:pathLst>
                <a:path w="25" h="26" extrusionOk="0">
                  <a:moveTo>
                    <a:pt x="25" y="25"/>
                  </a:moveTo>
                  <a:cubicBezTo>
                    <a:pt x="14" y="18"/>
                    <a:pt x="7" y="11"/>
                    <a:pt x="0" y="1"/>
                  </a:cubicBezTo>
                  <a:cubicBezTo>
                    <a:pt x="7" y="11"/>
                    <a:pt x="14" y="18"/>
                    <a:pt x="25" y="25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86" name="Google Shape;5744;p80">
              <a:extLst>
                <a:ext uri="{FF2B5EF4-FFF2-40B4-BE49-F238E27FC236}">
                  <a16:creationId xmlns:a16="http://schemas.microsoft.com/office/drawing/2014/main" id="{88E3C8DC-E1EA-E634-B06B-17DD00B9F263}"/>
                </a:ext>
              </a:extLst>
            </p:cNvPr>
            <p:cNvSpPr/>
            <p:nvPr/>
          </p:nvSpPr>
          <p:spPr>
            <a:xfrm>
              <a:off x="2423843" y="1854906"/>
              <a:ext cx="299" cy="204"/>
            </a:xfrm>
            <a:custGeom>
              <a:avLst/>
              <a:gdLst/>
              <a:ahLst/>
              <a:cxnLst/>
              <a:rect l="l" t="t" r="r" b="b"/>
              <a:pathLst>
                <a:path w="22" h="15" extrusionOk="0">
                  <a:moveTo>
                    <a:pt x="22" y="14"/>
                  </a:moveTo>
                  <a:cubicBezTo>
                    <a:pt x="15" y="7"/>
                    <a:pt x="8" y="4"/>
                    <a:pt x="1" y="0"/>
                  </a:cubicBezTo>
                  <a:cubicBezTo>
                    <a:pt x="8" y="4"/>
                    <a:pt x="15" y="7"/>
                    <a:pt x="22" y="14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87" name="Google Shape;5745;p80">
              <a:extLst>
                <a:ext uri="{FF2B5EF4-FFF2-40B4-BE49-F238E27FC236}">
                  <a16:creationId xmlns:a16="http://schemas.microsoft.com/office/drawing/2014/main" id="{F6C43999-A0E3-2624-18D7-C94A1B80F6C6}"/>
                </a:ext>
              </a:extLst>
            </p:cNvPr>
            <p:cNvSpPr/>
            <p:nvPr/>
          </p:nvSpPr>
          <p:spPr>
            <a:xfrm>
              <a:off x="2423422" y="1854621"/>
              <a:ext cx="339" cy="244"/>
            </a:xfrm>
            <a:custGeom>
              <a:avLst/>
              <a:gdLst/>
              <a:ahLst/>
              <a:cxnLst/>
              <a:rect l="l" t="t" r="r" b="b"/>
              <a:pathLst>
                <a:path w="25" h="18" extrusionOk="0">
                  <a:moveTo>
                    <a:pt x="25" y="18"/>
                  </a:moveTo>
                  <a:cubicBezTo>
                    <a:pt x="18" y="11"/>
                    <a:pt x="11" y="4"/>
                    <a:pt x="0" y="0"/>
                  </a:cubicBezTo>
                  <a:cubicBezTo>
                    <a:pt x="11" y="4"/>
                    <a:pt x="18" y="11"/>
                    <a:pt x="25" y="18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88" name="Google Shape;5746;p80">
              <a:extLst>
                <a:ext uri="{FF2B5EF4-FFF2-40B4-BE49-F238E27FC236}">
                  <a16:creationId xmlns:a16="http://schemas.microsoft.com/office/drawing/2014/main" id="{A3F6EA48-94C8-ED8E-F2DE-E8AEE1DFA474}"/>
                </a:ext>
              </a:extLst>
            </p:cNvPr>
            <p:cNvSpPr/>
            <p:nvPr/>
          </p:nvSpPr>
          <p:spPr>
            <a:xfrm>
              <a:off x="2424847" y="1855381"/>
              <a:ext cx="720" cy="204"/>
            </a:xfrm>
            <a:custGeom>
              <a:avLst/>
              <a:gdLst/>
              <a:ahLst/>
              <a:cxnLst/>
              <a:rect l="l" t="t" r="r" b="b"/>
              <a:pathLst>
                <a:path w="53" h="15" extrusionOk="0">
                  <a:moveTo>
                    <a:pt x="53" y="14"/>
                  </a:moveTo>
                  <a:cubicBezTo>
                    <a:pt x="35" y="11"/>
                    <a:pt x="18" y="7"/>
                    <a:pt x="0" y="0"/>
                  </a:cubicBezTo>
                  <a:cubicBezTo>
                    <a:pt x="18" y="7"/>
                    <a:pt x="35" y="11"/>
                    <a:pt x="53" y="14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89" name="Google Shape;5747;p80">
              <a:extLst>
                <a:ext uri="{FF2B5EF4-FFF2-40B4-BE49-F238E27FC236}">
                  <a16:creationId xmlns:a16="http://schemas.microsoft.com/office/drawing/2014/main" id="{F613270D-2354-B526-F7C7-30AFCD7E0A5E}"/>
                </a:ext>
              </a:extLst>
            </p:cNvPr>
            <p:cNvSpPr/>
            <p:nvPr/>
          </p:nvSpPr>
          <p:spPr>
            <a:xfrm>
              <a:off x="2431365" y="1843827"/>
              <a:ext cx="33048" cy="26544"/>
            </a:xfrm>
            <a:custGeom>
              <a:avLst/>
              <a:gdLst/>
              <a:ahLst/>
              <a:cxnLst/>
              <a:rect l="l" t="t" r="r" b="b"/>
              <a:pathLst>
                <a:path w="2434" h="1955" extrusionOk="0">
                  <a:moveTo>
                    <a:pt x="2332" y="1"/>
                  </a:moveTo>
                  <a:cubicBezTo>
                    <a:pt x="2216" y="71"/>
                    <a:pt x="1905" y="410"/>
                    <a:pt x="1765" y="687"/>
                  </a:cubicBezTo>
                  <a:cubicBezTo>
                    <a:pt x="1602" y="1000"/>
                    <a:pt x="1194" y="1222"/>
                    <a:pt x="815" y="1222"/>
                  </a:cubicBezTo>
                  <a:cubicBezTo>
                    <a:pt x="762" y="1222"/>
                    <a:pt x="709" y="1217"/>
                    <a:pt x="658" y="1208"/>
                  </a:cubicBezTo>
                  <a:cubicBezTo>
                    <a:pt x="593" y="1196"/>
                    <a:pt x="535" y="1191"/>
                    <a:pt x="484" y="1191"/>
                  </a:cubicBezTo>
                  <a:cubicBezTo>
                    <a:pt x="286" y="1191"/>
                    <a:pt x="186" y="1270"/>
                    <a:pt x="109" y="1331"/>
                  </a:cubicBezTo>
                  <a:cubicBezTo>
                    <a:pt x="91" y="1345"/>
                    <a:pt x="74" y="1355"/>
                    <a:pt x="60" y="1366"/>
                  </a:cubicBezTo>
                  <a:cubicBezTo>
                    <a:pt x="42" y="1380"/>
                    <a:pt x="21" y="1387"/>
                    <a:pt x="0" y="1387"/>
                  </a:cubicBezTo>
                  <a:cubicBezTo>
                    <a:pt x="4" y="1397"/>
                    <a:pt x="7" y="1405"/>
                    <a:pt x="11" y="1412"/>
                  </a:cubicBezTo>
                  <a:lnTo>
                    <a:pt x="18" y="1426"/>
                  </a:lnTo>
                  <a:cubicBezTo>
                    <a:pt x="21" y="1440"/>
                    <a:pt x="28" y="1454"/>
                    <a:pt x="35" y="1468"/>
                  </a:cubicBezTo>
                  <a:lnTo>
                    <a:pt x="42" y="1478"/>
                  </a:lnTo>
                  <a:cubicBezTo>
                    <a:pt x="49" y="1489"/>
                    <a:pt x="53" y="1499"/>
                    <a:pt x="60" y="1510"/>
                  </a:cubicBezTo>
                  <a:lnTo>
                    <a:pt x="70" y="1527"/>
                  </a:lnTo>
                  <a:lnTo>
                    <a:pt x="88" y="1552"/>
                  </a:lnTo>
                  <a:lnTo>
                    <a:pt x="98" y="1566"/>
                  </a:lnTo>
                  <a:lnTo>
                    <a:pt x="112" y="1587"/>
                  </a:lnTo>
                  <a:lnTo>
                    <a:pt x="126" y="1601"/>
                  </a:lnTo>
                  <a:lnTo>
                    <a:pt x="144" y="1625"/>
                  </a:lnTo>
                  <a:lnTo>
                    <a:pt x="154" y="1636"/>
                  </a:lnTo>
                  <a:lnTo>
                    <a:pt x="175" y="1660"/>
                  </a:lnTo>
                  <a:lnTo>
                    <a:pt x="182" y="1667"/>
                  </a:lnTo>
                  <a:lnTo>
                    <a:pt x="210" y="1695"/>
                  </a:lnTo>
                  <a:lnTo>
                    <a:pt x="221" y="1706"/>
                  </a:lnTo>
                  <a:lnTo>
                    <a:pt x="238" y="1723"/>
                  </a:lnTo>
                  <a:lnTo>
                    <a:pt x="249" y="1734"/>
                  </a:lnTo>
                  <a:lnTo>
                    <a:pt x="263" y="1748"/>
                  </a:lnTo>
                  <a:lnTo>
                    <a:pt x="277" y="1755"/>
                  </a:lnTo>
                  <a:lnTo>
                    <a:pt x="291" y="1765"/>
                  </a:lnTo>
                  <a:lnTo>
                    <a:pt x="298" y="1776"/>
                  </a:lnTo>
                  <a:lnTo>
                    <a:pt x="312" y="1786"/>
                  </a:lnTo>
                  <a:lnTo>
                    <a:pt x="319" y="1790"/>
                  </a:lnTo>
                  <a:lnTo>
                    <a:pt x="336" y="1800"/>
                  </a:lnTo>
                  <a:lnTo>
                    <a:pt x="340" y="1804"/>
                  </a:lnTo>
                  <a:lnTo>
                    <a:pt x="350" y="1811"/>
                  </a:lnTo>
                  <a:cubicBezTo>
                    <a:pt x="434" y="1832"/>
                    <a:pt x="518" y="1849"/>
                    <a:pt x="602" y="1856"/>
                  </a:cubicBezTo>
                  <a:cubicBezTo>
                    <a:pt x="833" y="1888"/>
                    <a:pt x="1183" y="1926"/>
                    <a:pt x="1425" y="1947"/>
                  </a:cubicBezTo>
                  <a:lnTo>
                    <a:pt x="1540" y="1954"/>
                  </a:lnTo>
                  <a:lnTo>
                    <a:pt x="1709" y="1527"/>
                  </a:lnTo>
                  <a:lnTo>
                    <a:pt x="2048" y="1100"/>
                  </a:lnTo>
                  <a:lnTo>
                    <a:pt x="2048" y="645"/>
                  </a:lnTo>
                  <a:lnTo>
                    <a:pt x="2304" y="645"/>
                  </a:lnTo>
                  <a:lnTo>
                    <a:pt x="2433" y="568"/>
                  </a:lnTo>
                  <a:cubicBezTo>
                    <a:pt x="2405" y="445"/>
                    <a:pt x="2388" y="319"/>
                    <a:pt x="2370" y="218"/>
                  </a:cubicBezTo>
                  <a:cubicBezTo>
                    <a:pt x="2360" y="137"/>
                    <a:pt x="2346" y="50"/>
                    <a:pt x="2332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90" name="Google Shape;5748;p80">
              <a:extLst>
                <a:ext uri="{FF2B5EF4-FFF2-40B4-BE49-F238E27FC236}">
                  <a16:creationId xmlns:a16="http://schemas.microsoft.com/office/drawing/2014/main" id="{FB1A5E0E-DEEB-64DC-0EF9-E0D2AA26D068}"/>
                </a:ext>
              </a:extLst>
            </p:cNvPr>
            <p:cNvSpPr/>
            <p:nvPr/>
          </p:nvSpPr>
          <p:spPr>
            <a:xfrm>
              <a:off x="2435682" y="1868117"/>
              <a:ext cx="258" cy="163"/>
            </a:xfrm>
            <a:custGeom>
              <a:avLst/>
              <a:gdLst/>
              <a:ahLst/>
              <a:cxnLst/>
              <a:rect l="l" t="t" r="r" b="b"/>
              <a:pathLst>
                <a:path w="19" h="12" extrusionOk="0">
                  <a:moveTo>
                    <a:pt x="18" y="11"/>
                  </a:moveTo>
                  <a:lnTo>
                    <a:pt x="1" y="1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91" name="Google Shape;5749;p80">
              <a:extLst>
                <a:ext uri="{FF2B5EF4-FFF2-40B4-BE49-F238E27FC236}">
                  <a16:creationId xmlns:a16="http://schemas.microsoft.com/office/drawing/2014/main" id="{AC359718-82C4-838D-220E-B1C57761B3B9}"/>
                </a:ext>
              </a:extLst>
            </p:cNvPr>
            <p:cNvSpPr/>
            <p:nvPr/>
          </p:nvSpPr>
          <p:spPr>
            <a:xfrm>
              <a:off x="2432695" y="1865035"/>
              <a:ext cx="204" cy="299"/>
            </a:xfrm>
            <a:custGeom>
              <a:avLst/>
              <a:gdLst/>
              <a:ahLst/>
              <a:cxnLst/>
              <a:rect l="l" t="t" r="r" b="b"/>
              <a:pathLst>
                <a:path w="15" h="22" extrusionOk="0">
                  <a:moveTo>
                    <a:pt x="14" y="21"/>
                  </a:moveTo>
                  <a:lnTo>
                    <a:pt x="0" y="0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92" name="Google Shape;5750;p80">
              <a:extLst>
                <a:ext uri="{FF2B5EF4-FFF2-40B4-BE49-F238E27FC236}">
                  <a16:creationId xmlns:a16="http://schemas.microsoft.com/office/drawing/2014/main" id="{E3C53C5F-A521-1721-DCE2-65B91F0EB213}"/>
                </a:ext>
              </a:extLst>
            </p:cNvPr>
            <p:cNvSpPr/>
            <p:nvPr/>
          </p:nvSpPr>
          <p:spPr>
            <a:xfrm>
              <a:off x="2435397" y="1867886"/>
              <a:ext cx="204" cy="149"/>
            </a:xfrm>
            <a:custGeom>
              <a:avLst/>
              <a:gdLst/>
              <a:ahLst/>
              <a:cxnLst/>
              <a:rect l="l" t="t" r="r" b="b"/>
              <a:pathLst>
                <a:path w="15" h="11" extrusionOk="0">
                  <a:moveTo>
                    <a:pt x="15" y="11"/>
                  </a:moveTo>
                  <a:lnTo>
                    <a:pt x="1" y="0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93" name="Google Shape;5751;p80">
              <a:extLst>
                <a:ext uri="{FF2B5EF4-FFF2-40B4-BE49-F238E27FC236}">
                  <a16:creationId xmlns:a16="http://schemas.microsoft.com/office/drawing/2014/main" id="{82B79551-17E4-758F-93DB-8753DC2D2FA0}"/>
                </a:ext>
              </a:extLst>
            </p:cNvPr>
            <p:cNvSpPr/>
            <p:nvPr/>
          </p:nvSpPr>
          <p:spPr>
            <a:xfrm>
              <a:off x="2439538" y="1869027"/>
              <a:ext cx="11174" cy="1249"/>
            </a:xfrm>
            <a:custGeom>
              <a:avLst/>
              <a:gdLst/>
              <a:ahLst/>
              <a:cxnLst/>
              <a:rect l="l" t="t" r="r" b="b"/>
              <a:pathLst>
                <a:path w="823" h="92" extrusionOk="0">
                  <a:moveTo>
                    <a:pt x="0" y="0"/>
                  </a:moveTo>
                  <a:lnTo>
                    <a:pt x="0" y="0"/>
                  </a:lnTo>
                  <a:cubicBezTo>
                    <a:pt x="231" y="32"/>
                    <a:pt x="571" y="70"/>
                    <a:pt x="823" y="91"/>
                  </a:cubicBezTo>
                  <a:cubicBezTo>
                    <a:pt x="581" y="70"/>
                    <a:pt x="235" y="32"/>
                    <a:pt x="0" y="0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94" name="Google Shape;5752;p80">
              <a:extLst>
                <a:ext uri="{FF2B5EF4-FFF2-40B4-BE49-F238E27FC236}">
                  <a16:creationId xmlns:a16="http://schemas.microsoft.com/office/drawing/2014/main" id="{7F3A73E8-13CB-CA09-BCF3-89AA73B6E01E}"/>
                </a:ext>
              </a:extLst>
            </p:cNvPr>
            <p:cNvSpPr/>
            <p:nvPr/>
          </p:nvSpPr>
          <p:spPr>
            <a:xfrm>
              <a:off x="2435967" y="1868266"/>
              <a:ext cx="163" cy="149"/>
            </a:xfrm>
            <a:custGeom>
              <a:avLst/>
              <a:gdLst/>
              <a:ahLst/>
              <a:cxnLst/>
              <a:rect l="l" t="t" r="r" b="b"/>
              <a:pathLst>
                <a:path w="12" h="11" extrusionOk="0">
                  <a:moveTo>
                    <a:pt x="11" y="11"/>
                  </a:moveTo>
                  <a:lnTo>
                    <a:pt x="11" y="11"/>
                  </a:lnTo>
                  <a:lnTo>
                    <a:pt x="1" y="0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95" name="Google Shape;5753;p80">
              <a:extLst>
                <a:ext uri="{FF2B5EF4-FFF2-40B4-BE49-F238E27FC236}">
                  <a16:creationId xmlns:a16="http://schemas.microsoft.com/office/drawing/2014/main" id="{4870E76B-60F9-F299-79DB-C76D5CCF5062}"/>
                </a:ext>
              </a:extLst>
            </p:cNvPr>
            <p:cNvSpPr/>
            <p:nvPr/>
          </p:nvSpPr>
          <p:spPr>
            <a:xfrm>
              <a:off x="2432315" y="1864505"/>
              <a:ext cx="244" cy="353"/>
            </a:xfrm>
            <a:custGeom>
              <a:avLst/>
              <a:gdLst/>
              <a:ahLst/>
              <a:cxnLst/>
              <a:rect l="l" t="t" r="r" b="b"/>
              <a:pathLst>
                <a:path w="18" h="26" extrusionOk="0">
                  <a:moveTo>
                    <a:pt x="18" y="25"/>
                  </a:moveTo>
                  <a:lnTo>
                    <a:pt x="0" y="1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96" name="Google Shape;5754;p80">
              <a:extLst>
                <a:ext uri="{FF2B5EF4-FFF2-40B4-BE49-F238E27FC236}">
                  <a16:creationId xmlns:a16="http://schemas.microsoft.com/office/drawing/2014/main" id="{63D8B10F-F908-BD9C-9111-ED5DF2CC93B5}"/>
                </a:ext>
              </a:extLst>
            </p:cNvPr>
            <p:cNvSpPr/>
            <p:nvPr/>
          </p:nvSpPr>
          <p:spPr>
            <a:xfrm>
              <a:off x="2431365" y="1862645"/>
              <a:ext cx="149" cy="353"/>
            </a:xfrm>
            <a:custGeom>
              <a:avLst/>
              <a:gdLst/>
              <a:ahLst/>
              <a:cxnLst/>
              <a:rect l="l" t="t" r="r" b="b"/>
              <a:pathLst>
                <a:path w="11" h="26" extrusionOk="0">
                  <a:moveTo>
                    <a:pt x="0" y="1"/>
                  </a:moveTo>
                  <a:cubicBezTo>
                    <a:pt x="4" y="8"/>
                    <a:pt x="7" y="15"/>
                    <a:pt x="11" y="26"/>
                  </a:cubicBezTo>
                  <a:cubicBezTo>
                    <a:pt x="7" y="15"/>
                    <a:pt x="4" y="8"/>
                    <a:pt x="0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97" name="Google Shape;5755;p80">
              <a:extLst>
                <a:ext uri="{FF2B5EF4-FFF2-40B4-BE49-F238E27FC236}">
                  <a16:creationId xmlns:a16="http://schemas.microsoft.com/office/drawing/2014/main" id="{6F52C73E-C16E-2EB2-FA00-E350B87139DD}"/>
                </a:ext>
              </a:extLst>
            </p:cNvPr>
            <p:cNvSpPr/>
            <p:nvPr/>
          </p:nvSpPr>
          <p:spPr>
            <a:xfrm>
              <a:off x="2435071" y="1867601"/>
              <a:ext cx="204" cy="204"/>
            </a:xfrm>
            <a:custGeom>
              <a:avLst/>
              <a:gdLst/>
              <a:ahLst/>
              <a:cxnLst/>
              <a:rect l="l" t="t" r="r" b="b"/>
              <a:pathLst>
                <a:path w="15" h="15" extrusionOk="0">
                  <a:moveTo>
                    <a:pt x="14" y="14"/>
                  </a:moveTo>
                  <a:lnTo>
                    <a:pt x="0" y="0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98" name="Google Shape;5756;p80">
              <a:extLst>
                <a:ext uri="{FF2B5EF4-FFF2-40B4-BE49-F238E27FC236}">
                  <a16:creationId xmlns:a16="http://schemas.microsoft.com/office/drawing/2014/main" id="{14A91041-40DA-92EE-C584-F090025BAEE6}"/>
                </a:ext>
              </a:extLst>
            </p:cNvPr>
            <p:cNvSpPr/>
            <p:nvPr/>
          </p:nvSpPr>
          <p:spPr>
            <a:xfrm>
              <a:off x="2433021" y="1865551"/>
              <a:ext cx="258" cy="299"/>
            </a:xfrm>
            <a:custGeom>
              <a:avLst/>
              <a:gdLst/>
              <a:ahLst/>
              <a:cxnLst/>
              <a:rect l="l" t="t" r="r" b="b"/>
              <a:pathLst>
                <a:path w="19" h="22" extrusionOk="0">
                  <a:moveTo>
                    <a:pt x="18" y="22"/>
                  </a:moveTo>
                  <a:lnTo>
                    <a:pt x="1" y="1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99" name="Google Shape;5757;p80">
              <a:extLst>
                <a:ext uri="{FF2B5EF4-FFF2-40B4-BE49-F238E27FC236}">
                  <a16:creationId xmlns:a16="http://schemas.microsoft.com/office/drawing/2014/main" id="{EF56315A-98D4-4859-583F-C47CBB09B106}"/>
                </a:ext>
              </a:extLst>
            </p:cNvPr>
            <p:cNvSpPr/>
            <p:nvPr/>
          </p:nvSpPr>
          <p:spPr>
            <a:xfrm>
              <a:off x="2434732" y="1867316"/>
              <a:ext cx="204" cy="204"/>
            </a:xfrm>
            <a:custGeom>
              <a:avLst/>
              <a:gdLst/>
              <a:ahLst/>
              <a:cxnLst/>
              <a:rect l="l" t="t" r="r" b="b"/>
              <a:pathLst>
                <a:path w="15" h="15" extrusionOk="0">
                  <a:moveTo>
                    <a:pt x="15" y="14"/>
                  </a:moveTo>
                  <a:lnTo>
                    <a:pt x="1" y="0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00" name="Google Shape;5758;p80">
              <a:extLst>
                <a:ext uri="{FF2B5EF4-FFF2-40B4-BE49-F238E27FC236}">
                  <a16:creationId xmlns:a16="http://schemas.microsoft.com/office/drawing/2014/main" id="{76086570-D056-0973-7BCE-8B009ABB7F25}"/>
                </a:ext>
              </a:extLst>
            </p:cNvPr>
            <p:cNvSpPr/>
            <p:nvPr/>
          </p:nvSpPr>
          <p:spPr>
            <a:xfrm>
              <a:off x="2433456" y="1865985"/>
              <a:ext cx="299" cy="339"/>
            </a:xfrm>
            <a:custGeom>
              <a:avLst/>
              <a:gdLst/>
              <a:ahLst/>
              <a:cxnLst/>
              <a:rect l="l" t="t" r="r" b="b"/>
              <a:pathLst>
                <a:path w="22" h="25" extrusionOk="0">
                  <a:moveTo>
                    <a:pt x="21" y="25"/>
                  </a:moveTo>
                  <a:lnTo>
                    <a:pt x="0" y="0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01" name="Google Shape;5759;p80">
              <a:extLst>
                <a:ext uri="{FF2B5EF4-FFF2-40B4-BE49-F238E27FC236}">
                  <a16:creationId xmlns:a16="http://schemas.microsoft.com/office/drawing/2014/main" id="{077CFF0F-04FB-D792-AF07-9B3EBD061A7E}"/>
                </a:ext>
              </a:extLst>
            </p:cNvPr>
            <p:cNvSpPr/>
            <p:nvPr/>
          </p:nvSpPr>
          <p:spPr>
            <a:xfrm>
              <a:off x="2434352" y="1866936"/>
              <a:ext cx="258" cy="244"/>
            </a:xfrm>
            <a:custGeom>
              <a:avLst/>
              <a:gdLst/>
              <a:ahLst/>
              <a:cxnLst/>
              <a:rect l="l" t="t" r="r" b="b"/>
              <a:pathLst>
                <a:path w="19" h="18" extrusionOk="0">
                  <a:moveTo>
                    <a:pt x="18" y="18"/>
                  </a:moveTo>
                  <a:lnTo>
                    <a:pt x="1" y="0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02" name="Google Shape;5760;p80">
              <a:extLst>
                <a:ext uri="{FF2B5EF4-FFF2-40B4-BE49-F238E27FC236}">
                  <a16:creationId xmlns:a16="http://schemas.microsoft.com/office/drawing/2014/main" id="{496CD1A9-7DA3-E4F8-71C6-849383AD15B5}"/>
                </a:ext>
              </a:extLst>
            </p:cNvPr>
            <p:cNvSpPr/>
            <p:nvPr/>
          </p:nvSpPr>
          <p:spPr>
            <a:xfrm>
              <a:off x="2431935" y="1863840"/>
              <a:ext cx="244" cy="448"/>
            </a:xfrm>
            <a:custGeom>
              <a:avLst/>
              <a:gdLst/>
              <a:ahLst/>
              <a:cxnLst/>
              <a:rect l="l" t="t" r="r" b="b"/>
              <a:pathLst>
                <a:path w="18" h="33" extrusionOk="0">
                  <a:moveTo>
                    <a:pt x="18" y="32"/>
                  </a:moveTo>
                  <a:cubicBezTo>
                    <a:pt x="11" y="22"/>
                    <a:pt x="7" y="11"/>
                    <a:pt x="0" y="1"/>
                  </a:cubicBezTo>
                  <a:cubicBezTo>
                    <a:pt x="7" y="11"/>
                    <a:pt x="11" y="22"/>
                    <a:pt x="18" y="32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03" name="Google Shape;5761;p80">
              <a:extLst>
                <a:ext uri="{FF2B5EF4-FFF2-40B4-BE49-F238E27FC236}">
                  <a16:creationId xmlns:a16="http://schemas.microsoft.com/office/drawing/2014/main" id="{E20EBFD5-8532-503D-2CC0-12E1486E4637}"/>
                </a:ext>
              </a:extLst>
            </p:cNvPr>
            <p:cNvSpPr/>
            <p:nvPr/>
          </p:nvSpPr>
          <p:spPr>
            <a:xfrm>
              <a:off x="2433836" y="1866460"/>
              <a:ext cx="394" cy="394"/>
            </a:xfrm>
            <a:custGeom>
              <a:avLst/>
              <a:gdLst/>
              <a:ahLst/>
              <a:cxnLst/>
              <a:rect l="l" t="t" r="r" b="b"/>
              <a:pathLst>
                <a:path w="29" h="29" extrusionOk="0">
                  <a:moveTo>
                    <a:pt x="28" y="28"/>
                  </a:moveTo>
                  <a:lnTo>
                    <a:pt x="0" y="0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04" name="Google Shape;5762;p80">
              <a:extLst>
                <a:ext uri="{FF2B5EF4-FFF2-40B4-BE49-F238E27FC236}">
                  <a16:creationId xmlns:a16="http://schemas.microsoft.com/office/drawing/2014/main" id="{4B1CD1CF-F30F-5956-C5B2-B23DC47304A9}"/>
                </a:ext>
              </a:extLst>
            </p:cNvPr>
            <p:cNvSpPr/>
            <p:nvPr/>
          </p:nvSpPr>
          <p:spPr>
            <a:xfrm>
              <a:off x="2431595" y="1863134"/>
              <a:ext cx="258" cy="625"/>
            </a:xfrm>
            <a:custGeom>
              <a:avLst/>
              <a:gdLst/>
              <a:ahLst/>
              <a:cxnLst/>
              <a:rect l="l" t="t" r="r" b="b"/>
              <a:pathLst>
                <a:path w="19" h="46" extrusionOk="0">
                  <a:moveTo>
                    <a:pt x="18" y="46"/>
                  </a:moveTo>
                  <a:cubicBezTo>
                    <a:pt x="11" y="32"/>
                    <a:pt x="4" y="14"/>
                    <a:pt x="1" y="0"/>
                  </a:cubicBezTo>
                  <a:cubicBezTo>
                    <a:pt x="4" y="14"/>
                    <a:pt x="11" y="32"/>
                    <a:pt x="18" y="46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05" name="Google Shape;5763;p80">
              <a:extLst>
                <a:ext uri="{FF2B5EF4-FFF2-40B4-BE49-F238E27FC236}">
                  <a16:creationId xmlns:a16="http://schemas.microsoft.com/office/drawing/2014/main" id="{CAE9BF33-A42F-19AC-02B2-EAF5F6578242}"/>
                </a:ext>
              </a:extLst>
            </p:cNvPr>
            <p:cNvSpPr/>
            <p:nvPr/>
          </p:nvSpPr>
          <p:spPr>
            <a:xfrm>
              <a:off x="2452274" y="1864560"/>
              <a:ext cx="2295" cy="5811"/>
            </a:xfrm>
            <a:custGeom>
              <a:avLst/>
              <a:gdLst/>
              <a:ahLst/>
              <a:cxnLst/>
              <a:rect l="l" t="t" r="r" b="b"/>
              <a:pathLst>
                <a:path w="169" h="428" extrusionOk="0">
                  <a:moveTo>
                    <a:pt x="0" y="427"/>
                  </a:moveTo>
                  <a:lnTo>
                    <a:pt x="169" y="0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06" name="Google Shape;5764;p80">
              <a:extLst>
                <a:ext uri="{FF2B5EF4-FFF2-40B4-BE49-F238E27FC236}">
                  <a16:creationId xmlns:a16="http://schemas.microsoft.com/office/drawing/2014/main" id="{AAB1425A-0E26-DDE4-8027-AB98454D9407}"/>
                </a:ext>
              </a:extLst>
            </p:cNvPr>
            <p:cNvSpPr/>
            <p:nvPr/>
          </p:nvSpPr>
          <p:spPr>
            <a:xfrm>
              <a:off x="2782384" y="1996356"/>
              <a:ext cx="29246" cy="38139"/>
            </a:xfrm>
            <a:custGeom>
              <a:avLst/>
              <a:gdLst/>
              <a:ahLst/>
              <a:cxnLst/>
              <a:rect l="l" t="t" r="r" b="b"/>
              <a:pathLst>
                <a:path w="2154" h="2809" extrusionOk="0">
                  <a:moveTo>
                    <a:pt x="1" y="1"/>
                  </a:moveTo>
                  <a:cubicBezTo>
                    <a:pt x="102" y="267"/>
                    <a:pt x="116" y="536"/>
                    <a:pt x="123" y="775"/>
                  </a:cubicBezTo>
                  <a:cubicBezTo>
                    <a:pt x="123" y="967"/>
                    <a:pt x="312" y="1244"/>
                    <a:pt x="463" y="1468"/>
                  </a:cubicBezTo>
                  <a:cubicBezTo>
                    <a:pt x="561" y="1608"/>
                    <a:pt x="641" y="1727"/>
                    <a:pt x="673" y="1811"/>
                  </a:cubicBezTo>
                  <a:cubicBezTo>
                    <a:pt x="725" y="1968"/>
                    <a:pt x="820" y="2035"/>
                    <a:pt x="1034" y="2182"/>
                  </a:cubicBezTo>
                  <a:cubicBezTo>
                    <a:pt x="1076" y="2210"/>
                    <a:pt x="1121" y="2245"/>
                    <a:pt x="1174" y="2283"/>
                  </a:cubicBezTo>
                  <a:cubicBezTo>
                    <a:pt x="1541" y="2546"/>
                    <a:pt x="2031" y="2809"/>
                    <a:pt x="2150" y="2809"/>
                  </a:cubicBezTo>
                  <a:cubicBezTo>
                    <a:pt x="2154" y="2714"/>
                    <a:pt x="1947" y="2318"/>
                    <a:pt x="1776" y="2140"/>
                  </a:cubicBezTo>
                  <a:cubicBezTo>
                    <a:pt x="1629" y="1986"/>
                    <a:pt x="1671" y="1702"/>
                    <a:pt x="1713" y="1401"/>
                  </a:cubicBezTo>
                  <a:cubicBezTo>
                    <a:pt x="1730" y="1279"/>
                    <a:pt x="1744" y="1160"/>
                    <a:pt x="1748" y="1041"/>
                  </a:cubicBezTo>
                  <a:cubicBezTo>
                    <a:pt x="1751" y="866"/>
                    <a:pt x="1667" y="810"/>
                    <a:pt x="1555" y="736"/>
                  </a:cubicBezTo>
                  <a:cubicBezTo>
                    <a:pt x="1468" y="680"/>
                    <a:pt x="1373" y="617"/>
                    <a:pt x="1331" y="487"/>
                  </a:cubicBezTo>
                  <a:cubicBezTo>
                    <a:pt x="1296" y="382"/>
                    <a:pt x="1261" y="372"/>
                    <a:pt x="1216" y="358"/>
                  </a:cubicBezTo>
                  <a:cubicBezTo>
                    <a:pt x="1142" y="347"/>
                    <a:pt x="1083" y="291"/>
                    <a:pt x="1065" y="218"/>
                  </a:cubicBezTo>
                  <a:cubicBezTo>
                    <a:pt x="1062" y="214"/>
                    <a:pt x="1062" y="211"/>
                    <a:pt x="1058" y="207"/>
                  </a:cubicBezTo>
                  <a:lnTo>
                    <a:pt x="1055" y="207"/>
                  </a:lnTo>
                  <a:lnTo>
                    <a:pt x="1044" y="218"/>
                  </a:lnTo>
                  <a:lnTo>
                    <a:pt x="1041" y="221"/>
                  </a:lnTo>
                  <a:cubicBezTo>
                    <a:pt x="1037" y="225"/>
                    <a:pt x="1034" y="228"/>
                    <a:pt x="1034" y="232"/>
                  </a:cubicBezTo>
                  <a:lnTo>
                    <a:pt x="1030" y="235"/>
                  </a:lnTo>
                  <a:cubicBezTo>
                    <a:pt x="1027" y="239"/>
                    <a:pt x="1023" y="242"/>
                    <a:pt x="1023" y="249"/>
                  </a:cubicBezTo>
                  <a:cubicBezTo>
                    <a:pt x="1020" y="253"/>
                    <a:pt x="1020" y="256"/>
                    <a:pt x="1016" y="263"/>
                  </a:cubicBezTo>
                  <a:lnTo>
                    <a:pt x="1016" y="267"/>
                  </a:lnTo>
                  <a:cubicBezTo>
                    <a:pt x="1016" y="270"/>
                    <a:pt x="1016" y="274"/>
                    <a:pt x="1016" y="277"/>
                  </a:cubicBezTo>
                  <a:lnTo>
                    <a:pt x="1016" y="284"/>
                  </a:lnTo>
                  <a:lnTo>
                    <a:pt x="1013" y="298"/>
                  </a:lnTo>
                  <a:cubicBezTo>
                    <a:pt x="1006" y="330"/>
                    <a:pt x="995" y="393"/>
                    <a:pt x="932" y="403"/>
                  </a:cubicBezTo>
                  <a:lnTo>
                    <a:pt x="915" y="403"/>
                  </a:lnTo>
                  <a:lnTo>
                    <a:pt x="901" y="407"/>
                  </a:lnTo>
                  <a:lnTo>
                    <a:pt x="897" y="407"/>
                  </a:lnTo>
                  <a:lnTo>
                    <a:pt x="876" y="410"/>
                  </a:lnTo>
                  <a:lnTo>
                    <a:pt x="845" y="410"/>
                  </a:lnTo>
                  <a:lnTo>
                    <a:pt x="820" y="414"/>
                  </a:lnTo>
                  <a:lnTo>
                    <a:pt x="810" y="414"/>
                  </a:lnTo>
                  <a:lnTo>
                    <a:pt x="782" y="417"/>
                  </a:lnTo>
                  <a:lnTo>
                    <a:pt x="617" y="417"/>
                  </a:lnTo>
                  <a:lnTo>
                    <a:pt x="596" y="414"/>
                  </a:lnTo>
                  <a:lnTo>
                    <a:pt x="582" y="410"/>
                  </a:lnTo>
                  <a:lnTo>
                    <a:pt x="561" y="407"/>
                  </a:lnTo>
                  <a:lnTo>
                    <a:pt x="547" y="403"/>
                  </a:lnTo>
                  <a:lnTo>
                    <a:pt x="529" y="400"/>
                  </a:lnTo>
                  <a:lnTo>
                    <a:pt x="519" y="396"/>
                  </a:lnTo>
                  <a:lnTo>
                    <a:pt x="501" y="386"/>
                  </a:lnTo>
                  <a:lnTo>
                    <a:pt x="491" y="382"/>
                  </a:lnTo>
                  <a:cubicBezTo>
                    <a:pt x="484" y="379"/>
                    <a:pt x="477" y="372"/>
                    <a:pt x="470" y="368"/>
                  </a:cubicBezTo>
                  <a:cubicBezTo>
                    <a:pt x="442" y="347"/>
                    <a:pt x="424" y="316"/>
                    <a:pt x="424" y="281"/>
                  </a:cubicBezTo>
                  <a:cubicBezTo>
                    <a:pt x="431" y="151"/>
                    <a:pt x="337" y="39"/>
                    <a:pt x="211" y="22"/>
                  </a:cubicBezTo>
                  <a:cubicBezTo>
                    <a:pt x="179" y="18"/>
                    <a:pt x="148" y="11"/>
                    <a:pt x="116" y="8"/>
                  </a:cubicBezTo>
                  <a:lnTo>
                    <a:pt x="88" y="8"/>
                  </a:lnTo>
                  <a:cubicBezTo>
                    <a:pt x="67" y="8"/>
                    <a:pt x="46" y="4"/>
                    <a:pt x="22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07" name="Google Shape;5765;p80">
              <a:extLst>
                <a:ext uri="{FF2B5EF4-FFF2-40B4-BE49-F238E27FC236}">
                  <a16:creationId xmlns:a16="http://schemas.microsoft.com/office/drawing/2014/main" id="{DF25BEC5-8C5E-C768-4AD4-F40DA1C03BD3}"/>
                </a:ext>
              </a:extLst>
            </p:cNvPr>
            <p:cNvSpPr/>
            <p:nvPr/>
          </p:nvSpPr>
          <p:spPr>
            <a:xfrm>
              <a:off x="2853543" y="1995460"/>
              <a:ext cx="70169" cy="41954"/>
            </a:xfrm>
            <a:custGeom>
              <a:avLst/>
              <a:gdLst/>
              <a:ahLst/>
              <a:cxnLst/>
              <a:rect l="l" t="t" r="r" b="b"/>
              <a:pathLst>
                <a:path w="5168" h="3090" extrusionOk="0">
                  <a:moveTo>
                    <a:pt x="3859" y="0"/>
                  </a:moveTo>
                  <a:cubicBezTo>
                    <a:pt x="3718" y="0"/>
                    <a:pt x="3501" y="340"/>
                    <a:pt x="3487" y="494"/>
                  </a:cubicBezTo>
                  <a:cubicBezTo>
                    <a:pt x="3477" y="599"/>
                    <a:pt x="3386" y="648"/>
                    <a:pt x="3316" y="690"/>
                  </a:cubicBezTo>
                  <a:cubicBezTo>
                    <a:pt x="3221" y="743"/>
                    <a:pt x="3186" y="774"/>
                    <a:pt x="3193" y="848"/>
                  </a:cubicBezTo>
                  <a:cubicBezTo>
                    <a:pt x="3211" y="932"/>
                    <a:pt x="3165" y="1016"/>
                    <a:pt x="3088" y="1047"/>
                  </a:cubicBezTo>
                  <a:lnTo>
                    <a:pt x="3088" y="1054"/>
                  </a:lnTo>
                  <a:cubicBezTo>
                    <a:pt x="3092" y="1072"/>
                    <a:pt x="3099" y="1093"/>
                    <a:pt x="3102" y="1110"/>
                  </a:cubicBezTo>
                  <a:lnTo>
                    <a:pt x="3102" y="1117"/>
                  </a:lnTo>
                  <a:cubicBezTo>
                    <a:pt x="3106" y="1135"/>
                    <a:pt x="3109" y="1152"/>
                    <a:pt x="3109" y="1166"/>
                  </a:cubicBezTo>
                  <a:lnTo>
                    <a:pt x="3109" y="1170"/>
                  </a:lnTo>
                  <a:cubicBezTo>
                    <a:pt x="3113" y="1187"/>
                    <a:pt x="3116" y="1201"/>
                    <a:pt x="3116" y="1215"/>
                  </a:cubicBezTo>
                  <a:lnTo>
                    <a:pt x="3116" y="1219"/>
                  </a:lnTo>
                  <a:cubicBezTo>
                    <a:pt x="3116" y="1233"/>
                    <a:pt x="3120" y="1243"/>
                    <a:pt x="3120" y="1257"/>
                  </a:cubicBezTo>
                  <a:lnTo>
                    <a:pt x="3120" y="1261"/>
                  </a:lnTo>
                  <a:cubicBezTo>
                    <a:pt x="3120" y="1271"/>
                    <a:pt x="3120" y="1282"/>
                    <a:pt x="3120" y="1292"/>
                  </a:cubicBezTo>
                  <a:lnTo>
                    <a:pt x="3120" y="1296"/>
                  </a:lnTo>
                  <a:cubicBezTo>
                    <a:pt x="3120" y="1306"/>
                    <a:pt x="3116" y="1313"/>
                    <a:pt x="3116" y="1324"/>
                  </a:cubicBezTo>
                  <a:lnTo>
                    <a:pt x="3116" y="1327"/>
                  </a:lnTo>
                  <a:cubicBezTo>
                    <a:pt x="3113" y="1334"/>
                    <a:pt x="3109" y="1341"/>
                    <a:pt x="3106" y="1348"/>
                  </a:cubicBezTo>
                  <a:lnTo>
                    <a:pt x="3106" y="1352"/>
                  </a:lnTo>
                  <a:cubicBezTo>
                    <a:pt x="3102" y="1355"/>
                    <a:pt x="3099" y="1362"/>
                    <a:pt x="3092" y="1369"/>
                  </a:cubicBezTo>
                  <a:cubicBezTo>
                    <a:pt x="3073" y="1388"/>
                    <a:pt x="3049" y="1396"/>
                    <a:pt x="3024" y="1396"/>
                  </a:cubicBezTo>
                  <a:cubicBezTo>
                    <a:pt x="3016" y="1396"/>
                    <a:pt x="3008" y="1395"/>
                    <a:pt x="3001" y="1394"/>
                  </a:cubicBezTo>
                  <a:cubicBezTo>
                    <a:pt x="2993" y="1391"/>
                    <a:pt x="2986" y="1390"/>
                    <a:pt x="2980" y="1390"/>
                  </a:cubicBezTo>
                  <a:cubicBezTo>
                    <a:pt x="2960" y="1390"/>
                    <a:pt x="2943" y="1402"/>
                    <a:pt x="2906" y="1429"/>
                  </a:cubicBezTo>
                  <a:cubicBezTo>
                    <a:pt x="2836" y="1488"/>
                    <a:pt x="2749" y="1523"/>
                    <a:pt x="2658" y="1523"/>
                  </a:cubicBezTo>
                  <a:lnTo>
                    <a:pt x="2626" y="1523"/>
                  </a:lnTo>
                  <a:lnTo>
                    <a:pt x="2616" y="1520"/>
                  </a:lnTo>
                  <a:lnTo>
                    <a:pt x="2609" y="1516"/>
                  </a:lnTo>
                  <a:lnTo>
                    <a:pt x="2598" y="1513"/>
                  </a:lnTo>
                  <a:lnTo>
                    <a:pt x="2591" y="1509"/>
                  </a:lnTo>
                  <a:lnTo>
                    <a:pt x="2584" y="1502"/>
                  </a:lnTo>
                  <a:lnTo>
                    <a:pt x="2574" y="1499"/>
                  </a:lnTo>
                  <a:lnTo>
                    <a:pt x="2567" y="1488"/>
                  </a:lnTo>
                  <a:lnTo>
                    <a:pt x="2556" y="1481"/>
                  </a:lnTo>
                  <a:lnTo>
                    <a:pt x="2546" y="1474"/>
                  </a:lnTo>
                  <a:lnTo>
                    <a:pt x="2539" y="1464"/>
                  </a:lnTo>
                  <a:lnTo>
                    <a:pt x="2528" y="1453"/>
                  </a:lnTo>
                  <a:lnTo>
                    <a:pt x="2518" y="1443"/>
                  </a:lnTo>
                  <a:lnTo>
                    <a:pt x="2507" y="1429"/>
                  </a:lnTo>
                  <a:lnTo>
                    <a:pt x="2497" y="1418"/>
                  </a:lnTo>
                  <a:lnTo>
                    <a:pt x="2486" y="1401"/>
                  </a:lnTo>
                  <a:lnTo>
                    <a:pt x="2476" y="1387"/>
                  </a:lnTo>
                  <a:lnTo>
                    <a:pt x="2462" y="1369"/>
                  </a:lnTo>
                  <a:lnTo>
                    <a:pt x="2451" y="1352"/>
                  </a:lnTo>
                  <a:lnTo>
                    <a:pt x="2437" y="1331"/>
                  </a:lnTo>
                  <a:lnTo>
                    <a:pt x="2423" y="1313"/>
                  </a:lnTo>
                  <a:lnTo>
                    <a:pt x="2409" y="1289"/>
                  </a:lnTo>
                  <a:lnTo>
                    <a:pt x="2395" y="1268"/>
                  </a:lnTo>
                  <a:lnTo>
                    <a:pt x="2378" y="1240"/>
                  </a:lnTo>
                  <a:lnTo>
                    <a:pt x="2367" y="1219"/>
                  </a:lnTo>
                  <a:lnTo>
                    <a:pt x="2350" y="1187"/>
                  </a:lnTo>
                  <a:lnTo>
                    <a:pt x="2336" y="1163"/>
                  </a:lnTo>
                  <a:lnTo>
                    <a:pt x="2329" y="1152"/>
                  </a:lnTo>
                  <a:cubicBezTo>
                    <a:pt x="2227" y="1215"/>
                    <a:pt x="1989" y="1565"/>
                    <a:pt x="1930" y="1849"/>
                  </a:cubicBezTo>
                  <a:cubicBezTo>
                    <a:pt x="1870" y="2129"/>
                    <a:pt x="1635" y="2136"/>
                    <a:pt x="1362" y="2136"/>
                  </a:cubicBezTo>
                  <a:cubicBezTo>
                    <a:pt x="1278" y="2136"/>
                    <a:pt x="1180" y="2136"/>
                    <a:pt x="1079" y="2143"/>
                  </a:cubicBezTo>
                  <a:cubicBezTo>
                    <a:pt x="848" y="2160"/>
                    <a:pt x="830" y="2300"/>
                    <a:pt x="820" y="2528"/>
                  </a:cubicBezTo>
                  <a:cubicBezTo>
                    <a:pt x="823" y="2622"/>
                    <a:pt x="806" y="2714"/>
                    <a:pt x="774" y="2801"/>
                  </a:cubicBezTo>
                  <a:cubicBezTo>
                    <a:pt x="757" y="2840"/>
                    <a:pt x="725" y="2868"/>
                    <a:pt x="687" y="2885"/>
                  </a:cubicBezTo>
                  <a:cubicBezTo>
                    <a:pt x="665" y="2893"/>
                    <a:pt x="641" y="2896"/>
                    <a:pt x="616" y="2896"/>
                  </a:cubicBezTo>
                  <a:cubicBezTo>
                    <a:pt x="499" y="2896"/>
                    <a:pt x="347" y="2824"/>
                    <a:pt x="186" y="2752"/>
                  </a:cubicBezTo>
                  <a:cubicBezTo>
                    <a:pt x="123" y="2721"/>
                    <a:pt x="57" y="2689"/>
                    <a:pt x="1" y="2664"/>
                  </a:cubicBezTo>
                  <a:lnTo>
                    <a:pt x="1" y="2664"/>
                  </a:lnTo>
                  <a:cubicBezTo>
                    <a:pt x="4" y="2682"/>
                    <a:pt x="8" y="2696"/>
                    <a:pt x="11" y="2710"/>
                  </a:cubicBezTo>
                  <a:lnTo>
                    <a:pt x="11" y="2717"/>
                  </a:lnTo>
                  <a:cubicBezTo>
                    <a:pt x="18" y="2728"/>
                    <a:pt x="22" y="2742"/>
                    <a:pt x="25" y="2752"/>
                  </a:cubicBezTo>
                  <a:lnTo>
                    <a:pt x="25" y="2756"/>
                  </a:lnTo>
                  <a:cubicBezTo>
                    <a:pt x="29" y="2766"/>
                    <a:pt x="32" y="2773"/>
                    <a:pt x="36" y="2784"/>
                  </a:cubicBezTo>
                  <a:cubicBezTo>
                    <a:pt x="39" y="2791"/>
                    <a:pt x="43" y="2798"/>
                    <a:pt x="46" y="2805"/>
                  </a:cubicBezTo>
                  <a:lnTo>
                    <a:pt x="46" y="2808"/>
                  </a:lnTo>
                  <a:lnTo>
                    <a:pt x="53" y="2826"/>
                  </a:lnTo>
                  <a:lnTo>
                    <a:pt x="60" y="2836"/>
                  </a:lnTo>
                  <a:lnTo>
                    <a:pt x="67" y="2843"/>
                  </a:lnTo>
                  <a:lnTo>
                    <a:pt x="71" y="2847"/>
                  </a:lnTo>
                  <a:cubicBezTo>
                    <a:pt x="144" y="2850"/>
                    <a:pt x="218" y="2913"/>
                    <a:pt x="295" y="2980"/>
                  </a:cubicBezTo>
                  <a:cubicBezTo>
                    <a:pt x="349" y="3025"/>
                    <a:pt x="420" y="3089"/>
                    <a:pt x="458" y="3089"/>
                  </a:cubicBezTo>
                  <a:cubicBezTo>
                    <a:pt x="464" y="3089"/>
                    <a:pt x="469" y="3088"/>
                    <a:pt x="473" y="3085"/>
                  </a:cubicBezTo>
                  <a:cubicBezTo>
                    <a:pt x="537" y="3036"/>
                    <a:pt x="637" y="3025"/>
                    <a:pt x="749" y="3025"/>
                  </a:cubicBezTo>
                  <a:cubicBezTo>
                    <a:pt x="792" y="3025"/>
                    <a:pt x="837" y="3027"/>
                    <a:pt x="883" y="3029"/>
                  </a:cubicBezTo>
                  <a:lnTo>
                    <a:pt x="970" y="3029"/>
                  </a:lnTo>
                  <a:cubicBezTo>
                    <a:pt x="990" y="3030"/>
                    <a:pt x="1010" y="3031"/>
                    <a:pt x="1031" y="3031"/>
                  </a:cubicBezTo>
                  <a:cubicBezTo>
                    <a:pt x="1088" y="3031"/>
                    <a:pt x="1147" y="3024"/>
                    <a:pt x="1201" y="3011"/>
                  </a:cubicBezTo>
                  <a:cubicBezTo>
                    <a:pt x="1243" y="2994"/>
                    <a:pt x="1282" y="2976"/>
                    <a:pt x="1320" y="2948"/>
                  </a:cubicBezTo>
                  <a:lnTo>
                    <a:pt x="1355" y="2924"/>
                  </a:lnTo>
                  <a:cubicBezTo>
                    <a:pt x="1464" y="2831"/>
                    <a:pt x="1604" y="2779"/>
                    <a:pt x="1748" y="2779"/>
                  </a:cubicBezTo>
                  <a:cubicBezTo>
                    <a:pt x="1757" y="2779"/>
                    <a:pt x="1766" y="2780"/>
                    <a:pt x="1776" y="2780"/>
                  </a:cubicBezTo>
                  <a:cubicBezTo>
                    <a:pt x="1783" y="2780"/>
                    <a:pt x="1791" y="2779"/>
                    <a:pt x="1798" y="2779"/>
                  </a:cubicBezTo>
                  <a:cubicBezTo>
                    <a:pt x="1896" y="2779"/>
                    <a:pt x="1994" y="2821"/>
                    <a:pt x="2063" y="2892"/>
                  </a:cubicBezTo>
                  <a:cubicBezTo>
                    <a:pt x="2086" y="2916"/>
                    <a:pt x="2102" y="2931"/>
                    <a:pt x="2131" y="2931"/>
                  </a:cubicBezTo>
                  <a:cubicBezTo>
                    <a:pt x="2158" y="2931"/>
                    <a:pt x="2196" y="2917"/>
                    <a:pt x="2262" y="2885"/>
                  </a:cubicBezTo>
                  <a:cubicBezTo>
                    <a:pt x="2360" y="2836"/>
                    <a:pt x="2465" y="2801"/>
                    <a:pt x="2574" y="2784"/>
                  </a:cubicBezTo>
                  <a:cubicBezTo>
                    <a:pt x="2710" y="2756"/>
                    <a:pt x="2724" y="2752"/>
                    <a:pt x="2710" y="2626"/>
                  </a:cubicBezTo>
                  <a:cubicBezTo>
                    <a:pt x="2693" y="2503"/>
                    <a:pt x="2731" y="2381"/>
                    <a:pt x="2812" y="2286"/>
                  </a:cubicBezTo>
                  <a:cubicBezTo>
                    <a:pt x="2857" y="2230"/>
                    <a:pt x="2885" y="2192"/>
                    <a:pt x="2871" y="2111"/>
                  </a:cubicBezTo>
                  <a:cubicBezTo>
                    <a:pt x="2850" y="1964"/>
                    <a:pt x="2959" y="1919"/>
                    <a:pt x="3036" y="1887"/>
                  </a:cubicBezTo>
                  <a:cubicBezTo>
                    <a:pt x="3130" y="1849"/>
                    <a:pt x="3211" y="1817"/>
                    <a:pt x="3197" y="1621"/>
                  </a:cubicBezTo>
                  <a:cubicBezTo>
                    <a:pt x="3183" y="1523"/>
                    <a:pt x="3214" y="1425"/>
                    <a:pt x="3284" y="1352"/>
                  </a:cubicBezTo>
                  <a:cubicBezTo>
                    <a:pt x="3417" y="1211"/>
                    <a:pt x="3670" y="1193"/>
                    <a:pt x="3880" y="1193"/>
                  </a:cubicBezTo>
                  <a:cubicBezTo>
                    <a:pt x="3926" y="1193"/>
                    <a:pt x="3969" y="1194"/>
                    <a:pt x="4009" y="1194"/>
                  </a:cubicBezTo>
                  <a:lnTo>
                    <a:pt x="4135" y="1194"/>
                  </a:lnTo>
                  <a:lnTo>
                    <a:pt x="4156" y="1198"/>
                  </a:lnTo>
                  <a:lnTo>
                    <a:pt x="4167" y="1198"/>
                  </a:lnTo>
                  <a:lnTo>
                    <a:pt x="4184" y="1205"/>
                  </a:lnTo>
                  <a:lnTo>
                    <a:pt x="4198" y="1208"/>
                  </a:lnTo>
                  <a:lnTo>
                    <a:pt x="4219" y="1215"/>
                  </a:lnTo>
                  <a:lnTo>
                    <a:pt x="4233" y="1219"/>
                  </a:lnTo>
                  <a:lnTo>
                    <a:pt x="4254" y="1226"/>
                  </a:lnTo>
                  <a:lnTo>
                    <a:pt x="4272" y="1233"/>
                  </a:lnTo>
                  <a:lnTo>
                    <a:pt x="4289" y="1240"/>
                  </a:lnTo>
                  <a:lnTo>
                    <a:pt x="4310" y="1250"/>
                  </a:lnTo>
                  <a:lnTo>
                    <a:pt x="4331" y="1257"/>
                  </a:lnTo>
                  <a:lnTo>
                    <a:pt x="4352" y="1268"/>
                  </a:lnTo>
                  <a:lnTo>
                    <a:pt x="4363" y="1271"/>
                  </a:lnTo>
                  <a:lnTo>
                    <a:pt x="4380" y="1275"/>
                  </a:lnTo>
                  <a:cubicBezTo>
                    <a:pt x="4461" y="1236"/>
                    <a:pt x="4678" y="1128"/>
                    <a:pt x="4681" y="1079"/>
                  </a:cubicBezTo>
                  <a:cubicBezTo>
                    <a:pt x="4678" y="1075"/>
                    <a:pt x="4674" y="1072"/>
                    <a:pt x="4671" y="1068"/>
                  </a:cubicBezTo>
                  <a:cubicBezTo>
                    <a:pt x="4636" y="1044"/>
                    <a:pt x="4618" y="998"/>
                    <a:pt x="4632" y="960"/>
                  </a:cubicBezTo>
                  <a:cubicBezTo>
                    <a:pt x="4653" y="893"/>
                    <a:pt x="4734" y="886"/>
                    <a:pt x="4853" y="876"/>
                  </a:cubicBezTo>
                  <a:cubicBezTo>
                    <a:pt x="4958" y="865"/>
                    <a:pt x="5133" y="851"/>
                    <a:pt x="5154" y="788"/>
                  </a:cubicBezTo>
                  <a:cubicBezTo>
                    <a:pt x="5168" y="739"/>
                    <a:pt x="5154" y="690"/>
                    <a:pt x="5115" y="655"/>
                  </a:cubicBezTo>
                  <a:cubicBezTo>
                    <a:pt x="5054" y="588"/>
                    <a:pt x="4953" y="547"/>
                    <a:pt x="4887" y="547"/>
                  </a:cubicBezTo>
                  <a:cubicBezTo>
                    <a:pt x="4877" y="547"/>
                    <a:pt x="4868" y="548"/>
                    <a:pt x="4860" y="550"/>
                  </a:cubicBezTo>
                  <a:cubicBezTo>
                    <a:pt x="4820" y="559"/>
                    <a:pt x="4759" y="566"/>
                    <a:pt x="4691" y="566"/>
                  </a:cubicBezTo>
                  <a:cubicBezTo>
                    <a:pt x="4574" y="566"/>
                    <a:pt x="4437" y="546"/>
                    <a:pt x="4359" y="483"/>
                  </a:cubicBezTo>
                  <a:cubicBezTo>
                    <a:pt x="4317" y="452"/>
                    <a:pt x="4296" y="406"/>
                    <a:pt x="4296" y="357"/>
                  </a:cubicBezTo>
                  <a:cubicBezTo>
                    <a:pt x="4296" y="256"/>
                    <a:pt x="4027" y="0"/>
                    <a:pt x="3859" y="0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08" name="Google Shape;5766;p80">
              <a:extLst>
                <a:ext uri="{FF2B5EF4-FFF2-40B4-BE49-F238E27FC236}">
                  <a16:creationId xmlns:a16="http://schemas.microsoft.com/office/drawing/2014/main" id="{B31B8CA6-90A4-5BCD-205E-F22813A08B85}"/>
                </a:ext>
              </a:extLst>
            </p:cNvPr>
            <p:cNvSpPr/>
            <p:nvPr/>
          </p:nvSpPr>
          <p:spPr>
            <a:xfrm>
              <a:off x="2791942" y="2002154"/>
              <a:ext cx="14" cy="14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0" y="1"/>
                  </a:move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09" name="Google Shape;5767;p80">
              <a:extLst>
                <a:ext uri="{FF2B5EF4-FFF2-40B4-BE49-F238E27FC236}">
                  <a16:creationId xmlns:a16="http://schemas.microsoft.com/office/drawing/2014/main" id="{A7C6CFD2-908B-F2F3-72C6-C83B0CCA1E22}"/>
                </a:ext>
              </a:extLst>
            </p:cNvPr>
            <p:cNvSpPr/>
            <p:nvPr/>
          </p:nvSpPr>
          <p:spPr>
            <a:xfrm>
              <a:off x="2790367" y="2002059"/>
              <a:ext cx="299" cy="68"/>
            </a:xfrm>
            <a:custGeom>
              <a:avLst/>
              <a:gdLst/>
              <a:ahLst/>
              <a:cxnLst/>
              <a:rect l="l" t="t" r="r" b="b"/>
              <a:pathLst>
                <a:path w="22" h="5" extrusionOk="0">
                  <a:moveTo>
                    <a:pt x="1" y="1"/>
                  </a:moveTo>
                  <a:lnTo>
                    <a:pt x="22" y="4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10" name="Google Shape;5768;p80">
              <a:extLst>
                <a:ext uri="{FF2B5EF4-FFF2-40B4-BE49-F238E27FC236}">
                  <a16:creationId xmlns:a16="http://schemas.microsoft.com/office/drawing/2014/main" id="{D450005C-58D4-BDA9-0775-EA954BE57A52}"/>
                </a:ext>
              </a:extLst>
            </p:cNvPr>
            <p:cNvSpPr/>
            <p:nvPr/>
          </p:nvSpPr>
          <p:spPr>
            <a:xfrm>
              <a:off x="2792458" y="2002154"/>
              <a:ext cx="394" cy="14"/>
            </a:xfrm>
            <a:custGeom>
              <a:avLst/>
              <a:gdLst/>
              <a:ahLst/>
              <a:cxnLst/>
              <a:rect l="l" t="t" r="r" b="b"/>
              <a:pathLst>
                <a:path w="29" h="1" extrusionOk="0">
                  <a:moveTo>
                    <a:pt x="1" y="1"/>
                  </a:moveTo>
                  <a:lnTo>
                    <a:pt x="29" y="1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11" name="Google Shape;5769;p80">
              <a:extLst>
                <a:ext uri="{FF2B5EF4-FFF2-40B4-BE49-F238E27FC236}">
                  <a16:creationId xmlns:a16="http://schemas.microsoft.com/office/drawing/2014/main" id="{BC0DF221-6663-9EFE-1796-FCAFDC985C42}"/>
                </a:ext>
              </a:extLst>
            </p:cNvPr>
            <p:cNvSpPr/>
            <p:nvPr/>
          </p:nvSpPr>
          <p:spPr>
            <a:xfrm>
              <a:off x="2790843" y="2002113"/>
              <a:ext cx="394" cy="14"/>
            </a:xfrm>
            <a:custGeom>
              <a:avLst/>
              <a:gdLst/>
              <a:ahLst/>
              <a:cxnLst/>
              <a:rect l="l" t="t" r="r" b="b"/>
              <a:pathLst>
                <a:path w="29" h="1" extrusionOk="0">
                  <a:moveTo>
                    <a:pt x="1" y="0"/>
                  </a:moveTo>
                  <a:lnTo>
                    <a:pt x="29" y="0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12" name="Google Shape;5770;p80">
              <a:extLst>
                <a:ext uri="{FF2B5EF4-FFF2-40B4-BE49-F238E27FC236}">
                  <a16:creationId xmlns:a16="http://schemas.microsoft.com/office/drawing/2014/main" id="{5DB9AA3D-2886-98D9-89E3-3918E431827D}"/>
                </a:ext>
              </a:extLst>
            </p:cNvPr>
            <p:cNvSpPr/>
            <p:nvPr/>
          </p:nvSpPr>
          <p:spPr>
            <a:xfrm>
              <a:off x="2793463" y="2002059"/>
              <a:ext cx="353" cy="14"/>
            </a:xfrm>
            <a:custGeom>
              <a:avLst/>
              <a:gdLst/>
              <a:ahLst/>
              <a:cxnLst/>
              <a:rect l="l" t="t" r="r" b="b"/>
              <a:pathLst>
                <a:path w="26" h="1" extrusionOk="0">
                  <a:moveTo>
                    <a:pt x="1" y="1"/>
                  </a:moveTo>
                  <a:lnTo>
                    <a:pt x="25" y="1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13" name="Google Shape;5771;p80">
              <a:extLst>
                <a:ext uri="{FF2B5EF4-FFF2-40B4-BE49-F238E27FC236}">
                  <a16:creationId xmlns:a16="http://schemas.microsoft.com/office/drawing/2014/main" id="{DF475A0E-E17F-2D63-DA7C-D25B280C2754}"/>
                </a:ext>
              </a:extLst>
            </p:cNvPr>
            <p:cNvSpPr/>
            <p:nvPr/>
          </p:nvSpPr>
          <p:spPr>
            <a:xfrm>
              <a:off x="2792947" y="2002113"/>
              <a:ext cx="380" cy="14"/>
            </a:xfrm>
            <a:custGeom>
              <a:avLst/>
              <a:gdLst/>
              <a:ahLst/>
              <a:cxnLst/>
              <a:rect l="l" t="t" r="r" b="b"/>
              <a:pathLst>
                <a:path w="28" h="1" extrusionOk="0">
                  <a:moveTo>
                    <a:pt x="0" y="0"/>
                  </a:moveTo>
                  <a:lnTo>
                    <a:pt x="28" y="0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14" name="Google Shape;5772;p80">
              <a:extLst>
                <a:ext uri="{FF2B5EF4-FFF2-40B4-BE49-F238E27FC236}">
                  <a16:creationId xmlns:a16="http://schemas.microsoft.com/office/drawing/2014/main" id="{A1244246-9A3B-B57A-F957-64B3153F936B}"/>
                </a:ext>
              </a:extLst>
            </p:cNvPr>
            <p:cNvSpPr/>
            <p:nvPr/>
          </p:nvSpPr>
          <p:spPr>
            <a:xfrm>
              <a:off x="2793938" y="2002018"/>
              <a:ext cx="299" cy="14"/>
            </a:xfrm>
            <a:custGeom>
              <a:avLst/>
              <a:gdLst/>
              <a:ahLst/>
              <a:cxnLst/>
              <a:rect l="l" t="t" r="r" b="b"/>
              <a:pathLst>
                <a:path w="22" h="1" extrusionOk="0">
                  <a:moveTo>
                    <a:pt x="1" y="0"/>
                  </a:moveTo>
                  <a:lnTo>
                    <a:pt x="22" y="0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15" name="Google Shape;5773;p80">
              <a:extLst>
                <a:ext uri="{FF2B5EF4-FFF2-40B4-BE49-F238E27FC236}">
                  <a16:creationId xmlns:a16="http://schemas.microsoft.com/office/drawing/2014/main" id="{942428D5-C2D1-6B40-B451-FE985EF494FE}"/>
                </a:ext>
              </a:extLst>
            </p:cNvPr>
            <p:cNvSpPr/>
            <p:nvPr/>
          </p:nvSpPr>
          <p:spPr>
            <a:xfrm>
              <a:off x="2788657" y="2001448"/>
              <a:ext cx="353" cy="244"/>
            </a:xfrm>
            <a:custGeom>
              <a:avLst/>
              <a:gdLst/>
              <a:ahLst/>
              <a:cxnLst/>
              <a:rect l="l" t="t" r="r" b="b"/>
              <a:pathLst>
                <a:path w="26" h="18" extrusionOk="0">
                  <a:moveTo>
                    <a:pt x="1" y="0"/>
                  </a:moveTo>
                  <a:cubicBezTo>
                    <a:pt x="8" y="7"/>
                    <a:pt x="15" y="11"/>
                    <a:pt x="25" y="18"/>
                  </a:cubicBezTo>
                  <a:cubicBezTo>
                    <a:pt x="15" y="11"/>
                    <a:pt x="8" y="7"/>
                    <a:pt x="1" y="0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16" name="Google Shape;5774;p80">
              <a:extLst>
                <a:ext uri="{FF2B5EF4-FFF2-40B4-BE49-F238E27FC236}">
                  <a16:creationId xmlns:a16="http://schemas.microsoft.com/office/drawing/2014/main" id="{696B6D47-A9A8-4EA8-0A91-3359FADFC9F6}"/>
                </a:ext>
              </a:extLst>
            </p:cNvPr>
            <p:cNvSpPr/>
            <p:nvPr/>
          </p:nvSpPr>
          <p:spPr>
            <a:xfrm>
              <a:off x="2783524" y="1996546"/>
              <a:ext cx="394" cy="68"/>
            </a:xfrm>
            <a:custGeom>
              <a:avLst/>
              <a:gdLst/>
              <a:ahLst/>
              <a:cxnLst/>
              <a:rect l="l" t="t" r="r" b="b"/>
              <a:pathLst>
                <a:path w="29" h="5" extrusionOk="0">
                  <a:moveTo>
                    <a:pt x="1" y="1"/>
                  </a:moveTo>
                  <a:lnTo>
                    <a:pt x="29" y="4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17" name="Google Shape;5775;p80">
              <a:extLst>
                <a:ext uri="{FF2B5EF4-FFF2-40B4-BE49-F238E27FC236}">
                  <a16:creationId xmlns:a16="http://schemas.microsoft.com/office/drawing/2014/main" id="{2AFD5EE3-1E14-15FB-FA51-619C124DBA1E}"/>
                </a:ext>
              </a:extLst>
            </p:cNvPr>
            <p:cNvSpPr/>
            <p:nvPr/>
          </p:nvSpPr>
          <p:spPr>
            <a:xfrm>
              <a:off x="2782343" y="1996506"/>
              <a:ext cx="244" cy="14"/>
            </a:xfrm>
            <a:custGeom>
              <a:avLst/>
              <a:gdLst/>
              <a:ahLst/>
              <a:cxnLst/>
              <a:rect l="l" t="t" r="r" b="b"/>
              <a:pathLst>
                <a:path w="18" h="1" extrusionOk="0">
                  <a:moveTo>
                    <a:pt x="0" y="0"/>
                  </a:moveTo>
                  <a:lnTo>
                    <a:pt x="0" y="0"/>
                  </a:lnTo>
                  <a:lnTo>
                    <a:pt x="18" y="0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18" name="Google Shape;5776;p80">
              <a:extLst>
                <a:ext uri="{FF2B5EF4-FFF2-40B4-BE49-F238E27FC236}">
                  <a16:creationId xmlns:a16="http://schemas.microsoft.com/office/drawing/2014/main" id="{887C9820-E6ED-A84D-C9F8-E1E101C40B36}"/>
                </a:ext>
              </a:extLst>
            </p:cNvPr>
            <p:cNvSpPr/>
            <p:nvPr/>
          </p:nvSpPr>
          <p:spPr>
            <a:xfrm>
              <a:off x="2789471" y="2001869"/>
              <a:ext cx="299" cy="109"/>
            </a:xfrm>
            <a:custGeom>
              <a:avLst/>
              <a:gdLst/>
              <a:ahLst/>
              <a:cxnLst/>
              <a:rect l="l" t="t" r="r" b="b"/>
              <a:pathLst>
                <a:path w="22" h="8" extrusionOk="0">
                  <a:moveTo>
                    <a:pt x="0" y="1"/>
                  </a:moveTo>
                  <a:lnTo>
                    <a:pt x="21" y="8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19" name="Google Shape;5777;p80">
              <a:extLst>
                <a:ext uri="{FF2B5EF4-FFF2-40B4-BE49-F238E27FC236}">
                  <a16:creationId xmlns:a16="http://schemas.microsoft.com/office/drawing/2014/main" id="{4593D6E1-8498-D0A0-656A-CE50AE2AA6D0}"/>
                </a:ext>
              </a:extLst>
            </p:cNvPr>
            <p:cNvSpPr/>
            <p:nvPr/>
          </p:nvSpPr>
          <p:spPr>
            <a:xfrm>
              <a:off x="2789091" y="2001733"/>
              <a:ext cx="244" cy="109"/>
            </a:xfrm>
            <a:custGeom>
              <a:avLst/>
              <a:gdLst/>
              <a:ahLst/>
              <a:cxnLst/>
              <a:rect l="l" t="t" r="r" b="b"/>
              <a:pathLst>
                <a:path w="18" h="8" extrusionOk="0">
                  <a:moveTo>
                    <a:pt x="0" y="0"/>
                  </a:moveTo>
                  <a:lnTo>
                    <a:pt x="18" y="7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20" name="Google Shape;5778;p80">
              <a:extLst>
                <a:ext uri="{FF2B5EF4-FFF2-40B4-BE49-F238E27FC236}">
                  <a16:creationId xmlns:a16="http://schemas.microsoft.com/office/drawing/2014/main" id="{3E9AA12F-D939-8462-E862-90F2CA299927}"/>
                </a:ext>
              </a:extLst>
            </p:cNvPr>
            <p:cNvSpPr/>
            <p:nvPr/>
          </p:nvSpPr>
          <p:spPr>
            <a:xfrm>
              <a:off x="2789892" y="2001964"/>
              <a:ext cx="299" cy="109"/>
            </a:xfrm>
            <a:custGeom>
              <a:avLst/>
              <a:gdLst/>
              <a:ahLst/>
              <a:cxnLst/>
              <a:rect l="l" t="t" r="r" b="b"/>
              <a:pathLst>
                <a:path w="22" h="8" extrusionOk="0">
                  <a:moveTo>
                    <a:pt x="1" y="1"/>
                  </a:moveTo>
                  <a:lnTo>
                    <a:pt x="22" y="8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21" name="Google Shape;5779;p80">
              <a:extLst>
                <a:ext uri="{FF2B5EF4-FFF2-40B4-BE49-F238E27FC236}">
                  <a16:creationId xmlns:a16="http://schemas.microsoft.com/office/drawing/2014/main" id="{46316A61-F9AB-D3DC-A655-02E4121D2FE6}"/>
                </a:ext>
              </a:extLst>
            </p:cNvPr>
            <p:cNvSpPr/>
            <p:nvPr/>
          </p:nvSpPr>
          <p:spPr>
            <a:xfrm>
              <a:off x="2794943" y="2001869"/>
              <a:ext cx="14" cy="14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0" y="1"/>
                  </a:move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22" name="Google Shape;5780;p80">
              <a:extLst>
                <a:ext uri="{FF2B5EF4-FFF2-40B4-BE49-F238E27FC236}">
                  <a16:creationId xmlns:a16="http://schemas.microsoft.com/office/drawing/2014/main" id="{33393B1C-E537-2F82-C3C5-EB1B98C5F1FF}"/>
                </a:ext>
              </a:extLst>
            </p:cNvPr>
            <p:cNvSpPr/>
            <p:nvPr/>
          </p:nvSpPr>
          <p:spPr>
            <a:xfrm>
              <a:off x="2796083" y="2000253"/>
              <a:ext cx="54" cy="204"/>
            </a:xfrm>
            <a:custGeom>
              <a:avLst/>
              <a:gdLst/>
              <a:ahLst/>
              <a:cxnLst/>
              <a:rect l="l" t="t" r="r" b="b"/>
              <a:pathLst>
                <a:path w="4" h="15" extrusionOk="0">
                  <a:moveTo>
                    <a:pt x="0" y="15"/>
                  </a:moveTo>
                  <a:lnTo>
                    <a:pt x="4" y="1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23" name="Google Shape;5781;p80">
              <a:extLst>
                <a:ext uri="{FF2B5EF4-FFF2-40B4-BE49-F238E27FC236}">
                  <a16:creationId xmlns:a16="http://schemas.microsoft.com/office/drawing/2014/main" id="{725313D3-F010-02FB-D558-C86650A28A0F}"/>
                </a:ext>
              </a:extLst>
            </p:cNvPr>
            <p:cNvSpPr/>
            <p:nvPr/>
          </p:nvSpPr>
          <p:spPr>
            <a:xfrm>
              <a:off x="2791847" y="2002154"/>
              <a:ext cx="14" cy="14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0" y="1"/>
                  </a:move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24" name="Google Shape;5782;p80">
              <a:extLst>
                <a:ext uri="{FF2B5EF4-FFF2-40B4-BE49-F238E27FC236}">
                  <a16:creationId xmlns:a16="http://schemas.microsoft.com/office/drawing/2014/main" id="{0336FCA4-EF67-F614-7A8B-A464DC7C0BCA}"/>
                </a:ext>
              </a:extLst>
            </p:cNvPr>
            <p:cNvSpPr/>
            <p:nvPr/>
          </p:nvSpPr>
          <p:spPr>
            <a:xfrm>
              <a:off x="2794563" y="2001923"/>
              <a:ext cx="204" cy="54"/>
            </a:xfrm>
            <a:custGeom>
              <a:avLst/>
              <a:gdLst/>
              <a:ahLst/>
              <a:cxnLst/>
              <a:rect l="l" t="t" r="r" b="b"/>
              <a:pathLst>
                <a:path w="15" h="4" extrusionOk="0">
                  <a:moveTo>
                    <a:pt x="0" y="4"/>
                  </a:moveTo>
                  <a:lnTo>
                    <a:pt x="14" y="0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25" name="Google Shape;5783;p80">
              <a:extLst>
                <a:ext uri="{FF2B5EF4-FFF2-40B4-BE49-F238E27FC236}">
                  <a16:creationId xmlns:a16="http://schemas.microsoft.com/office/drawing/2014/main" id="{CF07DDD4-035E-21D2-824B-34EDBC523CEB}"/>
                </a:ext>
              </a:extLst>
            </p:cNvPr>
            <p:cNvSpPr/>
            <p:nvPr/>
          </p:nvSpPr>
          <p:spPr>
            <a:xfrm>
              <a:off x="2794794" y="2001923"/>
              <a:ext cx="163" cy="14"/>
            </a:xfrm>
            <a:custGeom>
              <a:avLst/>
              <a:gdLst/>
              <a:ahLst/>
              <a:cxnLst/>
              <a:rect l="l" t="t" r="r" b="b"/>
              <a:pathLst>
                <a:path w="12" h="1" extrusionOk="0">
                  <a:moveTo>
                    <a:pt x="1" y="0"/>
                  </a:moveTo>
                  <a:lnTo>
                    <a:pt x="11" y="0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26" name="Google Shape;5784;p80">
              <a:extLst>
                <a:ext uri="{FF2B5EF4-FFF2-40B4-BE49-F238E27FC236}">
                  <a16:creationId xmlns:a16="http://schemas.microsoft.com/office/drawing/2014/main" id="{02217454-7EAF-88E6-06B0-966DA32B72DF}"/>
                </a:ext>
              </a:extLst>
            </p:cNvPr>
            <p:cNvSpPr/>
            <p:nvPr/>
          </p:nvSpPr>
          <p:spPr>
            <a:xfrm>
              <a:off x="2796124" y="2000022"/>
              <a:ext cx="68" cy="149"/>
            </a:xfrm>
            <a:custGeom>
              <a:avLst/>
              <a:gdLst/>
              <a:ahLst/>
              <a:cxnLst/>
              <a:rect l="l" t="t" r="r" b="b"/>
              <a:pathLst>
                <a:path w="5" h="11" extrusionOk="0">
                  <a:moveTo>
                    <a:pt x="1" y="11"/>
                  </a:moveTo>
                  <a:cubicBezTo>
                    <a:pt x="1" y="7"/>
                    <a:pt x="1" y="4"/>
                    <a:pt x="4" y="0"/>
                  </a:cubicBezTo>
                  <a:cubicBezTo>
                    <a:pt x="1" y="4"/>
                    <a:pt x="1" y="7"/>
                    <a:pt x="1" y="1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27" name="Google Shape;5785;p80">
              <a:extLst>
                <a:ext uri="{FF2B5EF4-FFF2-40B4-BE49-F238E27FC236}">
                  <a16:creationId xmlns:a16="http://schemas.microsoft.com/office/drawing/2014/main" id="{9800039F-CCF6-5DFD-0011-2F5585ECBD35}"/>
                </a:ext>
              </a:extLst>
            </p:cNvPr>
            <p:cNvSpPr/>
            <p:nvPr/>
          </p:nvSpPr>
          <p:spPr>
            <a:xfrm>
              <a:off x="2796749" y="1999167"/>
              <a:ext cx="14" cy="14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0" y="0"/>
                  </a:move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28" name="Google Shape;5786;p80">
              <a:extLst>
                <a:ext uri="{FF2B5EF4-FFF2-40B4-BE49-F238E27FC236}">
                  <a16:creationId xmlns:a16="http://schemas.microsoft.com/office/drawing/2014/main" id="{55D90889-D941-F9AE-5EBB-F4C8C1C1A8A8}"/>
                </a:ext>
              </a:extLst>
            </p:cNvPr>
            <p:cNvSpPr/>
            <p:nvPr/>
          </p:nvSpPr>
          <p:spPr>
            <a:xfrm>
              <a:off x="2796559" y="1999208"/>
              <a:ext cx="149" cy="163"/>
            </a:xfrm>
            <a:custGeom>
              <a:avLst/>
              <a:gdLst/>
              <a:ahLst/>
              <a:cxnLst/>
              <a:rect l="l" t="t" r="r" b="b"/>
              <a:pathLst>
                <a:path w="11" h="12" extrusionOk="0">
                  <a:moveTo>
                    <a:pt x="0" y="11"/>
                  </a:moveTo>
                  <a:lnTo>
                    <a:pt x="11" y="1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29" name="Google Shape;5787;p80">
              <a:extLst>
                <a:ext uri="{FF2B5EF4-FFF2-40B4-BE49-F238E27FC236}">
                  <a16:creationId xmlns:a16="http://schemas.microsoft.com/office/drawing/2014/main" id="{1BF41E43-527D-D25D-4539-F79E05A6F33C}"/>
                </a:ext>
              </a:extLst>
            </p:cNvPr>
            <p:cNvSpPr/>
            <p:nvPr/>
          </p:nvSpPr>
          <p:spPr>
            <a:xfrm>
              <a:off x="2796178" y="1999737"/>
              <a:ext cx="54" cy="204"/>
            </a:xfrm>
            <a:custGeom>
              <a:avLst/>
              <a:gdLst/>
              <a:ahLst/>
              <a:cxnLst/>
              <a:rect l="l" t="t" r="r" b="b"/>
              <a:pathLst>
                <a:path w="4" h="15" extrusionOk="0">
                  <a:moveTo>
                    <a:pt x="0" y="14"/>
                  </a:moveTo>
                  <a:cubicBezTo>
                    <a:pt x="0" y="11"/>
                    <a:pt x="4" y="7"/>
                    <a:pt x="4" y="0"/>
                  </a:cubicBezTo>
                  <a:cubicBezTo>
                    <a:pt x="4" y="7"/>
                    <a:pt x="0" y="11"/>
                    <a:pt x="0" y="14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30" name="Google Shape;5788;p80">
              <a:extLst>
                <a:ext uri="{FF2B5EF4-FFF2-40B4-BE49-F238E27FC236}">
                  <a16:creationId xmlns:a16="http://schemas.microsoft.com/office/drawing/2014/main" id="{2C1E3773-06FF-3845-C85C-C8CF3C8F35DA}"/>
                </a:ext>
              </a:extLst>
            </p:cNvPr>
            <p:cNvSpPr/>
            <p:nvPr/>
          </p:nvSpPr>
          <p:spPr>
            <a:xfrm>
              <a:off x="2796369" y="1999398"/>
              <a:ext cx="149" cy="109"/>
            </a:xfrm>
            <a:custGeom>
              <a:avLst/>
              <a:gdLst/>
              <a:ahLst/>
              <a:cxnLst/>
              <a:rect l="l" t="t" r="r" b="b"/>
              <a:pathLst>
                <a:path w="11" h="8" extrusionOk="0">
                  <a:moveTo>
                    <a:pt x="0" y="8"/>
                  </a:moveTo>
                  <a:cubicBezTo>
                    <a:pt x="4" y="4"/>
                    <a:pt x="7" y="1"/>
                    <a:pt x="11" y="1"/>
                  </a:cubicBezTo>
                  <a:cubicBezTo>
                    <a:pt x="7" y="1"/>
                    <a:pt x="4" y="4"/>
                    <a:pt x="0" y="8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31" name="Google Shape;5789;p80">
              <a:extLst>
                <a:ext uri="{FF2B5EF4-FFF2-40B4-BE49-F238E27FC236}">
                  <a16:creationId xmlns:a16="http://schemas.microsoft.com/office/drawing/2014/main" id="{F788DD3A-09D6-575A-A909-DCAB34AD82EC}"/>
                </a:ext>
              </a:extLst>
            </p:cNvPr>
            <p:cNvSpPr/>
            <p:nvPr/>
          </p:nvSpPr>
          <p:spPr>
            <a:xfrm>
              <a:off x="2796274" y="1999547"/>
              <a:ext cx="109" cy="204"/>
            </a:xfrm>
            <a:custGeom>
              <a:avLst/>
              <a:gdLst/>
              <a:ahLst/>
              <a:cxnLst/>
              <a:rect l="l" t="t" r="r" b="b"/>
              <a:pathLst>
                <a:path w="8" h="15" extrusionOk="0">
                  <a:moveTo>
                    <a:pt x="0" y="14"/>
                  </a:moveTo>
                  <a:cubicBezTo>
                    <a:pt x="0" y="11"/>
                    <a:pt x="4" y="4"/>
                    <a:pt x="7" y="0"/>
                  </a:cubicBezTo>
                  <a:cubicBezTo>
                    <a:pt x="4" y="4"/>
                    <a:pt x="0" y="11"/>
                    <a:pt x="0" y="14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32" name="Google Shape;5790;p80">
              <a:extLst>
                <a:ext uri="{FF2B5EF4-FFF2-40B4-BE49-F238E27FC236}">
                  <a16:creationId xmlns:a16="http://schemas.microsoft.com/office/drawing/2014/main" id="{150CF061-A91F-270D-E807-D7F9FE204A85}"/>
                </a:ext>
              </a:extLst>
            </p:cNvPr>
            <p:cNvSpPr/>
            <p:nvPr/>
          </p:nvSpPr>
          <p:spPr>
            <a:xfrm>
              <a:off x="2794223" y="2001964"/>
              <a:ext cx="299" cy="68"/>
            </a:xfrm>
            <a:custGeom>
              <a:avLst/>
              <a:gdLst/>
              <a:ahLst/>
              <a:cxnLst/>
              <a:rect l="l" t="t" r="r" b="b"/>
              <a:pathLst>
                <a:path w="22" h="5" extrusionOk="0">
                  <a:moveTo>
                    <a:pt x="1" y="4"/>
                  </a:moveTo>
                  <a:lnTo>
                    <a:pt x="22" y="1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33" name="Google Shape;5791;p80">
              <a:extLst>
                <a:ext uri="{FF2B5EF4-FFF2-40B4-BE49-F238E27FC236}">
                  <a16:creationId xmlns:a16="http://schemas.microsoft.com/office/drawing/2014/main" id="{B59535AF-3C8D-018C-32B8-EFD1B6C3F65D}"/>
                </a:ext>
              </a:extLst>
            </p:cNvPr>
            <p:cNvSpPr/>
            <p:nvPr/>
          </p:nvSpPr>
          <p:spPr>
            <a:xfrm>
              <a:off x="2887582" y="2010097"/>
              <a:ext cx="6572" cy="4100"/>
            </a:xfrm>
            <a:custGeom>
              <a:avLst/>
              <a:gdLst/>
              <a:ahLst/>
              <a:cxnLst/>
              <a:rect l="l" t="t" r="r" b="b"/>
              <a:pathLst>
                <a:path w="484" h="302" extrusionOk="0">
                  <a:moveTo>
                    <a:pt x="459" y="1"/>
                  </a:moveTo>
                  <a:lnTo>
                    <a:pt x="420" y="8"/>
                  </a:lnTo>
                  <a:cubicBezTo>
                    <a:pt x="378" y="18"/>
                    <a:pt x="336" y="32"/>
                    <a:pt x="301" y="57"/>
                  </a:cubicBezTo>
                  <a:cubicBezTo>
                    <a:pt x="305" y="95"/>
                    <a:pt x="287" y="134"/>
                    <a:pt x="252" y="155"/>
                  </a:cubicBezTo>
                  <a:cubicBezTo>
                    <a:pt x="234" y="166"/>
                    <a:pt x="214" y="170"/>
                    <a:pt x="193" y="170"/>
                  </a:cubicBezTo>
                  <a:cubicBezTo>
                    <a:pt x="140" y="170"/>
                    <a:pt x="77" y="142"/>
                    <a:pt x="7" y="109"/>
                  </a:cubicBezTo>
                  <a:lnTo>
                    <a:pt x="0" y="106"/>
                  </a:lnTo>
                  <a:lnTo>
                    <a:pt x="21" y="137"/>
                  </a:lnTo>
                  <a:lnTo>
                    <a:pt x="25" y="148"/>
                  </a:lnTo>
                  <a:lnTo>
                    <a:pt x="39" y="169"/>
                  </a:lnTo>
                  <a:lnTo>
                    <a:pt x="46" y="179"/>
                  </a:lnTo>
                  <a:lnTo>
                    <a:pt x="60" y="197"/>
                  </a:lnTo>
                  <a:lnTo>
                    <a:pt x="63" y="204"/>
                  </a:lnTo>
                  <a:lnTo>
                    <a:pt x="77" y="221"/>
                  </a:lnTo>
                  <a:lnTo>
                    <a:pt x="81" y="225"/>
                  </a:lnTo>
                  <a:lnTo>
                    <a:pt x="95" y="246"/>
                  </a:lnTo>
                  <a:lnTo>
                    <a:pt x="98" y="249"/>
                  </a:lnTo>
                  <a:lnTo>
                    <a:pt x="109" y="260"/>
                  </a:lnTo>
                  <a:lnTo>
                    <a:pt x="112" y="267"/>
                  </a:lnTo>
                  <a:lnTo>
                    <a:pt x="119" y="274"/>
                  </a:lnTo>
                  <a:lnTo>
                    <a:pt x="123" y="277"/>
                  </a:lnTo>
                  <a:lnTo>
                    <a:pt x="130" y="284"/>
                  </a:lnTo>
                  <a:lnTo>
                    <a:pt x="130" y="288"/>
                  </a:lnTo>
                  <a:lnTo>
                    <a:pt x="140" y="295"/>
                  </a:lnTo>
                  <a:lnTo>
                    <a:pt x="144" y="298"/>
                  </a:lnTo>
                  <a:lnTo>
                    <a:pt x="151" y="302"/>
                  </a:lnTo>
                  <a:lnTo>
                    <a:pt x="154" y="302"/>
                  </a:lnTo>
                  <a:cubicBezTo>
                    <a:pt x="214" y="302"/>
                    <a:pt x="273" y="277"/>
                    <a:pt x="319" y="235"/>
                  </a:cubicBezTo>
                  <a:cubicBezTo>
                    <a:pt x="364" y="193"/>
                    <a:pt x="424" y="169"/>
                    <a:pt x="483" y="169"/>
                  </a:cubicBezTo>
                  <a:cubicBezTo>
                    <a:pt x="483" y="162"/>
                    <a:pt x="483" y="155"/>
                    <a:pt x="483" y="148"/>
                  </a:cubicBezTo>
                  <a:lnTo>
                    <a:pt x="483" y="141"/>
                  </a:lnTo>
                  <a:cubicBezTo>
                    <a:pt x="483" y="134"/>
                    <a:pt x="480" y="123"/>
                    <a:pt x="480" y="116"/>
                  </a:cubicBezTo>
                  <a:lnTo>
                    <a:pt x="480" y="113"/>
                  </a:lnTo>
                  <a:cubicBezTo>
                    <a:pt x="480" y="102"/>
                    <a:pt x="476" y="95"/>
                    <a:pt x="473" y="85"/>
                  </a:cubicBezTo>
                  <a:lnTo>
                    <a:pt x="473" y="74"/>
                  </a:lnTo>
                  <a:lnTo>
                    <a:pt x="469" y="53"/>
                  </a:lnTo>
                  <a:lnTo>
                    <a:pt x="466" y="43"/>
                  </a:lnTo>
                  <a:lnTo>
                    <a:pt x="462" y="18"/>
                  </a:lnTo>
                  <a:lnTo>
                    <a:pt x="459" y="8"/>
                  </a:lnTo>
                  <a:lnTo>
                    <a:pt x="459" y="1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34" name="Google Shape;5792;p80">
              <a:extLst>
                <a:ext uri="{FF2B5EF4-FFF2-40B4-BE49-F238E27FC236}">
                  <a16:creationId xmlns:a16="http://schemas.microsoft.com/office/drawing/2014/main" id="{AC98D9E9-A63A-4CBD-E2AC-04B8B848CE48}"/>
                </a:ext>
              </a:extLst>
            </p:cNvPr>
            <p:cNvSpPr/>
            <p:nvPr/>
          </p:nvSpPr>
          <p:spPr>
            <a:xfrm>
              <a:off x="2888668" y="2013192"/>
              <a:ext cx="204" cy="244"/>
            </a:xfrm>
            <a:custGeom>
              <a:avLst/>
              <a:gdLst/>
              <a:ahLst/>
              <a:cxnLst/>
              <a:rect l="l" t="t" r="r" b="b"/>
              <a:pathLst>
                <a:path w="15" h="18" extrusionOk="0">
                  <a:moveTo>
                    <a:pt x="15" y="18"/>
                  </a:moveTo>
                  <a:lnTo>
                    <a:pt x="1" y="0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35" name="Google Shape;5793;p80">
              <a:extLst>
                <a:ext uri="{FF2B5EF4-FFF2-40B4-BE49-F238E27FC236}">
                  <a16:creationId xmlns:a16="http://schemas.microsoft.com/office/drawing/2014/main" id="{F901F797-5477-2406-A626-0EAD90524C9E}"/>
                </a:ext>
              </a:extLst>
            </p:cNvPr>
            <p:cNvSpPr/>
            <p:nvPr/>
          </p:nvSpPr>
          <p:spPr>
            <a:xfrm>
              <a:off x="2888913" y="2013478"/>
              <a:ext cx="109" cy="204"/>
            </a:xfrm>
            <a:custGeom>
              <a:avLst/>
              <a:gdLst/>
              <a:ahLst/>
              <a:cxnLst/>
              <a:rect l="l" t="t" r="r" b="b"/>
              <a:pathLst>
                <a:path w="8" h="15" extrusionOk="0">
                  <a:moveTo>
                    <a:pt x="7" y="14"/>
                  </a:moveTo>
                  <a:lnTo>
                    <a:pt x="0" y="0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36" name="Google Shape;5794;p80">
              <a:extLst>
                <a:ext uri="{FF2B5EF4-FFF2-40B4-BE49-F238E27FC236}">
                  <a16:creationId xmlns:a16="http://schemas.microsoft.com/office/drawing/2014/main" id="{D762DD83-3760-1BE5-6621-18033D0B3D47}"/>
                </a:ext>
              </a:extLst>
            </p:cNvPr>
            <p:cNvSpPr/>
            <p:nvPr/>
          </p:nvSpPr>
          <p:spPr>
            <a:xfrm>
              <a:off x="2888438" y="2012907"/>
              <a:ext cx="149" cy="204"/>
            </a:xfrm>
            <a:custGeom>
              <a:avLst/>
              <a:gdLst/>
              <a:ahLst/>
              <a:cxnLst/>
              <a:rect l="l" t="t" r="r" b="b"/>
              <a:pathLst>
                <a:path w="11" h="15" extrusionOk="0">
                  <a:moveTo>
                    <a:pt x="11" y="14"/>
                  </a:moveTo>
                  <a:lnTo>
                    <a:pt x="0" y="0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37" name="Google Shape;5795;p80">
              <a:extLst>
                <a:ext uri="{FF2B5EF4-FFF2-40B4-BE49-F238E27FC236}">
                  <a16:creationId xmlns:a16="http://schemas.microsoft.com/office/drawing/2014/main" id="{DC03E0B3-125F-6D6C-F387-E29C90907377}"/>
                </a:ext>
              </a:extLst>
            </p:cNvPr>
            <p:cNvSpPr/>
            <p:nvPr/>
          </p:nvSpPr>
          <p:spPr>
            <a:xfrm>
              <a:off x="2889049" y="2013708"/>
              <a:ext cx="163" cy="163"/>
            </a:xfrm>
            <a:custGeom>
              <a:avLst/>
              <a:gdLst/>
              <a:ahLst/>
              <a:cxnLst/>
              <a:rect l="l" t="t" r="r" b="b"/>
              <a:pathLst>
                <a:path w="12" h="12" extrusionOk="0">
                  <a:moveTo>
                    <a:pt x="11" y="11"/>
                  </a:moveTo>
                  <a:lnTo>
                    <a:pt x="1" y="1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38" name="Google Shape;5796;p80">
              <a:extLst>
                <a:ext uri="{FF2B5EF4-FFF2-40B4-BE49-F238E27FC236}">
                  <a16:creationId xmlns:a16="http://schemas.microsoft.com/office/drawing/2014/main" id="{036E4F6D-1B98-DA9F-BEE8-7DA33FB0E13C}"/>
                </a:ext>
              </a:extLst>
            </p:cNvPr>
            <p:cNvSpPr/>
            <p:nvPr/>
          </p:nvSpPr>
          <p:spPr>
            <a:xfrm>
              <a:off x="2887582" y="2011577"/>
              <a:ext cx="299" cy="434"/>
            </a:xfrm>
            <a:custGeom>
              <a:avLst/>
              <a:gdLst/>
              <a:ahLst/>
              <a:cxnLst/>
              <a:rect l="l" t="t" r="r" b="b"/>
              <a:pathLst>
                <a:path w="22" h="32" extrusionOk="0">
                  <a:moveTo>
                    <a:pt x="0" y="0"/>
                  </a:moveTo>
                  <a:lnTo>
                    <a:pt x="21" y="32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39" name="Google Shape;5797;p80">
              <a:extLst>
                <a:ext uri="{FF2B5EF4-FFF2-40B4-BE49-F238E27FC236}">
                  <a16:creationId xmlns:a16="http://schemas.microsoft.com/office/drawing/2014/main" id="{43424DA8-7B20-3000-9A63-ABFBE7D8E33C}"/>
                </a:ext>
              </a:extLst>
            </p:cNvPr>
            <p:cNvSpPr/>
            <p:nvPr/>
          </p:nvSpPr>
          <p:spPr>
            <a:xfrm>
              <a:off x="2888247" y="2012568"/>
              <a:ext cx="149" cy="204"/>
            </a:xfrm>
            <a:custGeom>
              <a:avLst/>
              <a:gdLst/>
              <a:ahLst/>
              <a:cxnLst/>
              <a:rect l="l" t="t" r="r" b="b"/>
              <a:pathLst>
                <a:path w="11" h="15" extrusionOk="0">
                  <a:moveTo>
                    <a:pt x="11" y="15"/>
                  </a:moveTo>
                  <a:lnTo>
                    <a:pt x="0" y="1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40" name="Google Shape;5798;p80">
              <a:extLst>
                <a:ext uri="{FF2B5EF4-FFF2-40B4-BE49-F238E27FC236}">
                  <a16:creationId xmlns:a16="http://schemas.microsoft.com/office/drawing/2014/main" id="{837D1D0D-9247-2F55-0C3A-769D6501CC9A}"/>
                </a:ext>
              </a:extLst>
            </p:cNvPr>
            <p:cNvSpPr/>
            <p:nvPr/>
          </p:nvSpPr>
          <p:spPr>
            <a:xfrm>
              <a:off x="2889239" y="2013898"/>
              <a:ext cx="109" cy="109"/>
            </a:xfrm>
            <a:custGeom>
              <a:avLst/>
              <a:gdLst/>
              <a:ahLst/>
              <a:cxnLst/>
              <a:rect l="l" t="t" r="r" b="b"/>
              <a:pathLst>
                <a:path w="8" h="8" extrusionOk="0">
                  <a:moveTo>
                    <a:pt x="8" y="8"/>
                  </a:moveTo>
                  <a:lnTo>
                    <a:pt x="1" y="1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41" name="Google Shape;5799;p80">
              <a:extLst>
                <a:ext uri="{FF2B5EF4-FFF2-40B4-BE49-F238E27FC236}">
                  <a16:creationId xmlns:a16="http://schemas.microsoft.com/office/drawing/2014/main" id="{729BF7AE-3281-DD10-5603-380E81538268}"/>
                </a:ext>
              </a:extLst>
            </p:cNvPr>
            <p:cNvSpPr/>
            <p:nvPr/>
          </p:nvSpPr>
          <p:spPr>
            <a:xfrm>
              <a:off x="2887908" y="2012093"/>
              <a:ext cx="204" cy="353"/>
            </a:xfrm>
            <a:custGeom>
              <a:avLst/>
              <a:gdLst/>
              <a:ahLst/>
              <a:cxnLst/>
              <a:rect l="l" t="t" r="r" b="b"/>
              <a:pathLst>
                <a:path w="15" h="26" extrusionOk="0">
                  <a:moveTo>
                    <a:pt x="15" y="25"/>
                  </a:moveTo>
                  <a:lnTo>
                    <a:pt x="1" y="1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42" name="Google Shape;5800;p80">
              <a:extLst>
                <a:ext uri="{FF2B5EF4-FFF2-40B4-BE49-F238E27FC236}">
                  <a16:creationId xmlns:a16="http://schemas.microsoft.com/office/drawing/2014/main" id="{4FDAEC32-454B-F720-B889-E97E87B4FB69}"/>
                </a:ext>
              </a:extLst>
            </p:cNvPr>
            <p:cNvSpPr/>
            <p:nvPr/>
          </p:nvSpPr>
          <p:spPr>
            <a:xfrm>
              <a:off x="2889334" y="2014048"/>
              <a:ext cx="163" cy="109"/>
            </a:xfrm>
            <a:custGeom>
              <a:avLst/>
              <a:gdLst/>
              <a:ahLst/>
              <a:cxnLst/>
              <a:rect l="l" t="t" r="r" b="b"/>
              <a:pathLst>
                <a:path w="12" h="8" extrusionOk="0">
                  <a:moveTo>
                    <a:pt x="11" y="7"/>
                  </a:moveTo>
                  <a:lnTo>
                    <a:pt x="1" y="0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43" name="Google Shape;5801;p80">
              <a:extLst>
                <a:ext uri="{FF2B5EF4-FFF2-40B4-BE49-F238E27FC236}">
                  <a16:creationId xmlns:a16="http://schemas.microsoft.com/office/drawing/2014/main" id="{A8E240E8-19EC-78D6-BBA8-A46720A22311}"/>
                </a:ext>
              </a:extLst>
            </p:cNvPr>
            <p:cNvSpPr/>
            <p:nvPr/>
          </p:nvSpPr>
          <p:spPr>
            <a:xfrm>
              <a:off x="2893801" y="2010246"/>
              <a:ext cx="14" cy="54"/>
            </a:xfrm>
            <a:custGeom>
              <a:avLst/>
              <a:gdLst/>
              <a:ahLst/>
              <a:cxnLst/>
              <a:rect l="l" t="t" r="r" b="b"/>
              <a:pathLst>
                <a:path w="1" h="4" extrusionOk="0">
                  <a:moveTo>
                    <a:pt x="1" y="0"/>
                  </a:moveTo>
                  <a:lnTo>
                    <a:pt x="1" y="0"/>
                  </a:lnTo>
                  <a:lnTo>
                    <a:pt x="1" y="4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44" name="Google Shape;5802;p80">
              <a:extLst>
                <a:ext uri="{FF2B5EF4-FFF2-40B4-BE49-F238E27FC236}">
                  <a16:creationId xmlns:a16="http://schemas.microsoft.com/office/drawing/2014/main" id="{B85C08C0-6597-47FB-AC27-1723C811D48E}"/>
                </a:ext>
              </a:extLst>
            </p:cNvPr>
            <p:cNvSpPr/>
            <p:nvPr/>
          </p:nvSpPr>
          <p:spPr>
            <a:xfrm>
              <a:off x="2889483" y="2014143"/>
              <a:ext cx="54" cy="54"/>
            </a:xfrm>
            <a:custGeom>
              <a:avLst/>
              <a:gdLst/>
              <a:ahLst/>
              <a:cxnLst/>
              <a:rect l="l" t="t" r="r" b="b"/>
              <a:pathLst>
                <a:path w="4" h="4" extrusionOk="0">
                  <a:moveTo>
                    <a:pt x="4" y="4"/>
                  </a:moveTo>
                  <a:lnTo>
                    <a:pt x="0" y="0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45" name="Google Shape;5803;p80">
              <a:extLst>
                <a:ext uri="{FF2B5EF4-FFF2-40B4-BE49-F238E27FC236}">
                  <a16:creationId xmlns:a16="http://schemas.microsoft.com/office/drawing/2014/main" id="{11BA1BE5-E031-D222-6646-0A4348E8B3DB}"/>
                </a:ext>
              </a:extLst>
            </p:cNvPr>
            <p:cNvSpPr/>
            <p:nvPr/>
          </p:nvSpPr>
          <p:spPr>
            <a:xfrm>
              <a:off x="2889578" y="2014238"/>
              <a:ext cx="54" cy="14"/>
            </a:xfrm>
            <a:custGeom>
              <a:avLst/>
              <a:gdLst/>
              <a:ahLst/>
              <a:cxnLst/>
              <a:rect l="l" t="t" r="r" b="b"/>
              <a:pathLst>
                <a:path w="4" h="1" extrusionOk="0">
                  <a:moveTo>
                    <a:pt x="4" y="0"/>
                  </a:moveTo>
                  <a:lnTo>
                    <a:pt x="0" y="0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46" name="Google Shape;5804;p80">
              <a:extLst>
                <a:ext uri="{FF2B5EF4-FFF2-40B4-BE49-F238E27FC236}">
                  <a16:creationId xmlns:a16="http://schemas.microsoft.com/office/drawing/2014/main" id="{1499DD25-5DFF-C279-D7EE-30560621BC63}"/>
                </a:ext>
              </a:extLst>
            </p:cNvPr>
            <p:cNvSpPr/>
            <p:nvPr/>
          </p:nvSpPr>
          <p:spPr>
            <a:xfrm>
              <a:off x="2889619" y="2014279"/>
              <a:ext cx="68" cy="14"/>
            </a:xfrm>
            <a:custGeom>
              <a:avLst/>
              <a:gdLst/>
              <a:ahLst/>
              <a:cxnLst/>
              <a:rect l="l" t="t" r="r" b="b"/>
              <a:pathLst>
                <a:path w="5" h="1" extrusionOk="0">
                  <a:moveTo>
                    <a:pt x="4" y="1"/>
                  </a:moveTo>
                  <a:lnTo>
                    <a:pt x="1" y="1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47" name="Google Shape;5805;p80">
              <a:extLst>
                <a:ext uri="{FF2B5EF4-FFF2-40B4-BE49-F238E27FC236}">
                  <a16:creationId xmlns:a16="http://schemas.microsoft.com/office/drawing/2014/main" id="{C650352B-9A04-76C8-A8BB-C3EAFD3C21DE}"/>
                </a:ext>
              </a:extLst>
            </p:cNvPr>
            <p:cNvSpPr/>
            <p:nvPr/>
          </p:nvSpPr>
          <p:spPr>
            <a:xfrm>
              <a:off x="2894181" y="2012188"/>
              <a:ext cx="68" cy="353"/>
            </a:xfrm>
            <a:custGeom>
              <a:avLst/>
              <a:gdLst/>
              <a:ahLst/>
              <a:cxnLst/>
              <a:rect l="l" t="t" r="r" b="b"/>
              <a:pathLst>
                <a:path w="5" h="26" extrusionOk="0">
                  <a:moveTo>
                    <a:pt x="1" y="1"/>
                  </a:moveTo>
                  <a:cubicBezTo>
                    <a:pt x="1" y="11"/>
                    <a:pt x="1" y="18"/>
                    <a:pt x="4" y="25"/>
                  </a:cubicBezTo>
                  <a:cubicBezTo>
                    <a:pt x="1" y="18"/>
                    <a:pt x="1" y="11"/>
                    <a:pt x="1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48" name="Google Shape;5806;p80">
              <a:extLst>
                <a:ext uri="{FF2B5EF4-FFF2-40B4-BE49-F238E27FC236}">
                  <a16:creationId xmlns:a16="http://schemas.microsoft.com/office/drawing/2014/main" id="{ED6F8CD7-450C-B884-7081-F52B861BB523}"/>
                </a:ext>
              </a:extLst>
            </p:cNvPr>
            <p:cNvSpPr/>
            <p:nvPr/>
          </p:nvSpPr>
          <p:spPr>
            <a:xfrm>
              <a:off x="2893950" y="2010952"/>
              <a:ext cx="54" cy="299"/>
            </a:xfrm>
            <a:custGeom>
              <a:avLst/>
              <a:gdLst/>
              <a:ahLst/>
              <a:cxnLst/>
              <a:rect l="l" t="t" r="r" b="b"/>
              <a:pathLst>
                <a:path w="4" h="22" extrusionOk="0">
                  <a:moveTo>
                    <a:pt x="0" y="1"/>
                  </a:moveTo>
                  <a:lnTo>
                    <a:pt x="4" y="22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49" name="Google Shape;5807;p80">
              <a:extLst>
                <a:ext uri="{FF2B5EF4-FFF2-40B4-BE49-F238E27FC236}">
                  <a16:creationId xmlns:a16="http://schemas.microsoft.com/office/drawing/2014/main" id="{F298F2E1-4590-7467-821A-7C3B84E9BEC9}"/>
                </a:ext>
              </a:extLst>
            </p:cNvPr>
            <p:cNvSpPr/>
            <p:nvPr/>
          </p:nvSpPr>
          <p:spPr>
            <a:xfrm>
              <a:off x="2894045" y="2011387"/>
              <a:ext cx="54" cy="394"/>
            </a:xfrm>
            <a:custGeom>
              <a:avLst/>
              <a:gdLst/>
              <a:ahLst/>
              <a:cxnLst/>
              <a:rect l="l" t="t" r="r" b="b"/>
              <a:pathLst>
                <a:path w="4" h="29" extrusionOk="0">
                  <a:moveTo>
                    <a:pt x="0" y="0"/>
                  </a:moveTo>
                  <a:cubicBezTo>
                    <a:pt x="0" y="3"/>
                    <a:pt x="1" y="6"/>
                    <a:pt x="2" y="10"/>
                  </a:cubicBezTo>
                  <a:lnTo>
                    <a:pt x="2" y="10"/>
                  </a:lnTo>
                  <a:lnTo>
                    <a:pt x="0" y="0"/>
                  </a:lnTo>
                  <a:close/>
                  <a:moveTo>
                    <a:pt x="2" y="10"/>
                  </a:moveTo>
                  <a:lnTo>
                    <a:pt x="4" y="28"/>
                  </a:lnTo>
                  <a:cubicBezTo>
                    <a:pt x="4" y="22"/>
                    <a:pt x="3" y="16"/>
                    <a:pt x="2" y="10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50" name="Google Shape;5808;p80">
              <a:extLst>
                <a:ext uri="{FF2B5EF4-FFF2-40B4-BE49-F238E27FC236}">
                  <a16:creationId xmlns:a16="http://schemas.microsoft.com/office/drawing/2014/main" id="{7DABD952-BD98-5714-C1E5-D80A278BF865}"/>
                </a:ext>
              </a:extLst>
            </p:cNvPr>
            <p:cNvSpPr/>
            <p:nvPr/>
          </p:nvSpPr>
          <p:spPr>
            <a:xfrm>
              <a:off x="2894140" y="2011808"/>
              <a:ext cx="54" cy="353"/>
            </a:xfrm>
            <a:custGeom>
              <a:avLst/>
              <a:gdLst/>
              <a:ahLst/>
              <a:cxnLst/>
              <a:rect l="l" t="t" r="r" b="b"/>
              <a:pathLst>
                <a:path w="4" h="26" extrusionOk="0">
                  <a:moveTo>
                    <a:pt x="0" y="1"/>
                  </a:moveTo>
                  <a:cubicBezTo>
                    <a:pt x="0" y="8"/>
                    <a:pt x="0" y="15"/>
                    <a:pt x="4" y="25"/>
                  </a:cubicBezTo>
                  <a:cubicBezTo>
                    <a:pt x="0" y="15"/>
                    <a:pt x="0" y="8"/>
                    <a:pt x="0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51" name="Google Shape;5809;p80">
              <a:extLst>
                <a:ext uri="{FF2B5EF4-FFF2-40B4-BE49-F238E27FC236}">
                  <a16:creationId xmlns:a16="http://schemas.microsoft.com/office/drawing/2014/main" id="{674E4E96-FE31-812C-2510-A3AF80294041}"/>
                </a:ext>
              </a:extLst>
            </p:cNvPr>
            <p:cNvSpPr/>
            <p:nvPr/>
          </p:nvSpPr>
          <p:spPr>
            <a:xfrm>
              <a:off x="2889714" y="2014333"/>
              <a:ext cx="14" cy="14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1" y="0"/>
                  </a:moveTo>
                  <a:lnTo>
                    <a:pt x="1" y="0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52" name="Google Shape;5810;p80">
              <a:extLst>
                <a:ext uri="{FF2B5EF4-FFF2-40B4-BE49-F238E27FC236}">
                  <a16:creationId xmlns:a16="http://schemas.microsoft.com/office/drawing/2014/main" id="{925CD4E1-790E-9BA1-C565-DBCFFDE7274C}"/>
                </a:ext>
              </a:extLst>
            </p:cNvPr>
            <p:cNvSpPr/>
            <p:nvPr/>
          </p:nvSpPr>
          <p:spPr>
            <a:xfrm>
              <a:off x="2893855" y="2010477"/>
              <a:ext cx="54" cy="353"/>
            </a:xfrm>
            <a:custGeom>
              <a:avLst/>
              <a:gdLst/>
              <a:ahLst/>
              <a:cxnLst/>
              <a:rect l="l" t="t" r="r" b="b"/>
              <a:pathLst>
                <a:path w="4" h="26" extrusionOk="0">
                  <a:moveTo>
                    <a:pt x="0" y="1"/>
                  </a:moveTo>
                  <a:lnTo>
                    <a:pt x="4" y="25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53" name="Google Shape;5811;p80">
              <a:extLst>
                <a:ext uri="{FF2B5EF4-FFF2-40B4-BE49-F238E27FC236}">
                  <a16:creationId xmlns:a16="http://schemas.microsoft.com/office/drawing/2014/main" id="{64203C9A-5936-F01A-0FD0-43A88599238C}"/>
                </a:ext>
              </a:extLst>
            </p:cNvPr>
            <p:cNvSpPr/>
            <p:nvPr/>
          </p:nvSpPr>
          <p:spPr>
            <a:xfrm>
              <a:off x="2333674" y="1750386"/>
              <a:ext cx="69992" cy="68689"/>
            </a:xfrm>
            <a:custGeom>
              <a:avLst/>
              <a:gdLst/>
              <a:ahLst/>
              <a:cxnLst/>
              <a:rect l="l" t="t" r="r" b="b"/>
              <a:pathLst>
                <a:path w="5155" h="5059" extrusionOk="0">
                  <a:moveTo>
                    <a:pt x="2194" y="1"/>
                  </a:moveTo>
                  <a:cubicBezTo>
                    <a:pt x="2179" y="1"/>
                    <a:pt x="2163" y="2"/>
                    <a:pt x="2147" y="4"/>
                  </a:cubicBezTo>
                  <a:cubicBezTo>
                    <a:pt x="2087" y="4"/>
                    <a:pt x="2035" y="39"/>
                    <a:pt x="2010" y="91"/>
                  </a:cubicBezTo>
                  <a:lnTo>
                    <a:pt x="2052" y="102"/>
                  </a:lnTo>
                  <a:lnTo>
                    <a:pt x="1615" y="424"/>
                  </a:lnTo>
                  <a:lnTo>
                    <a:pt x="1604" y="427"/>
                  </a:lnTo>
                  <a:cubicBezTo>
                    <a:pt x="1534" y="448"/>
                    <a:pt x="1345" y="529"/>
                    <a:pt x="1303" y="648"/>
                  </a:cubicBezTo>
                  <a:cubicBezTo>
                    <a:pt x="1279" y="711"/>
                    <a:pt x="1303" y="777"/>
                    <a:pt x="1331" y="851"/>
                  </a:cubicBezTo>
                  <a:cubicBezTo>
                    <a:pt x="1366" y="938"/>
                    <a:pt x="1401" y="1036"/>
                    <a:pt x="1335" y="1117"/>
                  </a:cubicBezTo>
                  <a:cubicBezTo>
                    <a:pt x="1268" y="1201"/>
                    <a:pt x="1282" y="1400"/>
                    <a:pt x="1303" y="1491"/>
                  </a:cubicBezTo>
                  <a:cubicBezTo>
                    <a:pt x="1331" y="1596"/>
                    <a:pt x="1216" y="1789"/>
                    <a:pt x="1167" y="1869"/>
                  </a:cubicBezTo>
                  <a:lnTo>
                    <a:pt x="1156" y="1883"/>
                  </a:lnTo>
                  <a:lnTo>
                    <a:pt x="1142" y="1890"/>
                  </a:lnTo>
                  <a:lnTo>
                    <a:pt x="1139" y="1890"/>
                  </a:lnTo>
                  <a:cubicBezTo>
                    <a:pt x="974" y="1978"/>
                    <a:pt x="456" y="2255"/>
                    <a:pt x="1" y="2489"/>
                  </a:cubicBezTo>
                  <a:cubicBezTo>
                    <a:pt x="4" y="2510"/>
                    <a:pt x="4" y="2535"/>
                    <a:pt x="8" y="2549"/>
                  </a:cubicBezTo>
                  <a:lnTo>
                    <a:pt x="8" y="2552"/>
                  </a:lnTo>
                  <a:cubicBezTo>
                    <a:pt x="11" y="2573"/>
                    <a:pt x="15" y="2591"/>
                    <a:pt x="15" y="2605"/>
                  </a:cubicBezTo>
                  <a:lnTo>
                    <a:pt x="15" y="2612"/>
                  </a:lnTo>
                  <a:cubicBezTo>
                    <a:pt x="18" y="2629"/>
                    <a:pt x="22" y="2643"/>
                    <a:pt x="25" y="2657"/>
                  </a:cubicBezTo>
                  <a:lnTo>
                    <a:pt x="25" y="2661"/>
                  </a:lnTo>
                  <a:cubicBezTo>
                    <a:pt x="29" y="2675"/>
                    <a:pt x="32" y="2689"/>
                    <a:pt x="36" y="2699"/>
                  </a:cubicBezTo>
                  <a:cubicBezTo>
                    <a:pt x="39" y="2713"/>
                    <a:pt x="43" y="2727"/>
                    <a:pt x="46" y="2745"/>
                  </a:cubicBezTo>
                  <a:lnTo>
                    <a:pt x="46" y="2748"/>
                  </a:lnTo>
                  <a:lnTo>
                    <a:pt x="60" y="2797"/>
                  </a:lnTo>
                  <a:lnTo>
                    <a:pt x="74" y="2857"/>
                  </a:lnTo>
                  <a:cubicBezTo>
                    <a:pt x="99" y="2958"/>
                    <a:pt x="127" y="3081"/>
                    <a:pt x="151" y="3186"/>
                  </a:cubicBezTo>
                  <a:cubicBezTo>
                    <a:pt x="193" y="3186"/>
                    <a:pt x="232" y="3182"/>
                    <a:pt x="263" y="3182"/>
                  </a:cubicBezTo>
                  <a:lnTo>
                    <a:pt x="368" y="3182"/>
                  </a:lnTo>
                  <a:cubicBezTo>
                    <a:pt x="417" y="3182"/>
                    <a:pt x="466" y="3182"/>
                    <a:pt x="515" y="3189"/>
                  </a:cubicBezTo>
                  <a:lnTo>
                    <a:pt x="529" y="3189"/>
                  </a:lnTo>
                  <a:cubicBezTo>
                    <a:pt x="575" y="3196"/>
                    <a:pt x="617" y="3210"/>
                    <a:pt x="659" y="3231"/>
                  </a:cubicBezTo>
                  <a:lnTo>
                    <a:pt x="687" y="3242"/>
                  </a:lnTo>
                  <a:lnTo>
                    <a:pt x="701" y="3249"/>
                  </a:lnTo>
                  <a:lnTo>
                    <a:pt x="705" y="3252"/>
                  </a:lnTo>
                  <a:cubicBezTo>
                    <a:pt x="726" y="3263"/>
                    <a:pt x="747" y="3273"/>
                    <a:pt x="768" y="3284"/>
                  </a:cubicBezTo>
                  <a:cubicBezTo>
                    <a:pt x="855" y="3329"/>
                    <a:pt x="953" y="3392"/>
                    <a:pt x="1065" y="3459"/>
                  </a:cubicBezTo>
                  <a:cubicBezTo>
                    <a:pt x="1125" y="3497"/>
                    <a:pt x="1191" y="3539"/>
                    <a:pt x="1258" y="3585"/>
                  </a:cubicBezTo>
                  <a:lnTo>
                    <a:pt x="1324" y="3627"/>
                  </a:lnTo>
                  <a:cubicBezTo>
                    <a:pt x="1461" y="3714"/>
                    <a:pt x="1576" y="3791"/>
                    <a:pt x="1632" y="3819"/>
                  </a:cubicBezTo>
                  <a:cubicBezTo>
                    <a:pt x="1706" y="3861"/>
                    <a:pt x="1776" y="3907"/>
                    <a:pt x="1846" y="3956"/>
                  </a:cubicBezTo>
                  <a:lnTo>
                    <a:pt x="1933" y="4019"/>
                  </a:lnTo>
                  <a:lnTo>
                    <a:pt x="2028" y="4089"/>
                  </a:lnTo>
                  <a:cubicBezTo>
                    <a:pt x="2378" y="4338"/>
                    <a:pt x="2833" y="4688"/>
                    <a:pt x="2963" y="4800"/>
                  </a:cubicBezTo>
                  <a:cubicBezTo>
                    <a:pt x="3092" y="4915"/>
                    <a:pt x="3278" y="4968"/>
                    <a:pt x="3414" y="4989"/>
                  </a:cubicBezTo>
                  <a:cubicBezTo>
                    <a:pt x="3467" y="4996"/>
                    <a:pt x="3516" y="4999"/>
                    <a:pt x="3565" y="4999"/>
                  </a:cubicBezTo>
                  <a:lnTo>
                    <a:pt x="3582" y="4999"/>
                  </a:lnTo>
                  <a:cubicBezTo>
                    <a:pt x="3635" y="4999"/>
                    <a:pt x="3743" y="5013"/>
                    <a:pt x="3908" y="5031"/>
                  </a:cubicBezTo>
                  <a:lnTo>
                    <a:pt x="4160" y="5059"/>
                  </a:lnTo>
                  <a:lnTo>
                    <a:pt x="4167" y="5034"/>
                  </a:lnTo>
                  <a:lnTo>
                    <a:pt x="4174" y="5020"/>
                  </a:lnTo>
                  <a:lnTo>
                    <a:pt x="4198" y="4968"/>
                  </a:lnTo>
                  <a:lnTo>
                    <a:pt x="4205" y="4950"/>
                  </a:lnTo>
                  <a:lnTo>
                    <a:pt x="4223" y="4905"/>
                  </a:lnTo>
                  <a:lnTo>
                    <a:pt x="4230" y="4887"/>
                  </a:lnTo>
                  <a:lnTo>
                    <a:pt x="4247" y="4852"/>
                  </a:lnTo>
                  <a:lnTo>
                    <a:pt x="4254" y="4835"/>
                  </a:lnTo>
                  <a:lnTo>
                    <a:pt x="4268" y="4807"/>
                  </a:lnTo>
                  <a:lnTo>
                    <a:pt x="4275" y="4789"/>
                  </a:lnTo>
                  <a:lnTo>
                    <a:pt x="4286" y="4768"/>
                  </a:lnTo>
                  <a:lnTo>
                    <a:pt x="4293" y="4751"/>
                  </a:lnTo>
                  <a:lnTo>
                    <a:pt x="4303" y="4733"/>
                  </a:lnTo>
                  <a:lnTo>
                    <a:pt x="4310" y="4719"/>
                  </a:lnTo>
                  <a:lnTo>
                    <a:pt x="4317" y="4705"/>
                  </a:lnTo>
                  <a:lnTo>
                    <a:pt x="4324" y="4691"/>
                  </a:lnTo>
                  <a:lnTo>
                    <a:pt x="4328" y="4681"/>
                  </a:lnTo>
                  <a:lnTo>
                    <a:pt x="4335" y="4670"/>
                  </a:lnTo>
                  <a:lnTo>
                    <a:pt x="4342" y="4660"/>
                  </a:lnTo>
                  <a:lnTo>
                    <a:pt x="4345" y="4649"/>
                  </a:lnTo>
                  <a:lnTo>
                    <a:pt x="4349" y="4642"/>
                  </a:lnTo>
                  <a:lnTo>
                    <a:pt x="4356" y="4635"/>
                  </a:lnTo>
                  <a:lnTo>
                    <a:pt x="4359" y="4632"/>
                  </a:lnTo>
                  <a:lnTo>
                    <a:pt x="4363" y="4625"/>
                  </a:lnTo>
                  <a:lnTo>
                    <a:pt x="4363" y="4621"/>
                  </a:lnTo>
                  <a:lnTo>
                    <a:pt x="4366" y="4614"/>
                  </a:lnTo>
                  <a:lnTo>
                    <a:pt x="4370" y="4611"/>
                  </a:lnTo>
                  <a:lnTo>
                    <a:pt x="4373" y="4607"/>
                  </a:lnTo>
                  <a:lnTo>
                    <a:pt x="4377" y="4604"/>
                  </a:lnTo>
                  <a:cubicBezTo>
                    <a:pt x="4391" y="4586"/>
                    <a:pt x="4405" y="4569"/>
                    <a:pt x="4419" y="4548"/>
                  </a:cubicBezTo>
                  <a:cubicBezTo>
                    <a:pt x="4468" y="4457"/>
                    <a:pt x="4559" y="4394"/>
                    <a:pt x="4664" y="4383"/>
                  </a:cubicBezTo>
                  <a:cubicBezTo>
                    <a:pt x="4681" y="4380"/>
                    <a:pt x="4700" y="4378"/>
                    <a:pt x="4718" y="4378"/>
                  </a:cubicBezTo>
                  <a:cubicBezTo>
                    <a:pt x="4737" y="4378"/>
                    <a:pt x="4755" y="4380"/>
                    <a:pt x="4773" y="4383"/>
                  </a:cubicBezTo>
                  <a:lnTo>
                    <a:pt x="4797" y="4390"/>
                  </a:lnTo>
                  <a:lnTo>
                    <a:pt x="4818" y="4397"/>
                  </a:lnTo>
                  <a:lnTo>
                    <a:pt x="4822" y="4397"/>
                  </a:lnTo>
                  <a:lnTo>
                    <a:pt x="4843" y="4408"/>
                  </a:lnTo>
                  <a:lnTo>
                    <a:pt x="4846" y="4408"/>
                  </a:lnTo>
                  <a:lnTo>
                    <a:pt x="4864" y="4418"/>
                  </a:lnTo>
                  <a:lnTo>
                    <a:pt x="4867" y="4422"/>
                  </a:lnTo>
                  <a:lnTo>
                    <a:pt x="4888" y="4432"/>
                  </a:lnTo>
                  <a:lnTo>
                    <a:pt x="4892" y="4436"/>
                  </a:lnTo>
                  <a:lnTo>
                    <a:pt x="4909" y="4450"/>
                  </a:lnTo>
                  <a:lnTo>
                    <a:pt x="4916" y="4453"/>
                  </a:lnTo>
                  <a:lnTo>
                    <a:pt x="4930" y="4464"/>
                  </a:lnTo>
                  <a:lnTo>
                    <a:pt x="4937" y="4471"/>
                  </a:lnTo>
                  <a:lnTo>
                    <a:pt x="4955" y="4485"/>
                  </a:lnTo>
                  <a:lnTo>
                    <a:pt x="4962" y="4492"/>
                  </a:lnTo>
                  <a:lnTo>
                    <a:pt x="4976" y="4502"/>
                  </a:lnTo>
                  <a:lnTo>
                    <a:pt x="4986" y="4513"/>
                  </a:lnTo>
                  <a:lnTo>
                    <a:pt x="4997" y="4523"/>
                  </a:lnTo>
                  <a:lnTo>
                    <a:pt x="5011" y="4534"/>
                  </a:lnTo>
                  <a:lnTo>
                    <a:pt x="5021" y="4544"/>
                  </a:lnTo>
                  <a:lnTo>
                    <a:pt x="5035" y="4558"/>
                  </a:lnTo>
                  <a:cubicBezTo>
                    <a:pt x="5074" y="4530"/>
                    <a:pt x="5112" y="4509"/>
                    <a:pt x="5154" y="4488"/>
                  </a:cubicBezTo>
                  <a:lnTo>
                    <a:pt x="5144" y="4478"/>
                  </a:lnTo>
                  <a:lnTo>
                    <a:pt x="5130" y="4464"/>
                  </a:lnTo>
                  <a:lnTo>
                    <a:pt x="5112" y="4446"/>
                  </a:lnTo>
                  <a:lnTo>
                    <a:pt x="5098" y="4429"/>
                  </a:lnTo>
                  <a:lnTo>
                    <a:pt x="5081" y="4411"/>
                  </a:lnTo>
                  <a:lnTo>
                    <a:pt x="5070" y="4397"/>
                  </a:lnTo>
                  <a:lnTo>
                    <a:pt x="5049" y="4376"/>
                  </a:lnTo>
                  <a:lnTo>
                    <a:pt x="5035" y="4359"/>
                  </a:lnTo>
                  <a:lnTo>
                    <a:pt x="5018" y="4338"/>
                  </a:lnTo>
                  <a:lnTo>
                    <a:pt x="5007" y="4327"/>
                  </a:lnTo>
                  <a:lnTo>
                    <a:pt x="4997" y="4310"/>
                  </a:lnTo>
                  <a:lnTo>
                    <a:pt x="4986" y="4299"/>
                  </a:lnTo>
                  <a:lnTo>
                    <a:pt x="4976" y="4282"/>
                  </a:lnTo>
                  <a:lnTo>
                    <a:pt x="4965" y="4271"/>
                  </a:lnTo>
                  <a:lnTo>
                    <a:pt x="4958" y="4257"/>
                  </a:lnTo>
                  <a:lnTo>
                    <a:pt x="4948" y="4243"/>
                  </a:lnTo>
                  <a:lnTo>
                    <a:pt x="4941" y="4229"/>
                  </a:lnTo>
                  <a:lnTo>
                    <a:pt x="4934" y="4219"/>
                  </a:lnTo>
                  <a:lnTo>
                    <a:pt x="4927" y="4205"/>
                  </a:lnTo>
                  <a:lnTo>
                    <a:pt x="4920" y="4194"/>
                  </a:lnTo>
                  <a:lnTo>
                    <a:pt x="4916" y="4180"/>
                  </a:lnTo>
                  <a:lnTo>
                    <a:pt x="4913" y="4170"/>
                  </a:lnTo>
                  <a:cubicBezTo>
                    <a:pt x="4913" y="4166"/>
                    <a:pt x="4909" y="4163"/>
                    <a:pt x="4906" y="4156"/>
                  </a:cubicBezTo>
                  <a:lnTo>
                    <a:pt x="4902" y="4145"/>
                  </a:lnTo>
                  <a:cubicBezTo>
                    <a:pt x="4902" y="4142"/>
                    <a:pt x="4902" y="4138"/>
                    <a:pt x="4902" y="4131"/>
                  </a:cubicBezTo>
                  <a:cubicBezTo>
                    <a:pt x="4899" y="4127"/>
                    <a:pt x="4902" y="4127"/>
                    <a:pt x="4902" y="4124"/>
                  </a:cubicBezTo>
                  <a:lnTo>
                    <a:pt x="4902" y="4110"/>
                  </a:lnTo>
                  <a:lnTo>
                    <a:pt x="4902" y="4099"/>
                  </a:lnTo>
                  <a:cubicBezTo>
                    <a:pt x="4899" y="4092"/>
                    <a:pt x="4899" y="4085"/>
                    <a:pt x="4902" y="4078"/>
                  </a:cubicBezTo>
                  <a:cubicBezTo>
                    <a:pt x="4909" y="4005"/>
                    <a:pt x="4860" y="3949"/>
                    <a:pt x="4804" y="3889"/>
                  </a:cubicBezTo>
                  <a:cubicBezTo>
                    <a:pt x="4759" y="3847"/>
                    <a:pt x="4723" y="3791"/>
                    <a:pt x="4706" y="3732"/>
                  </a:cubicBezTo>
                  <a:cubicBezTo>
                    <a:pt x="4702" y="3665"/>
                    <a:pt x="4713" y="3599"/>
                    <a:pt x="4745" y="3536"/>
                  </a:cubicBezTo>
                  <a:cubicBezTo>
                    <a:pt x="4766" y="3483"/>
                    <a:pt x="4787" y="3420"/>
                    <a:pt x="4769" y="3399"/>
                  </a:cubicBezTo>
                  <a:cubicBezTo>
                    <a:pt x="4730" y="3354"/>
                    <a:pt x="4699" y="3305"/>
                    <a:pt x="4678" y="3249"/>
                  </a:cubicBezTo>
                  <a:cubicBezTo>
                    <a:pt x="4632" y="3161"/>
                    <a:pt x="4604" y="3102"/>
                    <a:pt x="4545" y="3095"/>
                  </a:cubicBezTo>
                  <a:cubicBezTo>
                    <a:pt x="4457" y="3081"/>
                    <a:pt x="4293" y="3011"/>
                    <a:pt x="4153" y="2927"/>
                  </a:cubicBezTo>
                  <a:cubicBezTo>
                    <a:pt x="3960" y="2815"/>
                    <a:pt x="3869" y="2706"/>
                    <a:pt x="3883" y="2608"/>
                  </a:cubicBezTo>
                  <a:cubicBezTo>
                    <a:pt x="3894" y="2535"/>
                    <a:pt x="3813" y="2451"/>
                    <a:pt x="3659" y="2374"/>
                  </a:cubicBezTo>
                  <a:cubicBezTo>
                    <a:pt x="3565" y="2328"/>
                    <a:pt x="3516" y="2118"/>
                    <a:pt x="3509" y="1988"/>
                  </a:cubicBezTo>
                  <a:cubicBezTo>
                    <a:pt x="3505" y="1873"/>
                    <a:pt x="3533" y="1799"/>
                    <a:pt x="3593" y="1764"/>
                  </a:cubicBezTo>
                  <a:cubicBezTo>
                    <a:pt x="3600" y="1757"/>
                    <a:pt x="3607" y="1747"/>
                    <a:pt x="3610" y="1736"/>
                  </a:cubicBezTo>
                  <a:cubicBezTo>
                    <a:pt x="3628" y="1691"/>
                    <a:pt x="3642" y="1638"/>
                    <a:pt x="3652" y="1589"/>
                  </a:cubicBezTo>
                  <a:cubicBezTo>
                    <a:pt x="3677" y="1495"/>
                    <a:pt x="3701" y="1393"/>
                    <a:pt x="3764" y="1344"/>
                  </a:cubicBezTo>
                  <a:cubicBezTo>
                    <a:pt x="3783" y="1332"/>
                    <a:pt x="3806" y="1323"/>
                    <a:pt x="3830" y="1323"/>
                  </a:cubicBezTo>
                  <a:cubicBezTo>
                    <a:pt x="3834" y="1323"/>
                    <a:pt x="3838" y="1323"/>
                    <a:pt x="3841" y="1323"/>
                  </a:cubicBezTo>
                  <a:cubicBezTo>
                    <a:pt x="3841" y="1295"/>
                    <a:pt x="3838" y="1267"/>
                    <a:pt x="3834" y="1239"/>
                  </a:cubicBezTo>
                  <a:cubicBezTo>
                    <a:pt x="3824" y="1176"/>
                    <a:pt x="3824" y="1106"/>
                    <a:pt x="3841" y="1043"/>
                  </a:cubicBezTo>
                  <a:cubicBezTo>
                    <a:pt x="3848" y="1026"/>
                    <a:pt x="3848" y="1008"/>
                    <a:pt x="3838" y="991"/>
                  </a:cubicBezTo>
                  <a:cubicBezTo>
                    <a:pt x="3799" y="955"/>
                    <a:pt x="3751" y="934"/>
                    <a:pt x="3699" y="934"/>
                  </a:cubicBezTo>
                  <a:cubicBezTo>
                    <a:pt x="3695" y="934"/>
                    <a:pt x="3691" y="934"/>
                    <a:pt x="3687" y="935"/>
                  </a:cubicBezTo>
                  <a:cubicBezTo>
                    <a:pt x="3540" y="935"/>
                    <a:pt x="3320" y="728"/>
                    <a:pt x="3320" y="546"/>
                  </a:cubicBezTo>
                  <a:cubicBezTo>
                    <a:pt x="3320" y="480"/>
                    <a:pt x="3260" y="385"/>
                    <a:pt x="3211" y="308"/>
                  </a:cubicBezTo>
                  <a:lnTo>
                    <a:pt x="3183" y="263"/>
                  </a:lnTo>
                  <a:lnTo>
                    <a:pt x="3180" y="256"/>
                  </a:lnTo>
                  <a:lnTo>
                    <a:pt x="3183" y="273"/>
                  </a:lnTo>
                  <a:cubicBezTo>
                    <a:pt x="3162" y="283"/>
                    <a:pt x="3139" y="288"/>
                    <a:pt x="3115" y="288"/>
                  </a:cubicBezTo>
                  <a:cubicBezTo>
                    <a:pt x="3034" y="288"/>
                    <a:pt x="2941" y="235"/>
                    <a:pt x="2844" y="179"/>
                  </a:cubicBezTo>
                  <a:cubicBezTo>
                    <a:pt x="2787" y="146"/>
                    <a:pt x="2694" y="94"/>
                    <a:pt x="2660" y="94"/>
                  </a:cubicBezTo>
                  <a:cubicBezTo>
                    <a:pt x="2658" y="94"/>
                    <a:pt x="2656" y="94"/>
                    <a:pt x="2654" y="95"/>
                  </a:cubicBezTo>
                  <a:cubicBezTo>
                    <a:pt x="2627" y="108"/>
                    <a:pt x="2600" y="113"/>
                    <a:pt x="2574" y="113"/>
                  </a:cubicBezTo>
                  <a:cubicBezTo>
                    <a:pt x="2516" y="113"/>
                    <a:pt x="2461" y="87"/>
                    <a:pt x="2413" y="63"/>
                  </a:cubicBezTo>
                  <a:cubicBezTo>
                    <a:pt x="2346" y="22"/>
                    <a:pt x="2272" y="1"/>
                    <a:pt x="2194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54" name="Google Shape;5812;p80">
              <a:extLst>
                <a:ext uri="{FF2B5EF4-FFF2-40B4-BE49-F238E27FC236}">
                  <a16:creationId xmlns:a16="http://schemas.microsoft.com/office/drawing/2014/main" id="{B311F69E-9934-4E4B-67A4-3D6382C0EFCB}"/>
                </a:ext>
              </a:extLst>
            </p:cNvPr>
            <p:cNvSpPr/>
            <p:nvPr/>
          </p:nvSpPr>
          <p:spPr>
            <a:xfrm>
              <a:off x="2360965" y="1751568"/>
              <a:ext cx="584" cy="204"/>
            </a:xfrm>
            <a:custGeom>
              <a:avLst/>
              <a:gdLst/>
              <a:ahLst/>
              <a:cxnLst/>
              <a:rect l="l" t="t" r="r" b="b"/>
              <a:pathLst>
                <a:path w="43" h="15" extrusionOk="0">
                  <a:moveTo>
                    <a:pt x="0" y="1"/>
                  </a:moveTo>
                  <a:lnTo>
                    <a:pt x="42" y="15"/>
                  </a:lnTo>
                  <a:lnTo>
                    <a:pt x="42" y="15"/>
                  </a:lnTo>
                  <a:lnTo>
                    <a:pt x="0" y="1"/>
                  </a:lnTo>
                  <a:lnTo>
                    <a:pt x="0" y="1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55" name="Google Shape;5813;p80">
              <a:extLst>
                <a:ext uri="{FF2B5EF4-FFF2-40B4-BE49-F238E27FC236}">
                  <a16:creationId xmlns:a16="http://schemas.microsoft.com/office/drawing/2014/main" id="{F11E3C06-1C07-9098-4DC6-230B26BF1899}"/>
                </a:ext>
              </a:extLst>
            </p:cNvPr>
            <p:cNvSpPr/>
            <p:nvPr/>
          </p:nvSpPr>
          <p:spPr>
            <a:xfrm>
              <a:off x="2333674" y="1776048"/>
              <a:ext cx="15465" cy="8147"/>
            </a:xfrm>
            <a:custGeom>
              <a:avLst/>
              <a:gdLst/>
              <a:ahLst/>
              <a:cxnLst/>
              <a:rect l="l" t="t" r="r" b="b"/>
              <a:pathLst>
                <a:path w="1139" h="600" extrusionOk="0">
                  <a:moveTo>
                    <a:pt x="1139" y="0"/>
                  </a:moveTo>
                  <a:cubicBezTo>
                    <a:pt x="1086" y="28"/>
                    <a:pt x="501" y="340"/>
                    <a:pt x="1" y="599"/>
                  </a:cubicBezTo>
                  <a:cubicBezTo>
                    <a:pt x="452" y="368"/>
                    <a:pt x="971" y="91"/>
                    <a:pt x="1139" y="0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56" name="Google Shape;5814;p80">
              <a:extLst>
                <a:ext uri="{FF2B5EF4-FFF2-40B4-BE49-F238E27FC236}">
                  <a16:creationId xmlns:a16="http://schemas.microsoft.com/office/drawing/2014/main" id="{17E937D1-D0B6-CD96-A0DC-A7F4569962E4}"/>
                </a:ext>
              </a:extLst>
            </p:cNvPr>
            <p:cNvSpPr/>
            <p:nvPr/>
          </p:nvSpPr>
          <p:spPr>
            <a:xfrm>
              <a:off x="2333674" y="1784181"/>
              <a:ext cx="14" cy="14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1" y="0"/>
                  </a:moveTo>
                  <a:lnTo>
                    <a:pt x="1" y="0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57" name="Google Shape;5815;p80">
              <a:extLst>
                <a:ext uri="{FF2B5EF4-FFF2-40B4-BE49-F238E27FC236}">
                  <a16:creationId xmlns:a16="http://schemas.microsoft.com/office/drawing/2014/main" id="{98AA759C-CF6F-D5A9-318D-2E4BEA6FD04B}"/>
                </a:ext>
              </a:extLst>
            </p:cNvPr>
            <p:cNvSpPr/>
            <p:nvPr/>
          </p:nvSpPr>
          <p:spPr>
            <a:xfrm>
              <a:off x="2334720" y="1789218"/>
              <a:ext cx="1059" cy="4481"/>
            </a:xfrm>
            <a:custGeom>
              <a:avLst/>
              <a:gdLst/>
              <a:ahLst/>
              <a:cxnLst/>
              <a:rect l="l" t="t" r="r" b="b"/>
              <a:pathLst>
                <a:path w="78" h="330" extrusionOk="0">
                  <a:moveTo>
                    <a:pt x="78" y="329"/>
                  </a:moveTo>
                  <a:cubicBezTo>
                    <a:pt x="53" y="224"/>
                    <a:pt x="25" y="105"/>
                    <a:pt x="1" y="0"/>
                  </a:cubicBezTo>
                  <a:cubicBezTo>
                    <a:pt x="25" y="105"/>
                    <a:pt x="53" y="224"/>
                    <a:pt x="78" y="329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58" name="Google Shape;5816;p80">
              <a:extLst>
                <a:ext uri="{FF2B5EF4-FFF2-40B4-BE49-F238E27FC236}">
                  <a16:creationId xmlns:a16="http://schemas.microsoft.com/office/drawing/2014/main" id="{0B40D6FF-4BCF-F44C-29AB-64F35198918E}"/>
                </a:ext>
              </a:extLst>
            </p:cNvPr>
            <p:cNvSpPr/>
            <p:nvPr/>
          </p:nvSpPr>
          <p:spPr>
            <a:xfrm>
              <a:off x="2334530" y="1788403"/>
              <a:ext cx="204" cy="828"/>
            </a:xfrm>
            <a:custGeom>
              <a:avLst/>
              <a:gdLst/>
              <a:ahLst/>
              <a:cxnLst/>
              <a:rect l="l" t="t" r="r" b="b"/>
              <a:pathLst>
                <a:path w="15" h="61" extrusionOk="0">
                  <a:moveTo>
                    <a:pt x="1" y="1"/>
                  </a:moveTo>
                  <a:lnTo>
                    <a:pt x="15" y="60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59" name="Google Shape;5817;p80">
              <a:extLst>
                <a:ext uri="{FF2B5EF4-FFF2-40B4-BE49-F238E27FC236}">
                  <a16:creationId xmlns:a16="http://schemas.microsoft.com/office/drawing/2014/main" id="{A33A459D-9854-E037-2EFE-4AE42DC493FD}"/>
                </a:ext>
              </a:extLst>
            </p:cNvPr>
            <p:cNvSpPr/>
            <p:nvPr/>
          </p:nvSpPr>
          <p:spPr>
            <a:xfrm>
              <a:off x="2334340" y="1787697"/>
              <a:ext cx="204" cy="720"/>
            </a:xfrm>
            <a:custGeom>
              <a:avLst/>
              <a:gdLst/>
              <a:ahLst/>
              <a:cxnLst/>
              <a:rect l="l" t="t" r="r" b="b"/>
              <a:pathLst>
                <a:path w="15" h="53" extrusionOk="0">
                  <a:moveTo>
                    <a:pt x="1" y="0"/>
                  </a:moveTo>
                  <a:lnTo>
                    <a:pt x="15" y="53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60" name="Google Shape;5818;p80">
              <a:extLst>
                <a:ext uri="{FF2B5EF4-FFF2-40B4-BE49-F238E27FC236}">
                  <a16:creationId xmlns:a16="http://schemas.microsoft.com/office/drawing/2014/main" id="{859A5B67-8876-3AF1-167C-74E72AE2131F}"/>
                </a:ext>
              </a:extLst>
            </p:cNvPr>
            <p:cNvSpPr/>
            <p:nvPr/>
          </p:nvSpPr>
          <p:spPr>
            <a:xfrm>
              <a:off x="2333770" y="1785036"/>
              <a:ext cx="14" cy="14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1" y="0"/>
                  </a:move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61" name="Google Shape;5819;p80">
              <a:extLst>
                <a:ext uri="{FF2B5EF4-FFF2-40B4-BE49-F238E27FC236}">
                  <a16:creationId xmlns:a16="http://schemas.microsoft.com/office/drawing/2014/main" id="{81D102D5-F2D9-4176-34BF-B5AFDBD251DA}"/>
                </a:ext>
              </a:extLst>
            </p:cNvPr>
            <p:cNvSpPr/>
            <p:nvPr/>
          </p:nvSpPr>
          <p:spPr>
            <a:xfrm>
              <a:off x="2334150" y="1787073"/>
              <a:ext cx="204" cy="584"/>
            </a:xfrm>
            <a:custGeom>
              <a:avLst/>
              <a:gdLst/>
              <a:ahLst/>
              <a:cxnLst/>
              <a:rect l="l" t="t" r="r" b="b"/>
              <a:pathLst>
                <a:path w="15" h="43" extrusionOk="0">
                  <a:moveTo>
                    <a:pt x="1" y="1"/>
                  </a:moveTo>
                  <a:cubicBezTo>
                    <a:pt x="4" y="11"/>
                    <a:pt x="8" y="29"/>
                    <a:pt x="15" y="43"/>
                  </a:cubicBezTo>
                  <a:cubicBezTo>
                    <a:pt x="8" y="29"/>
                    <a:pt x="4" y="11"/>
                    <a:pt x="1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62" name="Google Shape;5820;p80">
              <a:extLst>
                <a:ext uri="{FF2B5EF4-FFF2-40B4-BE49-F238E27FC236}">
                  <a16:creationId xmlns:a16="http://schemas.microsoft.com/office/drawing/2014/main" id="{12366258-982A-EB4E-EFCC-54CD98A2DBFD}"/>
                </a:ext>
              </a:extLst>
            </p:cNvPr>
            <p:cNvSpPr/>
            <p:nvPr/>
          </p:nvSpPr>
          <p:spPr>
            <a:xfrm>
              <a:off x="2333865" y="1785742"/>
              <a:ext cx="14" cy="109"/>
            </a:xfrm>
            <a:custGeom>
              <a:avLst/>
              <a:gdLst/>
              <a:ahLst/>
              <a:cxnLst/>
              <a:rect l="l" t="t" r="r" b="b"/>
              <a:pathLst>
                <a:path w="1" h="8" extrusionOk="0">
                  <a:moveTo>
                    <a:pt x="1" y="1"/>
                  </a:moveTo>
                  <a:lnTo>
                    <a:pt x="1" y="8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63" name="Google Shape;5821;p80">
              <a:extLst>
                <a:ext uri="{FF2B5EF4-FFF2-40B4-BE49-F238E27FC236}">
                  <a16:creationId xmlns:a16="http://schemas.microsoft.com/office/drawing/2014/main" id="{7722FE7C-9D5E-D45C-12F7-F8313D921241}"/>
                </a:ext>
              </a:extLst>
            </p:cNvPr>
            <p:cNvSpPr/>
            <p:nvPr/>
          </p:nvSpPr>
          <p:spPr>
            <a:xfrm>
              <a:off x="2334055" y="1786462"/>
              <a:ext cx="14" cy="109"/>
            </a:xfrm>
            <a:custGeom>
              <a:avLst/>
              <a:gdLst/>
              <a:ahLst/>
              <a:cxnLst/>
              <a:rect l="l" t="t" r="r" b="b"/>
              <a:pathLst>
                <a:path w="1" h="8" extrusionOk="0">
                  <a:moveTo>
                    <a:pt x="1" y="0"/>
                  </a:moveTo>
                  <a:lnTo>
                    <a:pt x="1" y="7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64" name="Google Shape;5822;p80">
              <a:extLst>
                <a:ext uri="{FF2B5EF4-FFF2-40B4-BE49-F238E27FC236}">
                  <a16:creationId xmlns:a16="http://schemas.microsoft.com/office/drawing/2014/main" id="{39C2B4EB-4A86-5AD3-CDED-82FC62C844E9}"/>
                </a:ext>
              </a:extLst>
            </p:cNvPr>
            <p:cNvSpPr/>
            <p:nvPr/>
          </p:nvSpPr>
          <p:spPr>
            <a:xfrm>
              <a:off x="2333674" y="1784181"/>
              <a:ext cx="14" cy="14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1" y="0"/>
                  </a:move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65" name="Google Shape;5823;p80">
              <a:extLst>
                <a:ext uri="{FF2B5EF4-FFF2-40B4-BE49-F238E27FC236}">
                  <a16:creationId xmlns:a16="http://schemas.microsoft.com/office/drawing/2014/main" id="{C5E1F106-CAF9-627D-FCF4-7BF80E5CD467}"/>
                </a:ext>
              </a:extLst>
            </p:cNvPr>
            <p:cNvSpPr/>
            <p:nvPr/>
          </p:nvSpPr>
          <p:spPr>
            <a:xfrm>
              <a:off x="2369709" y="1751568"/>
              <a:ext cx="2580" cy="1249"/>
            </a:xfrm>
            <a:custGeom>
              <a:avLst/>
              <a:gdLst/>
              <a:ahLst/>
              <a:cxnLst/>
              <a:rect l="l" t="t" r="r" b="b"/>
              <a:pathLst>
                <a:path w="190" h="92" extrusionOk="0">
                  <a:moveTo>
                    <a:pt x="0" y="8"/>
                  </a:moveTo>
                  <a:cubicBezTo>
                    <a:pt x="29" y="1"/>
                    <a:pt x="130" y="57"/>
                    <a:pt x="190" y="92"/>
                  </a:cubicBezTo>
                  <a:cubicBezTo>
                    <a:pt x="130" y="57"/>
                    <a:pt x="29" y="1"/>
                    <a:pt x="0" y="8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66" name="Google Shape;5824;p80">
              <a:extLst>
                <a:ext uri="{FF2B5EF4-FFF2-40B4-BE49-F238E27FC236}">
                  <a16:creationId xmlns:a16="http://schemas.microsoft.com/office/drawing/2014/main" id="{91E10035-A7DF-BBE0-0D97-D3AEB8A1DFD7}"/>
                </a:ext>
              </a:extLst>
            </p:cNvPr>
            <p:cNvSpPr/>
            <p:nvPr/>
          </p:nvSpPr>
          <p:spPr>
            <a:xfrm>
              <a:off x="2348135" y="1797392"/>
              <a:ext cx="2620" cy="1724"/>
            </a:xfrm>
            <a:custGeom>
              <a:avLst/>
              <a:gdLst/>
              <a:ahLst/>
              <a:cxnLst/>
              <a:rect l="l" t="t" r="r" b="b"/>
              <a:pathLst>
                <a:path w="193" h="127" extrusionOk="0">
                  <a:moveTo>
                    <a:pt x="0" y="0"/>
                  </a:moveTo>
                  <a:lnTo>
                    <a:pt x="0" y="0"/>
                  </a:lnTo>
                  <a:cubicBezTo>
                    <a:pt x="63" y="39"/>
                    <a:pt x="126" y="84"/>
                    <a:pt x="193" y="126"/>
                  </a:cubicBezTo>
                  <a:cubicBezTo>
                    <a:pt x="126" y="81"/>
                    <a:pt x="63" y="39"/>
                    <a:pt x="0" y="0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67" name="Google Shape;5825;p80">
              <a:extLst>
                <a:ext uri="{FF2B5EF4-FFF2-40B4-BE49-F238E27FC236}">
                  <a16:creationId xmlns:a16="http://schemas.microsoft.com/office/drawing/2014/main" id="{88121061-E460-B05C-F491-D5A5A3C7CCE9}"/>
                </a:ext>
              </a:extLst>
            </p:cNvPr>
            <p:cNvSpPr/>
            <p:nvPr/>
          </p:nvSpPr>
          <p:spPr>
            <a:xfrm>
              <a:off x="2337666" y="1793631"/>
              <a:ext cx="14" cy="14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1" y="1"/>
                  </a:move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68" name="Google Shape;5826;p80">
              <a:extLst>
                <a:ext uri="{FF2B5EF4-FFF2-40B4-BE49-F238E27FC236}">
                  <a16:creationId xmlns:a16="http://schemas.microsoft.com/office/drawing/2014/main" id="{2B432CEB-1F87-A5D7-707B-839EBAB99568}"/>
                </a:ext>
              </a:extLst>
            </p:cNvPr>
            <p:cNvSpPr/>
            <p:nvPr/>
          </p:nvSpPr>
          <p:spPr>
            <a:xfrm>
              <a:off x="2338046" y="1793590"/>
              <a:ext cx="679" cy="14"/>
            </a:xfrm>
            <a:custGeom>
              <a:avLst/>
              <a:gdLst/>
              <a:ahLst/>
              <a:cxnLst/>
              <a:rect l="l" t="t" r="r" b="b"/>
              <a:pathLst>
                <a:path w="50" h="1" extrusionOk="0">
                  <a:moveTo>
                    <a:pt x="1" y="0"/>
                  </a:moveTo>
                  <a:lnTo>
                    <a:pt x="50" y="0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69" name="Google Shape;5827;p80">
              <a:extLst>
                <a:ext uri="{FF2B5EF4-FFF2-40B4-BE49-F238E27FC236}">
                  <a16:creationId xmlns:a16="http://schemas.microsoft.com/office/drawing/2014/main" id="{0E656CA9-D878-E5EF-0D36-7EB005AD8409}"/>
                </a:ext>
              </a:extLst>
            </p:cNvPr>
            <p:cNvSpPr/>
            <p:nvPr/>
          </p:nvSpPr>
          <p:spPr>
            <a:xfrm>
              <a:off x="2342663" y="1794255"/>
              <a:ext cx="353" cy="204"/>
            </a:xfrm>
            <a:custGeom>
              <a:avLst/>
              <a:gdLst/>
              <a:ahLst/>
              <a:cxnLst/>
              <a:rect l="l" t="t" r="r" b="b"/>
              <a:pathLst>
                <a:path w="26" h="15" extrusionOk="0">
                  <a:moveTo>
                    <a:pt x="1" y="0"/>
                  </a:moveTo>
                  <a:lnTo>
                    <a:pt x="25" y="14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70" name="Google Shape;5828;p80">
              <a:extLst>
                <a:ext uri="{FF2B5EF4-FFF2-40B4-BE49-F238E27FC236}">
                  <a16:creationId xmlns:a16="http://schemas.microsoft.com/office/drawing/2014/main" id="{82CAB7E5-C44A-8348-B600-B0A3025992F2}"/>
                </a:ext>
              </a:extLst>
            </p:cNvPr>
            <p:cNvSpPr/>
            <p:nvPr/>
          </p:nvSpPr>
          <p:spPr>
            <a:xfrm>
              <a:off x="2344088" y="1795016"/>
              <a:ext cx="4060" cy="2390"/>
            </a:xfrm>
            <a:custGeom>
              <a:avLst/>
              <a:gdLst/>
              <a:ahLst/>
              <a:cxnLst/>
              <a:rect l="l" t="t" r="r" b="b"/>
              <a:pathLst>
                <a:path w="299" h="176" extrusionOk="0">
                  <a:moveTo>
                    <a:pt x="1" y="0"/>
                  </a:moveTo>
                  <a:cubicBezTo>
                    <a:pt x="88" y="46"/>
                    <a:pt x="186" y="105"/>
                    <a:pt x="298" y="175"/>
                  </a:cubicBezTo>
                  <a:cubicBezTo>
                    <a:pt x="186" y="105"/>
                    <a:pt x="88" y="46"/>
                    <a:pt x="1" y="0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71" name="Google Shape;5829;p80">
              <a:extLst>
                <a:ext uri="{FF2B5EF4-FFF2-40B4-BE49-F238E27FC236}">
                  <a16:creationId xmlns:a16="http://schemas.microsoft.com/office/drawing/2014/main" id="{1E456AA0-E391-553D-4215-5147FDB1FCBF}"/>
                </a:ext>
              </a:extLst>
            </p:cNvPr>
            <p:cNvSpPr/>
            <p:nvPr/>
          </p:nvSpPr>
          <p:spPr>
            <a:xfrm>
              <a:off x="2343192" y="1794540"/>
              <a:ext cx="109" cy="54"/>
            </a:xfrm>
            <a:custGeom>
              <a:avLst/>
              <a:gdLst/>
              <a:ahLst/>
              <a:cxnLst/>
              <a:rect l="l" t="t" r="r" b="b"/>
              <a:pathLst>
                <a:path w="8" h="4" extrusionOk="0">
                  <a:moveTo>
                    <a:pt x="0" y="0"/>
                  </a:moveTo>
                  <a:lnTo>
                    <a:pt x="7" y="4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72" name="Google Shape;5830;p80">
              <a:extLst>
                <a:ext uri="{FF2B5EF4-FFF2-40B4-BE49-F238E27FC236}">
                  <a16:creationId xmlns:a16="http://schemas.microsoft.com/office/drawing/2014/main" id="{AF93AC35-D4B4-91AF-5FEE-5BE511C28605}"/>
                </a:ext>
              </a:extLst>
            </p:cNvPr>
            <p:cNvSpPr/>
            <p:nvPr/>
          </p:nvSpPr>
          <p:spPr>
            <a:xfrm>
              <a:off x="2338712" y="1793590"/>
              <a:ext cx="2009" cy="109"/>
            </a:xfrm>
            <a:custGeom>
              <a:avLst/>
              <a:gdLst/>
              <a:ahLst/>
              <a:cxnLst/>
              <a:rect l="l" t="t" r="r" b="b"/>
              <a:pathLst>
                <a:path w="148" h="8" extrusionOk="0">
                  <a:moveTo>
                    <a:pt x="1" y="0"/>
                  </a:moveTo>
                  <a:cubicBezTo>
                    <a:pt x="50" y="0"/>
                    <a:pt x="99" y="4"/>
                    <a:pt x="148" y="7"/>
                  </a:cubicBezTo>
                  <a:cubicBezTo>
                    <a:pt x="99" y="4"/>
                    <a:pt x="50" y="0"/>
                    <a:pt x="1" y="0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73" name="Google Shape;5831;p80">
              <a:extLst>
                <a:ext uri="{FF2B5EF4-FFF2-40B4-BE49-F238E27FC236}">
                  <a16:creationId xmlns:a16="http://schemas.microsoft.com/office/drawing/2014/main" id="{D0902152-27EA-3501-E443-DA6F5EFDD924}"/>
                </a:ext>
              </a:extLst>
            </p:cNvPr>
            <p:cNvSpPr/>
            <p:nvPr/>
          </p:nvSpPr>
          <p:spPr>
            <a:xfrm>
              <a:off x="2382309" y="1818355"/>
              <a:ext cx="14" cy="14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0" y="0"/>
                  </a:move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74" name="Google Shape;5832;p80">
              <a:extLst>
                <a:ext uri="{FF2B5EF4-FFF2-40B4-BE49-F238E27FC236}">
                  <a16:creationId xmlns:a16="http://schemas.microsoft.com/office/drawing/2014/main" id="{FA205D47-DA25-7FA0-E630-523E014636D7}"/>
                </a:ext>
              </a:extLst>
            </p:cNvPr>
            <p:cNvSpPr/>
            <p:nvPr/>
          </p:nvSpPr>
          <p:spPr>
            <a:xfrm>
              <a:off x="2386776" y="1818776"/>
              <a:ext cx="3435" cy="394"/>
            </a:xfrm>
            <a:custGeom>
              <a:avLst/>
              <a:gdLst/>
              <a:ahLst/>
              <a:cxnLst/>
              <a:rect l="l" t="t" r="r" b="b"/>
              <a:pathLst>
                <a:path w="253" h="29" extrusionOk="0">
                  <a:moveTo>
                    <a:pt x="252" y="29"/>
                  </a:moveTo>
                  <a:lnTo>
                    <a:pt x="0" y="1"/>
                  </a:lnTo>
                  <a:lnTo>
                    <a:pt x="252" y="29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75" name="Google Shape;5833;p80">
              <a:extLst>
                <a:ext uri="{FF2B5EF4-FFF2-40B4-BE49-F238E27FC236}">
                  <a16:creationId xmlns:a16="http://schemas.microsoft.com/office/drawing/2014/main" id="{8BE0133D-8314-8F95-7A74-26E0E06BD859}"/>
                </a:ext>
              </a:extLst>
            </p:cNvPr>
            <p:cNvSpPr/>
            <p:nvPr/>
          </p:nvSpPr>
          <p:spPr>
            <a:xfrm>
              <a:off x="2392098" y="1811662"/>
              <a:ext cx="11663" cy="11554"/>
            </a:xfrm>
            <a:custGeom>
              <a:avLst/>
              <a:gdLst/>
              <a:ahLst/>
              <a:cxnLst/>
              <a:rect l="l" t="t" r="r" b="b"/>
              <a:pathLst>
                <a:path w="859" h="851" extrusionOk="0">
                  <a:moveTo>
                    <a:pt x="408" y="0"/>
                  </a:moveTo>
                  <a:cubicBezTo>
                    <a:pt x="403" y="0"/>
                    <a:pt x="398" y="1"/>
                    <a:pt x="392" y="3"/>
                  </a:cubicBezTo>
                  <a:cubicBezTo>
                    <a:pt x="322" y="7"/>
                    <a:pt x="263" y="49"/>
                    <a:pt x="235" y="112"/>
                  </a:cubicBezTo>
                  <a:cubicBezTo>
                    <a:pt x="217" y="136"/>
                    <a:pt x="200" y="161"/>
                    <a:pt x="179" y="182"/>
                  </a:cubicBezTo>
                  <a:lnTo>
                    <a:pt x="175" y="185"/>
                  </a:lnTo>
                  <a:lnTo>
                    <a:pt x="172" y="192"/>
                  </a:lnTo>
                  <a:lnTo>
                    <a:pt x="168" y="196"/>
                  </a:lnTo>
                  <a:lnTo>
                    <a:pt x="165" y="199"/>
                  </a:lnTo>
                  <a:lnTo>
                    <a:pt x="161" y="206"/>
                  </a:lnTo>
                  <a:lnTo>
                    <a:pt x="161" y="210"/>
                  </a:lnTo>
                  <a:lnTo>
                    <a:pt x="158" y="217"/>
                  </a:lnTo>
                  <a:lnTo>
                    <a:pt x="158" y="220"/>
                  </a:lnTo>
                  <a:lnTo>
                    <a:pt x="151" y="234"/>
                  </a:lnTo>
                  <a:lnTo>
                    <a:pt x="147" y="238"/>
                  </a:lnTo>
                  <a:lnTo>
                    <a:pt x="140" y="252"/>
                  </a:lnTo>
                  <a:lnTo>
                    <a:pt x="140" y="255"/>
                  </a:lnTo>
                  <a:lnTo>
                    <a:pt x="130" y="273"/>
                  </a:lnTo>
                  <a:lnTo>
                    <a:pt x="126" y="280"/>
                  </a:lnTo>
                  <a:lnTo>
                    <a:pt x="119" y="301"/>
                  </a:lnTo>
                  <a:lnTo>
                    <a:pt x="116" y="308"/>
                  </a:lnTo>
                  <a:lnTo>
                    <a:pt x="102" y="332"/>
                  </a:lnTo>
                  <a:lnTo>
                    <a:pt x="102" y="336"/>
                  </a:lnTo>
                  <a:lnTo>
                    <a:pt x="88" y="367"/>
                  </a:lnTo>
                  <a:lnTo>
                    <a:pt x="88" y="371"/>
                  </a:lnTo>
                  <a:cubicBezTo>
                    <a:pt x="63" y="420"/>
                    <a:pt x="35" y="486"/>
                    <a:pt x="0" y="567"/>
                  </a:cubicBezTo>
                  <a:lnTo>
                    <a:pt x="252" y="598"/>
                  </a:lnTo>
                  <a:lnTo>
                    <a:pt x="270" y="598"/>
                  </a:lnTo>
                  <a:lnTo>
                    <a:pt x="550" y="833"/>
                  </a:lnTo>
                  <a:lnTo>
                    <a:pt x="858" y="850"/>
                  </a:lnTo>
                  <a:cubicBezTo>
                    <a:pt x="837" y="791"/>
                    <a:pt x="809" y="728"/>
                    <a:pt x="785" y="668"/>
                  </a:cubicBezTo>
                  <a:cubicBezTo>
                    <a:pt x="687" y="434"/>
                    <a:pt x="631" y="297"/>
                    <a:pt x="631" y="231"/>
                  </a:cubicBezTo>
                  <a:cubicBezTo>
                    <a:pt x="631" y="199"/>
                    <a:pt x="638" y="171"/>
                    <a:pt x="655" y="143"/>
                  </a:cubicBezTo>
                  <a:lnTo>
                    <a:pt x="641" y="133"/>
                  </a:lnTo>
                  <a:lnTo>
                    <a:pt x="620" y="112"/>
                  </a:lnTo>
                  <a:lnTo>
                    <a:pt x="599" y="94"/>
                  </a:lnTo>
                  <a:lnTo>
                    <a:pt x="582" y="77"/>
                  </a:lnTo>
                  <a:lnTo>
                    <a:pt x="564" y="63"/>
                  </a:lnTo>
                  <a:lnTo>
                    <a:pt x="543" y="49"/>
                  </a:lnTo>
                  <a:lnTo>
                    <a:pt x="529" y="38"/>
                  </a:lnTo>
                  <a:lnTo>
                    <a:pt x="512" y="28"/>
                  </a:lnTo>
                  <a:lnTo>
                    <a:pt x="498" y="21"/>
                  </a:lnTo>
                  <a:lnTo>
                    <a:pt x="484" y="10"/>
                  </a:lnTo>
                  <a:lnTo>
                    <a:pt x="470" y="7"/>
                  </a:lnTo>
                  <a:cubicBezTo>
                    <a:pt x="463" y="7"/>
                    <a:pt x="459" y="3"/>
                    <a:pt x="452" y="3"/>
                  </a:cubicBezTo>
                  <a:lnTo>
                    <a:pt x="424" y="3"/>
                  </a:lnTo>
                  <a:cubicBezTo>
                    <a:pt x="419" y="1"/>
                    <a:pt x="413" y="0"/>
                    <a:pt x="408" y="0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76" name="Google Shape;5834;p80">
              <a:extLst>
                <a:ext uri="{FF2B5EF4-FFF2-40B4-BE49-F238E27FC236}">
                  <a16:creationId xmlns:a16="http://schemas.microsoft.com/office/drawing/2014/main" id="{B63EC97A-7061-5EB8-3D95-80FC8EEE42B7}"/>
                </a:ext>
              </a:extLst>
            </p:cNvPr>
            <p:cNvSpPr/>
            <p:nvPr/>
          </p:nvSpPr>
          <p:spPr>
            <a:xfrm>
              <a:off x="2392003" y="1819401"/>
              <a:ext cx="3435" cy="434"/>
            </a:xfrm>
            <a:custGeom>
              <a:avLst/>
              <a:gdLst/>
              <a:ahLst/>
              <a:cxnLst/>
              <a:rect l="l" t="t" r="r" b="b"/>
              <a:pathLst>
                <a:path w="253" h="32" extrusionOk="0">
                  <a:moveTo>
                    <a:pt x="0" y="0"/>
                  </a:moveTo>
                  <a:lnTo>
                    <a:pt x="0" y="0"/>
                  </a:lnTo>
                  <a:lnTo>
                    <a:pt x="252" y="32"/>
                  </a:lnTo>
                  <a:lnTo>
                    <a:pt x="252" y="32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77" name="Google Shape;5835;p80">
              <a:extLst>
                <a:ext uri="{FF2B5EF4-FFF2-40B4-BE49-F238E27FC236}">
                  <a16:creationId xmlns:a16="http://schemas.microsoft.com/office/drawing/2014/main" id="{A47F13AB-BA66-A3ED-61CC-BC7E59B1CEB1}"/>
                </a:ext>
              </a:extLst>
            </p:cNvPr>
            <p:cNvSpPr/>
            <p:nvPr/>
          </p:nvSpPr>
          <p:spPr>
            <a:xfrm>
              <a:off x="2399471" y="1823053"/>
              <a:ext cx="4236" cy="204"/>
            </a:xfrm>
            <a:custGeom>
              <a:avLst/>
              <a:gdLst/>
              <a:ahLst/>
              <a:cxnLst/>
              <a:rect l="l" t="t" r="r" b="b"/>
              <a:pathLst>
                <a:path w="312" h="15" extrusionOk="0">
                  <a:moveTo>
                    <a:pt x="312" y="15"/>
                  </a:moveTo>
                  <a:lnTo>
                    <a:pt x="312" y="15"/>
                  </a:lnTo>
                  <a:lnTo>
                    <a:pt x="0" y="1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78" name="Google Shape;5836;p80">
              <a:extLst>
                <a:ext uri="{FF2B5EF4-FFF2-40B4-BE49-F238E27FC236}">
                  <a16:creationId xmlns:a16="http://schemas.microsoft.com/office/drawing/2014/main" id="{1120171C-BFC5-66CF-3C3A-93B4E6F459C6}"/>
                </a:ext>
              </a:extLst>
            </p:cNvPr>
            <p:cNvSpPr/>
            <p:nvPr/>
          </p:nvSpPr>
          <p:spPr>
            <a:xfrm>
              <a:off x="2397991" y="1811743"/>
              <a:ext cx="204" cy="14"/>
            </a:xfrm>
            <a:custGeom>
              <a:avLst/>
              <a:gdLst/>
              <a:ahLst/>
              <a:cxnLst/>
              <a:rect l="l" t="t" r="r" b="b"/>
              <a:pathLst>
                <a:path w="15" h="1" extrusionOk="0">
                  <a:moveTo>
                    <a:pt x="0" y="1"/>
                  </a:moveTo>
                  <a:lnTo>
                    <a:pt x="15" y="1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79" name="Google Shape;5837;p80">
              <a:extLst>
                <a:ext uri="{FF2B5EF4-FFF2-40B4-BE49-F238E27FC236}">
                  <a16:creationId xmlns:a16="http://schemas.microsoft.com/office/drawing/2014/main" id="{D2BB3F95-CF56-0EA1-C499-01E0B7F5DE04}"/>
                </a:ext>
              </a:extLst>
            </p:cNvPr>
            <p:cNvSpPr/>
            <p:nvPr/>
          </p:nvSpPr>
          <p:spPr>
            <a:xfrm>
              <a:off x="2393185" y="1816685"/>
              <a:ext cx="14" cy="68"/>
            </a:xfrm>
            <a:custGeom>
              <a:avLst/>
              <a:gdLst/>
              <a:ahLst/>
              <a:cxnLst/>
              <a:rect l="l" t="t" r="r" b="b"/>
              <a:pathLst>
                <a:path w="1" h="5" extrusionOk="0">
                  <a:moveTo>
                    <a:pt x="1" y="4"/>
                  </a:moveTo>
                  <a:lnTo>
                    <a:pt x="1" y="1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80" name="Google Shape;5838;p80">
              <a:extLst>
                <a:ext uri="{FF2B5EF4-FFF2-40B4-BE49-F238E27FC236}">
                  <a16:creationId xmlns:a16="http://schemas.microsoft.com/office/drawing/2014/main" id="{609E4009-45B8-54FD-4042-CABC2579FC94}"/>
                </a:ext>
              </a:extLst>
            </p:cNvPr>
            <p:cNvSpPr/>
            <p:nvPr/>
          </p:nvSpPr>
          <p:spPr>
            <a:xfrm>
              <a:off x="2399702" y="1812598"/>
              <a:ext cx="204" cy="204"/>
            </a:xfrm>
            <a:custGeom>
              <a:avLst/>
              <a:gdLst/>
              <a:ahLst/>
              <a:cxnLst/>
              <a:rect l="l" t="t" r="r" b="b"/>
              <a:pathLst>
                <a:path w="15" h="15" extrusionOk="0">
                  <a:moveTo>
                    <a:pt x="1" y="1"/>
                  </a:moveTo>
                  <a:lnTo>
                    <a:pt x="15" y="15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81" name="Google Shape;5839;p80">
              <a:extLst>
                <a:ext uri="{FF2B5EF4-FFF2-40B4-BE49-F238E27FC236}">
                  <a16:creationId xmlns:a16="http://schemas.microsoft.com/office/drawing/2014/main" id="{44387204-FF34-D329-C0A4-762011E95641}"/>
                </a:ext>
              </a:extLst>
            </p:cNvPr>
            <p:cNvSpPr/>
            <p:nvPr/>
          </p:nvSpPr>
          <p:spPr>
            <a:xfrm>
              <a:off x="2399227" y="1812273"/>
              <a:ext cx="204" cy="149"/>
            </a:xfrm>
            <a:custGeom>
              <a:avLst/>
              <a:gdLst/>
              <a:ahLst/>
              <a:cxnLst/>
              <a:rect l="l" t="t" r="r" b="b"/>
              <a:pathLst>
                <a:path w="15" h="11" extrusionOk="0">
                  <a:moveTo>
                    <a:pt x="1" y="0"/>
                  </a:moveTo>
                  <a:lnTo>
                    <a:pt x="15" y="11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82" name="Google Shape;5840;p80">
              <a:extLst>
                <a:ext uri="{FF2B5EF4-FFF2-40B4-BE49-F238E27FC236}">
                  <a16:creationId xmlns:a16="http://schemas.microsoft.com/office/drawing/2014/main" id="{FD4CEB7D-F964-FC2E-5965-DD6C1FF4AD4F}"/>
                </a:ext>
              </a:extLst>
            </p:cNvPr>
            <p:cNvSpPr/>
            <p:nvPr/>
          </p:nvSpPr>
          <p:spPr>
            <a:xfrm>
              <a:off x="2398426" y="1811838"/>
              <a:ext cx="149" cy="68"/>
            </a:xfrm>
            <a:custGeom>
              <a:avLst/>
              <a:gdLst/>
              <a:ahLst/>
              <a:cxnLst/>
              <a:rect l="l" t="t" r="r" b="b"/>
              <a:pathLst>
                <a:path w="11" h="5" extrusionOk="0">
                  <a:moveTo>
                    <a:pt x="0" y="1"/>
                  </a:moveTo>
                  <a:lnTo>
                    <a:pt x="11" y="4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83" name="Google Shape;5841;p80">
              <a:extLst>
                <a:ext uri="{FF2B5EF4-FFF2-40B4-BE49-F238E27FC236}">
                  <a16:creationId xmlns:a16="http://schemas.microsoft.com/office/drawing/2014/main" id="{E8B04C11-94D8-D5E7-1151-4EC317A44356}"/>
                </a:ext>
              </a:extLst>
            </p:cNvPr>
            <p:cNvSpPr/>
            <p:nvPr/>
          </p:nvSpPr>
          <p:spPr>
            <a:xfrm>
              <a:off x="2397367" y="1811743"/>
              <a:ext cx="394" cy="14"/>
            </a:xfrm>
            <a:custGeom>
              <a:avLst/>
              <a:gdLst/>
              <a:ahLst/>
              <a:cxnLst/>
              <a:rect l="l" t="t" r="r" b="b"/>
              <a:pathLst>
                <a:path w="29" h="1" extrusionOk="0">
                  <a:moveTo>
                    <a:pt x="1" y="1"/>
                  </a:moveTo>
                  <a:cubicBezTo>
                    <a:pt x="8" y="1"/>
                    <a:pt x="18" y="1"/>
                    <a:pt x="29" y="1"/>
                  </a:cubicBezTo>
                  <a:cubicBezTo>
                    <a:pt x="18" y="1"/>
                    <a:pt x="8" y="1"/>
                    <a:pt x="1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84" name="Google Shape;5842;p80">
              <a:extLst>
                <a:ext uri="{FF2B5EF4-FFF2-40B4-BE49-F238E27FC236}">
                  <a16:creationId xmlns:a16="http://schemas.microsoft.com/office/drawing/2014/main" id="{DE94324B-DD17-BCE9-0C98-BC05BC36BA61}"/>
                </a:ext>
              </a:extLst>
            </p:cNvPr>
            <p:cNvSpPr/>
            <p:nvPr/>
          </p:nvSpPr>
          <p:spPr>
            <a:xfrm>
              <a:off x="2393755" y="1815409"/>
              <a:ext cx="68" cy="109"/>
            </a:xfrm>
            <a:custGeom>
              <a:avLst/>
              <a:gdLst/>
              <a:ahLst/>
              <a:cxnLst/>
              <a:rect l="l" t="t" r="r" b="b"/>
              <a:pathLst>
                <a:path w="5" h="8" extrusionOk="0">
                  <a:moveTo>
                    <a:pt x="1" y="7"/>
                  </a:moveTo>
                  <a:lnTo>
                    <a:pt x="4" y="0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85" name="Google Shape;5843;p80">
              <a:extLst>
                <a:ext uri="{FF2B5EF4-FFF2-40B4-BE49-F238E27FC236}">
                  <a16:creationId xmlns:a16="http://schemas.microsoft.com/office/drawing/2014/main" id="{528A6CB4-9BAF-5A1B-8BEC-43E47325DF39}"/>
                </a:ext>
              </a:extLst>
            </p:cNvPr>
            <p:cNvSpPr/>
            <p:nvPr/>
          </p:nvSpPr>
          <p:spPr>
            <a:xfrm>
              <a:off x="2400747" y="1813549"/>
              <a:ext cx="204" cy="163"/>
            </a:xfrm>
            <a:custGeom>
              <a:avLst/>
              <a:gdLst/>
              <a:ahLst/>
              <a:cxnLst/>
              <a:rect l="l" t="t" r="r" b="b"/>
              <a:pathLst>
                <a:path w="15" h="12" extrusionOk="0">
                  <a:moveTo>
                    <a:pt x="15" y="11"/>
                  </a:moveTo>
                  <a:lnTo>
                    <a:pt x="1" y="1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86" name="Google Shape;5844;p80">
              <a:extLst>
                <a:ext uri="{FF2B5EF4-FFF2-40B4-BE49-F238E27FC236}">
                  <a16:creationId xmlns:a16="http://schemas.microsoft.com/office/drawing/2014/main" id="{A319F4F8-5E42-284B-30B5-F3001F420426}"/>
                </a:ext>
              </a:extLst>
            </p:cNvPr>
            <p:cNvSpPr/>
            <p:nvPr/>
          </p:nvSpPr>
          <p:spPr>
            <a:xfrm>
              <a:off x="2393375" y="1816169"/>
              <a:ext cx="68" cy="109"/>
            </a:xfrm>
            <a:custGeom>
              <a:avLst/>
              <a:gdLst/>
              <a:ahLst/>
              <a:cxnLst/>
              <a:rect l="l" t="t" r="r" b="b"/>
              <a:pathLst>
                <a:path w="5" h="8" extrusionOk="0">
                  <a:moveTo>
                    <a:pt x="1" y="7"/>
                  </a:moveTo>
                  <a:lnTo>
                    <a:pt x="4" y="0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87" name="Google Shape;5845;p80">
              <a:extLst>
                <a:ext uri="{FF2B5EF4-FFF2-40B4-BE49-F238E27FC236}">
                  <a16:creationId xmlns:a16="http://schemas.microsoft.com/office/drawing/2014/main" id="{FA9C180A-D89E-A4F4-6A72-892D44B95441}"/>
                </a:ext>
              </a:extLst>
            </p:cNvPr>
            <p:cNvSpPr/>
            <p:nvPr/>
          </p:nvSpPr>
          <p:spPr>
            <a:xfrm>
              <a:off x="2400177" y="1813033"/>
              <a:ext cx="299" cy="244"/>
            </a:xfrm>
            <a:custGeom>
              <a:avLst/>
              <a:gdLst/>
              <a:ahLst/>
              <a:cxnLst/>
              <a:rect l="l" t="t" r="r" b="b"/>
              <a:pathLst>
                <a:path w="22" h="18" extrusionOk="0">
                  <a:moveTo>
                    <a:pt x="1" y="0"/>
                  </a:moveTo>
                  <a:lnTo>
                    <a:pt x="22" y="18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88" name="Google Shape;5846;p80">
              <a:extLst>
                <a:ext uri="{FF2B5EF4-FFF2-40B4-BE49-F238E27FC236}">
                  <a16:creationId xmlns:a16="http://schemas.microsoft.com/office/drawing/2014/main" id="{2629FEEE-973F-BF4E-EF98-C9ADDB847E97}"/>
                </a:ext>
              </a:extLst>
            </p:cNvPr>
            <p:cNvSpPr/>
            <p:nvPr/>
          </p:nvSpPr>
          <p:spPr>
            <a:xfrm>
              <a:off x="2393565" y="1815735"/>
              <a:ext cx="68" cy="109"/>
            </a:xfrm>
            <a:custGeom>
              <a:avLst/>
              <a:gdLst/>
              <a:ahLst/>
              <a:cxnLst/>
              <a:rect l="l" t="t" r="r" b="b"/>
              <a:pathLst>
                <a:path w="5" h="8" extrusionOk="0">
                  <a:moveTo>
                    <a:pt x="1" y="8"/>
                  </a:moveTo>
                  <a:lnTo>
                    <a:pt x="4" y="1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89" name="Google Shape;5847;p80">
              <a:extLst>
                <a:ext uri="{FF2B5EF4-FFF2-40B4-BE49-F238E27FC236}">
                  <a16:creationId xmlns:a16="http://schemas.microsoft.com/office/drawing/2014/main" id="{FA508EB9-B3DD-6A46-DBBF-712B38E4954A}"/>
                </a:ext>
              </a:extLst>
            </p:cNvPr>
            <p:cNvSpPr/>
            <p:nvPr/>
          </p:nvSpPr>
          <p:spPr>
            <a:xfrm>
              <a:off x="2398806" y="1812028"/>
              <a:ext cx="204" cy="109"/>
            </a:xfrm>
            <a:custGeom>
              <a:avLst/>
              <a:gdLst/>
              <a:ahLst/>
              <a:cxnLst/>
              <a:rect l="l" t="t" r="r" b="b"/>
              <a:pathLst>
                <a:path w="15" h="8" extrusionOk="0">
                  <a:moveTo>
                    <a:pt x="0" y="1"/>
                  </a:moveTo>
                  <a:lnTo>
                    <a:pt x="14" y="8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90" name="Google Shape;5848;p80">
              <a:extLst>
                <a:ext uri="{FF2B5EF4-FFF2-40B4-BE49-F238E27FC236}">
                  <a16:creationId xmlns:a16="http://schemas.microsoft.com/office/drawing/2014/main" id="{F41D3CB9-200C-3D78-4035-7E7D7CD7CCB7}"/>
                </a:ext>
              </a:extLst>
            </p:cNvPr>
            <p:cNvSpPr/>
            <p:nvPr/>
          </p:nvSpPr>
          <p:spPr>
            <a:xfrm>
              <a:off x="2394420" y="1814268"/>
              <a:ext cx="14" cy="14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1" y="0"/>
                  </a:move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91" name="Google Shape;5849;p80">
              <a:extLst>
                <a:ext uri="{FF2B5EF4-FFF2-40B4-BE49-F238E27FC236}">
                  <a16:creationId xmlns:a16="http://schemas.microsoft.com/office/drawing/2014/main" id="{093E4C83-AB06-3EE0-B5F9-69E63579DDB1}"/>
                </a:ext>
              </a:extLst>
            </p:cNvPr>
            <p:cNvSpPr/>
            <p:nvPr/>
          </p:nvSpPr>
          <p:spPr>
            <a:xfrm>
              <a:off x="2394040" y="1814839"/>
              <a:ext cx="68" cy="109"/>
            </a:xfrm>
            <a:custGeom>
              <a:avLst/>
              <a:gdLst/>
              <a:ahLst/>
              <a:cxnLst/>
              <a:rect l="l" t="t" r="r" b="b"/>
              <a:pathLst>
                <a:path w="5" h="8" extrusionOk="0">
                  <a:moveTo>
                    <a:pt x="1" y="7"/>
                  </a:moveTo>
                  <a:lnTo>
                    <a:pt x="4" y="0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92" name="Google Shape;5850;p80">
              <a:extLst>
                <a:ext uri="{FF2B5EF4-FFF2-40B4-BE49-F238E27FC236}">
                  <a16:creationId xmlns:a16="http://schemas.microsoft.com/office/drawing/2014/main" id="{80E7798A-2473-1FCE-CD73-0616CCC15A63}"/>
                </a:ext>
              </a:extLst>
            </p:cNvPr>
            <p:cNvSpPr/>
            <p:nvPr/>
          </p:nvSpPr>
          <p:spPr>
            <a:xfrm>
              <a:off x="2394135" y="1814649"/>
              <a:ext cx="14" cy="54"/>
            </a:xfrm>
            <a:custGeom>
              <a:avLst/>
              <a:gdLst/>
              <a:ahLst/>
              <a:cxnLst/>
              <a:rect l="l" t="t" r="r" b="b"/>
              <a:pathLst>
                <a:path w="1" h="4" extrusionOk="0">
                  <a:moveTo>
                    <a:pt x="1" y="4"/>
                  </a:moveTo>
                  <a:lnTo>
                    <a:pt x="1" y="0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93" name="Google Shape;5851;p80">
              <a:extLst>
                <a:ext uri="{FF2B5EF4-FFF2-40B4-BE49-F238E27FC236}">
                  <a16:creationId xmlns:a16="http://schemas.microsoft.com/office/drawing/2014/main" id="{30969F35-4681-0600-2FF9-01A26AB2E1B4}"/>
                </a:ext>
              </a:extLst>
            </p:cNvPr>
            <p:cNvSpPr/>
            <p:nvPr/>
          </p:nvSpPr>
          <p:spPr>
            <a:xfrm>
              <a:off x="2394230" y="1814499"/>
              <a:ext cx="14" cy="68"/>
            </a:xfrm>
            <a:custGeom>
              <a:avLst/>
              <a:gdLst/>
              <a:ahLst/>
              <a:cxnLst/>
              <a:rect l="l" t="t" r="r" b="b"/>
              <a:pathLst>
                <a:path w="1" h="5" extrusionOk="0">
                  <a:moveTo>
                    <a:pt x="1" y="4"/>
                  </a:moveTo>
                  <a:lnTo>
                    <a:pt x="1" y="1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94" name="Google Shape;5852;p80">
              <a:extLst>
                <a:ext uri="{FF2B5EF4-FFF2-40B4-BE49-F238E27FC236}">
                  <a16:creationId xmlns:a16="http://schemas.microsoft.com/office/drawing/2014/main" id="{73D9E1A2-49F1-471D-8875-A8AD63EA401E}"/>
                </a:ext>
              </a:extLst>
            </p:cNvPr>
            <p:cNvSpPr/>
            <p:nvPr/>
          </p:nvSpPr>
          <p:spPr>
            <a:xfrm>
              <a:off x="2394380" y="1814309"/>
              <a:ext cx="14" cy="14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0" y="1"/>
                  </a:move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95" name="Google Shape;5853;p80">
              <a:extLst>
                <a:ext uri="{FF2B5EF4-FFF2-40B4-BE49-F238E27FC236}">
                  <a16:creationId xmlns:a16="http://schemas.microsoft.com/office/drawing/2014/main" id="{4F30E972-4898-6DEE-BEBB-4E397915135B}"/>
                </a:ext>
              </a:extLst>
            </p:cNvPr>
            <p:cNvSpPr/>
            <p:nvPr/>
          </p:nvSpPr>
          <p:spPr>
            <a:xfrm>
              <a:off x="2394325" y="1814404"/>
              <a:ext cx="14" cy="14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1" y="1"/>
                  </a:move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96" name="Google Shape;5854;p80">
              <a:extLst>
                <a:ext uri="{FF2B5EF4-FFF2-40B4-BE49-F238E27FC236}">
                  <a16:creationId xmlns:a16="http://schemas.microsoft.com/office/drawing/2014/main" id="{0740E2A0-B94B-990C-2237-38845533E8CA}"/>
                </a:ext>
              </a:extLst>
            </p:cNvPr>
            <p:cNvSpPr/>
            <p:nvPr/>
          </p:nvSpPr>
          <p:spPr>
            <a:xfrm>
              <a:off x="2393904" y="1815070"/>
              <a:ext cx="54" cy="109"/>
            </a:xfrm>
            <a:custGeom>
              <a:avLst/>
              <a:gdLst/>
              <a:ahLst/>
              <a:cxnLst/>
              <a:rect l="l" t="t" r="r" b="b"/>
              <a:pathLst>
                <a:path w="4" h="8" extrusionOk="0">
                  <a:moveTo>
                    <a:pt x="0" y="8"/>
                  </a:moveTo>
                  <a:lnTo>
                    <a:pt x="4" y="1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97" name="Google Shape;5855;p80">
              <a:extLst>
                <a:ext uri="{FF2B5EF4-FFF2-40B4-BE49-F238E27FC236}">
                  <a16:creationId xmlns:a16="http://schemas.microsoft.com/office/drawing/2014/main" id="{A03ABB6D-4A72-D94A-F733-86324CB21A77}"/>
                </a:ext>
              </a:extLst>
            </p:cNvPr>
            <p:cNvSpPr/>
            <p:nvPr/>
          </p:nvSpPr>
          <p:spPr>
            <a:xfrm>
              <a:off x="2013313" y="1624754"/>
              <a:ext cx="94975" cy="80080"/>
            </a:xfrm>
            <a:custGeom>
              <a:avLst/>
              <a:gdLst/>
              <a:ahLst/>
              <a:cxnLst/>
              <a:rect l="l" t="t" r="r" b="b"/>
              <a:pathLst>
                <a:path w="6995" h="5898" extrusionOk="0">
                  <a:moveTo>
                    <a:pt x="3942" y="0"/>
                  </a:moveTo>
                  <a:cubicBezTo>
                    <a:pt x="3907" y="7"/>
                    <a:pt x="3872" y="7"/>
                    <a:pt x="3837" y="7"/>
                  </a:cubicBezTo>
                  <a:cubicBezTo>
                    <a:pt x="3830" y="7"/>
                    <a:pt x="3823" y="6"/>
                    <a:pt x="3816" y="6"/>
                  </a:cubicBezTo>
                  <a:cubicBezTo>
                    <a:pt x="3753" y="6"/>
                    <a:pt x="3692" y="33"/>
                    <a:pt x="3652" y="77"/>
                  </a:cubicBezTo>
                  <a:cubicBezTo>
                    <a:pt x="3585" y="147"/>
                    <a:pt x="3557" y="259"/>
                    <a:pt x="3571" y="403"/>
                  </a:cubicBezTo>
                  <a:cubicBezTo>
                    <a:pt x="3589" y="504"/>
                    <a:pt x="3564" y="606"/>
                    <a:pt x="3501" y="686"/>
                  </a:cubicBezTo>
                  <a:cubicBezTo>
                    <a:pt x="3392" y="812"/>
                    <a:pt x="3196" y="837"/>
                    <a:pt x="2944" y="854"/>
                  </a:cubicBezTo>
                  <a:cubicBezTo>
                    <a:pt x="2780" y="868"/>
                    <a:pt x="2762" y="935"/>
                    <a:pt x="2731" y="1037"/>
                  </a:cubicBezTo>
                  <a:cubicBezTo>
                    <a:pt x="2720" y="1114"/>
                    <a:pt x="2682" y="1180"/>
                    <a:pt x="2626" y="1229"/>
                  </a:cubicBezTo>
                  <a:cubicBezTo>
                    <a:pt x="2580" y="1265"/>
                    <a:pt x="2517" y="1276"/>
                    <a:pt x="2454" y="1276"/>
                  </a:cubicBezTo>
                  <a:cubicBezTo>
                    <a:pt x="2368" y="1276"/>
                    <a:pt x="2282" y="1255"/>
                    <a:pt x="2234" y="1243"/>
                  </a:cubicBezTo>
                  <a:cubicBezTo>
                    <a:pt x="2080" y="1198"/>
                    <a:pt x="1884" y="1100"/>
                    <a:pt x="1835" y="967"/>
                  </a:cubicBezTo>
                  <a:cubicBezTo>
                    <a:pt x="1831" y="949"/>
                    <a:pt x="1810" y="938"/>
                    <a:pt x="1782" y="935"/>
                  </a:cubicBezTo>
                  <a:cubicBezTo>
                    <a:pt x="1712" y="935"/>
                    <a:pt x="1646" y="967"/>
                    <a:pt x="1607" y="1023"/>
                  </a:cubicBezTo>
                  <a:cubicBezTo>
                    <a:pt x="1604" y="1037"/>
                    <a:pt x="1590" y="1065"/>
                    <a:pt x="1632" y="1110"/>
                  </a:cubicBezTo>
                  <a:cubicBezTo>
                    <a:pt x="1747" y="1240"/>
                    <a:pt x="1803" y="1408"/>
                    <a:pt x="1793" y="1579"/>
                  </a:cubicBezTo>
                  <a:cubicBezTo>
                    <a:pt x="1789" y="1660"/>
                    <a:pt x="1754" y="1737"/>
                    <a:pt x="1695" y="1789"/>
                  </a:cubicBezTo>
                  <a:cubicBezTo>
                    <a:pt x="1663" y="1814"/>
                    <a:pt x="1628" y="1823"/>
                    <a:pt x="1591" y="1823"/>
                  </a:cubicBezTo>
                  <a:cubicBezTo>
                    <a:pt x="1538" y="1823"/>
                    <a:pt x="1482" y="1804"/>
                    <a:pt x="1429" y="1786"/>
                  </a:cubicBezTo>
                  <a:cubicBezTo>
                    <a:pt x="1369" y="1765"/>
                    <a:pt x="1317" y="1749"/>
                    <a:pt x="1275" y="1749"/>
                  </a:cubicBezTo>
                  <a:cubicBezTo>
                    <a:pt x="1252" y="1749"/>
                    <a:pt x="1232" y="1754"/>
                    <a:pt x="1215" y="1765"/>
                  </a:cubicBezTo>
                  <a:cubicBezTo>
                    <a:pt x="1173" y="1797"/>
                    <a:pt x="1136" y="1809"/>
                    <a:pt x="1104" y="1809"/>
                  </a:cubicBezTo>
                  <a:cubicBezTo>
                    <a:pt x="1036" y="1809"/>
                    <a:pt x="988" y="1756"/>
                    <a:pt x="952" y="1716"/>
                  </a:cubicBezTo>
                  <a:cubicBezTo>
                    <a:pt x="921" y="1670"/>
                    <a:pt x="875" y="1635"/>
                    <a:pt x="823" y="1614"/>
                  </a:cubicBezTo>
                  <a:cubicBezTo>
                    <a:pt x="798" y="1605"/>
                    <a:pt x="777" y="1601"/>
                    <a:pt x="756" y="1601"/>
                  </a:cubicBezTo>
                  <a:cubicBezTo>
                    <a:pt x="719" y="1601"/>
                    <a:pt x="684" y="1613"/>
                    <a:pt x="637" y="1628"/>
                  </a:cubicBezTo>
                  <a:cubicBezTo>
                    <a:pt x="557" y="1658"/>
                    <a:pt x="472" y="1675"/>
                    <a:pt x="386" y="1675"/>
                  </a:cubicBezTo>
                  <a:cubicBezTo>
                    <a:pt x="360" y="1675"/>
                    <a:pt x="334" y="1673"/>
                    <a:pt x="308" y="1670"/>
                  </a:cubicBezTo>
                  <a:cubicBezTo>
                    <a:pt x="291" y="1669"/>
                    <a:pt x="275" y="1668"/>
                    <a:pt x="260" y="1668"/>
                  </a:cubicBezTo>
                  <a:cubicBezTo>
                    <a:pt x="115" y="1668"/>
                    <a:pt x="33" y="1724"/>
                    <a:pt x="14" y="1765"/>
                  </a:cubicBezTo>
                  <a:cubicBezTo>
                    <a:pt x="0" y="1782"/>
                    <a:pt x="7" y="1807"/>
                    <a:pt x="25" y="1821"/>
                  </a:cubicBezTo>
                  <a:cubicBezTo>
                    <a:pt x="77" y="1887"/>
                    <a:pt x="98" y="1978"/>
                    <a:pt x="77" y="2059"/>
                  </a:cubicBezTo>
                  <a:cubicBezTo>
                    <a:pt x="74" y="2111"/>
                    <a:pt x="70" y="2139"/>
                    <a:pt x="91" y="2164"/>
                  </a:cubicBezTo>
                  <a:cubicBezTo>
                    <a:pt x="112" y="2192"/>
                    <a:pt x="235" y="2220"/>
                    <a:pt x="340" y="2241"/>
                  </a:cubicBezTo>
                  <a:cubicBezTo>
                    <a:pt x="476" y="2269"/>
                    <a:pt x="651" y="2304"/>
                    <a:pt x="795" y="2381"/>
                  </a:cubicBezTo>
                  <a:cubicBezTo>
                    <a:pt x="874" y="2427"/>
                    <a:pt x="963" y="2455"/>
                    <a:pt x="1055" y="2455"/>
                  </a:cubicBezTo>
                  <a:cubicBezTo>
                    <a:pt x="1060" y="2455"/>
                    <a:pt x="1066" y="2455"/>
                    <a:pt x="1071" y="2454"/>
                  </a:cubicBezTo>
                  <a:cubicBezTo>
                    <a:pt x="1080" y="2454"/>
                    <a:pt x="1089" y="2453"/>
                    <a:pt x="1097" y="2453"/>
                  </a:cubicBezTo>
                  <a:cubicBezTo>
                    <a:pt x="1165" y="2453"/>
                    <a:pt x="1229" y="2477"/>
                    <a:pt x="1281" y="2517"/>
                  </a:cubicBezTo>
                  <a:cubicBezTo>
                    <a:pt x="1309" y="2538"/>
                    <a:pt x="1341" y="2556"/>
                    <a:pt x="1369" y="2570"/>
                  </a:cubicBezTo>
                  <a:cubicBezTo>
                    <a:pt x="1457" y="2615"/>
                    <a:pt x="1481" y="2650"/>
                    <a:pt x="1488" y="2808"/>
                  </a:cubicBezTo>
                  <a:cubicBezTo>
                    <a:pt x="1495" y="2997"/>
                    <a:pt x="1646" y="3155"/>
                    <a:pt x="1870" y="3218"/>
                  </a:cubicBezTo>
                  <a:cubicBezTo>
                    <a:pt x="2090" y="3277"/>
                    <a:pt x="2066" y="3424"/>
                    <a:pt x="2052" y="3519"/>
                  </a:cubicBezTo>
                  <a:cubicBezTo>
                    <a:pt x="2038" y="3575"/>
                    <a:pt x="2038" y="3631"/>
                    <a:pt x="2055" y="3683"/>
                  </a:cubicBezTo>
                  <a:cubicBezTo>
                    <a:pt x="2108" y="3799"/>
                    <a:pt x="2069" y="3932"/>
                    <a:pt x="2027" y="4061"/>
                  </a:cubicBezTo>
                  <a:cubicBezTo>
                    <a:pt x="1996" y="4159"/>
                    <a:pt x="1964" y="4264"/>
                    <a:pt x="1982" y="4352"/>
                  </a:cubicBezTo>
                  <a:cubicBezTo>
                    <a:pt x="2017" y="4548"/>
                    <a:pt x="1898" y="5140"/>
                    <a:pt x="1751" y="5346"/>
                  </a:cubicBezTo>
                  <a:lnTo>
                    <a:pt x="1779" y="5357"/>
                  </a:lnTo>
                  <a:cubicBezTo>
                    <a:pt x="1845" y="5388"/>
                    <a:pt x="1908" y="5420"/>
                    <a:pt x="1971" y="5455"/>
                  </a:cubicBezTo>
                  <a:cubicBezTo>
                    <a:pt x="2045" y="5500"/>
                    <a:pt x="2125" y="5535"/>
                    <a:pt x="2206" y="5567"/>
                  </a:cubicBezTo>
                  <a:cubicBezTo>
                    <a:pt x="2307" y="5609"/>
                    <a:pt x="2405" y="5654"/>
                    <a:pt x="2503" y="5710"/>
                  </a:cubicBezTo>
                  <a:cubicBezTo>
                    <a:pt x="2560" y="5746"/>
                    <a:pt x="2640" y="5763"/>
                    <a:pt x="2708" y="5763"/>
                  </a:cubicBezTo>
                  <a:cubicBezTo>
                    <a:pt x="2753" y="5763"/>
                    <a:pt x="2793" y="5756"/>
                    <a:pt x="2818" y="5742"/>
                  </a:cubicBezTo>
                  <a:cubicBezTo>
                    <a:pt x="2818" y="5742"/>
                    <a:pt x="2832" y="5731"/>
                    <a:pt x="2832" y="5728"/>
                  </a:cubicBezTo>
                  <a:cubicBezTo>
                    <a:pt x="2829" y="5679"/>
                    <a:pt x="2857" y="5630"/>
                    <a:pt x="2902" y="5612"/>
                  </a:cubicBezTo>
                  <a:cubicBezTo>
                    <a:pt x="2909" y="5609"/>
                    <a:pt x="2916" y="5605"/>
                    <a:pt x="2923" y="5605"/>
                  </a:cubicBezTo>
                  <a:lnTo>
                    <a:pt x="2951" y="5605"/>
                  </a:lnTo>
                  <a:cubicBezTo>
                    <a:pt x="2962" y="5605"/>
                    <a:pt x="2972" y="5605"/>
                    <a:pt x="2983" y="5609"/>
                  </a:cubicBezTo>
                  <a:lnTo>
                    <a:pt x="2986" y="5609"/>
                  </a:lnTo>
                  <a:cubicBezTo>
                    <a:pt x="2997" y="5609"/>
                    <a:pt x="3007" y="5612"/>
                    <a:pt x="3014" y="5616"/>
                  </a:cubicBezTo>
                  <a:lnTo>
                    <a:pt x="3021" y="5616"/>
                  </a:lnTo>
                  <a:cubicBezTo>
                    <a:pt x="3032" y="5619"/>
                    <a:pt x="3039" y="5623"/>
                    <a:pt x="3049" y="5630"/>
                  </a:cubicBezTo>
                  <a:lnTo>
                    <a:pt x="3056" y="5633"/>
                  </a:lnTo>
                  <a:cubicBezTo>
                    <a:pt x="3067" y="5637"/>
                    <a:pt x="3077" y="5644"/>
                    <a:pt x="3084" y="5647"/>
                  </a:cubicBezTo>
                  <a:lnTo>
                    <a:pt x="3091" y="5651"/>
                  </a:lnTo>
                  <a:lnTo>
                    <a:pt x="3119" y="5668"/>
                  </a:lnTo>
                  <a:lnTo>
                    <a:pt x="3123" y="5672"/>
                  </a:lnTo>
                  <a:lnTo>
                    <a:pt x="3147" y="5689"/>
                  </a:lnTo>
                  <a:lnTo>
                    <a:pt x="3154" y="5696"/>
                  </a:lnTo>
                  <a:lnTo>
                    <a:pt x="3179" y="5714"/>
                  </a:lnTo>
                  <a:lnTo>
                    <a:pt x="3182" y="5717"/>
                  </a:lnTo>
                  <a:lnTo>
                    <a:pt x="3203" y="5738"/>
                  </a:lnTo>
                  <a:cubicBezTo>
                    <a:pt x="3256" y="5794"/>
                    <a:pt x="3480" y="5826"/>
                    <a:pt x="3624" y="5847"/>
                  </a:cubicBezTo>
                  <a:cubicBezTo>
                    <a:pt x="3697" y="5857"/>
                    <a:pt x="3767" y="5864"/>
                    <a:pt x="3820" y="5878"/>
                  </a:cubicBezTo>
                  <a:cubicBezTo>
                    <a:pt x="3900" y="5890"/>
                    <a:pt x="3981" y="5897"/>
                    <a:pt x="4062" y="5897"/>
                  </a:cubicBezTo>
                  <a:cubicBezTo>
                    <a:pt x="4100" y="5897"/>
                    <a:pt x="4139" y="5896"/>
                    <a:pt x="4177" y="5892"/>
                  </a:cubicBezTo>
                  <a:lnTo>
                    <a:pt x="4285" y="5892"/>
                  </a:lnTo>
                  <a:cubicBezTo>
                    <a:pt x="4282" y="5875"/>
                    <a:pt x="4278" y="5857"/>
                    <a:pt x="4271" y="5840"/>
                  </a:cubicBezTo>
                  <a:cubicBezTo>
                    <a:pt x="4229" y="5721"/>
                    <a:pt x="4243" y="5588"/>
                    <a:pt x="4310" y="5483"/>
                  </a:cubicBezTo>
                  <a:cubicBezTo>
                    <a:pt x="4397" y="5343"/>
                    <a:pt x="4572" y="5245"/>
                    <a:pt x="4775" y="5213"/>
                  </a:cubicBezTo>
                  <a:cubicBezTo>
                    <a:pt x="4809" y="5208"/>
                    <a:pt x="4846" y="5206"/>
                    <a:pt x="4886" y="5206"/>
                  </a:cubicBezTo>
                  <a:cubicBezTo>
                    <a:pt x="5199" y="5206"/>
                    <a:pt x="5683" y="5351"/>
                    <a:pt x="5826" y="5441"/>
                  </a:cubicBezTo>
                  <a:cubicBezTo>
                    <a:pt x="5868" y="5468"/>
                    <a:pt x="5914" y="5482"/>
                    <a:pt x="5963" y="5482"/>
                  </a:cubicBezTo>
                  <a:cubicBezTo>
                    <a:pt x="6083" y="5482"/>
                    <a:pt x="6220" y="5400"/>
                    <a:pt x="6372" y="5241"/>
                  </a:cubicBezTo>
                  <a:cubicBezTo>
                    <a:pt x="6463" y="5136"/>
                    <a:pt x="6578" y="5059"/>
                    <a:pt x="6704" y="5010"/>
                  </a:cubicBezTo>
                  <a:lnTo>
                    <a:pt x="6704" y="5006"/>
                  </a:lnTo>
                  <a:cubicBezTo>
                    <a:pt x="6711" y="4989"/>
                    <a:pt x="6715" y="4975"/>
                    <a:pt x="6722" y="4957"/>
                  </a:cubicBezTo>
                  <a:lnTo>
                    <a:pt x="6725" y="4943"/>
                  </a:lnTo>
                  <a:cubicBezTo>
                    <a:pt x="6732" y="4926"/>
                    <a:pt x="6739" y="4912"/>
                    <a:pt x="6746" y="4894"/>
                  </a:cubicBezTo>
                  <a:lnTo>
                    <a:pt x="6757" y="4870"/>
                  </a:lnTo>
                  <a:cubicBezTo>
                    <a:pt x="6722" y="4863"/>
                    <a:pt x="6687" y="4863"/>
                    <a:pt x="6655" y="4863"/>
                  </a:cubicBezTo>
                  <a:cubicBezTo>
                    <a:pt x="6624" y="4863"/>
                    <a:pt x="6592" y="4863"/>
                    <a:pt x="6561" y="4856"/>
                  </a:cubicBezTo>
                  <a:cubicBezTo>
                    <a:pt x="6480" y="4849"/>
                    <a:pt x="6407" y="4800"/>
                    <a:pt x="6368" y="4726"/>
                  </a:cubicBezTo>
                  <a:cubicBezTo>
                    <a:pt x="6333" y="4649"/>
                    <a:pt x="6344" y="4558"/>
                    <a:pt x="6393" y="4488"/>
                  </a:cubicBezTo>
                  <a:cubicBezTo>
                    <a:pt x="6414" y="4453"/>
                    <a:pt x="6414" y="4453"/>
                    <a:pt x="6354" y="4404"/>
                  </a:cubicBezTo>
                  <a:cubicBezTo>
                    <a:pt x="6305" y="4369"/>
                    <a:pt x="6267" y="4327"/>
                    <a:pt x="6235" y="4278"/>
                  </a:cubicBezTo>
                  <a:cubicBezTo>
                    <a:pt x="6207" y="4236"/>
                    <a:pt x="6179" y="4184"/>
                    <a:pt x="6204" y="4135"/>
                  </a:cubicBezTo>
                  <a:cubicBezTo>
                    <a:pt x="6228" y="4093"/>
                    <a:pt x="6270" y="4065"/>
                    <a:pt x="6319" y="4065"/>
                  </a:cubicBezTo>
                  <a:cubicBezTo>
                    <a:pt x="6337" y="4061"/>
                    <a:pt x="6354" y="4058"/>
                    <a:pt x="6368" y="4051"/>
                  </a:cubicBezTo>
                  <a:cubicBezTo>
                    <a:pt x="6393" y="4037"/>
                    <a:pt x="6414" y="4016"/>
                    <a:pt x="6431" y="3991"/>
                  </a:cubicBezTo>
                  <a:cubicBezTo>
                    <a:pt x="6442" y="3974"/>
                    <a:pt x="6452" y="3956"/>
                    <a:pt x="6459" y="3939"/>
                  </a:cubicBezTo>
                  <a:cubicBezTo>
                    <a:pt x="6410" y="3900"/>
                    <a:pt x="6319" y="3802"/>
                    <a:pt x="6382" y="3603"/>
                  </a:cubicBezTo>
                  <a:cubicBezTo>
                    <a:pt x="6400" y="3554"/>
                    <a:pt x="6389" y="3540"/>
                    <a:pt x="6354" y="3501"/>
                  </a:cubicBezTo>
                  <a:cubicBezTo>
                    <a:pt x="6312" y="3463"/>
                    <a:pt x="6288" y="3410"/>
                    <a:pt x="6284" y="3354"/>
                  </a:cubicBezTo>
                  <a:cubicBezTo>
                    <a:pt x="6284" y="3337"/>
                    <a:pt x="6277" y="3323"/>
                    <a:pt x="6263" y="3316"/>
                  </a:cubicBezTo>
                  <a:cubicBezTo>
                    <a:pt x="6259" y="3314"/>
                    <a:pt x="6254" y="3313"/>
                    <a:pt x="6248" y="3313"/>
                  </a:cubicBezTo>
                  <a:cubicBezTo>
                    <a:pt x="6225" y="3313"/>
                    <a:pt x="6192" y="3327"/>
                    <a:pt x="6158" y="3372"/>
                  </a:cubicBezTo>
                  <a:cubicBezTo>
                    <a:pt x="6112" y="3428"/>
                    <a:pt x="6068" y="3456"/>
                    <a:pt x="6027" y="3456"/>
                  </a:cubicBezTo>
                  <a:cubicBezTo>
                    <a:pt x="6012" y="3456"/>
                    <a:pt x="5997" y="3453"/>
                    <a:pt x="5983" y="3445"/>
                  </a:cubicBezTo>
                  <a:cubicBezTo>
                    <a:pt x="5966" y="3435"/>
                    <a:pt x="5952" y="3421"/>
                    <a:pt x="5945" y="3403"/>
                  </a:cubicBezTo>
                  <a:cubicBezTo>
                    <a:pt x="5941" y="3400"/>
                    <a:pt x="5941" y="3396"/>
                    <a:pt x="5941" y="3389"/>
                  </a:cubicBezTo>
                  <a:cubicBezTo>
                    <a:pt x="5938" y="3386"/>
                    <a:pt x="5934" y="3379"/>
                    <a:pt x="5934" y="3375"/>
                  </a:cubicBezTo>
                  <a:cubicBezTo>
                    <a:pt x="5920" y="3319"/>
                    <a:pt x="5934" y="3235"/>
                    <a:pt x="5969" y="3127"/>
                  </a:cubicBezTo>
                  <a:cubicBezTo>
                    <a:pt x="6008" y="3032"/>
                    <a:pt x="6064" y="2948"/>
                    <a:pt x="6141" y="2881"/>
                  </a:cubicBezTo>
                  <a:cubicBezTo>
                    <a:pt x="6165" y="2857"/>
                    <a:pt x="6186" y="2839"/>
                    <a:pt x="6207" y="2822"/>
                  </a:cubicBezTo>
                  <a:cubicBezTo>
                    <a:pt x="6260" y="2776"/>
                    <a:pt x="6312" y="2727"/>
                    <a:pt x="6319" y="2696"/>
                  </a:cubicBezTo>
                  <a:cubicBezTo>
                    <a:pt x="6323" y="2689"/>
                    <a:pt x="6323" y="2678"/>
                    <a:pt x="6326" y="2668"/>
                  </a:cubicBezTo>
                  <a:lnTo>
                    <a:pt x="6326" y="2664"/>
                  </a:lnTo>
                  <a:cubicBezTo>
                    <a:pt x="6330" y="2657"/>
                    <a:pt x="6333" y="2650"/>
                    <a:pt x="6337" y="2643"/>
                  </a:cubicBezTo>
                  <a:lnTo>
                    <a:pt x="6337" y="2640"/>
                  </a:lnTo>
                  <a:cubicBezTo>
                    <a:pt x="6340" y="2633"/>
                    <a:pt x="6344" y="2622"/>
                    <a:pt x="6347" y="2615"/>
                  </a:cubicBezTo>
                  <a:lnTo>
                    <a:pt x="6351" y="2608"/>
                  </a:lnTo>
                  <a:cubicBezTo>
                    <a:pt x="6354" y="2605"/>
                    <a:pt x="6358" y="2598"/>
                    <a:pt x="6361" y="2591"/>
                  </a:cubicBezTo>
                  <a:lnTo>
                    <a:pt x="6365" y="2584"/>
                  </a:lnTo>
                  <a:cubicBezTo>
                    <a:pt x="6368" y="2580"/>
                    <a:pt x="6375" y="2573"/>
                    <a:pt x="6379" y="2566"/>
                  </a:cubicBezTo>
                  <a:lnTo>
                    <a:pt x="6382" y="2559"/>
                  </a:lnTo>
                  <a:lnTo>
                    <a:pt x="6396" y="2545"/>
                  </a:lnTo>
                  <a:lnTo>
                    <a:pt x="6403" y="2538"/>
                  </a:lnTo>
                  <a:lnTo>
                    <a:pt x="6421" y="2521"/>
                  </a:lnTo>
                  <a:lnTo>
                    <a:pt x="6428" y="2514"/>
                  </a:lnTo>
                  <a:lnTo>
                    <a:pt x="6442" y="2500"/>
                  </a:lnTo>
                  <a:lnTo>
                    <a:pt x="6452" y="2496"/>
                  </a:lnTo>
                  <a:lnTo>
                    <a:pt x="6466" y="2482"/>
                  </a:lnTo>
                  <a:lnTo>
                    <a:pt x="6477" y="2475"/>
                  </a:lnTo>
                  <a:lnTo>
                    <a:pt x="6491" y="2465"/>
                  </a:lnTo>
                  <a:lnTo>
                    <a:pt x="6501" y="2458"/>
                  </a:lnTo>
                  <a:lnTo>
                    <a:pt x="6519" y="2451"/>
                  </a:lnTo>
                  <a:lnTo>
                    <a:pt x="6529" y="2444"/>
                  </a:lnTo>
                  <a:lnTo>
                    <a:pt x="6547" y="2437"/>
                  </a:lnTo>
                  <a:lnTo>
                    <a:pt x="6557" y="2433"/>
                  </a:lnTo>
                  <a:lnTo>
                    <a:pt x="6575" y="2426"/>
                  </a:lnTo>
                  <a:lnTo>
                    <a:pt x="6585" y="2423"/>
                  </a:lnTo>
                  <a:lnTo>
                    <a:pt x="6603" y="2419"/>
                  </a:lnTo>
                  <a:lnTo>
                    <a:pt x="6655" y="2419"/>
                  </a:lnTo>
                  <a:cubicBezTo>
                    <a:pt x="6662" y="2409"/>
                    <a:pt x="6666" y="2398"/>
                    <a:pt x="6669" y="2384"/>
                  </a:cubicBezTo>
                  <a:cubicBezTo>
                    <a:pt x="6683" y="2332"/>
                    <a:pt x="6690" y="2279"/>
                    <a:pt x="6694" y="2227"/>
                  </a:cubicBezTo>
                  <a:cubicBezTo>
                    <a:pt x="6697" y="2174"/>
                    <a:pt x="6704" y="2122"/>
                    <a:pt x="6715" y="2069"/>
                  </a:cubicBezTo>
                  <a:cubicBezTo>
                    <a:pt x="6715" y="2066"/>
                    <a:pt x="6715" y="2062"/>
                    <a:pt x="6715" y="2055"/>
                  </a:cubicBezTo>
                  <a:lnTo>
                    <a:pt x="6725" y="2020"/>
                  </a:lnTo>
                  <a:cubicBezTo>
                    <a:pt x="6760" y="1866"/>
                    <a:pt x="6795" y="1709"/>
                    <a:pt x="6956" y="1572"/>
                  </a:cubicBezTo>
                  <a:cubicBezTo>
                    <a:pt x="6991" y="1544"/>
                    <a:pt x="6995" y="1530"/>
                    <a:pt x="6995" y="1530"/>
                  </a:cubicBezTo>
                  <a:cubicBezTo>
                    <a:pt x="6967" y="1513"/>
                    <a:pt x="6935" y="1506"/>
                    <a:pt x="6907" y="1506"/>
                  </a:cubicBezTo>
                  <a:cubicBezTo>
                    <a:pt x="6902" y="1506"/>
                    <a:pt x="6897" y="1506"/>
                    <a:pt x="6892" y="1506"/>
                  </a:cubicBezTo>
                  <a:cubicBezTo>
                    <a:pt x="6845" y="1506"/>
                    <a:pt x="6799" y="1492"/>
                    <a:pt x="6764" y="1460"/>
                  </a:cubicBezTo>
                  <a:cubicBezTo>
                    <a:pt x="6718" y="1429"/>
                    <a:pt x="6662" y="1411"/>
                    <a:pt x="6603" y="1408"/>
                  </a:cubicBezTo>
                  <a:cubicBezTo>
                    <a:pt x="6599" y="1408"/>
                    <a:pt x="6596" y="1408"/>
                    <a:pt x="6592" y="1408"/>
                  </a:cubicBezTo>
                  <a:cubicBezTo>
                    <a:pt x="6438" y="1408"/>
                    <a:pt x="6293" y="1335"/>
                    <a:pt x="6200" y="1212"/>
                  </a:cubicBezTo>
                  <a:cubicBezTo>
                    <a:pt x="6197" y="1212"/>
                    <a:pt x="6197" y="1208"/>
                    <a:pt x="6193" y="1208"/>
                  </a:cubicBezTo>
                  <a:cubicBezTo>
                    <a:pt x="6169" y="1191"/>
                    <a:pt x="6141" y="1177"/>
                    <a:pt x="6113" y="1173"/>
                  </a:cubicBezTo>
                  <a:cubicBezTo>
                    <a:pt x="6014" y="1145"/>
                    <a:pt x="5913" y="1134"/>
                    <a:pt x="5814" y="1134"/>
                  </a:cubicBezTo>
                  <a:cubicBezTo>
                    <a:pt x="5800" y="1134"/>
                    <a:pt x="5787" y="1134"/>
                    <a:pt x="5773" y="1135"/>
                  </a:cubicBezTo>
                  <a:cubicBezTo>
                    <a:pt x="5745" y="1135"/>
                    <a:pt x="5721" y="1135"/>
                    <a:pt x="5693" y="1142"/>
                  </a:cubicBezTo>
                  <a:lnTo>
                    <a:pt x="5654" y="1142"/>
                  </a:lnTo>
                  <a:cubicBezTo>
                    <a:pt x="5647" y="1142"/>
                    <a:pt x="5637" y="1142"/>
                    <a:pt x="5630" y="1138"/>
                  </a:cubicBezTo>
                  <a:lnTo>
                    <a:pt x="5623" y="1138"/>
                  </a:lnTo>
                  <a:cubicBezTo>
                    <a:pt x="5616" y="1138"/>
                    <a:pt x="5609" y="1135"/>
                    <a:pt x="5602" y="1131"/>
                  </a:cubicBezTo>
                  <a:lnTo>
                    <a:pt x="5595" y="1128"/>
                  </a:lnTo>
                  <a:cubicBezTo>
                    <a:pt x="5588" y="1124"/>
                    <a:pt x="5581" y="1121"/>
                    <a:pt x="5574" y="1117"/>
                  </a:cubicBezTo>
                  <a:lnTo>
                    <a:pt x="5567" y="1110"/>
                  </a:lnTo>
                  <a:lnTo>
                    <a:pt x="5553" y="1096"/>
                  </a:lnTo>
                  <a:lnTo>
                    <a:pt x="5546" y="1093"/>
                  </a:lnTo>
                  <a:lnTo>
                    <a:pt x="5532" y="1075"/>
                  </a:lnTo>
                  <a:lnTo>
                    <a:pt x="5525" y="1072"/>
                  </a:lnTo>
                  <a:lnTo>
                    <a:pt x="5511" y="1054"/>
                  </a:lnTo>
                  <a:lnTo>
                    <a:pt x="5507" y="1047"/>
                  </a:lnTo>
                  <a:lnTo>
                    <a:pt x="5490" y="1026"/>
                  </a:lnTo>
                  <a:cubicBezTo>
                    <a:pt x="5460" y="986"/>
                    <a:pt x="5439" y="959"/>
                    <a:pt x="5420" y="959"/>
                  </a:cubicBezTo>
                  <a:cubicBezTo>
                    <a:pt x="5418" y="959"/>
                    <a:pt x="5417" y="959"/>
                    <a:pt x="5416" y="960"/>
                  </a:cubicBezTo>
                  <a:cubicBezTo>
                    <a:pt x="5404" y="962"/>
                    <a:pt x="5391" y="963"/>
                    <a:pt x="5379" y="963"/>
                  </a:cubicBezTo>
                  <a:cubicBezTo>
                    <a:pt x="5343" y="963"/>
                    <a:pt x="5309" y="952"/>
                    <a:pt x="5283" y="928"/>
                  </a:cubicBezTo>
                  <a:cubicBezTo>
                    <a:pt x="5265" y="917"/>
                    <a:pt x="5251" y="900"/>
                    <a:pt x="5241" y="886"/>
                  </a:cubicBezTo>
                  <a:cubicBezTo>
                    <a:pt x="5209" y="833"/>
                    <a:pt x="5192" y="777"/>
                    <a:pt x="5185" y="718"/>
                  </a:cubicBezTo>
                  <a:lnTo>
                    <a:pt x="5174" y="728"/>
                  </a:lnTo>
                  <a:cubicBezTo>
                    <a:pt x="5129" y="767"/>
                    <a:pt x="5080" y="798"/>
                    <a:pt x="5031" y="826"/>
                  </a:cubicBezTo>
                  <a:cubicBezTo>
                    <a:pt x="5011" y="836"/>
                    <a:pt x="4989" y="840"/>
                    <a:pt x="4968" y="840"/>
                  </a:cubicBezTo>
                  <a:cubicBezTo>
                    <a:pt x="4949" y="840"/>
                    <a:pt x="4930" y="837"/>
                    <a:pt x="4912" y="830"/>
                  </a:cubicBezTo>
                  <a:lnTo>
                    <a:pt x="4898" y="823"/>
                  </a:lnTo>
                  <a:cubicBezTo>
                    <a:pt x="4849" y="791"/>
                    <a:pt x="4814" y="739"/>
                    <a:pt x="4800" y="679"/>
                  </a:cubicBezTo>
                  <a:cubicBezTo>
                    <a:pt x="4793" y="651"/>
                    <a:pt x="4786" y="627"/>
                    <a:pt x="4782" y="599"/>
                  </a:cubicBezTo>
                  <a:cubicBezTo>
                    <a:pt x="4761" y="571"/>
                    <a:pt x="4649" y="518"/>
                    <a:pt x="4590" y="490"/>
                  </a:cubicBezTo>
                  <a:cubicBezTo>
                    <a:pt x="4548" y="473"/>
                    <a:pt x="4506" y="452"/>
                    <a:pt x="4474" y="434"/>
                  </a:cubicBezTo>
                  <a:cubicBezTo>
                    <a:pt x="4425" y="403"/>
                    <a:pt x="4380" y="368"/>
                    <a:pt x="4338" y="322"/>
                  </a:cubicBezTo>
                  <a:cubicBezTo>
                    <a:pt x="4317" y="301"/>
                    <a:pt x="4292" y="280"/>
                    <a:pt x="4268" y="259"/>
                  </a:cubicBezTo>
                  <a:cubicBezTo>
                    <a:pt x="4251" y="282"/>
                    <a:pt x="4225" y="293"/>
                    <a:pt x="4198" y="293"/>
                  </a:cubicBezTo>
                  <a:cubicBezTo>
                    <a:pt x="4191" y="293"/>
                    <a:pt x="4184" y="292"/>
                    <a:pt x="4177" y="291"/>
                  </a:cubicBezTo>
                  <a:cubicBezTo>
                    <a:pt x="4079" y="273"/>
                    <a:pt x="3981" y="95"/>
                    <a:pt x="3967" y="11"/>
                  </a:cubicBezTo>
                  <a:lnTo>
                    <a:pt x="3956" y="7"/>
                  </a:lnTo>
                  <a:lnTo>
                    <a:pt x="3953" y="4"/>
                  </a:lnTo>
                  <a:lnTo>
                    <a:pt x="3942" y="0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98" name="Google Shape;5856;p80">
              <a:extLst>
                <a:ext uri="{FF2B5EF4-FFF2-40B4-BE49-F238E27FC236}">
                  <a16:creationId xmlns:a16="http://schemas.microsoft.com/office/drawing/2014/main" id="{94EDD498-6077-0210-2295-7D516814D468}"/>
                </a:ext>
              </a:extLst>
            </p:cNvPr>
            <p:cNvSpPr/>
            <p:nvPr/>
          </p:nvSpPr>
          <p:spPr>
            <a:xfrm>
              <a:off x="2113407" y="1701277"/>
              <a:ext cx="5580" cy="11812"/>
            </a:xfrm>
            <a:custGeom>
              <a:avLst/>
              <a:gdLst/>
              <a:ahLst/>
              <a:cxnLst/>
              <a:rect l="l" t="t" r="r" b="b"/>
              <a:pathLst>
                <a:path w="411" h="870" extrusionOk="0">
                  <a:moveTo>
                    <a:pt x="362" y="1"/>
                  </a:moveTo>
                  <a:lnTo>
                    <a:pt x="362" y="1"/>
                  </a:lnTo>
                  <a:cubicBezTo>
                    <a:pt x="351" y="11"/>
                    <a:pt x="337" y="29"/>
                    <a:pt x="327" y="39"/>
                  </a:cubicBezTo>
                  <a:cubicBezTo>
                    <a:pt x="260" y="130"/>
                    <a:pt x="176" y="204"/>
                    <a:pt x="81" y="263"/>
                  </a:cubicBezTo>
                  <a:cubicBezTo>
                    <a:pt x="1" y="312"/>
                    <a:pt x="8" y="484"/>
                    <a:pt x="57" y="624"/>
                  </a:cubicBezTo>
                  <a:cubicBezTo>
                    <a:pt x="107" y="761"/>
                    <a:pt x="196" y="870"/>
                    <a:pt x="259" y="870"/>
                  </a:cubicBezTo>
                  <a:cubicBezTo>
                    <a:pt x="261" y="870"/>
                    <a:pt x="264" y="869"/>
                    <a:pt x="267" y="869"/>
                  </a:cubicBezTo>
                  <a:cubicBezTo>
                    <a:pt x="281" y="869"/>
                    <a:pt x="302" y="844"/>
                    <a:pt x="320" y="809"/>
                  </a:cubicBezTo>
                  <a:cubicBezTo>
                    <a:pt x="411" y="610"/>
                    <a:pt x="397" y="141"/>
                    <a:pt x="362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99" name="Google Shape;5857;p80">
              <a:extLst>
                <a:ext uri="{FF2B5EF4-FFF2-40B4-BE49-F238E27FC236}">
                  <a16:creationId xmlns:a16="http://schemas.microsoft.com/office/drawing/2014/main" id="{242CA3EA-260D-C816-6769-29FEBF36E7D8}"/>
                </a:ext>
              </a:extLst>
            </p:cNvPr>
            <p:cNvSpPr/>
            <p:nvPr/>
          </p:nvSpPr>
          <p:spPr>
            <a:xfrm>
              <a:off x="2091696" y="1640056"/>
              <a:ext cx="4616" cy="543"/>
            </a:xfrm>
            <a:custGeom>
              <a:avLst/>
              <a:gdLst/>
              <a:ahLst/>
              <a:cxnLst/>
              <a:rect l="l" t="t" r="r" b="b"/>
              <a:pathLst>
                <a:path w="340" h="40" extrusionOk="0">
                  <a:moveTo>
                    <a:pt x="34" y="0"/>
                  </a:moveTo>
                  <a:cubicBezTo>
                    <a:pt x="23" y="0"/>
                    <a:pt x="11" y="0"/>
                    <a:pt x="0" y="1"/>
                  </a:cubicBezTo>
                  <a:lnTo>
                    <a:pt x="46" y="1"/>
                  </a:lnTo>
                  <a:cubicBezTo>
                    <a:pt x="133" y="4"/>
                    <a:pt x="221" y="11"/>
                    <a:pt x="305" y="32"/>
                  </a:cubicBezTo>
                  <a:lnTo>
                    <a:pt x="340" y="39"/>
                  </a:lnTo>
                  <a:cubicBezTo>
                    <a:pt x="239" y="14"/>
                    <a:pt x="135" y="0"/>
                    <a:pt x="34" y="0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00" name="Google Shape;5858;p80">
              <a:extLst>
                <a:ext uri="{FF2B5EF4-FFF2-40B4-BE49-F238E27FC236}">
                  <a16:creationId xmlns:a16="http://schemas.microsoft.com/office/drawing/2014/main" id="{B52D43CE-3469-09DA-75F6-5929DC06C91E}"/>
                </a:ext>
              </a:extLst>
            </p:cNvPr>
            <p:cNvSpPr/>
            <p:nvPr/>
          </p:nvSpPr>
          <p:spPr>
            <a:xfrm>
              <a:off x="2083563" y="1634394"/>
              <a:ext cx="149" cy="109"/>
            </a:xfrm>
            <a:custGeom>
              <a:avLst/>
              <a:gdLst/>
              <a:ahLst/>
              <a:cxnLst/>
              <a:rect l="l" t="t" r="r" b="b"/>
              <a:pathLst>
                <a:path w="11" h="8" extrusionOk="0">
                  <a:moveTo>
                    <a:pt x="11" y="1"/>
                  </a:moveTo>
                  <a:lnTo>
                    <a:pt x="0" y="8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01" name="Google Shape;5859;p80">
              <a:extLst>
                <a:ext uri="{FF2B5EF4-FFF2-40B4-BE49-F238E27FC236}">
                  <a16:creationId xmlns:a16="http://schemas.microsoft.com/office/drawing/2014/main" id="{BEA0181B-621C-56E6-D992-2C1B1633AE11}"/>
                </a:ext>
              </a:extLst>
            </p:cNvPr>
            <p:cNvSpPr/>
            <p:nvPr/>
          </p:nvSpPr>
          <p:spPr>
            <a:xfrm>
              <a:off x="2066972" y="1624699"/>
              <a:ext cx="68" cy="68"/>
            </a:xfrm>
            <a:custGeom>
              <a:avLst/>
              <a:gdLst/>
              <a:ahLst/>
              <a:cxnLst/>
              <a:rect l="l" t="t" r="r" b="b"/>
              <a:pathLst>
                <a:path w="5" h="5" extrusionOk="0">
                  <a:moveTo>
                    <a:pt x="1" y="1"/>
                  </a:moveTo>
                  <a:lnTo>
                    <a:pt x="4" y="4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02" name="Google Shape;5860;p80">
              <a:extLst>
                <a:ext uri="{FF2B5EF4-FFF2-40B4-BE49-F238E27FC236}">
                  <a16:creationId xmlns:a16="http://schemas.microsoft.com/office/drawing/2014/main" id="{4B4ACB05-4F4F-D901-DE92-B4442C8FEFC8}"/>
                </a:ext>
              </a:extLst>
            </p:cNvPr>
            <p:cNvSpPr/>
            <p:nvPr/>
          </p:nvSpPr>
          <p:spPr>
            <a:xfrm>
              <a:off x="2087840" y="1638630"/>
              <a:ext cx="244" cy="299"/>
            </a:xfrm>
            <a:custGeom>
              <a:avLst/>
              <a:gdLst/>
              <a:ahLst/>
              <a:cxnLst/>
              <a:rect l="l" t="t" r="r" b="b"/>
              <a:pathLst>
                <a:path w="18" h="22" extrusionOk="0">
                  <a:moveTo>
                    <a:pt x="1" y="1"/>
                  </a:moveTo>
                  <a:lnTo>
                    <a:pt x="18" y="22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03" name="Google Shape;5861;p80">
              <a:extLst>
                <a:ext uri="{FF2B5EF4-FFF2-40B4-BE49-F238E27FC236}">
                  <a16:creationId xmlns:a16="http://schemas.microsoft.com/office/drawing/2014/main" id="{8CB76FB4-E38E-4B0B-5EE0-182041535EE2}"/>
                </a:ext>
              </a:extLst>
            </p:cNvPr>
            <p:cNvSpPr/>
            <p:nvPr/>
          </p:nvSpPr>
          <p:spPr>
            <a:xfrm>
              <a:off x="2089741" y="1640151"/>
              <a:ext cx="353" cy="109"/>
            </a:xfrm>
            <a:custGeom>
              <a:avLst/>
              <a:gdLst/>
              <a:ahLst/>
              <a:cxnLst/>
              <a:rect l="l" t="t" r="r" b="b"/>
              <a:pathLst>
                <a:path w="26" h="8" extrusionOk="0">
                  <a:moveTo>
                    <a:pt x="1" y="1"/>
                  </a:moveTo>
                  <a:cubicBezTo>
                    <a:pt x="8" y="4"/>
                    <a:pt x="18" y="4"/>
                    <a:pt x="25" y="8"/>
                  </a:cubicBezTo>
                  <a:cubicBezTo>
                    <a:pt x="18" y="4"/>
                    <a:pt x="8" y="4"/>
                    <a:pt x="1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04" name="Google Shape;5862;p80">
              <a:extLst>
                <a:ext uri="{FF2B5EF4-FFF2-40B4-BE49-F238E27FC236}">
                  <a16:creationId xmlns:a16="http://schemas.microsoft.com/office/drawing/2014/main" id="{7A284DBC-6BBE-7E23-C1F5-FAC482D6BAD7}"/>
                </a:ext>
              </a:extLst>
            </p:cNvPr>
            <p:cNvSpPr/>
            <p:nvPr/>
          </p:nvSpPr>
          <p:spPr>
            <a:xfrm>
              <a:off x="2089361" y="1640015"/>
              <a:ext cx="299" cy="149"/>
            </a:xfrm>
            <a:custGeom>
              <a:avLst/>
              <a:gdLst/>
              <a:ahLst/>
              <a:cxnLst/>
              <a:rect l="l" t="t" r="r" b="b"/>
              <a:pathLst>
                <a:path w="22" h="11" extrusionOk="0">
                  <a:moveTo>
                    <a:pt x="1" y="0"/>
                  </a:moveTo>
                  <a:cubicBezTo>
                    <a:pt x="8" y="4"/>
                    <a:pt x="15" y="7"/>
                    <a:pt x="22" y="11"/>
                  </a:cubicBezTo>
                  <a:cubicBezTo>
                    <a:pt x="15" y="7"/>
                    <a:pt x="8" y="4"/>
                    <a:pt x="1" y="0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05" name="Google Shape;5863;p80">
              <a:extLst>
                <a:ext uri="{FF2B5EF4-FFF2-40B4-BE49-F238E27FC236}">
                  <a16:creationId xmlns:a16="http://schemas.microsoft.com/office/drawing/2014/main" id="{9C4316CB-70A2-6BCA-631B-45ECBD9A84AC}"/>
                </a:ext>
              </a:extLst>
            </p:cNvPr>
            <p:cNvSpPr/>
            <p:nvPr/>
          </p:nvSpPr>
          <p:spPr>
            <a:xfrm>
              <a:off x="2079992" y="1635819"/>
              <a:ext cx="1629" cy="299"/>
            </a:xfrm>
            <a:custGeom>
              <a:avLst/>
              <a:gdLst/>
              <a:ahLst/>
              <a:cxnLst/>
              <a:rect l="l" t="t" r="r" b="b"/>
              <a:pathLst>
                <a:path w="120" h="22" extrusionOk="0">
                  <a:moveTo>
                    <a:pt x="120" y="1"/>
                  </a:moveTo>
                  <a:cubicBezTo>
                    <a:pt x="81" y="22"/>
                    <a:pt x="39" y="22"/>
                    <a:pt x="1" y="8"/>
                  </a:cubicBezTo>
                  <a:cubicBezTo>
                    <a:pt x="39" y="22"/>
                    <a:pt x="81" y="22"/>
                    <a:pt x="120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06" name="Google Shape;5864;p80">
              <a:extLst>
                <a:ext uri="{FF2B5EF4-FFF2-40B4-BE49-F238E27FC236}">
                  <a16:creationId xmlns:a16="http://schemas.microsoft.com/office/drawing/2014/main" id="{AD31EFAB-536C-75C6-8EA5-CAC1698A8FC0}"/>
                </a:ext>
              </a:extLst>
            </p:cNvPr>
            <p:cNvSpPr/>
            <p:nvPr/>
          </p:nvSpPr>
          <p:spPr>
            <a:xfrm>
              <a:off x="2088411" y="1639295"/>
              <a:ext cx="204" cy="204"/>
            </a:xfrm>
            <a:custGeom>
              <a:avLst/>
              <a:gdLst/>
              <a:ahLst/>
              <a:cxnLst/>
              <a:rect l="l" t="t" r="r" b="b"/>
              <a:pathLst>
                <a:path w="15" h="15" extrusionOk="0">
                  <a:moveTo>
                    <a:pt x="15" y="15"/>
                  </a:moveTo>
                  <a:lnTo>
                    <a:pt x="1" y="1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07" name="Google Shape;5865;p80">
              <a:extLst>
                <a:ext uri="{FF2B5EF4-FFF2-40B4-BE49-F238E27FC236}">
                  <a16:creationId xmlns:a16="http://schemas.microsoft.com/office/drawing/2014/main" id="{B3E096B3-6A42-5BC3-C5B9-EEAD1B75EE0A}"/>
                </a:ext>
              </a:extLst>
            </p:cNvPr>
            <p:cNvSpPr/>
            <p:nvPr/>
          </p:nvSpPr>
          <p:spPr>
            <a:xfrm>
              <a:off x="2088981" y="1639825"/>
              <a:ext cx="299" cy="149"/>
            </a:xfrm>
            <a:custGeom>
              <a:avLst/>
              <a:gdLst/>
              <a:ahLst/>
              <a:cxnLst/>
              <a:rect l="l" t="t" r="r" b="b"/>
              <a:pathLst>
                <a:path w="22" h="11" extrusionOk="0">
                  <a:moveTo>
                    <a:pt x="1" y="0"/>
                  </a:moveTo>
                  <a:cubicBezTo>
                    <a:pt x="8" y="4"/>
                    <a:pt x="15" y="7"/>
                    <a:pt x="22" y="11"/>
                  </a:cubicBezTo>
                  <a:cubicBezTo>
                    <a:pt x="15" y="7"/>
                    <a:pt x="8" y="4"/>
                    <a:pt x="1" y="0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08" name="Google Shape;5866;p80">
              <a:extLst>
                <a:ext uri="{FF2B5EF4-FFF2-40B4-BE49-F238E27FC236}">
                  <a16:creationId xmlns:a16="http://schemas.microsoft.com/office/drawing/2014/main" id="{161DFAD0-6F46-0515-4B65-70D4B93D3343}"/>
                </a:ext>
              </a:extLst>
            </p:cNvPr>
            <p:cNvSpPr/>
            <p:nvPr/>
          </p:nvSpPr>
          <p:spPr>
            <a:xfrm>
              <a:off x="2090121" y="1640110"/>
              <a:ext cx="1589" cy="109"/>
            </a:xfrm>
            <a:custGeom>
              <a:avLst/>
              <a:gdLst/>
              <a:ahLst/>
              <a:cxnLst/>
              <a:rect l="l" t="t" r="r" b="b"/>
              <a:pathLst>
                <a:path w="117" h="8" extrusionOk="0">
                  <a:moveTo>
                    <a:pt x="81" y="0"/>
                  </a:moveTo>
                  <a:cubicBezTo>
                    <a:pt x="67" y="0"/>
                    <a:pt x="53" y="4"/>
                    <a:pt x="36" y="4"/>
                  </a:cubicBezTo>
                  <a:cubicBezTo>
                    <a:pt x="25" y="7"/>
                    <a:pt x="15" y="7"/>
                    <a:pt x="1" y="7"/>
                  </a:cubicBezTo>
                  <a:lnTo>
                    <a:pt x="39" y="7"/>
                  </a:lnTo>
                  <a:cubicBezTo>
                    <a:pt x="64" y="4"/>
                    <a:pt x="88" y="0"/>
                    <a:pt x="116" y="0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09" name="Google Shape;5867;p80">
              <a:extLst>
                <a:ext uri="{FF2B5EF4-FFF2-40B4-BE49-F238E27FC236}">
                  <a16:creationId xmlns:a16="http://schemas.microsoft.com/office/drawing/2014/main" id="{40C762D9-8E26-7632-0CB9-F4F6BE666484}"/>
                </a:ext>
              </a:extLst>
            </p:cNvPr>
            <p:cNvSpPr/>
            <p:nvPr/>
          </p:nvSpPr>
          <p:spPr>
            <a:xfrm>
              <a:off x="2088125" y="1638969"/>
              <a:ext cx="204" cy="244"/>
            </a:xfrm>
            <a:custGeom>
              <a:avLst/>
              <a:gdLst/>
              <a:ahLst/>
              <a:cxnLst/>
              <a:rect l="l" t="t" r="r" b="b"/>
              <a:pathLst>
                <a:path w="15" h="18" extrusionOk="0">
                  <a:moveTo>
                    <a:pt x="1" y="0"/>
                  </a:moveTo>
                  <a:lnTo>
                    <a:pt x="15" y="18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10" name="Google Shape;5868;p80">
              <a:extLst>
                <a:ext uri="{FF2B5EF4-FFF2-40B4-BE49-F238E27FC236}">
                  <a16:creationId xmlns:a16="http://schemas.microsoft.com/office/drawing/2014/main" id="{664332BA-9CF7-E541-A79D-D3266A4EBF10}"/>
                </a:ext>
              </a:extLst>
            </p:cNvPr>
            <p:cNvSpPr/>
            <p:nvPr/>
          </p:nvSpPr>
          <p:spPr>
            <a:xfrm>
              <a:off x="2088696" y="1639580"/>
              <a:ext cx="258" cy="204"/>
            </a:xfrm>
            <a:custGeom>
              <a:avLst/>
              <a:gdLst/>
              <a:ahLst/>
              <a:cxnLst/>
              <a:rect l="l" t="t" r="r" b="b"/>
              <a:pathLst>
                <a:path w="19" h="15" extrusionOk="0">
                  <a:moveTo>
                    <a:pt x="1" y="1"/>
                  </a:moveTo>
                  <a:lnTo>
                    <a:pt x="18" y="15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11" name="Google Shape;5869;p80">
              <a:extLst>
                <a:ext uri="{FF2B5EF4-FFF2-40B4-BE49-F238E27FC236}">
                  <a16:creationId xmlns:a16="http://schemas.microsoft.com/office/drawing/2014/main" id="{603C5AE2-5702-9AA1-4D3A-3F41C64D9517}"/>
                </a:ext>
              </a:extLst>
            </p:cNvPr>
            <p:cNvSpPr/>
            <p:nvPr/>
          </p:nvSpPr>
          <p:spPr>
            <a:xfrm>
              <a:off x="2091221" y="1640056"/>
              <a:ext cx="1100" cy="68"/>
            </a:xfrm>
            <a:custGeom>
              <a:avLst/>
              <a:gdLst/>
              <a:ahLst/>
              <a:cxnLst/>
              <a:rect l="l" t="t" r="r" b="b"/>
              <a:pathLst>
                <a:path w="81" h="5" extrusionOk="0">
                  <a:moveTo>
                    <a:pt x="81" y="1"/>
                  </a:moveTo>
                  <a:cubicBezTo>
                    <a:pt x="56" y="1"/>
                    <a:pt x="28" y="1"/>
                    <a:pt x="0" y="4"/>
                  </a:cubicBezTo>
                  <a:lnTo>
                    <a:pt x="35" y="4"/>
                  </a:lnTo>
                  <a:lnTo>
                    <a:pt x="81" y="1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12" name="Google Shape;5870;p80">
              <a:extLst>
                <a:ext uri="{FF2B5EF4-FFF2-40B4-BE49-F238E27FC236}">
                  <a16:creationId xmlns:a16="http://schemas.microsoft.com/office/drawing/2014/main" id="{10D5787B-1335-0D1C-4878-D3A1809DD849}"/>
                </a:ext>
              </a:extLst>
            </p:cNvPr>
            <p:cNvSpPr/>
            <p:nvPr/>
          </p:nvSpPr>
          <p:spPr>
            <a:xfrm>
              <a:off x="2093923" y="1670524"/>
              <a:ext cx="109" cy="258"/>
            </a:xfrm>
            <a:custGeom>
              <a:avLst/>
              <a:gdLst/>
              <a:ahLst/>
              <a:cxnLst/>
              <a:rect l="l" t="t" r="r" b="b"/>
              <a:pathLst>
                <a:path w="8" h="19" extrusionOk="0">
                  <a:moveTo>
                    <a:pt x="8" y="18"/>
                  </a:moveTo>
                  <a:cubicBezTo>
                    <a:pt x="4" y="11"/>
                    <a:pt x="1" y="8"/>
                    <a:pt x="1" y="1"/>
                  </a:cubicBezTo>
                  <a:cubicBezTo>
                    <a:pt x="1" y="8"/>
                    <a:pt x="4" y="11"/>
                    <a:pt x="8" y="18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13" name="Google Shape;5871;p80">
              <a:extLst>
                <a:ext uri="{FF2B5EF4-FFF2-40B4-BE49-F238E27FC236}">
                  <a16:creationId xmlns:a16="http://schemas.microsoft.com/office/drawing/2014/main" id="{B0AB1322-B4FD-B8A6-22F0-464B7248603E}"/>
                </a:ext>
              </a:extLst>
            </p:cNvPr>
            <p:cNvSpPr/>
            <p:nvPr/>
          </p:nvSpPr>
          <p:spPr>
            <a:xfrm>
              <a:off x="2103767" y="1657068"/>
              <a:ext cx="204" cy="448"/>
            </a:xfrm>
            <a:custGeom>
              <a:avLst/>
              <a:gdLst/>
              <a:ahLst/>
              <a:cxnLst/>
              <a:rect l="l" t="t" r="r" b="b"/>
              <a:pathLst>
                <a:path w="15" h="33" extrusionOk="0">
                  <a:moveTo>
                    <a:pt x="14" y="1"/>
                  </a:moveTo>
                  <a:lnTo>
                    <a:pt x="9" y="18"/>
                  </a:lnTo>
                  <a:lnTo>
                    <a:pt x="9" y="18"/>
                  </a:lnTo>
                  <a:cubicBezTo>
                    <a:pt x="11" y="12"/>
                    <a:pt x="13" y="6"/>
                    <a:pt x="14" y="1"/>
                  </a:cubicBezTo>
                  <a:close/>
                  <a:moveTo>
                    <a:pt x="9" y="18"/>
                  </a:moveTo>
                  <a:cubicBezTo>
                    <a:pt x="6" y="24"/>
                    <a:pt x="4" y="29"/>
                    <a:pt x="0" y="32"/>
                  </a:cubicBezTo>
                  <a:cubicBezTo>
                    <a:pt x="4" y="29"/>
                    <a:pt x="7" y="25"/>
                    <a:pt x="7" y="22"/>
                  </a:cubicBezTo>
                  <a:lnTo>
                    <a:pt x="9" y="18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14" name="Google Shape;5872;p80">
              <a:extLst>
                <a:ext uri="{FF2B5EF4-FFF2-40B4-BE49-F238E27FC236}">
                  <a16:creationId xmlns:a16="http://schemas.microsoft.com/office/drawing/2014/main" id="{66443125-948A-E41C-7BB8-C938AC090A52}"/>
                </a:ext>
              </a:extLst>
            </p:cNvPr>
            <p:cNvSpPr/>
            <p:nvPr/>
          </p:nvSpPr>
          <p:spPr>
            <a:xfrm>
              <a:off x="2101676" y="1658019"/>
              <a:ext cx="244" cy="163"/>
            </a:xfrm>
            <a:custGeom>
              <a:avLst/>
              <a:gdLst/>
              <a:ahLst/>
              <a:cxnLst/>
              <a:rect l="l" t="t" r="r" b="b"/>
              <a:pathLst>
                <a:path w="18" h="12" extrusionOk="0">
                  <a:moveTo>
                    <a:pt x="0" y="11"/>
                  </a:moveTo>
                  <a:lnTo>
                    <a:pt x="18" y="1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15" name="Google Shape;5873;p80">
              <a:extLst>
                <a:ext uri="{FF2B5EF4-FFF2-40B4-BE49-F238E27FC236}">
                  <a16:creationId xmlns:a16="http://schemas.microsoft.com/office/drawing/2014/main" id="{A192FF1B-F0CD-6E4A-31BF-AD287C239C41}"/>
                </a:ext>
              </a:extLst>
            </p:cNvPr>
            <p:cNvSpPr/>
            <p:nvPr/>
          </p:nvSpPr>
          <p:spPr>
            <a:xfrm>
              <a:off x="2099585" y="1672289"/>
              <a:ext cx="502" cy="1385"/>
            </a:xfrm>
            <a:custGeom>
              <a:avLst/>
              <a:gdLst/>
              <a:ahLst/>
              <a:cxnLst/>
              <a:rect l="l" t="t" r="r" b="b"/>
              <a:pathLst>
                <a:path w="37" h="102" extrusionOk="0">
                  <a:moveTo>
                    <a:pt x="0" y="0"/>
                  </a:moveTo>
                  <a:lnTo>
                    <a:pt x="0" y="0"/>
                  </a:lnTo>
                  <a:cubicBezTo>
                    <a:pt x="24" y="26"/>
                    <a:pt x="36" y="41"/>
                    <a:pt x="37" y="62"/>
                  </a:cubicBezTo>
                  <a:lnTo>
                    <a:pt x="37" y="62"/>
                  </a:lnTo>
                  <a:cubicBezTo>
                    <a:pt x="37" y="40"/>
                    <a:pt x="24" y="26"/>
                    <a:pt x="0" y="0"/>
                  </a:cubicBezTo>
                  <a:close/>
                  <a:moveTo>
                    <a:pt x="37" y="62"/>
                  </a:moveTo>
                  <a:lnTo>
                    <a:pt x="37" y="62"/>
                  </a:lnTo>
                  <a:cubicBezTo>
                    <a:pt x="37" y="64"/>
                    <a:pt x="36" y="67"/>
                    <a:pt x="36" y="69"/>
                  </a:cubicBezTo>
                  <a:lnTo>
                    <a:pt x="36" y="69"/>
                  </a:lnTo>
                  <a:cubicBezTo>
                    <a:pt x="36" y="67"/>
                    <a:pt x="37" y="64"/>
                    <a:pt x="37" y="62"/>
                  </a:cubicBezTo>
                  <a:close/>
                  <a:moveTo>
                    <a:pt x="36" y="69"/>
                  </a:moveTo>
                  <a:cubicBezTo>
                    <a:pt x="35" y="77"/>
                    <a:pt x="33" y="87"/>
                    <a:pt x="28" y="98"/>
                  </a:cubicBezTo>
                  <a:lnTo>
                    <a:pt x="28" y="102"/>
                  </a:lnTo>
                  <a:cubicBezTo>
                    <a:pt x="33" y="89"/>
                    <a:pt x="35" y="78"/>
                    <a:pt x="36" y="69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16" name="Google Shape;5874;p80">
              <a:extLst>
                <a:ext uri="{FF2B5EF4-FFF2-40B4-BE49-F238E27FC236}">
                  <a16:creationId xmlns:a16="http://schemas.microsoft.com/office/drawing/2014/main" id="{A2467DE6-A57C-CBEA-6653-DBF68BAE9486}"/>
                </a:ext>
              </a:extLst>
            </p:cNvPr>
            <p:cNvSpPr/>
            <p:nvPr/>
          </p:nvSpPr>
          <p:spPr>
            <a:xfrm>
              <a:off x="2101296" y="1658209"/>
              <a:ext cx="244" cy="163"/>
            </a:xfrm>
            <a:custGeom>
              <a:avLst/>
              <a:gdLst/>
              <a:ahLst/>
              <a:cxnLst/>
              <a:rect l="l" t="t" r="r" b="b"/>
              <a:pathLst>
                <a:path w="18" h="12" extrusionOk="0">
                  <a:moveTo>
                    <a:pt x="0" y="11"/>
                  </a:moveTo>
                  <a:lnTo>
                    <a:pt x="18" y="1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17" name="Google Shape;5875;p80">
              <a:extLst>
                <a:ext uri="{FF2B5EF4-FFF2-40B4-BE49-F238E27FC236}">
                  <a16:creationId xmlns:a16="http://schemas.microsoft.com/office/drawing/2014/main" id="{5091565F-4C33-F377-4A26-4427269B26A5}"/>
                </a:ext>
              </a:extLst>
            </p:cNvPr>
            <p:cNvSpPr/>
            <p:nvPr/>
          </p:nvSpPr>
          <p:spPr>
            <a:xfrm>
              <a:off x="2100630" y="1658684"/>
              <a:ext cx="244" cy="204"/>
            </a:xfrm>
            <a:custGeom>
              <a:avLst/>
              <a:gdLst/>
              <a:ahLst/>
              <a:cxnLst/>
              <a:rect l="l" t="t" r="r" b="b"/>
              <a:pathLst>
                <a:path w="18" h="15" extrusionOk="0">
                  <a:moveTo>
                    <a:pt x="0" y="15"/>
                  </a:moveTo>
                  <a:lnTo>
                    <a:pt x="18" y="1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18" name="Google Shape;5876;p80">
              <a:extLst>
                <a:ext uri="{FF2B5EF4-FFF2-40B4-BE49-F238E27FC236}">
                  <a16:creationId xmlns:a16="http://schemas.microsoft.com/office/drawing/2014/main" id="{8B579FDD-972C-CD7C-6797-3F801BB138FD}"/>
                </a:ext>
              </a:extLst>
            </p:cNvPr>
            <p:cNvSpPr/>
            <p:nvPr/>
          </p:nvSpPr>
          <p:spPr>
            <a:xfrm>
              <a:off x="2100956" y="1658453"/>
              <a:ext cx="258" cy="204"/>
            </a:xfrm>
            <a:custGeom>
              <a:avLst/>
              <a:gdLst/>
              <a:ahLst/>
              <a:cxnLst/>
              <a:rect l="l" t="t" r="r" b="b"/>
              <a:pathLst>
                <a:path w="19" h="15" extrusionOk="0">
                  <a:moveTo>
                    <a:pt x="1" y="14"/>
                  </a:moveTo>
                  <a:lnTo>
                    <a:pt x="18" y="0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19" name="Google Shape;5877;p80">
              <a:extLst>
                <a:ext uri="{FF2B5EF4-FFF2-40B4-BE49-F238E27FC236}">
                  <a16:creationId xmlns:a16="http://schemas.microsoft.com/office/drawing/2014/main" id="{A8998285-4DA6-82BA-203D-3713E9DD828D}"/>
                </a:ext>
              </a:extLst>
            </p:cNvPr>
            <p:cNvSpPr/>
            <p:nvPr/>
          </p:nvSpPr>
          <p:spPr>
            <a:xfrm>
              <a:off x="2102056" y="1657829"/>
              <a:ext cx="204" cy="163"/>
            </a:xfrm>
            <a:custGeom>
              <a:avLst/>
              <a:gdLst/>
              <a:ahLst/>
              <a:cxnLst/>
              <a:rect l="l" t="t" r="r" b="b"/>
              <a:pathLst>
                <a:path w="15" h="12" extrusionOk="0">
                  <a:moveTo>
                    <a:pt x="0" y="11"/>
                  </a:moveTo>
                  <a:lnTo>
                    <a:pt x="14" y="1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20" name="Google Shape;5878;p80">
              <a:extLst>
                <a:ext uri="{FF2B5EF4-FFF2-40B4-BE49-F238E27FC236}">
                  <a16:creationId xmlns:a16="http://schemas.microsoft.com/office/drawing/2014/main" id="{E49DF95A-8AA9-DFC4-DF81-F986AC4BA3F0}"/>
                </a:ext>
              </a:extLst>
            </p:cNvPr>
            <p:cNvSpPr/>
            <p:nvPr/>
          </p:nvSpPr>
          <p:spPr>
            <a:xfrm>
              <a:off x="2103142" y="1657543"/>
              <a:ext cx="258" cy="68"/>
            </a:xfrm>
            <a:custGeom>
              <a:avLst/>
              <a:gdLst/>
              <a:ahLst/>
              <a:cxnLst/>
              <a:rect l="l" t="t" r="r" b="b"/>
              <a:pathLst>
                <a:path w="19" h="5" extrusionOk="0">
                  <a:moveTo>
                    <a:pt x="1" y="4"/>
                  </a:moveTo>
                  <a:lnTo>
                    <a:pt x="18" y="1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21" name="Google Shape;5879;p80">
              <a:extLst>
                <a:ext uri="{FF2B5EF4-FFF2-40B4-BE49-F238E27FC236}">
                  <a16:creationId xmlns:a16="http://schemas.microsoft.com/office/drawing/2014/main" id="{BF8131C8-21D4-24FE-8BC8-2219C479B4D7}"/>
                </a:ext>
              </a:extLst>
            </p:cNvPr>
            <p:cNvSpPr/>
            <p:nvPr/>
          </p:nvSpPr>
          <p:spPr>
            <a:xfrm>
              <a:off x="2102816" y="1657638"/>
              <a:ext cx="204" cy="68"/>
            </a:xfrm>
            <a:custGeom>
              <a:avLst/>
              <a:gdLst/>
              <a:ahLst/>
              <a:cxnLst/>
              <a:rect l="l" t="t" r="r" b="b"/>
              <a:pathLst>
                <a:path w="15" h="5" extrusionOk="0">
                  <a:moveTo>
                    <a:pt x="0" y="4"/>
                  </a:moveTo>
                  <a:lnTo>
                    <a:pt x="14" y="1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22" name="Google Shape;5880;p80">
              <a:extLst>
                <a:ext uri="{FF2B5EF4-FFF2-40B4-BE49-F238E27FC236}">
                  <a16:creationId xmlns:a16="http://schemas.microsoft.com/office/drawing/2014/main" id="{1C2F5B04-DFC0-2755-7120-52FBA2A66B85}"/>
                </a:ext>
              </a:extLst>
            </p:cNvPr>
            <p:cNvSpPr/>
            <p:nvPr/>
          </p:nvSpPr>
          <p:spPr>
            <a:xfrm>
              <a:off x="2102436" y="1657733"/>
              <a:ext cx="204" cy="68"/>
            </a:xfrm>
            <a:custGeom>
              <a:avLst/>
              <a:gdLst/>
              <a:ahLst/>
              <a:cxnLst/>
              <a:rect l="l" t="t" r="r" b="b"/>
              <a:pathLst>
                <a:path w="15" h="5" extrusionOk="0">
                  <a:moveTo>
                    <a:pt x="0" y="4"/>
                  </a:moveTo>
                  <a:lnTo>
                    <a:pt x="14" y="1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23" name="Google Shape;5881;p80">
              <a:extLst>
                <a:ext uri="{FF2B5EF4-FFF2-40B4-BE49-F238E27FC236}">
                  <a16:creationId xmlns:a16="http://schemas.microsoft.com/office/drawing/2014/main" id="{F420BDC4-6C1D-8B38-0E2D-26D9F5AF2189}"/>
                </a:ext>
              </a:extLst>
            </p:cNvPr>
            <p:cNvSpPr/>
            <p:nvPr/>
          </p:nvSpPr>
          <p:spPr>
            <a:xfrm>
              <a:off x="2100345" y="1659023"/>
              <a:ext cx="204" cy="204"/>
            </a:xfrm>
            <a:custGeom>
              <a:avLst/>
              <a:gdLst/>
              <a:ahLst/>
              <a:cxnLst/>
              <a:rect l="l" t="t" r="r" b="b"/>
              <a:pathLst>
                <a:path w="15" h="15" extrusionOk="0">
                  <a:moveTo>
                    <a:pt x="0" y="14"/>
                  </a:moveTo>
                  <a:lnTo>
                    <a:pt x="14" y="0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24" name="Google Shape;5882;p80">
              <a:extLst>
                <a:ext uri="{FF2B5EF4-FFF2-40B4-BE49-F238E27FC236}">
                  <a16:creationId xmlns:a16="http://schemas.microsoft.com/office/drawing/2014/main" id="{9DC3B3AC-831E-F5DF-5D10-5F1822A7219D}"/>
                </a:ext>
              </a:extLst>
            </p:cNvPr>
            <p:cNvSpPr/>
            <p:nvPr/>
          </p:nvSpPr>
          <p:spPr>
            <a:xfrm>
              <a:off x="2099395" y="1660300"/>
              <a:ext cx="149" cy="299"/>
            </a:xfrm>
            <a:custGeom>
              <a:avLst/>
              <a:gdLst/>
              <a:ahLst/>
              <a:cxnLst/>
              <a:rect l="l" t="t" r="r" b="b"/>
              <a:pathLst>
                <a:path w="11" h="22" extrusionOk="0">
                  <a:moveTo>
                    <a:pt x="0" y="22"/>
                  </a:moveTo>
                  <a:cubicBezTo>
                    <a:pt x="4" y="15"/>
                    <a:pt x="7" y="8"/>
                    <a:pt x="11" y="1"/>
                  </a:cubicBezTo>
                  <a:cubicBezTo>
                    <a:pt x="7" y="8"/>
                    <a:pt x="4" y="15"/>
                    <a:pt x="0" y="22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25" name="Google Shape;5883;p80">
              <a:extLst>
                <a:ext uri="{FF2B5EF4-FFF2-40B4-BE49-F238E27FC236}">
                  <a16:creationId xmlns:a16="http://schemas.microsoft.com/office/drawing/2014/main" id="{C036CB5C-7FA6-511F-654A-24C3FA6B1CD6}"/>
                </a:ext>
              </a:extLst>
            </p:cNvPr>
            <p:cNvSpPr/>
            <p:nvPr/>
          </p:nvSpPr>
          <p:spPr>
            <a:xfrm>
              <a:off x="2099585" y="1659919"/>
              <a:ext cx="149" cy="258"/>
            </a:xfrm>
            <a:custGeom>
              <a:avLst/>
              <a:gdLst/>
              <a:ahLst/>
              <a:cxnLst/>
              <a:rect l="l" t="t" r="r" b="b"/>
              <a:pathLst>
                <a:path w="11" h="19" extrusionOk="0">
                  <a:moveTo>
                    <a:pt x="0" y="18"/>
                  </a:moveTo>
                  <a:cubicBezTo>
                    <a:pt x="4" y="15"/>
                    <a:pt x="7" y="8"/>
                    <a:pt x="11" y="1"/>
                  </a:cubicBezTo>
                  <a:cubicBezTo>
                    <a:pt x="7" y="8"/>
                    <a:pt x="4" y="15"/>
                    <a:pt x="0" y="18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26" name="Google Shape;5884;p80">
              <a:extLst>
                <a:ext uri="{FF2B5EF4-FFF2-40B4-BE49-F238E27FC236}">
                  <a16:creationId xmlns:a16="http://schemas.microsoft.com/office/drawing/2014/main" id="{7217E92A-9190-72A7-7645-D6D35E4920D2}"/>
                </a:ext>
              </a:extLst>
            </p:cNvPr>
            <p:cNvSpPr/>
            <p:nvPr/>
          </p:nvSpPr>
          <p:spPr>
            <a:xfrm>
              <a:off x="2099245" y="1660639"/>
              <a:ext cx="163" cy="299"/>
            </a:xfrm>
            <a:custGeom>
              <a:avLst/>
              <a:gdLst/>
              <a:ahLst/>
              <a:cxnLst/>
              <a:rect l="l" t="t" r="r" b="b"/>
              <a:pathLst>
                <a:path w="12" h="22" extrusionOk="0">
                  <a:moveTo>
                    <a:pt x="1" y="21"/>
                  </a:moveTo>
                  <a:cubicBezTo>
                    <a:pt x="4" y="14"/>
                    <a:pt x="8" y="7"/>
                    <a:pt x="11" y="0"/>
                  </a:cubicBezTo>
                  <a:cubicBezTo>
                    <a:pt x="8" y="7"/>
                    <a:pt x="4" y="14"/>
                    <a:pt x="1" y="2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27" name="Google Shape;5885;p80">
              <a:extLst>
                <a:ext uri="{FF2B5EF4-FFF2-40B4-BE49-F238E27FC236}">
                  <a16:creationId xmlns:a16="http://schemas.microsoft.com/office/drawing/2014/main" id="{7B7A4128-4520-AF6E-3879-696EC604AB8F}"/>
                </a:ext>
              </a:extLst>
            </p:cNvPr>
            <p:cNvSpPr/>
            <p:nvPr/>
          </p:nvSpPr>
          <p:spPr>
            <a:xfrm>
              <a:off x="2099150" y="1661019"/>
              <a:ext cx="109" cy="339"/>
            </a:xfrm>
            <a:custGeom>
              <a:avLst/>
              <a:gdLst/>
              <a:ahLst/>
              <a:cxnLst/>
              <a:rect l="l" t="t" r="r" b="b"/>
              <a:pathLst>
                <a:path w="8" h="25" extrusionOk="0">
                  <a:moveTo>
                    <a:pt x="1" y="25"/>
                  </a:moveTo>
                  <a:cubicBezTo>
                    <a:pt x="1" y="18"/>
                    <a:pt x="4" y="7"/>
                    <a:pt x="8" y="0"/>
                  </a:cubicBezTo>
                  <a:cubicBezTo>
                    <a:pt x="4" y="7"/>
                    <a:pt x="1" y="18"/>
                    <a:pt x="1" y="25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28" name="Google Shape;5886;p80">
              <a:extLst>
                <a:ext uri="{FF2B5EF4-FFF2-40B4-BE49-F238E27FC236}">
                  <a16:creationId xmlns:a16="http://schemas.microsoft.com/office/drawing/2014/main" id="{0AE9EBDC-981B-953E-F3BA-4BF1E06EF31E}"/>
                </a:ext>
              </a:extLst>
            </p:cNvPr>
            <p:cNvSpPr/>
            <p:nvPr/>
          </p:nvSpPr>
          <p:spPr>
            <a:xfrm>
              <a:off x="2094018" y="1670958"/>
              <a:ext cx="543" cy="584"/>
            </a:xfrm>
            <a:custGeom>
              <a:avLst/>
              <a:gdLst/>
              <a:ahLst/>
              <a:cxnLst/>
              <a:rect l="l" t="t" r="r" b="b"/>
              <a:pathLst>
                <a:path w="40" h="43" extrusionOk="0">
                  <a:moveTo>
                    <a:pt x="1" y="0"/>
                  </a:moveTo>
                  <a:cubicBezTo>
                    <a:pt x="11" y="18"/>
                    <a:pt x="22" y="32"/>
                    <a:pt x="39" y="42"/>
                  </a:cubicBezTo>
                  <a:cubicBezTo>
                    <a:pt x="22" y="32"/>
                    <a:pt x="11" y="18"/>
                    <a:pt x="1" y="0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29" name="Google Shape;5887;p80">
              <a:extLst>
                <a:ext uri="{FF2B5EF4-FFF2-40B4-BE49-F238E27FC236}">
                  <a16:creationId xmlns:a16="http://schemas.microsoft.com/office/drawing/2014/main" id="{177156E5-8640-16B6-F3F6-6348FA7E00EA}"/>
                </a:ext>
              </a:extLst>
            </p:cNvPr>
            <p:cNvSpPr/>
            <p:nvPr/>
          </p:nvSpPr>
          <p:spPr>
            <a:xfrm>
              <a:off x="2100060" y="1659308"/>
              <a:ext cx="204" cy="244"/>
            </a:xfrm>
            <a:custGeom>
              <a:avLst/>
              <a:gdLst/>
              <a:ahLst/>
              <a:cxnLst/>
              <a:rect l="l" t="t" r="r" b="b"/>
              <a:pathLst>
                <a:path w="15" h="18" extrusionOk="0">
                  <a:moveTo>
                    <a:pt x="0" y="18"/>
                  </a:moveTo>
                  <a:lnTo>
                    <a:pt x="14" y="0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30" name="Google Shape;5888;p80">
              <a:extLst>
                <a:ext uri="{FF2B5EF4-FFF2-40B4-BE49-F238E27FC236}">
                  <a16:creationId xmlns:a16="http://schemas.microsoft.com/office/drawing/2014/main" id="{092CAF8D-EC8A-9A54-2BB5-BCB85AFB7B71}"/>
                </a:ext>
              </a:extLst>
            </p:cNvPr>
            <p:cNvSpPr/>
            <p:nvPr/>
          </p:nvSpPr>
          <p:spPr>
            <a:xfrm>
              <a:off x="2099816" y="1659594"/>
              <a:ext cx="163" cy="299"/>
            </a:xfrm>
            <a:custGeom>
              <a:avLst/>
              <a:gdLst/>
              <a:ahLst/>
              <a:cxnLst/>
              <a:rect l="l" t="t" r="r" b="b"/>
              <a:pathLst>
                <a:path w="12" h="22" extrusionOk="0">
                  <a:moveTo>
                    <a:pt x="11" y="0"/>
                  </a:moveTo>
                  <a:lnTo>
                    <a:pt x="11" y="0"/>
                  </a:lnTo>
                  <a:cubicBezTo>
                    <a:pt x="8" y="7"/>
                    <a:pt x="4" y="14"/>
                    <a:pt x="1" y="21"/>
                  </a:cubicBezTo>
                  <a:cubicBezTo>
                    <a:pt x="4" y="14"/>
                    <a:pt x="11" y="7"/>
                    <a:pt x="11" y="0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31" name="Google Shape;5889;p80">
              <a:extLst>
                <a:ext uri="{FF2B5EF4-FFF2-40B4-BE49-F238E27FC236}">
                  <a16:creationId xmlns:a16="http://schemas.microsoft.com/office/drawing/2014/main" id="{64CB95B0-D540-770E-9EE2-3CBB61CBADAD}"/>
                </a:ext>
              </a:extLst>
            </p:cNvPr>
            <p:cNvSpPr/>
            <p:nvPr/>
          </p:nvSpPr>
          <p:spPr>
            <a:xfrm>
              <a:off x="2096299" y="1640626"/>
              <a:ext cx="1113" cy="489"/>
            </a:xfrm>
            <a:custGeom>
              <a:avLst/>
              <a:gdLst/>
              <a:ahLst/>
              <a:cxnLst/>
              <a:rect l="l" t="t" r="r" b="b"/>
              <a:pathLst>
                <a:path w="82" h="36" extrusionOk="0">
                  <a:moveTo>
                    <a:pt x="1" y="1"/>
                  </a:moveTo>
                  <a:lnTo>
                    <a:pt x="15" y="4"/>
                  </a:lnTo>
                  <a:lnTo>
                    <a:pt x="15" y="4"/>
                  </a:lnTo>
                  <a:cubicBezTo>
                    <a:pt x="10" y="3"/>
                    <a:pt x="5" y="2"/>
                    <a:pt x="1" y="1"/>
                  </a:cubicBezTo>
                  <a:close/>
                  <a:moveTo>
                    <a:pt x="15" y="4"/>
                  </a:moveTo>
                  <a:cubicBezTo>
                    <a:pt x="38" y="11"/>
                    <a:pt x="61" y="21"/>
                    <a:pt x="81" y="36"/>
                  </a:cubicBezTo>
                  <a:cubicBezTo>
                    <a:pt x="71" y="25"/>
                    <a:pt x="53" y="15"/>
                    <a:pt x="39" y="11"/>
                  </a:cubicBezTo>
                  <a:lnTo>
                    <a:pt x="15" y="4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32" name="Google Shape;5890;p80">
              <a:extLst>
                <a:ext uri="{FF2B5EF4-FFF2-40B4-BE49-F238E27FC236}">
                  <a16:creationId xmlns:a16="http://schemas.microsoft.com/office/drawing/2014/main" id="{96B571D8-A440-D11C-35AC-42BC2E17C09C}"/>
                </a:ext>
              </a:extLst>
            </p:cNvPr>
            <p:cNvSpPr/>
            <p:nvPr/>
          </p:nvSpPr>
          <p:spPr>
            <a:xfrm>
              <a:off x="2103957" y="1654937"/>
              <a:ext cx="299" cy="2145"/>
            </a:xfrm>
            <a:custGeom>
              <a:avLst/>
              <a:gdLst/>
              <a:ahLst/>
              <a:cxnLst/>
              <a:rect l="l" t="t" r="r" b="b"/>
              <a:pathLst>
                <a:path w="22" h="158" extrusionOk="0">
                  <a:moveTo>
                    <a:pt x="21" y="0"/>
                  </a:moveTo>
                  <a:lnTo>
                    <a:pt x="21" y="0"/>
                  </a:lnTo>
                  <a:cubicBezTo>
                    <a:pt x="20" y="15"/>
                    <a:pt x="19" y="32"/>
                    <a:pt x="17" y="50"/>
                  </a:cubicBezTo>
                  <a:lnTo>
                    <a:pt x="17" y="50"/>
                  </a:lnTo>
                  <a:cubicBezTo>
                    <a:pt x="19" y="33"/>
                    <a:pt x="20" y="17"/>
                    <a:pt x="21" y="0"/>
                  </a:cubicBezTo>
                  <a:close/>
                  <a:moveTo>
                    <a:pt x="17" y="50"/>
                  </a:moveTo>
                  <a:lnTo>
                    <a:pt x="17" y="50"/>
                  </a:lnTo>
                  <a:cubicBezTo>
                    <a:pt x="13" y="86"/>
                    <a:pt x="8" y="122"/>
                    <a:pt x="0" y="158"/>
                  </a:cubicBezTo>
                  <a:lnTo>
                    <a:pt x="4" y="140"/>
                  </a:lnTo>
                  <a:cubicBezTo>
                    <a:pt x="10" y="112"/>
                    <a:pt x="14" y="79"/>
                    <a:pt x="17" y="50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33" name="Google Shape;5891;p80">
              <a:extLst>
                <a:ext uri="{FF2B5EF4-FFF2-40B4-BE49-F238E27FC236}">
                  <a16:creationId xmlns:a16="http://schemas.microsoft.com/office/drawing/2014/main" id="{179EA095-0F8C-A8B1-C72A-EB085DED14B7}"/>
                </a:ext>
              </a:extLst>
            </p:cNvPr>
            <p:cNvSpPr/>
            <p:nvPr/>
          </p:nvSpPr>
          <p:spPr>
            <a:xfrm>
              <a:off x="2105138" y="1644577"/>
              <a:ext cx="1969" cy="625"/>
            </a:xfrm>
            <a:custGeom>
              <a:avLst/>
              <a:gdLst/>
              <a:ahLst/>
              <a:cxnLst/>
              <a:rect l="l" t="t" r="r" b="b"/>
              <a:pathLst>
                <a:path w="145" h="46" extrusionOk="0">
                  <a:moveTo>
                    <a:pt x="1" y="0"/>
                  </a:moveTo>
                  <a:cubicBezTo>
                    <a:pt x="43" y="32"/>
                    <a:pt x="92" y="46"/>
                    <a:pt x="144" y="42"/>
                  </a:cubicBezTo>
                  <a:lnTo>
                    <a:pt x="144" y="42"/>
                  </a:lnTo>
                  <a:cubicBezTo>
                    <a:pt x="92" y="46"/>
                    <a:pt x="43" y="32"/>
                    <a:pt x="1" y="0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34" name="Google Shape;5892;p80">
              <a:extLst>
                <a:ext uri="{FF2B5EF4-FFF2-40B4-BE49-F238E27FC236}">
                  <a16:creationId xmlns:a16="http://schemas.microsoft.com/office/drawing/2014/main" id="{1512C446-2775-1D1D-4F38-E107BF629AF6}"/>
                </a:ext>
              </a:extLst>
            </p:cNvPr>
            <p:cNvSpPr/>
            <p:nvPr/>
          </p:nvSpPr>
          <p:spPr>
            <a:xfrm>
              <a:off x="2095824" y="1640490"/>
              <a:ext cx="1018" cy="299"/>
            </a:xfrm>
            <a:custGeom>
              <a:avLst/>
              <a:gdLst/>
              <a:ahLst/>
              <a:cxnLst/>
              <a:rect l="l" t="t" r="r" b="b"/>
              <a:pathLst>
                <a:path w="75" h="22" extrusionOk="0">
                  <a:moveTo>
                    <a:pt x="1" y="0"/>
                  </a:moveTo>
                  <a:lnTo>
                    <a:pt x="36" y="11"/>
                  </a:lnTo>
                  <a:lnTo>
                    <a:pt x="74" y="21"/>
                  </a:lnTo>
                  <a:cubicBezTo>
                    <a:pt x="53" y="11"/>
                    <a:pt x="29" y="4"/>
                    <a:pt x="1" y="0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35" name="Google Shape;5893;p80">
              <a:extLst>
                <a:ext uri="{FF2B5EF4-FFF2-40B4-BE49-F238E27FC236}">
                  <a16:creationId xmlns:a16="http://schemas.microsoft.com/office/drawing/2014/main" id="{0170C463-860C-C00C-3BD9-7A1F6E03359D}"/>
                </a:ext>
              </a:extLst>
            </p:cNvPr>
            <p:cNvSpPr/>
            <p:nvPr/>
          </p:nvSpPr>
          <p:spPr>
            <a:xfrm>
              <a:off x="2103862" y="1656837"/>
              <a:ext cx="149" cy="530"/>
            </a:xfrm>
            <a:custGeom>
              <a:avLst/>
              <a:gdLst/>
              <a:ahLst/>
              <a:cxnLst/>
              <a:rect l="l" t="t" r="r" b="b"/>
              <a:pathLst>
                <a:path w="11" h="39" extrusionOk="0">
                  <a:moveTo>
                    <a:pt x="11" y="0"/>
                  </a:moveTo>
                  <a:lnTo>
                    <a:pt x="7" y="18"/>
                  </a:lnTo>
                  <a:lnTo>
                    <a:pt x="5" y="24"/>
                  </a:lnTo>
                  <a:lnTo>
                    <a:pt x="5" y="24"/>
                  </a:lnTo>
                  <a:cubicBezTo>
                    <a:pt x="8" y="16"/>
                    <a:pt x="11" y="9"/>
                    <a:pt x="11" y="0"/>
                  </a:cubicBezTo>
                  <a:close/>
                  <a:moveTo>
                    <a:pt x="5" y="24"/>
                  </a:moveTo>
                  <a:lnTo>
                    <a:pt x="5" y="24"/>
                  </a:lnTo>
                  <a:cubicBezTo>
                    <a:pt x="4" y="29"/>
                    <a:pt x="2" y="33"/>
                    <a:pt x="0" y="39"/>
                  </a:cubicBezTo>
                  <a:lnTo>
                    <a:pt x="5" y="24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36" name="Google Shape;5894;p80">
              <a:extLst>
                <a:ext uri="{FF2B5EF4-FFF2-40B4-BE49-F238E27FC236}">
                  <a16:creationId xmlns:a16="http://schemas.microsoft.com/office/drawing/2014/main" id="{C4B54F9B-691B-0813-A1D1-48DA11ACCC45}"/>
                </a:ext>
              </a:extLst>
            </p:cNvPr>
            <p:cNvSpPr/>
            <p:nvPr/>
          </p:nvSpPr>
          <p:spPr>
            <a:xfrm>
              <a:off x="1375130" y="1936371"/>
              <a:ext cx="14704" cy="7522"/>
            </a:xfrm>
            <a:custGeom>
              <a:avLst/>
              <a:gdLst/>
              <a:ahLst/>
              <a:cxnLst/>
              <a:rect l="l" t="t" r="r" b="b"/>
              <a:pathLst>
                <a:path w="1083" h="554" extrusionOk="0">
                  <a:moveTo>
                    <a:pt x="302" y="1"/>
                  </a:moveTo>
                  <a:cubicBezTo>
                    <a:pt x="291" y="1"/>
                    <a:pt x="232" y="32"/>
                    <a:pt x="1" y="249"/>
                  </a:cubicBezTo>
                  <a:cubicBezTo>
                    <a:pt x="239" y="382"/>
                    <a:pt x="806" y="554"/>
                    <a:pt x="960" y="554"/>
                  </a:cubicBezTo>
                  <a:cubicBezTo>
                    <a:pt x="1002" y="554"/>
                    <a:pt x="1041" y="540"/>
                    <a:pt x="1072" y="512"/>
                  </a:cubicBezTo>
                  <a:lnTo>
                    <a:pt x="1072" y="501"/>
                  </a:lnTo>
                  <a:lnTo>
                    <a:pt x="1076" y="480"/>
                  </a:lnTo>
                  <a:lnTo>
                    <a:pt x="1079" y="459"/>
                  </a:lnTo>
                  <a:lnTo>
                    <a:pt x="1079" y="442"/>
                  </a:lnTo>
                  <a:lnTo>
                    <a:pt x="1083" y="421"/>
                  </a:lnTo>
                  <a:lnTo>
                    <a:pt x="1083" y="407"/>
                  </a:lnTo>
                  <a:lnTo>
                    <a:pt x="1083" y="389"/>
                  </a:lnTo>
                  <a:lnTo>
                    <a:pt x="1083" y="375"/>
                  </a:lnTo>
                  <a:lnTo>
                    <a:pt x="1083" y="358"/>
                  </a:lnTo>
                  <a:lnTo>
                    <a:pt x="1083" y="351"/>
                  </a:lnTo>
                  <a:lnTo>
                    <a:pt x="1083" y="333"/>
                  </a:lnTo>
                  <a:lnTo>
                    <a:pt x="1083" y="326"/>
                  </a:lnTo>
                  <a:lnTo>
                    <a:pt x="1083" y="309"/>
                  </a:lnTo>
                  <a:lnTo>
                    <a:pt x="1083" y="305"/>
                  </a:lnTo>
                  <a:lnTo>
                    <a:pt x="1083" y="288"/>
                  </a:lnTo>
                  <a:lnTo>
                    <a:pt x="1083" y="260"/>
                  </a:lnTo>
                  <a:lnTo>
                    <a:pt x="1083" y="253"/>
                  </a:lnTo>
                  <a:lnTo>
                    <a:pt x="1083" y="246"/>
                  </a:lnTo>
                  <a:lnTo>
                    <a:pt x="1083" y="242"/>
                  </a:lnTo>
                  <a:lnTo>
                    <a:pt x="1083" y="239"/>
                  </a:lnTo>
                  <a:lnTo>
                    <a:pt x="1083" y="235"/>
                  </a:lnTo>
                  <a:cubicBezTo>
                    <a:pt x="1069" y="218"/>
                    <a:pt x="1048" y="211"/>
                    <a:pt x="1027" y="207"/>
                  </a:cubicBezTo>
                  <a:cubicBezTo>
                    <a:pt x="992" y="204"/>
                    <a:pt x="957" y="204"/>
                    <a:pt x="922" y="204"/>
                  </a:cubicBezTo>
                  <a:cubicBezTo>
                    <a:pt x="813" y="204"/>
                    <a:pt x="656" y="204"/>
                    <a:pt x="501" y="99"/>
                  </a:cubicBezTo>
                  <a:cubicBezTo>
                    <a:pt x="487" y="88"/>
                    <a:pt x="473" y="81"/>
                    <a:pt x="459" y="71"/>
                  </a:cubicBezTo>
                  <a:lnTo>
                    <a:pt x="442" y="64"/>
                  </a:lnTo>
                  <a:lnTo>
                    <a:pt x="407" y="46"/>
                  </a:lnTo>
                  <a:lnTo>
                    <a:pt x="386" y="36"/>
                  </a:lnTo>
                  <a:lnTo>
                    <a:pt x="351" y="22"/>
                  </a:lnTo>
                  <a:lnTo>
                    <a:pt x="326" y="8"/>
                  </a:lnTo>
                  <a:lnTo>
                    <a:pt x="305" y="1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37" name="Google Shape;5895;p80">
              <a:extLst>
                <a:ext uri="{FF2B5EF4-FFF2-40B4-BE49-F238E27FC236}">
                  <a16:creationId xmlns:a16="http://schemas.microsoft.com/office/drawing/2014/main" id="{CD7C2756-0319-FF05-695A-904E51C58D27}"/>
                </a:ext>
              </a:extLst>
            </p:cNvPr>
            <p:cNvSpPr/>
            <p:nvPr/>
          </p:nvSpPr>
          <p:spPr>
            <a:xfrm>
              <a:off x="1380643" y="1923581"/>
              <a:ext cx="42986" cy="21887"/>
            </a:xfrm>
            <a:custGeom>
              <a:avLst/>
              <a:gdLst/>
              <a:ahLst/>
              <a:cxnLst/>
              <a:rect l="l" t="t" r="r" b="b"/>
              <a:pathLst>
                <a:path w="3166" h="1612" extrusionOk="0">
                  <a:moveTo>
                    <a:pt x="2152" y="1"/>
                  </a:moveTo>
                  <a:cubicBezTo>
                    <a:pt x="1913" y="1"/>
                    <a:pt x="1654" y="70"/>
                    <a:pt x="1496" y="131"/>
                  </a:cubicBezTo>
                  <a:cubicBezTo>
                    <a:pt x="1422" y="160"/>
                    <a:pt x="1346" y="171"/>
                    <a:pt x="1270" y="171"/>
                  </a:cubicBezTo>
                  <a:cubicBezTo>
                    <a:pt x="1184" y="171"/>
                    <a:pt x="1098" y="158"/>
                    <a:pt x="1013" y="145"/>
                  </a:cubicBezTo>
                  <a:cubicBezTo>
                    <a:pt x="928" y="132"/>
                    <a:pt x="845" y="120"/>
                    <a:pt x="765" y="120"/>
                  </a:cubicBezTo>
                  <a:cubicBezTo>
                    <a:pt x="670" y="120"/>
                    <a:pt x="577" y="137"/>
                    <a:pt x="488" y="190"/>
                  </a:cubicBezTo>
                  <a:lnTo>
                    <a:pt x="484" y="190"/>
                  </a:lnTo>
                  <a:cubicBezTo>
                    <a:pt x="474" y="204"/>
                    <a:pt x="460" y="218"/>
                    <a:pt x="446" y="236"/>
                  </a:cubicBezTo>
                  <a:cubicBezTo>
                    <a:pt x="435" y="250"/>
                    <a:pt x="425" y="260"/>
                    <a:pt x="414" y="271"/>
                  </a:cubicBezTo>
                  <a:cubicBezTo>
                    <a:pt x="404" y="285"/>
                    <a:pt x="386" y="306"/>
                    <a:pt x="369" y="323"/>
                  </a:cubicBezTo>
                  <a:cubicBezTo>
                    <a:pt x="358" y="334"/>
                    <a:pt x="351" y="344"/>
                    <a:pt x="341" y="355"/>
                  </a:cubicBezTo>
                  <a:cubicBezTo>
                    <a:pt x="323" y="372"/>
                    <a:pt x="306" y="386"/>
                    <a:pt x="288" y="404"/>
                  </a:cubicBezTo>
                  <a:lnTo>
                    <a:pt x="264" y="428"/>
                  </a:lnTo>
                  <a:cubicBezTo>
                    <a:pt x="239" y="449"/>
                    <a:pt x="215" y="470"/>
                    <a:pt x="190" y="491"/>
                  </a:cubicBezTo>
                  <a:cubicBezTo>
                    <a:pt x="102" y="561"/>
                    <a:pt x="39" y="659"/>
                    <a:pt x="18" y="768"/>
                  </a:cubicBezTo>
                  <a:cubicBezTo>
                    <a:pt x="15" y="792"/>
                    <a:pt x="8" y="813"/>
                    <a:pt x="1" y="834"/>
                  </a:cubicBezTo>
                  <a:cubicBezTo>
                    <a:pt x="22" y="841"/>
                    <a:pt x="39" y="852"/>
                    <a:pt x="57" y="859"/>
                  </a:cubicBezTo>
                  <a:lnTo>
                    <a:pt x="71" y="866"/>
                  </a:lnTo>
                  <a:lnTo>
                    <a:pt x="113" y="890"/>
                  </a:lnTo>
                  <a:lnTo>
                    <a:pt x="127" y="897"/>
                  </a:lnTo>
                  <a:cubicBezTo>
                    <a:pt x="144" y="908"/>
                    <a:pt x="158" y="915"/>
                    <a:pt x="172" y="925"/>
                  </a:cubicBezTo>
                  <a:cubicBezTo>
                    <a:pt x="295" y="1009"/>
                    <a:pt x="414" y="1009"/>
                    <a:pt x="519" y="1009"/>
                  </a:cubicBezTo>
                  <a:cubicBezTo>
                    <a:pt x="628" y="1009"/>
                    <a:pt x="722" y="1009"/>
                    <a:pt x="785" y="1097"/>
                  </a:cubicBezTo>
                  <a:lnTo>
                    <a:pt x="792" y="1104"/>
                  </a:lnTo>
                  <a:lnTo>
                    <a:pt x="792" y="1107"/>
                  </a:lnTo>
                  <a:lnTo>
                    <a:pt x="796" y="1111"/>
                  </a:lnTo>
                  <a:lnTo>
                    <a:pt x="796" y="1114"/>
                  </a:lnTo>
                  <a:lnTo>
                    <a:pt x="799" y="1121"/>
                  </a:lnTo>
                  <a:lnTo>
                    <a:pt x="799" y="1125"/>
                  </a:lnTo>
                  <a:lnTo>
                    <a:pt x="803" y="1135"/>
                  </a:lnTo>
                  <a:lnTo>
                    <a:pt x="803" y="1139"/>
                  </a:lnTo>
                  <a:lnTo>
                    <a:pt x="803" y="1149"/>
                  </a:lnTo>
                  <a:lnTo>
                    <a:pt x="803" y="1153"/>
                  </a:lnTo>
                  <a:cubicBezTo>
                    <a:pt x="803" y="1156"/>
                    <a:pt x="803" y="1160"/>
                    <a:pt x="806" y="1167"/>
                  </a:cubicBezTo>
                  <a:lnTo>
                    <a:pt x="806" y="1170"/>
                  </a:lnTo>
                  <a:lnTo>
                    <a:pt x="806" y="1184"/>
                  </a:lnTo>
                  <a:lnTo>
                    <a:pt x="806" y="1191"/>
                  </a:lnTo>
                  <a:lnTo>
                    <a:pt x="806" y="1202"/>
                  </a:lnTo>
                  <a:lnTo>
                    <a:pt x="806" y="1212"/>
                  </a:lnTo>
                  <a:lnTo>
                    <a:pt x="806" y="1226"/>
                  </a:lnTo>
                  <a:lnTo>
                    <a:pt x="806" y="1233"/>
                  </a:lnTo>
                  <a:lnTo>
                    <a:pt x="806" y="1251"/>
                  </a:lnTo>
                  <a:lnTo>
                    <a:pt x="806" y="1261"/>
                  </a:lnTo>
                  <a:lnTo>
                    <a:pt x="806" y="1282"/>
                  </a:lnTo>
                  <a:lnTo>
                    <a:pt x="806" y="1289"/>
                  </a:lnTo>
                  <a:lnTo>
                    <a:pt x="806" y="1321"/>
                  </a:lnTo>
                  <a:lnTo>
                    <a:pt x="806" y="1331"/>
                  </a:lnTo>
                  <a:cubicBezTo>
                    <a:pt x="806" y="1338"/>
                    <a:pt x="806" y="1349"/>
                    <a:pt x="806" y="1356"/>
                  </a:cubicBezTo>
                  <a:lnTo>
                    <a:pt x="806" y="1370"/>
                  </a:lnTo>
                  <a:lnTo>
                    <a:pt x="806" y="1387"/>
                  </a:lnTo>
                  <a:cubicBezTo>
                    <a:pt x="852" y="1391"/>
                    <a:pt x="894" y="1408"/>
                    <a:pt x="929" y="1440"/>
                  </a:cubicBezTo>
                  <a:cubicBezTo>
                    <a:pt x="981" y="1482"/>
                    <a:pt x="1009" y="1545"/>
                    <a:pt x="1009" y="1611"/>
                  </a:cubicBezTo>
                  <a:lnTo>
                    <a:pt x="1111" y="1590"/>
                  </a:lnTo>
                  <a:cubicBezTo>
                    <a:pt x="1156" y="1555"/>
                    <a:pt x="1198" y="1517"/>
                    <a:pt x="1240" y="1475"/>
                  </a:cubicBezTo>
                  <a:cubicBezTo>
                    <a:pt x="1240" y="1468"/>
                    <a:pt x="1233" y="1454"/>
                    <a:pt x="1233" y="1443"/>
                  </a:cubicBezTo>
                  <a:cubicBezTo>
                    <a:pt x="1216" y="1377"/>
                    <a:pt x="1195" y="1272"/>
                    <a:pt x="1254" y="1191"/>
                  </a:cubicBezTo>
                  <a:cubicBezTo>
                    <a:pt x="1300" y="1132"/>
                    <a:pt x="1370" y="1104"/>
                    <a:pt x="1475" y="1093"/>
                  </a:cubicBezTo>
                  <a:cubicBezTo>
                    <a:pt x="1804" y="1069"/>
                    <a:pt x="1979" y="1030"/>
                    <a:pt x="2014" y="887"/>
                  </a:cubicBezTo>
                  <a:cubicBezTo>
                    <a:pt x="2047" y="737"/>
                    <a:pt x="2199" y="707"/>
                    <a:pt x="2342" y="707"/>
                  </a:cubicBezTo>
                  <a:cubicBezTo>
                    <a:pt x="2396" y="707"/>
                    <a:pt x="2449" y="711"/>
                    <a:pt x="2494" y="715"/>
                  </a:cubicBezTo>
                  <a:cubicBezTo>
                    <a:pt x="2529" y="719"/>
                    <a:pt x="2560" y="719"/>
                    <a:pt x="2595" y="719"/>
                  </a:cubicBezTo>
                  <a:cubicBezTo>
                    <a:pt x="2637" y="701"/>
                    <a:pt x="2676" y="680"/>
                    <a:pt x="2711" y="656"/>
                  </a:cubicBezTo>
                  <a:cubicBezTo>
                    <a:pt x="2826" y="586"/>
                    <a:pt x="2991" y="484"/>
                    <a:pt x="3166" y="463"/>
                  </a:cubicBezTo>
                  <a:cubicBezTo>
                    <a:pt x="3148" y="418"/>
                    <a:pt x="3089" y="390"/>
                    <a:pt x="2970" y="351"/>
                  </a:cubicBezTo>
                  <a:cubicBezTo>
                    <a:pt x="2854" y="309"/>
                    <a:pt x="2711" y="264"/>
                    <a:pt x="2592" y="141"/>
                  </a:cubicBezTo>
                  <a:cubicBezTo>
                    <a:pt x="2488" y="38"/>
                    <a:pt x="2326" y="1"/>
                    <a:pt x="2152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38" name="Google Shape;5896;p80">
              <a:extLst>
                <a:ext uri="{FF2B5EF4-FFF2-40B4-BE49-F238E27FC236}">
                  <a16:creationId xmlns:a16="http://schemas.microsoft.com/office/drawing/2014/main" id="{71CEE834-0591-FBF5-0D4A-BAD141CC71EA}"/>
                </a:ext>
              </a:extLst>
            </p:cNvPr>
            <p:cNvSpPr/>
            <p:nvPr/>
          </p:nvSpPr>
          <p:spPr>
            <a:xfrm>
              <a:off x="1391722" y="1940553"/>
              <a:ext cx="68" cy="109"/>
            </a:xfrm>
            <a:custGeom>
              <a:avLst/>
              <a:gdLst/>
              <a:ahLst/>
              <a:cxnLst/>
              <a:rect l="l" t="t" r="r" b="b"/>
              <a:pathLst>
                <a:path w="5" h="8" extrusionOk="0">
                  <a:moveTo>
                    <a:pt x="1" y="1"/>
                  </a:moveTo>
                  <a:lnTo>
                    <a:pt x="1" y="8"/>
                  </a:lnTo>
                  <a:cubicBezTo>
                    <a:pt x="4" y="4"/>
                    <a:pt x="4" y="1"/>
                    <a:pt x="1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39" name="Google Shape;5897;p80">
              <a:extLst>
                <a:ext uri="{FF2B5EF4-FFF2-40B4-BE49-F238E27FC236}">
                  <a16:creationId xmlns:a16="http://schemas.microsoft.com/office/drawing/2014/main" id="{483D0A12-C5CA-D816-5213-2672C9EDFB65}"/>
                </a:ext>
              </a:extLst>
            </p:cNvPr>
            <p:cNvSpPr/>
            <p:nvPr/>
          </p:nvSpPr>
          <p:spPr>
            <a:xfrm>
              <a:off x="1391722" y="1941503"/>
              <a:ext cx="14" cy="163"/>
            </a:xfrm>
            <a:custGeom>
              <a:avLst/>
              <a:gdLst/>
              <a:ahLst/>
              <a:cxnLst/>
              <a:rect l="l" t="t" r="r" b="b"/>
              <a:pathLst>
                <a:path w="1" h="12" extrusionOk="0">
                  <a:moveTo>
                    <a:pt x="1" y="11"/>
                  </a:moveTo>
                  <a:lnTo>
                    <a:pt x="1" y="1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40" name="Google Shape;5898;p80">
              <a:extLst>
                <a:ext uri="{FF2B5EF4-FFF2-40B4-BE49-F238E27FC236}">
                  <a16:creationId xmlns:a16="http://schemas.microsoft.com/office/drawing/2014/main" id="{C85337E2-7655-8AD1-ED51-D03704F783CA}"/>
                </a:ext>
              </a:extLst>
            </p:cNvPr>
            <p:cNvSpPr/>
            <p:nvPr/>
          </p:nvSpPr>
          <p:spPr>
            <a:xfrm>
              <a:off x="1391722" y="1940933"/>
              <a:ext cx="14" cy="163"/>
            </a:xfrm>
            <a:custGeom>
              <a:avLst/>
              <a:gdLst/>
              <a:ahLst/>
              <a:cxnLst/>
              <a:rect l="l" t="t" r="r" b="b"/>
              <a:pathLst>
                <a:path w="1" h="12" extrusionOk="0">
                  <a:moveTo>
                    <a:pt x="1" y="11"/>
                  </a:moveTo>
                  <a:lnTo>
                    <a:pt x="1" y="1"/>
                  </a:lnTo>
                  <a:cubicBezTo>
                    <a:pt x="1" y="1"/>
                    <a:pt x="1" y="8"/>
                    <a:pt x="1" y="1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41" name="Google Shape;5899;p80">
              <a:extLst>
                <a:ext uri="{FF2B5EF4-FFF2-40B4-BE49-F238E27FC236}">
                  <a16:creationId xmlns:a16="http://schemas.microsoft.com/office/drawing/2014/main" id="{33076844-871D-82F2-7F7C-AC437A1FAC0B}"/>
                </a:ext>
              </a:extLst>
            </p:cNvPr>
            <p:cNvSpPr/>
            <p:nvPr/>
          </p:nvSpPr>
          <p:spPr>
            <a:xfrm>
              <a:off x="1391586" y="1938937"/>
              <a:ext cx="14" cy="68"/>
            </a:xfrm>
            <a:custGeom>
              <a:avLst/>
              <a:gdLst/>
              <a:ahLst/>
              <a:cxnLst/>
              <a:rect l="l" t="t" r="r" b="b"/>
              <a:pathLst>
                <a:path w="1" h="5" extrusionOk="0">
                  <a:moveTo>
                    <a:pt x="0" y="4"/>
                  </a:moveTo>
                  <a:lnTo>
                    <a:pt x="0" y="1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42" name="Google Shape;5900;p80">
              <a:extLst>
                <a:ext uri="{FF2B5EF4-FFF2-40B4-BE49-F238E27FC236}">
                  <a16:creationId xmlns:a16="http://schemas.microsoft.com/office/drawing/2014/main" id="{DE95ED89-B794-6114-3FC8-0CE1E8ADF9DC}"/>
                </a:ext>
              </a:extLst>
            </p:cNvPr>
            <p:cNvSpPr/>
            <p:nvPr/>
          </p:nvSpPr>
          <p:spPr>
            <a:xfrm>
              <a:off x="1381403" y="1935230"/>
              <a:ext cx="204" cy="163"/>
            </a:xfrm>
            <a:custGeom>
              <a:avLst/>
              <a:gdLst/>
              <a:ahLst/>
              <a:cxnLst/>
              <a:rect l="l" t="t" r="r" b="b"/>
              <a:pathLst>
                <a:path w="15" h="12" extrusionOk="0">
                  <a:moveTo>
                    <a:pt x="15" y="11"/>
                  </a:moveTo>
                  <a:lnTo>
                    <a:pt x="1" y="1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43" name="Google Shape;5901;p80">
              <a:extLst>
                <a:ext uri="{FF2B5EF4-FFF2-40B4-BE49-F238E27FC236}">
                  <a16:creationId xmlns:a16="http://schemas.microsoft.com/office/drawing/2014/main" id="{6C128E1A-B2D1-BE90-879E-88A827698804}"/>
                </a:ext>
              </a:extLst>
            </p:cNvPr>
            <p:cNvSpPr/>
            <p:nvPr/>
          </p:nvSpPr>
          <p:spPr>
            <a:xfrm>
              <a:off x="1391396" y="1938516"/>
              <a:ext cx="14" cy="54"/>
            </a:xfrm>
            <a:custGeom>
              <a:avLst/>
              <a:gdLst/>
              <a:ahLst/>
              <a:cxnLst/>
              <a:rect l="l" t="t" r="r" b="b"/>
              <a:pathLst>
                <a:path w="1" h="4" extrusionOk="0">
                  <a:moveTo>
                    <a:pt x="0" y="4"/>
                  </a:moveTo>
                  <a:lnTo>
                    <a:pt x="0" y="0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44" name="Google Shape;5902;p80">
              <a:extLst>
                <a:ext uri="{FF2B5EF4-FFF2-40B4-BE49-F238E27FC236}">
                  <a16:creationId xmlns:a16="http://schemas.microsoft.com/office/drawing/2014/main" id="{2C2498D3-4FEF-FA05-BE30-B92AB3F1F024}"/>
                </a:ext>
              </a:extLst>
            </p:cNvPr>
            <p:cNvSpPr/>
            <p:nvPr/>
          </p:nvSpPr>
          <p:spPr>
            <a:xfrm>
              <a:off x="1382163" y="1935665"/>
              <a:ext cx="204" cy="109"/>
            </a:xfrm>
            <a:custGeom>
              <a:avLst/>
              <a:gdLst/>
              <a:ahLst/>
              <a:cxnLst/>
              <a:rect l="l" t="t" r="r" b="b"/>
              <a:pathLst>
                <a:path w="15" h="8" extrusionOk="0">
                  <a:moveTo>
                    <a:pt x="15" y="7"/>
                  </a:moveTo>
                  <a:lnTo>
                    <a:pt x="1" y="0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45" name="Google Shape;5903;p80">
              <a:extLst>
                <a:ext uri="{FF2B5EF4-FFF2-40B4-BE49-F238E27FC236}">
                  <a16:creationId xmlns:a16="http://schemas.microsoft.com/office/drawing/2014/main" id="{F3813CC7-ECBE-32F3-14A8-635B3E63DB6D}"/>
                </a:ext>
              </a:extLst>
            </p:cNvPr>
            <p:cNvSpPr/>
            <p:nvPr/>
          </p:nvSpPr>
          <p:spPr>
            <a:xfrm>
              <a:off x="1391722" y="1940173"/>
              <a:ext cx="68" cy="163"/>
            </a:xfrm>
            <a:custGeom>
              <a:avLst/>
              <a:gdLst/>
              <a:ahLst/>
              <a:cxnLst/>
              <a:rect l="l" t="t" r="r" b="b"/>
              <a:pathLst>
                <a:path w="5" h="12" extrusionOk="0">
                  <a:moveTo>
                    <a:pt x="1" y="1"/>
                  </a:moveTo>
                  <a:lnTo>
                    <a:pt x="1" y="11"/>
                  </a:lnTo>
                  <a:cubicBezTo>
                    <a:pt x="4" y="8"/>
                    <a:pt x="4" y="4"/>
                    <a:pt x="1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46" name="Google Shape;5904;p80">
              <a:extLst>
                <a:ext uri="{FF2B5EF4-FFF2-40B4-BE49-F238E27FC236}">
                  <a16:creationId xmlns:a16="http://schemas.microsoft.com/office/drawing/2014/main" id="{A86A0F20-9734-A221-E2B9-08B27CB10FB1}"/>
                </a:ext>
              </a:extLst>
            </p:cNvPr>
            <p:cNvSpPr/>
            <p:nvPr/>
          </p:nvSpPr>
          <p:spPr>
            <a:xfrm>
              <a:off x="1391627" y="1941978"/>
              <a:ext cx="14" cy="204"/>
            </a:xfrm>
            <a:custGeom>
              <a:avLst/>
              <a:gdLst/>
              <a:ahLst/>
              <a:cxnLst/>
              <a:rect l="l" t="t" r="r" b="b"/>
              <a:pathLst>
                <a:path w="1" h="15" extrusionOk="0">
                  <a:moveTo>
                    <a:pt x="1" y="15"/>
                  </a:moveTo>
                  <a:lnTo>
                    <a:pt x="1" y="1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47" name="Google Shape;5905;p80">
              <a:extLst>
                <a:ext uri="{FF2B5EF4-FFF2-40B4-BE49-F238E27FC236}">
                  <a16:creationId xmlns:a16="http://schemas.microsoft.com/office/drawing/2014/main" id="{4E58E71B-D922-A410-984C-DDEACF23F323}"/>
                </a:ext>
              </a:extLst>
            </p:cNvPr>
            <p:cNvSpPr/>
            <p:nvPr/>
          </p:nvSpPr>
          <p:spPr>
            <a:xfrm>
              <a:off x="1391722" y="1939602"/>
              <a:ext cx="14" cy="109"/>
            </a:xfrm>
            <a:custGeom>
              <a:avLst/>
              <a:gdLst/>
              <a:ahLst/>
              <a:cxnLst/>
              <a:rect l="l" t="t" r="r" b="b"/>
              <a:pathLst>
                <a:path w="1" h="8" extrusionOk="0">
                  <a:moveTo>
                    <a:pt x="1" y="8"/>
                  </a:moveTo>
                  <a:lnTo>
                    <a:pt x="1" y="1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48" name="Google Shape;5906;p80">
              <a:extLst>
                <a:ext uri="{FF2B5EF4-FFF2-40B4-BE49-F238E27FC236}">
                  <a16:creationId xmlns:a16="http://schemas.microsoft.com/office/drawing/2014/main" id="{43B27D7A-E034-601E-1510-E3CFFFA2B7D1}"/>
                </a:ext>
              </a:extLst>
            </p:cNvPr>
            <p:cNvSpPr/>
            <p:nvPr/>
          </p:nvSpPr>
          <p:spPr>
            <a:xfrm>
              <a:off x="1391722" y="1939983"/>
              <a:ext cx="14" cy="14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1" y="1"/>
                  </a:move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49" name="Google Shape;5907;p80">
              <a:extLst>
                <a:ext uri="{FF2B5EF4-FFF2-40B4-BE49-F238E27FC236}">
                  <a16:creationId xmlns:a16="http://schemas.microsoft.com/office/drawing/2014/main" id="{EDD4BFDD-BE0F-4DCF-9783-A9D2B3625475}"/>
                </a:ext>
              </a:extLst>
            </p:cNvPr>
            <p:cNvSpPr/>
            <p:nvPr/>
          </p:nvSpPr>
          <p:spPr>
            <a:xfrm>
              <a:off x="1391722" y="1939412"/>
              <a:ext cx="14" cy="14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1" y="1"/>
                  </a:move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50" name="Google Shape;5908;p80">
              <a:extLst>
                <a:ext uri="{FF2B5EF4-FFF2-40B4-BE49-F238E27FC236}">
                  <a16:creationId xmlns:a16="http://schemas.microsoft.com/office/drawing/2014/main" id="{E2A088E9-593D-D116-575E-AD384E063227}"/>
                </a:ext>
              </a:extLst>
            </p:cNvPr>
            <p:cNvSpPr/>
            <p:nvPr/>
          </p:nvSpPr>
          <p:spPr>
            <a:xfrm>
              <a:off x="1391627" y="1939127"/>
              <a:ext cx="14" cy="68"/>
            </a:xfrm>
            <a:custGeom>
              <a:avLst/>
              <a:gdLst/>
              <a:ahLst/>
              <a:cxnLst/>
              <a:rect l="l" t="t" r="r" b="b"/>
              <a:pathLst>
                <a:path w="1" h="5" extrusionOk="0">
                  <a:moveTo>
                    <a:pt x="1" y="4"/>
                  </a:moveTo>
                  <a:lnTo>
                    <a:pt x="1" y="1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51" name="Google Shape;5909;p80">
              <a:extLst>
                <a:ext uri="{FF2B5EF4-FFF2-40B4-BE49-F238E27FC236}">
                  <a16:creationId xmlns:a16="http://schemas.microsoft.com/office/drawing/2014/main" id="{109E1822-72FC-C4B0-B65D-6ED71D8F5B83}"/>
                </a:ext>
              </a:extLst>
            </p:cNvPr>
            <p:cNvSpPr/>
            <p:nvPr/>
          </p:nvSpPr>
          <p:spPr>
            <a:xfrm>
              <a:off x="1391491" y="1938652"/>
              <a:ext cx="14" cy="68"/>
            </a:xfrm>
            <a:custGeom>
              <a:avLst/>
              <a:gdLst/>
              <a:ahLst/>
              <a:cxnLst/>
              <a:rect l="l" t="t" r="r" b="b"/>
              <a:pathLst>
                <a:path w="1" h="5" extrusionOk="0">
                  <a:moveTo>
                    <a:pt x="0" y="4"/>
                  </a:moveTo>
                  <a:lnTo>
                    <a:pt x="0" y="1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52" name="Google Shape;5910;p80">
              <a:extLst>
                <a:ext uri="{FF2B5EF4-FFF2-40B4-BE49-F238E27FC236}">
                  <a16:creationId xmlns:a16="http://schemas.microsoft.com/office/drawing/2014/main" id="{A9F57381-8F20-8D64-4A62-F3095F1F620E}"/>
                </a:ext>
              </a:extLst>
            </p:cNvPr>
            <p:cNvSpPr/>
            <p:nvPr/>
          </p:nvSpPr>
          <p:spPr>
            <a:xfrm>
              <a:off x="1391532" y="1938801"/>
              <a:ext cx="14" cy="54"/>
            </a:xfrm>
            <a:custGeom>
              <a:avLst/>
              <a:gdLst/>
              <a:ahLst/>
              <a:cxnLst/>
              <a:rect l="l" t="t" r="r" b="b"/>
              <a:pathLst>
                <a:path w="1" h="4" extrusionOk="0">
                  <a:moveTo>
                    <a:pt x="1" y="4"/>
                  </a:moveTo>
                  <a:lnTo>
                    <a:pt x="1" y="0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53" name="Google Shape;5911;p80">
              <a:extLst>
                <a:ext uri="{FF2B5EF4-FFF2-40B4-BE49-F238E27FC236}">
                  <a16:creationId xmlns:a16="http://schemas.microsoft.com/office/drawing/2014/main" id="{BA845A3E-9F92-1CEB-EACD-E913BD790720}"/>
                </a:ext>
              </a:extLst>
            </p:cNvPr>
            <p:cNvSpPr/>
            <p:nvPr/>
          </p:nvSpPr>
          <p:spPr>
            <a:xfrm>
              <a:off x="1174075" y="1791214"/>
              <a:ext cx="223703" cy="138382"/>
            </a:xfrm>
            <a:custGeom>
              <a:avLst/>
              <a:gdLst/>
              <a:ahLst/>
              <a:cxnLst/>
              <a:rect l="l" t="t" r="r" b="b"/>
              <a:pathLst>
                <a:path w="16476" h="10192" extrusionOk="0">
                  <a:moveTo>
                    <a:pt x="1142" y="0"/>
                  </a:moveTo>
                  <a:lnTo>
                    <a:pt x="0" y="151"/>
                  </a:lnTo>
                  <a:cubicBezTo>
                    <a:pt x="70" y="277"/>
                    <a:pt x="151" y="399"/>
                    <a:pt x="242" y="511"/>
                  </a:cubicBezTo>
                  <a:cubicBezTo>
                    <a:pt x="504" y="837"/>
                    <a:pt x="690" y="1401"/>
                    <a:pt x="718" y="1611"/>
                  </a:cubicBezTo>
                  <a:cubicBezTo>
                    <a:pt x="732" y="1733"/>
                    <a:pt x="949" y="1863"/>
                    <a:pt x="1163" y="1985"/>
                  </a:cubicBezTo>
                  <a:cubicBezTo>
                    <a:pt x="1229" y="2027"/>
                    <a:pt x="1299" y="2069"/>
                    <a:pt x="1366" y="2111"/>
                  </a:cubicBezTo>
                  <a:cubicBezTo>
                    <a:pt x="1691" y="2318"/>
                    <a:pt x="1709" y="2769"/>
                    <a:pt x="1660" y="2916"/>
                  </a:cubicBezTo>
                  <a:cubicBezTo>
                    <a:pt x="1640" y="2978"/>
                    <a:pt x="1586" y="2997"/>
                    <a:pt x="1520" y="2997"/>
                  </a:cubicBezTo>
                  <a:cubicBezTo>
                    <a:pt x="1471" y="2997"/>
                    <a:pt x="1415" y="2986"/>
                    <a:pt x="1362" y="2976"/>
                  </a:cubicBezTo>
                  <a:cubicBezTo>
                    <a:pt x="1320" y="2969"/>
                    <a:pt x="1278" y="2962"/>
                    <a:pt x="1236" y="2958"/>
                  </a:cubicBezTo>
                  <a:lnTo>
                    <a:pt x="1236" y="2958"/>
                  </a:lnTo>
                  <a:cubicBezTo>
                    <a:pt x="1297" y="3078"/>
                    <a:pt x="1670" y="3376"/>
                    <a:pt x="1819" y="3376"/>
                  </a:cubicBezTo>
                  <a:cubicBezTo>
                    <a:pt x="1823" y="3376"/>
                    <a:pt x="1827" y="3376"/>
                    <a:pt x="1831" y="3375"/>
                  </a:cubicBezTo>
                  <a:cubicBezTo>
                    <a:pt x="1851" y="3373"/>
                    <a:pt x="1870" y="3371"/>
                    <a:pt x="1888" y="3371"/>
                  </a:cubicBezTo>
                  <a:cubicBezTo>
                    <a:pt x="2051" y="3371"/>
                    <a:pt x="2161" y="3469"/>
                    <a:pt x="2356" y="3648"/>
                  </a:cubicBezTo>
                  <a:cubicBezTo>
                    <a:pt x="2395" y="3680"/>
                    <a:pt x="2433" y="3715"/>
                    <a:pt x="2475" y="3753"/>
                  </a:cubicBezTo>
                  <a:cubicBezTo>
                    <a:pt x="2650" y="3907"/>
                    <a:pt x="2745" y="4096"/>
                    <a:pt x="2738" y="4278"/>
                  </a:cubicBezTo>
                  <a:cubicBezTo>
                    <a:pt x="2741" y="4376"/>
                    <a:pt x="2703" y="4467"/>
                    <a:pt x="2633" y="4534"/>
                  </a:cubicBezTo>
                  <a:cubicBezTo>
                    <a:pt x="2654" y="4600"/>
                    <a:pt x="2909" y="4765"/>
                    <a:pt x="3099" y="4884"/>
                  </a:cubicBezTo>
                  <a:lnTo>
                    <a:pt x="3256" y="4985"/>
                  </a:lnTo>
                  <a:cubicBezTo>
                    <a:pt x="3736" y="5304"/>
                    <a:pt x="3855" y="5686"/>
                    <a:pt x="3865" y="5728"/>
                  </a:cubicBezTo>
                  <a:cubicBezTo>
                    <a:pt x="3865" y="5731"/>
                    <a:pt x="3865" y="5735"/>
                    <a:pt x="3869" y="5735"/>
                  </a:cubicBezTo>
                  <a:cubicBezTo>
                    <a:pt x="3897" y="5728"/>
                    <a:pt x="3970" y="5661"/>
                    <a:pt x="4005" y="5556"/>
                  </a:cubicBezTo>
                  <a:cubicBezTo>
                    <a:pt x="4030" y="5490"/>
                    <a:pt x="4009" y="5455"/>
                    <a:pt x="3967" y="5388"/>
                  </a:cubicBezTo>
                  <a:cubicBezTo>
                    <a:pt x="3914" y="5315"/>
                    <a:pt x="3883" y="5230"/>
                    <a:pt x="3883" y="5139"/>
                  </a:cubicBezTo>
                  <a:cubicBezTo>
                    <a:pt x="3883" y="5052"/>
                    <a:pt x="3788" y="5031"/>
                    <a:pt x="3592" y="5020"/>
                  </a:cubicBezTo>
                  <a:cubicBezTo>
                    <a:pt x="3550" y="5017"/>
                    <a:pt x="3508" y="5013"/>
                    <a:pt x="3477" y="5010"/>
                  </a:cubicBezTo>
                  <a:cubicBezTo>
                    <a:pt x="3347" y="4989"/>
                    <a:pt x="3351" y="4849"/>
                    <a:pt x="3354" y="4747"/>
                  </a:cubicBezTo>
                  <a:cubicBezTo>
                    <a:pt x="3358" y="4660"/>
                    <a:pt x="3361" y="4558"/>
                    <a:pt x="3305" y="4506"/>
                  </a:cubicBezTo>
                  <a:cubicBezTo>
                    <a:pt x="3116" y="4317"/>
                    <a:pt x="2976" y="3841"/>
                    <a:pt x="2938" y="3701"/>
                  </a:cubicBezTo>
                  <a:cubicBezTo>
                    <a:pt x="2902" y="3568"/>
                    <a:pt x="2773" y="3424"/>
                    <a:pt x="2640" y="3277"/>
                  </a:cubicBezTo>
                  <a:cubicBezTo>
                    <a:pt x="2524" y="3161"/>
                    <a:pt x="2423" y="3032"/>
                    <a:pt x="2339" y="2888"/>
                  </a:cubicBezTo>
                  <a:cubicBezTo>
                    <a:pt x="2164" y="2573"/>
                    <a:pt x="2006" y="2374"/>
                    <a:pt x="1922" y="2318"/>
                  </a:cubicBezTo>
                  <a:cubicBezTo>
                    <a:pt x="1894" y="2300"/>
                    <a:pt x="1873" y="2272"/>
                    <a:pt x="1866" y="2237"/>
                  </a:cubicBezTo>
                  <a:cubicBezTo>
                    <a:pt x="1859" y="2181"/>
                    <a:pt x="1898" y="2136"/>
                    <a:pt x="1929" y="2094"/>
                  </a:cubicBezTo>
                  <a:cubicBezTo>
                    <a:pt x="1978" y="2034"/>
                    <a:pt x="1978" y="2027"/>
                    <a:pt x="1971" y="2017"/>
                  </a:cubicBezTo>
                  <a:cubicBezTo>
                    <a:pt x="1922" y="1964"/>
                    <a:pt x="1859" y="1947"/>
                    <a:pt x="1772" y="1922"/>
                  </a:cubicBezTo>
                  <a:cubicBezTo>
                    <a:pt x="1702" y="1905"/>
                    <a:pt x="1635" y="1880"/>
                    <a:pt x="1569" y="1852"/>
                  </a:cubicBezTo>
                  <a:cubicBezTo>
                    <a:pt x="1348" y="1747"/>
                    <a:pt x="1226" y="1576"/>
                    <a:pt x="1226" y="1369"/>
                  </a:cubicBezTo>
                  <a:cubicBezTo>
                    <a:pt x="1226" y="1184"/>
                    <a:pt x="1107" y="732"/>
                    <a:pt x="1047" y="581"/>
                  </a:cubicBezTo>
                  <a:cubicBezTo>
                    <a:pt x="1002" y="459"/>
                    <a:pt x="1072" y="406"/>
                    <a:pt x="1093" y="392"/>
                  </a:cubicBezTo>
                  <a:cubicBezTo>
                    <a:pt x="1117" y="379"/>
                    <a:pt x="1145" y="373"/>
                    <a:pt x="1174" y="373"/>
                  </a:cubicBezTo>
                  <a:cubicBezTo>
                    <a:pt x="1243" y="373"/>
                    <a:pt x="1316" y="405"/>
                    <a:pt x="1355" y="452"/>
                  </a:cubicBezTo>
                  <a:lnTo>
                    <a:pt x="1369" y="473"/>
                  </a:lnTo>
                  <a:cubicBezTo>
                    <a:pt x="1415" y="528"/>
                    <a:pt x="1434" y="542"/>
                    <a:pt x="1448" y="542"/>
                  </a:cubicBezTo>
                  <a:cubicBezTo>
                    <a:pt x="1455" y="542"/>
                    <a:pt x="1461" y="539"/>
                    <a:pt x="1467" y="536"/>
                  </a:cubicBezTo>
                  <a:cubicBezTo>
                    <a:pt x="1504" y="517"/>
                    <a:pt x="1544" y="507"/>
                    <a:pt x="1584" y="507"/>
                  </a:cubicBezTo>
                  <a:cubicBezTo>
                    <a:pt x="1612" y="507"/>
                    <a:pt x="1640" y="512"/>
                    <a:pt x="1667" y="522"/>
                  </a:cubicBezTo>
                  <a:cubicBezTo>
                    <a:pt x="1751" y="546"/>
                    <a:pt x="1817" y="609"/>
                    <a:pt x="1849" y="686"/>
                  </a:cubicBezTo>
                  <a:cubicBezTo>
                    <a:pt x="1858" y="706"/>
                    <a:pt x="1875" y="714"/>
                    <a:pt x="1910" y="714"/>
                  </a:cubicBezTo>
                  <a:cubicBezTo>
                    <a:pt x="1930" y="714"/>
                    <a:pt x="1955" y="711"/>
                    <a:pt x="1989" y="707"/>
                  </a:cubicBezTo>
                  <a:cubicBezTo>
                    <a:pt x="2015" y="705"/>
                    <a:pt x="2042" y="702"/>
                    <a:pt x="2069" y="702"/>
                  </a:cubicBezTo>
                  <a:cubicBezTo>
                    <a:pt x="2111" y="702"/>
                    <a:pt x="2152" y="708"/>
                    <a:pt x="2188" y="732"/>
                  </a:cubicBezTo>
                  <a:cubicBezTo>
                    <a:pt x="2272" y="781"/>
                    <a:pt x="2234" y="858"/>
                    <a:pt x="2213" y="893"/>
                  </a:cubicBezTo>
                  <a:cubicBezTo>
                    <a:pt x="2178" y="963"/>
                    <a:pt x="2111" y="1096"/>
                    <a:pt x="2307" y="1446"/>
                  </a:cubicBezTo>
                  <a:cubicBezTo>
                    <a:pt x="2496" y="1779"/>
                    <a:pt x="2521" y="1835"/>
                    <a:pt x="2454" y="1919"/>
                  </a:cubicBezTo>
                  <a:cubicBezTo>
                    <a:pt x="2437" y="1943"/>
                    <a:pt x="2412" y="1975"/>
                    <a:pt x="2412" y="2094"/>
                  </a:cubicBezTo>
                  <a:cubicBezTo>
                    <a:pt x="2412" y="2244"/>
                    <a:pt x="2447" y="2265"/>
                    <a:pt x="2447" y="2265"/>
                  </a:cubicBezTo>
                  <a:cubicBezTo>
                    <a:pt x="2448" y="2266"/>
                    <a:pt x="2449" y="2266"/>
                    <a:pt x="2451" y="2266"/>
                  </a:cubicBezTo>
                  <a:cubicBezTo>
                    <a:pt x="2463" y="2266"/>
                    <a:pt x="2500" y="2251"/>
                    <a:pt x="2556" y="2195"/>
                  </a:cubicBezTo>
                  <a:cubicBezTo>
                    <a:pt x="2575" y="2176"/>
                    <a:pt x="2602" y="2163"/>
                    <a:pt x="2630" y="2163"/>
                  </a:cubicBezTo>
                  <a:cubicBezTo>
                    <a:pt x="2633" y="2163"/>
                    <a:pt x="2637" y="2163"/>
                    <a:pt x="2640" y="2164"/>
                  </a:cubicBezTo>
                  <a:cubicBezTo>
                    <a:pt x="2727" y="2167"/>
                    <a:pt x="2843" y="2269"/>
                    <a:pt x="3043" y="2514"/>
                  </a:cubicBezTo>
                  <a:cubicBezTo>
                    <a:pt x="3113" y="2601"/>
                    <a:pt x="3221" y="2647"/>
                    <a:pt x="3316" y="2689"/>
                  </a:cubicBezTo>
                  <a:cubicBezTo>
                    <a:pt x="3421" y="2731"/>
                    <a:pt x="3519" y="2776"/>
                    <a:pt x="3519" y="2871"/>
                  </a:cubicBezTo>
                  <a:cubicBezTo>
                    <a:pt x="3519" y="2944"/>
                    <a:pt x="3557" y="3137"/>
                    <a:pt x="3729" y="3168"/>
                  </a:cubicBezTo>
                  <a:cubicBezTo>
                    <a:pt x="3869" y="3193"/>
                    <a:pt x="3942" y="3288"/>
                    <a:pt x="4002" y="3365"/>
                  </a:cubicBezTo>
                  <a:cubicBezTo>
                    <a:pt x="4040" y="3414"/>
                    <a:pt x="4072" y="3452"/>
                    <a:pt x="4107" y="3463"/>
                  </a:cubicBezTo>
                  <a:cubicBezTo>
                    <a:pt x="4170" y="3470"/>
                    <a:pt x="4229" y="3512"/>
                    <a:pt x="4257" y="3568"/>
                  </a:cubicBezTo>
                  <a:cubicBezTo>
                    <a:pt x="4303" y="3648"/>
                    <a:pt x="4292" y="3764"/>
                    <a:pt x="4240" y="3879"/>
                  </a:cubicBezTo>
                  <a:cubicBezTo>
                    <a:pt x="4219" y="3918"/>
                    <a:pt x="4215" y="3960"/>
                    <a:pt x="4229" y="4002"/>
                  </a:cubicBezTo>
                  <a:cubicBezTo>
                    <a:pt x="4257" y="4072"/>
                    <a:pt x="4362" y="4145"/>
                    <a:pt x="4544" y="4215"/>
                  </a:cubicBezTo>
                  <a:cubicBezTo>
                    <a:pt x="4758" y="4299"/>
                    <a:pt x="4796" y="4352"/>
                    <a:pt x="4849" y="4439"/>
                  </a:cubicBezTo>
                  <a:cubicBezTo>
                    <a:pt x="4894" y="4516"/>
                    <a:pt x="4947" y="4583"/>
                    <a:pt x="5014" y="4642"/>
                  </a:cubicBezTo>
                  <a:cubicBezTo>
                    <a:pt x="5276" y="4891"/>
                    <a:pt x="6036" y="5724"/>
                    <a:pt x="6200" y="5962"/>
                  </a:cubicBezTo>
                  <a:cubicBezTo>
                    <a:pt x="6305" y="6123"/>
                    <a:pt x="6389" y="6298"/>
                    <a:pt x="6442" y="6484"/>
                  </a:cubicBezTo>
                  <a:cubicBezTo>
                    <a:pt x="6452" y="6512"/>
                    <a:pt x="6463" y="6543"/>
                    <a:pt x="6473" y="6571"/>
                  </a:cubicBezTo>
                  <a:cubicBezTo>
                    <a:pt x="6501" y="6652"/>
                    <a:pt x="6491" y="6743"/>
                    <a:pt x="6449" y="6820"/>
                  </a:cubicBezTo>
                  <a:cubicBezTo>
                    <a:pt x="6421" y="6883"/>
                    <a:pt x="6414" y="6911"/>
                    <a:pt x="6442" y="6956"/>
                  </a:cubicBezTo>
                  <a:cubicBezTo>
                    <a:pt x="6470" y="6991"/>
                    <a:pt x="6480" y="7040"/>
                    <a:pt x="6466" y="7082"/>
                  </a:cubicBezTo>
                  <a:cubicBezTo>
                    <a:pt x="6445" y="7142"/>
                    <a:pt x="6382" y="7159"/>
                    <a:pt x="6337" y="7173"/>
                  </a:cubicBezTo>
                  <a:cubicBezTo>
                    <a:pt x="6319" y="7177"/>
                    <a:pt x="6302" y="7180"/>
                    <a:pt x="6284" y="7187"/>
                  </a:cubicBezTo>
                  <a:cubicBezTo>
                    <a:pt x="6305" y="7317"/>
                    <a:pt x="6459" y="7783"/>
                    <a:pt x="6662" y="7800"/>
                  </a:cubicBezTo>
                  <a:cubicBezTo>
                    <a:pt x="6897" y="7821"/>
                    <a:pt x="7135" y="8038"/>
                    <a:pt x="7345" y="8227"/>
                  </a:cubicBezTo>
                  <a:cubicBezTo>
                    <a:pt x="7398" y="8269"/>
                    <a:pt x="7443" y="8315"/>
                    <a:pt x="7485" y="8350"/>
                  </a:cubicBezTo>
                  <a:cubicBezTo>
                    <a:pt x="7604" y="8448"/>
                    <a:pt x="7762" y="8476"/>
                    <a:pt x="7944" y="8507"/>
                  </a:cubicBezTo>
                  <a:cubicBezTo>
                    <a:pt x="8080" y="8528"/>
                    <a:pt x="8213" y="8560"/>
                    <a:pt x="8339" y="8605"/>
                  </a:cubicBezTo>
                  <a:cubicBezTo>
                    <a:pt x="8486" y="8665"/>
                    <a:pt x="8626" y="8738"/>
                    <a:pt x="8756" y="8829"/>
                  </a:cubicBezTo>
                  <a:cubicBezTo>
                    <a:pt x="8948" y="8948"/>
                    <a:pt x="9148" y="9074"/>
                    <a:pt x="9414" y="9148"/>
                  </a:cubicBezTo>
                  <a:cubicBezTo>
                    <a:pt x="9873" y="9281"/>
                    <a:pt x="10342" y="9481"/>
                    <a:pt x="10671" y="9691"/>
                  </a:cubicBezTo>
                  <a:cubicBezTo>
                    <a:pt x="10784" y="9763"/>
                    <a:pt x="10909" y="9791"/>
                    <a:pt x="11041" y="9791"/>
                  </a:cubicBezTo>
                  <a:cubicBezTo>
                    <a:pt x="11255" y="9791"/>
                    <a:pt x="11486" y="9715"/>
                    <a:pt x="11714" y="9624"/>
                  </a:cubicBezTo>
                  <a:cubicBezTo>
                    <a:pt x="11823" y="9582"/>
                    <a:pt x="11938" y="9558"/>
                    <a:pt x="12054" y="9558"/>
                  </a:cubicBezTo>
                  <a:cubicBezTo>
                    <a:pt x="12285" y="9558"/>
                    <a:pt x="12481" y="9645"/>
                    <a:pt x="12638" y="9719"/>
                  </a:cubicBezTo>
                  <a:cubicBezTo>
                    <a:pt x="12680" y="9736"/>
                    <a:pt x="12719" y="9757"/>
                    <a:pt x="12757" y="9771"/>
                  </a:cubicBezTo>
                  <a:cubicBezTo>
                    <a:pt x="12873" y="9813"/>
                    <a:pt x="13062" y="9971"/>
                    <a:pt x="13310" y="10191"/>
                  </a:cubicBezTo>
                  <a:cubicBezTo>
                    <a:pt x="13367" y="10107"/>
                    <a:pt x="13419" y="10037"/>
                    <a:pt x="13461" y="9978"/>
                  </a:cubicBezTo>
                  <a:lnTo>
                    <a:pt x="13465" y="9974"/>
                  </a:lnTo>
                  <a:lnTo>
                    <a:pt x="13475" y="9960"/>
                  </a:lnTo>
                  <a:lnTo>
                    <a:pt x="13493" y="9936"/>
                  </a:lnTo>
                  <a:lnTo>
                    <a:pt x="13493" y="9932"/>
                  </a:lnTo>
                  <a:cubicBezTo>
                    <a:pt x="13577" y="9820"/>
                    <a:pt x="13633" y="9750"/>
                    <a:pt x="13668" y="9705"/>
                  </a:cubicBezTo>
                  <a:lnTo>
                    <a:pt x="13678" y="9694"/>
                  </a:lnTo>
                  <a:lnTo>
                    <a:pt x="13689" y="9684"/>
                  </a:lnTo>
                  <a:lnTo>
                    <a:pt x="13696" y="9677"/>
                  </a:lnTo>
                  <a:lnTo>
                    <a:pt x="13703" y="9670"/>
                  </a:lnTo>
                  <a:lnTo>
                    <a:pt x="13710" y="9663"/>
                  </a:lnTo>
                  <a:lnTo>
                    <a:pt x="13713" y="9656"/>
                  </a:lnTo>
                  <a:lnTo>
                    <a:pt x="13717" y="9652"/>
                  </a:lnTo>
                  <a:lnTo>
                    <a:pt x="13724" y="9649"/>
                  </a:lnTo>
                  <a:lnTo>
                    <a:pt x="13745" y="9649"/>
                  </a:lnTo>
                  <a:cubicBezTo>
                    <a:pt x="13766" y="9645"/>
                    <a:pt x="13787" y="9643"/>
                    <a:pt x="13810" y="9643"/>
                  </a:cubicBezTo>
                  <a:cubicBezTo>
                    <a:pt x="13832" y="9643"/>
                    <a:pt x="13855" y="9645"/>
                    <a:pt x="13878" y="9649"/>
                  </a:cubicBezTo>
                  <a:cubicBezTo>
                    <a:pt x="13965" y="9652"/>
                    <a:pt x="14039" y="9656"/>
                    <a:pt x="14102" y="9656"/>
                  </a:cubicBezTo>
                  <a:cubicBezTo>
                    <a:pt x="14298" y="9656"/>
                    <a:pt x="14375" y="9638"/>
                    <a:pt x="14403" y="9621"/>
                  </a:cubicBezTo>
                  <a:cubicBezTo>
                    <a:pt x="14410" y="9617"/>
                    <a:pt x="14417" y="9610"/>
                    <a:pt x="14420" y="9607"/>
                  </a:cubicBezTo>
                  <a:cubicBezTo>
                    <a:pt x="14434" y="9572"/>
                    <a:pt x="14350" y="9470"/>
                    <a:pt x="14168" y="9305"/>
                  </a:cubicBezTo>
                  <a:cubicBezTo>
                    <a:pt x="14056" y="9200"/>
                    <a:pt x="14007" y="9158"/>
                    <a:pt x="14014" y="9102"/>
                  </a:cubicBezTo>
                  <a:cubicBezTo>
                    <a:pt x="14014" y="9081"/>
                    <a:pt x="14025" y="9064"/>
                    <a:pt x="14042" y="9050"/>
                  </a:cubicBezTo>
                  <a:cubicBezTo>
                    <a:pt x="14060" y="9004"/>
                    <a:pt x="14074" y="8959"/>
                    <a:pt x="14084" y="8913"/>
                  </a:cubicBezTo>
                  <a:cubicBezTo>
                    <a:pt x="14119" y="8766"/>
                    <a:pt x="14154" y="8626"/>
                    <a:pt x="14259" y="8626"/>
                  </a:cubicBezTo>
                  <a:lnTo>
                    <a:pt x="14410" y="8630"/>
                  </a:lnTo>
                  <a:cubicBezTo>
                    <a:pt x="14546" y="8630"/>
                    <a:pt x="14830" y="8637"/>
                    <a:pt x="15026" y="8637"/>
                  </a:cubicBezTo>
                  <a:lnTo>
                    <a:pt x="15134" y="8637"/>
                  </a:lnTo>
                  <a:lnTo>
                    <a:pt x="15180" y="8623"/>
                  </a:lnTo>
                  <a:lnTo>
                    <a:pt x="15239" y="8623"/>
                  </a:lnTo>
                  <a:cubicBezTo>
                    <a:pt x="15250" y="8609"/>
                    <a:pt x="15274" y="8581"/>
                    <a:pt x="15292" y="8553"/>
                  </a:cubicBezTo>
                  <a:cubicBezTo>
                    <a:pt x="15376" y="8441"/>
                    <a:pt x="15488" y="8290"/>
                    <a:pt x="15614" y="8280"/>
                  </a:cubicBezTo>
                  <a:cubicBezTo>
                    <a:pt x="15619" y="8278"/>
                    <a:pt x="15624" y="8277"/>
                    <a:pt x="15628" y="8277"/>
                  </a:cubicBezTo>
                  <a:cubicBezTo>
                    <a:pt x="15632" y="8277"/>
                    <a:pt x="15637" y="8278"/>
                    <a:pt x="15642" y="8280"/>
                  </a:cubicBezTo>
                  <a:cubicBezTo>
                    <a:pt x="15691" y="8287"/>
                    <a:pt x="15740" y="8308"/>
                    <a:pt x="15779" y="8339"/>
                  </a:cubicBezTo>
                  <a:lnTo>
                    <a:pt x="15786" y="8343"/>
                  </a:lnTo>
                  <a:lnTo>
                    <a:pt x="15807" y="8360"/>
                  </a:lnTo>
                  <a:cubicBezTo>
                    <a:pt x="15828" y="8374"/>
                    <a:pt x="15849" y="8388"/>
                    <a:pt x="15870" y="8409"/>
                  </a:cubicBezTo>
                  <a:cubicBezTo>
                    <a:pt x="15985" y="8255"/>
                    <a:pt x="16027" y="7965"/>
                    <a:pt x="16052" y="7751"/>
                  </a:cubicBezTo>
                  <a:cubicBezTo>
                    <a:pt x="16059" y="7660"/>
                    <a:pt x="16059" y="7569"/>
                    <a:pt x="16052" y="7482"/>
                  </a:cubicBezTo>
                  <a:cubicBezTo>
                    <a:pt x="16045" y="7341"/>
                    <a:pt x="16034" y="7233"/>
                    <a:pt x="16164" y="7096"/>
                  </a:cubicBezTo>
                  <a:cubicBezTo>
                    <a:pt x="16213" y="7044"/>
                    <a:pt x="16265" y="6998"/>
                    <a:pt x="16321" y="6960"/>
                  </a:cubicBezTo>
                  <a:cubicBezTo>
                    <a:pt x="16430" y="6879"/>
                    <a:pt x="16475" y="6841"/>
                    <a:pt x="16451" y="6704"/>
                  </a:cubicBezTo>
                  <a:cubicBezTo>
                    <a:pt x="16447" y="6683"/>
                    <a:pt x="16440" y="6659"/>
                    <a:pt x="16423" y="6645"/>
                  </a:cubicBezTo>
                  <a:cubicBezTo>
                    <a:pt x="16417" y="6642"/>
                    <a:pt x="16409" y="6640"/>
                    <a:pt x="16399" y="6640"/>
                  </a:cubicBezTo>
                  <a:cubicBezTo>
                    <a:pt x="16376" y="6640"/>
                    <a:pt x="16343" y="6647"/>
                    <a:pt x="16314" y="6652"/>
                  </a:cubicBezTo>
                  <a:cubicBezTo>
                    <a:pt x="16272" y="6661"/>
                    <a:pt x="16222" y="6671"/>
                    <a:pt x="16169" y="6671"/>
                  </a:cubicBezTo>
                  <a:cubicBezTo>
                    <a:pt x="16116" y="6671"/>
                    <a:pt x="16060" y="6661"/>
                    <a:pt x="16006" y="6627"/>
                  </a:cubicBezTo>
                  <a:cubicBezTo>
                    <a:pt x="15947" y="6590"/>
                    <a:pt x="15890" y="6576"/>
                    <a:pt x="15819" y="6576"/>
                  </a:cubicBezTo>
                  <a:cubicBezTo>
                    <a:pt x="15742" y="6576"/>
                    <a:pt x="15647" y="6593"/>
                    <a:pt x="15516" y="6617"/>
                  </a:cubicBezTo>
                  <a:cubicBezTo>
                    <a:pt x="15422" y="6634"/>
                    <a:pt x="15316" y="6652"/>
                    <a:pt x="15190" y="6673"/>
                  </a:cubicBezTo>
                  <a:cubicBezTo>
                    <a:pt x="14581" y="6760"/>
                    <a:pt x="14529" y="7033"/>
                    <a:pt x="14543" y="7233"/>
                  </a:cubicBezTo>
                  <a:cubicBezTo>
                    <a:pt x="14557" y="7433"/>
                    <a:pt x="14504" y="7496"/>
                    <a:pt x="14441" y="7555"/>
                  </a:cubicBezTo>
                  <a:cubicBezTo>
                    <a:pt x="14406" y="7590"/>
                    <a:pt x="14382" y="7618"/>
                    <a:pt x="14385" y="7730"/>
                  </a:cubicBezTo>
                  <a:cubicBezTo>
                    <a:pt x="14392" y="7937"/>
                    <a:pt x="14245" y="8035"/>
                    <a:pt x="14137" y="8105"/>
                  </a:cubicBezTo>
                  <a:cubicBezTo>
                    <a:pt x="14053" y="8157"/>
                    <a:pt x="14014" y="8189"/>
                    <a:pt x="14021" y="8224"/>
                  </a:cubicBezTo>
                  <a:cubicBezTo>
                    <a:pt x="14032" y="8273"/>
                    <a:pt x="14011" y="8325"/>
                    <a:pt x="13969" y="8353"/>
                  </a:cubicBezTo>
                  <a:cubicBezTo>
                    <a:pt x="13946" y="8368"/>
                    <a:pt x="13918" y="8375"/>
                    <a:pt x="13886" y="8375"/>
                  </a:cubicBezTo>
                  <a:cubicBezTo>
                    <a:pt x="13759" y="8375"/>
                    <a:pt x="13581" y="8270"/>
                    <a:pt x="13514" y="8231"/>
                  </a:cubicBezTo>
                  <a:cubicBezTo>
                    <a:pt x="13507" y="8229"/>
                    <a:pt x="13499" y="8229"/>
                    <a:pt x="13490" y="8229"/>
                  </a:cubicBezTo>
                  <a:cubicBezTo>
                    <a:pt x="13348" y="8229"/>
                    <a:pt x="12838" y="8365"/>
                    <a:pt x="12586" y="8434"/>
                  </a:cubicBezTo>
                  <a:cubicBezTo>
                    <a:pt x="12428" y="8476"/>
                    <a:pt x="12313" y="8507"/>
                    <a:pt x="12267" y="8514"/>
                  </a:cubicBezTo>
                  <a:cubicBezTo>
                    <a:pt x="12258" y="8516"/>
                    <a:pt x="12248" y="8517"/>
                    <a:pt x="12238" y="8517"/>
                  </a:cubicBezTo>
                  <a:cubicBezTo>
                    <a:pt x="12152" y="8517"/>
                    <a:pt x="12059" y="8450"/>
                    <a:pt x="11952" y="8374"/>
                  </a:cubicBezTo>
                  <a:cubicBezTo>
                    <a:pt x="11849" y="8302"/>
                    <a:pt x="11733" y="8224"/>
                    <a:pt x="11649" y="8224"/>
                  </a:cubicBezTo>
                  <a:cubicBezTo>
                    <a:pt x="11648" y="8224"/>
                    <a:pt x="11646" y="8224"/>
                    <a:pt x="11644" y="8224"/>
                  </a:cubicBezTo>
                  <a:cubicBezTo>
                    <a:pt x="11639" y="8224"/>
                    <a:pt x="11635" y="8224"/>
                    <a:pt x="11630" y="8224"/>
                  </a:cubicBezTo>
                  <a:cubicBezTo>
                    <a:pt x="11431" y="8224"/>
                    <a:pt x="11297" y="8001"/>
                    <a:pt x="11259" y="7608"/>
                  </a:cubicBezTo>
                  <a:cubicBezTo>
                    <a:pt x="11249" y="7468"/>
                    <a:pt x="11091" y="7324"/>
                    <a:pt x="10940" y="7180"/>
                  </a:cubicBezTo>
                  <a:cubicBezTo>
                    <a:pt x="10849" y="7103"/>
                    <a:pt x="10765" y="7016"/>
                    <a:pt x="10692" y="6925"/>
                  </a:cubicBezTo>
                  <a:cubicBezTo>
                    <a:pt x="10503" y="6669"/>
                    <a:pt x="10482" y="6116"/>
                    <a:pt x="10471" y="5819"/>
                  </a:cubicBezTo>
                  <a:lnTo>
                    <a:pt x="10471" y="5766"/>
                  </a:lnTo>
                  <a:cubicBezTo>
                    <a:pt x="10457" y="5437"/>
                    <a:pt x="10436" y="4887"/>
                    <a:pt x="10660" y="4268"/>
                  </a:cubicBezTo>
                  <a:cubicBezTo>
                    <a:pt x="10681" y="4212"/>
                    <a:pt x="10695" y="4156"/>
                    <a:pt x="10702" y="4096"/>
                  </a:cubicBezTo>
                  <a:lnTo>
                    <a:pt x="10685" y="4086"/>
                  </a:lnTo>
                  <a:lnTo>
                    <a:pt x="10671" y="4079"/>
                  </a:lnTo>
                  <a:lnTo>
                    <a:pt x="10657" y="4072"/>
                  </a:lnTo>
                  <a:lnTo>
                    <a:pt x="10643" y="4065"/>
                  </a:lnTo>
                  <a:lnTo>
                    <a:pt x="10629" y="4061"/>
                  </a:lnTo>
                  <a:lnTo>
                    <a:pt x="10622" y="4058"/>
                  </a:lnTo>
                  <a:lnTo>
                    <a:pt x="10604" y="4051"/>
                  </a:lnTo>
                  <a:lnTo>
                    <a:pt x="10601" y="4051"/>
                  </a:lnTo>
                  <a:cubicBezTo>
                    <a:pt x="10583" y="4044"/>
                    <a:pt x="10566" y="4040"/>
                    <a:pt x="10548" y="4040"/>
                  </a:cubicBezTo>
                  <a:cubicBezTo>
                    <a:pt x="10542" y="4041"/>
                    <a:pt x="10535" y="4041"/>
                    <a:pt x="10528" y="4041"/>
                  </a:cubicBezTo>
                  <a:cubicBezTo>
                    <a:pt x="10384" y="4041"/>
                    <a:pt x="10165" y="3938"/>
                    <a:pt x="9988" y="3858"/>
                  </a:cubicBezTo>
                  <a:cubicBezTo>
                    <a:pt x="9918" y="3823"/>
                    <a:pt x="9852" y="3792"/>
                    <a:pt x="9778" y="3771"/>
                  </a:cubicBezTo>
                  <a:cubicBezTo>
                    <a:pt x="9684" y="3771"/>
                    <a:pt x="9652" y="3673"/>
                    <a:pt x="9631" y="3582"/>
                  </a:cubicBezTo>
                  <a:lnTo>
                    <a:pt x="9624" y="3561"/>
                  </a:lnTo>
                  <a:cubicBezTo>
                    <a:pt x="9614" y="3505"/>
                    <a:pt x="9596" y="3452"/>
                    <a:pt x="9572" y="3403"/>
                  </a:cubicBezTo>
                  <a:cubicBezTo>
                    <a:pt x="9558" y="3386"/>
                    <a:pt x="9551" y="3368"/>
                    <a:pt x="9544" y="3351"/>
                  </a:cubicBezTo>
                  <a:cubicBezTo>
                    <a:pt x="9523" y="3295"/>
                    <a:pt x="9512" y="3235"/>
                    <a:pt x="9509" y="3175"/>
                  </a:cubicBezTo>
                  <a:cubicBezTo>
                    <a:pt x="9505" y="3126"/>
                    <a:pt x="9495" y="3077"/>
                    <a:pt x="9477" y="3032"/>
                  </a:cubicBezTo>
                  <a:cubicBezTo>
                    <a:pt x="9470" y="3021"/>
                    <a:pt x="9463" y="3011"/>
                    <a:pt x="9456" y="3004"/>
                  </a:cubicBezTo>
                  <a:cubicBezTo>
                    <a:pt x="9351" y="2923"/>
                    <a:pt x="9022" y="2612"/>
                    <a:pt x="8913" y="2230"/>
                  </a:cubicBezTo>
                  <a:cubicBezTo>
                    <a:pt x="8822" y="1908"/>
                    <a:pt x="8217" y="1733"/>
                    <a:pt x="8000" y="1723"/>
                  </a:cubicBezTo>
                  <a:cubicBezTo>
                    <a:pt x="7998" y="1723"/>
                    <a:pt x="7996" y="1722"/>
                    <a:pt x="7994" y="1722"/>
                  </a:cubicBezTo>
                  <a:cubicBezTo>
                    <a:pt x="7884" y="1722"/>
                    <a:pt x="7782" y="1931"/>
                    <a:pt x="7720" y="2055"/>
                  </a:cubicBezTo>
                  <a:cubicBezTo>
                    <a:pt x="7671" y="2153"/>
                    <a:pt x="7646" y="2206"/>
                    <a:pt x="7601" y="2223"/>
                  </a:cubicBezTo>
                  <a:cubicBezTo>
                    <a:pt x="7590" y="2227"/>
                    <a:pt x="7580" y="2229"/>
                    <a:pt x="7569" y="2229"/>
                  </a:cubicBezTo>
                  <a:cubicBezTo>
                    <a:pt x="7561" y="2229"/>
                    <a:pt x="7553" y="2228"/>
                    <a:pt x="7545" y="2227"/>
                  </a:cubicBezTo>
                  <a:cubicBezTo>
                    <a:pt x="7475" y="2216"/>
                    <a:pt x="7356" y="2153"/>
                    <a:pt x="7086" y="1996"/>
                  </a:cubicBezTo>
                  <a:cubicBezTo>
                    <a:pt x="7030" y="1964"/>
                    <a:pt x="6981" y="1933"/>
                    <a:pt x="6946" y="1912"/>
                  </a:cubicBezTo>
                  <a:lnTo>
                    <a:pt x="6914" y="1898"/>
                  </a:lnTo>
                  <a:cubicBezTo>
                    <a:pt x="6767" y="1824"/>
                    <a:pt x="6683" y="1674"/>
                    <a:pt x="6683" y="1488"/>
                  </a:cubicBezTo>
                  <a:cubicBezTo>
                    <a:pt x="6683" y="1366"/>
                    <a:pt x="6438" y="1142"/>
                    <a:pt x="6375" y="1124"/>
                  </a:cubicBezTo>
                  <a:cubicBezTo>
                    <a:pt x="6298" y="1096"/>
                    <a:pt x="5959" y="774"/>
                    <a:pt x="5749" y="567"/>
                  </a:cubicBezTo>
                  <a:lnTo>
                    <a:pt x="4950" y="567"/>
                  </a:lnTo>
                  <a:lnTo>
                    <a:pt x="4768" y="802"/>
                  </a:lnTo>
                  <a:lnTo>
                    <a:pt x="3172" y="812"/>
                  </a:lnTo>
                  <a:lnTo>
                    <a:pt x="3158" y="809"/>
                  </a:lnTo>
                  <a:cubicBezTo>
                    <a:pt x="3148" y="805"/>
                    <a:pt x="1968" y="371"/>
                    <a:pt x="1754" y="319"/>
                  </a:cubicBezTo>
                  <a:cubicBezTo>
                    <a:pt x="1555" y="273"/>
                    <a:pt x="1229" y="56"/>
                    <a:pt x="1142" y="0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54" name="Google Shape;5912;p80">
              <a:extLst>
                <a:ext uri="{FF2B5EF4-FFF2-40B4-BE49-F238E27FC236}">
                  <a16:creationId xmlns:a16="http://schemas.microsoft.com/office/drawing/2014/main" id="{475DB4EE-E39C-F7BA-2D5C-6EFC4FA8242D}"/>
                </a:ext>
              </a:extLst>
            </p:cNvPr>
            <p:cNvSpPr/>
            <p:nvPr/>
          </p:nvSpPr>
          <p:spPr>
            <a:xfrm>
              <a:off x="1356122" y="1909990"/>
              <a:ext cx="28160" cy="28771"/>
            </a:xfrm>
            <a:custGeom>
              <a:avLst/>
              <a:gdLst/>
              <a:ahLst/>
              <a:cxnLst/>
              <a:rect l="l" t="t" r="r" b="b"/>
              <a:pathLst>
                <a:path w="2074" h="2119" extrusionOk="0">
                  <a:moveTo>
                    <a:pt x="879" y="1"/>
                  </a:moveTo>
                  <a:cubicBezTo>
                    <a:pt x="851" y="60"/>
                    <a:pt x="830" y="123"/>
                    <a:pt x="816" y="186"/>
                  </a:cubicBezTo>
                  <a:cubicBezTo>
                    <a:pt x="806" y="246"/>
                    <a:pt x="788" y="302"/>
                    <a:pt x="764" y="354"/>
                  </a:cubicBezTo>
                  <a:cubicBezTo>
                    <a:pt x="788" y="382"/>
                    <a:pt x="830" y="421"/>
                    <a:pt x="865" y="452"/>
                  </a:cubicBezTo>
                  <a:cubicBezTo>
                    <a:pt x="1023" y="596"/>
                    <a:pt x="1201" y="761"/>
                    <a:pt x="1149" y="894"/>
                  </a:cubicBezTo>
                  <a:cubicBezTo>
                    <a:pt x="1108" y="1004"/>
                    <a:pt x="939" y="1031"/>
                    <a:pt x="725" y="1031"/>
                  </a:cubicBezTo>
                  <a:cubicBezTo>
                    <a:pt x="647" y="1031"/>
                    <a:pt x="563" y="1028"/>
                    <a:pt x="477" y="1023"/>
                  </a:cubicBezTo>
                  <a:cubicBezTo>
                    <a:pt x="445" y="1023"/>
                    <a:pt x="407" y="1020"/>
                    <a:pt x="386" y="1016"/>
                  </a:cubicBezTo>
                  <a:lnTo>
                    <a:pt x="375" y="1027"/>
                  </a:lnTo>
                  <a:lnTo>
                    <a:pt x="372" y="1034"/>
                  </a:lnTo>
                  <a:lnTo>
                    <a:pt x="365" y="1041"/>
                  </a:lnTo>
                  <a:lnTo>
                    <a:pt x="358" y="1048"/>
                  </a:lnTo>
                  <a:lnTo>
                    <a:pt x="351" y="1058"/>
                  </a:lnTo>
                  <a:lnTo>
                    <a:pt x="344" y="1069"/>
                  </a:lnTo>
                  <a:lnTo>
                    <a:pt x="333" y="1079"/>
                  </a:lnTo>
                  <a:lnTo>
                    <a:pt x="326" y="1090"/>
                  </a:lnTo>
                  <a:lnTo>
                    <a:pt x="316" y="1104"/>
                  </a:lnTo>
                  <a:lnTo>
                    <a:pt x="309" y="1114"/>
                  </a:lnTo>
                  <a:lnTo>
                    <a:pt x="295" y="1132"/>
                  </a:lnTo>
                  <a:lnTo>
                    <a:pt x="284" y="1142"/>
                  </a:lnTo>
                  <a:lnTo>
                    <a:pt x="270" y="1163"/>
                  </a:lnTo>
                  <a:lnTo>
                    <a:pt x="263" y="1174"/>
                  </a:lnTo>
                  <a:lnTo>
                    <a:pt x="246" y="1195"/>
                  </a:lnTo>
                  <a:lnTo>
                    <a:pt x="239" y="1205"/>
                  </a:lnTo>
                  <a:lnTo>
                    <a:pt x="218" y="1233"/>
                  </a:lnTo>
                  <a:lnTo>
                    <a:pt x="211" y="1244"/>
                  </a:lnTo>
                  <a:lnTo>
                    <a:pt x="190" y="1272"/>
                  </a:lnTo>
                  <a:lnTo>
                    <a:pt x="183" y="1282"/>
                  </a:lnTo>
                  <a:lnTo>
                    <a:pt x="155" y="1317"/>
                  </a:lnTo>
                  <a:lnTo>
                    <a:pt x="151" y="1324"/>
                  </a:lnTo>
                  <a:cubicBezTo>
                    <a:pt x="109" y="1387"/>
                    <a:pt x="57" y="1454"/>
                    <a:pt x="1" y="1534"/>
                  </a:cubicBezTo>
                  <a:lnTo>
                    <a:pt x="99" y="1618"/>
                  </a:lnTo>
                  <a:cubicBezTo>
                    <a:pt x="284" y="1786"/>
                    <a:pt x="459" y="1944"/>
                    <a:pt x="550" y="2000"/>
                  </a:cubicBezTo>
                  <a:cubicBezTo>
                    <a:pt x="626" y="2048"/>
                    <a:pt x="726" y="2057"/>
                    <a:pt x="831" y="2057"/>
                  </a:cubicBezTo>
                  <a:cubicBezTo>
                    <a:pt x="862" y="2057"/>
                    <a:pt x="893" y="2057"/>
                    <a:pt x="925" y="2056"/>
                  </a:cubicBezTo>
                  <a:lnTo>
                    <a:pt x="1012" y="2056"/>
                  </a:lnTo>
                  <a:cubicBezTo>
                    <a:pt x="1117" y="2056"/>
                    <a:pt x="1219" y="2066"/>
                    <a:pt x="1292" y="2119"/>
                  </a:cubicBezTo>
                  <a:lnTo>
                    <a:pt x="1303" y="2112"/>
                  </a:lnTo>
                  <a:lnTo>
                    <a:pt x="1310" y="2101"/>
                  </a:lnTo>
                  <a:lnTo>
                    <a:pt x="1348" y="2070"/>
                  </a:lnTo>
                  <a:lnTo>
                    <a:pt x="1359" y="2059"/>
                  </a:lnTo>
                  <a:lnTo>
                    <a:pt x="1387" y="2031"/>
                  </a:lnTo>
                  <a:lnTo>
                    <a:pt x="1401" y="2021"/>
                  </a:lnTo>
                  <a:lnTo>
                    <a:pt x="1425" y="1996"/>
                  </a:lnTo>
                  <a:lnTo>
                    <a:pt x="1439" y="1986"/>
                  </a:lnTo>
                  <a:lnTo>
                    <a:pt x="1460" y="1965"/>
                  </a:lnTo>
                  <a:lnTo>
                    <a:pt x="1471" y="1958"/>
                  </a:lnTo>
                  <a:lnTo>
                    <a:pt x="1492" y="1940"/>
                  </a:lnTo>
                  <a:lnTo>
                    <a:pt x="1502" y="1930"/>
                  </a:lnTo>
                  <a:lnTo>
                    <a:pt x="1520" y="1916"/>
                  </a:lnTo>
                  <a:lnTo>
                    <a:pt x="1527" y="1909"/>
                  </a:lnTo>
                  <a:lnTo>
                    <a:pt x="1544" y="1895"/>
                  </a:lnTo>
                  <a:lnTo>
                    <a:pt x="1551" y="1891"/>
                  </a:lnTo>
                  <a:lnTo>
                    <a:pt x="1565" y="1877"/>
                  </a:lnTo>
                  <a:lnTo>
                    <a:pt x="1572" y="1874"/>
                  </a:lnTo>
                  <a:lnTo>
                    <a:pt x="1586" y="1863"/>
                  </a:lnTo>
                  <a:lnTo>
                    <a:pt x="1593" y="1860"/>
                  </a:lnTo>
                  <a:lnTo>
                    <a:pt x="1604" y="1853"/>
                  </a:lnTo>
                  <a:lnTo>
                    <a:pt x="1607" y="1849"/>
                  </a:lnTo>
                  <a:lnTo>
                    <a:pt x="1618" y="1842"/>
                  </a:lnTo>
                  <a:lnTo>
                    <a:pt x="1621" y="1839"/>
                  </a:lnTo>
                  <a:lnTo>
                    <a:pt x="1632" y="1835"/>
                  </a:lnTo>
                  <a:lnTo>
                    <a:pt x="1635" y="1835"/>
                  </a:lnTo>
                  <a:lnTo>
                    <a:pt x="1642" y="1828"/>
                  </a:lnTo>
                  <a:lnTo>
                    <a:pt x="1646" y="1828"/>
                  </a:lnTo>
                  <a:lnTo>
                    <a:pt x="1653" y="1825"/>
                  </a:lnTo>
                  <a:lnTo>
                    <a:pt x="1660" y="1825"/>
                  </a:lnTo>
                  <a:lnTo>
                    <a:pt x="1670" y="1811"/>
                  </a:lnTo>
                  <a:cubicBezTo>
                    <a:pt x="1684" y="1790"/>
                    <a:pt x="1695" y="1765"/>
                    <a:pt x="1698" y="1737"/>
                  </a:cubicBezTo>
                  <a:cubicBezTo>
                    <a:pt x="1726" y="1601"/>
                    <a:pt x="1803" y="1478"/>
                    <a:pt x="1912" y="1394"/>
                  </a:cubicBezTo>
                  <a:cubicBezTo>
                    <a:pt x="1936" y="1377"/>
                    <a:pt x="1957" y="1356"/>
                    <a:pt x="1978" y="1335"/>
                  </a:cubicBezTo>
                  <a:lnTo>
                    <a:pt x="1986" y="1328"/>
                  </a:lnTo>
                  <a:cubicBezTo>
                    <a:pt x="2007" y="1310"/>
                    <a:pt x="2031" y="1289"/>
                    <a:pt x="2049" y="1268"/>
                  </a:cubicBezTo>
                  <a:lnTo>
                    <a:pt x="2059" y="1258"/>
                  </a:lnTo>
                  <a:lnTo>
                    <a:pt x="2073" y="1244"/>
                  </a:lnTo>
                  <a:cubicBezTo>
                    <a:pt x="2056" y="1237"/>
                    <a:pt x="2038" y="1230"/>
                    <a:pt x="2021" y="1219"/>
                  </a:cubicBezTo>
                  <a:cubicBezTo>
                    <a:pt x="1982" y="1188"/>
                    <a:pt x="1957" y="1139"/>
                    <a:pt x="1957" y="1086"/>
                  </a:cubicBezTo>
                  <a:lnTo>
                    <a:pt x="1688" y="1125"/>
                  </a:lnTo>
                  <a:lnTo>
                    <a:pt x="1688" y="1125"/>
                  </a:lnTo>
                  <a:lnTo>
                    <a:pt x="1716" y="11"/>
                  </a:lnTo>
                  <a:lnTo>
                    <a:pt x="1572" y="11"/>
                  </a:lnTo>
                  <a:cubicBezTo>
                    <a:pt x="1394" y="11"/>
                    <a:pt x="1166" y="4"/>
                    <a:pt x="1012" y="4"/>
                  </a:cubicBezTo>
                  <a:lnTo>
                    <a:pt x="879" y="1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55" name="Google Shape;5913;p80">
              <a:extLst>
                <a:ext uri="{FF2B5EF4-FFF2-40B4-BE49-F238E27FC236}">
                  <a16:creationId xmlns:a16="http://schemas.microsoft.com/office/drawing/2014/main" id="{FF605B48-C478-B38A-62D4-BA3EB2AE627F}"/>
                </a:ext>
              </a:extLst>
            </p:cNvPr>
            <p:cNvSpPr/>
            <p:nvPr/>
          </p:nvSpPr>
          <p:spPr>
            <a:xfrm>
              <a:off x="1378552" y="1934660"/>
              <a:ext cx="14" cy="14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1" y="1"/>
                  </a:moveTo>
                  <a:lnTo>
                    <a:pt x="1" y="1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56" name="Google Shape;5914;p80">
              <a:extLst>
                <a:ext uri="{FF2B5EF4-FFF2-40B4-BE49-F238E27FC236}">
                  <a16:creationId xmlns:a16="http://schemas.microsoft.com/office/drawing/2014/main" id="{674DBC57-8CAD-E4F6-8C99-8BC1BAAAD6ED}"/>
                </a:ext>
              </a:extLst>
            </p:cNvPr>
            <p:cNvSpPr/>
            <p:nvPr/>
          </p:nvSpPr>
          <p:spPr>
            <a:xfrm>
              <a:off x="1374370" y="1937892"/>
              <a:ext cx="163" cy="163"/>
            </a:xfrm>
            <a:custGeom>
              <a:avLst/>
              <a:gdLst/>
              <a:ahLst/>
              <a:cxnLst/>
              <a:rect l="l" t="t" r="r" b="b"/>
              <a:pathLst>
                <a:path w="12" h="12" extrusionOk="0">
                  <a:moveTo>
                    <a:pt x="11" y="1"/>
                  </a:moveTo>
                  <a:lnTo>
                    <a:pt x="1" y="11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57" name="Google Shape;5915;p80">
              <a:extLst>
                <a:ext uri="{FF2B5EF4-FFF2-40B4-BE49-F238E27FC236}">
                  <a16:creationId xmlns:a16="http://schemas.microsoft.com/office/drawing/2014/main" id="{37DDC9F8-E064-8896-FAAB-1EF3183ECBE9}"/>
                </a:ext>
              </a:extLst>
            </p:cNvPr>
            <p:cNvSpPr/>
            <p:nvPr/>
          </p:nvSpPr>
          <p:spPr>
            <a:xfrm>
              <a:off x="1373759" y="1938462"/>
              <a:ext cx="149" cy="163"/>
            </a:xfrm>
            <a:custGeom>
              <a:avLst/>
              <a:gdLst/>
              <a:ahLst/>
              <a:cxnLst/>
              <a:rect l="l" t="t" r="r" b="b"/>
              <a:pathLst>
                <a:path w="11" h="12" extrusionOk="0">
                  <a:moveTo>
                    <a:pt x="11" y="1"/>
                  </a:moveTo>
                  <a:lnTo>
                    <a:pt x="0" y="11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58" name="Google Shape;5916;p80">
              <a:extLst>
                <a:ext uri="{FF2B5EF4-FFF2-40B4-BE49-F238E27FC236}">
                  <a16:creationId xmlns:a16="http://schemas.microsoft.com/office/drawing/2014/main" id="{A540AD44-A09E-235B-0D8A-67D502D0A29E}"/>
                </a:ext>
              </a:extLst>
            </p:cNvPr>
            <p:cNvSpPr/>
            <p:nvPr/>
          </p:nvSpPr>
          <p:spPr>
            <a:xfrm>
              <a:off x="1377601" y="1935190"/>
              <a:ext cx="109" cy="54"/>
            </a:xfrm>
            <a:custGeom>
              <a:avLst/>
              <a:gdLst/>
              <a:ahLst/>
              <a:cxnLst/>
              <a:rect l="l" t="t" r="r" b="b"/>
              <a:pathLst>
                <a:path w="8" h="4" extrusionOk="0">
                  <a:moveTo>
                    <a:pt x="8" y="0"/>
                  </a:moveTo>
                  <a:lnTo>
                    <a:pt x="1" y="4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59" name="Google Shape;5917;p80">
              <a:extLst>
                <a:ext uri="{FF2B5EF4-FFF2-40B4-BE49-F238E27FC236}">
                  <a16:creationId xmlns:a16="http://schemas.microsoft.com/office/drawing/2014/main" id="{8E94883D-819F-56E0-D91F-5F3FF9D51D8B}"/>
                </a:ext>
              </a:extLst>
            </p:cNvPr>
            <p:cNvSpPr/>
            <p:nvPr/>
          </p:nvSpPr>
          <p:spPr>
            <a:xfrm>
              <a:off x="1378362" y="1934714"/>
              <a:ext cx="68" cy="14"/>
            </a:xfrm>
            <a:custGeom>
              <a:avLst/>
              <a:gdLst/>
              <a:ahLst/>
              <a:cxnLst/>
              <a:rect l="l" t="t" r="r" b="b"/>
              <a:pathLst>
                <a:path w="5" h="1" extrusionOk="0">
                  <a:moveTo>
                    <a:pt x="4" y="0"/>
                  </a:moveTo>
                  <a:lnTo>
                    <a:pt x="1" y="0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60" name="Google Shape;5918;p80">
              <a:extLst>
                <a:ext uri="{FF2B5EF4-FFF2-40B4-BE49-F238E27FC236}">
                  <a16:creationId xmlns:a16="http://schemas.microsoft.com/office/drawing/2014/main" id="{44459226-9645-64DD-5896-670829461E0A}"/>
                </a:ext>
              </a:extLst>
            </p:cNvPr>
            <p:cNvSpPr/>
            <p:nvPr/>
          </p:nvSpPr>
          <p:spPr>
            <a:xfrm>
              <a:off x="1377370" y="1935380"/>
              <a:ext cx="109" cy="54"/>
            </a:xfrm>
            <a:custGeom>
              <a:avLst/>
              <a:gdLst/>
              <a:ahLst/>
              <a:cxnLst/>
              <a:rect l="l" t="t" r="r" b="b"/>
              <a:pathLst>
                <a:path w="8" h="4" extrusionOk="0">
                  <a:moveTo>
                    <a:pt x="7" y="0"/>
                  </a:moveTo>
                  <a:lnTo>
                    <a:pt x="0" y="4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61" name="Google Shape;5919;p80">
              <a:extLst>
                <a:ext uri="{FF2B5EF4-FFF2-40B4-BE49-F238E27FC236}">
                  <a16:creationId xmlns:a16="http://schemas.microsoft.com/office/drawing/2014/main" id="{ACACBC98-E350-2FEF-4FAF-B4689E34C28A}"/>
                </a:ext>
              </a:extLst>
            </p:cNvPr>
            <p:cNvSpPr/>
            <p:nvPr/>
          </p:nvSpPr>
          <p:spPr>
            <a:xfrm>
              <a:off x="1377031" y="1935570"/>
              <a:ext cx="163" cy="109"/>
            </a:xfrm>
            <a:custGeom>
              <a:avLst/>
              <a:gdLst/>
              <a:ahLst/>
              <a:cxnLst/>
              <a:rect l="l" t="t" r="r" b="b"/>
              <a:pathLst>
                <a:path w="12" h="8" extrusionOk="0">
                  <a:moveTo>
                    <a:pt x="11" y="0"/>
                  </a:moveTo>
                  <a:lnTo>
                    <a:pt x="1" y="7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62" name="Google Shape;5920;p80">
              <a:extLst>
                <a:ext uri="{FF2B5EF4-FFF2-40B4-BE49-F238E27FC236}">
                  <a16:creationId xmlns:a16="http://schemas.microsoft.com/office/drawing/2014/main" id="{A8052705-9F28-6DD2-FDDF-41C3C0A06EF9}"/>
                </a:ext>
              </a:extLst>
            </p:cNvPr>
            <p:cNvSpPr/>
            <p:nvPr/>
          </p:nvSpPr>
          <p:spPr>
            <a:xfrm>
              <a:off x="1376705" y="1935855"/>
              <a:ext cx="149" cy="109"/>
            </a:xfrm>
            <a:custGeom>
              <a:avLst/>
              <a:gdLst/>
              <a:ahLst/>
              <a:cxnLst/>
              <a:rect l="l" t="t" r="r" b="b"/>
              <a:pathLst>
                <a:path w="11" h="8" extrusionOk="0">
                  <a:moveTo>
                    <a:pt x="11" y="0"/>
                  </a:moveTo>
                  <a:lnTo>
                    <a:pt x="0" y="7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63" name="Google Shape;5921;p80">
              <a:extLst>
                <a:ext uri="{FF2B5EF4-FFF2-40B4-BE49-F238E27FC236}">
                  <a16:creationId xmlns:a16="http://schemas.microsoft.com/office/drawing/2014/main" id="{997C634D-C923-A3CC-98BF-6A8CEE765D38}"/>
                </a:ext>
              </a:extLst>
            </p:cNvPr>
            <p:cNvSpPr/>
            <p:nvPr/>
          </p:nvSpPr>
          <p:spPr>
            <a:xfrm>
              <a:off x="1375470" y="1936900"/>
              <a:ext cx="149" cy="149"/>
            </a:xfrm>
            <a:custGeom>
              <a:avLst/>
              <a:gdLst/>
              <a:ahLst/>
              <a:cxnLst/>
              <a:rect l="l" t="t" r="r" b="b"/>
              <a:pathLst>
                <a:path w="11" h="11" extrusionOk="0">
                  <a:moveTo>
                    <a:pt x="11" y="0"/>
                  </a:moveTo>
                  <a:lnTo>
                    <a:pt x="0" y="11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64" name="Google Shape;5922;p80">
              <a:extLst>
                <a:ext uri="{FF2B5EF4-FFF2-40B4-BE49-F238E27FC236}">
                  <a16:creationId xmlns:a16="http://schemas.microsoft.com/office/drawing/2014/main" id="{62A69DBB-2DB4-28EE-9B8F-97629B4E737E}"/>
                </a:ext>
              </a:extLst>
            </p:cNvPr>
            <p:cNvSpPr/>
            <p:nvPr/>
          </p:nvSpPr>
          <p:spPr>
            <a:xfrm>
              <a:off x="1377846" y="1935040"/>
              <a:ext cx="109" cy="68"/>
            </a:xfrm>
            <a:custGeom>
              <a:avLst/>
              <a:gdLst/>
              <a:ahLst/>
              <a:cxnLst/>
              <a:rect l="l" t="t" r="r" b="b"/>
              <a:pathLst>
                <a:path w="8" h="5" extrusionOk="0">
                  <a:moveTo>
                    <a:pt x="7" y="1"/>
                  </a:moveTo>
                  <a:lnTo>
                    <a:pt x="0" y="4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65" name="Google Shape;5923;p80">
              <a:extLst>
                <a:ext uri="{FF2B5EF4-FFF2-40B4-BE49-F238E27FC236}">
                  <a16:creationId xmlns:a16="http://schemas.microsoft.com/office/drawing/2014/main" id="{C9326918-1579-8A02-A355-D787563995F1}"/>
                </a:ext>
              </a:extLst>
            </p:cNvPr>
            <p:cNvSpPr/>
            <p:nvPr/>
          </p:nvSpPr>
          <p:spPr>
            <a:xfrm>
              <a:off x="1378076" y="1934905"/>
              <a:ext cx="68" cy="54"/>
            </a:xfrm>
            <a:custGeom>
              <a:avLst/>
              <a:gdLst/>
              <a:ahLst/>
              <a:cxnLst/>
              <a:rect l="l" t="t" r="r" b="b"/>
              <a:pathLst>
                <a:path w="5" h="4" extrusionOk="0">
                  <a:moveTo>
                    <a:pt x="4" y="0"/>
                  </a:moveTo>
                  <a:lnTo>
                    <a:pt x="1" y="4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66" name="Google Shape;5924;p80">
              <a:extLst>
                <a:ext uri="{FF2B5EF4-FFF2-40B4-BE49-F238E27FC236}">
                  <a16:creationId xmlns:a16="http://schemas.microsoft.com/office/drawing/2014/main" id="{AEA16DCE-BC78-D93C-E81B-D9E7E2688E9D}"/>
                </a:ext>
              </a:extLst>
            </p:cNvPr>
            <p:cNvSpPr/>
            <p:nvPr/>
          </p:nvSpPr>
          <p:spPr>
            <a:xfrm>
              <a:off x="1374899" y="1937376"/>
              <a:ext cx="204" cy="149"/>
            </a:xfrm>
            <a:custGeom>
              <a:avLst/>
              <a:gdLst/>
              <a:ahLst/>
              <a:cxnLst/>
              <a:rect l="l" t="t" r="r" b="b"/>
              <a:pathLst>
                <a:path w="15" h="11" extrusionOk="0">
                  <a:moveTo>
                    <a:pt x="14" y="0"/>
                  </a:moveTo>
                  <a:lnTo>
                    <a:pt x="0" y="11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67" name="Google Shape;5925;p80">
              <a:extLst>
                <a:ext uri="{FF2B5EF4-FFF2-40B4-BE49-F238E27FC236}">
                  <a16:creationId xmlns:a16="http://schemas.microsoft.com/office/drawing/2014/main" id="{3C696F94-6339-C7C6-DD79-0E8D97EE0163}"/>
                </a:ext>
              </a:extLst>
            </p:cNvPr>
            <p:cNvSpPr/>
            <p:nvPr/>
          </p:nvSpPr>
          <p:spPr>
            <a:xfrm>
              <a:off x="1375890" y="1936520"/>
              <a:ext cx="204" cy="109"/>
            </a:xfrm>
            <a:custGeom>
              <a:avLst/>
              <a:gdLst/>
              <a:ahLst/>
              <a:cxnLst/>
              <a:rect l="l" t="t" r="r" b="b"/>
              <a:pathLst>
                <a:path w="15" h="8" extrusionOk="0">
                  <a:moveTo>
                    <a:pt x="15" y="0"/>
                  </a:moveTo>
                  <a:lnTo>
                    <a:pt x="1" y="7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68" name="Google Shape;5926;p80">
              <a:extLst>
                <a:ext uri="{FF2B5EF4-FFF2-40B4-BE49-F238E27FC236}">
                  <a16:creationId xmlns:a16="http://schemas.microsoft.com/office/drawing/2014/main" id="{D0842258-0218-EF7D-3C53-81858A1F9640}"/>
                </a:ext>
              </a:extLst>
            </p:cNvPr>
            <p:cNvSpPr/>
            <p:nvPr/>
          </p:nvSpPr>
          <p:spPr>
            <a:xfrm>
              <a:off x="1376325" y="1936140"/>
              <a:ext cx="149" cy="149"/>
            </a:xfrm>
            <a:custGeom>
              <a:avLst/>
              <a:gdLst/>
              <a:ahLst/>
              <a:cxnLst/>
              <a:rect l="l" t="t" r="r" b="b"/>
              <a:pathLst>
                <a:path w="11" h="11" extrusionOk="0">
                  <a:moveTo>
                    <a:pt x="11" y="0"/>
                  </a:moveTo>
                  <a:lnTo>
                    <a:pt x="0" y="11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69" name="Google Shape;5927;p80">
              <a:extLst>
                <a:ext uri="{FF2B5EF4-FFF2-40B4-BE49-F238E27FC236}">
                  <a16:creationId xmlns:a16="http://schemas.microsoft.com/office/drawing/2014/main" id="{31CE78B1-810B-9666-2D4F-BFB23EE1EDB5}"/>
                </a:ext>
              </a:extLst>
            </p:cNvPr>
            <p:cNvSpPr/>
            <p:nvPr/>
          </p:nvSpPr>
          <p:spPr>
            <a:xfrm>
              <a:off x="1378226" y="1934810"/>
              <a:ext cx="54" cy="14"/>
            </a:xfrm>
            <a:custGeom>
              <a:avLst/>
              <a:gdLst/>
              <a:ahLst/>
              <a:cxnLst/>
              <a:rect l="l" t="t" r="r" b="b"/>
              <a:pathLst>
                <a:path w="4" h="1" extrusionOk="0">
                  <a:moveTo>
                    <a:pt x="4" y="0"/>
                  </a:moveTo>
                  <a:lnTo>
                    <a:pt x="0" y="0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70" name="Google Shape;5928;p80">
              <a:extLst>
                <a:ext uri="{FF2B5EF4-FFF2-40B4-BE49-F238E27FC236}">
                  <a16:creationId xmlns:a16="http://schemas.microsoft.com/office/drawing/2014/main" id="{8BE66A43-1C0D-6697-3B92-7AA4811F9D32}"/>
                </a:ext>
              </a:extLst>
            </p:cNvPr>
            <p:cNvSpPr/>
            <p:nvPr/>
          </p:nvSpPr>
          <p:spPr>
            <a:xfrm>
              <a:off x="1378647" y="1928917"/>
              <a:ext cx="3435" cy="5716"/>
            </a:xfrm>
            <a:custGeom>
              <a:avLst/>
              <a:gdLst/>
              <a:ahLst/>
              <a:cxnLst/>
              <a:rect l="l" t="t" r="r" b="b"/>
              <a:pathLst>
                <a:path w="253" h="421" extrusionOk="0">
                  <a:moveTo>
                    <a:pt x="253" y="0"/>
                  </a:moveTo>
                  <a:lnTo>
                    <a:pt x="253" y="0"/>
                  </a:lnTo>
                  <a:cubicBezTo>
                    <a:pt x="141" y="84"/>
                    <a:pt x="64" y="207"/>
                    <a:pt x="36" y="343"/>
                  </a:cubicBezTo>
                  <a:cubicBezTo>
                    <a:pt x="32" y="368"/>
                    <a:pt x="25" y="389"/>
                    <a:pt x="15" y="410"/>
                  </a:cubicBezTo>
                  <a:lnTo>
                    <a:pt x="1" y="420"/>
                  </a:lnTo>
                  <a:lnTo>
                    <a:pt x="11" y="417"/>
                  </a:lnTo>
                  <a:cubicBezTo>
                    <a:pt x="25" y="392"/>
                    <a:pt x="36" y="368"/>
                    <a:pt x="39" y="343"/>
                  </a:cubicBezTo>
                  <a:cubicBezTo>
                    <a:pt x="67" y="207"/>
                    <a:pt x="141" y="84"/>
                    <a:pt x="253" y="0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71" name="Google Shape;5929;p80">
              <a:extLst>
                <a:ext uri="{FF2B5EF4-FFF2-40B4-BE49-F238E27FC236}">
                  <a16:creationId xmlns:a16="http://schemas.microsoft.com/office/drawing/2014/main" id="{EA6CB310-1884-FC85-FF76-FE89051F9C9D}"/>
                </a:ext>
              </a:extLst>
            </p:cNvPr>
            <p:cNvSpPr/>
            <p:nvPr/>
          </p:nvSpPr>
          <p:spPr>
            <a:xfrm>
              <a:off x="1384078" y="1926867"/>
              <a:ext cx="204" cy="204"/>
            </a:xfrm>
            <a:custGeom>
              <a:avLst/>
              <a:gdLst/>
              <a:ahLst/>
              <a:cxnLst/>
              <a:rect l="l" t="t" r="r" b="b"/>
              <a:pathLst>
                <a:path w="15" h="15" extrusionOk="0">
                  <a:moveTo>
                    <a:pt x="14" y="1"/>
                  </a:moveTo>
                  <a:lnTo>
                    <a:pt x="14" y="1"/>
                  </a:lnTo>
                  <a:lnTo>
                    <a:pt x="0" y="15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72" name="Google Shape;5930;p80">
              <a:extLst>
                <a:ext uri="{FF2B5EF4-FFF2-40B4-BE49-F238E27FC236}">
                  <a16:creationId xmlns:a16="http://schemas.microsoft.com/office/drawing/2014/main" id="{D9D5860D-D2A2-AF2C-5ADF-AE22DE541D8D}"/>
                </a:ext>
              </a:extLst>
            </p:cNvPr>
            <p:cNvSpPr/>
            <p:nvPr/>
          </p:nvSpPr>
          <p:spPr>
            <a:xfrm>
              <a:off x="1383127" y="1927152"/>
              <a:ext cx="869" cy="869"/>
            </a:xfrm>
            <a:custGeom>
              <a:avLst/>
              <a:gdLst/>
              <a:ahLst/>
              <a:cxnLst/>
              <a:rect l="l" t="t" r="r" b="b"/>
              <a:pathLst>
                <a:path w="64" h="64" extrusionOk="0">
                  <a:moveTo>
                    <a:pt x="63" y="1"/>
                  </a:moveTo>
                  <a:cubicBezTo>
                    <a:pt x="39" y="22"/>
                    <a:pt x="21" y="43"/>
                    <a:pt x="0" y="64"/>
                  </a:cubicBezTo>
                  <a:cubicBezTo>
                    <a:pt x="21" y="46"/>
                    <a:pt x="42" y="22"/>
                    <a:pt x="63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73" name="Google Shape;5931;p80">
              <a:extLst>
                <a:ext uri="{FF2B5EF4-FFF2-40B4-BE49-F238E27FC236}">
                  <a16:creationId xmlns:a16="http://schemas.microsoft.com/office/drawing/2014/main" id="{AE6BDCF1-C5EE-09EC-DCE4-6344B1D7CFDC}"/>
                </a:ext>
              </a:extLst>
            </p:cNvPr>
            <p:cNvSpPr/>
            <p:nvPr/>
          </p:nvSpPr>
          <p:spPr>
            <a:xfrm>
              <a:off x="1378647" y="1934524"/>
              <a:ext cx="204" cy="149"/>
            </a:xfrm>
            <a:custGeom>
              <a:avLst/>
              <a:gdLst/>
              <a:ahLst/>
              <a:cxnLst/>
              <a:rect l="l" t="t" r="r" b="b"/>
              <a:pathLst>
                <a:path w="15" h="11" extrusionOk="0">
                  <a:moveTo>
                    <a:pt x="15" y="0"/>
                  </a:moveTo>
                  <a:lnTo>
                    <a:pt x="6" y="7"/>
                  </a:lnTo>
                  <a:lnTo>
                    <a:pt x="6" y="7"/>
                  </a:lnTo>
                  <a:cubicBezTo>
                    <a:pt x="12" y="7"/>
                    <a:pt x="15" y="4"/>
                    <a:pt x="15" y="0"/>
                  </a:cubicBezTo>
                  <a:close/>
                  <a:moveTo>
                    <a:pt x="6" y="7"/>
                  </a:moveTo>
                  <a:cubicBezTo>
                    <a:pt x="5" y="7"/>
                    <a:pt x="5" y="7"/>
                    <a:pt x="4" y="7"/>
                  </a:cubicBezTo>
                  <a:lnTo>
                    <a:pt x="1" y="7"/>
                  </a:lnTo>
                  <a:lnTo>
                    <a:pt x="1" y="11"/>
                  </a:lnTo>
                  <a:lnTo>
                    <a:pt x="6" y="7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74" name="Google Shape;5932;p80">
              <a:extLst>
                <a:ext uri="{FF2B5EF4-FFF2-40B4-BE49-F238E27FC236}">
                  <a16:creationId xmlns:a16="http://schemas.microsoft.com/office/drawing/2014/main" id="{80CFB67E-3ED4-CFA8-DFEE-9E705F1B6540}"/>
                </a:ext>
              </a:extLst>
            </p:cNvPr>
            <p:cNvSpPr/>
            <p:nvPr/>
          </p:nvSpPr>
          <p:spPr>
            <a:xfrm>
              <a:off x="1358213" y="1927342"/>
              <a:ext cx="394" cy="543"/>
            </a:xfrm>
            <a:custGeom>
              <a:avLst/>
              <a:gdLst/>
              <a:ahLst/>
              <a:cxnLst/>
              <a:rect l="l" t="t" r="r" b="b"/>
              <a:pathLst>
                <a:path w="29" h="40" extrusionOk="0">
                  <a:moveTo>
                    <a:pt x="1" y="39"/>
                  </a:moveTo>
                  <a:lnTo>
                    <a:pt x="29" y="1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75" name="Google Shape;5933;p80">
              <a:extLst>
                <a:ext uri="{FF2B5EF4-FFF2-40B4-BE49-F238E27FC236}">
                  <a16:creationId xmlns:a16="http://schemas.microsoft.com/office/drawing/2014/main" id="{69D81115-95EC-A941-C250-744A82331587}"/>
                </a:ext>
              </a:extLst>
            </p:cNvPr>
            <p:cNvSpPr/>
            <p:nvPr/>
          </p:nvSpPr>
          <p:spPr>
            <a:xfrm>
              <a:off x="1360874" y="1924206"/>
              <a:ext cx="109" cy="163"/>
            </a:xfrm>
            <a:custGeom>
              <a:avLst/>
              <a:gdLst/>
              <a:ahLst/>
              <a:cxnLst/>
              <a:rect l="l" t="t" r="r" b="b"/>
              <a:pathLst>
                <a:path w="8" h="12" extrusionOk="0">
                  <a:moveTo>
                    <a:pt x="1" y="11"/>
                  </a:moveTo>
                  <a:lnTo>
                    <a:pt x="8" y="1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76" name="Google Shape;5934;p80">
              <a:extLst>
                <a:ext uri="{FF2B5EF4-FFF2-40B4-BE49-F238E27FC236}">
                  <a16:creationId xmlns:a16="http://schemas.microsoft.com/office/drawing/2014/main" id="{F8D909BD-79F6-634B-E466-C1207A2C4180}"/>
                </a:ext>
              </a:extLst>
            </p:cNvPr>
            <p:cNvSpPr/>
            <p:nvPr/>
          </p:nvSpPr>
          <p:spPr>
            <a:xfrm>
              <a:off x="1361064" y="1923975"/>
              <a:ext cx="109" cy="149"/>
            </a:xfrm>
            <a:custGeom>
              <a:avLst/>
              <a:gdLst/>
              <a:ahLst/>
              <a:cxnLst/>
              <a:rect l="l" t="t" r="r" b="b"/>
              <a:pathLst>
                <a:path w="8" h="11" extrusionOk="0">
                  <a:moveTo>
                    <a:pt x="1" y="11"/>
                  </a:moveTo>
                  <a:lnTo>
                    <a:pt x="8" y="0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77" name="Google Shape;5935;p80">
              <a:extLst>
                <a:ext uri="{FF2B5EF4-FFF2-40B4-BE49-F238E27FC236}">
                  <a16:creationId xmlns:a16="http://schemas.microsoft.com/office/drawing/2014/main" id="{9C25EAC8-240A-D400-3F3F-A4B40230990D}"/>
                </a:ext>
              </a:extLst>
            </p:cNvPr>
            <p:cNvSpPr/>
            <p:nvPr/>
          </p:nvSpPr>
          <p:spPr>
            <a:xfrm>
              <a:off x="1356122" y="1927912"/>
              <a:ext cx="2064" cy="2865"/>
            </a:xfrm>
            <a:custGeom>
              <a:avLst/>
              <a:gdLst/>
              <a:ahLst/>
              <a:cxnLst/>
              <a:rect l="l" t="t" r="r" b="b"/>
              <a:pathLst>
                <a:path w="152" h="211" extrusionOk="0">
                  <a:moveTo>
                    <a:pt x="1" y="211"/>
                  </a:moveTo>
                  <a:lnTo>
                    <a:pt x="1" y="211"/>
                  </a:lnTo>
                  <a:cubicBezTo>
                    <a:pt x="57" y="134"/>
                    <a:pt x="106" y="64"/>
                    <a:pt x="151" y="1"/>
                  </a:cubicBezTo>
                  <a:cubicBezTo>
                    <a:pt x="106" y="64"/>
                    <a:pt x="57" y="134"/>
                    <a:pt x="1" y="21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78" name="Google Shape;5936;p80">
              <a:extLst>
                <a:ext uri="{FF2B5EF4-FFF2-40B4-BE49-F238E27FC236}">
                  <a16:creationId xmlns:a16="http://schemas.microsoft.com/office/drawing/2014/main" id="{AA444D53-216E-3A5A-ADAD-997E6F2922F4}"/>
                </a:ext>
              </a:extLst>
            </p:cNvPr>
            <p:cNvSpPr/>
            <p:nvPr/>
          </p:nvSpPr>
          <p:spPr>
            <a:xfrm>
              <a:off x="1358647" y="1926826"/>
              <a:ext cx="339" cy="434"/>
            </a:xfrm>
            <a:custGeom>
              <a:avLst/>
              <a:gdLst/>
              <a:ahLst/>
              <a:cxnLst/>
              <a:rect l="l" t="t" r="r" b="b"/>
              <a:pathLst>
                <a:path w="25" h="32" extrusionOk="0">
                  <a:moveTo>
                    <a:pt x="0" y="32"/>
                  </a:moveTo>
                  <a:lnTo>
                    <a:pt x="25" y="0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79" name="Google Shape;5937;p80">
              <a:extLst>
                <a:ext uri="{FF2B5EF4-FFF2-40B4-BE49-F238E27FC236}">
                  <a16:creationId xmlns:a16="http://schemas.microsoft.com/office/drawing/2014/main" id="{01C6B534-CBC2-C643-1C7E-CC334090007D}"/>
                </a:ext>
              </a:extLst>
            </p:cNvPr>
            <p:cNvSpPr/>
            <p:nvPr/>
          </p:nvSpPr>
          <p:spPr>
            <a:xfrm>
              <a:off x="1377465" y="1910085"/>
              <a:ext cx="1955" cy="14"/>
            </a:xfrm>
            <a:custGeom>
              <a:avLst/>
              <a:gdLst/>
              <a:ahLst/>
              <a:cxnLst/>
              <a:rect l="l" t="t" r="r" b="b"/>
              <a:pathLst>
                <a:path w="144" h="1" extrusionOk="0">
                  <a:moveTo>
                    <a:pt x="144" y="1"/>
                  </a:moveTo>
                  <a:lnTo>
                    <a:pt x="144" y="1"/>
                  </a:lnTo>
                  <a:lnTo>
                    <a:pt x="0" y="1"/>
                  </a:lnTo>
                  <a:cubicBezTo>
                    <a:pt x="60" y="1"/>
                    <a:pt x="105" y="1"/>
                    <a:pt x="144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80" name="Google Shape;5938;p80">
              <a:extLst>
                <a:ext uri="{FF2B5EF4-FFF2-40B4-BE49-F238E27FC236}">
                  <a16:creationId xmlns:a16="http://schemas.microsoft.com/office/drawing/2014/main" id="{A9B2FF37-74D4-908D-132C-D211442A81A6}"/>
                </a:ext>
              </a:extLst>
            </p:cNvPr>
            <p:cNvSpPr/>
            <p:nvPr/>
          </p:nvSpPr>
          <p:spPr>
            <a:xfrm>
              <a:off x="1359788" y="1925441"/>
              <a:ext cx="204" cy="299"/>
            </a:xfrm>
            <a:custGeom>
              <a:avLst/>
              <a:gdLst/>
              <a:ahLst/>
              <a:cxnLst/>
              <a:rect l="l" t="t" r="r" b="b"/>
              <a:pathLst>
                <a:path w="15" h="22" extrusionOk="0">
                  <a:moveTo>
                    <a:pt x="0" y="22"/>
                  </a:moveTo>
                  <a:lnTo>
                    <a:pt x="14" y="1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81" name="Google Shape;5939;p80">
              <a:extLst>
                <a:ext uri="{FF2B5EF4-FFF2-40B4-BE49-F238E27FC236}">
                  <a16:creationId xmlns:a16="http://schemas.microsoft.com/office/drawing/2014/main" id="{A084D381-FDDD-D499-E50E-EB1DBC422F57}"/>
                </a:ext>
              </a:extLst>
            </p:cNvPr>
            <p:cNvSpPr/>
            <p:nvPr/>
          </p:nvSpPr>
          <p:spPr>
            <a:xfrm>
              <a:off x="1359448" y="1925876"/>
              <a:ext cx="258" cy="339"/>
            </a:xfrm>
            <a:custGeom>
              <a:avLst/>
              <a:gdLst/>
              <a:ahLst/>
              <a:cxnLst/>
              <a:rect l="l" t="t" r="r" b="b"/>
              <a:pathLst>
                <a:path w="19" h="25" extrusionOk="0">
                  <a:moveTo>
                    <a:pt x="1" y="25"/>
                  </a:moveTo>
                  <a:lnTo>
                    <a:pt x="18" y="0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82" name="Google Shape;5940;p80">
              <a:extLst>
                <a:ext uri="{FF2B5EF4-FFF2-40B4-BE49-F238E27FC236}">
                  <a16:creationId xmlns:a16="http://schemas.microsoft.com/office/drawing/2014/main" id="{1C7B1C93-698C-BF12-F2AF-9B36287BA95A}"/>
                </a:ext>
              </a:extLst>
            </p:cNvPr>
            <p:cNvSpPr/>
            <p:nvPr/>
          </p:nvSpPr>
          <p:spPr>
            <a:xfrm>
              <a:off x="1360113" y="1925115"/>
              <a:ext cx="163" cy="204"/>
            </a:xfrm>
            <a:custGeom>
              <a:avLst/>
              <a:gdLst/>
              <a:ahLst/>
              <a:cxnLst/>
              <a:rect l="l" t="t" r="r" b="b"/>
              <a:pathLst>
                <a:path w="12" h="15" extrusionOk="0">
                  <a:moveTo>
                    <a:pt x="1" y="14"/>
                  </a:moveTo>
                  <a:lnTo>
                    <a:pt x="11" y="0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83" name="Google Shape;5941;p80">
              <a:extLst>
                <a:ext uri="{FF2B5EF4-FFF2-40B4-BE49-F238E27FC236}">
                  <a16:creationId xmlns:a16="http://schemas.microsoft.com/office/drawing/2014/main" id="{5F8E2EB5-C0F4-5606-1CB8-EED894ACF4E6}"/>
                </a:ext>
              </a:extLst>
            </p:cNvPr>
            <p:cNvSpPr/>
            <p:nvPr/>
          </p:nvSpPr>
          <p:spPr>
            <a:xfrm>
              <a:off x="1361213" y="1923785"/>
              <a:ext cx="149" cy="149"/>
            </a:xfrm>
            <a:custGeom>
              <a:avLst/>
              <a:gdLst/>
              <a:ahLst/>
              <a:cxnLst/>
              <a:rect l="l" t="t" r="r" b="b"/>
              <a:pathLst>
                <a:path w="11" h="11" extrusionOk="0">
                  <a:moveTo>
                    <a:pt x="0" y="11"/>
                  </a:moveTo>
                  <a:lnTo>
                    <a:pt x="11" y="0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84" name="Google Shape;5942;p80">
              <a:extLst>
                <a:ext uri="{FF2B5EF4-FFF2-40B4-BE49-F238E27FC236}">
                  <a16:creationId xmlns:a16="http://schemas.microsoft.com/office/drawing/2014/main" id="{BC5FA464-DE33-45CE-0464-9F209BED3EB5}"/>
                </a:ext>
              </a:extLst>
            </p:cNvPr>
            <p:cNvSpPr/>
            <p:nvPr/>
          </p:nvSpPr>
          <p:spPr>
            <a:xfrm>
              <a:off x="1360643" y="1924450"/>
              <a:ext cx="149" cy="204"/>
            </a:xfrm>
            <a:custGeom>
              <a:avLst/>
              <a:gdLst/>
              <a:ahLst/>
              <a:cxnLst/>
              <a:rect l="l" t="t" r="r" b="b"/>
              <a:pathLst>
                <a:path w="11" h="15" extrusionOk="0">
                  <a:moveTo>
                    <a:pt x="0" y="14"/>
                  </a:moveTo>
                  <a:lnTo>
                    <a:pt x="11" y="0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85" name="Google Shape;5943;p80">
              <a:extLst>
                <a:ext uri="{FF2B5EF4-FFF2-40B4-BE49-F238E27FC236}">
                  <a16:creationId xmlns:a16="http://schemas.microsoft.com/office/drawing/2014/main" id="{BF5E474A-9F68-6156-FE29-C5B4C912A4E2}"/>
                </a:ext>
              </a:extLst>
            </p:cNvPr>
            <p:cNvSpPr/>
            <p:nvPr/>
          </p:nvSpPr>
          <p:spPr>
            <a:xfrm>
              <a:off x="1360399" y="1924735"/>
              <a:ext cx="163" cy="244"/>
            </a:xfrm>
            <a:custGeom>
              <a:avLst/>
              <a:gdLst/>
              <a:ahLst/>
              <a:cxnLst/>
              <a:rect l="l" t="t" r="r" b="b"/>
              <a:pathLst>
                <a:path w="12" h="18" extrusionOk="0">
                  <a:moveTo>
                    <a:pt x="1" y="18"/>
                  </a:moveTo>
                  <a:lnTo>
                    <a:pt x="11" y="0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86" name="Google Shape;5944;p80">
              <a:extLst>
                <a:ext uri="{FF2B5EF4-FFF2-40B4-BE49-F238E27FC236}">
                  <a16:creationId xmlns:a16="http://schemas.microsoft.com/office/drawing/2014/main" id="{6DCDB1CD-9ABA-00AD-11BE-6AA5EF8D08EB}"/>
                </a:ext>
              </a:extLst>
            </p:cNvPr>
            <p:cNvSpPr/>
            <p:nvPr/>
          </p:nvSpPr>
          <p:spPr>
            <a:xfrm>
              <a:off x="1359068" y="1926351"/>
              <a:ext cx="258" cy="339"/>
            </a:xfrm>
            <a:custGeom>
              <a:avLst/>
              <a:gdLst/>
              <a:ahLst/>
              <a:cxnLst/>
              <a:rect l="l" t="t" r="r" b="b"/>
              <a:pathLst>
                <a:path w="19" h="25" extrusionOk="0">
                  <a:moveTo>
                    <a:pt x="1" y="25"/>
                  </a:moveTo>
                  <a:lnTo>
                    <a:pt x="18" y="0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87" name="Google Shape;5945;p80">
              <a:extLst>
                <a:ext uri="{FF2B5EF4-FFF2-40B4-BE49-F238E27FC236}">
                  <a16:creationId xmlns:a16="http://schemas.microsoft.com/office/drawing/2014/main" id="{5DF6D11C-9F95-EE5F-04BA-2AD6F398C298}"/>
                </a:ext>
              </a:extLst>
            </p:cNvPr>
            <p:cNvSpPr/>
            <p:nvPr/>
          </p:nvSpPr>
          <p:spPr>
            <a:xfrm>
              <a:off x="1380833" y="1905333"/>
              <a:ext cx="7386" cy="17841"/>
            </a:xfrm>
            <a:custGeom>
              <a:avLst/>
              <a:gdLst/>
              <a:ahLst/>
              <a:cxnLst/>
              <a:rect l="l" t="t" r="r" b="b"/>
              <a:pathLst>
                <a:path w="544" h="1314" extrusionOk="0">
                  <a:moveTo>
                    <a:pt x="397" y="1"/>
                  </a:moveTo>
                  <a:cubicBezTo>
                    <a:pt x="341" y="4"/>
                    <a:pt x="250" y="120"/>
                    <a:pt x="194" y="193"/>
                  </a:cubicBezTo>
                  <a:lnTo>
                    <a:pt x="173" y="225"/>
                  </a:lnTo>
                  <a:cubicBezTo>
                    <a:pt x="155" y="246"/>
                    <a:pt x="141" y="267"/>
                    <a:pt x="127" y="281"/>
                  </a:cubicBezTo>
                  <a:lnTo>
                    <a:pt x="127" y="284"/>
                  </a:lnTo>
                  <a:lnTo>
                    <a:pt x="120" y="291"/>
                  </a:lnTo>
                  <a:lnTo>
                    <a:pt x="116" y="298"/>
                  </a:lnTo>
                  <a:lnTo>
                    <a:pt x="109" y="305"/>
                  </a:lnTo>
                  <a:lnTo>
                    <a:pt x="106" y="309"/>
                  </a:lnTo>
                  <a:lnTo>
                    <a:pt x="99" y="316"/>
                  </a:lnTo>
                  <a:lnTo>
                    <a:pt x="95" y="319"/>
                  </a:lnTo>
                  <a:lnTo>
                    <a:pt x="88" y="323"/>
                  </a:lnTo>
                  <a:lnTo>
                    <a:pt x="85" y="326"/>
                  </a:lnTo>
                  <a:lnTo>
                    <a:pt x="78" y="330"/>
                  </a:lnTo>
                  <a:lnTo>
                    <a:pt x="74" y="333"/>
                  </a:lnTo>
                  <a:lnTo>
                    <a:pt x="64" y="333"/>
                  </a:lnTo>
                  <a:cubicBezTo>
                    <a:pt x="53" y="337"/>
                    <a:pt x="43" y="340"/>
                    <a:pt x="32" y="340"/>
                  </a:cubicBezTo>
                  <a:lnTo>
                    <a:pt x="1" y="1314"/>
                  </a:lnTo>
                  <a:lnTo>
                    <a:pt x="155" y="1293"/>
                  </a:lnTo>
                  <a:cubicBezTo>
                    <a:pt x="190" y="1188"/>
                    <a:pt x="253" y="1093"/>
                    <a:pt x="341" y="1023"/>
                  </a:cubicBezTo>
                  <a:cubicBezTo>
                    <a:pt x="418" y="963"/>
                    <a:pt x="397" y="771"/>
                    <a:pt x="376" y="603"/>
                  </a:cubicBezTo>
                  <a:cubicBezTo>
                    <a:pt x="351" y="379"/>
                    <a:pt x="323" y="148"/>
                    <a:pt x="512" y="102"/>
                  </a:cubicBezTo>
                  <a:cubicBezTo>
                    <a:pt x="523" y="99"/>
                    <a:pt x="533" y="95"/>
                    <a:pt x="544" y="88"/>
                  </a:cubicBezTo>
                  <a:cubicBezTo>
                    <a:pt x="523" y="74"/>
                    <a:pt x="505" y="60"/>
                    <a:pt x="491" y="46"/>
                  </a:cubicBezTo>
                  <a:lnTo>
                    <a:pt x="470" y="32"/>
                  </a:lnTo>
                  <a:lnTo>
                    <a:pt x="456" y="22"/>
                  </a:lnTo>
                  <a:lnTo>
                    <a:pt x="449" y="22"/>
                  </a:lnTo>
                  <a:cubicBezTo>
                    <a:pt x="435" y="8"/>
                    <a:pt x="418" y="1"/>
                    <a:pt x="397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88" name="Google Shape;5946;p80">
              <a:extLst>
                <a:ext uri="{FF2B5EF4-FFF2-40B4-BE49-F238E27FC236}">
                  <a16:creationId xmlns:a16="http://schemas.microsoft.com/office/drawing/2014/main" id="{5050F6D6-5ABA-6171-D099-7811C579B8C5}"/>
                </a:ext>
              </a:extLst>
            </p:cNvPr>
            <p:cNvSpPr/>
            <p:nvPr/>
          </p:nvSpPr>
          <p:spPr>
            <a:xfrm>
              <a:off x="1381973" y="1909664"/>
              <a:ext cx="109" cy="54"/>
            </a:xfrm>
            <a:custGeom>
              <a:avLst/>
              <a:gdLst/>
              <a:ahLst/>
              <a:cxnLst/>
              <a:rect l="l" t="t" r="r" b="b"/>
              <a:pathLst>
                <a:path w="8" h="4" extrusionOk="0">
                  <a:moveTo>
                    <a:pt x="1" y="4"/>
                  </a:moveTo>
                  <a:lnTo>
                    <a:pt x="8" y="0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89" name="Google Shape;5947;p80">
              <a:extLst>
                <a:ext uri="{FF2B5EF4-FFF2-40B4-BE49-F238E27FC236}">
                  <a16:creationId xmlns:a16="http://schemas.microsoft.com/office/drawing/2014/main" id="{6541195B-1EF7-2919-4A9E-099E132A5EA3}"/>
                </a:ext>
              </a:extLst>
            </p:cNvPr>
            <p:cNvSpPr/>
            <p:nvPr/>
          </p:nvSpPr>
          <p:spPr>
            <a:xfrm>
              <a:off x="1381837" y="1909800"/>
              <a:ext cx="109" cy="14"/>
            </a:xfrm>
            <a:custGeom>
              <a:avLst/>
              <a:gdLst/>
              <a:ahLst/>
              <a:cxnLst/>
              <a:rect l="l" t="t" r="r" b="b"/>
              <a:pathLst>
                <a:path w="8" h="1" extrusionOk="0">
                  <a:moveTo>
                    <a:pt x="0" y="1"/>
                  </a:moveTo>
                  <a:lnTo>
                    <a:pt x="7" y="1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90" name="Google Shape;5948;p80">
              <a:extLst>
                <a:ext uri="{FF2B5EF4-FFF2-40B4-BE49-F238E27FC236}">
                  <a16:creationId xmlns:a16="http://schemas.microsoft.com/office/drawing/2014/main" id="{88D3B087-22B6-2DE0-B455-B1D4F72EC184}"/>
                </a:ext>
              </a:extLst>
            </p:cNvPr>
            <p:cNvSpPr/>
            <p:nvPr/>
          </p:nvSpPr>
          <p:spPr>
            <a:xfrm>
              <a:off x="1386970" y="1905618"/>
              <a:ext cx="68" cy="68"/>
            </a:xfrm>
            <a:custGeom>
              <a:avLst/>
              <a:gdLst/>
              <a:ahLst/>
              <a:cxnLst/>
              <a:rect l="l" t="t" r="r" b="b"/>
              <a:pathLst>
                <a:path w="5" h="5" extrusionOk="0">
                  <a:moveTo>
                    <a:pt x="1" y="1"/>
                  </a:moveTo>
                  <a:lnTo>
                    <a:pt x="4" y="4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91" name="Google Shape;5949;p80">
              <a:extLst>
                <a:ext uri="{FF2B5EF4-FFF2-40B4-BE49-F238E27FC236}">
                  <a16:creationId xmlns:a16="http://schemas.microsoft.com/office/drawing/2014/main" id="{9EF63F08-00B1-3EC1-D79A-A99E0088A1B2}"/>
                </a:ext>
              </a:extLst>
            </p:cNvPr>
            <p:cNvSpPr/>
            <p:nvPr/>
          </p:nvSpPr>
          <p:spPr>
            <a:xfrm>
              <a:off x="1382123" y="1909515"/>
              <a:ext cx="109" cy="109"/>
            </a:xfrm>
            <a:custGeom>
              <a:avLst/>
              <a:gdLst/>
              <a:ahLst/>
              <a:cxnLst/>
              <a:rect l="l" t="t" r="r" b="b"/>
              <a:pathLst>
                <a:path w="8" h="8" extrusionOk="0">
                  <a:moveTo>
                    <a:pt x="7" y="1"/>
                  </a:moveTo>
                  <a:lnTo>
                    <a:pt x="0" y="8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92" name="Google Shape;5950;p80">
              <a:extLst>
                <a:ext uri="{FF2B5EF4-FFF2-40B4-BE49-F238E27FC236}">
                  <a16:creationId xmlns:a16="http://schemas.microsoft.com/office/drawing/2014/main" id="{30020F5C-10F7-074F-D866-8D3316825EAE}"/>
                </a:ext>
              </a:extLst>
            </p:cNvPr>
            <p:cNvSpPr/>
            <p:nvPr/>
          </p:nvSpPr>
          <p:spPr>
            <a:xfrm>
              <a:off x="1382543" y="1908374"/>
              <a:ext cx="584" cy="774"/>
            </a:xfrm>
            <a:custGeom>
              <a:avLst/>
              <a:gdLst/>
              <a:ahLst/>
              <a:cxnLst/>
              <a:rect l="l" t="t" r="r" b="b"/>
              <a:pathLst>
                <a:path w="43" h="57" extrusionOk="0">
                  <a:moveTo>
                    <a:pt x="1" y="57"/>
                  </a:moveTo>
                  <a:cubicBezTo>
                    <a:pt x="11" y="43"/>
                    <a:pt x="25" y="22"/>
                    <a:pt x="43" y="1"/>
                  </a:cubicBezTo>
                  <a:cubicBezTo>
                    <a:pt x="25" y="22"/>
                    <a:pt x="11" y="43"/>
                    <a:pt x="1" y="57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93" name="Google Shape;5951;p80">
              <a:extLst>
                <a:ext uri="{FF2B5EF4-FFF2-40B4-BE49-F238E27FC236}">
                  <a16:creationId xmlns:a16="http://schemas.microsoft.com/office/drawing/2014/main" id="{B437DA5D-CCF2-F9A1-189A-B0DB8CC0FDED}"/>
                </a:ext>
              </a:extLst>
            </p:cNvPr>
            <p:cNvSpPr/>
            <p:nvPr/>
          </p:nvSpPr>
          <p:spPr>
            <a:xfrm>
              <a:off x="1387214" y="1905767"/>
              <a:ext cx="244" cy="204"/>
            </a:xfrm>
            <a:custGeom>
              <a:avLst/>
              <a:gdLst/>
              <a:ahLst/>
              <a:cxnLst/>
              <a:rect l="l" t="t" r="r" b="b"/>
              <a:pathLst>
                <a:path w="18" h="15" extrusionOk="0">
                  <a:moveTo>
                    <a:pt x="0" y="0"/>
                  </a:moveTo>
                  <a:lnTo>
                    <a:pt x="18" y="14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94" name="Google Shape;5952;p80">
              <a:extLst>
                <a:ext uri="{FF2B5EF4-FFF2-40B4-BE49-F238E27FC236}">
                  <a16:creationId xmlns:a16="http://schemas.microsoft.com/office/drawing/2014/main" id="{710F20DE-ED92-90AC-938A-8E0146CC3C35}"/>
                </a:ext>
              </a:extLst>
            </p:cNvPr>
            <p:cNvSpPr/>
            <p:nvPr/>
          </p:nvSpPr>
          <p:spPr>
            <a:xfrm>
              <a:off x="1382408" y="1909189"/>
              <a:ext cx="109" cy="149"/>
            </a:xfrm>
            <a:custGeom>
              <a:avLst/>
              <a:gdLst/>
              <a:ahLst/>
              <a:cxnLst/>
              <a:rect l="l" t="t" r="r" b="b"/>
              <a:pathLst>
                <a:path w="8" h="11" extrusionOk="0">
                  <a:moveTo>
                    <a:pt x="0" y="11"/>
                  </a:moveTo>
                  <a:lnTo>
                    <a:pt x="7" y="0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95" name="Google Shape;5953;p80">
              <a:extLst>
                <a:ext uri="{FF2B5EF4-FFF2-40B4-BE49-F238E27FC236}">
                  <a16:creationId xmlns:a16="http://schemas.microsoft.com/office/drawing/2014/main" id="{3CEC85F7-B626-9611-ACCE-1F209688DDF0}"/>
                </a:ext>
              </a:extLst>
            </p:cNvPr>
            <p:cNvSpPr/>
            <p:nvPr/>
          </p:nvSpPr>
          <p:spPr>
            <a:xfrm>
              <a:off x="1381593" y="1909949"/>
              <a:ext cx="14" cy="14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1" y="0"/>
                  </a:move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96" name="Google Shape;5954;p80">
              <a:extLst>
                <a:ext uri="{FF2B5EF4-FFF2-40B4-BE49-F238E27FC236}">
                  <a16:creationId xmlns:a16="http://schemas.microsoft.com/office/drawing/2014/main" id="{6170C3CA-78BF-B3B0-3B37-FCD34B947402}"/>
                </a:ext>
              </a:extLst>
            </p:cNvPr>
            <p:cNvSpPr/>
            <p:nvPr/>
          </p:nvSpPr>
          <p:spPr>
            <a:xfrm>
              <a:off x="1387499" y="1905957"/>
              <a:ext cx="720" cy="584"/>
            </a:xfrm>
            <a:custGeom>
              <a:avLst/>
              <a:gdLst/>
              <a:ahLst/>
              <a:cxnLst/>
              <a:rect l="l" t="t" r="r" b="b"/>
              <a:pathLst>
                <a:path w="53" h="43" extrusionOk="0">
                  <a:moveTo>
                    <a:pt x="0" y="0"/>
                  </a:moveTo>
                  <a:cubicBezTo>
                    <a:pt x="14" y="14"/>
                    <a:pt x="32" y="25"/>
                    <a:pt x="53" y="42"/>
                  </a:cubicBezTo>
                  <a:cubicBezTo>
                    <a:pt x="32" y="25"/>
                    <a:pt x="14" y="11"/>
                    <a:pt x="0" y="0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97" name="Google Shape;5955;p80">
              <a:extLst>
                <a:ext uri="{FF2B5EF4-FFF2-40B4-BE49-F238E27FC236}">
                  <a16:creationId xmlns:a16="http://schemas.microsoft.com/office/drawing/2014/main" id="{CF2A36B1-EEB3-4FCA-0FF0-5BCA9447E6F6}"/>
                </a:ext>
              </a:extLst>
            </p:cNvPr>
            <p:cNvSpPr/>
            <p:nvPr/>
          </p:nvSpPr>
          <p:spPr>
            <a:xfrm>
              <a:off x="1382258" y="1909379"/>
              <a:ext cx="109" cy="109"/>
            </a:xfrm>
            <a:custGeom>
              <a:avLst/>
              <a:gdLst/>
              <a:ahLst/>
              <a:cxnLst/>
              <a:rect l="l" t="t" r="r" b="b"/>
              <a:pathLst>
                <a:path w="8" h="8" extrusionOk="0">
                  <a:moveTo>
                    <a:pt x="1" y="7"/>
                  </a:moveTo>
                  <a:lnTo>
                    <a:pt x="8" y="0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98" name="Google Shape;5956;p80">
              <a:extLst>
                <a:ext uri="{FF2B5EF4-FFF2-40B4-BE49-F238E27FC236}">
                  <a16:creationId xmlns:a16="http://schemas.microsoft.com/office/drawing/2014/main" id="{C9B4F8FC-2AE7-58A1-28A7-1A1AE50EBFCD}"/>
                </a:ext>
              </a:extLst>
            </p:cNvPr>
            <p:cNvSpPr/>
            <p:nvPr/>
          </p:nvSpPr>
          <p:spPr>
            <a:xfrm>
              <a:off x="1381688" y="1909854"/>
              <a:ext cx="109" cy="54"/>
            </a:xfrm>
            <a:custGeom>
              <a:avLst/>
              <a:gdLst/>
              <a:ahLst/>
              <a:cxnLst/>
              <a:rect l="l" t="t" r="r" b="b"/>
              <a:pathLst>
                <a:path w="8" h="4" extrusionOk="0">
                  <a:moveTo>
                    <a:pt x="4" y="0"/>
                  </a:moveTo>
                  <a:lnTo>
                    <a:pt x="1" y="4"/>
                  </a:lnTo>
                  <a:lnTo>
                    <a:pt x="8" y="0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99" name="Google Shape;5957;p80">
              <a:extLst>
                <a:ext uri="{FF2B5EF4-FFF2-40B4-BE49-F238E27FC236}">
                  <a16:creationId xmlns:a16="http://schemas.microsoft.com/office/drawing/2014/main" id="{81596DA6-F07A-0D04-674B-67BBCF89C950}"/>
                </a:ext>
              </a:extLst>
            </p:cNvPr>
            <p:cNvSpPr/>
            <p:nvPr/>
          </p:nvSpPr>
          <p:spPr>
            <a:xfrm>
              <a:off x="1380833" y="1922875"/>
              <a:ext cx="2105" cy="299"/>
            </a:xfrm>
            <a:custGeom>
              <a:avLst/>
              <a:gdLst/>
              <a:ahLst/>
              <a:cxnLst/>
              <a:rect l="l" t="t" r="r" b="b"/>
              <a:pathLst>
                <a:path w="155" h="22" extrusionOk="0">
                  <a:moveTo>
                    <a:pt x="155" y="1"/>
                  </a:moveTo>
                  <a:lnTo>
                    <a:pt x="155" y="1"/>
                  </a:lnTo>
                  <a:lnTo>
                    <a:pt x="1" y="22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00" name="Google Shape;5958;p80">
              <a:extLst>
                <a:ext uri="{FF2B5EF4-FFF2-40B4-BE49-F238E27FC236}">
                  <a16:creationId xmlns:a16="http://schemas.microsoft.com/office/drawing/2014/main" id="{C7897FA6-E07F-8B9C-1CC2-81A35CB7CAD3}"/>
                </a:ext>
              </a:extLst>
            </p:cNvPr>
            <p:cNvSpPr/>
            <p:nvPr/>
          </p:nvSpPr>
          <p:spPr>
            <a:xfrm>
              <a:off x="1490539" y="1892285"/>
              <a:ext cx="19416" cy="14772"/>
            </a:xfrm>
            <a:custGeom>
              <a:avLst/>
              <a:gdLst/>
              <a:ahLst/>
              <a:cxnLst/>
              <a:rect l="l" t="t" r="r" b="b"/>
              <a:pathLst>
                <a:path w="1430" h="1088" extrusionOk="0">
                  <a:moveTo>
                    <a:pt x="793" y="0"/>
                  </a:moveTo>
                  <a:cubicBezTo>
                    <a:pt x="749" y="0"/>
                    <a:pt x="711" y="8"/>
                    <a:pt x="684" y="27"/>
                  </a:cubicBezTo>
                  <a:cubicBezTo>
                    <a:pt x="659" y="45"/>
                    <a:pt x="656" y="59"/>
                    <a:pt x="652" y="69"/>
                  </a:cubicBezTo>
                  <a:cubicBezTo>
                    <a:pt x="645" y="136"/>
                    <a:pt x="757" y="262"/>
                    <a:pt x="848" y="360"/>
                  </a:cubicBezTo>
                  <a:cubicBezTo>
                    <a:pt x="964" y="489"/>
                    <a:pt x="1076" y="612"/>
                    <a:pt x="1076" y="727"/>
                  </a:cubicBezTo>
                  <a:cubicBezTo>
                    <a:pt x="1076" y="762"/>
                    <a:pt x="1058" y="794"/>
                    <a:pt x="1034" y="818"/>
                  </a:cubicBezTo>
                  <a:cubicBezTo>
                    <a:pt x="978" y="872"/>
                    <a:pt x="876" y="886"/>
                    <a:pt x="722" y="886"/>
                  </a:cubicBezTo>
                  <a:cubicBezTo>
                    <a:pt x="664" y="886"/>
                    <a:pt x="599" y="884"/>
                    <a:pt x="526" y="881"/>
                  </a:cubicBezTo>
                  <a:cubicBezTo>
                    <a:pt x="474" y="880"/>
                    <a:pt x="412" y="879"/>
                    <a:pt x="350" y="879"/>
                  </a:cubicBezTo>
                  <a:cubicBezTo>
                    <a:pt x="190" y="879"/>
                    <a:pt x="24" y="889"/>
                    <a:pt x="1" y="944"/>
                  </a:cubicBezTo>
                  <a:cubicBezTo>
                    <a:pt x="18" y="965"/>
                    <a:pt x="36" y="979"/>
                    <a:pt x="60" y="990"/>
                  </a:cubicBezTo>
                  <a:cubicBezTo>
                    <a:pt x="137" y="1035"/>
                    <a:pt x="255" y="1066"/>
                    <a:pt x="383" y="1066"/>
                  </a:cubicBezTo>
                  <a:cubicBezTo>
                    <a:pt x="462" y="1066"/>
                    <a:pt x="544" y="1055"/>
                    <a:pt x="624" y="1028"/>
                  </a:cubicBezTo>
                  <a:cubicBezTo>
                    <a:pt x="719" y="997"/>
                    <a:pt x="817" y="979"/>
                    <a:pt x="915" y="979"/>
                  </a:cubicBezTo>
                  <a:cubicBezTo>
                    <a:pt x="1065" y="983"/>
                    <a:pt x="1212" y="1018"/>
                    <a:pt x="1345" y="1088"/>
                  </a:cubicBezTo>
                  <a:lnTo>
                    <a:pt x="1345" y="1077"/>
                  </a:lnTo>
                  <a:cubicBezTo>
                    <a:pt x="1349" y="1042"/>
                    <a:pt x="1352" y="1007"/>
                    <a:pt x="1356" y="969"/>
                  </a:cubicBezTo>
                  <a:lnTo>
                    <a:pt x="1356" y="962"/>
                  </a:lnTo>
                  <a:cubicBezTo>
                    <a:pt x="1356" y="927"/>
                    <a:pt x="1359" y="892"/>
                    <a:pt x="1363" y="857"/>
                  </a:cubicBezTo>
                  <a:lnTo>
                    <a:pt x="1363" y="843"/>
                  </a:lnTo>
                  <a:cubicBezTo>
                    <a:pt x="1366" y="808"/>
                    <a:pt x="1370" y="773"/>
                    <a:pt x="1373" y="738"/>
                  </a:cubicBezTo>
                  <a:lnTo>
                    <a:pt x="1373" y="713"/>
                  </a:lnTo>
                  <a:cubicBezTo>
                    <a:pt x="1377" y="678"/>
                    <a:pt x="1380" y="647"/>
                    <a:pt x="1384" y="612"/>
                  </a:cubicBezTo>
                  <a:lnTo>
                    <a:pt x="1384" y="594"/>
                  </a:lnTo>
                  <a:cubicBezTo>
                    <a:pt x="1387" y="563"/>
                    <a:pt x="1391" y="531"/>
                    <a:pt x="1394" y="503"/>
                  </a:cubicBezTo>
                  <a:lnTo>
                    <a:pt x="1394" y="486"/>
                  </a:lnTo>
                  <a:cubicBezTo>
                    <a:pt x="1398" y="454"/>
                    <a:pt x="1401" y="423"/>
                    <a:pt x="1405" y="391"/>
                  </a:cubicBezTo>
                  <a:lnTo>
                    <a:pt x="1405" y="367"/>
                  </a:lnTo>
                  <a:cubicBezTo>
                    <a:pt x="1408" y="339"/>
                    <a:pt x="1412" y="307"/>
                    <a:pt x="1415" y="279"/>
                  </a:cubicBezTo>
                  <a:lnTo>
                    <a:pt x="1419" y="262"/>
                  </a:lnTo>
                  <a:cubicBezTo>
                    <a:pt x="1422" y="234"/>
                    <a:pt x="1426" y="209"/>
                    <a:pt x="1429" y="185"/>
                  </a:cubicBezTo>
                  <a:lnTo>
                    <a:pt x="1429" y="174"/>
                  </a:lnTo>
                  <a:cubicBezTo>
                    <a:pt x="1370" y="157"/>
                    <a:pt x="1300" y="132"/>
                    <a:pt x="1230" y="108"/>
                  </a:cubicBezTo>
                  <a:cubicBezTo>
                    <a:pt x="1077" y="57"/>
                    <a:pt x="911" y="0"/>
                    <a:pt x="793" y="0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01" name="Google Shape;5959;p80">
              <a:extLst>
                <a:ext uri="{FF2B5EF4-FFF2-40B4-BE49-F238E27FC236}">
                  <a16:creationId xmlns:a16="http://schemas.microsoft.com/office/drawing/2014/main" id="{E1549038-1BA8-550B-C433-59E1986B7970}"/>
                </a:ext>
              </a:extLst>
            </p:cNvPr>
            <p:cNvSpPr/>
            <p:nvPr/>
          </p:nvSpPr>
          <p:spPr>
            <a:xfrm>
              <a:off x="1510647" y="1894932"/>
              <a:ext cx="23353" cy="13252"/>
            </a:xfrm>
            <a:custGeom>
              <a:avLst/>
              <a:gdLst/>
              <a:ahLst/>
              <a:cxnLst/>
              <a:rect l="l" t="t" r="r" b="b"/>
              <a:pathLst>
                <a:path w="1720" h="976" extrusionOk="0">
                  <a:moveTo>
                    <a:pt x="457" y="0"/>
                  </a:moveTo>
                  <a:cubicBezTo>
                    <a:pt x="412" y="0"/>
                    <a:pt x="375" y="5"/>
                    <a:pt x="347" y="14"/>
                  </a:cubicBezTo>
                  <a:cubicBezTo>
                    <a:pt x="305" y="25"/>
                    <a:pt x="262" y="30"/>
                    <a:pt x="217" y="30"/>
                  </a:cubicBezTo>
                  <a:cubicBezTo>
                    <a:pt x="173" y="30"/>
                    <a:pt x="129" y="25"/>
                    <a:pt x="85" y="14"/>
                  </a:cubicBezTo>
                  <a:lnTo>
                    <a:pt x="85" y="25"/>
                  </a:lnTo>
                  <a:cubicBezTo>
                    <a:pt x="81" y="53"/>
                    <a:pt x="78" y="81"/>
                    <a:pt x="74" y="112"/>
                  </a:cubicBezTo>
                  <a:lnTo>
                    <a:pt x="74" y="126"/>
                  </a:lnTo>
                  <a:cubicBezTo>
                    <a:pt x="71" y="154"/>
                    <a:pt x="67" y="186"/>
                    <a:pt x="64" y="214"/>
                  </a:cubicBezTo>
                  <a:lnTo>
                    <a:pt x="64" y="231"/>
                  </a:lnTo>
                  <a:cubicBezTo>
                    <a:pt x="60" y="263"/>
                    <a:pt x="57" y="294"/>
                    <a:pt x="53" y="329"/>
                  </a:cubicBezTo>
                  <a:lnTo>
                    <a:pt x="50" y="354"/>
                  </a:lnTo>
                  <a:cubicBezTo>
                    <a:pt x="46" y="385"/>
                    <a:pt x="43" y="420"/>
                    <a:pt x="39" y="452"/>
                  </a:cubicBezTo>
                  <a:lnTo>
                    <a:pt x="39" y="476"/>
                  </a:lnTo>
                  <a:cubicBezTo>
                    <a:pt x="36" y="511"/>
                    <a:pt x="32" y="546"/>
                    <a:pt x="29" y="581"/>
                  </a:cubicBezTo>
                  <a:lnTo>
                    <a:pt x="29" y="595"/>
                  </a:lnTo>
                  <a:cubicBezTo>
                    <a:pt x="25" y="630"/>
                    <a:pt x="22" y="662"/>
                    <a:pt x="18" y="697"/>
                  </a:cubicBezTo>
                  <a:lnTo>
                    <a:pt x="18" y="714"/>
                  </a:lnTo>
                  <a:cubicBezTo>
                    <a:pt x="15" y="749"/>
                    <a:pt x="15" y="781"/>
                    <a:pt x="11" y="816"/>
                  </a:cubicBezTo>
                  <a:lnTo>
                    <a:pt x="8" y="847"/>
                  </a:lnTo>
                  <a:cubicBezTo>
                    <a:pt x="4" y="879"/>
                    <a:pt x="4" y="910"/>
                    <a:pt x="1" y="942"/>
                  </a:cubicBezTo>
                  <a:lnTo>
                    <a:pt x="1" y="956"/>
                  </a:lnTo>
                  <a:cubicBezTo>
                    <a:pt x="24" y="969"/>
                    <a:pt x="43" y="976"/>
                    <a:pt x="63" y="976"/>
                  </a:cubicBezTo>
                  <a:cubicBezTo>
                    <a:pt x="101" y="976"/>
                    <a:pt x="142" y="952"/>
                    <a:pt x="218" y="907"/>
                  </a:cubicBezTo>
                  <a:cubicBezTo>
                    <a:pt x="344" y="826"/>
                    <a:pt x="480" y="760"/>
                    <a:pt x="624" y="714"/>
                  </a:cubicBezTo>
                  <a:cubicBezTo>
                    <a:pt x="743" y="672"/>
                    <a:pt x="880" y="661"/>
                    <a:pt x="1017" y="661"/>
                  </a:cubicBezTo>
                  <a:cubicBezTo>
                    <a:pt x="1096" y="661"/>
                    <a:pt x="1176" y="665"/>
                    <a:pt x="1251" y="669"/>
                  </a:cubicBezTo>
                  <a:cubicBezTo>
                    <a:pt x="1319" y="671"/>
                    <a:pt x="1387" y="674"/>
                    <a:pt x="1450" y="674"/>
                  </a:cubicBezTo>
                  <a:cubicBezTo>
                    <a:pt x="1561" y="674"/>
                    <a:pt x="1655" y="665"/>
                    <a:pt x="1695" y="627"/>
                  </a:cubicBezTo>
                  <a:cubicBezTo>
                    <a:pt x="1713" y="606"/>
                    <a:pt x="1720" y="581"/>
                    <a:pt x="1716" y="557"/>
                  </a:cubicBezTo>
                  <a:cubicBezTo>
                    <a:pt x="1716" y="504"/>
                    <a:pt x="1664" y="434"/>
                    <a:pt x="1566" y="364"/>
                  </a:cubicBezTo>
                  <a:cubicBezTo>
                    <a:pt x="1286" y="163"/>
                    <a:pt x="731" y="0"/>
                    <a:pt x="457" y="0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02" name="Google Shape;5960;p80">
              <a:extLst>
                <a:ext uri="{FF2B5EF4-FFF2-40B4-BE49-F238E27FC236}">
                  <a16:creationId xmlns:a16="http://schemas.microsoft.com/office/drawing/2014/main" id="{286EEB0E-3BB8-37B8-1D62-4ECB58CF250E}"/>
                </a:ext>
              </a:extLst>
            </p:cNvPr>
            <p:cNvSpPr/>
            <p:nvPr/>
          </p:nvSpPr>
          <p:spPr>
            <a:xfrm>
              <a:off x="1510797" y="1904382"/>
              <a:ext cx="14" cy="258"/>
            </a:xfrm>
            <a:custGeom>
              <a:avLst/>
              <a:gdLst/>
              <a:ahLst/>
              <a:cxnLst/>
              <a:rect l="l" t="t" r="r" b="b"/>
              <a:pathLst>
                <a:path w="1" h="19" extrusionOk="0">
                  <a:moveTo>
                    <a:pt x="0" y="18"/>
                  </a:moveTo>
                  <a:lnTo>
                    <a:pt x="0" y="1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03" name="Google Shape;5961;p80">
              <a:extLst>
                <a:ext uri="{FF2B5EF4-FFF2-40B4-BE49-F238E27FC236}">
                  <a16:creationId xmlns:a16="http://schemas.microsoft.com/office/drawing/2014/main" id="{F4D0FDE3-ADCD-39AC-FCD1-0B00DDFEF83A}"/>
                </a:ext>
              </a:extLst>
            </p:cNvPr>
            <p:cNvSpPr/>
            <p:nvPr/>
          </p:nvSpPr>
          <p:spPr>
            <a:xfrm>
              <a:off x="1511598" y="1896453"/>
              <a:ext cx="14" cy="204"/>
            </a:xfrm>
            <a:custGeom>
              <a:avLst/>
              <a:gdLst/>
              <a:ahLst/>
              <a:cxnLst/>
              <a:rect l="l" t="t" r="r" b="b"/>
              <a:pathLst>
                <a:path w="1" h="15" extrusionOk="0">
                  <a:moveTo>
                    <a:pt x="1" y="14"/>
                  </a:moveTo>
                  <a:lnTo>
                    <a:pt x="1" y="0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04" name="Google Shape;5962;p80">
              <a:extLst>
                <a:ext uri="{FF2B5EF4-FFF2-40B4-BE49-F238E27FC236}">
                  <a16:creationId xmlns:a16="http://schemas.microsoft.com/office/drawing/2014/main" id="{819C4421-2098-0DA6-1A15-122D39896B96}"/>
                </a:ext>
              </a:extLst>
            </p:cNvPr>
            <p:cNvSpPr/>
            <p:nvPr/>
          </p:nvSpPr>
          <p:spPr>
            <a:xfrm>
              <a:off x="1510647" y="1905998"/>
              <a:ext cx="14" cy="448"/>
            </a:xfrm>
            <a:custGeom>
              <a:avLst/>
              <a:gdLst/>
              <a:ahLst/>
              <a:cxnLst/>
              <a:rect l="l" t="t" r="r" b="b"/>
              <a:pathLst>
                <a:path w="1" h="33" extrusionOk="0">
                  <a:moveTo>
                    <a:pt x="1" y="32"/>
                  </a:moveTo>
                  <a:lnTo>
                    <a:pt x="1" y="1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05" name="Google Shape;5963;p80">
              <a:extLst>
                <a:ext uri="{FF2B5EF4-FFF2-40B4-BE49-F238E27FC236}">
                  <a16:creationId xmlns:a16="http://schemas.microsoft.com/office/drawing/2014/main" id="{0E3577A6-B0A2-E5D5-98A5-EF86C5220320}"/>
                </a:ext>
              </a:extLst>
            </p:cNvPr>
            <p:cNvSpPr/>
            <p:nvPr/>
          </p:nvSpPr>
          <p:spPr>
            <a:xfrm>
              <a:off x="1510552" y="1907709"/>
              <a:ext cx="14" cy="204"/>
            </a:xfrm>
            <a:custGeom>
              <a:avLst/>
              <a:gdLst/>
              <a:ahLst/>
              <a:cxnLst/>
              <a:rect l="l" t="t" r="r" b="b"/>
              <a:pathLst>
                <a:path w="1" h="15" extrusionOk="0">
                  <a:moveTo>
                    <a:pt x="1" y="15"/>
                  </a:moveTo>
                  <a:lnTo>
                    <a:pt x="1" y="15"/>
                  </a:lnTo>
                  <a:lnTo>
                    <a:pt x="1" y="1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06" name="Google Shape;5964;p80">
              <a:extLst>
                <a:ext uri="{FF2B5EF4-FFF2-40B4-BE49-F238E27FC236}">
                  <a16:creationId xmlns:a16="http://schemas.microsoft.com/office/drawing/2014/main" id="{F0B59591-CEFE-45AA-29F4-D7E164E7FC9E}"/>
                </a:ext>
              </a:extLst>
            </p:cNvPr>
            <p:cNvSpPr/>
            <p:nvPr/>
          </p:nvSpPr>
          <p:spPr>
            <a:xfrm>
              <a:off x="1510932" y="1902821"/>
              <a:ext cx="14" cy="204"/>
            </a:xfrm>
            <a:custGeom>
              <a:avLst/>
              <a:gdLst/>
              <a:ahLst/>
              <a:cxnLst/>
              <a:rect l="l" t="t" r="r" b="b"/>
              <a:pathLst>
                <a:path w="1" h="15" extrusionOk="0">
                  <a:moveTo>
                    <a:pt x="1" y="14"/>
                  </a:moveTo>
                  <a:lnTo>
                    <a:pt x="1" y="0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07" name="Google Shape;5965;p80">
              <a:extLst>
                <a:ext uri="{FF2B5EF4-FFF2-40B4-BE49-F238E27FC236}">
                  <a16:creationId xmlns:a16="http://schemas.microsoft.com/office/drawing/2014/main" id="{A5D52591-0CC4-9D24-E47C-A6BAF1C2A624}"/>
                </a:ext>
              </a:extLst>
            </p:cNvPr>
            <p:cNvSpPr/>
            <p:nvPr/>
          </p:nvSpPr>
          <p:spPr>
            <a:xfrm>
              <a:off x="1511082" y="1901056"/>
              <a:ext cx="54" cy="353"/>
            </a:xfrm>
            <a:custGeom>
              <a:avLst/>
              <a:gdLst/>
              <a:ahLst/>
              <a:cxnLst/>
              <a:rect l="l" t="t" r="r" b="b"/>
              <a:pathLst>
                <a:path w="4" h="26" extrusionOk="0">
                  <a:moveTo>
                    <a:pt x="0" y="25"/>
                  </a:moveTo>
                  <a:lnTo>
                    <a:pt x="4" y="1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08" name="Google Shape;5966;p80">
              <a:extLst>
                <a:ext uri="{FF2B5EF4-FFF2-40B4-BE49-F238E27FC236}">
                  <a16:creationId xmlns:a16="http://schemas.microsoft.com/office/drawing/2014/main" id="{5613B41A-0F41-0369-BD11-49A758C47E7D}"/>
                </a:ext>
              </a:extLst>
            </p:cNvPr>
            <p:cNvSpPr/>
            <p:nvPr/>
          </p:nvSpPr>
          <p:spPr>
            <a:xfrm>
              <a:off x="1511462" y="1897824"/>
              <a:ext cx="14" cy="258"/>
            </a:xfrm>
            <a:custGeom>
              <a:avLst/>
              <a:gdLst/>
              <a:ahLst/>
              <a:cxnLst/>
              <a:rect l="l" t="t" r="r" b="b"/>
              <a:pathLst>
                <a:path w="1" h="19" extrusionOk="0">
                  <a:moveTo>
                    <a:pt x="0" y="18"/>
                  </a:moveTo>
                  <a:lnTo>
                    <a:pt x="0" y="1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09" name="Google Shape;5967;p80">
              <a:extLst>
                <a:ext uri="{FF2B5EF4-FFF2-40B4-BE49-F238E27FC236}">
                  <a16:creationId xmlns:a16="http://schemas.microsoft.com/office/drawing/2014/main" id="{5A18326F-CB5A-CA26-664A-9D18863F0D6A}"/>
                </a:ext>
              </a:extLst>
            </p:cNvPr>
            <p:cNvSpPr/>
            <p:nvPr/>
          </p:nvSpPr>
          <p:spPr>
            <a:xfrm>
              <a:off x="1511272" y="1899399"/>
              <a:ext cx="54" cy="339"/>
            </a:xfrm>
            <a:custGeom>
              <a:avLst/>
              <a:gdLst/>
              <a:ahLst/>
              <a:cxnLst/>
              <a:rect l="l" t="t" r="r" b="b"/>
              <a:pathLst>
                <a:path w="4" h="25" extrusionOk="0">
                  <a:moveTo>
                    <a:pt x="0" y="25"/>
                  </a:moveTo>
                  <a:lnTo>
                    <a:pt x="4" y="0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10" name="Google Shape;5968;p80">
              <a:extLst>
                <a:ext uri="{FF2B5EF4-FFF2-40B4-BE49-F238E27FC236}">
                  <a16:creationId xmlns:a16="http://schemas.microsoft.com/office/drawing/2014/main" id="{74282A29-4C7E-E82C-D0B9-44EEABE914E4}"/>
                </a:ext>
              </a:extLst>
            </p:cNvPr>
            <p:cNvSpPr/>
            <p:nvPr/>
          </p:nvSpPr>
          <p:spPr>
            <a:xfrm>
              <a:off x="1511788" y="1895068"/>
              <a:ext cx="14" cy="163"/>
            </a:xfrm>
            <a:custGeom>
              <a:avLst/>
              <a:gdLst/>
              <a:ahLst/>
              <a:cxnLst/>
              <a:rect l="l" t="t" r="r" b="b"/>
              <a:pathLst>
                <a:path w="1" h="12" extrusionOk="0">
                  <a:moveTo>
                    <a:pt x="1" y="1"/>
                  </a:moveTo>
                  <a:lnTo>
                    <a:pt x="1" y="11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11" name="Google Shape;5969;p80">
              <a:extLst>
                <a:ext uri="{FF2B5EF4-FFF2-40B4-BE49-F238E27FC236}">
                  <a16:creationId xmlns:a16="http://schemas.microsoft.com/office/drawing/2014/main" id="{790EDC21-7F79-8643-3244-9BFF34D70FF9}"/>
                </a:ext>
              </a:extLst>
            </p:cNvPr>
            <p:cNvSpPr/>
            <p:nvPr/>
          </p:nvSpPr>
          <p:spPr>
            <a:xfrm>
              <a:off x="1394193" y="1931619"/>
              <a:ext cx="29585" cy="30481"/>
            </a:xfrm>
            <a:custGeom>
              <a:avLst/>
              <a:gdLst/>
              <a:ahLst/>
              <a:cxnLst/>
              <a:rect l="l" t="t" r="r" b="b"/>
              <a:pathLst>
                <a:path w="2179" h="2245" extrusionOk="0">
                  <a:moveTo>
                    <a:pt x="2164" y="1"/>
                  </a:moveTo>
                  <a:lnTo>
                    <a:pt x="2136" y="8"/>
                  </a:lnTo>
                  <a:lnTo>
                    <a:pt x="2108" y="15"/>
                  </a:lnTo>
                  <a:lnTo>
                    <a:pt x="2084" y="22"/>
                  </a:lnTo>
                  <a:lnTo>
                    <a:pt x="2063" y="29"/>
                  </a:lnTo>
                  <a:lnTo>
                    <a:pt x="2031" y="39"/>
                  </a:lnTo>
                  <a:lnTo>
                    <a:pt x="2007" y="50"/>
                  </a:lnTo>
                  <a:lnTo>
                    <a:pt x="1986" y="60"/>
                  </a:lnTo>
                  <a:lnTo>
                    <a:pt x="1951" y="78"/>
                  </a:lnTo>
                  <a:lnTo>
                    <a:pt x="1933" y="85"/>
                  </a:lnTo>
                  <a:lnTo>
                    <a:pt x="1905" y="102"/>
                  </a:lnTo>
                  <a:lnTo>
                    <a:pt x="1881" y="116"/>
                  </a:lnTo>
                  <a:lnTo>
                    <a:pt x="1863" y="123"/>
                  </a:lnTo>
                  <a:lnTo>
                    <a:pt x="1832" y="144"/>
                  </a:lnTo>
                  <a:lnTo>
                    <a:pt x="1818" y="151"/>
                  </a:lnTo>
                  <a:lnTo>
                    <a:pt x="1786" y="172"/>
                  </a:lnTo>
                  <a:cubicBezTo>
                    <a:pt x="1709" y="218"/>
                    <a:pt x="1660" y="249"/>
                    <a:pt x="1618" y="253"/>
                  </a:cubicBezTo>
                  <a:cubicBezTo>
                    <a:pt x="1606" y="254"/>
                    <a:pt x="1593" y="254"/>
                    <a:pt x="1580" y="254"/>
                  </a:cubicBezTo>
                  <a:cubicBezTo>
                    <a:pt x="1550" y="254"/>
                    <a:pt x="1518" y="252"/>
                    <a:pt x="1489" y="249"/>
                  </a:cubicBezTo>
                  <a:cubicBezTo>
                    <a:pt x="1439" y="245"/>
                    <a:pt x="1390" y="242"/>
                    <a:pt x="1345" y="242"/>
                  </a:cubicBezTo>
                  <a:cubicBezTo>
                    <a:pt x="1242" y="242"/>
                    <a:pt x="1160" y="259"/>
                    <a:pt x="1145" y="319"/>
                  </a:cubicBezTo>
                  <a:cubicBezTo>
                    <a:pt x="1082" y="582"/>
                    <a:pt x="753" y="610"/>
                    <a:pt x="491" y="627"/>
                  </a:cubicBezTo>
                  <a:cubicBezTo>
                    <a:pt x="487" y="627"/>
                    <a:pt x="483" y="627"/>
                    <a:pt x="479" y="627"/>
                  </a:cubicBezTo>
                  <a:cubicBezTo>
                    <a:pt x="438" y="627"/>
                    <a:pt x="397" y="644"/>
                    <a:pt x="368" y="669"/>
                  </a:cubicBezTo>
                  <a:cubicBezTo>
                    <a:pt x="340" y="704"/>
                    <a:pt x="358" y="771"/>
                    <a:pt x="368" y="816"/>
                  </a:cubicBezTo>
                  <a:cubicBezTo>
                    <a:pt x="375" y="848"/>
                    <a:pt x="379" y="876"/>
                    <a:pt x="375" y="904"/>
                  </a:cubicBezTo>
                  <a:cubicBezTo>
                    <a:pt x="375" y="914"/>
                    <a:pt x="372" y="921"/>
                    <a:pt x="368" y="928"/>
                  </a:cubicBezTo>
                  <a:lnTo>
                    <a:pt x="368" y="932"/>
                  </a:lnTo>
                  <a:cubicBezTo>
                    <a:pt x="344" y="984"/>
                    <a:pt x="232" y="1072"/>
                    <a:pt x="186" y="1107"/>
                  </a:cubicBezTo>
                  <a:lnTo>
                    <a:pt x="176" y="1114"/>
                  </a:lnTo>
                  <a:lnTo>
                    <a:pt x="4" y="1152"/>
                  </a:lnTo>
                  <a:cubicBezTo>
                    <a:pt x="1" y="1195"/>
                    <a:pt x="22" y="1233"/>
                    <a:pt x="60" y="1251"/>
                  </a:cubicBezTo>
                  <a:cubicBezTo>
                    <a:pt x="165" y="1307"/>
                    <a:pt x="277" y="1436"/>
                    <a:pt x="396" y="1573"/>
                  </a:cubicBezTo>
                  <a:cubicBezTo>
                    <a:pt x="515" y="1709"/>
                    <a:pt x="631" y="1842"/>
                    <a:pt x="725" y="1891"/>
                  </a:cubicBezTo>
                  <a:cubicBezTo>
                    <a:pt x="816" y="1937"/>
                    <a:pt x="886" y="2014"/>
                    <a:pt x="925" y="2101"/>
                  </a:cubicBezTo>
                  <a:lnTo>
                    <a:pt x="1121" y="2101"/>
                  </a:lnTo>
                  <a:lnTo>
                    <a:pt x="1142" y="2105"/>
                  </a:lnTo>
                  <a:lnTo>
                    <a:pt x="1156" y="2108"/>
                  </a:lnTo>
                  <a:lnTo>
                    <a:pt x="1177" y="2115"/>
                  </a:lnTo>
                  <a:lnTo>
                    <a:pt x="1187" y="2119"/>
                  </a:lnTo>
                  <a:cubicBezTo>
                    <a:pt x="1194" y="2122"/>
                    <a:pt x="1205" y="2126"/>
                    <a:pt x="1215" y="2129"/>
                  </a:cubicBezTo>
                  <a:cubicBezTo>
                    <a:pt x="1264" y="2144"/>
                    <a:pt x="1316" y="2154"/>
                    <a:pt x="1370" y="2154"/>
                  </a:cubicBezTo>
                  <a:cubicBezTo>
                    <a:pt x="1378" y="2154"/>
                    <a:pt x="1386" y="2154"/>
                    <a:pt x="1394" y="2154"/>
                  </a:cubicBezTo>
                  <a:lnTo>
                    <a:pt x="1426" y="2154"/>
                  </a:lnTo>
                  <a:cubicBezTo>
                    <a:pt x="1552" y="2157"/>
                    <a:pt x="1681" y="2161"/>
                    <a:pt x="1765" y="2224"/>
                  </a:cubicBezTo>
                  <a:cubicBezTo>
                    <a:pt x="1772" y="2227"/>
                    <a:pt x="1776" y="2231"/>
                    <a:pt x="1783" y="2234"/>
                  </a:cubicBezTo>
                  <a:lnTo>
                    <a:pt x="1790" y="2238"/>
                  </a:lnTo>
                  <a:lnTo>
                    <a:pt x="1807" y="2241"/>
                  </a:lnTo>
                  <a:lnTo>
                    <a:pt x="1814" y="2241"/>
                  </a:lnTo>
                  <a:lnTo>
                    <a:pt x="1835" y="2245"/>
                  </a:lnTo>
                  <a:lnTo>
                    <a:pt x="1877" y="2245"/>
                  </a:lnTo>
                  <a:cubicBezTo>
                    <a:pt x="1870" y="2234"/>
                    <a:pt x="1867" y="2224"/>
                    <a:pt x="1863" y="2217"/>
                  </a:cubicBezTo>
                  <a:cubicBezTo>
                    <a:pt x="1779" y="2073"/>
                    <a:pt x="1863" y="1842"/>
                    <a:pt x="1940" y="1615"/>
                  </a:cubicBezTo>
                  <a:cubicBezTo>
                    <a:pt x="1958" y="1566"/>
                    <a:pt x="1975" y="1517"/>
                    <a:pt x="1989" y="1471"/>
                  </a:cubicBezTo>
                  <a:cubicBezTo>
                    <a:pt x="2017" y="1384"/>
                    <a:pt x="2010" y="1223"/>
                    <a:pt x="2003" y="1068"/>
                  </a:cubicBezTo>
                  <a:cubicBezTo>
                    <a:pt x="1993" y="837"/>
                    <a:pt x="1982" y="617"/>
                    <a:pt x="2077" y="515"/>
                  </a:cubicBezTo>
                  <a:cubicBezTo>
                    <a:pt x="2143" y="442"/>
                    <a:pt x="2147" y="393"/>
                    <a:pt x="2150" y="277"/>
                  </a:cubicBezTo>
                  <a:cubicBezTo>
                    <a:pt x="2154" y="183"/>
                    <a:pt x="2164" y="92"/>
                    <a:pt x="2178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12" name="Google Shape;5970;p80">
              <a:extLst>
                <a:ext uri="{FF2B5EF4-FFF2-40B4-BE49-F238E27FC236}">
                  <a16:creationId xmlns:a16="http://schemas.microsoft.com/office/drawing/2014/main" id="{AF913860-030A-4C49-85B4-34E40DCA2D28}"/>
                </a:ext>
              </a:extLst>
            </p:cNvPr>
            <p:cNvSpPr/>
            <p:nvPr/>
          </p:nvSpPr>
          <p:spPr>
            <a:xfrm>
              <a:off x="1418863" y="1933615"/>
              <a:ext cx="204" cy="109"/>
            </a:xfrm>
            <a:custGeom>
              <a:avLst/>
              <a:gdLst/>
              <a:ahLst/>
              <a:cxnLst/>
              <a:rect l="l" t="t" r="r" b="b"/>
              <a:pathLst>
                <a:path w="15" h="8" extrusionOk="0">
                  <a:moveTo>
                    <a:pt x="1" y="8"/>
                  </a:moveTo>
                  <a:lnTo>
                    <a:pt x="15" y="1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13" name="Google Shape;5971;p80">
              <a:extLst>
                <a:ext uri="{FF2B5EF4-FFF2-40B4-BE49-F238E27FC236}">
                  <a16:creationId xmlns:a16="http://schemas.microsoft.com/office/drawing/2014/main" id="{CA56EADE-EB59-D60F-4918-9E17DFAA0D91}"/>
                </a:ext>
              </a:extLst>
            </p:cNvPr>
            <p:cNvSpPr/>
            <p:nvPr/>
          </p:nvSpPr>
          <p:spPr>
            <a:xfrm>
              <a:off x="1419488" y="1933194"/>
              <a:ext cx="244" cy="149"/>
            </a:xfrm>
            <a:custGeom>
              <a:avLst/>
              <a:gdLst/>
              <a:ahLst/>
              <a:cxnLst/>
              <a:rect l="l" t="t" r="r" b="b"/>
              <a:pathLst>
                <a:path w="18" h="11" extrusionOk="0">
                  <a:moveTo>
                    <a:pt x="0" y="11"/>
                  </a:moveTo>
                  <a:lnTo>
                    <a:pt x="18" y="0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14" name="Google Shape;5972;p80">
              <a:extLst>
                <a:ext uri="{FF2B5EF4-FFF2-40B4-BE49-F238E27FC236}">
                  <a16:creationId xmlns:a16="http://schemas.microsoft.com/office/drawing/2014/main" id="{53BA3EA7-D25D-AD78-6D81-0B785B210A57}"/>
                </a:ext>
              </a:extLst>
            </p:cNvPr>
            <p:cNvSpPr/>
            <p:nvPr/>
          </p:nvSpPr>
          <p:spPr>
            <a:xfrm>
              <a:off x="1421429" y="1932189"/>
              <a:ext cx="353" cy="163"/>
            </a:xfrm>
            <a:custGeom>
              <a:avLst/>
              <a:gdLst/>
              <a:ahLst/>
              <a:cxnLst/>
              <a:rect l="l" t="t" r="r" b="b"/>
              <a:pathLst>
                <a:path w="26" h="12" extrusionOk="0">
                  <a:moveTo>
                    <a:pt x="1" y="11"/>
                  </a:moveTo>
                  <a:lnTo>
                    <a:pt x="25" y="1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15" name="Google Shape;5973;p80">
              <a:extLst>
                <a:ext uri="{FF2B5EF4-FFF2-40B4-BE49-F238E27FC236}">
                  <a16:creationId xmlns:a16="http://schemas.microsoft.com/office/drawing/2014/main" id="{7BF1BB3F-7B71-48AA-CC1F-9A2C968A7162}"/>
                </a:ext>
              </a:extLst>
            </p:cNvPr>
            <p:cNvSpPr/>
            <p:nvPr/>
          </p:nvSpPr>
          <p:spPr>
            <a:xfrm>
              <a:off x="1420058" y="1932814"/>
              <a:ext cx="394" cy="204"/>
            </a:xfrm>
            <a:custGeom>
              <a:avLst/>
              <a:gdLst/>
              <a:ahLst/>
              <a:cxnLst/>
              <a:rect l="l" t="t" r="r" b="b"/>
              <a:pathLst>
                <a:path w="29" h="15" extrusionOk="0">
                  <a:moveTo>
                    <a:pt x="0" y="14"/>
                  </a:moveTo>
                  <a:lnTo>
                    <a:pt x="28" y="0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16" name="Google Shape;5974;p80">
              <a:extLst>
                <a:ext uri="{FF2B5EF4-FFF2-40B4-BE49-F238E27FC236}">
                  <a16:creationId xmlns:a16="http://schemas.microsoft.com/office/drawing/2014/main" id="{7882E2A3-8562-3AA9-16E0-7F8CDCC7D2CB}"/>
                </a:ext>
              </a:extLst>
            </p:cNvPr>
            <p:cNvSpPr/>
            <p:nvPr/>
          </p:nvSpPr>
          <p:spPr>
            <a:xfrm>
              <a:off x="1423575" y="1931619"/>
              <a:ext cx="204" cy="14"/>
            </a:xfrm>
            <a:custGeom>
              <a:avLst/>
              <a:gdLst/>
              <a:ahLst/>
              <a:cxnLst/>
              <a:rect l="l" t="t" r="r" b="b"/>
              <a:pathLst>
                <a:path w="15" h="1" extrusionOk="0">
                  <a:moveTo>
                    <a:pt x="14" y="1"/>
                  </a:moveTo>
                  <a:lnTo>
                    <a:pt x="0" y="1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17" name="Google Shape;5975;p80">
              <a:extLst>
                <a:ext uri="{FF2B5EF4-FFF2-40B4-BE49-F238E27FC236}">
                  <a16:creationId xmlns:a16="http://schemas.microsoft.com/office/drawing/2014/main" id="{19AECC06-0483-09E0-4E4F-E85230AA1212}"/>
                </a:ext>
              </a:extLst>
            </p:cNvPr>
            <p:cNvSpPr/>
            <p:nvPr/>
          </p:nvSpPr>
          <p:spPr>
            <a:xfrm>
              <a:off x="1422190" y="1931958"/>
              <a:ext cx="299" cy="109"/>
            </a:xfrm>
            <a:custGeom>
              <a:avLst/>
              <a:gdLst/>
              <a:ahLst/>
              <a:cxnLst/>
              <a:rect l="l" t="t" r="r" b="b"/>
              <a:pathLst>
                <a:path w="22" h="8" extrusionOk="0">
                  <a:moveTo>
                    <a:pt x="1" y="7"/>
                  </a:moveTo>
                  <a:lnTo>
                    <a:pt x="22" y="0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18" name="Google Shape;5976;p80">
              <a:extLst>
                <a:ext uri="{FF2B5EF4-FFF2-40B4-BE49-F238E27FC236}">
                  <a16:creationId xmlns:a16="http://schemas.microsoft.com/office/drawing/2014/main" id="{3DAF2C05-4A6D-7606-BC30-C33F1E506409}"/>
                </a:ext>
              </a:extLst>
            </p:cNvPr>
            <p:cNvSpPr/>
            <p:nvPr/>
          </p:nvSpPr>
          <p:spPr>
            <a:xfrm>
              <a:off x="1422814" y="1931768"/>
              <a:ext cx="394" cy="109"/>
            </a:xfrm>
            <a:custGeom>
              <a:avLst/>
              <a:gdLst/>
              <a:ahLst/>
              <a:cxnLst/>
              <a:rect l="l" t="t" r="r" b="b"/>
              <a:pathLst>
                <a:path w="29" h="8" extrusionOk="0">
                  <a:moveTo>
                    <a:pt x="0" y="7"/>
                  </a:moveTo>
                  <a:lnTo>
                    <a:pt x="28" y="0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19" name="Google Shape;5977;p80">
              <a:extLst>
                <a:ext uri="{FF2B5EF4-FFF2-40B4-BE49-F238E27FC236}">
                  <a16:creationId xmlns:a16="http://schemas.microsoft.com/office/drawing/2014/main" id="{5FEAEC13-EB5A-5E0D-E76B-76CA14ABF383}"/>
                </a:ext>
              </a:extLst>
            </p:cNvPr>
            <p:cNvSpPr/>
            <p:nvPr/>
          </p:nvSpPr>
          <p:spPr>
            <a:xfrm>
              <a:off x="1399189" y="1944259"/>
              <a:ext cx="14" cy="14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0" y="1"/>
                  </a:moveTo>
                  <a:lnTo>
                    <a:pt x="0" y="1"/>
                  </a:lnTo>
                  <a:lnTo>
                    <a:pt x="0" y="1"/>
                  </a:lnTo>
                  <a:cubicBezTo>
                    <a:pt x="0" y="1"/>
                    <a:pt x="0" y="1"/>
                    <a:pt x="0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20" name="Google Shape;5978;p80">
              <a:extLst>
                <a:ext uri="{FF2B5EF4-FFF2-40B4-BE49-F238E27FC236}">
                  <a16:creationId xmlns:a16="http://schemas.microsoft.com/office/drawing/2014/main" id="{CA770796-4FB4-2A6D-9FC1-99EC2B35B517}"/>
                </a:ext>
              </a:extLst>
            </p:cNvPr>
            <p:cNvSpPr/>
            <p:nvPr/>
          </p:nvSpPr>
          <p:spPr>
            <a:xfrm>
              <a:off x="1420669" y="1932433"/>
              <a:ext cx="489" cy="244"/>
            </a:xfrm>
            <a:custGeom>
              <a:avLst/>
              <a:gdLst/>
              <a:ahLst/>
              <a:cxnLst/>
              <a:rect l="l" t="t" r="r" b="b"/>
              <a:pathLst>
                <a:path w="36" h="18" extrusionOk="0">
                  <a:moveTo>
                    <a:pt x="1" y="18"/>
                  </a:moveTo>
                  <a:lnTo>
                    <a:pt x="36" y="0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21" name="Google Shape;5979;p80">
              <a:extLst>
                <a:ext uri="{FF2B5EF4-FFF2-40B4-BE49-F238E27FC236}">
                  <a16:creationId xmlns:a16="http://schemas.microsoft.com/office/drawing/2014/main" id="{023013B3-BCA8-D946-13F3-82A1591A8E48}"/>
                </a:ext>
              </a:extLst>
            </p:cNvPr>
            <p:cNvSpPr/>
            <p:nvPr/>
          </p:nvSpPr>
          <p:spPr>
            <a:xfrm>
              <a:off x="1399135" y="1942793"/>
              <a:ext cx="204" cy="1195"/>
            </a:xfrm>
            <a:custGeom>
              <a:avLst/>
              <a:gdLst/>
              <a:ahLst/>
              <a:cxnLst/>
              <a:rect l="l" t="t" r="r" b="b"/>
              <a:pathLst>
                <a:path w="15" h="88" extrusionOk="0">
                  <a:moveTo>
                    <a:pt x="1" y="0"/>
                  </a:moveTo>
                  <a:cubicBezTo>
                    <a:pt x="11" y="28"/>
                    <a:pt x="15" y="56"/>
                    <a:pt x="11" y="88"/>
                  </a:cubicBezTo>
                  <a:cubicBezTo>
                    <a:pt x="15" y="56"/>
                    <a:pt x="11" y="28"/>
                    <a:pt x="1" y="0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22" name="Google Shape;5980;p80">
              <a:extLst>
                <a:ext uri="{FF2B5EF4-FFF2-40B4-BE49-F238E27FC236}">
                  <a16:creationId xmlns:a16="http://schemas.microsoft.com/office/drawing/2014/main" id="{1A64F41A-CAD9-68C3-1E7B-A6BECA273EA5}"/>
                </a:ext>
              </a:extLst>
            </p:cNvPr>
            <p:cNvSpPr/>
            <p:nvPr/>
          </p:nvSpPr>
          <p:spPr>
            <a:xfrm>
              <a:off x="1494680" y="2006254"/>
              <a:ext cx="293288" cy="299506"/>
            </a:xfrm>
            <a:custGeom>
              <a:avLst/>
              <a:gdLst/>
              <a:ahLst/>
              <a:cxnLst/>
              <a:rect l="l" t="t" r="r" b="b"/>
              <a:pathLst>
                <a:path w="21601" h="22059" extrusionOk="0">
                  <a:moveTo>
                    <a:pt x="7492" y="0"/>
                  </a:moveTo>
                  <a:lnTo>
                    <a:pt x="7482" y="4"/>
                  </a:lnTo>
                  <a:lnTo>
                    <a:pt x="7475" y="7"/>
                  </a:lnTo>
                  <a:cubicBezTo>
                    <a:pt x="7471" y="7"/>
                    <a:pt x="7468" y="11"/>
                    <a:pt x="7464" y="11"/>
                  </a:cubicBezTo>
                  <a:cubicBezTo>
                    <a:pt x="7440" y="32"/>
                    <a:pt x="7419" y="56"/>
                    <a:pt x="7408" y="81"/>
                  </a:cubicBezTo>
                  <a:cubicBezTo>
                    <a:pt x="7398" y="98"/>
                    <a:pt x="7391" y="112"/>
                    <a:pt x="7384" y="130"/>
                  </a:cubicBezTo>
                  <a:cubicBezTo>
                    <a:pt x="7359" y="193"/>
                    <a:pt x="7317" y="249"/>
                    <a:pt x="7261" y="291"/>
                  </a:cubicBezTo>
                  <a:lnTo>
                    <a:pt x="7247" y="298"/>
                  </a:lnTo>
                  <a:cubicBezTo>
                    <a:pt x="7240" y="305"/>
                    <a:pt x="7230" y="308"/>
                    <a:pt x="7223" y="308"/>
                  </a:cubicBezTo>
                  <a:cubicBezTo>
                    <a:pt x="7177" y="329"/>
                    <a:pt x="7132" y="347"/>
                    <a:pt x="7090" y="371"/>
                  </a:cubicBezTo>
                  <a:lnTo>
                    <a:pt x="7034" y="399"/>
                  </a:lnTo>
                  <a:cubicBezTo>
                    <a:pt x="6876" y="483"/>
                    <a:pt x="6701" y="574"/>
                    <a:pt x="6568" y="578"/>
                  </a:cubicBezTo>
                  <a:cubicBezTo>
                    <a:pt x="6563" y="579"/>
                    <a:pt x="6558" y="579"/>
                    <a:pt x="6553" y="579"/>
                  </a:cubicBezTo>
                  <a:cubicBezTo>
                    <a:pt x="6540" y="579"/>
                    <a:pt x="6528" y="577"/>
                    <a:pt x="6516" y="574"/>
                  </a:cubicBezTo>
                  <a:cubicBezTo>
                    <a:pt x="6493" y="570"/>
                    <a:pt x="6471" y="568"/>
                    <a:pt x="6449" y="568"/>
                  </a:cubicBezTo>
                  <a:cubicBezTo>
                    <a:pt x="6383" y="568"/>
                    <a:pt x="6318" y="587"/>
                    <a:pt x="6263" y="623"/>
                  </a:cubicBezTo>
                  <a:cubicBezTo>
                    <a:pt x="6232" y="648"/>
                    <a:pt x="6214" y="686"/>
                    <a:pt x="6218" y="725"/>
                  </a:cubicBezTo>
                  <a:cubicBezTo>
                    <a:pt x="6218" y="847"/>
                    <a:pt x="6151" y="900"/>
                    <a:pt x="6085" y="907"/>
                  </a:cubicBezTo>
                  <a:cubicBezTo>
                    <a:pt x="6079" y="907"/>
                    <a:pt x="6074" y="908"/>
                    <a:pt x="6068" y="908"/>
                  </a:cubicBezTo>
                  <a:cubicBezTo>
                    <a:pt x="5980" y="908"/>
                    <a:pt x="5898" y="830"/>
                    <a:pt x="5871" y="721"/>
                  </a:cubicBezTo>
                  <a:cubicBezTo>
                    <a:pt x="5864" y="686"/>
                    <a:pt x="5759" y="679"/>
                    <a:pt x="5679" y="669"/>
                  </a:cubicBezTo>
                  <a:cubicBezTo>
                    <a:pt x="5581" y="662"/>
                    <a:pt x="5476" y="651"/>
                    <a:pt x="5413" y="592"/>
                  </a:cubicBezTo>
                  <a:cubicBezTo>
                    <a:pt x="5392" y="574"/>
                    <a:pt x="5367" y="567"/>
                    <a:pt x="5339" y="564"/>
                  </a:cubicBezTo>
                  <a:lnTo>
                    <a:pt x="5332" y="564"/>
                  </a:lnTo>
                  <a:cubicBezTo>
                    <a:pt x="5306" y="561"/>
                    <a:pt x="5279" y="559"/>
                    <a:pt x="5252" y="559"/>
                  </a:cubicBezTo>
                  <a:cubicBezTo>
                    <a:pt x="5219" y="559"/>
                    <a:pt x="5186" y="561"/>
                    <a:pt x="5154" y="567"/>
                  </a:cubicBezTo>
                  <a:cubicBezTo>
                    <a:pt x="5360" y="697"/>
                    <a:pt x="5378" y="837"/>
                    <a:pt x="5378" y="1022"/>
                  </a:cubicBezTo>
                  <a:cubicBezTo>
                    <a:pt x="5374" y="1064"/>
                    <a:pt x="5395" y="1103"/>
                    <a:pt x="5427" y="1131"/>
                  </a:cubicBezTo>
                  <a:cubicBezTo>
                    <a:pt x="5497" y="1190"/>
                    <a:pt x="5532" y="1278"/>
                    <a:pt x="5525" y="1365"/>
                  </a:cubicBezTo>
                  <a:cubicBezTo>
                    <a:pt x="5525" y="1383"/>
                    <a:pt x="5528" y="1400"/>
                    <a:pt x="5532" y="1414"/>
                  </a:cubicBezTo>
                  <a:cubicBezTo>
                    <a:pt x="5556" y="1411"/>
                    <a:pt x="5584" y="1404"/>
                    <a:pt x="5609" y="1397"/>
                  </a:cubicBezTo>
                  <a:cubicBezTo>
                    <a:pt x="5647" y="1379"/>
                    <a:pt x="5693" y="1369"/>
                    <a:pt x="5738" y="1365"/>
                  </a:cubicBezTo>
                  <a:cubicBezTo>
                    <a:pt x="5815" y="1365"/>
                    <a:pt x="5878" y="1425"/>
                    <a:pt x="5882" y="1502"/>
                  </a:cubicBezTo>
                  <a:cubicBezTo>
                    <a:pt x="5892" y="1593"/>
                    <a:pt x="5826" y="1701"/>
                    <a:pt x="5686" y="1726"/>
                  </a:cubicBezTo>
                  <a:cubicBezTo>
                    <a:pt x="5542" y="1750"/>
                    <a:pt x="5472" y="1820"/>
                    <a:pt x="5423" y="1975"/>
                  </a:cubicBezTo>
                  <a:cubicBezTo>
                    <a:pt x="5381" y="2108"/>
                    <a:pt x="5280" y="2118"/>
                    <a:pt x="5206" y="2125"/>
                  </a:cubicBezTo>
                  <a:cubicBezTo>
                    <a:pt x="5147" y="2129"/>
                    <a:pt x="5087" y="2150"/>
                    <a:pt x="5042" y="2188"/>
                  </a:cubicBezTo>
                  <a:lnTo>
                    <a:pt x="5007" y="2216"/>
                  </a:lnTo>
                  <a:cubicBezTo>
                    <a:pt x="4937" y="2290"/>
                    <a:pt x="4853" y="2353"/>
                    <a:pt x="4765" y="2398"/>
                  </a:cubicBezTo>
                  <a:cubicBezTo>
                    <a:pt x="4738" y="2412"/>
                    <a:pt x="4710" y="2419"/>
                    <a:pt x="4682" y="2419"/>
                  </a:cubicBezTo>
                  <a:cubicBezTo>
                    <a:pt x="4648" y="2419"/>
                    <a:pt x="4614" y="2409"/>
                    <a:pt x="4583" y="2388"/>
                  </a:cubicBezTo>
                  <a:cubicBezTo>
                    <a:pt x="4564" y="2375"/>
                    <a:pt x="4547" y="2368"/>
                    <a:pt x="4527" y="2368"/>
                  </a:cubicBezTo>
                  <a:cubicBezTo>
                    <a:pt x="4488" y="2368"/>
                    <a:pt x="4443" y="2393"/>
                    <a:pt x="4366" y="2437"/>
                  </a:cubicBezTo>
                  <a:lnTo>
                    <a:pt x="4359" y="2440"/>
                  </a:lnTo>
                  <a:cubicBezTo>
                    <a:pt x="4349" y="2447"/>
                    <a:pt x="4338" y="2451"/>
                    <a:pt x="4331" y="2454"/>
                  </a:cubicBezTo>
                  <a:lnTo>
                    <a:pt x="4321" y="2458"/>
                  </a:lnTo>
                  <a:lnTo>
                    <a:pt x="4303" y="2465"/>
                  </a:lnTo>
                  <a:lnTo>
                    <a:pt x="4293" y="2468"/>
                  </a:lnTo>
                  <a:lnTo>
                    <a:pt x="4275" y="2472"/>
                  </a:lnTo>
                  <a:lnTo>
                    <a:pt x="4212" y="2472"/>
                  </a:lnTo>
                  <a:lnTo>
                    <a:pt x="4191" y="2468"/>
                  </a:lnTo>
                  <a:lnTo>
                    <a:pt x="4184" y="2468"/>
                  </a:lnTo>
                  <a:cubicBezTo>
                    <a:pt x="4177" y="2465"/>
                    <a:pt x="4170" y="2461"/>
                    <a:pt x="4159" y="2458"/>
                  </a:cubicBezTo>
                  <a:lnTo>
                    <a:pt x="4156" y="2458"/>
                  </a:lnTo>
                  <a:lnTo>
                    <a:pt x="4135" y="2447"/>
                  </a:lnTo>
                  <a:lnTo>
                    <a:pt x="4128" y="2440"/>
                  </a:lnTo>
                  <a:lnTo>
                    <a:pt x="4107" y="2430"/>
                  </a:lnTo>
                  <a:lnTo>
                    <a:pt x="4103" y="2426"/>
                  </a:lnTo>
                  <a:lnTo>
                    <a:pt x="4079" y="2405"/>
                  </a:lnTo>
                  <a:lnTo>
                    <a:pt x="4072" y="2402"/>
                  </a:lnTo>
                  <a:lnTo>
                    <a:pt x="4051" y="2384"/>
                  </a:lnTo>
                  <a:lnTo>
                    <a:pt x="4044" y="2377"/>
                  </a:lnTo>
                  <a:lnTo>
                    <a:pt x="4016" y="2356"/>
                  </a:lnTo>
                  <a:lnTo>
                    <a:pt x="3956" y="2307"/>
                  </a:lnTo>
                  <a:cubicBezTo>
                    <a:pt x="3886" y="2244"/>
                    <a:pt x="3827" y="2167"/>
                    <a:pt x="3781" y="2083"/>
                  </a:cubicBezTo>
                  <a:lnTo>
                    <a:pt x="3757" y="2045"/>
                  </a:lnTo>
                  <a:lnTo>
                    <a:pt x="3750" y="2031"/>
                  </a:lnTo>
                  <a:lnTo>
                    <a:pt x="3736" y="2006"/>
                  </a:lnTo>
                  <a:lnTo>
                    <a:pt x="3722" y="1989"/>
                  </a:lnTo>
                  <a:lnTo>
                    <a:pt x="3708" y="1968"/>
                  </a:lnTo>
                  <a:lnTo>
                    <a:pt x="3697" y="1950"/>
                  </a:lnTo>
                  <a:lnTo>
                    <a:pt x="3680" y="1929"/>
                  </a:lnTo>
                  <a:lnTo>
                    <a:pt x="3669" y="1908"/>
                  </a:lnTo>
                  <a:lnTo>
                    <a:pt x="3652" y="1887"/>
                  </a:lnTo>
                  <a:lnTo>
                    <a:pt x="3638" y="1869"/>
                  </a:lnTo>
                  <a:lnTo>
                    <a:pt x="3620" y="1848"/>
                  </a:lnTo>
                  <a:lnTo>
                    <a:pt x="3603" y="1827"/>
                  </a:lnTo>
                  <a:lnTo>
                    <a:pt x="3585" y="1806"/>
                  </a:lnTo>
                  <a:lnTo>
                    <a:pt x="3568" y="1789"/>
                  </a:lnTo>
                  <a:lnTo>
                    <a:pt x="3564" y="1785"/>
                  </a:lnTo>
                  <a:cubicBezTo>
                    <a:pt x="3522" y="1806"/>
                    <a:pt x="3466" y="1824"/>
                    <a:pt x="3414" y="1841"/>
                  </a:cubicBezTo>
                  <a:cubicBezTo>
                    <a:pt x="3302" y="1887"/>
                    <a:pt x="3183" y="1915"/>
                    <a:pt x="3060" y="1926"/>
                  </a:cubicBezTo>
                  <a:lnTo>
                    <a:pt x="3043" y="1926"/>
                  </a:lnTo>
                  <a:cubicBezTo>
                    <a:pt x="3008" y="1926"/>
                    <a:pt x="2955" y="1926"/>
                    <a:pt x="2892" y="1922"/>
                  </a:cubicBezTo>
                  <a:cubicBezTo>
                    <a:pt x="2833" y="1921"/>
                    <a:pt x="2735" y="1918"/>
                    <a:pt x="2634" y="1918"/>
                  </a:cubicBezTo>
                  <a:cubicBezTo>
                    <a:pt x="2498" y="1918"/>
                    <a:pt x="2356" y="1923"/>
                    <a:pt x="2297" y="1943"/>
                  </a:cubicBezTo>
                  <a:cubicBezTo>
                    <a:pt x="2290" y="1943"/>
                    <a:pt x="2283" y="1947"/>
                    <a:pt x="2280" y="1950"/>
                  </a:cubicBezTo>
                  <a:cubicBezTo>
                    <a:pt x="2273" y="2003"/>
                    <a:pt x="2283" y="2052"/>
                    <a:pt x="2311" y="2097"/>
                  </a:cubicBezTo>
                  <a:cubicBezTo>
                    <a:pt x="2322" y="2125"/>
                    <a:pt x="2346" y="2146"/>
                    <a:pt x="2374" y="2157"/>
                  </a:cubicBezTo>
                  <a:cubicBezTo>
                    <a:pt x="2469" y="2178"/>
                    <a:pt x="2591" y="2220"/>
                    <a:pt x="2616" y="2314"/>
                  </a:cubicBezTo>
                  <a:cubicBezTo>
                    <a:pt x="2637" y="2412"/>
                    <a:pt x="2539" y="2479"/>
                    <a:pt x="2507" y="2500"/>
                  </a:cubicBezTo>
                  <a:cubicBezTo>
                    <a:pt x="2437" y="2549"/>
                    <a:pt x="2357" y="2573"/>
                    <a:pt x="2269" y="2577"/>
                  </a:cubicBezTo>
                  <a:cubicBezTo>
                    <a:pt x="2182" y="2584"/>
                    <a:pt x="2164" y="2587"/>
                    <a:pt x="2164" y="2741"/>
                  </a:cubicBezTo>
                  <a:cubicBezTo>
                    <a:pt x="2164" y="2776"/>
                    <a:pt x="2168" y="2811"/>
                    <a:pt x="2178" y="2843"/>
                  </a:cubicBezTo>
                  <a:cubicBezTo>
                    <a:pt x="2217" y="2948"/>
                    <a:pt x="2269" y="3046"/>
                    <a:pt x="2339" y="3130"/>
                  </a:cubicBezTo>
                  <a:cubicBezTo>
                    <a:pt x="2423" y="3245"/>
                    <a:pt x="2511" y="3368"/>
                    <a:pt x="2525" y="3504"/>
                  </a:cubicBezTo>
                  <a:cubicBezTo>
                    <a:pt x="2528" y="3550"/>
                    <a:pt x="2525" y="3599"/>
                    <a:pt x="2511" y="3648"/>
                  </a:cubicBezTo>
                  <a:cubicBezTo>
                    <a:pt x="2451" y="3886"/>
                    <a:pt x="2416" y="4128"/>
                    <a:pt x="2402" y="4376"/>
                  </a:cubicBezTo>
                  <a:cubicBezTo>
                    <a:pt x="2402" y="4383"/>
                    <a:pt x="2381" y="4996"/>
                    <a:pt x="2199" y="5150"/>
                  </a:cubicBezTo>
                  <a:lnTo>
                    <a:pt x="2220" y="5178"/>
                  </a:lnTo>
                  <a:lnTo>
                    <a:pt x="2129" y="5185"/>
                  </a:lnTo>
                  <a:cubicBezTo>
                    <a:pt x="2108" y="5188"/>
                    <a:pt x="2090" y="5188"/>
                    <a:pt x="2069" y="5188"/>
                  </a:cubicBezTo>
                  <a:lnTo>
                    <a:pt x="2066" y="5188"/>
                  </a:lnTo>
                  <a:cubicBezTo>
                    <a:pt x="2027" y="5185"/>
                    <a:pt x="1985" y="5178"/>
                    <a:pt x="1950" y="5164"/>
                  </a:cubicBezTo>
                  <a:cubicBezTo>
                    <a:pt x="1911" y="5153"/>
                    <a:pt x="1876" y="5143"/>
                    <a:pt x="1840" y="5143"/>
                  </a:cubicBezTo>
                  <a:cubicBezTo>
                    <a:pt x="1795" y="5143"/>
                    <a:pt x="1751" y="5158"/>
                    <a:pt x="1698" y="5202"/>
                  </a:cubicBezTo>
                  <a:cubicBezTo>
                    <a:pt x="1625" y="5262"/>
                    <a:pt x="1534" y="5300"/>
                    <a:pt x="1443" y="5314"/>
                  </a:cubicBezTo>
                  <a:cubicBezTo>
                    <a:pt x="1411" y="5321"/>
                    <a:pt x="1383" y="5325"/>
                    <a:pt x="1355" y="5328"/>
                  </a:cubicBezTo>
                  <a:cubicBezTo>
                    <a:pt x="1324" y="5335"/>
                    <a:pt x="1299" y="5339"/>
                    <a:pt x="1271" y="5346"/>
                  </a:cubicBezTo>
                  <a:cubicBezTo>
                    <a:pt x="1184" y="5356"/>
                    <a:pt x="1103" y="5391"/>
                    <a:pt x="1033" y="5444"/>
                  </a:cubicBezTo>
                  <a:cubicBezTo>
                    <a:pt x="956" y="5503"/>
                    <a:pt x="865" y="5549"/>
                    <a:pt x="774" y="5577"/>
                  </a:cubicBezTo>
                  <a:lnTo>
                    <a:pt x="739" y="5587"/>
                  </a:lnTo>
                  <a:cubicBezTo>
                    <a:pt x="620" y="5626"/>
                    <a:pt x="578" y="5643"/>
                    <a:pt x="575" y="5720"/>
                  </a:cubicBezTo>
                  <a:cubicBezTo>
                    <a:pt x="561" y="5818"/>
                    <a:pt x="522" y="5909"/>
                    <a:pt x="466" y="5990"/>
                  </a:cubicBezTo>
                  <a:cubicBezTo>
                    <a:pt x="410" y="6081"/>
                    <a:pt x="379" y="6141"/>
                    <a:pt x="393" y="6214"/>
                  </a:cubicBezTo>
                  <a:cubicBezTo>
                    <a:pt x="438" y="6389"/>
                    <a:pt x="347" y="6438"/>
                    <a:pt x="267" y="6477"/>
                  </a:cubicBezTo>
                  <a:cubicBezTo>
                    <a:pt x="218" y="6501"/>
                    <a:pt x="172" y="6533"/>
                    <a:pt x="134" y="6568"/>
                  </a:cubicBezTo>
                  <a:cubicBezTo>
                    <a:pt x="81" y="6624"/>
                    <a:pt x="88" y="6659"/>
                    <a:pt x="99" y="6715"/>
                  </a:cubicBezTo>
                  <a:cubicBezTo>
                    <a:pt x="120" y="6788"/>
                    <a:pt x="106" y="6865"/>
                    <a:pt x="56" y="6921"/>
                  </a:cubicBezTo>
                  <a:cubicBezTo>
                    <a:pt x="0" y="6988"/>
                    <a:pt x="92" y="7131"/>
                    <a:pt x="183" y="7268"/>
                  </a:cubicBezTo>
                  <a:lnTo>
                    <a:pt x="211" y="7313"/>
                  </a:lnTo>
                  <a:cubicBezTo>
                    <a:pt x="235" y="7352"/>
                    <a:pt x="260" y="7390"/>
                    <a:pt x="288" y="7425"/>
                  </a:cubicBezTo>
                  <a:cubicBezTo>
                    <a:pt x="375" y="7555"/>
                    <a:pt x="463" y="7674"/>
                    <a:pt x="445" y="7824"/>
                  </a:cubicBezTo>
                  <a:cubicBezTo>
                    <a:pt x="438" y="7859"/>
                    <a:pt x="449" y="7894"/>
                    <a:pt x="473" y="7922"/>
                  </a:cubicBezTo>
                  <a:cubicBezTo>
                    <a:pt x="499" y="7949"/>
                    <a:pt x="547" y="7963"/>
                    <a:pt x="609" y="7963"/>
                  </a:cubicBezTo>
                  <a:cubicBezTo>
                    <a:pt x="621" y="7963"/>
                    <a:pt x="635" y="7962"/>
                    <a:pt x="648" y="7961"/>
                  </a:cubicBezTo>
                  <a:cubicBezTo>
                    <a:pt x="654" y="7960"/>
                    <a:pt x="659" y="7960"/>
                    <a:pt x="665" y="7960"/>
                  </a:cubicBezTo>
                  <a:cubicBezTo>
                    <a:pt x="780" y="7960"/>
                    <a:pt x="806" y="8066"/>
                    <a:pt x="823" y="8133"/>
                  </a:cubicBezTo>
                  <a:cubicBezTo>
                    <a:pt x="848" y="8231"/>
                    <a:pt x="862" y="8269"/>
                    <a:pt x="946" y="8269"/>
                  </a:cubicBezTo>
                  <a:cubicBezTo>
                    <a:pt x="1012" y="8269"/>
                    <a:pt x="1079" y="8273"/>
                    <a:pt x="1138" y="8276"/>
                  </a:cubicBezTo>
                  <a:cubicBezTo>
                    <a:pt x="1191" y="8280"/>
                    <a:pt x="1242" y="8283"/>
                    <a:pt x="1289" y="8283"/>
                  </a:cubicBezTo>
                  <a:cubicBezTo>
                    <a:pt x="1379" y="8283"/>
                    <a:pt x="1450" y="8271"/>
                    <a:pt x="1471" y="8227"/>
                  </a:cubicBezTo>
                  <a:cubicBezTo>
                    <a:pt x="1516" y="8122"/>
                    <a:pt x="1613" y="8025"/>
                    <a:pt x="1707" y="8025"/>
                  </a:cubicBezTo>
                  <a:cubicBezTo>
                    <a:pt x="1716" y="8025"/>
                    <a:pt x="1725" y="8026"/>
                    <a:pt x="1733" y="8027"/>
                  </a:cubicBezTo>
                  <a:cubicBezTo>
                    <a:pt x="1772" y="8034"/>
                    <a:pt x="1838" y="8069"/>
                    <a:pt x="1838" y="8206"/>
                  </a:cubicBezTo>
                  <a:cubicBezTo>
                    <a:pt x="1838" y="8238"/>
                    <a:pt x="1838" y="8280"/>
                    <a:pt x="1835" y="8329"/>
                  </a:cubicBezTo>
                  <a:cubicBezTo>
                    <a:pt x="1831" y="8448"/>
                    <a:pt x="1821" y="8805"/>
                    <a:pt x="1877" y="8857"/>
                  </a:cubicBezTo>
                  <a:cubicBezTo>
                    <a:pt x="1898" y="8850"/>
                    <a:pt x="1915" y="8843"/>
                    <a:pt x="1933" y="8840"/>
                  </a:cubicBezTo>
                  <a:lnTo>
                    <a:pt x="1943" y="8840"/>
                  </a:lnTo>
                  <a:cubicBezTo>
                    <a:pt x="2027" y="8821"/>
                    <a:pt x="2113" y="8812"/>
                    <a:pt x="2199" y="8812"/>
                  </a:cubicBezTo>
                  <a:cubicBezTo>
                    <a:pt x="2242" y="8812"/>
                    <a:pt x="2285" y="8814"/>
                    <a:pt x="2329" y="8819"/>
                  </a:cubicBezTo>
                  <a:lnTo>
                    <a:pt x="2329" y="8815"/>
                  </a:lnTo>
                  <a:lnTo>
                    <a:pt x="2395" y="8822"/>
                  </a:lnTo>
                  <a:cubicBezTo>
                    <a:pt x="2444" y="8829"/>
                    <a:pt x="2497" y="8836"/>
                    <a:pt x="2546" y="8847"/>
                  </a:cubicBezTo>
                  <a:lnTo>
                    <a:pt x="2549" y="8847"/>
                  </a:lnTo>
                  <a:lnTo>
                    <a:pt x="2581" y="8857"/>
                  </a:lnTo>
                  <a:lnTo>
                    <a:pt x="2598" y="8861"/>
                  </a:lnTo>
                  <a:lnTo>
                    <a:pt x="2637" y="8871"/>
                  </a:lnTo>
                  <a:cubicBezTo>
                    <a:pt x="2677" y="8885"/>
                    <a:pt x="2719" y="8892"/>
                    <a:pt x="2761" y="8892"/>
                  </a:cubicBezTo>
                  <a:cubicBezTo>
                    <a:pt x="2863" y="8892"/>
                    <a:pt x="2964" y="8851"/>
                    <a:pt x="3036" y="8777"/>
                  </a:cubicBezTo>
                  <a:cubicBezTo>
                    <a:pt x="3106" y="8710"/>
                    <a:pt x="3190" y="8661"/>
                    <a:pt x="3281" y="8633"/>
                  </a:cubicBezTo>
                  <a:cubicBezTo>
                    <a:pt x="3365" y="8602"/>
                    <a:pt x="3442" y="8563"/>
                    <a:pt x="3519" y="8521"/>
                  </a:cubicBezTo>
                  <a:cubicBezTo>
                    <a:pt x="3564" y="8497"/>
                    <a:pt x="3610" y="8469"/>
                    <a:pt x="3655" y="8441"/>
                  </a:cubicBezTo>
                  <a:cubicBezTo>
                    <a:pt x="3841" y="8329"/>
                    <a:pt x="4012" y="8220"/>
                    <a:pt x="4198" y="8220"/>
                  </a:cubicBezTo>
                  <a:cubicBezTo>
                    <a:pt x="4272" y="8217"/>
                    <a:pt x="4345" y="8210"/>
                    <a:pt x="4419" y="8196"/>
                  </a:cubicBezTo>
                  <a:cubicBezTo>
                    <a:pt x="4494" y="8184"/>
                    <a:pt x="4563" y="8174"/>
                    <a:pt x="4620" y="8174"/>
                  </a:cubicBezTo>
                  <a:cubicBezTo>
                    <a:pt x="4682" y="8174"/>
                    <a:pt x="4731" y="8185"/>
                    <a:pt x="4762" y="8220"/>
                  </a:cubicBezTo>
                  <a:cubicBezTo>
                    <a:pt x="4790" y="8252"/>
                    <a:pt x="4797" y="8297"/>
                    <a:pt x="4779" y="8339"/>
                  </a:cubicBezTo>
                  <a:cubicBezTo>
                    <a:pt x="4737" y="8483"/>
                    <a:pt x="4706" y="9057"/>
                    <a:pt x="4944" y="9344"/>
                  </a:cubicBezTo>
                  <a:cubicBezTo>
                    <a:pt x="5180" y="9623"/>
                    <a:pt x="5301" y="9717"/>
                    <a:pt x="5461" y="9717"/>
                  </a:cubicBezTo>
                  <a:cubicBezTo>
                    <a:pt x="5484" y="9717"/>
                    <a:pt x="5507" y="9715"/>
                    <a:pt x="5532" y="9711"/>
                  </a:cubicBezTo>
                  <a:cubicBezTo>
                    <a:pt x="5563" y="9707"/>
                    <a:pt x="5591" y="9705"/>
                    <a:pt x="5615" y="9705"/>
                  </a:cubicBezTo>
                  <a:cubicBezTo>
                    <a:pt x="5714" y="9705"/>
                    <a:pt x="5763" y="9735"/>
                    <a:pt x="5805" y="9760"/>
                  </a:cubicBezTo>
                  <a:cubicBezTo>
                    <a:pt x="5836" y="9782"/>
                    <a:pt x="5872" y="9793"/>
                    <a:pt x="5908" y="9793"/>
                  </a:cubicBezTo>
                  <a:cubicBezTo>
                    <a:pt x="5913" y="9793"/>
                    <a:pt x="5919" y="9792"/>
                    <a:pt x="5924" y="9792"/>
                  </a:cubicBezTo>
                  <a:cubicBezTo>
                    <a:pt x="5933" y="9791"/>
                    <a:pt x="5942" y="9791"/>
                    <a:pt x="5950" y="9791"/>
                  </a:cubicBezTo>
                  <a:cubicBezTo>
                    <a:pt x="6074" y="9791"/>
                    <a:pt x="6100" y="9886"/>
                    <a:pt x="6113" y="9935"/>
                  </a:cubicBezTo>
                  <a:cubicBezTo>
                    <a:pt x="6127" y="9984"/>
                    <a:pt x="6130" y="9984"/>
                    <a:pt x="6158" y="9984"/>
                  </a:cubicBezTo>
                  <a:cubicBezTo>
                    <a:pt x="6481" y="9984"/>
                    <a:pt x="6677" y="10086"/>
                    <a:pt x="6677" y="10261"/>
                  </a:cubicBezTo>
                  <a:lnTo>
                    <a:pt x="6677" y="10268"/>
                  </a:lnTo>
                  <a:cubicBezTo>
                    <a:pt x="6695" y="10287"/>
                    <a:pt x="6759" y="10291"/>
                    <a:pt x="6825" y="10291"/>
                  </a:cubicBezTo>
                  <a:cubicBezTo>
                    <a:pt x="6859" y="10291"/>
                    <a:pt x="6892" y="10290"/>
                    <a:pt x="6922" y="10289"/>
                  </a:cubicBezTo>
                  <a:cubicBezTo>
                    <a:pt x="6949" y="10288"/>
                    <a:pt x="6977" y="10287"/>
                    <a:pt x="7004" y="10287"/>
                  </a:cubicBezTo>
                  <a:cubicBezTo>
                    <a:pt x="7043" y="10287"/>
                    <a:pt x="7082" y="10288"/>
                    <a:pt x="7121" y="10293"/>
                  </a:cubicBezTo>
                  <a:cubicBezTo>
                    <a:pt x="7167" y="10296"/>
                    <a:pt x="7212" y="10314"/>
                    <a:pt x="7251" y="10342"/>
                  </a:cubicBezTo>
                  <a:lnTo>
                    <a:pt x="7286" y="10370"/>
                  </a:lnTo>
                  <a:cubicBezTo>
                    <a:pt x="7387" y="10457"/>
                    <a:pt x="7517" y="10562"/>
                    <a:pt x="7482" y="10772"/>
                  </a:cubicBezTo>
                  <a:cubicBezTo>
                    <a:pt x="7471" y="10839"/>
                    <a:pt x="7513" y="10902"/>
                    <a:pt x="7552" y="10961"/>
                  </a:cubicBezTo>
                  <a:cubicBezTo>
                    <a:pt x="7590" y="11024"/>
                    <a:pt x="7629" y="11084"/>
                    <a:pt x="7611" y="11150"/>
                  </a:cubicBezTo>
                  <a:cubicBezTo>
                    <a:pt x="7597" y="11192"/>
                    <a:pt x="7566" y="11224"/>
                    <a:pt x="7527" y="11241"/>
                  </a:cubicBezTo>
                  <a:cubicBezTo>
                    <a:pt x="7499" y="11255"/>
                    <a:pt x="7489" y="11259"/>
                    <a:pt x="7534" y="11360"/>
                  </a:cubicBezTo>
                  <a:lnTo>
                    <a:pt x="7545" y="11381"/>
                  </a:lnTo>
                  <a:cubicBezTo>
                    <a:pt x="7587" y="11458"/>
                    <a:pt x="7615" y="11542"/>
                    <a:pt x="7629" y="11630"/>
                  </a:cubicBezTo>
                  <a:cubicBezTo>
                    <a:pt x="7639" y="11801"/>
                    <a:pt x="7860" y="11847"/>
                    <a:pt x="8070" y="11847"/>
                  </a:cubicBezTo>
                  <a:lnTo>
                    <a:pt x="8157" y="11847"/>
                  </a:lnTo>
                  <a:cubicBezTo>
                    <a:pt x="8204" y="11845"/>
                    <a:pt x="8246" y="11843"/>
                    <a:pt x="8285" y="11843"/>
                  </a:cubicBezTo>
                  <a:cubicBezTo>
                    <a:pt x="8436" y="11843"/>
                    <a:pt x="8531" y="11863"/>
                    <a:pt x="8595" y="11924"/>
                  </a:cubicBezTo>
                  <a:cubicBezTo>
                    <a:pt x="8669" y="11990"/>
                    <a:pt x="8679" y="12095"/>
                    <a:pt x="8679" y="12186"/>
                  </a:cubicBezTo>
                  <a:cubicBezTo>
                    <a:pt x="8679" y="12302"/>
                    <a:pt x="8739" y="12362"/>
                    <a:pt x="8812" y="12435"/>
                  </a:cubicBezTo>
                  <a:cubicBezTo>
                    <a:pt x="8840" y="12460"/>
                    <a:pt x="8865" y="12484"/>
                    <a:pt x="8889" y="12516"/>
                  </a:cubicBezTo>
                  <a:cubicBezTo>
                    <a:pt x="8938" y="12568"/>
                    <a:pt x="8973" y="12631"/>
                    <a:pt x="8998" y="12698"/>
                  </a:cubicBezTo>
                  <a:cubicBezTo>
                    <a:pt x="9050" y="12855"/>
                    <a:pt x="9008" y="13016"/>
                    <a:pt x="8973" y="13160"/>
                  </a:cubicBezTo>
                  <a:cubicBezTo>
                    <a:pt x="8945" y="13258"/>
                    <a:pt x="8924" y="13349"/>
                    <a:pt x="8935" y="13419"/>
                  </a:cubicBezTo>
                  <a:cubicBezTo>
                    <a:pt x="8938" y="13436"/>
                    <a:pt x="8938" y="13454"/>
                    <a:pt x="8938" y="13471"/>
                  </a:cubicBezTo>
                  <a:lnTo>
                    <a:pt x="8938" y="13496"/>
                  </a:lnTo>
                  <a:lnTo>
                    <a:pt x="8938" y="13520"/>
                  </a:lnTo>
                  <a:cubicBezTo>
                    <a:pt x="8938" y="13527"/>
                    <a:pt x="8938" y="13541"/>
                    <a:pt x="8935" y="13552"/>
                  </a:cubicBezTo>
                  <a:lnTo>
                    <a:pt x="8931" y="13566"/>
                  </a:lnTo>
                  <a:cubicBezTo>
                    <a:pt x="8931" y="13580"/>
                    <a:pt x="8928" y="13590"/>
                    <a:pt x="8924" y="13601"/>
                  </a:cubicBezTo>
                  <a:cubicBezTo>
                    <a:pt x="8921" y="13615"/>
                    <a:pt x="8921" y="13611"/>
                    <a:pt x="8917" y="13618"/>
                  </a:cubicBezTo>
                  <a:cubicBezTo>
                    <a:pt x="8917" y="13622"/>
                    <a:pt x="8910" y="13639"/>
                    <a:pt x="8907" y="13650"/>
                  </a:cubicBezTo>
                  <a:cubicBezTo>
                    <a:pt x="8903" y="13660"/>
                    <a:pt x="8900" y="13667"/>
                    <a:pt x="8896" y="13678"/>
                  </a:cubicBezTo>
                  <a:cubicBezTo>
                    <a:pt x="8889" y="13685"/>
                    <a:pt x="8889" y="13688"/>
                    <a:pt x="8886" y="13692"/>
                  </a:cubicBezTo>
                  <a:cubicBezTo>
                    <a:pt x="8872" y="13723"/>
                    <a:pt x="8851" y="13755"/>
                    <a:pt x="8826" y="13779"/>
                  </a:cubicBezTo>
                  <a:cubicBezTo>
                    <a:pt x="8819" y="13793"/>
                    <a:pt x="8809" y="13804"/>
                    <a:pt x="8798" y="13814"/>
                  </a:cubicBezTo>
                  <a:lnTo>
                    <a:pt x="8805" y="13825"/>
                  </a:lnTo>
                  <a:lnTo>
                    <a:pt x="8812" y="13835"/>
                  </a:lnTo>
                  <a:cubicBezTo>
                    <a:pt x="8819" y="13846"/>
                    <a:pt x="8823" y="13853"/>
                    <a:pt x="8826" y="13860"/>
                  </a:cubicBezTo>
                  <a:lnTo>
                    <a:pt x="8833" y="13867"/>
                  </a:lnTo>
                  <a:cubicBezTo>
                    <a:pt x="8837" y="13877"/>
                    <a:pt x="8844" y="13888"/>
                    <a:pt x="8847" y="13898"/>
                  </a:cubicBezTo>
                  <a:lnTo>
                    <a:pt x="8851" y="13905"/>
                  </a:lnTo>
                  <a:cubicBezTo>
                    <a:pt x="8854" y="13912"/>
                    <a:pt x="8858" y="13919"/>
                    <a:pt x="8861" y="13926"/>
                  </a:cubicBezTo>
                  <a:lnTo>
                    <a:pt x="8865" y="13937"/>
                  </a:lnTo>
                  <a:cubicBezTo>
                    <a:pt x="8865" y="13944"/>
                    <a:pt x="8868" y="13951"/>
                    <a:pt x="8868" y="13958"/>
                  </a:cubicBezTo>
                  <a:cubicBezTo>
                    <a:pt x="8868" y="13965"/>
                    <a:pt x="8868" y="13965"/>
                    <a:pt x="8868" y="13968"/>
                  </a:cubicBezTo>
                  <a:cubicBezTo>
                    <a:pt x="8868" y="13975"/>
                    <a:pt x="8868" y="13982"/>
                    <a:pt x="8868" y="13986"/>
                  </a:cubicBezTo>
                  <a:lnTo>
                    <a:pt x="8868" y="13996"/>
                  </a:lnTo>
                  <a:cubicBezTo>
                    <a:pt x="8868" y="14007"/>
                    <a:pt x="8868" y="14014"/>
                    <a:pt x="8865" y="14024"/>
                  </a:cubicBezTo>
                  <a:cubicBezTo>
                    <a:pt x="8851" y="14080"/>
                    <a:pt x="8809" y="14126"/>
                    <a:pt x="8756" y="14150"/>
                  </a:cubicBezTo>
                  <a:cubicBezTo>
                    <a:pt x="8756" y="14150"/>
                    <a:pt x="8753" y="14154"/>
                    <a:pt x="8753" y="14154"/>
                  </a:cubicBezTo>
                  <a:cubicBezTo>
                    <a:pt x="8760" y="14196"/>
                    <a:pt x="8774" y="14234"/>
                    <a:pt x="8795" y="14269"/>
                  </a:cubicBezTo>
                  <a:cubicBezTo>
                    <a:pt x="8851" y="14389"/>
                    <a:pt x="8935" y="14564"/>
                    <a:pt x="8886" y="14781"/>
                  </a:cubicBezTo>
                  <a:lnTo>
                    <a:pt x="8886" y="14784"/>
                  </a:lnTo>
                  <a:cubicBezTo>
                    <a:pt x="8851" y="14942"/>
                    <a:pt x="8826" y="15057"/>
                    <a:pt x="8851" y="15092"/>
                  </a:cubicBezTo>
                  <a:cubicBezTo>
                    <a:pt x="8872" y="15110"/>
                    <a:pt x="8893" y="15120"/>
                    <a:pt x="8917" y="15124"/>
                  </a:cubicBezTo>
                  <a:cubicBezTo>
                    <a:pt x="8980" y="15134"/>
                    <a:pt x="9043" y="15141"/>
                    <a:pt x="9106" y="15145"/>
                  </a:cubicBezTo>
                  <a:cubicBezTo>
                    <a:pt x="9204" y="15145"/>
                    <a:pt x="9306" y="15162"/>
                    <a:pt x="9404" y="15190"/>
                  </a:cubicBezTo>
                  <a:cubicBezTo>
                    <a:pt x="9421" y="15197"/>
                    <a:pt x="9439" y="15204"/>
                    <a:pt x="9453" y="15208"/>
                  </a:cubicBezTo>
                  <a:cubicBezTo>
                    <a:pt x="9477" y="15216"/>
                    <a:pt x="9490" y="15220"/>
                    <a:pt x="9501" y="15220"/>
                  </a:cubicBezTo>
                  <a:cubicBezTo>
                    <a:pt x="9513" y="15220"/>
                    <a:pt x="9523" y="15214"/>
                    <a:pt x="9544" y="15201"/>
                  </a:cubicBezTo>
                  <a:cubicBezTo>
                    <a:pt x="9561" y="15190"/>
                    <a:pt x="9586" y="15183"/>
                    <a:pt x="9610" y="15180"/>
                  </a:cubicBezTo>
                  <a:cubicBezTo>
                    <a:pt x="9624" y="15180"/>
                    <a:pt x="9642" y="15183"/>
                    <a:pt x="9659" y="15187"/>
                  </a:cubicBezTo>
                  <a:cubicBezTo>
                    <a:pt x="9666" y="15187"/>
                    <a:pt x="9673" y="15190"/>
                    <a:pt x="9680" y="15194"/>
                  </a:cubicBezTo>
                  <a:cubicBezTo>
                    <a:pt x="9789" y="15236"/>
                    <a:pt x="9890" y="15393"/>
                    <a:pt x="9957" y="15533"/>
                  </a:cubicBezTo>
                  <a:cubicBezTo>
                    <a:pt x="9981" y="15586"/>
                    <a:pt x="10002" y="15642"/>
                    <a:pt x="10020" y="15701"/>
                  </a:cubicBezTo>
                  <a:cubicBezTo>
                    <a:pt x="10072" y="15897"/>
                    <a:pt x="10181" y="16181"/>
                    <a:pt x="10233" y="16254"/>
                  </a:cubicBezTo>
                  <a:lnTo>
                    <a:pt x="10275" y="16230"/>
                  </a:lnTo>
                  <a:cubicBezTo>
                    <a:pt x="10346" y="16190"/>
                    <a:pt x="10447" y="16132"/>
                    <a:pt x="10561" y="16132"/>
                  </a:cubicBezTo>
                  <a:cubicBezTo>
                    <a:pt x="10588" y="16132"/>
                    <a:pt x="10615" y="16135"/>
                    <a:pt x="10643" y="16142"/>
                  </a:cubicBezTo>
                  <a:cubicBezTo>
                    <a:pt x="10664" y="16149"/>
                    <a:pt x="10689" y="16156"/>
                    <a:pt x="10706" y="16167"/>
                  </a:cubicBezTo>
                  <a:cubicBezTo>
                    <a:pt x="10713" y="16170"/>
                    <a:pt x="10720" y="16174"/>
                    <a:pt x="10724" y="16177"/>
                  </a:cubicBezTo>
                  <a:cubicBezTo>
                    <a:pt x="10755" y="16202"/>
                    <a:pt x="10780" y="16230"/>
                    <a:pt x="10794" y="16265"/>
                  </a:cubicBezTo>
                  <a:cubicBezTo>
                    <a:pt x="10843" y="16401"/>
                    <a:pt x="10797" y="16629"/>
                    <a:pt x="10748" y="16867"/>
                  </a:cubicBezTo>
                  <a:cubicBezTo>
                    <a:pt x="10727" y="16965"/>
                    <a:pt x="10706" y="17060"/>
                    <a:pt x="10699" y="17137"/>
                  </a:cubicBezTo>
                  <a:lnTo>
                    <a:pt x="10738" y="17137"/>
                  </a:lnTo>
                  <a:cubicBezTo>
                    <a:pt x="10752" y="17136"/>
                    <a:pt x="10767" y="17136"/>
                    <a:pt x="10781" y="17136"/>
                  </a:cubicBezTo>
                  <a:cubicBezTo>
                    <a:pt x="10853" y="17136"/>
                    <a:pt x="10923" y="17143"/>
                    <a:pt x="10993" y="17158"/>
                  </a:cubicBezTo>
                  <a:lnTo>
                    <a:pt x="11000" y="17161"/>
                  </a:lnTo>
                  <a:lnTo>
                    <a:pt x="11007" y="17165"/>
                  </a:lnTo>
                  <a:lnTo>
                    <a:pt x="11014" y="17168"/>
                  </a:lnTo>
                  <a:cubicBezTo>
                    <a:pt x="11158" y="17238"/>
                    <a:pt x="11189" y="17875"/>
                    <a:pt x="11154" y="18057"/>
                  </a:cubicBezTo>
                  <a:lnTo>
                    <a:pt x="11154" y="18061"/>
                  </a:lnTo>
                  <a:cubicBezTo>
                    <a:pt x="11151" y="18071"/>
                    <a:pt x="11147" y="18078"/>
                    <a:pt x="11147" y="18085"/>
                  </a:cubicBezTo>
                  <a:cubicBezTo>
                    <a:pt x="11109" y="18180"/>
                    <a:pt x="10972" y="18243"/>
                    <a:pt x="10755" y="18341"/>
                  </a:cubicBezTo>
                  <a:cubicBezTo>
                    <a:pt x="10650" y="18379"/>
                    <a:pt x="10552" y="18428"/>
                    <a:pt x="10457" y="18484"/>
                  </a:cubicBezTo>
                  <a:cubicBezTo>
                    <a:pt x="10265" y="18611"/>
                    <a:pt x="9768" y="19076"/>
                    <a:pt x="9530" y="19461"/>
                  </a:cubicBezTo>
                  <a:cubicBezTo>
                    <a:pt x="9502" y="19503"/>
                    <a:pt x="9474" y="19549"/>
                    <a:pt x="9442" y="19591"/>
                  </a:cubicBezTo>
                  <a:cubicBezTo>
                    <a:pt x="9358" y="19703"/>
                    <a:pt x="9267" y="19808"/>
                    <a:pt x="9169" y="19909"/>
                  </a:cubicBezTo>
                  <a:lnTo>
                    <a:pt x="9155" y="19923"/>
                  </a:lnTo>
                  <a:lnTo>
                    <a:pt x="9162" y="19923"/>
                  </a:lnTo>
                  <a:lnTo>
                    <a:pt x="9173" y="19920"/>
                  </a:lnTo>
                  <a:lnTo>
                    <a:pt x="9180" y="19916"/>
                  </a:lnTo>
                  <a:lnTo>
                    <a:pt x="9197" y="19913"/>
                  </a:lnTo>
                  <a:lnTo>
                    <a:pt x="9204" y="19913"/>
                  </a:lnTo>
                  <a:lnTo>
                    <a:pt x="9222" y="19909"/>
                  </a:lnTo>
                  <a:lnTo>
                    <a:pt x="9225" y="19909"/>
                  </a:lnTo>
                  <a:cubicBezTo>
                    <a:pt x="9243" y="19907"/>
                    <a:pt x="9260" y="19904"/>
                    <a:pt x="9277" y="19904"/>
                  </a:cubicBezTo>
                  <a:cubicBezTo>
                    <a:pt x="9284" y="19904"/>
                    <a:pt x="9292" y="19905"/>
                    <a:pt x="9299" y="19906"/>
                  </a:cubicBezTo>
                  <a:lnTo>
                    <a:pt x="9341" y="19906"/>
                  </a:lnTo>
                  <a:lnTo>
                    <a:pt x="9358" y="19913"/>
                  </a:lnTo>
                  <a:lnTo>
                    <a:pt x="9376" y="19916"/>
                  </a:lnTo>
                  <a:lnTo>
                    <a:pt x="9393" y="19920"/>
                  </a:lnTo>
                  <a:lnTo>
                    <a:pt x="9411" y="19927"/>
                  </a:lnTo>
                  <a:lnTo>
                    <a:pt x="9432" y="19934"/>
                  </a:lnTo>
                  <a:lnTo>
                    <a:pt x="9449" y="19941"/>
                  </a:lnTo>
                  <a:lnTo>
                    <a:pt x="9470" y="19951"/>
                  </a:lnTo>
                  <a:lnTo>
                    <a:pt x="9488" y="19962"/>
                  </a:lnTo>
                  <a:lnTo>
                    <a:pt x="9509" y="19972"/>
                  </a:lnTo>
                  <a:lnTo>
                    <a:pt x="9530" y="19990"/>
                  </a:lnTo>
                  <a:lnTo>
                    <a:pt x="9551" y="20000"/>
                  </a:lnTo>
                  <a:lnTo>
                    <a:pt x="9572" y="20021"/>
                  </a:lnTo>
                  <a:lnTo>
                    <a:pt x="9589" y="20035"/>
                  </a:lnTo>
                  <a:cubicBezTo>
                    <a:pt x="9600" y="20042"/>
                    <a:pt x="9607" y="20053"/>
                    <a:pt x="9617" y="20063"/>
                  </a:cubicBezTo>
                  <a:lnTo>
                    <a:pt x="9631" y="20077"/>
                  </a:lnTo>
                  <a:cubicBezTo>
                    <a:pt x="9645" y="20091"/>
                    <a:pt x="9659" y="20105"/>
                    <a:pt x="9677" y="20123"/>
                  </a:cubicBezTo>
                  <a:cubicBezTo>
                    <a:pt x="9750" y="20214"/>
                    <a:pt x="9810" y="20315"/>
                    <a:pt x="9852" y="20424"/>
                  </a:cubicBezTo>
                  <a:cubicBezTo>
                    <a:pt x="9859" y="20438"/>
                    <a:pt x="9866" y="20455"/>
                    <a:pt x="9869" y="20466"/>
                  </a:cubicBezTo>
                  <a:cubicBezTo>
                    <a:pt x="9880" y="20459"/>
                    <a:pt x="9887" y="20448"/>
                    <a:pt x="9894" y="20438"/>
                  </a:cubicBezTo>
                  <a:cubicBezTo>
                    <a:pt x="9936" y="20389"/>
                    <a:pt x="9992" y="20319"/>
                    <a:pt x="10072" y="20319"/>
                  </a:cubicBezTo>
                  <a:lnTo>
                    <a:pt x="10076" y="20319"/>
                  </a:lnTo>
                  <a:cubicBezTo>
                    <a:pt x="10132" y="20319"/>
                    <a:pt x="10184" y="20354"/>
                    <a:pt x="10230" y="20424"/>
                  </a:cubicBezTo>
                  <a:cubicBezTo>
                    <a:pt x="10314" y="20539"/>
                    <a:pt x="10489" y="20648"/>
                    <a:pt x="10626" y="20732"/>
                  </a:cubicBezTo>
                  <a:cubicBezTo>
                    <a:pt x="10703" y="20774"/>
                    <a:pt x="10776" y="20827"/>
                    <a:pt x="10839" y="20886"/>
                  </a:cubicBezTo>
                  <a:cubicBezTo>
                    <a:pt x="10871" y="20914"/>
                    <a:pt x="10902" y="20935"/>
                    <a:pt x="10937" y="20956"/>
                  </a:cubicBezTo>
                  <a:cubicBezTo>
                    <a:pt x="11060" y="21033"/>
                    <a:pt x="11224" y="21138"/>
                    <a:pt x="11224" y="21359"/>
                  </a:cubicBezTo>
                  <a:cubicBezTo>
                    <a:pt x="11224" y="21404"/>
                    <a:pt x="11217" y="21460"/>
                    <a:pt x="11214" y="21523"/>
                  </a:cubicBezTo>
                  <a:cubicBezTo>
                    <a:pt x="11214" y="21541"/>
                    <a:pt x="11210" y="21558"/>
                    <a:pt x="11207" y="21576"/>
                  </a:cubicBezTo>
                  <a:lnTo>
                    <a:pt x="11207" y="21586"/>
                  </a:lnTo>
                  <a:cubicBezTo>
                    <a:pt x="11207" y="21604"/>
                    <a:pt x="11207" y="21625"/>
                    <a:pt x="11203" y="21642"/>
                  </a:cubicBezTo>
                  <a:lnTo>
                    <a:pt x="11203" y="21653"/>
                  </a:lnTo>
                  <a:cubicBezTo>
                    <a:pt x="11203" y="21674"/>
                    <a:pt x="11200" y="21695"/>
                    <a:pt x="11200" y="21716"/>
                  </a:cubicBezTo>
                  <a:lnTo>
                    <a:pt x="11200" y="21719"/>
                  </a:lnTo>
                  <a:lnTo>
                    <a:pt x="11200" y="21775"/>
                  </a:lnTo>
                  <a:lnTo>
                    <a:pt x="11200" y="21786"/>
                  </a:lnTo>
                  <a:lnTo>
                    <a:pt x="11200" y="21845"/>
                  </a:lnTo>
                  <a:lnTo>
                    <a:pt x="11200" y="21859"/>
                  </a:lnTo>
                  <a:cubicBezTo>
                    <a:pt x="11200" y="21880"/>
                    <a:pt x="11203" y="21901"/>
                    <a:pt x="11207" y="21919"/>
                  </a:cubicBezTo>
                  <a:lnTo>
                    <a:pt x="11207" y="21929"/>
                  </a:lnTo>
                  <a:cubicBezTo>
                    <a:pt x="11210" y="21947"/>
                    <a:pt x="11214" y="21964"/>
                    <a:pt x="11217" y="21985"/>
                  </a:cubicBezTo>
                  <a:lnTo>
                    <a:pt x="11217" y="21996"/>
                  </a:lnTo>
                  <a:cubicBezTo>
                    <a:pt x="11221" y="22013"/>
                    <a:pt x="11224" y="22034"/>
                    <a:pt x="11231" y="22055"/>
                  </a:cubicBezTo>
                  <a:lnTo>
                    <a:pt x="11231" y="22059"/>
                  </a:lnTo>
                  <a:cubicBezTo>
                    <a:pt x="11291" y="21992"/>
                    <a:pt x="11357" y="21933"/>
                    <a:pt x="11427" y="21884"/>
                  </a:cubicBezTo>
                  <a:cubicBezTo>
                    <a:pt x="11637" y="21733"/>
                    <a:pt x="11669" y="21632"/>
                    <a:pt x="11714" y="21488"/>
                  </a:cubicBezTo>
                  <a:cubicBezTo>
                    <a:pt x="11742" y="21397"/>
                    <a:pt x="11777" y="21310"/>
                    <a:pt x="11819" y="21226"/>
                  </a:cubicBezTo>
                  <a:cubicBezTo>
                    <a:pt x="11865" y="21142"/>
                    <a:pt x="11896" y="21047"/>
                    <a:pt x="11907" y="20953"/>
                  </a:cubicBezTo>
                  <a:cubicBezTo>
                    <a:pt x="11924" y="20795"/>
                    <a:pt x="12001" y="20648"/>
                    <a:pt x="12124" y="20543"/>
                  </a:cubicBezTo>
                  <a:cubicBezTo>
                    <a:pt x="12229" y="20441"/>
                    <a:pt x="12225" y="20368"/>
                    <a:pt x="12222" y="20280"/>
                  </a:cubicBezTo>
                  <a:cubicBezTo>
                    <a:pt x="12218" y="20172"/>
                    <a:pt x="12215" y="20049"/>
                    <a:pt x="12432" y="19948"/>
                  </a:cubicBezTo>
                  <a:cubicBezTo>
                    <a:pt x="12503" y="19915"/>
                    <a:pt x="12563" y="19898"/>
                    <a:pt x="12613" y="19898"/>
                  </a:cubicBezTo>
                  <a:cubicBezTo>
                    <a:pt x="12665" y="19898"/>
                    <a:pt x="12705" y="19916"/>
                    <a:pt x="12733" y="19951"/>
                  </a:cubicBezTo>
                  <a:cubicBezTo>
                    <a:pt x="12852" y="20105"/>
                    <a:pt x="12604" y="20445"/>
                    <a:pt x="12523" y="20546"/>
                  </a:cubicBezTo>
                  <a:cubicBezTo>
                    <a:pt x="12491" y="20589"/>
                    <a:pt x="12460" y="20624"/>
                    <a:pt x="12435" y="20659"/>
                  </a:cubicBezTo>
                  <a:lnTo>
                    <a:pt x="12470" y="20634"/>
                  </a:lnTo>
                  <a:cubicBezTo>
                    <a:pt x="12768" y="20413"/>
                    <a:pt x="12905" y="20119"/>
                    <a:pt x="13066" y="19780"/>
                  </a:cubicBezTo>
                  <a:cubicBezTo>
                    <a:pt x="13094" y="19717"/>
                    <a:pt x="13125" y="19654"/>
                    <a:pt x="13153" y="19591"/>
                  </a:cubicBezTo>
                  <a:cubicBezTo>
                    <a:pt x="13353" y="19181"/>
                    <a:pt x="13524" y="19003"/>
                    <a:pt x="13748" y="18971"/>
                  </a:cubicBezTo>
                  <a:cubicBezTo>
                    <a:pt x="13825" y="18961"/>
                    <a:pt x="13888" y="18737"/>
                    <a:pt x="13850" y="18253"/>
                  </a:cubicBezTo>
                  <a:cubicBezTo>
                    <a:pt x="13843" y="18173"/>
                    <a:pt x="13832" y="18096"/>
                    <a:pt x="13822" y="18019"/>
                  </a:cubicBezTo>
                  <a:cubicBezTo>
                    <a:pt x="13790" y="17791"/>
                    <a:pt x="13759" y="17574"/>
                    <a:pt x="13871" y="17399"/>
                  </a:cubicBezTo>
                  <a:cubicBezTo>
                    <a:pt x="13913" y="17333"/>
                    <a:pt x="13934" y="17252"/>
                    <a:pt x="13934" y="17175"/>
                  </a:cubicBezTo>
                  <a:cubicBezTo>
                    <a:pt x="13937" y="17091"/>
                    <a:pt x="13944" y="16969"/>
                    <a:pt x="14098" y="16969"/>
                  </a:cubicBezTo>
                  <a:cubicBezTo>
                    <a:pt x="14238" y="16969"/>
                    <a:pt x="14508" y="16703"/>
                    <a:pt x="14743" y="16468"/>
                  </a:cubicBezTo>
                  <a:cubicBezTo>
                    <a:pt x="15023" y="16188"/>
                    <a:pt x="15212" y="16156"/>
                    <a:pt x="15499" y="16132"/>
                  </a:cubicBezTo>
                  <a:cubicBezTo>
                    <a:pt x="15618" y="16121"/>
                    <a:pt x="15628" y="16104"/>
                    <a:pt x="15639" y="16079"/>
                  </a:cubicBezTo>
                  <a:cubicBezTo>
                    <a:pt x="15667" y="16020"/>
                    <a:pt x="15723" y="15974"/>
                    <a:pt x="15789" y="15964"/>
                  </a:cubicBezTo>
                  <a:cubicBezTo>
                    <a:pt x="15908" y="15932"/>
                    <a:pt x="16003" y="15838"/>
                    <a:pt x="16094" y="15747"/>
                  </a:cubicBezTo>
                  <a:cubicBezTo>
                    <a:pt x="16125" y="15715"/>
                    <a:pt x="16157" y="15684"/>
                    <a:pt x="16188" y="15656"/>
                  </a:cubicBezTo>
                  <a:cubicBezTo>
                    <a:pt x="16241" y="15607"/>
                    <a:pt x="16329" y="15591"/>
                    <a:pt x="16439" y="15591"/>
                  </a:cubicBezTo>
                  <a:cubicBezTo>
                    <a:pt x="16544" y="15591"/>
                    <a:pt x="16668" y="15605"/>
                    <a:pt x="16801" y="15621"/>
                  </a:cubicBezTo>
                  <a:cubicBezTo>
                    <a:pt x="16913" y="15635"/>
                    <a:pt x="17029" y="15645"/>
                    <a:pt x="17141" y="15649"/>
                  </a:cubicBezTo>
                  <a:lnTo>
                    <a:pt x="17235" y="15649"/>
                  </a:lnTo>
                  <a:cubicBezTo>
                    <a:pt x="17257" y="15649"/>
                    <a:pt x="17279" y="15649"/>
                    <a:pt x="17300" y="15649"/>
                  </a:cubicBezTo>
                  <a:cubicBezTo>
                    <a:pt x="17415" y="15649"/>
                    <a:pt x="17511" y="15646"/>
                    <a:pt x="17543" y="15614"/>
                  </a:cubicBezTo>
                  <a:cubicBezTo>
                    <a:pt x="17557" y="15596"/>
                    <a:pt x="17564" y="15579"/>
                    <a:pt x="17561" y="15558"/>
                  </a:cubicBezTo>
                  <a:cubicBezTo>
                    <a:pt x="17561" y="15337"/>
                    <a:pt x="17722" y="15162"/>
                    <a:pt x="17928" y="15162"/>
                  </a:cubicBezTo>
                  <a:cubicBezTo>
                    <a:pt x="18051" y="15162"/>
                    <a:pt x="18103" y="15155"/>
                    <a:pt x="18103" y="14938"/>
                  </a:cubicBezTo>
                  <a:cubicBezTo>
                    <a:pt x="18103" y="14686"/>
                    <a:pt x="18180" y="14515"/>
                    <a:pt x="18348" y="14389"/>
                  </a:cubicBezTo>
                  <a:cubicBezTo>
                    <a:pt x="18443" y="14318"/>
                    <a:pt x="18481" y="14168"/>
                    <a:pt x="18513" y="14031"/>
                  </a:cubicBezTo>
                  <a:cubicBezTo>
                    <a:pt x="18523" y="13989"/>
                    <a:pt x="18530" y="13951"/>
                    <a:pt x="18544" y="13912"/>
                  </a:cubicBezTo>
                  <a:cubicBezTo>
                    <a:pt x="18562" y="13842"/>
                    <a:pt x="18614" y="13790"/>
                    <a:pt x="18681" y="13765"/>
                  </a:cubicBezTo>
                  <a:cubicBezTo>
                    <a:pt x="18726" y="13741"/>
                    <a:pt x="18747" y="13730"/>
                    <a:pt x="18747" y="13639"/>
                  </a:cubicBezTo>
                  <a:cubicBezTo>
                    <a:pt x="18751" y="13510"/>
                    <a:pt x="18768" y="13384"/>
                    <a:pt x="18793" y="13258"/>
                  </a:cubicBezTo>
                  <a:cubicBezTo>
                    <a:pt x="18814" y="13163"/>
                    <a:pt x="18828" y="13069"/>
                    <a:pt x="18832" y="12974"/>
                  </a:cubicBezTo>
                  <a:cubicBezTo>
                    <a:pt x="18832" y="12827"/>
                    <a:pt x="18933" y="12775"/>
                    <a:pt x="19007" y="12733"/>
                  </a:cubicBezTo>
                  <a:cubicBezTo>
                    <a:pt x="19052" y="12715"/>
                    <a:pt x="19091" y="12684"/>
                    <a:pt x="19122" y="12645"/>
                  </a:cubicBezTo>
                  <a:cubicBezTo>
                    <a:pt x="19143" y="12610"/>
                    <a:pt x="19140" y="12568"/>
                    <a:pt x="19129" y="12484"/>
                  </a:cubicBezTo>
                  <a:cubicBezTo>
                    <a:pt x="19101" y="12316"/>
                    <a:pt x="19115" y="12141"/>
                    <a:pt x="19175" y="11980"/>
                  </a:cubicBezTo>
                  <a:cubicBezTo>
                    <a:pt x="19259" y="11742"/>
                    <a:pt x="19231" y="11507"/>
                    <a:pt x="19203" y="11280"/>
                  </a:cubicBezTo>
                  <a:cubicBezTo>
                    <a:pt x="19185" y="11164"/>
                    <a:pt x="19175" y="11049"/>
                    <a:pt x="19171" y="10933"/>
                  </a:cubicBezTo>
                  <a:cubicBezTo>
                    <a:pt x="19171" y="10562"/>
                    <a:pt x="19171" y="10212"/>
                    <a:pt x="19315" y="10082"/>
                  </a:cubicBezTo>
                  <a:cubicBezTo>
                    <a:pt x="19353" y="10047"/>
                    <a:pt x="19360" y="10026"/>
                    <a:pt x="19360" y="10023"/>
                  </a:cubicBezTo>
                  <a:cubicBezTo>
                    <a:pt x="19357" y="10019"/>
                    <a:pt x="19357" y="10005"/>
                    <a:pt x="19290" y="9974"/>
                  </a:cubicBezTo>
                  <a:cubicBezTo>
                    <a:pt x="19227" y="9946"/>
                    <a:pt x="19199" y="9872"/>
                    <a:pt x="19227" y="9809"/>
                  </a:cubicBezTo>
                  <a:cubicBezTo>
                    <a:pt x="19254" y="9737"/>
                    <a:pt x="19323" y="9690"/>
                    <a:pt x="19400" y="9690"/>
                  </a:cubicBezTo>
                  <a:cubicBezTo>
                    <a:pt x="19412" y="9690"/>
                    <a:pt x="19425" y="9692"/>
                    <a:pt x="19437" y="9694"/>
                  </a:cubicBezTo>
                  <a:cubicBezTo>
                    <a:pt x="19476" y="9708"/>
                    <a:pt x="19511" y="9732"/>
                    <a:pt x="19542" y="9760"/>
                  </a:cubicBezTo>
                  <a:cubicBezTo>
                    <a:pt x="19594" y="9803"/>
                    <a:pt x="19630" y="9828"/>
                    <a:pt x="19667" y="9828"/>
                  </a:cubicBezTo>
                  <a:cubicBezTo>
                    <a:pt x="19685" y="9828"/>
                    <a:pt x="19704" y="9822"/>
                    <a:pt x="19724" y="9809"/>
                  </a:cubicBezTo>
                  <a:cubicBezTo>
                    <a:pt x="19843" y="9736"/>
                    <a:pt x="19980" y="9386"/>
                    <a:pt x="20088" y="9106"/>
                  </a:cubicBezTo>
                  <a:lnTo>
                    <a:pt x="20134" y="8994"/>
                  </a:lnTo>
                  <a:cubicBezTo>
                    <a:pt x="20249" y="8696"/>
                    <a:pt x="20435" y="8637"/>
                    <a:pt x="20585" y="8591"/>
                  </a:cubicBezTo>
                  <a:cubicBezTo>
                    <a:pt x="20620" y="8581"/>
                    <a:pt x="20655" y="8570"/>
                    <a:pt x="20690" y="8556"/>
                  </a:cubicBezTo>
                  <a:cubicBezTo>
                    <a:pt x="20820" y="8500"/>
                    <a:pt x="21181" y="8126"/>
                    <a:pt x="21419" y="7513"/>
                  </a:cubicBezTo>
                  <a:cubicBezTo>
                    <a:pt x="21601" y="7040"/>
                    <a:pt x="21471" y="6571"/>
                    <a:pt x="21366" y="6193"/>
                  </a:cubicBezTo>
                  <a:cubicBezTo>
                    <a:pt x="21345" y="6113"/>
                    <a:pt x="21324" y="6035"/>
                    <a:pt x="21307" y="5965"/>
                  </a:cubicBezTo>
                  <a:cubicBezTo>
                    <a:pt x="21250" y="5726"/>
                    <a:pt x="21198" y="5684"/>
                    <a:pt x="21091" y="5684"/>
                  </a:cubicBezTo>
                  <a:cubicBezTo>
                    <a:pt x="21065" y="5684"/>
                    <a:pt x="21035" y="5686"/>
                    <a:pt x="21002" y="5689"/>
                  </a:cubicBezTo>
                  <a:cubicBezTo>
                    <a:pt x="20971" y="5692"/>
                    <a:pt x="20939" y="5696"/>
                    <a:pt x="20901" y="5699"/>
                  </a:cubicBezTo>
                  <a:cubicBezTo>
                    <a:pt x="20883" y="5700"/>
                    <a:pt x="20866" y="5701"/>
                    <a:pt x="20849" y="5701"/>
                  </a:cubicBezTo>
                  <a:cubicBezTo>
                    <a:pt x="20427" y="5701"/>
                    <a:pt x="19986" y="5456"/>
                    <a:pt x="19539" y="4975"/>
                  </a:cubicBezTo>
                  <a:cubicBezTo>
                    <a:pt x="19146" y="4547"/>
                    <a:pt x="18764" y="4431"/>
                    <a:pt x="18442" y="4431"/>
                  </a:cubicBezTo>
                  <a:cubicBezTo>
                    <a:pt x="18279" y="4431"/>
                    <a:pt x="18131" y="4461"/>
                    <a:pt x="18005" y="4495"/>
                  </a:cubicBezTo>
                  <a:cubicBezTo>
                    <a:pt x="17940" y="4513"/>
                    <a:pt x="17874" y="4520"/>
                    <a:pt x="17809" y="4520"/>
                  </a:cubicBezTo>
                  <a:cubicBezTo>
                    <a:pt x="17576" y="4520"/>
                    <a:pt x="17351" y="4423"/>
                    <a:pt x="17165" y="4341"/>
                  </a:cubicBezTo>
                  <a:cubicBezTo>
                    <a:pt x="17078" y="4303"/>
                    <a:pt x="16987" y="4268"/>
                    <a:pt x="16892" y="4243"/>
                  </a:cubicBezTo>
                  <a:cubicBezTo>
                    <a:pt x="16875" y="4239"/>
                    <a:pt x="16858" y="4237"/>
                    <a:pt x="16840" y="4237"/>
                  </a:cubicBezTo>
                  <a:cubicBezTo>
                    <a:pt x="16712" y="4237"/>
                    <a:pt x="16578" y="4343"/>
                    <a:pt x="16454" y="4436"/>
                  </a:cubicBezTo>
                  <a:cubicBezTo>
                    <a:pt x="16384" y="4499"/>
                    <a:pt x="16304" y="4551"/>
                    <a:pt x="16216" y="4590"/>
                  </a:cubicBezTo>
                  <a:cubicBezTo>
                    <a:pt x="16192" y="4600"/>
                    <a:pt x="16171" y="4604"/>
                    <a:pt x="16152" y="4604"/>
                  </a:cubicBezTo>
                  <a:cubicBezTo>
                    <a:pt x="16124" y="4604"/>
                    <a:pt x="16102" y="4594"/>
                    <a:pt x="16083" y="4576"/>
                  </a:cubicBezTo>
                  <a:cubicBezTo>
                    <a:pt x="16034" y="4520"/>
                    <a:pt x="16069" y="4443"/>
                    <a:pt x="16132" y="4310"/>
                  </a:cubicBezTo>
                  <a:cubicBezTo>
                    <a:pt x="16174" y="4212"/>
                    <a:pt x="16230" y="4089"/>
                    <a:pt x="16237" y="4002"/>
                  </a:cubicBezTo>
                  <a:cubicBezTo>
                    <a:pt x="16237" y="3949"/>
                    <a:pt x="16157" y="3746"/>
                    <a:pt x="14991" y="3291"/>
                  </a:cubicBezTo>
                  <a:cubicBezTo>
                    <a:pt x="14809" y="3219"/>
                    <a:pt x="14657" y="3183"/>
                    <a:pt x="14543" y="3183"/>
                  </a:cubicBezTo>
                  <a:cubicBezTo>
                    <a:pt x="14473" y="3183"/>
                    <a:pt x="14416" y="3196"/>
                    <a:pt x="14375" y="3224"/>
                  </a:cubicBezTo>
                  <a:cubicBezTo>
                    <a:pt x="14312" y="3266"/>
                    <a:pt x="14280" y="3350"/>
                    <a:pt x="14280" y="3473"/>
                  </a:cubicBezTo>
                  <a:cubicBezTo>
                    <a:pt x="14280" y="3546"/>
                    <a:pt x="14273" y="3623"/>
                    <a:pt x="14221" y="3658"/>
                  </a:cubicBezTo>
                  <a:cubicBezTo>
                    <a:pt x="14200" y="3675"/>
                    <a:pt x="14179" y="3680"/>
                    <a:pt x="14158" y="3680"/>
                  </a:cubicBezTo>
                  <a:cubicBezTo>
                    <a:pt x="14129" y="3680"/>
                    <a:pt x="14102" y="3670"/>
                    <a:pt x="14077" y="3662"/>
                  </a:cubicBezTo>
                  <a:cubicBezTo>
                    <a:pt x="14052" y="3654"/>
                    <a:pt x="14029" y="3646"/>
                    <a:pt x="14008" y="3646"/>
                  </a:cubicBezTo>
                  <a:cubicBezTo>
                    <a:pt x="13967" y="3646"/>
                    <a:pt x="13930" y="3673"/>
                    <a:pt x="13888" y="3767"/>
                  </a:cubicBezTo>
                  <a:cubicBezTo>
                    <a:pt x="13791" y="3983"/>
                    <a:pt x="13656" y="4006"/>
                    <a:pt x="13595" y="4006"/>
                  </a:cubicBezTo>
                  <a:cubicBezTo>
                    <a:pt x="13588" y="4006"/>
                    <a:pt x="13582" y="4005"/>
                    <a:pt x="13577" y="4005"/>
                  </a:cubicBezTo>
                  <a:cubicBezTo>
                    <a:pt x="13500" y="3998"/>
                    <a:pt x="13437" y="3949"/>
                    <a:pt x="13419" y="3875"/>
                  </a:cubicBezTo>
                  <a:cubicBezTo>
                    <a:pt x="13405" y="3805"/>
                    <a:pt x="13440" y="3739"/>
                    <a:pt x="13517" y="3693"/>
                  </a:cubicBezTo>
                  <a:cubicBezTo>
                    <a:pt x="13696" y="3588"/>
                    <a:pt x="13885" y="3333"/>
                    <a:pt x="13958" y="3102"/>
                  </a:cubicBezTo>
                  <a:cubicBezTo>
                    <a:pt x="13965" y="3088"/>
                    <a:pt x="13955" y="3070"/>
                    <a:pt x="13934" y="3049"/>
                  </a:cubicBezTo>
                  <a:cubicBezTo>
                    <a:pt x="13813" y="2936"/>
                    <a:pt x="13454" y="2855"/>
                    <a:pt x="13184" y="2855"/>
                  </a:cubicBezTo>
                  <a:cubicBezTo>
                    <a:pt x="13088" y="2855"/>
                    <a:pt x="13002" y="2865"/>
                    <a:pt x="12943" y="2888"/>
                  </a:cubicBezTo>
                  <a:cubicBezTo>
                    <a:pt x="12831" y="2934"/>
                    <a:pt x="12807" y="3028"/>
                    <a:pt x="12782" y="3151"/>
                  </a:cubicBezTo>
                  <a:cubicBezTo>
                    <a:pt x="12768" y="3228"/>
                    <a:pt x="12758" y="3301"/>
                    <a:pt x="12691" y="3333"/>
                  </a:cubicBezTo>
                  <a:cubicBezTo>
                    <a:pt x="12672" y="3339"/>
                    <a:pt x="12653" y="3342"/>
                    <a:pt x="12634" y="3342"/>
                  </a:cubicBezTo>
                  <a:cubicBezTo>
                    <a:pt x="12599" y="3342"/>
                    <a:pt x="12565" y="3332"/>
                    <a:pt x="12533" y="3312"/>
                  </a:cubicBezTo>
                  <a:cubicBezTo>
                    <a:pt x="12414" y="3252"/>
                    <a:pt x="12358" y="3116"/>
                    <a:pt x="12400" y="2990"/>
                  </a:cubicBezTo>
                  <a:cubicBezTo>
                    <a:pt x="12438" y="2865"/>
                    <a:pt x="12559" y="2737"/>
                    <a:pt x="12699" y="2737"/>
                  </a:cubicBezTo>
                  <a:cubicBezTo>
                    <a:pt x="12705" y="2737"/>
                    <a:pt x="12710" y="2737"/>
                    <a:pt x="12716" y="2738"/>
                  </a:cubicBezTo>
                  <a:cubicBezTo>
                    <a:pt x="12717" y="2738"/>
                    <a:pt x="12719" y="2738"/>
                    <a:pt x="12721" y="2738"/>
                  </a:cubicBezTo>
                  <a:cubicBezTo>
                    <a:pt x="12772" y="2738"/>
                    <a:pt x="12932" y="2682"/>
                    <a:pt x="13199" y="2097"/>
                  </a:cubicBezTo>
                  <a:cubicBezTo>
                    <a:pt x="13258" y="1968"/>
                    <a:pt x="13202" y="1915"/>
                    <a:pt x="13017" y="1792"/>
                  </a:cubicBezTo>
                  <a:cubicBezTo>
                    <a:pt x="12922" y="1733"/>
                    <a:pt x="12838" y="1663"/>
                    <a:pt x="12761" y="1586"/>
                  </a:cubicBezTo>
                  <a:cubicBezTo>
                    <a:pt x="12646" y="1456"/>
                    <a:pt x="12600" y="1229"/>
                    <a:pt x="12555" y="1008"/>
                  </a:cubicBezTo>
                  <a:cubicBezTo>
                    <a:pt x="12523" y="840"/>
                    <a:pt x="12484" y="655"/>
                    <a:pt x="12421" y="578"/>
                  </a:cubicBezTo>
                  <a:lnTo>
                    <a:pt x="12418" y="581"/>
                  </a:lnTo>
                  <a:lnTo>
                    <a:pt x="12393" y="606"/>
                  </a:lnTo>
                  <a:lnTo>
                    <a:pt x="12372" y="630"/>
                  </a:lnTo>
                  <a:lnTo>
                    <a:pt x="12348" y="655"/>
                  </a:lnTo>
                  <a:lnTo>
                    <a:pt x="12323" y="679"/>
                  </a:lnTo>
                  <a:lnTo>
                    <a:pt x="12302" y="704"/>
                  </a:lnTo>
                  <a:lnTo>
                    <a:pt x="12278" y="732"/>
                  </a:lnTo>
                  <a:lnTo>
                    <a:pt x="12257" y="756"/>
                  </a:lnTo>
                  <a:lnTo>
                    <a:pt x="12229" y="784"/>
                  </a:lnTo>
                  <a:lnTo>
                    <a:pt x="12208" y="809"/>
                  </a:lnTo>
                  <a:lnTo>
                    <a:pt x="12183" y="837"/>
                  </a:lnTo>
                  <a:lnTo>
                    <a:pt x="12162" y="861"/>
                  </a:lnTo>
                  <a:lnTo>
                    <a:pt x="12138" y="893"/>
                  </a:lnTo>
                  <a:lnTo>
                    <a:pt x="12120" y="917"/>
                  </a:lnTo>
                  <a:lnTo>
                    <a:pt x="12096" y="945"/>
                  </a:lnTo>
                  <a:lnTo>
                    <a:pt x="12075" y="973"/>
                  </a:lnTo>
                  <a:lnTo>
                    <a:pt x="12054" y="1001"/>
                  </a:lnTo>
                  <a:lnTo>
                    <a:pt x="12036" y="1026"/>
                  </a:lnTo>
                  <a:lnTo>
                    <a:pt x="12015" y="1057"/>
                  </a:lnTo>
                  <a:lnTo>
                    <a:pt x="11998" y="1082"/>
                  </a:lnTo>
                  <a:lnTo>
                    <a:pt x="11977" y="1110"/>
                  </a:lnTo>
                  <a:lnTo>
                    <a:pt x="11959" y="1134"/>
                  </a:lnTo>
                  <a:lnTo>
                    <a:pt x="11942" y="1162"/>
                  </a:lnTo>
                  <a:lnTo>
                    <a:pt x="11928" y="1187"/>
                  </a:lnTo>
                  <a:lnTo>
                    <a:pt x="11910" y="1215"/>
                  </a:lnTo>
                  <a:lnTo>
                    <a:pt x="11900" y="1239"/>
                  </a:lnTo>
                  <a:cubicBezTo>
                    <a:pt x="11893" y="1250"/>
                    <a:pt x="11889" y="1257"/>
                    <a:pt x="11882" y="1267"/>
                  </a:cubicBezTo>
                  <a:lnTo>
                    <a:pt x="11872" y="1288"/>
                  </a:lnTo>
                  <a:cubicBezTo>
                    <a:pt x="11868" y="1299"/>
                    <a:pt x="11861" y="1309"/>
                    <a:pt x="11858" y="1320"/>
                  </a:cubicBezTo>
                  <a:lnTo>
                    <a:pt x="11851" y="1337"/>
                  </a:lnTo>
                  <a:cubicBezTo>
                    <a:pt x="11844" y="1351"/>
                    <a:pt x="11840" y="1369"/>
                    <a:pt x="11833" y="1383"/>
                  </a:cubicBezTo>
                  <a:cubicBezTo>
                    <a:pt x="11750" y="1639"/>
                    <a:pt x="11626" y="1645"/>
                    <a:pt x="11493" y="1645"/>
                  </a:cubicBezTo>
                  <a:cubicBezTo>
                    <a:pt x="11487" y="1645"/>
                    <a:pt x="11480" y="1645"/>
                    <a:pt x="11473" y="1645"/>
                  </a:cubicBezTo>
                  <a:lnTo>
                    <a:pt x="11417" y="1645"/>
                  </a:lnTo>
                  <a:cubicBezTo>
                    <a:pt x="11347" y="1645"/>
                    <a:pt x="11280" y="1652"/>
                    <a:pt x="11217" y="1673"/>
                  </a:cubicBezTo>
                  <a:cubicBezTo>
                    <a:pt x="11196" y="1680"/>
                    <a:pt x="11179" y="1684"/>
                    <a:pt x="11161" y="1691"/>
                  </a:cubicBezTo>
                  <a:lnTo>
                    <a:pt x="11151" y="1691"/>
                  </a:lnTo>
                  <a:cubicBezTo>
                    <a:pt x="11133" y="1694"/>
                    <a:pt x="11119" y="1698"/>
                    <a:pt x="11105" y="1701"/>
                  </a:cubicBezTo>
                  <a:lnTo>
                    <a:pt x="11095" y="1701"/>
                  </a:lnTo>
                  <a:cubicBezTo>
                    <a:pt x="11081" y="1705"/>
                    <a:pt x="11067" y="1705"/>
                    <a:pt x="11049" y="1705"/>
                  </a:cubicBezTo>
                  <a:lnTo>
                    <a:pt x="10990" y="1705"/>
                  </a:lnTo>
                  <a:cubicBezTo>
                    <a:pt x="10895" y="1705"/>
                    <a:pt x="10804" y="1673"/>
                    <a:pt x="10727" y="1614"/>
                  </a:cubicBezTo>
                  <a:lnTo>
                    <a:pt x="10724" y="1621"/>
                  </a:lnTo>
                  <a:lnTo>
                    <a:pt x="10682" y="1568"/>
                  </a:lnTo>
                  <a:cubicBezTo>
                    <a:pt x="10671" y="1558"/>
                    <a:pt x="10661" y="1547"/>
                    <a:pt x="10650" y="1537"/>
                  </a:cubicBezTo>
                  <a:lnTo>
                    <a:pt x="10636" y="1516"/>
                  </a:lnTo>
                  <a:cubicBezTo>
                    <a:pt x="10626" y="1505"/>
                    <a:pt x="10619" y="1491"/>
                    <a:pt x="10608" y="1481"/>
                  </a:cubicBezTo>
                  <a:cubicBezTo>
                    <a:pt x="10595" y="1458"/>
                    <a:pt x="10558" y="1451"/>
                    <a:pt x="10511" y="1451"/>
                  </a:cubicBezTo>
                  <a:cubicBezTo>
                    <a:pt x="10457" y="1451"/>
                    <a:pt x="10388" y="1461"/>
                    <a:pt x="10328" y="1470"/>
                  </a:cubicBezTo>
                  <a:cubicBezTo>
                    <a:pt x="10252" y="1485"/>
                    <a:pt x="10174" y="1492"/>
                    <a:pt x="10097" y="1492"/>
                  </a:cubicBezTo>
                  <a:cubicBezTo>
                    <a:pt x="10082" y="1492"/>
                    <a:pt x="10067" y="1492"/>
                    <a:pt x="10051" y="1491"/>
                  </a:cubicBezTo>
                  <a:cubicBezTo>
                    <a:pt x="10045" y="1491"/>
                    <a:pt x="10039" y="1491"/>
                    <a:pt x="10034" y="1491"/>
                  </a:cubicBezTo>
                  <a:cubicBezTo>
                    <a:pt x="10000" y="1491"/>
                    <a:pt x="9990" y="1506"/>
                    <a:pt x="9978" y="1600"/>
                  </a:cubicBezTo>
                  <a:cubicBezTo>
                    <a:pt x="9967" y="1673"/>
                    <a:pt x="9953" y="1778"/>
                    <a:pt x="9859" y="1831"/>
                  </a:cubicBezTo>
                  <a:cubicBezTo>
                    <a:pt x="9848" y="1834"/>
                    <a:pt x="9838" y="1838"/>
                    <a:pt x="9827" y="1841"/>
                  </a:cubicBezTo>
                  <a:lnTo>
                    <a:pt x="9817" y="1845"/>
                  </a:lnTo>
                  <a:lnTo>
                    <a:pt x="9796" y="1852"/>
                  </a:lnTo>
                  <a:lnTo>
                    <a:pt x="9754" y="1852"/>
                  </a:lnTo>
                  <a:cubicBezTo>
                    <a:pt x="9733" y="1852"/>
                    <a:pt x="9715" y="1848"/>
                    <a:pt x="9698" y="1848"/>
                  </a:cubicBezTo>
                  <a:lnTo>
                    <a:pt x="9684" y="1848"/>
                  </a:lnTo>
                  <a:lnTo>
                    <a:pt x="9687" y="1855"/>
                  </a:lnTo>
                  <a:lnTo>
                    <a:pt x="9568" y="1824"/>
                  </a:lnTo>
                  <a:lnTo>
                    <a:pt x="9516" y="1810"/>
                  </a:lnTo>
                  <a:cubicBezTo>
                    <a:pt x="9440" y="1792"/>
                    <a:pt x="9358" y="1771"/>
                    <a:pt x="9298" y="1771"/>
                  </a:cubicBezTo>
                  <a:cubicBezTo>
                    <a:pt x="9263" y="1771"/>
                    <a:pt x="9235" y="1778"/>
                    <a:pt x="9218" y="1796"/>
                  </a:cubicBezTo>
                  <a:cubicBezTo>
                    <a:pt x="9170" y="1857"/>
                    <a:pt x="9099" y="1891"/>
                    <a:pt x="9022" y="1891"/>
                  </a:cubicBezTo>
                  <a:cubicBezTo>
                    <a:pt x="9015" y="1891"/>
                    <a:pt x="9008" y="1891"/>
                    <a:pt x="9001" y="1891"/>
                  </a:cubicBezTo>
                  <a:cubicBezTo>
                    <a:pt x="8963" y="1891"/>
                    <a:pt x="8963" y="1891"/>
                    <a:pt x="8952" y="1915"/>
                  </a:cubicBezTo>
                  <a:cubicBezTo>
                    <a:pt x="8896" y="2024"/>
                    <a:pt x="8777" y="2031"/>
                    <a:pt x="8690" y="2038"/>
                  </a:cubicBezTo>
                  <a:cubicBezTo>
                    <a:pt x="8651" y="2041"/>
                    <a:pt x="8592" y="2045"/>
                    <a:pt x="8581" y="2059"/>
                  </a:cubicBezTo>
                  <a:cubicBezTo>
                    <a:pt x="8532" y="2115"/>
                    <a:pt x="8462" y="2143"/>
                    <a:pt x="8388" y="2143"/>
                  </a:cubicBezTo>
                  <a:lnTo>
                    <a:pt x="8315" y="2143"/>
                  </a:lnTo>
                  <a:lnTo>
                    <a:pt x="8301" y="2139"/>
                  </a:lnTo>
                  <a:lnTo>
                    <a:pt x="8290" y="2139"/>
                  </a:lnTo>
                  <a:lnTo>
                    <a:pt x="8276" y="2136"/>
                  </a:lnTo>
                  <a:lnTo>
                    <a:pt x="8262" y="2132"/>
                  </a:lnTo>
                  <a:lnTo>
                    <a:pt x="8248" y="2125"/>
                  </a:lnTo>
                  <a:lnTo>
                    <a:pt x="8234" y="2122"/>
                  </a:lnTo>
                  <a:lnTo>
                    <a:pt x="8220" y="2115"/>
                  </a:lnTo>
                  <a:lnTo>
                    <a:pt x="8206" y="2111"/>
                  </a:lnTo>
                  <a:lnTo>
                    <a:pt x="8192" y="2104"/>
                  </a:lnTo>
                  <a:lnTo>
                    <a:pt x="8175" y="2097"/>
                  </a:lnTo>
                  <a:lnTo>
                    <a:pt x="8161" y="2090"/>
                  </a:lnTo>
                  <a:lnTo>
                    <a:pt x="8143" y="2080"/>
                  </a:lnTo>
                  <a:lnTo>
                    <a:pt x="8129" y="2069"/>
                  </a:lnTo>
                  <a:lnTo>
                    <a:pt x="8108" y="2059"/>
                  </a:lnTo>
                  <a:lnTo>
                    <a:pt x="8094" y="2048"/>
                  </a:lnTo>
                  <a:lnTo>
                    <a:pt x="8077" y="2038"/>
                  </a:lnTo>
                  <a:lnTo>
                    <a:pt x="8059" y="2024"/>
                  </a:lnTo>
                  <a:lnTo>
                    <a:pt x="8042" y="2010"/>
                  </a:lnTo>
                  <a:lnTo>
                    <a:pt x="8024" y="1996"/>
                  </a:lnTo>
                  <a:lnTo>
                    <a:pt x="8003" y="1982"/>
                  </a:lnTo>
                  <a:lnTo>
                    <a:pt x="7986" y="1961"/>
                  </a:lnTo>
                  <a:lnTo>
                    <a:pt x="7968" y="1947"/>
                  </a:lnTo>
                  <a:lnTo>
                    <a:pt x="7944" y="1922"/>
                  </a:lnTo>
                  <a:lnTo>
                    <a:pt x="7930" y="1908"/>
                  </a:lnTo>
                  <a:cubicBezTo>
                    <a:pt x="7916" y="1898"/>
                    <a:pt x="7905" y="1883"/>
                    <a:pt x="7891" y="1869"/>
                  </a:cubicBezTo>
                  <a:cubicBezTo>
                    <a:pt x="7688" y="1642"/>
                    <a:pt x="7639" y="1330"/>
                    <a:pt x="7660" y="1113"/>
                  </a:cubicBezTo>
                  <a:cubicBezTo>
                    <a:pt x="7674" y="963"/>
                    <a:pt x="7720" y="851"/>
                    <a:pt x="7786" y="802"/>
                  </a:cubicBezTo>
                  <a:cubicBezTo>
                    <a:pt x="7839" y="756"/>
                    <a:pt x="7863" y="683"/>
                    <a:pt x="7849" y="613"/>
                  </a:cubicBezTo>
                  <a:cubicBezTo>
                    <a:pt x="7846" y="546"/>
                    <a:pt x="7807" y="487"/>
                    <a:pt x="7748" y="455"/>
                  </a:cubicBezTo>
                  <a:cubicBezTo>
                    <a:pt x="7629" y="403"/>
                    <a:pt x="7622" y="273"/>
                    <a:pt x="7615" y="172"/>
                  </a:cubicBezTo>
                  <a:cubicBezTo>
                    <a:pt x="7608" y="46"/>
                    <a:pt x="7597" y="11"/>
                    <a:pt x="7538" y="0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23" name="Google Shape;5981;p80">
              <a:extLst>
                <a:ext uri="{FF2B5EF4-FFF2-40B4-BE49-F238E27FC236}">
                  <a16:creationId xmlns:a16="http://schemas.microsoft.com/office/drawing/2014/main" id="{428FB06D-5CA3-BD5C-4F9A-4D8B7B6A74E6}"/>
                </a:ext>
              </a:extLst>
            </p:cNvPr>
            <p:cNvSpPr/>
            <p:nvPr/>
          </p:nvSpPr>
          <p:spPr>
            <a:xfrm>
              <a:off x="1610849" y="2278130"/>
              <a:ext cx="35193" cy="37406"/>
            </a:xfrm>
            <a:custGeom>
              <a:avLst/>
              <a:gdLst/>
              <a:ahLst/>
              <a:cxnLst/>
              <a:rect l="l" t="t" r="r" b="b"/>
              <a:pathLst>
                <a:path w="2592" h="2755" extrusionOk="0">
                  <a:moveTo>
                    <a:pt x="725" y="1"/>
                  </a:moveTo>
                  <a:cubicBezTo>
                    <a:pt x="692" y="1"/>
                    <a:pt x="659" y="8"/>
                    <a:pt x="627" y="22"/>
                  </a:cubicBezTo>
                  <a:cubicBezTo>
                    <a:pt x="617" y="25"/>
                    <a:pt x="603" y="29"/>
                    <a:pt x="592" y="32"/>
                  </a:cubicBezTo>
                  <a:lnTo>
                    <a:pt x="575" y="36"/>
                  </a:lnTo>
                  <a:cubicBezTo>
                    <a:pt x="568" y="36"/>
                    <a:pt x="557" y="39"/>
                    <a:pt x="547" y="39"/>
                  </a:cubicBezTo>
                  <a:lnTo>
                    <a:pt x="466" y="39"/>
                  </a:lnTo>
                  <a:cubicBezTo>
                    <a:pt x="417" y="92"/>
                    <a:pt x="375" y="155"/>
                    <a:pt x="347" y="221"/>
                  </a:cubicBezTo>
                  <a:lnTo>
                    <a:pt x="347" y="225"/>
                  </a:lnTo>
                  <a:cubicBezTo>
                    <a:pt x="344" y="232"/>
                    <a:pt x="344" y="242"/>
                    <a:pt x="340" y="249"/>
                  </a:cubicBezTo>
                  <a:lnTo>
                    <a:pt x="340" y="256"/>
                  </a:lnTo>
                  <a:cubicBezTo>
                    <a:pt x="340" y="263"/>
                    <a:pt x="337" y="270"/>
                    <a:pt x="337" y="281"/>
                  </a:cubicBezTo>
                  <a:lnTo>
                    <a:pt x="337" y="323"/>
                  </a:lnTo>
                  <a:cubicBezTo>
                    <a:pt x="326" y="428"/>
                    <a:pt x="302" y="529"/>
                    <a:pt x="267" y="628"/>
                  </a:cubicBezTo>
                  <a:lnTo>
                    <a:pt x="249" y="691"/>
                  </a:lnTo>
                  <a:cubicBezTo>
                    <a:pt x="235" y="733"/>
                    <a:pt x="225" y="778"/>
                    <a:pt x="211" y="820"/>
                  </a:cubicBezTo>
                  <a:cubicBezTo>
                    <a:pt x="179" y="950"/>
                    <a:pt x="158" y="1083"/>
                    <a:pt x="155" y="1216"/>
                  </a:cubicBezTo>
                  <a:cubicBezTo>
                    <a:pt x="155" y="1331"/>
                    <a:pt x="137" y="1447"/>
                    <a:pt x="106" y="1559"/>
                  </a:cubicBezTo>
                  <a:cubicBezTo>
                    <a:pt x="92" y="1594"/>
                    <a:pt x="81" y="1622"/>
                    <a:pt x="71" y="1646"/>
                  </a:cubicBezTo>
                  <a:cubicBezTo>
                    <a:pt x="29" y="1734"/>
                    <a:pt x="8" y="1832"/>
                    <a:pt x="8" y="1926"/>
                  </a:cubicBezTo>
                  <a:cubicBezTo>
                    <a:pt x="1" y="2143"/>
                    <a:pt x="43" y="2161"/>
                    <a:pt x="81" y="2171"/>
                  </a:cubicBezTo>
                  <a:cubicBezTo>
                    <a:pt x="106" y="2178"/>
                    <a:pt x="127" y="2192"/>
                    <a:pt x="148" y="2210"/>
                  </a:cubicBezTo>
                  <a:cubicBezTo>
                    <a:pt x="155" y="2217"/>
                    <a:pt x="158" y="2224"/>
                    <a:pt x="162" y="2227"/>
                  </a:cubicBezTo>
                  <a:cubicBezTo>
                    <a:pt x="162" y="2227"/>
                    <a:pt x="162" y="2234"/>
                    <a:pt x="165" y="2234"/>
                  </a:cubicBezTo>
                  <a:cubicBezTo>
                    <a:pt x="169" y="2241"/>
                    <a:pt x="169" y="2245"/>
                    <a:pt x="172" y="2252"/>
                  </a:cubicBezTo>
                  <a:lnTo>
                    <a:pt x="172" y="2259"/>
                  </a:lnTo>
                  <a:cubicBezTo>
                    <a:pt x="172" y="2266"/>
                    <a:pt x="172" y="2273"/>
                    <a:pt x="172" y="2276"/>
                  </a:cubicBezTo>
                  <a:lnTo>
                    <a:pt x="172" y="2290"/>
                  </a:lnTo>
                  <a:lnTo>
                    <a:pt x="172" y="2308"/>
                  </a:lnTo>
                  <a:lnTo>
                    <a:pt x="172" y="2322"/>
                  </a:lnTo>
                  <a:cubicBezTo>
                    <a:pt x="172" y="2329"/>
                    <a:pt x="172" y="2336"/>
                    <a:pt x="172" y="2343"/>
                  </a:cubicBezTo>
                  <a:cubicBezTo>
                    <a:pt x="169" y="2350"/>
                    <a:pt x="169" y="2357"/>
                    <a:pt x="169" y="2360"/>
                  </a:cubicBezTo>
                  <a:cubicBezTo>
                    <a:pt x="165" y="2367"/>
                    <a:pt x="165" y="2378"/>
                    <a:pt x="162" y="2385"/>
                  </a:cubicBezTo>
                  <a:lnTo>
                    <a:pt x="155" y="2406"/>
                  </a:lnTo>
                  <a:cubicBezTo>
                    <a:pt x="155" y="2416"/>
                    <a:pt x="151" y="2427"/>
                    <a:pt x="148" y="2434"/>
                  </a:cubicBezTo>
                  <a:lnTo>
                    <a:pt x="137" y="2458"/>
                  </a:lnTo>
                  <a:lnTo>
                    <a:pt x="137" y="2469"/>
                  </a:lnTo>
                  <a:cubicBezTo>
                    <a:pt x="174" y="2503"/>
                    <a:pt x="203" y="2526"/>
                    <a:pt x="248" y="2526"/>
                  </a:cubicBezTo>
                  <a:cubicBezTo>
                    <a:pt x="254" y="2526"/>
                    <a:pt x="260" y="2526"/>
                    <a:pt x="267" y="2525"/>
                  </a:cubicBezTo>
                  <a:cubicBezTo>
                    <a:pt x="295" y="2525"/>
                    <a:pt x="323" y="2521"/>
                    <a:pt x="351" y="2521"/>
                  </a:cubicBezTo>
                  <a:cubicBezTo>
                    <a:pt x="564" y="2521"/>
                    <a:pt x="774" y="2609"/>
                    <a:pt x="1005" y="2714"/>
                  </a:cubicBezTo>
                  <a:cubicBezTo>
                    <a:pt x="1074" y="2744"/>
                    <a:pt x="1110" y="2755"/>
                    <a:pt x="1135" y="2755"/>
                  </a:cubicBezTo>
                  <a:cubicBezTo>
                    <a:pt x="1153" y="2755"/>
                    <a:pt x="1166" y="2749"/>
                    <a:pt x="1180" y="2742"/>
                  </a:cubicBezTo>
                  <a:cubicBezTo>
                    <a:pt x="1231" y="2716"/>
                    <a:pt x="1285" y="2702"/>
                    <a:pt x="1340" y="2702"/>
                  </a:cubicBezTo>
                  <a:cubicBezTo>
                    <a:pt x="1365" y="2702"/>
                    <a:pt x="1390" y="2705"/>
                    <a:pt x="1415" y="2711"/>
                  </a:cubicBezTo>
                  <a:cubicBezTo>
                    <a:pt x="1508" y="2723"/>
                    <a:pt x="1607" y="2734"/>
                    <a:pt x="1709" y="2734"/>
                  </a:cubicBezTo>
                  <a:cubicBezTo>
                    <a:pt x="1870" y="2734"/>
                    <a:pt x="2037" y="2706"/>
                    <a:pt x="2196" y="2609"/>
                  </a:cubicBezTo>
                  <a:cubicBezTo>
                    <a:pt x="2322" y="2532"/>
                    <a:pt x="2402" y="2413"/>
                    <a:pt x="2497" y="2276"/>
                  </a:cubicBezTo>
                  <a:cubicBezTo>
                    <a:pt x="2528" y="2234"/>
                    <a:pt x="2556" y="2189"/>
                    <a:pt x="2591" y="2147"/>
                  </a:cubicBezTo>
                  <a:lnTo>
                    <a:pt x="2591" y="2140"/>
                  </a:lnTo>
                  <a:cubicBezTo>
                    <a:pt x="2588" y="2133"/>
                    <a:pt x="2584" y="2126"/>
                    <a:pt x="2581" y="2119"/>
                  </a:cubicBezTo>
                  <a:cubicBezTo>
                    <a:pt x="2581" y="2112"/>
                    <a:pt x="2577" y="2105"/>
                    <a:pt x="2574" y="2098"/>
                  </a:cubicBezTo>
                  <a:cubicBezTo>
                    <a:pt x="2570" y="2087"/>
                    <a:pt x="2567" y="2084"/>
                    <a:pt x="2567" y="2077"/>
                  </a:cubicBezTo>
                  <a:cubicBezTo>
                    <a:pt x="2563" y="2070"/>
                    <a:pt x="2560" y="2059"/>
                    <a:pt x="2560" y="2052"/>
                  </a:cubicBezTo>
                  <a:cubicBezTo>
                    <a:pt x="2556" y="2042"/>
                    <a:pt x="2553" y="2038"/>
                    <a:pt x="2553" y="2031"/>
                  </a:cubicBezTo>
                  <a:cubicBezTo>
                    <a:pt x="2549" y="2024"/>
                    <a:pt x="2549" y="2014"/>
                    <a:pt x="2546" y="2007"/>
                  </a:cubicBezTo>
                  <a:cubicBezTo>
                    <a:pt x="2546" y="1996"/>
                    <a:pt x="2542" y="1993"/>
                    <a:pt x="2542" y="1986"/>
                  </a:cubicBezTo>
                  <a:cubicBezTo>
                    <a:pt x="2542" y="1979"/>
                    <a:pt x="2539" y="1968"/>
                    <a:pt x="2539" y="1961"/>
                  </a:cubicBezTo>
                  <a:cubicBezTo>
                    <a:pt x="2535" y="1951"/>
                    <a:pt x="2535" y="1947"/>
                    <a:pt x="2535" y="1940"/>
                  </a:cubicBezTo>
                  <a:cubicBezTo>
                    <a:pt x="2532" y="1933"/>
                    <a:pt x="2532" y="1923"/>
                    <a:pt x="2532" y="1916"/>
                  </a:cubicBezTo>
                  <a:cubicBezTo>
                    <a:pt x="2528" y="1905"/>
                    <a:pt x="2532" y="1902"/>
                    <a:pt x="2528" y="1895"/>
                  </a:cubicBezTo>
                  <a:cubicBezTo>
                    <a:pt x="2525" y="1888"/>
                    <a:pt x="2528" y="1877"/>
                    <a:pt x="2525" y="1870"/>
                  </a:cubicBezTo>
                  <a:cubicBezTo>
                    <a:pt x="2521" y="1860"/>
                    <a:pt x="2525" y="1856"/>
                    <a:pt x="2525" y="1849"/>
                  </a:cubicBezTo>
                  <a:lnTo>
                    <a:pt x="2525" y="1825"/>
                  </a:lnTo>
                  <a:lnTo>
                    <a:pt x="2525" y="1804"/>
                  </a:lnTo>
                  <a:lnTo>
                    <a:pt x="2525" y="1779"/>
                  </a:lnTo>
                  <a:lnTo>
                    <a:pt x="2525" y="1758"/>
                  </a:lnTo>
                  <a:lnTo>
                    <a:pt x="2525" y="1734"/>
                  </a:lnTo>
                  <a:lnTo>
                    <a:pt x="2525" y="1716"/>
                  </a:lnTo>
                  <a:lnTo>
                    <a:pt x="2525" y="1692"/>
                  </a:lnTo>
                  <a:lnTo>
                    <a:pt x="2525" y="1674"/>
                  </a:lnTo>
                  <a:lnTo>
                    <a:pt x="2525" y="1650"/>
                  </a:lnTo>
                  <a:lnTo>
                    <a:pt x="2525" y="1632"/>
                  </a:lnTo>
                  <a:lnTo>
                    <a:pt x="2525" y="1608"/>
                  </a:lnTo>
                  <a:lnTo>
                    <a:pt x="2525" y="1590"/>
                  </a:lnTo>
                  <a:lnTo>
                    <a:pt x="2525" y="1569"/>
                  </a:lnTo>
                  <a:lnTo>
                    <a:pt x="2525" y="1552"/>
                  </a:lnTo>
                  <a:lnTo>
                    <a:pt x="2525" y="1527"/>
                  </a:lnTo>
                  <a:lnTo>
                    <a:pt x="2525" y="1513"/>
                  </a:lnTo>
                  <a:lnTo>
                    <a:pt x="2528" y="1478"/>
                  </a:lnTo>
                  <a:cubicBezTo>
                    <a:pt x="2535" y="1419"/>
                    <a:pt x="2539" y="1366"/>
                    <a:pt x="2539" y="1324"/>
                  </a:cubicBezTo>
                  <a:cubicBezTo>
                    <a:pt x="2539" y="1177"/>
                    <a:pt x="2423" y="1104"/>
                    <a:pt x="2315" y="1034"/>
                  </a:cubicBezTo>
                  <a:cubicBezTo>
                    <a:pt x="2269" y="1009"/>
                    <a:pt x="2224" y="974"/>
                    <a:pt x="2185" y="939"/>
                  </a:cubicBezTo>
                  <a:cubicBezTo>
                    <a:pt x="2129" y="890"/>
                    <a:pt x="2070" y="848"/>
                    <a:pt x="2003" y="810"/>
                  </a:cubicBezTo>
                  <a:cubicBezTo>
                    <a:pt x="1852" y="719"/>
                    <a:pt x="1667" y="607"/>
                    <a:pt x="1569" y="466"/>
                  </a:cubicBezTo>
                  <a:cubicBezTo>
                    <a:pt x="1541" y="428"/>
                    <a:pt x="1523" y="417"/>
                    <a:pt x="1516" y="417"/>
                  </a:cubicBezTo>
                  <a:cubicBezTo>
                    <a:pt x="1495" y="417"/>
                    <a:pt x="1460" y="463"/>
                    <a:pt x="1439" y="487"/>
                  </a:cubicBezTo>
                  <a:cubicBezTo>
                    <a:pt x="1404" y="533"/>
                    <a:pt x="1373" y="572"/>
                    <a:pt x="1324" y="579"/>
                  </a:cubicBezTo>
                  <a:cubicBezTo>
                    <a:pt x="1317" y="580"/>
                    <a:pt x="1311" y="580"/>
                    <a:pt x="1305" y="580"/>
                  </a:cubicBezTo>
                  <a:cubicBezTo>
                    <a:pt x="1231" y="580"/>
                    <a:pt x="1203" y="507"/>
                    <a:pt x="1177" y="442"/>
                  </a:cubicBezTo>
                  <a:cubicBezTo>
                    <a:pt x="1138" y="347"/>
                    <a:pt x="1086" y="256"/>
                    <a:pt x="1019" y="176"/>
                  </a:cubicBezTo>
                  <a:cubicBezTo>
                    <a:pt x="923" y="61"/>
                    <a:pt x="822" y="1"/>
                    <a:pt x="725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24" name="Google Shape;5982;p80">
              <a:extLst>
                <a:ext uri="{FF2B5EF4-FFF2-40B4-BE49-F238E27FC236}">
                  <a16:creationId xmlns:a16="http://schemas.microsoft.com/office/drawing/2014/main" id="{DDBFDABF-6D75-D57D-FB00-F55B51566716}"/>
                </a:ext>
              </a:extLst>
            </p:cNvPr>
            <p:cNvSpPr/>
            <p:nvPr/>
          </p:nvSpPr>
          <p:spPr>
            <a:xfrm>
              <a:off x="1645078" y="2303846"/>
              <a:ext cx="54" cy="299"/>
            </a:xfrm>
            <a:custGeom>
              <a:avLst/>
              <a:gdLst/>
              <a:ahLst/>
              <a:cxnLst/>
              <a:rect l="l" t="t" r="r" b="b"/>
              <a:pathLst>
                <a:path w="4" h="22" extrusionOk="0">
                  <a:moveTo>
                    <a:pt x="0" y="1"/>
                  </a:moveTo>
                  <a:cubicBezTo>
                    <a:pt x="0" y="8"/>
                    <a:pt x="0" y="15"/>
                    <a:pt x="4" y="22"/>
                  </a:cubicBezTo>
                  <a:lnTo>
                    <a:pt x="0" y="1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25" name="Google Shape;5983;p80">
              <a:extLst>
                <a:ext uri="{FF2B5EF4-FFF2-40B4-BE49-F238E27FC236}">
                  <a16:creationId xmlns:a16="http://schemas.microsoft.com/office/drawing/2014/main" id="{AB060026-B54D-73D5-5FB1-EFA93D3AD634}"/>
                </a:ext>
              </a:extLst>
            </p:cNvPr>
            <p:cNvSpPr/>
            <p:nvPr/>
          </p:nvSpPr>
          <p:spPr>
            <a:xfrm>
              <a:off x="1644983" y="2300289"/>
              <a:ext cx="54" cy="244"/>
            </a:xfrm>
            <a:custGeom>
              <a:avLst/>
              <a:gdLst/>
              <a:ahLst/>
              <a:cxnLst/>
              <a:rect l="l" t="t" r="r" b="b"/>
              <a:pathLst>
                <a:path w="4" h="18" extrusionOk="0">
                  <a:moveTo>
                    <a:pt x="4" y="0"/>
                  </a:moveTo>
                  <a:cubicBezTo>
                    <a:pt x="4" y="7"/>
                    <a:pt x="0" y="11"/>
                    <a:pt x="4" y="18"/>
                  </a:cubicBezTo>
                  <a:lnTo>
                    <a:pt x="4" y="0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26" name="Google Shape;5984;p80">
              <a:extLst>
                <a:ext uri="{FF2B5EF4-FFF2-40B4-BE49-F238E27FC236}">
                  <a16:creationId xmlns:a16="http://schemas.microsoft.com/office/drawing/2014/main" id="{8052F0B3-EA8D-84FF-A79E-F67522F1E0A4}"/>
                </a:ext>
              </a:extLst>
            </p:cNvPr>
            <p:cNvSpPr/>
            <p:nvPr/>
          </p:nvSpPr>
          <p:spPr>
            <a:xfrm>
              <a:off x="1645173" y="2304471"/>
              <a:ext cx="54" cy="299"/>
            </a:xfrm>
            <a:custGeom>
              <a:avLst/>
              <a:gdLst/>
              <a:ahLst/>
              <a:cxnLst/>
              <a:rect l="l" t="t" r="r" b="b"/>
              <a:pathLst>
                <a:path w="4" h="22" extrusionOk="0">
                  <a:moveTo>
                    <a:pt x="0" y="0"/>
                  </a:moveTo>
                  <a:cubicBezTo>
                    <a:pt x="0" y="7"/>
                    <a:pt x="4" y="14"/>
                    <a:pt x="4" y="21"/>
                  </a:cubicBezTo>
                  <a:cubicBezTo>
                    <a:pt x="4" y="14"/>
                    <a:pt x="0" y="7"/>
                    <a:pt x="0" y="0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27" name="Google Shape;5985;p80">
              <a:extLst>
                <a:ext uri="{FF2B5EF4-FFF2-40B4-BE49-F238E27FC236}">
                  <a16:creationId xmlns:a16="http://schemas.microsoft.com/office/drawing/2014/main" id="{1717D35B-E5E0-7482-8C9A-D3141267C752}"/>
                </a:ext>
              </a:extLst>
            </p:cNvPr>
            <p:cNvSpPr/>
            <p:nvPr/>
          </p:nvSpPr>
          <p:spPr>
            <a:xfrm>
              <a:off x="1645024" y="2303235"/>
              <a:ext cx="14" cy="299"/>
            </a:xfrm>
            <a:custGeom>
              <a:avLst/>
              <a:gdLst/>
              <a:ahLst/>
              <a:cxnLst/>
              <a:rect l="l" t="t" r="r" b="b"/>
              <a:pathLst>
                <a:path w="1" h="22" extrusionOk="0">
                  <a:moveTo>
                    <a:pt x="1" y="0"/>
                  </a:moveTo>
                  <a:lnTo>
                    <a:pt x="1" y="21"/>
                  </a:lnTo>
                  <a:cubicBezTo>
                    <a:pt x="1" y="14"/>
                    <a:pt x="1" y="7"/>
                    <a:pt x="1" y="0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28" name="Google Shape;5986;p80">
              <a:extLst>
                <a:ext uri="{FF2B5EF4-FFF2-40B4-BE49-F238E27FC236}">
                  <a16:creationId xmlns:a16="http://schemas.microsoft.com/office/drawing/2014/main" id="{D38B204F-E3AF-00F7-848A-99FBD1DE7B32}"/>
                </a:ext>
              </a:extLst>
            </p:cNvPr>
            <p:cNvSpPr/>
            <p:nvPr/>
          </p:nvSpPr>
          <p:spPr>
            <a:xfrm>
              <a:off x="1645268" y="2305082"/>
              <a:ext cx="109" cy="299"/>
            </a:xfrm>
            <a:custGeom>
              <a:avLst/>
              <a:gdLst/>
              <a:ahLst/>
              <a:cxnLst/>
              <a:rect l="l" t="t" r="r" b="b"/>
              <a:pathLst>
                <a:path w="8" h="22" extrusionOk="0">
                  <a:moveTo>
                    <a:pt x="0" y="1"/>
                  </a:moveTo>
                  <a:cubicBezTo>
                    <a:pt x="0" y="8"/>
                    <a:pt x="4" y="15"/>
                    <a:pt x="7" y="22"/>
                  </a:cubicBezTo>
                  <a:cubicBezTo>
                    <a:pt x="4" y="15"/>
                    <a:pt x="4" y="8"/>
                    <a:pt x="0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29" name="Google Shape;5987;p80">
              <a:extLst>
                <a:ext uri="{FF2B5EF4-FFF2-40B4-BE49-F238E27FC236}">
                  <a16:creationId xmlns:a16="http://schemas.microsoft.com/office/drawing/2014/main" id="{10EE76A9-66F6-FF3A-8629-2A699B622794}"/>
                </a:ext>
              </a:extLst>
            </p:cNvPr>
            <p:cNvSpPr/>
            <p:nvPr/>
          </p:nvSpPr>
          <p:spPr>
            <a:xfrm>
              <a:off x="1644983" y="2301999"/>
              <a:ext cx="14" cy="299"/>
            </a:xfrm>
            <a:custGeom>
              <a:avLst/>
              <a:gdLst/>
              <a:ahLst/>
              <a:cxnLst/>
              <a:rect l="l" t="t" r="r" b="b"/>
              <a:pathLst>
                <a:path w="1" h="22" extrusionOk="0">
                  <a:moveTo>
                    <a:pt x="0" y="0"/>
                  </a:moveTo>
                  <a:lnTo>
                    <a:pt x="0" y="21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30" name="Google Shape;5988;p80">
              <a:extLst>
                <a:ext uri="{FF2B5EF4-FFF2-40B4-BE49-F238E27FC236}">
                  <a16:creationId xmlns:a16="http://schemas.microsoft.com/office/drawing/2014/main" id="{51421B38-4FC7-26EF-198D-F401A94F33C1}"/>
                </a:ext>
              </a:extLst>
            </p:cNvPr>
            <p:cNvSpPr/>
            <p:nvPr/>
          </p:nvSpPr>
          <p:spPr>
            <a:xfrm>
              <a:off x="1644983" y="2302610"/>
              <a:ext cx="14" cy="299"/>
            </a:xfrm>
            <a:custGeom>
              <a:avLst/>
              <a:gdLst/>
              <a:ahLst/>
              <a:cxnLst/>
              <a:rect l="l" t="t" r="r" b="b"/>
              <a:pathLst>
                <a:path w="1" h="22" extrusionOk="0">
                  <a:moveTo>
                    <a:pt x="0" y="1"/>
                  </a:moveTo>
                  <a:lnTo>
                    <a:pt x="0" y="22"/>
                  </a:lnTo>
                  <a:cubicBezTo>
                    <a:pt x="0" y="15"/>
                    <a:pt x="0" y="8"/>
                    <a:pt x="0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31" name="Google Shape;5989;p80">
              <a:extLst>
                <a:ext uri="{FF2B5EF4-FFF2-40B4-BE49-F238E27FC236}">
                  <a16:creationId xmlns:a16="http://schemas.microsoft.com/office/drawing/2014/main" id="{E7B14D91-BA45-5543-B317-0ECD453099A4}"/>
                </a:ext>
              </a:extLst>
            </p:cNvPr>
            <p:cNvSpPr/>
            <p:nvPr/>
          </p:nvSpPr>
          <p:spPr>
            <a:xfrm>
              <a:off x="1644983" y="2300859"/>
              <a:ext cx="14" cy="244"/>
            </a:xfrm>
            <a:custGeom>
              <a:avLst/>
              <a:gdLst/>
              <a:ahLst/>
              <a:cxnLst/>
              <a:rect l="l" t="t" r="r" b="b"/>
              <a:pathLst>
                <a:path w="1" h="18" extrusionOk="0">
                  <a:moveTo>
                    <a:pt x="0" y="0"/>
                  </a:moveTo>
                  <a:lnTo>
                    <a:pt x="0" y="18"/>
                  </a:lnTo>
                  <a:cubicBezTo>
                    <a:pt x="0" y="11"/>
                    <a:pt x="0" y="7"/>
                    <a:pt x="0" y="0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32" name="Google Shape;5990;p80">
              <a:extLst>
                <a:ext uri="{FF2B5EF4-FFF2-40B4-BE49-F238E27FC236}">
                  <a16:creationId xmlns:a16="http://schemas.microsoft.com/office/drawing/2014/main" id="{2907AC48-BA5E-6977-2269-A4E794997A01}"/>
                </a:ext>
              </a:extLst>
            </p:cNvPr>
            <p:cNvSpPr/>
            <p:nvPr/>
          </p:nvSpPr>
          <p:spPr>
            <a:xfrm>
              <a:off x="1645838" y="2306942"/>
              <a:ext cx="109" cy="299"/>
            </a:xfrm>
            <a:custGeom>
              <a:avLst/>
              <a:gdLst/>
              <a:ahLst/>
              <a:cxnLst/>
              <a:rect l="l" t="t" r="r" b="b"/>
              <a:pathLst>
                <a:path w="8" h="22" extrusionOk="0">
                  <a:moveTo>
                    <a:pt x="0" y="0"/>
                  </a:moveTo>
                  <a:cubicBezTo>
                    <a:pt x="4" y="7"/>
                    <a:pt x="4" y="14"/>
                    <a:pt x="7" y="21"/>
                  </a:cubicBezTo>
                  <a:cubicBezTo>
                    <a:pt x="4" y="14"/>
                    <a:pt x="4" y="7"/>
                    <a:pt x="0" y="0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33" name="Google Shape;5991;p80">
              <a:extLst>
                <a:ext uri="{FF2B5EF4-FFF2-40B4-BE49-F238E27FC236}">
                  <a16:creationId xmlns:a16="http://schemas.microsoft.com/office/drawing/2014/main" id="{CDC6224C-E27F-59F8-FACC-192B3E102417}"/>
                </a:ext>
              </a:extLst>
            </p:cNvPr>
            <p:cNvSpPr/>
            <p:nvPr/>
          </p:nvSpPr>
          <p:spPr>
            <a:xfrm>
              <a:off x="1645594" y="2306317"/>
              <a:ext cx="109" cy="299"/>
            </a:xfrm>
            <a:custGeom>
              <a:avLst/>
              <a:gdLst/>
              <a:ahLst/>
              <a:cxnLst/>
              <a:rect l="l" t="t" r="r" b="b"/>
              <a:pathLst>
                <a:path w="8" h="22" extrusionOk="0">
                  <a:moveTo>
                    <a:pt x="1" y="1"/>
                  </a:moveTo>
                  <a:cubicBezTo>
                    <a:pt x="4" y="8"/>
                    <a:pt x="4" y="15"/>
                    <a:pt x="8" y="22"/>
                  </a:cubicBezTo>
                  <a:cubicBezTo>
                    <a:pt x="8" y="15"/>
                    <a:pt x="4" y="8"/>
                    <a:pt x="1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34" name="Google Shape;5992;p80">
              <a:extLst>
                <a:ext uri="{FF2B5EF4-FFF2-40B4-BE49-F238E27FC236}">
                  <a16:creationId xmlns:a16="http://schemas.microsoft.com/office/drawing/2014/main" id="{1C065A57-817A-E633-618F-A5CB0B46D5A2}"/>
                </a:ext>
              </a:extLst>
            </p:cNvPr>
            <p:cNvSpPr/>
            <p:nvPr/>
          </p:nvSpPr>
          <p:spPr>
            <a:xfrm>
              <a:off x="1645404" y="2305706"/>
              <a:ext cx="109" cy="299"/>
            </a:xfrm>
            <a:custGeom>
              <a:avLst/>
              <a:gdLst/>
              <a:ahLst/>
              <a:cxnLst/>
              <a:rect l="l" t="t" r="r" b="b"/>
              <a:pathLst>
                <a:path w="8" h="22" extrusionOk="0">
                  <a:moveTo>
                    <a:pt x="1" y="0"/>
                  </a:moveTo>
                  <a:cubicBezTo>
                    <a:pt x="1" y="7"/>
                    <a:pt x="4" y="14"/>
                    <a:pt x="8" y="21"/>
                  </a:cubicBezTo>
                  <a:cubicBezTo>
                    <a:pt x="8" y="14"/>
                    <a:pt x="4" y="7"/>
                    <a:pt x="1" y="0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35" name="Google Shape;5993;p80">
              <a:extLst>
                <a:ext uri="{FF2B5EF4-FFF2-40B4-BE49-F238E27FC236}">
                  <a16:creationId xmlns:a16="http://schemas.microsoft.com/office/drawing/2014/main" id="{467F4B8D-9F40-DA93-B9B3-AC438D9DEAA4}"/>
                </a:ext>
              </a:extLst>
            </p:cNvPr>
            <p:cNvSpPr/>
            <p:nvPr/>
          </p:nvSpPr>
          <p:spPr>
            <a:xfrm>
              <a:off x="1617312" y="2278700"/>
              <a:ext cx="299" cy="14"/>
            </a:xfrm>
            <a:custGeom>
              <a:avLst/>
              <a:gdLst/>
              <a:ahLst/>
              <a:cxnLst/>
              <a:rect l="l" t="t" r="r" b="b"/>
              <a:pathLst>
                <a:path w="22" h="1" extrusionOk="0">
                  <a:moveTo>
                    <a:pt x="22" y="1"/>
                  </a:moveTo>
                  <a:lnTo>
                    <a:pt x="1" y="1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36" name="Google Shape;5994;p80">
              <a:extLst>
                <a:ext uri="{FF2B5EF4-FFF2-40B4-BE49-F238E27FC236}">
                  <a16:creationId xmlns:a16="http://schemas.microsoft.com/office/drawing/2014/main" id="{21EFCD96-CFA4-D99E-1EB8-AFFEF637C759}"/>
                </a:ext>
              </a:extLst>
            </p:cNvPr>
            <p:cNvSpPr/>
            <p:nvPr/>
          </p:nvSpPr>
          <p:spPr>
            <a:xfrm>
              <a:off x="1618032" y="2278660"/>
              <a:ext cx="244" cy="14"/>
            </a:xfrm>
            <a:custGeom>
              <a:avLst/>
              <a:gdLst/>
              <a:ahLst/>
              <a:cxnLst/>
              <a:rect l="l" t="t" r="r" b="b"/>
              <a:pathLst>
                <a:path w="18" h="1" extrusionOk="0">
                  <a:moveTo>
                    <a:pt x="0" y="0"/>
                  </a:moveTo>
                  <a:lnTo>
                    <a:pt x="18" y="0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37" name="Google Shape;5995;p80">
              <a:extLst>
                <a:ext uri="{FF2B5EF4-FFF2-40B4-BE49-F238E27FC236}">
                  <a16:creationId xmlns:a16="http://schemas.microsoft.com/office/drawing/2014/main" id="{0560EF9D-FBD5-F2F4-82EA-948DD8709E76}"/>
                </a:ext>
              </a:extLst>
            </p:cNvPr>
            <p:cNvSpPr/>
            <p:nvPr/>
          </p:nvSpPr>
          <p:spPr>
            <a:xfrm>
              <a:off x="1645024" y="2299718"/>
              <a:ext cx="14" cy="244"/>
            </a:xfrm>
            <a:custGeom>
              <a:avLst/>
              <a:gdLst/>
              <a:ahLst/>
              <a:cxnLst/>
              <a:rect l="l" t="t" r="r" b="b"/>
              <a:pathLst>
                <a:path w="1" h="18" extrusionOk="0">
                  <a:moveTo>
                    <a:pt x="1" y="0"/>
                  </a:moveTo>
                  <a:lnTo>
                    <a:pt x="1" y="18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38" name="Google Shape;5996;p80">
              <a:extLst>
                <a:ext uri="{FF2B5EF4-FFF2-40B4-BE49-F238E27FC236}">
                  <a16:creationId xmlns:a16="http://schemas.microsoft.com/office/drawing/2014/main" id="{4AF4E320-1651-FE94-DF40-F31C5A781612}"/>
                </a:ext>
              </a:extLst>
            </p:cNvPr>
            <p:cNvSpPr/>
            <p:nvPr/>
          </p:nvSpPr>
          <p:spPr>
            <a:xfrm>
              <a:off x="1645078" y="2299189"/>
              <a:ext cx="14" cy="258"/>
            </a:xfrm>
            <a:custGeom>
              <a:avLst/>
              <a:gdLst/>
              <a:ahLst/>
              <a:cxnLst/>
              <a:rect l="l" t="t" r="r" b="b"/>
              <a:pathLst>
                <a:path w="1" h="19" extrusionOk="0">
                  <a:moveTo>
                    <a:pt x="0" y="1"/>
                  </a:moveTo>
                  <a:lnTo>
                    <a:pt x="0" y="18"/>
                  </a:lnTo>
                  <a:cubicBezTo>
                    <a:pt x="0" y="11"/>
                    <a:pt x="0" y="4"/>
                    <a:pt x="0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39" name="Google Shape;5997;p80">
              <a:extLst>
                <a:ext uri="{FF2B5EF4-FFF2-40B4-BE49-F238E27FC236}">
                  <a16:creationId xmlns:a16="http://schemas.microsoft.com/office/drawing/2014/main" id="{84594CCF-286F-0C40-A196-72D7E4F7A819}"/>
                </a:ext>
              </a:extLst>
            </p:cNvPr>
            <p:cNvSpPr/>
            <p:nvPr/>
          </p:nvSpPr>
          <p:spPr>
            <a:xfrm>
              <a:off x="1644983" y="2301429"/>
              <a:ext cx="14" cy="299"/>
            </a:xfrm>
            <a:custGeom>
              <a:avLst/>
              <a:gdLst/>
              <a:ahLst/>
              <a:cxnLst/>
              <a:rect l="l" t="t" r="r" b="b"/>
              <a:pathLst>
                <a:path w="1" h="22" extrusionOk="0">
                  <a:moveTo>
                    <a:pt x="0" y="21"/>
                  </a:moveTo>
                  <a:lnTo>
                    <a:pt x="0" y="0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40" name="Google Shape;5998;p80">
              <a:extLst>
                <a:ext uri="{FF2B5EF4-FFF2-40B4-BE49-F238E27FC236}">
                  <a16:creationId xmlns:a16="http://schemas.microsoft.com/office/drawing/2014/main" id="{554B69FB-8AFC-B748-EEA0-C1C04D1ADE9A}"/>
                </a:ext>
              </a:extLst>
            </p:cNvPr>
            <p:cNvSpPr/>
            <p:nvPr/>
          </p:nvSpPr>
          <p:spPr>
            <a:xfrm>
              <a:off x="1645119" y="2298673"/>
              <a:ext cx="14" cy="244"/>
            </a:xfrm>
            <a:custGeom>
              <a:avLst/>
              <a:gdLst/>
              <a:ahLst/>
              <a:cxnLst/>
              <a:rect l="l" t="t" r="r" b="b"/>
              <a:pathLst>
                <a:path w="1" h="18" extrusionOk="0">
                  <a:moveTo>
                    <a:pt x="1" y="0"/>
                  </a:moveTo>
                  <a:lnTo>
                    <a:pt x="1" y="18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41" name="Google Shape;5999;p80">
              <a:extLst>
                <a:ext uri="{FF2B5EF4-FFF2-40B4-BE49-F238E27FC236}">
                  <a16:creationId xmlns:a16="http://schemas.microsoft.com/office/drawing/2014/main" id="{CFD1E43E-5BFD-BEE4-0C0F-FBD2BF2AD0BF}"/>
                </a:ext>
              </a:extLst>
            </p:cNvPr>
            <p:cNvSpPr/>
            <p:nvPr/>
          </p:nvSpPr>
          <p:spPr>
            <a:xfrm>
              <a:off x="1618697" y="2278565"/>
              <a:ext cx="204" cy="54"/>
            </a:xfrm>
            <a:custGeom>
              <a:avLst/>
              <a:gdLst/>
              <a:ahLst/>
              <a:cxnLst/>
              <a:rect l="l" t="t" r="r" b="b"/>
              <a:pathLst>
                <a:path w="15" h="4" extrusionOk="0">
                  <a:moveTo>
                    <a:pt x="0" y="4"/>
                  </a:moveTo>
                  <a:lnTo>
                    <a:pt x="14" y="0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42" name="Google Shape;6000;p80">
              <a:extLst>
                <a:ext uri="{FF2B5EF4-FFF2-40B4-BE49-F238E27FC236}">
                  <a16:creationId xmlns:a16="http://schemas.microsoft.com/office/drawing/2014/main" id="{029A6161-6E9B-4D97-E4DD-7215372FB3F1}"/>
                </a:ext>
              </a:extLst>
            </p:cNvPr>
            <p:cNvSpPr/>
            <p:nvPr/>
          </p:nvSpPr>
          <p:spPr>
            <a:xfrm>
              <a:off x="1533091" y="2481100"/>
              <a:ext cx="1575" cy="3014"/>
            </a:xfrm>
            <a:custGeom>
              <a:avLst/>
              <a:gdLst/>
              <a:ahLst/>
              <a:cxnLst/>
              <a:rect l="l" t="t" r="r" b="b"/>
              <a:pathLst>
                <a:path w="116" h="222" extrusionOk="0">
                  <a:moveTo>
                    <a:pt x="11" y="0"/>
                  </a:moveTo>
                  <a:cubicBezTo>
                    <a:pt x="7" y="74"/>
                    <a:pt x="4" y="151"/>
                    <a:pt x="0" y="221"/>
                  </a:cubicBezTo>
                  <a:cubicBezTo>
                    <a:pt x="32" y="190"/>
                    <a:pt x="70" y="162"/>
                    <a:pt x="112" y="137"/>
                  </a:cubicBezTo>
                  <a:cubicBezTo>
                    <a:pt x="116" y="137"/>
                    <a:pt x="116" y="120"/>
                    <a:pt x="98" y="91"/>
                  </a:cubicBezTo>
                  <a:cubicBezTo>
                    <a:pt x="77" y="53"/>
                    <a:pt x="46" y="25"/>
                    <a:pt x="11" y="0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43" name="Google Shape;6001;p80">
              <a:extLst>
                <a:ext uri="{FF2B5EF4-FFF2-40B4-BE49-F238E27FC236}">
                  <a16:creationId xmlns:a16="http://schemas.microsoft.com/office/drawing/2014/main" id="{89843040-B820-AAF1-9918-C166300073C4}"/>
                </a:ext>
              </a:extLst>
            </p:cNvPr>
            <p:cNvSpPr/>
            <p:nvPr/>
          </p:nvSpPr>
          <p:spPr>
            <a:xfrm>
              <a:off x="1496866" y="2211818"/>
              <a:ext cx="147845" cy="264069"/>
            </a:xfrm>
            <a:custGeom>
              <a:avLst/>
              <a:gdLst/>
              <a:ahLst/>
              <a:cxnLst/>
              <a:rect l="l" t="t" r="r" b="b"/>
              <a:pathLst>
                <a:path w="10889" h="19449" extrusionOk="0">
                  <a:moveTo>
                    <a:pt x="4099" y="0"/>
                  </a:moveTo>
                  <a:cubicBezTo>
                    <a:pt x="4066" y="0"/>
                    <a:pt x="4027" y="28"/>
                    <a:pt x="3949" y="110"/>
                  </a:cubicBezTo>
                  <a:cubicBezTo>
                    <a:pt x="3855" y="208"/>
                    <a:pt x="3753" y="299"/>
                    <a:pt x="3641" y="376"/>
                  </a:cubicBezTo>
                  <a:cubicBezTo>
                    <a:pt x="3617" y="397"/>
                    <a:pt x="3589" y="414"/>
                    <a:pt x="3561" y="435"/>
                  </a:cubicBezTo>
                  <a:lnTo>
                    <a:pt x="3561" y="442"/>
                  </a:lnTo>
                  <a:lnTo>
                    <a:pt x="3561" y="463"/>
                  </a:lnTo>
                  <a:lnTo>
                    <a:pt x="3561" y="488"/>
                  </a:lnTo>
                  <a:lnTo>
                    <a:pt x="3561" y="509"/>
                  </a:lnTo>
                  <a:lnTo>
                    <a:pt x="3561" y="537"/>
                  </a:lnTo>
                  <a:lnTo>
                    <a:pt x="3561" y="558"/>
                  </a:lnTo>
                  <a:lnTo>
                    <a:pt x="3557" y="586"/>
                  </a:lnTo>
                  <a:lnTo>
                    <a:pt x="3557" y="607"/>
                  </a:lnTo>
                  <a:lnTo>
                    <a:pt x="3554" y="635"/>
                  </a:lnTo>
                  <a:lnTo>
                    <a:pt x="3550" y="656"/>
                  </a:lnTo>
                  <a:lnTo>
                    <a:pt x="3547" y="684"/>
                  </a:lnTo>
                  <a:lnTo>
                    <a:pt x="3543" y="705"/>
                  </a:lnTo>
                  <a:lnTo>
                    <a:pt x="3540" y="733"/>
                  </a:lnTo>
                  <a:lnTo>
                    <a:pt x="3536" y="750"/>
                  </a:lnTo>
                  <a:lnTo>
                    <a:pt x="3533" y="778"/>
                  </a:lnTo>
                  <a:lnTo>
                    <a:pt x="3529" y="796"/>
                  </a:lnTo>
                  <a:lnTo>
                    <a:pt x="3526" y="824"/>
                  </a:lnTo>
                  <a:lnTo>
                    <a:pt x="3522" y="841"/>
                  </a:lnTo>
                  <a:lnTo>
                    <a:pt x="3515" y="866"/>
                  </a:lnTo>
                  <a:lnTo>
                    <a:pt x="3512" y="883"/>
                  </a:lnTo>
                  <a:lnTo>
                    <a:pt x="3508" y="904"/>
                  </a:lnTo>
                  <a:lnTo>
                    <a:pt x="3505" y="922"/>
                  </a:lnTo>
                  <a:lnTo>
                    <a:pt x="3498" y="943"/>
                  </a:lnTo>
                  <a:lnTo>
                    <a:pt x="3494" y="960"/>
                  </a:lnTo>
                  <a:lnTo>
                    <a:pt x="3491" y="978"/>
                  </a:lnTo>
                  <a:lnTo>
                    <a:pt x="3484" y="995"/>
                  </a:lnTo>
                  <a:lnTo>
                    <a:pt x="3480" y="1009"/>
                  </a:lnTo>
                  <a:lnTo>
                    <a:pt x="3473" y="1023"/>
                  </a:lnTo>
                  <a:cubicBezTo>
                    <a:pt x="3473" y="1030"/>
                    <a:pt x="3470" y="1034"/>
                    <a:pt x="3470" y="1037"/>
                  </a:cubicBezTo>
                  <a:lnTo>
                    <a:pt x="3466" y="1048"/>
                  </a:lnTo>
                  <a:cubicBezTo>
                    <a:pt x="3463" y="1055"/>
                    <a:pt x="3459" y="1062"/>
                    <a:pt x="3456" y="1069"/>
                  </a:cubicBezTo>
                  <a:cubicBezTo>
                    <a:pt x="3421" y="1132"/>
                    <a:pt x="3319" y="1198"/>
                    <a:pt x="3155" y="1300"/>
                  </a:cubicBezTo>
                  <a:cubicBezTo>
                    <a:pt x="3050" y="1367"/>
                    <a:pt x="2854" y="1489"/>
                    <a:pt x="2840" y="1538"/>
                  </a:cubicBezTo>
                  <a:cubicBezTo>
                    <a:pt x="2836" y="1584"/>
                    <a:pt x="2840" y="1629"/>
                    <a:pt x="2847" y="1675"/>
                  </a:cubicBezTo>
                  <a:cubicBezTo>
                    <a:pt x="2850" y="1713"/>
                    <a:pt x="2854" y="1752"/>
                    <a:pt x="2857" y="1794"/>
                  </a:cubicBezTo>
                  <a:cubicBezTo>
                    <a:pt x="2857" y="1846"/>
                    <a:pt x="2843" y="1895"/>
                    <a:pt x="2815" y="1941"/>
                  </a:cubicBezTo>
                  <a:cubicBezTo>
                    <a:pt x="2808" y="1951"/>
                    <a:pt x="2798" y="1962"/>
                    <a:pt x="2787" y="1969"/>
                  </a:cubicBezTo>
                  <a:cubicBezTo>
                    <a:pt x="2798" y="2028"/>
                    <a:pt x="2812" y="2088"/>
                    <a:pt x="2840" y="2140"/>
                  </a:cubicBezTo>
                  <a:cubicBezTo>
                    <a:pt x="2896" y="2287"/>
                    <a:pt x="2973" y="2490"/>
                    <a:pt x="2822" y="2571"/>
                  </a:cubicBezTo>
                  <a:cubicBezTo>
                    <a:pt x="2805" y="2581"/>
                    <a:pt x="2798" y="2588"/>
                    <a:pt x="2798" y="2592"/>
                  </a:cubicBezTo>
                  <a:cubicBezTo>
                    <a:pt x="2794" y="2606"/>
                    <a:pt x="2822" y="2651"/>
                    <a:pt x="2840" y="2676"/>
                  </a:cubicBezTo>
                  <a:cubicBezTo>
                    <a:pt x="2878" y="2739"/>
                    <a:pt x="2945" y="2844"/>
                    <a:pt x="2850" y="2928"/>
                  </a:cubicBezTo>
                  <a:cubicBezTo>
                    <a:pt x="2798" y="2966"/>
                    <a:pt x="2745" y="2998"/>
                    <a:pt x="2689" y="3026"/>
                  </a:cubicBezTo>
                  <a:cubicBezTo>
                    <a:pt x="2623" y="3061"/>
                    <a:pt x="2542" y="3106"/>
                    <a:pt x="2542" y="3138"/>
                  </a:cubicBezTo>
                  <a:cubicBezTo>
                    <a:pt x="2542" y="3299"/>
                    <a:pt x="2518" y="3579"/>
                    <a:pt x="2339" y="3660"/>
                  </a:cubicBezTo>
                  <a:cubicBezTo>
                    <a:pt x="2220" y="3712"/>
                    <a:pt x="2133" y="3929"/>
                    <a:pt x="2133" y="4090"/>
                  </a:cubicBezTo>
                  <a:cubicBezTo>
                    <a:pt x="2133" y="4118"/>
                    <a:pt x="2129" y="4143"/>
                    <a:pt x="2119" y="4167"/>
                  </a:cubicBezTo>
                  <a:cubicBezTo>
                    <a:pt x="2098" y="4216"/>
                    <a:pt x="2056" y="4255"/>
                    <a:pt x="2003" y="4272"/>
                  </a:cubicBezTo>
                  <a:cubicBezTo>
                    <a:pt x="1971" y="4290"/>
                    <a:pt x="1961" y="4293"/>
                    <a:pt x="1968" y="4325"/>
                  </a:cubicBezTo>
                  <a:cubicBezTo>
                    <a:pt x="1971" y="4335"/>
                    <a:pt x="1975" y="4346"/>
                    <a:pt x="1982" y="4363"/>
                  </a:cubicBezTo>
                  <a:cubicBezTo>
                    <a:pt x="2049" y="4559"/>
                    <a:pt x="2129" y="4780"/>
                    <a:pt x="2059" y="4913"/>
                  </a:cubicBezTo>
                  <a:cubicBezTo>
                    <a:pt x="2035" y="4962"/>
                    <a:pt x="1989" y="4997"/>
                    <a:pt x="1936" y="5007"/>
                  </a:cubicBezTo>
                  <a:cubicBezTo>
                    <a:pt x="1873" y="5025"/>
                    <a:pt x="1849" y="5140"/>
                    <a:pt x="1828" y="5231"/>
                  </a:cubicBezTo>
                  <a:cubicBezTo>
                    <a:pt x="1810" y="5322"/>
                    <a:pt x="1786" y="5431"/>
                    <a:pt x="1698" y="5438"/>
                  </a:cubicBezTo>
                  <a:cubicBezTo>
                    <a:pt x="1656" y="5487"/>
                    <a:pt x="1625" y="5771"/>
                    <a:pt x="1740" y="5925"/>
                  </a:cubicBezTo>
                  <a:cubicBezTo>
                    <a:pt x="1873" y="6089"/>
                    <a:pt x="1940" y="6296"/>
                    <a:pt x="1936" y="6506"/>
                  </a:cubicBezTo>
                  <a:cubicBezTo>
                    <a:pt x="1940" y="6565"/>
                    <a:pt x="1964" y="6625"/>
                    <a:pt x="1999" y="6674"/>
                  </a:cubicBezTo>
                  <a:cubicBezTo>
                    <a:pt x="2049" y="6758"/>
                    <a:pt x="2112" y="6863"/>
                    <a:pt x="2063" y="7003"/>
                  </a:cubicBezTo>
                  <a:cubicBezTo>
                    <a:pt x="2042" y="7066"/>
                    <a:pt x="2028" y="7132"/>
                    <a:pt x="2021" y="7199"/>
                  </a:cubicBezTo>
                  <a:cubicBezTo>
                    <a:pt x="2003" y="7314"/>
                    <a:pt x="1985" y="7426"/>
                    <a:pt x="1887" y="7493"/>
                  </a:cubicBezTo>
                  <a:cubicBezTo>
                    <a:pt x="1859" y="7514"/>
                    <a:pt x="1852" y="7574"/>
                    <a:pt x="1849" y="7633"/>
                  </a:cubicBezTo>
                  <a:cubicBezTo>
                    <a:pt x="1838" y="7728"/>
                    <a:pt x="1828" y="7843"/>
                    <a:pt x="1712" y="7896"/>
                  </a:cubicBezTo>
                  <a:cubicBezTo>
                    <a:pt x="1688" y="7924"/>
                    <a:pt x="1723" y="8092"/>
                    <a:pt x="1740" y="8172"/>
                  </a:cubicBezTo>
                  <a:lnTo>
                    <a:pt x="1747" y="8207"/>
                  </a:lnTo>
                  <a:cubicBezTo>
                    <a:pt x="1782" y="8368"/>
                    <a:pt x="1807" y="8508"/>
                    <a:pt x="1730" y="8575"/>
                  </a:cubicBezTo>
                  <a:cubicBezTo>
                    <a:pt x="1695" y="8603"/>
                    <a:pt x="1660" y="8624"/>
                    <a:pt x="1625" y="8645"/>
                  </a:cubicBezTo>
                  <a:cubicBezTo>
                    <a:pt x="1492" y="8729"/>
                    <a:pt x="1341" y="8820"/>
                    <a:pt x="1341" y="9068"/>
                  </a:cubicBezTo>
                  <a:cubicBezTo>
                    <a:pt x="1341" y="9219"/>
                    <a:pt x="1352" y="9341"/>
                    <a:pt x="1359" y="9450"/>
                  </a:cubicBezTo>
                  <a:cubicBezTo>
                    <a:pt x="1373" y="9594"/>
                    <a:pt x="1380" y="9706"/>
                    <a:pt x="1355" y="9807"/>
                  </a:cubicBezTo>
                  <a:cubicBezTo>
                    <a:pt x="1352" y="9821"/>
                    <a:pt x="1352" y="9825"/>
                    <a:pt x="1387" y="9853"/>
                  </a:cubicBezTo>
                  <a:cubicBezTo>
                    <a:pt x="1471" y="9912"/>
                    <a:pt x="1509" y="10014"/>
                    <a:pt x="1488" y="10112"/>
                  </a:cubicBezTo>
                  <a:cubicBezTo>
                    <a:pt x="1460" y="10280"/>
                    <a:pt x="1324" y="10297"/>
                    <a:pt x="1243" y="10308"/>
                  </a:cubicBezTo>
                  <a:cubicBezTo>
                    <a:pt x="1219" y="10308"/>
                    <a:pt x="1198" y="10315"/>
                    <a:pt x="1177" y="10322"/>
                  </a:cubicBezTo>
                  <a:cubicBezTo>
                    <a:pt x="1173" y="10374"/>
                    <a:pt x="1177" y="10427"/>
                    <a:pt x="1184" y="10479"/>
                  </a:cubicBezTo>
                  <a:cubicBezTo>
                    <a:pt x="1198" y="10616"/>
                    <a:pt x="1215" y="10770"/>
                    <a:pt x="1089" y="10791"/>
                  </a:cubicBezTo>
                  <a:cubicBezTo>
                    <a:pt x="1065" y="10794"/>
                    <a:pt x="995" y="10805"/>
                    <a:pt x="995" y="11071"/>
                  </a:cubicBezTo>
                  <a:cubicBezTo>
                    <a:pt x="998" y="11179"/>
                    <a:pt x="963" y="11288"/>
                    <a:pt x="893" y="11372"/>
                  </a:cubicBezTo>
                  <a:cubicBezTo>
                    <a:pt x="872" y="11396"/>
                    <a:pt x="855" y="11424"/>
                    <a:pt x="848" y="11456"/>
                  </a:cubicBezTo>
                  <a:cubicBezTo>
                    <a:pt x="844" y="11498"/>
                    <a:pt x="869" y="11550"/>
                    <a:pt x="897" y="11606"/>
                  </a:cubicBezTo>
                  <a:cubicBezTo>
                    <a:pt x="935" y="11677"/>
                    <a:pt x="960" y="11750"/>
                    <a:pt x="963" y="11827"/>
                  </a:cubicBezTo>
                  <a:cubicBezTo>
                    <a:pt x="963" y="11855"/>
                    <a:pt x="970" y="11911"/>
                    <a:pt x="974" y="11967"/>
                  </a:cubicBezTo>
                  <a:lnTo>
                    <a:pt x="981" y="12009"/>
                  </a:lnTo>
                  <a:cubicBezTo>
                    <a:pt x="988" y="12086"/>
                    <a:pt x="991" y="12160"/>
                    <a:pt x="991" y="12230"/>
                  </a:cubicBezTo>
                  <a:cubicBezTo>
                    <a:pt x="991" y="12363"/>
                    <a:pt x="970" y="12464"/>
                    <a:pt x="879" y="12482"/>
                  </a:cubicBezTo>
                  <a:cubicBezTo>
                    <a:pt x="862" y="12496"/>
                    <a:pt x="827" y="12573"/>
                    <a:pt x="809" y="12702"/>
                  </a:cubicBezTo>
                  <a:cubicBezTo>
                    <a:pt x="806" y="12734"/>
                    <a:pt x="802" y="12765"/>
                    <a:pt x="802" y="12797"/>
                  </a:cubicBezTo>
                  <a:cubicBezTo>
                    <a:pt x="795" y="12846"/>
                    <a:pt x="802" y="12895"/>
                    <a:pt x="823" y="12940"/>
                  </a:cubicBezTo>
                  <a:cubicBezTo>
                    <a:pt x="904" y="12996"/>
                    <a:pt x="942" y="13094"/>
                    <a:pt x="928" y="13189"/>
                  </a:cubicBezTo>
                  <a:cubicBezTo>
                    <a:pt x="928" y="13206"/>
                    <a:pt x="925" y="13224"/>
                    <a:pt x="921" y="13241"/>
                  </a:cubicBezTo>
                  <a:cubicBezTo>
                    <a:pt x="914" y="13266"/>
                    <a:pt x="904" y="13290"/>
                    <a:pt x="893" y="13315"/>
                  </a:cubicBezTo>
                  <a:cubicBezTo>
                    <a:pt x="907" y="13336"/>
                    <a:pt x="921" y="13353"/>
                    <a:pt x="939" y="13371"/>
                  </a:cubicBezTo>
                  <a:cubicBezTo>
                    <a:pt x="988" y="13427"/>
                    <a:pt x="1093" y="13549"/>
                    <a:pt x="963" y="13679"/>
                  </a:cubicBezTo>
                  <a:cubicBezTo>
                    <a:pt x="939" y="13703"/>
                    <a:pt x="921" y="13732"/>
                    <a:pt x="914" y="13767"/>
                  </a:cubicBezTo>
                  <a:cubicBezTo>
                    <a:pt x="914" y="13784"/>
                    <a:pt x="918" y="13802"/>
                    <a:pt x="925" y="13816"/>
                  </a:cubicBezTo>
                  <a:cubicBezTo>
                    <a:pt x="940" y="13838"/>
                    <a:pt x="967" y="13857"/>
                    <a:pt x="1007" y="13857"/>
                  </a:cubicBezTo>
                  <a:cubicBezTo>
                    <a:pt x="1023" y="13857"/>
                    <a:pt x="1041" y="13854"/>
                    <a:pt x="1061" y="13847"/>
                  </a:cubicBezTo>
                  <a:cubicBezTo>
                    <a:pt x="1078" y="13842"/>
                    <a:pt x="1096" y="13840"/>
                    <a:pt x="1114" y="13840"/>
                  </a:cubicBezTo>
                  <a:cubicBezTo>
                    <a:pt x="1157" y="13840"/>
                    <a:pt x="1200" y="13855"/>
                    <a:pt x="1233" y="13882"/>
                  </a:cubicBezTo>
                  <a:cubicBezTo>
                    <a:pt x="1310" y="13942"/>
                    <a:pt x="1341" y="14043"/>
                    <a:pt x="1310" y="14134"/>
                  </a:cubicBezTo>
                  <a:cubicBezTo>
                    <a:pt x="1287" y="14189"/>
                    <a:pt x="1236" y="14223"/>
                    <a:pt x="1179" y="14223"/>
                  </a:cubicBezTo>
                  <a:cubicBezTo>
                    <a:pt x="1173" y="14223"/>
                    <a:pt x="1168" y="14222"/>
                    <a:pt x="1163" y="14222"/>
                  </a:cubicBezTo>
                  <a:cubicBezTo>
                    <a:pt x="1114" y="14222"/>
                    <a:pt x="1047" y="14222"/>
                    <a:pt x="998" y="14229"/>
                  </a:cubicBezTo>
                  <a:cubicBezTo>
                    <a:pt x="1149" y="14348"/>
                    <a:pt x="1215" y="14449"/>
                    <a:pt x="1201" y="14544"/>
                  </a:cubicBezTo>
                  <a:cubicBezTo>
                    <a:pt x="1191" y="14610"/>
                    <a:pt x="1142" y="14663"/>
                    <a:pt x="1054" y="14694"/>
                  </a:cubicBezTo>
                  <a:cubicBezTo>
                    <a:pt x="977" y="14726"/>
                    <a:pt x="981" y="14743"/>
                    <a:pt x="1002" y="14841"/>
                  </a:cubicBezTo>
                  <a:cubicBezTo>
                    <a:pt x="1026" y="14918"/>
                    <a:pt x="1030" y="14999"/>
                    <a:pt x="1012" y="15076"/>
                  </a:cubicBezTo>
                  <a:cubicBezTo>
                    <a:pt x="1002" y="15139"/>
                    <a:pt x="1009" y="15198"/>
                    <a:pt x="1030" y="15258"/>
                  </a:cubicBezTo>
                  <a:lnTo>
                    <a:pt x="1037" y="15282"/>
                  </a:lnTo>
                  <a:cubicBezTo>
                    <a:pt x="1061" y="15352"/>
                    <a:pt x="1082" y="15419"/>
                    <a:pt x="1051" y="15478"/>
                  </a:cubicBezTo>
                  <a:cubicBezTo>
                    <a:pt x="1044" y="15485"/>
                    <a:pt x="1040" y="15496"/>
                    <a:pt x="1033" y="15503"/>
                  </a:cubicBezTo>
                  <a:cubicBezTo>
                    <a:pt x="1012" y="15527"/>
                    <a:pt x="984" y="15541"/>
                    <a:pt x="953" y="15552"/>
                  </a:cubicBezTo>
                  <a:cubicBezTo>
                    <a:pt x="942" y="15555"/>
                    <a:pt x="935" y="15559"/>
                    <a:pt x="935" y="15583"/>
                  </a:cubicBezTo>
                  <a:cubicBezTo>
                    <a:pt x="935" y="15597"/>
                    <a:pt x="935" y="15611"/>
                    <a:pt x="935" y="15625"/>
                  </a:cubicBezTo>
                  <a:cubicBezTo>
                    <a:pt x="935" y="15636"/>
                    <a:pt x="935" y="15643"/>
                    <a:pt x="939" y="15657"/>
                  </a:cubicBezTo>
                  <a:cubicBezTo>
                    <a:pt x="946" y="15744"/>
                    <a:pt x="963" y="15902"/>
                    <a:pt x="778" y="15930"/>
                  </a:cubicBezTo>
                  <a:cubicBezTo>
                    <a:pt x="697" y="15941"/>
                    <a:pt x="694" y="15969"/>
                    <a:pt x="683" y="16053"/>
                  </a:cubicBezTo>
                  <a:cubicBezTo>
                    <a:pt x="676" y="16119"/>
                    <a:pt x="662" y="16210"/>
                    <a:pt x="578" y="16277"/>
                  </a:cubicBezTo>
                  <a:cubicBezTo>
                    <a:pt x="561" y="16294"/>
                    <a:pt x="557" y="16308"/>
                    <a:pt x="610" y="16399"/>
                  </a:cubicBezTo>
                  <a:cubicBezTo>
                    <a:pt x="655" y="16473"/>
                    <a:pt x="736" y="16616"/>
                    <a:pt x="589" y="16707"/>
                  </a:cubicBezTo>
                  <a:cubicBezTo>
                    <a:pt x="526" y="16749"/>
                    <a:pt x="515" y="16816"/>
                    <a:pt x="505" y="16889"/>
                  </a:cubicBezTo>
                  <a:cubicBezTo>
                    <a:pt x="491" y="16970"/>
                    <a:pt x="473" y="17096"/>
                    <a:pt x="323" y="17096"/>
                  </a:cubicBezTo>
                  <a:cubicBezTo>
                    <a:pt x="193" y="17096"/>
                    <a:pt x="109" y="17299"/>
                    <a:pt x="95" y="17404"/>
                  </a:cubicBezTo>
                  <a:cubicBezTo>
                    <a:pt x="88" y="17435"/>
                    <a:pt x="81" y="17467"/>
                    <a:pt x="71" y="17498"/>
                  </a:cubicBezTo>
                  <a:cubicBezTo>
                    <a:pt x="39" y="17614"/>
                    <a:pt x="1" y="17757"/>
                    <a:pt x="95" y="17859"/>
                  </a:cubicBezTo>
                  <a:cubicBezTo>
                    <a:pt x="99" y="17866"/>
                    <a:pt x="106" y="17873"/>
                    <a:pt x="113" y="17880"/>
                  </a:cubicBezTo>
                  <a:cubicBezTo>
                    <a:pt x="120" y="17891"/>
                    <a:pt x="130" y="17905"/>
                    <a:pt x="137" y="17919"/>
                  </a:cubicBezTo>
                  <a:cubicBezTo>
                    <a:pt x="141" y="17926"/>
                    <a:pt x="144" y="17933"/>
                    <a:pt x="148" y="17940"/>
                  </a:cubicBezTo>
                  <a:cubicBezTo>
                    <a:pt x="176" y="18003"/>
                    <a:pt x="179" y="18073"/>
                    <a:pt x="165" y="18139"/>
                  </a:cubicBezTo>
                  <a:cubicBezTo>
                    <a:pt x="158" y="18181"/>
                    <a:pt x="155" y="18192"/>
                    <a:pt x="165" y="18199"/>
                  </a:cubicBezTo>
                  <a:cubicBezTo>
                    <a:pt x="165" y="18202"/>
                    <a:pt x="169" y="18202"/>
                    <a:pt x="172" y="18206"/>
                  </a:cubicBezTo>
                  <a:cubicBezTo>
                    <a:pt x="227" y="18220"/>
                    <a:pt x="283" y="18227"/>
                    <a:pt x="336" y="18227"/>
                  </a:cubicBezTo>
                  <a:cubicBezTo>
                    <a:pt x="347" y="18227"/>
                    <a:pt x="358" y="18227"/>
                    <a:pt x="368" y="18227"/>
                  </a:cubicBezTo>
                  <a:cubicBezTo>
                    <a:pt x="512" y="18230"/>
                    <a:pt x="645" y="18234"/>
                    <a:pt x="701" y="18314"/>
                  </a:cubicBezTo>
                  <a:cubicBezTo>
                    <a:pt x="729" y="18353"/>
                    <a:pt x="732" y="18402"/>
                    <a:pt x="715" y="18444"/>
                  </a:cubicBezTo>
                  <a:cubicBezTo>
                    <a:pt x="708" y="18468"/>
                    <a:pt x="701" y="18489"/>
                    <a:pt x="697" y="18514"/>
                  </a:cubicBezTo>
                  <a:cubicBezTo>
                    <a:pt x="683" y="18594"/>
                    <a:pt x="676" y="18671"/>
                    <a:pt x="680" y="18752"/>
                  </a:cubicBezTo>
                  <a:cubicBezTo>
                    <a:pt x="676" y="18832"/>
                    <a:pt x="687" y="18909"/>
                    <a:pt x="708" y="18986"/>
                  </a:cubicBezTo>
                  <a:cubicBezTo>
                    <a:pt x="767" y="18997"/>
                    <a:pt x="802" y="19053"/>
                    <a:pt x="841" y="19109"/>
                  </a:cubicBezTo>
                  <a:cubicBezTo>
                    <a:pt x="875" y="19163"/>
                    <a:pt x="905" y="19214"/>
                    <a:pt x="939" y="19214"/>
                  </a:cubicBezTo>
                  <a:cubicBezTo>
                    <a:pt x="940" y="19214"/>
                    <a:pt x="941" y="19214"/>
                    <a:pt x="942" y="19214"/>
                  </a:cubicBezTo>
                  <a:cubicBezTo>
                    <a:pt x="993" y="19207"/>
                    <a:pt x="1309" y="19168"/>
                    <a:pt x="1593" y="19168"/>
                  </a:cubicBezTo>
                  <a:cubicBezTo>
                    <a:pt x="1725" y="19168"/>
                    <a:pt x="1849" y="19177"/>
                    <a:pt x="1936" y="19200"/>
                  </a:cubicBezTo>
                  <a:cubicBezTo>
                    <a:pt x="1947" y="19203"/>
                    <a:pt x="1961" y="19207"/>
                    <a:pt x="1975" y="19210"/>
                  </a:cubicBezTo>
                  <a:lnTo>
                    <a:pt x="1989" y="19217"/>
                  </a:lnTo>
                  <a:lnTo>
                    <a:pt x="2014" y="19224"/>
                  </a:lnTo>
                  <a:lnTo>
                    <a:pt x="2031" y="19231"/>
                  </a:lnTo>
                  <a:lnTo>
                    <a:pt x="2056" y="19242"/>
                  </a:lnTo>
                  <a:lnTo>
                    <a:pt x="2070" y="19252"/>
                  </a:lnTo>
                  <a:lnTo>
                    <a:pt x="2094" y="19263"/>
                  </a:lnTo>
                  <a:lnTo>
                    <a:pt x="2112" y="19273"/>
                  </a:lnTo>
                  <a:lnTo>
                    <a:pt x="2133" y="19287"/>
                  </a:lnTo>
                  <a:lnTo>
                    <a:pt x="2150" y="19298"/>
                  </a:lnTo>
                  <a:lnTo>
                    <a:pt x="2171" y="19312"/>
                  </a:lnTo>
                  <a:lnTo>
                    <a:pt x="2185" y="19326"/>
                  </a:lnTo>
                  <a:lnTo>
                    <a:pt x="2206" y="19340"/>
                  </a:lnTo>
                  <a:lnTo>
                    <a:pt x="2224" y="19354"/>
                  </a:lnTo>
                  <a:lnTo>
                    <a:pt x="2231" y="19357"/>
                  </a:lnTo>
                  <a:cubicBezTo>
                    <a:pt x="2245" y="19357"/>
                    <a:pt x="2262" y="19354"/>
                    <a:pt x="2280" y="19354"/>
                  </a:cubicBezTo>
                  <a:cubicBezTo>
                    <a:pt x="2367" y="19361"/>
                    <a:pt x="2451" y="19378"/>
                    <a:pt x="2532" y="19410"/>
                  </a:cubicBezTo>
                  <a:cubicBezTo>
                    <a:pt x="2577" y="19427"/>
                    <a:pt x="2623" y="19441"/>
                    <a:pt x="2672" y="19448"/>
                  </a:cubicBezTo>
                  <a:cubicBezTo>
                    <a:pt x="2633" y="19385"/>
                    <a:pt x="2588" y="19322"/>
                    <a:pt x="2535" y="19266"/>
                  </a:cubicBezTo>
                  <a:cubicBezTo>
                    <a:pt x="2430" y="19140"/>
                    <a:pt x="2367" y="19056"/>
                    <a:pt x="2374" y="18986"/>
                  </a:cubicBezTo>
                  <a:cubicBezTo>
                    <a:pt x="2374" y="18920"/>
                    <a:pt x="2364" y="18853"/>
                    <a:pt x="2346" y="18787"/>
                  </a:cubicBezTo>
                  <a:cubicBezTo>
                    <a:pt x="2329" y="18720"/>
                    <a:pt x="2318" y="18650"/>
                    <a:pt x="2315" y="18580"/>
                  </a:cubicBezTo>
                  <a:cubicBezTo>
                    <a:pt x="2315" y="18559"/>
                    <a:pt x="2315" y="18535"/>
                    <a:pt x="2311" y="18503"/>
                  </a:cubicBezTo>
                  <a:cubicBezTo>
                    <a:pt x="2297" y="18356"/>
                    <a:pt x="2283" y="18136"/>
                    <a:pt x="2451" y="18017"/>
                  </a:cubicBezTo>
                  <a:cubicBezTo>
                    <a:pt x="2500" y="17978"/>
                    <a:pt x="2546" y="17936"/>
                    <a:pt x="2588" y="17884"/>
                  </a:cubicBezTo>
                  <a:cubicBezTo>
                    <a:pt x="2633" y="17832"/>
                    <a:pt x="2678" y="17781"/>
                    <a:pt x="2754" y="17781"/>
                  </a:cubicBezTo>
                  <a:cubicBezTo>
                    <a:pt x="2767" y="17781"/>
                    <a:pt x="2780" y="17783"/>
                    <a:pt x="2794" y="17785"/>
                  </a:cubicBezTo>
                  <a:cubicBezTo>
                    <a:pt x="2799" y="17786"/>
                    <a:pt x="2803" y="17786"/>
                    <a:pt x="2808" y="17786"/>
                  </a:cubicBezTo>
                  <a:cubicBezTo>
                    <a:pt x="2849" y="17786"/>
                    <a:pt x="2892" y="17772"/>
                    <a:pt x="2924" y="17743"/>
                  </a:cubicBezTo>
                  <a:cubicBezTo>
                    <a:pt x="3008" y="17673"/>
                    <a:pt x="3057" y="17568"/>
                    <a:pt x="3053" y="17460"/>
                  </a:cubicBezTo>
                  <a:cubicBezTo>
                    <a:pt x="3067" y="17145"/>
                    <a:pt x="3214" y="17022"/>
                    <a:pt x="3456" y="16816"/>
                  </a:cubicBezTo>
                  <a:lnTo>
                    <a:pt x="3466" y="16805"/>
                  </a:lnTo>
                  <a:cubicBezTo>
                    <a:pt x="3575" y="16718"/>
                    <a:pt x="3687" y="16637"/>
                    <a:pt x="3802" y="16564"/>
                  </a:cubicBezTo>
                  <a:cubicBezTo>
                    <a:pt x="3914" y="16490"/>
                    <a:pt x="4061" y="16392"/>
                    <a:pt x="4090" y="16343"/>
                  </a:cubicBezTo>
                  <a:cubicBezTo>
                    <a:pt x="4047" y="16256"/>
                    <a:pt x="4090" y="16119"/>
                    <a:pt x="4135" y="15976"/>
                  </a:cubicBezTo>
                  <a:cubicBezTo>
                    <a:pt x="4156" y="15916"/>
                    <a:pt x="4170" y="15857"/>
                    <a:pt x="4181" y="15793"/>
                  </a:cubicBezTo>
                  <a:cubicBezTo>
                    <a:pt x="4149" y="15765"/>
                    <a:pt x="3991" y="15751"/>
                    <a:pt x="3907" y="15741"/>
                  </a:cubicBezTo>
                  <a:cubicBezTo>
                    <a:pt x="3830" y="15737"/>
                    <a:pt x="3753" y="15723"/>
                    <a:pt x="3680" y="15702"/>
                  </a:cubicBezTo>
                  <a:cubicBezTo>
                    <a:pt x="3578" y="15667"/>
                    <a:pt x="3326" y="15503"/>
                    <a:pt x="3228" y="15251"/>
                  </a:cubicBezTo>
                  <a:cubicBezTo>
                    <a:pt x="3169" y="15093"/>
                    <a:pt x="3183" y="14918"/>
                    <a:pt x="3267" y="14775"/>
                  </a:cubicBezTo>
                  <a:cubicBezTo>
                    <a:pt x="3389" y="14551"/>
                    <a:pt x="3652" y="14278"/>
                    <a:pt x="4219" y="14229"/>
                  </a:cubicBezTo>
                  <a:lnTo>
                    <a:pt x="4230" y="14229"/>
                  </a:lnTo>
                  <a:cubicBezTo>
                    <a:pt x="4233" y="14208"/>
                    <a:pt x="4233" y="14187"/>
                    <a:pt x="4233" y="14166"/>
                  </a:cubicBezTo>
                  <a:cubicBezTo>
                    <a:pt x="4233" y="14099"/>
                    <a:pt x="4233" y="14001"/>
                    <a:pt x="4321" y="13949"/>
                  </a:cubicBezTo>
                  <a:cubicBezTo>
                    <a:pt x="4408" y="13896"/>
                    <a:pt x="4436" y="13816"/>
                    <a:pt x="4436" y="13630"/>
                  </a:cubicBezTo>
                  <a:cubicBezTo>
                    <a:pt x="4436" y="13406"/>
                    <a:pt x="4436" y="13035"/>
                    <a:pt x="4713" y="13007"/>
                  </a:cubicBezTo>
                  <a:cubicBezTo>
                    <a:pt x="4765" y="13003"/>
                    <a:pt x="4814" y="12986"/>
                    <a:pt x="4860" y="12958"/>
                  </a:cubicBezTo>
                  <a:lnTo>
                    <a:pt x="4846" y="12951"/>
                  </a:lnTo>
                  <a:cubicBezTo>
                    <a:pt x="4744" y="12923"/>
                    <a:pt x="4671" y="12839"/>
                    <a:pt x="4678" y="12758"/>
                  </a:cubicBezTo>
                  <a:cubicBezTo>
                    <a:pt x="4681" y="12716"/>
                    <a:pt x="4709" y="12625"/>
                    <a:pt x="4881" y="12604"/>
                  </a:cubicBezTo>
                  <a:cubicBezTo>
                    <a:pt x="4895" y="12601"/>
                    <a:pt x="4909" y="12600"/>
                    <a:pt x="4924" y="12600"/>
                  </a:cubicBezTo>
                  <a:cubicBezTo>
                    <a:pt x="5011" y="12600"/>
                    <a:pt x="5093" y="12653"/>
                    <a:pt x="5129" y="12734"/>
                  </a:cubicBezTo>
                  <a:cubicBezTo>
                    <a:pt x="5154" y="12776"/>
                    <a:pt x="5161" y="12786"/>
                    <a:pt x="5192" y="12786"/>
                  </a:cubicBezTo>
                  <a:cubicBezTo>
                    <a:pt x="5262" y="12786"/>
                    <a:pt x="5381" y="12699"/>
                    <a:pt x="5409" y="12608"/>
                  </a:cubicBezTo>
                  <a:cubicBezTo>
                    <a:pt x="5430" y="12559"/>
                    <a:pt x="5409" y="12506"/>
                    <a:pt x="5367" y="12482"/>
                  </a:cubicBezTo>
                  <a:cubicBezTo>
                    <a:pt x="5329" y="12452"/>
                    <a:pt x="5300" y="12439"/>
                    <a:pt x="5275" y="12439"/>
                  </a:cubicBezTo>
                  <a:cubicBezTo>
                    <a:pt x="5240" y="12439"/>
                    <a:pt x="5212" y="12465"/>
                    <a:pt x="5175" y="12503"/>
                  </a:cubicBezTo>
                  <a:cubicBezTo>
                    <a:pt x="5140" y="12545"/>
                    <a:pt x="5094" y="12576"/>
                    <a:pt x="5045" y="12590"/>
                  </a:cubicBezTo>
                  <a:cubicBezTo>
                    <a:pt x="5033" y="12593"/>
                    <a:pt x="5021" y="12595"/>
                    <a:pt x="5009" y="12595"/>
                  </a:cubicBezTo>
                  <a:cubicBezTo>
                    <a:pt x="4937" y="12595"/>
                    <a:pt x="4876" y="12545"/>
                    <a:pt x="4828" y="12506"/>
                  </a:cubicBezTo>
                  <a:cubicBezTo>
                    <a:pt x="4793" y="12478"/>
                    <a:pt x="4755" y="12447"/>
                    <a:pt x="4727" y="12447"/>
                  </a:cubicBezTo>
                  <a:cubicBezTo>
                    <a:pt x="4699" y="12447"/>
                    <a:pt x="4629" y="12436"/>
                    <a:pt x="4608" y="12324"/>
                  </a:cubicBezTo>
                  <a:cubicBezTo>
                    <a:pt x="4597" y="12272"/>
                    <a:pt x="4594" y="12216"/>
                    <a:pt x="4597" y="12160"/>
                  </a:cubicBezTo>
                  <a:cubicBezTo>
                    <a:pt x="4601" y="12107"/>
                    <a:pt x="4594" y="12051"/>
                    <a:pt x="4583" y="11995"/>
                  </a:cubicBezTo>
                  <a:cubicBezTo>
                    <a:pt x="4538" y="11894"/>
                    <a:pt x="4443" y="11589"/>
                    <a:pt x="4566" y="11421"/>
                  </a:cubicBezTo>
                  <a:cubicBezTo>
                    <a:pt x="4596" y="11380"/>
                    <a:pt x="4638" y="11363"/>
                    <a:pt x="4688" y="11363"/>
                  </a:cubicBezTo>
                  <a:cubicBezTo>
                    <a:pt x="4774" y="11363"/>
                    <a:pt x="4885" y="11412"/>
                    <a:pt x="5014" y="11470"/>
                  </a:cubicBezTo>
                  <a:cubicBezTo>
                    <a:pt x="5164" y="11536"/>
                    <a:pt x="5336" y="11613"/>
                    <a:pt x="5497" y="11624"/>
                  </a:cubicBezTo>
                  <a:cubicBezTo>
                    <a:pt x="5519" y="11626"/>
                    <a:pt x="5542" y="11627"/>
                    <a:pt x="5564" y="11627"/>
                  </a:cubicBezTo>
                  <a:cubicBezTo>
                    <a:pt x="5720" y="11627"/>
                    <a:pt x="5872" y="11574"/>
                    <a:pt x="5994" y="11473"/>
                  </a:cubicBezTo>
                  <a:cubicBezTo>
                    <a:pt x="6025" y="11449"/>
                    <a:pt x="6050" y="11414"/>
                    <a:pt x="6057" y="11375"/>
                  </a:cubicBezTo>
                  <a:cubicBezTo>
                    <a:pt x="6053" y="11337"/>
                    <a:pt x="6043" y="11298"/>
                    <a:pt x="6032" y="11260"/>
                  </a:cubicBezTo>
                  <a:cubicBezTo>
                    <a:pt x="5994" y="11130"/>
                    <a:pt x="5938" y="10931"/>
                    <a:pt x="6134" y="10798"/>
                  </a:cubicBezTo>
                  <a:cubicBezTo>
                    <a:pt x="6201" y="10756"/>
                    <a:pt x="6208" y="10731"/>
                    <a:pt x="6211" y="10728"/>
                  </a:cubicBezTo>
                  <a:cubicBezTo>
                    <a:pt x="6211" y="10714"/>
                    <a:pt x="6190" y="10682"/>
                    <a:pt x="6169" y="10651"/>
                  </a:cubicBezTo>
                  <a:cubicBezTo>
                    <a:pt x="6134" y="10602"/>
                    <a:pt x="6102" y="10546"/>
                    <a:pt x="6081" y="10486"/>
                  </a:cubicBezTo>
                  <a:cubicBezTo>
                    <a:pt x="6036" y="10336"/>
                    <a:pt x="6095" y="10220"/>
                    <a:pt x="6173" y="10175"/>
                  </a:cubicBezTo>
                  <a:cubicBezTo>
                    <a:pt x="6201" y="10156"/>
                    <a:pt x="6232" y="10148"/>
                    <a:pt x="6262" y="10148"/>
                  </a:cubicBezTo>
                  <a:cubicBezTo>
                    <a:pt x="6308" y="10148"/>
                    <a:pt x="6353" y="10167"/>
                    <a:pt x="6386" y="10203"/>
                  </a:cubicBezTo>
                  <a:cubicBezTo>
                    <a:pt x="6409" y="10220"/>
                    <a:pt x="6491" y="10230"/>
                    <a:pt x="6615" y="10230"/>
                  </a:cubicBezTo>
                  <a:cubicBezTo>
                    <a:pt x="6863" y="10230"/>
                    <a:pt x="7279" y="10191"/>
                    <a:pt x="7734" y="10098"/>
                  </a:cubicBezTo>
                  <a:cubicBezTo>
                    <a:pt x="8371" y="9968"/>
                    <a:pt x="8704" y="9748"/>
                    <a:pt x="8725" y="9639"/>
                  </a:cubicBezTo>
                  <a:cubicBezTo>
                    <a:pt x="8749" y="9523"/>
                    <a:pt x="8879" y="9355"/>
                    <a:pt x="9061" y="9131"/>
                  </a:cubicBezTo>
                  <a:cubicBezTo>
                    <a:pt x="9120" y="9058"/>
                    <a:pt x="9176" y="8984"/>
                    <a:pt x="9229" y="8904"/>
                  </a:cubicBezTo>
                  <a:cubicBezTo>
                    <a:pt x="9257" y="8858"/>
                    <a:pt x="9264" y="8802"/>
                    <a:pt x="9239" y="8753"/>
                  </a:cubicBezTo>
                  <a:cubicBezTo>
                    <a:pt x="9211" y="8694"/>
                    <a:pt x="9141" y="8652"/>
                    <a:pt x="9047" y="8638"/>
                  </a:cubicBezTo>
                  <a:cubicBezTo>
                    <a:pt x="8945" y="8627"/>
                    <a:pt x="8854" y="8561"/>
                    <a:pt x="8819" y="8463"/>
                  </a:cubicBezTo>
                  <a:cubicBezTo>
                    <a:pt x="8774" y="8340"/>
                    <a:pt x="8809" y="8172"/>
                    <a:pt x="8910" y="8057"/>
                  </a:cubicBezTo>
                  <a:cubicBezTo>
                    <a:pt x="8942" y="8018"/>
                    <a:pt x="8938" y="7994"/>
                    <a:pt x="8931" y="7976"/>
                  </a:cubicBezTo>
                  <a:cubicBezTo>
                    <a:pt x="8903" y="7910"/>
                    <a:pt x="8784" y="7850"/>
                    <a:pt x="8648" y="7836"/>
                  </a:cubicBezTo>
                  <a:cubicBezTo>
                    <a:pt x="8487" y="7819"/>
                    <a:pt x="8206" y="7731"/>
                    <a:pt x="8150" y="7567"/>
                  </a:cubicBezTo>
                  <a:cubicBezTo>
                    <a:pt x="8133" y="7514"/>
                    <a:pt x="8129" y="7437"/>
                    <a:pt x="8224" y="7349"/>
                  </a:cubicBezTo>
                  <a:cubicBezTo>
                    <a:pt x="8282" y="7291"/>
                    <a:pt x="8336" y="7264"/>
                    <a:pt x="8388" y="7264"/>
                  </a:cubicBezTo>
                  <a:cubicBezTo>
                    <a:pt x="8401" y="7264"/>
                    <a:pt x="8414" y="7265"/>
                    <a:pt x="8427" y="7269"/>
                  </a:cubicBezTo>
                  <a:lnTo>
                    <a:pt x="8427" y="7262"/>
                  </a:lnTo>
                  <a:lnTo>
                    <a:pt x="8434" y="7241"/>
                  </a:lnTo>
                  <a:lnTo>
                    <a:pt x="8434" y="7234"/>
                  </a:lnTo>
                  <a:cubicBezTo>
                    <a:pt x="8438" y="7223"/>
                    <a:pt x="8438" y="7216"/>
                    <a:pt x="8441" y="7209"/>
                  </a:cubicBezTo>
                  <a:lnTo>
                    <a:pt x="8441" y="7206"/>
                  </a:lnTo>
                  <a:cubicBezTo>
                    <a:pt x="8441" y="7202"/>
                    <a:pt x="8441" y="7195"/>
                    <a:pt x="8445" y="7192"/>
                  </a:cubicBezTo>
                  <a:lnTo>
                    <a:pt x="8445" y="7188"/>
                  </a:lnTo>
                  <a:lnTo>
                    <a:pt x="8445" y="7178"/>
                  </a:lnTo>
                  <a:lnTo>
                    <a:pt x="8434" y="7174"/>
                  </a:lnTo>
                  <a:cubicBezTo>
                    <a:pt x="8329" y="7136"/>
                    <a:pt x="8266" y="7059"/>
                    <a:pt x="8273" y="6800"/>
                  </a:cubicBezTo>
                  <a:cubicBezTo>
                    <a:pt x="8273" y="6688"/>
                    <a:pt x="8298" y="6576"/>
                    <a:pt x="8347" y="6474"/>
                  </a:cubicBezTo>
                  <a:cubicBezTo>
                    <a:pt x="8382" y="6394"/>
                    <a:pt x="8417" y="6313"/>
                    <a:pt x="8420" y="6089"/>
                  </a:cubicBezTo>
                  <a:cubicBezTo>
                    <a:pt x="8431" y="5876"/>
                    <a:pt x="8469" y="5666"/>
                    <a:pt x="8539" y="5466"/>
                  </a:cubicBezTo>
                  <a:cubicBezTo>
                    <a:pt x="8574" y="5368"/>
                    <a:pt x="8599" y="5263"/>
                    <a:pt x="8606" y="5158"/>
                  </a:cubicBezTo>
                  <a:cubicBezTo>
                    <a:pt x="8606" y="5140"/>
                    <a:pt x="8606" y="5126"/>
                    <a:pt x="8609" y="5112"/>
                  </a:cubicBezTo>
                  <a:lnTo>
                    <a:pt x="8609" y="5105"/>
                  </a:lnTo>
                  <a:cubicBezTo>
                    <a:pt x="8613" y="5074"/>
                    <a:pt x="8623" y="5046"/>
                    <a:pt x="8637" y="5018"/>
                  </a:cubicBezTo>
                  <a:cubicBezTo>
                    <a:pt x="8658" y="4972"/>
                    <a:pt x="8683" y="4934"/>
                    <a:pt x="8711" y="4895"/>
                  </a:cubicBezTo>
                  <a:lnTo>
                    <a:pt x="8711" y="4895"/>
                  </a:lnTo>
                  <a:lnTo>
                    <a:pt x="8704" y="4902"/>
                  </a:lnTo>
                  <a:lnTo>
                    <a:pt x="8756" y="4843"/>
                  </a:lnTo>
                  <a:cubicBezTo>
                    <a:pt x="8802" y="4787"/>
                    <a:pt x="8858" y="4731"/>
                    <a:pt x="8914" y="4668"/>
                  </a:cubicBezTo>
                  <a:cubicBezTo>
                    <a:pt x="8987" y="4591"/>
                    <a:pt x="9064" y="4503"/>
                    <a:pt x="9138" y="4412"/>
                  </a:cubicBezTo>
                  <a:cubicBezTo>
                    <a:pt x="9183" y="4360"/>
                    <a:pt x="9222" y="4300"/>
                    <a:pt x="9260" y="4241"/>
                  </a:cubicBezTo>
                  <a:cubicBezTo>
                    <a:pt x="9446" y="3936"/>
                    <a:pt x="9817" y="3555"/>
                    <a:pt x="10072" y="3344"/>
                  </a:cubicBezTo>
                  <a:cubicBezTo>
                    <a:pt x="10121" y="3302"/>
                    <a:pt x="10174" y="3264"/>
                    <a:pt x="10226" y="3225"/>
                  </a:cubicBezTo>
                  <a:cubicBezTo>
                    <a:pt x="10314" y="3173"/>
                    <a:pt x="10405" y="3127"/>
                    <a:pt x="10503" y="3089"/>
                  </a:cubicBezTo>
                  <a:lnTo>
                    <a:pt x="10545" y="3068"/>
                  </a:lnTo>
                  <a:cubicBezTo>
                    <a:pt x="10671" y="3015"/>
                    <a:pt x="10846" y="2938"/>
                    <a:pt x="10867" y="2889"/>
                  </a:cubicBezTo>
                  <a:cubicBezTo>
                    <a:pt x="10867" y="2886"/>
                    <a:pt x="10871" y="2882"/>
                    <a:pt x="10871" y="2875"/>
                  </a:cubicBezTo>
                  <a:cubicBezTo>
                    <a:pt x="10885" y="2791"/>
                    <a:pt x="10888" y="2704"/>
                    <a:pt x="10881" y="2616"/>
                  </a:cubicBezTo>
                  <a:cubicBezTo>
                    <a:pt x="10881" y="2592"/>
                    <a:pt x="10878" y="2564"/>
                    <a:pt x="10874" y="2536"/>
                  </a:cubicBezTo>
                  <a:lnTo>
                    <a:pt x="10874" y="2529"/>
                  </a:lnTo>
                  <a:cubicBezTo>
                    <a:pt x="10871" y="2501"/>
                    <a:pt x="10867" y="2469"/>
                    <a:pt x="10864" y="2441"/>
                  </a:cubicBezTo>
                  <a:lnTo>
                    <a:pt x="10864" y="2431"/>
                  </a:lnTo>
                  <a:cubicBezTo>
                    <a:pt x="10864" y="2413"/>
                    <a:pt x="10860" y="2396"/>
                    <a:pt x="10857" y="2378"/>
                  </a:cubicBezTo>
                  <a:cubicBezTo>
                    <a:pt x="10857" y="2361"/>
                    <a:pt x="10853" y="2354"/>
                    <a:pt x="10853" y="2343"/>
                  </a:cubicBezTo>
                  <a:cubicBezTo>
                    <a:pt x="10839" y="2242"/>
                    <a:pt x="10818" y="2161"/>
                    <a:pt x="10797" y="2137"/>
                  </a:cubicBezTo>
                  <a:cubicBezTo>
                    <a:pt x="10782" y="2130"/>
                    <a:pt x="10735" y="2119"/>
                    <a:pt x="10609" y="2119"/>
                  </a:cubicBezTo>
                  <a:cubicBezTo>
                    <a:pt x="10593" y="2119"/>
                    <a:pt x="10577" y="2119"/>
                    <a:pt x="10559" y="2119"/>
                  </a:cubicBezTo>
                  <a:lnTo>
                    <a:pt x="10542" y="2119"/>
                  </a:lnTo>
                  <a:lnTo>
                    <a:pt x="10542" y="2130"/>
                  </a:lnTo>
                  <a:lnTo>
                    <a:pt x="10542" y="2151"/>
                  </a:lnTo>
                  <a:lnTo>
                    <a:pt x="10542" y="2175"/>
                  </a:lnTo>
                  <a:lnTo>
                    <a:pt x="10542" y="2196"/>
                  </a:lnTo>
                  <a:lnTo>
                    <a:pt x="10542" y="2224"/>
                  </a:lnTo>
                  <a:lnTo>
                    <a:pt x="10542" y="2245"/>
                  </a:lnTo>
                  <a:cubicBezTo>
                    <a:pt x="10542" y="2252"/>
                    <a:pt x="10542" y="2266"/>
                    <a:pt x="10538" y="2277"/>
                  </a:cubicBezTo>
                  <a:cubicBezTo>
                    <a:pt x="10535" y="2287"/>
                    <a:pt x="10538" y="2291"/>
                    <a:pt x="10538" y="2298"/>
                  </a:cubicBezTo>
                  <a:cubicBezTo>
                    <a:pt x="10538" y="2305"/>
                    <a:pt x="10535" y="2319"/>
                    <a:pt x="10535" y="2333"/>
                  </a:cubicBezTo>
                  <a:cubicBezTo>
                    <a:pt x="10535" y="2343"/>
                    <a:pt x="10535" y="2347"/>
                    <a:pt x="10531" y="2354"/>
                  </a:cubicBezTo>
                  <a:cubicBezTo>
                    <a:pt x="10528" y="2361"/>
                    <a:pt x="10528" y="2378"/>
                    <a:pt x="10528" y="2389"/>
                  </a:cubicBezTo>
                  <a:cubicBezTo>
                    <a:pt x="10524" y="2399"/>
                    <a:pt x="10524" y="2403"/>
                    <a:pt x="10524" y="2413"/>
                  </a:cubicBezTo>
                  <a:cubicBezTo>
                    <a:pt x="10521" y="2420"/>
                    <a:pt x="10517" y="2434"/>
                    <a:pt x="10517" y="2448"/>
                  </a:cubicBezTo>
                  <a:lnTo>
                    <a:pt x="10510" y="2473"/>
                  </a:lnTo>
                  <a:cubicBezTo>
                    <a:pt x="10510" y="2483"/>
                    <a:pt x="10507" y="2494"/>
                    <a:pt x="10503" y="2508"/>
                  </a:cubicBezTo>
                  <a:lnTo>
                    <a:pt x="10500" y="2532"/>
                  </a:lnTo>
                  <a:cubicBezTo>
                    <a:pt x="10496" y="2543"/>
                    <a:pt x="10493" y="2557"/>
                    <a:pt x="10489" y="2567"/>
                  </a:cubicBezTo>
                  <a:lnTo>
                    <a:pt x="10482" y="2592"/>
                  </a:lnTo>
                  <a:cubicBezTo>
                    <a:pt x="10479" y="2602"/>
                    <a:pt x="10475" y="2613"/>
                    <a:pt x="10472" y="2623"/>
                  </a:cubicBezTo>
                  <a:cubicBezTo>
                    <a:pt x="10468" y="2637"/>
                    <a:pt x="10468" y="2641"/>
                    <a:pt x="10465" y="2648"/>
                  </a:cubicBezTo>
                  <a:cubicBezTo>
                    <a:pt x="10461" y="2658"/>
                    <a:pt x="10458" y="2669"/>
                    <a:pt x="10454" y="2683"/>
                  </a:cubicBezTo>
                  <a:cubicBezTo>
                    <a:pt x="10451" y="2693"/>
                    <a:pt x="10447" y="2697"/>
                    <a:pt x="10444" y="2704"/>
                  </a:cubicBezTo>
                  <a:cubicBezTo>
                    <a:pt x="10444" y="2714"/>
                    <a:pt x="10437" y="2725"/>
                    <a:pt x="10433" y="2735"/>
                  </a:cubicBezTo>
                  <a:cubicBezTo>
                    <a:pt x="10430" y="2746"/>
                    <a:pt x="10426" y="2749"/>
                    <a:pt x="10423" y="2756"/>
                  </a:cubicBezTo>
                  <a:cubicBezTo>
                    <a:pt x="10419" y="2763"/>
                    <a:pt x="10416" y="2777"/>
                    <a:pt x="10412" y="2784"/>
                  </a:cubicBezTo>
                  <a:cubicBezTo>
                    <a:pt x="10405" y="2795"/>
                    <a:pt x="10405" y="2798"/>
                    <a:pt x="10402" y="2805"/>
                  </a:cubicBezTo>
                  <a:cubicBezTo>
                    <a:pt x="10398" y="2812"/>
                    <a:pt x="10391" y="2823"/>
                    <a:pt x="10388" y="2833"/>
                  </a:cubicBezTo>
                  <a:cubicBezTo>
                    <a:pt x="10381" y="2840"/>
                    <a:pt x="10381" y="2844"/>
                    <a:pt x="10377" y="2851"/>
                  </a:cubicBezTo>
                  <a:cubicBezTo>
                    <a:pt x="10374" y="2854"/>
                    <a:pt x="10367" y="2868"/>
                    <a:pt x="10360" y="2875"/>
                  </a:cubicBezTo>
                  <a:lnTo>
                    <a:pt x="10353" y="2889"/>
                  </a:lnTo>
                  <a:cubicBezTo>
                    <a:pt x="10342" y="2900"/>
                    <a:pt x="10335" y="2910"/>
                    <a:pt x="10325" y="2921"/>
                  </a:cubicBezTo>
                  <a:cubicBezTo>
                    <a:pt x="10295" y="2960"/>
                    <a:pt x="10248" y="2981"/>
                    <a:pt x="10199" y="2981"/>
                  </a:cubicBezTo>
                  <a:cubicBezTo>
                    <a:pt x="10196" y="2981"/>
                    <a:pt x="10192" y="2981"/>
                    <a:pt x="10188" y="2980"/>
                  </a:cubicBezTo>
                  <a:cubicBezTo>
                    <a:pt x="10186" y="2980"/>
                    <a:pt x="10185" y="2980"/>
                    <a:pt x="10183" y="2980"/>
                  </a:cubicBezTo>
                  <a:cubicBezTo>
                    <a:pt x="10131" y="2980"/>
                    <a:pt x="10067" y="3031"/>
                    <a:pt x="10009" y="3082"/>
                  </a:cubicBezTo>
                  <a:cubicBezTo>
                    <a:pt x="9944" y="3139"/>
                    <a:pt x="9875" y="3196"/>
                    <a:pt x="9795" y="3196"/>
                  </a:cubicBezTo>
                  <a:cubicBezTo>
                    <a:pt x="9782" y="3196"/>
                    <a:pt x="9768" y="3194"/>
                    <a:pt x="9754" y="3190"/>
                  </a:cubicBezTo>
                  <a:cubicBezTo>
                    <a:pt x="9751" y="3190"/>
                    <a:pt x="9748" y="3189"/>
                    <a:pt x="9744" y="3189"/>
                  </a:cubicBezTo>
                  <a:cubicBezTo>
                    <a:pt x="9712" y="3189"/>
                    <a:pt x="9661" y="3218"/>
                    <a:pt x="9610" y="3243"/>
                  </a:cubicBezTo>
                  <a:lnTo>
                    <a:pt x="9589" y="3253"/>
                  </a:lnTo>
                  <a:lnTo>
                    <a:pt x="9582" y="3257"/>
                  </a:lnTo>
                  <a:lnTo>
                    <a:pt x="9561" y="3267"/>
                  </a:lnTo>
                  <a:lnTo>
                    <a:pt x="9558" y="3267"/>
                  </a:lnTo>
                  <a:cubicBezTo>
                    <a:pt x="9540" y="3278"/>
                    <a:pt x="9523" y="3285"/>
                    <a:pt x="9505" y="3292"/>
                  </a:cubicBezTo>
                  <a:lnTo>
                    <a:pt x="9498" y="3292"/>
                  </a:lnTo>
                  <a:lnTo>
                    <a:pt x="9477" y="3302"/>
                  </a:lnTo>
                  <a:lnTo>
                    <a:pt x="9470" y="3302"/>
                  </a:lnTo>
                  <a:lnTo>
                    <a:pt x="9442" y="3309"/>
                  </a:lnTo>
                  <a:lnTo>
                    <a:pt x="9418" y="3313"/>
                  </a:lnTo>
                  <a:lnTo>
                    <a:pt x="9351" y="3313"/>
                  </a:lnTo>
                  <a:cubicBezTo>
                    <a:pt x="9344" y="3313"/>
                    <a:pt x="9334" y="3309"/>
                    <a:pt x="9327" y="3306"/>
                  </a:cubicBezTo>
                  <a:lnTo>
                    <a:pt x="9320" y="3306"/>
                  </a:lnTo>
                  <a:lnTo>
                    <a:pt x="9299" y="3299"/>
                  </a:lnTo>
                  <a:lnTo>
                    <a:pt x="9288" y="3295"/>
                  </a:lnTo>
                  <a:cubicBezTo>
                    <a:pt x="9281" y="3292"/>
                    <a:pt x="9271" y="3285"/>
                    <a:pt x="9260" y="3281"/>
                  </a:cubicBezTo>
                  <a:cubicBezTo>
                    <a:pt x="9223" y="3258"/>
                    <a:pt x="9180" y="3251"/>
                    <a:pt x="9134" y="3251"/>
                  </a:cubicBezTo>
                  <a:cubicBezTo>
                    <a:pt x="9096" y="3251"/>
                    <a:pt x="9056" y="3256"/>
                    <a:pt x="9015" y="3260"/>
                  </a:cubicBezTo>
                  <a:cubicBezTo>
                    <a:pt x="8978" y="3265"/>
                    <a:pt x="8939" y="3269"/>
                    <a:pt x="8899" y="3269"/>
                  </a:cubicBezTo>
                  <a:cubicBezTo>
                    <a:pt x="8842" y="3269"/>
                    <a:pt x="8785" y="3260"/>
                    <a:pt x="8735" y="3229"/>
                  </a:cubicBezTo>
                  <a:cubicBezTo>
                    <a:pt x="8721" y="3222"/>
                    <a:pt x="8707" y="3215"/>
                    <a:pt x="8690" y="3211"/>
                  </a:cubicBezTo>
                  <a:cubicBezTo>
                    <a:pt x="8623" y="3201"/>
                    <a:pt x="8557" y="3194"/>
                    <a:pt x="8487" y="3190"/>
                  </a:cubicBezTo>
                  <a:cubicBezTo>
                    <a:pt x="8392" y="3187"/>
                    <a:pt x="8305" y="3180"/>
                    <a:pt x="8249" y="3148"/>
                  </a:cubicBezTo>
                  <a:cubicBezTo>
                    <a:pt x="8238" y="3145"/>
                    <a:pt x="8227" y="3138"/>
                    <a:pt x="8220" y="3127"/>
                  </a:cubicBezTo>
                  <a:cubicBezTo>
                    <a:pt x="8203" y="3110"/>
                    <a:pt x="8196" y="3085"/>
                    <a:pt x="8196" y="3061"/>
                  </a:cubicBezTo>
                  <a:cubicBezTo>
                    <a:pt x="8199" y="3005"/>
                    <a:pt x="8231" y="2956"/>
                    <a:pt x="8277" y="2928"/>
                  </a:cubicBezTo>
                  <a:cubicBezTo>
                    <a:pt x="8326" y="2893"/>
                    <a:pt x="8378" y="2854"/>
                    <a:pt x="8378" y="2697"/>
                  </a:cubicBezTo>
                  <a:cubicBezTo>
                    <a:pt x="8378" y="2508"/>
                    <a:pt x="8539" y="2322"/>
                    <a:pt x="8669" y="2172"/>
                  </a:cubicBezTo>
                  <a:cubicBezTo>
                    <a:pt x="8725" y="2109"/>
                    <a:pt x="8798" y="2021"/>
                    <a:pt x="8809" y="1986"/>
                  </a:cubicBezTo>
                  <a:cubicBezTo>
                    <a:pt x="8767" y="1941"/>
                    <a:pt x="8543" y="1853"/>
                    <a:pt x="8378" y="1783"/>
                  </a:cubicBezTo>
                  <a:cubicBezTo>
                    <a:pt x="8059" y="1657"/>
                    <a:pt x="7863" y="1573"/>
                    <a:pt x="7800" y="1489"/>
                  </a:cubicBezTo>
                  <a:cubicBezTo>
                    <a:pt x="7702" y="1363"/>
                    <a:pt x="7562" y="1233"/>
                    <a:pt x="7237" y="1202"/>
                  </a:cubicBezTo>
                  <a:cubicBezTo>
                    <a:pt x="7097" y="1195"/>
                    <a:pt x="6964" y="1135"/>
                    <a:pt x="6866" y="1034"/>
                  </a:cubicBezTo>
                  <a:lnTo>
                    <a:pt x="6831" y="999"/>
                  </a:lnTo>
                  <a:cubicBezTo>
                    <a:pt x="6761" y="929"/>
                    <a:pt x="6687" y="866"/>
                    <a:pt x="6603" y="813"/>
                  </a:cubicBezTo>
                  <a:cubicBezTo>
                    <a:pt x="6586" y="803"/>
                    <a:pt x="6568" y="792"/>
                    <a:pt x="6551" y="782"/>
                  </a:cubicBezTo>
                  <a:lnTo>
                    <a:pt x="6533" y="768"/>
                  </a:lnTo>
                  <a:lnTo>
                    <a:pt x="6502" y="743"/>
                  </a:lnTo>
                  <a:lnTo>
                    <a:pt x="6477" y="726"/>
                  </a:lnTo>
                  <a:lnTo>
                    <a:pt x="6446" y="701"/>
                  </a:lnTo>
                  <a:lnTo>
                    <a:pt x="6421" y="684"/>
                  </a:lnTo>
                  <a:lnTo>
                    <a:pt x="6390" y="656"/>
                  </a:lnTo>
                  <a:lnTo>
                    <a:pt x="6365" y="635"/>
                  </a:lnTo>
                  <a:lnTo>
                    <a:pt x="6334" y="607"/>
                  </a:lnTo>
                  <a:lnTo>
                    <a:pt x="6309" y="582"/>
                  </a:lnTo>
                  <a:lnTo>
                    <a:pt x="6278" y="554"/>
                  </a:lnTo>
                  <a:lnTo>
                    <a:pt x="6253" y="530"/>
                  </a:lnTo>
                  <a:lnTo>
                    <a:pt x="6222" y="502"/>
                  </a:lnTo>
                  <a:lnTo>
                    <a:pt x="6197" y="477"/>
                  </a:lnTo>
                  <a:lnTo>
                    <a:pt x="6169" y="446"/>
                  </a:lnTo>
                  <a:lnTo>
                    <a:pt x="6144" y="421"/>
                  </a:lnTo>
                  <a:lnTo>
                    <a:pt x="6116" y="390"/>
                  </a:lnTo>
                  <a:lnTo>
                    <a:pt x="6092" y="365"/>
                  </a:lnTo>
                  <a:lnTo>
                    <a:pt x="6064" y="334"/>
                  </a:lnTo>
                  <a:lnTo>
                    <a:pt x="6043" y="309"/>
                  </a:lnTo>
                  <a:lnTo>
                    <a:pt x="6015" y="278"/>
                  </a:lnTo>
                  <a:lnTo>
                    <a:pt x="5994" y="253"/>
                  </a:lnTo>
                  <a:lnTo>
                    <a:pt x="5969" y="222"/>
                  </a:lnTo>
                  <a:lnTo>
                    <a:pt x="5952" y="197"/>
                  </a:lnTo>
                  <a:lnTo>
                    <a:pt x="5927" y="169"/>
                  </a:lnTo>
                  <a:lnTo>
                    <a:pt x="5910" y="148"/>
                  </a:lnTo>
                  <a:lnTo>
                    <a:pt x="5889" y="120"/>
                  </a:lnTo>
                  <a:lnTo>
                    <a:pt x="5875" y="96"/>
                  </a:lnTo>
                  <a:lnTo>
                    <a:pt x="5857" y="71"/>
                  </a:lnTo>
                  <a:lnTo>
                    <a:pt x="5843" y="50"/>
                  </a:lnTo>
                  <a:lnTo>
                    <a:pt x="5836" y="43"/>
                  </a:lnTo>
                  <a:lnTo>
                    <a:pt x="5791" y="36"/>
                  </a:lnTo>
                  <a:cubicBezTo>
                    <a:pt x="5715" y="29"/>
                    <a:pt x="5582" y="15"/>
                    <a:pt x="5487" y="15"/>
                  </a:cubicBezTo>
                  <a:cubicBezTo>
                    <a:pt x="5439" y="15"/>
                    <a:pt x="5400" y="19"/>
                    <a:pt x="5385" y="29"/>
                  </a:cubicBezTo>
                  <a:cubicBezTo>
                    <a:pt x="5364" y="64"/>
                    <a:pt x="5343" y="99"/>
                    <a:pt x="5329" y="138"/>
                  </a:cubicBezTo>
                  <a:lnTo>
                    <a:pt x="5318" y="159"/>
                  </a:lnTo>
                  <a:cubicBezTo>
                    <a:pt x="5248" y="299"/>
                    <a:pt x="5185" y="435"/>
                    <a:pt x="5084" y="435"/>
                  </a:cubicBezTo>
                  <a:cubicBezTo>
                    <a:pt x="5031" y="435"/>
                    <a:pt x="4989" y="404"/>
                    <a:pt x="4958" y="337"/>
                  </a:cubicBezTo>
                  <a:cubicBezTo>
                    <a:pt x="4951" y="327"/>
                    <a:pt x="4947" y="316"/>
                    <a:pt x="4940" y="309"/>
                  </a:cubicBezTo>
                  <a:cubicBezTo>
                    <a:pt x="4849" y="169"/>
                    <a:pt x="4667" y="148"/>
                    <a:pt x="4475" y="127"/>
                  </a:cubicBezTo>
                  <a:lnTo>
                    <a:pt x="4377" y="113"/>
                  </a:lnTo>
                  <a:cubicBezTo>
                    <a:pt x="4300" y="103"/>
                    <a:pt x="4230" y="75"/>
                    <a:pt x="4167" y="29"/>
                  </a:cubicBezTo>
                  <a:cubicBezTo>
                    <a:pt x="4140" y="12"/>
                    <a:pt x="4121" y="0"/>
                    <a:pt x="4099" y="0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44" name="Google Shape;6002;p80">
              <a:extLst>
                <a:ext uri="{FF2B5EF4-FFF2-40B4-BE49-F238E27FC236}">
                  <a16:creationId xmlns:a16="http://schemas.microsoft.com/office/drawing/2014/main" id="{9F5D080F-A075-8FC6-7BA5-2D8BA4F357FA}"/>
                </a:ext>
              </a:extLst>
            </p:cNvPr>
            <p:cNvSpPr/>
            <p:nvPr/>
          </p:nvSpPr>
          <p:spPr>
            <a:xfrm>
              <a:off x="1532711" y="2487712"/>
              <a:ext cx="24589" cy="16850"/>
            </a:xfrm>
            <a:custGeom>
              <a:avLst/>
              <a:gdLst/>
              <a:ahLst/>
              <a:cxnLst/>
              <a:rect l="l" t="t" r="r" b="b"/>
              <a:pathLst>
                <a:path w="1811" h="1241" extrusionOk="0">
                  <a:moveTo>
                    <a:pt x="182" y="0"/>
                  </a:moveTo>
                  <a:cubicBezTo>
                    <a:pt x="165" y="0"/>
                    <a:pt x="147" y="4"/>
                    <a:pt x="133" y="7"/>
                  </a:cubicBezTo>
                  <a:cubicBezTo>
                    <a:pt x="116" y="10"/>
                    <a:pt x="99" y="12"/>
                    <a:pt x="82" y="12"/>
                  </a:cubicBezTo>
                  <a:cubicBezTo>
                    <a:pt x="61" y="12"/>
                    <a:pt x="40" y="9"/>
                    <a:pt x="21" y="4"/>
                  </a:cubicBezTo>
                  <a:cubicBezTo>
                    <a:pt x="4" y="434"/>
                    <a:pt x="0" y="774"/>
                    <a:pt x="7" y="977"/>
                  </a:cubicBezTo>
                  <a:lnTo>
                    <a:pt x="7" y="984"/>
                  </a:lnTo>
                  <a:cubicBezTo>
                    <a:pt x="7" y="1001"/>
                    <a:pt x="11" y="1022"/>
                    <a:pt x="11" y="1036"/>
                  </a:cubicBezTo>
                  <a:lnTo>
                    <a:pt x="11" y="1043"/>
                  </a:lnTo>
                  <a:lnTo>
                    <a:pt x="11" y="1064"/>
                  </a:lnTo>
                  <a:lnTo>
                    <a:pt x="11" y="1078"/>
                  </a:lnTo>
                  <a:lnTo>
                    <a:pt x="11" y="1103"/>
                  </a:lnTo>
                  <a:lnTo>
                    <a:pt x="11" y="1120"/>
                  </a:lnTo>
                  <a:lnTo>
                    <a:pt x="11" y="1131"/>
                  </a:lnTo>
                  <a:cubicBezTo>
                    <a:pt x="11" y="1138"/>
                    <a:pt x="11" y="1141"/>
                    <a:pt x="14" y="1148"/>
                  </a:cubicBezTo>
                  <a:lnTo>
                    <a:pt x="14" y="1152"/>
                  </a:lnTo>
                  <a:cubicBezTo>
                    <a:pt x="46" y="1152"/>
                    <a:pt x="102" y="1148"/>
                    <a:pt x="151" y="1145"/>
                  </a:cubicBezTo>
                  <a:cubicBezTo>
                    <a:pt x="224" y="1141"/>
                    <a:pt x="301" y="1138"/>
                    <a:pt x="375" y="1134"/>
                  </a:cubicBezTo>
                  <a:lnTo>
                    <a:pt x="651" y="1134"/>
                  </a:lnTo>
                  <a:lnTo>
                    <a:pt x="676" y="1138"/>
                  </a:lnTo>
                  <a:lnTo>
                    <a:pt x="700" y="1138"/>
                  </a:lnTo>
                  <a:lnTo>
                    <a:pt x="721" y="1141"/>
                  </a:lnTo>
                  <a:lnTo>
                    <a:pt x="746" y="1141"/>
                  </a:lnTo>
                  <a:lnTo>
                    <a:pt x="767" y="1148"/>
                  </a:lnTo>
                  <a:lnTo>
                    <a:pt x="788" y="1152"/>
                  </a:lnTo>
                  <a:lnTo>
                    <a:pt x="809" y="1155"/>
                  </a:lnTo>
                  <a:lnTo>
                    <a:pt x="826" y="1159"/>
                  </a:lnTo>
                  <a:lnTo>
                    <a:pt x="847" y="1166"/>
                  </a:lnTo>
                  <a:lnTo>
                    <a:pt x="865" y="1173"/>
                  </a:lnTo>
                  <a:lnTo>
                    <a:pt x="879" y="1180"/>
                  </a:lnTo>
                  <a:lnTo>
                    <a:pt x="896" y="1187"/>
                  </a:lnTo>
                  <a:lnTo>
                    <a:pt x="910" y="1194"/>
                  </a:lnTo>
                  <a:lnTo>
                    <a:pt x="921" y="1197"/>
                  </a:lnTo>
                  <a:lnTo>
                    <a:pt x="963" y="1215"/>
                  </a:lnTo>
                  <a:cubicBezTo>
                    <a:pt x="1005" y="1232"/>
                    <a:pt x="1034" y="1240"/>
                    <a:pt x="1056" y="1240"/>
                  </a:cubicBezTo>
                  <a:cubicBezTo>
                    <a:pt x="1076" y="1240"/>
                    <a:pt x="1090" y="1233"/>
                    <a:pt x="1103" y="1218"/>
                  </a:cubicBezTo>
                  <a:cubicBezTo>
                    <a:pt x="1183" y="1131"/>
                    <a:pt x="1327" y="1113"/>
                    <a:pt x="1474" y="1099"/>
                  </a:cubicBezTo>
                  <a:cubicBezTo>
                    <a:pt x="1593" y="1089"/>
                    <a:pt x="1716" y="1075"/>
                    <a:pt x="1796" y="1026"/>
                  </a:cubicBezTo>
                  <a:lnTo>
                    <a:pt x="1810" y="1015"/>
                  </a:lnTo>
                  <a:cubicBezTo>
                    <a:pt x="1772" y="1001"/>
                    <a:pt x="1677" y="984"/>
                    <a:pt x="1464" y="977"/>
                  </a:cubicBezTo>
                  <a:cubicBezTo>
                    <a:pt x="1211" y="966"/>
                    <a:pt x="819" y="648"/>
                    <a:pt x="469" y="350"/>
                  </a:cubicBezTo>
                  <a:cubicBezTo>
                    <a:pt x="420" y="305"/>
                    <a:pt x="378" y="270"/>
                    <a:pt x="347" y="245"/>
                  </a:cubicBezTo>
                  <a:cubicBezTo>
                    <a:pt x="280" y="193"/>
                    <a:pt x="235" y="119"/>
                    <a:pt x="214" y="39"/>
                  </a:cubicBezTo>
                  <a:cubicBezTo>
                    <a:pt x="210" y="25"/>
                    <a:pt x="203" y="14"/>
                    <a:pt x="200" y="0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45" name="Google Shape;6003;p80">
              <a:extLst>
                <a:ext uri="{FF2B5EF4-FFF2-40B4-BE49-F238E27FC236}">
                  <a16:creationId xmlns:a16="http://schemas.microsoft.com/office/drawing/2014/main" id="{A2C3D36B-5DA4-E987-8F3F-28980ACEF2BA}"/>
                </a:ext>
              </a:extLst>
            </p:cNvPr>
            <p:cNvSpPr/>
            <p:nvPr/>
          </p:nvSpPr>
          <p:spPr>
            <a:xfrm>
              <a:off x="1640177" y="2240588"/>
              <a:ext cx="3245" cy="244"/>
            </a:xfrm>
            <a:custGeom>
              <a:avLst/>
              <a:gdLst/>
              <a:ahLst/>
              <a:cxnLst/>
              <a:rect l="l" t="t" r="r" b="b"/>
              <a:pathLst>
                <a:path w="239" h="18" extrusionOk="0">
                  <a:moveTo>
                    <a:pt x="1" y="0"/>
                  </a:moveTo>
                  <a:lnTo>
                    <a:pt x="1" y="0"/>
                  </a:lnTo>
                  <a:cubicBezTo>
                    <a:pt x="165" y="0"/>
                    <a:pt x="221" y="11"/>
                    <a:pt x="239" y="18"/>
                  </a:cubicBezTo>
                  <a:cubicBezTo>
                    <a:pt x="221" y="11"/>
                    <a:pt x="169" y="0"/>
                    <a:pt x="1" y="0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46" name="Google Shape;6004;p80">
              <a:extLst>
                <a:ext uri="{FF2B5EF4-FFF2-40B4-BE49-F238E27FC236}">
                  <a16:creationId xmlns:a16="http://schemas.microsoft.com/office/drawing/2014/main" id="{B3BF5242-AF2C-DCD6-0A1D-6611E897B90D}"/>
                </a:ext>
              </a:extLst>
            </p:cNvPr>
            <p:cNvSpPr/>
            <p:nvPr/>
          </p:nvSpPr>
          <p:spPr>
            <a:xfrm>
              <a:off x="1639946" y="2240588"/>
              <a:ext cx="14" cy="14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0" y="0"/>
                  </a:move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47" name="Google Shape;6005;p80">
              <a:extLst>
                <a:ext uri="{FF2B5EF4-FFF2-40B4-BE49-F238E27FC236}">
                  <a16:creationId xmlns:a16="http://schemas.microsoft.com/office/drawing/2014/main" id="{14FD8053-DDEA-F172-DABC-85A7F4666FF0}"/>
                </a:ext>
              </a:extLst>
            </p:cNvPr>
            <p:cNvSpPr/>
            <p:nvPr/>
          </p:nvSpPr>
          <p:spPr>
            <a:xfrm>
              <a:off x="1620924" y="2257221"/>
              <a:ext cx="12709" cy="14555"/>
            </a:xfrm>
            <a:custGeom>
              <a:avLst/>
              <a:gdLst/>
              <a:ahLst/>
              <a:cxnLst/>
              <a:rect l="l" t="t" r="r" b="b"/>
              <a:pathLst>
                <a:path w="936" h="1072" extrusionOk="0">
                  <a:moveTo>
                    <a:pt x="935" y="0"/>
                  </a:moveTo>
                  <a:cubicBezTo>
                    <a:pt x="680" y="214"/>
                    <a:pt x="309" y="596"/>
                    <a:pt x="123" y="900"/>
                  </a:cubicBezTo>
                  <a:cubicBezTo>
                    <a:pt x="85" y="960"/>
                    <a:pt x="46" y="1016"/>
                    <a:pt x="1" y="1072"/>
                  </a:cubicBezTo>
                  <a:cubicBezTo>
                    <a:pt x="46" y="1016"/>
                    <a:pt x="85" y="960"/>
                    <a:pt x="123" y="900"/>
                  </a:cubicBezTo>
                  <a:cubicBezTo>
                    <a:pt x="309" y="596"/>
                    <a:pt x="680" y="214"/>
                    <a:pt x="935" y="0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48" name="Google Shape;6006;p80">
              <a:extLst>
                <a:ext uri="{FF2B5EF4-FFF2-40B4-BE49-F238E27FC236}">
                  <a16:creationId xmlns:a16="http://schemas.microsoft.com/office/drawing/2014/main" id="{173C083F-A7A5-9149-D398-909A190589C1}"/>
                </a:ext>
              </a:extLst>
            </p:cNvPr>
            <p:cNvSpPr/>
            <p:nvPr/>
          </p:nvSpPr>
          <p:spPr>
            <a:xfrm>
              <a:off x="1615031" y="2277560"/>
              <a:ext cx="733" cy="828"/>
            </a:xfrm>
            <a:custGeom>
              <a:avLst/>
              <a:gdLst/>
              <a:ahLst/>
              <a:cxnLst/>
              <a:rect l="l" t="t" r="r" b="b"/>
              <a:pathLst>
                <a:path w="54" h="61" extrusionOk="0">
                  <a:moveTo>
                    <a:pt x="53" y="1"/>
                  </a:moveTo>
                  <a:lnTo>
                    <a:pt x="1" y="60"/>
                  </a:lnTo>
                  <a:lnTo>
                    <a:pt x="8" y="60"/>
                  </a:lnTo>
                  <a:cubicBezTo>
                    <a:pt x="22" y="43"/>
                    <a:pt x="36" y="22"/>
                    <a:pt x="53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49" name="Google Shape;6007;p80">
              <a:extLst>
                <a:ext uri="{FF2B5EF4-FFF2-40B4-BE49-F238E27FC236}">
                  <a16:creationId xmlns:a16="http://schemas.microsoft.com/office/drawing/2014/main" id="{29197491-2CC4-46C6-D345-B68B6F00BFD7}"/>
                </a:ext>
              </a:extLst>
            </p:cNvPr>
            <p:cNvSpPr/>
            <p:nvPr/>
          </p:nvSpPr>
          <p:spPr>
            <a:xfrm>
              <a:off x="1644453" y="2246291"/>
              <a:ext cx="109" cy="1100"/>
            </a:xfrm>
            <a:custGeom>
              <a:avLst/>
              <a:gdLst/>
              <a:ahLst/>
              <a:cxnLst/>
              <a:rect l="l" t="t" r="r" b="b"/>
              <a:pathLst>
                <a:path w="8" h="81" extrusionOk="0">
                  <a:moveTo>
                    <a:pt x="8" y="81"/>
                  </a:moveTo>
                  <a:cubicBezTo>
                    <a:pt x="8" y="56"/>
                    <a:pt x="4" y="28"/>
                    <a:pt x="1" y="0"/>
                  </a:cubicBezTo>
                  <a:cubicBezTo>
                    <a:pt x="4" y="28"/>
                    <a:pt x="8" y="56"/>
                    <a:pt x="8" y="8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50" name="Google Shape;6008;p80">
              <a:extLst>
                <a:ext uri="{FF2B5EF4-FFF2-40B4-BE49-F238E27FC236}">
                  <a16:creationId xmlns:a16="http://schemas.microsoft.com/office/drawing/2014/main" id="{31AB04AB-061E-A8AA-34AA-E828E99C6E90}"/>
                </a:ext>
              </a:extLst>
            </p:cNvPr>
            <p:cNvSpPr/>
            <p:nvPr/>
          </p:nvSpPr>
          <p:spPr>
            <a:xfrm>
              <a:off x="1644358" y="2245001"/>
              <a:ext cx="109" cy="1208"/>
            </a:xfrm>
            <a:custGeom>
              <a:avLst/>
              <a:gdLst/>
              <a:ahLst/>
              <a:cxnLst/>
              <a:rect l="l" t="t" r="r" b="b"/>
              <a:pathLst>
                <a:path w="8" h="89" extrusionOk="0">
                  <a:moveTo>
                    <a:pt x="8" y="88"/>
                  </a:moveTo>
                  <a:cubicBezTo>
                    <a:pt x="8" y="57"/>
                    <a:pt x="4" y="29"/>
                    <a:pt x="1" y="1"/>
                  </a:cubicBezTo>
                  <a:cubicBezTo>
                    <a:pt x="4" y="29"/>
                    <a:pt x="8" y="57"/>
                    <a:pt x="8" y="88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51" name="Google Shape;6009;p80">
              <a:extLst>
                <a:ext uri="{FF2B5EF4-FFF2-40B4-BE49-F238E27FC236}">
                  <a16:creationId xmlns:a16="http://schemas.microsoft.com/office/drawing/2014/main" id="{BAD0ADB0-E24B-5EBB-C490-1835A33A352C}"/>
                </a:ext>
              </a:extLst>
            </p:cNvPr>
            <p:cNvSpPr/>
            <p:nvPr/>
          </p:nvSpPr>
          <p:spPr>
            <a:xfrm>
              <a:off x="1644168" y="2243671"/>
              <a:ext cx="68" cy="489"/>
            </a:xfrm>
            <a:custGeom>
              <a:avLst/>
              <a:gdLst/>
              <a:ahLst/>
              <a:cxnLst/>
              <a:rect l="l" t="t" r="r" b="b"/>
              <a:pathLst>
                <a:path w="5" h="36" extrusionOk="0">
                  <a:moveTo>
                    <a:pt x="1" y="1"/>
                  </a:moveTo>
                  <a:cubicBezTo>
                    <a:pt x="1" y="11"/>
                    <a:pt x="4" y="22"/>
                    <a:pt x="4" y="36"/>
                  </a:cubicBezTo>
                  <a:cubicBezTo>
                    <a:pt x="4" y="22"/>
                    <a:pt x="4" y="11"/>
                    <a:pt x="1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52" name="Google Shape;6010;p80">
              <a:extLst>
                <a:ext uri="{FF2B5EF4-FFF2-40B4-BE49-F238E27FC236}">
                  <a16:creationId xmlns:a16="http://schemas.microsoft.com/office/drawing/2014/main" id="{7E23A281-6115-982C-3446-E9DDD816A9A5}"/>
                </a:ext>
              </a:extLst>
            </p:cNvPr>
            <p:cNvSpPr/>
            <p:nvPr/>
          </p:nvSpPr>
          <p:spPr>
            <a:xfrm>
              <a:off x="1644358" y="2244906"/>
              <a:ext cx="14" cy="14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1" y="1"/>
                  </a:move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53" name="Google Shape;6011;p80">
              <a:extLst>
                <a:ext uri="{FF2B5EF4-FFF2-40B4-BE49-F238E27FC236}">
                  <a16:creationId xmlns:a16="http://schemas.microsoft.com/office/drawing/2014/main" id="{64C30D15-5D00-377D-820F-180321622D76}"/>
                </a:ext>
              </a:extLst>
            </p:cNvPr>
            <p:cNvSpPr/>
            <p:nvPr/>
          </p:nvSpPr>
          <p:spPr>
            <a:xfrm>
              <a:off x="1635710" y="2253745"/>
              <a:ext cx="3720" cy="1914"/>
            </a:xfrm>
            <a:custGeom>
              <a:avLst/>
              <a:gdLst/>
              <a:ahLst/>
              <a:cxnLst/>
              <a:rect l="l" t="t" r="r" b="b"/>
              <a:pathLst>
                <a:path w="274" h="141" extrusionOk="0">
                  <a:moveTo>
                    <a:pt x="0" y="141"/>
                  </a:moveTo>
                  <a:cubicBezTo>
                    <a:pt x="88" y="88"/>
                    <a:pt x="179" y="43"/>
                    <a:pt x="274" y="1"/>
                  </a:cubicBezTo>
                  <a:cubicBezTo>
                    <a:pt x="179" y="43"/>
                    <a:pt x="88" y="88"/>
                    <a:pt x="0" y="14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54" name="Google Shape;6012;p80">
              <a:extLst>
                <a:ext uri="{FF2B5EF4-FFF2-40B4-BE49-F238E27FC236}">
                  <a16:creationId xmlns:a16="http://schemas.microsoft.com/office/drawing/2014/main" id="{D98702E9-74AC-C679-05C7-B45970E7B996}"/>
                </a:ext>
              </a:extLst>
            </p:cNvPr>
            <p:cNvSpPr/>
            <p:nvPr/>
          </p:nvSpPr>
          <p:spPr>
            <a:xfrm>
              <a:off x="1614081" y="2280031"/>
              <a:ext cx="14" cy="68"/>
            </a:xfrm>
            <a:custGeom>
              <a:avLst/>
              <a:gdLst/>
              <a:ahLst/>
              <a:cxnLst/>
              <a:rect l="l" t="t" r="r" b="b"/>
              <a:pathLst>
                <a:path w="1" h="5" extrusionOk="0">
                  <a:moveTo>
                    <a:pt x="1" y="1"/>
                  </a:moveTo>
                  <a:lnTo>
                    <a:pt x="1" y="4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55" name="Google Shape;6013;p80">
              <a:extLst>
                <a:ext uri="{FF2B5EF4-FFF2-40B4-BE49-F238E27FC236}">
                  <a16:creationId xmlns:a16="http://schemas.microsoft.com/office/drawing/2014/main" id="{DB7FBE9E-9345-39DE-0649-568F26A02773}"/>
                </a:ext>
              </a:extLst>
            </p:cNvPr>
            <p:cNvSpPr/>
            <p:nvPr/>
          </p:nvSpPr>
          <p:spPr>
            <a:xfrm>
              <a:off x="1611284" y="2310119"/>
              <a:ext cx="14" cy="109"/>
            </a:xfrm>
            <a:custGeom>
              <a:avLst/>
              <a:gdLst/>
              <a:ahLst/>
              <a:cxnLst/>
              <a:rect l="l" t="t" r="r" b="b"/>
              <a:pathLst>
                <a:path w="1" h="8" extrusionOk="0">
                  <a:moveTo>
                    <a:pt x="0" y="1"/>
                  </a:moveTo>
                  <a:lnTo>
                    <a:pt x="0" y="8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56" name="Google Shape;6014;p80">
              <a:extLst>
                <a:ext uri="{FF2B5EF4-FFF2-40B4-BE49-F238E27FC236}">
                  <a16:creationId xmlns:a16="http://schemas.microsoft.com/office/drawing/2014/main" id="{D3D58AB5-3CF6-0B0E-F3CE-BC7AEAFDC164}"/>
                </a:ext>
              </a:extLst>
            </p:cNvPr>
            <p:cNvSpPr/>
            <p:nvPr/>
          </p:nvSpPr>
          <p:spPr>
            <a:xfrm>
              <a:off x="1611379" y="2309739"/>
              <a:ext cx="14" cy="14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0" y="1"/>
                  </a:move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57" name="Google Shape;6015;p80">
              <a:extLst>
                <a:ext uri="{FF2B5EF4-FFF2-40B4-BE49-F238E27FC236}">
                  <a16:creationId xmlns:a16="http://schemas.microsoft.com/office/drawing/2014/main" id="{D5E08CA2-DC49-D8AB-A72F-3DEC49AF619C}"/>
                </a:ext>
              </a:extLst>
            </p:cNvPr>
            <p:cNvSpPr/>
            <p:nvPr/>
          </p:nvSpPr>
          <p:spPr>
            <a:xfrm>
              <a:off x="1611379" y="2309508"/>
              <a:ext cx="14" cy="14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0" y="0"/>
                  </a:move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58" name="Google Shape;6016;p80">
              <a:extLst>
                <a:ext uri="{FF2B5EF4-FFF2-40B4-BE49-F238E27FC236}">
                  <a16:creationId xmlns:a16="http://schemas.microsoft.com/office/drawing/2014/main" id="{FC6D5685-A82B-57F5-A0EE-F614620ABFCF}"/>
                </a:ext>
              </a:extLst>
            </p:cNvPr>
            <p:cNvSpPr/>
            <p:nvPr/>
          </p:nvSpPr>
          <p:spPr>
            <a:xfrm>
              <a:off x="1613700" y="2281226"/>
              <a:ext cx="14" cy="149"/>
            </a:xfrm>
            <a:custGeom>
              <a:avLst/>
              <a:gdLst/>
              <a:ahLst/>
              <a:cxnLst/>
              <a:rect l="l" t="t" r="r" b="b"/>
              <a:pathLst>
                <a:path w="1" h="11" extrusionOk="0">
                  <a:moveTo>
                    <a:pt x="1" y="0"/>
                  </a:moveTo>
                  <a:lnTo>
                    <a:pt x="1" y="11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59" name="Google Shape;6017;p80">
              <a:extLst>
                <a:ext uri="{FF2B5EF4-FFF2-40B4-BE49-F238E27FC236}">
                  <a16:creationId xmlns:a16="http://schemas.microsoft.com/office/drawing/2014/main" id="{7E61813F-2C38-28E4-B8CD-B4F8DD618BC6}"/>
                </a:ext>
              </a:extLst>
            </p:cNvPr>
            <p:cNvSpPr/>
            <p:nvPr/>
          </p:nvSpPr>
          <p:spPr>
            <a:xfrm>
              <a:off x="1611134" y="2310553"/>
              <a:ext cx="14" cy="54"/>
            </a:xfrm>
            <a:custGeom>
              <a:avLst/>
              <a:gdLst/>
              <a:ahLst/>
              <a:cxnLst/>
              <a:rect l="l" t="t" r="r" b="b"/>
              <a:pathLst>
                <a:path w="1" h="4" extrusionOk="0">
                  <a:moveTo>
                    <a:pt x="1" y="4"/>
                  </a:moveTo>
                  <a:lnTo>
                    <a:pt x="1" y="0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60" name="Google Shape;6018;p80">
              <a:extLst>
                <a:ext uri="{FF2B5EF4-FFF2-40B4-BE49-F238E27FC236}">
                  <a16:creationId xmlns:a16="http://schemas.microsoft.com/office/drawing/2014/main" id="{A7AA4CC7-FF37-8FC2-E4D2-9E9112EDA30B}"/>
                </a:ext>
              </a:extLst>
            </p:cNvPr>
            <p:cNvSpPr/>
            <p:nvPr/>
          </p:nvSpPr>
          <p:spPr>
            <a:xfrm>
              <a:off x="1481659" y="2178417"/>
              <a:ext cx="61465" cy="331549"/>
            </a:xfrm>
            <a:custGeom>
              <a:avLst/>
              <a:gdLst/>
              <a:ahLst/>
              <a:cxnLst/>
              <a:rect l="l" t="t" r="r" b="b"/>
              <a:pathLst>
                <a:path w="4527" h="24419" extrusionOk="0">
                  <a:moveTo>
                    <a:pt x="3295" y="0"/>
                  </a:moveTo>
                  <a:lnTo>
                    <a:pt x="3288" y="28"/>
                  </a:lnTo>
                  <a:cubicBezTo>
                    <a:pt x="3253" y="151"/>
                    <a:pt x="3207" y="322"/>
                    <a:pt x="3067" y="389"/>
                  </a:cubicBezTo>
                  <a:lnTo>
                    <a:pt x="3056" y="396"/>
                  </a:lnTo>
                  <a:lnTo>
                    <a:pt x="3042" y="406"/>
                  </a:lnTo>
                  <a:lnTo>
                    <a:pt x="3039" y="406"/>
                  </a:lnTo>
                  <a:lnTo>
                    <a:pt x="3018" y="420"/>
                  </a:lnTo>
                  <a:lnTo>
                    <a:pt x="2990" y="445"/>
                  </a:lnTo>
                  <a:cubicBezTo>
                    <a:pt x="2990" y="480"/>
                    <a:pt x="2983" y="522"/>
                    <a:pt x="2979" y="564"/>
                  </a:cubicBezTo>
                  <a:cubicBezTo>
                    <a:pt x="2972" y="676"/>
                    <a:pt x="2958" y="802"/>
                    <a:pt x="2990" y="879"/>
                  </a:cubicBezTo>
                  <a:cubicBezTo>
                    <a:pt x="3067" y="1075"/>
                    <a:pt x="3105" y="1975"/>
                    <a:pt x="3028" y="2325"/>
                  </a:cubicBezTo>
                  <a:cubicBezTo>
                    <a:pt x="2972" y="2605"/>
                    <a:pt x="2899" y="2881"/>
                    <a:pt x="2811" y="3154"/>
                  </a:cubicBezTo>
                  <a:cubicBezTo>
                    <a:pt x="2787" y="3228"/>
                    <a:pt x="2811" y="3256"/>
                    <a:pt x="2853" y="3298"/>
                  </a:cubicBezTo>
                  <a:cubicBezTo>
                    <a:pt x="2881" y="3326"/>
                    <a:pt x="2958" y="3406"/>
                    <a:pt x="2867" y="3494"/>
                  </a:cubicBezTo>
                  <a:cubicBezTo>
                    <a:pt x="2815" y="3550"/>
                    <a:pt x="2818" y="3707"/>
                    <a:pt x="2825" y="3925"/>
                  </a:cubicBezTo>
                  <a:cubicBezTo>
                    <a:pt x="2825" y="4002"/>
                    <a:pt x="2829" y="4086"/>
                    <a:pt x="2829" y="4177"/>
                  </a:cubicBezTo>
                  <a:cubicBezTo>
                    <a:pt x="2829" y="4422"/>
                    <a:pt x="2741" y="4765"/>
                    <a:pt x="2671" y="5038"/>
                  </a:cubicBezTo>
                  <a:cubicBezTo>
                    <a:pt x="2633" y="5167"/>
                    <a:pt x="2605" y="5297"/>
                    <a:pt x="2584" y="5430"/>
                  </a:cubicBezTo>
                  <a:cubicBezTo>
                    <a:pt x="2577" y="5524"/>
                    <a:pt x="2549" y="5615"/>
                    <a:pt x="2507" y="5696"/>
                  </a:cubicBezTo>
                  <a:cubicBezTo>
                    <a:pt x="2465" y="5790"/>
                    <a:pt x="2426" y="5878"/>
                    <a:pt x="2440" y="5990"/>
                  </a:cubicBezTo>
                  <a:cubicBezTo>
                    <a:pt x="2465" y="6242"/>
                    <a:pt x="2328" y="6393"/>
                    <a:pt x="2174" y="6519"/>
                  </a:cubicBezTo>
                  <a:cubicBezTo>
                    <a:pt x="2143" y="6547"/>
                    <a:pt x="2227" y="6694"/>
                    <a:pt x="2272" y="6778"/>
                  </a:cubicBezTo>
                  <a:cubicBezTo>
                    <a:pt x="2339" y="6897"/>
                    <a:pt x="2409" y="7023"/>
                    <a:pt x="2402" y="7128"/>
                  </a:cubicBezTo>
                  <a:cubicBezTo>
                    <a:pt x="2395" y="7226"/>
                    <a:pt x="2346" y="7296"/>
                    <a:pt x="2293" y="7366"/>
                  </a:cubicBezTo>
                  <a:cubicBezTo>
                    <a:pt x="2227" y="7457"/>
                    <a:pt x="2164" y="7544"/>
                    <a:pt x="2195" y="7705"/>
                  </a:cubicBezTo>
                  <a:cubicBezTo>
                    <a:pt x="2255" y="8017"/>
                    <a:pt x="2223" y="8497"/>
                    <a:pt x="2206" y="8756"/>
                  </a:cubicBezTo>
                  <a:cubicBezTo>
                    <a:pt x="2199" y="8829"/>
                    <a:pt x="2195" y="8889"/>
                    <a:pt x="2195" y="8917"/>
                  </a:cubicBezTo>
                  <a:cubicBezTo>
                    <a:pt x="2195" y="8980"/>
                    <a:pt x="2171" y="9036"/>
                    <a:pt x="2129" y="9078"/>
                  </a:cubicBezTo>
                  <a:cubicBezTo>
                    <a:pt x="2090" y="9120"/>
                    <a:pt x="2055" y="9162"/>
                    <a:pt x="2076" y="9284"/>
                  </a:cubicBezTo>
                  <a:cubicBezTo>
                    <a:pt x="2097" y="9435"/>
                    <a:pt x="2045" y="9529"/>
                    <a:pt x="1996" y="9631"/>
                  </a:cubicBezTo>
                  <a:cubicBezTo>
                    <a:pt x="1933" y="9736"/>
                    <a:pt x="1894" y="9855"/>
                    <a:pt x="1880" y="9981"/>
                  </a:cubicBezTo>
                  <a:cubicBezTo>
                    <a:pt x="1852" y="10258"/>
                    <a:pt x="1695" y="10615"/>
                    <a:pt x="1565" y="10902"/>
                  </a:cubicBezTo>
                  <a:cubicBezTo>
                    <a:pt x="1520" y="11000"/>
                    <a:pt x="1481" y="11091"/>
                    <a:pt x="1453" y="11161"/>
                  </a:cubicBezTo>
                  <a:cubicBezTo>
                    <a:pt x="1425" y="11234"/>
                    <a:pt x="1404" y="11297"/>
                    <a:pt x="1387" y="11353"/>
                  </a:cubicBezTo>
                  <a:cubicBezTo>
                    <a:pt x="1334" y="11514"/>
                    <a:pt x="1292" y="11640"/>
                    <a:pt x="1135" y="11640"/>
                  </a:cubicBezTo>
                  <a:cubicBezTo>
                    <a:pt x="1132" y="11640"/>
                    <a:pt x="1129" y="11640"/>
                    <a:pt x="1126" y="11640"/>
                  </a:cubicBezTo>
                  <a:cubicBezTo>
                    <a:pt x="1108" y="11640"/>
                    <a:pt x="1091" y="11650"/>
                    <a:pt x="1082" y="11665"/>
                  </a:cubicBezTo>
                  <a:cubicBezTo>
                    <a:pt x="1058" y="11703"/>
                    <a:pt x="1054" y="11794"/>
                    <a:pt x="1124" y="11948"/>
                  </a:cubicBezTo>
                  <a:cubicBezTo>
                    <a:pt x="1184" y="12078"/>
                    <a:pt x="1170" y="12201"/>
                    <a:pt x="1156" y="12309"/>
                  </a:cubicBezTo>
                  <a:cubicBezTo>
                    <a:pt x="1142" y="12425"/>
                    <a:pt x="1128" y="12523"/>
                    <a:pt x="1194" y="12631"/>
                  </a:cubicBezTo>
                  <a:cubicBezTo>
                    <a:pt x="1341" y="12880"/>
                    <a:pt x="1306" y="12995"/>
                    <a:pt x="1243" y="13188"/>
                  </a:cubicBezTo>
                  <a:lnTo>
                    <a:pt x="1226" y="13244"/>
                  </a:lnTo>
                  <a:cubicBezTo>
                    <a:pt x="1201" y="13321"/>
                    <a:pt x="1166" y="13394"/>
                    <a:pt x="1124" y="13461"/>
                  </a:cubicBezTo>
                  <a:cubicBezTo>
                    <a:pt x="1079" y="13527"/>
                    <a:pt x="1054" y="13604"/>
                    <a:pt x="1058" y="13685"/>
                  </a:cubicBezTo>
                  <a:cubicBezTo>
                    <a:pt x="1054" y="13776"/>
                    <a:pt x="1036" y="13863"/>
                    <a:pt x="1005" y="13947"/>
                  </a:cubicBezTo>
                  <a:cubicBezTo>
                    <a:pt x="963" y="14070"/>
                    <a:pt x="931" y="14175"/>
                    <a:pt x="980" y="14301"/>
                  </a:cubicBezTo>
                  <a:cubicBezTo>
                    <a:pt x="1051" y="14483"/>
                    <a:pt x="1065" y="14588"/>
                    <a:pt x="1019" y="14651"/>
                  </a:cubicBezTo>
                  <a:cubicBezTo>
                    <a:pt x="988" y="14695"/>
                    <a:pt x="940" y="14719"/>
                    <a:pt x="891" y="14719"/>
                  </a:cubicBezTo>
                  <a:cubicBezTo>
                    <a:pt x="885" y="14719"/>
                    <a:pt x="878" y="14718"/>
                    <a:pt x="872" y="14718"/>
                  </a:cubicBezTo>
                  <a:cubicBezTo>
                    <a:pt x="805" y="14718"/>
                    <a:pt x="749" y="14900"/>
                    <a:pt x="704" y="15253"/>
                  </a:cubicBezTo>
                  <a:cubicBezTo>
                    <a:pt x="693" y="15365"/>
                    <a:pt x="672" y="15526"/>
                    <a:pt x="693" y="15547"/>
                  </a:cubicBezTo>
                  <a:cubicBezTo>
                    <a:pt x="699" y="15553"/>
                    <a:pt x="718" y="15555"/>
                    <a:pt x="744" y="15555"/>
                  </a:cubicBezTo>
                  <a:cubicBezTo>
                    <a:pt x="779" y="15555"/>
                    <a:pt x="826" y="15551"/>
                    <a:pt x="868" y="15547"/>
                  </a:cubicBezTo>
                  <a:lnTo>
                    <a:pt x="889" y="15547"/>
                  </a:lnTo>
                  <a:cubicBezTo>
                    <a:pt x="994" y="15540"/>
                    <a:pt x="994" y="15232"/>
                    <a:pt x="994" y="15029"/>
                  </a:cubicBezTo>
                  <a:cubicBezTo>
                    <a:pt x="991" y="14935"/>
                    <a:pt x="994" y="14837"/>
                    <a:pt x="1005" y="14742"/>
                  </a:cubicBezTo>
                  <a:cubicBezTo>
                    <a:pt x="1019" y="14627"/>
                    <a:pt x="1065" y="14567"/>
                    <a:pt x="1138" y="14567"/>
                  </a:cubicBezTo>
                  <a:cubicBezTo>
                    <a:pt x="1152" y="14567"/>
                    <a:pt x="1163" y="14567"/>
                    <a:pt x="1177" y="14564"/>
                  </a:cubicBezTo>
                  <a:cubicBezTo>
                    <a:pt x="1177" y="14553"/>
                    <a:pt x="1177" y="14546"/>
                    <a:pt x="1177" y="14539"/>
                  </a:cubicBezTo>
                  <a:cubicBezTo>
                    <a:pt x="1180" y="14452"/>
                    <a:pt x="1243" y="14378"/>
                    <a:pt x="1327" y="14364"/>
                  </a:cubicBezTo>
                  <a:cubicBezTo>
                    <a:pt x="1344" y="14357"/>
                    <a:pt x="1362" y="14354"/>
                    <a:pt x="1380" y="14354"/>
                  </a:cubicBezTo>
                  <a:cubicBezTo>
                    <a:pt x="1410" y="14354"/>
                    <a:pt x="1440" y="14363"/>
                    <a:pt x="1464" y="14378"/>
                  </a:cubicBezTo>
                  <a:cubicBezTo>
                    <a:pt x="1509" y="14413"/>
                    <a:pt x="1509" y="14473"/>
                    <a:pt x="1506" y="14515"/>
                  </a:cubicBezTo>
                  <a:cubicBezTo>
                    <a:pt x="1502" y="14536"/>
                    <a:pt x="1506" y="14553"/>
                    <a:pt x="1509" y="14571"/>
                  </a:cubicBezTo>
                  <a:cubicBezTo>
                    <a:pt x="1611" y="14599"/>
                    <a:pt x="1677" y="14662"/>
                    <a:pt x="1688" y="14732"/>
                  </a:cubicBezTo>
                  <a:cubicBezTo>
                    <a:pt x="1695" y="14781"/>
                    <a:pt x="1677" y="14854"/>
                    <a:pt x="1562" y="14931"/>
                  </a:cubicBezTo>
                  <a:cubicBezTo>
                    <a:pt x="1509" y="14963"/>
                    <a:pt x="1516" y="15008"/>
                    <a:pt x="1541" y="15113"/>
                  </a:cubicBezTo>
                  <a:cubicBezTo>
                    <a:pt x="1562" y="15197"/>
                    <a:pt x="1586" y="15288"/>
                    <a:pt x="1534" y="15372"/>
                  </a:cubicBezTo>
                  <a:lnTo>
                    <a:pt x="1499" y="15421"/>
                  </a:lnTo>
                  <a:cubicBezTo>
                    <a:pt x="1411" y="15554"/>
                    <a:pt x="1359" y="15649"/>
                    <a:pt x="1404" y="15747"/>
                  </a:cubicBezTo>
                  <a:cubicBezTo>
                    <a:pt x="1446" y="15820"/>
                    <a:pt x="1436" y="15918"/>
                    <a:pt x="1373" y="15978"/>
                  </a:cubicBezTo>
                  <a:cubicBezTo>
                    <a:pt x="1338" y="16020"/>
                    <a:pt x="1317" y="16072"/>
                    <a:pt x="1313" y="16128"/>
                  </a:cubicBezTo>
                  <a:cubicBezTo>
                    <a:pt x="1306" y="16185"/>
                    <a:pt x="1320" y="16241"/>
                    <a:pt x="1345" y="16290"/>
                  </a:cubicBezTo>
                  <a:cubicBezTo>
                    <a:pt x="1383" y="16339"/>
                    <a:pt x="1369" y="16409"/>
                    <a:pt x="1317" y="16440"/>
                  </a:cubicBezTo>
                  <a:cubicBezTo>
                    <a:pt x="1320" y="16451"/>
                    <a:pt x="1331" y="16468"/>
                    <a:pt x="1334" y="16479"/>
                  </a:cubicBezTo>
                  <a:cubicBezTo>
                    <a:pt x="1355" y="16524"/>
                    <a:pt x="1380" y="16577"/>
                    <a:pt x="1355" y="16629"/>
                  </a:cubicBezTo>
                  <a:cubicBezTo>
                    <a:pt x="1338" y="16661"/>
                    <a:pt x="1310" y="16682"/>
                    <a:pt x="1271" y="16685"/>
                  </a:cubicBezTo>
                  <a:cubicBezTo>
                    <a:pt x="1268" y="16689"/>
                    <a:pt x="1264" y="16689"/>
                    <a:pt x="1261" y="16692"/>
                  </a:cubicBezTo>
                  <a:cubicBezTo>
                    <a:pt x="1250" y="16713"/>
                    <a:pt x="1278" y="16790"/>
                    <a:pt x="1341" y="16920"/>
                  </a:cubicBezTo>
                  <a:cubicBezTo>
                    <a:pt x="1366" y="16958"/>
                    <a:pt x="1369" y="17007"/>
                    <a:pt x="1352" y="17046"/>
                  </a:cubicBezTo>
                  <a:cubicBezTo>
                    <a:pt x="1324" y="17102"/>
                    <a:pt x="1257" y="17109"/>
                    <a:pt x="1194" y="17116"/>
                  </a:cubicBezTo>
                  <a:cubicBezTo>
                    <a:pt x="1142" y="17119"/>
                    <a:pt x="1093" y="17133"/>
                    <a:pt x="1047" y="17161"/>
                  </a:cubicBezTo>
                  <a:cubicBezTo>
                    <a:pt x="1033" y="17172"/>
                    <a:pt x="1026" y="17175"/>
                    <a:pt x="1072" y="17252"/>
                  </a:cubicBezTo>
                  <a:cubicBezTo>
                    <a:pt x="1110" y="17315"/>
                    <a:pt x="1163" y="17406"/>
                    <a:pt x="1110" y="17504"/>
                  </a:cubicBezTo>
                  <a:cubicBezTo>
                    <a:pt x="1093" y="17543"/>
                    <a:pt x="1054" y="17574"/>
                    <a:pt x="1008" y="17581"/>
                  </a:cubicBezTo>
                  <a:cubicBezTo>
                    <a:pt x="1001" y="17583"/>
                    <a:pt x="993" y="17583"/>
                    <a:pt x="985" y="17583"/>
                  </a:cubicBezTo>
                  <a:cubicBezTo>
                    <a:pt x="886" y="17583"/>
                    <a:pt x="778" y="17484"/>
                    <a:pt x="697" y="17410"/>
                  </a:cubicBezTo>
                  <a:lnTo>
                    <a:pt x="658" y="17378"/>
                  </a:lnTo>
                  <a:cubicBezTo>
                    <a:pt x="634" y="17357"/>
                    <a:pt x="616" y="17326"/>
                    <a:pt x="616" y="17294"/>
                  </a:cubicBezTo>
                  <a:cubicBezTo>
                    <a:pt x="613" y="17238"/>
                    <a:pt x="648" y="17186"/>
                    <a:pt x="700" y="17130"/>
                  </a:cubicBezTo>
                  <a:lnTo>
                    <a:pt x="679" y="17130"/>
                  </a:lnTo>
                  <a:cubicBezTo>
                    <a:pt x="658" y="17126"/>
                    <a:pt x="634" y="17126"/>
                    <a:pt x="609" y="17126"/>
                  </a:cubicBezTo>
                  <a:lnTo>
                    <a:pt x="609" y="17130"/>
                  </a:lnTo>
                  <a:cubicBezTo>
                    <a:pt x="620" y="17284"/>
                    <a:pt x="497" y="17319"/>
                    <a:pt x="413" y="17343"/>
                  </a:cubicBezTo>
                  <a:cubicBezTo>
                    <a:pt x="364" y="17350"/>
                    <a:pt x="315" y="17375"/>
                    <a:pt x="277" y="17410"/>
                  </a:cubicBezTo>
                  <a:cubicBezTo>
                    <a:pt x="259" y="17427"/>
                    <a:pt x="259" y="17441"/>
                    <a:pt x="305" y="17501"/>
                  </a:cubicBezTo>
                  <a:cubicBezTo>
                    <a:pt x="333" y="17539"/>
                    <a:pt x="364" y="17581"/>
                    <a:pt x="347" y="17630"/>
                  </a:cubicBezTo>
                  <a:cubicBezTo>
                    <a:pt x="336" y="17665"/>
                    <a:pt x="308" y="17690"/>
                    <a:pt x="273" y="17697"/>
                  </a:cubicBezTo>
                  <a:cubicBezTo>
                    <a:pt x="186" y="17732"/>
                    <a:pt x="109" y="17784"/>
                    <a:pt x="46" y="17851"/>
                  </a:cubicBezTo>
                  <a:cubicBezTo>
                    <a:pt x="70" y="17833"/>
                    <a:pt x="98" y="17823"/>
                    <a:pt x="126" y="17819"/>
                  </a:cubicBezTo>
                  <a:cubicBezTo>
                    <a:pt x="138" y="17817"/>
                    <a:pt x="150" y="17816"/>
                    <a:pt x="162" y="17816"/>
                  </a:cubicBezTo>
                  <a:cubicBezTo>
                    <a:pt x="251" y="17816"/>
                    <a:pt x="333" y="17873"/>
                    <a:pt x="361" y="17963"/>
                  </a:cubicBezTo>
                  <a:cubicBezTo>
                    <a:pt x="364" y="17973"/>
                    <a:pt x="371" y="17984"/>
                    <a:pt x="378" y="17991"/>
                  </a:cubicBezTo>
                  <a:lnTo>
                    <a:pt x="424" y="17977"/>
                  </a:lnTo>
                  <a:cubicBezTo>
                    <a:pt x="470" y="17960"/>
                    <a:pt x="519" y="17951"/>
                    <a:pt x="567" y="17951"/>
                  </a:cubicBezTo>
                  <a:cubicBezTo>
                    <a:pt x="588" y="17951"/>
                    <a:pt x="609" y="17953"/>
                    <a:pt x="630" y="17956"/>
                  </a:cubicBezTo>
                  <a:cubicBezTo>
                    <a:pt x="753" y="17987"/>
                    <a:pt x="830" y="18110"/>
                    <a:pt x="805" y="18232"/>
                  </a:cubicBezTo>
                  <a:cubicBezTo>
                    <a:pt x="789" y="18313"/>
                    <a:pt x="738" y="18367"/>
                    <a:pt x="675" y="18367"/>
                  </a:cubicBezTo>
                  <a:cubicBezTo>
                    <a:pt x="670" y="18367"/>
                    <a:pt x="664" y="18366"/>
                    <a:pt x="658" y="18366"/>
                  </a:cubicBezTo>
                  <a:cubicBezTo>
                    <a:pt x="644" y="18369"/>
                    <a:pt x="634" y="18376"/>
                    <a:pt x="623" y="18383"/>
                  </a:cubicBezTo>
                  <a:cubicBezTo>
                    <a:pt x="571" y="18453"/>
                    <a:pt x="546" y="18544"/>
                    <a:pt x="560" y="18632"/>
                  </a:cubicBezTo>
                  <a:cubicBezTo>
                    <a:pt x="560" y="18646"/>
                    <a:pt x="567" y="18649"/>
                    <a:pt x="567" y="18649"/>
                  </a:cubicBezTo>
                  <a:cubicBezTo>
                    <a:pt x="576" y="18656"/>
                    <a:pt x="592" y="18658"/>
                    <a:pt x="612" y="18658"/>
                  </a:cubicBezTo>
                  <a:cubicBezTo>
                    <a:pt x="656" y="18658"/>
                    <a:pt x="720" y="18646"/>
                    <a:pt x="763" y="18639"/>
                  </a:cubicBezTo>
                  <a:cubicBezTo>
                    <a:pt x="824" y="18627"/>
                    <a:pt x="885" y="18616"/>
                    <a:pt x="941" y="18616"/>
                  </a:cubicBezTo>
                  <a:cubicBezTo>
                    <a:pt x="971" y="18616"/>
                    <a:pt x="1000" y="18619"/>
                    <a:pt x="1026" y="18628"/>
                  </a:cubicBezTo>
                  <a:cubicBezTo>
                    <a:pt x="1110" y="18656"/>
                    <a:pt x="1166" y="18737"/>
                    <a:pt x="1166" y="18821"/>
                  </a:cubicBezTo>
                  <a:cubicBezTo>
                    <a:pt x="1170" y="18898"/>
                    <a:pt x="1138" y="18961"/>
                    <a:pt x="1089" y="18982"/>
                  </a:cubicBezTo>
                  <a:cubicBezTo>
                    <a:pt x="1077" y="18987"/>
                    <a:pt x="1063" y="18990"/>
                    <a:pt x="1050" y="18990"/>
                  </a:cubicBezTo>
                  <a:cubicBezTo>
                    <a:pt x="1021" y="18990"/>
                    <a:pt x="993" y="18978"/>
                    <a:pt x="973" y="18954"/>
                  </a:cubicBezTo>
                  <a:cubicBezTo>
                    <a:pt x="908" y="18889"/>
                    <a:pt x="819" y="18827"/>
                    <a:pt x="762" y="18827"/>
                  </a:cubicBezTo>
                  <a:cubicBezTo>
                    <a:pt x="758" y="18827"/>
                    <a:pt x="753" y="18827"/>
                    <a:pt x="749" y="18828"/>
                  </a:cubicBezTo>
                  <a:cubicBezTo>
                    <a:pt x="732" y="18828"/>
                    <a:pt x="718" y="18842"/>
                    <a:pt x="711" y="18856"/>
                  </a:cubicBezTo>
                  <a:cubicBezTo>
                    <a:pt x="659" y="18946"/>
                    <a:pt x="592" y="18975"/>
                    <a:pt x="524" y="18975"/>
                  </a:cubicBezTo>
                  <a:cubicBezTo>
                    <a:pt x="451" y="18975"/>
                    <a:pt x="377" y="18941"/>
                    <a:pt x="322" y="18915"/>
                  </a:cubicBezTo>
                  <a:lnTo>
                    <a:pt x="301" y="18905"/>
                  </a:lnTo>
                  <a:cubicBezTo>
                    <a:pt x="300" y="18904"/>
                    <a:pt x="298" y="18904"/>
                    <a:pt x="297" y="18904"/>
                  </a:cubicBezTo>
                  <a:cubicBezTo>
                    <a:pt x="270" y="18904"/>
                    <a:pt x="187" y="18930"/>
                    <a:pt x="95" y="18992"/>
                  </a:cubicBezTo>
                  <a:cubicBezTo>
                    <a:pt x="56" y="19020"/>
                    <a:pt x="21" y="19055"/>
                    <a:pt x="0" y="19097"/>
                  </a:cubicBezTo>
                  <a:cubicBezTo>
                    <a:pt x="63" y="19146"/>
                    <a:pt x="112" y="19209"/>
                    <a:pt x="144" y="19283"/>
                  </a:cubicBezTo>
                  <a:cubicBezTo>
                    <a:pt x="151" y="19297"/>
                    <a:pt x="158" y="19311"/>
                    <a:pt x="165" y="19325"/>
                  </a:cubicBezTo>
                  <a:cubicBezTo>
                    <a:pt x="235" y="19314"/>
                    <a:pt x="340" y="19262"/>
                    <a:pt x="378" y="19195"/>
                  </a:cubicBezTo>
                  <a:cubicBezTo>
                    <a:pt x="413" y="19119"/>
                    <a:pt x="499" y="19049"/>
                    <a:pt x="583" y="19049"/>
                  </a:cubicBezTo>
                  <a:cubicBezTo>
                    <a:pt x="592" y="19049"/>
                    <a:pt x="601" y="19050"/>
                    <a:pt x="609" y="19052"/>
                  </a:cubicBezTo>
                  <a:cubicBezTo>
                    <a:pt x="651" y="19062"/>
                    <a:pt x="725" y="19097"/>
                    <a:pt x="732" y="19244"/>
                  </a:cubicBezTo>
                  <a:cubicBezTo>
                    <a:pt x="742" y="19426"/>
                    <a:pt x="602" y="19454"/>
                    <a:pt x="529" y="19468"/>
                  </a:cubicBezTo>
                  <a:cubicBezTo>
                    <a:pt x="483" y="19479"/>
                    <a:pt x="455" y="19486"/>
                    <a:pt x="448" y="19503"/>
                  </a:cubicBezTo>
                  <a:cubicBezTo>
                    <a:pt x="399" y="19626"/>
                    <a:pt x="308" y="19727"/>
                    <a:pt x="137" y="19857"/>
                  </a:cubicBezTo>
                  <a:cubicBezTo>
                    <a:pt x="91" y="19892"/>
                    <a:pt x="98" y="19923"/>
                    <a:pt x="112" y="19944"/>
                  </a:cubicBezTo>
                  <a:cubicBezTo>
                    <a:pt x="123" y="19966"/>
                    <a:pt x="144" y="19979"/>
                    <a:pt x="168" y="19979"/>
                  </a:cubicBezTo>
                  <a:cubicBezTo>
                    <a:pt x="175" y="19979"/>
                    <a:pt x="182" y="19978"/>
                    <a:pt x="189" y="19976"/>
                  </a:cubicBezTo>
                  <a:cubicBezTo>
                    <a:pt x="207" y="19961"/>
                    <a:pt x="227" y="19954"/>
                    <a:pt x="246" y="19954"/>
                  </a:cubicBezTo>
                  <a:cubicBezTo>
                    <a:pt x="304" y="19954"/>
                    <a:pt x="356" y="20012"/>
                    <a:pt x="333" y="20077"/>
                  </a:cubicBezTo>
                  <a:cubicBezTo>
                    <a:pt x="329" y="20133"/>
                    <a:pt x="333" y="20133"/>
                    <a:pt x="361" y="20137"/>
                  </a:cubicBezTo>
                  <a:cubicBezTo>
                    <a:pt x="371" y="20140"/>
                    <a:pt x="380" y="20142"/>
                    <a:pt x="390" y="20142"/>
                  </a:cubicBezTo>
                  <a:cubicBezTo>
                    <a:pt x="411" y="20142"/>
                    <a:pt x="431" y="20134"/>
                    <a:pt x="448" y="20119"/>
                  </a:cubicBezTo>
                  <a:cubicBezTo>
                    <a:pt x="469" y="20084"/>
                    <a:pt x="473" y="20042"/>
                    <a:pt x="455" y="20004"/>
                  </a:cubicBezTo>
                  <a:cubicBezTo>
                    <a:pt x="427" y="19902"/>
                    <a:pt x="476" y="19720"/>
                    <a:pt x="585" y="19654"/>
                  </a:cubicBezTo>
                  <a:cubicBezTo>
                    <a:pt x="612" y="19637"/>
                    <a:pt x="642" y="19628"/>
                    <a:pt x="673" y="19628"/>
                  </a:cubicBezTo>
                  <a:cubicBezTo>
                    <a:pt x="717" y="19628"/>
                    <a:pt x="762" y="19646"/>
                    <a:pt x="795" y="19682"/>
                  </a:cubicBezTo>
                  <a:cubicBezTo>
                    <a:pt x="924" y="19804"/>
                    <a:pt x="844" y="19937"/>
                    <a:pt x="791" y="20014"/>
                  </a:cubicBezTo>
                  <a:cubicBezTo>
                    <a:pt x="770" y="20046"/>
                    <a:pt x="753" y="20081"/>
                    <a:pt x="742" y="20119"/>
                  </a:cubicBezTo>
                  <a:cubicBezTo>
                    <a:pt x="739" y="20193"/>
                    <a:pt x="725" y="20263"/>
                    <a:pt x="700" y="20333"/>
                  </a:cubicBezTo>
                  <a:cubicBezTo>
                    <a:pt x="676" y="20396"/>
                    <a:pt x="662" y="20463"/>
                    <a:pt x="658" y="20529"/>
                  </a:cubicBezTo>
                  <a:cubicBezTo>
                    <a:pt x="662" y="20603"/>
                    <a:pt x="613" y="20666"/>
                    <a:pt x="546" y="20687"/>
                  </a:cubicBezTo>
                  <a:cubicBezTo>
                    <a:pt x="511" y="20704"/>
                    <a:pt x="511" y="20704"/>
                    <a:pt x="511" y="20732"/>
                  </a:cubicBezTo>
                  <a:cubicBezTo>
                    <a:pt x="522" y="20837"/>
                    <a:pt x="434" y="20872"/>
                    <a:pt x="364" y="20886"/>
                  </a:cubicBezTo>
                  <a:cubicBezTo>
                    <a:pt x="413" y="20963"/>
                    <a:pt x="361" y="21051"/>
                    <a:pt x="333" y="21096"/>
                  </a:cubicBezTo>
                  <a:cubicBezTo>
                    <a:pt x="319" y="21117"/>
                    <a:pt x="308" y="21142"/>
                    <a:pt x="301" y="21166"/>
                  </a:cubicBezTo>
                  <a:cubicBezTo>
                    <a:pt x="315" y="21156"/>
                    <a:pt x="326" y="21145"/>
                    <a:pt x="340" y="21135"/>
                  </a:cubicBezTo>
                  <a:cubicBezTo>
                    <a:pt x="379" y="21098"/>
                    <a:pt x="434" y="21051"/>
                    <a:pt x="507" y="21051"/>
                  </a:cubicBezTo>
                  <a:cubicBezTo>
                    <a:pt x="526" y="21051"/>
                    <a:pt x="546" y="21054"/>
                    <a:pt x="567" y="21061"/>
                  </a:cubicBezTo>
                  <a:cubicBezTo>
                    <a:pt x="592" y="21072"/>
                    <a:pt x="620" y="21086"/>
                    <a:pt x="644" y="21096"/>
                  </a:cubicBezTo>
                  <a:cubicBezTo>
                    <a:pt x="664" y="21105"/>
                    <a:pt x="676" y="21111"/>
                    <a:pt x="691" y="21111"/>
                  </a:cubicBezTo>
                  <a:cubicBezTo>
                    <a:pt x="711" y="21111"/>
                    <a:pt x="737" y="21101"/>
                    <a:pt x="795" y="21075"/>
                  </a:cubicBezTo>
                  <a:cubicBezTo>
                    <a:pt x="825" y="21062"/>
                    <a:pt x="856" y="21056"/>
                    <a:pt x="887" y="21056"/>
                  </a:cubicBezTo>
                  <a:cubicBezTo>
                    <a:pt x="931" y="21056"/>
                    <a:pt x="975" y="21069"/>
                    <a:pt x="1012" y="21096"/>
                  </a:cubicBezTo>
                  <a:cubicBezTo>
                    <a:pt x="1061" y="21135"/>
                    <a:pt x="1086" y="21194"/>
                    <a:pt x="1075" y="21257"/>
                  </a:cubicBezTo>
                  <a:cubicBezTo>
                    <a:pt x="1061" y="21317"/>
                    <a:pt x="1012" y="21366"/>
                    <a:pt x="949" y="21383"/>
                  </a:cubicBezTo>
                  <a:cubicBezTo>
                    <a:pt x="882" y="21404"/>
                    <a:pt x="823" y="21443"/>
                    <a:pt x="770" y="21495"/>
                  </a:cubicBezTo>
                  <a:cubicBezTo>
                    <a:pt x="806" y="21485"/>
                    <a:pt x="855" y="21471"/>
                    <a:pt x="904" y="21471"/>
                  </a:cubicBezTo>
                  <a:cubicBezTo>
                    <a:pt x="971" y="21471"/>
                    <a:pt x="1038" y="21497"/>
                    <a:pt x="1068" y="21590"/>
                  </a:cubicBezTo>
                  <a:cubicBezTo>
                    <a:pt x="1072" y="21607"/>
                    <a:pt x="1079" y="21625"/>
                    <a:pt x="1089" y="21639"/>
                  </a:cubicBezTo>
                  <a:cubicBezTo>
                    <a:pt x="1110" y="21611"/>
                    <a:pt x="1121" y="21579"/>
                    <a:pt x="1121" y="21544"/>
                  </a:cubicBezTo>
                  <a:cubicBezTo>
                    <a:pt x="1121" y="21474"/>
                    <a:pt x="1173" y="21415"/>
                    <a:pt x="1243" y="21408"/>
                  </a:cubicBezTo>
                  <a:cubicBezTo>
                    <a:pt x="1250" y="21407"/>
                    <a:pt x="1256" y="21407"/>
                    <a:pt x="1263" y="21407"/>
                  </a:cubicBezTo>
                  <a:cubicBezTo>
                    <a:pt x="1388" y="21407"/>
                    <a:pt x="1560" y="21526"/>
                    <a:pt x="1600" y="21649"/>
                  </a:cubicBezTo>
                  <a:cubicBezTo>
                    <a:pt x="1618" y="21702"/>
                    <a:pt x="1604" y="21761"/>
                    <a:pt x="1565" y="21800"/>
                  </a:cubicBezTo>
                  <a:cubicBezTo>
                    <a:pt x="1490" y="21889"/>
                    <a:pt x="1300" y="21939"/>
                    <a:pt x="1146" y="21939"/>
                  </a:cubicBezTo>
                  <a:cubicBezTo>
                    <a:pt x="1108" y="21939"/>
                    <a:pt x="1072" y="21936"/>
                    <a:pt x="1040" y="21929"/>
                  </a:cubicBezTo>
                  <a:cubicBezTo>
                    <a:pt x="1030" y="21926"/>
                    <a:pt x="1020" y="21925"/>
                    <a:pt x="1010" y="21925"/>
                  </a:cubicBezTo>
                  <a:cubicBezTo>
                    <a:pt x="977" y="21925"/>
                    <a:pt x="943" y="21942"/>
                    <a:pt x="924" y="21971"/>
                  </a:cubicBezTo>
                  <a:cubicBezTo>
                    <a:pt x="896" y="22031"/>
                    <a:pt x="903" y="22101"/>
                    <a:pt x="949" y="22153"/>
                  </a:cubicBezTo>
                  <a:cubicBezTo>
                    <a:pt x="977" y="22192"/>
                    <a:pt x="998" y="22192"/>
                    <a:pt x="1005" y="22192"/>
                  </a:cubicBezTo>
                  <a:cubicBezTo>
                    <a:pt x="1006" y="22192"/>
                    <a:pt x="1007" y="22192"/>
                    <a:pt x="1008" y="22192"/>
                  </a:cubicBezTo>
                  <a:cubicBezTo>
                    <a:pt x="1068" y="22192"/>
                    <a:pt x="1160" y="22103"/>
                    <a:pt x="1233" y="22027"/>
                  </a:cubicBezTo>
                  <a:lnTo>
                    <a:pt x="1250" y="22013"/>
                  </a:lnTo>
                  <a:cubicBezTo>
                    <a:pt x="1322" y="21939"/>
                    <a:pt x="1489" y="21910"/>
                    <a:pt x="1658" y="21910"/>
                  </a:cubicBezTo>
                  <a:cubicBezTo>
                    <a:pt x="1769" y="21910"/>
                    <a:pt x="1880" y="21923"/>
                    <a:pt x="1968" y="21943"/>
                  </a:cubicBezTo>
                  <a:cubicBezTo>
                    <a:pt x="2101" y="21975"/>
                    <a:pt x="2174" y="22020"/>
                    <a:pt x="2195" y="22087"/>
                  </a:cubicBezTo>
                  <a:cubicBezTo>
                    <a:pt x="2209" y="22122"/>
                    <a:pt x="2206" y="22164"/>
                    <a:pt x="2181" y="22195"/>
                  </a:cubicBezTo>
                  <a:cubicBezTo>
                    <a:pt x="2149" y="22241"/>
                    <a:pt x="2090" y="22250"/>
                    <a:pt x="2022" y="22250"/>
                  </a:cubicBezTo>
                  <a:cubicBezTo>
                    <a:pt x="2001" y="22250"/>
                    <a:pt x="1979" y="22249"/>
                    <a:pt x="1957" y="22248"/>
                  </a:cubicBezTo>
                  <a:cubicBezTo>
                    <a:pt x="1947" y="22247"/>
                    <a:pt x="1936" y="22247"/>
                    <a:pt x="1926" y="22247"/>
                  </a:cubicBezTo>
                  <a:cubicBezTo>
                    <a:pt x="1900" y="22247"/>
                    <a:pt x="1873" y="22249"/>
                    <a:pt x="1849" y="22251"/>
                  </a:cubicBezTo>
                  <a:cubicBezTo>
                    <a:pt x="1800" y="22339"/>
                    <a:pt x="1642" y="22388"/>
                    <a:pt x="1544" y="22388"/>
                  </a:cubicBezTo>
                  <a:cubicBezTo>
                    <a:pt x="1446" y="22388"/>
                    <a:pt x="1415" y="22342"/>
                    <a:pt x="1397" y="22307"/>
                  </a:cubicBezTo>
                  <a:cubicBezTo>
                    <a:pt x="1362" y="22314"/>
                    <a:pt x="1334" y="22328"/>
                    <a:pt x="1310" y="22346"/>
                  </a:cubicBezTo>
                  <a:cubicBezTo>
                    <a:pt x="1261" y="22374"/>
                    <a:pt x="1229" y="22423"/>
                    <a:pt x="1219" y="22476"/>
                  </a:cubicBezTo>
                  <a:cubicBezTo>
                    <a:pt x="1215" y="22528"/>
                    <a:pt x="1194" y="22577"/>
                    <a:pt x="1159" y="22619"/>
                  </a:cubicBezTo>
                  <a:lnTo>
                    <a:pt x="1184" y="22626"/>
                  </a:lnTo>
                  <a:cubicBezTo>
                    <a:pt x="1198" y="22630"/>
                    <a:pt x="1210" y="22633"/>
                    <a:pt x="1221" y="22633"/>
                  </a:cubicBezTo>
                  <a:cubicBezTo>
                    <a:pt x="1253" y="22633"/>
                    <a:pt x="1272" y="22612"/>
                    <a:pt x="1306" y="22570"/>
                  </a:cubicBezTo>
                  <a:cubicBezTo>
                    <a:pt x="1365" y="22501"/>
                    <a:pt x="1442" y="22415"/>
                    <a:pt x="1625" y="22415"/>
                  </a:cubicBezTo>
                  <a:cubicBezTo>
                    <a:pt x="1639" y="22415"/>
                    <a:pt x="1652" y="22415"/>
                    <a:pt x="1667" y="22416"/>
                  </a:cubicBezTo>
                  <a:cubicBezTo>
                    <a:pt x="1677" y="22417"/>
                    <a:pt x="1687" y="22417"/>
                    <a:pt x="1697" y="22417"/>
                  </a:cubicBezTo>
                  <a:cubicBezTo>
                    <a:pt x="1827" y="22417"/>
                    <a:pt x="1932" y="22356"/>
                    <a:pt x="2020" y="22307"/>
                  </a:cubicBezTo>
                  <a:cubicBezTo>
                    <a:pt x="2085" y="22268"/>
                    <a:pt x="2144" y="22235"/>
                    <a:pt x="2200" y="22235"/>
                  </a:cubicBezTo>
                  <a:cubicBezTo>
                    <a:pt x="2214" y="22235"/>
                    <a:pt x="2227" y="22237"/>
                    <a:pt x="2241" y="22241"/>
                  </a:cubicBezTo>
                  <a:cubicBezTo>
                    <a:pt x="2286" y="22255"/>
                    <a:pt x="2321" y="22290"/>
                    <a:pt x="2339" y="22332"/>
                  </a:cubicBezTo>
                  <a:cubicBezTo>
                    <a:pt x="2388" y="22430"/>
                    <a:pt x="2356" y="22535"/>
                    <a:pt x="2255" y="22612"/>
                  </a:cubicBezTo>
                  <a:cubicBezTo>
                    <a:pt x="2184" y="22666"/>
                    <a:pt x="2087" y="22700"/>
                    <a:pt x="1997" y="22700"/>
                  </a:cubicBezTo>
                  <a:cubicBezTo>
                    <a:pt x="1931" y="22700"/>
                    <a:pt x="1869" y="22682"/>
                    <a:pt x="1824" y="22640"/>
                  </a:cubicBezTo>
                  <a:cubicBezTo>
                    <a:pt x="1813" y="22627"/>
                    <a:pt x="1797" y="22620"/>
                    <a:pt x="1782" y="22620"/>
                  </a:cubicBezTo>
                  <a:cubicBezTo>
                    <a:pt x="1774" y="22620"/>
                    <a:pt x="1765" y="22622"/>
                    <a:pt x="1758" y="22626"/>
                  </a:cubicBezTo>
                  <a:cubicBezTo>
                    <a:pt x="1705" y="22654"/>
                    <a:pt x="1646" y="22759"/>
                    <a:pt x="1653" y="22854"/>
                  </a:cubicBezTo>
                  <a:cubicBezTo>
                    <a:pt x="1660" y="22896"/>
                    <a:pt x="1642" y="22938"/>
                    <a:pt x="1611" y="22966"/>
                  </a:cubicBezTo>
                  <a:cubicBezTo>
                    <a:pt x="1585" y="22985"/>
                    <a:pt x="1554" y="22993"/>
                    <a:pt x="1517" y="22993"/>
                  </a:cubicBezTo>
                  <a:cubicBezTo>
                    <a:pt x="1441" y="22993"/>
                    <a:pt x="1342" y="22957"/>
                    <a:pt x="1226" y="22917"/>
                  </a:cubicBezTo>
                  <a:cubicBezTo>
                    <a:pt x="1152" y="22889"/>
                    <a:pt x="1079" y="22864"/>
                    <a:pt x="1001" y="22850"/>
                  </a:cubicBezTo>
                  <a:cubicBezTo>
                    <a:pt x="994" y="22848"/>
                    <a:pt x="987" y="22847"/>
                    <a:pt x="981" y="22847"/>
                  </a:cubicBezTo>
                  <a:cubicBezTo>
                    <a:pt x="974" y="22847"/>
                    <a:pt x="968" y="22848"/>
                    <a:pt x="963" y="22850"/>
                  </a:cubicBezTo>
                  <a:cubicBezTo>
                    <a:pt x="959" y="22878"/>
                    <a:pt x="998" y="22980"/>
                    <a:pt x="1117" y="23102"/>
                  </a:cubicBezTo>
                  <a:cubicBezTo>
                    <a:pt x="1161" y="23149"/>
                    <a:pt x="1193" y="23163"/>
                    <a:pt x="1230" y="23163"/>
                  </a:cubicBezTo>
                  <a:cubicBezTo>
                    <a:pt x="1249" y="23163"/>
                    <a:pt x="1269" y="23159"/>
                    <a:pt x="1292" y="23155"/>
                  </a:cubicBezTo>
                  <a:cubicBezTo>
                    <a:pt x="1321" y="23147"/>
                    <a:pt x="1350" y="23144"/>
                    <a:pt x="1379" y="23144"/>
                  </a:cubicBezTo>
                  <a:cubicBezTo>
                    <a:pt x="1449" y="23144"/>
                    <a:pt x="1516" y="23164"/>
                    <a:pt x="1576" y="23204"/>
                  </a:cubicBezTo>
                  <a:cubicBezTo>
                    <a:pt x="1635" y="23242"/>
                    <a:pt x="1691" y="23288"/>
                    <a:pt x="1740" y="23340"/>
                  </a:cubicBezTo>
                  <a:cubicBezTo>
                    <a:pt x="1758" y="23361"/>
                    <a:pt x="1775" y="23375"/>
                    <a:pt x="1796" y="23389"/>
                  </a:cubicBezTo>
                  <a:cubicBezTo>
                    <a:pt x="1796" y="23389"/>
                    <a:pt x="1810" y="23389"/>
                    <a:pt x="1849" y="23354"/>
                  </a:cubicBezTo>
                  <a:cubicBezTo>
                    <a:pt x="1859" y="23347"/>
                    <a:pt x="1866" y="23337"/>
                    <a:pt x="1877" y="23330"/>
                  </a:cubicBezTo>
                  <a:lnTo>
                    <a:pt x="1852" y="23319"/>
                  </a:lnTo>
                  <a:cubicBezTo>
                    <a:pt x="1821" y="23309"/>
                    <a:pt x="1789" y="23295"/>
                    <a:pt x="1761" y="23277"/>
                  </a:cubicBezTo>
                  <a:cubicBezTo>
                    <a:pt x="1691" y="23232"/>
                    <a:pt x="1670" y="23137"/>
                    <a:pt x="1712" y="23064"/>
                  </a:cubicBezTo>
                  <a:cubicBezTo>
                    <a:pt x="1742" y="23007"/>
                    <a:pt x="1804" y="22966"/>
                    <a:pt x="1889" y="22966"/>
                  </a:cubicBezTo>
                  <a:cubicBezTo>
                    <a:pt x="1934" y="22966"/>
                    <a:pt x="1985" y="22977"/>
                    <a:pt x="2041" y="23004"/>
                  </a:cubicBezTo>
                  <a:cubicBezTo>
                    <a:pt x="2074" y="23019"/>
                    <a:pt x="2109" y="23027"/>
                    <a:pt x="2144" y="23027"/>
                  </a:cubicBezTo>
                  <a:cubicBezTo>
                    <a:pt x="2198" y="23027"/>
                    <a:pt x="2251" y="23009"/>
                    <a:pt x="2293" y="22973"/>
                  </a:cubicBezTo>
                  <a:cubicBezTo>
                    <a:pt x="2374" y="22903"/>
                    <a:pt x="2405" y="22794"/>
                    <a:pt x="2374" y="22693"/>
                  </a:cubicBezTo>
                  <a:cubicBezTo>
                    <a:pt x="2279" y="22307"/>
                    <a:pt x="2699" y="22160"/>
                    <a:pt x="2899" y="22090"/>
                  </a:cubicBezTo>
                  <a:cubicBezTo>
                    <a:pt x="2946" y="22075"/>
                    <a:pt x="2985" y="22068"/>
                    <a:pt x="3015" y="22068"/>
                  </a:cubicBezTo>
                  <a:cubicBezTo>
                    <a:pt x="3094" y="22068"/>
                    <a:pt x="3123" y="22109"/>
                    <a:pt x="3134" y="22139"/>
                  </a:cubicBezTo>
                  <a:cubicBezTo>
                    <a:pt x="3179" y="22248"/>
                    <a:pt x="3025" y="22420"/>
                    <a:pt x="2874" y="22483"/>
                  </a:cubicBezTo>
                  <a:cubicBezTo>
                    <a:pt x="2755" y="22532"/>
                    <a:pt x="2734" y="22556"/>
                    <a:pt x="2731" y="22570"/>
                  </a:cubicBezTo>
                  <a:cubicBezTo>
                    <a:pt x="2727" y="22581"/>
                    <a:pt x="2731" y="22605"/>
                    <a:pt x="2811" y="22693"/>
                  </a:cubicBezTo>
                  <a:cubicBezTo>
                    <a:pt x="2835" y="22718"/>
                    <a:pt x="2860" y="22730"/>
                    <a:pt x="2890" y="22730"/>
                  </a:cubicBezTo>
                  <a:cubicBezTo>
                    <a:pt x="2922" y="22730"/>
                    <a:pt x="2961" y="22717"/>
                    <a:pt x="3014" y="22696"/>
                  </a:cubicBezTo>
                  <a:cubicBezTo>
                    <a:pt x="3062" y="22679"/>
                    <a:pt x="3118" y="22658"/>
                    <a:pt x="3173" y="22658"/>
                  </a:cubicBezTo>
                  <a:cubicBezTo>
                    <a:pt x="3219" y="22658"/>
                    <a:pt x="3266" y="22672"/>
                    <a:pt x="3309" y="22714"/>
                  </a:cubicBezTo>
                  <a:cubicBezTo>
                    <a:pt x="3344" y="22745"/>
                    <a:pt x="3358" y="22791"/>
                    <a:pt x="3351" y="22836"/>
                  </a:cubicBezTo>
                  <a:cubicBezTo>
                    <a:pt x="3333" y="22903"/>
                    <a:pt x="3256" y="22927"/>
                    <a:pt x="3172" y="22955"/>
                  </a:cubicBezTo>
                  <a:cubicBezTo>
                    <a:pt x="3116" y="22973"/>
                    <a:pt x="3032" y="22997"/>
                    <a:pt x="3014" y="23032"/>
                  </a:cubicBezTo>
                  <a:cubicBezTo>
                    <a:pt x="3004" y="23057"/>
                    <a:pt x="3035" y="23102"/>
                    <a:pt x="3060" y="23148"/>
                  </a:cubicBezTo>
                  <a:cubicBezTo>
                    <a:pt x="3095" y="23204"/>
                    <a:pt x="3137" y="23270"/>
                    <a:pt x="3116" y="23344"/>
                  </a:cubicBezTo>
                  <a:cubicBezTo>
                    <a:pt x="3098" y="23393"/>
                    <a:pt x="3056" y="23431"/>
                    <a:pt x="3007" y="23452"/>
                  </a:cubicBezTo>
                  <a:cubicBezTo>
                    <a:pt x="2986" y="23465"/>
                    <a:pt x="2961" y="23471"/>
                    <a:pt x="2936" y="23471"/>
                  </a:cubicBezTo>
                  <a:cubicBezTo>
                    <a:pt x="2914" y="23471"/>
                    <a:pt x="2891" y="23466"/>
                    <a:pt x="2871" y="23456"/>
                  </a:cubicBezTo>
                  <a:cubicBezTo>
                    <a:pt x="2790" y="23410"/>
                    <a:pt x="2776" y="23295"/>
                    <a:pt x="2762" y="23172"/>
                  </a:cubicBezTo>
                  <a:cubicBezTo>
                    <a:pt x="2755" y="23116"/>
                    <a:pt x="2741" y="23022"/>
                    <a:pt x="2724" y="23004"/>
                  </a:cubicBezTo>
                  <a:cubicBezTo>
                    <a:pt x="2718" y="23000"/>
                    <a:pt x="2708" y="22997"/>
                    <a:pt x="2697" y="22997"/>
                  </a:cubicBezTo>
                  <a:cubicBezTo>
                    <a:pt x="2687" y="22997"/>
                    <a:pt x="2678" y="22999"/>
                    <a:pt x="2671" y="23008"/>
                  </a:cubicBezTo>
                  <a:cubicBezTo>
                    <a:pt x="2657" y="23022"/>
                    <a:pt x="2633" y="23106"/>
                    <a:pt x="2699" y="23256"/>
                  </a:cubicBezTo>
                  <a:cubicBezTo>
                    <a:pt x="2724" y="23309"/>
                    <a:pt x="2769" y="23417"/>
                    <a:pt x="2699" y="23463"/>
                  </a:cubicBezTo>
                  <a:cubicBezTo>
                    <a:pt x="2692" y="23468"/>
                    <a:pt x="2679" y="23477"/>
                    <a:pt x="2656" y="23477"/>
                  </a:cubicBezTo>
                  <a:cubicBezTo>
                    <a:pt x="2607" y="23477"/>
                    <a:pt x="2512" y="23436"/>
                    <a:pt x="2325" y="23232"/>
                  </a:cubicBezTo>
                  <a:cubicBezTo>
                    <a:pt x="2314" y="23214"/>
                    <a:pt x="2297" y="23207"/>
                    <a:pt x="2279" y="23207"/>
                  </a:cubicBezTo>
                  <a:cubicBezTo>
                    <a:pt x="2258" y="23214"/>
                    <a:pt x="2244" y="23228"/>
                    <a:pt x="2241" y="23249"/>
                  </a:cubicBezTo>
                  <a:cubicBezTo>
                    <a:pt x="2234" y="23284"/>
                    <a:pt x="2244" y="23323"/>
                    <a:pt x="2276" y="23344"/>
                  </a:cubicBezTo>
                  <a:cubicBezTo>
                    <a:pt x="2293" y="23365"/>
                    <a:pt x="2339" y="23410"/>
                    <a:pt x="2318" y="23466"/>
                  </a:cubicBezTo>
                  <a:cubicBezTo>
                    <a:pt x="2297" y="23522"/>
                    <a:pt x="2237" y="23529"/>
                    <a:pt x="2171" y="23533"/>
                  </a:cubicBezTo>
                  <a:cubicBezTo>
                    <a:pt x="2048" y="23543"/>
                    <a:pt x="2013" y="23557"/>
                    <a:pt x="2013" y="23610"/>
                  </a:cubicBezTo>
                  <a:cubicBezTo>
                    <a:pt x="2013" y="23627"/>
                    <a:pt x="2017" y="23645"/>
                    <a:pt x="2020" y="23659"/>
                  </a:cubicBezTo>
                  <a:cubicBezTo>
                    <a:pt x="2048" y="23659"/>
                    <a:pt x="2073" y="23652"/>
                    <a:pt x="2101" y="23645"/>
                  </a:cubicBezTo>
                  <a:cubicBezTo>
                    <a:pt x="2152" y="23630"/>
                    <a:pt x="2207" y="23623"/>
                    <a:pt x="2261" y="23623"/>
                  </a:cubicBezTo>
                  <a:cubicBezTo>
                    <a:pt x="2295" y="23623"/>
                    <a:pt x="2330" y="23625"/>
                    <a:pt x="2363" y="23631"/>
                  </a:cubicBezTo>
                  <a:cubicBezTo>
                    <a:pt x="2524" y="23666"/>
                    <a:pt x="2556" y="23813"/>
                    <a:pt x="2580" y="23932"/>
                  </a:cubicBezTo>
                  <a:cubicBezTo>
                    <a:pt x="2587" y="23995"/>
                    <a:pt x="2612" y="24054"/>
                    <a:pt x="2647" y="24107"/>
                  </a:cubicBezTo>
                  <a:cubicBezTo>
                    <a:pt x="2650" y="24082"/>
                    <a:pt x="2650" y="24047"/>
                    <a:pt x="2654" y="24023"/>
                  </a:cubicBezTo>
                  <a:cubicBezTo>
                    <a:pt x="2661" y="23890"/>
                    <a:pt x="2671" y="23718"/>
                    <a:pt x="2808" y="23690"/>
                  </a:cubicBezTo>
                  <a:cubicBezTo>
                    <a:pt x="2820" y="23688"/>
                    <a:pt x="2832" y="23687"/>
                    <a:pt x="2842" y="23687"/>
                  </a:cubicBezTo>
                  <a:cubicBezTo>
                    <a:pt x="2946" y="23687"/>
                    <a:pt x="2971" y="23803"/>
                    <a:pt x="2990" y="23879"/>
                  </a:cubicBezTo>
                  <a:cubicBezTo>
                    <a:pt x="3014" y="24005"/>
                    <a:pt x="3046" y="24142"/>
                    <a:pt x="3228" y="24201"/>
                  </a:cubicBezTo>
                  <a:cubicBezTo>
                    <a:pt x="3256" y="24212"/>
                    <a:pt x="3281" y="24219"/>
                    <a:pt x="3298" y="24222"/>
                  </a:cubicBezTo>
                  <a:cubicBezTo>
                    <a:pt x="3270" y="24149"/>
                    <a:pt x="3295" y="24061"/>
                    <a:pt x="3365" y="24019"/>
                  </a:cubicBezTo>
                  <a:cubicBezTo>
                    <a:pt x="3393" y="23995"/>
                    <a:pt x="3424" y="23984"/>
                    <a:pt x="3459" y="23984"/>
                  </a:cubicBezTo>
                  <a:cubicBezTo>
                    <a:pt x="3575" y="23984"/>
                    <a:pt x="3683" y="24110"/>
                    <a:pt x="3781" y="24226"/>
                  </a:cubicBezTo>
                  <a:cubicBezTo>
                    <a:pt x="3851" y="24310"/>
                    <a:pt x="3932" y="24404"/>
                    <a:pt x="3988" y="24418"/>
                  </a:cubicBezTo>
                  <a:lnTo>
                    <a:pt x="3998" y="24418"/>
                  </a:lnTo>
                  <a:cubicBezTo>
                    <a:pt x="3970" y="24324"/>
                    <a:pt x="3921" y="24233"/>
                    <a:pt x="3851" y="24163"/>
                  </a:cubicBezTo>
                  <a:cubicBezTo>
                    <a:pt x="3820" y="24135"/>
                    <a:pt x="3802" y="24093"/>
                    <a:pt x="3799" y="24051"/>
                  </a:cubicBezTo>
                  <a:lnTo>
                    <a:pt x="3736" y="24051"/>
                  </a:lnTo>
                  <a:cubicBezTo>
                    <a:pt x="3722" y="24051"/>
                    <a:pt x="3711" y="24047"/>
                    <a:pt x="3701" y="24037"/>
                  </a:cubicBezTo>
                  <a:cubicBezTo>
                    <a:pt x="3694" y="24030"/>
                    <a:pt x="3687" y="24023"/>
                    <a:pt x="3683" y="24016"/>
                  </a:cubicBezTo>
                  <a:cubicBezTo>
                    <a:pt x="3638" y="23925"/>
                    <a:pt x="3610" y="23582"/>
                    <a:pt x="3676" y="22244"/>
                  </a:cubicBezTo>
                  <a:lnTo>
                    <a:pt x="3652" y="22244"/>
                  </a:lnTo>
                  <a:cubicBezTo>
                    <a:pt x="3626" y="22245"/>
                    <a:pt x="3599" y="22246"/>
                    <a:pt x="3571" y="22246"/>
                  </a:cubicBezTo>
                  <a:cubicBezTo>
                    <a:pt x="3442" y="22246"/>
                    <a:pt x="3297" y="22232"/>
                    <a:pt x="3225" y="22143"/>
                  </a:cubicBezTo>
                  <a:cubicBezTo>
                    <a:pt x="3183" y="22090"/>
                    <a:pt x="3172" y="22020"/>
                    <a:pt x="3193" y="21957"/>
                  </a:cubicBezTo>
                  <a:cubicBezTo>
                    <a:pt x="3197" y="21933"/>
                    <a:pt x="3207" y="21912"/>
                    <a:pt x="3221" y="21894"/>
                  </a:cubicBezTo>
                  <a:lnTo>
                    <a:pt x="3218" y="21891"/>
                  </a:lnTo>
                  <a:cubicBezTo>
                    <a:pt x="3200" y="21880"/>
                    <a:pt x="3186" y="21870"/>
                    <a:pt x="3172" y="21859"/>
                  </a:cubicBezTo>
                  <a:lnTo>
                    <a:pt x="3162" y="21852"/>
                  </a:lnTo>
                  <a:cubicBezTo>
                    <a:pt x="3148" y="21845"/>
                    <a:pt x="3137" y="21835"/>
                    <a:pt x="3123" y="21828"/>
                  </a:cubicBezTo>
                  <a:lnTo>
                    <a:pt x="3116" y="21824"/>
                  </a:lnTo>
                  <a:cubicBezTo>
                    <a:pt x="3098" y="21817"/>
                    <a:pt x="3084" y="21810"/>
                    <a:pt x="3067" y="21803"/>
                  </a:cubicBezTo>
                  <a:lnTo>
                    <a:pt x="3056" y="21800"/>
                  </a:lnTo>
                  <a:cubicBezTo>
                    <a:pt x="3042" y="21793"/>
                    <a:pt x="3025" y="21789"/>
                    <a:pt x="3011" y="21786"/>
                  </a:cubicBezTo>
                  <a:cubicBezTo>
                    <a:pt x="2937" y="21766"/>
                    <a:pt x="2827" y="21758"/>
                    <a:pt x="2704" y="21758"/>
                  </a:cubicBezTo>
                  <a:cubicBezTo>
                    <a:pt x="2481" y="21758"/>
                    <a:pt x="2219" y="21783"/>
                    <a:pt x="2066" y="21803"/>
                  </a:cubicBezTo>
                  <a:cubicBezTo>
                    <a:pt x="2060" y="21804"/>
                    <a:pt x="2053" y="21805"/>
                    <a:pt x="2047" y="21805"/>
                  </a:cubicBezTo>
                  <a:cubicBezTo>
                    <a:pt x="2027" y="21805"/>
                    <a:pt x="2007" y="21801"/>
                    <a:pt x="1989" y="21793"/>
                  </a:cubicBezTo>
                  <a:cubicBezTo>
                    <a:pt x="1919" y="21768"/>
                    <a:pt x="1873" y="21695"/>
                    <a:pt x="1838" y="21639"/>
                  </a:cubicBezTo>
                  <a:cubicBezTo>
                    <a:pt x="1824" y="21614"/>
                    <a:pt x="1807" y="21593"/>
                    <a:pt x="1789" y="21572"/>
                  </a:cubicBezTo>
                  <a:cubicBezTo>
                    <a:pt x="1758" y="21569"/>
                    <a:pt x="1733" y="21555"/>
                    <a:pt x="1716" y="21530"/>
                  </a:cubicBezTo>
                  <a:cubicBezTo>
                    <a:pt x="1649" y="21436"/>
                    <a:pt x="1642" y="21131"/>
                    <a:pt x="1681" y="20939"/>
                  </a:cubicBezTo>
                  <a:cubicBezTo>
                    <a:pt x="1684" y="20914"/>
                    <a:pt x="1691" y="20886"/>
                    <a:pt x="1702" y="20862"/>
                  </a:cubicBezTo>
                  <a:cubicBezTo>
                    <a:pt x="1702" y="20858"/>
                    <a:pt x="1705" y="20851"/>
                    <a:pt x="1705" y="20844"/>
                  </a:cubicBezTo>
                  <a:cubicBezTo>
                    <a:pt x="1684" y="20820"/>
                    <a:pt x="1544" y="20816"/>
                    <a:pt x="1474" y="20813"/>
                  </a:cubicBezTo>
                  <a:cubicBezTo>
                    <a:pt x="1376" y="20813"/>
                    <a:pt x="1285" y="20809"/>
                    <a:pt x="1226" y="20778"/>
                  </a:cubicBezTo>
                  <a:cubicBezTo>
                    <a:pt x="1117" y="20725"/>
                    <a:pt x="1135" y="20634"/>
                    <a:pt x="1145" y="20575"/>
                  </a:cubicBezTo>
                  <a:cubicBezTo>
                    <a:pt x="1156" y="20515"/>
                    <a:pt x="1163" y="20466"/>
                    <a:pt x="1107" y="20403"/>
                  </a:cubicBezTo>
                  <a:cubicBezTo>
                    <a:pt x="1058" y="20351"/>
                    <a:pt x="1029" y="20284"/>
                    <a:pt x="1019" y="20217"/>
                  </a:cubicBezTo>
                  <a:cubicBezTo>
                    <a:pt x="1012" y="20116"/>
                    <a:pt x="1022" y="20014"/>
                    <a:pt x="1054" y="19920"/>
                  </a:cubicBezTo>
                  <a:cubicBezTo>
                    <a:pt x="1061" y="19899"/>
                    <a:pt x="1068" y="19878"/>
                    <a:pt x="1072" y="19857"/>
                  </a:cubicBezTo>
                  <a:cubicBezTo>
                    <a:pt x="1072" y="19850"/>
                    <a:pt x="1072" y="19846"/>
                    <a:pt x="1075" y="19839"/>
                  </a:cubicBezTo>
                  <a:cubicBezTo>
                    <a:pt x="1093" y="19703"/>
                    <a:pt x="1205" y="19423"/>
                    <a:pt x="1436" y="19423"/>
                  </a:cubicBezTo>
                  <a:cubicBezTo>
                    <a:pt x="1464" y="19423"/>
                    <a:pt x="1471" y="19423"/>
                    <a:pt x="1485" y="19325"/>
                  </a:cubicBezTo>
                  <a:cubicBezTo>
                    <a:pt x="1499" y="19241"/>
                    <a:pt x="1516" y="19129"/>
                    <a:pt x="1628" y="19055"/>
                  </a:cubicBezTo>
                  <a:cubicBezTo>
                    <a:pt x="1656" y="19038"/>
                    <a:pt x="1670" y="19031"/>
                    <a:pt x="1607" y="18926"/>
                  </a:cubicBezTo>
                  <a:cubicBezTo>
                    <a:pt x="1562" y="18849"/>
                    <a:pt x="1492" y="18726"/>
                    <a:pt x="1607" y="18635"/>
                  </a:cubicBezTo>
                  <a:cubicBezTo>
                    <a:pt x="1646" y="18604"/>
                    <a:pt x="1653" y="18562"/>
                    <a:pt x="1663" y="18495"/>
                  </a:cubicBezTo>
                  <a:cubicBezTo>
                    <a:pt x="1670" y="18411"/>
                    <a:pt x="1688" y="18285"/>
                    <a:pt x="1866" y="18261"/>
                  </a:cubicBezTo>
                  <a:cubicBezTo>
                    <a:pt x="1919" y="18253"/>
                    <a:pt x="1926" y="18243"/>
                    <a:pt x="1915" y="18127"/>
                  </a:cubicBezTo>
                  <a:cubicBezTo>
                    <a:pt x="1908" y="18050"/>
                    <a:pt x="1894" y="17921"/>
                    <a:pt x="2020" y="17882"/>
                  </a:cubicBezTo>
                  <a:cubicBezTo>
                    <a:pt x="2027" y="17882"/>
                    <a:pt x="2034" y="17879"/>
                    <a:pt x="2041" y="17875"/>
                  </a:cubicBezTo>
                  <a:cubicBezTo>
                    <a:pt x="2038" y="17844"/>
                    <a:pt x="2031" y="17809"/>
                    <a:pt x="2020" y="17781"/>
                  </a:cubicBezTo>
                  <a:cubicBezTo>
                    <a:pt x="1996" y="17714"/>
                    <a:pt x="1985" y="17648"/>
                    <a:pt x="1982" y="17581"/>
                  </a:cubicBezTo>
                  <a:cubicBezTo>
                    <a:pt x="1985" y="17553"/>
                    <a:pt x="1985" y="17529"/>
                    <a:pt x="1992" y="17504"/>
                  </a:cubicBezTo>
                  <a:cubicBezTo>
                    <a:pt x="2003" y="17445"/>
                    <a:pt x="1999" y="17385"/>
                    <a:pt x="1982" y="17329"/>
                  </a:cubicBezTo>
                  <a:cubicBezTo>
                    <a:pt x="1961" y="17235"/>
                    <a:pt x="1933" y="17102"/>
                    <a:pt x="2115" y="17032"/>
                  </a:cubicBezTo>
                  <a:cubicBezTo>
                    <a:pt x="2153" y="17018"/>
                    <a:pt x="2178" y="17000"/>
                    <a:pt x="2178" y="16983"/>
                  </a:cubicBezTo>
                  <a:cubicBezTo>
                    <a:pt x="2181" y="16955"/>
                    <a:pt x="2143" y="16885"/>
                    <a:pt x="2017" y="16787"/>
                  </a:cubicBezTo>
                  <a:cubicBezTo>
                    <a:pt x="1989" y="16762"/>
                    <a:pt x="1915" y="16706"/>
                    <a:pt x="1940" y="16636"/>
                  </a:cubicBezTo>
                  <a:cubicBezTo>
                    <a:pt x="1968" y="16552"/>
                    <a:pt x="2087" y="16552"/>
                    <a:pt x="2269" y="16552"/>
                  </a:cubicBezTo>
                  <a:cubicBezTo>
                    <a:pt x="2286" y="16552"/>
                    <a:pt x="2293" y="16549"/>
                    <a:pt x="2297" y="16545"/>
                  </a:cubicBezTo>
                  <a:lnTo>
                    <a:pt x="2297" y="16542"/>
                  </a:lnTo>
                  <a:cubicBezTo>
                    <a:pt x="2297" y="16538"/>
                    <a:pt x="2297" y="16531"/>
                    <a:pt x="2297" y="16524"/>
                  </a:cubicBezTo>
                  <a:cubicBezTo>
                    <a:pt x="2297" y="16510"/>
                    <a:pt x="2293" y="16496"/>
                    <a:pt x="2286" y="16482"/>
                  </a:cubicBezTo>
                  <a:cubicBezTo>
                    <a:pt x="2283" y="16475"/>
                    <a:pt x="2276" y="16465"/>
                    <a:pt x="2272" y="16461"/>
                  </a:cubicBezTo>
                  <a:cubicBezTo>
                    <a:pt x="2259" y="16443"/>
                    <a:pt x="2242" y="16434"/>
                    <a:pt x="2222" y="16434"/>
                  </a:cubicBezTo>
                  <a:cubicBezTo>
                    <a:pt x="2216" y="16434"/>
                    <a:pt x="2209" y="16435"/>
                    <a:pt x="2202" y="16437"/>
                  </a:cubicBezTo>
                  <a:cubicBezTo>
                    <a:pt x="2172" y="16446"/>
                    <a:pt x="2142" y="16450"/>
                    <a:pt x="2113" y="16450"/>
                  </a:cubicBezTo>
                  <a:cubicBezTo>
                    <a:pt x="2030" y="16450"/>
                    <a:pt x="1958" y="16413"/>
                    <a:pt x="1919" y="16346"/>
                  </a:cubicBezTo>
                  <a:cubicBezTo>
                    <a:pt x="1863" y="16251"/>
                    <a:pt x="1884" y="16135"/>
                    <a:pt x="1975" y="16048"/>
                  </a:cubicBezTo>
                  <a:cubicBezTo>
                    <a:pt x="2010" y="16013"/>
                    <a:pt x="2010" y="15995"/>
                    <a:pt x="1943" y="15918"/>
                  </a:cubicBezTo>
                  <a:cubicBezTo>
                    <a:pt x="1898" y="15866"/>
                    <a:pt x="1838" y="15799"/>
                    <a:pt x="1880" y="15719"/>
                  </a:cubicBezTo>
                  <a:cubicBezTo>
                    <a:pt x="1915" y="15649"/>
                    <a:pt x="1919" y="15551"/>
                    <a:pt x="1852" y="15509"/>
                  </a:cubicBezTo>
                  <a:cubicBezTo>
                    <a:pt x="1747" y="15439"/>
                    <a:pt x="1772" y="15180"/>
                    <a:pt x="1800" y="15054"/>
                  </a:cubicBezTo>
                  <a:cubicBezTo>
                    <a:pt x="1831" y="14914"/>
                    <a:pt x="1884" y="14833"/>
                    <a:pt x="1954" y="14816"/>
                  </a:cubicBezTo>
                  <a:cubicBezTo>
                    <a:pt x="1982" y="14763"/>
                    <a:pt x="1961" y="14539"/>
                    <a:pt x="1950" y="14438"/>
                  </a:cubicBezTo>
                  <a:cubicBezTo>
                    <a:pt x="1943" y="14378"/>
                    <a:pt x="1940" y="14322"/>
                    <a:pt x="1940" y="14287"/>
                  </a:cubicBezTo>
                  <a:cubicBezTo>
                    <a:pt x="1933" y="14231"/>
                    <a:pt x="1912" y="14175"/>
                    <a:pt x="1884" y="14126"/>
                  </a:cubicBezTo>
                  <a:cubicBezTo>
                    <a:pt x="1849" y="14056"/>
                    <a:pt x="1814" y="13979"/>
                    <a:pt x="1824" y="13902"/>
                  </a:cubicBezTo>
                  <a:cubicBezTo>
                    <a:pt x="1835" y="13849"/>
                    <a:pt x="1859" y="13800"/>
                    <a:pt x="1894" y="13758"/>
                  </a:cubicBezTo>
                  <a:cubicBezTo>
                    <a:pt x="1947" y="13695"/>
                    <a:pt x="1975" y="13615"/>
                    <a:pt x="1971" y="13534"/>
                  </a:cubicBezTo>
                  <a:cubicBezTo>
                    <a:pt x="1971" y="13373"/>
                    <a:pt x="1992" y="13160"/>
                    <a:pt x="2164" y="13125"/>
                  </a:cubicBezTo>
                  <a:cubicBezTo>
                    <a:pt x="2171" y="13069"/>
                    <a:pt x="2167" y="13013"/>
                    <a:pt x="2160" y="12957"/>
                  </a:cubicBezTo>
                  <a:cubicBezTo>
                    <a:pt x="2150" y="12894"/>
                    <a:pt x="2150" y="12831"/>
                    <a:pt x="2153" y="12768"/>
                  </a:cubicBezTo>
                  <a:cubicBezTo>
                    <a:pt x="2167" y="12663"/>
                    <a:pt x="2272" y="12649"/>
                    <a:pt x="2332" y="12638"/>
                  </a:cubicBezTo>
                  <a:cubicBezTo>
                    <a:pt x="2419" y="12628"/>
                    <a:pt x="2454" y="12617"/>
                    <a:pt x="2465" y="12551"/>
                  </a:cubicBezTo>
                  <a:cubicBezTo>
                    <a:pt x="2472" y="12523"/>
                    <a:pt x="2468" y="12491"/>
                    <a:pt x="2458" y="12463"/>
                  </a:cubicBezTo>
                  <a:cubicBezTo>
                    <a:pt x="2444" y="12442"/>
                    <a:pt x="2430" y="12425"/>
                    <a:pt x="2409" y="12411"/>
                  </a:cubicBezTo>
                  <a:cubicBezTo>
                    <a:pt x="2370" y="12379"/>
                    <a:pt x="2311" y="12330"/>
                    <a:pt x="2335" y="12232"/>
                  </a:cubicBezTo>
                  <a:cubicBezTo>
                    <a:pt x="2353" y="12152"/>
                    <a:pt x="2346" y="12054"/>
                    <a:pt x="2335" y="11917"/>
                  </a:cubicBezTo>
                  <a:cubicBezTo>
                    <a:pt x="2325" y="11812"/>
                    <a:pt x="2314" y="11682"/>
                    <a:pt x="2314" y="11525"/>
                  </a:cubicBezTo>
                  <a:cubicBezTo>
                    <a:pt x="2314" y="11203"/>
                    <a:pt x="2524" y="11077"/>
                    <a:pt x="2661" y="10989"/>
                  </a:cubicBezTo>
                  <a:cubicBezTo>
                    <a:pt x="2692" y="10972"/>
                    <a:pt x="2720" y="10954"/>
                    <a:pt x="2748" y="10933"/>
                  </a:cubicBezTo>
                  <a:cubicBezTo>
                    <a:pt x="2773" y="10902"/>
                    <a:pt x="2738" y="10744"/>
                    <a:pt x="2720" y="10657"/>
                  </a:cubicBezTo>
                  <a:cubicBezTo>
                    <a:pt x="2678" y="10468"/>
                    <a:pt x="2640" y="10289"/>
                    <a:pt x="2762" y="10233"/>
                  </a:cubicBezTo>
                  <a:cubicBezTo>
                    <a:pt x="2804" y="10216"/>
                    <a:pt x="2811" y="10170"/>
                    <a:pt x="2822" y="10079"/>
                  </a:cubicBezTo>
                  <a:cubicBezTo>
                    <a:pt x="2829" y="9995"/>
                    <a:pt x="2839" y="9900"/>
                    <a:pt x="2916" y="9844"/>
                  </a:cubicBezTo>
                  <a:cubicBezTo>
                    <a:pt x="2962" y="9809"/>
                    <a:pt x="2976" y="9746"/>
                    <a:pt x="2990" y="9638"/>
                  </a:cubicBezTo>
                  <a:cubicBezTo>
                    <a:pt x="3000" y="9561"/>
                    <a:pt x="3018" y="9487"/>
                    <a:pt x="3039" y="9417"/>
                  </a:cubicBezTo>
                  <a:cubicBezTo>
                    <a:pt x="3067" y="9337"/>
                    <a:pt x="3035" y="9281"/>
                    <a:pt x="2986" y="9200"/>
                  </a:cubicBezTo>
                  <a:cubicBezTo>
                    <a:pt x="2937" y="9130"/>
                    <a:pt x="2909" y="9046"/>
                    <a:pt x="2906" y="8962"/>
                  </a:cubicBezTo>
                  <a:cubicBezTo>
                    <a:pt x="2906" y="8910"/>
                    <a:pt x="2902" y="8861"/>
                    <a:pt x="2895" y="8808"/>
                  </a:cubicBezTo>
                  <a:cubicBezTo>
                    <a:pt x="2871" y="8682"/>
                    <a:pt x="2818" y="8560"/>
                    <a:pt x="2738" y="8458"/>
                  </a:cubicBezTo>
                  <a:cubicBezTo>
                    <a:pt x="2601" y="8280"/>
                    <a:pt x="2612" y="7979"/>
                    <a:pt x="2675" y="7845"/>
                  </a:cubicBezTo>
                  <a:cubicBezTo>
                    <a:pt x="2685" y="7828"/>
                    <a:pt x="2696" y="7810"/>
                    <a:pt x="2713" y="7793"/>
                  </a:cubicBezTo>
                  <a:cubicBezTo>
                    <a:pt x="2727" y="7779"/>
                    <a:pt x="2748" y="7768"/>
                    <a:pt x="2773" y="7761"/>
                  </a:cubicBezTo>
                  <a:cubicBezTo>
                    <a:pt x="2783" y="7730"/>
                    <a:pt x="2794" y="7695"/>
                    <a:pt x="2801" y="7660"/>
                  </a:cubicBezTo>
                  <a:cubicBezTo>
                    <a:pt x="2825" y="7541"/>
                    <a:pt x="2860" y="7376"/>
                    <a:pt x="3000" y="7338"/>
                  </a:cubicBezTo>
                  <a:cubicBezTo>
                    <a:pt x="3018" y="7334"/>
                    <a:pt x="3035" y="7324"/>
                    <a:pt x="3042" y="7306"/>
                  </a:cubicBezTo>
                  <a:cubicBezTo>
                    <a:pt x="3088" y="7226"/>
                    <a:pt x="3011" y="7016"/>
                    <a:pt x="2955" y="6865"/>
                  </a:cubicBezTo>
                  <a:cubicBezTo>
                    <a:pt x="2899" y="6704"/>
                    <a:pt x="2965" y="6645"/>
                    <a:pt x="3046" y="6610"/>
                  </a:cubicBezTo>
                  <a:cubicBezTo>
                    <a:pt x="3088" y="6592"/>
                    <a:pt x="3098" y="6585"/>
                    <a:pt x="3098" y="6547"/>
                  </a:cubicBezTo>
                  <a:cubicBezTo>
                    <a:pt x="3098" y="6344"/>
                    <a:pt x="3207" y="6074"/>
                    <a:pt x="3386" y="5994"/>
                  </a:cubicBezTo>
                  <a:cubicBezTo>
                    <a:pt x="3477" y="5955"/>
                    <a:pt x="3512" y="5752"/>
                    <a:pt x="3512" y="5594"/>
                  </a:cubicBezTo>
                  <a:cubicBezTo>
                    <a:pt x="3512" y="5482"/>
                    <a:pt x="3620" y="5423"/>
                    <a:pt x="3725" y="5367"/>
                  </a:cubicBezTo>
                  <a:cubicBezTo>
                    <a:pt x="3774" y="5342"/>
                    <a:pt x="3820" y="5314"/>
                    <a:pt x="3862" y="5283"/>
                  </a:cubicBezTo>
                  <a:cubicBezTo>
                    <a:pt x="3862" y="5279"/>
                    <a:pt x="3862" y="5279"/>
                    <a:pt x="3865" y="5279"/>
                  </a:cubicBezTo>
                  <a:cubicBezTo>
                    <a:pt x="3855" y="5251"/>
                    <a:pt x="3841" y="5223"/>
                    <a:pt x="3827" y="5202"/>
                  </a:cubicBezTo>
                  <a:cubicBezTo>
                    <a:pt x="3792" y="5146"/>
                    <a:pt x="3750" y="5083"/>
                    <a:pt x="3767" y="5013"/>
                  </a:cubicBezTo>
                  <a:cubicBezTo>
                    <a:pt x="3781" y="4968"/>
                    <a:pt x="3813" y="4933"/>
                    <a:pt x="3855" y="4912"/>
                  </a:cubicBezTo>
                  <a:cubicBezTo>
                    <a:pt x="3872" y="4905"/>
                    <a:pt x="3879" y="4884"/>
                    <a:pt x="3876" y="4859"/>
                  </a:cubicBezTo>
                  <a:cubicBezTo>
                    <a:pt x="3865" y="4786"/>
                    <a:pt x="3844" y="4712"/>
                    <a:pt x="3813" y="4646"/>
                  </a:cubicBezTo>
                  <a:cubicBezTo>
                    <a:pt x="3778" y="4548"/>
                    <a:pt x="3739" y="4457"/>
                    <a:pt x="3760" y="4387"/>
                  </a:cubicBezTo>
                  <a:cubicBezTo>
                    <a:pt x="3764" y="4366"/>
                    <a:pt x="3778" y="4345"/>
                    <a:pt x="3795" y="4331"/>
                  </a:cubicBezTo>
                  <a:cubicBezTo>
                    <a:pt x="3830" y="4303"/>
                    <a:pt x="3823" y="4240"/>
                    <a:pt x="3813" y="4145"/>
                  </a:cubicBezTo>
                  <a:cubicBezTo>
                    <a:pt x="3802" y="4089"/>
                    <a:pt x="3802" y="4033"/>
                    <a:pt x="3806" y="3977"/>
                  </a:cubicBezTo>
                  <a:cubicBezTo>
                    <a:pt x="3820" y="3879"/>
                    <a:pt x="3956" y="3785"/>
                    <a:pt x="4184" y="3644"/>
                  </a:cubicBezTo>
                  <a:cubicBezTo>
                    <a:pt x="4282" y="3581"/>
                    <a:pt x="4418" y="3497"/>
                    <a:pt x="4439" y="3459"/>
                  </a:cubicBezTo>
                  <a:cubicBezTo>
                    <a:pt x="4439" y="3455"/>
                    <a:pt x="4443" y="3452"/>
                    <a:pt x="4446" y="3448"/>
                  </a:cubicBezTo>
                  <a:lnTo>
                    <a:pt x="4446" y="3441"/>
                  </a:lnTo>
                  <a:lnTo>
                    <a:pt x="4450" y="3431"/>
                  </a:lnTo>
                  <a:lnTo>
                    <a:pt x="4453" y="3424"/>
                  </a:lnTo>
                  <a:lnTo>
                    <a:pt x="4457" y="3410"/>
                  </a:lnTo>
                  <a:lnTo>
                    <a:pt x="4460" y="3399"/>
                  </a:lnTo>
                  <a:lnTo>
                    <a:pt x="4464" y="3385"/>
                  </a:lnTo>
                  <a:lnTo>
                    <a:pt x="4467" y="3375"/>
                  </a:lnTo>
                  <a:lnTo>
                    <a:pt x="4471" y="3357"/>
                  </a:lnTo>
                  <a:lnTo>
                    <a:pt x="4474" y="3347"/>
                  </a:lnTo>
                  <a:cubicBezTo>
                    <a:pt x="4478" y="3336"/>
                    <a:pt x="4478" y="3326"/>
                    <a:pt x="4481" y="3315"/>
                  </a:cubicBezTo>
                  <a:lnTo>
                    <a:pt x="4481" y="3308"/>
                  </a:lnTo>
                  <a:lnTo>
                    <a:pt x="4488" y="3284"/>
                  </a:lnTo>
                  <a:lnTo>
                    <a:pt x="4488" y="3266"/>
                  </a:lnTo>
                  <a:lnTo>
                    <a:pt x="4495" y="3245"/>
                  </a:lnTo>
                  <a:lnTo>
                    <a:pt x="4495" y="3228"/>
                  </a:lnTo>
                  <a:lnTo>
                    <a:pt x="4499" y="3207"/>
                  </a:lnTo>
                  <a:lnTo>
                    <a:pt x="4502" y="3189"/>
                  </a:lnTo>
                  <a:lnTo>
                    <a:pt x="4506" y="3168"/>
                  </a:lnTo>
                  <a:lnTo>
                    <a:pt x="4509" y="3147"/>
                  </a:lnTo>
                  <a:lnTo>
                    <a:pt x="4513" y="3123"/>
                  </a:lnTo>
                  <a:lnTo>
                    <a:pt x="4516" y="3105"/>
                  </a:lnTo>
                  <a:cubicBezTo>
                    <a:pt x="4516" y="3091"/>
                    <a:pt x="4520" y="3074"/>
                    <a:pt x="4520" y="3060"/>
                  </a:cubicBezTo>
                  <a:lnTo>
                    <a:pt x="4523" y="3035"/>
                  </a:lnTo>
                  <a:lnTo>
                    <a:pt x="4527" y="3014"/>
                  </a:lnTo>
                  <a:lnTo>
                    <a:pt x="4527" y="2990"/>
                  </a:lnTo>
                  <a:lnTo>
                    <a:pt x="4527" y="2976"/>
                  </a:lnTo>
                  <a:lnTo>
                    <a:pt x="4513" y="2997"/>
                  </a:lnTo>
                  <a:lnTo>
                    <a:pt x="4478" y="3014"/>
                  </a:lnTo>
                  <a:cubicBezTo>
                    <a:pt x="4396" y="3053"/>
                    <a:pt x="4344" y="3063"/>
                    <a:pt x="4313" y="3063"/>
                  </a:cubicBezTo>
                  <a:cubicBezTo>
                    <a:pt x="4293" y="3063"/>
                    <a:pt x="4281" y="3059"/>
                    <a:pt x="4275" y="3056"/>
                  </a:cubicBezTo>
                  <a:lnTo>
                    <a:pt x="4268" y="3053"/>
                  </a:lnTo>
                  <a:lnTo>
                    <a:pt x="4257" y="3049"/>
                  </a:lnTo>
                  <a:cubicBezTo>
                    <a:pt x="4254" y="3046"/>
                    <a:pt x="4250" y="3046"/>
                    <a:pt x="4243" y="3042"/>
                  </a:cubicBezTo>
                  <a:lnTo>
                    <a:pt x="4236" y="3035"/>
                  </a:lnTo>
                  <a:cubicBezTo>
                    <a:pt x="4233" y="3032"/>
                    <a:pt x="4229" y="3028"/>
                    <a:pt x="4226" y="3025"/>
                  </a:cubicBezTo>
                  <a:lnTo>
                    <a:pt x="4219" y="3018"/>
                  </a:lnTo>
                  <a:cubicBezTo>
                    <a:pt x="4215" y="3011"/>
                    <a:pt x="4212" y="3004"/>
                    <a:pt x="4208" y="2997"/>
                  </a:cubicBezTo>
                  <a:cubicBezTo>
                    <a:pt x="4191" y="2948"/>
                    <a:pt x="4180" y="2899"/>
                    <a:pt x="4180" y="2850"/>
                  </a:cubicBezTo>
                  <a:cubicBezTo>
                    <a:pt x="4180" y="2829"/>
                    <a:pt x="4180" y="2804"/>
                    <a:pt x="4177" y="2783"/>
                  </a:cubicBezTo>
                  <a:cubicBezTo>
                    <a:pt x="4173" y="2654"/>
                    <a:pt x="4166" y="2493"/>
                    <a:pt x="4089" y="2419"/>
                  </a:cubicBezTo>
                  <a:cubicBezTo>
                    <a:pt x="4002" y="2332"/>
                    <a:pt x="3988" y="2209"/>
                    <a:pt x="3974" y="2104"/>
                  </a:cubicBezTo>
                  <a:cubicBezTo>
                    <a:pt x="3963" y="2006"/>
                    <a:pt x="3953" y="1947"/>
                    <a:pt x="3918" y="1929"/>
                  </a:cubicBezTo>
                  <a:cubicBezTo>
                    <a:pt x="3788" y="1873"/>
                    <a:pt x="3655" y="1691"/>
                    <a:pt x="3641" y="1547"/>
                  </a:cubicBezTo>
                  <a:cubicBezTo>
                    <a:pt x="3627" y="1477"/>
                    <a:pt x="3655" y="1407"/>
                    <a:pt x="3708" y="1365"/>
                  </a:cubicBezTo>
                  <a:cubicBezTo>
                    <a:pt x="3746" y="1337"/>
                    <a:pt x="3750" y="1292"/>
                    <a:pt x="3746" y="1218"/>
                  </a:cubicBezTo>
                  <a:cubicBezTo>
                    <a:pt x="3743" y="1141"/>
                    <a:pt x="3739" y="1047"/>
                    <a:pt x="3820" y="980"/>
                  </a:cubicBezTo>
                  <a:lnTo>
                    <a:pt x="3823" y="973"/>
                  </a:lnTo>
                  <a:cubicBezTo>
                    <a:pt x="3813" y="963"/>
                    <a:pt x="3792" y="949"/>
                    <a:pt x="3774" y="935"/>
                  </a:cubicBezTo>
                  <a:cubicBezTo>
                    <a:pt x="3704" y="886"/>
                    <a:pt x="3641" y="830"/>
                    <a:pt x="3585" y="763"/>
                  </a:cubicBezTo>
                  <a:cubicBezTo>
                    <a:pt x="3491" y="648"/>
                    <a:pt x="3505" y="518"/>
                    <a:pt x="3519" y="413"/>
                  </a:cubicBezTo>
                  <a:cubicBezTo>
                    <a:pt x="3529" y="301"/>
                    <a:pt x="3533" y="238"/>
                    <a:pt x="3466" y="189"/>
                  </a:cubicBezTo>
                  <a:cubicBezTo>
                    <a:pt x="3456" y="182"/>
                    <a:pt x="3442" y="172"/>
                    <a:pt x="3431" y="161"/>
                  </a:cubicBezTo>
                  <a:lnTo>
                    <a:pt x="3421" y="151"/>
                  </a:lnTo>
                  <a:lnTo>
                    <a:pt x="3403" y="133"/>
                  </a:lnTo>
                  <a:lnTo>
                    <a:pt x="3386" y="119"/>
                  </a:lnTo>
                  <a:lnTo>
                    <a:pt x="3375" y="109"/>
                  </a:lnTo>
                  <a:cubicBezTo>
                    <a:pt x="3347" y="74"/>
                    <a:pt x="3319" y="39"/>
                    <a:pt x="3295" y="0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61" name="Google Shape;6019;p80">
              <a:extLst>
                <a:ext uri="{FF2B5EF4-FFF2-40B4-BE49-F238E27FC236}">
                  <a16:creationId xmlns:a16="http://schemas.microsoft.com/office/drawing/2014/main" id="{858036DD-E14D-3E2C-2D76-1AC79E26609E}"/>
                </a:ext>
              </a:extLst>
            </p:cNvPr>
            <p:cNvSpPr/>
            <p:nvPr/>
          </p:nvSpPr>
          <p:spPr>
            <a:xfrm>
              <a:off x="1538223" y="2504929"/>
              <a:ext cx="4671" cy="855"/>
            </a:xfrm>
            <a:custGeom>
              <a:avLst/>
              <a:gdLst/>
              <a:ahLst/>
              <a:cxnLst/>
              <a:rect l="l" t="t" r="r" b="b"/>
              <a:pathLst>
                <a:path w="344" h="63" extrusionOk="0">
                  <a:moveTo>
                    <a:pt x="97" y="0"/>
                  </a:moveTo>
                  <a:cubicBezTo>
                    <a:pt x="64" y="0"/>
                    <a:pt x="32" y="1"/>
                    <a:pt x="0" y="3"/>
                  </a:cubicBezTo>
                  <a:lnTo>
                    <a:pt x="63" y="20"/>
                  </a:lnTo>
                  <a:cubicBezTo>
                    <a:pt x="101" y="31"/>
                    <a:pt x="198" y="62"/>
                    <a:pt x="265" y="62"/>
                  </a:cubicBezTo>
                  <a:cubicBezTo>
                    <a:pt x="285" y="62"/>
                    <a:pt x="303" y="59"/>
                    <a:pt x="315" y="52"/>
                  </a:cubicBezTo>
                  <a:cubicBezTo>
                    <a:pt x="333" y="45"/>
                    <a:pt x="340" y="31"/>
                    <a:pt x="343" y="13"/>
                  </a:cubicBezTo>
                  <a:lnTo>
                    <a:pt x="336" y="13"/>
                  </a:lnTo>
                  <a:lnTo>
                    <a:pt x="319" y="10"/>
                  </a:lnTo>
                  <a:lnTo>
                    <a:pt x="294" y="6"/>
                  </a:lnTo>
                  <a:lnTo>
                    <a:pt x="280" y="6"/>
                  </a:lnTo>
                  <a:lnTo>
                    <a:pt x="245" y="3"/>
                  </a:lnTo>
                  <a:lnTo>
                    <a:pt x="193" y="3"/>
                  </a:lnTo>
                  <a:cubicBezTo>
                    <a:pt x="161" y="1"/>
                    <a:pt x="129" y="0"/>
                    <a:pt x="97" y="0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62" name="Google Shape;6020;p80">
              <a:extLst>
                <a:ext uri="{FF2B5EF4-FFF2-40B4-BE49-F238E27FC236}">
                  <a16:creationId xmlns:a16="http://schemas.microsoft.com/office/drawing/2014/main" id="{A3241E70-2643-7EB2-BD83-A3477962CDF4}"/>
                </a:ext>
              </a:extLst>
            </p:cNvPr>
            <p:cNvSpPr/>
            <p:nvPr/>
          </p:nvSpPr>
          <p:spPr>
            <a:xfrm>
              <a:off x="1490593" y="2404157"/>
              <a:ext cx="3476" cy="4236"/>
            </a:xfrm>
            <a:custGeom>
              <a:avLst/>
              <a:gdLst/>
              <a:ahLst/>
              <a:cxnLst/>
              <a:rect l="l" t="t" r="r" b="b"/>
              <a:pathLst>
                <a:path w="256" h="312" extrusionOk="0">
                  <a:moveTo>
                    <a:pt x="42" y="0"/>
                  </a:moveTo>
                  <a:cubicBezTo>
                    <a:pt x="32" y="0"/>
                    <a:pt x="21" y="2"/>
                    <a:pt x="11" y="7"/>
                  </a:cubicBezTo>
                  <a:lnTo>
                    <a:pt x="0" y="10"/>
                  </a:lnTo>
                  <a:cubicBezTo>
                    <a:pt x="25" y="52"/>
                    <a:pt x="56" y="87"/>
                    <a:pt x="88" y="122"/>
                  </a:cubicBezTo>
                  <a:cubicBezTo>
                    <a:pt x="144" y="178"/>
                    <a:pt x="189" y="241"/>
                    <a:pt x="221" y="311"/>
                  </a:cubicBezTo>
                  <a:lnTo>
                    <a:pt x="224" y="308"/>
                  </a:lnTo>
                  <a:cubicBezTo>
                    <a:pt x="256" y="262"/>
                    <a:pt x="235" y="168"/>
                    <a:pt x="179" y="91"/>
                  </a:cubicBezTo>
                  <a:cubicBezTo>
                    <a:pt x="144" y="44"/>
                    <a:pt x="93" y="0"/>
                    <a:pt x="42" y="0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63" name="Google Shape;6021;p80">
              <a:extLst>
                <a:ext uri="{FF2B5EF4-FFF2-40B4-BE49-F238E27FC236}">
                  <a16:creationId xmlns:a16="http://schemas.microsoft.com/office/drawing/2014/main" id="{75980094-7228-71FD-3AB2-E5AA22C1029A}"/>
                </a:ext>
              </a:extLst>
            </p:cNvPr>
            <p:cNvSpPr/>
            <p:nvPr/>
          </p:nvSpPr>
          <p:spPr>
            <a:xfrm>
              <a:off x="1481225" y="2421916"/>
              <a:ext cx="163" cy="869"/>
            </a:xfrm>
            <a:custGeom>
              <a:avLst/>
              <a:gdLst/>
              <a:ahLst/>
              <a:cxnLst/>
              <a:rect l="l" t="t" r="r" b="b"/>
              <a:pathLst>
                <a:path w="12" h="64" extrusionOk="0">
                  <a:moveTo>
                    <a:pt x="11" y="1"/>
                  </a:moveTo>
                  <a:lnTo>
                    <a:pt x="11" y="1"/>
                  </a:lnTo>
                  <a:cubicBezTo>
                    <a:pt x="8" y="15"/>
                    <a:pt x="1" y="25"/>
                    <a:pt x="1" y="39"/>
                  </a:cubicBezTo>
                  <a:cubicBezTo>
                    <a:pt x="1" y="46"/>
                    <a:pt x="1" y="53"/>
                    <a:pt x="4" y="64"/>
                  </a:cubicBezTo>
                  <a:lnTo>
                    <a:pt x="4" y="57"/>
                  </a:lnTo>
                  <a:cubicBezTo>
                    <a:pt x="4" y="36"/>
                    <a:pt x="8" y="18"/>
                    <a:pt x="11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64" name="Google Shape;6022;p80">
              <a:extLst>
                <a:ext uri="{FF2B5EF4-FFF2-40B4-BE49-F238E27FC236}">
                  <a16:creationId xmlns:a16="http://schemas.microsoft.com/office/drawing/2014/main" id="{7281EDAC-401C-2993-400B-9452F17D2739}"/>
                </a:ext>
              </a:extLst>
            </p:cNvPr>
            <p:cNvSpPr/>
            <p:nvPr/>
          </p:nvSpPr>
          <p:spPr>
            <a:xfrm>
              <a:off x="1543206" y="2219000"/>
              <a:ext cx="14" cy="204"/>
            </a:xfrm>
            <a:custGeom>
              <a:avLst/>
              <a:gdLst/>
              <a:ahLst/>
              <a:cxnLst/>
              <a:rect l="l" t="t" r="r" b="b"/>
              <a:pathLst>
                <a:path w="1" h="15" extrusionOk="0">
                  <a:moveTo>
                    <a:pt x="1" y="15"/>
                  </a:moveTo>
                  <a:lnTo>
                    <a:pt x="1" y="1"/>
                  </a:lnTo>
                  <a:lnTo>
                    <a:pt x="1" y="1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65" name="Google Shape;6023;p80">
              <a:extLst>
                <a:ext uri="{FF2B5EF4-FFF2-40B4-BE49-F238E27FC236}">
                  <a16:creationId xmlns:a16="http://schemas.microsoft.com/office/drawing/2014/main" id="{A97FA04A-28FF-4F9F-9317-47CF739AB2F1}"/>
                </a:ext>
              </a:extLst>
            </p:cNvPr>
            <p:cNvSpPr/>
            <p:nvPr/>
          </p:nvSpPr>
          <p:spPr>
            <a:xfrm>
              <a:off x="1542351" y="2224132"/>
              <a:ext cx="68" cy="299"/>
            </a:xfrm>
            <a:custGeom>
              <a:avLst/>
              <a:gdLst/>
              <a:ahLst/>
              <a:cxnLst/>
              <a:rect l="l" t="t" r="r" b="b"/>
              <a:pathLst>
                <a:path w="5" h="22" extrusionOk="0">
                  <a:moveTo>
                    <a:pt x="4" y="1"/>
                  </a:moveTo>
                  <a:lnTo>
                    <a:pt x="1" y="22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66" name="Google Shape;6024;p80">
              <a:extLst>
                <a:ext uri="{FF2B5EF4-FFF2-40B4-BE49-F238E27FC236}">
                  <a16:creationId xmlns:a16="http://schemas.microsoft.com/office/drawing/2014/main" id="{2284FEA1-FC47-8AEE-DA82-5B35ECD632F3}"/>
                </a:ext>
              </a:extLst>
            </p:cNvPr>
            <p:cNvSpPr/>
            <p:nvPr/>
          </p:nvSpPr>
          <p:spPr>
            <a:xfrm>
              <a:off x="1542446" y="2223617"/>
              <a:ext cx="109" cy="434"/>
            </a:xfrm>
            <a:custGeom>
              <a:avLst/>
              <a:gdLst/>
              <a:ahLst/>
              <a:cxnLst/>
              <a:rect l="l" t="t" r="r" b="b"/>
              <a:pathLst>
                <a:path w="8" h="32" extrusionOk="0">
                  <a:moveTo>
                    <a:pt x="8" y="0"/>
                  </a:moveTo>
                  <a:cubicBezTo>
                    <a:pt x="4" y="11"/>
                    <a:pt x="1" y="21"/>
                    <a:pt x="1" y="32"/>
                  </a:cubicBezTo>
                  <a:cubicBezTo>
                    <a:pt x="1" y="21"/>
                    <a:pt x="4" y="11"/>
                    <a:pt x="8" y="0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67" name="Google Shape;6025;p80">
              <a:extLst>
                <a:ext uri="{FF2B5EF4-FFF2-40B4-BE49-F238E27FC236}">
                  <a16:creationId xmlns:a16="http://schemas.microsoft.com/office/drawing/2014/main" id="{B2AB5D8F-D3BC-67CB-B958-EB2D9DE82A07}"/>
                </a:ext>
              </a:extLst>
            </p:cNvPr>
            <p:cNvSpPr/>
            <p:nvPr/>
          </p:nvSpPr>
          <p:spPr>
            <a:xfrm>
              <a:off x="1542256" y="2224513"/>
              <a:ext cx="68" cy="204"/>
            </a:xfrm>
            <a:custGeom>
              <a:avLst/>
              <a:gdLst/>
              <a:ahLst/>
              <a:cxnLst/>
              <a:rect l="l" t="t" r="r" b="b"/>
              <a:pathLst>
                <a:path w="5" h="15" extrusionOk="0">
                  <a:moveTo>
                    <a:pt x="4" y="1"/>
                  </a:moveTo>
                  <a:lnTo>
                    <a:pt x="1" y="15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68" name="Google Shape;6026;p80">
              <a:extLst>
                <a:ext uri="{FF2B5EF4-FFF2-40B4-BE49-F238E27FC236}">
                  <a16:creationId xmlns:a16="http://schemas.microsoft.com/office/drawing/2014/main" id="{240410A5-DF22-DADC-BAC4-7160051C0D8A}"/>
                </a:ext>
              </a:extLst>
            </p:cNvPr>
            <p:cNvSpPr/>
            <p:nvPr/>
          </p:nvSpPr>
          <p:spPr>
            <a:xfrm>
              <a:off x="1542066" y="2225137"/>
              <a:ext cx="68" cy="204"/>
            </a:xfrm>
            <a:custGeom>
              <a:avLst/>
              <a:gdLst/>
              <a:ahLst/>
              <a:cxnLst/>
              <a:rect l="l" t="t" r="r" b="b"/>
              <a:pathLst>
                <a:path w="5" h="15" extrusionOk="0">
                  <a:moveTo>
                    <a:pt x="4" y="0"/>
                  </a:moveTo>
                  <a:lnTo>
                    <a:pt x="1" y="14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69" name="Google Shape;6027;p80">
              <a:extLst>
                <a:ext uri="{FF2B5EF4-FFF2-40B4-BE49-F238E27FC236}">
                  <a16:creationId xmlns:a16="http://schemas.microsoft.com/office/drawing/2014/main" id="{53F5D162-1326-4533-E76D-F999F4D887E7}"/>
                </a:ext>
              </a:extLst>
            </p:cNvPr>
            <p:cNvSpPr/>
            <p:nvPr/>
          </p:nvSpPr>
          <p:spPr>
            <a:xfrm>
              <a:off x="1532466" y="2238158"/>
              <a:ext cx="1874" cy="6381"/>
            </a:xfrm>
            <a:custGeom>
              <a:avLst/>
              <a:gdLst/>
              <a:ahLst/>
              <a:cxnLst/>
              <a:rect l="l" t="t" r="r" b="b"/>
              <a:pathLst>
                <a:path w="138" h="470" extrusionOk="0">
                  <a:moveTo>
                    <a:pt x="74" y="256"/>
                  </a:moveTo>
                  <a:cubicBezTo>
                    <a:pt x="106" y="323"/>
                    <a:pt x="127" y="396"/>
                    <a:pt x="137" y="470"/>
                  </a:cubicBezTo>
                  <a:cubicBezTo>
                    <a:pt x="127" y="396"/>
                    <a:pt x="106" y="323"/>
                    <a:pt x="74" y="256"/>
                  </a:cubicBezTo>
                  <a:cubicBezTo>
                    <a:pt x="36" y="162"/>
                    <a:pt x="1" y="67"/>
                    <a:pt x="18" y="1"/>
                  </a:cubicBezTo>
                  <a:cubicBezTo>
                    <a:pt x="1" y="67"/>
                    <a:pt x="36" y="162"/>
                    <a:pt x="74" y="256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70" name="Google Shape;6028;p80">
              <a:extLst>
                <a:ext uri="{FF2B5EF4-FFF2-40B4-BE49-F238E27FC236}">
                  <a16:creationId xmlns:a16="http://schemas.microsoft.com/office/drawing/2014/main" id="{F71B2470-C06D-441B-A17A-F9FC2F783936}"/>
                </a:ext>
              </a:extLst>
            </p:cNvPr>
            <p:cNvSpPr/>
            <p:nvPr/>
          </p:nvSpPr>
          <p:spPr>
            <a:xfrm>
              <a:off x="1542161" y="2224893"/>
              <a:ext cx="68" cy="163"/>
            </a:xfrm>
            <a:custGeom>
              <a:avLst/>
              <a:gdLst/>
              <a:ahLst/>
              <a:cxnLst/>
              <a:rect l="l" t="t" r="r" b="b"/>
              <a:pathLst>
                <a:path w="5" h="12" extrusionOk="0">
                  <a:moveTo>
                    <a:pt x="4" y="1"/>
                  </a:moveTo>
                  <a:lnTo>
                    <a:pt x="1" y="11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71" name="Google Shape;6029;p80">
              <a:extLst>
                <a:ext uri="{FF2B5EF4-FFF2-40B4-BE49-F238E27FC236}">
                  <a16:creationId xmlns:a16="http://schemas.microsoft.com/office/drawing/2014/main" id="{2CA9FAF8-BEE0-A6CA-C57C-5A2E750B1DEE}"/>
                </a:ext>
              </a:extLst>
            </p:cNvPr>
            <p:cNvSpPr/>
            <p:nvPr/>
          </p:nvSpPr>
          <p:spPr>
            <a:xfrm>
              <a:off x="1543016" y="2220141"/>
              <a:ext cx="68" cy="584"/>
            </a:xfrm>
            <a:custGeom>
              <a:avLst/>
              <a:gdLst/>
              <a:ahLst/>
              <a:cxnLst/>
              <a:rect l="l" t="t" r="r" b="b"/>
              <a:pathLst>
                <a:path w="5" h="43" extrusionOk="0">
                  <a:moveTo>
                    <a:pt x="4" y="1"/>
                  </a:moveTo>
                  <a:cubicBezTo>
                    <a:pt x="4" y="15"/>
                    <a:pt x="1" y="29"/>
                    <a:pt x="1" y="43"/>
                  </a:cubicBezTo>
                  <a:cubicBezTo>
                    <a:pt x="1" y="29"/>
                    <a:pt x="4" y="15"/>
                    <a:pt x="4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72" name="Google Shape;6030;p80">
              <a:extLst>
                <a:ext uri="{FF2B5EF4-FFF2-40B4-BE49-F238E27FC236}">
                  <a16:creationId xmlns:a16="http://schemas.microsoft.com/office/drawing/2014/main" id="{95023518-D28C-F2D4-E218-854485CA97CD}"/>
                </a:ext>
              </a:extLst>
            </p:cNvPr>
            <p:cNvSpPr/>
            <p:nvPr/>
          </p:nvSpPr>
          <p:spPr>
            <a:xfrm>
              <a:off x="1531611" y="2504576"/>
              <a:ext cx="204" cy="299"/>
            </a:xfrm>
            <a:custGeom>
              <a:avLst/>
              <a:gdLst/>
              <a:ahLst/>
              <a:cxnLst/>
              <a:rect l="l" t="t" r="r" b="b"/>
              <a:pathLst>
                <a:path w="15" h="22" extrusionOk="0">
                  <a:moveTo>
                    <a:pt x="15" y="22"/>
                  </a:moveTo>
                  <a:cubicBezTo>
                    <a:pt x="8" y="15"/>
                    <a:pt x="4" y="8"/>
                    <a:pt x="1" y="1"/>
                  </a:cubicBezTo>
                  <a:cubicBezTo>
                    <a:pt x="4" y="8"/>
                    <a:pt x="8" y="15"/>
                    <a:pt x="15" y="22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73" name="Google Shape;6031;p80">
              <a:extLst>
                <a:ext uri="{FF2B5EF4-FFF2-40B4-BE49-F238E27FC236}">
                  <a16:creationId xmlns:a16="http://schemas.microsoft.com/office/drawing/2014/main" id="{1AB39E83-2B4C-8E47-1392-39B69D51BF18}"/>
                </a:ext>
              </a:extLst>
            </p:cNvPr>
            <p:cNvSpPr/>
            <p:nvPr/>
          </p:nvSpPr>
          <p:spPr>
            <a:xfrm>
              <a:off x="1508556" y="2474447"/>
              <a:ext cx="1059" cy="149"/>
            </a:xfrm>
            <a:custGeom>
              <a:avLst/>
              <a:gdLst/>
              <a:ahLst/>
              <a:cxnLst/>
              <a:rect l="l" t="t" r="r" b="b"/>
              <a:pathLst>
                <a:path w="78" h="11" extrusionOk="0">
                  <a:moveTo>
                    <a:pt x="78" y="7"/>
                  </a:moveTo>
                  <a:lnTo>
                    <a:pt x="78" y="7"/>
                  </a:lnTo>
                  <a:cubicBezTo>
                    <a:pt x="53" y="11"/>
                    <a:pt x="25" y="7"/>
                    <a:pt x="1" y="0"/>
                  </a:cubicBezTo>
                  <a:cubicBezTo>
                    <a:pt x="25" y="7"/>
                    <a:pt x="53" y="11"/>
                    <a:pt x="78" y="7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74" name="Google Shape;6032;p80">
              <a:extLst>
                <a:ext uri="{FF2B5EF4-FFF2-40B4-BE49-F238E27FC236}">
                  <a16:creationId xmlns:a16="http://schemas.microsoft.com/office/drawing/2014/main" id="{386E4B00-2CC9-1C4D-6BF7-04E1502AB73D}"/>
                </a:ext>
              </a:extLst>
            </p:cNvPr>
            <p:cNvSpPr/>
            <p:nvPr/>
          </p:nvSpPr>
          <p:spPr>
            <a:xfrm>
              <a:off x="1542921" y="2220955"/>
              <a:ext cx="68" cy="339"/>
            </a:xfrm>
            <a:custGeom>
              <a:avLst/>
              <a:gdLst/>
              <a:ahLst/>
              <a:cxnLst/>
              <a:rect l="l" t="t" r="r" b="b"/>
              <a:pathLst>
                <a:path w="5" h="25" extrusionOk="0">
                  <a:moveTo>
                    <a:pt x="4" y="0"/>
                  </a:moveTo>
                  <a:lnTo>
                    <a:pt x="1" y="25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75" name="Google Shape;6033;p80">
              <a:extLst>
                <a:ext uri="{FF2B5EF4-FFF2-40B4-BE49-F238E27FC236}">
                  <a16:creationId xmlns:a16="http://schemas.microsoft.com/office/drawing/2014/main" id="{0459FD54-4E10-A018-1DF7-D8B907DE9248}"/>
                </a:ext>
              </a:extLst>
            </p:cNvPr>
            <p:cNvSpPr/>
            <p:nvPr/>
          </p:nvSpPr>
          <p:spPr>
            <a:xfrm>
              <a:off x="1532996" y="2505105"/>
              <a:ext cx="14" cy="14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0" y="0"/>
                  </a:move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76" name="Google Shape;6034;p80">
              <a:extLst>
                <a:ext uri="{FF2B5EF4-FFF2-40B4-BE49-F238E27FC236}">
                  <a16:creationId xmlns:a16="http://schemas.microsoft.com/office/drawing/2014/main" id="{A521ED08-FD52-FDDD-58F0-F253C2BCDDA3}"/>
                </a:ext>
              </a:extLst>
            </p:cNvPr>
            <p:cNvSpPr/>
            <p:nvPr/>
          </p:nvSpPr>
          <p:spPr>
            <a:xfrm>
              <a:off x="1542826" y="2221566"/>
              <a:ext cx="68" cy="299"/>
            </a:xfrm>
            <a:custGeom>
              <a:avLst/>
              <a:gdLst/>
              <a:ahLst/>
              <a:cxnLst/>
              <a:rect l="l" t="t" r="r" b="b"/>
              <a:pathLst>
                <a:path w="5" h="22" extrusionOk="0">
                  <a:moveTo>
                    <a:pt x="4" y="1"/>
                  </a:moveTo>
                  <a:lnTo>
                    <a:pt x="1" y="22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77" name="Google Shape;6035;p80">
              <a:extLst>
                <a:ext uri="{FF2B5EF4-FFF2-40B4-BE49-F238E27FC236}">
                  <a16:creationId xmlns:a16="http://schemas.microsoft.com/office/drawing/2014/main" id="{222CF147-8B58-D597-5EAA-298B4A0FF980}"/>
                </a:ext>
              </a:extLst>
            </p:cNvPr>
            <p:cNvSpPr/>
            <p:nvPr/>
          </p:nvSpPr>
          <p:spPr>
            <a:xfrm>
              <a:off x="1540830" y="2504861"/>
              <a:ext cx="638" cy="68"/>
            </a:xfrm>
            <a:custGeom>
              <a:avLst/>
              <a:gdLst/>
              <a:ahLst/>
              <a:cxnLst/>
              <a:rect l="l" t="t" r="r" b="b"/>
              <a:pathLst>
                <a:path w="47" h="5" extrusionOk="0">
                  <a:moveTo>
                    <a:pt x="1" y="1"/>
                  </a:moveTo>
                  <a:lnTo>
                    <a:pt x="46" y="4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78" name="Google Shape;6036;p80">
              <a:extLst>
                <a:ext uri="{FF2B5EF4-FFF2-40B4-BE49-F238E27FC236}">
                  <a16:creationId xmlns:a16="http://schemas.microsoft.com/office/drawing/2014/main" id="{9B45516B-A767-4122-86FC-57E12FE225F9}"/>
                </a:ext>
              </a:extLst>
            </p:cNvPr>
            <p:cNvSpPr/>
            <p:nvPr/>
          </p:nvSpPr>
          <p:spPr>
            <a:xfrm>
              <a:off x="1543111" y="2219530"/>
              <a:ext cx="68" cy="299"/>
            </a:xfrm>
            <a:custGeom>
              <a:avLst/>
              <a:gdLst/>
              <a:ahLst/>
              <a:cxnLst/>
              <a:rect l="l" t="t" r="r" b="b"/>
              <a:pathLst>
                <a:path w="5" h="22" extrusionOk="0">
                  <a:moveTo>
                    <a:pt x="4" y="0"/>
                  </a:moveTo>
                  <a:lnTo>
                    <a:pt x="1" y="21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79" name="Google Shape;6037;p80">
              <a:extLst>
                <a:ext uri="{FF2B5EF4-FFF2-40B4-BE49-F238E27FC236}">
                  <a16:creationId xmlns:a16="http://schemas.microsoft.com/office/drawing/2014/main" id="{7D467939-8B65-1CA2-394E-BB7A0CF72902}"/>
                </a:ext>
              </a:extLst>
            </p:cNvPr>
            <p:cNvSpPr/>
            <p:nvPr/>
          </p:nvSpPr>
          <p:spPr>
            <a:xfrm>
              <a:off x="1508516" y="2416173"/>
              <a:ext cx="149" cy="1059"/>
            </a:xfrm>
            <a:custGeom>
              <a:avLst/>
              <a:gdLst/>
              <a:ahLst/>
              <a:cxnLst/>
              <a:rect l="l" t="t" r="r" b="b"/>
              <a:pathLst>
                <a:path w="11" h="78" extrusionOk="0">
                  <a:moveTo>
                    <a:pt x="0" y="77"/>
                  </a:moveTo>
                  <a:cubicBezTo>
                    <a:pt x="0" y="49"/>
                    <a:pt x="4" y="25"/>
                    <a:pt x="11" y="0"/>
                  </a:cubicBezTo>
                  <a:cubicBezTo>
                    <a:pt x="4" y="25"/>
                    <a:pt x="0" y="49"/>
                    <a:pt x="0" y="77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80" name="Google Shape;6038;p80">
              <a:extLst>
                <a:ext uri="{FF2B5EF4-FFF2-40B4-BE49-F238E27FC236}">
                  <a16:creationId xmlns:a16="http://schemas.microsoft.com/office/drawing/2014/main" id="{547B7FDC-3343-BEC7-FF6A-33590A56C9BA}"/>
                </a:ext>
              </a:extLst>
            </p:cNvPr>
            <p:cNvSpPr/>
            <p:nvPr/>
          </p:nvSpPr>
          <p:spPr>
            <a:xfrm>
              <a:off x="1512738" y="2402867"/>
              <a:ext cx="68" cy="244"/>
            </a:xfrm>
            <a:custGeom>
              <a:avLst/>
              <a:gdLst/>
              <a:ahLst/>
              <a:cxnLst/>
              <a:rect l="l" t="t" r="r" b="b"/>
              <a:pathLst>
                <a:path w="5" h="18" extrusionOk="0">
                  <a:moveTo>
                    <a:pt x="1" y="18"/>
                  </a:moveTo>
                  <a:lnTo>
                    <a:pt x="1" y="18"/>
                  </a:lnTo>
                  <a:cubicBezTo>
                    <a:pt x="4" y="11"/>
                    <a:pt x="4" y="7"/>
                    <a:pt x="4" y="0"/>
                  </a:cubicBezTo>
                  <a:cubicBezTo>
                    <a:pt x="4" y="7"/>
                    <a:pt x="4" y="11"/>
                    <a:pt x="1" y="18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81" name="Google Shape;6039;p80">
              <a:extLst>
                <a:ext uri="{FF2B5EF4-FFF2-40B4-BE49-F238E27FC236}">
                  <a16:creationId xmlns:a16="http://schemas.microsoft.com/office/drawing/2014/main" id="{E15BADA5-B01A-3357-33DE-054182319BBF}"/>
                </a:ext>
              </a:extLst>
            </p:cNvPr>
            <p:cNvSpPr/>
            <p:nvPr/>
          </p:nvSpPr>
          <p:spPr>
            <a:xfrm>
              <a:off x="1507660" y="2400396"/>
              <a:ext cx="3910" cy="1724"/>
            </a:xfrm>
            <a:custGeom>
              <a:avLst/>
              <a:gdLst/>
              <a:ahLst/>
              <a:cxnLst/>
              <a:rect l="l" t="t" r="r" b="b"/>
              <a:pathLst>
                <a:path w="288" h="127" extrusionOk="0">
                  <a:moveTo>
                    <a:pt x="287" y="91"/>
                  </a:moveTo>
                  <a:cubicBezTo>
                    <a:pt x="168" y="126"/>
                    <a:pt x="56" y="91"/>
                    <a:pt x="0" y="0"/>
                  </a:cubicBezTo>
                  <a:cubicBezTo>
                    <a:pt x="56" y="91"/>
                    <a:pt x="168" y="126"/>
                    <a:pt x="287" y="9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82" name="Google Shape;6040;p80">
              <a:extLst>
                <a:ext uri="{FF2B5EF4-FFF2-40B4-BE49-F238E27FC236}">
                  <a16:creationId xmlns:a16="http://schemas.microsoft.com/office/drawing/2014/main" id="{3D9FFFF6-61BE-04BA-53DA-869C510706C5}"/>
                </a:ext>
              </a:extLst>
            </p:cNvPr>
            <p:cNvSpPr/>
            <p:nvPr/>
          </p:nvSpPr>
          <p:spPr>
            <a:xfrm>
              <a:off x="1542541" y="2223141"/>
              <a:ext cx="109" cy="339"/>
            </a:xfrm>
            <a:custGeom>
              <a:avLst/>
              <a:gdLst/>
              <a:ahLst/>
              <a:cxnLst/>
              <a:rect l="l" t="t" r="r" b="b"/>
              <a:pathLst>
                <a:path w="8" h="25" extrusionOk="0">
                  <a:moveTo>
                    <a:pt x="8" y="0"/>
                  </a:moveTo>
                  <a:lnTo>
                    <a:pt x="1" y="25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83" name="Google Shape;6041;p80">
              <a:extLst>
                <a:ext uri="{FF2B5EF4-FFF2-40B4-BE49-F238E27FC236}">
                  <a16:creationId xmlns:a16="http://schemas.microsoft.com/office/drawing/2014/main" id="{0C14F104-3F03-4271-59BE-76D6428C95C5}"/>
                </a:ext>
              </a:extLst>
            </p:cNvPr>
            <p:cNvSpPr/>
            <p:nvPr/>
          </p:nvSpPr>
          <p:spPr>
            <a:xfrm>
              <a:off x="1542785" y="2222137"/>
              <a:ext cx="54" cy="299"/>
            </a:xfrm>
            <a:custGeom>
              <a:avLst/>
              <a:gdLst/>
              <a:ahLst/>
              <a:cxnLst/>
              <a:rect l="l" t="t" r="r" b="b"/>
              <a:pathLst>
                <a:path w="4" h="22" extrusionOk="0">
                  <a:moveTo>
                    <a:pt x="4" y="1"/>
                  </a:moveTo>
                  <a:lnTo>
                    <a:pt x="0" y="22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84" name="Google Shape;6042;p80">
              <a:extLst>
                <a:ext uri="{FF2B5EF4-FFF2-40B4-BE49-F238E27FC236}">
                  <a16:creationId xmlns:a16="http://schemas.microsoft.com/office/drawing/2014/main" id="{F50EACF1-6FB1-5672-AAF2-2CC0FF1E3F40}"/>
                </a:ext>
              </a:extLst>
            </p:cNvPr>
            <p:cNvSpPr/>
            <p:nvPr/>
          </p:nvSpPr>
          <p:spPr>
            <a:xfrm>
              <a:off x="1541590" y="2504915"/>
              <a:ext cx="448" cy="54"/>
            </a:xfrm>
            <a:custGeom>
              <a:avLst/>
              <a:gdLst/>
              <a:ahLst/>
              <a:cxnLst/>
              <a:rect l="l" t="t" r="r" b="b"/>
              <a:pathLst>
                <a:path w="33" h="4" extrusionOk="0">
                  <a:moveTo>
                    <a:pt x="1" y="0"/>
                  </a:moveTo>
                  <a:lnTo>
                    <a:pt x="32" y="4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85" name="Google Shape;6043;p80">
              <a:extLst>
                <a:ext uri="{FF2B5EF4-FFF2-40B4-BE49-F238E27FC236}">
                  <a16:creationId xmlns:a16="http://schemas.microsoft.com/office/drawing/2014/main" id="{6CEE91EF-DB3C-1709-BB51-602B28D216ED}"/>
                </a:ext>
              </a:extLst>
            </p:cNvPr>
            <p:cNvSpPr/>
            <p:nvPr/>
          </p:nvSpPr>
          <p:spPr>
            <a:xfrm>
              <a:off x="1542636" y="2222666"/>
              <a:ext cx="109" cy="299"/>
            </a:xfrm>
            <a:custGeom>
              <a:avLst/>
              <a:gdLst/>
              <a:ahLst/>
              <a:cxnLst/>
              <a:rect l="l" t="t" r="r" b="b"/>
              <a:pathLst>
                <a:path w="8" h="22" extrusionOk="0">
                  <a:moveTo>
                    <a:pt x="8" y="0"/>
                  </a:moveTo>
                  <a:lnTo>
                    <a:pt x="1" y="21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86" name="Google Shape;6044;p80">
              <a:extLst>
                <a:ext uri="{FF2B5EF4-FFF2-40B4-BE49-F238E27FC236}">
                  <a16:creationId xmlns:a16="http://schemas.microsoft.com/office/drawing/2014/main" id="{AAB5FDD7-C6F4-D7D6-ABDD-0E06B5A3CDC9}"/>
                </a:ext>
              </a:extLst>
            </p:cNvPr>
            <p:cNvSpPr/>
            <p:nvPr/>
          </p:nvSpPr>
          <p:spPr>
            <a:xfrm>
              <a:off x="1514978" y="2347728"/>
              <a:ext cx="204" cy="1195"/>
            </a:xfrm>
            <a:custGeom>
              <a:avLst/>
              <a:gdLst/>
              <a:ahLst/>
              <a:cxnLst/>
              <a:rect l="l" t="t" r="r" b="b"/>
              <a:pathLst>
                <a:path w="15" h="88" extrusionOk="0">
                  <a:moveTo>
                    <a:pt x="7" y="88"/>
                  </a:moveTo>
                  <a:cubicBezTo>
                    <a:pt x="14" y="60"/>
                    <a:pt x="14" y="28"/>
                    <a:pt x="0" y="0"/>
                  </a:cubicBezTo>
                  <a:cubicBezTo>
                    <a:pt x="14" y="28"/>
                    <a:pt x="14" y="60"/>
                    <a:pt x="7" y="88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87" name="Google Shape;6045;p80">
              <a:extLst>
                <a:ext uri="{FF2B5EF4-FFF2-40B4-BE49-F238E27FC236}">
                  <a16:creationId xmlns:a16="http://schemas.microsoft.com/office/drawing/2014/main" id="{48A8FD58-F79D-2A49-5D64-7CF38F5BAD70}"/>
                </a:ext>
              </a:extLst>
            </p:cNvPr>
            <p:cNvSpPr/>
            <p:nvPr/>
          </p:nvSpPr>
          <p:spPr>
            <a:xfrm>
              <a:off x="1530620" y="2480530"/>
              <a:ext cx="1005" cy="24059"/>
            </a:xfrm>
            <a:custGeom>
              <a:avLst/>
              <a:gdLst/>
              <a:ahLst/>
              <a:cxnLst/>
              <a:rect l="l" t="t" r="r" b="b"/>
              <a:pathLst>
                <a:path w="74" h="1772" extrusionOk="0">
                  <a:moveTo>
                    <a:pt x="74" y="1772"/>
                  </a:moveTo>
                  <a:cubicBezTo>
                    <a:pt x="25" y="1681"/>
                    <a:pt x="0" y="1338"/>
                    <a:pt x="63" y="0"/>
                  </a:cubicBezTo>
                  <a:lnTo>
                    <a:pt x="63" y="0"/>
                  </a:lnTo>
                  <a:cubicBezTo>
                    <a:pt x="0" y="1338"/>
                    <a:pt x="25" y="1681"/>
                    <a:pt x="74" y="1772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88" name="Google Shape;6046;p80">
              <a:extLst>
                <a:ext uri="{FF2B5EF4-FFF2-40B4-BE49-F238E27FC236}">
                  <a16:creationId xmlns:a16="http://schemas.microsoft.com/office/drawing/2014/main" id="{AF587EB8-B1C6-A604-FB1A-F4F202397DB0}"/>
                </a:ext>
              </a:extLst>
            </p:cNvPr>
            <p:cNvSpPr/>
            <p:nvPr/>
          </p:nvSpPr>
          <p:spPr>
            <a:xfrm>
              <a:off x="1523858" y="2474868"/>
              <a:ext cx="109" cy="68"/>
            </a:xfrm>
            <a:custGeom>
              <a:avLst/>
              <a:gdLst/>
              <a:ahLst/>
              <a:cxnLst/>
              <a:rect l="l" t="t" r="r" b="b"/>
              <a:pathLst>
                <a:path w="8" h="5" extrusionOk="0">
                  <a:moveTo>
                    <a:pt x="1" y="1"/>
                  </a:moveTo>
                  <a:lnTo>
                    <a:pt x="8" y="4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89" name="Google Shape;6047;p80">
              <a:extLst>
                <a:ext uri="{FF2B5EF4-FFF2-40B4-BE49-F238E27FC236}">
                  <a16:creationId xmlns:a16="http://schemas.microsoft.com/office/drawing/2014/main" id="{6EB6A5E7-0D4B-BB0D-E67D-2DD2E039D0DD}"/>
                </a:ext>
              </a:extLst>
            </p:cNvPr>
            <p:cNvSpPr/>
            <p:nvPr/>
          </p:nvSpPr>
          <p:spPr>
            <a:xfrm>
              <a:off x="1525243" y="2475724"/>
              <a:ext cx="68" cy="68"/>
            </a:xfrm>
            <a:custGeom>
              <a:avLst/>
              <a:gdLst/>
              <a:ahLst/>
              <a:cxnLst/>
              <a:rect l="l" t="t" r="r" b="b"/>
              <a:pathLst>
                <a:path w="5" h="5" extrusionOk="0">
                  <a:moveTo>
                    <a:pt x="4" y="4"/>
                  </a:moveTo>
                  <a:lnTo>
                    <a:pt x="1" y="1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90" name="Google Shape;6048;p80">
              <a:extLst>
                <a:ext uri="{FF2B5EF4-FFF2-40B4-BE49-F238E27FC236}">
                  <a16:creationId xmlns:a16="http://schemas.microsoft.com/office/drawing/2014/main" id="{7C36117D-AA0A-73F7-F3DE-8E06FA777FF4}"/>
                </a:ext>
              </a:extLst>
            </p:cNvPr>
            <p:cNvSpPr/>
            <p:nvPr/>
          </p:nvSpPr>
          <p:spPr>
            <a:xfrm>
              <a:off x="1524483" y="2475248"/>
              <a:ext cx="163" cy="109"/>
            </a:xfrm>
            <a:custGeom>
              <a:avLst/>
              <a:gdLst/>
              <a:ahLst/>
              <a:cxnLst/>
              <a:rect l="l" t="t" r="r" b="b"/>
              <a:pathLst>
                <a:path w="12" h="8" extrusionOk="0">
                  <a:moveTo>
                    <a:pt x="1" y="1"/>
                  </a:moveTo>
                  <a:lnTo>
                    <a:pt x="11" y="8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91" name="Google Shape;6049;p80">
              <a:extLst>
                <a:ext uri="{FF2B5EF4-FFF2-40B4-BE49-F238E27FC236}">
                  <a16:creationId xmlns:a16="http://schemas.microsoft.com/office/drawing/2014/main" id="{231B8A94-17EA-1823-95EA-E12AF2542E79}"/>
                </a:ext>
              </a:extLst>
            </p:cNvPr>
            <p:cNvSpPr/>
            <p:nvPr/>
          </p:nvSpPr>
          <p:spPr>
            <a:xfrm>
              <a:off x="1523057" y="2474488"/>
              <a:ext cx="149" cy="109"/>
            </a:xfrm>
            <a:custGeom>
              <a:avLst/>
              <a:gdLst/>
              <a:ahLst/>
              <a:cxnLst/>
              <a:rect l="l" t="t" r="r" b="b"/>
              <a:pathLst>
                <a:path w="11" h="8" extrusionOk="0">
                  <a:moveTo>
                    <a:pt x="0" y="1"/>
                  </a:moveTo>
                  <a:lnTo>
                    <a:pt x="11" y="8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92" name="Google Shape;6050;p80">
              <a:extLst>
                <a:ext uri="{FF2B5EF4-FFF2-40B4-BE49-F238E27FC236}">
                  <a16:creationId xmlns:a16="http://schemas.microsoft.com/office/drawing/2014/main" id="{07661032-B30D-7F43-8131-F7C405B424E3}"/>
                </a:ext>
              </a:extLst>
            </p:cNvPr>
            <p:cNvSpPr/>
            <p:nvPr/>
          </p:nvSpPr>
          <p:spPr>
            <a:xfrm>
              <a:off x="1495386" y="2453008"/>
              <a:ext cx="1208" cy="2539"/>
            </a:xfrm>
            <a:custGeom>
              <a:avLst/>
              <a:gdLst/>
              <a:ahLst/>
              <a:cxnLst/>
              <a:rect l="l" t="t" r="r" b="b"/>
              <a:pathLst>
                <a:path w="89" h="187" extrusionOk="0">
                  <a:moveTo>
                    <a:pt x="1" y="0"/>
                  </a:moveTo>
                  <a:cubicBezTo>
                    <a:pt x="11" y="70"/>
                    <a:pt x="40" y="134"/>
                    <a:pt x="89" y="186"/>
                  </a:cubicBezTo>
                  <a:cubicBezTo>
                    <a:pt x="40" y="134"/>
                    <a:pt x="11" y="70"/>
                    <a:pt x="1" y="0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93" name="Google Shape;6051;p80">
              <a:extLst>
                <a:ext uri="{FF2B5EF4-FFF2-40B4-BE49-F238E27FC236}">
                  <a16:creationId xmlns:a16="http://schemas.microsoft.com/office/drawing/2014/main" id="{84614C66-BFF8-829C-952C-ECD066EF35ED}"/>
                </a:ext>
              </a:extLst>
            </p:cNvPr>
            <p:cNvSpPr/>
            <p:nvPr/>
          </p:nvSpPr>
          <p:spPr>
            <a:xfrm>
              <a:off x="1542215" y="2504956"/>
              <a:ext cx="339" cy="68"/>
            </a:xfrm>
            <a:custGeom>
              <a:avLst/>
              <a:gdLst/>
              <a:ahLst/>
              <a:cxnLst/>
              <a:rect l="l" t="t" r="r" b="b"/>
              <a:pathLst>
                <a:path w="25" h="5" extrusionOk="0">
                  <a:moveTo>
                    <a:pt x="0" y="1"/>
                  </a:moveTo>
                  <a:lnTo>
                    <a:pt x="25" y="4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94" name="Google Shape;6052;p80">
              <a:extLst>
                <a:ext uri="{FF2B5EF4-FFF2-40B4-BE49-F238E27FC236}">
                  <a16:creationId xmlns:a16="http://schemas.microsoft.com/office/drawing/2014/main" id="{C76AD14C-0CC8-FCAA-4E2D-11FF4CEA1508}"/>
                </a:ext>
              </a:extLst>
            </p:cNvPr>
            <p:cNvSpPr/>
            <p:nvPr/>
          </p:nvSpPr>
          <p:spPr>
            <a:xfrm>
              <a:off x="1531801" y="2504861"/>
              <a:ext cx="543" cy="258"/>
            </a:xfrm>
            <a:custGeom>
              <a:avLst/>
              <a:gdLst/>
              <a:ahLst/>
              <a:cxnLst/>
              <a:rect l="l" t="t" r="r" b="b"/>
              <a:pathLst>
                <a:path w="40" h="19" extrusionOk="0">
                  <a:moveTo>
                    <a:pt x="1" y="1"/>
                  </a:moveTo>
                  <a:cubicBezTo>
                    <a:pt x="11" y="11"/>
                    <a:pt x="25" y="15"/>
                    <a:pt x="39" y="18"/>
                  </a:cubicBezTo>
                  <a:cubicBezTo>
                    <a:pt x="25" y="15"/>
                    <a:pt x="11" y="11"/>
                    <a:pt x="1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95" name="Google Shape;6053;p80">
              <a:extLst>
                <a:ext uri="{FF2B5EF4-FFF2-40B4-BE49-F238E27FC236}">
                  <a16:creationId xmlns:a16="http://schemas.microsoft.com/office/drawing/2014/main" id="{A1CC8D2E-3381-8EBB-6A90-2D7D0F2FF242}"/>
                </a:ext>
              </a:extLst>
            </p:cNvPr>
            <p:cNvSpPr/>
            <p:nvPr/>
          </p:nvSpPr>
          <p:spPr>
            <a:xfrm>
              <a:off x="1532466" y="2505105"/>
              <a:ext cx="14" cy="14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1" y="0"/>
                  </a:move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96" name="Google Shape;6054;p80">
              <a:extLst>
                <a:ext uri="{FF2B5EF4-FFF2-40B4-BE49-F238E27FC236}">
                  <a16:creationId xmlns:a16="http://schemas.microsoft.com/office/drawing/2014/main" id="{7BF3463E-2043-0793-25C9-063527C96939}"/>
                </a:ext>
              </a:extLst>
            </p:cNvPr>
            <p:cNvSpPr/>
            <p:nvPr/>
          </p:nvSpPr>
          <p:spPr>
            <a:xfrm>
              <a:off x="1532656" y="2505105"/>
              <a:ext cx="14" cy="14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1" y="0"/>
                  </a:move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97" name="Google Shape;6055;p80">
              <a:extLst>
                <a:ext uri="{FF2B5EF4-FFF2-40B4-BE49-F238E27FC236}">
                  <a16:creationId xmlns:a16="http://schemas.microsoft.com/office/drawing/2014/main" id="{44AB4725-47C2-6E7A-97BA-821C6E3A4E95}"/>
                </a:ext>
              </a:extLst>
            </p:cNvPr>
            <p:cNvSpPr/>
            <p:nvPr/>
          </p:nvSpPr>
          <p:spPr>
            <a:xfrm>
              <a:off x="1542785" y="2505105"/>
              <a:ext cx="109" cy="14"/>
            </a:xfrm>
            <a:custGeom>
              <a:avLst/>
              <a:gdLst/>
              <a:ahLst/>
              <a:cxnLst/>
              <a:rect l="l" t="t" r="r" b="b"/>
              <a:pathLst>
                <a:path w="8" h="1" extrusionOk="0">
                  <a:moveTo>
                    <a:pt x="7" y="0"/>
                  </a:moveTo>
                  <a:lnTo>
                    <a:pt x="0" y="0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98" name="Google Shape;6056;p80">
              <a:extLst>
                <a:ext uri="{FF2B5EF4-FFF2-40B4-BE49-F238E27FC236}">
                  <a16:creationId xmlns:a16="http://schemas.microsoft.com/office/drawing/2014/main" id="{18F2EC4C-48B2-10D4-6F3A-030B045554EB}"/>
                </a:ext>
              </a:extLst>
            </p:cNvPr>
            <p:cNvSpPr/>
            <p:nvPr/>
          </p:nvSpPr>
          <p:spPr>
            <a:xfrm>
              <a:off x="1522297" y="2306412"/>
              <a:ext cx="625" cy="3014"/>
            </a:xfrm>
            <a:custGeom>
              <a:avLst/>
              <a:gdLst/>
              <a:ahLst/>
              <a:cxnLst/>
              <a:rect l="l" t="t" r="r" b="b"/>
              <a:pathLst>
                <a:path w="46" h="222" extrusionOk="0">
                  <a:moveTo>
                    <a:pt x="46" y="1"/>
                  </a:moveTo>
                  <a:cubicBezTo>
                    <a:pt x="25" y="71"/>
                    <a:pt x="7" y="144"/>
                    <a:pt x="0" y="221"/>
                  </a:cubicBezTo>
                  <a:cubicBezTo>
                    <a:pt x="7" y="144"/>
                    <a:pt x="25" y="71"/>
                    <a:pt x="46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99" name="Google Shape;6057;p80">
              <a:extLst>
                <a:ext uri="{FF2B5EF4-FFF2-40B4-BE49-F238E27FC236}">
                  <a16:creationId xmlns:a16="http://schemas.microsoft.com/office/drawing/2014/main" id="{1A4C77EB-A6DD-5D0C-C369-26084439995D}"/>
                </a:ext>
              </a:extLst>
            </p:cNvPr>
            <p:cNvSpPr/>
            <p:nvPr/>
          </p:nvSpPr>
          <p:spPr>
            <a:xfrm>
              <a:off x="1541930" y="2225368"/>
              <a:ext cx="109" cy="204"/>
            </a:xfrm>
            <a:custGeom>
              <a:avLst/>
              <a:gdLst/>
              <a:ahLst/>
              <a:cxnLst/>
              <a:rect l="l" t="t" r="r" b="b"/>
              <a:pathLst>
                <a:path w="8" h="15" extrusionOk="0">
                  <a:moveTo>
                    <a:pt x="7" y="1"/>
                  </a:moveTo>
                  <a:cubicBezTo>
                    <a:pt x="4" y="4"/>
                    <a:pt x="4" y="11"/>
                    <a:pt x="0" y="15"/>
                  </a:cubicBezTo>
                  <a:cubicBezTo>
                    <a:pt x="4" y="11"/>
                    <a:pt x="4" y="4"/>
                    <a:pt x="7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00" name="Google Shape;6058;p80">
              <a:extLst>
                <a:ext uri="{FF2B5EF4-FFF2-40B4-BE49-F238E27FC236}">
                  <a16:creationId xmlns:a16="http://schemas.microsoft.com/office/drawing/2014/main" id="{1611BA6B-39D3-AEC1-E932-1CB04A6240EF}"/>
                </a:ext>
              </a:extLst>
            </p:cNvPr>
            <p:cNvSpPr/>
            <p:nvPr/>
          </p:nvSpPr>
          <p:spPr>
            <a:xfrm>
              <a:off x="1538223" y="2504834"/>
              <a:ext cx="2620" cy="41"/>
            </a:xfrm>
            <a:custGeom>
              <a:avLst/>
              <a:gdLst/>
              <a:ahLst/>
              <a:cxnLst/>
              <a:rect l="l" t="t" r="r" b="b"/>
              <a:pathLst>
                <a:path w="193" h="3" extrusionOk="0">
                  <a:moveTo>
                    <a:pt x="97" y="0"/>
                  </a:moveTo>
                  <a:cubicBezTo>
                    <a:pt x="64" y="0"/>
                    <a:pt x="32" y="1"/>
                    <a:pt x="0" y="3"/>
                  </a:cubicBezTo>
                  <a:lnTo>
                    <a:pt x="193" y="3"/>
                  </a:lnTo>
                  <a:cubicBezTo>
                    <a:pt x="161" y="1"/>
                    <a:pt x="129" y="0"/>
                    <a:pt x="97" y="0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01" name="Google Shape;6059;p80">
              <a:extLst>
                <a:ext uri="{FF2B5EF4-FFF2-40B4-BE49-F238E27FC236}">
                  <a16:creationId xmlns:a16="http://schemas.microsoft.com/office/drawing/2014/main" id="{39E9FB4F-7301-C889-EBCC-D3293DAED19F}"/>
                </a:ext>
              </a:extLst>
            </p:cNvPr>
            <p:cNvSpPr/>
            <p:nvPr/>
          </p:nvSpPr>
          <p:spPr>
            <a:xfrm>
              <a:off x="1518495" y="2283982"/>
              <a:ext cx="815" cy="434"/>
            </a:xfrm>
            <a:custGeom>
              <a:avLst/>
              <a:gdLst/>
              <a:ahLst/>
              <a:cxnLst/>
              <a:rect l="l" t="t" r="r" b="b"/>
              <a:pathLst>
                <a:path w="60" h="32" extrusionOk="0">
                  <a:moveTo>
                    <a:pt x="60" y="0"/>
                  </a:moveTo>
                  <a:cubicBezTo>
                    <a:pt x="39" y="4"/>
                    <a:pt x="14" y="14"/>
                    <a:pt x="0" y="32"/>
                  </a:cubicBezTo>
                  <a:cubicBezTo>
                    <a:pt x="14" y="14"/>
                    <a:pt x="39" y="4"/>
                    <a:pt x="60" y="0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02" name="Google Shape;6060;p80">
              <a:extLst>
                <a:ext uri="{FF2B5EF4-FFF2-40B4-BE49-F238E27FC236}">
                  <a16:creationId xmlns:a16="http://schemas.microsoft.com/office/drawing/2014/main" id="{682D2A8A-00D5-200B-A3F7-AACEC1D9FC4D}"/>
                </a:ext>
              </a:extLst>
            </p:cNvPr>
            <p:cNvSpPr/>
            <p:nvPr/>
          </p:nvSpPr>
          <p:spPr>
            <a:xfrm>
              <a:off x="1578290" y="2191723"/>
              <a:ext cx="61669" cy="63298"/>
            </a:xfrm>
            <a:custGeom>
              <a:avLst/>
              <a:gdLst/>
              <a:ahLst/>
              <a:cxnLst/>
              <a:rect l="l" t="t" r="r" b="b"/>
              <a:pathLst>
                <a:path w="4542" h="4662" extrusionOk="0">
                  <a:moveTo>
                    <a:pt x="1803" y="0"/>
                  </a:moveTo>
                  <a:cubicBezTo>
                    <a:pt x="1628" y="0"/>
                    <a:pt x="1453" y="0"/>
                    <a:pt x="1334" y="60"/>
                  </a:cubicBezTo>
                  <a:cubicBezTo>
                    <a:pt x="1250" y="105"/>
                    <a:pt x="1142" y="105"/>
                    <a:pt x="1030" y="105"/>
                  </a:cubicBezTo>
                  <a:cubicBezTo>
                    <a:pt x="900" y="105"/>
                    <a:pt x="771" y="105"/>
                    <a:pt x="680" y="168"/>
                  </a:cubicBezTo>
                  <a:cubicBezTo>
                    <a:pt x="473" y="305"/>
                    <a:pt x="277" y="560"/>
                    <a:pt x="284" y="623"/>
                  </a:cubicBezTo>
                  <a:cubicBezTo>
                    <a:pt x="291" y="683"/>
                    <a:pt x="249" y="1478"/>
                    <a:pt x="77" y="1534"/>
                  </a:cubicBezTo>
                  <a:cubicBezTo>
                    <a:pt x="74" y="1537"/>
                    <a:pt x="67" y="1537"/>
                    <a:pt x="60" y="1541"/>
                  </a:cubicBezTo>
                  <a:lnTo>
                    <a:pt x="0" y="1541"/>
                  </a:lnTo>
                  <a:lnTo>
                    <a:pt x="11" y="1555"/>
                  </a:lnTo>
                  <a:lnTo>
                    <a:pt x="25" y="1572"/>
                  </a:lnTo>
                  <a:lnTo>
                    <a:pt x="49" y="1604"/>
                  </a:lnTo>
                  <a:lnTo>
                    <a:pt x="60" y="1618"/>
                  </a:lnTo>
                  <a:lnTo>
                    <a:pt x="102" y="1667"/>
                  </a:lnTo>
                  <a:lnTo>
                    <a:pt x="144" y="1716"/>
                  </a:lnTo>
                  <a:lnTo>
                    <a:pt x="158" y="1730"/>
                  </a:lnTo>
                  <a:lnTo>
                    <a:pt x="190" y="1768"/>
                  </a:lnTo>
                  <a:lnTo>
                    <a:pt x="207" y="1786"/>
                  </a:lnTo>
                  <a:lnTo>
                    <a:pt x="239" y="1817"/>
                  </a:lnTo>
                  <a:lnTo>
                    <a:pt x="256" y="1835"/>
                  </a:lnTo>
                  <a:lnTo>
                    <a:pt x="291" y="1870"/>
                  </a:lnTo>
                  <a:lnTo>
                    <a:pt x="305" y="1887"/>
                  </a:lnTo>
                  <a:lnTo>
                    <a:pt x="344" y="1926"/>
                  </a:lnTo>
                  <a:lnTo>
                    <a:pt x="354" y="1936"/>
                  </a:lnTo>
                  <a:lnTo>
                    <a:pt x="407" y="1982"/>
                  </a:lnTo>
                  <a:lnTo>
                    <a:pt x="417" y="1992"/>
                  </a:lnTo>
                  <a:lnTo>
                    <a:pt x="456" y="2027"/>
                  </a:lnTo>
                  <a:lnTo>
                    <a:pt x="473" y="2041"/>
                  </a:lnTo>
                  <a:lnTo>
                    <a:pt x="505" y="2069"/>
                  </a:lnTo>
                  <a:lnTo>
                    <a:pt x="526" y="2083"/>
                  </a:lnTo>
                  <a:lnTo>
                    <a:pt x="554" y="2108"/>
                  </a:lnTo>
                  <a:lnTo>
                    <a:pt x="571" y="2122"/>
                  </a:lnTo>
                  <a:lnTo>
                    <a:pt x="606" y="2146"/>
                  </a:lnTo>
                  <a:lnTo>
                    <a:pt x="620" y="2157"/>
                  </a:lnTo>
                  <a:cubicBezTo>
                    <a:pt x="634" y="2167"/>
                    <a:pt x="648" y="2174"/>
                    <a:pt x="662" y="2185"/>
                  </a:cubicBezTo>
                  <a:cubicBezTo>
                    <a:pt x="757" y="2241"/>
                    <a:pt x="841" y="2307"/>
                    <a:pt x="914" y="2388"/>
                  </a:cubicBezTo>
                  <a:cubicBezTo>
                    <a:pt x="1002" y="2475"/>
                    <a:pt x="1061" y="2535"/>
                    <a:pt x="1243" y="2552"/>
                  </a:cubicBezTo>
                  <a:cubicBezTo>
                    <a:pt x="1618" y="2591"/>
                    <a:pt x="1789" y="2752"/>
                    <a:pt x="1894" y="2889"/>
                  </a:cubicBezTo>
                  <a:cubicBezTo>
                    <a:pt x="1943" y="2952"/>
                    <a:pt x="2220" y="3064"/>
                    <a:pt x="2420" y="3144"/>
                  </a:cubicBezTo>
                  <a:cubicBezTo>
                    <a:pt x="2745" y="3277"/>
                    <a:pt x="2882" y="3337"/>
                    <a:pt x="2920" y="3407"/>
                  </a:cubicBezTo>
                  <a:cubicBezTo>
                    <a:pt x="2973" y="3498"/>
                    <a:pt x="2885" y="3603"/>
                    <a:pt x="2763" y="3743"/>
                  </a:cubicBezTo>
                  <a:cubicBezTo>
                    <a:pt x="2647" y="3872"/>
                    <a:pt x="2504" y="4040"/>
                    <a:pt x="2504" y="4180"/>
                  </a:cubicBezTo>
                  <a:cubicBezTo>
                    <a:pt x="2504" y="4397"/>
                    <a:pt x="2409" y="4471"/>
                    <a:pt x="2350" y="4516"/>
                  </a:cubicBezTo>
                  <a:lnTo>
                    <a:pt x="2336" y="4527"/>
                  </a:lnTo>
                  <a:cubicBezTo>
                    <a:pt x="2388" y="4534"/>
                    <a:pt x="2437" y="4537"/>
                    <a:pt x="2486" y="4541"/>
                  </a:cubicBezTo>
                  <a:cubicBezTo>
                    <a:pt x="2605" y="4544"/>
                    <a:pt x="2724" y="4551"/>
                    <a:pt x="2801" y="4600"/>
                  </a:cubicBezTo>
                  <a:cubicBezTo>
                    <a:pt x="2826" y="4614"/>
                    <a:pt x="2857" y="4618"/>
                    <a:pt x="2885" y="4618"/>
                  </a:cubicBezTo>
                  <a:cubicBezTo>
                    <a:pt x="2924" y="4618"/>
                    <a:pt x="2959" y="4614"/>
                    <a:pt x="2997" y="4611"/>
                  </a:cubicBezTo>
                  <a:lnTo>
                    <a:pt x="3050" y="4604"/>
                  </a:lnTo>
                  <a:lnTo>
                    <a:pt x="3064" y="4604"/>
                  </a:lnTo>
                  <a:cubicBezTo>
                    <a:pt x="3085" y="4604"/>
                    <a:pt x="3106" y="4600"/>
                    <a:pt x="3123" y="4600"/>
                  </a:cubicBezTo>
                  <a:lnTo>
                    <a:pt x="3162" y="4600"/>
                  </a:lnTo>
                  <a:cubicBezTo>
                    <a:pt x="3176" y="4600"/>
                    <a:pt x="3190" y="4600"/>
                    <a:pt x="3200" y="4604"/>
                  </a:cubicBezTo>
                  <a:cubicBezTo>
                    <a:pt x="3214" y="4607"/>
                    <a:pt x="3225" y="4611"/>
                    <a:pt x="3239" y="4614"/>
                  </a:cubicBezTo>
                  <a:lnTo>
                    <a:pt x="3246" y="4614"/>
                  </a:lnTo>
                  <a:cubicBezTo>
                    <a:pt x="3256" y="4618"/>
                    <a:pt x="3270" y="4621"/>
                    <a:pt x="3281" y="4625"/>
                  </a:cubicBezTo>
                  <a:lnTo>
                    <a:pt x="3288" y="4628"/>
                  </a:lnTo>
                  <a:cubicBezTo>
                    <a:pt x="3298" y="4632"/>
                    <a:pt x="3312" y="4639"/>
                    <a:pt x="3323" y="4646"/>
                  </a:cubicBezTo>
                  <a:cubicBezTo>
                    <a:pt x="3341" y="4657"/>
                    <a:pt x="3360" y="4662"/>
                    <a:pt x="3380" y="4662"/>
                  </a:cubicBezTo>
                  <a:cubicBezTo>
                    <a:pt x="3425" y="4662"/>
                    <a:pt x="3477" y="4638"/>
                    <a:pt x="3547" y="4604"/>
                  </a:cubicBezTo>
                  <a:cubicBezTo>
                    <a:pt x="3611" y="4569"/>
                    <a:pt x="3675" y="4537"/>
                    <a:pt x="3741" y="4537"/>
                  </a:cubicBezTo>
                  <a:cubicBezTo>
                    <a:pt x="3754" y="4537"/>
                    <a:pt x="3768" y="4538"/>
                    <a:pt x="3781" y="4541"/>
                  </a:cubicBezTo>
                  <a:cubicBezTo>
                    <a:pt x="3784" y="4541"/>
                    <a:pt x="3786" y="4542"/>
                    <a:pt x="3788" y="4542"/>
                  </a:cubicBezTo>
                  <a:cubicBezTo>
                    <a:pt x="3821" y="4542"/>
                    <a:pt x="3873" y="4499"/>
                    <a:pt x="3921" y="4457"/>
                  </a:cubicBezTo>
                  <a:cubicBezTo>
                    <a:pt x="3988" y="4401"/>
                    <a:pt x="4065" y="4334"/>
                    <a:pt x="4159" y="4327"/>
                  </a:cubicBezTo>
                  <a:lnTo>
                    <a:pt x="4198" y="4327"/>
                  </a:lnTo>
                  <a:cubicBezTo>
                    <a:pt x="4208" y="4324"/>
                    <a:pt x="4219" y="4317"/>
                    <a:pt x="4226" y="4310"/>
                  </a:cubicBezTo>
                  <a:cubicBezTo>
                    <a:pt x="4338" y="4191"/>
                    <a:pt x="4433" y="3778"/>
                    <a:pt x="4408" y="3599"/>
                  </a:cubicBezTo>
                  <a:lnTo>
                    <a:pt x="4401" y="3599"/>
                  </a:lnTo>
                  <a:lnTo>
                    <a:pt x="4401" y="3529"/>
                  </a:lnTo>
                  <a:lnTo>
                    <a:pt x="4401" y="3470"/>
                  </a:lnTo>
                  <a:lnTo>
                    <a:pt x="4405" y="3470"/>
                  </a:lnTo>
                  <a:cubicBezTo>
                    <a:pt x="4415" y="3382"/>
                    <a:pt x="4436" y="3281"/>
                    <a:pt x="4461" y="3169"/>
                  </a:cubicBezTo>
                  <a:cubicBezTo>
                    <a:pt x="4492" y="3011"/>
                    <a:pt x="4541" y="2766"/>
                    <a:pt x="4520" y="2661"/>
                  </a:cubicBezTo>
                  <a:cubicBezTo>
                    <a:pt x="4517" y="2640"/>
                    <a:pt x="4506" y="2622"/>
                    <a:pt x="4489" y="2612"/>
                  </a:cubicBezTo>
                  <a:cubicBezTo>
                    <a:pt x="4464" y="2598"/>
                    <a:pt x="4436" y="2591"/>
                    <a:pt x="4408" y="2591"/>
                  </a:cubicBezTo>
                  <a:cubicBezTo>
                    <a:pt x="4324" y="2591"/>
                    <a:pt x="4243" y="2636"/>
                    <a:pt x="4180" y="2671"/>
                  </a:cubicBezTo>
                  <a:cubicBezTo>
                    <a:pt x="4145" y="2696"/>
                    <a:pt x="4103" y="2713"/>
                    <a:pt x="4058" y="2717"/>
                  </a:cubicBezTo>
                  <a:cubicBezTo>
                    <a:pt x="4002" y="2717"/>
                    <a:pt x="3953" y="2675"/>
                    <a:pt x="3862" y="2440"/>
                  </a:cubicBezTo>
                  <a:cubicBezTo>
                    <a:pt x="3806" y="2307"/>
                    <a:pt x="3757" y="2150"/>
                    <a:pt x="3732" y="2062"/>
                  </a:cubicBezTo>
                  <a:cubicBezTo>
                    <a:pt x="3690" y="1908"/>
                    <a:pt x="3557" y="1674"/>
                    <a:pt x="3470" y="1642"/>
                  </a:cubicBezTo>
                  <a:cubicBezTo>
                    <a:pt x="3465" y="1640"/>
                    <a:pt x="3461" y="1640"/>
                    <a:pt x="3458" y="1640"/>
                  </a:cubicBezTo>
                  <a:cubicBezTo>
                    <a:pt x="3456" y="1640"/>
                    <a:pt x="3454" y="1640"/>
                    <a:pt x="3452" y="1642"/>
                  </a:cubicBezTo>
                  <a:cubicBezTo>
                    <a:pt x="3418" y="1668"/>
                    <a:pt x="3377" y="1682"/>
                    <a:pt x="3335" y="1682"/>
                  </a:cubicBezTo>
                  <a:cubicBezTo>
                    <a:pt x="3305" y="1682"/>
                    <a:pt x="3274" y="1675"/>
                    <a:pt x="3246" y="1660"/>
                  </a:cubicBezTo>
                  <a:cubicBezTo>
                    <a:pt x="3148" y="1621"/>
                    <a:pt x="3046" y="1604"/>
                    <a:pt x="2941" y="1604"/>
                  </a:cubicBezTo>
                  <a:cubicBezTo>
                    <a:pt x="2756" y="1593"/>
                    <a:pt x="2647" y="1576"/>
                    <a:pt x="2591" y="1499"/>
                  </a:cubicBezTo>
                  <a:cubicBezTo>
                    <a:pt x="2525" y="1415"/>
                    <a:pt x="2553" y="1296"/>
                    <a:pt x="2602" y="1082"/>
                  </a:cubicBezTo>
                  <a:lnTo>
                    <a:pt x="2602" y="1079"/>
                  </a:lnTo>
                  <a:cubicBezTo>
                    <a:pt x="2640" y="907"/>
                    <a:pt x="2574" y="767"/>
                    <a:pt x="2518" y="655"/>
                  </a:cubicBezTo>
                  <a:cubicBezTo>
                    <a:pt x="2472" y="553"/>
                    <a:pt x="2413" y="431"/>
                    <a:pt x="2535" y="364"/>
                  </a:cubicBezTo>
                  <a:cubicBezTo>
                    <a:pt x="2546" y="357"/>
                    <a:pt x="2560" y="347"/>
                    <a:pt x="2570" y="336"/>
                  </a:cubicBezTo>
                  <a:cubicBezTo>
                    <a:pt x="2574" y="333"/>
                    <a:pt x="2577" y="329"/>
                    <a:pt x="2577" y="326"/>
                  </a:cubicBezTo>
                  <a:cubicBezTo>
                    <a:pt x="2577" y="322"/>
                    <a:pt x="2577" y="322"/>
                    <a:pt x="2577" y="319"/>
                  </a:cubicBezTo>
                  <a:lnTo>
                    <a:pt x="2577" y="315"/>
                  </a:lnTo>
                  <a:cubicBezTo>
                    <a:pt x="2577" y="315"/>
                    <a:pt x="2577" y="312"/>
                    <a:pt x="2577" y="312"/>
                  </a:cubicBezTo>
                  <a:lnTo>
                    <a:pt x="2577" y="308"/>
                  </a:lnTo>
                  <a:lnTo>
                    <a:pt x="2577" y="298"/>
                  </a:lnTo>
                  <a:lnTo>
                    <a:pt x="2577" y="294"/>
                  </a:lnTo>
                  <a:lnTo>
                    <a:pt x="2574" y="284"/>
                  </a:lnTo>
                  <a:lnTo>
                    <a:pt x="2570" y="277"/>
                  </a:lnTo>
                  <a:lnTo>
                    <a:pt x="2563" y="263"/>
                  </a:lnTo>
                  <a:lnTo>
                    <a:pt x="2560" y="259"/>
                  </a:lnTo>
                  <a:cubicBezTo>
                    <a:pt x="2556" y="252"/>
                    <a:pt x="2553" y="245"/>
                    <a:pt x="2546" y="235"/>
                  </a:cubicBezTo>
                  <a:lnTo>
                    <a:pt x="2542" y="231"/>
                  </a:lnTo>
                  <a:lnTo>
                    <a:pt x="2532" y="210"/>
                  </a:lnTo>
                  <a:cubicBezTo>
                    <a:pt x="2518" y="217"/>
                    <a:pt x="2507" y="221"/>
                    <a:pt x="2493" y="224"/>
                  </a:cubicBezTo>
                  <a:lnTo>
                    <a:pt x="2486" y="224"/>
                  </a:lnTo>
                  <a:cubicBezTo>
                    <a:pt x="2476" y="228"/>
                    <a:pt x="2465" y="228"/>
                    <a:pt x="2455" y="228"/>
                  </a:cubicBezTo>
                  <a:cubicBezTo>
                    <a:pt x="2378" y="228"/>
                    <a:pt x="2304" y="179"/>
                    <a:pt x="2230" y="126"/>
                  </a:cubicBezTo>
                  <a:cubicBezTo>
                    <a:pt x="2143" y="67"/>
                    <a:pt x="2045" y="0"/>
                    <a:pt x="1936" y="0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03" name="Google Shape;6061;p80">
              <a:extLst>
                <a:ext uri="{FF2B5EF4-FFF2-40B4-BE49-F238E27FC236}">
                  <a16:creationId xmlns:a16="http://schemas.microsoft.com/office/drawing/2014/main" id="{B08CE07B-3A22-BC27-6101-C7C150790B5C}"/>
                </a:ext>
              </a:extLst>
            </p:cNvPr>
            <p:cNvSpPr/>
            <p:nvPr/>
          </p:nvSpPr>
          <p:spPr>
            <a:xfrm>
              <a:off x="1613184" y="2195620"/>
              <a:ext cx="54" cy="149"/>
            </a:xfrm>
            <a:custGeom>
              <a:avLst/>
              <a:gdLst/>
              <a:ahLst/>
              <a:cxnLst/>
              <a:rect l="l" t="t" r="r" b="b"/>
              <a:pathLst>
                <a:path w="4" h="11" extrusionOk="0">
                  <a:moveTo>
                    <a:pt x="0" y="0"/>
                  </a:moveTo>
                  <a:lnTo>
                    <a:pt x="4" y="11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04" name="Google Shape;6062;p80">
              <a:extLst>
                <a:ext uri="{FF2B5EF4-FFF2-40B4-BE49-F238E27FC236}">
                  <a16:creationId xmlns:a16="http://schemas.microsoft.com/office/drawing/2014/main" id="{F17D2528-DEBE-0A57-A980-41EA1796A5D8}"/>
                </a:ext>
              </a:extLst>
            </p:cNvPr>
            <p:cNvSpPr/>
            <p:nvPr/>
          </p:nvSpPr>
          <p:spPr>
            <a:xfrm>
              <a:off x="1612804" y="2194954"/>
              <a:ext cx="204" cy="339"/>
            </a:xfrm>
            <a:custGeom>
              <a:avLst/>
              <a:gdLst/>
              <a:ahLst/>
              <a:cxnLst/>
              <a:rect l="l" t="t" r="r" b="b"/>
              <a:pathLst>
                <a:path w="15" h="25" extrusionOk="0">
                  <a:moveTo>
                    <a:pt x="0" y="0"/>
                  </a:moveTo>
                  <a:cubicBezTo>
                    <a:pt x="7" y="11"/>
                    <a:pt x="11" y="18"/>
                    <a:pt x="14" y="25"/>
                  </a:cubicBezTo>
                  <a:cubicBezTo>
                    <a:pt x="11" y="18"/>
                    <a:pt x="7" y="11"/>
                    <a:pt x="0" y="0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05" name="Google Shape;6063;p80">
              <a:extLst>
                <a:ext uri="{FF2B5EF4-FFF2-40B4-BE49-F238E27FC236}">
                  <a16:creationId xmlns:a16="http://schemas.microsoft.com/office/drawing/2014/main" id="{4B42E924-906B-51A2-3D73-E7D43CDF9B38}"/>
                </a:ext>
              </a:extLst>
            </p:cNvPr>
            <p:cNvSpPr/>
            <p:nvPr/>
          </p:nvSpPr>
          <p:spPr>
            <a:xfrm>
              <a:off x="1613035" y="2195335"/>
              <a:ext cx="109" cy="204"/>
            </a:xfrm>
            <a:custGeom>
              <a:avLst/>
              <a:gdLst/>
              <a:ahLst/>
              <a:cxnLst/>
              <a:rect l="l" t="t" r="r" b="b"/>
              <a:pathLst>
                <a:path w="8" h="15" extrusionOk="0">
                  <a:moveTo>
                    <a:pt x="1" y="0"/>
                  </a:moveTo>
                  <a:lnTo>
                    <a:pt x="8" y="14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06" name="Google Shape;6064;p80">
              <a:extLst>
                <a:ext uri="{FF2B5EF4-FFF2-40B4-BE49-F238E27FC236}">
                  <a16:creationId xmlns:a16="http://schemas.microsoft.com/office/drawing/2014/main" id="{BF1E83B2-0985-6E68-48E3-98F4914B5811}"/>
                </a:ext>
              </a:extLst>
            </p:cNvPr>
            <p:cNvSpPr/>
            <p:nvPr/>
          </p:nvSpPr>
          <p:spPr>
            <a:xfrm>
              <a:off x="1638086" y="2239733"/>
              <a:ext cx="109" cy="910"/>
            </a:xfrm>
            <a:custGeom>
              <a:avLst/>
              <a:gdLst/>
              <a:ahLst/>
              <a:cxnLst/>
              <a:rect l="l" t="t" r="r" b="b"/>
              <a:pathLst>
                <a:path w="8" h="67" extrusionOk="0">
                  <a:moveTo>
                    <a:pt x="1" y="0"/>
                  </a:moveTo>
                  <a:lnTo>
                    <a:pt x="1" y="67"/>
                  </a:lnTo>
                  <a:lnTo>
                    <a:pt x="8" y="67"/>
                  </a:lnTo>
                  <a:cubicBezTo>
                    <a:pt x="4" y="53"/>
                    <a:pt x="4" y="42"/>
                    <a:pt x="4" y="32"/>
                  </a:cubicBezTo>
                  <a:lnTo>
                    <a:pt x="4" y="18"/>
                  </a:lnTo>
                  <a:lnTo>
                    <a:pt x="4" y="0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07" name="Google Shape;6065;p80">
              <a:extLst>
                <a:ext uri="{FF2B5EF4-FFF2-40B4-BE49-F238E27FC236}">
                  <a16:creationId xmlns:a16="http://schemas.microsoft.com/office/drawing/2014/main" id="{BA31EF71-A708-C5FE-D2A8-AA32832FE3C5}"/>
                </a:ext>
              </a:extLst>
            </p:cNvPr>
            <p:cNvSpPr/>
            <p:nvPr/>
          </p:nvSpPr>
          <p:spPr>
            <a:xfrm>
              <a:off x="1612560" y="2194615"/>
              <a:ext cx="204" cy="299"/>
            </a:xfrm>
            <a:custGeom>
              <a:avLst/>
              <a:gdLst/>
              <a:ahLst/>
              <a:cxnLst/>
              <a:rect l="l" t="t" r="r" b="b"/>
              <a:pathLst>
                <a:path w="15" h="22" extrusionOk="0">
                  <a:moveTo>
                    <a:pt x="15" y="22"/>
                  </a:moveTo>
                  <a:lnTo>
                    <a:pt x="1" y="1"/>
                  </a:lnTo>
                  <a:lnTo>
                    <a:pt x="1" y="1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08" name="Google Shape;6066;p80">
              <a:extLst>
                <a:ext uri="{FF2B5EF4-FFF2-40B4-BE49-F238E27FC236}">
                  <a16:creationId xmlns:a16="http://schemas.microsoft.com/office/drawing/2014/main" id="{51EFF0FF-901A-A0B8-19DE-36A77CD49E6E}"/>
                </a:ext>
              </a:extLst>
            </p:cNvPr>
            <p:cNvSpPr/>
            <p:nvPr/>
          </p:nvSpPr>
          <p:spPr>
            <a:xfrm>
              <a:off x="1625201" y="2214031"/>
              <a:ext cx="299" cy="54"/>
            </a:xfrm>
            <a:custGeom>
              <a:avLst/>
              <a:gdLst/>
              <a:ahLst/>
              <a:cxnLst/>
              <a:rect l="l" t="t" r="r" b="b"/>
              <a:pathLst>
                <a:path w="22" h="4" extrusionOk="0">
                  <a:moveTo>
                    <a:pt x="7" y="0"/>
                  </a:moveTo>
                  <a:cubicBezTo>
                    <a:pt x="4" y="0"/>
                    <a:pt x="3" y="1"/>
                    <a:pt x="1" y="3"/>
                  </a:cubicBezTo>
                  <a:cubicBezTo>
                    <a:pt x="1" y="3"/>
                    <a:pt x="1" y="4"/>
                    <a:pt x="2" y="4"/>
                  </a:cubicBezTo>
                  <a:cubicBezTo>
                    <a:pt x="3" y="4"/>
                    <a:pt x="7" y="2"/>
                    <a:pt x="14" y="2"/>
                  </a:cubicBezTo>
                  <a:cubicBezTo>
                    <a:pt x="16" y="2"/>
                    <a:pt x="19" y="2"/>
                    <a:pt x="22" y="3"/>
                  </a:cubicBezTo>
                  <a:cubicBezTo>
                    <a:pt x="15" y="1"/>
                    <a:pt x="10" y="0"/>
                    <a:pt x="7" y="0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09" name="Google Shape;6067;p80">
              <a:extLst>
                <a:ext uri="{FF2B5EF4-FFF2-40B4-BE49-F238E27FC236}">
                  <a16:creationId xmlns:a16="http://schemas.microsoft.com/office/drawing/2014/main" id="{0E81A6A2-B66E-916B-5976-83DDD2393B86}"/>
                </a:ext>
              </a:extLst>
            </p:cNvPr>
            <p:cNvSpPr/>
            <p:nvPr/>
          </p:nvSpPr>
          <p:spPr>
            <a:xfrm>
              <a:off x="1613184" y="2196095"/>
              <a:ext cx="149" cy="244"/>
            </a:xfrm>
            <a:custGeom>
              <a:avLst/>
              <a:gdLst/>
              <a:ahLst/>
              <a:cxnLst/>
              <a:rect l="l" t="t" r="r" b="b"/>
              <a:pathLst>
                <a:path w="11" h="18" extrusionOk="0">
                  <a:moveTo>
                    <a:pt x="0" y="18"/>
                  </a:moveTo>
                  <a:cubicBezTo>
                    <a:pt x="4" y="14"/>
                    <a:pt x="7" y="11"/>
                    <a:pt x="11" y="7"/>
                  </a:cubicBezTo>
                  <a:cubicBezTo>
                    <a:pt x="11" y="4"/>
                    <a:pt x="11" y="0"/>
                    <a:pt x="11" y="0"/>
                  </a:cubicBezTo>
                  <a:cubicBezTo>
                    <a:pt x="11" y="0"/>
                    <a:pt x="11" y="4"/>
                    <a:pt x="11" y="7"/>
                  </a:cubicBezTo>
                  <a:cubicBezTo>
                    <a:pt x="7" y="11"/>
                    <a:pt x="4" y="14"/>
                    <a:pt x="0" y="18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10" name="Google Shape;6068;p80">
              <a:extLst>
                <a:ext uri="{FF2B5EF4-FFF2-40B4-BE49-F238E27FC236}">
                  <a16:creationId xmlns:a16="http://schemas.microsoft.com/office/drawing/2014/main" id="{C546C2B4-7A32-41B1-7022-95D85CBD5701}"/>
                </a:ext>
              </a:extLst>
            </p:cNvPr>
            <p:cNvSpPr/>
            <p:nvPr/>
          </p:nvSpPr>
          <p:spPr>
            <a:xfrm>
              <a:off x="1639280" y="2227228"/>
              <a:ext cx="434" cy="679"/>
            </a:xfrm>
            <a:custGeom>
              <a:avLst/>
              <a:gdLst/>
              <a:ahLst/>
              <a:cxnLst/>
              <a:rect l="l" t="t" r="r" b="b"/>
              <a:pathLst>
                <a:path w="32" h="50" extrusionOk="0">
                  <a:moveTo>
                    <a:pt x="32" y="49"/>
                  </a:moveTo>
                  <a:cubicBezTo>
                    <a:pt x="28" y="32"/>
                    <a:pt x="18" y="11"/>
                    <a:pt x="0" y="0"/>
                  </a:cubicBezTo>
                  <a:lnTo>
                    <a:pt x="0" y="0"/>
                  </a:lnTo>
                  <a:cubicBezTo>
                    <a:pt x="18" y="11"/>
                    <a:pt x="28" y="32"/>
                    <a:pt x="32" y="49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11" name="Google Shape;6069;p80">
              <a:extLst>
                <a:ext uri="{FF2B5EF4-FFF2-40B4-BE49-F238E27FC236}">
                  <a16:creationId xmlns:a16="http://schemas.microsoft.com/office/drawing/2014/main" id="{D73ADBEB-9AD0-4B68-70F5-4C80513BC703}"/>
                </a:ext>
              </a:extLst>
            </p:cNvPr>
            <p:cNvSpPr/>
            <p:nvPr/>
          </p:nvSpPr>
          <p:spPr>
            <a:xfrm>
              <a:off x="1613320" y="2196000"/>
              <a:ext cx="14" cy="109"/>
            </a:xfrm>
            <a:custGeom>
              <a:avLst/>
              <a:gdLst/>
              <a:ahLst/>
              <a:cxnLst/>
              <a:rect l="l" t="t" r="r" b="b"/>
              <a:pathLst>
                <a:path w="1" h="8" extrusionOk="0">
                  <a:moveTo>
                    <a:pt x="1" y="0"/>
                  </a:moveTo>
                  <a:cubicBezTo>
                    <a:pt x="1" y="4"/>
                    <a:pt x="1" y="4"/>
                    <a:pt x="1" y="7"/>
                  </a:cubicBezTo>
                  <a:cubicBezTo>
                    <a:pt x="1" y="4"/>
                    <a:pt x="1" y="4"/>
                    <a:pt x="1" y="0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12" name="Google Shape;6070;p80">
              <a:extLst>
                <a:ext uri="{FF2B5EF4-FFF2-40B4-BE49-F238E27FC236}">
                  <a16:creationId xmlns:a16="http://schemas.microsoft.com/office/drawing/2014/main" id="{EB5A5ACB-BA9E-738C-F00B-D785EA071A24}"/>
                </a:ext>
              </a:extLst>
            </p:cNvPr>
            <p:cNvSpPr/>
            <p:nvPr/>
          </p:nvSpPr>
          <p:spPr>
            <a:xfrm>
              <a:off x="1613280" y="2195810"/>
              <a:ext cx="14" cy="149"/>
            </a:xfrm>
            <a:custGeom>
              <a:avLst/>
              <a:gdLst/>
              <a:ahLst/>
              <a:cxnLst/>
              <a:rect l="l" t="t" r="r" b="b"/>
              <a:pathLst>
                <a:path w="1" h="11" extrusionOk="0">
                  <a:moveTo>
                    <a:pt x="0" y="0"/>
                  </a:moveTo>
                  <a:lnTo>
                    <a:pt x="0" y="11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13" name="Google Shape;6071;p80">
              <a:extLst>
                <a:ext uri="{FF2B5EF4-FFF2-40B4-BE49-F238E27FC236}">
                  <a16:creationId xmlns:a16="http://schemas.microsoft.com/office/drawing/2014/main" id="{4BA1D2A0-77DA-7629-A011-87D45BF5D15D}"/>
                </a:ext>
              </a:extLst>
            </p:cNvPr>
            <p:cNvSpPr/>
            <p:nvPr/>
          </p:nvSpPr>
          <p:spPr>
            <a:xfrm>
              <a:off x="1638181" y="2226943"/>
              <a:ext cx="1113" cy="299"/>
            </a:xfrm>
            <a:custGeom>
              <a:avLst/>
              <a:gdLst/>
              <a:ahLst/>
              <a:cxnLst/>
              <a:rect l="l" t="t" r="r" b="b"/>
              <a:pathLst>
                <a:path w="82" h="22" extrusionOk="0">
                  <a:moveTo>
                    <a:pt x="1" y="0"/>
                  </a:moveTo>
                  <a:cubicBezTo>
                    <a:pt x="29" y="4"/>
                    <a:pt x="57" y="11"/>
                    <a:pt x="81" y="21"/>
                  </a:cubicBezTo>
                  <a:cubicBezTo>
                    <a:pt x="57" y="11"/>
                    <a:pt x="29" y="4"/>
                    <a:pt x="1" y="0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14" name="Google Shape;6072;p80">
              <a:extLst>
                <a:ext uri="{FF2B5EF4-FFF2-40B4-BE49-F238E27FC236}">
                  <a16:creationId xmlns:a16="http://schemas.microsoft.com/office/drawing/2014/main" id="{5F225379-05E1-F667-4966-E4A031D150F8}"/>
                </a:ext>
              </a:extLst>
            </p:cNvPr>
            <p:cNvSpPr/>
            <p:nvPr/>
          </p:nvSpPr>
          <p:spPr>
            <a:xfrm>
              <a:off x="1634759" y="2250514"/>
              <a:ext cx="584" cy="14"/>
            </a:xfrm>
            <a:custGeom>
              <a:avLst/>
              <a:gdLst/>
              <a:ahLst/>
              <a:cxnLst/>
              <a:rect l="l" t="t" r="r" b="b"/>
              <a:pathLst>
                <a:path w="43" h="1" extrusionOk="0">
                  <a:moveTo>
                    <a:pt x="0" y="1"/>
                  </a:moveTo>
                  <a:cubicBezTo>
                    <a:pt x="14" y="1"/>
                    <a:pt x="28" y="1"/>
                    <a:pt x="42" y="1"/>
                  </a:cubicBezTo>
                  <a:cubicBezTo>
                    <a:pt x="28" y="1"/>
                    <a:pt x="14" y="1"/>
                    <a:pt x="0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15" name="Google Shape;6073;p80">
              <a:extLst>
                <a:ext uri="{FF2B5EF4-FFF2-40B4-BE49-F238E27FC236}">
                  <a16:creationId xmlns:a16="http://schemas.microsoft.com/office/drawing/2014/main" id="{D493722C-7458-7235-23B4-879642964339}"/>
                </a:ext>
              </a:extLst>
            </p:cNvPr>
            <p:cNvSpPr/>
            <p:nvPr/>
          </p:nvSpPr>
          <p:spPr>
            <a:xfrm>
              <a:off x="1581101" y="2216013"/>
              <a:ext cx="489" cy="489"/>
            </a:xfrm>
            <a:custGeom>
              <a:avLst/>
              <a:gdLst/>
              <a:ahLst/>
              <a:cxnLst/>
              <a:rect l="l" t="t" r="r" b="b"/>
              <a:pathLst>
                <a:path w="36" h="36" extrusionOk="0">
                  <a:moveTo>
                    <a:pt x="35" y="35"/>
                  </a:moveTo>
                  <a:lnTo>
                    <a:pt x="0" y="0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16" name="Google Shape;6074;p80">
              <a:extLst>
                <a:ext uri="{FF2B5EF4-FFF2-40B4-BE49-F238E27FC236}">
                  <a16:creationId xmlns:a16="http://schemas.microsoft.com/office/drawing/2014/main" id="{BA69B8D8-5FE7-F918-D48F-18ED8250766C}"/>
                </a:ext>
              </a:extLst>
            </p:cNvPr>
            <p:cNvSpPr/>
            <p:nvPr/>
          </p:nvSpPr>
          <p:spPr>
            <a:xfrm>
              <a:off x="1580436" y="2215294"/>
              <a:ext cx="489" cy="489"/>
            </a:xfrm>
            <a:custGeom>
              <a:avLst/>
              <a:gdLst/>
              <a:ahLst/>
              <a:cxnLst/>
              <a:rect l="l" t="t" r="r" b="b"/>
              <a:pathLst>
                <a:path w="36" h="36" extrusionOk="0">
                  <a:moveTo>
                    <a:pt x="35" y="36"/>
                  </a:moveTo>
                  <a:lnTo>
                    <a:pt x="0" y="1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17" name="Google Shape;6075;p80">
              <a:extLst>
                <a:ext uri="{FF2B5EF4-FFF2-40B4-BE49-F238E27FC236}">
                  <a16:creationId xmlns:a16="http://schemas.microsoft.com/office/drawing/2014/main" id="{74D4995F-5B80-CA10-B88B-833D22E5FA9D}"/>
                </a:ext>
              </a:extLst>
            </p:cNvPr>
            <p:cNvSpPr/>
            <p:nvPr/>
          </p:nvSpPr>
          <p:spPr>
            <a:xfrm>
              <a:off x="1581807" y="2216719"/>
              <a:ext cx="448" cy="489"/>
            </a:xfrm>
            <a:custGeom>
              <a:avLst/>
              <a:gdLst/>
              <a:ahLst/>
              <a:cxnLst/>
              <a:rect l="l" t="t" r="r" b="b"/>
              <a:pathLst>
                <a:path w="33" h="36" extrusionOk="0">
                  <a:moveTo>
                    <a:pt x="32" y="36"/>
                  </a:moveTo>
                  <a:lnTo>
                    <a:pt x="1" y="1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18" name="Google Shape;6076;p80">
              <a:extLst>
                <a:ext uri="{FF2B5EF4-FFF2-40B4-BE49-F238E27FC236}">
                  <a16:creationId xmlns:a16="http://schemas.microsoft.com/office/drawing/2014/main" id="{5302DCA5-D2D2-B375-0EC6-43FC1C295B11}"/>
                </a:ext>
              </a:extLst>
            </p:cNvPr>
            <p:cNvSpPr/>
            <p:nvPr/>
          </p:nvSpPr>
          <p:spPr>
            <a:xfrm>
              <a:off x="1582472" y="2217439"/>
              <a:ext cx="543" cy="530"/>
            </a:xfrm>
            <a:custGeom>
              <a:avLst/>
              <a:gdLst/>
              <a:ahLst/>
              <a:cxnLst/>
              <a:rect l="l" t="t" r="r" b="b"/>
              <a:pathLst>
                <a:path w="40" h="39" extrusionOk="0">
                  <a:moveTo>
                    <a:pt x="39" y="39"/>
                  </a:moveTo>
                  <a:lnTo>
                    <a:pt x="1" y="0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19" name="Google Shape;6077;p80">
              <a:extLst>
                <a:ext uri="{FF2B5EF4-FFF2-40B4-BE49-F238E27FC236}">
                  <a16:creationId xmlns:a16="http://schemas.microsoft.com/office/drawing/2014/main" id="{E1901146-92A0-F5C3-D3D1-EB6AB57C6679}"/>
                </a:ext>
              </a:extLst>
            </p:cNvPr>
            <p:cNvSpPr/>
            <p:nvPr/>
          </p:nvSpPr>
          <p:spPr>
            <a:xfrm>
              <a:off x="1638140" y="2238878"/>
              <a:ext cx="14" cy="869"/>
            </a:xfrm>
            <a:custGeom>
              <a:avLst/>
              <a:gdLst/>
              <a:ahLst/>
              <a:cxnLst/>
              <a:rect l="l" t="t" r="r" b="b"/>
              <a:pathLst>
                <a:path w="1" h="64" extrusionOk="0">
                  <a:moveTo>
                    <a:pt x="0" y="0"/>
                  </a:moveTo>
                  <a:lnTo>
                    <a:pt x="0" y="63"/>
                  </a:lnTo>
                  <a:lnTo>
                    <a:pt x="0" y="56"/>
                  </a:lnTo>
                  <a:lnTo>
                    <a:pt x="0" y="28"/>
                  </a:lnTo>
                  <a:lnTo>
                    <a:pt x="0" y="21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20" name="Google Shape;6078;p80">
              <a:extLst>
                <a:ext uri="{FF2B5EF4-FFF2-40B4-BE49-F238E27FC236}">
                  <a16:creationId xmlns:a16="http://schemas.microsoft.com/office/drawing/2014/main" id="{807C5F28-3BB7-5697-8D52-B27BF70ED746}"/>
                </a:ext>
              </a:extLst>
            </p:cNvPr>
            <p:cNvSpPr/>
            <p:nvPr/>
          </p:nvSpPr>
          <p:spPr>
            <a:xfrm>
              <a:off x="1579662" y="2214438"/>
              <a:ext cx="638" cy="679"/>
            </a:xfrm>
            <a:custGeom>
              <a:avLst/>
              <a:gdLst/>
              <a:ahLst/>
              <a:cxnLst/>
              <a:rect l="l" t="t" r="r" b="b"/>
              <a:pathLst>
                <a:path w="47" h="50" extrusionOk="0">
                  <a:moveTo>
                    <a:pt x="46" y="50"/>
                  </a:moveTo>
                  <a:lnTo>
                    <a:pt x="1" y="1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21" name="Google Shape;6079;p80">
              <a:extLst>
                <a:ext uri="{FF2B5EF4-FFF2-40B4-BE49-F238E27FC236}">
                  <a16:creationId xmlns:a16="http://schemas.microsoft.com/office/drawing/2014/main" id="{D1C7A015-8772-DF48-C47E-520374F8B4BD}"/>
                </a:ext>
              </a:extLst>
            </p:cNvPr>
            <p:cNvSpPr/>
            <p:nvPr/>
          </p:nvSpPr>
          <p:spPr>
            <a:xfrm>
              <a:off x="1579146" y="2213773"/>
              <a:ext cx="530" cy="679"/>
            </a:xfrm>
            <a:custGeom>
              <a:avLst/>
              <a:gdLst/>
              <a:ahLst/>
              <a:cxnLst/>
              <a:rect l="l" t="t" r="r" b="b"/>
              <a:pathLst>
                <a:path w="39" h="50" extrusionOk="0">
                  <a:moveTo>
                    <a:pt x="39" y="50"/>
                  </a:moveTo>
                  <a:lnTo>
                    <a:pt x="0" y="1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22" name="Google Shape;6080;p80">
              <a:extLst>
                <a:ext uri="{FF2B5EF4-FFF2-40B4-BE49-F238E27FC236}">
                  <a16:creationId xmlns:a16="http://schemas.microsoft.com/office/drawing/2014/main" id="{46400241-C936-2BD0-8B10-620DE5A884E4}"/>
                </a:ext>
              </a:extLst>
            </p:cNvPr>
            <p:cNvSpPr/>
            <p:nvPr/>
          </p:nvSpPr>
          <p:spPr>
            <a:xfrm>
              <a:off x="1578290" y="2212687"/>
              <a:ext cx="204" cy="204"/>
            </a:xfrm>
            <a:custGeom>
              <a:avLst/>
              <a:gdLst/>
              <a:ahLst/>
              <a:cxnLst/>
              <a:rect l="l" t="t" r="r" b="b"/>
              <a:pathLst>
                <a:path w="15" h="15" extrusionOk="0">
                  <a:moveTo>
                    <a:pt x="0" y="0"/>
                  </a:moveTo>
                  <a:lnTo>
                    <a:pt x="14" y="14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23" name="Google Shape;6081;p80">
              <a:extLst>
                <a:ext uri="{FF2B5EF4-FFF2-40B4-BE49-F238E27FC236}">
                  <a16:creationId xmlns:a16="http://schemas.microsoft.com/office/drawing/2014/main" id="{90CC95B6-4A8C-FA09-CFEA-00C406CCA8B8}"/>
                </a:ext>
              </a:extLst>
            </p:cNvPr>
            <p:cNvSpPr/>
            <p:nvPr/>
          </p:nvSpPr>
          <p:spPr>
            <a:xfrm>
              <a:off x="1619932" y="2254220"/>
              <a:ext cx="774" cy="68"/>
            </a:xfrm>
            <a:custGeom>
              <a:avLst/>
              <a:gdLst/>
              <a:ahLst/>
              <a:cxnLst/>
              <a:rect l="l" t="t" r="r" b="b"/>
              <a:pathLst>
                <a:path w="57" h="5" extrusionOk="0">
                  <a:moveTo>
                    <a:pt x="56" y="1"/>
                  </a:moveTo>
                  <a:cubicBezTo>
                    <a:pt x="39" y="1"/>
                    <a:pt x="18" y="1"/>
                    <a:pt x="0" y="4"/>
                  </a:cubicBezTo>
                  <a:cubicBezTo>
                    <a:pt x="18" y="4"/>
                    <a:pt x="39" y="1"/>
                    <a:pt x="56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24" name="Google Shape;6082;p80">
              <a:extLst>
                <a:ext uri="{FF2B5EF4-FFF2-40B4-BE49-F238E27FC236}">
                  <a16:creationId xmlns:a16="http://schemas.microsoft.com/office/drawing/2014/main" id="{5F025788-9737-E91A-2D51-2B62D2C16DC5}"/>
                </a:ext>
              </a:extLst>
            </p:cNvPr>
            <p:cNvSpPr/>
            <p:nvPr/>
          </p:nvSpPr>
          <p:spPr>
            <a:xfrm>
              <a:off x="1578616" y="2213108"/>
              <a:ext cx="394" cy="489"/>
            </a:xfrm>
            <a:custGeom>
              <a:avLst/>
              <a:gdLst/>
              <a:ahLst/>
              <a:cxnLst/>
              <a:rect l="l" t="t" r="r" b="b"/>
              <a:pathLst>
                <a:path w="29" h="36" extrusionOk="0">
                  <a:moveTo>
                    <a:pt x="29" y="36"/>
                  </a:moveTo>
                  <a:lnTo>
                    <a:pt x="1" y="1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25" name="Google Shape;6083;p80">
              <a:extLst>
                <a:ext uri="{FF2B5EF4-FFF2-40B4-BE49-F238E27FC236}">
                  <a16:creationId xmlns:a16="http://schemas.microsoft.com/office/drawing/2014/main" id="{021F01E5-AB44-5DA1-2DB0-B47D239309CF}"/>
                </a:ext>
              </a:extLst>
            </p:cNvPr>
            <p:cNvSpPr/>
            <p:nvPr/>
          </p:nvSpPr>
          <p:spPr>
            <a:xfrm>
              <a:off x="1622254" y="2254410"/>
              <a:ext cx="109" cy="14"/>
            </a:xfrm>
            <a:custGeom>
              <a:avLst/>
              <a:gdLst/>
              <a:ahLst/>
              <a:cxnLst/>
              <a:rect l="l" t="t" r="r" b="b"/>
              <a:pathLst>
                <a:path w="8" h="1" extrusionOk="0">
                  <a:moveTo>
                    <a:pt x="8" y="1"/>
                  </a:moveTo>
                  <a:lnTo>
                    <a:pt x="1" y="1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26" name="Google Shape;6084;p80">
              <a:extLst>
                <a:ext uri="{FF2B5EF4-FFF2-40B4-BE49-F238E27FC236}">
                  <a16:creationId xmlns:a16="http://schemas.microsoft.com/office/drawing/2014/main" id="{B1AAD2F8-2F66-6877-C8AB-3BDB6B069109}"/>
                </a:ext>
              </a:extLst>
            </p:cNvPr>
            <p:cNvSpPr/>
            <p:nvPr/>
          </p:nvSpPr>
          <p:spPr>
            <a:xfrm>
              <a:off x="1618982" y="2254275"/>
              <a:ext cx="774" cy="109"/>
            </a:xfrm>
            <a:custGeom>
              <a:avLst/>
              <a:gdLst/>
              <a:ahLst/>
              <a:cxnLst/>
              <a:rect l="l" t="t" r="r" b="b"/>
              <a:pathLst>
                <a:path w="57" h="8" extrusionOk="0">
                  <a:moveTo>
                    <a:pt x="56" y="0"/>
                  </a:moveTo>
                  <a:lnTo>
                    <a:pt x="0" y="7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27" name="Google Shape;6085;p80">
              <a:extLst>
                <a:ext uri="{FF2B5EF4-FFF2-40B4-BE49-F238E27FC236}">
                  <a16:creationId xmlns:a16="http://schemas.microsoft.com/office/drawing/2014/main" id="{8DE6E23B-C2EF-8A97-5690-1B3057A192FD}"/>
                </a:ext>
              </a:extLst>
            </p:cNvPr>
            <p:cNvSpPr/>
            <p:nvPr/>
          </p:nvSpPr>
          <p:spPr>
            <a:xfrm>
              <a:off x="1621263" y="2254220"/>
              <a:ext cx="14" cy="14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0" y="1"/>
                  </a:move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28" name="Google Shape;6086;p80">
              <a:extLst>
                <a:ext uri="{FF2B5EF4-FFF2-40B4-BE49-F238E27FC236}">
                  <a16:creationId xmlns:a16="http://schemas.microsoft.com/office/drawing/2014/main" id="{43092082-4ADA-216A-736F-52DAE62E91CD}"/>
                </a:ext>
              </a:extLst>
            </p:cNvPr>
            <p:cNvSpPr/>
            <p:nvPr/>
          </p:nvSpPr>
          <p:spPr>
            <a:xfrm>
              <a:off x="1617461" y="2254370"/>
              <a:ext cx="1534" cy="109"/>
            </a:xfrm>
            <a:custGeom>
              <a:avLst/>
              <a:gdLst/>
              <a:ahLst/>
              <a:cxnLst/>
              <a:rect l="l" t="t" r="r" b="b"/>
              <a:pathLst>
                <a:path w="113" h="8" extrusionOk="0">
                  <a:moveTo>
                    <a:pt x="112" y="0"/>
                  </a:moveTo>
                  <a:cubicBezTo>
                    <a:pt x="74" y="4"/>
                    <a:pt x="39" y="7"/>
                    <a:pt x="0" y="7"/>
                  </a:cubicBezTo>
                  <a:cubicBezTo>
                    <a:pt x="39" y="7"/>
                    <a:pt x="74" y="4"/>
                    <a:pt x="112" y="0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29" name="Google Shape;6087;p80">
              <a:extLst>
                <a:ext uri="{FF2B5EF4-FFF2-40B4-BE49-F238E27FC236}">
                  <a16:creationId xmlns:a16="http://schemas.microsoft.com/office/drawing/2014/main" id="{B6EA8077-93F9-0C8F-FB4F-0AB6FB64E2B2}"/>
                </a:ext>
              </a:extLst>
            </p:cNvPr>
            <p:cNvSpPr/>
            <p:nvPr/>
          </p:nvSpPr>
          <p:spPr>
            <a:xfrm>
              <a:off x="1622824" y="2254600"/>
              <a:ext cx="109" cy="68"/>
            </a:xfrm>
            <a:custGeom>
              <a:avLst/>
              <a:gdLst/>
              <a:ahLst/>
              <a:cxnLst/>
              <a:rect l="l" t="t" r="r" b="b"/>
              <a:pathLst>
                <a:path w="8" h="5" extrusionOk="0">
                  <a:moveTo>
                    <a:pt x="8" y="4"/>
                  </a:moveTo>
                  <a:lnTo>
                    <a:pt x="1" y="1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30" name="Google Shape;6088;p80">
              <a:extLst>
                <a:ext uri="{FF2B5EF4-FFF2-40B4-BE49-F238E27FC236}">
                  <a16:creationId xmlns:a16="http://schemas.microsoft.com/office/drawing/2014/main" id="{D75B5E44-93C4-CC35-4FDE-E413FDCD4240}"/>
                </a:ext>
              </a:extLst>
            </p:cNvPr>
            <p:cNvSpPr/>
            <p:nvPr/>
          </p:nvSpPr>
          <p:spPr>
            <a:xfrm>
              <a:off x="1621779" y="2254315"/>
              <a:ext cx="14" cy="14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1" y="1"/>
                  </a:move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31" name="Google Shape;6089;p80">
              <a:extLst>
                <a:ext uri="{FF2B5EF4-FFF2-40B4-BE49-F238E27FC236}">
                  <a16:creationId xmlns:a16="http://schemas.microsoft.com/office/drawing/2014/main" id="{08A3ACA4-774F-780E-26A0-3C7AA51B5A13}"/>
                </a:ext>
              </a:extLst>
            </p:cNvPr>
            <p:cNvSpPr/>
            <p:nvPr/>
          </p:nvSpPr>
          <p:spPr>
            <a:xfrm>
              <a:off x="1584712" y="2219475"/>
              <a:ext cx="489" cy="448"/>
            </a:xfrm>
            <a:custGeom>
              <a:avLst/>
              <a:gdLst/>
              <a:ahLst/>
              <a:cxnLst/>
              <a:rect l="l" t="t" r="r" b="b"/>
              <a:pathLst>
                <a:path w="36" h="33" extrusionOk="0">
                  <a:moveTo>
                    <a:pt x="35" y="32"/>
                  </a:moveTo>
                  <a:lnTo>
                    <a:pt x="0" y="1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32" name="Google Shape;6090;p80">
              <a:extLst>
                <a:ext uri="{FF2B5EF4-FFF2-40B4-BE49-F238E27FC236}">
                  <a16:creationId xmlns:a16="http://schemas.microsoft.com/office/drawing/2014/main" id="{D2D84459-E75C-DD0E-6BFC-01432BC73BEA}"/>
                </a:ext>
              </a:extLst>
            </p:cNvPr>
            <p:cNvSpPr/>
            <p:nvPr/>
          </p:nvSpPr>
          <p:spPr>
            <a:xfrm>
              <a:off x="1583137" y="2218050"/>
              <a:ext cx="679" cy="679"/>
            </a:xfrm>
            <a:custGeom>
              <a:avLst/>
              <a:gdLst/>
              <a:ahLst/>
              <a:cxnLst/>
              <a:rect l="l" t="t" r="r" b="b"/>
              <a:pathLst>
                <a:path w="50" h="50" extrusionOk="0">
                  <a:moveTo>
                    <a:pt x="50" y="50"/>
                  </a:moveTo>
                  <a:lnTo>
                    <a:pt x="1" y="1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33" name="Google Shape;6091;p80">
              <a:extLst>
                <a:ext uri="{FF2B5EF4-FFF2-40B4-BE49-F238E27FC236}">
                  <a16:creationId xmlns:a16="http://schemas.microsoft.com/office/drawing/2014/main" id="{10974D3C-0285-BFC4-B1EA-40A46E68384E}"/>
                </a:ext>
              </a:extLst>
            </p:cNvPr>
            <p:cNvSpPr/>
            <p:nvPr/>
          </p:nvSpPr>
          <p:spPr>
            <a:xfrm>
              <a:off x="1586084" y="2220616"/>
              <a:ext cx="448" cy="299"/>
            </a:xfrm>
            <a:custGeom>
              <a:avLst/>
              <a:gdLst/>
              <a:ahLst/>
              <a:cxnLst/>
              <a:rect l="l" t="t" r="r" b="b"/>
              <a:pathLst>
                <a:path w="33" h="22" extrusionOk="0">
                  <a:moveTo>
                    <a:pt x="32" y="22"/>
                  </a:moveTo>
                  <a:lnTo>
                    <a:pt x="1" y="1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34" name="Google Shape;6092;p80">
              <a:extLst>
                <a:ext uri="{FF2B5EF4-FFF2-40B4-BE49-F238E27FC236}">
                  <a16:creationId xmlns:a16="http://schemas.microsoft.com/office/drawing/2014/main" id="{A1099038-2A84-B4BD-62D8-C5C5E9EA4F55}"/>
                </a:ext>
              </a:extLst>
            </p:cNvPr>
            <p:cNvSpPr/>
            <p:nvPr/>
          </p:nvSpPr>
          <p:spPr>
            <a:xfrm>
              <a:off x="1583952" y="2218810"/>
              <a:ext cx="584" cy="543"/>
            </a:xfrm>
            <a:custGeom>
              <a:avLst/>
              <a:gdLst/>
              <a:ahLst/>
              <a:cxnLst/>
              <a:rect l="l" t="t" r="r" b="b"/>
              <a:pathLst>
                <a:path w="43" h="40" extrusionOk="0">
                  <a:moveTo>
                    <a:pt x="42" y="39"/>
                  </a:moveTo>
                  <a:lnTo>
                    <a:pt x="0" y="1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35" name="Google Shape;6093;p80">
              <a:extLst>
                <a:ext uri="{FF2B5EF4-FFF2-40B4-BE49-F238E27FC236}">
                  <a16:creationId xmlns:a16="http://schemas.microsoft.com/office/drawing/2014/main" id="{FDD426ED-9A36-5D5D-8C27-BDC67A6EC7DC}"/>
                </a:ext>
              </a:extLst>
            </p:cNvPr>
            <p:cNvSpPr/>
            <p:nvPr/>
          </p:nvSpPr>
          <p:spPr>
            <a:xfrm>
              <a:off x="1585418" y="2220100"/>
              <a:ext cx="448" cy="339"/>
            </a:xfrm>
            <a:custGeom>
              <a:avLst/>
              <a:gdLst/>
              <a:ahLst/>
              <a:cxnLst/>
              <a:rect l="l" t="t" r="r" b="b"/>
              <a:pathLst>
                <a:path w="33" h="25" extrusionOk="0">
                  <a:moveTo>
                    <a:pt x="32" y="25"/>
                  </a:moveTo>
                  <a:lnTo>
                    <a:pt x="1" y="0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36" name="Google Shape;6094;p80">
              <a:extLst>
                <a:ext uri="{FF2B5EF4-FFF2-40B4-BE49-F238E27FC236}">
                  <a16:creationId xmlns:a16="http://schemas.microsoft.com/office/drawing/2014/main" id="{D7840664-9B40-983A-5BE6-F0F2492D37F8}"/>
                </a:ext>
              </a:extLst>
            </p:cNvPr>
            <p:cNvSpPr/>
            <p:nvPr/>
          </p:nvSpPr>
          <p:spPr>
            <a:xfrm>
              <a:off x="1586749" y="2221050"/>
              <a:ext cx="584" cy="394"/>
            </a:xfrm>
            <a:custGeom>
              <a:avLst/>
              <a:gdLst/>
              <a:ahLst/>
              <a:cxnLst/>
              <a:rect l="l" t="t" r="r" b="b"/>
              <a:pathLst>
                <a:path w="43" h="29" extrusionOk="0">
                  <a:moveTo>
                    <a:pt x="43" y="28"/>
                  </a:moveTo>
                  <a:cubicBezTo>
                    <a:pt x="29" y="21"/>
                    <a:pt x="15" y="11"/>
                    <a:pt x="1" y="0"/>
                  </a:cubicBezTo>
                  <a:cubicBezTo>
                    <a:pt x="15" y="11"/>
                    <a:pt x="29" y="21"/>
                    <a:pt x="43" y="28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37" name="Google Shape;6095;p80">
              <a:extLst>
                <a:ext uri="{FF2B5EF4-FFF2-40B4-BE49-F238E27FC236}">
                  <a16:creationId xmlns:a16="http://schemas.microsoft.com/office/drawing/2014/main" id="{496BEF25-97E0-445B-271C-51C33B12B5E4}"/>
                </a:ext>
              </a:extLst>
            </p:cNvPr>
            <p:cNvSpPr/>
            <p:nvPr/>
          </p:nvSpPr>
          <p:spPr>
            <a:xfrm>
              <a:off x="1638086" y="2239638"/>
              <a:ext cx="14" cy="339"/>
            </a:xfrm>
            <a:custGeom>
              <a:avLst/>
              <a:gdLst/>
              <a:ahLst/>
              <a:cxnLst/>
              <a:rect l="l" t="t" r="r" b="b"/>
              <a:pathLst>
                <a:path w="1" h="25" extrusionOk="0">
                  <a:moveTo>
                    <a:pt x="1" y="7"/>
                  </a:moveTo>
                  <a:lnTo>
                    <a:pt x="1" y="25"/>
                  </a:lnTo>
                  <a:lnTo>
                    <a:pt x="1" y="0"/>
                  </a:lnTo>
                  <a:lnTo>
                    <a:pt x="1" y="7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38" name="Google Shape;6096;p80">
              <a:extLst>
                <a:ext uri="{FF2B5EF4-FFF2-40B4-BE49-F238E27FC236}">
                  <a16:creationId xmlns:a16="http://schemas.microsoft.com/office/drawing/2014/main" id="{ABEBBDD0-90BD-C1E4-0AE9-D55E804C29FA}"/>
                </a:ext>
              </a:extLst>
            </p:cNvPr>
            <p:cNvSpPr/>
            <p:nvPr/>
          </p:nvSpPr>
          <p:spPr>
            <a:xfrm>
              <a:off x="1638086" y="2240168"/>
              <a:ext cx="68" cy="475"/>
            </a:xfrm>
            <a:custGeom>
              <a:avLst/>
              <a:gdLst/>
              <a:ahLst/>
              <a:cxnLst/>
              <a:rect l="l" t="t" r="r" b="b"/>
              <a:pathLst>
                <a:path w="5" h="35" extrusionOk="0">
                  <a:moveTo>
                    <a:pt x="1" y="0"/>
                  </a:moveTo>
                  <a:cubicBezTo>
                    <a:pt x="1" y="11"/>
                    <a:pt x="4" y="24"/>
                    <a:pt x="4" y="35"/>
                  </a:cubicBezTo>
                  <a:cubicBezTo>
                    <a:pt x="4" y="21"/>
                    <a:pt x="1" y="10"/>
                    <a:pt x="1" y="0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39" name="Google Shape;6097;p80">
              <a:extLst>
                <a:ext uri="{FF2B5EF4-FFF2-40B4-BE49-F238E27FC236}">
                  <a16:creationId xmlns:a16="http://schemas.microsoft.com/office/drawing/2014/main" id="{5B676854-68BF-5354-42B8-A8D9A2203676}"/>
                </a:ext>
              </a:extLst>
            </p:cNvPr>
            <p:cNvSpPr/>
            <p:nvPr/>
          </p:nvSpPr>
          <p:spPr>
            <a:xfrm>
              <a:off x="1638140" y="2239163"/>
              <a:ext cx="14" cy="14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0" y="0"/>
                  </a:move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40" name="Google Shape;6098;p80">
              <a:extLst>
                <a:ext uri="{FF2B5EF4-FFF2-40B4-BE49-F238E27FC236}">
                  <a16:creationId xmlns:a16="http://schemas.microsoft.com/office/drawing/2014/main" id="{7B09109F-6BC0-A9B4-9B25-B34843081DBD}"/>
                </a:ext>
              </a:extLst>
            </p:cNvPr>
            <p:cNvSpPr/>
            <p:nvPr/>
          </p:nvSpPr>
          <p:spPr>
            <a:xfrm>
              <a:off x="1405367" y="1962046"/>
              <a:ext cx="22118" cy="18031"/>
            </a:xfrm>
            <a:custGeom>
              <a:avLst/>
              <a:gdLst/>
              <a:ahLst/>
              <a:cxnLst/>
              <a:rect l="l" t="t" r="r" b="b"/>
              <a:pathLst>
                <a:path w="1629" h="1328" extrusionOk="0">
                  <a:moveTo>
                    <a:pt x="137" y="0"/>
                  </a:moveTo>
                  <a:cubicBezTo>
                    <a:pt x="151" y="77"/>
                    <a:pt x="119" y="158"/>
                    <a:pt x="56" y="207"/>
                  </a:cubicBezTo>
                  <a:cubicBezTo>
                    <a:pt x="18" y="245"/>
                    <a:pt x="0" y="294"/>
                    <a:pt x="11" y="347"/>
                  </a:cubicBezTo>
                  <a:cubicBezTo>
                    <a:pt x="21" y="448"/>
                    <a:pt x="91" y="532"/>
                    <a:pt x="186" y="567"/>
                  </a:cubicBezTo>
                  <a:cubicBezTo>
                    <a:pt x="243" y="589"/>
                    <a:pt x="275" y="597"/>
                    <a:pt x="296" y="597"/>
                  </a:cubicBezTo>
                  <a:cubicBezTo>
                    <a:pt x="319" y="597"/>
                    <a:pt x="327" y="587"/>
                    <a:pt x="336" y="574"/>
                  </a:cubicBezTo>
                  <a:cubicBezTo>
                    <a:pt x="366" y="528"/>
                    <a:pt x="415" y="501"/>
                    <a:pt x="467" y="501"/>
                  </a:cubicBezTo>
                  <a:cubicBezTo>
                    <a:pt x="470" y="501"/>
                    <a:pt x="473" y="501"/>
                    <a:pt x="477" y="501"/>
                  </a:cubicBezTo>
                  <a:cubicBezTo>
                    <a:pt x="585" y="501"/>
                    <a:pt x="631" y="585"/>
                    <a:pt x="662" y="641"/>
                  </a:cubicBezTo>
                  <a:cubicBezTo>
                    <a:pt x="690" y="690"/>
                    <a:pt x="701" y="704"/>
                    <a:pt x="718" y="704"/>
                  </a:cubicBezTo>
                  <a:cubicBezTo>
                    <a:pt x="813" y="704"/>
                    <a:pt x="974" y="770"/>
                    <a:pt x="1079" y="879"/>
                  </a:cubicBezTo>
                  <a:cubicBezTo>
                    <a:pt x="1142" y="942"/>
                    <a:pt x="1173" y="1026"/>
                    <a:pt x="1173" y="1114"/>
                  </a:cubicBezTo>
                  <a:cubicBezTo>
                    <a:pt x="1163" y="1166"/>
                    <a:pt x="1177" y="1222"/>
                    <a:pt x="1212" y="1264"/>
                  </a:cubicBezTo>
                  <a:cubicBezTo>
                    <a:pt x="1250" y="1303"/>
                    <a:pt x="1320" y="1324"/>
                    <a:pt x="1422" y="1324"/>
                  </a:cubicBezTo>
                  <a:cubicBezTo>
                    <a:pt x="1450" y="1324"/>
                    <a:pt x="1478" y="1324"/>
                    <a:pt x="1509" y="1327"/>
                  </a:cubicBezTo>
                  <a:lnTo>
                    <a:pt x="1509" y="1324"/>
                  </a:lnTo>
                  <a:cubicBezTo>
                    <a:pt x="1516" y="1303"/>
                    <a:pt x="1523" y="1285"/>
                    <a:pt x="1530" y="1268"/>
                  </a:cubicBezTo>
                  <a:cubicBezTo>
                    <a:pt x="1537" y="1250"/>
                    <a:pt x="1541" y="1236"/>
                    <a:pt x="1544" y="1222"/>
                  </a:cubicBezTo>
                  <a:cubicBezTo>
                    <a:pt x="1562" y="1191"/>
                    <a:pt x="1569" y="1152"/>
                    <a:pt x="1565" y="1117"/>
                  </a:cubicBezTo>
                  <a:cubicBezTo>
                    <a:pt x="1562" y="1107"/>
                    <a:pt x="1562" y="1096"/>
                    <a:pt x="1558" y="1086"/>
                  </a:cubicBezTo>
                  <a:lnTo>
                    <a:pt x="1558" y="1072"/>
                  </a:lnTo>
                  <a:lnTo>
                    <a:pt x="1558" y="1044"/>
                  </a:lnTo>
                  <a:lnTo>
                    <a:pt x="1558" y="1026"/>
                  </a:lnTo>
                  <a:lnTo>
                    <a:pt x="1558" y="998"/>
                  </a:lnTo>
                  <a:lnTo>
                    <a:pt x="1558" y="977"/>
                  </a:lnTo>
                  <a:cubicBezTo>
                    <a:pt x="1558" y="973"/>
                    <a:pt x="1562" y="959"/>
                    <a:pt x="1562" y="949"/>
                  </a:cubicBezTo>
                  <a:cubicBezTo>
                    <a:pt x="1565" y="935"/>
                    <a:pt x="1565" y="935"/>
                    <a:pt x="1569" y="924"/>
                  </a:cubicBezTo>
                  <a:cubicBezTo>
                    <a:pt x="1569" y="917"/>
                    <a:pt x="1572" y="903"/>
                    <a:pt x="1576" y="893"/>
                  </a:cubicBezTo>
                  <a:cubicBezTo>
                    <a:pt x="1576" y="882"/>
                    <a:pt x="1579" y="879"/>
                    <a:pt x="1579" y="872"/>
                  </a:cubicBezTo>
                  <a:cubicBezTo>
                    <a:pt x="1583" y="865"/>
                    <a:pt x="1586" y="851"/>
                    <a:pt x="1593" y="840"/>
                  </a:cubicBezTo>
                  <a:cubicBezTo>
                    <a:pt x="1597" y="826"/>
                    <a:pt x="1597" y="823"/>
                    <a:pt x="1600" y="816"/>
                  </a:cubicBezTo>
                  <a:cubicBezTo>
                    <a:pt x="1604" y="809"/>
                    <a:pt x="1611" y="795"/>
                    <a:pt x="1618" y="784"/>
                  </a:cubicBezTo>
                  <a:cubicBezTo>
                    <a:pt x="1621" y="770"/>
                    <a:pt x="1621" y="770"/>
                    <a:pt x="1628" y="763"/>
                  </a:cubicBezTo>
                  <a:lnTo>
                    <a:pt x="1628" y="760"/>
                  </a:lnTo>
                  <a:cubicBezTo>
                    <a:pt x="1453" y="560"/>
                    <a:pt x="1289" y="357"/>
                    <a:pt x="1138" y="140"/>
                  </a:cubicBezTo>
                  <a:lnTo>
                    <a:pt x="1114" y="140"/>
                  </a:lnTo>
                  <a:cubicBezTo>
                    <a:pt x="1096" y="140"/>
                    <a:pt x="1075" y="144"/>
                    <a:pt x="1058" y="144"/>
                  </a:cubicBezTo>
                  <a:lnTo>
                    <a:pt x="1023" y="144"/>
                  </a:lnTo>
                  <a:lnTo>
                    <a:pt x="995" y="140"/>
                  </a:lnTo>
                  <a:lnTo>
                    <a:pt x="984" y="140"/>
                  </a:lnTo>
                  <a:lnTo>
                    <a:pt x="960" y="137"/>
                  </a:lnTo>
                  <a:lnTo>
                    <a:pt x="953" y="137"/>
                  </a:lnTo>
                  <a:cubicBezTo>
                    <a:pt x="942" y="137"/>
                    <a:pt x="932" y="133"/>
                    <a:pt x="925" y="130"/>
                  </a:cubicBezTo>
                  <a:lnTo>
                    <a:pt x="918" y="126"/>
                  </a:lnTo>
                  <a:cubicBezTo>
                    <a:pt x="907" y="123"/>
                    <a:pt x="900" y="119"/>
                    <a:pt x="893" y="116"/>
                  </a:cubicBezTo>
                  <a:lnTo>
                    <a:pt x="886" y="112"/>
                  </a:lnTo>
                  <a:cubicBezTo>
                    <a:pt x="876" y="109"/>
                    <a:pt x="869" y="102"/>
                    <a:pt x="858" y="95"/>
                  </a:cubicBezTo>
                  <a:cubicBezTo>
                    <a:pt x="809" y="60"/>
                    <a:pt x="694" y="56"/>
                    <a:pt x="592" y="53"/>
                  </a:cubicBezTo>
                  <a:cubicBezTo>
                    <a:pt x="491" y="49"/>
                    <a:pt x="396" y="46"/>
                    <a:pt x="329" y="14"/>
                  </a:cubicBezTo>
                  <a:cubicBezTo>
                    <a:pt x="322" y="11"/>
                    <a:pt x="315" y="7"/>
                    <a:pt x="308" y="4"/>
                  </a:cubicBezTo>
                  <a:lnTo>
                    <a:pt x="301" y="4"/>
                  </a:lnTo>
                  <a:lnTo>
                    <a:pt x="277" y="0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41" name="Google Shape;6099;p80">
              <a:extLst>
                <a:ext uri="{FF2B5EF4-FFF2-40B4-BE49-F238E27FC236}">
                  <a16:creationId xmlns:a16="http://schemas.microsoft.com/office/drawing/2014/main" id="{F549619C-C136-E47C-BF75-2BD2B9023365}"/>
                </a:ext>
              </a:extLst>
            </p:cNvPr>
            <p:cNvSpPr/>
            <p:nvPr/>
          </p:nvSpPr>
          <p:spPr>
            <a:xfrm>
              <a:off x="1408599" y="1961951"/>
              <a:ext cx="434" cy="54"/>
            </a:xfrm>
            <a:custGeom>
              <a:avLst/>
              <a:gdLst/>
              <a:ahLst/>
              <a:cxnLst/>
              <a:rect l="l" t="t" r="r" b="b"/>
              <a:pathLst>
                <a:path w="32" h="4" extrusionOk="0">
                  <a:moveTo>
                    <a:pt x="0" y="0"/>
                  </a:moveTo>
                  <a:lnTo>
                    <a:pt x="32" y="4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42" name="Google Shape;6100;p80">
              <a:extLst>
                <a:ext uri="{FF2B5EF4-FFF2-40B4-BE49-F238E27FC236}">
                  <a16:creationId xmlns:a16="http://schemas.microsoft.com/office/drawing/2014/main" id="{C12F1370-9F4E-7FFD-E2BA-2E104D6689DC}"/>
                </a:ext>
              </a:extLst>
            </p:cNvPr>
            <p:cNvSpPr/>
            <p:nvPr/>
          </p:nvSpPr>
          <p:spPr>
            <a:xfrm>
              <a:off x="1407553" y="1961951"/>
              <a:ext cx="14" cy="14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0" y="0"/>
                  </a:move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43" name="Google Shape;6101;p80">
              <a:extLst>
                <a:ext uri="{FF2B5EF4-FFF2-40B4-BE49-F238E27FC236}">
                  <a16:creationId xmlns:a16="http://schemas.microsoft.com/office/drawing/2014/main" id="{36588EC0-5BCE-A0F1-F898-D5FE202A9DF4}"/>
                </a:ext>
              </a:extLst>
            </p:cNvPr>
            <p:cNvSpPr/>
            <p:nvPr/>
          </p:nvSpPr>
          <p:spPr>
            <a:xfrm>
              <a:off x="1418918" y="1963988"/>
              <a:ext cx="339" cy="14"/>
            </a:xfrm>
            <a:custGeom>
              <a:avLst/>
              <a:gdLst/>
              <a:ahLst/>
              <a:cxnLst/>
              <a:rect l="l" t="t" r="r" b="b"/>
              <a:pathLst>
                <a:path w="25" h="1" extrusionOk="0">
                  <a:moveTo>
                    <a:pt x="0" y="1"/>
                  </a:moveTo>
                  <a:lnTo>
                    <a:pt x="25" y="1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44" name="Google Shape;6102;p80">
              <a:extLst>
                <a:ext uri="{FF2B5EF4-FFF2-40B4-BE49-F238E27FC236}">
                  <a16:creationId xmlns:a16="http://schemas.microsoft.com/office/drawing/2014/main" id="{0B923C27-C0F0-9601-E180-7899335037F6}"/>
                </a:ext>
              </a:extLst>
            </p:cNvPr>
            <p:cNvSpPr/>
            <p:nvPr/>
          </p:nvSpPr>
          <p:spPr>
            <a:xfrm>
              <a:off x="1408123" y="1961951"/>
              <a:ext cx="14" cy="14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0" y="0"/>
                  </a:move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45" name="Google Shape;6103;p80">
              <a:extLst>
                <a:ext uri="{FF2B5EF4-FFF2-40B4-BE49-F238E27FC236}">
                  <a16:creationId xmlns:a16="http://schemas.microsoft.com/office/drawing/2014/main" id="{1428236C-BF7F-3476-0F3E-826507A93BB1}"/>
                </a:ext>
              </a:extLst>
            </p:cNvPr>
            <p:cNvSpPr/>
            <p:nvPr/>
          </p:nvSpPr>
          <p:spPr>
            <a:xfrm>
              <a:off x="1407214" y="1961951"/>
              <a:ext cx="204" cy="14"/>
            </a:xfrm>
            <a:custGeom>
              <a:avLst/>
              <a:gdLst/>
              <a:ahLst/>
              <a:cxnLst/>
              <a:rect l="l" t="t" r="r" b="b"/>
              <a:pathLst>
                <a:path w="15" h="1" extrusionOk="0">
                  <a:moveTo>
                    <a:pt x="1" y="0"/>
                  </a:moveTo>
                  <a:lnTo>
                    <a:pt x="1" y="0"/>
                  </a:lnTo>
                  <a:lnTo>
                    <a:pt x="15" y="0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46" name="Google Shape;6104;p80">
              <a:extLst>
                <a:ext uri="{FF2B5EF4-FFF2-40B4-BE49-F238E27FC236}">
                  <a16:creationId xmlns:a16="http://schemas.microsoft.com/office/drawing/2014/main" id="{90751B1E-B4CB-8402-CD11-B93670641A15}"/>
                </a:ext>
              </a:extLst>
            </p:cNvPr>
            <p:cNvSpPr/>
            <p:nvPr/>
          </p:nvSpPr>
          <p:spPr>
            <a:xfrm>
              <a:off x="1419773" y="1964042"/>
              <a:ext cx="14" cy="14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0" y="0"/>
                  </a:move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47" name="Google Shape;6105;p80">
              <a:extLst>
                <a:ext uri="{FF2B5EF4-FFF2-40B4-BE49-F238E27FC236}">
                  <a16:creationId xmlns:a16="http://schemas.microsoft.com/office/drawing/2014/main" id="{98F89E85-CAEF-B4DC-B759-22A9B958E8A8}"/>
                </a:ext>
              </a:extLst>
            </p:cNvPr>
            <p:cNvSpPr/>
            <p:nvPr/>
          </p:nvSpPr>
          <p:spPr>
            <a:xfrm>
              <a:off x="1420533" y="1963988"/>
              <a:ext cx="149" cy="14"/>
            </a:xfrm>
            <a:custGeom>
              <a:avLst/>
              <a:gdLst/>
              <a:ahLst/>
              <a:cxnLst/>
              <a:rect l="l" t="t" r="r" b="b"/>
              <a:pathLst>
                <a:path w="11" h="1" extrusionOk="0">
                  <a:moveTo>
                    <a:pt x="0" y="1"/>
                  </a:moveTo>
                  <a:lnTo>
                    <a:pt x="11" y="1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48" name="Google Shape;6106;p80">
              <a:extLst>
                <a:ext uri="{FF2B5EF4-FFF2-40B4-BE49-F238E27FC236}">
                  <a16:creationId xmlns:a16="http://schemas.microsoft.com/office/drawing/2014/main" id="{8BA38990-7D19-76F0-9E28-9FB178BA2162}"/>
                </a:ext>
              </a:extLst>
            </p:cNvPr>
            <p:cNvSpPr/>
            <p:nvPr/>
          </p:nvSpPr>
          <p:spPr>
            <a:xfrm>
              <a:off x="1418442" y="1963893"/>
              <a:ext cx="339" cy="68"/>
            </a:xfrm>
            <a:custGeom>
              <a:avLst/>
              <a:gdLst/>
              <a:ahLst/>
              <a:cxnLst/>
              <a:rect l="l" t="t" r="r" b="b"/>
              <a:pathLst>
                <a:path w="25" h="5" extrusionOk="0">
                  <a:moveTo>
                    <a:pt x="0" y="1"/>
                  </a:moveTo>
                  <a:lnTo>
                    <a:pt x="25" y="4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49" name="Google Shape;6107;p80">
              <a:extLst>
                <a:ext uri="{FF2B5EF4-FFF2-40B4-BE49-F238E27FC236}">
                  <a16:creationId xmlns:a16="http://schemas.microsoft.com/office/drawing/2014/main" id="{CE520D4C-252F-BE90-BEA9-47A3B4836E4C}"/>
                </a:ext>
              </a:extLst>
            </p:cNvPr>
            <p:cNvSpPr/>
            <p:nvPr/>
          </p:nvSpPr>
          <p:spPr>
            <a:xfrm>
              <a:off x="1417057" y="1963322"/>
              <a:ext cx="353" cy="258"/>
            </a:xfrm>
            <a:custGeom>
              <a:avLst/>
              <a:gdLst/>
              <a:ahLst/>
              <a:cxnLst/>
              <a:rect l="l" t="t" r="r" b="b"/>
              <a:pathLst>
                <a:path w="26" h="19" extrusionOk="0">
                  <a:moveTo>
                    <a:pt x="1" y="1"/>
                  </a:moveTo>
                  <a:cubicBezTo>
                    <a:pt x="8" y="8"/>
                    <a:pt x="18" y="11"/>
                    <a:pt x="25" y="18"/>
                  </a:cubicBezTo>
                  <a:cubicBezTo>
                    <a:pt x="18" y="11"/>
                    <a:pt x="8" y="8"/>
                    <a:pt x="1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50" name="Google Shape;6108;p80">
              <a:extLst>
                <a:ext uri="{FF2B5EF4-FFF2-40B4-BE49-F238E27FC236}">
                  <a16:creationId xmlns:a16="http://schemas.microsoft.com/office/drawing/2014/main" id="{84ACC569-9D06-1580-DE37-EEDEC16D3A0D}"/>
                </a:ext>
              </a:extLst>
            </p:cNvPr>
            <p:cNvSpPr/>
            <p:nvPr/>
          </p:nvSpPr>
          <p:spPr>
            <a:xfrm>
              <a:off x="1417533" y="1963607"/>
              <a:ext cx="299" cy="109"/>
            </a:xfrm>
            <a:custGeom>
              <a:avLst/>
              <a:gdLst/>
              <a:ahLst/>
              <a:cxnLst/>
              <a:rect l="l" t="t" r="r" b="b"/>
              <a:pathLst>
                <a:path w="22" h="8" extrusionOk="0">
                  <a:moveTo>
                    <a:pt x="1" y="1"/>
                  </a:moveTo>
                  <a:cubicBezTo>
                    <a:pt x="8" y="4"/>
                    <a:pt x="15" y="8"/>
                    <a:pt x="22" y="8"/>
                  </a:cubicBezTo>
                  <a:cubicBezTo>
                    <a:pt x="15" y="8"/>
                    <a:pt x="8" y="4"/>
                    <a:pt x="1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51" name="Google Shape;6109;p80">
              <a:extLst>
                <a:ext uri="{FF2B5EF4-FFF2-40B4-BE49-F238E27FC236}">
                  <a16:creationId xmlns:a16="http://schemas.microsoft.com/office/drawing/2014/main" id="{438A5EA9-3CA1-5326-F8C5-356F61D38C0D}"/>
                </a:ext>
              </a:extLst>
            </p:cNvPr>
            <p:cNvSpPr/>
            <p:nvPr/>
          </p:nvSpPr>
          <p:spPr>
            <a:xfrm>
              <a:off x="1409115" y="1961992"/>
              <a:ext cx="353" cy="68"/>
            </a:xfrm>
            <a:custGeom>
              <a:avLst/>
              <a:gdLst/>
              <a:ahLst/>
              <a:cxnLst/>
              <a:rect l="l" t="t" r="r" b="b"/>
              <a:pathLst>
                <a:path w="26" h="5" extrusionOk="0">
                  <a:moveTo>
                    <a:pt x="1" y="1"/>
                  </a:moveTo>
                  <a:lnTo>
                    <a:pt x="25" y="4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52" name="Google Shape;6110;p80">
              <a:extLst>
                <a:ext uri="{FF2B5EF4-FFF2-40B4-BE49-F238E27FC236}">
                  <a16:creationId xmlns:a16="http://schemas.microsoft.com/office/drawing/2014/main" id="{B2F7168D-5AA2-A1AC-55D8-84B30136CE54}"/>
                </a:ext>
              </a:extLst>
            </p:cNvPr>
            <p:cNvSpPr/>
            <p:nvPr/>
          </p:nvSpPr>
          <p:spPr>
            <a:xfrm>
              <a:off x="1409549" y="1962087"/>
              <a:ext cx="299" cy="109"/>
            </a:xfrm>
            <a:custGeom>
              <a:avLst/>
              <a:gdLst/>
              <a:ahLst/>
              <a:cxnLst/>
              <a:rect l="l" t="t" r="r" b="b"/>
              <a:pathLst>
                <a:path w="22" h="8" extrusionOk="0">
                  <a:moveTo>
                    <a:pt x="0" y="1"/>
                  </a:moveTo>
                  <a:cubicBezTo>
                    <a:pt x="7" y="1"/>
                    <a:pt x="14" y="4"/>
                    <a:pt x="21" y="8"/>
                  </a:cubicBezTo>
                  <a:cubicBezTo>
                    <a:pt x="14" y="4"/>
                    <a:pt x="7" y="1"/>
                    <a:pt x="0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53" name="Google Shape;6111;p80">
              <a:extLst>
                <a:ext uri="{FF2B5EF4-FFF2-40B4-BE49-F238E27FC236}">
                  <a16:creationId xmlns:a16="http://schemas.microsoft.com/office/drawing/2014/main" id="{5DC2469D-8B02-C5AF-EE13-12FA4136C5E0}"/>
                </a:ext>
              </a:extLst>
            </p:cNvPr>
            <p:cNvSpPr/>
            <p:nvPr/>
          </p:nvSpPr>
          <p:spPr>
            <a:xfrm>
              <a:off x="1417913" y="1963757"/>
              <a:ext cx="448" cy="149"/>
            </a:xfrm>
            <a:custGeom>
              <a:avLst/>
              <a:gdLst/>
              <a:ahLst/>
              <a:cxnLst/>
              <a:rect l="l" t="t" r="r" b="b"/>
              <a:pathLst>
                <a:path w="33" h="11" extrusionOk="0">
                  <a:moveTo>
                    <a:pt x="1" y="0"/>
                  </a:moveTo>
                  <a:cubicBezTo>
                    <a:pt x="11" y="4"/>
                    <a:pt x="22" y="7"/>
                    <a:pt x="32" y="11"/>
                  </a:cubicBezTo>
                  <a:cubicBezTo>
                    <a:pt x="22" y="7"/>
                    <a:pt x="11" y="4"/>
                    <a:pt x="1" y="0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54" name="Google Shape;6112;p80">
              <a:extLst>
                <a:ext uri="{FF2B5EF4-FFF2-40B4-BE49-F238E27FC236}">
                  <a16:creationId xmlns:a16="http://schemas.microsoft.com/office/drawing/2014/main" id="{6F70DCF9-5DE3-1F9A-5FE6-E31A563A7DEB}"/>
                </a:ext>
              </a:extLst>
            </p:cNvPr>
            <p:cNvSpPr/>
            <p:nvPr/>
          </p:nvSpPr>
          <p:spPr>
            <a:xfrm>
              <a:off x="1427662" y="1972433"/>
              <a:ext cx="41031" cy="16768"/>
            </a:xfrm>
            <a:custGeom>
              <a:avLst/>
              <a:gdLst/>
              <a:ahLst/>
              <a:cxnLst/>
              <a:rect l="l" t="t" r="r" b="b"/>
              <a:pathLst>
                <a:path w="3022" h="1235" extrusionOk="0">
                  <a:moveTo>
                    <a:pt x="1846" y="0"/>
                  </a:moveTo>
                  <a:cubicBezTo>
                    <a:pt x="1649" y="0"/>
                    <a:pt x="1430" y="158"/>
                    <a:pt x="1268" y="307"/>
                  </a:cubicBezTo>
                  <a:cubicBezTo>
                    <a:pt x="1141" y="422"/>
                    <a:pt x="1003" y="464"/>
                    <a:pt x="867" y="464"/>
                  </a:cubicBezTo>
                  <a:cubicBezTo>
                    <a:pt x="668" y="464"/>
                    <a:pt x="473" y="374"/>
                    <a:pt x="319" y="289"/>
                  </a:cubicBezTo>
                  <a:cubicBezTo>
                    <a:pt x="231" y="237"/>
                    <a:pt x="151" y="166"/>
                    <a:pt x="81" y="89"/>
                  </a:cubicBezTo>
                  <a:lnTo>
                    <a:pt x="77" y="100"/>
                  </a:lnTo>
                  <a:lnTo>
                    <a:pt x="74" y="114"/>
                  </a:lnTo>
                  <a:cubicBezTo>
                    <a:pt x="70" y="124"/>
                    <a:pt x="67" y="131"/>
                    <a:pt x="63" y="142"/>
                  </a:cubicBezTo>
                  <a:cubicBezTo>
                    <a:pt x="63" y="145"/>
                    <a:pt x="60" y="149"/>
                    <a:pt x="60" y="152"/>
                  </a:cubicBezTo>
                  <a:cubicBezTo>
                    <a:pt x="56" y="166"/>
                    <a:pt x="53" y="177"/>
                    <a:pt x="53" y="187"/>
                  </a:cubicBezTo>
                  <a:lnTo>
                    <a:pt x="53" y="191"/>
                  </a:lnTo>
                  <a:cubicBezTo>
                    <a:pt x="49" y="205"/>
                    <a:pt x="49" y="215"/>
                    <a:pt x="46" y="226"/>
                  </a:cubicBezTo>
                  <a:lnTo>
                    <a:pt x="46" y="237"/>
                  </a:lnTo>
                  <a:lnTo>
                    <a:pt x="46" y="261"/>
                  </a:lnTo>
                  <a:lnTo>
                    <a:pt x="46" y="268"/>
                  </a:lnTo>
                  <a:lnTo>
                    <a:pt x="46" y="286"/>
                  </a:lnTo>
                  <a:lnTo>
                    <a:pt x="46" y="293"/>
                  </a:lnTo>
                  <a:cubicBezTo>
                    <a:pt x="49" y="300"/>
                    <a:pt x="49" y="307"/>
                    <a:pt x="49" y="314"/>
                  </a:cubicBezTo>
                  <a:cubicBezTo>
                    <a:pt x="60" y="366"/>
                    <a:pt x="56" y="426"/>
                    <a:pt x="35" y="478"/>
                  </a:cubicBezTo>
                  <a:cubicBezTo>
                    <a:pt x="28" y="499"/>
                    <a:pt x="21" y="524"/>
                    <a:pt x="11" y="541"/>
                  </a:cubicBezTo>
                  <a:lnTo>
                    <a:pt x="0" y="580"/>
                  </a:lnTo>
                  <a:cubicBezTo>
                    <a:pt x="228" y="618"/>
                    <a:pt x="518" y="723"/>
                    <a:pt x="669" y="909"/>
                  </a:cubicBezTo>
                  <a:cubicBezTo>
                    <a:pt x="714" y="972"/>
                    <a:pt x="784" y="1014"/>
                    <a:pt x="861" y="1028"/>
                  </a:cubicBezTo>
                  <a:cubicBezTo>
                    <a:pt x="956" y="1042"/>
                    <a:pt x="1033" y="1101"/>
                    <a:pt x="1075" y="1185"/>
                  </a:cubicBezTo>
                  <a:cubicBezTo>
                    <a:pt x="1088" y="1214"/>
                    <a:pt x="1116" y="1235"/>
                    <a:pt x="1148" y="1235"/>
                  </a:cubicBezTo>
                  <a:cubicBezTo>
                    <a:pt x="1150" y="1235"/>
                    <a:pt x="1153" y="1234"/>
                    <a:pt x="1156" y="1234"/>
                  </a:cubicBezTo>
                  <a:cubicBezTo>
                    <a:pt x="1243" y="1234"/>
                    <a:pt x="1352" y="1140"/>
                    <a:pt x="1383" y="1077"/>
                  </a:cubicBezTo>
                  <a:cubicBezTo>
                    <a:pt x="1394" y="1059"/>
                    <a:pt x="1394" y="1049"/>
                    <a:pt x="1334" y="989"/>
                  </a:cubicBezTo>
                  <a:cubicBezTo>
                    <a:pt x="1278" y="944"/>
                    <a:pt x="1240" y="884"/>
                    <a:pt x="1219" y="814"/>
                  </a:cubicBezTo>
                  <a:cubicBezTo>
                    <a:pt x="1198" y="699"/>
                    <a:pt x="1303" y="657"/>
                    <a:pt x="1373" y="629"/>
                  </a:cubicBezTo>
                  <a:cubicBezTo>
                    <a:pt x="1450" y="601"/>
                    <a:pt x="1495" y="576"/>
                    <a:pt x="1513" y="520"/>
                  </a:cubicBezTo>
                  <a:cubicBezTo>
                    <a:pt x="1534" y="440"/>
                    <a:pt x="1600" y="373"/>
                    <a:pt x="1698" y="324"/>
                  </a:cubicBezTo>
                  <a:cubicBezTo>
                    <a:pt x="1800" y="277"/>
                    <a:pt x="1921" y="250"/>
                    <a:pt x="2029" y="250"/>
                  </a:cubicBezTo>
                  <a:cubicBezTo>
                    <a:pt x="2097" y="250"/>
                    <a:pt x="2160" y="261"/>
                    <a:pt x="2209" y="282"/>
                  </a:cubicBezTo>
                  <a:cubicBezTo>
                    <a:pt x="2356" y="345"/>
                    <a:pt x="2444" y="426"/>
                    <a:pt x="2468" y="520"/>
                  </a:cubicBezTo>
                  <a:cubicBezTo>
                    <a:pt x="2486" y="597"/>
                    <a:pt x="2458" y="678"/>
                    <a:pt x="2388" y="758"/>
                  </a:cubicBezTo>
                  <a:cubicBezTo>
                    <a:pt x="2318" y="839"/>
                    <a:pt x="2531" y="1070"/>
                    <a:pt x="2661" y="1192"/>
                  </a:cubicBezTo>
                  <a:lnTo>
                    <a:pt x="2671" y="1182"/>
                  </a:lnTo>
                  <a:lnTo>
                    <a:pt x="2692" y="1161"/>
                  </a:lnTo>
                  <a:lnTo>
                    <a:pt x="2731" y="1122"/>
                  </a:lnTo>
                  <a:lnTo>
                    <a:pt x="2752" y="1101"/>
                  </a:lnTo>
                  <a:lnTo>
                    <a:pt x="2783" y="1066"/>
                  </a:lnTo>
                  <a:lnTo>
                    <a:pt x="2804" y="1045"/>
                  </a:lnTo>
                  <a:lnTo>
                    <a:pt x="2832" y="1017"/>
                  </a:lnTo>
                  <a:lnTo>
                    <a:pt x="2853" y="1000"/>
                  </a:lnTo>
                  <a:lnTo>
                    <a:pt x="2878" y="975"/>
                  </a:lnTo>
                  <a:lnTo>
                    <a:pt x="2895" y="958"/>
                  </a:lnTo>
                  <a:lnTo>
                    <a:pt x="2920" y="937"/>
                  </a:lnTo>
                  <a:lnTo>
                    <a:pt x="2934" y="923"/>
                  </a:lnTo>
                  <a:lnTo>
                    <a:pt x="2955" y="905"/>
                  </a:lnTo>
                  <a:lnTo>
                    <a:pt x="2966" y="895"/>
                  </a:lnTo>
                  <a:cubicBezTo>
                    <a:pt x="2976" y="888"/>
                    <a:pt x="2983" y="881"/>
                    <a:pt x="2990" y="874"/>
                  </a:cubicBezTo>
                  <a:lnTo>
                    <a:pt x="2994" y="874"/>
                  </a:lnTo>
                  <a:lnTo>
                    <a:pt x="2997" y="870"/>
                  </a:lnTo>
                  <a:lnTo>
                    <a:pt x="3001" y="863"/>
                  </a:lnTo>
                  <a:lnTo>
                    <a:pt x="3001" y="860"/>
                  </a:lnTo>
                  <a:lnTo>
                    <a:pt x="3004" y="853"/>
                  </a:lnTo>
                  <a:lnTo>
                    <a:pt x="3004" y="849"/>
                  </a:lnTo>
                  <a:cubicBezTo>
                    <a:pt x="3004" y="846"/>
                    <a:pt x="3008" y="839"/>
                    <a:pt x="3011" y="835"/>
                  </a:cubicBezTo>
                  <a:cubicBezTo>
                    <a:pt x="3015" y="828"/>
                    <a:pt x="3015" y="821"/>
                    <a:pt x="3018" y="814"/>
                  </a:cubicBezTo>
                  <a:lnTo>
                    <a:pt x="3018" y="807"/>
                  </a:lnTo>
                  <a:lnTo>
                    <a:pt x="3022" y="793"/>
                  </a:lnTo>
                  <a:cubicBezTo>
                    <a:pt x="2945" y="723"/>
                    <a:pt x="2860" y="590"/>
                    <a:pt x="2755" y="433"/>
                  </a:cubicBezTo>
                  <a:lnTo>
                    <a:pt x="2710" y="366"/>
                  </a:lnTo>
                  <a:cubicBezTo>
                    <a:pt x="2591" y="184"/>
                    <a:pt x="2398" y="138"/>
                    <a:pt x="2213" y="96"/>
                  </a:cubicBezTo>
                  <a:cubicBezTo>
                    <a:pt x="2129" y="79"/>
                    <a:pt x="2052" y="58"/>
                    <a:pt x="1975" y="26"/>
                  </a:cubicBezTo>
                  <a:cubicBezTo>
                    <a:pt x="1933" y="8"/>
                    <a:pt x="1890" y="0"/>
                    <a:pt x="1846" y="0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55" name="Google Shape;6113;p80">
              <a:extLst>
                <a:ext uri="{FF2B5EF4-FFF2-40B4-BE49-F238E27FC236}">
                  <a16:creationId xmlns:a16="http://schemas.microsoft.com/office/drawing/2014/main" id="{09937D04-01D6-1923-0631-0547A31C4CA5}"/>
                </a:ext>
              </a:extLst>
            </p:cNvPr>
            <p:cNvSpPr/>
            <p:nvPr/>
          </p:nvSpPr>
          <p:spPr>
            <a:xfrm>
              <a:off x="1428272" y="1975013"/>
              <a:ext cx="109" cy="489"/>
            </a:xfrm>
            <a:custGeom>
              <a:avLst/>
              <a:gdLst/>
              <a:ahLst/>
              <a:cxnLst/>
              <a:rect l="l" t="t" r="r" b="b"/>
              <a:pathLst>
                <a:path w="8" h="36" extrusionOk="0">
                  <a:moveTo>
                    <a:pt x="8" y="1"/>
                  </a:moveTo>
                  <a:cubicBezTo>
                    <a:pt x="4" y="11"/>
                    <a:pt x="1" y="25"/>
                    <a:pt x="1" y="36"/>
                  </a:cubicBezTo>
                  <a:cubicBezTo>
                    <a:pt x="4" y="25"/>
                    <a:pt x="4" y="15"/>
                    <a:pt x="8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56" name="Google Shape;6114;p80">
              <a:extLst>
                <a:ext uri="{FF2B5EF4-FFF2-40B4-BE49-F238E27FC236}">
                  <a16:creationId xmlns:a16="http://schemas.microsoft.com/office/drawing/2014/main" id="{9D0B310B-E206-8666-4F4A-014F6F900C4F}"/>
                </a:ext>
              </a:extLst>
            </p:cNvPr>
            <p:cNvSpPr/>
            <p:nvPr/>
          </p:nvSpPr>
          <p:spPr>
            <a:xfrm>
              <a:off x="1428272" y="1975637"/>
              <a:ext cx="14" cy="299"/>
            </a:xfrm>
            <a:custGeom>
              <a:avLst/>
              <a:gdLst/>
              <a:ahLst/>
              <a:cxnLst/>
              <a:rect l="l" t="t" r="r" b="b"/>
              <a:pathLst>
                <a:path w="1" h="22" extrusionOk="0">
                  <a:moveTo>
                    <a:pt x="1" y="22"/>
                  </a:moveTo>
                  <a:lnTo>
                    <a:pt x="1" y="1"/>
                  </a:lnTo>
                  <a:cubicBezTo>
                    <a:pt x="1" y="8"/>
                    <a:pt x="1" y="15"/>
                    <a:pt x="1" y="22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57" name="Google Shape;6115;p80">
              <a:extLst>
                <a:ext uri="{FF2B5EF4-FFF2-40B4-BE49-F238E27FC236}">
                  <a16:creationId xmlns:a16="http://schemas.microsoft.com/office/drawing/2014/main" id="{5EDF79D5-9CF0-59EA-0EDA-6CF224D562B8}"/>
                </a:ext>
              </a:extLst>
            </p:cNvPr>
            <p:cNvSpPr/>
            <p:nvPr/>
          </p:nvSpPr>
          <p:spPr>
            <a:xfrm>
              <a:off x="1428707" y="1973641"/>
              <a:ext cx="109" cy="149"/>
            </a:xfrm>
            <a:custGeom>
              <a:avLst/>
              <a:gdLst/>
              <a:ahLst/>
              <a:cxnLst/>
              <a:rect l="l" t="t" r="r" b="b"/>
              <a:pathLst>
                <a:path w="8" h="11" extrusionOk="0">
                  <a:moveTo>
                    <a:pt x="7" y="0"/>
                  </a:moveTo>
                  <a:lnTo>
                    <a:pt x="0" y="11"/>
                  </a:lnTo>
                  <a:cubicBezTo>
                    <a:pt x="4" y="7"/>
                    <a:pt x="7" y="4"/>
                    <a:pt x="7" y="0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58" name="Google Shape;6116;p80">
              <a:extLst>
                <a:ext uri="{FF2B5EF4-FFF2-40B4-BE49-F238E27FC236}">
                  <a16:creationId xmlns:a16="http://schemas.microsoft.com/office/drawing/2014/main" id="{5025CB2A-DFB7-2BC8-67FF-09878F16DE53}"/>
                </a:ext>
              </a:extLst>
            </p:cNvPr>
            <p:cNvSpPr/>
            <p:nvPr/>
          </p:nvSpPr>
          <p:spPr>
            <a:xfrm>
              <a:off x="1428272" y="1976072"/>
              <a:ext cx="14" cy="244"/>
            </a:xfrm>
            <a:custGeom>
              <a:avLst/>
              <a:gdLst/>
              <a:ahLst/>
              <a:cxnLst/>
              <a:rect l="l" t="t" r="r" b="b"/>
              <a:pathLst>
                <a:path w="1" h="18" extrusionOk="0">
                  <a:moveTo>
                    <a:pt x="1" y="18"/>
                  </a:moveTo>
                  <a:lnTo>
                    <a:pt x="1" y="0"/>
                  </a:lnTo>
                  <a:cubicBezTo>
                    <a:pt x="1" y="7"/>
                    <a:pt x="1" y="14"/>
                    <a:pt x="1" y="18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59" name="Google Shape;6117;p80">
              <a:extLst>
                <a:ext uri="{FF2B5EF4-FFF2-40B4-BE49-F238E27FC236}">
                  <a16:creationId xmlns:a16="http://schemas.microsoft.com/office/drawing/2014/main" id="{E4B95E55-9357-1E72-B880-50113DA167F2}"/>
                </a:ext>
              </a:extLst>
            </p:cNvPr>
            <p:cNvSpPr/>
            <p:nvPr/>
          </p:nvSpPr>
          <p:spPr>
            <a:xfrm>
              <a:off x="1427797" y="1978923"/>
              <a:ext cx="299" cy="869"/>
            </a:xfrm>
            <a:custGeom>
              <a:avLst/>
              <a:gdLst/>
              <a:ahLst/>
              <a:cxnLst/>
              <a:rect l="l" t="t" r="r" b="b"/>
              <a:pathLst>
                <a:path w="22" h="64" extrusionOk="0">
                  <a:moveTo>
                    <a:pt x="22" y="0"/>
                  </a:moveTo>
                  <a:lnTo>
                    <a:pt x="22" y="0"/>
                  </a:lnTo>
                  <a:cubicBezTo>
                    <a:pt x="15" y="18"/>
                    <a:pt x="8" y="42"/>
                    <a:pt x="1" y="63"/>
                  </a:cubicBezTo>
                  <a:cubicBezTo>
                    <a:pt x="11" y="42"/>
                    <a:pt x="18" y="21"/>
                    <a:pt x="22" y="0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60" name="Google Shape;6118;p80">
              <a:extLst>
                <a:ext uri="{FF2B5EF4-FFF2-40B4-BE49-F238E27FC236}">
                  <a16:creationId xmlns:a16="http://schemas.microsoft.com/office/drawing/2014/main" id="{D9F0EBA4-BAB4-E10F-125D-01AD488D5335}"/>
                </a:ext>
              </a:extLst>
            </p:cNvPr>
            <p:cNvSpPr/>
            <p:nvPr/>
          </p:nvSpPr>
          <p:spPr>
            <a:xfrm>
              <a:off x="1428082" y="1976642"/>
              <a:ext cx="394" cy="2295"/>
            </a:xfrm>
            <a:custGeom>
              <a:avLst/>
              <a:gdLst/>
              <a:ahLst/>
              <a:cxnLst/>
              <a:rect l="l" t="t" r="r" b="b"/>
              <a:pathLst>
                <a:path w="29" h="169" extrusionOk="0">
                  <a:moveTo>
                    <a:pt x="18" y="0"/>
                  </a:moveTo>
                  <a:lnTo>
                    <a:pt x="18" y="0"/>
                  </a:lnTo>
                  <a:cubicBezTo>
                    <a:pt x="29" y="56"/>
                    <a:pt x="25" y="116"/>
                    <a:pt x="1" y="168"/>
                  </a:cubicBezTo>
                  <a:cubicBezTo>
                    <a:pt x="25" y="116"/>
                    <a:pt x="29" y="56"/>
                    <a:pt x="18" y="0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61" name="Google Shape;6119;p80">
              <a:extLst>
                <a:ext uri="{FF2B5EF4-FFF2-40B4-BE49-F238E27FC236}">
                  <a16:creationId xmlns:a16="http://schemas.microsoft.com/office/drawing/2014/main" id="{3F125E0E-6C65-BF9B-B56B-8FA67786BA8E}"/>
                </a:ext>
              </a:extLst>
            </p:cNvPr>
            <p:cNvSpPr/>
            <p:nvPr/>
          </p:nvSpPr>
          <p:spPr>
            <a:xfrm>
              <a:off x="1428272" y="1976397"/>
              <a:ext cx="68" cy="258"/>
            </a:xfrm>
            <a:custGeom>
              <a:avLst/>
              <a:gdLst/>
              <a:ahLst/>
              <a:cxnLst/>
              <a:rect l="l" t="t" r="r" b="b"/>
              <a:pathLst>
                <a:path w="5" h="19" extrusionOk="0">
                  <a:moveTo>
                    <a:pt x="4" y="18"/>
                  </a:moveTo>
                  <a:cubicBezTo>
                    <a:pt x="4" y="11"/>
                    <a:pt x="1" y="8"/>
                    <a:pt x="1" y="1"/>
                  </a:cubicBezTo>
                  <a:cubicBezTo>
                    <a:pt x="1" y="8"/>
                    <a:pt x="4" y="11"/>
                    <a:pt x="4" y="18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62" name="Google Shape;6120;p80">
              <a:extLst>
                <a:ext uri="{FF2B5EF4-FFF2-40B4-BE49-F238E27FC236}">
                  <a16:creationId xmlns:a16="http://schemas.microsoft.com/office/drawing/2014/main" id="{2E550C3A-BC51-0053-6E29-DF4EE79A3ECB}"/>
                </a:ext>
              </a:extLst>
            </p:cNvPr>
            <p:cNvSpPr/>
            <p:nvPr/>
          </p:nvSpPr>
          <p:spPr>
            <a:xfrm>
              <a:off x="1428368" y="1974497"/>
              <a:ext cx="109" cy="489"/>
            </a:xfrm>
            <a:custGeom>
              <a:avLst/>
              <a:gdLst/>
              <a:ahLst/>
              <a:cxnLst/>
              <a:rect l="l" t="t" r="r" b="b"/>
              <a:pathLst>
                <a:path w="8" h="36" extrusionOk="0">
                  <a:moveTo>
                    <a:pt x="8" y="1"/>
                  </a:moveTo>
                  <a:lnTo>
                    <a:pt x="8" y="1"/>
                  </a:lnTo>
                  <a:cubicBezTo>
                    <a:pt x="4" y="15"/>
                    <a:pt x="1" y="25"/>
                    <a:pt x="1" y="35"/>
                  </a:cubicBezTo>
                  <a:cubicBezTo>
                    <a:pt x="4" y="25"/>
                    <a:pt x="4" y="15"/>
                    <a:pt x="8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63" name="Google Shape;6121;p80">
              <a:extLst>
                <a:ext uri="{FF2B5EF4-FFF2-40B4-BE49-F238E27FC236}">
                  <a16:creationId xmlns:a16="http://schemas.microsoft.com/office/drawing/2014/main" id="{365AE44C-A6C1-A88A-5AD0-2AB8D9BC844B}"/>
                </a:ext>
              </a:extLst>
            </p:cNvPr>
            <p:cNvSpPr/>
            <p:nvPr/>
          </p:nvSpPr>
          <p:spPr>
            <a:xfrm>
              <a:off x="1427662" y="1979778"/>
              <a:ext cx="149" cy="489"/>
            </a:xfrm>
            <a:custGeom>
              <a:avLst/>
              <a:gdLst/>
              <a:ahLst/>
              <a:cxnLst/>
              <a:rect l="l" t="t" r="r" b="b"/>
              <a:pathLst>
                <a:path w="11" h="36" extrusionOk="0">
                  <a:moveTo>
                    <a:pt x="0" y="35"/>
                  </a:moveTo>
                  <a:lnTo>
                    <a:pt x="0" y="35"/>
                  </a:lnTo>
                  <a:lnTo>
                    <a:pt x="11" y="0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64" name="Google Shape;6122;p80">
              <a:extLst>
                <a:ext uri="{FF2B5EF4-FFF2-40B4-BE49-F238E27FC236}">
                  <a16:creationId xmlns:a16="http://schemas.microsoft.com/office/drawing/2014/main" id="{B9C60A1A-38A7-C193-D562-C9AE2FDACF89}"/>
                </a:ext>
              </a:extLst>
            </p:cNvPr>
            <p:cNvSpPr/>
            <p:nvPr/>
          </p:nvSpPr>
          <p:spPr>
            <a:xfrm>
              <a:off x="1428558" y="1973967"/>
              <a:ext cx="109" cy="394"/>
            </a:xfrm>
            <a:custGeom>
              <a:avLst/>
              <a:gdLst/>
              <a:ahLst/>
              <a:cxnLst/>
              <a:rect l="l" t="t" r="r" b="b"/>
              <a:pathLst>
                <a:path w="8" h="29" extrusionOk="0">
                  <a:moveTo>
                    <a:pt x="8" y="1"/>
                  </a:moveTo>
                  <a:lnTo>
                    <a:pt x="8" y="1"/>
                  </a:lnTo>
                  <a:cubicBezTo>
                    <a:pt x="4" y="8"/>
                    <a:pt x="1" y="18"/>
                    <a:pt x="1" y="29"/>
                  </a:cubicBezTo>
                  <a:cubicBezTo>
                    <a:pt x="1" y="18"/>
                    <a:pt x="4" y="11"/>
                    <a:pt x="8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65" name="Google Shape;6123;p80">
              <a:extLst>
                <a:ext uri="{FF2B5EF4-FFF2-40B4-BE49-F238E27FC236}">
                  <a16:creationId xmlns:a16="http://schemas.microsoft.com/office/drawing/2014/main" id="{7CB912EE-CB8B-C0BA-6C4F-FD42089972D1}"/>
                </a:ext>
              </a:extLst>
            </p:cNvPr>
            <p:cNvSpPr/>
            <p:nvPr/>
          </p:nvSpPr>
          <p:spPr>
            <a:xfrm>
              <a:off x="1456704" y="1951401"/>
              <a:ext cx="86665" cy="123066"/>
            </a:xfrm>
            <a:custGeom>
              <a:avLst/>
              <a:gdLst/>
              <a:ahLst/>
              <a:cxnLst/>
              <a:rect l="l" t="t" r="r" b="b"/>
              <a:pathLst>
                <a:path w="6383" h="9064" extrusionOk="0">
                  <a:moveTo>
                    <a:pt x="4068" y="1"/>
                  </a:moveTo>
                  <a:cubicBezTo>
                    <a:pt x="4013" y="1"/>
                    <a:pt x="3957" y="46"/>
                    <a:pt x="3869" y="130"/>
                  </a:cubicBezTo>
                  <a:cubicBezTo>
                    <a:pt x="3781" y="210"/>
                    <a:pt x="3683" y="301"/>
                    <a:pt x="3554" y="319"/>
                  </a:cubicBezTo>
                  <a:cubicBezTo>
                    <a:pt x="3414" y="340"/>
                    <a:pt x="3347" y="399"/>
                    <a:pt x="3270" y="466"/>
                  </a:cubicBezTo>
                  <a:cubicBezTo>
                    <a:pt x="3221" y="515"/>
                    <a:pt x="3162" y="557"/>
                    <a:pt x="3099" y="592"/>
                  </a:cubicBezTo>
                  <a:cubicBezTo>
                    <a:pt x="3015" y="627"/>
                    <a:pt x="2920" y="648"/>
                    <a:pt x="2825" y="648"/>
                  </a:cubicBezTo>
                  <a:cubicBezTo>
                    <a:pt x="2748" y="655"/>
                    <a:pt x="2640" y="665"/>
                    <a:pt x="2640" y="697"/>
                  </a:cubicBezTo>
                  <a:cubicBezTo>
                    <a:pt x="2636" y="728"/>
                    <a:pt x="2629" y="791"/>
                    <a:pt x="2577" y="816"/>
                  </a:cubicBezTo>
                  <a:cubicBezTo>
                    <a:pt x="2563" y="823"/>
                    <a:pt x="2550" y="826"/>
                    <a:pt x="2536" y="826"/>
                  </a:cubicBezTo>
                  <a:cubicBezTo>
                    <a:pt x="2498" y="826"/>
                    <a:pt x="2459" y="801"/>
                    <a:pt x="2423" y="777"/>
                  </a:cubicBezTo>
                  <a:cubicBezTo>
                    <a:pt x="2384" y="753"/>
                    <a:pt x="2346" y="732"/>
                    <a:pt x="2304" y="718"/>
                  </a:cubicBezTo>
                  <a:cubicBezTo>
                    <a:pt x="2301" y="717"/>
                    <a:pt x="2298" y="717"/>
                    <a:pt x="2294" y="717"/>
                  </a:cubicBezTo>
                  <a:cubicBezTo>
                    <a:pt x="2259" y="717"/>
                    <a:pt x="2181" y="748"/>
                    <a:pt x="2076" y="833"/>
                  </a:cubicBezTo>
                  <a:cubicBezTo>
                    <a:pt x="1961" y="931"/>
                    <a:pt x="1870" y="1057"/>
                    <a:pt x="1873" y="1124"/>
                  </a:cubicBezTo>
                  <a:cubicBezTo>
                    <a:pt x="1873" y="1148"/>
                    <a:pt x="1877" y="1169"/>
                    <a:pt x="1880" y="1194"/>
                  </a:cubicBezTo>
                  <a:cubicBezTo>
                    <a:pt x="1898" y="1355"/>
                    <a:pt x="1915" y="1537"/>
                    <a:pt x="1649" y="1705"/>
                  </a:cubicBezTo>
                  <a:cubicBezTo>
                    <a:pt x="1467" y="1821"/>
                    <a:pt x="1338" y="2013"/>
                    <a:pt x="1233" y="2164"/>
                  </a:cubicBezTo>
                  <a:cubicBezTo>
                    <a:pt x="1191" y="2227"/>
                    <a:pt x="1156" y="2279"/>
                    <a:pt x="1121" y="2321"/>
                  </a:cubicBezTo>
                  <a:cubicBezTo>
                    <a:pt x="1093" y="2360"/>
                    <a:pt x="1047" y="2384"/>
                    <a:pt x="998" y="2384"/>
                  </a:cubicBezTo>
                  <a:lnTo>
                    <a:pt x="998" y="2388"/>
                  </a:lnTo>
                  <a:cubicBezTo>
                    <a:pt x="995" y="2405"/>
                    <a:pt x="988" y="2419"/>
                    <a:pt x="984" y="2433"/>
                  </a:cubicBezTo>
                  <a:lnTo>
                    <a:pt x="981" y="2440"/>
                  </a:lnTo>
                  <a:cubicBezTo>
                    <a:pt x="977" y="2451"/>
                    <a:pt x="970" y="2461"/>
                    <a:pt x="967" y="2472"/>
                  </a:cubicBezTo>
                  <a:lnTo>
                    <a:pt x="963" y="2475"/>
                  </a:lnTo>
                  <a:cubicBezTo>
                    <a:pt x="956" y="2486"/>
                    <a:pt x="949" y="2496"/>
                    <a:pt x="942" y="2503"/>
                  </a:cubicBezTo>
                  <a:lnTo>
                    <a:pt x="939" y="2510"/>
                  </a:lnTo>
                  <a:cubicBezTo>
                    <a:pt x="932" y="2517"/>
                    <a:pt x="925" y="2524"/>
                    <a:pt x="914" y="2531"/>
                  </a:cubicBezTo>
                  <a:lnTo>
                    <a:pt x="900" y="2542"/>
                  </a:lnTo>
                  <a:lnTo>
                    <a:pt x="897" y="2549"/>
                  </a:lnTo>
                  <a:lnTo>
                    <a:pt x="886" y="2556"/>
                  </a:lnTo>
                  <a:lnTo>
                    <a:pt x="879" y="2563"/>
                  </a:lnTo>
                  <a:lnTo>
                    <a:pt x="869" y="2573"/>
                  </a:lnTo>
                  <a:lnTo>
                    <a:pt x="858" y="2580"/>
                  </a:lnTo>
                  <a:lnTo>
                    <a:pt x="848" y="2591"/>
                  </a:lnTo>
                  <a:lnTo>
                    <a:pt x="841" y="2598"/>
                  </a:lnTo>
                  <a:lnTo>
                    <a:pt x="827" y="2612"/>
                  </a:lnTo>
                  <a:lnTo>
                    <a:pt x="816" y="2619"/>
                  </a:lnTo>
                  <a:lnTo>
                    <a:pt x="798" y="2636"/>
                  </a:lnTo>
                  <a:lnTo>
                    <a:pt x="788" y="2647"/>
                  </a:lnTo>
                  <a:lnTo>
                    <a:pt x="770" y="2664"/>
                  </a:lnTo>
                  <a:lnTo>
                    <a:pt x="760" y="2675"/>
                  </a:lnTo>
                  <a:lnTo>
                    <a:pt x="746" y="2685"/>
                  </a:lnTo>
                  <a:lnTo>
                    <a:pt x="735" y="2699"/>
                  </a:lnTo>
                  <a:lnTo>
                    <a:pt x="721" y="2710"/>
                  </a:lnTo>
                  <a:lnTo>
                    <a:pt x="711" y="2724"/>
                  </a:lnTo>
                  <a:lnTo>
                    <a:pt x="697" y="2734"/>
                  </a:lnTo>
                  <a:lnTo>
                    <a:pt x="686" y="2748"/>
                  </a:lnTo>
                  <a:lnTo>
                    <a:pt x="676" y="2759"/>
                  </a:lnTo>
                  <a:lnTo>
                    <a:pt x="662" y="2773"/>
                  </a:lnTo>
                  <a:lnTo>
                    <a:pt x="658" y="2780"/>
                  </a:lnTo>
                  <a:lnTo>
                    <a:pt x="599" y="2836"/>
                  </a:lnTo>
                  <a:cubicBezTo>
                    <a:pt x="651" y="2885"/>
                    <a:pt x="697" y="2927"/>
                    <a:pt x="732" y="2965"/>
                  </a:cubicBezTo>
                  <a:cubicBezTo>
                    <a:pt x="823" y="3056"/>
                    <a:pt x="865" y="3186"/>
                    <a:pt x="848" y="3315"/>
                  </a:cubicBezTo>
                  <a:cubicBezTo>
                    <a:pt x="841" y="3347"/>
                    <a:pt x="844" y="3375"/>
                    <a:pt x="851" y="3403"/>
                  </a:cubicBezTo>
                  <a:cubicBezTo>
                    <a:pt x="974" y="3644"/>
                    <a:pt x="897" y="3746"/>
                    <a:pt x="834" y="3788"/>
                  </a:cubicBezTo>
                  <a:cubicBezTo>
                    <a:pt x="784" y="3872"/>
                    <a:pt x="848" y="4443"/>
                    <a:pt x="939" y="4541"/>
                  </a:cubicBezTo>
                  <a:cubicBezTo>
                    <a:pt x="1054" y="4674"/>
                    <a:pt x="988" y="4793"/>
                    <a:pt x="900" y="4950"/>
                  </a:cubicBezTo>
                  <a:cubicBezTo>
                    <a:pt x="879" y="4989"/>
                    <a:pt x="851" y="5038"/>
                    <a:pt x="827" y="5087"/>
                  </a:cubicBezTo>
                  <a:cubicBezTo>
                    <a:pt x="704" y="5328"/>
                    <a:pt x="585" y="5472"/>
                    <a:pt x="322" y="5486"/>
                  </a:cubicBezTo>
                  <a:cubicBezTo>
                    <a:pt x="235" y="5493"/>
                    <a:pt x="200" y="5577"/>
                    <a:pt x="165" y="5689"/>
                  </a:cubicBezTo>
                  <a:cubicBezTo>
                    <a:pt x="140" y="5759"/>
                    <a:pt x="116" y="5832"/>
                    <a:pt x="49" y="5839"/>
                  </a:cubicBezTo>
                  <a:cubicBezTo>
                    <a:pt x="21" y="5878"/>
                    <a:pt x="7" y="5927"/>
                    <a:pt x="0" y="5973"/>
                  </a:cubicBezTo>
                  <a:lnTo>
                    <a:pt x="11" y="5983"/>
                  </a:lnTo>
                  <a:lnTo>
                    <a:pt x="28" y="5997"/>
                  </a:lnTo>
                  <a:lnTo>
                    <a:pt x="53" y="6015"/>
                  </a:lnTo>
                  <a:lnTo>
                    <a:pt x="74" y="6029"/>
                  </a:lnTo>
                  <a:lnTo>
                    <a:pt x="98" y="6050"/>
                  </a:lnTo>
                  <a:lnTo>
                    <a:pt x="119" y="6060"/>
                  </a:lnTo>
                  <a:lnTo>
                    <a:pt x="147" y="6081"/>
                  </a:lnTo>
                  <a:lnTo>
                    <a:pt x="165" y="6095"/>
                  </a:lnTo>
                  <a:lnTo>
                    <a:pt x="193" y="6113"/>
                  </a:lnTo>
                  <a:lnTo>
                    <a:pt x="214" y="6123"/>
                  </a:lnTo>
                  <a:lnTo>
                    <a:pt x="242" y="6141"/>
                  </a:lnTo>
                  <a:lnTo>
                    <a:pt x="259" y="6155"/>
                  </a:lnTo>
                  <a:lnTo>
                    <a:pt x="287" y="6169"/>
                  </a:lnTo>
                  <a:lnTo>
                    <a:pt x="308" y="6183"/>
                  </a:lnTo>
                  <a:lnTo>
                    <a:pt x="333" y="6197"/>
                  </a:lnTo>
                  <a:lnTo>
                    <a:pt x="354" y="6207"/>
                  </a:lnTo>
                  <a:lnTo>
                    <a:pt x="378" y="6221"/>
                  </a:lnTo>
                  <a:lnTo>
                    <a:pt x="396" y="6232"/>
                  </a:lnTo>
                  <a:lnTo>
                    <a:pt x="420" y="6242"/>
                  </a:lnTo>
                  <a:lnTo>
                    <a:pt x="438" y="6253"/>
                  </a:lnTo>
                  <a:lnTo>
                    <a:pt x="459" y="6263"/>
                  </a:lnTo>
                  <a:lnTo>
                    <a:pt x="476" y="6270"/>
                  </a:lnTo>
                  <a:lnTo>
                    <a:pt x="497" y="6281"/>
                  </a:lnTo>
                  <a:lnTo>
                    <a:pt x="511" y="6288"/>
                  </a:lnTo>
                  <a:lnTo>
                    <a:pt x="529" y="6295"/>
                  </a:lnTo>
                  <a:lnTo>
                    <a:pt x="543" y="6298"/>
                  </a:lnTo>
                  <a:lnTo>
                    <a:pt x="557" y="6305"/>
                  </a:lnTo>
                  <a:lnTo>
                    <a:pt x="567" y="6309"/>
                  </a:lnTo>
                  <a:lnTo>
                    <a:pt x="585" y="6312"/>
                  </a:lnTo>
                  <a:lnTo>
                    <a:pt x="606" y="6312"/>
                  </a:lnTo>
                  <a:cubicBezTo>
                    <a:pt x="700" y="6312"/>
                    <a:pt x="763" y="6379"/>
                    <a:pt x="834" y="6449"/>
                  </a:cubicBezTo>
                  <a:cubicBezTo>
                    <a:pt x="876" y="6494"/>
                    <a:pt x="928" y="6540"/>
                    <a:pt x="981" y="6575"/>
                  </a:cubicBezTo>
                  <a:lnTo>
                    <a:pt x="1002" y="6582"/>
                  </a:lnTo>
                  <a:cubicBezTo>
                    <a:pt x="1053" y="6609"/>
                    <a:pt x="1111" y="6621"/>
                    <a:pt x="1169" y="6621"/>
                  </a:cubicBezTo>
                  <a:cubicBezTo>
                    <a:pt x="1202" y="6621"/>
                    <a:pt x="1235" y="6617"/>
                    <a:pt x="1268" y="6610"/>
                  </a:cubicBezTo>
                  <a:cubicBezTo>
                    <a:pt x="1285" y="6606"/>
                    <a:pt x="1303" y="6599"/>
                    <a:pt x="1313" y="6589"/>
                  </a:cubicBezTo>
                  <a:cubicBezTo>
                    <a:pt x="1334" y="6564"/>
                    <a:pt x="1362" y="6550"/>
                    <a:pt x="1394" y="6550"/>
                  </a:cubicBezTo>
                  <a:lnTo>
                    <a:pt x="1418" y="6550"/>
                  </a:lnTo>
                  <a:lnTo>
                    <a:pt x="1432" y="6554"/>
                  </a:lnTo>
                  <a:lnTo>
                    <a:pt x="1439" y="6554"/>
                  </a:lnTo>
                  <a:lnTo>
                    <a:pt x="1450" y="6557"/>
                  </a:lnTo>
                  <a:lnTo>
                    <a:pt x="1457" y="6561"/>
                  </a:lnTo>
                  <a:lnTo>
                    <a:pt x="1471" y="6564"/>
                  </a:lnTo>
                  <a:lnTo>
                    <a:pt x="1478" y="6568"/>
                  </a:lnTo>
                  <a:lnTo>
                    <a:pt x="1492" y="6578"/>
                  </a:lnTo>
                  <a:lnTo>
                    <a:pt x="1495" y="6582"/>
                  </a:lnTo>
                  <a:lnTo>
                    <a:pt x="1513" y="6592"/>
                  </a:lnTo>
                  <a:lnTo>
                    <a:pt x="1534" y="6606"/>
                  </a:lnTo>
                  <a:lnTo>
                    <a:pt x="1537" y="6610"/>
                  </a:lnTo>
                  <a:lnTo>
                    <a:pt x="1558" y="6627"/>
                  </a:lnTo>
                  <a:cubicBezTo>
                    <a:pt x="1649" y="6708"/>
                    <a:pt x="1737" y="6799"/>
                    <a:pt x="1821" y="6890"/>
                  </a:cubicBezTo>
                  <a:lnTo>
                    <a:pt x="1835" y="6886"/>
                  </a:lnTo>
                  <a:lnTo>
                    <a:pt x="1870" y="6883"/>
                  </a:lnTo>
                  <a:lnTo>
                    <a:pt x="1901" y="6876"/>
                  </a:lnTo>
                  <a:lnTo>
                    <a:pt x="1929" y="6872"/>
                  </a:lnTo>
                  <a:lnTo>
                    <a:pt x="1957" y="6865"/>
                  </a:lnTo>
                  <a:lnTo>
                    <a:pt x="1985" y="6862"/>
                  </a:lnTo>
                  <a:lnTo>
                    <a:pt x="2010" y="6858"/>
                  </a:lnTo>
                  <a:lnTo>
                    <a:pt x="2230" y="6858"/>
                  </a:lnTo>
                  <a:lnTo>
                    <a:pt x="2241" y="6862"/>
                  </a:lnTo>
                  <a:lnTo>
                    <a:pt x="2248" y="6862"/>
                  </a:lnTo>
                  <a:lnTo>
                    <a:pt x="2258" y="6865"/>
                  </a:lnTo>
                  <a:lnTo>
                    <a:pt x="2265" y="6865"/>
                  </a:lnTo>
                  <a:lnTo>
                    <a:pt x="2272" y="6869"/>
                  </a:lnTo>
                  <a:lnTo>
                    <a:pt x="2276" y="6869"/>
                  </a:lnTo>
                  <a:lnTo>
                    <a:pt x="2283" y="6872"/>
                  </a:lnTo>
                  <a:lnTo>
                    <a:pt x="2286" y="6872"/>
                  </a:lnTo>
                  <a:lnTo>
                    <a:pt x="2293" y="6876"/>
                  </a:lnTo>
                  <a:lnTo>
                    <a:pt x="2300" y="6879"/>
                  </a:lnTo>
                  <a:cubicBezTo>
                    <a:pt x="2388" y="6932"/>
                    <a:pt x="2423" y="7033"/>
                    <a:pt x="2454" y="7131"/>
                  </a:cubicBezTo>
                  <a:cubicBezTo>
                    <a:pt x="2500" y="7261"/>
                    <a:pt x="2528" y="7320"/>
                    <a:pt x="2594" y="7327"/>
                  </a:cubicBezTo>
                  <a:cubicBezTo>
                    <a:pt x="2724" y="7341"/>
                    <a:pt x="2843" y="7408"/>
                    <a:pt x="2920" y="7513"/>
                  </a:cubicBezTo>
                  <a:cubicBezTo>
                    <a:pt x="2976" y="7576"/>
                    <a:pt x="3004" y="7660"/>
                    <a:pt x="2997" y="7744"/>
                  </a:cubicBezTo>
                  <a:cubicBezTo>
                    <a:pt x="2994" y="7761"/>
                    <a:pt x="3036" y="7796"/>
                    <a:pt x="3064" y="7821"/>
                  </a:cubicBezTo>
                  <a:cubicBezTo>
                    <a:pt x="3130" y="7877"/>
                    <a:pt x="3221" y="7957"/>
                    <a:pt x="3207" y="8084"/>
                  </a:cubicBezTo>
                  <a:cubicBezTo>
                    <a:pt x="3207" y="8084"/>
                    <a:pt x="3214" y="8098"/>
                    <a:pt x="3256" y="8112"/>
                  </a:cubicBezTo>
                  <a:cubicBezTo>
                    <a:pt x="3311" y="8128"/>
                    <a:pt x="3384" y="8135"/>
                    <a:pt x="3457" y="8135"/>
                  </a:cubicBezTo>
                  <a:cubicBezTo>
                    <a:pt x="3580" y="8135"/>
                    <a:pt x="3704" y="8116"/>
                    <a:pt x="3732" y="8101"/>
                  </a:cubicBezTo>
                  <a:cubicBezTo>
                    <a:pt x="3793" y="8053"/>
                    <a:pt x="3886" y="8021"/>
                    <a:pt x="3975" y="8021"/>
                  </a:cubicBezTo>
                  <a:cubicBezTo>
                    <a:pt x="4029" y="8021"/>
                    <a:pt x="4081" y="8033"/>
                    <a:pt x="4124" y="8059"/>
                  </a:cubicBezTo>
                  <a:cubicBezTo>
                    <a:pt x="4133" y="8063"/>
                    <a:pt x="4143" y="8065"/>
                    <a:pt x="4156" y="8065"/>
                  </a:cubicBezTo>
                  <a:cubicBezTo>
                    <a:pt x="4187" y="8065"/>
                    <a:pt x="4229" y="8055"/>
                    <a:pt x="4271" y="8045"/>
                  </a:cubicBezTo>
                  <a:lnTo>
                    <a:pt x="4303" y="8038"/>
                  </a:lnTo>
                  <a:lnTo>
                    <a:pt x="4306" y="8038"/>
                  </a:lnTo>
                  <a:lnTo>
                    <a:pt x="4334" y="8031"/>
                  </a:lnTo>
                  <a:lnTo>
                    <a:pt x="4341" y="8031"/>
                  </a:lnTo>
                  <a:cubicBezTo>
                    <a:pt x="4362" y="8028"/>
                    <a:pt x="4383" y="8024"/>
                    <a:pt x="4404" y="8024"/>
                  </a:cubicBezTo>
                  <a:lnTo>
                    <a:pt x="4408" y="8024"/>
                  </a:lnTo>
                  <a:cubicBezTo>
                    <a:pt x="4418" y="8024"/>
                    <a:pt x="4429" y="8024"/>
                    <a:pt x="4439" y="8028"/>
                  </a:cubicBezTo>
                  <a:lnTo>
                    <a:pt x="4446" y="8028"/>
                  </a:lnTo>
                  <a:cubicBezTo>
                    <a:pt x="4457" y="8028"/>
                    <a:pt x="4467" y="8031"/>
                    <a:pt x="4474" y="8035"/>
                  </a:cubicBezTo>
                  <a:cubicBezTo>
                    <a:pt x="4604" y="8080"/>
                    <a:pt x="4726" y="8147"/>
                    <a:pt x="4835" y="8227"/>
                  </a:cubicBezTo>
                  <a:cubicBezTo>
                    <a:pt x="4873" y="8255"/>
                    <a:pt x="4901" y="8294"/>
                    <a:pt x="4919" y="8336"/>
                  </a:cubicBezTo>
                  <a:cubicBezTo>
                    <a:pt x="4933" y="8374"/>
                    <a:pt x="4929" y="8416"/>
                    <a:pt x="4908" y="8451"/>
                  </a:cubicBezTo>
                  <a:cubicBezTo>
                    <a:pt x="4870" y="8511"/>
                    <a:pt x="4824" y="8567"/>
                    <a:pt x="4779" y="8619"/>
                  </a:cubicBezTo>
                  <a:cubicBezTo>
                    <a:pt x="4726" y="8675"/>
                    <a:pt x="4607" y="8812"/>
                    <a:pt x="4625" y="8847"/>
                  </a:cubicBezTo>
                  <a:cubicBezTo>
                    <a:pt x="4639" y="8875"/>
                    <a:pt x="4695" y="8910"/>
                    <a:pt x="4747" y="8941"/>
                  </a:cubicBezTo>
                  <a:lnTo>
                    <a:pt x="4786" y="8962"/>
                  </a:lnTo>
                  <a:lnTo>
                    <a:pt x="4793" y="8969"/>
                  </a:lnTo>
                  <a:lnTo>
                    <a:pt x="4831" y="8994"/>
                  </a:lnTo>
                  <a:lnTo>
                    <a:pt x="4838" y="9001"/>
                  </a:lnTo>
                  <a:cubicBezTo>
                    <a:pt x="4852" y="9008"/>
                    <a:pt x="4863" y="9018"/>
                    <a:pt x="4873" y="9025"/>
                  </a:cubicBezTo>
                  <a:lnTo>
                    <a:pt x="4877" y="9029"/>
                  </a:lnTo>
                  <a:cubicBezTo>
                    <a:pt x="4887" y="9039"/>
                    <a:pt x="4901" y="9050"/>
                    <a:pt x="4912" y="9060"/>
                  </a:cubicBezTo>
                  <a:lnTo>
                    <a:pt x="4915" y="9064"/>
                  </a:lnTo>
                  <a:lnTo>
                    <a:pt x="4919" y="9060"/>
                  </a:lnTo>
                  <a:cubicBezTo>
                    <a:pt x="4922" y="9057"/>
                    <a:pt x="4926" y="9050"/>
                    <a:pt x="4929" y="9046"/>
                  </a:cubicBezTo>
                  <a:lnTo>
                    <a:pt x="4933" y="9043"/>
                  </a:lnTo>
                  <a:cubicBezTo>
                    <a:pt x="4936" y="9036"/>
                    <a:pt x="4940" y="9029"/>
                    <a:pt x="4943" y="9022"/>
                  </a:cubicBezTo>
                  <a:lnTo>
                    <a:pt x="4947" y="9015"/>
                  </a:lnTo>
                  <a:cubicBezTo>
                    <a:pt x="4950" y="9011"/>
                    <a:pt x="4954" y="9001"/>
                    <a:pt x="4954" y="8994"/>
                  </a:cubicBezTo>
                  <a:lnTo>
                    <a:pt x="4957" y="8983"/>
                  </a:lnTo>
                  <a:cubicBezTo>
                    <a:pt x="4961" y="8976"/>
                    <a:pt x="4965" y="8969"/>
                    <a:pt x="4968" y="8959"/>
                  </a:cubicBezTo>
                  <a:lnTo>
                    <a:pt x="4972" y="8948"/>
                  </a:lnTo>
                  <a:cubicBezTo>
                    <a:pt x="4975" y="8938"/>
                    <a:pt x="4979" y="8927"/>
                    <a:pt x="4982" y="8917"/>
                  </a:cubicBezTo>
                  <a:lnTo>
                    <a:pt x="4986" y="8903"/>
                  </a:lnTo>
                  <a:cubicBezTo>
                    <a:pt x="4989" y="8892"/>
                    <a:pt x="4993" y="8885"/>
                    <a:pt x="4993" y="8875"/>
                  </a:cubicBezTo>
                  <a:lnTo>
                    <a:pt x="5000" y="8857"/>
                  </a:lnTo>
                  <a:cubicBezTo>
                    <a:pt x="5000" y="8847"/>
                    <a:pt x="5003" y="8836"/>
                    <a:pt x="5007" y="8826"/>
                  </a:cubicBezTo>
                  <a:lnTo>
                    <a:pt x="5010" y="8808"/>
                  </a:lnTo>
                  <a:cubicBezTo>
                    <a:pt x="5014" y="8798"/>
                    <a:pt x="5014" y="8787"/>
                    <a:pt x="5017" y="8777"/>
                  </a:cubicBezTo>
                  <a:lnTo>
                    <a:pt x="5021" y="8756"/>
                  </a:lnTo>
                  <a:cubicBezTo>
                    <a:pt x="5021" y="8745"/>
                    <a:pt x="5024" y="8735"/>
                    <a:pt x="5028" y="8724"/>
                  </a:cubicBezTo>
                  <a:lnTo>
                    <a:pt x="5031" y="8703"/>
                  </a:lnTo>
                  <a:cubicBezTo>
                    <a:pt x="5031" y="8693"/>
                    <a:pt x="5035" y="8682"/>
                    <a:pt x="5035" y="8672"/>
                  </a:cubicBezTo>
                  <a:cubicBezTo>
                    <a:pt x="5038" y="8658"/>
                    <a:pt x="5038" y="8654"/>
                    <a:pt x="5038" y="8647"/>
                  </a:cubicBezTo>
                  <a:cubicBezTo>
                    <a:pt x="5042" y="8640"/>
                    <a:pt x="5042" y="8626"/>
                    <a:pt x="5045" y="8616"/>
                  </a:cubicBezTo>
                  <a:lnTo>
                    <a:pt x="5045" y="8595"/>
                  </a:lnTo>
                  <a:cubicBezTo>
                    <a:pt x="5045" y="8584"/>
                    <a:pt x="5049" y="8574"/>
                    <a:pt x="5049" y="8563"/>
                  </a:cubicBezTo>
                  <a:cubicBezTo>
                    <a:pt x="5052" y="8553"/>
                    <a:pt x="5049" y="8549"/>
                    <a:pt x="5052" y="8542"/>
                  </a:cubicBezTo>
                  <a:cubicBezTo>
                    <a:pt x="5056" y="8535"/>
                    <a:pt x="5052" y="8518"/>
                    <a:pt x="5056" y="8507"/>
                  </a:cubicBezTo>
                  <a:cubicBezTo>
                    <a:pt x="5059" y="8497"/>
                    <a:pt x="5056" y="8497"/>
                    <a:pt x="5056" y="8490"/>
                  </a:cubicBezTo>
                  <a:lnTo>
                    <a:pt x="5056" y="8455"/>
                  </a:lnTo>
                  <a:lnTo>
                    <a:pt x="5056" y="8441"/>
                  </a:lnTo>
                  <a:lnTo>
                    <a:pt x="5056" y="8392"/>
                  </a:lnTo>
                  <a:cubicBezTo>
                    <a:pt x="5070" y="8136"/>
                    <a:pt x="5108" y="7880"/>
                    <a:pt x="5171" y="7628"/>
                  </a:cubicBezTo>
                  <a:cubicBezTo>
                    <a:pt x="5210" y="7488"/>
                    <a:pt x="5122" y="7366"/>
                    <a:pt x="5021" y="7226"/>
                  </a:cubicBezTo>
                  <a:cubicBezTo>
                    <a:pt x="4933" y="7100"/>
                    <a:pt x="4831" y="6963"/>
                    <a:pt x="4817" y="6795"/>
                  </a:cubicBezTo>
                  <a:lnTo>
                    <a:pt x="4817" y="6760"/>
                  </a:lnTo>
                  <a:cubicBezTo>
                    <a:pt x="4817" y="6505"/>
                    <a:pt x="4915" y="6477"/>
                    <a:pt x="5045" y="6466"/>
                  </a:cubicBezTo>
                  <a:cubicBezTo>
                    <a:pt x="5108" y="6463"/>
                    <a:pt x="5168" y="6445"/>
                    <a:pt x="5217" y="6414"/>
                  </a:cubicBezTo>
                  <a:cubicBezTo>
                    <a:pt x="5241" y="6400"/>
                    <a:pt x="5259" y="6382"/>
                    <a:pt x="5273" y="6361"/>
                  </a:cubicBezTo>
                  <a:cubicBezTo>
                    <a:pt x="5266" y="6354"/>
                    <a:pt x="5234" y="6330"/>
                    <a:pt x="5133" y="6305"/>
                  </a:cubicBezTo>
                  <a:cubicBezTo>
                    <a:pt x="5119" y="6302"/>
                    <a:pt x="5101" y="6298"/>
                    <a:pt x="5087" y="6291"/>
                  </a:cubicBezTo>
                  <a:cubicBezTo>
                    <a:pt x="5045" y="6263"/>
                    <a:pt x="5007" y="6228"/>
                    <a:pt x="4982" y="6183"/>
                  </a:cubicBezTo>
                  <a:cubicBezTo>
                    <a:pt x="4947" y="6120"/>
                    <a:pt x="4929" y="6050"/>
                    <a:pt x="4929" y="5980"/>
                  </a:cubicBezTo>
                  <a:cubicBezTo>
                    <a:pt x="4929" y="5962"/>
                    <a:pt x="4933" y="5941"/>
                    <a:pt x="4940" y="5920"/>
                  </a:cubicBezTo>
                  <a:cubicBezTo>
                    <a:pt x="4967" y="5833"/>
                    <a:pt x="5102" y="5805"/>
                    <a:pt x="5391" y="5805"/>
                  </a:cubicBezTo>
                  <a:cubicBezTo>
                    <a:pt x="5475" y="5805"/>
                    <a:pt x="5571" y="5808"/>
                    <a:pt x="5682" y="5811"/>
                  </a:cubicBezTo>
                  <a:cubicBezTo>
                    <a:pt x="5742" y="5811"/>
                    <a:pt x="5794" y="5815"/>
                    <a:pt x="5829" y="5815"/>
                  </a:cubicBezTo>
                  <a:lnTo>
                    <a:pt x="5885" y="5815"/>
                  </a:lnTo>
                  <a:cubicBezTo>
                    <a:pt x="5952" y="5804"/>
                    <a:pt x="6015" y="5787"/>
                    <a:pt x="6078" y="5769"/>
                  </a:cubicBezTo>
                  <a:lnTo>
                    <a:pt x="6081" y="5769"/>
                  </a:lnTo>
                  <a:lnTo>
                    <a:pt x="6106" y="5759"/>
                  </a:lnTo>
                  <a:lnTo>
                    <a:pt x="6134" y="5752"/>
                  </a:lnTo>
                  <a:lnTo>
                    <a:pt x="6137" y="5752"/>
                  </a:lnTo>
                  <a:cubicBezTo>
                    <a:pt x="6193" y="5731"/>
                    <a:pt x="6242" y="5713"/>
                    <a:pt x="6284" y="5696"/>
                  </a:cubicBezTo>
                  <a:lnTo>
                    <a:pt x="6337" y="5671"/>
                  </a:lnTo>
                  <a:lnTo>
                    <a:pt x="6344" y="5668"/>
                  </a:lnTo>
                  <a:cubicBezTo>
                    <a:pt x="6365" y="5657"/>
                    <a:pt x="6375" y="5654"/>
                    <a:pt x="6382" y="5647"/>
                  </a:cubicBezTo>
                  <a:lnTo>
                    <a:pt x="6382" y="5640"/>
                  </a:lnTo>
                  <a:lnTo>
                    <a:pt x="6382" y="5633"/>
                  </a:lnTo>
                  <a:lnTo>
                    <a:pt x="6382" y="5619"/>
                  </a:lnTo>
                  <a:lnTo>
                    <a:pt x="6382" y="5612"/>
                  </a:lnTo>
                  <a:lnTo>
                    <a:pt x="6382" y="5598"/>
                  </a:lnTo>
                  <a:lnTo>
                    <a:pt x="6382" y="5591"/>
                  </a:lnTo>
                  <a:cubicBezTo>
                    <a:pt x="6382" y="5587"/>
                    <a:pt x="6382" y="5580"/>
                    <a:pt x="6379" y="5573"/>
                  </a:cubicBezTo>
                  <a:cubicBezTo>
                    <a:pt x="6379" y="5570"/>
                    <a:pt x="6379" y="5570"/>
                    <a:pt x="6379" y="5566"/>
                  </a:cubicBezTo>
                  <a:cubicBezTo>
                    <a:pt x="6379" y="5563"/>
                    <a:pt x="6375" y="5556"/>
                    <a:pt x="6375" y="5549"/>
                  </a:cubicBezTo>
                  <a:cubicBezTo>
                    <a:pt x="6372" y="5545"/>
                    <a:pt x="6372" y="5542"/>
                    <a:pt x="6372" y="5538"/>
                  </a:cubicBezTo>
                  <a:cubicBezTo>
                    <a:pt x="6368" y="5535"/>
                    <a:pt x="6365" y="5528"/>
                    <a:pt x="6361" y="5524"/>
                  </a:cubicBezTo>
                  <a:cubicBezTo>
                    <a:pt x="6358" y="5517"/>
                    <a:pt x="6358" y="5517"/>
                    <a:pt x="6354" y="5514"/>
                  </a:cubicBezTo>
                  <a:cubicBezTo>
                    <a:pt x="6351" y="5507"/>
                    <a:pt x="6347" y="5500"/>
                    <a:pt x="6340" y="5496"/>
                  </a:cubicBezTo>
                  <a:cubicBezTo>
                    <a:pt x="6337" y="5493"/>
                    <a:pt x="6337" y="5489"/>
                    <a:pt x="6333" y="5486"/>
                  </a:cubicBezTo>
                  <a:cubicBezTo>
                    <a:pt x="6323" y="5475"/>
                    <a:pt x="6312" y="5465"/>
                    <a:pt x="6302" y="5458"/>
                  </a:cubicBezTo>
                  <a:cubicBezTo>
                    <a:pt x="6239" y="5412"/>
                    <a:pt x="6197" y="5342"/>
                    <a:pt x="6190" y="5262"/>
                  </a:cubicBezTo>
                  <a:cubicBezTo>
                    <a:pt x="6176" y="5139"/>
                    <a:pt x="6253" y="5027"/>
                    <a:pt x="6316" y="4954"/>
                  </a:cubicBezTo>
                  <a:cubicBezTo>
                    <a:pt x="6358" y="4901"/>
                    <a:pt x="6326" y="4849"/>
                    <a:pt x="6186" y="4709"/>
                  </a:cubicBezTo>
                  <a:cubicBezTo>
                    <a:pt x="6158" y="4681"/>
                    <a:pt x="6130" y="4649"/>
                    <a:pt x="6102" y="4621"/>
                  </a:cubicBezTo>
                  <a:cubicBezTo>
                    <a:pt x="5931" y="4429"/>
                    <a:pt x="6057" y="3819"/>
                    <a:pt x="6225" y="3543"/>
                  </a:cubicBezTo>
                  <a:cubicBezTo>
                    <a:pt x="6246" y="3508"/>
                    <a:pt x="6253" y="3483"/>
                    <a:pt x="6246" y="3476"/>
                  </a:cubicBezTo>
                  <a:cubicBezTo>
                    <a:pt x="6228" y="3448"/>
                    <a:pt x="6154" y="3438"/>
                    <a:pt x="6062" y="3438"/>
                  </a:cubicBezTo>
                  <a:cubicBezTo>
                    <a:pt x="5919" y="3438"/>
                    <a:pt x="5734" y="3461"/>
                    <a:pt x="5651" y="3469"/>
                  </a:cubicBezTo>
                  <a:cubicBezTo>
                    <a:pt x="5609" y="3475"/>
                    <a:pt x="5568" y="3477"/>
                    <a:pt x="5528" y="3477"/>
                  </a:cubicBezTo>
                  <a:cubicBezTo>
                    <a:pt x="5253" y="3477"/>
                    <a:pt x="5014" y="3353"/>
                    <a:pt x="4824" y="3112"/>
                  </a:cubicBezTo>
                  <a:cubicBezTo>
                    <a:pt x="4757" y="3025"/>
                    <a:pt x="4684" y="2996"/>
                    <a:pt x="4574" y="2996"/>
                  </a:cubicBezTo>
                  <a:cubicBezTo>
                    <a:pt x="4507" y="2996"/>
                    <a:pt x="4428" y="3007"/>
                    <a:pt x="4327" y="3021"/>
                  </a:cubicBezTo>
                  <a:cubicBezTo>
                    <a:pt x="4201" y="3039"/>
                    <a:pt x="4072" y="3049"/>
                    <a:pt x="3942" y="3056"/>
                  </a:cubicBezTo>
                  <a:lnTo>
                    <a:pt x="3890" y="3056"/>
                  </a:lnTo>
                  <a:cubicBezTo>
                    <a:pt x="3788" y="3053"/>
                    <a:pt x="3687" y="3011"/>
                    <a:pt x="3617" y="2937"/>
                  </a:cubicBezTo>
                  <a:cubicBezTo>
                    <a:pt x="3463" y="2766"/>
                    <a:pt x="3494" y="2475"/>
                    <a:pt x="3515" y="2300"/>
                  </a:cubicBezTo>
                  <a:lnTo>
                    <a:pt x="3519" y="2262"/>
                  </a:lnTo>
                  <a:cubicBezTo>
                    <a:pt x="3529" y="2188"/>
                    <a:pt x="3484" y="2150"/>
                    <a:pt x="3410" y="2097"/>
                  </a:cubicBezTo>
                  <a:cubicBezTo>
                    <a:pt x="3347" y="2052"/>
                    <a:pt x="3277" y="1999"/>
                    <a:pt x="3277" y="1908"/>
                  </a:cubicBezTo>
                  <a:cubicBezTo>
                    <a:pt x="3277" y="1880"/>
                    <a:pt x="3270" y="1873"/>
                    <a:pt x="3267" y="1870"/>
                  </a:cubicBezTo>
                  <a:cubicBezTo>
                    <a:pt x="3237" y="1855"/>
                    <a:pt x="3206" y="1848"/>
                    <a:pt x="3174" y="1848"/>
                  </a:cubicBezTo>
                  <a:cubicBezTo>
                    <a:pt x="3167" y="1848"/>
                    <a:pt x="3161" y="1848"/>
                    <a:pt x="3155" y="1849"/>
                  </a:cubicBezTo>
                  <a:cubicBezTo>
                    <a:pt x="3130" y="1849"/>
                    <a:pt x="3106" y="1852"/>
                    <a:pt x="3092" y="1852"/>
                  </a:cubicBezTo>
                  <a:cubicBezTo>
                    <a:pt x="3084" y="1854"/>
                    <a:pt x="3077" y="1855"/>
                    <a:pt x="3070" y="1855"/>
                  </a:cubicBezTo>
                  <a:cubicBezTo>
                    <a:pt x="3034" y="1855"/>
                    <a:pt x="3000" y="1835"/>
                    <a:pt x="2983" y="1803"/>
                  </a:cubicBezTo>
                  <a:cubicBezTo>
                    <a:pt x="2945" y="1733"/>
                    <a:pt x="2997" y="1645"/>
                    <a:pt x="3120" y="1498"/>
                  </a:cubicBezTo>
                  <a:cubicBezTo>
                    <a:pt x="3179" y="1418"/>
                    <a:pt x="3179" y="1358"/>
                    <a:pt x="3186" y="1183"/>
                  </a:cubicBezTo>
                  <a:lnTo>
                    <a:pt x="3186" y="1131"/>
                  </a:lnTo>
                  <a:cubicBezTo>
                    <a:pt x="3190" y="963"/>
                    <a:pt x="3337" y="823"/>
                    <a:pt x="3480" y="686"/>
                  </a:cubicBezTo>
                  <a:cubicBezTo>
                    <a:pt x="3554" y="620"/>
                    <a:pt x="3620" y="550"/>
                    <a:pt x="3680" y="476"/>
                  </a:cubicBezTo>
                  <a:cubicBezTo>
                    <a:pt x="3690" y="462"/>
                    <a:pt x="3701" y="448"/>
                    <a:pt x="3715" y="438"/>
                  </a:cubicBezTo>
                  <a:cubicBezTo>
                    <a:pt x="3718" y="434"/>
                    <a:pt x="3722" y="431"/>
                    <a:pt x="3729" y="424"/>
                  </a:cubicBezTo>
                  <a:cubicBezTo>
                    <a:pt x="3739" y="417"/>
                    <a:pt x="3746" y="410"/>
                    <a:pt x="3757" y="403"/>
                  </a:cubicBezTo>
                  <a:cubicBezTo>
                    <a:pt x="3764" y="399"/>
                    <a:pt x="3771" y="396"/>
                    <a:pt x="3778" y="392"/>
                  </a:cubicBezTo>
                  <a:cubicBezTo>
                    <a:pt x="3781" y="389"/>
                    <a:pt x="3795" y="378"/>
                    <a:pt x="3809" y="375"/>
                  </a:cubicBezTo>
                  <a:lnTo>
                    <a:pt x="3830" y="364"/>
                  </a:lnTo>
                  <a:cubicBezTo>
                    <a:pt x="3837" y="361"/>
                    <a:pt x="3844" y="357"/>
                    <a:pt x="3848" y="357"/>
                  </a:cubicBezTo>
                  <a:cubicBezTo>
                    <a:pt x="3883" y="294"/>
                    <a:pt x="3946" y="249"/>
                    <a:pt x="4016" y="238"/>
                  </a:cubicBezTo>
                  <a:cubicBezTo>
                    <a:pt x="4142" y="214"/>
                    <a:pt x="4215" y="161"/>
                    <a:pt x="4219" y="123"/>
                  </a:cubicBezTo>
                  <a:cubicBezTo>
                    <a:pt x="4226" y="95"/>
                    <a:pt x="4191" y="56"/>
                    <a:pt x="4131" y="21"/>
                  </a:cubicBezTo>
                  <a:cubicBezTo>
                    <a:pt x="4109" y="8"/>
                    <a:pt x="4088" y="1"/>
                    <a:pt x="4068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66" name="Google Shape;6124;p80">
              <a:extLst>
                <a:ext uri="{FF2B5EF4-FFF2-40B4-BE49-F238E27FC236}">
                  <a16:creationId xmlns:a16="http://schemas.microsoft.com/office/drawing/2014/main" id="{B7E1B5B3-B9D6-CCAB-C667-F18D7DD80A12}"/>
                </a:ext>
              </a:extLst>
            </p:cNvPr>
            <p:cNvSpPr/>
            <p:nvPr/>
          </p:nvSpPr>
          <p:spPr>
            <a:xfrm>
              <a:off x="1525392" y="2067095"/>
              <a:ext cx="54" cy="434"/>
            </a:xfrm>
            <a:custGeom>
              <a:avLst/>
              <a:gdLst/>
              <a:ahLst/>
              <a:cxnLst/>
              <a:rect l="l" t="t" r="r" b="b"/>
              <a:pathLst>
                <a:path w="4" h="32" extrusionOk="0">
                  <a:moveTo>
                    <a:pt x="4" y="0"/>
                  </a:moveTo>
                  <a:cubicBezTo>
                    <a:pt x="0" y="11"/>
                    <a:pt x="0" y="21"/>
                    <a:pt x="0" y="32"/>
                  </a:cubicBezTo>
                  <a:cubicBezTo>
                    <a:pt x="0" y="21"/>
                    <a:pt x="4" y="11"/>
                    <a:pt x="4" y="0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67" name="Google Shape;6125;p80">
              <a:extLst>
                <a:ext uri="{FF2B5EF4-FFF2-40B4-BE49-F238E27FC236}">
                  <a16:creationId xmlns:a16="http://schemas.microsoft.com/office/drawing/2014/main" id="{87CFCF01-7BC7-D53B-2F3E-2886EFC916DC}"/>
                </a:ext>
              </a:extLst>
            </p:cNvPr>
            <p:cNvSpPr/>
            <p:nvPr/>
          </p:nvSpPr>
          <p:spPr>
            <a:xfrm>
              <a:off x="1536743" y="2029771"/>
              <a:ext cx="2675" cy="679"/>
            </a:xfrm>
            <a:custGeom>
              <a:avLst/>
              <a:gdLst/>
              <a:ahLst/>
              <a:cxnLst/>
              <a:rect l="l" t="t" r="r" b="b"/>
              <a:pathLst>
                <a:path w="197" h="50" extrusionOk="0">
                  <a:moveTo>
                    <a:pt x="1" y="50"/>
                  </a:moveTo>
                  <a:cubicBezTo>
                    <a:pt x="67" y="39"/>
                    <a:pt x="134" y="22"/>
                    <a:pt x="197" y="1"/>
                  </a:cubicBezTo>
                  <a:cubicBezTo>
                    <a:pt x="134" y="22"/>
                    <a:pt x="67" y="39"/>
                    <a:pt x="1" y="50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68" name="Google Shape;6126;p80">
              <a:extLst>
                <a:ext uri="{FF2B5EF4-FFF2-40B4-BE49-F238E27FC236}">
                  <a16:creationId xmlns:a16="http://schemas.microsoft.com/office/drawing/2014/main" id="{FE1B4A69-9136-A623-866A-0EE06988540A}"/>
                </a:ext>
              </a:extLst>
            </p:cNvPr>
            <p:cNvSpPr/>
            <p:nvPr/>
          </p:nvSpPr>
          <p:spPr>
            <a:xfrm>
              <a:off x="1540124" y="2029540"/>
              <a:ext cx="109" cy="14"/>
            </a:xfrm>
            <a:custGeom>
              <a:avLst/>
              <a:gdLst/>
              <a:ahLst/>
              <a:cxnLst/>
              <a:rect l="l" t="t" r="r" b="b"/>
              <a:pathLst>
                <a:path w="8" h="1" extrusionOk="0">
                  <a:moveTo>
                    <a:pt x="0" y="0"/>
                  </a:moveTo>
                  <a:lnTo>
                    <a:pt x="7" y="0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69" name="Google Shape;6127;p80">
              <a:extLst>
                <a:ext uri="{FF2B5EF4-FFF2-40B4-BE49-F238E27FC236}">
                  <a16:creationId xmlns:a16="http://schemas.microsoft.com/office/drawing/2014/main" id="{80B87CEF-900B-8F55-F052-41CF947A80C7}"/>
                </a:ext>
              </a:extLst>
            </p:cNvPr>
            <p:cNvSpPr/>
            <p:nvPr/>
          </p:nvSpPr>
          <p:spPr>
            <a:xfrm>
              <a:off x="1536363" y="2030436"/>
              <a:ext cx="258" cy="14"/>
            </a:xfrm>
            <a:custGeom>
              <a:avLst/>
              <a:gdLst/>
              <a:ahLst/>
              <a:cxnLst/>
              <a:rect l="l" t="t" r="r" b="b"/>
              <a:pathLst>
                <a:path w="19" h="1" extrusionOk="0">
                  <a:moveTo>
                    <a:pt x="1" y="1"/>
                  </a:moveTo>
                  <a:lnTo>
                    <a:pt x="18" y="1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70" name="Google Shape;6128;p80">
              <a:extLst>
                <a:ext uri="{FF2B5EF4-FFF2-40B4-BE49-F238E27FC236}">
                  <a16:creationId xmlns:a16="http://schemas.microsoft.com/office/drawing/2014/main" id="{22EA3CC8-0E0C-1607-DCE9-BF65ECD18A31}"/>
                </a:ext>
              </a:extLst>
            </p:cNvPr>
            <p:cNvSpPr/>
            <p:nvPr/>
          </p:nvSpPr>
          <p:spPr>
            <a:xfrm>
              <a:off x="1542215" y="2028440"/>
              <a:ext cx="720" cy="353"/>
            </a:xfrm>
            <a:custGeom>
              <a:avLst/>
              <a:gdLst/>
              <a:ahLst/>
              <a:cxnLst/>
              <a:rect l="l" t="t" r="r" b="b"/>
              <a:pathLst>
                <a:path w="53" h="26" extrusionOk="0">
                  <a:moveTo>
                    <a:pt x="53" y="1"/>
                  </a:moveTo>
                  <a:lnTo>
                    <a:pt x="28" y="11"/>
                  </a:lnTo>
                  <a:lnTo>
                    <a:pt x="0" y="25"/>
                  </a:lnTo>
                  <a:lnTo>
                    <a:pt x="0" y="25"/>
                  </a:lnTo>
                  <a:lnTo>
                    <a:pt x="53" y="1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71" name="Google Shape;6129;p80">
              <a:extLst>
                <a:ext uri="{FF2B5EF4-FFF2-40B4-BE49-F238E27FC236}">
                  <a16:creationId xmlns:a16="http://schemas.microsoft.com/office/drawing/2014/main" id="{60BC78AB-E86F-5A24-0B45-95E9B53D2772}"/>
                </a:ext>
              </a:extLst>
            </p:cNvPr>
            <p:cNvSpPr/>
            <p:nvPr/>
          </p:nvSpPr>
          <p:spPr>
            <a:xfrm>
              <a:off x="1525433" y="2066335"/>
              <a:ext cx="68" cy="489"/>
            </a:xfrm>
            <a:custGeom>
              <a:avLst/>
              <a:gdLst/>
              <a:ahLst/>
              <a:cxnLst/>
              <a:rect l="l" t="t" r="r" b="b"/>
              <a:pathLst>
                <a:path w="5" h="36" extrusionOk="0">
                  <a:moveTo>
                    <a:pt x="1" y="0"/>
                  </a:moveTo>
                  <a:lnTo>
                    <a:pt x="1" y="35"/>
                  </a:lnTo>
                  <a:cubicBezTo>
                    <a:pt x="4" y="25"/>
                    <a:pt x="4" y="11"/>
                    <a:pt x="1" y="0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72" name="Google Shape;6130;p80">
              <a:extLst>
                <a:ext uri="{FF2B5EF4-FFF2-40B4-BE49-F238E27FC236}">
                  <a16:creationId xmlns:a16="http://schemas.microsoft.com/office/drawing/2014/main" id="{E32A28FE-E577-1A06-BF0D-7D07428A7E32}"/>
                </a:ext>
              </a:extLst>
            </p:cNvPr>
            <p:cNvSpPr/>
            <p:nvPr/>
          </p:nvSpPr>
          <p:spPr>
            <a:xfrm>
              <a:off x="1525487" y="2065520"/>
              <a:ext cx="54" cy="638"/>
            </a:xfrm>
            <a:custGeom>
              <a:avLst/>
              <a:gdLst/>
              <a:ahLst/>
              <a:cxnLst/>
              <a:rect l="l" t="t" r="r" b="b"/>
              <a:pathLst>
                <a:path w="4" h="47" extrusionOk="0">
                  <a:moveTo>
                    <a:pt x="0" y="1"/>
                  </a:moveTo>
                  <a:lnTo>
                    <a:pt x="0" y="46"/>
                  </a:lnTo>
                  <a:cubicBezTo>
                    <a:pt x="0" y="29"/>
                    <a:pt x="4" y="15"/>
                    <a:pt x="0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73" name="Google Shape;6131;p80">
              <a:extLst>
                <a:ext uri="{FF2B5EF4-FFF2-40B4-BE49-F238E27FC236}">
                  <a16:creationId xmlns:a16="http://schemas.microsoft.com/office/drawing/2014/main" id="{6ABE8536-C238-6C30-5C2A-378D40A60026}"/>
                </a:ext>
              </a:extLst>
            </p:cNvPr>
            <p:cNvSpPr/>
            <p:nvPr/>
          </p:nvSpPr>
          <p:spPr>
            <a:xfrm>
              <a:off x="1539459" y="2029676"/>
              <a:ext cx="339" cy="109"/>
            </a:xfrm>
            <a:custGeom>
              <a:avLst/>
              <a:gdLst/>
              <a:ahLst/>
              <a:cxnLst/>
              <a:rect l="l" t="t" r="r" b="b"/>
              <a:pathLst>
                <a:path w="25" h="8" extrusionOk="0">
                  <a:moveTo>
                    <a:pt x="0" y="8"/>
                  </a:moveTo>
                  <a:lnTo>
                    <a:pt x="25" y="1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74" name="Google Shape;6132;p80">
              <a:extLst>
                <a:ext uri="{FF2B5EF4-FFF2-40B4-BE49-F238E27FC236}">
                  <a16:creationId xmlns:a16="http://schemas.microsoft.com/office/drawing/2014/main" id="{8D68CE83-C146-DCD8-51E0-47B47C48469B}"/>
                </a:ext>
              </a:extLst>
            </p:cNvPr>
            <p:cNvSpPr/>
            <p:nvPr/>
          </p:nvSpPr>
          <p:spPr>
            <a:xfrm>
              <a:off x="1525202" y="2068521"/>
              <a:ext cx="109" cy="434"/>
            </a:xfrm>
            <a:custGeom>
              <a:avLst/>
              <a:gdLst/>
              <a:ahLst/>
              <a:cxnLst/>
              <a:rect l="l" t="t" r="r" b="b"/>
              <a:pathLst>
                <a:path w="8" h="32" extrusionOk="0">
                  <a:moveTo>
                    <a:pt x="7" y="0"/>
                  </a:moveTo>
                  <a:cubicBezTo>
                    <a:pt x="4" y="11"/>
                    <a:pt x="0" y="21"/>
                    <a:pt x="0" y="32"/>
                  </a:cubicBezTo>
                  <a:cubicBezTo>
                    <a:pt x="4" y="21"/>
                    <a:pt x="4" y="11"/>
                    <a:pt x="7" y="0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75" name="Google Shape;6133;p80">
              <a:extLst>
                <a:ext uri="{FF2B5EF4-FFF2-40B4-BE49-F238E27FC236}">
                  <a16:creationId xmlns:a16="http://schemas.microsoft.com/office/drawing/2014/main" id="{3B156AD9-6BD4-1711-ABB4-2444B0873C74}"/>
                </a:ext>
              </a:extLst>
            </p:cNvPr>
            <p:cNvSpPr/>
            <p:nvPr/>
          </p:nvSpPr>
          <p:spPr>
            <a:xfrm>
              <a:off x="1524157" y="2073178"/>
              <a:ext cx="95" cy="394"/>
            </a:xfrm>
            <a:custGeom>
              <a:avLst/>
              <a:gdLst/>
              <a:ahLst/>
              <a:cxnLst/>
              <a:rect l="l" t="t" r="r" b="b"/>
              <a:pathLst>
                <a:path w="7" h="29" extrusionOk="0">
                  <a:moveTo>
                    <a:pt x="7" y="0"/>
                  </a:moveTo>
                  <a:cubicBezTo>
                    <a:pt x="4" y="11"/>
                    <a:pt x="4" y="18"/>
                    <a:pt x="0" y="28"/>
                  </a:cubicBezTo>
                  <a:cubicBezTo>
                    <a:pt x="4" y="18"/>
                    <a:pt x="7" y="11"/>
                    <a:pt x="7" y="0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76" name="Google Shape;6134;p80">
              <a:extLst>
                <a:ext uri="{FF2B5EF4-FFF2-40B4-BE49-F238E27FC236}">
                  <a16:creationId xmlns:a16="http://schemas.microsoft.com/office/drawing/2014/main" id="{1804CD06-F9F7-0062-D43F-077F4776E4E3}"/>
                </a:ext>
              </a:extLst>
            </p:cNvPr>
            <p:cNvSpPr/>
            <p:nvPr/>
          </p:nvSpPr>
          <p:spPr>
            <a:xfrm>
              <a:off x="1525338" y="2067855"/>
              <a:ext cx="68" cy="434"/>
            </a:xfrm>
            <a:custGeom>
              <a:avLst/>
              <a:gdLst/>
              <a:ahLst/>
              <a:cxnLst/>
              <a:rect l="l" t="t" r="r" b="b"/>
              <a:pathLst>
                <a:path w="5" h="32" extrusionOk="0">
                  <a:moveTo>
                    <a:pt x="4" y="0"/>
                  </a:moveTo>
                  <a:cubicBezTo>
                    <a:pt x="1" y="7"/>
                    <a:pt x="1" y="18"/>
                    <a:pt x="1" y="32"/>
                  </a:cubicBezTo>
                  <a:cubicBezTo>
                    <a:pt x="1" y="21"/>
                    <a:pt x="1" y="11"/>
                    <a:pt x="4" y="0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77" name="Google Shape;6135;p80">
              <a:extLst>
                <a:ext uri="{FF2B5EF4-FFF2-40B4-BE49-F238E27FC236}">
                  <a16:creationId xmlns:a16="http://schemas.microsoft.com/office/drawing/2014/main" id="{AD2A1F2C-799B-3B27-68DE-7ADCFE10BE73}"/>
                </a:ext>
              </a:extLst>
            </p:cNvPr>
            <p:cNvSpPr/>
            <p:nvPr/>
          </p:nvSpPr>
          <p:spPr>
            <a:xfrm>
              <a:off x="1524483" y="2071983"/>
              <a:ext cx="163" cy="448"/>
            </a:xfrm>
            <a:custGeom>
              <a:avLst/>
              <a:gdLst/>
              <a:ahLst/>
              <a:cxnLst/>
              <a:rect l="l" t="t" r="r" b="b"/>
              <a:pathLst>
                <a:path w="12" h="33" extrusionOk="0">
                  <a:moveTo>
                    <a:pt x="11" y="1"/>
                  </a:moveTo>
                  <a:lnTo>
                    <a:pt x="1" y="32"/>
                  </a:lnTo>
                  <a:cubicBezTo>
                    <a:pt x="4" y="25"/>
                    <a:pt x="8" y="15"/>
                    <a:pt x="11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78" name="Google Shape;6136;p80">
              <a:extLst>
                <a:ext uri="{FF2B5EF4-FFF2-40B4-BE49-F238E27FC236}">
                  <a16:creationId xmlns:a16="http://schemas.microsoft.com/office/drawing/2014/main" id="{3210FA39-26A3-B226-0C58-C30D078629EF}"/>
                </a:ext>
              </a:extLst>
            </p:cNvPr>
            <p:cNvSpPr/>
            <p:nvPr/>
          </p:nvSpPr>
          <p:spPr>
            <a:xfrm>
              <a:off x="1523953" y="2073653"/>
              <a:ext cx="163" cy="339"/>
            </a:xfrm>
            <a:custGeom>
              <a:avLst/>
              <a:gdLst/>
              <a:ahLst/>
              <a:cxnLst/>
              <a:rect l="l" t="t" r="r" b="b"/>
              <a:pathLst>
                <a:path w="12" h="25" extrusionOk="0">
                  <a:moveTo>
                    <a:pt x="1" y="25"/>
                  </a:moveTo>
                  <a:cubicBezTo>
                    <a:pt x="4" y="18"/>
                    <a:pt x="8" y="11"/>
                    <a:pt x="12" y="0"/>
                  </a:cubicBezTo>
                  <a:cubicBezTo>
                    <a:pt x="8" y="11"/>
                    <a:pt x="4" y="18"/>
                    <a:pt x="1" y="25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79" name="Google Shape;6137;p80">
              <a:extLst>
                <a:ext uri="{FF2B5EF4-FFF2-40B4-BE49-F238E27FC236}">
                  <a16:creationId xmlns:a16="http://schemas.microsoft.com/office/drawing/2014/main" id="{30A3B9E6-2E09-74AF-CBA8-8FEE8FF97545}"/>
                </a:ext>
              </a:extLst>
            </p:cNvPr>
            <p:cNvSpPr/>
            <p:nvPr/>
          </p:nvSpPr>
          <p:spPr>
            <a:xfrm>
              <a:off x="1523532" y="2074603"/>
              <a:ext cx="14" cy="14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0" y="0"/>
                  </a:move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80" name="Google Shape;6138;p80">
              <a:extLst>
                <a:ext uri="{FF2B5EF4-FFF2-40B4-BE49-F238E27FC236}">
                  <a16:creationId xmlns:a16="http://schemas.microsoft.com/office/drawing/2014/main" id="{40B53B68-C034-2791-952C-A704F0D95220}"/>
                </a:ext>
              </a:extLst>
            </p:cNvPr>
            <p:cNvSpPr/>
            <p:nvPr/>
          </p:nvSpPr>
          <p:spPr>
            <a:xfrm>
              <a:off x="1523573" y="2074413"/>
              <a:ext cx="163" cy="149"/>
            </a:xfrm>
            <a:custGeom>
              <a:avLst/>
              <a:gdLst/>
              <a:ahLst/>
              <a:cxnLst/>
              <a:rect l="l" t="t" r="r" b="b"/>
              <a:pathLst>
                <a:path w="12" h="11" extrusionOk="0">
                  <a:moveTo>
                    <a:pt x="1" y="11"/>
                  </a:moveTo>
                  <a:cubicBezTo>
                    <a:pt x="4" y="7"/>
                    <a:pt x="8" y="4"/>
                    <a:pt x="11" y="0"/>
                  </a:cubicBezTo>
                  <a:cubicBezTo>
                    <a:pt x="8" y="4"/>
                    <a:pt x="4" y="7"/>
                    <a:pt x="1" y="1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81" name="Google Shape;6139;p80">
              <a:extLst>
                <a:ext uri="{FF2B5EF4-FFF2-40B4-BE49-F238E27FC236}">
                  <a16:creationId xmlns:a16="http://schemas.microsoft.com/office/drawing/2014/main" id="{916B0EB2-C49F-322F-F0CC-D63AF7BB1ED2}"/>
                </a:ext>
              </a:extLst>
            </p:cNvPr>
            <p:cNvSpPr/>
            <p:nvPr/>
          </p:nvSpPr>
          <p:spPr>
            <a:xfrm>
              <a:off x="1523763" y="2074074"/>
              <a:ext cx="163" cy="258"/>
            </a:xfrm>
            <a:custGeom>
              <a:avLst/>
              <a:gdLst/>
              <a:ahLst/>
              <a:cxnLst/>
              <a:rect l="l" t="t" r="r" b="b"/>
              <a:pathLst>
                <a:path w="12" h="19" extrusionOk="0">
                  <a:moveTo>
                    <a:pt x="1" y="18"/>
                  </a:moveTo>
                  <a:cubicBezTo>
                    <a:pt x="4" y="15"/>
                    <a:pt x="8" y="8"/>
                    <a:pt x="11" y="1"/>
                  </a:cubicBezTo>
                  <a:cubicBezTo>
                    <a:pt x="8" y="8"/>
                    <a:pt x="4" y="15"/>
                    <a:pt x="1" y="18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82" name="Google Shape;6140;p80">
              <a:extLst>
                <a:ext uri="{FF2B5EF4-FFF2-40B4-BE49-F238E27FC236}">
                  <a16:creationId xmlns:a16="http://schemas.microsoft.com/office/drawing/2014/main" id="{A0A660E4-6DC4-4E64-9210-B599FC5EC123}"/>
                </a:ext>
              </a:extLst>
            </p:cNvPr>
            <p:cNvSpPr/>
            <p:nvPr/>
          </p:nvSpPr>
          <p:spPr>
            <a:xfrm>
              <a:off x="1524347" y="2072608"/>
              <a:ext cx="95" cy="434"/>
            </a:xfrm>
            <a:custGeom>
              <a:avLst/>
              <a:gdLst/>
              <a:ahLst/>
              <a:cxnLst/>
              <a:rect l="l" t="t" r="r" b="b"/>
              <a:pathLst>
                <a:path w="7" h="32" extrusionOk="0">
                  <a:moveTo>
                    <a:pt x="0" y="32"/>
                  </a:moveTo>
                  <a:cubicBezTo>
                    <a:pt x="0" y="21"/>
                    <a:pt x="4" y="11"/>
                    <a:pt x="7" y="0"/>
                  </a:cubicBezTo>
                  <a:cubicBezTo>
                    <a:pt x="4" y="11"/>
                    <a:pt x="0" y="21"/>
                    <a:pt x="0" y="32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83" name="Google Shape;6141;p80">
              <a:extLst>
                <a:ext uri="{FF2B5EF4-FFF2-40B4-BE49-F238E27FC236}">
                  <a16:creationId xmlns:a16="http://schemas.microsoft.com/office/drawing/2014/main" id="{8875A8D6-79F3-3F36-8C33-94B0B624AB7C}"/>
                </a:ext>
              </a:extLst>
            </p:cNvPr>
            <p:cNvSpPr/>
            <p:nvPr/>
          </p:nvSpPr>
          <p:spPr>
            <a:xfrm>
              <a:off x="1525107" y="2069281"/>
              <a:ext cx="54" cy="434"/>
            </a:xfrm>
            <a:custGeom>
              <a:avLst/>
              <a:gdLst/>
              <a:ahLst/>
              <a:cxnLst/>
              <a:rect l="l" t="t" r="r" b="b"/>
              <a:pathLst>
                <a:path w="4" h="32" extrusionOk="0">
                  <a:moveTo>
                    <a:pt x="0" y="32"/>
                  </a:moveTo>
                  <a:cubicBezTo>
                    <a:pt x="0" y="21"/>
                    <a:pt x="4" y="11"/>
                    <a:pt x="4" y="0"/>
                  </a:cubicBezTo>
                  <a:cubicBezTo>
                    <a:pt x="4" y="11"/>
                    <a:pt x="0" y="21"/>
                    <a:pt x="0" y="32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84" name="Google Shape;6142;p80">
              <a:extLst>
                <a:ext uri="{FF2B5EF4-FFF2-40B4-BE49-F238E27FC236}">
                  <a16:creationId xmlns:a16="http://schemas.microsoft.com/office/drawing/2014/main" id="{9C84A123-5544-71ED-3437-14D13A2018BA}"/>
                </a:ext>
              </a:extLst>
            </p:cNvPr>
            <p:cNvSpPr/>
            <p:nvPr/>
          </p:nvSpPr>
          <p:spPr>
            <a:xfrm>
              <a:off x="1524822" y="2070707"/>
              <a:ext cx="95" cy="434"/>
            </a:xfrm>
            <a:custGeom>
              <a:avLst/>
              <a:gdLst/>
              <a:ahLst/>
              <a:cxnLst/>
              <a:rect l="l" t="t" r="r" b="b"/>
              <a:pathLst>
                <a:path w="7" h="32" extrusionOk="0">
                  <a:moveTo>
                    <a:pt x="7" y="0"/>
                  </a:moveTo>
                  <a:cubicBezTo>
                    <a:pt x="4" y="11"/>
                    <a:pt x="0" y="21"/>
                    <a:pt x="0" y="32"/>
                  </a:cubicBezTo>
                  <a:cubicBezTo>
                    <a:pt x="4" y="21"/>
                    <a:pt x="4" y="11"/>
                    <a:pt x="7" y="0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85" name="Google Shape;6143;p80">
              <a:extLst>
                <a:ext uri="{FF2B5EF4-FFF2-40B4-BE49-F238E27FC236}">
                  <a16:creationId xmlns:a16="http://schemas.microsoft.com/office/drawing/2014/main" id="{4EA22171-290A-A318-1862-3298745883F2}"/>
                </a:ext>
              </a:extLst>
            </p:cNvPr>
            <p:cNvSpPr/>
            <p:nvPr/>
          </p:nvSpPr>
          <p:spPr>
            <a:xfrm>
              <a:off x="1524958" y="2069987"/>
              <a:ext cx="109" cy="448"/>
            </a:xfrm>
            <a:custGeom>
              <a:avLst/>
              <a:gdLst/>
              <a:ahLst/>
              <a:cxnLst/>
              <a:rect l="l" t="t" r="r" b="b"/>
              <a:pathLst>
                <a:path w="8" h="33" extrusionOk="0">
                  <a:moveTo>
                    <a:pt x="8" y="1"/>
                  </a:moveTo>
                  <a:lnTo>
                    <a:pt x="8" y="1"/>
                  </a:lnTo>
                  <a:cubicBezTo>
                    <a:pt x="4" y="11"/>
                    <a:pt x="1" y="22"/>
                    <a:pt x="1" y="32"/>
                  </a:cubicBezTo>
                  <a:cubicBezTo>
                    <a:pt x="4" y="22"/>
                    <a:pt x="4" y="11"/>
                    <a:pt x="8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86" name="Google Shape;6144;p80">
              <a:extLst>
                <a:ext uri="{FF2B5EF4-FFF2-40B4-BE49-F238E27FC236}">
                  <a16:creationId xmlns:a16="http://schemas.microsoft.com/office/drawing/2014/main" id="{1ADB2855-F99A-94C4-0384-9A44A52D2F11}"/>
                </a:ext>
              </a:extLst>
            </p:cNvPr>
            <p:cNvSpPr/>
            <p:nvPr/>
          </p:nvSpPr>
          <p:spPr>
            <a:xfrm>
              <a:off x="1524673" y="2071372"/>
              <a:ext cx="109" cy="489"/>
            </a:xfrm>
            <a:custGeom>
              <a:avLst/>
              <a:gdLst/>
              <a:ahLst/>
              <a:cxnLst/>
              <a:rect l="l" t="t" r="r" b="b"/>
              <a:pathLst>
                <a:path w="8" h="36" extrusionOk="0">
                  <a:moveTo>
                    <a:pt x="8" y="0"/>
                  </a:moveTo>
                  <a:cubicBezTo>
                    <a:pt x="4" y="11"/>
                    <a:pt x="1" y="21"/>
                    <a:pt x="1" y="35"/>
                  </a:cubicBezTo>
                  <a:cubicBezTo>
                    <a:pt x="1" y="25"/>
                    <a:pt x="4" y="14"/>
                    <a:pt x="8" y="0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87" name="Google Shape;6145;p80">
              <a:extLst>
                <a:ext uri="{FF2B5EF4-FFF2-40B4-BE49-F238E27FC236}">
                  <a16:creationId xmlns:a16="http://schemas.microsoft.com/office/drawing/2014/main" id="{03DD4F03-739E-0641-C1C7-9AB3392D9B7B}"/>
                </a:ext>
              </a:extLst>
            </p:cNvPr>
            <p:cNvSpPr/>
            <p:nvPr/>
          </p:nvSpPr>
          <p:spPr>
            <a:xfrm>
              <a:off x="1467063" y="1987667"/>
              <a:ext cx="204" cy="204"/>
            </a:xfrm>
            <a:custGeom>
              <a:avLst/>
              <a:gdLst/>
              <a:ahLst/>
              <a:cxnLst/>
              <a:rect l="l" t="t" r="r" b="b"/>
              <a:pathLst>
                <a:path w="15" h="15" extrusionOk="0">
                  <a:moveTo>
                    <a:pt x="0" y="14"/>
                  </a:moveTo>
                  <a:lnTo>
                    <a:pt x="14" y="0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88" name="Google Shape;6146;p80">
              <a:extLst>
                <a:ext uri="{FF2B5EF4-FFF2-40B4-BE49-F238E27FC236}">
                  <a16:creationId xmlns:a16="http://schemas.microsoft.com/office/drawing/2014/main" id="{8FCA4A16-CEA9-3E44-160E-D489C17B37E1}"/>
                </a:ext>
              </a:extLst>
            </p:cNvPr>
            <p:cNvSpPr/>
            <p:nvPr/>
          </p:nvSpPr>
          <p:spPr>
            <a:xfrm>
              <a:off x="1467783" y="1986906"/>
              <a:ext cx="244" cy="299"/>
            </a:xfrm>
            <a:custGeom>
              <a:avLst/>
              <a:gdLst/>
              <a:ahLst/>
              <a:cxnLst/>
              <a:rect l="l" t="t" r="r" b="b"/>
              <a:pathLst>
                <a:path w="18" h="22" extrusionOk="0">
                  <a:moveTo>
                    <a:pt x="0" y="21"/>
                  </a:moveTo>
                  <a:lnTo>
                    <a:pt x="18" y="0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89" name="Google Shape;6147;p80">
              <a:extLst>
                <a:ext uri="{FF2B5EF4-FFF2-40B4-BE49-F238E27FC236}">
                  <a16:creationId xmlns:a16="http://schemas.microsoft.com/office/drawing/2014/main" id="{CC2F3312-1F9C-1225-6FDB-C4F52C584AAC}"/>
                </a:ext>
              </a:extLst>
            </p:cNvPr>
            <p:cNvSpPr/>
            <p:nvPr/>
          </p:nvSpPr>
          <p:spPr>
            <a:xfrm>
              <a:off x="1466724" y="1987993"/>
              <a:ext cx="204" cy="204"/>
            </a:xfrm>
            <a:custGeom>
              <a:avLst/>
              <a:gdLst/>
              <a:ahLst/>
              <a:cxnLst/>
              <a:rect l="l" t="t" r="r" b="b"/>
              <a:pathLst>
                <a:path w="15" h="15" extrusionOk="0">
                  <a:moveTo>
                    <a:pt x="1" y="15"/>
                  </a:moveTo>
                  <a:lnTo>
                    <a:pt x="15" y="1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90" name="Google Shape;6148;p80">
              <a:extLst>
                <a:ext uri="{FF2B5EF4-FFF2-40B4-BE49-F238E27FC236}">
                  <a16:creationId xmlns:a16="http://schemas.microsoft.com/office/drawing/2014/main" id="{A8C4937B-355F-536E-B5B6-27A7522CB8D9}"/>
                </a:ext>
              </a:extLst>
            </p:cNvPr>
            <p:cNvSpPr/>
            <p:nvPr/>
          </p:nvSpPr>
          <p:spPr>
            <a:xfrm>
              <a:off x="1467389" y="1987287"/>
              <a:ext cx="258" cy="244"/>
            </a:xfrm>
            <a:custGeom>
              <a:avLst/>
              <a:gdLst/>
              <a:ahLst/>
              <a:cxnLst/>
              <a:rect l="l" t="t" r="r" b="b"/>
              <a:pathLst>
                <a:path w="19" h="18" extrusionOk="0">
                  <a:moveTo>
                    <a:pt x="1" y="18"/>
                  </a:moveTo>
                  <a:lnTo>
                    <a:pt x="19" y="0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91" name="Google Shape;6149;p80">
              <a:extLst>
                <a:ext uri="{FF2B5EF4-FFF2-40B4-BE49-F238E27FC236}">
                  <a16:creationId xmlns:a16="http://schemas.microsoft.com/office/drawing/2014/main" id="{7DEFFF5B-39F4-403D-0091-C27E9A15B599}"/>
                </a:ext>
              </a:extLst>
            </p:cNvPr>
            <p:cNvSpPr/>
            <p:nvPr/>
          </p:nvSpPr>
          <p:spPr>
            <a:xfrm>
              <a:off x="1468163" y="1986662"/>
              <a:ext cx="149" cy="163"/>
            </a:xfrm>
            <a:custGeom>
              <a:avLst/>
              <a:gdLst/>
              <a:ahLst/>
              <a:cxnLst/>
              <a:rect l="l" t="t" r="r" b="b"/>
              <a:pathLst>
                <a:path w="11" h="12" extrusionOk="0">
                  <a:moveTo>
                    <a:pt x="0" y="11"/>
                  </a:moveTo>
                  <a:lnTo>
                    <a:pt x="11" y="1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92" name="Google Shape;6150;p80">
              <a:extLst>
                <a:ext uri="{FF2B5EF4-FFF2-40B4-BE49-F238E27FC236}">
                  <a16:creationId xmlns:a16="http://schemas.microsoft.com/office/drawing/2014/main" id="{DE22935B-088D-6681-080A-C2555D76801F}"/>
                </a:ext>
              </a:extLst>
            </p:cNvPr>
            <p:cNvSpPr/>
            <p:nvPr/>
          </p:nvSpPr>
          <p:spPr>
            <a:xfrm>
              <a:off x="1469344" y="1985481"/>
              <a:ext cx="353" cy="299"/>
            </a:xfrm>
            <a:custGeom>
              <a:avLst/>
              <a:gdLst/>
              <a:ahLst/>
              <a:cxnLst/>
              <a:rect l="l" t="t" r="r" b="b"/>
              <a:pathLst>
                <a:path w="26" h="22" extrusionOk="0">
                  <a:moveTo>
                    <a:pt x="25" y="0"/>
                  </a:moveTo>
                  <a:cubicBezTo>
                    <a:pt x="15" y="7"/>
                    <a:pt x="8" y="14"/>
                    <a:pt x="1" y="21"/>
                  </a:cubicBezTo>
                  <a:cubicBezTo>
                    <a:pt x="8" y="14"/>
                    <a:pt x="18" y="7"/>
                    <a:pt x="25" y="0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93" name="Google Shape;6151;p80">
              <a:extLst>
                <a:ext uri="{FF2B5EF4-FFF2-40B4-BE49-F238E27FC236}">
                  <a16:creationId xmlns:a16="http://schemas.microsoft.com/office/drawing/2014/main" id="{7128A036-9E9E-4494-7719-78179C5A1C90}"/>
                </a:ext>
              </a:extLst>
            </p:cNvPr>
            <p:cNvSpPr/>
            <p:nvPr/>
          </p:nvSpPr>
          <p:spPr>
            <a:xfrm>
              <a:off x="1465828" y="1988997"/>
              <a:ext cx="109" cy="109"/>
            </a:xfrm>
            <a:custGeom>
              <a:avLst/>
              <a:gdLst/>
              <a:ahLst/>
              <a:cxnLst/>
              <a:rect l="l" t="t" r="r" b="b"/>
              <a:pathLst>
                <a:path w="8" h="8" extrusionOk="0">
                  <a:moveTo>
                    <a:pt x="0" y="7"/>
                  </a:moveTo>
                  <a:lnTo>
                    <a:pt x="7" y="0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94" name="Google Shape;6152;p80">
              <a:extLst>
                <a:ext uri="{FF2B5EF4-FFF2-40B4-BE49-F238E27FC236}">
                  <a16:creationId xmlns:a16="http://schemas.microsoft.com/office/drawing/2014/main" id="{D1ABD102-9CFB-FCBB-01F0-3F67046D5E93}"/>
                </a:ext>
              </a:extLst>
            </p:cNvPr>
            <p:cNvSpPr/>
            <p:nvPr/>
          </p:nvSpPr>
          <p:spPr>
            <a:xfrm>
              <a:off x="1466059" y="1988658"/>
              <a:ext cx="204" cy="204"/>
            </a:xfrm>
            <a:custGeom>
              <a:avLst/>
              <a:gdLst/>
              <a:ahLst/>
              <a:cxnLst/>
              <a:rect l="l" t="t" r="r" b="b"/>
              <a:pathLst>
                <a:path w="15" h="15" extrusionOk="0">
                  <a:moveTo>
                    <a:pt x="1" y="15"/>
                  </a:moveTo>
                  <a:lnTo>
                    <a:pt x="15" y="1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95" name="Google Shape;6153;p80">
              <a:extLst>
                <a:ext uri="{FF2B5EF4-FFF2-40B4-BE49-F238E27FC236}">
                  <a16:creationId xmlns:a16="http://schemas.microsoft.com/office/drawing/2014/main" id="{9A3ABFF5-3D49-1151-81F0-0B1B3FABB5ED}"/>
                </a:ext>
              </a:extLst>
            </p:cNvPr>
            <p:cNvSpPr/>
            <p:nvPr/>
          </p:nvSpPr>
          <p:spPr>
            <a:xfrm>
              <a:off x="1466398" y="1988332"/>
              <a:ext cx="204" cy="204"/>
            </a:xfrm>
            <a:custGeom>
              <a:avLst/>
              <a:gdLst/>
              <a:ahLst/>
              <a:cxnLst/>
              <a:rect l="l" t="t" r="r" b="b"/>
              <a:pathLst>
                <a:path w="15" h="15" extrusionOk="0">
                  <a:moveTo>
                    <a:pt x="0" y="14"/>
                  </a:moveTo>
                  <a:lnTo>
                    <a:pt x="14" y="0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96" name="Google Shape;6154;p80">
              <a:extLst>
                <a:ext uri="{FF2B5EF4-FFF2-40B4-BE49-F238E27FC236}">
                  <a16:creationId xmlns:a16="http://schemas.microsoft.com/office/drawing/2014/main" id="{9E8C7D4D-369B-697D-022E-B5D4748FB077}"/>
                </a:ext>
              </a:extLst>
            </p:cNvPr>
            <p:cNvSpPr/>
            <p:nvPr/>
          </p:nvSpPr>
          <p:spPr>
            <a:xfrm>
              <a:off x="1470010" y="1984476"/>
              <a:ext cx="258" cy="489"/>
            </a:xfrm>
            <a:custGeom>
              <a:avLst/>
              <a:gdLst/>
              <a:ahLst/>
              <a:cxnLst/>
              <a:rect l="l" t="t" r="r" b="b"/>
              <a:pathLst>
                <a:path w="19" h="36" extrusionOk="0">
                  <a:moveTo>
                    <a:pt x="1" y="36"/>
                  </a:moveTo>
                  <a:cubicBezTo>
                    <a:pt x="8" y="25"/>
                    <a:pt x="11" y="15"/>
                    <a:pt x="18" y="1"/>
                  </a:cubicBezTo>
                  <a:cubicBezTo>
                    <a:pt x="11" y="15"/>
                    <a:pt x="8" y="25"/>
                    <a:pt x="1" y="36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97" name="Google Shape;6155;p80">
              <a:extLst>
                <a:ext uri="{FF2B5EF4-FFF2-40B4-BE49-F238E27FC236}">
                  <a16:creationId xmlns:a16="http://schemas.microsoft.com/office/drawing/2014/main" id="{6E4D5A06-F366-025C-0C6F-E3C9EA925926}"/>
                </a:ext>
              </a:extLst>
            </p:cNvPr>
            <p:cNvSpPr/>
            <p:nvPr/>
          </p:nvSpPr>
          <p:spPr>
            <a:xfrm>
              <a:off x="1468448" y="1986377"/>
              <a:ext cx="149" cy="163"/>
            </a:xfrm>
            <a:custGeom>
              <a:avLst/>
              <a:gdLst/>
              <a:ahLst/>
              <a:cxnLst/>
              <a:rect l="l" t="t" r="r" b="b"/>
              <a:pathLst>
                <a:path w="11" h="12" extrusionOk="0">
                  <a:moveTo>
                    <a:pt x="0" y="11"/>
                  </a:moveTo>
                  <a:lnTo>
                    <a:pt x="11" y="1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98" name="Google Shape;6156;p80">
              <a:extLst>
                <a:ext uri="{FF2B5EF4-FFF2-40B4-BE49-F238E27FC236}">
                  <a16:creationId xmlns:a16="http://schemas.microsoft.com/office/drawing/2014/main" id="{A6C664DF-BA53-28BD-74B8-CA2CA9D326FB}"/>
                </a:ext>
              </a:extLst>
            </p:cNvPr>
            <p:cNvSpPr/>
            <p:nvPr/>
          </p:nvSpPr>
          <p:spPr>
            <a:xfrm>
              <a:off x="1469154" y="1985766"/>
              <a:ext cx="204" cy="149"/>
            </a:xfrm>
            <a:custGeom>
              <a:avLst/>
              <a:gdLst/>
              <a:ahLst/>
              <a:cxnLst/>
              <a:rect l="l" t="t" r="r" b="b"/>
              <a:pathLst>
                <a:path w="15" h="11" extrusionOk="0">
                  <a:moveTo>
                    <a:pt x="1" y="11"/>
                  </a:moveTo>
                  <a:lnTo>
                    <a:pt x="15" y="0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99" name="Google Shape;6157;p80">
              <a:extLst>
                <a:ext uri="{FF2B5EF4-FFF2-40B4-BE49-F238E27FC236}">
                  <a16:creationId xmlns:a16="http://schemas.microsoft.com/office/drawing/2014/main" id="{9B144E99-C479-86AA-2768-8D385364760D}"/>
                </a:ext>
              </a:extLst>
            </p:cNvPr>
            <p:cNvSpPr/>
            <p:nvPr/>
          </p:nvSpPr>
          <p:spPr>
            <a:xfrm>
              <a:off x="1470295" y="1983811"/>
              <a:ext cx="204" cy="584"/>
            </a:xfrm>
            <a:custGeom>
              <a:avLst/>
              <a:gdLst/>
              <a:ahLst/>
              <a:cxnLst/>
              <a:rect l="l" t="t" r="r" b="b"/>
              <a:pathLst>
                <a:path w="15" h="43" extrusionOk="0">
                  <a:moveTo>
                    <a:pt x="1" y="43"/>
                  </a:moveTo>
                  <a:cubicBezTo>
                    <a:pt x="4" y="29"/>
                    <a:pt x="11" y="15"/>
                    <a:pt x="15" y="1"/>
                  </a:cubicBezTo>
                  <a:cubicBezTo>
                    <a:pt x="11" y="15"/>
                    <a:pt x="4" y="29"/>
                    <a:pt x="1" y="43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00" name="Google Shape;6158;p80">
              <a:extLst>
                <a:ext uri="{FF2B5EF4-FFF2-40B4-BE49-F238E27FC236}">
                  <a16:creationId xmlns:a16="http://schemas.microsoft.com/office/drawing/2014/main" id="{2FC4D532-866D-E52E-8806-BD5F0EEE0CEF}"/>
                </a:ext>
              </a:extLst>
            </p:cNvPr>
            <p:cNvSpPr/>
            <p:nvPr/>
          </p:nvSpPr>
          <p:spPr>
            <a:xfrm>
              <a:off x="1469725" y="1985006"/>
              <a:ext cx="299" cy="394"/>
            </a:xfrm>
            <a:custGeom>
              <a:avLst/>
              <a:gdLst/>
              <a:ahLst/>
              <a:cxnLst/>
              <a:rect l="l" t="t" r="r" b="b"/>
              <a:pathLst>
                <a:path w="22" h="29" extrusionOk="0">
                  <a:moveTo>
                    <a:pt x="1" y="28"/>
                  </a:moveTo>
                  <a:cubicBezTo>
                    <a:pt x="8" y="18"/>
                    <a:pt x="15" y="11"/>
                    <a:pt x="22" y="0"/>
                  </a:cubicBezTo>
                  <a:cubicBezTo>
                    <a:pt x="15" y="11"/>
                    <a:pt x="8" y="18"/>
                    <a:pt x="1" y="28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01" name="Google Shape;6159;p80">
              <a:extLst>
                <a:ext uri="{FF2B5EF4-FFF2-40B4-BE49-F238E27FC236}">
                  <a16:creationId xmlns:a16="http://schemas.microsoft.com/office/drawing/2014/main" id="{CAFF8299-37A6-45F5-9AB2-A78478EB3FE7}"/>
                </a:ext>
              </a:extLst>
            </p:cNvPr>
            <p:cNvSpPr/>
            <p:nvPr/>
          </p:nvSpPr>
          <p:spPr>
            <a:xfrm>
              <a:off x="1468679" y="1986146"/>
              <a:ext cx="163" cy="149"/>
            </a:xfrm>
            <a:custGeom>
              <a:avLst/>
              <a:gdLst/>
              <a:ahLst/>
              <a:cxnLst/>
              <a:rect l="l" t="t" r="r" b="b"/>
              <a:pathLst>
                <a:path w="12" h="11" extrusionOk="0">
                  <a:moveTo>
                    <a:pt x="1" y="11"/>
                  </a:moveTo>
                  <a:lnTo>
                    <a:pt x="11" y="0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02" name="Google Shape;6160;p80">
              <a:extLst>
                <a:ext uri="{FF2B5EF4-FFF2-40B4-BE49-F238E27FC236}">
                  <a16:creationId xmlns:a16="http://schemas.microsoft.com/office/drawing/2014/main" id="{9FE656F3-6466-D79B-4CDD-8C4B98DD0B9D}"/>
                </a:ext>
              </a:extLst>
            </p:cNvPr>
            <p:cNvSpPr/>
            <p:nvPr/>
          </p:nvSpPr>
          <p:spPr>
            <a:xfrm>
              <a:off x="1468964" y="1985956"/>
              <a:ext cx="163" cy="149"/>
            </a:xfrm>
            <a:custGeom>
              <a:avLst/>
              <a:gdLst/>
              <a:ahLst/>
              <a:cxnLst/>
              <a:rect l="l" t="t" r="r" b="b"/>
              <a:pathLst>
                <a:path w="12" h="11" extrusionOk="0">
                  <a:moveTo>
                    <a:pt x="1" y="11"/>
                  </a:moveTo>
                  <a:lnTo>
                    <a:pt x="11" y="0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03" name="Google Shape;6161;p80">
              <a:extLst>
                <a:ext uri="{FF2B5EF4-FFF2-40B4-BE49-F238E27FC236}">
                  <a16:creationId xmlns:a16="http://schemas.microsoft.com/office/drawing/2014/main" id="{212F812C-1E0F-9DB0-0813-260D1A799F51}"/>
                </a:ext>
              </a:extLst>
            </p:cNvPr>
            <p:cNvSpPr/>
            <p:nvPr/>
          </p:nvSpPr>
          <p:spPr>
            <a:xfrm>
              <a:off x="1527008" y="2118853"/>
              <a:ext cx="88322" cy="99360"/>
            </a:xfrm>
            <a:custGeom>
              <a:avLst/>
              <a:gdLst/>
              <a:ahLst/>
              <a:cxnLst/>
              <a:rect l="l" t="t" r="r" b="b"/>
              <a:pathLst>
                <a:path w="6505" h="7318" extrusionOk="0">
                  <a:moveTo>
                    <a:pt x="2265" y="1"/>
                  </a:moveTo>
                  <a:cubicBezTo>
                    <a:pt x="2192" y="1"/>
                    <a:pt x="2122" y="8"/>
                    <a:pt x="2048" y="22"/>
                  </a:cubicBezTo>
                  <a:cubicBezTo>
                    <a:pt x="1971" y="36"/>
                    <a:pt x="1891" y="46"/>
                    <a:pt x="1810" y="46"/>
                  </a:cubicBezTo>
                  <a:cubicBezTo>
                    <a:pt x="1663" y="46"/>
                    <a:pt x="1505" y="144"/>
                    <a:pt x="1337" y="246"/>
                  </a:cubicBezTo>
                  <a:cubicBezTo>
                    <a:pt x="1292" y="274"/>
                    <a:pt x="1243" y="302"/>
                    <a:pt x="1197" y="330"/>
                  </a:cubicBezTo>
                  <a:cubicBezTo>
                    <a:pt x="1113" y="375"/>
                    <a:pt x="1029" y="417"/>
                    <a:pt x="942" y="449"/>
                  </a:cubicBezTo>
                  <a:cubicBezTo>
                    <a:pt x="910" y="463"/>
                    <a:pt x="882" y="473"/>
                    <a:pt x="854" y="484"/>
                  </a:cubicBezTo>
                  <a:cubicBezTo>
                    <a:pt x="812" y="505"/>
                    <a:pt x="774" y="529"/>
                    <a:pt x="739" y="561"/>
                  </a:cubicBezTo>
                  <a:cubicBezTo>
                    <a:pt x="651" y="652"/>
                    <a:pt x="529" y="708"/>
                    <a:pt x="403" y="718"/>
                  </a:cubicBezTo>
                  <a:cubicBezTo>
                    <a:pt x="390" y="720"/>
                    <a:pt x="377" y="721"/>
                    <a:pt x="364" y="721"/>
                  </a:cubicBezTo>
                  <a:cubicBezTo>
                    <a:pt x="351" y="721"/>
                    <a:pt x="338" y="720"/>
                    <a:pt x="326" y="718"/>
                  </a:cubicBezTo>
                  <a:cubicBezTo>
                    <a:pt x="284" y="715"/>
                    <a:pt x="242" y="708"/>
                    <a:pt x="203" y="690"/>
                  </a:cubicBezTo>
                  <a:lnTo>
                    <a:pt x="175" y="683"/>
                  </a:lnTo>
                  <a:lnTo>
                    <a:pt x="165" y="680"/>
                  </a:lnTo>
                  <a:lnTo>
                    <a:pt x="154" y="676"/>
                  </a:lnTo>
                  <a:lnTo>
                    <a:pt x="158" y="690"/>
                  </a:lnTo>
                  <a:lnTo>
                    <a:pt x="186" y="746"/>
                  </a:lnTo>
                  <a:lnTo>
                    <a:pt x="196" y="764"/>
                  </a:lnTo>
                  <a:lnTo>
                    <a:pt x="235" y="837"/>
                  </a:lnTo>
                  <a:lnTo>
                    <a:pt x="238" y="848"/>
                  </a:lnTo>
                  <a:lnTo>
                    <a:pt x="273" y="918"/>
                  </a:lnTo>
                  <a:lnTo>
                    <a:pt x="284" y="935"/>
                  </a:lnTo>
                  <a:lnTo>
                    <a:pt x="322" y="1009"/>
                  </a:lnTo>
                  <a:cubicBezTo>
                    <a:pt x="382" y="1114"/>
                    <a:pt x="434" y="1222"/>
                    <a:pt x="483" y="1334"/>
                  </a:cubicBezTo>
                  <a:cubicBezTo>
                    <a:pt x="550" y="1520"/>
                    <a:pt x="434" y="1607"/>
                    <a:pt x="364" y="1660"/>
                  </a:cubicBezTo>
                  <a:cubicBezTo>
                    <a:pt x="350" y="1674"/>
                    <a:pt x="336" y="1684"/>
                    <a:pt x="326" y="1691"/>
                  </a:cubicBezTo>
                  <a:cubicBezTo>
                    <a:pt x="305" y="1744"/>
                    <a:pt x="322" y="1958"/>
                    <a:pt x="375" y="2329"/>
                  </a:cubicBezTo>
                  <a:cubicBezTo>
                    <a:pt x="382" y="2367"/>
                    <a:pt x="385" y="2399"/>
                    <a:pt x="389" y="2416"/>
                  </a:cubicBezTo>
                  <a:cubicBezTo>
                    <a:pt x="399" y="2497"/>
                    <a:pt x="350" y="2584"/>
                    <a:pt x="301" y="2668"/>
                  </a:cubicBezTo>
                  <a:cubicBezTo>
                    <a:pt x="277" y="2717"/>
                    <a:pt x="228" y="2805"/>
                    <a:pt x="235" y="2829"/>
                  </a:cubicBezTo>
                  <a:cubicBezTo>
                    <a:pt x="329" y="2910"/>
                    <a:pt x="263" y="3043"/>
                    <a:pt x="200" y="3158"/>
                  </a:cubicBezTo>
                  <a:cubicBezTo>
                    <a:pt x="168" y="3225"/>
                    <a:pt x="130" y="3302"/>
                    <a:pt x="130" y="3347"/>
                  </a:cubicBezTo>
                  <a:cubicBezTo>
                    <a:pt x="130" y="3386"/>
                    <a:pt x="154" y="3403"/>
                    <a:pt x="214" y="3438"/>
                  </a:cubicBezTo>
                  <a:cubicBezTo>
                    <a:pt x="270" y="3473"/>
                    <a:pt x="340" y="3515"/>
                    <a:pt x="340" y="3606"/>
                  </a:cubicBezTo>
                  <a:cubicBezTo>
                    <a:pt x="340" y="3750"/>
                    <a:pt x="144" y="4027"/>
                    <a:pt x="14" y="4100"/>
                  </a:cubicBezTo>
                  <a:lnTo>
                    <a:pt x="11" y="4104"/>
                  </a:lnTo>
                  <a:lnTo>
                    <a:pt x="7" y="4107"/>
                  </a:lnTo>
                  <a:lnTo>
                    <a:pt x="7" y="4111"/>
                  </a:lnTo>
                  <a:lnTo>
                    <a:pt x="4" y="4114"/>
                  </a:lnTo>
                  <a:lnTo>
                    <a:pt x="4" y="4121"/>
                  </a:lnTo>
                  <a:cubicBezTo>
                    <a:pt x="4" y="4125"/>
                    <a:pt x="4" y="4125"/>
                    <a:pt x="4" y="4128"/>
                  </a:cubicBezTo>
                  <a:cubicBezTo>
                    <a:pt x="0" y="4132"/>
                    <a:pt x="4" y="4132"/>
                    <a:pt x="4" y="4135"/>
                  </a:cubicBezTo>
                  <a:lnTo>
                    <a:pt x="4" y="4146"/>
                  </a:lnTo>
                  <a:lnTo>
                    <a:pt x="4" y="4156"/>
                  </a:lnTo>
                  <a:lnTo>
                    <a:pt x="4" y="4170"/>
                  </a:lnTo>
                  <a:lnTo>
                    <a:pt x="4" y="4184"/>
                  </a:lnTo>
                  <a:lnTo>
                    <a:pt x="4" y="4205"/>
                  </a:lnTo>
                  <a:lnTo>
                    <a:pt x="4" y="4219"/>
                  </a:lnTo>
                  <a:lnTo>
                    <a:pt x="4" y="4223"/>
                  </a:lnTo>
                  <a:cubicBezTo>
                    <a:pt x="18" y="4240"/>
                    <a:pt x="32" y="4261"/>
                    <a:pt x="42" y="4282"/>
                  </a:cubicBezTo>
                  <a:cubicBezTo>
                    <a:pt x="81" y="4356"/>
                    <a:pt x="137" y="4422"/>
                    <a:pt x="200" y="4471"/>
                  </a:cubicBezTo>
                  <a:lnTo>
                    <a:pt x="203" y="4475"/>
                  </a:lnTo>
                  <a:cubicBezTo>
                    <a:pt x="214" y="4482"/>
                    <a:pt x="221" y="4489"/>
                    <a:pt x="228" y="4492"/>
                  </a:cubicBezTo>
                  <a:cubicBezTo>
                    <a:pt x="235" y="4499"/>
                    <a:pt x="242" y="4506"/>
                    <a:pt x="245" y="4513"/>
                  </a:cubicBezTo>
                  <a:cubicBezTo>
                    <a:pt x="252" y="4517"/>
                    <a:pt x="256" y="4524"/>
                    <a:pt x="259" y="4527"/>
                  </a:cubicBezTo>
                  <a:lnTo>
                    <a:pt x="263" y="4534"/>
                  </a:lnTo>
                  <a:cubicBezTo>
                    <a:pt x="270" y="4545"/>
                    <a:pt x="277" y="4555"/>
                    <a:pt x="284" y="4569"/>
                  </a:cubicBezTo>
                  <a:cubicBezTo>
                    <a:pt x="326" y="4650"/>
                    <a:pt x="315" y="4741"/>
                    <a:pt x="305" y="4818"/>
                  </a:cubicBezTo>
                  <a:cubicBezTo>
                    <a:pt x="294" y="4912"/>
                    <a:pt x="284" y="4993"/>
                    <a:pt x="343" y="5066"/>
                  </a:cubicBezTo>
                  <a:cubicBezTo>
                    <a:pt x="392" y="5126"/>
                    <a:pt x="448" y="5175"/>
                    <a:pt x="511" y="5217"/>
                  </a:cubicBezTo>
                  <a:cubicBezTo>
                    <a:pt x="571" y="5262"/>
                    <a:pt x="620" y="5297"/>
                    <a:pt x="623" y="5357"/>
                  </a:cubicBezTo>
                  <a:cubicBezTo>
                    <a:pt x="620" y="5402"/>
                    <a:pt x="599" y="5441"/>
                    <a:pt x="564" y="5465"/>
                  </a:cubicBezTo>
                  <a:cubicBezTo>
                    <a:pt x="532" y="5493"/>
                    <a:pt x="532" y="5535"/>
                    <a:pt x="536" y="5602"/>
                  </a:cubicBezTo>
                  <a:lnTo>
                    <a:pt x="536" y="5633"/>
                  </a:lnTo>
                  <a:cubicBezTo>
                    <a:pt x="543" y="5703"/>
                    <a:pt x="522" y="5773"/>
                    <a:pt x="476" y="5829"/>
                  </a:cubicBezTo>
                  <a:cubicBezTo>
                    <a:pt x="466" y="5840"/>
                    <a:pt x="455" y="5847"/>
                    <a:pt x="445" y="5857"/>
                  </a:cubicBezTo>
                  <a:cubicBezTo>
                    <a:pt x="441" y="5861"/>
                    <a:pt x="424" y="5875"/>
                    <a:pt x="427" y="5920"/>
                  </a:cubicBezTo>
                  <a:cubicBezTo>
                    <a:pt x="452" y="6036"/>
                    <a:pt x="525" y="6138"/>
                    <a:pt x="627" y="6197"/>
                  </a:cubicBezTo>
                  <a:cubicBezTo>
                    <a:pt x="735" y="6246"/>
                    <a:pt x="749" y="6369"/>
                    <a:pt x="763" y="6474"/>
                  </a:cubicBezTo>
                  <a:cubicBezTo>
                    <a:pt x="774" y="6561"/>
                    <a:pt x="784" y="6656"/>
                    <a:pt x="840" y="6712"/>
                  </a:cubicBezTo>
                  <a:cubicBezTo>
                    <a:pt x="952" y="6824"/>
                    <a:pt x="959" y="7013"/>
                    <a:pt x="966" y="7163"/>
                  </a:cubicBezTo>
                  <a:cubicBezTo>
                    <a:pt x="966" y="7188"/>
                    <a:pt x="966" y="7216"/>
                    <a:pt x="970" y="7237"/>
                  </a:cubicBezTo>
                  <a:lnTo>
                    <a:pt x="970" y="7247"/>
                  </a:lnTo>
                  <a:lnTo>
                    <a:pt x="970" y="7265"/>
                  </a:lnTo>
                  <a:lnTo>
                    <a:pt x="970" y="7286"/>
                  </a:lnTo>
                  <a:lnTo>
                    <a:pt x="970" y="7296"/>
                  </a:lnTo>
                  <a:cubicBezTo>
                    <a:pt x="970" y="7300"/>
                    <a:pt x="970" y="7310"/>
                    <a:pt x="973" y="7317"/>
                  </a:cubicBezTo>
                  <a:cubicBezTo>
                    <a:pt x="1001" y="7314"/>
                    <a:pt x="1078" y="7289"/>
                    <a:pt x="1222" y="7198"/>
                  </a:cubicBezTo>
                  <a:cubicBezTo>
                    <a:pt x="1348" y="7118"/>
                    <a:pt x="1463" y="7023"/>
                    <a:pt x="1568" y="6918"/>
                  </a:cubicBezTo>
                  <a:lnTo>
                    <a:pt x="1610" y="6876"/>
                  </a:lnTo>
                  <a:cubicBezTo>
                    <a:pt x="1717" y="6763"/>
                    <a:pt x="1792" y="6719"/>
                    <a:pt x="1861" y="6719"/>
                  </a:cubicBezTo>
                  <a:cubicBezTo>
                    <a:pt x="1871" y="6719"/>
                    <a:pt x="1881" y="6720"/>
                    <a:pt x="1891" y="6722"/>
                  </a:cubicBezTo>
                  <a:lnTo>
                    <a:pt x="1912" y="6729"/>
                  </a:lnTo>
                  <a:cubicBezTo>
                    <a:pt x="1926" y="6736"/>
                    <a:pt x="1940" y="6740"/>
                    <a:pt x="1954" y="6747"/>
                  </a:cubicBezTo>
                  <a:cubicBezTo>
                    <a:pt x="1971" y="6757"/>
                    <a:pt x="1985" y="6764"/>
                    <a:pt x="1999" y="6775"/>
                  </a:cubicBezTo>
                  <a:cubicBezTo>
                    <a:pt x="2045" y="6810"/>
                    <a:pt x="2097" y="6831"/>
                    <a:pt x="2153" y="6838"/>
                  </a:cubicBezTo>
                  <a:lnTo>
                    <a:pt x="2248" y="6852"/>
                  </a:lnTo>
                  <a:cubicBezTo>
                    <a:pt x="2468" y="6876"/>
                    <a:pt x="2720" y="6904"/>
                    <a:pt x="2832" y="7135"/>
                  </a:cubicBezTo>
                  <a:cubicBezTo>
                    <a:pt x="2836" y="7142"/>
                    <a:pt x="2843" y="7149"/>
                    <a:pt x="2846" y="7156"/>
                  </a:cubicBezTo>
                  <a:cubicBezTo>
                    <a:pt x="2878" y="7125"/>
                    <a:pt x="2934" y="7013"/>
                    <a:pt x="2962" y="6957"/>
                  </a:cubicBezTo>
                  <a:lnTo>
                    <a:pt x="2983" y="6908"/>
                  </a:lnTo>
                  <a:cubicBezTo>
                    <a:pt x="3000" y="6869"/>
                    <a:pt x="3021" y="6834"/>
                    <a:pt x="3049" y="6799"/>
                  </a:cubicBezTo>
                  <a:cubicBezTo>
                    <a:pt x="3092" y="6754"/>
                    <a:pt x="3166" y="6739"/>
                    <a:pt x="3272" y="6739"/>
                  </a:cubicBezTo>
                  <a:cubicBezTo>
                    <a:pt x="3355" y="6739"/>
                    <a:pt x="3458" y="6748"/>
                    <a:pt x="3581" y="6761"/>
                  </a:cubicBezTo>
                  <a:lnTo>
                    <a:pt x="3655" y="6771"/>
                  </a:lnTo>
                  <a:cubicBezTo>
                    <a:pt x="3691" y="6776"/>
                    <a:pt x="3729" y="6780"/>
                    <a:pt x="3767" y="6780"/>
                  </a:cubicBezTo>
                  <a:cubicBezTo>
                    <a:pt x="3781" y="6780"/>
                    <a:pt x="3795" y="6779"/>
                    <a:pt x="3809" y="6778"/>
                  </a:cubicBezTo>
                  <a:cubicBezTo>
                    <a:pt x="3826" y="6743"/>
                    <a:pt x="3844" y="6705"/>
                    <a:pt x="3851" y="6663"/>
                  </a:cubicBezTo>
                  <a:lnTo>
                    <a:pt x="3851" y="6659"/>
                  </a:lnTo>
                  <a:lnTo>
                    <a:pt x="3858" y="6638"/>
                  </a:lnTo>
                  <a:lnTo>
                    <a:pt x="3858" y="6631"/>
                  </a:lnTo>
                  <a:lnTo>
                    <a:pt x="3861" y="6614"/>
                  </a:lnTo>
                  <a:lnTo>
                    <a:pt x="3865" y="6589"/>
                  </a:lnTo>
                  <a:lnTo>
                    <a:pt x="3865" y="6586"/>
                  </a:lnTo>
                  <a:cubicBezTo>
                    <a:pt x="3910" y="6383"/>
                    <a:pt x="3942" y="6089"/>
                    <a:pt x="3931" y="6008"/>
                  </a:cubicBezTo>
                  <a:cubicBezTo>
                    <a:pt x="3907" y="5840"/>
                    <a:pt x="4208" y="5539"/>
                    <a:pt x="4380" y="5427"/>
                  </a:cubicBezTo>
                  <a:cubicBezTo>
                    <a:pt x="4502" y="5343"/>
                    <a:pt x="4663" y="5343"/>
                    <a:pt x="4800" y="5339"/>
                  </a:cubicBezTo>
                  <a:lnTo>
                    <a:pt x="4873" y="5339"/>
                  </a:lnTo>
                  <a:cubicBezTo>
                    <a:pt x="4881" y="5340"/>
                    <a:pt x="4888" y="5340"/>
                    <a:pt x="4896" y="5340"/>
                  </a:cubicBezTo>
                  <a:cubicBezTo>
                    <a:pt x="4948" y="5340"/>
                    <a:pt x="4999" y="5330"/>
                    <a:pt x="5048" y="5311"/>
                  </a:cubicBezTo>
                  <a:cubicBezTo>
                    <a:pt x="5164" y="5252"/>
                    <a:pt x="5311" y="5241"/>
                    <a:pt x="5461" y="5238"/>
                  </a:cubicBezTo>
                  <a:lnTo>
                    <a:pt x="5710" y="5238"/>
                  </a:lnTo>
                  <a:cubicBezTo>
                    <a:pt x="5857" y="5238"/>
                    <a:pt x="5979" y="5318"/>
                    <a:pt x="6074" y="5385"/>
                  </a:cubicBezTo>
                  <a:cubicBezTo>
                    <a:pt x="6134" y="5423"/>
                    <a:pt x="6190" y="5465"/>
                    <a:pt x="6225" y="5465"/>
                  </a:cubicBezTo>
                  <a:cubicBezTo>
                    <a:pt x="6246" y="5462"/>
                    <a:pt x="6267" y="5455"/>
                    <a:pt x="6284" y="5441"/>
                  </a:cubicBezTo>
                  <a:cubicBezTo>
                    <a:pt x="6340" y="5399"/>
                    <a:pt x="6386" y="5339"/>
                    <a:pt x="6407" y="5273"/>
                  </a:cubicBezTo>
                  <a:cubicBezTo>
                    <a:pt x="6410" y="5259"/>
                    <a:pt x="6414" y="5245"/>
                    <a:pt x="6417" y="5231"/>
                  </a:cubicBezTo>
                  <a:lnTo>
                    <a:pt x="6417" y="5224"/>
                  </a:lnTo>
                  <a:cubicBezTo>
                    <a:pt x="6421" y="5213"/>
                    <a:pt x="6421" y="5203"/>
                    <a:pt x="6421" y="5189"/>
                  </a:cubicBezTo>
                  <a:lnTo>
                    <a:pt x="6421" y="5182"/>
                  </a:lnTo>
                  <a:cubicBezTo>
                    <a:pt x="6421" y="5164"/>
                    <a:pt x="6421" y="5150"/>
                    <a:pt x="6417" y="5136"/>
                  </a:cubicBezTo>
                  <a:cubicBezTo>
                    <a:pt x="6403" y="5038"/>
                    <a:pt x="6428" y="4933"/>
                    <a:pt x="6456" y="4821"/>
                  </a:cubicBezTo>
                  <a:cubicBezTo>
                    <a:pt x="6466" y="4790"/>
                    <a:pt x="6473" y="4758"/>
                    <a:pt x="6480" y="4723"/>
                  </a:cubicBezTo>
                  <a:cubicBezTo>
                    <a:pt x="6494" y="4674"/>
                    <a:pt x="6501" y="4625"/>
                    <a:pt x="6501" y="4576"/>
                  </a:cubicBezTo>
                  <a:cubicBezTo>
                    <a:pt x="6505" y="4527"/>
                    <a:pt x="6498" y="4482"/>
                    <a:pt x="6484" y="4436"/>
                  </a:cubicBezTo>
                  <a:cubicBezTo>
                    <a:pt x="6452" y="4352"/>
                    <a:pt x="6400" y="4282"/>
                    <a:pt x="6333" y="4223"/>
                  </a:cubicBezTo>
                  <a:cubicBezTo>
                    <a:pt x="6253" y="4142"/>
                    <a:pt x="6158" y="4051"/>
                    <a:pt x="6158" y="3879"/>
                  </a:cubicBezTo>
                  <a:cubicBezTo>
                    <a:pt x="6158" y="3788"/>
                    <a:pt x="6148" y="3739"/>
                    <a:pt x="6120" y="3711"/>
                  </a:cubicBezTo>
                  <a:cubicBezTo>
                    <a:pt x="6095" y="3694"/>
                    <a:pt x="6067" y="3680"/>
                    <a:pt x="6036" y="3676"/>
                  </a:cubicBezTo>
                  <a:cubicBezTo>
                    <a:pt x="5980" y="3670"/>
                    <a:pt x="5925" y="3667"/>
                    <a:pt x="5869" y="3667"/>
                  </a:cubicBezTo>
                  <a:cubicBezTo>
                    <a:pt x="5837" y="3667"/>
                    <a:pt x="5805" y="3668"/>
                    <a:pt x="5773" y="3669"/>
                  </a:cubicBezTo>
                  <a:lnTo>
                    <a:pt x="5755" y="3669"/>
                  </a:lnTo>
                  <a:cubicBezTo>
                    <a:pt x="5730" y="3670"/>
                    <a:pt x="5705" y="3671"/>
                    <a:pt x="5681" y="3671"/>
                  </a:cubicBezTo>
                  <a:cubicBezTo>
                    <a:pt x="5232" y="3671"/>
                    <a:pt x="5118" y="3490"/>
                    <a:pt x="5108" y="3337"/>
                  </a:cubicBezTo>
                  <a:cubicBezTo>
                    <a:pt x="5097" y="3263"/>
                    <a:pt x="5073" y="3197"/>
                    <a:pt x="5038" y="3134"/>
                  </a:cubicBezTo>
                  <a:cubicBezTo>
                    <a:pt x="4992" y="3039"/>
                    <a:pt x="4922" y="2896"/>
                    <a:pt x="5080" y="2819"/>
                  </a:cubicBezTo>
                  <a:cubicBezTo>
                    <a:pt x="5083" y="2815"/>
                    <a:pt x="5090" y="2812"/>
                    <a:pt x="5094" y="2808"/>
                  </a:cubicBezTo>
                  <a:cubicBezTo>
                    <a:pt x="5083" y="2780"/>
                    <a:pt x="5069" y="2752"/>
                    <a:pt x="5052" y="2728"/>
                  </a:cubicBezTo>
                  <a:cubicBezTo>
                    <a:pt x="5006" y="2658"/>
                    <a:pt x="4943" y="2560"/>
                    <a:pt x="4964" y="2448"/>
                  </a:cubicBezTo>
                  <a:cubicBezTo>
                    <a:pt x="4985" y="2315"/>
                    <a:pt x="4922" y="2259"/>
                    <a:pt x="4814" y="2168"/>
                  </a:cubicBezTo>
                  <a:lnTo>
                    <a:pt x="4775" y="2136"/>
                  </a:lnTo>
                  <a:cubicBezTo>
                    <a:pt x="4753" y="2117"/>
                    <a:pt x="4672" y="2115"/>
                    <a:pt x="4598" y="2115"/>
                  </a:cubicBezTo>
                  <a:cubicBezTo>
                    <a:pt x="4577" y="2115"/>
                    <a:pt x="4556" y="2115"/>
                    <a:pt x="4537" y="2115"/>
                  </a:cubicBezTo>
                  <a:cubicBezTo>
                    <a:pt x="4506" y="2116"/>
                    <a:pt x="4475" y="2117"/>
                    <a:pt x="4445" y="2117"/>
                  </a:cubicBezTo>
                  <a:cubicBezTo>
                    <a:pt x="4341" y="2117"/>
                    <a:pt x="4248" y="2107"/>
                    <a:pt x="4194" y="2056"/>
                  </a:cubicBezTo>
                  <a:cubicBezTo>
                    <a:pt x="4170" y="2031"/>
                    <a:pt x="4152" y="1993"/>
                    <a:pt x="4156" y="1958"/>
                  </a:cubicBezTo>
                  <a:cubicBezTo>
                    <a:pt x="4156" y="1842"/>
                    <a:pt x="3910" y="1810"/>
                    <a:pt x="3767" y="1810"/>
                  </a:cubicBezTo>
                  <a:cubicBezTo>
                    <a:pt x="3637" y="1810"/>
                    <a:pt x="3613" y="1716"/>
                    <a:pt x="3599" y="1667"/>
                  </a:cubicBezTo>
                  <a:cubicBezTo>
                    <a:pt x="3588" y="1625"/>
                    <a:pt x="3586" y="1617"/>
                    <a:pt x="3569" y="1617"/>
                  </a:cubicBezTo>
                  <a:cubicBezTo>
                    <a:pt x="3565" y="1617"/>
                    <a:pt x="3560" y="1617"/>
                    <a:pt x="3553" y="1618"/>
                  </a:cubicBezTo>
                  <a:lnTo>
                    <a:pt x="3536" y="1618"/>
                  </a:lnTo>
                  <a:cubicBezTo>
                    <a:pt x="3530" y="1618"/>
                    <a:pt x="3525" y="1618"/>
                    <a:pt x="3519" y="1618"/>
                  </a:cubicBezTo>
                  <a:cubicBezTo>
                    <a:pt x="3458" y="1618"/>
                    <a:pt x="3398" y="1601"/>
                    <a:pt x="3350" y="1569"/>
                  </a:cubicBezTo>
                  <a:cubicBezTo>
                    <a:pt x="3315" y="1547"/>
                    <a:pt x="3288" y="1529"/>
                    <a:pt x="3224" y="1529"/>
                  </a:cubicBezTo>
                  <a:cubicBezTo>
                    <a:pt x="3207" y="1529"/>
                    <a:pt x="3186" y="1531"/>
                    <a:pt x="3161" y="1534"/>
                  </a:cubicBezTo>
                  <a:cubicBezTo>
                    <a:pt x="3130" y="1538"/>
                    <a:pt x="3101" y="1540"/>
                    <a:pt x="3072" y="1540"/>
                  </a:cubicBezTo>
                  <a:cubicBezTo>
                    <a:pt x="2847" y="1540"/>
                    <a:pt x="2691" y="1404"/>
                    <a:pt x="2458" y="1124"/>
                  </a:cubicBezTo>
                  <a:cubicBezTo>
                    <a:pt x="2185" y="802"/>
                    <a:pt x="2209" y="193"/>
                    <a:pt x="2265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04" name="Google Shape;6162;p80">
              <a:extLst>
                <a:ext uri="{FF2B5EF4-FFF2-40B4-BE49-F238E27FC236}">
                  <a16:creationId xmlns:a16="http://schemas.microsoft.com/office/drawing/2014/main" id="{1BE9C2AD-74ED-4F15-D3E0-CC538A3AD48A}"/>
                </a:ext>
              </a:extLst>
            </p:cNvPr>
            <p:cNvSpPr/>
            <p:nvPr/>
          </p:nvSpPr>
          <p:spPr>
            <a:xfrm>
              <a:off x="1596443" y="2164147"/>
              <a:ext cx="8812" cy="4820"/>
            </a:xfrm>
            <a:custGeom>
              <a:avLst/>
              <a:gdLst/>
              <a:ahLst/>
              <a:cxnLst/>
              <a:rect l="l" t="t" r="r" b="b"/>
              <a:pathLst>
                <a:path w="649" h="355" extrusionOk="0">
                  <a:moveTo>
                    <a:pt x="648" y="337"/>
                  </a:moveTo>
                  <a:cubicBezTo>
                    <a:pt x="134" y="354"/>
                    <a:pt x="11" y="165"/>
                    <a:pt x="1" y="1"/>
                  </a:cubicBezTo>
                  <a:cubicBezTo>
                    <a:pt x="11" y="165"/>
                    <a:pt x="134" y="354"/>
                    <a:pt x="648" y="337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05" name="Google Shape;6163;p80">
              <a:extLst>
                <a:ext uri="{FF2B5EF4-FFF2-40B4-BE49-F238E27FC236}">
                  <a16:creationId xmlns:a16="http://schemas.microsoft.com/office/drawing/2014/main" id="{A8625AFF-90D4-9360-1962-C3400560BB74}"/>
                </a:ext>
              </a:extLst>
            </p:cNvPr>
            <p:cNvSpPr/>
            <p:nvPr/>
          </p:nvSpPr>
          <p:spPr>
            <a:xfrm>
              <a:off x="1614230" y="2188587"/>
              <a:ext cx="54" cy="625"/>
            </a:xfrm>
            <a:custGeom>
              <a:avLst/>
              <a:gdLst/>
              <a:ahLst/>
              <a:cxnLst/>
              <a:rect l="l" t="t" r="r" b="b"/>
              <a:pathLst>
                <a:path w="4" h="46" extrusionOk="0">
                  <a:moveTo>
                    <a:pt x="0" y="0"/>
                  </a:moveTo>
                  <a:cubicBezTo>
                    <a:pt x="4" y="14"/>
                    <a:pt x="4" y="32"/>
                    <a:pt x="4" y="46"/>
                  </a:cubicBezTo>
                  <a:cubicBezTo>
                    <a:pt x="4" y="32"/>
                    <a:pt x="4" y="14"/>
                    <a:pt x="0" y="0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06" name="Google Shape;6164;p80">
              <a:extLst>
                <a:ext uri="{FF2B5EF4-FFF2-40B4-BE49-F238E27FC236}">
                  <a16:creationId xmlns:a16="http://schemas.microsoft.com/office/drawing/2014/main" id="{480C9414-0B82-3A58-C57F-C2FEEEE22E30}"/>
                </a:ext>
              </a:extLst>
            </p:cNvPr>
            <p:cNvSpPr/>
            <p:nvPr/>
          </p:nvSpPr>
          <p:spPr>
            <a:xfrm>
              <a:off x="1584047" y="2146754"/>
              <a:ext cx="4616" cy="923"/>
            </a:xfrm>
            <a:custGeom>
              <a:avLst/>
              <a:gdLst/>
              <a:ahLst/>
              <a:cxnLst/>
              <a:rect l="l" t="t" r="r" b="b"/>
              <a:pathLst>
                <a:path w="340" h="68" extrusionOk="0">
                  <a:moveTo>
                    <a:pt x="340" y="60"/>
                  </a:moveTo>
                  <a:cubicBezTo>
                    <a:pt x="200" y="64"/>
                    <a:pt x="67" y="67"/>
                    <a:pt x="0" y="1"/>
                  </a:cubicBezTo>
                  <a:cubicBezTo>
                    <a:pt x="67" y="67"/>
                    <a:pt x="200" y="64"/>
                    <a:pt x="340" y="60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07" name="Google Shape;6165;p80">
              <a:extLst>
                <a:ext uri="{FF2B5EF4-FFF2-40B4-BE49-F238E27FC236}">
                  <a16:creationId xmlns:a16="http://schemas.microsoft.com/office/drawing/2014/main" id="{9E7F975D-021A-65F9-9A88-3CA363CAF20F}"/>
                </a:ext>
              </a:extLst>
            </p:cNvPr>
            <p:cNvSpPr/>
            <p:nvPr/>
          </p:nvSpPr>
          <p:spPr>
            <a:xfrm>
              <a:off x="1612370" y="2190433"/>
              <a:ext cx="1724" cy="2349"/>
            </a:xfrm>
            <a:custGeom>
              <a:avLst/>
              <a:gdLst/>
              <a:ahLst/>
              <a:cxnLst/>
              <a:rect l="l" t="t" r="r" b="b"/>
              <a:pathLst>
                <a:path w="127" h="173" extrusionOk="0">
                  <a:moveTo>
                    <a:pt x="127" y="1"/>
                  </a:moveTo>
                  <a:cubicBezTo>
                    <a:pt x="114" y="34"/>
                    <a:pt x="99" y="63"/>
                    <a:pt x="82" y="90"/>
                  </a:cubicBezTo>
                  <a:lnTo>
                    <a:pt x="82" y="90"/>
                  </a:lnTo>
                  <a:cubicBezTo>
                    <a:pt x="100" y="63"/>
                    <a:pt x="115" y="33"/>
                    <a:pt x="127" y="1"/>
                  </a:cubicBezTo>
                  <a:close/>
                  <a:moveTo>
                    <a:pt x="82" y="90"/>
                  </a:moveTo>
                  <a:cubicBezTo>
                    <a:pt x="70" y="108"/>
                    <a:pt x="56" y="124"/>
                    <a:pt x="40" y="140"/>
                  </a:cubicBezTo>
                  <a:lnTo>
                    <a:pt x="40" y="140"/>
                  </a:lnTo>
                  <a:cubicBezTo>
                    <a:pt x="47" y="133"/>
                    <a:pt x="54" y="126"/>
                    <a:pt x="60" y="120"/>
                  </a:cubicBezTo>
                  <a:cubicBezTo>
                    <a:pt x="68" y="110"/>
                    <a:pt x="75" y="100"/>
                    <a:pt x="82" y="90"/>
                  </a:cubicBezTo>
                  <a:close/>
                  <a:moveTo>
                    <a:pt x="40" y="140"/>
                  </a:moveTo>
                  <a:lnTo>
                    <a:pt x="40" y="140"/>
                  </a:lnTo>
                  <a:cubicBezTo>
                    <a:pt x="32" y="147"/>
                    <a:pt x="24" y="154"/>
                    <a:pt x="15" y="162"/>
                  </a:cubicBezTo>
                  <a:lnTo>
                    <a:pt x="1" y="172"/>
                  </a:lnTo>
                  <a:cubicBezTo>
                    <a:pt x="15" y="162"/>
                    <a:pt x="28" y="151"/>
                    <a:pt x="40" y="140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08" name="Google Shape;6166;p80">
              <a:extLst>
                <a:ext uri="{FF2B5EF4-FFF2-40B4-BE49-F238E27FC236}">
                  <a16:creationId xmlns:a16="http://schemas.microsoft.com/office/drawing/2014/main" id="{712B6840-528B-53A0-B110-D62BF688ED09}"/>
                </a:ext>
              </a:extLst>
            </p:cNvPr>
            <p:cNvSpPr/>
            <p:nvPr/>
          </p:nvSpPr>
          <p:spPr>
            <a:xfrm>
              <a:off x="1614040" y="2189917"/>
              <a:ext cx="149" cy="530"/>
            </a:xfrm>
            <a:custGeom>
              <a:avLst/>
              <a:gdLst/>
              <a:ahLst/>
              <a:cxnLst/>
              <a:rect l="l" t="t" r="r" b="b"/>
              <a:pathLst>
                <a:path w="11" h="39" extrusionOk="0">
                  <a:moveTo>
                    <a:pt x="11" y="0"/>
                  </a:moveTo>
                  <a:cubicBezTo>
                    <a:pt x="7" y="11"/>
                    <a:pt x="4" y="25"/>
                    <a:pt x="0" y="39"/>
                  </a:cubicBezTo>
                  <a:cubicBezTo>
                    <a:pt x="4" y="25"/>
                    <a:pt x="7" y="11"/>
                    <a:pt x="11" y="0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09" name="Google Shape;6167;p80">
              <a:extLst>
                <a:ext uri="{FF2B5EF4-FFF2-40B4-BE49-F238E27FC236}">
                  <a16:creationId xmlns:a16="http://schemas.microsoft.com/office/drawing/2014/main" id="{1B558CDA-ED0E-3D88-8CA6-9B3E7261600A}"/>
                </a:ext>
              </a:extLst>
            </p:cNvPr>
            <p:cNvSpPr/>
            <p:nvPr/>
          </p:nvSpPr>
          <p:spPr>
            <a:xfrm>
              <a:off x="1529140" y="2128031"/>
              <a:ext cx="163" cy="54"/>
            </a:xfrm>
            <a:custGeom>
              <a:avLst/>
              <a:gdLst/>
              <a:ahLst/>
              <a:cxnLst/>
              <a:rect l="l" t="t" r="r" b="b"/>
              <a:pathLst>
                <a:path w="12" h="4" extrusionOk="0">
                  <a:moveTo>
                    <a:pt x="11" y="4"/>
                  </a:moveTo>
                  <a:lnTo>
                    <a:pt x="1" y="0"/>
                  </a:lnTo>
                  <a:lnTo>
                    <a:pt x="1" y="0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10" name="Google Shape;6168;p80">
              <a:extLst>
                <a:ext uri="{FF2B5EF4-FFF2-40B4-BE49-F238E27FC236}">
                  <a16:creationId xmlns:a16="http://schemas.microsoft.com/office/drawing/2014/main" id="{B2E6B799-BDE0-C824-A2AF-E57494A1BD22}"/>
                </a:ext>
              </a:extLst>
            </p:cNvPr>
            <p:cNvSpPr/>
            <p:nvPr/>
          </p:nvSpPr>
          <p:spPr>
            <a:xfrm>
              <a:off x="1614230" y="2189293"/>
              <a:ext cx="54" cy="489"/>
            </a:xfrm>
            <a:custGeom>
              <a:avLst/>
              <a:gdLst/>
              <a:ahLst/>
              <a:cxnLst/>
              <a:rect l="l" t="t" r="r" b="b"/>
              <a:pathLst>
                <a:path w="4" h="36" extrusionOk="0">
                  <a:moveTo>
                    <a:pt x="4" y="1"/>
                  </a:moveTo>
                  <a:cubicBezTo>
                    <a:pt x="4" y="15"/>
                    <a:pt x="0" y="25"/>
                    <a:pt x="0" y="36"/>
                  </a:cubicBezTo>
                  <a:cubicBezTo>
                    <a:pt x="0" y="25"/>
                    <a:pt x="4" y="15"/>
                    <a:pt x="4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11" name="Google Shape;6169;p80">
              <a:extLst>
                <a:ext uri="{FF2B5EF4-FFF2-40B4-BE49-F238E27FC236}">
                  <a16:creationId xmlns:a16="http://schemas.microsoft.com/office/drawing/2014/main" id="{0F547191-B2CA-4A52-00BE-9C8340FEEEAC}"/>
                </a:ext>
              </a:extLst>
            </p:cNvPr>
            <p:cNvSpPr/>
            <p:nvPr/>
          </p:nvSpPr>
          <p:spPr>
            <a:xfrm>
              <a:off x="1529425" y="2128126"/>
              <a:ext cx="394" cy="149"/>
            </a:xfrm>
            <a:custGeom>
              <a:avLst/>
              <a:gdLst/>
              <a:ahLst/>
              <a:cxnLst/>
              <a:rect l="l" t="t" r="r" b="b"/>
              <a:pathLst>
                <a:path w="29" h="11" extrusionOk="0">
                  <a:moveTo>
                    <a:pt x="1" y="0"/>
                  </a:moveTo>
                  <a:lnTo>
                    <a:pt x="29" y="11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12" name="Google Shape;6170;p80">
              <a:extLst>
                <a:ext uri="{FF2B5EF4-FFF2-40B4-BE49-F238E27FC236}">
                  <a16:creationId xmlns:a16="http://schemas.microsoft.com/office/drawing/2014/main" id="{723E5519-30F0-4C20-C3BA-62A1025E553E}"/>
                </a:ext>
              </a:extLst>
            </p:cNvPr>
            <p:cNvSpPr/>
            <p:nvPr/>
          </p:nvSpPr>
          <p:spPr>
            <a:xfrm>
              <a:off x="1575290" y="2140807"/>
              <a:ext cx="14" cy="14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1" y="1"/>
                  </a:move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13" name="Google Shape;6171;p80">
              <a:extLst>
                <a:ext uri="{FF2B5EF4-FFF2-40B4-BE49-F238E27FC236}">
                  <a16:creationId xmlns:a16="http://schemas.microsoft.com/office/drawing/2014/main" id="{C7702341-C70C-8176-8779-805161AD6D4B}"/>
                </a:ext>
              </a:extLst>
            </p:cNvPr>
            <p:cNvSpPr/>
            <p:nvPr/>
          </p:nvSpPr>
          <p:spPr>
            <a:xfrm>
              <a:off x="1615085" y="2180983"/>
              <a:ext cx="299" cy="2009"/>
            </a:xfrm>
            <a:custGeom>
              <a:avLst/>
              <a:gdLst/>
              <a:ahLst/>
              <a:cxnLst/>
              <a:rect l="l" t="t" r="r" b="b"/>
              <a:pathLst>
                <a:path w="22" h="148" extrusionOk="0">
                  <a:moveTo>
                    <a:pt x="21" y="0"/>
                  </a:moveTo>
                  <a:cubicBezTo>
                    <a:pt x="18" y="49"/>
                    <a:pt x="11" y="98"/>
                    <a:pt x="0" y="147"/>
                  </a:cubicBezTo>
                  <a:cubicBezTo>
                    <a:pt x="11" y="98"/>
                    <a:pt x="18" y="49"/>
                    <a:pt x="21" y="0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14" name="Google Shape;6172;p80">
              <a:extLst>
                <a:ext uri="{FF2B5EF4-FFF2-40B4-BE49-F238E27FC236}">
                  <a16:creationId xmlns:a16="http://schemas.microsoft.com/office/drawing/2014/main" id="{6AB62F6A-DABA-90AE-7078-5B5C4E01C1E5}"/>
                </a:ext>
              </a:extLst>
            </p:cNvPr>
            <p:cNvSpPr/>
            <p:nvPr/>
          </p:nvSpPr>
          <p:spPr>
            <a:xfrm>
              <a:off x="1595493" y="2161391"/>
              <a:ext cx="964" cy="2770"/>
            </a:xfrm>
            <a:custGeom>
              <a:avLst/>
              <a:gdLst/>
              <a:ahLst/>
              <a:cxnLst/>
              <a:rect l="l" t="t" r="r" b="b"/>
              <a:pathLst>
                <a:path w="71" h="204" extrusionOk="0">
                  <a:moveTo>
                    <a:pt x="1" y="1"/>
                  </a:moveTo>
                  <a:cubicBezTo>
                    <a:pt x="36" y="64"/>
                    <a:pt x="60" y="134"/>
                    <a:pt x="71" y="204"/>
                  </a:cubicBezTo>
                  <a:cubicBezTo>
                    <a:pt x="60" y="134"/>
                    <a:pt x="36" y="64"/>
                    <a:pt x="1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15" name="Google Shape;6173;p80">
              <a:extLst>
                <a:ext uri="{FF2B5EF4-FFF2-40B4-BE49-F238E27FC236}">
                  <a16:creationId xmlns:a16="http://schemas.microsoft.com/office/drawing/2014/main" id="{8A110EF9-EC2E-E117-AEA2-EEA335BE0A03}"/>
                </a:ext>
              </a:extLst>
            </p:cNvPr>
            <p:cNvSpPr/>
            <p:nvPr/>
          </p:nvSpPr>
          <p:spPr>
            <a:xfrm>
              <a:off x="1543736" y="2212822"/>
              <a:ext cx="4711" cy="3775"/>
            </a:xfrm>
            <a:custGeom>
              <a:avLst/>
              <a:gdLst/>
              <a:ahLst/>
              <a:cxnLst/>
              <a:rect l="l" t="t" r="r" b="b"/>
              <a:pathLst>
                <a:path w="347" h="278" extrusionOk="0">
                  <a:moveTo>
                    <a:pt x="347" y="1"/>
                  </a:moveTo>
                  <a:cubicBezTo>
                    <a:pt x="245" y="96"/>
                    <a:pt x="137" y="185"/>
                    <a:pt x="23" y="262"/>
                  </a:cubicBezTo>
                  <a:lnTo>
                    <a:pt x="23" y="262"/>
                  </a:lnTo>
                  <a:lnTo>
                    <a:pt x="53" y="242"/>
                  </a:lnTo>
                  <a:cubicBezTo>
                    <a:pt x="158" y="172"/>
                    <a:pt x="256" y="88"/>
                    <a:pt x="347" y="1"/>
                  </a:cubicBezTo>
                  <a:close/>
                  <a:moveTo>
                    <a:pt x="23" y="262"/>
                  </a:moveTo>
                  <a:lnTo>
                    <a:pt x="0" y="277"/>
                  </a:lnTo>
                  <a:cubicBezTo>
                    <a:pt x="8" y="272"/>
                    <a:pt x="16" y="267"/>
                    <a:pt x="23" y="262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16" name="Google Shape;6174;p80">
              <a:extLst>
                <a:ext uri="{FF2B5EF4-FFF2-40B4-BE49-F238E27FC236}">
                  <a16:creationId xmlns:a16="http://schemas.microsoft.com/office/drawing/2014/main" id="{9967E386-56F3-E68E-89A4-4B91ECE865EA}"/>
                </a:ext>
              </a:extLst>
            </p:cNvPr>
            <p:cNvSpPr/>
            <p:nvPr/>
          </p:nvSpPr>
          <p:spPr>
            <a:xfrm>
              <a:off x="1568542" y="2210324"/>
              <a:ext cx="8092" cy="855"/>
            </a:xfrm>
            <a:custGeom>
              <a:avLst/>
              <a:gdLst/>
              <a:ahLst/>
              <a:cxnLst/>
              <a:rect l="l" t="t" r="r" b="b"/>
              <a:pathLst>
                <a:path w="596" h="63" extrusionOk="0">
                  <a:moveTo>
                    <a:pt x="210" y="0"/>
                  </a:moveTo>
                  <a:cubicBezTo>
                    <a:pt x="107" y="0"/>
                    <a:pt x="36" y="17"/>
                    <a:pt x="1" y="62"/>
                  </a:cubicBezTo>
                  <a:cubicBezTo>
                    <a:pt x="38" y="17"/>
                    <a:pt x="109" y="1"/>
                    <a:pt x="213" y="0"/>
                  </a:cubicBezTo>
                  <a:lnTo>
                    <a:pt x="213" y="0"/>
                  </a:lnTo>
                  <a:cubicBezTo>
                    <a:pt x="292" y="1"/>
                    <a:pt x="389" y="10"/>
                    <a:pt x="505" y="24"/>
                  </a:cubicBezTo>
                  <a:lnTo>
                    <a:pt x="596" y="34"/>
                  </a:lnTo>
                  <a:lnTo>
                    <a:pt x="522" y="24"/>
                  </a:lnTo>
                  <a:cubicBezTo>
                    <a:pt x="401" y="10"/>
                    <a:pt x="299" y="0"/>
                    <a:pt x="217" y="0"/>
                  </a:cubicBezTo>
                  <a:cubicBezTo>
                    <a:pt x="216" y="0"/>
                    <a:pt x="214" y="0"/>
                    <a:pt x="213" y="0"/>
                  </a:cubicBezTo>
                  <a:lnTo>
                    <a:pt x="213" y="0"/>
                  </a:lnTo>
                  <a:cubicBezTo>
                    <a:pt x="212" y="0"/>
                    <a:pt x="211" y="0"/>
                    <a:pt x="210" y="0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17" name="Google Shape;6175;p80">
              <a:extLst>
                <a:ext uri="{FF2B5EF4-FFF2-40B4-BE49-F238E27FC236}">
                  <a16:creationId xmlns:a16="http://schemas.microsoft.com/office/drawing/2014/main" id="{9D2F045B-4D11-8CDE-4507-52C813236D4C}"/>
                </a:ext>
              </a:extLst>
            </p:cNvPr>
            <p:cNvSpPr/>
            <p:nvPr/>
          </p:nvSpPr>
          <p:spPr>
            <a:xfrm>
              <a:off x="1530375" y="2180128"/>
              <a:ext cx="163" cy="244"/>
            </a:xfrm>
            <a:custGeom>
              <a:avLst/>
              <a:gdLst/>
              <a:ahLst/>
              <a:cxnLst/>
              <a:rect l="l" t="t" r="r" b="b"/>
              <a:pathLst>
                <a:path w="12" h="18" extrusionOk="0">
                  <a:moveTo>
                    <a:pt x="11" y="18"/>
                  </a:moveTo>
                  <a:cubicBezTo>
                    <a:pt x="8" y="11"/>
                    <a:pt x="4" y="7"/>
                    <a:pt x="1" y="0"/>
                  </a:cubicBezTo>
                  <a:cubicBezTo>
                    <a:pt x="4" y="7"/>
                    <a:pt x="8" y="11"/>
                    <a:pt x="11" y="18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18" name="Google Shape;6176;p80">
              <a:extLst>
                <a:ext uri="{FF2B5EF4-FFF2-40B4-BE49-F238E27FC236}">
                  <a16:creationId xmlns:a16="http://schemas.microsoft.com/office/drawing/2014/main" id="{5948CE0C-E7F1-857F-561D-3698C10DD299}"/>
                </a:ext>
              </a:extLst>
            </p:cNvPr>
            <p:cNvSpPr/>
            <p:nvPr/>
          </p:nvSpPr>
          <p:spPr>
            <a:xfrm>
              <a:off x="1527049" y="2176177"/>
              <a:ext cx="2675" cy="3340"/>
            </a:xfrm>
            <a:custGeom>
              <a:avLst/>
              <a:gdLst/>
              <a:ahLst/>
              <a:cxnLst/>
              <a:rect l="l" t="t" r="r" b="b"/>
              <a:pathLst>
                <a:path w="197" h="246" extrusionOk="0">
                  <a:moveTo>
                    <a:pt x="39" y="60"/>
                  </a:moveTo>
                  <a:cubicBezTo>
                    <a:pt x="29" y="39"/>
                    <a:pt x="15" y="18"/>
                    <a:pt x="1" y="1"/>
                  </a:cubicBezTo>
                  <a:lnTo>
                    <a:pt x="1" y="1"/>
                  </a:lnTo>
                  <a:cubicBezTo>
                    <a:pt x="15" y="18"/>
                    <a:pt x="29" y="39"/>
                    <a:pt x="39" y="60"/>
                  </a:cubicBezTo>
                  <a:cubicBezTo>
                    <a:pt x="78" y="134"/>
                    <a:pt x="134" y="197"/>
                    <a:pt x="197" y="246"/>
                  </a:cubicBezTo>
                  <a:cubicBezTo>
                    <a:pt x="134" y="197"/>
                    <a:pt x="78" y="134"/>
                    <a:pt x="39" y="60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19" name="Google Shape;6177;p80">
              <a:extLst>
                <a:ext uri="{FF2B5EF4-FFF2-40B4-BE49-F238E27FC236}">
                  <a16:creationId xmlns:a16="http://schemas.microsoft.com/office/drawing/2014/main" id="{D1577E1B-5500-39EA-00C8-B52E2353FBF9}"/>
                </a:ext>
              </a:extLst>
            </p:cNvPr>
            <p:cNvSpPr/>
            <p:nvPr/>
          </p:nvSpPr>
          <p:spPr>
            <a:xfrm>
              <a:off x="1540314" y="2216583"/>
              <a:ext cx="3435" cy="1629"/>
            </a:xfrm>
            <a:custGeom>
              <a:avLst/>
              <a:gdLst/>
              <a:ahLst/>
              <a:cxnLst/>
              <a:rect l="l" t="t" r="r" b="b"/>
              <a:pathLst>
                <a:path w="253" h="120" extrusionOk="0">
                  <a:moveTo>
                    <a:pt x="252" y="0"/>
                  </a:moveTo>
                  <a:lnTo>
                    <a:pt x="224" y="18"/>
                  </a:lnTo>
                  <a:cubicBezTo>
                    <a:pt x="177" y="47"/>
                    <a:pt x="133" y="72"/>
                    <a:pt x="96" y="89"/>
                  </a:cubicBezTo>
                  <a:lnTo>
                    <a:pt x="96" y="89"/>
                  </a:lnTo>
                  <a:cubicBezTo>
                    <a:pt x="135" y="71"/>
                    <a:pt x="187" y="43"/>
                    <a:pt x="252" y="0"/>
                  </a:cubicBezTo>
                  <a:close/>
                  <a:moveTo>
                    <a:pt x="96" y="89"/>
                  </a:moveTo>
                  <a:cubicBezTo>
                    <a:pt x="48" y="110"/>
                    <a:pt x="17" y="117"/>
                    <a:pt x="0" y="119"/>
                  </a:cubicBezTo>
                  <a:cubicBezTo>
                    <a:pt x="21" y="119"/>
                    <a:pt x="54" y="109"/>
                    <a:pt x="96" y="89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20" name="Google Shape;6178;p80">
              <a:extLst>
                <a:ext uri="{FF2B5EF4-FFF2-40B4-BE49-F238E27FC236}">
                  <a16:creationId xmlns:a16="http://schemas.microsoft.com/office/drawing/2014/main" id="{4A5B5844-4A63-9005-A4E6-A11F439CCFE2}"/>
                </a:ext>
              </a:extLst>
            </p:cNvPr>
            <p:cNvSpPr/>
            <p:nvPr/>
          </p:nvSpPr>
          <p:spPr>
            <a:xfrm>
              <a:off x="1530565" y="2180413"/>
              <a:ext cx="353" cy="489"/>
            </a:xfrm>
            <a:custGeom>
              <a:avLst/>
              <a:gdLst/>
              <a:ahLst/>
              <a:cxnLst/>
              <a:rect l="l" t="t" r="r" b="b"/>
              <a:pathLst>
                <a:path w="26" h="36" extrusionOk="0">
                  <a:moveTo>
                    <a:pt x="25" y="35"/>
                  </a:moveTo>
                  <a:cubicBezTo>
                    <a:pt x="18" y="25"/>
                    <a:pt x="11" y="11"/>
                    <a:pt x="1" y="0"/>
                  </a:cubicBezTo>
                  <a:cubicBezTo>
                    <a:pt x="11" y="11"/>
                    <a:pt x="18" y="25"/>
                    <a:pt x="25" y="35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21" name="Google Shape;6179;p80">
              <a:extLst>
                <a:ext uri="{FF2B5EF4-FFF2-40B4-BE49-F238E27FC236}">
                  <a16:creationId xmlns:a16="http://schemas.microsoft.com/office/drawing/2014/main" id="{9B94A634-003E-DAB9-E961-B0F7AB8889F8}"/>
                </a:ext>
              </a:extLst>
            </p:cNvPr>
            <p:cNvSpPr/>
            <p:nvPr/>
          </p:nvSpPr>
          <p:spPr>
            <a:xfrm>
              <a:off x="1540260" y="2217819"/>
              <a:ext cx="14" cy="149"/>
            </a:xfrm>
            <a:custGeom>
              <a:avLst/>
              <a:gdLst/>
              <a:ahLst/>
              <a:cxnLst/>
              <a:rect l="l" t="t" r="r" b="b"/>
              <a:pathLst>
                <a:path w="1" h="11" extrusionOk="0">
                  <a:moveTo>
                    <a:pt x="1" y="11"/>
                  </a:moveTo>
                  <a:lnTo>
                    <a:pt x="1" y="0"/>
                  </a:lnTo>
                  <a:cubicBezTo>
                    <a:pt x="1" y="4"/>
                    <a:pt x="1" y="7"/>
                    <a:pt x="1" y="1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22" name="Google Shape;6180;p80">
              <a:extLst>
                <a:ext uri="{FF2B5EF4-FFF2-40B4-BE49-F238E27FC236}">
                  <a16:creationId xmlns:a16="http://schemas.microsoft.com/office/drawing/2014/main" id="{AABD0D80-EFE8-1401-942B-2F5D66AD6172}"/>
                </a:ext>
              </a:extLst>
            </p:cNvPr>
            <p:cNvSpPr/>
            <p:nvPr/>
          </p:nvSpPr>
          <p:spPr>
            <a:xfrm>
              <a:off x="1540124" y="2216149"/>
              <a:ext cx="109" cy="1018"/>
            </a:xfrm>
            <a:custGeom>
              <a:avLst/>
              <a:gdLst/>
              <a:ahLst/>
              <a:cxnLst/>
              <a:rect l="l" t="t" r="r" b="b"/>
              <a:pathLst>
                <a:path w="8" h="75" extrusionOk="0">
                  <a:moveTo>
                    <a:pt x="0" y="1"/>
                  </a:moveTo>
                  <a:cubicBezTo>
                    <a:pt x="4" y="25"/>
                    <a:pt x="4" y="50"/>
                    <a:pt x="7" y="74"/>
                  </a:cubicBezTo>
                  <a:cubicBezTo>
                    <a:pt x="7" y="50"/>
                    <a:pt x="4" y="25"/>
                    <a:pt x="0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23" name="Google Shape;6181;p80">
              <a:extLst>
                <a:ext uri="{FF2B5EF4-FFF2-40B4-BE49-F238E27FC236}">
                  <a16:creationId xmlns:a16="http://schemas.microsoft.com/office/drawing/2014/main" id="{232A2CD6-D5F1-D8A3-95AF-C36F0AE3D94B}"/>
                </a:ext>
              </a:extLst>
            </p:cNvPr>
            <p:cNvSpPr/>
            <p:nvPr/>
          </p:nvSpPr>
          <p:spPr>
            <a:xfrm>
              <a:off x="1540219" y="2217289"/>
              <a:ext cx="54" cy="258"/>
            </a:xfrm>
            <a:custGeom>
              <a:avLst/>
              <a:gdLst/>
              <a:ahLst/>
              <a:cxnLst/>
              <a:rect l="l" t="t" r="r" b="b"/>
              <a:pathLst>
                <a:path w="4" h="19" extrusionOk="0">
                  <a:moveTo>
                    <a:pt x="4" y="1"/>
                  </a:moveTo>
                  <a:cubicBezTo>
                    <a:pt x="0" y="8"/>
                    <a:pt x="4" y="11"/>
                    <a:pt x="4" y="18"/>
                  </a:cubicBezTo>
                  <a:lnTo>
                    <a:pt x="4" y="1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24" name="Google Shape;6182;p80">
              <a:extLst>
                <a:ext uri="{FF2B5EF4-FFF2-40B4-BE49-F238E27FC236}">
                  <a16:creationId xmlns:a16="http://schemas.microsoft.com/office/drawing/2014/main" id="{1F92FBA9-4739-5865-9CCA-845091506B9B}"/>
                </a:ext>
              </a:extLst>
            </p:cNvPr>
            <p:cNvSpPr/>
            <p:nvPr/>
          </p:nvSpPr>
          <p:spPr>
            <a:xfrm>
              <a:off x="1533512" y="2195335"/>
              <a:ext cx="869" cy="2675"/>
            </a:xfrm>
            <a:custGeom>
              <a:avLst/>
              <a:gdLst/>
              <a:ahLst/>
              <a:cxnLst/>
              <a:rect l="l" t="t" r="r" b="b"/>
              <a:pathLst>
                <a:path w="64" h="197" extrusionOk="0">
                  <a:moveTo>
                    <a:pt x="60" y="0"/>
                  </a:moveTo>
                  <a:cubicBezTo>
                    <a:pt x="64" y="70"/>
                    <a:pt x="43" y="140"/>
                    <a:pt x="1" y="196"/>
                  </a:cubicBezTo>
                  <a:cubicBezTo>
                    <a:pt x="43" y="140"/>
                    <a:pt x="64" y="70"/>
                    <a:pt x="60" y="0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25" name="Google Shape;6183;p80">
              <a:extLst>
                <a:ext uri="{FF2B5EF4-FFF2-40B4-BE49-F238E27FC236}">
                  <a16:creationId xmlns:a16="http://schemas.microsoft.com/office/drawing/2014/main" id="{C295884F-C7E8-4394-A153-9D6759EB24D3}"/>
                </a:ext>
              </a:extLst>
            </p:cNvPr>
            <p:cNvSpPr/>
            <p:nvPr/>
          </p:nvSpPr>
          <p:spPr>
            <a:xfrm>
              <a:off x="1530090" y="2179883"/>
              <a:ext cx="14" cy="14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1" y="1"/>
                  </a:move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26" name="Google Shape;6184;p80">
              <a:extLst>
                <a:ext uri="{FF2B5EF4-FFF2-40B4-BE49-F238E27FC236}">
                  <a16:creationId xmlns:a16="http://schemas.microsoft.com/office/drawing/2014/main" id="{535AB209-4545-A145-A58B-ABA7C58DA0FF}"/>
                </a:ext>
              </a:extLst>
            </p:cNvPr>
            <p:cNvSpPr/>
            <p:nvPr/>
          </p:nvSpPr>
          <p:spPr>
            <a:xfrm>
              <a:off x="1543355" y="2216108"/>
              <a:ext cx="1100" cy="720"/>
            </a:xfrm>
            <a:custGeom>
              <a:avLst/>
              <a:gdLst/>
              <a:ahLst/>
              <a:cxnLst/>
              <a:rect l="l" t="t" r="r" b="b"/>
              <a:pathLst>
                <a:path w="81" h="53" extrusionOk="0">
                  <a:moveTo>
                    <a:pt x="81" y="0"/>
                  </a:moveTo>
                  <a:lnTo>
                    <a:pt x="28" y="32"/>
                  </a:lnTo>
                  <a:lnTo>
                    <a:pt x="28" y="35"/>
                  </a:lnTo>
                  <a:lnTo>
                    <a:pt x="28" y="35"/>
                  </a:lnTo>
                  <a:cubicBezTo>
                    <a:pt x="46" y="23"/>
                    <a:pt x="63" y="12"/>
                    <a:pt x="81" y="0"/>
                  </a:cubicBezTo>
                  <a:close/>
                  <a:moveTo>
                    <a:pt x="28" y="35"/>
                  </a:moveTo>
                  <a:lnTo>
                    <a:pt x="28" y="35"/>
                  </a:lnTo>
                  <a:cubicBezTo>
                    <a:pt x="19" y="41"/>
                    <a:pt x="10" y="47"/>
                    <a:pt x="0" y="53"/>
                  </a:cubicBezTo>
                  <a:lnTo>
                    <a:pt x="28" y="35"/>
                  </a:lnTo>
                  <a:lnTo>
                    <a:pt x="28" y="35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27" name="Google Shape;6185;p80">
              <a:extLst>
                <a:ext uri="{FF2B5EF4-FFF2-40B4-BE49-F238E27FC236}">
                  <a16:creationId xmlns:a16="http://schemas.microsoft.com/office/drawing/2014/main" id="{CBE69E50-94CB-8378-8506-80ECF64ECF7D}"/>
                </a:ext>
              </a:extLst>
            </p:cNvPr>
            <p:cNvSpPr/>
            <p:nvPr/>
          </p:nvSpPr>
          <p:spPr>
            <a:xfrm>
              <a:off x="1579281" y="2208980"/>
              <a:ext cx="109" cy="299"/>
            </a:xfrm>
            <a:custGeom>
              <a:avLst/>
              <a:gdLst/>
              <a:ahLst/>
              <a:cxnLst/>
              <a:rect l="l" t="t" r="r" b="b"/>
              <a:pathLst>
                <a:path w="8" h="22" extrusionOk="0">
                  <a:moveTo>
                    <a:pt x="1" y="21"/>
                  </a:moveTo>
                  <a:lnTo>
                    <a:pt x="8" y="0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28" name="Google Shape;6186;p80">
              <a:extLst>
                <a:ext uri="{FF2B5EF4-FFF2-40B4-BE49-F238E27FC236}">
                  <a16:creationId xmlns:a16="http://schemas.microsoft.com/office/drawing/2014/main" id="{65BFE26E-F6C3-C5EA-451E-920AF93988F9}"/>
                </a:ext>
              </a:extLst>
            </p:cNvPr>
            <p:cNvSpPr/>
            <p:nvPr/>
          </p:nvSpPr>
          <p:spPr>
            <a:xfrm>
              <a:off x="1579376" y="2208641"/>
              <a:ext cx="109" cy="258"/>
            </a:xfrm>
            <a:custGeom>
              <a:avLst/>
              <a:gdLst/>
              <a:ahLst/>
              <a:cxnLst/>
              <a:rect l="l" t="t" r="r" b="b"/>
              <a:pathLst>
                <a:path w="8" h="19" extrusionOk="0">
                  <a:moveTo>
                    <a:pt x="1" y="18"/>
                  </a:moveTo>
                  <a:lnTo>
                    <a:pt x="8" y="1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29" name="Google Shape;6187;p80">
              <a:extLst>
                <a:ext uri="{FF2B5EF4-FFF2-40B4-BE49-F238E27FC236}">
                  <a16:creationId xmlns:a16="http://schemas.microsoft.com/office/drawing/2014/main" id="{C1B1559D-FA8C-88D8-6CD4-62CD1FBA83B7}"/>
                </a:ext>
              </a:extLst>
            </p:cNvPr>
            <p:cNvSpPr/>
            <p:nvPr/>
          </p:nvSpPr>
          <p:spPr>
            <a:xfrm>
              <a:off x="1576620" y="2210786"/>
              <a:ext cx="2105" cy="122"/>
            </a:xfrm>
            <a:custGeom>
              <a:avLst/>
              <a:gdLst/>
              <a:ahLst/>
              <a:cxnLst/>
              <a:rect l="l" t="t" r="r" b="b"/>
              <a:pathLst>
                <a:path w="155" h="9" extrusionOk="0">
                  <a:moveTo>
                    <a:pt x="1" y="0"/>
                  </a:moveTo>
                  <a:cubicBezTo>
                    <a:pt x="38" y="5"/>
                    <a:pt x="73" y="8"/>
                    <a:pt x="109" y="9"/>
                  </a:cubicBezTo>
                  <a:lnTo>
                    <a:pt x="109" y="9"/>
                  </a:lnTo>
                  <a:cubicBezTo>
                    <a:pt x="84" y="8"/>
                    <a:pt x="60" y="6"/>
                    <a:pt x="36" y="4"/>
                  </a:cubicBezTo>
                  <a:lnTo>
                    <a:pt x="1" y="0"/>
                  </a:lnTo>
                  <a:close/>
                  <a:moveTo>
                    <a:pt x="155" y="7"/>
                  </a:moveTo>
                  <a:lnTo>
                    <a:pt x="155" y="7"/>
                  </a:lnTo>
                  <a:cubicBezTo>
                    <a:pt x="141" y="8"/>
                    <a:pt x="127" y="9"/>
                    <a:pt x="113" y="9"/>
                  </a:cubicBezTo>
                  <a:cubicBezTo>
                    <a:pt x="112" y="9"/>
                    <a:pt x="111" y="9"/>
                    <a:pt x="109" y="9"/>
                  </a:cubicBezTo>
                  <a:lnTo>
                    <a:pt x="109" y="9"/>
                  </a:lnTo>
                  <a:cubicBezTo>
                    <a:pt x="113" y="9"/>
                    <a:pt x="116" y="9"/>
                    <a:pt x="119" y="9"/>
                  </a:cubicBezTo>
                  <a:cubicBezTo>
                    <a:pt x="131" y="9"/>
                    <a:pt x="143" y="8"/>
                    <a:pt x="155" y="7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30" name="Google Shape;6188;p80">
              <a:extLst>
                <a:ext uri="{FF2B5EF4-FFF2-40B4-BE49-F238E27FC236}">
                  <a16:creationId xmlns:a16="http://schemas.microsoft.com/office/drawing/2014/main" id="{E3773DA5-5961-9A6A-26D9-2C1FB6763B82}"/>
                </a:ext>
              </a:extLst>
            </p:cNvPr>
            <p:cNvSpPr/>
            <p:nvPr/>
          </p:nvSpPr>
          <p:spPr>
            <a:xfrm>
              <a:off x="1595588" y="2189958"/>
              <a:ext cx="5621" cy="1018"/>
            </a:xfrm>
            <a:custGeom>
              <a:avLst/>
              <a:gdLst/>
              <a:ahLst/>
              <a:cxnLst/>
              <a:rect l="l" t="t" r="r" b="b"/>
              <a:pathLst>
                <a:path w="414" h="75" extrusionOk="0">
                  <a:moveTo>
                    <a:pt x="414" y="1"/>
                  </a:moveTo>
                  <a:cubicBezTo>
                    <a:pt x="263" y="1"/>
                    <a:pt x="116" y="15"/>
                    <a:pt x="1" y="74"/>
                  </a:cubicBezTo>
                  <a:cubicBezTo>
                    <a:pt x="116" y="15"/>
                    <a:pt x="263" y="4"/>
                    <a:pt x="414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31" name="Google Shape;6189;p80">
              <a:extLst>
                <a:ext uri="{FF2B5EF4-FFF2-40B4-BE49-F238E27FC236}">
                  <a16:creationId xmlns:a16="http://schemas.microsoft.com/office/drawing/2014/main" id="{EC0FBE71-1D45-6D71-3362-26F25E1E3AB3}"/>
                </a:ext>
              </a:extLst>
            </p:cNvPr>
            <p:cNvSpPr/>
            <p:nvPr/>
          </p:nvSpPr>
          <p:spPr>
            <a:xfrm>
              <a:off x="1611609" y="2192768"/>
              <a:ext cx="774" cy="299"/>
            </a:xfrm>
            <a:custGeom>
              <a:avLst/>
              <a:gdLst/>
              <a:ahLst/>
              <a:cxnLst/>
              <a:rect l="l" t="t" r="r" b="b"/>
              <a:pathLst>
                <a:path w="57" h="22" extrusionOk="0">
                  <a:moveTo>
                    <a:pt x="57" y="0"/>
                  </a:moveTo>
                  <a:cubicBezTo>
                    <a:pt x="39" y="11"/>
                    <a:pt x="18" y="18"/>
                    <a:pt x="1" y="21"/>
                  </a:cubicBezTo>
                  <a:cubicBezTo>
                    <a:pt x="15" y="21"/>
                    <a:pt x="29" y="18"/>
                    <a:pt x="43" y="11"/>
                  </a:cubicBezTo>
                  <a:lnTo>
                    <a:pt x="57" y="0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32" name="Google Shape;6190;p80">
              <a:extLst>
                <a:ext uri="{FF2B5EF4-FFF2-40B4-BE49-F238E27FC236}">
                  <a16:creationId xmlns:a16="http://schemas.microsoft.com/office/drawing/2014/main" id="{28ABE8A3-D08F-1195-002A-8A59AB01B886}"/>
                </a:ext>
              </a:extLst>
            </p:cNvPr>
            <p:cNvSpPr/>
            <p:nvPr/>
          </p:nvSpPr>
          <p:spPr>
            <a:xfrm>
              <a:off x="1579526" y="2208260"/>
              <a:ext cx="14" cy="68"/>
            </a:xfrm>
            <a:custGeom>
              <a:avLst/>
              <a:gdLst/>
              <a:ahLst/>
              <a:cxnLst/>
              <a:rect l="l" t="t" r="r" b="b"/>
              <a:pathLst>
                <a:path w="1" h="5" extrusionOk="0">
                  <a:moveTo>
                    <a:pt x="0" y="4"/>
                  </a:moveTo>
                  <a:lnTo>
                    <a:pt x="0" y="1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33" name="Google Shape;6191;p80">
              <a:extLst>
                <a:ext uri="{FF2B5EF4-FFF2-40B4-BE49-F238E27FC236}">
                  <a16:creationId xmlns:a16="http://schemas.microsoft.com/office/drawing/2014/main" id="{802C57C0-4122-B338-EDDB-D72E2DDD182A}"/>
                </a:ext>
              </a:extLst>
            </p:cNvPr>
            <p:cNvSpPr/>
            <p:nvPr/>
          </p:nvSpPr>
          <p:spPr>
            <a:xfrm>
              <a:off x="1612180" y="2192619"/>
              <a:ext cx="394" cy="258"/>
            </a:xfrm>
            <a:custGeom>
              <a:avLst/>
              <a:gdLst/>
              <a:ahLst/>
              <a:cxnLst/>
              <a:rect l="l" t="t" r="r" b="b"/>
              <a:pathLst>
                <a:path w="29" h="19" extrusionOk="0">
                  <a:moveTo>
                    <a:pt x="29" y="1"/>
                  </a:moveTo>
                  <a:lnTo>
                    <a:pt x="29" y="1"/>
                  </a:lnTo>
                  <a:cubicBezTo>
                    <a:pt x="18" y="8"/>
                    <a:pt x="8" y="15"/>
                    <a:pt x="1" y="18"/>
                  </a:cubicBezTo>
                  <a:lnTo>
                    <a:pt x="15" y="11"/>
                  </a:lnTo>
                  <a:lnTo>
                    <a:pt x="29" y="1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34" name="Google Shape;6192;p80">
              <a:extLst>
                <a:ext uri="{FF2B5EF4-FFF2-40B4-BE49-F238E27FC236}">
                  <a16:creationId xmlns:a16="http://schemas.microsoft.com/office/drawing/2014/main" id="{14BD60A3-7B76-D2D1-C959-F6864CF2BBC7}"/>
                </a:ext>
              </a:extLst>
            </p:cNvPr>
            <p:cNvSpPr/>
            <p:nvPr/>
          </p:nvSpPr>
          <p:spPr>
            <a:xfrm>
              <a:off x="1575385" y="2210636"/>
              <a:ext cx="1724" cy="204"/>
            </a:xfrm>
            <a:custGeom>
              <a:avLst/>
              <a:gdLst/>
              <a:ahLst/>
              <a:cxnLst/>
              <a:rect l="l" t="t" r="r" b="b"/>
              <a:pathLst>
                <a:path w="127" h="15" extrusionOk="0">
                  <a:moveTo>
                    <a:pt x="1" y="1"/>
                  </a:moveTo>
                  <a:lnTo>
                    <a:pt x="92" y="11"/>
                  </a:lnTo>
                  <a:lnTo>
                    <a:pt x="127" y="15"/>
                  </a:lnTo>
                  <a:lnTo>
                    <a:pt x="127" y="15"/>
                  </a:lnTo>
                  <a:lnTo>
                    <a:pt x="15" y="1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35" name="Google Shape;6193;p80">
              <a:extLst>
                <a:ext uri="{FF2B5EF4-FFF2-40B4-BE49-F238E27FC236}">
                  <a16:creationId xmlns:a16="http://schemas.microsoft.com/office/drawing/2014/main" id="{7D9B9B8F-79F4-55C6-F6FF-2BA49AAD185F}"/>
                </a:ext>
              </a:extLst>
            </p:cNvPr>
            <p:cNvSpPr/>
            <p:nvPr/>
          </p:nvSpPr>
          <p:spPr>
            <a:xfrm>
              <a:off x="1438877" y="2046607"/>
              <a:ext cx="93508" cy="136291"/>
            </a:xfrm>
            <a:custGeom>
              <a:avLst/>
              <a:gdLst/>
              <a:ahLst/>
              <a:cxnLst/>
              <a:rect l="l" t="t" r="r" b="b"/>
              <a:pathLst>
                <a:path w="6887" h="10038" extrusionOk="0">
                  <a:moveTo>
                    <a:pt x="3333" y="0"/>
                  </a:moveTo>
                  <a:lnTo>
                    <a:pt x="3312" y="4"/>
                  </a:lnTo>
                  <a:lnTo>
                    <a:pt x="3295" y="7"/>
                  </a:lnTo>
                  <a:lnTo>
                    <a:pt x="3274" y="11"/>
                  </a:lnTo>
                  <a:lnTo>
                    <a:pt x="3232" y="18"/>
                  </a:lnTo>
                  <a:lnTo>
                    <a:pt x="3249" y="39"/>
                  </a:lnTo>
                  <a:lnTo>
                    <a:pt x="3263" y="56"/>
                  </a:lnTo>
                  <a:lnTo>
                    <a:pt x="3281" y="81"/>
                  </a:lnTo>
                  <a:lnTo>
                    <a:pt x="3295" y="98"/>
                  </a:lnTo>
                  <a:lnTo>
                    <a:pt x="3309" y="119"/>
                  </a:lnTo>
                  <a:lnTo>
                    <a:pt x="3319" y="133"/>
                  </a:lnTo>
                  <a:cubicBezTo>
                    <a:pt x="3326" y="147"/>
                    <a:pt x="3333" y="161"/>
                    <a:pt x="3340" y="175"/>
                  </a:cubicBezTo>
                  <a:cubicBezTo>
                    <a:pt x="3340" y="179"/>
                    <a:pt x="3344" y="182"/>
                    <a:pt x="3347" y="189"/>
                  </a:cubicBezTo>
                  <a:cubicBezTo>
                    <a:pt x="3347" y="193"/>
                    <a:pt x="3351" y="203"/>
                    <a:pt x="3354" y="210"/>
                  </a:cubicBezTo>
                  <a:cubicBezTo>
                    <a:pt x="3354" y="217"/>
                    <a:pt x="3358" y="217"/>
                    <a:pt x="3358" y="224"/>
                  </a:cubicBezTo>
                  <a:cubicBezTo>
                    <a:pt x="3358" y="231"/>
                    <a:pt x="3361" y="235"/>
                    <a:pt x="3361" y="242"/>
                  </a:cubicBezTo>
                  <a:lnTo>
                    <a:pt x="3361" y="259"/>
                  </a:lnTo>
                  <a:cubicBezTo>
                    <a:pt x="3361" y="263"/>
                    <a:pt x="3361" y="270"/>
                    <a:pt x="3361" y="273"/>
                  </a:cubicBezTo>
                  <a:cubicBezTo>
                    <a:pt x="3354" y="329"/>
                    <a:pt x="3323" y="378"/>
                    <a:pt x="3277" y="410"/>
                  </a:cubicBezTo>
                  <a:lnTo>
                    <a:pt x="3274" y="413"/>
                  </a:lnTo>
                  <a:cubicBezTo>
                    <a:pt x="3239" y="438"/>
                    <a:pt x="3218" y="469"/>
                    <a:pt x="3211" y="511"/>
                  </a:cubicBezTo>
                  <a:lnTo>
                    <a:pt x="3204" y="529"/>
                  </a:lnTo>
                  <a:cubicBezTo>
                    <a:pt x="3186" y="606"/>
                    <a:pt x="3162" y="721"/>
                    <a:pt x="2983" y="959"/>
                  </a:cubicBezTo>
                  <a:cubicBezTo>
                    <a:pt x="2966" y="980"/>
                    <a:pt x="2948" y="1005"/>
                    <a:pt x="2927" y="1026"/>
                  </a:cubicBezTo>
                  <a:cubicBezTo>
                    <a:pt x="2647" y="1348"/>
                    <a:pt x="2227" y="1464"/>
                    <a:pt x="1975" y="1537"/>
                  </a:cubicBezTo>
                  <a:cubicBezTo>
                    <a:pt x="1936" y="1544"/>
                    <a:pt x="1905" y="1555"/>
                    <a:pt x="1873" y="1565"/>
                  </a:cubicBezTo>
                  <a:cubicBezTo>
                    <a:pt x="1712" y="1614"/>
                    <a:pt x="1611" y="1887"/>
                    <a:pt x="1516" y="2153"/>
                  </a:cubicBezTo>
                  <a:cubicBezTo>
                    <a:pt x="1485" y="2237"/>
                    <a:pt x="1457" y="2321"/>
                    <a:pt x="1422" y="2398"/>
                  </a:cubicBezTo>
                  <a:cubicBezTo>
                    <a:pt x="1355" y="2559"/>
                    <a:pt x="1285" y="2636"/>
                    <a:pt x="1198" y="2647"/>
                  </a:cubicBezTo>
                  <a:lnTo>
                    <a:pt x="1180" y="2647"/>
                  </a:lnTo>
                  <a:cubicBezTo>
                    <a:pt x="1170" y="2647"/>
                    <a:pt x="1156" y="2647"/>
                    <a:pt x="1145" y="2643"/>
                  </a:cubicBezTo>
                  <a:cubicBezTo>
                    <a:pt x="1135" y="2640"/>
                    <a:pt x="1121" y="2636"/>
                    <a:pt x="1110" y="2629"/>
                  </a:cubicBezTo>
                  <a:cubicBezTo>
                    <a:pt x="1040" y="2598"/>
                    <a:pt x="981" y="2521"/>
                    <a:pt x="921" y="2437"/>
                  </a:cubicBezTo>
                  <a:cubicBezTo>
                    <a:pt x="890" y="2397"/>
                    <a:pt x="868" y="2384"/>
                    <a:pt x="839" y="2384"/>
                  </a:cubicBezTo>
                  <a:cubicBezTo>
                    <a:pt x="822" y="2384"/>
                    <a:pt x="802" y="2388"/>
                    <a:pt x="778" y="2395"/>
                  </a:cubicBezTo>
                  <a:cubicBezTo>
                    <a:pt x="751" y="2404"/>
                    <a:pt x="723" y="2408"/>
                    <a:pt x="696" y="2408"/>
                  </a:cubicBezTo>
                  <a:cubicBezTo>
                    <a:pt x="628" y="2408"/>
                    <a:pt x="561" y="2382"/>
                    <a:pt x="512" y="2335"/>
                  </a:cubicBezTo>
                  <a:cubicBezTo>
                    <a:pt x="470" y="2300"/>
                    <a:pt x="435" y="2258"/>
                    <a:pt x="407" y="2209"/>
                  </a:cubicBezTo>
                  <a:cubicBezTo>
                    <a:pt x="400" y="2195"/>
                    <a:pt x="393" y="2178"/>
                    <a:pt x="393" y="2157"/>
                  </a:cubicBezTo>
                  <a:cubicBezTo>
                    <a:pt x="396" y="2108"/>
                    <a:pt x="421" y="2062"/>
                    <a:pt x="456" y="2031"/>
                  </a:cubicBezTo>
                  <a:cubicBezTo>
                    <a:pt x="473" y="2010"/>
                    <a:pt x="487" y="1992"/>
                    <a:pt x="501" y="1971"/>
                  </a:cubicBezTo>
                  <a:cubicBezTo>
                    <a:pt x="505" y="1968"/>
                    <a:pt x="505" y="1961"/>
                    <a:pt x="508" y="1957"/>
                  </a:cubicBezTo>
                  <a:lnTo>
                    <a:pt x="508" y="1954"/>
                  </a:lnTo>
                  <a:cubicBezTo>
                    <a:pt x="508" y="1950"/>
                    <a:pt x="508" y="1947"/>
                    <a:pt x="508" y="1943"/>
                  </a:cubicBezTo>
                  <a:lnTo>
                    <a:pt x="508" y="1936"/>
                  </a:lnTo>
                  <a:cubicBezTo>
                    <a:pt x="505" y="1929"/>
                    <a:pt x="505" y="1926"/>
                    <a:pt x="505" y="1922"/>
                  </a:cubicBezTo>
                  <a:cubicBezTo>
                    <a:pt x="505" y="1919"/>
                    <a:pt x="505" y="1919"/>
                    <a:pt x="501" y="1915"/>
                  </a:cubicBezTo>
                  <a:cubicBezTo>
                    <a:pt x="498" y="1912"/>
                    <a:pt x="498" y="1905"/>
                    <a:pt x="498" y="1901"/>
                  </a:cubicBezTo>
                  <a:lnTo>
                    <a:pt x="491" y="1891"/>
                  </a:lnTo>
                  <a:lnTo>
                    <a:pt x="484" y="1873"/>
                  </a:lnTo>
                  <a:lnTo>
                    <a:pt x="477" y="1863"/>
                  </a:lnTo>
                  <a:lnTo>
                    <a:pt x="466" y="1845"/>
                  </a:lnTo>
                  <a:lnTo>
                    <a:pt x="456" y="1835"/>
                  </a:lnTo>
                  <a:lnTo>
                    <a:pt x="442" y="1814"/>
                  </a:lnTo>
                  <a:lnTo>
                    <a:pt x="431" y="1803"/>
                  </a:lnTo>
                  <a:lnTo>
                    <a:pt x="431" y="1800"/>
                  </a:lnTo>
                  <a:cubicBezTo>
                    <a:pt x="295" y="1852"/>
                    <a:pt x="144" y="2052"/>
                    <a:pt x="57" y="2230"/>
                  </a:cubicBezTo>
                  <a:cubicBezTo>
                    <a:pt x="0" y="2349"/>
                    <a:pt x="116" y="2591"/>
                    <a:pt x="190" y="2748"/>
                  </a:cubicBezTo>
                  <a:cubicBezTo>
                    <a:pt x="221" y="2811"/>
                    <a:pt x="246" y="2874"/>
                    <a:pt x="267" y="2941"/>
                  </a:cubicBezTo>
                  <a:cubicBezTo>
                    <a:pt x="281" y="2979"/>
                    <a:pt x="277" y="3021"/>
                    <a:pt x="253" y="3056"/>
                  </a:cubicBezTo>
                  <a:cubicBezTo>
                    <a:pt x="227" y="3085"/>
                    <a:pt x="191" y="3099"/>
                    <a:pt x="153" y="3099"/>
                  </a:cubicBezTo>
                  <a:cubicBezTo>
                    <a:pt x="149" y="3099"/>
                    <a:pt x="145" y="3099"/>
                    <a:pt x="141" y="3099"/>
                  </a:cubicBezTo>
                  <a:cubicBezTo>
                    <a:pt x="127" y="3099"/>
                    <a:pt x="116" y="3102"/>
                    <a:pt x="102" y="3102"/>
                  </a:cubicBezTo>
                  <a:cubicBezTo>
                    <a:pt x="102" y="3106"/>
                    <a:pt x="99" y="3109"/>
                    <a:pt x="99" y="3113"/>
                  </a:cubicBezTo>
                  <a:cubicBezTo>
                    <a:pt x="99" y="3169"/>
                    <a:pt x="333" y="3309"/>
                    <a:pt x="442" y="3375"/>
                  </a:cubicBezTo>
                  <a:cubicBezTo>
                    <a:pt x="529" y="3428"/>
                    <a:pt x="606" y="3477"/>
                    <a:pt x="669" y="3522"/>
                  </a:cubicBezTo>
                  <a:cubicBezTo>
                    <a:pt x="788" y="3610"/>
                    <a:pt x="893" y="3785"/>
                    <a:pt x="995" y="3953"/>
                  </a:cubicBezTo>
                  <a:cubicBezTo>
                    <a:pt x="1061" y="4068"/>
                    <a:pt x="1135" y="4180"/>
                    <a:pt x="1222" y="4282"/>
                  </a:cubicBezTo>
                  <a:cubicBezTo>
                    <a:pt x="1359" y="4425"/>
                    <a:pt x="1404" y="4558"/>
                    <a:pt x="1485" y="4779"/>
                  </a:cubicBezTo>
                  <a:cubicBezTo>
                    <a:pt x="1520" y="4873"/>
                    <a:pt x="1562" y="4992"/>
                    <a:pt x="1621" y="5139"/>
                  </a:cubicBezTo>
                  <a:cubicBezTo>
                    <a:pt x="1810" y="5598"/>
                    <a:pt x="2196" y="6396"/>
                    <a:pt x="2462" y="6736"/>
                  </a:cubicBezTo>
                  <a:cubicBezTo>
                    <a:pt x="2633" y="6953"/>
                    <a:pt x="2899" y="7342"/>
                    <a:pt x="2794" y="7513"/>
                  </a:cubicBezTo>
                  <a:cubicBezTo>
                    <a:pt x="2759" y="7573"/>
                    <a:pt x="2805" y="7800"/>
                    <a:pt x="2980" y="7923"/>
                  </a:cubicBezTo>
                  <a:cubicBezTo>
                    <a:pt x="3043" y="7968"/>
                    <a:pt x="3106" y="8017"/>
                    <a:pt x="3165" y="8070"/>
                  </a:cubicBezTo>
                  <a:cubicBezTo>
                    <a:pt x="3365" y="8252"/>
                    <a:pt x="3589" y="8406"/>
                    <a:pt x="3834" y="8525"/>
                  </a:cubicBezTo>
                  <a:cubicBezTo>
                    <a:pt x="4793" y="9004"/>
                    <a:pt x="5332" y="9341"/>
                    <a:pt x="5437" y="9523"/>
                  </a:cubicBezTo>
                  <a:cubicBezTo>
                    <a:pt x="5549" y="9708"/>
                    <a:pt x="5896" y="9901"/>
                    <a:pt x="6029" y="9971"/>
                  </a:cubicBezTo>
                  <a:lnTo>
                    <a:pt x="6067" y="9995"/>
                  </a:lnTo>
                  <a:cubicBezTo>
                    <a:pt x="6085" y="10006"/>
                    <a:pt x="6099" y="10020"/>
                    <a:pt x="6109" y="10037"/>
                  </a:cubicBezTo>
                  <a:lnTo>
                    <a:pt x="6123" y="10027"/>
                  </a:lnTo>
                  <a:lnTo>
                    <a:pt x="6134" y="10023"/>
                  </a:lnTo>
                  <a:cubicBezTo>
                    <a:pt x="6141" y="10016"/>
                    <a:pt x="6151" y="10013"/>
                    <a:pt x="6158" y="10009"/>
                  </a:cubicBezTo>
                  <a:cubicBezTo>
                    <a:pt x="6214" y="9971"/>
                    <a:pt x="6253" y="9915"/>
                    <a:pt x="6270" y="9848"/>
                  </a:cubicBezTo>
                  <a:cubicBezTo>
                    <a:pt x="6288" y="9810"/>
                    <a:pt x="6299" y="9768"/>
                    <a:pt x="6309" y="9729"/>
                  </a:cubicBezTo>
                  <a:cubicBezTo>
                    <a:pt x="6320" y="9684"/>
                    <a:pt x="6334" y="9638"/>
                    <a:pt x="6355" y="9596"/>
                  </a:cubicBezTo>
                  <a:lnTo>
                    <a:pt x="6365" y="9565"/>
                  </a:lnTo>
                  <a:lnTo>
                    <a:pt x="6365" y="9561"/>
                  </a:lnTo>
                  <a:cubicBezTo>
                    <a:pt x="6365" y="9551"/>
                    <a:pt x="6365" y="9544"/>
                    <a:pt x="6362" y="9533"/>
                  </a:cubicBezTo>
                  <a:lnTo>
                    <a:pt x="6362" y="9530"/>
                  </a:lnTo>
                  <a:lnTo>
                    <a:pt x="6362" y="9502"/>
                  </a:lnTo>
                  <a:lnTo>
                    <a:pt x="6362" y="9498"/>
                  </a:lnTo>
                  <a:lnTo>
                    <a:pt x="6362" y="9467"/>
                  </a:lnTo>
                  <a:lnTo>
                    <a:pt x="6362" y="9460"/>
                  </a:lnTo>
                  <a:cubicBezTo>
                    <a:pt x="6362" y="9449"/>
                    <a:pt x="6365" y="9439"/>
                    <a:pt x="6365" y="9428"/>
                  </a:cubicBezTo>
                  <a:lnTo>
                    <a:pt x="6365" y="9425"/>
                  </a:lnTo>
                  <a:cubicBezTo>
                    <a:pt x="6369" y="9414"/>
                    <a:pt x="6372" y="9404"/>
                    <a:pt x="6376" y="9393"/>
                  </a:cubicBezTo>
                  <a:lnTo>
                    <a:pt x="6376" y="9390"/>
                  </a:lnTo>
                  <a:cubicBezTo>
                    <a:pt x="6379" y="9383"/>
                    <a:pt x="6383" y="9372"/>
                    <a:pt x="6390" y="9362"/>
                  </a:cubicBezTo>
                  <a:lnTo>
                    <a:pt x="6390" y="9358"/>
                  </a:lnTo>
                  <a:cubicBezTo>
                    <a:pt x="6397" y="9348"/>
                    <a:pt x="6404" y="9341"/>
                    <a:pt x="6411" y="9334"/>
                  </a:cubicBezTo>
                  <a:lnTo>
                    <a:pt x="6414" y="9327"/>
                  </a:lnTo>
                  <a:cubicBezTo>
                    <a:pt x="6425" y="9320"/>
                    <a:pt x="6435" y="9313"/>
                    <a:pt x="6446" y="9306"/>
                  </a:cubicBezTo>
                  <a:cubicBezTo>
                    <a:pt x="6540" y="9253"/>
                    <a:pt x="6701" y="9015"/>
                    <a:pt x="6701" y="8927"/>
                  </a:cubicBezTo>
                  <a:cubicBezTo>
                    <a:pt x="6701" y="8913"/>
                    <a:pt x="6677" y="8896"/>
                    <a:pt x="6638" y="8871"/>
                  </a:cubicBezTo>
                  <a:cubicBezTo>
                    <a:pt x="6582" y="8836"/>
                    <a:pt x="6491" y="8784"/>
                    <a:pt x="6491" y="8668"/>
                  </a:cubicBezTo>
                  <a:cubicBezTo>
                    <a:pt x="6491" y="8591"/>
                    <a:pt x="6537" y="8504"/>
                    <a:pt x="6579" y="8420"/>
                  </a:cubicBezTo>
                  <a:cubicBezTo>
                    <a:pt x="6607" y="8371"/>
                    <a:pt x="6656" y="8273"/>
                    <a:pt x="6645" y="8248"/>
                  </a:cubicBezTo>
                  <a:cubicBezTo>
                    <a:pt x="6551" y="8171"/>
                    <a:pt x="6621" y="8042"/>
                    <a:pt x="6680" y="7930"/>
                  </a:cubicBezTo>
                  <a:cubicBezTo>
                    <a:pt x="6712" y="7870"/>
                    <a:pt x="6757" y="7790"/>
                    <a:pt x="6750" y="7755"/>
                  </a:cubicBezTo>
                  <a:cubicBezTo>
                    <a:pt x="6750" y="7734"/>
                    <a:pt x="6747" y="7706"/>
                    <a:pt x="6740" y="7667"/>
                  </a:cubicBezTo>
                  <a:cubicBezTo>
                    <a:pt x="6666" y="7156"/>
                    <a:pt x="6663" y="6981"/>
                    <a:pt x="6722" y="6925"/>
                  </a:cubicBezTo>
                  <a:cubicBezTo>
                    <a:pt x="6740" y="6907"/>
                    <a:pt x="6757" y="6893"/>
                    <a:pt x="6778" y="6879"/>
                  </a:cubicBezTo>
                  <a:cubicBezTo>
                    <a:pt x="6848" y="6823"/>
                    <a:pt x="6887" y="6792"/>
                    <a:pt x="6852" y="6704"/>
                  </a:cubicBezTo>
                  <a:cubicBezTo>
                    <a:pt x="6831" y="6641"/>
                    <a:pt x="6764" y="6519"/>
                    <a:pt x="6698" y="6389"/>
                  </a:cubicBezTo>
                  <a:lnTo>
                    <a:pt x="6670" y="6333"/>
                  </a:lnTo>
                  <a:lnTo>
                    <a:pt x="6638" y="6277"/>
                  </a:lnTo>
                  <a:lnTo>
                    <a:pt x="6635" y="6270"/>
                  </a:lnTo>
                  <a:lnTo>
                    <a:pt x="6610" y="6221"/>
                  </a:lnTo>
                  <a:lnTo>
                    <a:pt x="6603" y="6204"/>
                  </a:lnTo>
                  <a:lnTo>
                    <a:pt x="6582" y="6165"/>
                  </a:lnTo>
                  <a:lnTo>
                    <a:pt x="6572" y="6144"/>
                  </a:lnTo>
                  <a:lnTo>
                    <a:pt x="6554" y="6109"/>
                  </a:lnTo>
                  <a:lnTo>
                    <a:pt x="6544" y="6088"/>
                  </a:lnTo>
                  <a:lnTo>
                    <a:pt x="6530" y="6057"/>
                  </a:lnTo>
                  <a:lnTo>
                    <a:pt x="6519" y="6032"/>
                  </a:lnTo>
                  <a:lnTo>
                    <a:pt x="6505" y="6004"/>
                  </a:lnTo>
                  <a:lnTo>
                    <a:pt x="6495" y="5983"/>
                  </a:lnTo>
                  <a:lnTo>
                    <a:pt x="6491" y="5973"/>
                  </a:lnTo>
                  <a:cubicBezTo>
                    <a:pt x="6435" y="5967"/>
                    <a:pt x="6379" y="5964"/>
                    <a:pt x="6324" y="5964"/>
                  </a:cubicBezTo>
                  <a:cubicBezTo>
                    <a:pt x="6208" y="5964"/>
                    <a:pt x="6102" y="5977"/>
                    <a:pt x="6032" y="6001"/>
                  </a:cubicBezTo>
                  <a:cubicBezTo>
                    <a:pt x="6017" y="6007"/>
                    <a:pt x="6000" y="6010"/>
                    <a:pt x="5984" y="6010"/>
                  </a:cubicBezTo>
                  <a:cubicBezTo>
                    <a:pt x="5958" y="6010"/>
                    <a:pt x="5932" y="6002"/>
                    <a:pt x="5910" y="5987"/>
                  </a:cubicBezTo>
                  <a:cubicBezTo>
                    <a:pt x="5805" y="5910"/>
                    <a:pt x="5801" y="5661"/>
                    <a:pt x="5812" y="5346"/>
                  </a:cubicBezTo>
                  <a:cubicBezTo>
                    <a:pt x="5812" y="5301"/>
                    <a:pt x="5815" y="5259"/>
                    <a:pt x="5815" y="5227"/>
                  </a:cubicBezTo>
                  <a:cubicBezTo>
                    <a:pt x="5815" y="5210"/>
                    <a:pt x="5815" y="5196"/>
                    <a:pt x="5808" y="5178"/>
                  </a:cubicBezTo>
                  <a:cubicBezTo>
                    <a:pt x="5759" y="5206"/>
                    <a:pt x="5721" y="5248"/>
                    <a:pt x="5696" y="5301"/>
                  </a:cubicBezTo>
                  <a:cubicBezTo>
                    <a:pt x="5648" y="5413"/>
                    <a:pt x="5534" y="5436"/>
                    <a:pt x="5398" y="5436"/>
                  </a:cubicBezTo>
                  <a:cubicBezTo>
                    <a:pt x="5348" y="5436"/>
                    <a:pt x="5295" y="5433"/>
                    <a:pt x="5241" y="5430"/>
                  </a:cubicBezTo>
                  <a:cubicBezTo>
                    <a:pt x="5178" y="5427"/>
                    <a:pt x="5119" y="5423"/>
                    <a:pt x="5056" y="5423"/>
                  </a:cubicBezTo>
                  <a:cubicBezTo>
                    <a:pt x="4860" y="5423"/>
                    <a:pt x="4825" y="5273"/>
                    <a:pt x="4804" y="5185"/>
                  </a:cubicBezTo>
                  <a:cubicBezTo>
                    <a:pt x="4800" y="5161"/>
                    <a:pt x="4790" y="5136"/>
                    <a:pt x="4779" y="5115"/>
                  </a:cubicBezTo>
                  <a:lnTo>
                    <a:pt x="4772" y="5115"/>
                  </a:lnTo>
                  <a:cubicBezTo>
                    <a:pt x="4756" y="5116"/>
                    <a:pt x="4740" y="5117"/>
                    <a:pt x="4724" y="5117"/>
                  </a:cubicBezTo>
                  <a:cubicBezTo>
                    <a:pt x="4626" y="5117"/>
                    <a:pt x="4543" y="5089"/>
                    <a:pt x="4489" y="5038"/>
                  </a:cubicBezTo>
                  <a:cubicBezTo>
                    <a:pt x="4436" y="4982"/>
                    <a:pt x="4415" y="4905"/>
                    <a:pt x="4426" y="4831"/>
                  </a:cubicBezTo>
                  <a:cubicBezTo>
                    <a:pt x="4436" y="4733"/>
                    <a:pt x="4370" y="4639"/>
                    <a:pt x="4289" y="4527"/>
                  </a:cubicBezTo>
                  <a:cubicBezTo>
                    <a:pt x="4261" y="4488"/>
                    <a:pt x="4237" y="4450"/>
                    <a:pt x="4209" y="4404"/>
                  </a:cubicBezTo>
                  <a:lnTo>
                    <a:pt x="4180" y="4362"/>
                  </a:lnTo>
                  <a:cubicBezTo>
                    <a:pt x="4065" y="4184"/>
                    <a:pt x="3946" y="3998"/>
                    <a:pt x="4068" y="3858"/>
                  </a:cubicBezTo>
                  <a:cubicBezTo>
                    <a:pt x="4089" y="3834"/>
                    <a:pt x="4089" y="3816"/>
                    <a:pt x="4079" y="3764"/>
                  </a:cubicBezTo>
                  <a:cubicBezTo>
                    <a:pt x="4051" y="3669"/>
                    <a:pt x="4079" y="3568"/>
                    <a:pt x="4152" y="3501"/>
                  </a:cubicBezTo>
                  <a:cubicBezTo>
                    <a:pt x="4202" y="3456"/>
                    <a:pt x="4258" y="3417"/>
                    <a:pt x="4317" y="3386"/>
                  </a:cubicBezTo>
                  <a:cubicBezTo>
                    <a:pt x="4391" y="3351"/>
                    <a:pt x="4394" y="3347"/>
                    <a:pt x="4377" y="3274"/>
                  </a:cubicBezTo>
                  <a:cubicBezTo>
                    <a:pt x="4345" y="3141"/>
                    <a:pt x="4408" y="3035"/>
                    <a:pt x="4464" y="2944"/>
                  </a:cubicBezTo>
                  <a:cubicBezTo>
                    <a:pt x="4510" y="2885"/>
                    <a:pt x="4541" y="2811"/>
                    <a:pt x="4552" y="2734"/>
                  </a:cubicBezTo>
                  <a:cubicBezTo>
                    <a:pt x="4566" y="2566"/>
                    <a:pt x="4688" y="2524"/>
                    <a:pt x="4811" y="2486"/>
                  </a:cubicBezTo>
                  <a:cubicBezTo>
                    <a:pt x="4870" y="2468"/>
                    <a:pt x="4926" y="2444"/>
                    <a:pt x="4982" y="2416"/>
                  </a:cubicBezTo>
                  <a:cubicBezTo>
                    <a:pt x="5010" y="2402"/>
                    <a:pt x="5038" y="2384"/>
                    <a:pt x="5063" y="2363"/>
                  </a:cubicBezTo>
                  <a:cubicBezTo>
                    <a:pt x="5147" y="2300"/>
                    <a:pt x="5248" y="2255"/>
                    <a:pt x="5353" y="2237"/>
                  </a:cubicBezTo>
                  <a:cubicBezTo>
                    <a:pt x="5381" y="2234"/>
                    <a:pt x="5413" y="2227"/>
                    <a:pt x="5444" y="2223"/>
                  </a:cubicBezTo>
                  <a:cubicBezTo>
                    <a:pt x="5549" y="2206"/>
                    <a:pt x="5644" y="2192"/>
                    <a:pt x="5724" y="2122"/>
                  </a:cubicBezTo>
                  <a:cubicBezTo>
                    <a:pt x="5735" y="2115"/>
                    <a:pt x="5742" y="2108"/>
                    <a:pt x="5752" y="2101"/>
                  </a:cubicBezTo>
                  <a:lnTo>
                    <a:pt x="5763" y="2094"/>
                  </a:lnTo>
                  <a:lnTo>
                    <a:pt x="5784" y="2083"/>
                  </a:lnTo>
                  <a:lnTo>
                    <a:pt x="5794" y="2076"/>
                  </a:lnTo>
                  <a:lnTo>
                    <a:pt x="5812" y="2066"/>
                  </a:lnTo>
                  <a:lnTo>
                    <a:pt x="5822" y="2062"/>
                  </a:lnTo>
                  <a:lnTo>
                    <a:pt x="5843" y="2055"/>
                  </a:lnTo>
                  <a:lnTo>
                    <a:pt x="5850" y="2052"/>
                  </a:lnTo>
                  <a:lnTo>
                    <a:pt x="5868" y="2045"/>
                  </a:lnTo>
                  <a:lnTo>
                    <a:pt x="5878" y="2045"/>
                  </a:lnTo>
                  <a:lnTo>
                    <a:pt x="5892" y="2041"/>
                  </a:lnTo>
                  <a:lnTo>
                    <a:pt x="5906" y="2041"/>
                  </a:lnTo>
                  <a:cubicBezTo>
                    <a:pt x="5920" y="2041"/>
                    <a:pt x="5938" y="2038"/>
                    <a:pt x="5952" y="2038"/>
                  </a:cubicBezTo>
                  <a:cubicBezTo>
                    <a:pt x="5938" y="2031"/>
                    <a:pt x="5927" y="2024"/>
                    <a:pt x="5913" y="2013"/>
                  </a:cubicBezTo>
                  <a:lnTo>
                    <a:pt x="5910" y="2013"/>
                  </a:lnTo>
                  <a:cubicBezTo>
                    <a:pt x="5899" y="2003"/>
                    <a:pt x="5889" y="1996"/>
                    <a:pt x="5882" y="1989"/>
                  </a:cubicBezTo>
                  <a:lnTo>
                    <a:pt x="5875" y="1985"/>
                  </a:lnTo>
                  <a:cubicBezTo>
                    <a:pt x="5864" y="1975"/>
                    <a:pt x="5857" y="1968"/>
                    <a:pt x="5847" y="1957"/>
                  </a:cubicBezTo>
                  <a:lnTo>
                    <a:pt x="5843" y="1950"/>
                  </a:lnTo>
                  <a:cubicBezTo>
                    <a:pt x="5836" y="1940"/>
                    <a:pt x="5829" y="1929"/>
                    <a:pt x="5822" y="1919"/>
                  </a:cubicBezTo>
                  <a:cubicBezTo>
                    <a:pt x="5766" y="1803"/>
                    <a:pt x="5882" y="1674"/>
                    <a:pt x="5994" y="1544"/>
                  </a:cubicBezTo>
                  <a:cubicBezTo>
                    <a:pt x="6036" y="1499"/>
                    <a:pt x="6074" y="1453"/>
                    <a:pt x="6109" y="1401"/>
                  </a:cubicBezTo>
                  <a:lnTo>
                    <a:pt x="6109" y="1394"/>
                  </a:lnTo>
                  <a:cubicBezTo>
                    <a:pt x="6102" y="1366"/>
                    <a:pt x="6046" y="1292"/>
                    <a:pt x="5745" y="1173"/>
                  </a:cubicBezTo>
                  <a:cubicBezTo>
                    <a:pt x="5735" y="1172"/>
                    <a:pt x="5724" y="1172"/>
                    <a:pt x="5713" y="1172"/>
                  </a:cubicBezTo>
                  <a:cubicBezTo>
                    <a:pt x="5679" y="1172"/>
                    <a:pt x="5645" y="1176"/>
                    <a:pt x="5616" y="1187"/>
                  </a:cubicBezTo>
                  <a:cubicBezTo>
                    <a:pt x="5569" y="1199"/>
                    <a:pt x="5518" y="1213"/>
                    <a:pt x="5470" y="1213"/>
                  </a:cubicBezTo>
                  <a:cubicBezTo>
                    <a:pt x="5435" y="1213"/>
                    <a:pt x="5401" y="1206"/>
                    <a:pt x="5371" y="1187"/>
                  </a:cubicBezTo>
                  <a:cubicBezTo>
                    <a:pt x="5348" y="1175"/>
                    <a:pt x="5322" y="1169"/>
                    <a:pt x="5296" y="1169"/>
                  </a:cubicBezTo>
                  <a:cubicBezTo>
                    <a:pt x="5291" y="1169"/>
                    <a:pt x="5285" y="1169"/>
                    <a:pt x="5280" y="1170"/>
                  </a:cubicBezTo>
                  <a:cubicBezTo>
                    <a:pt x="5220" y="1173"/>
                    <a:pt x="5168" y="1191"/>
                    <a:pt x="5119" y="1222"/>
                  </a:cubicBezTo>
                  <a:cubicBezTo>
                    <a:pt x="5070" y="1259"/>
                    <a:pt x="4922" y="1284"/>
                    <a:pt x="4774" y="1284"/>
                  </a:cubicBezTo>
                  <a:cubicBezTo>
                    <a:pt x="4655" y="1284"/>
                    <a:pt x="4536" y="1268"/>
                    <a:pt x="4468" y="1229"/>
                  </a:cubicBezTo>
                  <a:cubicBezTo>
                    <a:pt x="4412" y="1205"/>
                    <a:pt x="4380" y="1145"/>
                    <a:pt x="4387" y="1086"/>
                  </a:cubicBezTo>
                  <a:cubicBezTo>
                    <a:pt x="4394" y="1030"/>
                    <a:pt x="4356" y="995"/>
                    <a:pt x="4289" y="938"/>
                  </a:cubicBezTo>
                  <a:cubicBezTo>
                    <a:pt x="4226" y="882"/>
                    <a:pt x="4163" y="830"/>
                    <a:pt x="4177" y="739"/>
                  </a:cubicBezTo>
                  <a:cubicBezTo>
                    <a:pt x="4177" y="690"/>
                    <a:pt x="4159" y="644"/>
                    <a:pt x="4124" y="609"/>
                  </a:cubicBezTo>
                  <a:cubicBezTo>
                    <a:pt x="4068" y="536"/>
                    <a:pt x="3988" y="487"/>
                    <a:pt x="3893" y="473"/>
                  </a:cubicBezTo>
                  <a:cubicBezTo>
                    <a:pt x="3732" y="459"/>
                    <a:pt x="3683" y="312"/>
                    <a:pt x="3641" y="189"/>
                  </a:cubicBezTo>
                  <a:cubicBezTo>
                    <a:pt x="3617" y="116"/>
                    <a:pt x="3589" y="35"/>
                    <a:pt x="3543" y="7"/>
                  </a:cubicBezTo>
                  <a:lnTo>
                    <a:pt x="3536" y="4"/>
                  </a:lnTo>
                  <a:lnTo>
                    <a:pt x="3494" y="4"/>
                  </a:lnTo>
                  <a:cubicBezTo>
                    <a:pt x="3477" y="4"/>
                    <a:pt x="3463" y="0"/>
                    <a:pt x="3449" y="0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36" name="Google Shape;6194;p80">
              <a:extLst>
                <a:ext uri="{FF2B5EF4-FFF2-40B4-BE49-F238E27FC236}">
                  <a16:creationId xmlns:a16="http://schemas.microsoft.com/office/drawing/2014/main" id="{C5703184-8EB8-CAA0-1D45-58B055DE05AE}"/>
                </a:ext>
              </a:extLst>
            </p:cNvPr>
            <p:cNvSpPr/>
            <p:nvPr/>
          </p:nvSpPr>
          <p:spPr>
            <a:xfrm>
              <a:off x="1518685" y="2074223"/>
              <a:ext cx="244" cy="54"/>
            </a:xfrm>
            <a:custGeom>
              <a:avLst/>
              <a:gdLst/>
              <a:ahLst/>
              <a:cxnLst/>
              <a:rect l="l" t="t" r="r" b="b"/>
              <a:pathLst>
                <a:path w="18" h="4" extrusionOk="0">
                  <a:moveTo>
                    <a:pt x="0" y="4"/>
                  </a:moveTo>
                  <a:lnTo>
                    <a:pt x="18" y="0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37" name="Google Shape;6195;p80">
              <a:extLst>
                <a:ext uri="{FF2B5EF4-FFF2-40B4-BE49-F238E27FC236}">
                  <a16:creationId xmlns:a16="http://schemas.microsoft.com/office/drawing/2014/main" id="{C857230E-3390-2E97-155F-B69FA1ACDDA4}"/>
                </a:ext>
              </a:extLst>
            </p:cNvPr>
            <p:cNvSpPr/>
            <p:nvPr/>
          </p:nvSpPr>
          <p:spPr>
            <a:xfrm>
              <a:off x="1517545" y="2074549"/>
              <a:ext cx="299" cy="163"/>
            </a:xfrm>
            <a:custGeom>
              <a:avLst/>
              <a:gdLst/>
              <a:ahLst/>
              <a:cxnLst/>
              <a:rect l="l" t="t" r="r" b="b"/>
              <a:pathLst>
                <a:path w="22" h="12" extrusionOk="0">
                  <a:moveTo>
                    <a:pt x="0" y="11"/>
                  </a:moveTo>
                  <a:lnTo>
                    <a:pt x="21" y="1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38" name="Google Shape;6196;p80">
              <a:extLst>
                <a:ext uri="{FF2B5EF4-FFF2-40B4-BE49-F238E27FC236}">
                  <a16:creationId xmlns:a16="http://schemas.microsoft.com/office/drawing/2014/main" id="{6B347B63-3495-F591-6752-43705D6DD2F5}"/>
                </a:ext>
              </a:extLst>
            </p:cNvPr>
            <p:cNvSpPr/>
            <p:nvPr/>
          </p:nvSpPr>
          <p:spPr>
            <a:xfrm>
              <a:off x="1518305" y="2074318"/>
              <a:ext cx="299" cy="54"/>
            </a:xfrm>
            <a:custGeom>
              <a:avLst/>
              <a:gdLst/>
              <a:ahLst/>
              <a:cxnLst/>
              <a:rect l="l" t="t" r="r" b="b"/>
              <a:pathLst>
                <a:path w="22" h="4" extrusionOk="0">
                  <a:moveTo>
                    <a:pt x="0" y="4"/>
                  </a:moveTo>
                  <a:lnTo>
                    <a:pt x="21" y="0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39" name="Google Shape;6197;p80">
              <a:extLst>
                <a:ext uri="{FF2B5EF4-FFF2-40B4-BE49-F238E27FC236}">
                  <a16:creationId xmlns:a16="http://schemas.microsoft.com/office/drawing/2014/main" id="{1AC33815-40D2-A9B7-916F-DC52D8800A67}"/>
                </a:ext>
              </a:extLst>
            </p:cNvPr>
            <p:cNvSpPr/>
            <p:nvPr/>
          </p:nvSpPr>
          <p:spPr>
            <a:xfrm>
              <a:off x="1517110" y="2074794"/>
              <a:ext cx="299" cy="204"/>
            </a:xfrm>
            <a:custGeom>
              <a:avLst/>
              <a:gdLst/>
              <a:ahLst/>
              <a:cxnLst/>
              <a:rect l="l" t="t" r="r" b="b"/>
              <a:pathLst>
                <a:path w="22" h="15" extrusionOk="0">
                  <a:moveTo>
                    <a:pt x="1" y="14"/>
                  </a:moveTo>
                  <a:lnTo>
                    <a:pt x="22" y="0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40" name="Google Shape;6198;p80">
              <a:extLst>
                <a:ext uri="{FF2B5EF4-FFF2-40B4-BE49-F238E27FC236}">
                  <a16:creationId xmlns:a16="http://schemas.microsoft.com/office/drawing/2014/main" id="{3065B401-1F3B-030C-FD11-7534FA75BCC3}"/>
                </a:ext>
              </a:extLst>
            </p:cNvPr>
            <p:cNvSpPr/>
            <p:nvPr/>
          </p:nvSpPr>
          <p:spPr>
            <a:xfrm>
              <a:off x="1516594" y="2075024"/>
              <a:ext cx="434" cy="353"/>
            </a:xfrm>
            <a:custGeom>
              <a:avLst/>
              <a:gdLst/>
              <a:ahLst/>
              <a:cxnLst/>
              <a:rect l="l" t="t" r="r" b="b"/>
              <a:pathLst>
                <a:path w="32" h="26" extrusionOk="0">
                  <a:moveTo>
                    <a:pt x="0" y="25"/>
                  </a:moveTo>
                  <a:cubicBezTo>
                    <a:pt x="11" y="15"/>
                    <a:pt x="21" y="8"/>
                    <a:pt x="32" y="1"/>
                  </a:cubicBezTo>
                  <a:cubicBezTo>
                    <a:pt x="21" y="8"/>
                    <a:pt x="11" y="15"/>
                    <a:pt x="0" y="25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41" name="Google Shape;6199;p80">
              <a:extLst>
                <a:ext uri="{FF2B5EF4-FFF2-40B4-BE49-F238E27FC236}">
                  <a16:creationId xmlns:a16="http://schemas.microsoft.com/office/drawing/2014/main" id="{5459AF95-E886-A746-C92F-EFA5F21B28A7}"/>
                </a:ext>
              </a:extLst>
            </p:cNvPr>
            <p:cNvSpPr/>
            <p:nvPr/>
          </p:nvSpPr>
          <p:spPr>
            <a:xfrm>
              <a:off x="1519065" y="2074223"/>
              <a:ext cx="14" cy="14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0" y="0"/>
                  </a:move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42" name="Google Shape;6200;p80">
              <a:extLst>
                <a:ext uri="{FF2B5EF4-FFF2-40B4-BE49-F238E27FC236}">
                  <a16:creationId xmlns:a16="http://schemas.microsoft.com/office/drawing/2014/main" id="{00AA7185-8B15-9594-0F5C-F0865AA1E527}"/>
                </a:ext>
              </a:extLst>
            </p:cNvPr>
            <p:cNvSpPr/>
            <p:nvPr/>
          </p:nvSpPr>
          <p:spPr>
            <a:xfrm>
              <a:off x="1504184" y="2079356"/>
              <a:ext cx="2349" cy="964"/>
            </a:xfrm>
            <a:custGeom>
              <a:avLst/>
              <a:gdLst/>
              <a:ahLst/>
              <a:cxnLst/>
              <a:rect l="l" t="t" r="r" b="b"/>
              <a:pathLst>
                <a:path w="173" h="71" extrusionOk="0">
                  <a:moveTo>
                    <a:pt x="1" y="70"/>
                  </a:moveTo>
                  <a:cubicBezTo>
                    <a:pt x="60" y="49"/>
                    <a:pt x="120" y="28"/>
                    <a:pt x="172" y="0"/>
                  </a:cubicBezTo>
                  <a:cubicBezTo>
                    <a:pt x="120" y="28"/>
                    <a:pt x="60" y="49"/>
                    <a:pt x="1" y="70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43" name="Google Shape;6201;p80">
              <a:extLst>
                <a:ext uri="{FF2B5EF4-FFF2-40B4-BE49-F238E27FC236}">
                  <a16:creationId xmlns:a16="http://schemas.microsoft.com/office/drawing/2014/main" id="{002314DB-952A-5E49-CCF7-74ED824F1ABD}"/>
                </a:ext>
              </a:extLst>
            </p:cNvPr>
            <p:cNvSpPr/>
            <p:nvPr/>
          </p:nvSpPr>
          <p:spPr>
            <a:xfrm>
              <a:off x="1517925" y="2074413"/>
              <a:ext cx="299" cy="109"/>
            </a:xfrm>
            <a:custGeom>
              <a:avLst/>
              <a:gdLst/>
              <a:ahLst/>
              <a:cxnLst/>
              <a:rect l="l" t="t" r="r" b="b"/>
              <a:pathLst>
                <a:path w="22" h="8" extrusionOk="0">
                  <a:moveTo>
                    <a:pt x="0" y="7"/>
                  </a:moveTo>
                  <a:lnTo>
                    <a:pt x="21" y="0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44" name="Google Shape;6202;p80">
              <a:extLst>
                <a:ext uri="{FF2B5EF4-FFF2-40B4-BE49-F238E27FC236}">
                  <a16:creationId xmlns:a16="http://schemas.microsoft.com/office/drawing/2014/main" id="{938CE7C3-7999-B004-42E1-7CB7D0132B94}"/>
                </a:ext>
              </a:extLst>
            </p:cNvPr>
            <p:cNvSpPr/>
            <p:nvPr/>
          </p:nvSpPr>
          <p:spPr>
            <a:xfrm>
              <a:off x="1522052" y="2182355"/>
              <a:ext cx="109" cy="68"/>
            </a:xfrm>
            <a:custGeom>
              <a:avLst/>
              <a:gdLst/>
              <a:ahLst/>
              <a:cxnLst/>
              <a:rect l="l" t="t" r="r" b="b"/>
              <a:pathLst>
                <a:path w="8" h="5" extrusionOk="0">
                  <a:moveTo>
                    <a:pt x="8" y="1"/>
                  </a:moveTo>
                  <a:lnTo>
                    <a:pt x="1" y="4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45" name="Google Shape;6203;p80">
              <a:extLst>
                <a:ext uri="{FF2B5EF4-FFF2-40B4-BE49-F238E27FC236}">
                  <a16:creationId xmlns:a16="http://schemas.microsoft.com/office/drawing/2014/main" id="{5A177431-57D5-0185-207B-473B2465AAA4}"/>
                </a:ext>
              </a:extLst>
            </p:cNvPr>
            <p:cNvSpPr/>
            <p:nvPr/>
          </p:nvSpPr>
          <p:spPr>
            <a:xfrm>
              <a:off x="1518305" y="2072988"/>
              <a:ext cx="394" cy="394"/>
            </a:xfrm>
            <a:custGeom>
              <a:avLst/>
              <a:gdLst/>
              <a:ahLst/>
              <a:cxnLst/>
              <a:rect l="l" t="t" r="r" b="b"/>
              <a:pathLst>
                <a:path w="29" h="29" extrusionOk="0">
                  <a:moveTo>
                    <a:pt x="28" y="28"/>
                  </a:moveTo>
                  <a:cubicBezTo>
                    <a:pt x="18" y="21"/>
                    <a:pt x="11" y="11"/>
                    <a:pt x="0" y="0"/>
                  </a:cubicBezTo>
                  <a:cubicBezTo>
                    <a:pt x="11" y="11"/>
                    <a:pt x="18" y="21"/>
                    <a:pt x="28" y="28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46" name="Google Shape;6204;p80">
              <a:extLst>
                <a:ext uri="{FF2B5EF4-FFF2-40B4-BE49-F238E27FC236}">
                  <a16:creationId xmlns:a16="http://schemas.microsoft.com/office/drawing/2014/main" id="{D511263C-5D1E-1AC9-5B69-234FDFE0BE54}"/>
                </a:ext>
              </a:extLst>
            </p:cNvPr>
            <p:cNvSpPr/>
            <p:nvPr/>
          </p:nvSpPr>
          <p:spPr>
            <a:xfrm>
              <a:off x="1485176" y="2046227"/>
              <a:ext cx="14" cy="14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0" y="0"/>
                  </a:move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47" name="Google Shape;6205;p80">
              <a:extLst>
                <a:ext uri="{FF2B5EF4-FFF2-40B4-BE49-F238E27FC236}">
                  <a16:creationId xmlns:a16="http://schemas.microsoft.com/office/drawing/2014/main" id="{8619A377-AF3A-C29D-D5A5-CC7ED9BBA01F}"/>
                </a:ext>
              </a:extLst>
            </p:cNvPr>
            <p:cNvSpPr/>
            <p:nvPr/>
          </p:nvSpPr>
          <p:spPr>
            <a:xfrm>
              <a:off x="1485692" y="2046227"/>
              <a:ext cx="14" cy="14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1" y="0"/>
                  </a:move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48" name="Google Shape;6206;p80">
              <a:extLst>
                <a:ext uri="{FF2B5EF4-FFF2-40B4-BE49-F238E27FC236}">
                  <a16:creationId xmlns:a16="http://schemas.microsoft.com/office/drawing/2014/main" id="{40A2B005-05AE-FFC8-6B6C-F659B96046A6}"/>
                </a:ext>
              </a:extLst>
            </p:cNvPr>
            <p:cNvSpPr/>
            <p:nvPr/>
          </p:nvSpPr>
          <p:spPr>
            <a:xfrm>
              <a:off x="1486411" y="2046267"/>
              <a:ext cx="14" cy="14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0" y="1"/>
                  </a:move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49" name="Google Shape;6207;p80">
              <a:extLst>
                <a:ext uri="{FF2B5EF4-FFF2-40B4-BE49-F238E27FC236}">
                  <a16:creationId xmlns:a16="http://schemas.microsoft.com/office/drawing/2014/main" id="{D973292A-F5DF-DE71-B99F-6960A9D041D1}"/>
                </a:ext>
              </a:extLst>
            </p:cNvPr>
            <p:cNvSpPr/>
            <p:nvPr/>
          </p:nvSpPr>
          <p:spPr>
            <a:xfrm>
              <a:off x="1486982" y="2046457"/>
              <a:ext cx="54" cy="14"/>
            </a:xfrm>
            <a:custGeom>
              <a:avLst/>
              <a:gdLst/>
              <a:ahLst/>
              <a:cxnLst/>
              <a:rect l="l" t="t" r="r" b="b"/>
              <a:pathLst>
                <a:path w="4" h="1" extrusionOk="0">
                  <a:moveTo>
                    <a:pt x="4" y="1"/>
                  </a:moveTo>
                  <a:lnTo>
                    <a:pt x="0" y="1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50" name="Google Shape;6208;p80">
              <a:extLst>
                <a:ext uri="{FF2B5EF4-FFF2-40B4-BE49-F238E27FC236}">
                  <a16:creationId xmlns:a16="http://schemas.microsoft.com/office/drawing/2014/main" id="{15CB8933-9B66-1C14-32DE-924C6EB60A97}"/>
                </a:ext>
              </a:extLst>
            </p:cNvPr>
            <p:cNvSpPr/>
            <p:nvPr/>
          </p:nvSpPr>
          <p:spPr>
            <a:xfrm>
              <a:off x="1486506" y="2046322"/>
              <a:ext cx="109" cy="14"/>
            </a:xfrm>
            <a:custGeom>
              <a:avLst/>
              <a:gdLst/>
              <a:ahLst/>
              <a:cxnLst/>
              <a:rect l="l" t="t" r="r" b="b"/>
              <a:pathLst>
                <a:path w="8" h="1" extrusionOk="0">
                  <a:moveTo>
                    <a:pt x="7" y="0"/>
                  </a:moveTo>
                  <a:lnTo>
                    <a:pt x="0" y="0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51" name="Google Shape;6209;p80">
              <a:extLst>
                <a:ext uri="{FF2B5EF4-FFF2-40B4-BE49-F238E27FC236}">
                  <a16:creationId xmlns:a16="http://schemas.microsoft.com/office/drawing/2014/main" id="{C1401CDB-0C86-4219-209C-25B5801F1AB5}"/>
                </a:ext>
              </a:extLst>
            </p:cNvPr>
            <p:cNvSpPr/>
            <p:nvPr/>
          </p:nvSpPr>
          <p:spPr>
            <a:xfrm>
              <a:off x="1486792" y="2046417"/>
              <a:ext cx="54" cy="14"/>
            </a:xfrm>
            <a:custGeom>
              <a:avLst/>
              <a:gdLst/>
              <a:ahLst/>
              <a:cxnLst/>
              <a:rect l="l" t="t" r="r" b="b"/>
              <a:pathLst>
                <a:path w="4" h="1" extrusionOk="0">
                  <a:moveTo>
                    <a:pt x="4" y="0"/>
                  </a:moveTo>
                  <a:lnTo>
                    <a:pt x="0" y="0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52" name="Google Shape;6210;p80">
              <a:extLst>
                <a:ext uri="{FF2B5EF4-FFF2-40B4-BE49-F238E27FC236}">
                  <a16:creationId xmlns:a16="http://schemas.microsoft.com/office/drawing/2014/main" id="{FF828CC0-B02F-1966-8DDF-D00A8F757577}"/>
                </a:ext>
              </a:extLst>
            </p:cNvPr>
            <p:cNvSpPr/>
            <p:nvPr/>
          </p:nvSpPr>
          <p:spPr>
            <a:xfrm>
              <a:off x="1486887" y="2046457"/>
              <a:ext cx="54" cy="14"/>
            </a:xfrm>
            <a:custGeom>
              <a:avLst/>
              <a:gdLst/>
              <a:ahLst/>
              <a:cxnLst/>
              <a:rect l="l" t="t" r="r" b="b"/>
              <a:pathLst>
                <a:path w="4" h="1" extrusionOk="0">
                  <a:moveTo>
                    <a:pt x="4" y="1"/>
                  </a:moveTo>
                  <a:lnTo>
                    <a:pt x="0" y="1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53" name="Google Shape;6211;p80">
              <a:extLst>
                <a:ext uri="{FF2B5EF4-FFF2-40B4-BE49-F238E27FC236}">
                  <a16:creationId xmlns:a16="http://schemas.microsoft.com/office/drawing/2014/main" id="{57A2D16D-43A9-3DD2-CB98-A816885B2BF3}"/>
                </a:ext>
              </a:extLst>
            </p:cNvPr>
            <p:cNvSpPr/>
            <p:nvPr/>
          </p:nvSpPr>
          <p:spPr>
            <a:xfrm>
              <a:off x="1517965" y="2072513"/>
              <a:ext cx="299" cy="434"/>
            </a:xfrm>
            <a:custGeom>
              <a:avLst/>
              <a:gdLst/>
              <a:ahLst/>
              <a:cxnLst/>
              <a:rect l="l" t="t" r="r" b="b"/>
              <a:pathLst>
                <a:path w="22" h="32" extrusionOk="0">
                  <a:moveTo>
                    <a:pt x="22" y="32"/>
                  </a:moveTo>
                  <a:cubicBezTo>
                    <a:pt x="15" y="21"/>
                    <a:pt x="8" y="11"/>
                    <a:pt x="1" y="0"/>
                  </a:cubicBezTo>
                  <a:cubicBezTo>
                    <a:pt x="8" y="11"/>
                    <a:pt x="15" y="21"/>
                    <a:pt x="22" y="32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54" name="Google Shape;6212;p80">
              <a:extLst>
                <a:ext uri="{FF2B5EF4-FFF2-40B4-BE49-F238E27FC236}">
                  <a16:creationId xmlns:a16="http://schemas.microsoft.com/office/drawing/2014/main" id="{236814C8-1A39-670D-7192-431FF0E6CC8A}"/>
                </a:ext>
              </a:extLst>
            </p:cNvPr>
            <p:cNvSpPr/>
            <p:nvPr/>
          </p:nvSpPr>
          <p:spPr>
            <a:xfrm>
              <a:off x="1484171" y="2046267"/>
              <a:ext cx="204" cy="14"/>
            </a:xfrm>
            <a:custGeom>
              <a:avLst/>
              <a:gdLst/>
              <a:ahLst/>
              <a:cxnLst/>
              <a:rect l="l" t="t" r="r" b="b"/>
              <a:pathLst>
                <a:path w="15" h="1" extrusionOk="0">
                  <a:moveTo>
                    <a:pt x="15" y="1"/>
                  </a:moveTo>
                  <a:lnTo>
                    <a:pt x="1" y="1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55" name="Google Shape;6213;p80">
              <a:extLst>
                <a:ext uri="{FF2B5EF4-FFF2-40B4-BE49-F238E27FC236}">
                  <a16:creationId xmlns:a16="http://schemas.microsoft.com/office/drawing/2014/main" id="{B6F0A8E6-FA40-919C-44C6-CFDEF363E844}"/>
                </a:ext>
              </a:extLst>
            </p:cNvPr>
            <p:cNvSpPr/>
            <p:nvPr/>
          </p:nvSpPr>
          <p:spPr>
            <a:xfrm>
              <a:off x="1485407" y="2046227"/>
              <a:ext cx="14" cy="14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1" y="0"/>
                  </a:move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56" name="Google Shape;6214;p80">
              <a:extLst>
                <a:ext uri="{FF2B5EF4-FFF2-40B4-BE49-F238E27FC236}">
                  <a16:creationId xmlns:a16="http://schemas.microsoft.com/office/drawing/2014/main" id="{7F974A8F-FB04-6288-87EE-665CCF9B2550}"/>
                </a:ext>
              </a:extLst>
            </p:cNvPr>
            <p:cNvSpPr/>
            <p:nvPr/>
          </p:nvSpPr>
          <p:spPr>
            <a:xfrm>
              <a:off x="1483655" y="2046362"/>
              <a:ext cx="244" cy="14"/>
            </a:xfrm>
            <a:custGeom>
              <a:avLst/>
              <a:gdLst/>
              <a:ahLst/>
              <a:cxnLst/>
              <a:rect l="l" t="t" r="r" b="b"/>
              <a:pathLst>
                <a:path w="18" h="1" extrusionOk="0">
                  <a:moveTo>
                    <a:pt x="18" y="1"/>
                  </a:moveTo>
                  <a:lnTo>
                    <a:pt x="0" y="1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57" name="Google Shape;6215;p80">
              <a:extLst>
                <a:ext uri="{FF2B5EF4-FFF2-40B4-BE49-F238E27FC236}">
                  <a16:creationId xmlns:a16="http://schemas.microsoft.com/office/drawing/2014/main" id="{FC3D8B18-7A2C-0B45-44BD-885CCCE2FA10}"/>
                </a:ext>
              </a:extLst>
            </p:cNvPr>
            <p:cNvSpPr/>
            <p:nvPr/>
          </p:nvSpPr>
          <p:spPr>
            <a:xfrm>
              <a:off x="1482800" y="2046417"/>
              <a:ext cx="584" cy="109"/>
            </a:xfrm>
            <a:custGeom>
              <a:avLst/>
              <a:gdLst/>
              <a:ahLst/>
              <a:cxnLst/>
              <a:rect l="l" t="t" r="r" b="b"/>
              <a:pathLst>
                <a:path w="43" h="8" extrusionOk="0">
                  <a:moveTo>
                    <a:pt x="0" y="7"/>
                  </a:moveTo>
                  <a:lnTo>
                    <a:pt x="42" y="0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58" name="Google Shape;6216;p80">
              <a:extLst>
                <a:ext uri="{FF2B5EF4-FFF2-40B4-BE49-F238E27FC236}">
                  <a16:creationId xmlns:a16="http://schemas.microsoft.com/office/drawing/2014/main" id="{FCF9A4EC-6D1B-6A4C-199D-ECCFE26BB1D6}"/>
                </a:ext>
              </a:extLst>
            </p:cNvPr>
            <p:cNvSpPr/>
            <p:nvPr/>
          </p:nvSpPr>
          <p:spPr>
            <a:xfrm>
              <a:off x="1519201" y="2073789"/>
              <a:ext cx="543" cy="353"/>
            </a:xfrm>
            <a:custGeom>
              <a:avLst/>
              <a:gdLst/>
              <a:ahLst/>
              <a:cxnLst/>
              <a:rect l="l" t="t" r="r" b="b"/>
              <a:pathLst>
                <a:path w="40" h="26" extrusionOk="0">
                  <a:moveTo>
                    <a:pt x="39" y="25"/>
                  </a:moveTo>
                  <a:cubicBezTo>
                    <a:pt x="25" y="18"/>
                    <a:pt x="15" y="8"/>
                    <a:pt x="1" y="1"/>
                  </a:cubicBezTo>
                  <a:cubicBezTo>
                    <a:pt x="15" y="8"/>
                    <a:pt x="25" y="18"/>
                    <a:pt x="39" y="25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59" name="Google Shape;6217;p80">
              <a:extLst>
                <a:ext uri="{FF2B5EF4-FFF2-40B4-BE49-F238E27FC236}">
                  <a16:creationId xmlns:a16="http://schemas.microsoft.com/office/drawing/2014/main" id="{3D57C475-CA53-800F-BBC4-1D2754A130B4}"/>
                </a:ext>
              </a:extLst>
            </p:cNvPr>
            <p:cNvSpPr/>
            <p:nvPr/>
          </p:nvSpPr>
          <p:spPr>
            <a:xfrm>
              <a:off x="1510606" y="2062248"/>
              <a:ext cx="1249" cy="299"/>
            </a:xfrm>
            <a:custGeom>
              <a:avLst/>
              <a:gdLst/>
              <a:ahLst/>
              <a:cxnLst/>
              <a:rect l="l" t="t" r="r" b="b"/>
              <a:pathLst>
                <a:path w="92" h="22" extrusionOk="0">
                  <a:moveTo>
                    <a:pt x="0" y="0"/>
                  </a:moveTo>
                  <a:cubicBezTo>
                    <a:pt x="32" y="0"/>
                    <a:pt x="63" y="7"/>
                    <a:pt x="91" y="21"/>
                  </a:cubicBezTo>
                  <a:cubicBezTo>
                    <a:pt x="63" y="7"/>
                    <a:pt x="32" y="0"/>
                    <a:pt x="0" y="0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60" name="Google Shape;6218;p80">
              <a:extLst>
                <a:ext uri="{FF2B5EF4-FFF2-40B4-BE49-F238E27FC236}">
                  <a16:creationId xmlns:a16="http://schemas.microsoft.com/office/drawing/2014/main" id="{EC462382-FCEF-8565-AE76-A6294521EED0}"/>
                </a:ext>
              </a:extLst>
            </p:cNvPr>
            <p:cNvSpPr/>
            <p:nvPr/>
          </p:nvSpPr>
          <p:spPr>
            <a:xfrm>
              <a:off x="1518726" y="2073463"/>
              <a:ext cx="448" cy="299"/>
            </a:xfrm>
            <a:custGeom>
              <a:avLst/>
              <a:gdLst/>
              <a:ahLst/>
              <a:cxnLst/>
              <a:rect l="l" t="t" r="r" b="b"/>
              <a:pathLst>
                <a:path w="33" h="22" extrusionOk="0">
                  <a:moveTo>
                    <a:pt x="32" y="21"/>
                  </a:moveTo>
                  <a:cubicBezTo>
                    <a:pt x="22" y="14"/>
                    <a:pt x="11" y="7"/>
                    <a:pt x="1" y="0"/>
                  </a:cubicBezTo>
                  <a:cubicBezTo>
                    <a:pt x="11" y="7"/>
                    <a:pt x="22" y="14"/>
                    <a:pt x="32" y="2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61" name="Google Shape;6219;p80">
              <a:extLst>
                <a:ext uri="{FF2B5EF4-FFF2-40B4-BE49-F238E27FC236}">
                  <a16:creationId xmlns:a16="http://schemas.microsoft.com/office/drawing/2014/main" id="{2F538721-1C85-0BD2-001C-9C14C66C54DB}"/>
                </a:ext>
              </a:extLst>
            </p:cNvPr>
            <p:cNvSpPr/>
            <p:nvPr/>
          </p:nvSpPr>
          <p:spPr>
            <a:xfrm>
              <a:off x="1484646" y="2046267"/>
              <a:ext cx="163" cy="14"/>
            </a:xfrm>
            <a:custGeom>
              <a:avLst/>
              <a:gdLst/>
              <a:ahLst/>
              <a:cxnLst/>
              <a:rect l="l" t="t" r="r" b="b"/>
              <a:pathLst>
                <a:path w="12" h="1" extrusionOk="0">
                  <a:moveTo>
                    <a:pt x="11" y="1"/>
                  </a:moveTo>
                  <a:lnTo>
                    <a:pt x="1" y="1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62" name="Google Shape;6220;p80">
              <a:extLst>
                <a:ext uri="{FF2B5EF4-FFF2-40B4-BE49-F238E27FC236}">
                  <a16:creationId xmlns:a16="http://schemas.microsoft.com/office/drawing/2014/main" id="{29A339FB-E1ED-1DA3-AD31-3512A3CADF06}"/>
                </a:ext>
              </a:extLst>
            </p:cNvPr>
            <p:cNvSpPr/>
            <p:nvPr/>
          </p:nvSpPr>
          <p:spPr>
            <a:xfrm>
              <a:off x="1486642" y="2046362"/>
              <a:ext cx="109" cy="14"/>
            </a:xfrm>
            <a:custGeom>
              <a:avLst/>
              <a:gdLst/>
              <a:ahLst/>
              <a:cxnLst/>
              <a:rect l="l" t="t" r="r" b="b"/>
              <a:pathLst>
                <a:path w="8" h="1" extrusionOk="0">
                  <a:moveTo>
                    <a:pt x="8" y="1"/>
                  </a:moveTo>
                  <a:lnTo>
                    <a:pt x="1" y="1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63" name="Google Shape;6221;p80">
              <a:extLst>
                <a:ext uri="{FF2B5EF4-FFF2-40B4-BE49-F238E27FC236}">
                  <a16:creationId xmlns:a16="http://schemas.microsoft.com/office/drawing/2014/main" id="{70E81D12-063C-4ED1-8C30-A8C14F404A24}"/>
                </a:ext>
              </a:extLst>
            </p:cNvPr>
            <p:cNvSpPr/>
            <p:nvPr/>
          </p:nvSpPr>
          <p:spPr>
            <a:xfrm>
              <a:off x="1526003" y="2172945"/>
              <a:ext cx="394" cy="299"/>
            </a:xfrm>
            <a:custGeom>
              <a:avLst/>
              <a:gdLst/>
              <a:ahLst/>
              <a:cxnLst/>
              <a:rect l="l" t="t" r="r" b="b"/>
              <a:pathLst>
                <a:path w="29" h="22" extrusionOk="0">
                  <a:moveTo>
                    <a:pt x="29" y="1"/>
                  </a:moveTo>
                  <a:cubicBezTo>
                    <a:pt x="18" y="8"/>
                    <a:pt x="11" y="15"/>
                    <a:pt x="1" y="22"/>
                  </a:cubicBezTo>
                  <a:cubicBezTo>
                    <a:pt x="11" y="15"/>
                    <a:pt x="18" y="8"/>
                    <a:pt x="29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64" name="Google Shape;6222;p80">
              <a:extLst>
                <a:ext uri="{FF2B5EF4-FFF2-40B4-BE49-F238E27FC236}">
                  <a16:creationId xmlns:a16="http://schemas.microsoft.com/office/drawing/2014/main" id="{D7123A94-7996-DC33-0060-638F998A3AB1}"/>
                </a:ext>
              </a:extLst>
            </p:cNvPr>
            <p:cNvSpPr/>
            <p:nvPr/>
          </p:nvSpPr>
          <p:spPr>
            <a:xfrm>
              <a:off x="1525677" y="2173325"/>
              <a:ext cx="299" cy="353"/>
            </a:xfrm>
            <a:custGeom>
              <a:avLst/>
              <a:gdLst/>
              <a:ahLst/>
              <a:cxnLst/>
              <a:rect l="l" t="t" r="r" b="b"/>
              <a:pathLst>
                <a:path w="22" h="26" extrusionOk="0">
                  <a:moveTo>
                    <a:pt x="0" y="25"/>
                  </a:moveTo>
                  <a:cubicBezTo>
                    <a:pt x="7" y="15"/>
                    <a:pt x="14" y="8"/>
                    <a:pt x="21" y="1"/>
                  </a:cubicBezTo>
                  <a:cubicBezTo>
                    <a:pt x="14" y="8"/>
                    <a:pt x="7" y="15"/>
                    <a:pt x="0" y="25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65" name="Google Shape;6223;p80">
              <a:extLst>
                <a:ext uri="{FF2B5EF4-FFF2-40B4-BE49-F238E27FC236}">
                  <a16:creationId xmlns:a16="http://schemas.microsoft.com/office/drawing/2014/main" id="{6A203B53-E9C4-BA5D-175A-677E65CB280B}"/>
                </a:ext>
              </a:extLst>
            </p:cNvPr>
            <p:cNvSpPr/>
            <p:nvPr/>
          </p:nvSpPr>
          <p:spPr>
            <a:xfrm>
              <a:off x="1529425" y="2132539"/>
              <a:ext cx="14" cy="14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1" y="1"/>
                  </a:move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66" name="Google Shape;6224;p80">
              <a:extLst>
                <a:ext uri="{FF2B5EF4-FFF2-40B4-BE49-F238E27FC236}">
                  <a16:creationId xmlns:a16="http://schemas.microsoft.com/office/drawing/2014/main" id="{302EEB3B-84F7-90D3-9D8F-951130BA8ECD}"/>
                </a:ext>
              </a:extLst>
            </p:cNvPr>
            <p:cNvSpPr/>
            <p:nvPr/>
          </p:nvSpPr>
          <p:spPr>
            <a:xfrm>
              <a:off x="1527714" y="2129212"/>
              <a:ext cx="163" cy="299"/>
            </a:xfrm>
            <a:custGeom>
              <a:avLst/>
              <a:gdLst/>
              <a:ahLst/>
              <a:cxnLst/>
              <a:rect l="l" t="t" r="r" b="b"/>
              <a:pathLst>
                <a:path w="12" h="22" extrusionOk="0">
                  <a:moveTo>
                    <a:pt x="1" y="1"/>
                  </a:moveTo>
                  <a:lnTo>
                    <a:pt x="11" y="22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67" name="Google Shape;6225;p80">
              <a:extLst>
                <a:ext uri="{FF2B5EF4-FFF2-40B4-BE49-F238E27FC236}">
                  <a16:creationId xmlns:a16="http://schemas.microsoft.com/office/drawing/2014/main" id="{B739E476-658D-C03F-6584-402F0C641671}"/>
                </a:ext>
              </a:extLst>
            </p:cNvPr>
            <p:cNvSpPr/>
            <p:nvPr/>
          </p:nvSpPr>
          <p:spPr>
            <a:xfrm>
              <a:off x="1527049" y="2127787"/>
              <a:ext cx="163" cy="299"/>
            </a:xfrm>
            <a:custGeom>
              <a:avLst/>
              <a:gdLst/>
              <a:ahLst/>
              <a:cxnLst/>
              <a:rect l="l" t="t" r="r" b="b"/>
              <a:pathLst>
                <a:path w="12" h="22" extrusionOk="0">
                  <a:moveTo>
                    <a:pt x="1" y="1"/>
                  </a:moveTo>
                  <a:lnTo>
                    <a:pt x="11" y="22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68" name="Google Shape;6226;p80">
              <a:extLst>
                <a:ext uri="{FF2B5EF4-FFF2-40B4-BE49-F238E27FC236}">
                  <a16:creationId xmlns:a16="http://schemas.microsoft.com/office/drawing/2014/main" id="{7B25E939-36B6-468E-55D8-9DF36DA939B4}"/>
                </a:ext>
              </a:extLst>
            </p:cNvPr>
            <p:cNvSpPr/>
            <p:nvPr/>
          </p:nvSpPr>
          <p:spPr>
            <a:xfrm>
              <a:off x="1527388" y="2128452"/>
              <a:ext cx="149" cy="353"/>
            </a:xfrm>
            <a:custGeom>
              <a:avLst/>
              <a:gdLst/>
              <a:ahLst/>
              <a:cxnLst/>
              <a:rect l="l" t="t" r="r" b="b"/>
              <a:pathLst>
                <a:path w="11" h="26" extrusionOk="0">
                  <a:moveTo>
                    <a:pt x="0" y="1"/>
                  </a:moveTo>
                  <a:lnTo>
                    <a:pt x="11" y="25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69" name="Google Shape;6227;p80">
              <a:extLst>
                <a:ext uri="{FF2B5EF4-FFF2-40B4-BE49-F238E27FC236}">
                  <a16:creationId xmlns:a16="http://schemas.microsoft.com/office/drawing/2014/main" id="{1D1E6131-CB71-E280-B402-BF70F050F36D}"/>
                </a:ext>
              </a:extLst>
            </p:cNvPr>
            <p:cNvSpPr/>
            <p:nvPr/>
          </p:nvSpPr>
          <p:spPr>
            <a:xfrm>
              <a:off x="1525202" y="2175661"/>
              <a:ext cx="54" cy="339"/>
            </a:xfrm>
            <a:custGeom>
              <a:avLst/>
              <a:gdLst/>
              <a:ahLst/>
              <a:cxnLst/>
              <a:rect l="l" t="t" r="r" b="b"/>
              <a:pathLst>
                <a:path w="4" h="25" extrusionOk="0">
                  <a:moveTo>
                    <a:pt x="0" y="0"/>
                  </a:moveTo>
                  <a:lnTo>
                    <a:pt x="0" y="25"/>
                  </a:lnTo>
                  <a:cubicBezTo>
                    <a:pt x="4" y="18"/>
                    <a:pt x="0" y="7"/>
                    <a:pt x="0" y="0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70" name="Google Shape;6228;p80">
              <a:extLst>
                <a:ext uri="{FF2B5EF4-FFF2-40B4-BE49-F238E27FC236}">
                  <a16:creationId xmlns:a16="http://schemas.microsoft.com/office/drawing/2014/main" id="{1999C017-7169-C06E-A553-C3894A9B5309}"/>
                </a:ext>
              </a:extLst>
            </p:cNvPr>
            <p:cNvSpPr/>
            <p:nvPr/>
          </p:nvSpPr>
          <p:spPr>
            <a:xfrm>
              <a:off x="1525243" y="2176041"/>
              <a:ext cx="14" cy="394"/>
            </a:xfrm>
            <a:custGeom>
              <a:avLst/>
              <a:gdLst/>
              <a:ahLst/>
              <a:cxnLst/>
              <a:rect l="l" t="t" r="r" b="b"/>
              <a:pathLst>
                <a:path w="1" h="29" extrusionOk="0">
                  <a:moveTo>
                    <a:pt x="1" y="0"/>
                  </a:moveTo>
                  <a:cubicBezTo>
                    <a:pt x="1" y="11"/>
                    <a:pt x="1" y="21"/>
                    <a:pt x="1" y="28"/>
                  </a:cubicBezTo>
                  <a:cubicBezTo>
                    <a:pt x="1" y="21"/>
                    <a:pt x="1" y="11"/>
                    <a:pt x="1" y="0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71" name="Google Shape;6229;p80">
              <a:extLst>
                <a:ext uri="{FF2B5EF4-FFF2-40B4-BE49-F238E27FC236}">
                  <a16:creationId xmlns:a16="http://schemas.microsoft.com/office/drawing/2014/main" id="{804C359D-D610-DFD0-86E8-EC62DCC74CDB}"/>
                </a:ext>
              </a:extLst>
            </p:cNvPr>
            <p:cNvSpPr/>
            <p:nvPr/>
          </p:nvSpPr>
          <p:spPr>
            <a:xfrm>
              <a:off x="1528094" y="2129973"/>
              <a:ext cx="163" cy="299"/>
            </a:xfrm>
            <a:custGeom>
              <a:avLst/>
              <a:gdLst/>
              <a:ahLst/>
              <a:cxnLst/>
              <a:rect l="l" t="t" r="r" b="b"/>
              <a:pathLst>
                <a:path w="12" h="22" extrusionOk="0">
                  <a:moveTo>
                    <a:pt x="1" y="1"/>
                  </a:moveTo>
                  <a:lnTo>
                    <a:pt x="11" y="22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72" name="Google Shape;6230;p80">
              <a:extLst>
                <a:ext uri="{FF2B5EF4-FFF2-40B4-BE49-F238E27FC236}">
                  <a16:creationId xmlns:a16="http://schemas.microsoft.com/office/drawing/2014/main" id="{59EB875E-FB24-30D8-F419-0B35FB1DCA59}"/>
                </a:ext>
              </a:extLst>
            </p:cNvPr>
            <p:cNvSpPr/>
            <p:nvPr/>
          </p:nvSpPr>
          <p:spPr>
            <a:xfrm>
              <a:off x="1525243" y="2174615"/>
              <a:ext cx="68" cy="434"/>
            </a:xfrm>
            <a:custGeom>
              <a:avLst/>
              <a:gdLst/>
              <a:ahLst/>
              <a:cxnLst/>
              <a:rect l="l" t="t" r="r" b="b"/>
              <a:pathLst>
                <a:path w="5" h="32" extrusionOk="0">
                  <a:moveTo>
                    <a:pt x="4" y="0"/>
                  </a:moveTo>
                  <a:cubicBezTo>
                    <a:pt x="4" y="11"/>
                    <a:pt x="1" y="21"/>
                    <a:pt x="1" y="32"/>
                  </a:cubicBezTo>
                  <a:cubicBezTo>
                    <a:pt x="1" y="21"/>
                    <a:pt x="4" y="11"/>
                    <a:pt x="4" y="0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73" name="Google Shape;6231;p80">
              <a:extLst>
                <a:ext uri="{FF2B5EF4-FFF2-40B4-BE49-F238E27FC236}">
                  <a16:creationId xmlns:a16="http://schemas.microsoft.com/office/drawing/2014/main" id="{E469702B-7577-6255-72C4-B92646936F9C}"/>
                </a:ext>
              </a:extLst>
            </p:cNvPr>
            <p:cNvSpPr/>
            <p:nvPr/>
          </p:nvSpPr>
          <p:spPr>
            <a:xfrm>
              <a:off x="1525297" y="2174181"/>
              <a:ext cx="149" cy="394"/>
            </a:xfrm>
            <a:custGeom>
              <a:avLst/>
              <a:gdLst/>
              <a:ahLst/>
              <a:cxnLst/>
              <a:rect l="l" t="t" r="r" b="b"/>
              <a:pathLst>
                <a:path w="11" h="29" extrusionOk="0">
                  <a:moveTo>
                    <a:pt x="11" y="1"/>
                  </a:moveTo>
                  <a:cubicBezTo>
                    <a:pt x="7" y="8"/>
                    <a:pt x="4" y="18"/>
                    <a:pt x="0" y="29"/>
                  </a:cubicBezTo>
                  <a:cubicBezTo>
                    <a:pt x="4" y="18"/>
                    <a:pt x="7" y="8"/>
                    <a:pt x="11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74" name="Google Shape;6232;p80">
              <a:extLst>
                <a:ext uri="{FF2B5EF4-FFF2-40B4-BE49-F238E27FC236}">
                  <a16:creationId xmlns:a16="http://schemas.microsoft.com/office/drawing/2014/main" id="{1D048C4D-110E-E9EA-22CC-19A192861765}"/>
                </a:ext>
              </a:extLst>
            </p:cNvPr>
            <p:cNvSpPr/>
            <p:nvPr/>
          </p:nvSpPr>
          <p:spPr>
            <a:xfrm>
              <a:off x="1525433" y="2173706"/>
              <a:ext cx="204" cy="448"/>
            </a:xfrm>
            <a:custGeom>
              <a:avLst/>
              <a:gdLst/>
              <a:ahLst/>
              <a:cxnLst/>
              <a:rect l="l" t="t" r="r" b="b"/>
              <a:pathLst>
                <a:path w="15" h="33" extrusionOk="0">
                  <a:moveTo>
                    <a:pt x="15" y="1"/>
                  </a:moveTo>
                  <a:cubicBezTo>
                    <a:pt x="11" y="11"/>
                    <a:pt x="4" y="22"/>
                    <a:pt x="1" y="32"/>
                  </a:cubicBezTo>
                  <a:cubicBezTo>
                    <a:pt x="4" y="22"/>
                    <a:pt x="11" y="11"/>
                    <a:pt x="15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75" name="Google Shape;6233;p80">
              <a:extLst>
                <a:ext uri="{FF2B5EF4-FFF2-40B4-BE49-F238E27FC236}">
                  <a16:creationId xmlns:a16="http://schemas.microsoft.com/office/drawing/2014/main" id="{026BA376-3FEA-A6D9-215B-4A15AEBE5ED4}"/>
                </a:ext>
              </a:extLst>
            </p:cNvPr>
            <p:cNvSpPr/>
            <p:nvPr/>
          </p:nvSpPr>
          <p:spPr>
            <a:xfrm>
              <a:off x="1528950" y="2131683"/>
              <a:ext cx="68" cy="109"/>
            </a:xfrm>
            <a:custGeom>
              <a:avLst/>
              <a:gdLst/>
              <a:ahLst/>
              <a:cxnLst/>
              <a:rect l="l" t="t" r="r" b="b"/>
              <a:pathLst>
                <a:path w="5" h="8" extrusionOk="0">
                  <a:moveTo>
                    <a:pt x="1" y="1"/>
                  </a:moveTo>
                  <a:lnTo>
                    <a:pt x="4" y="8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76" name="Google Shape;6234;p80">
              <a:extLst>
                <a:ext uri="{FF2B5EF4-FFF2-40B4-BE49-F238E27FC236}">
                  <a16:creationId xmlns:a16="http://schemas.microsoft.com/office/drawing/2014/main" id="{EA18C957-C908-FA47-5BF9-B8A18FB65B03}"/>
                </a:ext>
              </a:extLst>
            </p:cNvPr>
            <p:cNvSpPr/>
            <p:nvPr/>
          </p:nvSpPr>
          <p:spPr>
            <a:xfrm>
              <a:off x="1525202" y="2175131"/>
              <a:ext cx="54" cy="448"/>
            </a:xfrm>
            <a:custGeom>
              <a:avLst/>
              <a:gdLst/>
              <a:ahLst/>
              <a:cxnLst/>
              <a:rect l="l" t="t" r="r" b="b"/>
              <a:pathLst>
                <a:path w="4" h="33" extrusionOk="0">
                  <a:moveTo>
                    <a:pt x="0" y="1"/>
                  </a:moveTo>
                  <a:lnTo>
                    <a:pt x="0" y="32"/>
                  </a:lnTo>
                  <a:cubicBezTo>
                    <a:pt x="0" y="22"/>
                    <a:pt x="4" y="11"/>
                    <a:pt x="0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77" name="Google Shape;6235;p80">
              <a:extLst>
                <a:ext uri="{FF2B5EF4-FFF2-40B4-BE49-F238E27FC236}">
                  <a16:creationId xmlns:a16="http://schemas.microsoft.com/office/drawing/2014/main" id="{290693DC-EBF1-A8DF-42B4-A5D9DE8FB6F9}"/>
                </a:ext>
              </a:extLst>
            </p:cNvPr>
            <p:cNvSpPr/>
            <p:nvPr/>
          </p:nvSpPr>
          <p:spPr>
            <a:xfrm>
              <a:off x="1528529" y="2130787"/>
              <a:ext cx="109" cy="244"/>
            </a:xfrm>
            <a:custGeom>
              <a:avLst/>
              <a:gdLst/>
              <a:ahLst/>
              <a:cxnLst/>
              <a:rect l="l" t="t" r="r" b="b"/>
              <a:pathLst>
                <a:path w="8" h="18" extrusionOk="0">
                  <a:moveTo>
                    <a:pt x="0" y="0"/>
                  </a:moveTo>
                  <a:lnTo>
                    <a:pt x="7" y="18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78" name="Google Shape;6236;p80">
              <a:extLst>
                <a:ext uri="{FF2B5EF4-FFF2-40B4-BE49-F238E27FC236}">
                  <a16:creationId xmlns:a16="http://schemas.microsoft.com/office/drawing/2014/main" id="{481C936F-D977-839B-B6E5-541F3ABA2714}"/>
                </a:ext>
              </a:extLst>
            </p:cNvPr>
            <p:cNvSpPr/>
            <p:nvPr/>
          </p:nvSpPr>
          <p:spPr>
            <a:xfrm>
              <a:off x="1499201" y="1953967"/>
              <a:ext cx="99781" cy="84031"/>
            </a:xfrm>
            <a:custGeom>
              <a:avLst/>
              <a:gdLst/>
              <a:ahLst/>
              <a:cxnLst/>
              <a:rect l="l" t="t" r="r" b="b"/>
              <a:pathLst>
                <a:path w="7349" h="6189" extrusionOk="0">
                  <a:moveTo>
                    <a:pt x="1908" y="0"/>
                  </a:moveTo>
                  <a:cubicBezTo>
                    <a:pt x="1877" y="0"/>
                    <a:pt x="1870" y="7"/>
                    <a:pt x="1870" y="7"/>
                  </a:cubicBezTo>
                  <a:cubicBezTo>
                    <a:pt x="1863" y="39"/>
                    <a:pt x="1863" y="67"/>
                    <a:pt x="1870" y="95"/>
                  </a:cubicBezTo>
                  <a:cubicBezTo>
                    <a:pt x="1877" y="175"/>
                    <a:pt x="1894" y="294"/>
                    <a:pt x="1778" y="347"/>
                  </a:cubicBezTo>
                  <a:cubicBezTo>
                    <a:pt x="1740" y="364"/>
                    <a:pt x="1684" y="385"/>
                    <a:pt x="1617" y="410"/>
                  </a:cubicBezTo>
                  <a:cubicBezTo>
                    <a:pt x="1435" y="473"/>
                    <a:pt x="1096" y="592"/>
                    <a:pt x="1075" y="725"/>
                  </a:cubicBezTo>
                  <a:cubicBezTo>
                    <a:pt x="1061" y="802"/>
                    <a:pt x="1113" y="921"/>
                    <a:pt x="1166" y="1040"/>
                  </a:cubicBezTo>
                  <a:cubicBezTo>
                    <a:pt x="1243" y="1215"/>
                    <a:pt x="1323" y="1393"/>
                    <a:pt x="1250" y="1544"/>
                  </a:cubicBezTo>
                  <a:cubicBezTo>
                    <a:pt x="1209" y="1625"/>
                    <a:pt x="1126" y="1677"/>
                    <a:pt x="1032" y="1677"/>
                  </a:cubicBezTo>
                  <a:cubicBezTo>
                    <a:pt x="1028" y="1677"/>
                    <a:pt x="1025" y="1677"/>
                    <a:pt x="1022" y="1677"/>
                  </a:cubicBezTo>
                  <a:cubicBezTo>
                    <a:pt x="847" y="1677"/>
                    <a:pt x="634" y="1526"/>
                    <a:pt x="550" y="1348"/>
                  </a:cubicBezTo>
                  <a:cubicBezTo>
                    <a:pt x="473" y="1187"/>
                    <a:pt x="595" y="994"/>
                    <a:pt x="693" y="840"/>
                  </a:cubicBezTo>
                  <a:cubicBezTo>
                    <a:pt x="732" y="781"/>
                    <a:pt x="805" y="662"/>
                    <a:pt x="795" y="634"/>
                  </a:cubicBezTo>
                  <a:cubicBezTo>
                    <a:pt x="742" y="543"/>
                    <a:pt x="711" y="441"/>
                    <a:pt x="700" y="336"/>
                  </a:cubicBezTo>
                  <a:lnTo>
                    <a:pt x="693" y="343"/>
                  </a:lnTo>
                  <a:lnTo>
                    <a:pt x="686" y="347"/>
                  </a:lnTo>
                  <a:cubicBezTo>
                    <a:pt x="679" y="354"/>
                    <a:pt x="672" y="361"/>
                    <a:pt x="665" y="371"/>
                  </a:cubicBezTo>
                  <a:cubicBezTo>
                    <a:pt x="637" y="406"/>
                    <a:pt x="606" y="445"/>
                    <a:pt x="574" y="480"/>
                  </a:cubicBezTo>
                  <a:lnTo>
                    <a:pt x="567" y="487"/>
                  </a:lnTo>
                  <a:cubicBezTo>
                    <a:pt x="529" y="522"/>
                    <a:pt x="490" y="560"/>
                    <a:pt x="452" y="595"/>
                  </a:cubicBezTo>
                  <a:cubicBezTo>
                    <a:pt x="329" y="714"/>
                    <a:pt x="200" y="837"/>
                    <a:pt x="200" y="952"/>
                  </a:cubicBezTo>
                  <a:lnTo>
                    <a:pt x="200" y="1001"/>
                  </a:lnTo>
                  <a:cubicBezTo>
                    <a:pt x="193" y="1187"/>
                    <a:pt x="193" y="1281"/>
                    <a:pt x="105" y="1397"/>
                  </a:cubicBezTo>
                  <a:cubicBezTo>
                    <a:pt x="67" y="1439"/>
                    <a:pt x="32" y="1488"/>
                    <a:pt x="0" y="1537"/>
                  </a:cubicBezTo>
                  <a:cubicBezTo>
                    <a:pt x="15" y="1536"/>
                    <a:pt x="30" y="1536"/>
                    <a:pt x="44" y="1536"/>
                  </a:cubicBezTo>
                  <a:cubicBezTo>
                    <a:pt x="119" y="1536"/>
                    <a:pt x="188" y="1546"/>
                    <a:pt x="238" y="1593"/>
                  </a:cubicBezTo>
                  <a:cubicBezTo>
                    <a:pt x="277" y="1628"/>
                    <a:pt x="294" y="1677"/>
                    <a:pt x="294" y="1726"/>
                  </a:cubicBezTo>
                  <a:cubicBezTo>
                    <a:pt x="294" y="1751"/>
                    <a:pt x="329" y="1779"/>
                    <a:pt x="371" y="1810"/>
                  </a:cubicBezTo>
                  <a:cubicBezTo>
                    <a:pt x="445" y="1866"/>
                    <a:pt x="550" y="1943"/>
                    <a:pt x="532" y="2094"/>
                  </a:cubicBezTo>
                  <a:lnTo>
                    <a:pt x="529" y="2136"/>
                  </a:lnTo>
                  <a:cubicBezTo>
                    <a:pt x="511" y="2276"/>
                    <a:pt x="480" y="2542"/>
                    <a:pt x="595" y="2668"/>
                  </a:cubicBezTo>
                  <a:cubicBezTo>
                    <a:pt x="641" y="2717"/>
                    <a:pt x="713" y="2745"/>
                    <a:pt x="806" y="2745"/>
                  </a:cubicBezTo>
                  <a:cubicBezTo>
                    <a:pt x="811" y="2745"/>
                    <a:pt x="817" y="2745"/>
                    <a:pt x="823" y="2745"/>
                  </a:cubicBezTo>
                  <a:cubicBezTo>
                    <a:pt x="945" y="2741"/>
                    <a:pt x="1068" y="2727"/>
                    <a:pt x="1190" y="2710"/>
                  </a:cubicBezTo>
                  <a:cubicBezTo>
                    <a:pt x="1284" y="2697"/>
                    <a:pt x="1370" y="2685"/>
                    <a:pt x="1450" y="2685"/>
                  </a:cubicBezTo>
                  <a:cubicBezTo>
                    <a:pt x="1589" y="2685"/>
                    <a:pt x="1708" y="2721"/>
                    <a:pt x="1810" y="2850"/>
                  </a:cubicBezTo>
                  <a:cubicBezTo>
                    <a:pt x="1974" y="3060"/>
                    <a:pt x="2185" y="3167"/>
                    <a:pt x="2423" y="3167"/>
                  </a:cubicBezTo>
                  <a:cubicBezTo>
                    <a:pt x="2454" y="3167"/>
                    <a:pt x="2485" y="3165"/>
                    <a:pt x="2517" y="3161"/>
                  </a:cubicBezTo>
                  <a:cubicBezTo>
                    <a:pt x="2669" y="3141"/>
                    <a:pt x="2812" y="3125"/>
                    <a:pt x="2931" y="3125"/>
                  </a:cubicBezTo>
                  <a:cubicBezTo>
                    <a:pt x="3080" y="3125"/>
                    <a:pt x="3192" y="3150"/>
                    <a:pt x="3238" y="3224"/>
                  </a:cubicBezTo>
                  <a:cubicBezTo>
                    <a:pt x="3277" y="3280"/>
                    <a:pt x="3270" y="3350"/>
                    <a:pt x="3221" y="3431"/>
                  </a:cubicBezTo>
                  <a:cubicBezTo>
                    <a:pt x="3056" y="3697"/>
                    <a:pt x="2976" y="4233"/>
                    <a:pt x="3081" y="4352"/>
                  </a:cubicBezTo>
                  <a:cubicBezTo>
                    <a:pt x="3109" y="4383"/>
                    <a:pt x="3137" y="4411"/>
                    <a:pt x="3161" y="4436"/>
                  </a:cubicBezTo>
                  <a:cubicBezTo>
                    <a:pt x="3280" y="4558"/>
                    <a:pt x="3427" y="4709"/>
                    <a:pt x="3294" y="4859"/>
                  </a:cubicBezTo>
                  <a:cubicBezTo>
                    <a:pt x="3228" y="4936"/>
                    <a:pt x="3193" y="5013"/>
                    <a:pt x="3200" y="5073"/>
                  </a:cubicBezTo>
                  <a:cubicBezTo>
                    <a:pt x="3207" y="5115"/>
                    <a:pt x="3228" y="5150"/>
                    <a:pt x="3263" y="5174"/>
                  </a:cubicBezTo>
                  <a:cubicBezTo>
                    <a:pt x="3371" y="5251"/>
                    <a:pt x="3420" y="5388"/>
                    <a:pt x="3385" y="5514"/>
                  </a:cubicBezTo>
                  <a:lnTo>
                    <a:pt x="3385" y="5521"/>
                  </a:lnTo>
                  <a:cubicBezTo>
                    <a:pt x="3382" y="5538"/>
                    <a:pt x="3368" y="5552"/>
                    <a:pt x="3354" y="5563"/>
                  </a:cubicBezTo>
                  <a:lnTo>
                    <a:pt x="3361" y="5570"/>
                  </a:lnTo>
                  <a:cubicBezTo>
                    <a:pt x="3378" y="5594"/>
                    <a:pt x="3399" y="5615"/>
                    <a:pt x="3417" y="5636"/>
                  </a:cubicBezTo>
                  <a:lnTo>
                    <a:pt x="3420" y="5640"/>
                  </a:lnTo>
                  <a:cubicBezTo>
                    <a:pt x="3434" y="5664"/>
                    <a:pt x="3452" y="5685"/>
                    <a:pt x="3466" y="5706"/>
                  </a:cubicBezTo>
                  <a:lnTo>
                    <a:pt x="3476" y="5720"/>
                  </a:lnTo>
                  <a:cubicBezTo>
                    <a:pt x="3490" y="5742"/>
                    <a:pt x="3504" y="5759"/>
                    <a:pt x="3515" y="5780"/>
                  </a:cubicBezTo>
                  <a:lnTo>
                    <a:pt x="3525" y="5798"/>
                  </a:lnTo>
                  <a:lnTo>
                    <a:pt x="3560" y="5854"/>
                  </a:lnTo>
                  <a:cubicBezTo>
                    <a:pt x="3599" y="5924"/>
                    <a:pt x="3648" y="5990"/>
                    <a:pt x="3707" y="6046"/>
                  </a:cubicBezTo>
                  <a:lnTo>
                    <a:pt x="3767" y="6095"/>
                  </a:lnTo>
                  <a:cubicBezTo>
                    <a:pt x="3849" y="6163"/>
                    <a:pt x="3884" y="6189"/>
                    <a:pt x="3915" y="6189"/>
                  </a:cubicBezTo>
                  <a:cubicBezTo>
                    <a:pt x="3930" y="6189"/>
                    <a:pt x="3945" y="6182"/>
                    <a:pt x="3963" y="6172"/>
                  </a:cubicBezTo>
                  <a:lnTo>
                    <a:pt x="3970" y="6169"/>
                  </a:lnTo>
                  <a:cubicBezTo>
                    <a:pt x="4047" y="6125"/>
                    <a:pt x="4120" y="6083"/>
                    <a:pt x="4199" y="6083"/>
                  </a:cubicBezTo>
                  <a:cubicBezTo>
                    <a:pt x="4228" y="6083"/>
                    <a:pt x="4258" y="6089"/>
                    <a:pt x="4289" y="6102"/>
                  </a:cubicBezTo>
                  <a:cubicBezTo>
                    <a:pt x="4299" y="6109"/>
                    <a:pt x="4313" y="6116"/>
                    <a:pt x="4327" y="6127"/>
                  </a:cubicBezTo>
                  <a:lnTo>
                    <a:pt x="4334" y="6127"/>
                  </a:lnTo>
                  <a:cubicBezTo>
                    <a:pt x="4339" y="6129"/>
                    <a:pt x="4344" y="6129"/>
                    <a:pt x="4349" y="6129"/>
                  </a:cubicBezTo>
                  <a:cubicBezTo>
                    <a:pt x="4403" y="6129"/>
                    <a:pt x="4501" y="6042"/>
                    <a:pt x="4590" y="5966"/>
                  </a:cubicBezTo>
                  <a:lnTo>
                    <a:pt x="4625" y="5934"/>
                  </a:lnTo>
                  <a:cubicBezTo>
                    <a:pt x="4691" y="5878"/>
                    <a:pt x="4775" y="5847"/>
                    <a:pt x="4859" y="5843"/>
                  </a:cubicBezTo>
                  <a:cubicBezTo>
                    <a:pt x="4936" y="5833"/>
                    <a:pt x="4954" y="5829"/>
                    <a:pt x="4964" y="5784"/>
                  </a:cubicBezTo>
                  <a:cubicBezTo>
                    <a:pt x="5027" y="5584"/>
                    <a:pt x="5139" y="5479"/>
                    <a:pt x="5328" y="5444"/>
                  </a:cubicBezTo>
                  <a:cubicBezTo>
                    <a:pt x="5398" y="5430"/>
                    <a:pt x="5423" y="5384"/>
                    <a:pt x="5419" y="5356"/>
                  </a:cubicBezTo>
                  <a:cubicBezTo>
                    <a:pt x="5419" y="5342"/>
                    <a:pt x="5412" y="5342"/>
                    <a:pt x="5405" y="5342"/>
                  </a:cubicBezTo>
                  <a:cubicBezTo>
                    <a:pt x="5374" y="5346"/>
                    <a:pt x="5346" y="5353"/>
                    <a:pt x="5318" y="5367"/>
                  </a:cubicBezTo>
                  <a:cubicBezTo>
                    <a:pt x="5278" y="5380"/>
                    <a:pt x="5237" y="5393"/>
                    <a:pt x="5197" y="5393"/>
                  </a:cubicBezTo>
                  <a:cubicBezTo>
                    <a:pt x="5171" y="5393"/>
                    <a:pt x="5146" y="5387"/>
                    <a:pt x="5122" y="5370"/>
                  </a:cubicBezTo>
                  <a:cubicBezTo>
                    <a:pt x="5080" y="5332"/>
                    <a:pt x="5059" y="5279"/>
                    <a:pt x="5062" y="5223"/>
                  </a:cubicBezTo>
                  <a:lnTo>
                    <a:pt x="5062" y="5213"/>
                  </a:lnTo>
                  <a:cubicBezTo>
                    <a:pt x="5066" y="5157"/>
                    <a:pt x="5045" y="5104"/>
                    <a:pt x="5003" y="5069"/>
                  </a:cubicBezTo>
                  <a:cubicBezTo>
                    <a:pt x="4943" y="5020"/>
                    <a:pt x="4912" y="4943"/>
                    <a:pt x="4915" y="4866"/>
                  </a:cubicBezTo>
                  <a:cubicBezTo>
                    <a:pt x="4915" y="4691"/>
                    <a:pt x="4898" y="4611"/>
                    <a:pt x="4733" y="4513"/>
                  </a:cubicBezTo>
                  <a:cubicBezTo>
                    <a:pt x="4677" y="4481"/>
                    <a:pt x="4649" y="4439"/>
                    <a:pt x="4653" y="4394"/>
                  </a:cubicBezTo>
                  <a:cubicBezTo>
                    <a:pt x="4656" y="4366"/>
                    <a:pt x="4674" y="4324"/>
                    <a:pt x="4744" y="4299"/>
                  </a:cubicBezTo>
                  <a:cubicBezTo>
                    <a:pt x="4787" y="4283"/>
                    <a:pt x="4854" y="4272"/>
                    <a:pt x="4924" y="4272"/>
                  </a:cubicBezTo>
                  <a:cubicBezTo>
                    <a:pt x="5020" y="4272"/>
                    <a:pt x="5122" y="4292"/>
                    <a:pt x="5174" y="4345"/>
                  </a:cubicBezTo>
                  <a:cubicBezTo>
                    <a:pt x="5202" y="4373"/>
                    <a:pt x="5290" y="4380"/>
                    <a:pt x="5360" y="4387"/>
                  </a:cubicBezTo>
                  <a:cubicBezTo>
                    <a:pt x="5489" y="4397"/>
                    <a:pt x="5640" y="4411"/>
                    <a:pt x="5664" y="4541"/>
                  </a:cubicBezTo>
                  <a:cubicBezTo>
                    <a:pt x="5678" y="4594"/>
                    <a:pt x="5716" y="4622"/>
                    <a:pt x="5735" y="4622"/>
                  </a:cubicBezTo>
                  <a:cubicBezTo>
                    <a:pt x="5736" y="4622"/>
                    <a:pt x="5737" y="4621"/>
                    <a:pt x="5738" y="4621"/>
                  </a:cubicBezTo>
                  <a:cubicBezTo>
                    <a:pt x="5741" y="4621"/>
                    <a:pt x="5748" y="4607"/>
                    <a:pt x="5748" y="4572"/>
                  </a:cubicBezTo>
                  <a:cubicBezTo>
                    <a:pt x="5748" y="4492"/>
                    <a:pt x="5783" y="4418"/>
                    <a:pt x="5846" y="4369"/>
                  </a:cubicBezTo>
                  <a:cubicBezTo>
                    <a:pt x="5922" y="4312"/>
                    <a:pt x="6015" y="4282"/>
                    <a:pt x="6110" y="4282"/>
                  </a:cubicBezTo>
                  <a:cubicBezTo>
                    <a:pt x="6143" y="4282"/>
                    <a:pt x="6175" y="4285"/>
                    <a:pt x="6207" y="4292"/>
                  </a:cubicBezTo>
                  <a:cubicBezTo>
                    <a:pt x="6214" y="4293"/>
                    <a:pt x="6221" y="4294"/>
                    <a:pt x="6229" y="4294"/>
                  </a:cubicBezTo>
                  <a:cubicBezTo>
                    <a:pt x="6325" y="4294"/>
                    <a:pt x="6511" y="4199"/>
                    <a:pt x="6638" y="4131"/>
                  </a:cubicBezTo>
                  <a:cubicBezTo>
                    <a:pt x="6704" y="4093"/>
                    <a:pt x="6774" y="4061"/>
                    <a:pt x="6844" y="4033"/>
                  </a:cubicBezTo>
                  <a:cubicBezTo>
                    <a:pt x="6851" y="4030"/>
                    <a:pt x="6855" y="4030"/>
                    <a:pt x="6858" y="4026"/>
                  </a:cubicBezTo>
                  <a:cubicBezTo>
                    <a:pt x="6890" y="3998"/>
                    <a:pt x="6914" y="3960"/>
                    <a:pt x="6928" y="3918"/>
                  </a:cubicBezTo>
                  <a:lnTo>
                    <a:pt x="6935" y="3904"/>
                  </a:lnTo>
                  <a:lnTo>
                    <a:pt x="6928" y="3893"/>
                  </a:lnTo>
                  <a:lnTo>
                    <a:pt x="6911" y="3869"/>
                  </a:lnTo>
                  <a:lnTo>
                    <a:pt x="6890" y="3844"/>
                  </a:lnTo>
                  <a:lnTo>
                    <a:pt x="6872" y="3820"/>
                  </a:lnTo>
                  <a:lnTo>
                    <a:pt x="6855" y="3795"/>
                  </a:lnTo>
                  <a:lnTo>
                    <a:pt x="6837" y="3774"/>
                  </a:lnTo>
                  <a:lnTo>
                    <a:pt x="6823" y="3753"/>
                  </a:lnTo>
                  <a:lnTo>
                    <a:pt x="6806" y="3732"/>
                  </a:lnTo>
                  <a:lnTo>
                    <a:pt x="6792" y="3715"/>
                  </a:lnTo>
                  <a:lnTo>
                    <a:pt x="6778" y="3697"/>
                  </a:lnTo>
                  <a:lnTo>
                    <a:pt x="6767" y="3680"/>
                  </a:lnTo>
                  <a:lnTo>
                    <a:pt x="6753" y="3665"/>
                  </a:lnTo>
                  <a:lnTo>
                    <a:pt x="6743" y="3651"/>
                  </a:lnTo>
                  <a:lnTo>
                    <a:pt x="6732" y="3637"/>
                  </a:lnTo>
                  <a:lnTo>
                    <a:pt x="6718" y="3623"/>
                  </a:lnTo>
                  <a:lnTo>
                    <a:pt x="6711" y="3613"/>
                  </a:lnTo>
                  <a:lnTo>
                    <a:pt x="6697" y="3599"/>
                  </a:lnTo>
                  <a:lnTo>
                    <a:pt x="6690" y="3592"/>
                  </a:lnTo>
                  <a:lnTo>
                    <a:pt x="6680" y="3578"/>
                  </a:lnTo>
                  <a:lnTo>
                    <a:pt x="6673" y="3571"/>
                  </a:lnTo>
                  <a:lnTo>
                    <a:pt x="6666" y="3560"/>
                  </a:lnTo>
                  <a:lnTo>
                    <a:pt x="6659" y="3557"/>
                  </a:lnTo>
                  <a:lnTo>
                    <a:pt x="6652" y="3546"/>
                  </a:lnTo>
                  <a:lnTo>
                    <a:pt x="6648" y="3543"/>
                  </a:lnTo>
                  <a:lnTo>
                    <a:pt x="6638" y="3532"/>
                  </a:lnTo>
                  <a:lnTo>
                    <a:pt x="6638" y="3529"/>
                  </a:lnTo>
                  <a:lnTo>
                    <a:pt x="6631" y="3522"/>
                  </a:lnTo>
                  <a:lnTo>
                    <a:pt x="6627" y="3522"/>
                  </a:lnTo>
                  <a:lnTo>
                    <a:pt x="6620" y="3515"/>
                  </a:lnTo>
                  <a:lnTo>
                    <a:pt x="6613" y="3508"/>
                  </a:lnTo>
                  <a:cubicBezTo>
                    <a:pt x="6501" y="3417"/>
                    <a:pt x="6571" y="3319"/>
                    <a:pt x="6606" y="3273"/>
                  </a:cubicBezTo>
                  <a:cubicBezTo>
                    <a:pt x="6641" y="3228"/>
                    <a:pt x="6655" y="3207"/>
                    <a:pt x="6652" y="3175"/>
                  </a:cubicBezTo>
                  <a:cubicBezTo>
                    <a:pt x="6641" y="3102"/>
                    <a:pt x="6638" y="3018"/>
                    <a:pt x="6690" y="2951"/>
                  </a:cubicBezTo>
                  <a:cubicBezTo>
                    <a:pt x="6743" y="2885"/>
                    <a:pt x="6827" y="2853"/>
                    <a:pt x="6967" y="2843"/>
                  </a:cubicBezTo>
                  <a:cubicBezTo>
                    <a:pt x="7037" y="2839"/>
                    <a:pt x="7082" y="2818"/>
                    <a:pt x="7089" y="2787"/>
                  </a:cubicBezTo>
                  <a:cubicBezTo>
                    <a:pt x="7089" y="2734"/>
                    <a:pt x="7061" y="2692"/>
                    <a:pt x="7016" y="2671"/>
                  </a:cubicBezTo>
                  <a:cubicBezTo>
                    <a:pt x="6967" y="2647"/>
                    <a:pt x="6939" y="2594"/>
                    <a:pt x="6935" y="2542"/>
                  </a:cubicBezTo>
                  <a:cubicBezTo>
                    <a:pt x="6935" y="2405"/>
                    <a:pt x="7103" y="2251"/>
                    <a:pt x="7212" y="2185"/>
                  </a:cubicBezTo>
                  <a:cubicBezTo>
                    <a:pt x="7219" y="2185"/>
                    <a:pt x="7222" y="2181"/>
                    <a:pt x="7226" y="2178"/>
                  </a:cubicBezTo>
                  <a:lnTo>
                    <a:pt x="7233" y="2171"/>
                  </a:lnTo>
                  <a:lnTo>
                    <a:pt x="7243" y="2160"/>
                  </a:lnTo>
                  <a:lnTo>
                    <a:pt x="7250" y="2157"/>
                  </a:lnTo>
                  <a:lnTo>
                    <a:pt x="7261" y="2143"/>
                  </a:lnTo>
                  <a:lnTo>
                    <a:pt x="7271" y="2136"/>
                  </a:lnTo>
                  <a:lnTo>
                    <a:pt x="7285" y="2115"/>
                  </a:lnTo>
                  <a:lnTo>
                    <a:pt x="7289" y="2108"/>
                  </a:lnTo>
                  <a:cubicBezTo>
                    <a:pt x="7296" y="2101"/>
                    <a:pt x="7303" y="2090"/>
                    <a:pt x="7310" y="2080"/>
                  </a:cubicBezTo>
                  <a:lnTo>
                    <a:pt x="7317" y="2069"/>
                  </a:lnTo>
                  <a:lnTo>
                    <a:pt x="7334" y="2045"/>
                  </a:lnTo>
                  <a:lnTo>
                    <a:pt x="7341" y="2031"/>
                  </a:lnTo>
                  <a:lnTo>
                    <a:pt x="7348" y="2017"/>
                  </a:lnTo>
                  <a:cubicBezTo>
                    <a:pt x="7179" y="1971"/>
                    <a:pt x="6976" y="1960"/>
                    <a:pt x="6823" y="1960"/>
                  </a:cubicBezTo>
                  <a:cubicBezTo>
                    <a:pt x="6755" y="1960"/>
                    <a:pt x="6696" y="1962"/>
                    <a:pt x="6655" y="1964"/>
                  </a:cubicBezTo>
                  <a:cubicBezTo>
                    <a:pt x="6651" y="1964"/>
                    <a:pt x="6645" y="1964"/>
                    <a:pt x="6637" y="1964"/>
                  </a:cubicBezTo>
                  <a:cubicBezTo>
                    <a:pt x="6608" y="1964"/>
                    <a:pt x="6558" y="1960"/>
                    <a:pt x="6533" y="1915"/>
                  </a:cubicBezTo>
                  <a:cubicBezTo>
                    <a:pt x="6501" y="1859"/>
                    <a:pt x="6543" y="1789"/>
                    <a:pt x="6606" y="1702"/>
                  </a:cubicBezTo>
                  <a:cubicBezTo>
                    <a:pt x="6659" y="1625"/>
                    <a:pt x="6729" y="1526"/>
                    <a:pt x="6732" y="1449"/>
                  </a:cubicBezTo>
                  <a:cubicBezTo>
                    <a:pt x="6739" y="1330"/>
                    <a:pt x="6340" y="1274"/>
                    <a:pt x="6148" y="1243"/>
                  </a:cubicBezTo>
                  <a:cubicBezTo>
                    <a:pt x="6078" y="1232"/>
                    <a:pt x="6018" y="1222"/>
                    <a:pt x="5972" y="1211"/>
                  </a:cubicBezTo>
                  <a:cubicBezTo>
                    <a:pt x="5818" y="1180"/>
                    <a:pt x="5769" y="1075"/>
                    <a:pt x="5776" y="998"/>
                  </a:cubicBezTo>
                  <a:cubicBezTo>
                    <a:pt x="5790" y="900"/>
                    <a:pt x="5860" y="823"/>
                    <a:pt x="5955" y="798"/>
                  </a:cubicBezTo>
                  <a:cubicBezTo>
                    <a:pt x="5881" y="778"/>
                    <a:pt x="5806" y="768"/>
                    <a:pt x="5731" y="768"/>
                  </a:cubicBezTo>
                  <a:cubicBezTo>
                    <a:pt x="5689" y="768"/>
                    <a:pt x="5647" y="771"/>
                    <a:pt x="5605" y="777"/>
                  </a:cubicBezTo>
                  <a:cubicBezTo>
                    <a:pt x="5290" y="823"/>
                    <a:pt x="4838" y="1001"/>
                    <a:pt x="4572" y="1145"/>
                  </a:cubicBezTo>
                  <a:cubicBezTo>
                    <a:pt x="4531" y="1167"/>
                    <a:pt x="4488" y="1177"/>
                    <a:pt x="4443" y="1177"/>
                  </a:cubicBezTo>
                  <a:cubicBezTo>
                    <a:pt x="4307" y="1177"/>
                    <a:pt x="4155" y="1088"/>
                    <a:pt x="4005" y="1001"/>
                  </a:cubicBezTo>
                  <a:cubicBezTo>
                    <a:pt x="3863" y="918"/>
                    <a:pt x="3717" y="831"/>
                    <a:pt x="3601" y="831"/>
                  </a:cubicBezTo>
                  <a:cubicBezTo>
                    <a:pt x="3577" y="831"/>
                    <a:pt x="3554" y="835"/>
                    <a:pt x="3532" y="844"/>
                  </a:cubicBezTo>
                  <a:cubicBezTo>
                    <a:pt x="3404" y="896"/>
                    <a:pt x="3248" y="931"/>
                    <a:pt x="3108" y="931"/>
                  </a:cubicBezTo>
                  <a:cubicBezTo>
                    <a:pt x="2996" y="931"/>
                    <a:pt x="2895" y="909"/>
                    <a:pt x="2825" y="858"/>
                  </a:cubicBezTo>
                  <a:cubicBezTo>
                    <a:pt x="2759" y="812"/>
                    <a:pt x="2724" y="739"/>
                    <a:pt x="2727" y="658"/>
                  </a:cubicBezTo>
                  <a:cubicBezTo>
                    <a:pt x="2741" y="557"/>
                    <a:pt x="2706" y="455"/>
                    <a:pt x="2636" y="382"/>
                  </a:cubicBezTo>
                  <a:cubicBezTo>
                    <a:pt x="2585" y="330"/>
                    <a:pt x="2513" y="303"/>
                    <a:pt x="2420" y="303"/>
                  </a:cubicBezTo>
                  <a:cubicBezTo>
                    <a:pt x="2405" y="303"/>
                    <a:pt x="2390" y="303"/>
                    <a:pt x="2374" y="305"/>
                  </a:cubicBezTo>
                  <a:cubicBezTo>
                    <a:pt x="2360" y="306"/>
                    <a:pt x="2348" y="306"/>
                    <a:pt x="2336" y="306"/>
                  </a:cubicBezTo>
                  <a:cubicBezTo>
                    <a:pt x="2161" y="306"/>
                    <a:pt x="2094" y="194"/>
                    <a:pt x="2045" y="112"/>
                  </a:cubicBezTo>
                  <a:cubicBezTo>
                    <a:pt x="1999" y="39"/>
                    <a:pt x="1975" y="0"/>
                    <a:pt x="1908" y="0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79" name="Google Shape;6237;p80">
              <a:extLst>
                <a:ext uri="{FF2B5EF4-FFF2-40B4-BE49-F238E27FC236}">
                  <a16:creationId xmlns:a16="http://schemas.microsoft.com/office/drawing/2014/main" id="{998B1E2C-62C6-19CB-F714-78F2D0C837F8}"/>
                </a:ext>
              </a:extLst>
            </p:cNvPr>
            <p:cNvSpPr/>
            <p:nvPr/>
          </p:nvSpPr>
          <p:spPr>
            <a:xfrm>
              <a:off x="1578575" y="2011862"/>
              <a:ext cx="4915" cy="1385"/>
            </a:xfrm>
            <a:custGeom>
              <a:avLst/>
              <a:gdLst/>
              <a:ahLst/>
              <a:cxnLst/>
              <a:rect l="l" t="t" r="r" b="b"/>
              <a:pathLst>
                <a:path w="362" h="102" extrusionOk="0">
                  <a:moveTo>
                    <a:pt x="0" y="102"/>
                  </a:moveTo>
                  <a:cubicBezTo>
                    <a:pt x="105" y="28"/>
                    <a:pt x="235" y="0"/>
                    <a:pt x="361" y="28"/>
                  </a:cubicBezTo>
                  <a:cubicBezTo>
                    <a:pt x="235" y="0"/>
                    <a:pt x="105" y="28"/>
                    <a:pt x="0" y="102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80" name="Google Shape;6238;p80">
              <a:extLst>
                <a:ext uri="{FF2B5EF4-FFF2-40B4-BE49-F238E27FC236}">
                  <a16:creationId xmlns:a16="http://schemas.microsoft.com/office/drawing/2014/main" id="{6568CAA8-6E4D-829F-C7E2-EA4204EB90A3}"/>
                </a:ext>
              </a:extLst>
            </p:cNvPr>
            <p:cNvSpPr/>
            <p:nvPr/>
          </p:nvSpPr>
          <p:spPr>
            <a:xfrm>
              <a:off x="1547062" y="2032676"/>
              <a:ext cx="489" cy="774"/>
            </a:xfrm>
            <a:custGeom>
              <a:avLst/>
              <a:gdLst/>
              <a:ahLst/>
              <a:cxnLst/>
              <a:rect l="l" t="t" r="r" b="b"/>
              <a:pathLst>
                <a:path w="36" h="57" extrusionOk="0">
                  <a:moveTo>
                    <a:pt x="35" y="57"/>
                  </a:moveTo>
                  <a:lnTo>
                    <a:pt x="0" y="1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81" name="Google Shape;6239;p80">
              <a:extLst>
                <a:ext uri="{FF2B5EF4-FFF2-40B4-BE49-F238E27FC236}">
                  <a16:creationId xmlns:a16="http://schemas.microsoft.com/office/drawing/2014/main" id="{86698B29-90EF-BA47-D59D-2ABFE0C33EF5}"/>
                </a:ext>
              </a:extLst>
            </p:cNvPr>
            <p:cNvSpPr/>
            <p:nvPr/>
          </p:nvSpPr>
          <p:spPr>
            <a:xfrm>
              <a:off x="1557381" y="2036817"/>
              <a:ext cx="625" cy="339"/>
            </a:xfrm>
            <a:custGeom>
              <a:avLst/>
              <a:gdLst/>
              <a:ahLst/>
              <a:cxnLst/>
              <a:rect l="l" t="t" r="r" b="b"/>
              <a:pathLst>
                <a:path w="46" h="25" extrusionOk="0">
                  <a:moveTo>
                    <a:pt x="0" y="0"/>
                  </a:moveTo>
                  <a:cubicBezTo>
                    <a:pt x="14" y="7"/>
                    <a:pt x="28" y="14"/>
                    <a:pt x="39" y="21"/>
                  </a:cubicBezTo>
                  <a:lnTo>
                    <a:pt x="46" y="25"/>
                  </a:lnTo>
                  <a:lnTo>
                    <a:pt x="39" y="21"/>
                  </a:lnTo>
                  <a:cubicBezTo>
                    <a:pt x="28" y="14"/>
                    <a:pt x="14" y="7"/>
                    <a:pt x="0" y="0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82" name="Google Shape;6240;p80">
              <a:extLst>
                <a:ext uri="{FF2B5EF4-FFF2-40B4-BE49-F238E27FC236}">
                  <a16:creationId xmlns:a16="http://schemas.microsoft.com/office/drawing/2014/main" id="{2B4D7971-54F3-BECC-E4AF-452C9ED0CA88}"/>
                </a:ext>
              </a:extLst>
            </p:cNvPr>
            <p:cNvSpPr/>
            <p:nvPr/>
          </p:nvSpPr>
          <p:spPr>
            <a:xfrm>
              <a:off x="1592316" y="2006960"/>
              <a:ext cx="1100" cy="1684"/>
            </a:xfrm>
            <a:custGeom>
              <a:avLst/>
              <a:gdLst/>
              <a:ahLst/>
              <a:cxnLst/>
              <a:rect l="l" t="t" r="r" b="b"/>
              <a:pathLst>
                <a:path w="81" h="124" extrusionOk="0">
                  <a:moveTo>
                    <a:pt x="74" y="15"/>
                  </a:moveTo>
                  <a:cubicBezTo>
                    <a:pt x="56" y="57"/>
                    <a:pt x="32" y="92"/>
                    <a:pt x="0" y="123"/>
                  </a:cubicBezTo>
                  <a:cubicBezTo>
                    <a:pt x="32" y="92"/>
                    <a:pt x="56" y="57"/>
                    <a:pt x="74" y="15"/>
                  </a:cubicBezTo>
                  <a:lnTo>
                    <a:pt x="81" y="1"/>
                  </a:lnTo>
                  <a:lnTo>
                    <a:pt x="81" y="1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83" name="Google Shape;6241;p80">
              <a:extLst>
                <a:ext uri="{FF2B5EF4-FFF2-40B4-BE49-F238E27FC236}">
                  <a16:creationId xmlns:a16="http://schemas.microsoft.com/office/drawing/2014/main" id="{3F13155C-9B31-4997-086F-9C04442DE75F}"/>
                </a:ext>
              </a:extLst>
            </p:cNvPr>
            <p:cNvSpPr/>
            <p:nvPr/>
          </p:nvSpPr>
          <p:spPr>
            <a:xfrm>
              <a:off x="1547537" y="2033436"/>
              <a:ext cx="2009" cy="2634"/>
            </a:xfrm>
            <a:custGeom>
              <a:avLst/>
              <a:gdLst/>
              <a:ahLst/>
              <a:cxnLst/>
              <a:rect l="l" t="t" r="r" b="b"/>
              <a:pathLst>
                <a:path w="148" h="194" extrusionOk="0">
                  <a:moveTo>
                    <a:pt x="0" y="1"/>
                  </a:moveTo>
                  <a:cubicBezTo>
                    <a:pt x="39" y="71"/>
                    <a:pt x="88" y="137"/>
                    <a:pt x="147" y="193"/>
                  </a:cubicBezTo>
                  <a:cubicBezTo>
                    <a:pt x="88" y="137"/>
                    <a:pt x="39" y="71"/>
                    <a:pt x="0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84" name="Google Shape;6242;p80">
              <a:extLst>
                <a:ext uri="{FF2B5EF4-FFF2-40B4-BE49-F238E27FC236}">
                  <a16:creationId xmlns:a16="http://schemas.microsoft.com/office/drawing/2014/main" id="{4A7C7894-7D58-F202-331F-B4F1F580E474}"/>
                </a:ext>
              </a:extLst>
            </p:cNvPr>
            <p:cNvSpPr/>
            <p:nvPr/>
          </p:nvSpPr>
          <p:spPr>
            <a:xfrm>
              <a:off x="1546397" y="2031576"/>
              <a:ext cx="530" cy="869"/>
            </a:xfrm>
            <a:custGeom>
              <a:avLst/>
              <a:gdLst/>
              <a:ahLst/>
              <a:cxnLst/>
              <a:rect l="l" t="t" r="r" b="b"/>
              <a:pathLst>
                <a:path w="39" h="64" extrusionOk="0">
                  <a:moveTo>
                    <a:pt x="0" y="1"/>
                  </a:moveTo>
                  <a:lnTo>
                    <a:pt x="0" y="1"/>
                  </a:lnTo>
                  <a:cubicBezTo>
                    <a:pt x="14" y="26"/>
                    <a:pt x="28" y="43"/>
                    <a:pt x="39" y="64"/>
                  </a:cubicBezTo>
                  <a:cubicBezTo>
                    <a:pt x="28" y="43"/>
                    <a:pt x="14" y="22"/>
                    <a:pt x="0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85" name="Google Shape;6243;p80">
              <a:extLst>
                <a:ext uri="{FF2B5EF4-FFF2-40B4-BE49-F238E27FC236}">
                  <a16:creationId xmlns:a16="http://schemas.microsoft.com/office/drawing/2014/main" id="{60749340-71E4-732E-0214-016D21541DA6}"/>
                </a:ext>
              </a:extLst>
            </p:cNvPr>
            <p:cNvSpPr/>
            <p:nvPr/>
          </p:nvSpPr>
          <p:spPr>
            <a:xfrm>
              <a:off x="1545582" y="2030544"/>
              <a:ext cx="679" cy="910"/>
            </a:xfrm>
            <a:custGeom>
              <a:avLst/>
              <a:gdLst/>
              <a:ahLst/>
              <a:cxnLst/>
              <a:rect l="l" t="t" r="r" b="b"/>
              <a:pathLst>
                <a:path w="50" h="67" extrusionOk="0">
                  <a:moveTo>
                    <a:pt x="1" y="0"/>
                  </a:moveTo>
                  <a:cubicBezTo>
                    <a:pt x="18" y="21"/>
                    <a:pt x="36" y="46"/>
                    <a:pt x="50" y="66"/>
                  </a:cubicBezTo>
                  <a:cubicBezTo>
                    <a:pt x="36" y="42"/>
                    <a:pt x="18" y="21"/>
                    <a:pt x="1" y="0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86" name="Google Shape;6244;p80">
              <a:extLst>
                <a:ext uri="{FF2B5EF4-FFF2-40B4-BE49-F238E27FC236}">
                  <a16:creationId xmlns:a16="http://schemas.microsoft.com/office/drawing/2014/main" id="{5F26631C-D901-1F49-11AB-610450F0C564}"/>
                </a:ext>
              </a:extLst>
            </p:cNvPr>
            <p:cNvSpPr/>
            <p:nvPr/>
          </p:nvSpPr>
          <p:spPr>
            <a:xfrm>
              <a:off x="1544822" y="2029580"/>
              <a:ext cx="774" cy="923"/>
            </a:xfrm>
            <a:custGeom>
              <a:avLst/>
              <a:gdLst/>
              <a:ahLst/>
              <a:cxnLst/>
              <a:rect l="l" t="t" r="r" b="b"/>
              <a:pathLst>
                <a:path w="57" h="68" extrusionOk="0">
                  <a:moveTo>
                    <a:pt x="1" y="1"/>
                  </a:moveTo>
                  <a:cubicBezTo>
                    <a:pt x="18" y="25"/>
                    <a:pt x="39" y="50"/>
                    <a:pt x="57" y="67"/>
                  </a:cubicBezTo>
                  <a:cubicBezTo>
                    <a:pt x="39" y="46"/>
                    <a:pt x="22" y="25"/>
                    <a:pt x="1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87" name="Google Shape;6245;p80">
              <a:extLst>
                <a:ext uri="{FF2B5EF4-FFF2-40B4-BE49-F238E27FC236}">
                  <a16:creationId xmlns:a16="http://schemas.microsoft.com/office/drawing/2014/main" id="{B4965F5D-87EF-F079-2A1B-2BAE8FF7B20F}"/>
                </a:ext>
              </a:extLst>
            </p:cNvPr>
            <p:cNvSpPr/>
            <p:nvPr/>
          </p:nvSpPr>
          <p:spPr>
            <a:xfrm>
              <a:off x="1506941" y="1960376"/>
              <a:ext cx="109" cy="109"/>
            </a:xfrm>
            <a:custGeom>
              <a:avLst/>
              <a:gdLst/>
              <a:ahLst/>
              <a:cxnLst/>
              <a:rect l="l" t="t" r="r" b="b"/>
              <a:pathLst>
                <a:path w="8" h="8" extrusionOk="0">
                  <a:moveTo>
                    <a:pt x="8" y="1"/>
                  </a:moveTo>
                  <a:lnTo>
                    <a:pt x="1" y="8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88" name="Google Shape;6246;p80">
              <a:extLst>
                <a:ext uri="{FF2B5EF4-FFF2-40B4-BE49-F238E27FC236}">
                  <a16:creationId xmlns:a16="http://schemas.microsoft.com/office/drawing/2014/main" id="{2978E502-3F8F-3E3A-847C-15C64EE5BC82}"/>
                </a:ext>
              </a:extLst>
            </p:cNvPr>
            <p:cNvSpPr/>
            <p:nvPr/>
          </p:nvSpPr>
          <p:spPr>
            <a:xfrm>
              <a:off x="1508651" y="1958434"/>
              <a:ext cx="109" cy="109"/>
            </a:xfrm>
            <a:custGeom>
              <a:avLst/>
              <a:gdLst/>
              <a:ahLst/>
              <a:cxnLst/>
              <a:rect l="l" t="t" r="r" b="b"/>
              <a:pathLst>
                <a:path w="8" h="8" extrusionOk="0">
                  <a:moveTo>
                    <a:pt x="8" y="0"/>
                  </a:moveTo>
                  <a:lnTo>
                    <a:pt x="1" y="7"/>
                  </a:lnTo>
                  <a:lnTo>
                    <a:pt x="8" y="0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89" name="Google Shape;6247;p80">
              <a:extLst>
                <a:ext uri="{FF2B5EF4-FFF2-40B4-BE49-F238E27FC236}">
                  <a16:creationId xmlns:a16="http://schemas.microsoft.com/office/drawing/2014/main" id="{7A498416-E8A7-098E-261C-571476C2B8DD}"/>
                </a:ext>
              </a:extLst>
            </p:cNvPr>
            <p:cNvSpPr/>
            <p:nvPr/>
          </p:nvSpPr>
          <p:spPr>
            <a:xfrm>
              <a:off x="1508271" y="1958624"/>
              <a:ext cx="299" cy="299"/>
            </a:xfrm>
            <a:custGeom>
              <a:avLst/>
              <a:gdLst/>
              <a:ahLst/>
              <a:cxnLst/>
              <a:rect l="l" t="t" r="r" b="b"/>
              <a:pathLst>
                <a:path w="22" h="22" extrusionOk="0">
                  <a:moveTo>
                    <a:pt x="1" y="21"/>
                  </a:moveTo>
                  <a:cubicBezTo>
                    <a:pt x="8" y="14"/>
                    <a:pt x="15" y="7"/>
                    <a:pt x="22" y="0"/>
                  </a:cubicBezTo>
                  <a:cubicBezTo>
                    <a:pt x="15" y="7"/>
                    <a:pt x="8" y="14"/>
                    <a:pt x="1" y="2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90" name="Google Shape;6248;p80">
              <a:extLst>
                <a:ext uri="{FF2B5EF4-FFF2-40B4-BE49-F238E27FC236}">
                  <a16:creationId xmlns:a16="http://schemas.microsoft.com/office/drawing/2014/main" id="{4610EE38-8235-714E-216A-3469D8D5ED27}"/>
                </a:ext>
              </a:extLst>
            </p:cNvPr>
            <p:cNvSpPr/>
            <p:nvPr/>
          </p:nvSpPr>
          <p:spPr>
            <a:xfrm>
              <a:off x="1507280" y="1990084"/>
              <a:ext cx="3096" cy="1086"/>
            </a:xfrm>
            <a:custGeom>
              <a:avLst/>
              <a:gdLst/>
              <a:ahLst/>
              <a:cxnLst/>
              <a:rect l="l" t="t" r="r" b="b"/>
              <a:pathLst>
                <a:path w="228" h="80" extrusionOk="0">
                  <a:moveTo>
                    <a:pt x="0" y="1"/>
                  </a:moveTo>
                  <a:cubicBezTo>
                    <a:pt x="52" y="52"/>
                    <a:pt x="121" y="80"/>
                    <a:pt x="193" y="80"/>
                  </a:cubicBezTo>
                  <a:cubicBezTo>
                    <a:pt x="205" y="80"/>
                    <a:pt x="216" y="79"/>
                    <a:pt x="228" y="78"/>
                  </a:cubicBezTo>
                  <a:lnTo>
                    <a:pt x="228" y="78"/>
                  </a:lnTo>
                  <a:cubicBezTo>
                    <a:pt x="222" y="78"/>
                    <a:pt x="216" y="78"/>
                    <a:pt x="211" y="78"/>
                  </a:cubicBezTo>
                  <a:cubicBezTo>
                    <a:pt x="118" y="78"/>
                    <a:pt x="50" y="50"/>
                    <a:pt x="0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91" name="Google Shape;6249;p80">
              <a:extLst>
                <a:ext uri="{FF2B5EF4-FFF2-40B4-BE49-F238E27FC236}">
                  <a16:creationId xmlns:a16="http://schemas.microsoft.com/office/drawing/2014/main" id="{09AE35C7-A3B2-86C0-72B9-9E909C5DB7FF}"/>
                </a:ext>
              </a:extLst>
            </p:cNvPr>
            <p:cNvSpPr/>
            <p:nvPr/>
          </p:nvSpPr>
          <p:spPr>
            <a:xfrm>
              <a:off x="1614271" y="1998868"/>
              <a:ext cx="28730" cy="30970"/>
            </a:xfrm>
            <a:custGeom>
              <a:avLst/>
              <a:gdLst/>
              <a:ahLst/>
              <a:cxnLst/>
              <a:rect l="l" t="t" r="r" b="b"/>
              <a:pathLst>
                <a:path w="2116" h="2281" extrusionOk="0">
                  <a:moveTo>
                    <a:pt x="758" y="0"/>
                  </a:moveTo>
                  <a:cubicBezTo>
                    <a:pt x="705" y="0"/>
                    <a:pt x="641" y="31"/>
                    <a:pt x="575" y="85"/>
                  </a:cubicBezTo>
                  <a:cubicBezTo>
                    <a:pt x="561" y="96"/>
                    <a:pt x="543" y="106"/>
                    <a:pt x="526" y="110"/>
                  </a:cubicBezTo>
                  <a:lnTo>
                    <a:pt x="522" y="117"/>
                  </a:lnTo>
                  <a:lnTo>
                    <a:pt x="515" y="145"/>
                  </a:lnTo>
                  <a:lnTo>
                    <a:pt x="508" y="162"/>
                  </a:lnTo>
                  <a:lnTo>
                    <a:pt x="501" y="183"/>
                  </a:lnTo>
                  <a:lnTo>
                    <a:pt x="494" y="204"/>
                  </a:lnTo>
                  <a:lnTo>
                    <a:pt x="487" y="222"/>
                  </a:lnTo>
                  <a:cubicBezTo>
                    <a:pt x="487" y="229"/>
                    <a:pt x="484" y="236"/>
                    <a:pt x="484" y="243"/>
                  </a:cubicBezTo>
                  <a:cubicBezTo>
                    <a:pt x="480" y="250"/>
                    <a:pt x="480" y="253"/>
                    <a:pt x="480" y="260"/>
                  </a:cubicBezTo>
                  <a:cubicBezTo>
                    <a:pt x="477" y="264"/>
                    <a:pt x="477" y="271"/>
                    <a:pt x="473" y="278"/>
                  </a:cubicBezTo>
                  <a:cubicBezTo>
                    <a:pt x="473" y="285"/>
                    <a:pt x="473" y="288"/>
                    <a:pt x="473" y="292"/>
                  </a:cubicBezTo>
                  <a:cubicBezTo>
                    <a:pt x="470" y="295"/>
                    <a:pt x="473" y="306"/>
                    <a:pt x="473" y="313"/>
                  </a:cubicBezTo>
                  <a:lnTo>
                    <a:pt x="473" y="323"/>
                  </a:lnTo>
                  <a:cubicBezTo>
                    <a:pt x="473" y="330"/>
                    <a:pt x="473" y="337"/>
                    <a:pt x="473" y="341"/>
                  </a:cubicBezTo>
                  <a:lnTo>
                    <a:pt x="473" y="348"/>
                  </a:lnTo>
                  <a:cubicBezTo>
                    <a:pt x="473" y="355"/>
                    <a:pt x="473" y="362"/>
                    <a:pt x="477" y="369"/>
                  </a:cubicBezTo>
                  <a:cubicBezTo>
                    <a:pt x="501" y="415"/>
                    <a:pt x="512" y="467"/>
                    <a:pt x="498" y="516"/>
                  </a:cubicBezTo>
                  <a:cubicBezTo>
                    <a:pt x="494" y="534"/>
                    <a:pt x="491" y="548"/>
                    <a:pt x="484" y="562"/>
                  </a:cubicBezTo>
                  <a:cubicBezTo>
                    <a:pt x="417" y="681"/>
                    <a:pt x="242" y="712"/>
                    <a:pt x="172" y="723"/>
                  </a:cubicBezTo>
                  <a:cubicBezTo>
                    <a:pt x="127" y="726"/>
                    <a:pt x="106" y="838"/>
                    <a:pt x="88" y="926"/>
                  </a:cubicBezTo>
                  <a:cubicBezTo>
                    <a:pt x="71" y="1017"/>
                    <a:pt x="50" y="1111"/>
                    <a:pt x="1" y="1167"/>
                  </a:cubicBezTo>
                  <a:cubicBezTo>
                    <a:pt x="18" y="1202"/>
                    <a:pt x="109" y="1283"/>
                    <a:pt x="172" y="1342"/>
                  </a:cubicBezTo>
                  <a:cubicBezTo>
                    <a:pt x="288" y="1444"/>
                    <a:pt x="417" y="1559"/>
                    <a:pt x="459" y="1678"/>
                  </a:cubicBezTo>
                  <a:lnTo>
                    <a:pt x="470" y="1696"/>
                  </a:lnTo>
                  <a:lnTo>
                    <a:pt x="470" y="1699"/>
                  </a:lnTo>
                  <a:lnTo>
                    <a:pt x="477" y="1717"/>
                  </a:lnTo>
                  <a:lnTo>
                    <a:pt x="477" y="1724"/>
                  </a:lnTo>
                  <a:lnTo>
                    <a:pt x="487" y="1741"/>
                  </a:lnTo>
                  <a:lnTo>
                    <a:pt x="491" y="1752"/>
                  </a:lnTo>
                  <a:lnTo>
                    <a:pt x="498" y="1769"/>
                  </a:lnTo>
                  <a:lnTo>
                    <a:pt x="505" y="1780"/>
                  </a:lnTo>
                  <a:lnTo>
                    <a:pt x="512" y="1801"/>
                  </a:lnTo>
                  <a:lnTo>
                    <a:pt x="519" y="1811"/>
                  </a:lnTo>
                  <a:lnTo>
                    <a:pt x="529" y="1832"/>
                  </a:lnTo>
                  <a:lnTo>
                    <a:pt x="536" y="1846"/>
                  </a:lnTo>
                  <a:lnTo>
                    <a:pt x="547" y="1867"/>
                  </a:lnTo>
                  <a:lnTo>
                    <a:pt x="554" y="1881"/>
                  </a:lnTo>
                  <a:lnTo>
                    <a:pt x="564" y="1902"/>
                  </a:lnTo>
                  <a:lnTo>
                    <a:pt x="575" y="1920"/>
                  </a:lnTo>
                  <a:lnTo>
                    <a:pt x="585" y="1941"/>
                  </a:lnTo>
                  <a:lnTo>
                    <a:pt x="596" y="1962"/>
                  </a:lnTo>
                  <a:lnTo>
                    <a:pt x="606" y="1979"/>
                  </a:lnTo>
                  <a:lnTo>
                    <a:pt x="620" y="2004"/>
                  </a:lnTo>
                  <a:lnTo>
                    <a:pt x="631" y="2021"/>
                  </a:lnTo>
                  <a:lnTo>
                    <a:pt x="645" y="2053"/>
                  </a:lnTo>
                  <a:lnTo>
                    <a:pt x="655" y="2067"/>
                  </a:lnTo>
                  <a:lnTo>
                    <a:pt x="673" y="2102"/>
                  </a:lnTo>
                  <a:lnTo>
                    <a:pt x="680" y="2112"/>
                  </a:lnTo>
                  <a:lnTo>
                    <a:pt x="701" y="2151"/>
                  </a:lnTo>
                  <a:lnTo>
                    <a:pt x="708" y="2158"/>
                  </a:lnTo>
                  <a:lnTo>
                    <a:pt x="732" y="2203"/>
                  </a:lnTo>
                  <a:lnTo>
                    <a:pt x="736" y="2210"/>
                  </a:lnTo>
                  <a:lnTo>
                    <a:pt x="760" y="2256"/>
                  </a:lnTo>
                  <a:cubicBezTo>
                    <a:pt x="806" y="2270"/>
                    <a:pt x="855" y="2277"/>
                    <a:pt x="900" y="2280"/>
                  </a:cubicBezTo>
                  <a:lnTo>
                    <a:pt x="928" y="2266"/>
                  </a:lnTo>
                  <a:lnTo>
                    <a:pt x="970" y="2266"/>
                  </a:lnTo>
                  <a:cubicBezTo>
                    <a:pt x="974" y="2266"/>
                    <a:pt x="981" y="2263"/>
                    <a:pt x="988" y="2259"/>
                  </a:cubicBezTo>
                  <a:cubicBezTo>
                    <a:pt x="995" y="2256"/>
                    <a:pt x="1002" y="2249"/>
                    <a:pt x="1009" y="2242"/>
                  </a:cubicBezTo>
                  <a:cubicBezTo>
                    <a:pt x="1026" y="2207"/>
                    <a:pt x="1037" y="2165"/>
                    <a:pt x="1040" y="2126"/>
                  </a:cubicBezTo>
                  <a:cubicBezTo>
                    <a:pt x="1054" y="2043"/>
                    <a:pt x="1073" y="1905"/>
                    <a:pt x="1231" y="1905"/>
                  </a:cubicBezTo>
                  <a:cubicBezTo>
                    <a:pt x="1238" y="1905"/>
                    <a:pt x="1246" y="1905"/>
                    <a:pt x="1254" y="1906"/>
                  </a:cubicBezTo>
                  <a:cubicBezTo>
                    <a:pt x="1267" y="1906"/>
                    <a:pt x="1281" y="1907"/>
                    <a:pt x="1294" y="1907"/>
                  </a:cubicBezTo>
                  <a:cubicBezTo>
                    <a:pt x="1362" y="1907"/>
                    <a:pt x="1432" y="1899"/>
                    <a:pt x="1499" y="1885"/>
                  </a:cubicBezTo>
                  <a:cubicBezTo>
                    <a:pt x="1541" y="1881"/>
                    <a:pt x="1583" y="1874"/>
                    <a:pt x="1621" y="1871"/>
                  </a:cubicBezTo>
                  <a:lnTo>
                    <a:pt x="1625" y="1871"/>
                  </a:lnTo>
                  <a:lnTo>
                    <a:pt x="1653" y="1867"/>
                  </a:lnTo>
                  <a:lnTo>
                    <a:pt x="1776" y="1867"/>
                  </a:lnTo>
                  <a:lnTo>
                    <a:pt x="1790" y="1871"/>
                  </a:lnTo>
                  <a:lnTo>
                    <a:pt x="1800" y="1874"/>
                  </a:lnTo>
                  <a:lnTo>
                    <a:pt x="1814" y="1878"/>
                  </a:lnTo>
                  <a:lnTo>
                    <a:pt x="1825" y="1881"/>
                  </a:lnTo>
                  <a:lnTo>
                    <a:pt x="1835" y="1885"/>
                  </a:lnTo>
                  <a:lnTo>
                    <a:pt x="1846" y="1892"/>
                  </a:lnTo>
                  <a:lnTo>
                    <a:pt x="1856" y="1895"/>
                  </a:lnTo>
                  <a:lnTo>
                    <a:pt x="1867" y="1902"/>
                  </a:lnTo>
                  <a:lnTo>
                    <a:pt x="1877" y="1909"/>
                  </a:lnTo>
                  <a:lnTo>
                    <a:pt x="1884" y="1920"/>
                  </a:lnTo>
                  <a:lnTo>
                    <a:pt x="1895" y="1927"/>
                  </a:lnTo>
                  <a:lnTo>
                    <a:pt x="1902" y="1937"/>
                  </a:lnTo>
                  <a:lnTo>
                    <a:pt x="1905" y="1944"/>
                  </a:lnTo>
                  <a:lnTo>
                    <a:pt x="1937" y="1895"/>
                  </a:lnTo>
                  <a:lnTo>
                    <a:pt x="1951" y="1874"/>
                  </a:lnTo>
                  <a:lnTo>
                    <a:pt x="1958" y="1867"/>
                  </a:lnTo>
                  <a:lnTo>
                    <a:pt x="1968" y="1846"/>
                  </a:lnTo>
                  <a:lnTo>
                    <a:pt x="1972" y="1839"/>
                  </a:lnTo>
                  <a:lnTo>
                    <a:pt x="1986" y="1822"/>
                  </a:lnTo>
                  <a:lnTo>
                    <a:pt x="2003" y="1790"/>
                  </a:lnTo>
                  <a:lnTo>
                    <a:pt x="2007" y="1783"/>
                  </a:lnTo>
                  <a:lnTo>
                    <a:pt x="2010" y="1776"/>
                  </a:lnTo>
                  <a:cubicBezTo>
                    <a:pt x="2038" y="1720"/>
                    <a:pt x="2045" y="1332"/>
                    <a:pt x="1951" y="1104"/>
                  </a:cubicBezTo>
                  <a:cubicBezTo>
                    <a:pt x="1877" y="912"/>
                    <a:pt x="1888" y="698"/>
                    <a:pt x="1972" y="509"/>
                  </a:cubicBezTo>
                  <a:cubicBezTo>
                    <a:pt x="1993" y="460"/>
                    <a:pt x="2024" y="418"/>
                    <a:pt x="2063" y="383"/>
                  </a:cubicBezTo>
                  <a:lnTo>
                    <a:pt x="2063" y="380"/>
                  </a:lnTo>
                  <a:lnTo>
                    <a:pt x="2063" y="376"/>
                  </a:lnTo>
                  <a:lnTo>
                    <a:pt x="2063" y="373"/>
                  </a:lnTo>
                  <a:lnTo>
                    <a:pt x="2063" y="369"/>
                  </a:lnTo>
                  <a:lnTo>
                    <a:pt x="2063" y="366"/>
                  </a:lnTo>
                  <a:lnTo>
                    <a:pt x="2063" y="362"/>
                  </a:lnTo>
                  <a:lnTo>
                    <a:pt x="2063" y="358"/>
                  </a:lnTo>
                  <a:lnTo>
                    <a:pt x="2066" y="351"/>
                  </a:lnTo>
                  <a:lnTo>
                    <a:pt x="2066" y="348"/>
                  </a:lnTo>
                  <a:lnTo>
                    <a:pt x="2070" y="341"/>
                  </a:lnTo>
                  <a:lnTo>
                    <a:pt x="2070" y="337"/>
                  </a:lnTo>
                  <a:lnTo>
                    <a:pt x="2077" y="320"/>
                  </a:lnTo>
                  <a:lnTo>
                    <a:pt x="2080" y="306"/>
                  </a:lnTo>
                  <a:lnTo>
                    <a:pt x="2084" y="299"/>
                  </a:lnTo>
                  <a:lnTo>
                    <a:pt x="2087" y="285"/>
                  </a:lnTo>
                  <a:lnTo>
                    <a:pt x="2091" y="278"/>
                  </a:lnTo>
                  <a:lnTo>
                    <a:pt x="2094" y="264"/>
                  </a:lnTo>
                  <a:lnTo>
                    <a:pt x="2098" y="253"/>
                  </a:lnTo>
                  <a:lnTo>
                    <a:pt x="2101" y="243"/>
                  </a:lnTo>
                  <a:lnTo>
                    <a:pt x="2105" y="229"/>
                  </a:lnTo>
                  <a:lnTo>
                    <a:pt x="2108" y="215"/>
                  </a:lnTo>
                  <a:lnTo>
                    <a:pt x="2115" y="201"/>
                  </a:lnTo>
                  <a:lnTo>
                    <a:pt x="2115" y="197"/>
                  </a:lnTo>
                  <a:cubicBezTo>
                    <a:pt x="1964" y="140"/>
                    <a:pt x="1829" y="96"/>
                    <a:pt x="1712" y="96"/>
                  </a:cubicBezTo>
                  <a:cubicBezTo>
                    <a:pt x="1693" y="96"/>
                    <a:pt x="1674" y="97"/>
                    <a:pt x="1656" y="99"/>
                  </a:cubicBezTo>
                  <a:cubicBezTo>
                    <a:pt x="1579" y="110"/>
                    <a:pt x="1499" y="124"/>
                    <a:pt x="1422" y="141"/>
                  </a:cubicBezTo>
                  <a:cubicBezTo>
                    <a:pt x="1316" y="165"/>
                    <a:pt x="1212" y="188"/>
                    <a:pt x="1121" y="188"/>
                  </a:cubicBezTo>
                  <a:cubicBezTo>
                    <a:pt x="1025" y="188"/>
                    <a:pt x="944" y="163"/>
                    <a:pt x="890" y="85"/>
                  </a:cubicBezTo>
                  <a:cubicBezTo>
                    <a:pt x="865" y="43"/>
                    <a:pt x="823" y="12"/>
                    <a:pt x="774" y="1"/>
                  </a:cubicBezTo>
                  <a:cubicBezTo>
                    <a:pt x="769" y="1"/>
                    <a:pt x="764" y="0"/>
                    <a:pt x="758" y="0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92" name="Google Shape;6250;p80">
              <a:extLst>
                <a:ext uri="{FF2B5EF4-FFF2-40B4-BE49-F238E27FC236}">
                  <a16:creationId xmlns:a16="http://schemas.microsoft.com/office/drawing/2014/main" id="{92F47C19-AC1F-05A7-B4DB-34A083597451}"/>
                </a:ext>
              </a:extLst>
            </p:cNvPr>
            <p:cNvSpPr/>
            <p:nvPr/>
          </p:nvSpPr>
          <p:spPr>
            <a:xfrm>
              <a:off x="1636321" y="2024163"/>
              <a:ext cx="14" cy="14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1" y="1"/>
                  </a:move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93" name="Google Shape;6251;p80">
              <a:extLst>
                <a:ext uri="{FF2B5EF4-FFF2-40B4-BE49-F238E27FC236}">
                  <a16:creationId xmlns:a16="http://schemas.microsoft.com/office/drawing/2014/main" id="{3CC7DC13-3074-0C47-9C85-D51FF662212E}"/>
                </a:ext>
              </a:extLst>
            </p:cNvPr>
            <p:cNvSpPr/>
            <p:nvPr/>
          </p:nvSpPr>
          <p:spPr>
            <a:xfrm>
              <a:off x="1639185" y="2024448"/>
              <a:ext cx="149" cy="68"/>
            </a:xfrm>
            <a:custGeom>
              <a:avLst/>
              <a:gdLst/>
              <a:ahLst/>
              <a:cxnLst/>
              <a:rect l="l" t="t" r="r" b="b"/>
              <a:pathLst>
                <a:path w="11" h="5" extrusionOk="0">
                  <a:moveTo>
                    <a:pt x="11" y="4"/>
                  </a:moveTo>
                  <a:lnTo>
                    <a:pt x="0" y="1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94" name="Google Shape;6252;p80">
              <a:extLst>
                <a:ext uri="{FF2B5EF4-FFF2-40B4-BE49-F238E27FC236}">
                  <a16:creationId xmlns:a16="http://schemas.microsoft.com/office/drawing/2014/main" id="{30345282-8044-677E-2DE8-FD0FEAF46BC4}"/>
                </a:ext>
              </a:extLst>
            </p:cNvPr>
            <p:cNvSpPr/>
            <p:nvPr/>
          </p:nvSpPr>
          <p:spPr>
            <a:xfrm>
              <a:off x="1636796" y="2024163"/>
              <a:ext cx="14" cy="14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1" y="1"/>
                  </a:move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95" name="Google Shape;6253;p80">
              <a:extLst>
                <a:ext uri="{FF2B5EF4-FFF2-40B4-BE49-F238E27FC236}">
                  <a16:creationId xmlns:a16="http://schemas.microsoft.com/office/drawing/2014/main" id="{4EE4A43E-6866-53DB-02AA-F827EA644A5A}"/>
                </a:ext>
              </a:extLst>
            </p:cNvPr>
            <p:cNvSpPr/>
            <p:nvPr/>
          </p:nvSpPr>
          <p:spPr>
            <a:xfrm>
              <a:off x="1638900" y="2024312"/>
              <a:ext cx="149" cy="109"/>
            </a:xfrm>
            <a:custGeom>
              <a:avLst/>
              <a:gdLst/>
              <a:ahLst/>
              <a:cxnLst/>
              <a:rect l="l" t="t" r="r" b="b"/>
              <a:pathLst>
                <a:path w="11" h="8" extrusionOk="0">
                  <a:moveTo>
                    <a:pt x="11" y="7"/>
                  </a:moveTo>
                  <a:lnTo>
                    <a:pt x="0" y="0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96" name="Google Shape;6254;p80">
              <a:extLst>
                <a:ext uri="{FF2B5EF4-FFF2-40B4-BE49-F238E27FC236}">
                  <a16:creationId xmlns:a16="http://schemas.microsoft.com/office/drawing/2014/main" id="{3E174D2C-234F-1D0A-701C-EE077CADD559}"/>
                </a:ext>
              </a:extLst>
            </p:cNvPr>
            <p:cNvSpPr/>
            <p:nvPr/>
          </p:nvSpPr>
          <p:spPr>
            <a:xfrm>
              <a:off x="1626871" y="2029635"/>
              <a:ext cx="14" cy="14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0" y="0"/>
                  </a:move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97" name="Google Shape;6255;p80">
              <a:extLst>
                <a:ext uri="{FF2B5EF4-FFF2-40B4-BE49-F238E27FC236}">
                  <a16:creationId xmlns:a16="http://schemas.microsoft.com/office/drawing/2014/main" id="{1667A3BC-905A-3BC1-F0EA-741587013A13}"/>
                </a:ext>
              </a:extLst>
            </p:cNvPr>
            <p:cNvSpPr/>
            <p:nvPr/>
          </p:nvSpPr>
          <p:spPr>
            <a:xfrm>
              <a:off x="1639471" y="2024598"/>
              <a:ext cx="149" cy="109"/>
            </a:xfrm>
            <a:custGeom>
              <a:avLst/>
              <a:gdLst/>
              <a:ahLst/>
              <a:cxnLst/>
              <a:rect l="l" t="t" r="r" b="b"/>
              <a:pathLst>
                <a:path w="11" h="8" extrusionOk="0">
                  <a:moveTo>
                    <a:pt x="11" y="7"/>
                  </a:moveTo>
                  <a:lnTo>
                    <a:pt x="0" y="0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98" name="Google Shape;6256;p80">
              <a:extLst>
                <a:ext uri="{FF2B5EF4-FFF2-40B4-BE49-F238E27FC236}">
                  <a16:creationId xmlns:a16="http://schemas.microsoft.com/office/drawing/2014/main" id="{288A3BF3-BED1-C3B4-2464-A4DFC8E48D31}"/>
                </a:ext>
              </a:extLst>
            </p:cNvPr>
            <p:cNvSpPr/>
            <p:nvPr/>
          </p:nvSpPr>
          <p:spPr>
            <a:xfrm>
              <a:off x="1627441" y="2029255"/>
              <a:ext cx="530" cy="339"/>
            </a:xfrm>
            <a:custGeom>
              <a:avLst/>
              <a:gdLst/>
              <a:ahLst/>
              <a:cxnLst/>
              <a:rect l="l" t="t" r="r" b="b"/>
              <a:pathLst>
                <a:path w="39" h="25" extrusionOk="0">
                  <a:moveTo>
                    <a:pt x="0" y="25"/>
                  </a:moveTo>
                  <a:cubicBezTo>
                    <a:pt x="4" y="25"/>
                    <a:pt x="11" y="21"/>
                    <a:pt x="18" y="18"/>
                  </a:cubicBezTo>
                  <a:cubicBezTo>
                    <a:pt x="25" y="14"/>
                    <a:pt x="32" y="7"/>
                    <a:pt x="39" y="0"/>
                  </a:cubicBezTo>
                  <a:cubicBezTo>
                    <a:pt x="32" y="7"/>
                    <a:pt x="25" y="14"/>
                    <a:pt x="18" y="18"/>
                  </a:cubicBezTo>
                  <a:cubicBezTo>
                    <a:pt x="11" y="21"/>
                    <a:pt x="4" y="25"/>
                    <a:pt x="0" y="25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99" name="Google Shape;6257;p80">
              <a:extLst>
                <a:ext uri="{FF2B5EF4-FFF2-40B4-BE49-F238E27FC236}">
                  <a16:creationId xmlns:a16="http://schemas.microsoft.com/office/drawing/2014/main" id="{892C8CFE-67B1-5959-4119-03B731B5168E}"/>
                </a:ext>
              </a:extLst>
            </p:cNvPr>
            <p:cNvSpPr/>
            <p:nvPr/>
          </p:nvSpPr>
          <p:spPr>
            <a:xfrm>
              <a:off x="1627156" y="2029580"/>
              <a:ext cx="109" cy="14"/>
            </a:xfrm>
            <a:custGeom>
              <a:avLst/>
              <a:gdLst/>
              <a:ahLst/>
              <a:cxnLst/>
              <a:rect l="l" t="t" r="r" b="b"/>
              <a:pathLst>
                <a:path w="8" h="1" extrusionOk="0">
                  <a:moveTo>
                    <a:pt x="7" y="1"/>
                  </a:moveTo>
                  <a:lnTo>
                    <a:pt x="0" y="1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00" name="Google Shape;6258;p80">
              <a:extLst>
                <a:ext uri="{FF2B5EF4-FFF2-40B4-BE49-F238E27FC236}">
                  <a16:creationId xmlns:a16="http://schemas.microsoft.com/office/drawing/2014/main" id="{3A4CD042-C0CD-1CC4-A2E0-6B7D9A1EE6D5}"/>
                </a:ext>
              </a:extLst>
            </p:cNvPr>
            <p:cNvSpPr/>
            <p:nvPr/>
          </p:nvSpPr>
          <p:spPr>
            <a:xfrm>
              <a:off x="1638561" y="2024258"/>
              <a:ext cx="163" cy="68"/>
            </a:xfrm>
            <a:custGeom>
              <a:avLst/>
              <a:gdLst/>
              <a:ahLst/>
              <a:cxnLst/>
              <a:rect l="l" t="t" r="r" b="b"/>
              <a:pathLst>
                <a:path w="12" h="5" extrusionOk="0">
                  <a:moveTo>
                    <a:pt x="11" y="4"/>
                  </a:moveTo>
                  <a:lnTo>
                    <a:pt x="1" y="1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01" name="Google Shape;6259;p80">
              <a:extLst>
                <a:ext uri="{FF2B5EF4-FFF2-40B4-BE49-F238E27FC236}">
                  <a16:creationId xmlns:a16="http://schemas.microsoft.com/office/drawing/2014/main" id="{727D44C6-8235-6B73-99EB-F67F53CEFCBD}"/>
                </a:ext>
              </a:extLst>
            </p:cNvPr>
            <p:cNvSpPr/>
            <p:nvPr/>
          </p:nvSpPr>
          <p:spPr>
            <a:xfrm>
              <a:off x="1637475" y="2024122"/>
              <a:ext cx="14" cy="14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0" y="0"/>
                  </a:move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02" name="Google Shape;6260;p80">
              <a:extLst>
                <a:ext uri="{FF2B5EF4-FFF2-40B4-BE49-F238E27FC236}">
                  <a16:creationId xmlns:a16="http://schemas.microsoft.com/office/drawing/2014/main" id="{EB3F8B43-EDA4-4E79-21F9-749CA4D35928}"/>
                </a:ext>
              </a:extLst>
            </p:cNvPr>
            <p:cNvSpPr/>
            <p:nvPr/>
          </p:nvSpPr>
          <p:spPr>
            <a:xfrm>
              <a:off x="1637230" y="2024122"/>
              <a:ext cx="14" cy="14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1" y="0"/>
                  </a:move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03" name="Google Shape;6261;p80">
              <a:extLst>
                <a:ext uri="{FF2B5EF4-FFF2-40B4-BE49-F238E27FC236}">
                  <a16:creationId xmlns:a16="http://schemas.microsoft.com/office/drawing/2014/main" id="{0ADFE978-16F4-92C3-A110-F661F2E8525D}"/>
                </a:ext>
              </a:extLst>
            </p:cNvPr>
            <p:cNvSpPr/>
            <p:nvPr/>
          </p:nvSpPr>
          <p:spPr>
            <a:xfrm>
              <a:off x="1638235" y="2024217"/>
              <a:ext cx="149" cy="14"/>
            </a:xfrm>
            <a:custGeom>
              <a:avLst/>
              <a:gdLst/>
              <a:ahLst/>
              <a:cxnLst/>
              <a:rect l="l" t="t" r="r" b="b"/>
              <a:pathLst>
                <a:path w="11" h="1" extrusionOk="0">
                  <a:moveTo>
                    <a:pt x="11" y="0"/>
                  </a:moveTo>
                  <a:lnTo>
                    <a:pt x="0" y="0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04" name="Google Shape;6262;p80">
              <a:extLst>
                <a:ext uri="{FF2B5EF4-FFF2-40B4-BE49-F238E27FC236}">
                  <a16:creationId xmlns:a16="http://schemas.microsoft.com/office/drawing/2014/main" id="{A3CE07FF-CB93-97B6-CA78-282A40B903E4}"/>
                </a:ext>
              </a:extLst>
            </p:cNvPr>
            <p:cNvSpPr/>
            <p:nvPr/>
          </p:nvSpPr>
          <p:spPr>
            <a:xfrm>
              <a:off x="1639756" y="2024788"/>
              <a:ext cx="109" cy="109"/>
            </a:xfrm>
            <a:custGeom>
              <a:avLst/>
              <a:gdLst/>
              <a:ahLst/>
              <a:cxnLst/>
              <a:rect l="l" t="t" r="r" b="b"/>
              <a:pathLst>
                <a:path w="8" h="8" extrusionOk="0">
                  <a:moveTo>
                    <a:pt x="0" y="0"/>
                  </a:moveTo>
                  <a:lnTo>
                    <a:pt x="7" y="7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05" name="Google Shape;6263;p80">
              <a:extLst>
                <a:ext uri="{FF2B5EF4-FFF2-40B4-BE49-F238E27FC236}">
                  <a16:creationId xmlns:a16="http://schemas.microsoft.com/office/drawing/2014/main" id="{0F752D67-5864-09E6-6514-8CA66ECB585D}"/>
                </a:ext>
              </a:extLst>
            </p:cNvPr>
            <p:cNvSpPr/>
            <p:nvPr/>
          </p:nvSpPr>
          <p:spPr>
            <a:xfrm>
              <a:off x="1637855" y="2024163"/>
              <a:ext cx="149" cy="14"/>
            </a:xfrm>
            <a:custGeom>
              <a:avLst/>
              <a:gdLst/>
              <a:ahLst/>
              <a:cxnLst/>
              <a:rect l="l" t="t" r="r" b="b"/>
              <a:pathLst>
                <a:path w="11" h="1" extrusionOk="0">
                  <a:moveTo>
                    <a:pt x="11" y="1"/>
                  </a:moveTo>
                  <a:lnTo>
                    <a:pt x="0" y="1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06" name="Google Shape;6264;p80">
              <a:extLst>
                <a:ext uri="{FF2B5EF4-FFF2-40B4-BE49-F238E27FC236}">
                  <a16:creationId xmlns:a16="http://schemas.microsoft.com/office/drawing/2014/main" id="{2097CB72-6C33-912E-B4C3-DD7ADB41F892}"/>
                </a:ext>
              </a:extLst>
            </p:cNvPr>
            <p:cNvSpPr/>
            <p:nvPr/>
          </p:nvSpPr>
          <p:spPr>
            <a:xfrm>
              <a:off x="1639946" y="2025018"/>
              <a:ext cx="149" cy="163"/>
            </a:xfrm>
            <a:custGeom>
              <a:avLst/>
              <a:gdLst/>
              <a:ahLst/>
              <a:cxnLst/>
              <a:rect l="l" t="t" r="r" b="b"/>
              <a:pathLst>
                <a:path w="11" h="12" extrusionOk="0">
                  <a:moveTo>
                    <a:pt x="11" y="11"/>
                  </a:moveTo>
                  <a:lnTo>
                    <a:pt x="0" y="1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07" name="Google Shape;6265;p80">
              <a:extLst>
                <a:ext uri="{FF2B5EF4-FFF2-40B4-BE49-F238E27FC236}">
                  <a16:creationId xmlns:a16="http://schemas.microsoft.com/office/drawing/2014/main" id="{4AB4FFB9-40B0-CF54-0666-7B425C791587}"/>
                </a:ext>
              </a:extLst>
            </p:cNvPr>
            <p:cNvSpPr/>
            <p:nvPr/>
          </p:nvSpPr>
          <p:spPr>
            <a:xfrm>
              <a:off x="1589940" y="1981910"/>
              <a:ext cx="32613" cy="51690"/>
            </a:xfrm>
            <a:custGeom>
              <a:avLst/>
              <a:gdLst/>
              <a:ahLst/>
              <a:cxnLst/>
              <a:rect l="l" t="t" r="r" b="b"/>
              <a:pathLst>
                <a:path w="2402" h="3807" extrusionOk="0">
                  <a:moveTo>
                    <a:pt x="791" y="1"/>
                  </a:moveTo>
                  <a:cubicBezTo>
                    <a:pt x="784" y="15"/>
                    <a:pt x="774" y="32"/>
                    <a:pt x="767" y="43"/>
                  </a:cubicBezTo>
                  <a:lnTo>
                    <a:pt x="756" y="57"/>
                  </a:lnTo>
                  <a:lnTo>
                    <a:pt x="739" y="85"/>
                  </a:lnTo>
                  <a:lnTo>
                    <a:pt x="728" y="99"/>
                  </a:lnTo>
                  <a:lnTo>
                    <a:pt x="711" y="123"/>
                  </a:lnTo>
                  <a:lnTo>
                    <a:pt x="700" y="137"/>
                  </a:lnTo>
                  <a:lnTo>
                    <a:pt x="683" y="158"/>
                  </a:lnTo>
                  <a:lnTo>
                    <a:pt x="672" y="169"/>
                  </a:lnTo>
                  <a:lnTo>
                    <a:pt x="655" y="186"/>
                  </a:lnTo>
                  <a:lnTo>
                    <a:pt x="644" y="197"/>
                  </a:lnTo>
                  <a:lnTo>
                    <a:pt x="627" y="211"/>
                  </a:lnTo>
                  <a:lnTo>
                    <a:pt x="620" y="218"/>
                  </a:lnTo>
                  <a:cubicBezTo>
                    <a:pt x="613" y="225"/>
                    <a:pt x="602" y="228"/>
                    <a:pt x="595" y="235"/>
                  </a:cubicBezTo>
                  <a:cubicBezTo>
                    <a:pt x="553" y="260"/>
                    <a:pt x="518" y="288"/>
                    <a:pt x="483" y="323"/>
                  </a:cubicBezTo>
                  <a:cubicBezTo>
                    <a:pt x="462" y="344"/>
                    <a:pt x="441" y="368"/>
                    <a:pt x="420" y="393"/>
                  </a:cubicBezTo>
                  <a:cubicBezTo>
                    <a:pt x="413" y="407"/>
                    <a:pt x="403" y="421"/>
                    <a:pt x="396" y="438"/>
                  </a:cubicBezTo>
                  <a:cubicBezTo>
                    <a:pt x="389" y="449"/>
                    <a:pt x="385" y="463"/>
                    <a:pt x="385" y="477"/>
                  </a:cubicBezTo>
                  <a:cubicBezTo>
                    <a:pt x="385" y="484"/>
                    <a:pt x="385" y="487"/>
                    <a:pt x="399" y="494"/>
                  </a:cubicBezTo>
                  <a:cubicBezTo>
                    <a:pt x="501" y="554"/>
                    <a:pt x="557" y="659"/>
                    <a:pt x="536" y="753"/>
                  </a:cubicBezTo>
                  <a:cubicBezTo>
                    <a:pt x="525" y="795"/>
                    <a:pt x="483" y="900"/>
                    <a:pt x="294" y="914"/>
                  </a:cubicBezTo>
                  <a:cubicBezTo>
                    <a:pt x="196" y="921"/>
                    <a:pt x="133" y="939"/>
                    <a:pt x="109" y="970"/>
                  </a:cubicBezTo>
                  <a:cubicBezTo>
                    <a:pt x="91" y="995"/>
                    <a:pt x="88" y="1030"/>
                    <a:pt x="98" y="1093"/>
                  </a:cubicBezTo>
                  <a:cubicBezTo>
                    <a:pt x="105" y="1166"/>
                    <a:pt x="81" y="1236"/>
                    <a:pt x="32" y="1289"/>
                  </a:cubicBezTo>
                  <a:cubicBezTo>
                    <a:pt x="18" y="1303"/>
                    <a:pt x="11" y="1317"/>
                    <a:pt x="0" y="1334"/>
                  </a:cubicBezTo>
                  <a:cubicBezTo>
                    <a:pt x="0" y="1334"/>
                    <a:pt x="7" y="1338"/>
                    <a:pt x="14" y="1348"/>
                  </a:cubicBezTo>
                  <a:cubicBezTo>
                    <a:pt x="25" y="1355"/>
                    <a:pt x="32" y="1362"/>
                    <a:pt x="42" y="1369"/>
                  </a:cubicBezTo>
                  <a:lnTo>
                    <a:pt x="49" y="1380"/>
                  </a:lnTo>
                  <a:lnTo>
                    <a:pt x="70" y="1401"/>
                  </a:lnTo>
                  <a:lnTo>
                    <a:pt x="84" y="1418"/>
                  </a:lnTo>
                  <a:lnTo>
                    <a:pt x="109" y="1443"/>
                  </a:lnTo>
                  <a:lnTo>
                    <a:pt x="123" y="1460"/>
                  </a:lnTo>
                  <a:lnTo>
                    <a:pt x="147" y="1492"/>
                  </a:lnTo>
                  <a:lnTo>
                    <a:pt x="165" y="1513"/>
                  </a:lnTo>
                  <a:lnTo>
                    <a:pt x="193" y="1548"/>
                  </a:lnTo>
                  <a:lnTo>
                    <a:pt x="214" y="1572"/>
                  </a:lnTo>
                  <a:lnTo>
                    <a:pt x="245" y="1615"/>
                  </a:lnTo>
                  <a:lnTo>
                    <a:pt x="266" y="1643"/>
                  </a:lnTo>
                  <a:lnTo>
                    <a:pt x="305" y="1692"/>
                  </a:lnTo>
                  <a:lnTo>
                    <a:pt x="322" y="1716"/>
                  </a:lnTo>
                  <a:lnTo>
                    <a:pt x="329" y="1727"/>
                  </a:lnTo>
                  <a:lnTo>
                    <a:pt x="336" y="1723"/>
                  </a:lnTo>
                  <a:lnTo>
                    <a:pt x="343" y="1713"/>
                  </a:lnTo>
                  <a:cubicBezTo>
                    <a:pt x="382" y="1678"/>
                    <a:pt x="434" y="1657"/>
                    <a:pt x="490" y="1657"/>
                  </a:cubicBezTo>
                  <a:lnTo>
                    <a:pt x="497" y="1657"/>
                  </a:lnTo>
                  <a:cubicBezTo>
                    <a:pt x="508" y="1657"/>
                    <a:pt x="522" y="1660"/>
                    <a:pt x="536" y="1660"/>
                  </a:cubicBezTo>
                  <a:cubicBezTo>
                    <a:pt x="658" y="1678"/>
                    <a:pt x="700" y="1762"/>
                    <a:pt x="714" y="1842"/>
                  </a:cubicBezTo>
                  <a:cubicBezTo>
                    <a:pt x="718" y="1860"/>
                    <a:pt x="721" y="1874"/>
                    <a:pt x="721" y="1888"/>
                  </a:cubicBezTo>
                  <a:cubicBezTo>
                    <a:pt x="725" y="1909"/>
                    <a:pt x="725" y="1930"/>
                    <a:pt x="725" y="1951"/>
                  </a:cubicBezTo>
                  <a:cubicBezTo>
                    <a:pt x="732" y="2045"/>
                    <a:pt x="739" y="2105"/>
                    <a:pt x="784" y="2126"/>
                  </a:cubicBezTo>
                  <a:cubicBezTo>
                    <a:pt x="886" y="2175"/>
                    <a:pt x="952" y="2273"/>
                    <a:pt x="963" y="2388"/>
                  </a:cubicBezTo>
                  <a:cubicBezTo>
                    <a:pt x="977" y="2504"/>
                    <a:pt x="935" y="2619"/>
                    <a:pt x="844" y="2696"/>
                  </a:cubicBezTo>
                  <a:cubicBezTo>
                    <a:pt x="840" y="2700"/>
                    <a:pt x="837" y="2703"/>
                    <a:pt x="833" y="2707"/>
                  </a:cubicBezTo>
                  <a:cubicBezTo>
                    <a:pt x="795" y="2766"/>
                    <a:pt x="774" y="2840"/>
                    <a:pt x="770" y="2913"/>
                  </a:cubicBezTo>
                  <a:cubicBezTo>
                    <a:pt x="753" y="3102"/>
                    <a:pt x="795" y="3375"/>
                    <a:pt x="970" y="3568"/>
                  </a:cubicBezTo>
                  <a:cubicBezTo>
                    <a:pt x="1159" y="3778"/>
                    <a:pt x="1299" y="3806"/>
                    <a:pt x="1365" y="3806"/>
                  </a:cubicBezTo>
                  <a:cubicBezTo>
                    <a:pt x="1401" y="3806"/>
                    <a:pt x="1436" y="3792"/>
                    <a:pt x="1460" y="3768"/>
                  </a:cubicBezTo>
                  <a:cubicBezTo>
                    <a:pt x="1506" y="3712"/>
                    <a:pt x="1586" y="3705"/>
                    <a:pt x="1660" y="3698"/>
                  </a:cubicBezTo>
                  <a:cubicBezTo>
                    <a:pt x="1737" y="3694"/>
                    <a:pt x="1796" y="3687"/>
                    <a:pt x="1814" y="3648"/>
                  </a:cubicBezTo>
                  <a:cubicBezTo>
                    <a:pt x="1838" y="3591"/>
                    <a:pt x="1897" y="3551"/>
                    <a:pt x="1958" y="3551"/>
                  </a:cubicBezTo>
                  <a:cubicBezTo>
                    <a:pt x="1967" y="3551"/>
                    <a:pt x="1976" y="3552"/>
                    <a:pt x="1985" y="3554"/>
                  </a:cubicBezTo>
                  <a:cubicBezTo>
                    <a:pt x="1991" y="3555"/>
                    <a:pt x="1997" y="3555"/>
                    <a:pt x="2003" y="3555"/>
                  </a:cubicBezTo>
                  <a:cubicBezTo>
                    <a:pt x="2042" y="3555"/>
                    <a:pt x="2079" y="3535"/>
                    <a:pt x="2101" y="3501"/>
                  </a:cubicBezTo>
                  <a:cubicBezTo>
                    <a:pt x="2111" y="3494"/>
                    <a:pt x="2118" y="3487"/>
                    <a:pt x="2129" y="3480"/>
                  </a:cubicBezTo>
                  <a:lnTo>
                    <a:pt x="2136" y="3473"/>
                  </a:lnTo>
                  <a:cubicBezTo>
                    <a:pt x="2143" y="3470"/>
                    <a:pt x="2153" y="3463"/>
                    <a:pt x="2160" y="3459"/>
                  </a:cubicBezTo>
                  <a:lnTo>
                    <a:pt x="2164" y="3456"/>
                  </a:lnTo>
                  <a:cubicBezTo>
                    <a:pt x="2174" y="3452"/>
                    <a:pt x="2185" y="3449"/>
                    <a:pt x="2195" y="3445"/>
                  </a:cubicBezTo>
                  <a:lnTo>
                    <a:pt x="2206" y="3442"/>
                  </a:lnTo>
                  <a:lnTo>
                    <a:pt x="2230" y="3438"/>
                  </a:lnTo>
                  <a:lnTo>
                    <a:pt x="2237" y="3438"/>
                  </a:lnTo>
                  <a:cubicBezTo>
                    <a:pt x="2248" y="3438"/>
                    <a:pt x="2258" y="3438"/>
                    <a:pt x="2269" y="3435"/>
                  </a:cubicBezTo>
                  <a:lnTo>
                    <a:pt x="2335" y="3435"/>
                  </a:lnTo>
                  <a:lnTo>
                    <a:pt x="2381" y="3442"/>
                  </a:lnTo>
                  <a:lnTo>
                    <a:pt x="2388" y="3442"/>
                  </a:lnTo>
                  <a:lnTo>
                    <a:pt x="2402" y="3445"/>
                  </a:lnTo>
                  <a:lnTo>
                    <a:pt x="2395" y="3428"/>
                  </a:lnTo>
                  <a:lnTo>
                    <a:pt x="2370" y="3386"/>
                  </a:lnTo>
                  <a:lnTo>
                    <a:pt x="2360" y="3368"/>
                  </a:lnTo>
                  <a:lnTo>
                    <a:pt x="2328" y="3312"/>
                  </a:lnTo>
                  <a:lnTo>
                    <a:pt x="2318" y="3295"/>
                  </a:lnTo>
                  <a:lnTo>
                    <a:pt x="2290" y="3239"/>
                  </a:lnTo>
                  <a:lnTo>
                    <a:pt x="2286" y="3232"/>
                  </a:lnTo>
                  <a:lnTo>
                    <a:pt x="2255" y="3176"/>
                  </a:lnTo>
                  <a:lnTo>
                    <a:pt x="2248" y="3162"/>
                  </a:lnTo>
                  <a:lnTo>
                    <a:pt x="2220" y="3109"/>
                  </a:lnTo>
                  <a:lnTo>
                    <a:pt x="2216" y="3099"/>
                  </a:lnTo>
                  <a:lnTo>
                    <a:pt x="2195" y="3057"/>
                  </a:lnTo>
                  <a:lnTo>
                    <a:pt x="2192" y="3046"/>
                  </a:lnTo>
                  <a:cubicBezTo>
                    <a:pt x="2181" y="3032"/>
                    <a:pt x="2178" y="3015"/>
                    <a:pt x="2171" y="3004"/>
                  </a:cubicBezTo>
                  <a:lnTo>
                    <a:pt x="2167" y="2994"/>
                  </a:lnTo>
                  <a:cubicBezTo>
                    <a:pt x="2160" y="2980"/>
                    <a:pt x="2153" y="2966"/>
                    <a:pt x="2150" y="2955"/>
                  </a:cubicBezTo>
                  <a:cubicBezTo>
                    <a:pt x="2118" y="2868"/>
                    <a:pt x="2003" y="2763"/>
                    <a:pt x="1898" y="2672"/>
                  </a:cubicBezTo>
                  <a:cubicBezTo>
                    <a:pt x="1775" y="2560"/>
                    <a:pt x="1684" y="2479"/>
                    <a:pt x="1681" y="2399"/>
                  </a:cubicBezTo>
                  <a:cubicBezTo>
                    <a:pt x="1681" y="2367"/>
                    <a:pt x="1691" y="2336"/>
                    <a:pt x="1716" y="2315"/>
                  </a:cubicBezTo>
                  <a:cubicBezTo>
                    <a:pt x="1740" y="2290"/>
                    <a:pt x="1758" y="2206"/>
                    <a:pt x="1772" y="2136"/>
                  </a:cubicBezTo>
                  <a:cubicBezTo>
                    <a:pt x="1800" y="2000"/>
                    <a:pt x="1831" y="1842"/>
                    <a:pt x="1968" y="1825"/>
                  </a:cubicBezTo>
                  <a:cubicBezTo>
                    <a:pt x="2073" y="1814"/>
                    <a:pt x="2157" y="1776"/>
                    <a:pt x="2178" y="1734"/>
                  </a:cubicBezTo>
                  <a:cubicBezTo>
                    <a:pt x="2188" y="1713"/>
                    <a:pt x="2188" y="1685"/>
                    <a:pt x="2174" y="1664"/>
                  </a:cubicBezTo>
                  <a:lnTo>
                    <a:pt x="2174" y="1660"/>
                  </a:lnTo>
                  <a:cubicBezTo>
                    <a:pt x="2167" y="1650"/>
                    <a:pt x="2164" y="1639"/>
                    <a:pt x="2160" y="1629"/>
                  </a:cubicBezTo>
                  <a:cubicBezTo>
                    <a:pt x="2160" y="1622"/>
                    <a:pt x="2160" y="1618"/>
                    <a:pt x="2157" y="1611"/>
                  </a:cubicBezTo>
                  <a:cubicBezTo>
                    <a:pt x="2157" y="1604"/>
                    <a:pt x="2157" y="1597"/>
                    <a:pt x="2153" y="1586"/>
                  </a:cubicBezTo>
                  <a:lnTo>
                    <a:pt x="2153" y="1569"/>
                  </a:lnTo>
                  <a:lnTo>
                    <a:pt x="2153" y="1544"/>
                  </a:lnTo>
                  <a:lnTo>
                    <a:pt x="2153" y="1527"/>
                  </a:lnTo>
                  <a:cubicBezTo>
                    <a:pt x="2153" y="1520"/>
                    <a:pt x="2153" y="1509"/>
                    <a:pt x="2157" y="1502"/>
                  </a:cubicBezTo>
                  <a:cubicBezTo>
                    <a:pt x="2160" y="1492"/>
                    <a:pt x="2160" y="1488"/>
                    <a:pt x="2164" y="1481"/>
                  </a:cubicBezTo>
                  <a:cubicBezTo>
                    <a:pt x="2164" y="1474"/>
                    <a:pt x="2167" y="1464"/>
                    <a:pt x="2167" y="1453"/>
                  </a:cubicBezTo>
                  <a:lnTo>
                    <a:pt x="2174" y="1432"/>
                  </a:lnTo>
                  <a:cubicBezTo>
                    <a:pt x="2178" y="1422"/>
                    <a:pt x="2178" y="1415"/>
                    <a:pt x="2181" y="1404"/>
                  </a:cubicBezTo>
                  <a:lnTo>
                    <a:pt x="2188" y="1383"/>
                  </a:lnTo>
                  <a:lnTo>
                    <a:pt x="2199" y="1352"/>
                  </a:lnTo>
                  <a:lnTo>
                    <a:pt x="2206" y="1331"/>
                  </a:lnTo>
                  <a:lnTo>
                    <a:pt x="2209" y="1324"/>
                  </a:lnTo>
                  <a:cubicBezTo>
                    <a:pt x="2132" y="1278"/>
                    <a:pt x="2055" y="1184"/>
                    <a:pt x="1978" y="1089"/>
                  </a:cubicBezTo>
                  <a:cubicBezTo>
                    <a:pt x="1919" y="1019"/>
                    <a:pt x="1824" y="900"/>
                    <a:pt x="1789" y="897"/>
                  </a:cubicBezTo>
                  <a:cubicBezTo>
                    <a:pt x="1684" y="897"/>
                    <a:pt x="1583" y="851"/>
                    <a:pt x="1516" y="771"/>
                  </a:cubicBezTo>
                  <a:cubicBezTo>
                    <a:pt x="1450" y="694"/>
                    <a:pt x="1425" y="592"/>
                    <a:pt x="1446" y="494"/>
                  </a:cubicBezTo>
                  <a:cubicBezTo>
                    <a:pt x="1457" y="428"/>
                    <a:pt x="1394" y="389"/>
                    <a:pt x="1246" y="316"/>
                  </a:cubicBezTo>
                  <a:cubicBezTo>
                    <a:pt x="1120" y="260"/>
                    <a:pt x="1008" y="183"/>
                    <a:pt x="914" y="88"/>
                  </a:cubicBezTo>
                  <a:cubicBezTo>
                    <a:pt x="879" y="50"/>
                    <a:pt x="837" y="22"/>
                    <a:pt x="791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08" name="Google Shape;6266;p80">
              <a:extLst>
                <a:ext uri="{FF2B5EF4-FFF2-40B4-BE49-F238E27FC236}">
                  <a16:creationId xmlns:a16="http://schemas.microsoft.com/office/drawing/2014/main" id="{953C069D-E132-8BA8-3E97-4215051840C6}"/>
                </a:ext>
              </a:extLst>
            </p:cNvPr>
            <p:cNvSpPr/>
            <p:nvPr/>
          </p:nvSpPr>
          <p:spPr>
            <a:xfrm>
              <a:off x="1596688" y="2004394"/>
              <a:ext cx="584" cy="54"/>
            </a:xfrm>
            <a:custGeom>
              <a:avLst/>
              <a:gdLst/>
              <a:ahLst/>
              <a:cxnLst/>
              <a:rect l="l" t="t" r="r" b="b"/>
              <a:pathLst>
                <a:path w="43" h="4" extrusionOk="0">
                  <a:moveTo>
                    <a:pt x="0" y="1"/>
                  </a:moveTo>
                  <a:cubicBezTo>
                    <a:pt x="14" y="1"/>
                    <a:pt x="28" y="1"/>
                    <a:pt x="42" y="4"/>
                  </a:cubicBezTo>
                  <a:cubicBezTo>
                    <a:pt x="28" y="1"/>
                    <a:pt x="14" y="1"/>
                    <a:pt x="0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09" name="Google Shape;6267;p80">
              <a:extLst>
                <a:ext uri="{FF2B5EF4-FFF2-40B4-BE49-F238E27FC236}">
                  <a16:creationId xmlns:a16="http://schemas.microsoft.com/office/drawing/2014/main" id="{A8FE30E4-3731-9F16-890D-A601FD49F165}"/>
                </a:ext>
              </a:extLst>
            </p:cNvPr>
            <p:cNvSpPr/>
            <p:nvPr/>
          </p:nvSpPr>
          <p:spPr>
            <a:xfrm>
              <a:off x="1594502" y="2005155"/>
              <a:ext cx="109" cy="163"/>
            </a:xfrm>
            <a:custGeom>
              <a:avLst/>
              <a:gdLst/>
              <a:ahLst/>
              <a:cxnLst/>
              <a:rect l="l" t="t" r="r" b="b"/>
              <a:pathLst>
                <a:path w="8" h="12" extrusionOk="0">
                  <a:moveTo>
                    <a:pt x="0" y="11"/>
                  </a:moveTo>
                  <a:lnTo>
                    <a:pt x="7" y="1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10" name="Google Shape;6268;p80">
              <a:extLst>
                <a:ext uri="{FF2B5EF4-FFF2-40B4-BE49-F238E27FC236}">
                  <a16:creationId xmlns:a16="http://schemas.microsoft.com/office/drawing/2014/main" id="{B0C6F853-E6BE-36AE-4EAC-D58079765FDC}"/>
                </a:ext>
              </a:extLst>
            </p:cNvPr>
            <p:cNvSpPr/>
            <p:nvPr/>
          </p:nvSpPr>
          <p:spPr>
            <a:xfrm>
              <a:off x="1621019" y="2028494"/>
              <a:ext cx="14" cy="14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1" y="0"/>
                  </a:move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11" name="Google Shape;6269;p80">
              <a:extLst>
                <a:ext uri="{FF2B5EF4-FFF2-40B4-BE49-F238E27FC236}">
                  <a16:creationId xmlns:a16="http://schemas.microsoft.com/office/drawing/2014/main" id="{DB241206-F650-59B7-EE17-54A1F6EF7810}"/>
                </a:ext>
              </a:extLst>
            </p:cNvPr>
            <p:cNvSpPr/>
            <p:nvPr/>
          </p:nvSpPr>
          <p:spPr>
            <a:xfrm>
              <a:off x="1594638" y="2004394"/>
              <a:ext cx="1969" cy="774"/>
            </a:xfrm>
            <a:custGeom>
              <a:avLst/>
              <a:gdLst/>
              <a:ahLst/>
              <a:cxnLst/>
              <a:rect l="l" t="t" r="r" b="b"/>
              <a:pathLst>
                <a:path w="145" h="57" extrusionOk="0">
                  <a:moveTo>
                    <a:pt x="144" y="1"/>
                  </a:moveTo>
                  <a:cubicBezTo>
                    <a:pt x="92" y="1"/>
                    <a:pt x="39" y="18"/>
                    <a:pt x="1" y="57"/>
                  </a:cubicBezTo>
                  <a:cubicBezTo>
                    <a:pt x="39" y="18"/>
                    <a:pt x="92" y="1"/>
                    <a:pt x="144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12" name="Google Shape;6270;p80">
              <a:extLst>
                <a:ext uri="{FF2B5EF4-FFF2-40B4-BE49-F238E27FC236}">
                  <a16:creationId xmlns:a16="http://schemas.microsoft.com/office/drawing/2014/main" id="{3F81F002-F829-9CA1-3C8D-3B81F44FEE60}"/>
                </a:ext>
              </a:extLst>
            </p:cNvPr>
            <p:cNvSpPr/>
            <p:nvPr/>
          </p:nvSpPr>
          <p:spPr>
            <a:xfrm>
              <a:off x="1621494" y="2028535"/>
              <a:ext cx="204" cy="14"/>
            </a:xfrm>
            <a:custGeom>
              <a:avLst/>
              <a:gdLst/>
              <a:ahLst/>
              <a:cxnLst/>
              <a:rect l="l" t="t" r="r" b="b"/>
              <a:pathLst>
                <a:path w="15" h="1" extrusionOk="0">
                  <a:moveTo>
                    <a:pt x="15" y="1"/>
                  </a:moveTo>
                  <a:lnTo>
                    <a:pt x="1" y="1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13" name="Google Shape;6271;p80">
              <a:extLst>
                <a:ext uri="{FF2B5EF4-FFF2-40B4-BE49-F238E27FC236}">
                  <a16:creationId xmlns:a16="http://schemas.microsoft.com/office/drawing/2014/main" id="{89F63DB1-65F8-CD44-3758-64E03B783B9A}"/>
                </a:ext>
              </a:extLst>
            </p:cNvPr>
            <p:cNvSpPr/>
            <p:nvPr/>
          </p:nvSpPr>
          <p:spPr>
            <a:xfrm>
              <a:off x="1619878" y="2028589"/>
              <a:ext cx="353" cy="54"/>
            </a:xfrm>
            <a:custGeom>
              <a:avLst/>
              <a:gdLst/>
              <a:ahLst/>
              <a:cxnLst/>
              <a:rect l="l" t="t" r="r" b="b"/>
              <a:pathLst>
                <a:path w="26" h="4" extrusionOk="0">
                  <a:moveTo>
                    <a:pt x="25" y="0"/>
                  </a:moveTo>
                  <a:lnTo>
                    <a:pt x="1" y="4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14" name="Google Shape;6272;p80">
              <a:extLst>
                <a:ext uri="{FF2B5EF4-FFF2-40B4-BE49-F238E27FC236}">
                  <a16:creationId xmlns:a16="http://schemas.microsoft.com/office/drawing/2014/main" id="{59092C3F-4F29-E285-7552-522DF3B28A5C}"/>
                </a:ext>
              </a:extLst>
            </p:cNvPr>
            <p:cNvSpPr/>
            <p:nvPr/>
          </p:nvSpPr>
          <p:spPr>
            <a:xfrm>
              <a:off x="1619362" y="2028684"/>
              <a:ext cx="434" cy="149"/>
            </a:xfrm>
            <a:custGeom>
              <a:avLst/>
              <a:gdLst/>
              <a:ahLst/>
              <a:cxnLst/>
              <a:rect l="l" t="t" r="r" b="b"/>
              <a:pathLst>
                <a:path w="32" h="11" extrusionOk="0">
                  <a:moveTo>
                    <a:pt x="32" y="0"/>
                  </a:moveTo>
                  <a:cubicBezTo>
                    <a:pt x="21" y="4"/>
                    <a:pt x="11" y="7"/>
                    <a:pt x="0" y="11"/>
                  </a:cubicBezTo>
                  <a:cubicBezTo>
                    <a:pt x="11" y="7"/>
                    <a:pt x="21" y="4"/>
                    <a:pt x="32" y="0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15" name="Google Shape;6273;p80">
              <a:extLst>
                <a:ext uri="{FF2B5EF4-FFF2-40B4-BE49-F238E27FC236}">
                  <a16:creationId xmlns:a16="http://schemas.microsoft.com/office/drawing/2014/main" id="{B741AFA1-CCE5-D9FD-CF74-2C04379242D2}"/>
                </a:ext>
              </a:extLst>
            </p:cNvPr>
            <p:cNvSpPr/>
            <p:nvPr/>
          </p:nvSpPr>
          <p:spPr>
            <a:xfrm>
              <a:off x="1620353" y="2028494"/>
              <a:ext cx="448" cy="54"/>
            </a:xfrm>
            <a:custGeom>
              <a:avLst/>
              <a:gdLst/>
              <a:ahLst/>
              <a:cxnLst/>
              <a:rect l="l" t="t" r="r" b="b"/>
              <a:pathLst>
                <a:path w="33" h="4" extrusionOk="0">
                  <a:moveTo>
                    <a:pt x="32" y="0"/>
                  </a:moveTo>
                  <a:cubicBezTo>
                    <a:pt x="22" y="0"/>
                    <a:pt x="11" y="0"/>
                    <a:pt x="1" y="4"/>
                  </a:cubicBezTo>
                  <a:cubicBezTo>
                    <a:pt x="11" y="4"/>
                    <a:pt x="22" y="4"/>
                    <a:pt x="32" y="0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16" name="Google Shape;6274;p80">
              <a:extLst>
                <a:ext uri="{FF2B5EF4-FFF2-40B4-BE49-F238E27FC236}">
                  <a16:creationId xmlns:a16="http://schemas.microsoft.com/office/drawing/2014/main" id="{D514ABF8-D9EA-9B21-C20E-1500A5FE1F8B}"/>
                </a:ext>
              </a:extLst>
            </p:cNvPr>
            <p:cNvSpPr/>
            <p:nvPr/>
          </p:nvSpPr>
          <p:spPr>
            <a:xfrm>
              <a:off x="1618507" y="2029160"/>
              <a:ext cx="394" cy="299"/>
            </a:xfrm>
            <a:custGeom>
              <a:avLst/>
              <a:gdLst/>
              <a:ahLst/>
              <a:cxnLst/>
              <a:rect l="l" t="t" r="r" b="b"/>
              <a:pathLst>
                <a:path w="29" h="22" extrusionOk="0">
                  <a:moveTo>
                    <a:pt x="28" y="0"/>
                  </a:moveTo>
                  <a:cubicBezTo>
                    <a:pt x="18" y="7"/>
                    <a:pt x="7" y="14"/>
                    <a:pt x="0" y="21"/>
                  </a:cubicBezTo>
                  <a:cubicBezTo>
                    <a:pt x="7" y="14"/>
                    <a:pt x="18" y="7"/>
                    <a:pt x="28" y="0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17" name="Google Shape;6275;p80">
              <a:extLst>
                <a:ext uri="{FF2B5EF4-FFF2-40B4-BE49-F238E27FC236}">
                  <a16:creationId xmlns:a16="http://schemas.microsoft.com/office/drawing/2014/main" id="{CB171DCF-D43D-D19D-9A8C-46943B5F9F62}"/>
                </a:ext>
              </a:extLst>
            </p:cNvPr>
            <p:cNvSpPr/>
            <p:nvPr/>
          </p:nvSpPr>
          <p:spPr>
            <a:xfrm>
              <a:off x="1618928" y="2028874"/>
              <a:ext cx="353" cy="204"/>
            </a:xfrm>
            <a:custGeom>
              <a:avLst/>
              <a:gdLst/>
              <a:ahLst/>
              <a:cxnLst/>
              <a:rect l="l" t="t" r="r" b="b"/>
              <a:pathLst>
                <a:path w="26" h="15" extrusionOk="0">
                  <a:moveTo>
                    <a:pt x="25" y="0"/>
                  </a:moveTo>
                  <a:cubicBezTo>
                    <a:pt x="18" y="4"/>
                    <a:pt x="8" y="7"/>
                    <a:pt x="1" y="14"/>
                  </a:cubicBezTo>
                  <a:cubicBezTo>
                    <a:pt x="8" y="7"/>
                    <a:pt x="18" y="4"/>
                    <a:pt x="25" y="0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18" name="Google Shape;6276;p80">
              <a:extLst>
                <a:ext uri="{FF2B5EF4-FFF2-40B4-BE49-F238E27FC236}">
                  <a16:creationId xmlns:a16="http://schemas.microsoft.com/office/drawing/2014/main" id="{80E642EE-7F4F-5C48-76E8-84B2EF522260}"/>
                </a:ext>
              </a:extLst>
            </p:cNvPr>
            <p:cNvSpPr/>
            <p:nvPr/>
          </p:nvSpPr>
          <p:spPr>
            <a:xfrm>
              <a:off x="1622254" y="2028630"/>
              <a:ext cx="109" cy="14"/>
            </a:xfrm>
            <a:custGeom>
              <a:avLst/>
              <a:gdLst/>
              <a:ahLst/>
              <a:cxnLst/>
              <a:rect l="l" t="t" r="r" b="b"/>
              <a:pathLst>
                <a:path w="8" h="1" extrusionOk="0">
                  <a:moveTo>
                    <a:pt x="8" y="1"/>
                  </a:moveTo>
                  <a:lnTo>
                    <a:pt x="1" y="1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19" name="Google Shape;6277;p80">
              <a:extLst>
                <a:ext uri="{FF2B5EF4-FFF2-40B4-BE49-F238E27FC236}">
                  <a16:creationId xmlns:a16="http://schemas.microsoft.com/office/drawing/2014/main" id="{50F37703-3464-C3FB-34BD-79F2BBB8C377}"/>
                </a:ext>
              </a:extLst>
            </p:cNvPr>
            <p:cNvSpPr/>
            <p:nvPr/>
          </p:nvSpPr>
          <p:spPr>
            <a:xfrm>
              <a:off x="1599444" y="1983621"/>
              <a:ext cx="149" cy="204"/>
            </a:xfrm>
            <a:custGeom>
              <a:avLst/>
              <a:gdLst/>
              <a:ahLst/>
              <a:cxnLst/>
              <a:rect l="l" t="t" r="r" b="b"/>
              <a:pathLst>
                <a:path w="11" h="15" extrusionOk="0">
                  <a:moveTo>
                    <a:pt x="0" y="15"/>
                  </a:moveTo>
                  <a:lnTo>
                    <a:pt x="11" y="1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20" name="Google Shape;6278;p80">
              <a:extLst>
                <a:ext uri="{FF2B5EF4-FFF2-40B4-BE49-F238E27FC236}">
                  <a16:creationId xmlns:a16="http://schemas.microsoft.com/office/drawing/2014/main" id="{BF7B8990-C5FE-20D3-87A5-8690BC07B49D}"/>
                </a:ext>
              </a:extLst>
            </p:cNvPr>
            <p:cNvSpPr/>
            <p:nvPr/>
          </p:nvSpPr>
          <p:spPr>
            <a:xfrm>
              <a:off x="1591365" y="2001489"/>
              <a:ext cx="244" cy="299"/>
            </a:xfrm>
            <a:custGeom>
              <a:avLst/>
              <a:gdLst/>
              <a:ahLst/>
              <a:cxnLst/>
              <a:rect l="l" t="t" r="r" b="b"/>
              <a:pathLst>
                <a:path w="18" h="22" extrusionOk="0">
                  <a:moveTo>
                    <a:pt x="18" y="22"/>
                  </a:moveTo>
                  <a:lnTo>
                    <a:pt x="0" y="1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21" name="Google Shape;6279;p80">
              <a:extLst>
                <a:ext uri="{FF2B5EF4-FFF2-40B4-BE49-F238E27FC236}">
                  <a16:creationId xmlns:a16="http://schemas.microsoft.com/office/drawing/2014/main" id="{6EE04CF4-725D-86F8-7FB6-F53E6AF5CAC8}"/>
                </a:ext>
              </a:extLst>
            </p:cNvPr>
            <p:cNvSpPr/>
            <p:nvPr/>
          </p:nvSpPr>
          <p:spPr>
            <a:xfrm>
              <a:off x="1594067" y="2004869"/>
              <a:ext cx="258" cy="394"/>
            </a:xfrm>
            <a:custGeom>
              <a:avLst/>
              <a:gdLst/>
              <a:ahLst/>
              <a:cxnLst/>
              <a:rect l="l" t="t" r="r" b="b"/>
              <a:pathLst>
                <a:path w="19" h="29" extrusionOk="0">
                  <a:moveTo>
                    <a:pt x="18" y="29"/>
                  </a:moveTo>
                  <a:lnTo>
                    <a:pt x="1" y="1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22" name="Google Shape;6280;p80">
              <a:extLst>
                <a:ext uri="{FF2B5EF4-FFF2-40B4-BE49-F238E27FC236}">
                  <a16:creationId xmlns:a16="http://schemas.microsoft.com/office/drawing/2014/main" id="{778515E1-FA3D-89DF-3241-1C4FB4A056F0}"/>
                </a:ext>
              </a:extLst>
            </p:cNvPr>
            <p:cNvSpPr/>
            <p:nvPr/>
          </p:nvSpPr>
          <p:spPr>
            <a:xfrm>
              <a:off x="1599064" y="1984055"/>
              <a:ext cx="149" cy="204"/>
            </a:xfrm>
            <a:custGeom>
              <a:avLst/>
              <a:gdLst/>
              <a:ahLst/>
              <a:cxnLst/>
              <a:rect l="l" t="t" r="r" b="b"/>
              <a:pathLst>
                <a:path w="11" h="15" extrusionOk="0">
                  <a:moveTo>
                    <a:pt x="0" y="14"/>
                  </a:moveTo>
                  <a:lnTo>
                    <a:pt x="11" y="0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23" name="Google Shape;6281;p80">
              <a:extLst>
                <a:ext uri="{FF2B5EF4-FFF2-40B4-BE49-F238E27FC236}">
                  <a16:creationId xmlns:a16="http://schemas.microsoft.com/office/drawing/2014/main" id="{748546A6-9E42-E9F5-3A00-616670AC3630}"/>
                </a:ext>
              </a:extLst>
            </p:cNvPr>
            <p:cNvSpPr/>
            <p:nvPr/>
          </p:nvSpPr>
          <p:spPr>
            <a:xfrm>
              <a:off x="1599824" y="1983105"/>
              <a:ext cx="149" cy="204"/>
            </a:xfrm>
            <a:custGeom>
              <a:avLst/>
              <a:gdLst/>
              <a:ahLst/>
              <a:cxnLst/>
              <a:rect l="l" t="t" r="r" b="b"/>
              <a:pathLst>
                <a:path w="11" h="15" extrusionOk="0">
                  <a:moveTo>
                    <a:pt x="0" y="14"/>
                  </a:moveTo>
                  <a:lnTo>
                    <a:pt x="11" y="0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24" name="Google Shape;6282;p80">
              <a:extLst>
                <a:ext uri="{FF2B5EF4-FFF2-40B4-BE49-F238E27FC236}">
                  <a16:creationId xmlns:a16="http://schemas.microsoft.com/office/drawing/2014/main" id="{711EE50A-6C82-0535-2327-F8A52A832038}"/>
                </a:ext>
              </a:extLst>
            </p:cNvPr>
            <p:cNvSpPr/>
            <p:nvPr/>
          </p:nvSpPr>
          <p:spPr>
            <a:xfrm>
              <a:off x="1593266" y="2003824"/>
              <a:ext cx="299" cy="394"/>
            </a:xfrm>
            <a:custGeom>
              <a:avLst/>
              <a:gdLst/>
              <a:ahLst/>
              <a:cxnLst/>
              <a:rect l="l" t="t" r="r" b="b"/>
              <a:pathLst>
                <a:path w="22" h="29" extrusionOk="0">
                  <a:moveTo>
                    <a:pt x="21" y="29"/>
                  </a:moveTo>
                  <a:lnTo>
                    <a:pt x="0" y="1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25" name="Google Shape;6283;p80">
              <a:extLst>
                <a:ext uri="{FF2B5EF4-FFF2-40B4-BE49-F238E27FC236}">
                  <a16:creationId xmlns:a16="http://schemas.microsoft.com/office/drawing/2014/main" id="{A48C622B-8852-D94D-1061-98A58B2F7068}"/>
                </a:ext>
              </a:extLst>
            </p:cNvPr>
            <p:cNvSpPr/>
            <p:nvPr/>
          </p:nvSpPr>
          <p:spPr>
            <a:xfrm>
              <a:off x="1591936" y="2002154"/>
              <a:ext cx="244" cy="299"/>
            </a:xfrm>
            <a:custGeom>
              <a:avLst/>
              <a:gdLst/>
              <a:ahLst/>
              <a:cxnLst/>
              <a:rect l="l" t="t" r="r" b="b"/>
              <a:pathLst>
                <a:path w="18" h="22" extrusionOk="0">
                  <a:moveTo>
                    <a:pt x="18" y="22"/>
                  </a:moveTo>
                  <a:lnTo>
                    <a:pt x="0" y="1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26" name="Google Shape;6284;p80">
              <a:extLst>
                <a:ext uri="{FF2B5EF4-FFF2-40B4-BE49-F238E27FC236}">
                  <a16:creationId xmlns:a16="http://schemas.microsoft.com/office/drawing/2014/main" id="{39CD95F3-8F21-5D33-7C43-010D7A185EE1}"/>
                </a:ext>
              </a:extLst>
            </p:cNvPr>
            <p:cNvSpPr/>
            <p:nvPr/>
          </p:nvSpPr>
          <p:spPr>
            <a:xfrm>
              <a:off x="1590890" y="2000973"/>
              <a:ext cx="204" cy="204"/>
            </a:xfrm>
            <a:custGeom>
              <a:avLst/>
              <a:gdLst/>
              <a:ahLst/>
              <a:cxnLst/>
              <a:rect l="l" t="t" r="r" b="b"/>
              <a:pathLst>
                <a:path w="15" h="15" extrusionOk="0">
                  <a:moveTo>
                    <a:pt x="14" y="14"/>
                  </a:moveTo>
                  <a:lnTo>
                    <a:pt x="0" y="0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27" name="Google Shape;6285;p80">
              <a:extLst>
                <a:ext uri="{FF2B5EF4-FFF2-40B4-BE49-F238E27FC236}">
                  <a16:creationId xmlns:a16="http://schemas.microsoft.com/office/drawing/2014/main" id="{0338D78C-55B4-3E01-F326-676DDA37E635}"/>
                </a:ext>
              </a:extLst>
            </p:cNvPr>
            <p:cNvSpPr/>
            <p:nvPr/>
          </p:nvSpPr>
          <p:spPr>
            <a:xfrm>
              <a:off x="1598344" y="1984815"/>
              <a:ext cx="109" cy="109"/>
            </a:xfrm>
            <a:custGeom>
              <a:avLst/>
              <a:gdLst/>
              <a:ahLst/>
              <a:cxnLst/>
              <a:rect l="l" t="t" r="r" b="b"/>
              <a:pathLst>
                <a:path w="8" h="8" extrusionOk="0">
                  <a:moveTo>
                    <a:pt x="1" y="7"/>
                  </a:moveTo>
                  <a:lnTo>
                    <a:pt x="8" y="0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28" name="Google Shape;6286;p80">
              <a:extLst>
                <a:ext uri="{FF2B5EF4-FFF2-40B4-BE49-F238E27FC236}">
                  <a16:creationId xmlns:a16="http://schemas.microsoft.com/office/drawing/2014/main" id="{4DCB8C7A-57FB-4235-91E3-456D5D312E03}"/>
                </a:ext>
              </a:extLst>
            </p:cNvPr>
            <p:cNvSpPr/>
            <p:nvPr/>
          </p:nvSpPr>
          <p:spPr>
            <a:xfrm>
              <a:off x="1592547" y="2002914"/>
              <a:ext cx="299" cy="394"/>
            </a:xfrm>
            <a:custGeom>
              <a:avLst/>
              <a:gdLst/>
              <a:ahLst/>
              <a:cxnLst/>
              <a:rect l="l" t="t" r="r" b="b"/>
              <a:pathLst>
                <a:path w="22" h="29" extrusionOk="0">
                  <a:moveTo>
                    <a:pt x="22" y="29"/>
                  </a:moveTo>
                  <a:lnTo>
                    <a:pt x="1" y="1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29" name="Google Shape;6287;p80">
              <a:extLst>
                <a:ext uri="{FF2B5EF4-FFF2-40B4-BE49-F238E27FC236}">
                  <a16:creationId xmlns:a16="http://schemas.microsoft.com/office/drawing/2014/main" id="{B9E0C1F7-5D65-043E-AD14-D6998D881791}"/>
                </a:ext>
              </a:extLst>
            </p:cNvPr>
            <p:cNvSpPr/>
            <p:nvPr/>
          </p:nvSpPr>
          <p:spPr>
            <a:xfrm>
              <a:off x="1595303" y="1987287"/>
              <a:ext cx="353" cy="584"/>
            </a:xfrm>
            <a:custGeom>
              <a:avLst/>
              <a:gdLst/>
              <a:ahLst/>
              <a:cxnLst/>
              <a:rect l="l" t="t" r="r" b="b"/>
              <a:pathLst>
                <a:path w="26" h="43" extrusionOk="0">
                  <a:moveTo>
                    <a:pt x="1" y="42"/>
                  </a:moveTo>
                  <a:cubicBezTo>
                    <a:pt x="8" y="28"/>
                    <a:pt x="15" y="11"/>
                    <a:pt x="25" y="0"/>
                  </a:cubicBezTo>
                  <a:cubicBezTo>
                    <a:pt x="15" y="11"/>
                    <a:pt x="8" y="28"/>
                    <a:pt x="1" y="42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30" name="Google Shape;6288;p80">
              <a:extLst>
                <a:ext uri="{FF2B5EF4-FFF2-40B4-BE49-F238E27FC236}">
                  <a16:creationId xmlns:a16="http://schemas.microsoft.com/office/drawing/2014/main" id="{474C529C-4284-145A-A3BE-B381A5B49578}"/>
                </a:ext>
              </a:extLst>
            </p:cNvPr>
            <p:cNvSpPr/>
            <p:nvPr/>
          </p:nvSpPr>
          <p:spPr>
            <a:xfrm>
              <a:off x="1600245" y="1982534"/>
              <a:ext cx="109" cy="204"/>
            </a:xfrm>
            <a:custGeom>
              <a:avLst/>
              <a:gdLst/>
              <a:ahLst/>
              <a:cxnLst/>
              <a:rect l="l" t="t" r="r" b="b"/>
              <a:pathLst>
                <a:path w="8" h="15" extrusionOk="0">
                  <a:moveTo>
                    <a:pt x="1" y="14"/>
                  </a:moveTo>
                  <a:lnTo>
                    <a:pt x="8" y="0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31" name="Google Shape;6289;p80">
              <a:extLst>
                <a:ext uri="{FF2B5EF4-FFF2-40B4-BE49-F238E27FC236}">
                  <a16:creationId xmlns:a16="http://schemas.microsoft.com/office/drawing/2014/main" id="{8284E349-9551-6B0C-A22B-0658DA582A2C}"/>
                </a:ext>
              </a:extLst>
            </p:cNvPr>
            <p:cNvSpPr/>
            <p:nvPr/>
          </p:nvSpPr>
          <p:spPr>
            <a:xfrm>
              <a:off x="1598684" y="1984476"/>
              <a:ext cx="149" cy="163"/>
            </a:xfrm>
            <a:custGeom>
              <a:avLst/>
              <a:gdLst/>
              <a:ahLst/>
              <a:cxnLst/>
              <a:rect l="l" t="t" r="r" b="b"/>
              <a:pathLst>
                <a:path w="11" h="12" extrusionOk="0">
                  <a:moveTo>
                    <a:pt x="11" y="1"/>
                  </a:moveTo>
                  <a:lnTo>
                    <a:pt x="0" y="11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32" name="Google Shape;6290;p80">
              <a:extLst>
                <a:ext uri="{FF2B5EF4-FFF2-40B4-BE49-F238E27FC236}">
                  <a16:creationId xmlns:a16="http://schemas.microsoft.com/office/drawing/2014/main" id="{06978D06-A8ED-FD2A-879D-ED9627D9E474}"/>
                </a:ext>
              </a:extLst>
            </p:cNvPr>
            <p:cNvSpPr/>
            <p:nvPr/>
          </p:nvSpPr>
          <p:spPr>
            <a:xfrm>
              <a:off x="1596498" y="1985101"/>
              <a:ext cx="1534" cy="1195"/>
            </a:xfrm>
            <a:custGeom>
              <a:avLst/>
              <a:gdLst/>
              <a:ahLst/>
              <a:cxnLst/>
              <a:rect l="l" t="t" r="r" b="b"/>
              <a:pathLst>
                <a:path w="113" h="88" extrusionOk="0">
                  <a:moveTo>
                    <a:pt x="112" y="0"/>
                  </a:moveTo>
                  <a:lnTo>
                    <a:pt x="112" y="0"/>
                  </a:lnTo>
                  <a:cubicBezTo>
                    <a:pt x="74" y="25"/>
                    <a:pt x="35" y="56"/>
                    <a:pt x="0" y="88"/>
                  </a:cubicBezTo>
                  <a:cubicBezTo>
                    <a:pt x="35" y="56"/>
                    <a:pt x="74" y="25"/>
                    <a:pt x="112" y="0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33" name="Google Shape;6291;p80">
              <a:extLst>
                <a:ext uri="{FF2B5EF4-FFF2-40B4-BE49-F238E27FC236}">
                  <a16:creationId xmlns:a16="http://schemas.microsoft.com/office/drawing/2014/main" id="{95BBCC7F-7B9F-5961-454A-664C4569BDCA}"/>
                </a:ext>
              </a:extLst>
            </p:cNvPr>
            <p:cNvSpPr/>
            <p:nvPr/>
          </p:nvSpPr>
          <p:spPr>
            <a:xfrm>
              <a:off x="1590456" y="2000538"/>
              <a:ext cx="163" cy="109"/>
            </a:xfrm>
            <a:custGeom>
              <a:avLst/>
              <a:gdLst/>
              <a:ahLst/>
              <a:cxnLst/>
              <a:rect l="l" t="t" r="r" b="b"/>
              <a:pathLst>
                <a:path w="12" h="8" extrusionOk="0">
                  <a:moveTo>
                    <a:pt x="1" y="1"/>
                  </a:moveTo>
                  <a:lnTo>
                    <a:pt x="11" y="8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34" name="Google Shape;6292;p80">
              <a:extLst>
                <a:ext uri="{FF2B5EF4-FFF2-40B4-BE49-F238E27FC236}">
                  <a16:creationId xmlns:a16="http://schemas.microsoft.com/office/drawing/2014/main" id="{95BF4671-C501-2E15-BC78-9BFBD883B3B2}"/>
                </a:ext>
              </a:extLst>
            </p:cNvPr>
            <p:cNvSpPr/>
            <p:nvPr/>
          </p:nvSpPr>
          <p:spPr>
            <a:xfrm>
              <a:off x="1619783" y="1999968"/>
              <a:ext cx="109" cy="353"/>
            </a:xfrm>
            <a:custGeom>
              <a:avLst/>
              <a:gdLst/>
              <a:ahLst/>
              <a:cxnLst/>
              <a:rect l="l" t="t" r="r" b="b"/>
              <a:pathLst>
                <a:path w="8" h="26" extrusionOk="0">
                  <a:moveTo>
                    <a:pt x="8" y="1"/>
                  </a:moveTo>
                  <a:lnTo>
                    <a:pt x="1" y="25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35" name="Google Shape;6293;p80">
              <a:extLst>
                <a:ext uri="{FF2B5EF4-FFF2-40B4-BE49-F238E27FC236}">
                  <a16:creationId xmlns:a16="http://schemas.microsoft.com/office/drawing/2014/main" id="{29C342FD-5401-5BBF-AD59-10D14C11BE39}"/>
                </a:ext>
              </a:extLst>
            </p:cNvPr>
            <p:cNvSpPr/>
            <p:nvPr/>
          </p:nvSpPr>
          <p:spPr>
            <a:xfrm>
              <a:off x="1619213" y="2003783"/>
              <a:ext cx="68" cy="190"/>
            </a:xfrm>
            <a:custGeom>
              <a:avLst/>
              <a:gdLst/>
              <a:ahLst/>
              <a:cxnLst/>
              <a:rect l="l" t="t" r="r" b="b"/>
              <a:pathLst>
                <a:path w="5" h="14" extrusionOk="0">
                  <a:moveTo>
                    <a:pt x="1" y="0"/>
                  </a:moveTo>
                  <a:cubicBezTo>
                    <a:pt x="1" y="4"/>
                    <a:pt x="1" y="11"/>
                    <a:pt x="4" y="14"/>
                  </a:cubicBezTo>
                  <a:cubicBezTo>
                    <a:pt x="4" y="11"/>
                    <a:pt x="1" y="4"/>
                    <a:pt x="1" y="0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36" name="Google Shape;6294;p80">
              <a:extLst>
                <a:ext uri="{FF2B5EF4-FFF2-40B4-BE49-F238E27FC236}">
                  <a16:creationId xmlns:a16="http://schemas.microsoft.com/office/drawing/2014/main" id="{644555E2-AF1A-CF69-CCC1-E26969D767CC}"/>
                </a:ext>
              </a:extLst>
            </p:cNvPr>
            <p:cNvSpPr/>
            <p:nvPr/>
          </p:nvSpPr>
          <p:spPr>
            <a:xfrm>
              <a:off x="1619267" y="2001964"/>
              <a:ext cx="54" cy="299"/>
            </a:xfrm>
            <a:custGeom>
              <a:avLst/>
              <a:gdLst/>
              <a:ahLst/>
              <a:cxnLst/>
              <a:rect l="l" t="t" r="r" b="b"/>
              <a:pathLst>
                <a:path w="4" h="22" extrusionOk="0">
                  <a:moveTo>
                    <a:pt x="4" y="1"/>
                  </a:moveTo>
                  <a:cubicBezTo>
                    <a:pt x="0" y="11"/>
                    <a:pt x="0" y="18"/>
                    <a:pt x="0" y="22"/>
                  </a:cubicBezTo>
                  <a:cubicBezTo>
                    <a:pt x="0" y="18"/>
                    <a:pt x="4" y="8"/>
                    <a:pt x="4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37" name="Google Shape;6295;p80">
              <a:extLst>
                <a:ext uri="{FF2B5EF4-FFF2-40B4-BE49-F238E27FC236}">
                  <a16:creationId xmlns:a16="http://schemas.microsoft.com/office/drawing/2014/main" id="{29467BF4-DF9A-01BE-5398-A5EED3FB78A8}"/>
                </a:ext>
              </a:extLst>
            </p:cNvPr>
            <p:cNvSpPr/>
            <p:nvPr/>
          </p:nvSpPr>
          <p:spPr>
            <a:xfrm>
              <a:off x="1619362" y="2001353"/>
              <a:ext cx="109" cy="299"/>
            </a:xfrm>
            <a:custGeom>
              <a:avLst/>
              <a:gdLst/>
              <a:ahLst/>
              <a:cxnLst/>
              <a:rect l="l" t="t" r="r" b="b"/>
              <a:pathLst>
                <a:path w="8" h="22" extrusionOk="0">
                  <a:moveTo>
                    <a:pt x="7" y="0"/>
                  </a:moveTo>
                  <a:lnTo>
                    <a:pt x="0" y="21"/>
                  </a:lnTo>
                  <a:cubicBezTo>
                    <a:pt x="4" y="14"/>
                    <a:pt x="7" y="7"/>
                    <a:pt x="7" y="0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38" name="Google Shape;6296;p80">
              <a:extLst>
                <a:ext uri="{FF2B5EF4-FFF2-40B4-BE49-F238E27FC236}">
                  <a16:creationId xmlns:a16="http://schemas.microsoft.com/office/drawing/2014/main" id="{D6718A3C-969C-F498-DE62-9E4B9CDB8BC5}"/>
                </a:ext>
              </a:extLst>
            </p:cNvPr>
            <p:cNvSpPr/>
            <p:nvPr/>
          </p:nvSpPr>
          <p:spPr>
            <a:xfrm>
              <a:off x="1619552" y="2000688"/>
              <a:ext cx="109" cy="299"/>
            </a:xfrm>
            <a:custGeom>
              <a:avLst/>
              <a:gdLst/>
              <a:ahLst/>
              <a:cxnLst/>
              <a:rect l="l" t="t" r="r" b="b"/>
              <a:pathLst>
                <a:path w="8" h="22" extrusionOk="0">
                  <a:moveTo>
                    <a:pt x="7" y="0"/>
                  </a:moveTo>
                  <a:lnTo>
                    <a:pt x="0" y="21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39" name="Google Shape;6297;p80">
              <a:extLst>
                <a:ext uri="{FF2B5EF4-FFF2-40B4-BE49-F238E27FC236}">
                  <a16:creationId xmlns:a16="http://schemas.microsoft.com/office/drawing/2014/main" id="{6EF4C53D-923C-E420-70DA-A7AD82290DCB}"/>
                </a:ext>
              </a:extLst>
            </p:cNvPr>
            <p:cNvSpPr/>
            <p:nvPr/>
          </p:nvSpPr>
          <p:spPr>
            <a:xfrm>
              <a:off x="1619172" y="2003199"/>
              <a:ext cx="14" cy="258"/>
            </a:xfrm>
            <a:custGeom>
              <a:avLst/>
              <a:gdLst/>
              <a:ahLst/>
              <a:cxnLst/>
              <a:rect l="l" t="t" r="r" b="b"/>
              <a:pathLst>
                <a:path w="1" h="19" extrusionOk="0">
                  <a:moveTo>
                    <a:pt x="0" y="18"/>
                  </a:moveTo>
                  <a:lnTo>
                    <a:pt x="0" y="1"/>
                  </a:lnTo>
                  <a:cubicBezTo>
                    <a:pt x="0" y="8"/>
                    <a:pt x="0" y="11"/>
                    <a:pt x="0" y="18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40" name="Google Shape;6298;p80">
              <a:extLst>
                <a:ext uri="{FF2B5EF4-FFF2-40B4-BE49-F238E27FC236}">
                  <a16:creationId xmlns:a16="http://schemas.microsoft.com/office/drawing/2014/main" id="{AC3381AB-B772-4723-A4FD-65C06945C00C}"/>
                </a:ext>
              </a:extLst>
            </p:cNvPr>
            <p:cNvSpPr/>
            <p:nvPr/>
          </p:nvSpPr>
          <p:spPr>
            <a:xfrm>
              <a:off x="1620598" y="2025073"/>
              <a:ext cx="394" cy="774"/>
            </a:xfrm>
            <a:custGeom>
              <a:avLst/>
              <a:gdLst/>
              <a:ahLst/>
              <a:cxnLst/>
              <a:rect l="l" t="t" r="r" b="b"/>
              <a:pathLst>
                <a:path w="29" h="57" extrusionOk="0">
                  <a:moveTo>
                    <a:pt x="0" y="0"/>
                  </a:moveTo>
                  <a:lnTo>
                    <a:pt x="28" y="56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41" name="Google Shape;6299;p80">
              <a:extLst>
                <a:ext uri="{FF2B5EF4-FFF2-40B4-BE49-F238E27FC236}">
                  <a16:creationId xmlns:a16="http://schemas.microsoft.com/office/drawing/2014/main" id="{459A4664-EE78-ED6E-DC66-F961A9A69626}"/>
                </a:ext>
              </a:extLst>
            </p:cNvPr>
            <p:cNvSpPr/>
            <p:nvPr/>
          </p:nvSpPr>
          <p:spPr>
            <a:xfrm>
              <a:off x="1619118" y="2022031"/>
              <a:ext cx="258" cy="530"/>
            </a:xfrm>
            <a:custGeom>
              <a:avLst/>
              <a:gdLst/>
              <a:ahLst/>
              <a:cxnLst/>
              <a:rect l="l" t="t" r="r" b="b"/>
              <a:pathLst>
                <a:path w="19" h="39" extrusionOk="0">
                  <a:moveTo>
                    <a:pt x="1" y="0"/>
                  </a:moveTo>
                  <a:cubicBezTo>
                    <a:pt x="8" y="11"/>
                    <a:pt x="11" y="25"/>
                    <a:pt x="18" y="39"/>
                  </a:cubicBezTo>
                  <a:cubicBezTo>
                    <a:pt x="11" y="25"/>
                    <a:pt x="8" y="11"/>
                    <a:pt x="1" y="0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42" name="Google Shape;6300;p80">
              <a:extLst>
                <a:ext uri="{FF2B5EF4-FFF2-40B4-BE49-F238E27FC236}">
                  <a16:creationId xmlns:a16="http://schemas.microsoft.com/office/drawing/2014/main" id="{1FBE2602-6BA6-669D-9E77-9F690219A84E}"/>
                </a:ext>
              </a:extLst>
            </p:cNvPr>
            <p:cNvSpPr/>
            <p:nvPr/>
          </p:nvSpPr>
          <p:spPr>
            <a:xfrm>
              <a:off x="1622118" y="2027924"/>
              <a:ext cx="339" cy="584"/>
            </a:xfrm>
            <a:custGeom>
              <a:avLst/>
              <a:gdLst/>
              <a:ahLst/>
              <a:cxnLst/>
              <a:rect l="l" t="t" r="r" b="b"/>
              <a:pathLst>
                <a:path w="25" h="43" extrusionOk="0">
                  <a:moveTo>
                    <a:pt x="0" y="0"/>
                  </a:moveTo>
                  <a:lnTo>
                    <a:pt x="25" y="42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43" name="Google Shape;6301;p80">
              <a:extLst>
                <a:ext uri="{FF2B5EF4-FFF2-40B4-BE49-F238E27FC236}">
                  <a16:creationId xmlns:a16="http://schemas.microsoft.com/office/drawing/2014/main" id="{7D0FC5F5-7166-856F-4428-900010A4033A}"/>
                </a:ext>
              </a:extLst>
            </p:cNvPr>
            <p:cNvSpPr/>
            <p:nvPr/>
          </p:nvSpPr>
          <p:spPr>
            <a:xfrm>
              <a:off x="1619172" y="2002588"/>
              <a:ext cx="54" cy="299"/>
            </a:xfrm>
            <a:custGeom>
              <a:avLst/>
              <a:gdLst/>
              <a:ahLst/>
              <a:cxnLst/>
              <a:rect l="l" t="t" r="r" b="b"/>
              <a:pathLst>
                <a:path w="4" h="22" extrusionOk="0">
                  <a:moveTo>
                    <a:pt x="4" y="0"/>
                  </a:moveTo>
                  <a:cubicBezTo>
                    <a:pt x="0" y="7"/>
                    <a:pt x="0" y="14"/>
                    <a:pt x="4" y="21"/>
                  </a:cubicBezTo>
                  <a:lnTo>
                    <a:pt x="4" y="0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44" name="Google Shape;6302;p80">
              <a:extLst>
                <a:ext uri="{FF2B5EF4-FFF2-40B4-BE49-F238E27FC236}">
                  <a16:creationId xmlns:a16="http://schemas.microsoft.com/office/drawing/2014/main" id="{B0A826C8-EAE4-9323-8913-1CF560423A36}"/>
                </a:ext>
              </a:extLst>
            </p:cNvPr>
            <p:cNvSpPr/>
            <p:nvPr/>
          </p:nvSpPr>
          <p:spPr>
            <a:xfrm>
              <a:off x="1619742" y="2023403"/>
              <a:ext cx="299" cy="584"/>
            </a:xfrm>
            <a:custGeom>
              <a:avLst/>
              <a:gdLst/>
              <a:ahLst/>
              <a:cxnLst/>
              <a:rect l="l" t="t" r="r" b="b"/>
              <a:pathLst>
                <a:path w="22" h="43" extrusionOk="0">
                  <a:moveTo>
                    <a:pt x="0" y="1"/>
                  </a:moveTo>
                  <a:lnTo>
                    <a:pt x="21" y="43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45" name="Google Shape;6303;p80">
              <a:extLst>
                <a:ext uri="{FF2B5EF4-FFF2-40B4-BE49-F238E27FC236}">
                  <a16:creationId xmlns:a16="http://schemas.microsoft.com/office/drawing/2014/main" id="{C1ECF9E7-89BE-CCC4-FAAA-A4813686EF45}"/>
                </a:ext>
              </a:extLst>
            </p:cNvPr>
            <p:cNvSpPr/>
            <p:nvPr/>
          </p:nvSpPr>
          <p:spPr>
            <a:xfrm>
              <a:off x="1621548" y="2026879"/>
              <a:ext cx="434" cy="815"/>
            </a:xfrm>
            <a:custGeom>
              <a:avLst/>
              <a:gdLst/>
              <a:ahLst/>
              <a:cxnLst/>
              <a:rect l="l" t="t" r="r" b="b"/>
              <a:pathLst>
                <a:path w="32" h="60" extrusionOk="0">
                  <a:moveTo>
                    <a:pt x="0" y="0"/>
                  </a:moveTo>
                  <a:lnTo>
                    <a:pt x="32" y="60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46" name="Google Shape;6304;p80">
              <a:extLst>
                <a:ext uri="{FF2B5EF4-FFF2-40B4-BE49-F238E27FC236}">
                  <a16:creationId xmlns:a16="http://schemas.microsoft.com/office/drawing/2014/main" id="{6A6882E0-A7C2-E0C6-6C78-68AEDD0ABD95}"/>
                </a:ext>
              </a:extLst>
            </p:cNvPr>
            <p:cNvSpPr/>
            <p:nvPr/>
          </p:nvSpPr>
          <p:spPr>
            <a:xfrm>
              <a:off x="1621073" y="2025928"/>
              <a:ext cx="394" cy="774"/>
            </a:xfrm>
            <a:custGeom>
              <a:avLst/>
              <a:gdLst/>
              <a:ahLst/>
              <a:cxnLst/>
              <a:rect l="l" t="t" r="r" b="b"/>
              <a:pathLst>
                <a:path w="29" h="57" extrusionOk="0">
                  <a:moveTo>
                    <a:pt x="0" y="0"/>
                  </a:moveTo>
                  <a:lnTo>
                    <a:pt x="28" y="56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47" name="Google Shape;6305;p80">
              <a:extLst>
                <a:ext uri="{FF2B5EF4-FFF2-40B4-BE49-F238E27FC236}">
                  <a16:creationId xmlns:a16="http://schemas.microsoft.com/office/drawing/2014/main" id="{513383EF-2A5A-FEFD-6A50-40B7F9C648EB}"/>
                </a:ext>
              </a:extLst>
            </p:cNvPr>
            <p:cNvSpPr/>
            <p:nvPr/>
          </p:nvSpPr>
          <p:spPr>
            <a:xfrm>
              <a:off x="1620123" y="2024122"/>
              <a:ext cx="394" cy="774"/>
            </a:xfrm>
            <a:custGeom>
              <a:avLst/>
              <a:gdLst/>
              <a:ahLst/>
              <a:cxnLst/>
              <a:rect l="l" t="t" r="r" b="b"/>
              <a:pathLst>
                <a:path w="29" h="57" extrusionOk="0">
                  <a:moveTo>
                    <a:pt x="0" y="0"/>
                  </a:moveTo>
                  <a:lnTo>
                    <a:pt x="28" y="56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48" name="Google Shape;6306;p80">
              <a:extLst>
                <a:ext uri="{FF2B5EF4-FFF2-40B4-BE49-F238E27FC236}">
                  <a16:creationId xmlns:a16="http://schemas.microsoft.com/office/drawing/2014/main" id="{AA899146-A119-E56A-AAF9-0C9F80A05B49}"/>
                </a:ext>
              </a:extLst>
            </p:cNvPr>
            <p:cNvSpPr/>
            <p:nvPr/>
          </p:nvSpPr>
          <p:spPr>
            <a:xfrm>
              <a:off x="1619403" y="2022642"/>
              <a:ext cx="299" cy="638"/>
            </a:xfrm>
            <a:custGeom>
              <a:avLst/>
              <a:gdLst/>
              <a:ahLst/>
              <a:cxnLst/>
              <a:rect l="l" t="t" r="r" b="b"/>
              <a:pathLst>
                <a:path w="22" h="47" extrusionOk="0">
                  <a:moveTo>
                    <a:pt x="1" y="1"/>
                  </a:moveTo>
                  <a:cubicBezTo>
                    <a:pt x="8" y="15"/>
                    <a:pt x="15" y="32"/>
                    <a:pt x="22" y="46"/>
                  </a:cubicBezTo>
                  <a:cubicBezTo>
                    <a:pt x="15" y="32"/>
                    <a:pt x="8" y="15"/>
                    <a:pt x="1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49" name="Google Shape;6307;p80">
              <a:extLst>
                <a:ext uri="{FF2B5EF4-FFF2-40B4-BE49-F238E27FC236}">
                  <a16:creationId xmlns:a16="http://schemas.microsoft.com/office/drawing/2014/main" id="{C0A39DD8-9CBD-C8EC-8974-93B0719DEA97}"/>
                </a:ext>
              </a:extLst>
            </p:cNvPr>
            <p:cNvSpPr/>
            <p:nvPr/>
          </p:nvSpPr>
          <p:spPr>
            <a:xfrm>
              <a:off x="1619457" y="2004449"/>
              <a:ext cx="14" cy="54"/>
            </a:xfrm>
            <a:custGeom>
              <a:avLst/>
              <a:gdLst/>
              <a:ahLst/>
              <a:cxnLst/>
              <a:rect l="l" t="t" r="r" b="b"/>
              <a:pathLst>
                <a:path w="1" h="4" extrusionOk="0">
                  <a:moveTo>
                    <a:pt x="0" y="4"/>
                  </a:moveTo>
                  <a:lnTo>
                    <a:pt x="0" y="0"/>
                  </a:lnTo>
                  <a:lnTo>
                    <a:pt x="0" y="4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50" name="Google Shape;6308;p80">
              <a:extLst>
                <a:ext uri="{FF2B5EF4-FFF2-40B4-BE49-F238E27FC236}">
                  <a16:creationId xmlns:a16="http://schemas.microsoft.com/office/drawing/2014/main" id="{18A1D1C6-7719-6BD8-49AB-9315982DA15D}"/>
                </a:ext>
              </a:extLst>
            </p:cNvPr>
            <p:cNvSpPr/>
            <p:nvPr/>
          </p:nvSpPr>
          <p:spPr>
            <a:xfrm>
              <a:off x="1641466" y="2001964"/>
              <a:ext cx="20488" cy="25689"/>
            </a:xfrm>
            <a:custGeom>
              <a:avLst/>
              <a:gdLst/>
              <a:ahLst/>
              <a:cxnLst/>
              <a:rect l="l" t="t" r="r" b="b"/>
              <a:pathLst>
                <a:path w="1509" h="1892" extrusionOk="0">
                  <a:moveTo>
                    <a:pt x="256" y="1"/>
                  </a:moveTo>
                  <a:lnTo>
                    <a:pt x="256" y="8"/>
                  </a:lnTo>
                  <a:lnTo>
                    <a:pt x="249" y="25"/>
                  </a:lnTo>
                  <a:lnTo>
                    <a:pt x="242" y="43"/>
                  </a:lnTo>
                  <a:lnTo>
                    <a:pt x="238" y="57"/>
                  </a:lnTo>
                  <a:lnTo>
                    <a:pt x="231" y="78"/>
                  </a:lnTo>
                  <a:lnTo>
                    <a:pt x="228" y="88"/>
                  </a:lnTo>
                  <a:lnTo>
                    <a:pt x="221" y="106"/>
                  </a:lnTo>
                  <a:lnTo>
                    <a:pt x="221" y="113"/>
                  </a:lnTo>
                  <a:lnTo>
                    <a:pt x="214" y="130"/>
                  </a:lnTo>
                  <a:lnTo>
                    <a:pt x="214" y="138"/>
                  </a:lnTo>
                  <a:cubicBezTo>
                    <a:pt x="207" y="152"/>
                    <a:pt x="203" y="162"/>
                    <a:pt x="196" y="173"/>
                  </a:cubicBezTo>
                  <a:lnTo>
                    <a:pt x="196" y="176"/>
                  </a:lnTo>
                  <a:lnTo>
                    <a:pt x="193" y="190"/>
                  </a:lnTo>
                  <a:lnTo>
                    <a:pt x="193" y="194"/>
                  </a:lnTo>
                  <a:lnTo>
                    <a:pt x="186" y="201"/>
                  </a:lnTo>
                  <a:lnTo>
                    <a:pt x="186" y="204"/>
                  </a:lnTo>
                  <a:lnTo>
                    <a:pt x="182" y="211"/>
                  </a:lnTo>
                  <a:lnTo>
                    <a:pt x="182" y="215"/>
                  </a:lnTo>
                  <a:lnTo>
                    <a:pt x="179" y="222"/>
                  </a:lnTo>
                  <a:lnTo>
                    <a:pt x="179" y="225"/>
                  </a:lnTo>
                  <a:lnTo>
                    <a:pt x="175" y="229"/>
                  </a:lnTo>
                  <a:lnTo>
                    <a:pt x="175" y="232"/>
                  </a:lnTo>
                  <a:lnTo>
                    <a:pt x="172" y="236"/>
                  </a:lnTo>
                  <a:lnTo>
                    <a:pt x="168" y="239"/>
                  </a:lnTo>
                  <a:lnTo>
                    <a:pt x="165" y="243"/>
                  </a:lnTo>
                  <a:cubicBezTo>
                    <a:pt x="158" y="246"/>
                    <a:pt x="154" y="253"/>
                    <a:pt x="147" y="260"/>
                  </a:cubicBezTo>
                  <a:cubicBezTo>
                    <a:pt x="63" y="355"/>
                    <a:pt x="0" y="614"/>
                    <a:pt x="84" y="817"/>
                  </a:cubicBezTo>
                  <a:cubicBezTo>
                    <a:pt x="161" y="999"/>
                    <a:pt x="186" y="1286"/>
                    <a:pt x="172" y="1464"/>
                  </a:cubicBezTo>
                  <a:cubicBezTo>
                    <a:pt x="168" y="1492"/>
                    <a:pt x="165" y="1517"/>
                    <a:pt x="158" y="1545"/>
                  </a:cubicBezTo>
                  <a:cubicBezTo>
                    <a:pt x="154" y="1562"/>
                    <a:pt x="151" y="1580"/>
                    <a:pt x="144" y="1597"/>
                  </a:cubicBezTo>
                  <a:lnTo>
                    <a:pt x="137" y="1608"/>
                  </a:lnTo>
                  <a:lnTo>
                    <a:pt x="137" y="1611"/>
                  </a:lnTo>
                  <a:lnTo>
                    <a:pt x="133" y="1615"/>
                  </a:lnTo>
                  <a:lnTo>
                    <a:pt x="133" y="1618"/>
                  </a:lnTo>
                  <a:lnTo>
                    <a:pt x="130" y="1622"/>
                  </a:lnTo>
                  <a:lnTo>
                    <a:pt x="130" y="1625"/>
                  </a:lnTo>
                  <a:lnTo>
                    <a:pt x="126" y="1632"/>
                  </a:lnTo>
                  <a:lnTo>
                    <a:pt x="126" y="1636"/>
                  </a:lnTo>
                  <a:lnTo>
                    <a:pt x="123" y="1643"/>
                  </a:lnTo>
                  <a:lnTo>
                    <a:pt x="119" y="1650"/>
                  </a:lnTo>
                  <a:lnTo>
                    <a:pt x="112" y="1657"/>
                  </a:lnTo>
                  <a:lnTo>
                    <a:pt x="109" y="1664"/>
                  </a:lnTo>
                  <a:lnTo>
                    <a:pt x="105" y="1671"/>
                  </a:lnTo>
                  <a:lnTo>
                    <a:pt x="98" y="1685"/>
                  </a:lnTo>
                  <a:lnTo>
                    <a:pt x="95" y="1688"/>
                  </a:lnTo>
                  <a:lnTo>
                    <a:pt x="81" y="1709"/>
                  </a:lnTo>
                  <a:cubicBezTo>
                    <a:pt x="63" y="1737"/>
                    <a:pt x="42" y="1769"/>
                    <a:pt x="14" y="1814"/>
                  </a:cubicBezTo>
                  <a:cubicBezTo>
                    <a:pt x="14" y="1821"/>
                    <a:pt x="14" y="1832"/>
                    <a:pt x="18" y="1839"/>
                  </a:cubicBezTo>
                  <a:cubicBezTo>
                    <a:pt x="74" y="1875"/>
                    <a:pt x="137" y="1892"/>
                    <a:pt x="201" y="1892"/>
                  </a:cubicBezTo>
                  <a:cubicBezTo>
                    <a:pt x="225" y="1892"/>
                    <a:pt x="249" y="1889"/>
                    <a:pt x="273" y="1884"/>
                  </a:cubicBezTo>
                  <a:lnTo>
                    <a:pt x="280" y="1884"/>
                  </a:lnTo>
                  <a:lnTo>
                    <a:pt x="315" y="1874"/>
                  </a:lnTo>
                  <a:lnTo>
                    <a:pt x="329" y="1874"/>
                  </a:lnTo>
                  <a:cubicBezTo>
                    <a:pt x="343" y="1867"/>
                    <a:pt x="361" y="1863"/>
                    <a:pt x="375" y="1860"/>
                  </a:cubicBezTo>
                  <a:cubicBezTo>
                    <a:pt x="453" y="1835"/>
                    <a:pt x="535" y="1823"/>
                    <a:pt x="614" y="1823"/>
                  </a:cubicBezTo>
                  <a:cubicBezTo>
                    <a:pt x="634" y="1823"/>
                    <a:pt x="653" y="1824"/>
                    <a:pt x="672" y="1825"/>
                  </a:cubicBezTo>
                  <a:cubicBezTo>
                    <a:pt x="691" y="1825"/>
                    <a:pt x="707" y="1826"/>
                    <a:pt x="723" y="1826"/>
                  </a:cubicBezTo>
                  <a:cubicBezTo>
                    <a:pt x="817" y="1826"/>
                    <a:pt x="856" y="1807"/>
                    <a:pt x="907" y="1653"/>
                  </a:cubicBezTo>
                  <a:cubicBezTo>
                    <a:pt x="914" y="1636"/>
                    <a:pt x="921" y="1615"/>
                    <a:pt x="931" y="1594"/>
                  </a:cubicBezTo>
                  <a:cubicBezTo>
                    <a:pt x="935" y="1587"/>
                    <a:pt x="938" y="1580"/>
                    <a:pt x="938" y="1573"/>
                  </a:cubicBezTo>
                  <a:cubicBezTo>
                    <a:pt x="945" y="1559"/>
                    <a:pt x="952" y="1545"/>
                    <a:pt x="959" y="1531"/>
                  </a:cubicBezTo>
                  <a:lnTo>
                    <a:pt x="973" y="1506"/>
                  </a:lnTo>
                  <a:cubicBezTo>
                    <a:pt x="980" y="1492"/>
                    <a:pt x="987" y="1478"/>
                    <a:pt x="994" y="1468"/>
                  </a:cubicBezTo>
                  <a:lnTo>
                    <a:pt x="1008" y="1440"/>
                  </a:lnTo>
                  <a:lnTo>
                    <a:pt x="1033" y="1401"/>
                  </a:lnTo>
                  <a:lnTo>
                    <a:pt x="1047" y="1377"/>
                  </a:lnTo>
                  <a:lnTo>
                    <a:pt x="1075" y="1338"/>
                  </a:lnTo>
                  <a:lnTo>
                    <a:pt x="1089" y="1314"/>
                  </a:lnTo>
                  <a:lnTo>
                    <a:pt x="1120" y="1268"/>
                  </a:lnTo>
                  <a:lnTo>
                    <a:pt x="1134" y="1251"/>
                  </a:lnTo>
                  <a:cubicBezTo>
                    <a:pt x="1166" y="1205"/>
                    <a:pt x="1197" y="1167"/>
                    <a:pt x="1229" y="1128"/>
                  </a:cubicBezTo>
                  <a:lnTo>
                    <a:pt x="1243" y="1111"/>
                  </a:lnTo>
                  <a:lnTo>
                    <a:pt x="1278" y="1069"/>
                  </a:lnTo>
                  <a:lnTo>
                    <a:pt x="1295" y="1051"/>
                  </a:lnTo>
                  <a:lnTo>
                    <a:pt x="1327" y="1016"/>
                  </a:lnTo>
                  <a:lnTo>
                    <a:pt x="1344" y="995"/>
                  </a:lnTo>
                  <a:lnTo>
                    <a:pt x="1372" y="960"/>
                  </a:lnTo>
                  <a:lnTo>
                    <a:pt x="1390" y="943"/>
                  </a:lnTo>
                  <a:lnTo>
                    <a:pt x="1418" y="911"/>
                  </a:lnTo>
                  <a:lnTo>
                    <a:pt x="1432" y="897"/>
                  </a:lnTo>
                  <a:lnTo>
                    <a:pt x="1463" y="862"/>
                  </a:lnTo>
                  <a:lnTo>
                    <a:pt x="1470" y="855"/>
                  </a:lnTo>
                  <a:lnTo>
                    <a:pt x="1509" y="817"/>
                  </a:lnTo>
                  <a:cubicBezTo>
                    <a:pt x="1407" y="740"/>
                    <a:pt x="1309" y="652"/>
                    <a:pt x="1225" y="558"/>
                  </a:cubicBezTo>
                  <a:cubicBezTo>
                    <a:pt x="1050" y="376"/>
                    <a:pt x="847" y="173"/>
                    <a:pt x="662" y="134"/>
                  </a:cubicBezTo>
                  <a:cubicBezTo>
                    <a:pt x="522" y="99"/>
                    <a:pt x="389" y="57"/>
                    <a:pt x="256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51" name="Google Shape;6309;p80">
              <a:extLst>
                <a:ext uri="{FF2B5EF4-FFF2-40B4-BE49-F238E27FC236}">
                  <a16:creationId xmlns:a16="http://schemas.microsoft.com/office/drawing/2014/main" id="{EDE869A0-699A-02A4-762D-C2F9DFB41A07}"/>
                </a:ext>
              </a:extLst>
            </p:cNvPr>
            <p:cNvSpPr/>
            <p:nvPr/>
          </p:nvSpPr>
          <p:spPr>
            <a:xfrm>
              <a:off x="1659470" y="2015473"/>
              <a:ext cx="258" cy="299"/>
            </a:xfrm>
            <a:custGeom>
              <a:avLst/>
              <a:gdLst/>
              <a:ahLst/>
              <a:cxnLst/>
              <a:rect l="l" t="t" r="r" b="b"/>
              <a:pathLst>
                <a:path w="19" h="22" extrusionOk="0">
                  <a:moveTo>
                    <a:pt x="18" y="0"/>
                  </a:moveTo>
                  <a:lnTo>
                    <a:pt x="1" y="21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52" name="Google Shape;6310;p80">
              <a:extLst>
                <a:ext uri="{FF2B5EF4-FFF2-40B4-BE49-F238E27FC236}">
                  <a16:creationId xmlns:a16="http://schemas.microsoft.com/office/drawing/2014/main" id="{E6E0DF26-2253-0D17-8DB0-97E6094F7E99}"/>
                </a:ext>
              </a:extLst>
            </p:cNvPr>
            <p:cNvSpPr/>
            <p:nvPr/>
          </p:nvSpPr>
          <p:spPr>
            <a:xfrm>
              <a:off x="1656714" y="2018936"/>
              <a:ext cx="163" cy="258"/>
            </a:xfrm>
            <a:custGeom>
              <a:avLst/>
              <a:gdLst/>
              <a:ahLst/>
              <a:cxnLst/>
              <a:rect l="l" t="t" r="r" b="b"/>
              <a:pathLst>
                <a:path w="12" h="19" extrusionOk="0">
                  <a:moveTo>
                    <a:pt x="11" y="1"/>
                  </a:moveTo>
                  <a:lnTo>
                    <a:pt x="1" y="18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53" name="Google Shape;6311;p80">
              <a:extLst>
                <a:ext uri="{FF2B5EF4-FFF2-40B4-BE49-F238E27FC236}">
                  <a16:creationId xmlns:a16="http://schemas.microsoft.com/office/drawing/2014/main" id="{D90BF921-1D8E-629A-6F7B-53B7CD839FE2}"/>
                </a:ext>
              </a:extLst>
            </p:cNvPr>
            <p:cNvSpPr/>
            <p:nvPr/>
          </p:nvSpPr>
          <p:spPr>
            <a:xfrm>
              <a:off x="1660760" y="2014143"/>
              <a:ext cx="149" cy="204"/>
            </a:xfrm>
            <a:custGeom>
              <a:avLst/>
              <a:gdLst/>
              <a:ahLst/>
              <a:cxnLst/>
              <a:rect l="l" t="t" r="r" b="b"/>
              <a:pathLst>
                <a:path w="11" h="15" extrusionOk="0">
                  <a:moveTo>
                    <a:pt x="11" y="0"/>
                  </a:moveTo>
                  <a:lnTo>
                    <a:pt x="0" y="14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54" name="Google Shape;6312;p80">
              <a:extLst>
                <a:ext uri="{FF2B5EF4-FFF2-40B4-BE49-F238E27FC236}">
                  <a16:creationId xmlns:a16="http://schemas.microsoft.com/office/drawing/2014/main" id="{6B291AEC-92AB-2CCB-BF96-0612DF97B912}"/>
                </a:ext>
              </a:extLst>
            </p:cNvPr>
            <p:cNvSpPr/>
            <p:nvPr/>
          </p:nvSpPr>
          <p:spPr>
            <a:xfrm>
              <a:off x="1654487" y="2022412"/>
              <a:ext cx="204" cy="339"/>
            </a:xfrm>
            <a:custGeom>
              <a:avLst/>
              <a:gdLst/>
              <a:ahLst/>
              <a:cxnLst/>
              <a:rect l="l" t="t" r="r" b="b"/>
              <a:pathLst>
                <a:path w="15" h="25" extrusionOk="0">
                  <a:moveTo>
                    <a:pt x="14" y="0"/>
                  </a:moveTo>
                  <a:lnTo>
                    <a:pt x="0" y="25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55" name="Google Shape;6313;p80">
              <a:extLst>
                <a:ext uri="{FF2B5EF4-FFF2-40B4-BE49-F238E27FC236}">
                  <a16:creationId xmlns:a16="http://schemas.microsoft.com/office/drawing/2014/main" id="{568F9439-8D8C-4E98-348B-2A19659E0A7C}"/>
                </a:ext>
              </a:extLst>
            </p:cNvPr>
            <p:cNvSpPr/>
            <p:nvPr/>
          </p:nvSpPr>
          <p:spPr>
            <a:xfrm>
              <a:off x="1660095" y="2014808"/>
              <a:ext cx="244" cy="244"/>
            </a:xfrm>
            <a:custGeom>
              <a:avLst/>
              <a:gdLst/>
              <a:ahLst/>
              <a:cxnLst/>
              <a:rect l="l" t="t" r="r" b="b"/>
              <a:pathLst>
                <a:path w="18" h="18" extrusionOk="0">
                  <a:moveTo>
                    <a:pt x="18" y="0"/>
                  </a:moveTo>
                  <a:lnTo>
                    <a:pt x="0" y="18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56" name="Google Shape;6314;p80">
              <a:extLst>
                <a:ext uri="{FF2B5EF4-FFF2-40B4-BE49-F238E27FC236}">
                  <a16:creationId xmlns:a16="http://schemas.microsoft.com/office/drawing/2014/main" id="{7A312390-76CE-0B4C-E590-BC5A23F57DD9}"/>
                </a:ext>
              </a:extLst>
            </p:cNvPr>
            <p:cNvSpPr/>
            <p:nvPr/>
          </p:nvSpPr>
          <p:spPr>
            <a:xfrm>
              <a:off x="1655478" y="2020646"/>
              <a:ext cx="204" cy="394"/>
            </a:xfrm>
            <a:custGeom>
              <a:avLst/>
              <a:gdLst/>
              <a:ahLst/>
              <a:cxnLst/>
              <a:rect l="l" t="t" r="r" b="b"/>
              <a:pathLst>
                <a:path w="15" h="29" extrusionOk="0">
                  <a:moveTo>
                    <a:pt x="15" y="1"/>
                  </a:moveTo>
                  <a:lnTo>
                    <a:pt x="1" y="29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57" name="Google Shape;6315;p80">
              <a:extLst>
                <a:ext uri="{FF2B5EF4-FFF2-40B4-BE49-F238E27FC236}">
                  <a16:creationId xmlns:a16="http://schemas.microsoft.com/office/drawing/2014/main" id="{41D80D5E-2A8D-AA96-8E7E-36D2168BCBCB}"/>
                </a:ext>
              </a:extLst>
            </p:cNvPr>
            <p:cNvSpPr/>
            <p:nvPr/>
          </p:nvSpPr>
          <p:spPr>
            <a:xfrm>
              <a:off x="1654962" y="2021556"/>
              <a:ext cx="204" cy="339"/>
            </a:xfrm>
            <a:custGeom>
              <a:avLst/>
              <a:gdLst/>
              <a:ahLst/>
              <a:cxnLst/>
              <a:rect l="l" t="t" r="r" b="b"/>
              <a:pathLst>
                <a:path w="15" h="25" extrusionOk="0">
                  <a:moveTo>
                    <a:pt x="14" y="0"/>
                  </a:moveTo>
                  <a:lnTo>
                    <a:pt x="0" y="25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58" name="Google Shape;6316;p80">
              <a:extLst>
                <a:ext uri="{FF2B5EF4-FFF2-40B4-BE49-F238E27FC236}">
                  <a16:creationId xmlns:a16="http://schemas.microsoft.com/office/drawing/2014/main" id="{D7F46F70-BC5E-91D9-625D-820580C6A98D}"/>
                </a:ext>
              </a:extLst>
            </p:cNvPr>
            <p:cNvSpPr/>
            <p:nvPr/>
          </p:nvSpPr>
          <p:spPr>
            <a:xfrm>
              <a:off x="1656049" y="2019791"/>
              <a:ext cx="258" cy="353"/>
            </a:xfrm>
            <a:custGeom>
              <a:avLst/>
              <a:gdLst/>
              <a:ahLst/>
              <a:cxnLst/>
              <a:rect l="l" t="t" r="r" b="b"/>
              <a:pathLst>
                <a:path w="19" h="26" extrusionOk="0">
                  <a:moveTo>
                    <a:pt x="18" y="1"/>
                  </a:moveTo>
                  <a:lnTo>
                    <a:pt x="1" y="25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59" name="Google Shape;6317;p80">
              <a:extLst>
                <a:ext uri="{FF2B5EF4-FFF2-40B4-BE49-F238E27FC236}">
                  <a16:creationId xmlns:a16="http://schemas.microsoft.com/office/drawing/2014/main" id="{9CE428C6-4B47-7C75-49BC-9D93B18626DC}"/>
                </a:ext>
              </a:extLst>
            </p:cNvPr>
            <p:cNvSpPr/>
            <p:nvPr/>
          </p:nvSpPr>
          <p:spPr>
            <a:xfrm>
              <a:off x="1645933" y="2026634"/>
              <a:ext cx="4711" cy="774"/>
            </a:xfrm>
            <a:custGeom>
              <a:avLst/>
              <a:gdLst/>
              <a:ahLst/>
              <a:cxnLst/>
              <a:rect l="l" t="t" r="r" b="b"/>
              <a:pathLst>
                <a:path w="347" h="57" extrusionOk="0">
                  <a:moveTo>
                    <a:pt x="46" y="43"/>
                  </a:moveTo>
                  <a:cubicBezTo>
                    <a:pt x="32" y="46"/>
                    <a:pt x="14" y="50"/>
                    <a:pt x="0" y="57"/>
                  </a:cubicBezTo>
                  <a:cubicBezTo>
                    <a:pt x="14" y="50"/>
                    <a:pt x="32" y="46"/>
                    <a:pt x="46" y="43"/>
                  </a:cubicBezTo>
                  <a:cubicBezTo>
                    <a:pt x="144" y="11"/>
                    <a:pt x="245" y="1"/>
                    <a:pt x="347" y="8"/>
                  </a:cubicBezTo>
                  <a:cubicBezTo>
                    <a:pt x="245" y="1"/>
                    <a:pt x="144" y="11"/>
                    <a:pt x="46" y="43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60" name="Google Shape;6318;p80">
              <a:extLst>
                <a:ext uri="{FF2B5EF4-FFF2-40B4-BE49-F238E27FC236}">
                  <a16:creationId xmlns:a16="http://schemas.microsoft.com/office/drawing/2014/main" id="{3D774E68-1432-07DE-85D6-25399E3A69CA}"/>
                </a:ext>
              </a:extLst>
            </p:cNvPr>
            <p:cNvSpPr/>
            <p:nvPr/>
          </p:nvSpPr>
          <p:spPr>
            <a:xfrm>
              <a:off x="1658194" y="2017035"/>
              <a:ext cx="204" cy="258"/>
            </a:xfrm>
            <a:custGeom>
              <a:avLst/>
              <a:gdLst/>
              <a:ahLst/>
              <a:cxnLst/>
              <a:rect l="l" t="t" r="r" b="b"/>
              <a:pathLst>
                <a:path w="15" h="19" extrusionOk="0">
                  <a:moveTo>
                    <a:pt x="14" y="1"/>
                  </a:moveTo>
                  <a:lnTo>
                    <a:pt x="0" y="18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61" name="Google Shape;6319;p80">
              <a:extLst>
                <a:ext uri="{FF2B5EF4-FFF2-40B4-BE49-F238E27FC236}">
                  <a16:creationId xmlns:a16="http://schemas.microsoft.com/office/drawing/2014/main" id="{FAB8D3A8-0885-C706-5EEE-A3FC140BD281}"/>
                </a:ext>
              </a:extLst>
            </p:cNvPr>
            <p:cNvSpPr/>
            <p:nvPr/>
          </p:nvSpPr>
          <p:spPr>
            <a:xfrm>
              <a:off x="1645268" y="2027395"/>
              <a:ext cx="489" cy="109"/>
            </a:xfrm>
            <a:custGeom>
              <a:avLst/>
              <a:gdLst/>
              <a:ahLst/>
              <a:cxnLst/>
              <a:rect l="l" t="t" r="r" b="b"/>
              <a:pathLst>
                <a:path w="36" h="8" extrusionOk="0">
                  <a:moveTo>
                    <a:pt x="35" y="1"/>
                  </a:moveTo>
                  <a:lnTo>
                    <a:pt x="0" y="8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62" name="Google Shape;6320;p80">
              <a:extLst>
                <a:ext uri="{FF2B5EF4-FFF2-40B4-BE49-F238E27FC236}">
                  <a16:creationId xmlns:a16="http://schemas.microsoft.com/office/drawing/2014/main" id="{5A844AD5-6AD6-DA4A-FD62-CA338C02A702}"/>
                </a:ext>
              </a:extLst>
            </p:cNvPr>
            <p:cNvSpPr/>
            <p:nvPr/>
          </p:nvSpPr>
          <p:spPr>
            <a:xfrm>
              <a:off x="1658859" y="2016234"/>
              <a:ext cx="244" cy="299"/>
            </a:xfrm>
            <a:custGeom>
              <a:avLst/>
              <a:gdLst/>
              <a:ahLst/>
              <a:cxnLst/>
              <a:rect l="l" t="t" r="r" b="b"/>
              <a:pathLst>
                <a:path w="18" h="22" extrusionOk="0">
                  <a:moveTo>
                    <a:pt x="18" y="0"/>
                  </a:moveTo>
                  <a:lnTo>
                    <a:pt x="0" y="21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63" name="Google Shape;6321;p80">
              <a:extLst>
                <a:ext uri="{FF2B5EF4-FFF2-40B4-BE49-F238E27FC236}">
                  <a16:creationId xmlns:a16="http://schemas.microsoft.com/office/drawing/2014/main" id="{A320BEE7-D4A8-CB4F-7271-27B3B61FA4A6}"/>
                </a:ext>
              </a:extLst>
            </p:cNvPr>
            <p:cNvSpPr/>
            <p:nvPr/>
          </p:nvSpPr>
          <p:spPr>
            <a:xfrm>
              <a:off x="1661371" y="2013613"/>
              <a:ext cx="109" cy="109"/>
            </a:xfrm>
            <a:custGeom>
              <a:avLst/>
              <a:gdLst/>
              <a:ahLst/>
              <a:cxnLst/>
              <a:rect l="l" t="t" r="r" b="b"/>
              <a:pathLst>
                <a:path w="8" h="8" extrusionOk="0">
                  <a:moveTo>
                    <a:pt x="8" y="1"/>
                  </a:moveTo>
                  <a:lnTo>
                    <a:pt x="1" y="8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64" name="Google Shape;6322;p80">
              <a:extLst>
                <a:ext uri="{FF2B5EF4-FFF2-40B4-BE49-F238E27FC236}">
                  <a16:creationId xmlns:a16="http://schemas.microsoft.com/office/drawing/2014/main" id="{41066139-C43F-9EAA-AD68-16E67D85B360}"/>
                </a:ext>
              </a:extLst>
            </p:cNvPr>
            <p:cNvSpPr/>
            <p:nvPr/>
          </p:nvSpPr>
          <p:spPr>
            <a:xfrm>
              <a:off x="1654107" y="2023308"/>
              <a:ext cx="149" cy="299"/>
            </a:xfrm>
            <a:custGeom>
              <a:avLst/>
              <a:gdLst/>
              <a:ahLst/>
              <a:cxnLst/>
              <a:rect l="l" t="t" r="r" b="b"/>
              <a:pathLst>
                <a:path w="11" h="22" extrusionOk="0">
                  <a:moveTo>
                    <a:pt x="11" y="1"/>
                  </a:moveTo>
                  <a:cubicBezTo>
                    <a:pt x="7" y="8"/>
                    <a:pt x="4" y="15"/>
                    <a:pt x="0" y="22"/>
                  </a:cubicBezTo>
                  <a:cubicBezTo>
                    <a:pt x="4" y="15"/>
                    <a:pt x="7" y="8"/>
                    <a:pt x="11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65" name="Google Shape;6323;p80">
              <a:extLst>
                <a:ext uri="{FF2B5EF4-FFF2-40B4-BE49-F238E27FC236}">
                  <a16:creationId xmlns:a16="http://schemas.microsoft.com/office/drawing/2014/main" id="{51B5C9F7-1E95-1CED-3B87-B5FDDF618B2F}"/>
                </a:ext>
              </a:extLst>
            </p:cNvPr>
            <p:cNvSpPr/>
            <p:nvPr/>
          </p:nvSpPr>
          <p:spPr>
            <a:xfrm>
              <a:off x="1641697" y="2026919"/>
              <a:ext cx="3476" cy="733"/>
            </a:xfrm>
            <a:custGeom>
              <a:avLst/>
              <a:gdLst/>
              <a:ahLst/>
              <a:cxnLst/>
              <a:rect l="l" t="t" r="r" b="b"/>
              <a:pathLst>
                <a:path w="256" h="54" extrusionOk="0">
                  <a:moveTo>
                    <a:pt x="1" y="1"/>
                  </a:moveTo>
                  <a:cubicBezTo>
                    <a:pt x="54" y="37"/>
                    <a:pt x="118" y="54"/>
                    <a:pt x="183" y="54"/>
                  </a:cubicBezTo>
                  <a:cubicBezTo>
                    <a:pt x="183" y="54"/>
                    <a:pt x="183" y="54"/>
                    <a:pt x="184" y="54"/>
                  </a:cubicBezTo>
                  <a:lnTo>
                    <a:pt x="184" y="54"/>
                  </a:lnTo>
                  <a:cubicBezTo>
                    <a:pt x="184" y="54"/>
                    <a:pt x="184" y="54"/>
                    <a:pt x="184" y="54"/>
                  </a:cubicBezTo>
                  <a:cubicBezTo>
                    <a:pt x="208" y="54"/>
                    <a:pt x="232" y="51"/>
                    <a:pt x="256" y="46"/>
                  </a:cubicBezTo>
                  <a:lnTo>
                    <a:pt x="256" y="46"/>
                  </a:lnTo>
                  <a:cubicBezTo>
                    <a:pt x="232" y="51"/>
                    <a:pt x="208" y="54"/>
                    <a:pt x="184" y="54"/>
                  </a:cubicBezTo>
                  <a:lnTo>
                    <a:pt x="184" y="54"/>
                  </a:lnTo>
                  <a:cubicBezTo>
                    <a:pt x="120" y="54"/>
                    <a:pt x="56" y="36"/>
                    <a:pt x="1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66" name="Google Shape;6324;p80">
              <a:extLst>
                <a:ext uri="{FF2B5EF4-FFF2-40B4-BE49-F238E27FC236}">
                  <a16:creationId xmlns:a16="http://schemas.microsoft.com/office/drawing/2014/main" id="{C8B68408-02D8-7A91-09B1-D86B65ABE103}"/>
                </a:ext>
              </a:extLst>
            </p:cNvPr>
            <p:cNvSpPr/>
            <p:nvPr/>
          </p:nvSpPr>
          <p:spPr>
            <a:xfrm>
              <a:off x="1643123" y="2023688"/>
              <a:ext cx="68" cy="163"/>
            </a:xfrm>
            <a:custGeom>
              <a:avLst/>
              <a:gdLst/>
              <a:ahLst/>
              <a:cxnLst/>
              <a:rect l="l" t="t" r="r" b="b"/>
              <a:pathLst>
                <a:path w="5" h="12" extrusionOk="0">
                  <a:moveTo>
                    <a:pt x="1" y="11"/>
                  </a:moveTo>
                  <a:lnTo>
                    <a:pt x="4" y="1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67" name="Google Shape;6325;p80">
              <a:extLst>
                <a:ext uri="{FF2B5EF4-FFF2-40B4-BE49-F238E27FC236}">
                  <a16:creationId xmlns:a16="http://schemas.microsoft.com/office/drawing/2014/main" id="{708533B3-A936-DEA8-1466-E5C5FB062009}"/>
                </a:ext>
              </a:extLst>
            </p:cNvPr>
            <p:cNvSpPr/>
            <p:nvPr/>
          </p:nvSpPr>
          <p:spPr>
            <a:xfrm>
              <a:off x="1643082" y="2023837"/>
              <a:ext cx="54" cy="54"/>
            </a:xfrm>
            <a:custGeom>
              <a:avLst/>
              <a:gdLst/>
              <a:ahLst/>
              <a:cxnLst/>
              <a:rect l="l" t="t" r="r" b="b"/>
              <a:pathLst>
                <a:path w="4" h="4" extrusionOk="0">
                  <a:moveTo>
                    <a:pt x="0" y="4"/>
                  </a:moveTo>
                  <a:lnTo>
                    <a:pt x="4" y="0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68" name="Google Shape;6326;p80">
              <a:extLst>
                <a:ext uri="{FF2B5EF4-FFF2-40B4-BE49-F238E27FC236}">
                  <a16:creationId xmlns:a16="http://schemas.microsoft.com/office/drawing/2014/main" id="{32C8909A-C841-D490-8FDF-D50B64BB38CE}"/>
                </a:ext>
              </a:extLst>
            </p:cNvPr>
            <p:cNvSpPr/>
            <p:nvPr/>
          </p:nvSpPr>
          <p:spPr>
            <a:xfrm>
              <a:off x="1642458" y="2013097"/>
              <a:ext cx="1344" cy="8798"/>
            </a:xfrm>
            <a:custGeom>
              <a:avLst/>
              <a:gdLst/>
              <a:ahLst/>
              <a:cxnLst/>
              <a:rect l="l" t="t" r="r" b="b"/>
              <a:pathLst>
                <a:path w="99" h="648" extrusionOk="0">
                  <a:moveTo>
                    <a:pt x="1" y="1"/>
                  </a:moveTo>
                  <a:lnTo>
                    <a:pt x="1" y="1"/>
                  </a:lnTo>
                  <a:cubicBezTo>
                    <a:pt x="74" y="183"/>
                    <a:pt x="95" y="473"/>
                    <a:pt x="85" y="648"/>
                  </a:cubicBezTo>
                  <a:cubicBezTo>
                    <a:pt x="99" y="473"/>
                    <a:pt x="74" y="183"/>
                    <a:pt x="1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69" name="Google Shape;6327;p80">
              <a:extLst>
                <a:ext uri="{FF2B5EF4-FFF2-40B4-BE49-F238E27FC236}">
                  <a16:creationId xmlns:a16="http://schemas.microsoft.com/office/drawing/2014/main" id="{DC0E188A-3B55-8613-808B-D423EBED880B}"/>
                </a:ext>
              </a:extLst>
            </p:cNvPr>
            <p:cNvSpPr/>
            <p:nvPr/>
          </p:nvSpPr>
          <p:spPr>
            <a:xfrm>
              <a:off x="1644128" y="2004353"/>
              <a:ext cx="14" cy="54"/>
            </a:xfrm>
            <a:custGeom>
              <a:avLst/>
              <a:gdLst/>
              <a:ahLst/>
              <a:cxnLst/>
              <a:rect l="l" t="t" r="r" b="b"/>
              <a:pathLst>
                <a:path w="1" h="4" extrusionOk="0">
                  <a:moveTo>
                    <a:pt x="0" y="4"/>
                  </a:moveTo>
                  <a:lnTo>
                    <a:pt x="0" y="0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70" name="Google Shape;6328;p80">
              <a:extLst>
                <a:ext uri="{FF2B5EF4-FFF2-40B4-BE49-F238E27FC236}">
                  <a16:creationId xmlns:a16="http://schemas.microsoft.com/office/drawing/2014/main" id="{E81C6778-4961-D73B-8803-308312309E57}"/>
                </a:ext>
              </a:extLst>
            </p:cNvPr>
            <p:cNvSpPr/>
            <p:nvPr/>
          </p:nvSpPr>
          <p:spPr>
            <a:xfrm>
              <a:off x="1644358" y="2003783"/>
              <a:ext cx="14" cy="54"/>
            </a:xfrm>
            <a:custGeom>
              <a:avLst/>
              <a:gdLst/>
              <a:ahLst/>
              <a:cxnLst/>
              <a:rect l="l" t="t" r="r" b="b"/>
              <a:pathLst>
                <a:path w="1" h="4" extrusionOk="0">
                  <a:moveTo>
                    <a:pt x="1" y="4"/>
                  </a:moveTo>
                  <a:lnTo>
                    <a:pt x="1" y="0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71" name="Google Shape;6329;p80">
              <a:extLst>
                <a:ext uri="{FF2B5EF4-FFF2-40B4-BE49-F238E27FC236}">
                  <a16:creationId xmlns:a16="http://schemas.microsoft.com/office/drawing/2014/main" id="{711AC1D5-9272-FCF2-D382-130B1957C868}"/>
                </a:ext>
              </a:extLst>
            </p:cNvPr>
            <p:cNvSpPr/>
            <p:nvPr/>
          </p:nvSpPr>
          <p:spPr>
            <a:xfrm>
              <a:off x="1644834" y="2002059"/>
              <a:ext cx="109" cy="258"/>
            </a:xfrm>
            <a:custGeom>
              <a:avLst/>
              <a:gdLst/>
              <a:ahLst/>
              <a:cxnLst/>
              <a:rect l="l" t="t" r="r" b="b"/>
              <a:pathLst>
                <a:path w="8" h="19" extrusionOk="0">
                  <a:moveTo>
                    <a:pt x="1" y="18"/>
                  </a:moveTo>
                  <a:lnTo>
                    <a:pt x="8" y="1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72" name="Google Shape;6330;p80">
              <a:extLst>
                <a:ext uri="{FF2B5EF4-FFF2-40B4-BE49-F238E27FC236}">
                  <a16:creationId xmlns:a16="http://schemas.microsoft.com/office/drawing/2014/main" id="{8017EC1E-BD1F-734E-098D-9A834022B0BA}"/>
                </a:ext>
              </a:extLst>
            </p:cNvPr>
            <p:cNvSpPr/>
            <p:nvPr/>
          </p:nvSpPr>
          <p:spPr>
            <a:xfrm>
              <a:off x="1644033" y="2004544"/>
              <a:ext cx="14" cy="54"/>
            </a:xfrm>
            <a:custGeom>
              <a:avLst/>
              <a:gdLst/>
              <a:ahLst/>
              <a:cxnLst/>
              <a:rect l="l" t="t" r="r" b="b"/>
              <a:pathLst>
                <a:path w="1" h="4" extrusionOk="0">
                  <a:moveTo>
                    <a:pt x="0" y="4"/>
                  </a:moveTo>
                  <a:lnTo>
                    <a:pt x="0" y="0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73" name="Google Shape;6331;p80">
              <a:extLst>
                <a:ext uri="{FF2B5EF4-FFF2-40B4-BE49-F238E27FC236}">
                  <a16:creationId xmlns:a16="http://schemas.microsoft.com/office/drawing/2014/main" id="{A0786D16-21B1-C376-A636-4C236FF040AF}"/>
                </a:ext>
              </a:extLst>
            </p:cNvPr>
            <p:cNvSpPr/>
            <p:nvPr/>
          </p:nvSpPr>
          <p:spPr>
            <a:xfrm>
              <a:off x="1643028" y="2023878"/>
              <a:ext cx="68" cy="109"/>
            </a:xfrm>
            <a:custGeom>
              <a:avLst/>
              <a:gdLst/>
              <a:ahLst/>
              <a:cxnLst/>
              <a:rect l="l" t="t" r="r" b="b"/>
              <a:pathLst>
                <a:path w="5" h="8" extrusionOk="0">
                  <a:moveTo>
                    <a:pt x="1" y="8"/>
                  </a:moveTo>
                  <a:lnTo>
                    <a:pt x="4" y="1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74" name="Google Shape;6332;p80">
              <a:extLst>
                <a:ext uri="{FF2B5EF4-FFF2-40B4-BE49-F238E27FC236}">
                  <a16:creationId xmlns:a16="http://schemas.microsoft.com/office/drawing/2014/main" id="{76B05252-1A80-A6CB-44DE-3076B0167DBB}"/>
                </a:ext>
              </a:extLst>
            </p:cNvPr>
            <p:cNvSpPr/>
            <p:nvPr/>
          </p:nvSpPr>
          <p:spPr>
            <a:xfrm>
              <a:off x="1643693" y="2005114"/>
              <a:ext cx="14" cy="14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1" y="0"/>
                  </a:moveTo>
                  <a:lnTo>
                    <a:pt x="1" y="0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75" name="Google Shape;6333;p80">
              <a:extLst>
                <a:ext uri="{FF2B5EF4-FFF2-40B4-BE49-F238E27FC236}">
                  <a16:creationId xmlns:a16="http://schemas.microsoft.com/office/drawing/2014/main" id="{A0398D9E-BAD1-8C07-3F61-BE86B351ACD0}"/>
                </a:ext>
              </a:extLst>
            </p:cNvPr>
            <p:cNvSpPr/>
            <p:nvPr/>
          </p:nvSpPr>
          <p:spPr>
            <a:xfrm>
              <a:off x="1644453" y="2003389"/>
              <a:ext cx="68" cy="109"/>
            </a:xfrm>
            <a:custGeom>
              <a:avLst/>
              <a:gdLst/>
              <a:ahLst/>
              <a:cxnLst/>
              <a:rect l="l" t="t" r="r" b="b"/>
              <a:pathLst>
                <a:path w="5" h="8" extrusionOk="0">
                  <a:moveTo>
                    <a:pt x="1" y="8"/>
                  </a:moveTo>
                  <a:lnTo>
                    <a:pt x="4" y="1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76" name="Google Shape;6334;p80">
              <a:extLst>
                <a:ext uri="{FF2B5EF4-FFF2-40B4-BE49-F238E27FC236}">
                  <a16:creationId xmlns:a16="http://schemas.microsoft.com/office/drawing/2014/main" id="{9C35524A-3023-DC69-5A40-E36FCBBC57BE}"/>
                </a:ext>
              </a:extLst>
            </p:cNvPr>
            <p:cNvSpPr/>
            <p:nvPr/>
          </p:nvSpPr>
          <p:spPr>
            <a:xfrm>
              <a:off x="1642607" y="2024598"/>
              <a:ext cx="54" cy="109"/>
            </a:xfrm>
            <a:custGeom>
              <a:avLst/>
              <a:gdLst/>
              <a:ahLst/>
              <a:cxnLst/>
              <a:rect l="l" t="t" r="r" b="b"/>
              <a:pathLst>
                <a:path w="4" h="8" extrusionOk="0">
                  <a:moveTo>
                    <a:pt x="0" y="7"/>
                  </a:moveTo>
                  <a:lnTo>
                    <a:pt x="4" y="0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77" name="Google Shape;6335;p80">
              <a:extLst>
                <a:ext uri="{FF2B5EF4-FFF2-40B4-BE49-F238E27FC236}">
                  <a16:creationId xmlns:a16="http://schemas.microsoft.com/office/drawing/2014/main" id="{D65BAE25-6A02-94B5-1B2E-2509DD529BC6}"/>
                </a:ext>
              </a:extLst>
            </p:cNvPr>
            <p:cNvSpPr/>
            <p:nvPr/>
          </p:nvSpPr>
          <p:spPr>
            <a:xfrm>
              <a:off x="1642987" y="2024027"/>
              <a:ext cx="54" cy="54"/>
            </a:xfrm>
            <a:custGeom>
              <a:avLst/>
              <a:gdLst/>
              <a:ahLst/>
              <a:cxnLst/>
              <a:rect l="l" t="t" r="r" b="b"/>
              <a:pathLst>
                <a:path w="4" h="4" extrusionOk="0">
                  <a:moveTo>
                    <a:pt x="0" y="4"/>
                  </a:moveTo>
                  <a:lnTo>
                    <a:pt x="4" y="0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78" name="Google Shape;6336;p80">
              <a:extLst>
                <a:ext uri="{FF2B5EF4-FFF2-40B4-BE49-F238E27FC236}">
                  <a16:creationId xmlns:a16="http://schemas.microsoft.com/office/drawing/2014/main" id="{B62D312C-FB36-141A-8D6E-A5C54117F9AB}"/>
                </a:ext>
              </a:extLst>
            </p:cNvPr>
            <p:cNvSpPr/>
            <p:nvPr/>
          </p:nvSpPr>
          <p:spPr>
            <a:xfrm>
              <a:off x="1642702" y="2024407"/>
              <a:ext cx="109" cy="109"/>
            </a:xfrm>
            <a:custGeom>
              <a:avLst/>
              <a:gdLst/>
              <a:ahLst/>
              <a:cxnLst/>
              <a:rect l="l" t="t" r="r" b="b"/>
              <a:pathLst>
                <a:path w="8" h="8" extrusionOk="0">
                  <a:moveTo>
                    <a:pt x="0" y="7"/>
                  </a:moveTo>
                  <a:lnTo>
                    <a:pt x="7" y="0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79" name="Google Shape;6337;p80">
              <a:extLst>
                <a:ext uri="{FF2B5EF4-FFF2-40B4-BE49-F238E27FC236}">
                  <a16:creationId xmlns:a16="http://schemas.microsoft.com/office/drawing/2014/main" id="{FD9FEBF1-F0F7-9A80-A5FF-68AC135C8A61}"/>
                </a:ext>
              </a:extLst>
            </p:cNvPr>
            <p:cNvSpPr/>
            <p:nvPr/>
          </p:nvSpPr>
          <p:spPr>
            <a:xfrm>
              <a:off x="1643652" y="2005209"/>
              <a:ext cx="14" cy="14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0" y="0"/>
                  </a:move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80" name="Google Shape;6338;p80">
              <a:extLst>
                <a:ext uri="{FF2B5EF4-FFF2-40B4-BE49-F238E27FC236}">
                  <a16:creationId xmlns:a16="http://schemas.microsoft.com/office/drawing/2014/main" id="{4A36AEAC-D232-1E2E-94C7-96A8409596B0}"/>
                </a:ext>
              </a:extLst>
            </p:cNvPr>
            <p:cNvSpPr/>
            <p:nvPr/>
          </p:nvSpPr>
          <p:spPr>
            <a:xfrm>
              <a:off x="1642838" y="2024258"/>
              <a:ext cx="68" cy="109"/>
            </a:xfrm>
            <a:custGeom>
              <a:avLst/>
              <a:gdLst/>
              <a:ahLst/>
              <a:cxnLst/>
              <a:rect l="l" t="t" r="r" b="b"/>
              <a:pathLst>
                <a:path w="5" h="8" extrusionOk="0">
                  <a:moveTo>
                    <a:pt x="1" y="8"/>
                  </a:moveTo>
                  <a:lnTo>
                    <a:pt x="4" y="1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81" name="Google Shape;6339;p80">
              <a:extLst>
                <a:ext uri="{FF2B5EF4-FFF2-40B4-BE49-F238E27FC236}">
                  <a16:creationId xmlns:a16="http://schemas.microsoft.com/office/drawing/2014/main" id="{0BA6817E-EA01-F295-DC01-2E15BB94F317}"/>
                </a:ext>
              </a:extLst>
            </p:cNvPr>
            <p:cNvSpPr/>
            <p:nvPr/>
          </p:nvSpPr>
          <p:spPr>
            <a:xfrm>
              <a:off x="1643408" y="2021882"/>
              <a:ext cx="163" cy="1113"/>
            </a:xfrm>
            <a:custGeom>
              <a:avLst/>
              <a:gdLst/>
              <a:ahLst/>
              <a:cxnLst/>
              <a:rect l="l" t="t" r="r" b="b"/>
              <a:pathLst>
                <a:path w="12" h="82" extrusionOk="0">
                  <a:moveTo>
                    <a:pt x="1" y="81"/>
                  </a:moveTo>
                  <a:cubicBezTo>
                    <a:pt x="4" y="53"/>
                    <a:pt x="11" y="29"/>
                    <a:pt x="11" y="1"/>
                  </a:cubicBezTo>
                  <a:cubicBezTo>
                    <a:pt x="11" y="29"/>
                    <a:pt x="4" y="53"/>
                    <a:pt x="1" y="8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82" name="Google Shape;6340;p80">
              <a:extLst>
                <a:ext uri="{FF2B5EF4-FFF2-40B4-BE49-F238E27FC236}">
                  <a16:creationId xmlns:a16="http://schemas.microsoft.com/office/drawing/2014/main" id="{16E0C8CA-2D9A-05C6-E0AC-EE5D9A8BE532}"/>
                </a:ext>
              </a:extLst>
            </p:cNvPr>
            <p:cNvSpPr/>
            <p:nvPr/>
          </p:nvSpPr>
          <p:spPr>
            <a:xfrm>
              <a:off x="1644698" y="2002588"/>
              <a:ext cx="109" cy="204"/>
            </a:xfrm>
            <a:custGeom>
              <a:avLst/>
              <a:gdLst/>
              <a:ahLst/>
              <a:cxnLst/>
              <a:rect l="l" t="t" r="r" b="b"/>
              <a:pathLst>
                <a:path w="8" h="15" extrusionOk="0">
                  <a:moveTo>
                    <a:pt x="0" y="14"/>
                  </a:moveTo>
                  <a:lnTo>
                    <a:pt x="7" y="0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83" name="Google Shape;6341;p80">
              <a:extLst>
                <a:ext uri="{FF2B5EF4-FFF2-40B4-BE49-F238E27FC236}">
                  <a16:creationId xmlns:a16="http://schemas.microsoft.com/office/drawing/2014/main" id="{C37AE197-3F7E-7659-373C-0B62818614DA}"/>
                </a:ext>
              </a:extLst>
            </p:cNvPr>
            <p:cNvSpPr/>
            <p:nvPr/>
          </p:nvSpPr>
          <p:spPr>
            <a:xfrm>
              <a:off x="1643937" y="2004734"/>
              <a:ext cx="14" cy="54"/>
            </a:xfrm>
            <a:custGeom>
              <a:avLst/>
              <a:gdLst/>
              <a:ahLst/>
              <a:cxnLst/>
              <a:rect l="l" t="t" r="r" b="b"/>
              <a:pathLst>
                <a:path w="1" h="4" extrusionOk="0">
                  <a:moveTo>
                    <a:pt x="0" y="4"/>
                  </a:moveTo>
                  <a:lnTo>
                    <a:pt x="0" y="0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84" name="Google Shape;6342;p80">
              <a:extLst>
                <a:ext uri="{FF2B5EF4-FFF2-40B4-BE49-F238E27FC236}">
                  <a16:creationId xmlns:a16="http://schemas.microsoft.com/office/drawing/2014/main" id="{953E3321-A744-4C4B-1910-7767FDF47EED}"/>
                </a:ext>
              </a:extLst>
            </p:cNvPr>
            <p:cNvSpPr/>
            <p:nvPr/>
          </p:nvSpPr>
          <p:spPr>
            <a:xfrm>
              <a:off x="1642267" y="2025209"/>
              <a:ext cx="14" cy="14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1" y="1"/>
                  </a:move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85" name="Google Shape;6343;p80">
              <a:extLst>
                <a:ext uri="{FF2B5EF4-FFF2-40B4-BE49-F238E27FC236}">
                  <a16:creationId xmlns:a16="http://schemas.microsoft.com/office/drawing/2014/main" id="{8829ABBD-81CE-13F4-6453-975B5FB4E9A0}"/>
                </a:ext>
              </a:extLst>
            </p:cNvPr>
            <p:cNvSpPr/>
            <p:nvPr/>
          </p:nvSpPr>
          <p:spPr>
            <a:xfrm>
              <a:off x="1644603" y="2003009"/>
              <a:ext cx="54" cy="163"/>
            </a:xfrm>
            <a:custGeom>
              <a:avLst/>
              <a:gdLst/>
              <a:ahLst/>
              <a:cxnLst/>
              <a:rect l="l" t="t" r="r" b="b"/>
              <a:pathLst>
                <a:path w="4" h="12" extrusionOk="0">
                  <a:moveTo>
                    <a:pt x="0" y="11"/>
                  </a:moveTo>
                  <a:lnTo>
                    <a:pt x="4" y="1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86" name="Google Shape;6344;p80">
              <a:extLst>
                <a:ext uri="{FF2B5EF4-FFF2-40B4-BE49-F238E27FC236}">
                  <a16:creationId xmlns:a16="http://schemas.microsoft.com/office/drawing/2014/main" id="{E0673BCF-E93D-93D5-795E-6A16F0438CE0}"/>
                </a:ext>
              </a:extLst>
            </p:cNvPr>
            <p:cNvSpPr/>
            <p:nvPr/>
          </p:nvSpPr>
          <p:spPr>
            <a:xfrm>
              <a:off x="1642892" y="2024122"/>
              <a:ext cx="109" cy="109"/>
            </a:xfrm>
            <a:custGeom>
              <a:avLst/>
              <a:gdLst/>
              <a:ahLst/>
              <a:cxnLst/>
              <a:rect l="l" t="t" r="r" b="b"/>
              <a:pathLst>
                <a:path w="8" h="8" extrusionOk="0">
                  <a:moveTo>
                    <a:pt x="0" y="7"/>
                  </a:moveTo>
                  <a:lnTo>
                    <a:pt x="7" y="0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87" name="Google Shape;6345;p80">
              <a:extLst>
                <a:ext uri="{FF2B5EF4-FFF2-40B4-BE49-F238E27FC236}">
                  <a16:creationId xmlns:a16="http://schemas.microsoft.com/office/drawing/2014/main" id="{070426B0-1CBC-FA9C-4D45-E10DEB9DDFF5}"/>
                </a:ext>
              </a:extLst>
            </p:cNvPr>
            <p:cNvSpPr/>
            <p:nvPr/>
          </p:nvSpPr>
          <p:spPr>
            <a:xfrm>
              <a:off x="1643598" y="2005250"/>
              <a:ext cx="14" cy="14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1" y="1"/>
                  </a:move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88" name="Google Shape;6346;p80">
              <a:extLst>
                <a:ext uri="{FF2B5EF4-FFF2-40B4-BE49-F238E27FC236}">
                  <a16:creationId xmlns:a16="http://schemas.microsoft.com/office/drawing/2014/main" id="{BB40166D-63B0-40F8-3A73-835C12E9693E}"/>
                </a:ext>
              </a:extLst>
            </p:cNvPr>
            <p:cNvSpPr/>
            <p:nvPr/>
          </p:nvSpPr>
          <p:spPr>
            <a:xfrm>
              <a:off x="1643842" y="2004869"/>
              <a:ext cx="14" cy="68"/>
            </a:xfrm>
            <a:custGeom>
              <a:avLst/>
              <a:gdLst/>
              <a:ahLst/>
              <a:cxnLst/>
              <a:rect l="l" t="t" r="r" b="b"/>
              <a:pathLst>
                <a:path w="1" h="5" extrusionOk="0">
                  <a:moveTo>
                    <a:pt x="0" y="4"/>
                  </a:moveTo>
                  <a:lnTo>
                    <a:pt x="0" y="1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89" name="Google Shape;6347;p80">
              <a:extLst>
                <a:ext uri="{FF2B5EF4-FFF2-40B4-BE49-F238E27FC236}">
                  <a16:creationId xmlns:a16="http://schemas.microsoft.com/office/drawing/2014/main" id="{6ED7EFFC-DC21-D5FE-85D1-D0719C1AFE84}"/>
                </a:ext>
              </a:extLst>
            </p:cNvPr>
            <p:cNvSpPr/>
            <p:nvPr/>
          </p:nvSpPr>
          <p:spPr>
            <a:xfrm>
              <a:off x="1642458" y="2024883"/>
              <a:ext cx="14" cy="54"/>
            </a:xfrm>
            <a:custGeom>
              <a:avLst/>
              <a:gdLst/>
              <a:ahLst/>
              <a:cxnLst/>
              <a:rect l="l" t="t" r="r" b="b"/>
              <a:pathLst>
                <a:path w="1" h="4" extrusionOk="0">
                  <a:moveTo>
                    <a:pt x="1" y="4"/>
                  </a:moveTo>
                  <a:lnTo>
                    <a:pt x="1" y="0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90" name="Google Shape;6348;p80">
              <a:extLst>
                <a:ext uri="{FF2B5EF4-FFF2-40B4-BE49-F238E27FC236}">
                  <a16:creationId xmlns:a16="http://schemas.microsoft.com/office/drawing/2014/main" id="{DC3C6DBA-4809-6EDB-06A1-472E6A7A8AF8}"/>
                </a:ext>
              </a:extLst>
            </p:cNvPr>
            <p:cNvSpPr/>
            <p:nvPr/>
          </p:nvSpPr>
          <p:spPr>
            <a:xfrm>
              <a:off x="1643747" y="2004964"/>
              <a:ext cx="14" cy="68"/>
            </a:xfrm>
            <a:custGeom>
              <a:avLst/>
              <a:gdLst/>
              <a:ahLst/>
              <a:cxnLst/>
              <a:rect l="l" t="t" r="r" b="b"/>
              <a:pathLst>
                <a:path w="1" h="5" extrusionOk="0">
                  <a:moveTo>
                    <a:pt x="0" y="4"/>
                  </a:moveTo>
                  <a:lnTo>
                    <a:pt x="0" y="1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91" name="Google Shape;6349;p80">
              <a:extLst>
                <a:ext uri="{FF2B5EF4-FFF2-40B4-BE49-F238E27FC236}">
                  <a16:creationId xmlns:a16="http://schemas.microsoft.com/office/drawing/2014/main" id="{2484CD1E-7FFB-9CC8-AD50-C5DFEA454F03}"/>
                </a:ext>
              </a:extLst>
            </p:cNvPr>
            <p:cNvSpPr/>
            <p:nvPr/>
          </p:nvSpPr>
          <p:spPr>
            <a:xfrm>
              <a:off x="1415781" y="1868483"/>
              <a:ext cx="74445" cy="23055"/>
            </a:xfrm>
            <a:custGeom>
              <a:avLst/>
              <a:gdLst/>
              <a:ahLst/>
              <a:cxnLst/>
              <a:rect l="l" t="t" r="r" b="b"/>
              <a:pathLst>
                <a:path w="5483" h="1698" extrusionOk="0">
                  <a:moveTo>
                    <a:pt x="1463" y="0"/>
                  </a:moveTo>
                  <a:cubicBezTo>
                    <a:pt x="950" y="0"/>
                    <a:pt x="486" y="202"/>
                    <a:pt x="210" y="411"/>
                  </a:cubicBezTo>
                  <a:cubicBezTo>
                    <a:pt x="67" y="516"/>
                    <a:pt x="11" y="597"/>
                    <a:pt x="0" y="628"/>
                  </a:cubicBezTo>
                  <a:cubicBezTo>
                    <a:pt x="13" y="640"/>
                    <a:pt x="31" y="646"/>
                    <a:pt x="54" y="646"/>
                  </a:cubicBezTo>
                  <a:cubicBezTo>
                    <a:pt x="212" y="646"/>
                    <a:pt x="577" y="372"/>
                    <a:pt x="746" y="247"/>
                  </a:cubicBezTo>
                  <a:lnTo>
                    <a:pt x="847" y="170"/>
                  </a:lnTo>
                  <a:cubicBezTo>
                    <a:pt x="912" y="121"/>
                    <a:pt x="989" y="94"/>
                    <a:pt x="1068" y="94"/>
                  </a:cubicBezTo>
                  <a:cubicBezTo>
                    <a:pt x="1113" y="94"/>
                    <a:pt x="1158" y="103"/>
                    <a:pt x="1201" y="121"/>
                  </a:cubicBezTo>
                  <a:cubicBezTo>
                    <a:pt x="1337" y="177"/>
                    <a:pt x="1439" y="289"/>
                    <a:pt x="1484" y="429"/>
                  </a:cubicBezTo>
                  <a:cubicBezTo>
                    <a:pt x="1484" y="429"/>
                    <a:pt x="1519" y="562"/>
                    <a:pt x="2346" y="597"/>
                  </a:cubicBezTo>
                  <a:cubicBezTo>
                    <a:pt x="2668" y="611"/>
                    <a:pt x="2843" y="761"/>
                    <a:pt x="3011" y="908"/>
                  </a:cubicBezTo>
                  <a:cubicBezTo>
                    <a:pt x="3154" y="1034"/>
                    <a:pt x="3291" y="1150"/>
                    <a:pt x="3522" y="1202"/>
                  </a:cubicBezTo>
                  <a:cubicBezTo>
                    <a:pt x="3683" y="1241"/>
                    <a:pt x="3770" y="1290"/>
                    <a:pt x="3805" y="1360"/>
                  </a:cubicBezTo>
                  <a:cubicBezTo>
                    <a:pt x="3841" y="1433"/>
                    <a:pt x="3805" y="1507"/>
                    <a:pt x="3781" y="1563"/>
                  </a:cubicBezTo>
                  <a:cubicBezTo>
                    <a:pt x="3770" y="1580"/>
                    <a:pt x="3763" y="1601"/>
                    <a:pt x="3760" y="1622"/>
                  </a:cubicBezTo>
                  <a:cubicBezTo>
                    <a:pt x="3770" y="1633"/>
                    <a:pt x="3781" y="1640"/>
                    <a:pt x="3795" y="1643"/>
                  </a:cubicBezTo>
                  <a:cubicBezTo>
                    <a:pt x="3902" y="1682"/>
                    <a:pt x="4174" y="1698"/>
                    <a:pt x="4469" y="1698"/>
                  </a:cubicBezTo>
                  <a:cubicBezTo>
                    <a:pt x="4899" y="1698"/>
                    <a:pt x="5379" y="1665"/>
                    <a:pt x="5482" y="1619"/>
                  </a:cubicBezTo>
                  <a:cubicBezTo>
                    <a:pt x="5426" y="1493"/>
                    <a:pt x="4842" y="1115"/>
                    <a:pt x="4527" y="1115"/>
                  </a:cubicBezTo>
                  <a:cubicBezTo>
                    <a:pt x="4352" y="1115"/>
                    <a:pt x="4044" y="961"/>
                    <a:pt x="3623" y="751"/>
                  </a:cubicBezTo>
                  <a:cubicBezTo>
                    <a:pt x="3112" y="495"/>
                    <a:pt x="2475" y="180"/>
                    <a:pt x="1866" y="44"/>
                  </a:cubicBezTo>
                  <a:cubicBezTo>
                    <a:pt x="1730" y="14"/>
                    <a:pt x="1595" y="0"/>
                    <a:pt x="1463" y="0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92" name="Google Shape;6350;p80">
              <a:extLst>
                <a:ext uri="{FF2B5EF4-FFF2-40B4-BE49-F238E27FC236}">
                  <a16:creationId xmlns:a16="http://schemas.microsoft.com/office/drawing/2014/main" id="{EA2A8925-1B3D-F395-685E-D955FB9CFDFC}"/>
                </a:ext>
              </a:extLst>
            </p:cNvPr>
            <p:cNvSpPr/>
            <p:nvPr/>
          </p:nvSpPr>
          <p:spPr>
            <a:xfrm>
              <a:off x="1460410" y="1905007"/>
              <a:ext cx="815" cy="434"/>
            </a:xfrm>
            <a:custGeom>
              <a:avLst/>
              <a:gdLst/>
              <a:ahLst/>
              <a:cxnLst/>
              <a:rect l="l" t="t" r="r" b="b"/>
              <a:pathLst>
                <a:path w="60" h="32" extrusionOk="0">
                  <a:moveTo>
                    <a:pt x="56" y="0"/>
                  </a:moveTo>
                  <a:lnTo>
                    <a:pt x="0" y="32"/>
                  </a:lnTo>
                  <a:lnTo>
                    <a:pt x="0" y="32"/>
                  </a:lnTo>
                  <a:lnTo>
                    <a:pt x="60" y="0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93" name="Google Shape;6351;p80">
              <a:extLst>
                <a:ext uri="{FF2B5EF4-FFF2-40B4-BE49-F238E27FC236}">
                  <a16:creationId xmlns:a16="http://schemas.microsoft.com/office/drawing/2014/main" id="{A63CE259-7AE9-E8E4-102E-7B61696F8B52}"/>
                </a:ext>
              </a:extLst>
            </p:cNvPr>
            <p:cNvSpPr/>
            <p:nvPr/>
          </p:nvSpPr>
          <p:spPr>
            <a:xfrm>
              <a:off x="1461402" y="1905075"/>
              <a:ext cx="13333" cy="3286"/>
            </a:xfrm>
            <a:custGeom>
              <a:avLst/>
              <a:gdLst/>
              <a:ahLst/>
              <a:cxnLst/>
              <a:rect l="l" t="t" r="r" b="b"/>
              <a:pathLst>
                <a:path w="982" h="242" extrusionOk="0">
                  <a:moveTo>
                    <a:pt x="141" y="0"/>
                  </a:moveTo>
                  <a:cubicBezTo>
                    <a:pt x="79" y="0"/>
                    <a:pt x="29" y="5"/>
                    <a:pt x="1" y="13"/>
                  </a:cubicBezTo>
                  <a:cubicBezTo>
                    <a:pt x="95" y="103"/>
                    <a:pt x="511" y="241"/>
                    <a:pt x="798" y="241"/>
                  </a:cubicBezTo>
                  <a:cubicBezTo>
                    <a:pt x="812" y="241"/>
                    <a:pt x="825" y="241"/>
                    <a:pt x="838" y="240"/>
                  </a:cubicBezTo>
                  <a:cubicBezTo>
                    <a:pt x="925" y="237"/>
                    <a:pt x="967" y="216"/>
                    <a:pt x="981" y="198"/>
                  </a:cubicBezTo>
                  <a:cubicBezTo>
                    <a:pt x="971" y="181"/>
                    <a:pt x="911" y="135"/>
                    <a:pt x="736" y="83"/>
                  </a:cubicBezTo>
                  <a:cubicBezTo>
                    <a:pt x="525" y="26"/>
                    <a:pt x="293" y="0"/>
                    <a:pt x="141" y="0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94" name="Google Shape;6352;p80">
              <a:extLst>
                <a:ext uri="{FF2B5EF4-FFF2-40B4-BE49-F238E27FC236}">
                  <a16:creationId xmlns:a16="http://schemas.microsoft.com/office/drawing/2014/main" id="{BE84EBCC-3DC1-1ED0-A0EE-10EA4ECDF419}"/>
                </a:ext>
              </a:extLst>
            </p:cNvPr>
            <p:cNvSpPr/>
            <p:nvPr/>
          </p:nvSpPr>
          <p:spPr>
            <a:xfrm>
              <a:off x="1545446" y="1904002"/>
              <a:ext cx="11039" cy="3720"/>
            </a:xfrm>
            <a:custGeom>
              <a:avLst/>
              <a:gdLst/>
              <a:ahLst/>
              <a:cxnLst/>
              <a:rect l="l" t="t" r="r" b="b"/>
              <a:pathLst>
                <a:path w="813" h="274" extrusionOk="0">
                  <a:moveTo>
                    <a:pt x="308" y="1"/>
                  </a:moveTo>
                  <a:cubicBezTo>
                    <a:pt x="179" y="1"/>
                    <a:pt x="63" y="18"/>
                    <a:pt x="21" y="60"/>
                  </a:cubicBezTo>
                  <a:cubicBezTo>
                    <a:pt x="14" y="67"/>
                    <a:pt x="0" y="78"/>
                    <a:pt x="28" y="120"/>
                  </a:cubicBezTo>
                  <a:cubicBezTo>
                    <a:pt x="109" y="246"/>
                    <a:pt x="260" y="274"/>
                    <a:pt x="371" y="274"/>
                  </a:cubicBezTo>
                  <a:cubicBezTo>
                    <a:pt x="396" y="274"/>
                    <a:pt x="418" y="272"/>
                    <a:pt x="438" y="270"/>
                  </a:cubicBezTo>
                  <a:cubicBezTo>
                    <a:pt x="641" y="253"/>
                    <a:pt x="795" y="165"/>
                    <a:pt x="809" y="130"/>
                  </a:cubicBezTo>
                  <a:cubicBezTo>
                    <a:pt x="813" y="120"/>
                    <a:pt x="781" y="99"/>
                    <a:pt x="781" y="99"/>
                  </a:cubicBezTo>
                  <a:cubicBezTo>
                    <a:pt x="687" y="36"/>
                    <a:pt x="483" y="1"/>
                    <a:pt x="308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95" name="Google Shape;6353;p80">
              <a:extLst>
                <a:ext uri="{FF2B5EF4-FFF2-40B4-BE49-F238E27FC236}">
                  <a16:creationId xmlns:a16="http://schemas.microsoft.com/office/drawing/2014/main" id="{7FF45F1C-6E75-C71B-D8A4-D07BE5715E32}"/>
                </a:ext>
              </a:extLst>
            </p:cNvPr>
            <p:cNvSpPr/>
            <p:nvPr/>
          </p:nvSpPr>
          <p:spPr>
            <a:xfrm>
              <a:off x="1591976" y="2466518"/>
              <a:ext cx="8907" cy="7115"/>
            </a:xfrm>
            <a:custGeom>
              <a:avLst/>
              <a:gdLst/>
              <a:ahLst/>
              <a:cxnLst/>
              <a:rect l="l" t="t" r="r" b="b"/>
              <a:pathLst>
                <a:path w="656" h="524" extrusionOk="0">
                  <a:moveTo>
                    <a:pt x="619" y="1"/>
                  </a:moveTo>
                  <a:cubicBezTo>
                    <a:pt x="614" y="1"/>
                    <a:pt x="610" y="1"/>
                    <a:pt x="606" y="3"/>
                  </a:cubicBezTo>
                  <a:cubicBezTo>
                    <a:pt x="431" y="3"/>
                    <a:pt x="78" y="255"/>
                    <a:pt x="18" y="434"/>
                  </a:cubicBezTo>
                  <a:cubicBezTo>
                    <a:pt x="1" y="486"/>
                    <a:pt x="18" y="500"/>
                    <a:pt x="43" y="511"/>
                  </a:cubicBezTo>
                  <a:cubicBezTo>
                    <a:pt x="59" y="519"/>
                    <a:pt x="79" y="523"/>
                    <a:pt x="100" y="523"/>
                  </a:cubicBezTo>
                  <a:cubicBezTo>
                    <a:pt x="197" y="523"/>
                    <a:pt x="338" y="442"/>
                    <a:pt x="470" y="304"/>
                  </a:cubicBezTo>
                  <a:cubicBezTo>
                    <a:pt x="620" y="147"/>
                    <a:pt x="655" y="28"/>
                    <a:pt x="645" y="7"/>
                  </a:cubicBezTo>
                  <a:cubicBezTo>
                    <a:pt x="641" y="3"/>
                    <a:pt x="638" y="3"/>
                    <a:pt x="634" y="3"/>
                  </a:cubicBezTo>
                  <a:cubicBezTo>
                    <a:pt x="629" y="1"/>
                    <a:pt x="624" y="1"/>
                    <a:pt x="619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96" name="Google Shape;6354;p80">
              <a:extLst>
                <a:ext uri="{FF2B5EF4-FFF2-40B4-BE49-F238E27FC236}">
                  <a16:creationId xmlns:a16="http://schemas.microsoft.com/office/drawing/2014/main" id="{DD2149ED-7C89-B11D-29B0-120C7CBE0053}"/>
                </a:ext>
              </a:extLst>
            </p:cNvPr>
            <p:cNvSpPr/>
            <p:nvPr/>
          </p:nvSpPr>
          <p:spPr>
            <a:xfrm>
              <a:off x="1602621" y="2468718"/>
              <a:ext cx="10862" cy="5540"/>
            </a:xfrm>
            <a:custGeom>
              <a:avLst/>
              <a:gdLst/>
              <a:ahLst/>
              <a:cxnLst/>
              <a:rect l="l" t="t" r="r" b="b"/>
              <a:pathLst>
                <a:path w="800" h="408" extrusionOk="0">
                  <a:moveTo>
                    <a:pt x="660" y="1"/>
                  </a:moveTo>
                  <a:cubicBezTo>
                    <a:pt x="633" y="1"/>
                    <a:pt x="604" y="5"/>
                    <a:pt x="572" y="13"/>
                  </a:cubicBezTo>
                  <a:cubicBezTo>
                    <a:pt x="309" y="72"/>
                    <a:pt x="29" y="317"/>
                    <a:pt x="1" y="401"/>
                  </a:cubicBezTo>
                  <a:cubicBezTo>
                    <a:pt x="15" y="405"/>
                    <a:pt x="32" y="407"/>
                    <a:pt x="53" y="407"/>
                  </a:cubicBezTo>
                  <a:cubicBezTo>
                    <a:pt x="197" y="407"/>
                    <a:pt x="491" y="316"/>
                    <a:pt x="684" y="188"/>
                  </a:cubicBezTo>
                  <a:cubicBezTo>
                    <a:pt x="782" y="121"/>
                    <a:pt x="799" y="79"/>
                    <a:pt x="799" y="72"/>
                  </a:cubicBezTo>
                  <a:cubicBezTo>
                    <a:pt x="772" y="25"/>
                    <a:pt x="725" y="1"/>
                    <a:pt x="660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97" name="Google Shape;6355;p80">
              <a:extLst>
                <a:ext uri="{FF2B5EF4-FFF2-40B4-BE49-F238E27FC236}">
                  <a16:creationId xmlns:a16="http://schemas.microsoft.com/office/drawing/2014/main" id="{C1E75668-9910-CC1C-FBA1-0A7531873FA0}"/>
                </a:ext>
              </a:extLst>
            </p:cNvPr>
            <p:cNvSpPr/>
            <p:nvPr/>
          </p:nvSpPr>
          <p:spPr>
            <a:xfrm>
              <a:off x="1441633" y="2034672"/>
              <a:ext cx="41181" cy="45838"/>
            </a:xfrm>
            <a:custGeom>
              <a:avLst/>
              <a:gdLst/>
              <a:ahLst/>
              <a:cxnLst/>
              <a:rect l="l" t="t" r="r" b="b"/>
              <a:pathLst>
                <a:path w="3033" h="3376" extrusionOk="0">
                  <a:moveTo>
                    <a:pt x="1117" y="1"/>
                  </a:moveTo>
                  <a:cubicBezTo>
                    <a:pt x="1110" y="25"/>
                    <a:pt x="1100" y="46"/>
                    <a:pt x="1082" y="64"/>
                  </a:cubicBezTo>
                  <a:cubicBezTo>
                    <a:pt x="1019" y="141"/>
                    <a:pt x="869" y="197"/>
                    <a:pt x="687" y="207"/>
                  </a:cubicBezTo>
                  <a:cubicBezTo>
                    <a:pt x="578" y="214"/>
                    <a:pt x="564" y="295"/>
                    <a:pt x="564" y="494"/>
                  </a:cubicBezTo>
                  <a:lnTo>
                    <a:pt x="564" y="540"/>
                  </a:lnTo>
                  <a:cubicBezTo>
                    <a:pt x="564" y="659"/>
                    <a:pt x="494" y="715"/>
                    <a:pt x="435" y="764"/>
                  </a:cubicBezTo>
                  <a:cubicBezTo>
                    <a:pt x="386" y="795"/>
                    <a:pt x="344" y="841"/>
                    <a:pt x="319" y="893"/>
                  </a:cubicBezTo>
                  <a:cubicBezTo>
                    <a:pt x="302" y="932"/>
                    <a:pt x="291" y="974"/>
                    <a:pt x="291" y="1019"/>
                  </a:cubicBezTo>
                  <a:cubicBezTo>
                    <a:pt x="284" y="1096"/>
                    <a:pt x="270" y="1152"/>
                    <a:pt x="141" y="1219"/>
                  </a:cubicBezTo>
                  <a:cubicBezTo>
                    <a:pt x="81" y="1240"/>
                    <a:pt x="32" y="1289"/>
                    <a:pt x="11" y="1352"/>
                  </a:cubicBezTo>
                  <a:cubicBezTo>
                    <a:pt x="1" y="1404"/>
                    <a:pt x="11" y="1457"/>
                    <a:pt x="43" y="1499"/>
                  </a:cubicBezTo>
                  <a:cubicBezTo>
                    <a:pt x="141" y="1642"/>
                    <a:pt x="78" y="1772"/>
                    <a:pt x="39" y="1859"/>
                  </a:cubicBezTo>
                  <a:cubicBezTo>
                    <a:pt x="32" y="1877"/>
                    <a:pt x="25" y="1895"/>
                    <a:pt x="18" y="1912"/>
                  </a:cubicBezTo>
                  <a:cubicBezTo>
                    <a:pt x="46" y="1937"/>
                    <a:pt x="74" y="1958"/>
                    <a:pt x="106" y="1979"/>
                  </a:cubicBezTo>
                  <a:cubicBezTo>
                    <a:pt x="179" y="2021"/>
                    <a:pt x="249" y="2073"/>
                    <a:pt x="312" y="2129"/>
                  </a:cubicBezTo>
                  <a:cubicBezTo>
                    <a:pt x="346" y="2161"/>
                    <a:pt x="365" y="2171"/>
                    <a:pt x="381" y="2171"/>
                  </a:cubicBezTo>
                  <a:cubicBezTo>
                    <a:pt x="393" y="2171"/>
                    <a:pt x="403" y="2165"/>
                    <a:pt x="417" y="2157"/>
                  </a:cubicBezTo>
                  <a:cubicBezTo>
                    <a:pt x="431" y="2150"/>
                    <a:pt x="458" y="2134"/>
                    <a:pt x="490" y="2134"/>
                  </a:cubicBezTo>
                  <a:cubicBezTo>
                    <a:pt x="522" y="2134"/>
                    <a:pt x="559" y="2150"/>
                    <a:pt x="592" y="2206"/>
                  </a:cubicBezTo>
                  <a:cubicBezTo>
                    <a:pt x="634" y="2290"/>
                    <a:pt x="631" y="2392"/>
                    <a:pt x="582" y="2472"/>
                  </a:cubicBezTo>
                  <a:cubicBezTo>
                    <a:pt x="536" y="2549"/>
                    <a:pt x="459" y="2609"/>
                    <a:pt x="372" y="2633"/>
                  </a:cubicBezTo>
                  <a:lnTo>
                    <a:pt x="375" y="2640"/>
                  </a:lnTo>
                  <a:lnTo>
                    <a:pt x="386" y="2654"/>
                  </a:lnTo>
                  <a:cubicBezTo>
                    <a:pt x="393" y="2665"/>
                    <a:pt x="396" y="2675"/>
                    <a:pt x="403" y="2686"/>
                  </a:cubicBezTo>
                  <a:lnTo>
                    <a:pt x="410" y="2700"/>
                  </a:lnTo>
                  <a:cubicBezTo>
                    <a:pt x="417" y="2710"/>
                    <a:pt x="421" y="2721"/>
                    <a:pt x="424" y="2735"/>
                  </a:cubicBezTo>
                  <a:cubicBezTo>
                    <a:pt x="424" y="2738"/>
                    <a:pt x="428" y="2742"/>
                    <a:pt x="428" y="2745"/>
                  </a:cubicBezTo>
                  <a:cubicBezTo>
                    <a:pt x="431" y="2756"/>
                    <a:pt x="435" y="2770"/>
                    <a:pt x="435" y="2784"/>
                  </a:cubicBezTo>
                  <a:lnTo>
                    <a:pt x="435" y="2794"/>
                  </a:lnTo>
                  <a:cubicBezTo>
                    <a:pt x="438" y="2805"/>
                    <a:pt x="438" y="2812"/>
                    <a:pt x="435" y="2822"/>
                  </a:cubicBezTo>
                  <a:lnTo>
                    <a:pt x="435" y="2836"/>
                  </a:lnTo>
                  <a:cubicBezTo>
                    <a:pt x="435" y="2843"/>
                    <a:pt x="431" y="2854"/>
                    <a:pt x="431" y="2861"/>
                  </a:cubicBezTo>
                  <a:cubicBezTo>
                    <a:pt x="431" y="2864"/>
                    <a:pt x="431" y="2868"/>
                    <a:pt x="428" y="2871"/>
                  </a:cubicBezTo>
                  <a:cubicBezTo>
                    <a:pt x="421" y="2882"/>
                    <a:pt x="417" y="2896"/>
                    <a:pt x="410" y="2906"/>
                  </a:cubicBezTo>
                  <a:cubicBezTo>
                    <a:pt x="393" y="2927"/>
                    <a:pt x="375" y="2952"/>
                    <a:pt x="354" y="2973"/>
                  </a:cubicBezTo>
                  <a:cubicBezTo>
                    <a:pt x="344" y="2987"/>
                    <a:pt x="333" y="3001"/>
                    <a:pt x="323" y="3015"/>
                  </a:cubicBezTo>
                  <a:cubicBezTo>
                    <a:pt x="344" y="3046"/>
                    <a:pt x="372" y="3074"/>
                    <a:pt x="400" y="3099"/>
                  </a:cubicBezTo>
                  <a:cubicBezTo>
                    <a:pt x="430" y="3127"/>
                    <a:pt x="456" y="3136"/>
                    <a:pt x="484" y="3136"/>
                  </a:cubicBezTo>
                  <a:cubicBezTo>
                    <a:pt x="504" y="3136"/>
                    <a:pt x="525" y="3131"/>
                    <a:pt x="550" y="3127"/>
                  </a:cubicBezTo>
                  <a:lnTo>
                    <a:pt x="592" y="3116"/>
                  </a:lnTo>
                  <a:lnTo>
                    <a:pt x="596" y="3116"/>
                  </a:lnTo>
                  <a:cubicBezTo>
                    <a:pt x="610" y="3116"/>
                    <a:pt x="624" y="3113"/>
                    <a:pt x="638" y="3113"/>
                  </a:cubicBezTo>
                  <a:lnTo>
                    <a:pt x="666" y="3113"/>
                  </a:lnTo>
                  <a:lnTo>
                    <a:pt x="683" y="3116"/>
                  </a:lnTo>
                  <a:lnTo>
                    <a:pt x="690" y="3116"/>
                  </a:lnTo>
                  <a:lnTo>
                    <a:pt x="704" y="3120"/>
                  </a:lnTo>
                  <a:lnTo>
                    <a:pt x="711" y="3123"/>
                  </a:lnTo>
                  <a:lnTo>
                    <a:pt x="725" y="3130"/>
                  </a:lnTo>
                  <a:lnTo>
                    <a:pt x="732" y="3134"/>
                  </a:lnTo>
                  <a:cubicBezTo>
                    <a:pt x="739" y="3137"/>
                    <a:pt x="746" y="3141"/>
                    <a:pt x="753" y="3144"/>
                  </a:cubicBezTo>
                  <a:lnTo>
                    <a:pt x="760" y="3151"/>
                  </a:lnTo>
                  <a:lnTo>
                    <a:pt x="774" y="3162"/>
                  </a:lnTo>
                  <a:lnTo>
                    <a:pt x="781" y="3169"/>
                  </a:lnTo>
                  <a:lnTo>
                    <a:pt x="799" y="3186"/>
                  </a:lnTo>
                  <a:lnTo>
                    <a:pt x="806" y="3193"/>
                  </a:lnTo>
                  <a:cubicBezTo>
                    <a:pt x="813" y="3200"/>
                    <a:pt x="820" y="3207"/>
                    <a:pt x="827" y="3218"/>
                  </a:cubicBezTo>
                  <a:cubicBezTo>
                    <a:pt x="858" y="3267"/>
                    <a:pt x="897" y="3309"/>
                    <a:pt x="939" y="3351"/>
                  </a:cubicBezTo>
                  <a:cubicBezTo>
                    <a:pt x="949" y="3365"/>
                    <a:pt x="967" y="3372"/>
                    <a:pt x="988" y="3375"/>
                  </a:cubicBezTo>
                  <a:cubicBezTo>
                    <a:pt x="995" y="3375"/>
                    <a:pt x="1040" y="3361"/>
                    <a:pt x="1103" y="3207"/>
                  </a:cubicBezTo>
                  <a:cubicBezTo>
                    <a:pt x="1135" y="3134"/>
                    <a:pt x="1166" y="3053"/>
                    <a:pt x="1194" y="2966"/>
                  </a:cubicBezTo>
                  <a:cubicBezTo>
                    <a:pt x="1303" y="2672"/>
                    <a:pt x="1415" y="2364"/>
                    <a:pt x="1639" y="2297"/>
                  </a:cubicBezTo>
                  <a:cubicBezTo>
                    <a:pt x="1670" y="2287"/>
                    <a:pt x="1705" y="2280"/>
                    <a:pt x="1740" y="2269"/>
                  </a:cubicBezTo>
                  <a:cubicBezTo>
                    <a:pt x="2014" y="2192"/>
                    <a:pt x="2427" y="2077"/>
                    <a:pt x="2679" y="1737"/>
                  </a:cubicBezTo>
                  <a:cubicBezTo>
                    <a:pt x="2840" y="1523"/>
                    <a:pt x="2864" y="1429"/>
                    <a:pt x="2878" y="1359"/>
                  </a:cubicBezTo>
                  <a:cubicBezTo>
                    <a:pt x="2892" y="1282"/>
                    <a:pt x="2934" y="1215"/>
                    <a:pt x="2994" y="1170"/>
                  </a:cubicBezTo>
                  <a:lnTo>
                    <a:pt x="3008" y="1159"/>
                  </a:lnTo>
                  <a:lnTo>
                    <a:pt x="3015" y="1152"/>
                  </a:lnTo>
                  <a:lnTo>
                    <a:pt x="3018" y="1149"/>
                  </a:lnTo>
                  <a:lnTo>
                    <a:pt x="3025" y="1142"/>
                  </a:lnTo>
                  <a:lnTo>
                    <a:pt x="3029" y="1135"/>
                  </a:lnTo>
                  <a:lnTo>
                    <a:pt x="3029" y="1131"/>
                  </a:lnTo>
                  <a:cubicBezTo>
                    <a:pt x="3029" y="1128"/>
                    <a:pt x="3029" y="1128"/>
                    <a:pt x="3029" y="1124"/>
                  </a:cubicBezTo>
                  <a:lnTo>
                    <a:pt x="3029" y="1117"/>
                  </a:lnTo>
                  <a:cubicBezTo>
                    <a:pt x="3032" y="1082"/>
                    <a:pt x="2983" y="1016"/>
                    <a:pt x="2927" y="949"/>
                  </a:cubicBezTo>
                  <a:lnTo>
                    <a:pt x="2917" y="935"/>
                  </a:lnTo>
                  <a:lnTo>
                    <a:pt x="2892" y="911"/>
                  </a:lnTo>
                  <a:lnTo>
                    <a:pt x="2885" y="900"/>
                  </a:lnTo>
                  <a:lnTo>
                    <a:pt x="2857" y="872"/>
                  </a:lnTo>
                  <a:lnTo>
                    <a:pt x="2833" y="844"/>
                  </a:lnTo>
                  <a:cubicBezTo>
                    <a:pt x="2808" y="816"/>
                    <a:pt x="2763" y="764"/>
                    <a:pt x="2714" y="715"/>
                  </a:cubicBezTo>
                  <a:lnTo>
                    <a:pt x="2693" y="694"/>
                  </a:lnTo>
                  <a:lnTo>
                    <a:pt x="2682" y="683"/>
                  </a:lnTo>
                  <a:lnTo>
                    <a:pt x="2651" y="652"/>
                  </a:lnTo>
                  <a:lnTo>
                    <a:pt x="2619" y="624"/>
                  </a:lnTo>
                  <a:cubicBezTo>
                    <a:pt x="2602" y="603"/>
                    <a:pt x="2581" y="585"/>
                    <a:pt x="2560" y="571"/>
                  </a:cubicBezTo>
                  <a:cubicBezTo>
                    <a:pt x="2553" y="564"/>
                    <a:pt x="2542" y="557"/>
                    <a:pt x="2532" y="554"/>
                  </a:cubicBezTo>
                  <a:cubicBezTo>
                    <a:pt x="2525" y="557"/>
                    <a:pt x="2521" y="564"/>
                    <a:pt x="2514" y="568"/>
                  </a:cubicBezTo>
                  <a:cubicBezTo>
                    <a:pt x="2465" y="603"/>
                    <a:pt x="2386" y="623"/>
                    <a:pt x="2300" y="623"/>
                  </a:cubicBezTo>
                  <a:cubicBezTo>
                    <a:pt x="2214" y="623"/>
                    <a:pt x="2120" y="603"/>
                    <a:pt x="2042" y="557"/>
                  </a:cubicBezTo>
                  <a:cubicBezTo>
                    <a:pt x="1975" y="515"/>
                    <a:pt x="1916" y="466"/>
                    <a:pt x="1866" y="410"/>
                  </a:cubicBezTo>
                  <a:cubicBezTo>
                    <a:pt x="1814" y="358"/>
                    <a:pt x="1772" y="312"/>
                    <a:pt x="1733" y="312"/>
                  </a:cubicBezTo>
                  <a:lnTo>
                    <a:pt x="1695" y="312"/>
                  </a:lnTo>
                  <a:lnTo>
                    <a:pt x="1674" y="305"/>
                  </a:lnTo>
                  <a:lnTo>
                    <a:pt x="1660" y="302"/>
                  </a:lnTo>
                  <a:lnTo>
                    <a:pt x="1639" y="295"/>
                  </a:lnTo>
                  <a:lnTo>
                    <a:pt x="1625" y="291"/>
                  </a:lnTo>
                  <a:lnTo>
                    <a:pt x="1597" y="281"/>
                  </a:lnTo>
                  <a:lnTo>
                    <a:pt x="1583" y="274"/>
                  </a:lnTo>
                  <a:lnTo>
                    <a:pt x="1548" y="260"/>
                  </a:lnTo>
                  <a:lnTo>
                    <a:pt x="1541" y="256"/>
                  </a:lnTo>
                  <a:lnTo>
                    <a:pt x="1495" y="232"/>
                  </a:lnTo>
                  <a:lnTo>
                    <a:pt x="1481" y="225"/>
                  </a:lnTo>
                  <a:lnTo>
                    <a:pt x="1450" y="207"/>
                  </a:lnTo>
                  <a:lnTo>
                    <a:pt x="1432" y="197"/>
                  </a:lnTo>
                  <a:lnTo>
                    <a:pt x="1401" y="183"/>
                  </a:lnTo>
                  <a:lnTo>
                    <a:pt x="1380" y="169"/>
                  </a:lnTo>
                  <a:lnTo>
                    <a:pt x="1352" y="151"/>
                  </a:lnTo>
                  <a:lnTo>
                    <a:pt x="1331" y="141"/>
                  </a:lnTo>
                  <a:lnTo>
                    <a:pt x="1299" y="123"/>
                  </a:lnTo>
                  <a:lnTo>
                    <a:pt x="1285" y="113"/>
                  </a:lnTo>
                  <a:lnTo>
                    <a:pt x="1236" y="85"/>
                  </a:lnTo>
                  <a:lnTo>
                    <a:pt x="1226" y="74"/>
                  </a:lnTo>
                  <a:lnTo>
                    <a:pt x="1191" y="53"/>
                  </a:lnTo>
                  <a:lnTo>
                    <a:pt x="1173" y="39"/>
                  </a:lnTo>
                  <a:lnTo>
                    <a:pt x="1149" y="22"/>
                  </a:lnTo>
                  <a:lnTo>
                    <a:pt x="1128" y="8"/>
                  </a:lnTo>
                  <a:lnTo>
                    <a:pt x="1117" y="1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98" name="Google Shape;6356;p80">
              <a:extLst>
                <a:ext uri="{FF2B5EF4-FFF2-40B4-BE49-F238E27FC236}">
                  <a16:creationId xmlns:a16="http://schemas.microsoft.com/office/drawing/2014/main" id="{9779996C-2538-969F-BB6F-6CD147F1FC99}"/>
                </a:ext>
              </a:extLst>
            </p:cNvPr>
            <p:cNvSpPr/>
            <p:nvPr/>
          </p:nvSpPr>
          <p:spPr>
            <a:xfrm>
              <a:off x="1464633" y="2038813"/>
              <a:ext cx="163" cy="14"/>
            </a:xfrm>
            <a:custGeom>
              <a:avLst/>
              <a:gdLst/>
              <a:ahLst/>
              <a:cxnLst/>
              <a:rect l="l" t="t" r="r" b="b"/>
              <a:pathLst>
                <a:path w="12" h="1" extrusionOk="0">
                  <a:moveTo>
                    <a:pt x="1" y="0"/>
                  </a:moveTo>
                  <a:lnTo>
                    <a:pt x="11" y="0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99" name="Google Shape;6357;p80">
              <a:extLst>
                <a:ext uri="{FF2B5EF4-FFF2-40B4-BE49-F238E27FC236}">
                  <a16:creationId xmlns:a16="http://schemas.microsoft.com/office/drawing/2014/main" id="{BF68C6C0-0F12-B708-647E-F4A2D0269B82}"/>
                </a:ext>
              </a:extLst>
            </p:cNvPr>
            <p:cNvSpPr/>
            <p:nvPr/>
          </p:nvSpPr>
          <p:spPr>
            <a:xfrm>
              <a:off x="1462501" y="2038053"/>
              <a:ext cx="149" cy="109"/>
            </a:xfrm>
            <a:custGeom>
              <a:avLst/>
              <a:gdLst/>
              <a:ahLst/>
              <a:cxnLst/>
              <a:rect l="l" t="t" r="r" b="b"/>
              <a:pathLst>
                <a:path w="11" h="8" extrusionOk="0">
                  <a:moveTo>
                    <a:pt x="0" y="0"/>
                  </a:moveTo>
                  <a:lnTo>
                    <a:pt x="11" y="7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00" name="Google Shape;6358;p80">
              <a:extLst>
                <a:ext uri="{FF2B5EF4-FFF2-40B4-BE49-F238E27FC236}">
                  <a16:creationId xmlns:a16="http://schemas.microsoft.com/office/drawing/2014/main" id="{740732B6-E8E7-156B-69ED-1D6EDD470B09}"/>
                </a:ext>
              </a:extLst>
            </p:cNvPr>
            <p:cNvSpPr/>
            <p:nvPr/>
          </p:nvSpPr>
          <p:spPr>
            <a:xfrm>
              <a:off x="1475767" y="2042140"/>
              <a:ext cx="244" cy="244"/>
            </a:xfrm>
            <a:custGeom>
              <a:avLst/>
              <a:gdLst/>
              <a:ahLst/>
              <a:cxnLst/>
              <a:rect l="l" t="t" r="r" b="b"/>
              <a:pathLst>
                <a:path w="18" h="18" extrusionOk="0">
                  <a:moveTo>
                    <a:pt x="0" y="18"/>
                  </a:moveTo>
                  <a:cubicBezTo>
                    <a:pt x="7" y="11"/>
                    <a:pt x="11" y="7"/>
                    <a:pt x="18" y="0"/>
                  </a:cubicBezTo>
                  <a:cubicBezTo>
                    <a:pt x="11" y="7"/>
                    <a:pt x="7" y="11"/>
                    <a:pt x="0" y="18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01" name="Google Shape;6359;p80">
              <a:extLst>
                <a:ext uri="{FF2B5EF4-FFF2-40B4-BE49-F238E27FC236}">
                  <a16:creationId xmlns:a16="http://schemas.microsoft.com/office/drawing/2014/main" id="{22A4BCBA-F7A4-21A3-99D5-55DF21186616}"/>
                </a:ext>
              </a:extLst>
            </p:cNvPr>
            <p:cNvSpPr/>
            <p:nvPr/>
          </p:nvSpPr>
          <p:spPr>
            <a:xfrm>
              <a:off x="1463112" y="2038338"/>
              <a:ext cx="204" cy="54"/>
            </a:xfrm>
            <a:custGeom>
              <a:avLst/>
              <a:gdLst/>
              <a:ahLst/>
              <a:cxnLst/>
              <a:rect l="l" t="t" r="r" b="b"/>
              <a:pathLst>
                <a:path w="15" h="4" extrusionOk="0">
                  <a:moveTo>
                    <a:pt x="1" y="0"/>
                  </a:moveTo>
                  <a:lnTo>
                    <a:pt x="15" y="4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02" name="Google Shape;6360;p80">
              <a:extLst>
                <a:ext uri="{FF2B5EF4-FFF2-40B4-BE49-F238E27FC236}">
                  <a16:creationId xmlns:a16="http://schemas.microsoft.com/office/drawing/2014/main" id="{BBB0E3EC-5FEC-5B46-98CE-09B130F6BA7D}"/>
                </a:ext>
              </a:extLst>
            </p:cNvPr>
            <p:cNvSpPr/>
            <p:nvPr/>
          </p:nvSpPr>
          <p:spPr>
            <a:xfrm>
              <a:off x="1464158" y="2038718"/>
              <a:ext cx="204" cy="54"/>
            </a:xfrm>
            <a:custGeom>
              <a:avLst/>
              <a:gdLst/>
              <a:ahLst/>
              <a:cxnLst/>
              <a:rect l="l" t="t" r="r" b="b"/>
              <a:pathLst>
                <a:path w="15" h="4" extrusionOk="0">
                  <a:moveTo>
                    <a:pt x="1" y="0"/>
                  </a:moveTo>
                  <a:lnTo>
                    <a:pt x="15" y="4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03" name="Google Shape;6361;p80">
              <a:extLst>
                <a:ext uri="{FF2B5EF4-FFF2-40B4-BE49-F238E27FC236}">
                  <a16:creationId xmlns:a16="http://schemas.microsoft.com/office/drawing/2014/main" id="{81EEC6AC-2ABE-BD2B-116E-C86BE77F2A0B}"/>
                </a:ext>
              </a:extLst>
            </p:cNvPr>
            <p:cNvSpPr/>
            <p:nvPr/>
          </p:nvSpPr>
          <p:spPr>
            <a:xfrm>
              <a:off x="1463642" y="2038569"/>
              <a:ext cx="204" cy="68"/>
            </a:xfrm>
            <a:custGeom>
              <a:avLst/>
              <a:gdLst/>
              <a:ahLst/>
              <a:cxnLst/>
              <a:rect l="l" t="t" r="r" b="b"/>
              <a:pathLst>
                <a:path w="15" h="5" extrusionOk="0">
                  <a:moveTo>
                    <a:pt x="0" y="1"/>
                  </a:moveTo>
                  <a:lnTo>
                    <a:pt x="14" y="4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04" name="Google Shape;6362;p80">
              <a:extLst>
                <a:ext uri="{FF2B5EF4-FFF2-40B4-BE49-F238E27FC236}">
                  <a16:creationId xmlns:a16="http://schemas.microsoft.com/office/drawing/2014/main" id="{98FD0EB5-3569-1FAA-5229-194A631C577D}"/>
                </a:ext>
              </a:extLst>
            </p:cNvPr>
            <p:cNvSpPr/>
            <p:nvPr/>
          </p:nvSpPr>
          <p:spPr>
            <a:xfrm>
              <a:off x="1478048" y="2043891"/>
              <a:ext cx="149" cy="163"/>
            </a:xfrm>
            <a:custGeom>
              <a:avLst/>
              <a:gdLst/>
              <a:ahLst/>
              <a:cxnLst/>
              <a:rect l="l" t="t" r="r" b="b"/>
              <a:pathLst>
                <a:path w="11" h="12" extrusionOk="0">
                  <a:moveTo>
                    <a:pt x="0" y="1"/>
                  </a:moveTo>
                  <a:lnTo>
                    <a:pt x="11" y="11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05" name="Google Shape;6363;p80">
              <a:extLst>
                <a:ext uri="{FF2B5EF4-FFF2-40B4-BE49-F238E27FC236}">
                  <a16:creationId xmlns:a16="http://schemas.microsoft.com/office/drawing/2014/main" id="{428085B2-616D-C642-979E-A322960DCE0F}"/>
                </a:ext>
              </a:extLst>
            </p:cNvPr>
            <p:cNvSpPr/>
            <p:nvPr/>
          </p:nvSpPr>
          <p:spPr>
            <a:xfrm>
              <a:off x="1478428" y="2044326"/>
              <a:ext cx="1670" cy="1819"/>
            </a:xfrm>
            <a:custGeom>
              <a:avLst/>
              <a:gdLst/>
              <a:ahLst/>
              <a:cxnLst/>
              <a:rect l="l" t="t" r="r" b="b"/>
              <a:pathLst>
                <a:path w="123" h="134" extrusionOk="0">
                  <a:moveTo>
                    <a:pt x="0" y="1"/>
                  </a:moveTo>
                  <a:lnTo>
                    <a:pt x="0" y="1"/>
                  </a:lnTo>
                  <a:cubicBezTo>
                    <a:pt x="49" y="49"/>
                    <a:pt x="91" y="98"/>
                    <a:pt x="116" y="130"/>
                  </a:cubicBezTo>
                  <a:lnTo>
                    <a:pt x="123" y="133"/>
                  </a:lnTo>
                  <a:cubicBezTo>
                    <a:pt x="98" y="105"/>
                    <a:pt x="53" y="53"/>
                    <a:pt x="0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06" name="Google Shape;6364;p80">
              <a:extLst>
                <a:ext uri="{FF2B5EF4-FFF2-40B4-BE49-F238E27FC236}">
                  <a16:creationId xmlns:a16="http://schemas.microsoft.com/office/drawing/2014/main" id="{9CA42196-60CA-4CD4-29DA-3F0A5E01F81F}"/>
                </a:ext>
              </a:extLst>
            </p:cNvPr>
            <p:cNvSpPr/>
            <p:nvPr/>
          </p:nvSpPr>
          <p:spPr>
            <a:xfrm>
              <a:off x="1459026" y="2036152"/>
              <a:ext cx="204" cy="109"/>
            </a:xfrm>
            <a:custGeom>
              <a:avLst/>
              <a:gdLst/>
              <a:ahLst/>
              <a:cxnLst/>
              <a:rect l="l" t="t" r="r" b="b"/>
              <a:pathLst>
                <a:path w="15" h="8" extrusionOk="0">
                  <a:moveTo>
                    <a:pt x="1" y="0"/>
                  </a:moveTo>
                  <a:lnTo>
                    <a:pt x="15" y="7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07" name="Google Shape;6365;p80">
              <a:extLst>
                <a:ext uri="{FF2B5EF4-FFF2-40B4-BE49-F238E27FC236}">
                  <a16:creationId xmlns:a16="http://schemas.microsoft.com/office/drawing/2014/main" id="{A4D2F8FA-C9C8-18ED-4B69-6B8A31897B0D}"/>
                </a:ext>
              </a:extLst>
            </p:cNvPr>
            <p:cNvSpPr/>
            <p:nvPr/>
          </p:nvSpPr>
          <p:spPr>
            <a:xfrm>
              <a:off x="1457559" y="2035147"/>
              <a:ext cx="244" cy="163"/>
            </a:xfrm>
            <a:custGeom>
              <a:avLst/>
              <a:gdLst/>
              <a:ahLst/>
              <a:cxnLst/>
              <a:rect l="l" t="t" r="r" b="b"/>
              <a:pathLst>
                <a:path w="18" h="12" extrusionOk="0">
                  <a:moveTo>
                    <a:pt x="0" y="1"/>
                  </a:moveTo>
                  <a:lnTo>
                    <a:pt x="18" y="11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08" name="Google Shape;6366;p80">
              <a:extLst>
                <a:ext uri="{FF2B5EF4-FFF2-40B4-BE49-F238E27FC236}">
                  <a16:creationId xmlns:a16="http://schemas.microsoft.com/office/drawing/2014/main" id="{51184C28-5E00-6BDB-9BB1-403B38BE30BB}"/>
                </a:ext>
              </a:extLst>
            </p:cNvPr>
            <p:cNvSpPr/>
            <p:nvPr/>
          </p:nvSpPr>
          <p:spPr>
            <a:xfrm>
              <a:off x="1458265" y="2035622"/>
              <a:ext cx="163" cy="109"/>
            </a:xfrm>
            <a:custGeom>
              <a:avLst/>
              <a:gdLst/>
              <a:ahLst/>
              <a:cxnLst/>
              <a:rect l="l" t="t" r="r" b="b"/>
              <a:pathLst>
                <a:path w="12" h="8" extrusionOk="0">
                  <a:moveTo>
                    <a:pt x="1" y="1"/>
                  </a:moveTo>
                  <a:lnTo>
                    <a:pt x="11" y="8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09" name="Google Shape;6367;p80">
              <a:extLst>
                <a:ext uri="{FF2B5EF4-FFF2-40B4-BE49-F238E27FC236}">
                  <a16:creationId xmlns:a16="http://schemas.microsoft.com/office/drawing/2014/main" id="{40BB0B59-EE07-6A2E-E862-06F3DC0BF563}"/>
                </a:ext>
              </a:extLst>
            </p:cNvPr>
            <p:cNvSpPr/>
            <p:nvPr/>
          </p:nvSpPr>
          <p:spPr>
            <a:xfrm>
              <a:off x="1477192" y="2043090"/>
              <a:ext cx="434" cy="394"/>
            </a:xfrm>
            <a:custGeom>
              <a:avLst/>
              <a:gdLst/>
              <a:ahLst/>
              <a:cxnLst/>
              <a:rect l="l" t="t" r="r" b="b"/>
              <a:pathLst>
                <a:path w="32" h="29" extrusionOk="0">
                  <a:moveTo>
                    <a:pt x="0" y="0"/>
                  </a:moveTo>
                  <a:lnTo>
                    <a:pt x="32" y="28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10" name="Google Shape;6368;p80">
              <a:extLst>
                <a:ext uri="{FF2B5EF4-FFF2-40B4-BE49-F238E27FC236}">
                  <a16:creationId xmlns:a16="http://schemas.microsoft.com/office/drawing/2014/main" id="{62A02457-625F-1B6C-A712-CE55A7525308}"/>
                </a:ext>
              </a:extLst>
            </p:cNvPr>
            <p:cNvSpPr/>
            <p:nvPr/>
          </p:nvSpPr>
          <p:spPr>
            <a:xfrm>
              <a:off x="1460356" y="2036912"/>
              <a:ext cx="258" cy="204"/>
            </a:xfrm>
            <a:custGeom>
              <a:avLst/>
              <a:gdLst/>
              <a:ahLst/>
              <a:cxnLst/>
              <a:rect l="l" t="t" r="r" b="b"/>
              <a:pathLst>
                <a:path w="19" h="15" extrusionOk="0">
                  <a:moveTo>
                    <a:pt x="1" y="0"/>
                  </a:moveTo>
                  <a:lnTo>
                    <a:pt x="18" y="14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11" name="Google Shape;6369;p80">
              <a:extLst>
                <a:ext uri="{FF2B5EF4-FFF2-40B4-BE49-F238E27FC236}">
                  <a16:creationId xmlns:a16="http://schemas.microsoft.com/office/drawing/2014/main" id="{F5C6FBAB-4E53-E156-A912-5F1A739FE438}"/>
                </a:ext>
              </a:extLst>
            </p:cNvPr>
            <p:cNvSpPr/>
            <p:nvPr/>
          </p:nvSpPr>
          <p:spPr>
            <a:xfrm>
              <a:off x="1456935" y="2034726"/>
              <a:ext cx="258" cy="204"/>
            </a:xfrm>
            <a:custGeom>
              <a:avLst/>
              <a:gdLst/>
              <a:ahLst/>
              <a:cxnLst/>
              <a:rect l="l" t="t" r="r" b="b"/>
              <a:pathLst>
                <a:path w="19" h="15" extrusionOk="0">
                  <a:moveTo>
                    <a:pt x="1" y="0"/>
                  </a:moveTo>
                  <a:lnTo>
                    <a:pt x="18" y="14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12" name="Google Shape;6370;p80">
              <a:extLst>
                <a:ext uri="{FF2B5EF4-FFF2-40B4-BE49-F238E27FC236}">
                  <a16:creationId xmlns:a16="http://schemas.microsoft.com/office/drawing/2014/main" id="{94D8E3FB-B77A-45EC-F5D8-7E8A06CEEC00}"/>
                </a:ext>
              </a:extLst>
            </p:cNvPr>
            <p:cNvSpPr/>
            <p:nvPr/>
          </p:nvSpPr>
          <p:spPr>
            <a:xfrm>
              <a:off x="1459691" y="2036532"/>
              <a:ext cx="258" cy="149"/>
            </a:xfrm>
            <a:custGeom>
              <a:avLst/>
              <a:gdLst/>
              <a:ahLst/>
              <a:cxnLst/>
              <a:rect l="l" t="t" r="r" b="b"/>
              <a:pathLst>
                <a:path w="19" h="11" extrusionOk="0">
                  <a:moveTo>
                    <a:pt x="1" y="0"/>
                  </a:moveTo>
                  <a:lnTo>
                    <a:pt x="18" y="11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13" name="Google Shape;6371;p80">
              <a:extLst>
                <a:ext uri="{FF2B5EF4-FFF2-40B4-BE49-F238E27FC236}">
                  <a16:creationId xmlns:a16="http://schemas.microsoft.com/office/drawing/2014/main" id="{6A332C70-00EC-CD68-E5CC-7372BA282347}"/>
                </a:ext>
              </a:extLst>
            </p:cNvPr>
            <p:cNvSpPr/>
            <p:nvPr/>
          </p:nvSpPr>
          <p:spPr>
            <a:xfrm>
              <a:off x="1461021" y="2037293"/>
              <a:ext cx="258" cy="149"/>
            </a:xfrm>
            <a:custGeom>
              <a:avLst/>
              <a:gdLst/>
              <a:ahLst/>
              <a:cxnLst/>
              <a:rect l="l" t="t" r="r" b="b"/>
              <a:pathLst>
                <a:path w="19" h="11" extrusionOk="0">
                  <a:moveTo>
                    <a:pt x="1" y="0"/>
                  </a:moveTo>
                  <a:lnTo>
                    <a:pt x="18" y="11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14" name="Google Shape;6372;p80">
              <a:extLst>
                <a:ext uri="{FF2B5EF4-FFF2-40B4-BE49-F238E27FC236}">
                  <a16:creationId xmlns:a16="http://schemas.microsoft.com/office/drawing/2014/main" id="{2C5FA216-F4CD-7968-91DA-2B89983A6EEB}"/>
                </a:ext>
              </a:extLst>
            </p:cNvPr>
            <p:cNvSpPr/>
            <p:nvPr/>
          </p:nvSpPr>
          <p:spPr>
            <a:xfrm>
              <a:off x="1461687" y="2037673"/>
              <a:ext cx="204" cy="109"/>
            </a:xfrm>
            <a:custGeom>
              <a:avLst/>
              <a:gdLst/>
              <a:ahLst/>
              <a:cxnLst/>
              <a:rect l="l" t="t" r="r" b="b"/>
              <a:pathLst>
                <a:path w="15" h="8" extrusionOk="0">
                  <a:moveTo>
                    <a:pt x="1" y="0"/>
                  </a:moveTo>
                  <a:lnTo>
                    <a:pt x="15" y="7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15" name="Google Shape;6373;p80">
              <a:extLst>
                <a:ext uri="{FF2B5EF4-FFF2-40B4-BE49-F238E27FC236}">
                  <a16:creationId xmlns:a16="http://schemas.microsoft.com/office/drawing/2014/main" id="{5C2461E0-3C04-9449-B519-0415A71DEA68}"/>
                </a:ext>
              </a:extLst>
            </p:cNvPr>
            <p:cNvSpPr/>
            <p:nvPr/>
          </p:nvSpPr>
          <p:spPr>
            <a:xfrm>
              <a:off x="1452522" y="2077971"/>
              <a:ext cx="299" cy="394"/>
            </a:xfrm>
            <a:custGeom>
              <a:avLst/>
              <a:gdLst/>
              <a:ahLst/>
              <a:cxnLst/>
              <a:rect l="l" t="t" r="r" b="b"/>
              <a:pathLst>
                <a:path w="22" h="29" extrusionOk="0">
                  <a:moveTo>
                    <a:pt x="0" y="1"/>
                  </a:moveTo>
                  <a:lnTo>
                    <a:pt x="0" y="1"/>
                  </a:lnTo>
                  <a:cubicBezTo>
                    <a:pt x="7" y="11"/>
                    <a:pt x="14" y="18"/>
                    <a:pt x="21" y="29"/>
                  </a:cubicBezTo>
                  <a:cubicBezTo>
                    <a:pt x="14" y="18"/>
                    <a:pt x="7" y="8"/>
                    <a:pt x="0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16" name="Google Shape;6374;p80">
              <a:extLst>
                <a:ext uri="{FF2B5EF4-FFF2-40B4-BE49-F238E27FC236}">
                  <a16:creationId xmlns:a16="http://schemas.microsoft.com/office/drawing/2014/main" id="{558E9A10-A688-2A32-A0D7-04449C68D746}"/>
                </a:ext>
              </a:extLst>
            </p:cNvPr>
            <p:cNvSpPr/>
            <p:nvPr/>
          </p:nvSpPr>
          <p:spPr>
            <a:xfrm>
              <a:off x="1480084" y="2046131"/>
              <a:ext cx="733" cy="815"/>
            </a:xfrm>
            <a:custGeom>
              <a:avLst/>
              <a:gdLst/>
              <a:ahLst/>
              <a:cxnLst/>
              <a:rect l="l" t="t" r="r" b="b"/>
              <a:pathLst>
                <a:path w="54" h="60" extrusionOk="0">
                  <a:moveTo>
                    <a:pt x="1" y="0"/>
                  </a:moveTo>
                  <a:lnTo>
                    <a:pt x="25" y="28"/>
                  </a:lnTo>
                  <a:lnTo>
                    <a:pt x="53" y="60"/>
                  </a:lnTo>
                  <a:lnTo>
                    <a:pt x="15" y="14"/>
                  </a:lnTo>
                  <a:lnTo>
                    <a:pt x="1" y="0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17" name="Google Shape;6375;p80">
              <a:extLst>
                <a:ext uri="{FF2B5EF4-FFF2-40B4-BE49-F238E27FC236}">
                  <a16:creationId xmlns:a16="http://schemas.microsoft.com/office/drawing/2014/main" id="{ED45BBA4-2FD4-F9F7-E4D7-EB21432C7A5F}"/>
                </a:ext>
              </a:extLst>
            </p:cNvPr>
            <p:cNvSpPr/>
            <p:nvPr/>
          </p:nvSpPr>
          <p:spPr>
            <a:xfrm>
              <a:off x="1449100" y="2076925"/>
              <a:ext cx="530" cy="109"/>
            </a:xfrm>
            <a:custGeom>
              <a:avLst/>
              <a:gdLst/>
              <a:ahLst/>
              <a:cxnLst/>
              <a:rect l="l" t="t" r="r" b="b"/>
              <a:pathLst>
                <a:path w="39" h="8" extrusionOk="0">
                  <a:moveTo>
                    <a:pt x="39" y="1"/>
                  </a:moveTo>
                  <a:lnTo>
                    <a:pt x="0" y="8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18" name="Google Shape;6376;p80">
              <a:extLst>
                <a:ext uri="{FF2B5EF4-FFF2-40B4-BE49-F238E27FC236}">
                  <a16:creationId xmlns:a16="http://schemas.microsoft.com/office/drawing/2014/main" id="{CA32BB99-6ABD-D970-6847-4DD438DAF9CC}"/>
                </a:ext>
              </a:extLst>
            </p:cNvPr>
            <p:cNvSpPr/>
            <p:nvPr/>
          </p:nvSpPr>
          <p:spPr>
            <a:xfrm>
              <a:off x="1446724" y="2070462"/>
              <a:ext cx="149" cy="204"/>
            </a:xfrm>
            <a:custGeom>
              <a:avLst/>
              <a:gdLst/>
              <a:ahLst/>
              <a:cxnLst/>
              <a:rect l="l" t="t" r="r" b="b"/>
              <a:pathLst>
                <a:path w="11" h="15" extrusionOk="0">
                  <a:moveTo>
                    <a:pt x="11" y="15"/>
                  </a:moveTo>
                  <a:lnTo>
                    <a:pt x="0" y="1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19" name="Google Shape;6377;p80">
              <a:extLst>
                <a:ext uri="{FF2B5EF4-FFF2-40B4-BE49-F238E27FC236}">
                  <a16:creationId xmlns:a16="http://schemas.microsoft.com/office/drawing/2014/main" id="{220BF572-4E83-9D45-91AF-835A7771BEDB}"/>
                </a:ext>
              </a:extLst>
            </p:cNvPr>
            <p:cNvSpPr/>
            <p:nvPr/>
          </p:nvSpPr>
          <p:spPr>
            <a:xfrm>
              <a:off x="1451897" y="2077400"/>
              <a:ext cx="258" cy="204"/>
            </a:xfrm>
            <a:custGeom>
              <a:avLst/>
              <a:gdLst/>
              <a:ahLst/>
              <a:cxnLst/>
              <a:rect l="l" t="t" r="r" b="b"/>
              <a:pathLst>
                <a:path w="19" h="15" extrusionOk="0">
                  <a:moveTo>
                    <a:pt x="18" y="15"/>
                  </a:moveTo>
                  <a:lnTo>
                    <a:pt x="1" y="1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20" name="Google Shape;6378;p80">
              <a:extLst>
                <a:ext uri="{FF2B5EF4-FFF2-40B4-BE49-F238E27FC236}">
                  <a16:creationId xmlns:a16="http://schemas.microsoft.com/office/drawing/2014/main" id="{3AA266EB-5B4B-AEBA-7BD3-6E52452DDC7D}"/>
                </a:ext>
              </a:extLst>
            </p:cNvPr>
            <p:cNvSpPr/>
            <p:nvPr/>
          </p:nvSpPr>
          <p:spPr>
            <a:xfrm>
              <a:off x="1447390" y="2071698"/>
              <a:ext cx="54" cy="163"/>
            </a:xfrm>
            <a:custGeom>
              <a:avLst/>
              <a:gdLst/>
              <a:ahLst/>
              <a:cxnLst/>
              <a:rect l="l" t="t" r="r" b="b"/>
              <a:pathLst>
                <a:path w="4" h="12" extrusionOk="0">
                  <a:moveTo>
                    <a:pt x="0" y="1"/>
                  </a:moveTo>
                  <a:lnTo>
                    <a:pt x="0" y="1"/>
                  </a:lnTo>
                  <a:cubicBezTo>
                    <a:pt x="0" y="4"/>
                    <a:pt x="4" y="11"/>
                    <a:pt x="4" y="11"/>
                  </a:cubicBezTo>
                  <a:cubicBezTo>
                    <a:pt x="4" y="8"/>
                    <a:pt x="0" y="4"/>
                    <a:pt x="0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21" name="Google Shape;6379;p80">
              <a:extLst>
                <a:ext uri="{FF2B5EF4-FFF2-40B4-BE49-F238E27FC236}">
                  <a16:creationId xmlns:a16="http://schemas.microsoft.com/office/drawing/2014/main" id="{0C70CAE1-5ED8-52B0-2B71-6CC8DE31495E}"/>
                </a:ext>
              </a:extLst>
            </p:cNvPr>
            <p:cNvSpPr/>
            <p:nvPr/>
          </p:nvSpPr>
          <p:spPr>
            <a:xfrm>
              <a:off x="1447104" y="2071087"/>
              <a:ext cx="109" cy="204"/>
            </a:xfrm>
            <a:custGeom>
              <a:avLst/>
              <a:gdLst/>
              <a:ahLst/>
              <a:cxnLst/>
              <a:rect l="l" t="t" r="r" b="b"/>
              <a:pathLst>
                <a:path w="8" h="15" extrusionOk="0">
                  <a:moveTo>
                    <a:pt x="7" y="14"/>
                  </a:moveTo>
                  <a:lnTo>
                    <a:pt x="0" y="0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22" name="Google Shape;6380;p80">
              <a:extLst>
                <a:ext uri="{FF2B5EF4-FFF2-40B4-BE49-F238E27FC236}">
                  <a16:creationId xmlns:a16="http://schemas.microsoft.com/office/drawing/2014/main" id="{BBBFF470-5799-159F-83CC-9EAB95A516FD}"/>
                </a:ext>
              </a:extLst>
            </p:cNvPr>
            <p:cNvSpPr/>
            <p:nvPr/>
          </p:nvSpPr>
          <p:spPr>
            <a:xfrm>
              <a:off x="1447580" y="2072933"/>
              <a:ext cx="14" cy="204"/>
            </a:xfrm>
            <a:custGeom>
              <a:avLst/>
              <a:gdLst/>
              <a:ahLst/>
              <a:cxnLst/>
              <a:rect l="l" t="t" r="r" b="b"/>
              <a:pathLst>
                <a:path w="1" h="15" extrusionOk="0">
                  <a:moveTo>
                    <a:pt x="0" y="15"/>
                  </a:moveTo>
                  <a:lnTo>
                    <a:pt x="0" y="1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23" name="Google Shape;6381;p80">
              <a:extLst>
                <a:ext uri="{FF2B5EF4-FFF2-40B4-BE49-F238E27FC236}">
                  <a16:creationId xmlns:a16="http://schemas.microsoft.com/office/drawing/2014/main" id="{FB1F487E-5E97-DB14-7C18-34514ABE27F0}"/>
                </a:ext>
              </a:extLst>
            </p:cNvPr>
            <p:cNvSpPr/>
            <p:nvPr/>
          </p:nvSpPr>
          <p:spPr>
            <a:xfrm>
              <a:off x="1482705" y="2049974"/>
              <a:ext cx="54" cy="68"/>
            </a:xfrm>
            <a:custGeom>
              <a:avLst/>
              <a:gdLst/>
              <a:ahLst/>
              <a:cxnLst/>
              <a:rect l="l" t="t" r="r" b="b"/>
              <a:pathLst>
                <a:path w="4" h="5" extrusionOk="0">
                  <a:moveTo>
                    <a:pt x="4" y="1"/>
                  </a:moveTo>
                  <a:lnTo>
                    <a:pt x="0" y="4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24" name="Google Shape;6382;p80">
              <a:extLst>
                <a:ext uri="{FF2B5EF4-FFF2-40B4-BE49-F238E27FC236}">
                  <a16:creationId xmlns:a16="http://schemas.microsoft.com/office/drawing/2014/main" id="{01F34602-1A38-D16A-69E7-9CF35BB3E5E4}"/>
                </a:ext>
              </a:extLst>
            </p:cNvPr>
            <p:cNvSpPr/>
            <p:nvPr/>
          </p:nvSpPr>
          <p:spPr>
            <a:xfrm>
              <a:off x="1452807" y="2078351"/>
              <a:ext cx="1534" cy="1819"/>
            </a:xfrm>
            <a:custGeom>
              <a:avLst/>
              <a:gdLst/>
              <a:ahLst/>
              <a:cxnLst/>
              <a:rect l="l" t="t" r="r" b="b"/>
              <a:pathLst>
                <a:path w="113" h="134" extrusionOk="0">
                  <a:moveTo>
                    <a:pt x="0" y="1"/>
                  </a:moveTo>
                  <a:lnTo>
                    <a:pt x="0" y="1"/>
                  </a:lnTo>
                  <a:cubicBezTo>
                    <a:pt x="35" y="50"/>
                    <a:pt x="70" y="92"/>
                    <a:pt x="112" y="134"/>
                  </a:cubicBezTo>
                  <a:cubicBezTo>
                    <a:pt x="70" y="92"/>
                    <a:pt x="35" y="46"/>
                    <a:pt x="0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25" name="Google Shape;6383;p80">
              <a:extLst>
                <a:ext uri="{FF2B5EF4-FFF2-40B4-BE49-F238E27FC236}">
                  <a16:creationId xmlns:a16="http://schemas.microsoft.com/office/drawing/2014/main" id="{C98E8BFF-AB77-B755-7FF7-E23E31CF8E21}"/>
                </a:ext>
              </a:extLst>
            </p:cNvPr>
            <p:cNvSpPr/>
            <p:nvPr/>
          </p:nvSpPr>
          <p:spPr>
            <a:xfrm>
              <a:off x="1482460" y="2050313"/>
              <a:ext cx="68" cy="54"/>
            </a:xfrm>
            <a:custGeom>
              <a:avLst/>
              <a:gdLst/>
              <a:ahLst/>
              <a:cxnLst/>
              <a:rect l="l" t="t" r="r" b="b"/>
              <a:pathLst>
                <a:path w="5" h="4" extrusionOk="0">
                  <a:moveTo>
                    <a:pt x="4" y="0"/>
                  </a:moveTo>
                  <a:lnTo>
                    <a:pt x="1" y="4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26" name="Google Shape;6384;p80">
              <a:extLst>
                <a:ext uri="{FF2B5EF4-FFF2-40B4-BE49-F238E27FC236}">
                  <a16:creationId xmlns:a16="http://schemas.microsoft.com/office/drawing/2014/main" id="{610783A9-3F71-66DE-9EA3-97EE37BB524C}"/>
                </a:ext>
              </a:extLst>
            </p:cNvPr>
            <p:cNvSpPr/>
            <p:nvPr/>
          </p:nvSpPr>
          <p:spPr>
            <a:xfrm>
              <a:off x="1482610" y="2050123"/>
              <a:ext cx="54" cy="109"/>
            </a:xfrm>
            <a:custGeom>
              <a:avLst/>
              <a:gdLst/>
              <a:ahLst/>
              <a:cxnLst/>
              <a:rect l="l" t="t" r="r" b="b"/>
              <a:pathLst>
                <a:path w="4" h="8" extrusionOk="0">
                  <a:moveTo>
                    <a:pt x="4" y="0"/>
                  </a:moveTo>
                  <a:lnTo>
                    <a:pt x="0" y="7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27" name="Google Shape;6385;p80">
              <a:extLst>
                <a:ext uri="{FF2B5EF4-FFF2-40B4-BE49-F238E27FC236}">
                  <a16:creationId xmlns:a16="http://schemas.microsoft.com/office/drawing/2014/main" id="{6C0D1B9F-4918-1D9A-B952-3F3ABD61BF17}"/>
                </a:ext>
              </a:extLst>
            </p:cNvPr>
            <p:cNvSpPr/>
            <p:nvPr/>
          </p:nvSpPr>
          <p:spPr>
            <a:xfrm>
              <a:off x="1447390" y="2073463"/>
              <a:ext cx="54" cy="149"/>
            </a:xfrm>
            <a:custGeom>
              <a:avLst/>
              <a:gdLst/>
              <a:ahLst/>
              <a:cxnLst/>
              <a:rect l="l" t="t" r="r" b="b"/>
              <a:pathLst>
                <a:path w="4" h="11" extrusionOk="0">
                  <a:moveTo>
                    <a:pt x="4" y="0"/>
                  </a:moveTo>
                  <a:lnTo>
                    <a:pt x="4" y="0"/>
                  </a:lnTo>
                  <a:cubicBezTo>
                    <a:pt x="4" y="4"/>
                    <a:pt x="0" y="7"/>
                    <a:pt x="0" y="11"/>
                  </a:cubicBezTo>
                  <a:cubicBezTo>
                    <a:pt x="4" y="7"/>
                    <a:pt x="4" y="4"/>
                    <a:pt x="4" y="0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28" name="Google Shape;6386;p80">
              <a:extLst>
                <a:ext uri="{FF2B5EF4-FFF2-40B4-BE49-F238E27FC236}">
                  <a16:creationId xmlns:a16="http://schemas.microsoft.com/office/drawing/2014/main" id="{BA00A798-F798-C3B7-431C-975D66D750CA}"/>
                </a:ext>
              </a:extLst>
            </p:cNvPr>
            <p:cNvSpPr/>
            <p:nvPr/>
          </p:nvSpPr>
          <p:spPr>
            <a:xfrm>
              <a:off x="1481320" y="2047598"/>
              <a:ext cx="1453" cy="2295"/>
            </a:xfrm>
            <a:custGeom>
              <a:avLst/>
              <a:gdLst/>
              <a:ahLst/>
              <a:cxnLst/>
              <a:rect l="l" t="t" r="r" b="b"/>
              <a:pathLst>
                <a:path w="107" h="169" extrusionOk="0">
                  <a:moveTo>
                    <a:pt x="1" y="1"/>
                  </a:moveTo>
                  <a:cubicBezTo>
                    <a:pt x="43" y="50"/>
                    <a:pt x="78" y="93"/>
                    <a:pt x="95" y="127"/>
                  </a:cubicBezTo>
                  <a:lnTo>
                    <a:pt x="95" y="127"/>
                  </a:lnTo>
                  <a:cubicBezTo>
                    <a:pt x="77" y="91"/>
                    <a:pt x="41" y="46"/>
                    <a:pt x="1" y="1"/>
                  </a:cubicBezTo>
                  <a:close/>
                  <a:moveTo>
                    <a:pt x="95" y="127"/>
                  </a:moveTo>
                  <a:cubicBezTo>
                    <a:pt x="103" y="143"/>
                    <a:pt x="107" y="158"/>
                    <a:pt x="106" y="169"/>
                  </a:cubicBezTo>
                  <a:cubicBezTo>
                    <a:pt x="107" y="157"/>
                    <a:pt x="103" y="143"/>
                    <a:pt x="95" y="127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29" name="Google Shape;6387;p80">
              <a:extLst>
                <a:ext uri="{FF2B5EF4-FFF2-40B4-BE49-F238E27FC236}">
                  <a16:creationId xmlns:a16="http://schemas.microsoft.com/office/drawing/2014/main" id="{7A70CCC5-8984-B871-8FDE-ADC715F173A9}"/>
                </a:ext>
              </a:extLst>
            </p:cNvPr>
            <p:cNvSpPr/>
            <p:nvPr/>
          </p:nvSpPr>
          <p:spPr>
            <a:xfrm>
              <a:off x="1451571" y="2077170"/>
              <a:ext cx="299" cy="204"/>
            </a:xfrm>
            <a:custGeom>
              <a:avLst/>
              <a:gdLst/>
              <a:ahLst/>
              <a:cxnLst/>
              <a:rect l="l" t="t" r="r" b="b"/>
              <a:pathLst>
                <a:path w="22" h="15" extrusionOk="0">
                  <a:moveTo>
                    <a:pt x="21" y="14"/>
                  </a:moveTo>
                  <a:cubicBezTo>
                    <a:pt x="14" y="7"/>
                    <a:pt x="7" y="4"/>
                    <a:pt x="0" y="0"/>
                  </a:cubicBezTo>
                  <a:cubicBezTo>
                    <a:pt x="7" y="4"/>
                    <a:pt x="14" y="7"/>
                    <a:pt x="21" y="14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30" name="Google Shape;6388;p80">
              <a:extLst>
                <a:ext uri="{FF2B5EF4-FFF2-40B4-BE49-F238E27FC236}">
                  <a16:creationId xmlns:a16="http://schemas.microsoft.com/office/drawing/2014/main" id="{AD692D50-2B28-264E-440F-A00D18AD3904}"/>
                </a:ext>
              </a:extLst>
            </p:cNvPr>
            <p:cNvSpPr/>
            <p:nvPr/>
          </p:nvSpPr>
          <p:spPr>
            <a:xfrm>
              <a:off x="1450947" y="2076980"/>
              <a:ext cx="204" cy="54"/>
            </a:xfrm>
            <a:custGeom>
              <a:avLst/>
              <a:gdLst/>
              <a:ahLst/>
              <a:cxnLst/>
              <a:rect l="l" t="t" r="r" b="b"/>
              <a:pathLst>
                <a:path w="15" h="4" extrusionOk="0">
                  <a:moveTo>
                    <a:pt x="15" y="4"/>
                  </a:moveTo>
                  <a:lnTo>
                    <a:pt x="1" y="0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31" name="Google Shape;6389;p80">
              <a:extLst>
                <a:ext uri="{FF2B5EF4-FFF2-40B4-BE49-F238E27FC236}">
                  <a16:creationId xmlns:a16="http://schemas.microsoft.com/office/drawing/2014/main" id="{5D14D81B-B050-9DB5-4929-03294B0BDBCC}"/>
                </a:ext>
              </a:extLst>
            </p:cNvPr>
            <p:cNvSpPr/>
            <p:nvPr/>
          </p:nvSpPr>
          <p:spPr>
            <a:xfrm>
              <a:off x="1452237" y="2077645"/>
              <a:ext cx="204" cy="244"/>
            </a:xfrm>
            <a:custGeom>
              <a:avLst/>
              <a:gdLst/>
              <a:ahLst/>
              <a:cxnLst/>
              <a:rect l="l" t="t" r="r" b="b"/>
              <a:pathLst>
                <a:path w="15" h="18" extrusionOk="0">
                  <a:moveTo>
                    <a:pt x="0" y="0"/>
                  </a:moveTo>
                  <a:lnTo>
                    <a:pt x="14" y="18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32" name="Google Shape;6390;p80">
              <a:extLst>
                <a:ext uri="{FF2B5EF4-FFF2-40B4-BE49-F238E27FC236}">
                  <a16:creationId xmlns:a16="http://schemas.microsoft.com/office/drawing/2014/main" id="{D0FD872A-749E-1252-DA9C-CD2CBE8BCD11}"/>
                </a:ext>
              </a:extLst>
            </p:cNvPr>
            <p:cNvSpPr/>
            <p:nvPr/>
          </p:nvSpPr>
          <p:spPr>
            <a:xfrm>
              <a:off x="1449671" y="2076884"/>
              <a:ext cx="625" cy="54"/>
            </a:xfrm>
            <a:custGeom>
              <a:avLst/>
              <a:gdLst/>
              <a:ahLst/>
              <a:cxnLst/>
              <a:rect l="l" t="t" r="r" b="b"/>
              <a:pathLst>
                <a:path w="46" h="4" extrusionOk="0">
                  <a:moveTo>
                    <a:pt x="46" y="0"/>
                  </a:moveTo>
                  <a:cubicBezTo>
                    <a:pt x="28" y="0"/>
                    <a:pt x="14" y="0"/>
                    <a:pt x="0" y="4"/>
                  </a:cubicBezTo>
                  <a:cubicBezTo>
                    <a:pt x="14" y="0"/>
                    <a:pt x="28" y="0"/>
                    <a:pt x="46" y="0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33" name="Google Shape;6391;p80">
              <a:extLst>
                <a:ext uri="{FF2B5EF4-FFF2-40B4-BE49-F238E27FC236}">
                  <a16:creationId xmlns:a16="http://schemas.microsoft.com/office/drawing/2014/main" id="{838E158B-76BC-D19B-1CFB-4919B7FE036B}"/>
                </a:ext>
              </a:extLst>
            </p:cNvPr>
            <p:cNvSpPr/>
            <p:nvPr/>
          </p:nvSpPr>
          <p:spPr>
            <a:xfrm>
              <a:off x="1450621" y="2076884"/>
              <a:ext cx="244" cy="54"/>
            </a:xfrm>
            <a:custGeom>
              <a:avLst/>
              <a:gdLst/>
              <a:ahLst/>
              <a:cxnLst/>
              <a:rect l="l" t="t" r="r" b="b"/>
              <a:pathLst>
                <a:path w="18" h="4" extrusionOk="0">
                  <a:moveTo>
                    <a:pt x="18" y="4"/>
                  </a:moveTo>
                  <a:lnTo>
                    <a:pt x="0" y="0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34" name="Google Shape;6392;p80">
              <a:extLst>
                <a:ext uri="{FF2B5EF4-FFF2-40B4-BE49-F238E27FC236}">
                  <a16:creationId xmlns:a16="http://schemas.microsoft.com/office/drawing/2014/main" id="{6C9D262A-62D5-59A9-9F20-3F342AC81FC3}"/>
                </a:ext>
              </a:extLst>
            </p:cNvPr>
            <p:cNvSpPr/>
            <p:nvPr/>
          </p:nvSpPr>
          <p:spPr>
            <a:xfrm>
              <a:off x="1451286" y="2077075"/>
              <a:ext cx="204" cy="54"/>
            </a:xfrm>
            <a:custGeom>
              <a:avLst/>
              <a:gdLst/>
              <a:ahLst/>
              <a:cxnLst/>
              <a:rect l="l" t="t" r="r" b="b"/>
              <a:pathLst>
                <a:path w="15" h="4" extrusionOk="0">
                  <a:moveTo>
                    <a:pt x="14" y="4"/>
                  </a:moveTo>
                  <a:lnTo>
                    <a:pt x="0" y="0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35" name="Google Shape;6393;p80">
              <a:extLst>
                <a:ext uri="{FF2B5EF4-FFF2-40B4-BE49-F238E27FC236}">
                  <a16:creationId xmlns:a16="http://schemas.microsoft.com/office/drawing/2014/main" id="{16065CFA-779A-E12B-1668-B038BE76FB96}"/>
                </a:ext>
              </a:extLst>
            </p:cNvPr>
            <p:cNvSpPr/>
            <p:nvPr/>
          </p:nvSpPr>
          <p:spPr>
            <a:xfrm>
              <a:off x="1450336" y="2076884"/>
              <a:ext cx="204" cy="14"/>
            </a:xfrm>
            <a:custGeom>
              <a:avLst/>
              <a:gdLst/>
              <a:ahLst/>
              <a:cxnLst/>
              <a:rect l="l" t="t" r="r" b="b"/>
              <a:pathLst>
                <a:path w="15" h="1" extrusionOk="0">
                  <a:moveTo>
                    <a:pt x="0" y="0"/>
                  </a:moveTo>
                  <a:lnTo>
                    <a:pt x="14" y="0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36" name="Google Shape;6394;p80">
              <a:extLst>
                <a:ext uri="{FF2B5EF4-FFF2-40B4-BE49-F238E27FC236}">
                  <a16:creationId xmlns:a16="http://schemas.microsoft.com/office/drawing/2014/main" id="{6B5C5836-D8F5-92F1-A7AF-E9B7FA8885D1}"/>
                </a:ext>
              </a:extLst>
            </p:cNvPr>
            <p:cNvSpPr/>
            <p:nvPr/>
          </p:nvSpPr>
          <p:spPr>
            <a:xfrm>
              <a:off x="1447580" y="2072417"/>
              <a:ext cx="14" cy="149"/>
            </a:xfrm>
            <a:custGeom>
              <a:avLst/>
              <a:gdLst/>
              <a:ahLst/>
              <a:cxnLst/>
              <a:rect l="l" t="t" r="r" b="b"/>
              <a:pathLst>
                <a:path w="1" h="11" extrusionOk="0">
                  <a:moveTo>
                    <a:pt x="0" y="0"/>
                  </a:moveTo>
                  <a:lnTo>
                    <a:pt x="0" y="11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37" name="Google Shape;6395;p80">
              <a:extLst>
                <a:ext uri="{FF2B5EF4-FFF2-40B4-BE49-F238E27FC236}">
                  <a16:creationId xmlns:a16="http://schemas.microsoft.com/office/drawing/2014/main" id="{304C7841-B948-DE1F-46EB-EB5E98BE8BD2}"/>
                </a:ext>
              </a:extLst>
            </p:cNvPr>
            <p:cNvSpPr/>
            <p:nvPr/>
          </p:nvSpPr>
          <p:spPr>
            <a:xfrm>
              <a:off x="1480899" y="2047082"/>
              <a:ext cx="339" cy="339"/>
            </a:xfrm>
            <a:custGeom>
              <a:avLst/>
              <a:gdLst/>
              <a:ahLst/>
              <a:cxnLst/>
              <a:rect l="l" t="t" r="r" b="b"/>
              <a:pathLst>
                <a:path w="25" h="25" extrusionOk="0">
                  <a:moveTo>
                    <a:pt x="0" y="0"/>
                  </a:moveTo>
                  <a:lnTo>
                    <a:pt x="25" y="25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38" name="Google Shape;6396;p80">
              <a:extLst>
                <a:ext uri="{FF2B5EF4-FFF2-40B4-BE49-F238E27FC236}">
                  <a16:creationId xmlns:a16="http://schemas.microsoft.com/office/drawing/2014/main" id="{3F0D6C4B-A3FA-EE45-6751-3013CE7BB767}"/>
                </a:ext>
              </a:extLst>
            </p:cNvPr>
            <p:cNvSpPr/>
            <p:nvPr/>
          </p:nvSpPr>
          <p:spPr>
            <a:xfrm>
              <a:off x="1479989" y="2046077"/>
              <a:ext cx="299" cy="299"/>
            </a:xfrm>
            <a:custGeom>
              <a:avLst/>
              <a:gdLst/>
              <a:ahLst/>
              <a:cxnLst/>
              <a:rect l="l" t="t" r="r" b="b"/>
              <a:pathLst>
                <a:path w="22" h="22" extrusionOk="0">
                  <a:moveTo>
                    <a:pt x="8" y="4"/>
                  </a:moveTo>
                  <a:lnTo>
                    <a:pt x="1" y="1"/>
                  </a:lnTo>
                  <a:lnTo>
                    <a:pt x="8" y="4"/>
                  </a:lnTo>
                  <a:lnTo>
                    <a:pt x="22" y="22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39" name="Google Shape;6397;p80">
              <a:extLst>
                <a:ext uri="{FF2B5EF4-FFF2-40B4-BE49-F238E27FC236}">
                  <a16:creationId xmlns:a16="http://schemas.microsoft.com/office/drawing/2014/main" id="{D07191EA-B9BB-E8E5-4244-14453AE8B838}"/>
                </a:ext>
              </a:extLst>
            </p:cNvPr>
            <p:cNvSpPr/>
            <p:nvPr/>
          </p:nvSpPr>
          <p:spPr>
            <a:xfrm>
              <a:off x="1504429" y="1192826"/>
              <a:ext cx="453000" cy="337170"/>
            </a:xfrm>
            <a:custGeom>
              <a:avLst/>
              <a:gdLst/>
              <a:ahLst/>
              <a:cxnLst/>
              <a:rect l="l" t="t" r="r" b="b"/>
              <a:pathLst>
                <a:path w="33364" h="24833" extrusionOk="0">
                  <a:moveTo>
                    <a:pt x="22952" y="0"/>
                  </a:moveTo>
                  <a:cubicBezTo>
                    <a:pt x="22824" y="0"/>
                    <a:pt x="22695" y="5"/>
                    <a:pt x="22570" y="14"/>
                  </a:cubicBezTo>
                  <a:cubicBezTo>
                    <a:pt x="22217" y="39"/>
                    <a:pt x="21667" y="46"/>
                    <a:pt x="21184" y="53"/>
                  </a:cubicBezTo>
                  <a:cubicBezTo>
                    <a:pt x="20778" y="60"/>
                    <a:pt x="20431" y="63"/>
                    <a:pt x="20291" y="77"/>
                  </a:cubicBezTo>
                  <a:cubicBezTo>
                    <a:pt x="20179" y="91"/>
                    <a:pt x="20067" y="112"/>
                    <a:pt x="19958" y="144"/>
                  </a:cubicBezTo>
                  <a:cubicBezTo>
                    <a:pt x="19822" y="186"/>
                    <a:pt x="19679" y="207"/>
                    <a:pt x="19539" y="207"/>
                  </a:cubicBezTo>
                  <a:cubicBezTo>
                    <a:pt x="19528" y="207"/>
                    <a:pt x="19518" y="207"/>
                    <a:pt x="19507" y="207"/>
                  </a:cubicBezTo>
                  <a:cubicBezTo>
                    <a:pt x="19486" y="205"/>
                    <a:pt x="19464" y="205"/>
                    <a:pt x="19443" y="205"/>
                  </a:cubicBezTo>
                  <a:cubicBezTo>
                    <a:pt x="19233" y="205"/>
                    <a:pt x="19032" y="265"/>
                    <a:pt x="19006" y="319"/>
                  </a:cubicBezTo>
                  <a:cubicBezTo>
                    <a:pt x="19003" y="329"/>
                    <a:pt x="19017" y="347"/>
                    <a:pt x="19024" y="357"/>
                  </a:cubicBezTo>
                  <a:cubicBezTo>
                    <a:pt x="19160" y="504"/>
                    <a:pt x="19104" y="620"/>
                    <a:pt x="19073" y="662"/>
                  </a:cubicBezTo>
                  <a:cubicBezTo>
                    <a:pt x="19008" y="754"/>
                    <a:pt x="18871" y="802"/>
                    <a:pt x="18752" y="802"/>
                  </a:cubicBezTo>
                  <a:cubicBezTo>
                    <a:pt x="18703" y="802"/>
                    <a:pt x="18658" y="794"/>
                    <a:pt x="18621" y="777"/>
                  </a:cubicBezTo>
                  <a:cubicBezTo>
                    <a:pt x="18548" y="753"/>
                    <a:pt x="18506" y="676"/>
                    <a:pt x="18523" y="599"/>
                  </a:cubicBezTo>
                  <a:cubicBezTo>
                    <a:pt x="18530" y="553"/>
                    <a:pt x="18488" y="518"/>
                    <a:pt x="18450" y="497"/>
                  </a:cubicBezTo>
                  <a:cubicBezTo>
                    <a:pt x="18354" y="440"/>
                    <a:pt x="18210" y="411"/>
                    <a:pt x="18077" y="411"/>
                  </a:cubicBezTo>
                  <a:cubicBezTo>
                    <a:pt x="17957" y="411"/>
                    <a:pt x="17846" y="435"/>
                    <a:pt x="17788" y="483"/>
                  </a:cubicBezTo>
                  <a:cubicBezTo>
                    <a:pt x="17724" y="536"/>
                    <a:pt x="17624" y="555"/>
                    <a:pt x="17500" y="555"/>
                  </a:cubicBezTo>
                  <a:cubicBezTo>
                    <a:pt x="17346" y="555"/>
                    <a:pt x="17155" y="525"/>
                    <a:pt x="16958" y="494"/>
                  </a:cubicBezTo>
                  <a:cubicBezTo>
                    <a:pt x="16798" y="469"/>
                    <a:pt x="16599" y="437"/>
                    <a:pt x="16462" y="437"/>
                  </a:cubicBezTo>
                  <a:cubicBezTo>
                    <a:pt x="16387" y="437"/>
                    <a:pt x="16330" y="447"/>
                    <a:pt x="16311" y="473"/>
                  </a:cubicBezTo>
                  <a:cubicBezTo>
                    <a:pt x="16195" y="623"/>
                    <a:pt x="15719" y="651"/>
                    <a:pt x="15057" y="672"/>
                  </a:cubicBezTo>
                  <a:cubicBezTo>
                    <a:pt x="14858" y="672"/>
                    <a:pt x="14658" y="686"/>
                    <a:pt x="14462" y="707"/>
                  </a:cubicBezTo>
                  <a:cubicBezTo>
                    <a:pt x="14515" y="742"/>
                    <a:pt x="14609" y="791"/>
                    <a:pt x="14676" y="826"/>
                  </a:cubicBezTo>
                  <a:cubicBezTo>
                    <a:pt x="14931" y="956"/>
                    <a:pt x="15085" y="1040"/>
                    <a:pt x="15064" y="1159"/>
                  </a:cubicBezTo>
                  <a:cubicBezTo>
                    <a:pt x="15040" y="1274"/>
                    <a:pt x="14868" y="1285"/>
                    <a:pt x="14543" y="1299"/>
                  </a:cubicBezTo>
                  <a:cubicBezTo>
                    <a:pt x="14389" y="1306"/>
                    <a:pt x="14105" y="1323"/>
                    <a:pt x="14060" y="1369"/>
                  </a:cubicBezTo>
                  <a:cubicBezTo>
                    <a:pt x="14067" y="1376"/>
                    <a:pt x="14070" y="1386"/>
                    <a:pt x="14077" y="1393"/>
                  </a:cubicBezTo>
                  <a:cubicBezTo>
                    <a:pt x="14189" y="1523"/>
                    <a:pt x="14427" y="1645"/>
                    <a:pt x="14686" y="1772"/>
                  </a:cubicBezTo>
                  <a:cubicBezTo>
                    <a:pt x="14970" y="1915"/>
                    <a:pt x="15267" y="2066"/>
                    <a:pt x="15463" y="2262"/>
                  </a:cubicBezTo>
                  <a:cubicBezTo>
                    <a:pt x="15519" y="2314"/>
                    <a:pt x="15642" y="2440"/>
                    <a:pt x="15572" y="2528"/>
                  </a:cubicBezTo>
                  <a:cubicBezTo>
                    <a:pt x="15549" y="2555"/>
                    <a:pt x="15511" y="2566"/>
                    <a:pt x="15463" y="2566"/>
                  </a:cubicBezTo>
                  <a:cubicBezTo>
                    <a:pt x="15233" y="2566"/>
                    <a:pt x="14774" y="2300"/>
                    <a:pt x="14672" y="2234"/>
                  </a:cubicBezTo>
                  <a:cubicBezTo>
                    <a:pt x="14480" y="2108"/>
                    <a:pt x="14263" y="2066"/>
                    <a:pt x="14053" y="2024"/>
                  </a:cubicBezTo>
                  <a:cubicBezTo>
                    <a:pt x="13818" y="1975"/>
                    <a:pt x="13594" y="1929"/>
                    <a:pt x="13447" y="1772"/>
                  </a:cubicBezTo>
                  <a:cubicBezTo>
                    <a:pt x="13251" y="1565"/>
                    <a:pt x="12657" y="1411"/>
                    <a:pt x="12299" y="1411"/>
                  </a:cubicBezTo>
                  <a:cubicBezTo>
                    <a:pt x="12191" y="1411"/>
                    <a:pt x="12104" y="1426"/>
                    <a:pt x="12057" y="1456"/>
                  </a:cubicBezTo>
                  <a:cubicBezTo>
                    <a:pt x="12050" y="1463"/>
                    <a:pt x="12033" y="1474"/>
                    <a:pt x="12033" y="1488"/>
                  </a:cubicBezTo>
                  <a:cubicBezTo>
                    <a:pt x="12033" y="1554"/>
                    <a:pt x="12239" y="1691"/>
                    <a:pt x="12376" y="1786"/>
                  </a:cubicBezTo>
                  <a:cubicBezTo>
                    <a:pt x="12607" y="1943"/>
                    <a:pt x="12750" y="2045"/>
                    <a:pt x="12750" y="2164"/>
                  </a:cubicBezTo>
                  <a:cubicBezTo>
                    <a:pt x="12750" y="2202"/>
                    <a:pt x="12733" y="2241"/>
                    <a:pt x="12701" y="2269"/>
                  </a:cubicBezTo>
                  <a:cubicBezTo>
                    <a:pt x="12662" y="2301"/>
                    <a:pt x="12604" y="2313"/>
                    <a:pt x="12535" y="2313"/>
                  </a:cubicBezTo>
                  <a:cubicBezTo>
                    <a:pt x="12449" y="2313"/>
                    <a:pt x="12346" y="2295"/>
                    <a:pt x="12239" y="2276"/>
                  </a:cubicBezTo>
                  <a:cubicBezTo>
                    <a:pt x="12165" y="2262"/>
                    <a:pt x="12063" y="2245"/>
                    <a:pt x="12004" y="2245"/>
                  </a:cubicBezTo>
                  <a:cubicBezTo>
                    <a:pt x="11985" y="2245"/>
                    <a:pt x="11970" y="2247"/>
                    <a:pt x="11963" y="2251"/>
                  </a:cubicBezTo>
                  <a:cubicBezTo>
                    <a:pt x="11945" y="2264"/>
                    <a:pt x="11925" y="2270"/>
                    <a:pt x="11903" y="2270"/>
                  </a:cubicBezTo>
                  <a:cubicBezTo>
                    <a:pt x="11816" y="2270"/>
                    <a:pt x="11694" y="2178"/>
                    <a:pt x="11518" y="2045"/>
                  </a:cubicBezTo>
                  <a:cubicBezTo>
                    <a:pt x="11322" y="1898"/>
                    <a:pt x="11077" y="1712"/>
                    <a:pt x="10923" y="1712"/>
                  </a:cubicBezTo>
                  <a:cubicBezTo>
                    <a:pt x="10853" y="1712"/>
                    <a:pt x="10839" y="1726"/>
                    <a:pt x="10835" y="1730"/>
                  </a:cubicBezTo>
                  <a:cubicBezTo>
                    <a:pt x="10818" y="1754"/>
                    <a:pt x="10846" y="1849"/>
                    <a:pt x="10867" y="1926"/>
                  </a:cubicBezTo>
                  <a:cubicBezTo>
                    <a:pt x="10909" y="2062"/>
                    <a:pt x="10933" y="2199"/>
                    <a:pt x="10937" y="2342"/>
                  </a:cubicBezTo>
                  <a:cubicBezTo>
                    <a:pt x="10937" y="2615"/>
                    <a:pt x="10695" y="2818"/>
                    <a:pt x="10524" y="2878"/>
                  </a:cubicBezTo>
                  <a:cubicBezTo>
                    <a:pt x="10489" y="2890"/>
                    <a:pt x="10461" y="2894"/>
                    <a:pt x="10437" y="2894"/>
                  </a:cubicBezTo>
                  <a:cubicBezTo>
                    <a:pt x="10384" y="2894"/>
                    <a:pt x="10357" y="2871"/>
                    <a:pt x="10345" y="2857"/>
                  </a:cubicBezTo>
                  <a:cubicBezTo>
                    <a:pt x="10310" y="2811"/>
                    <a:pt x="10317" y="2752"/>
                    <a:pt x="10366" y="2678"/>
                  </a:cubicBezTo>
                  <a:cubicBezTo>
                    <a:pt x="10454" y="2542"/>
                    <a:pt x="10457" y="2265"/>
                    <a:pt x="10377" y="2017"/>
                  </a:cubicBezTo>
                  <a:cubicBezTo>
                    <a:pt x="10317" y="1831"/>
                    <a:pt x="10219" y="1702"/>
                    <a:pt x="10107" y="1660"/>
                  </a:cubicBezTo>
                  <a:cubicBezTo>
                    <a:pt x="10067" y="1644"/>
                    <a:pt x="10017" y="1637"/>
                    <a:pt x="9959" y="1637"/>
                  </a:cubicBezTo>
                  <a:cubicBezTo>
                    <a:pt x="9770" y="1637"/>
                    <a:pt x="9502" y="1709"/>
                    <a:pt x="9242" y="1779"/>
                  </a:cubicBezTo>
                  <a:cubicBezTo>
                    <a:pt x="8974" y="1849"/>
                    <a:pt x="8693" y="1923"/>
                    <a:pt x="8489" y="1923"/>
                  </a:cubicBezTo>
                  <a:cubicBezTo>
                    <a:pt x="8479" y="1923"/>
                    <a:pt x="8470" y="1922"/>
                    <a:pt x="8462" y="1922"/>
                  </a:cubicBezTo>
                  <a:cubicBezTo>
                    <a:pt x="8437" y="1921"/>
                    <a:pt x="8412" y="1921"/>
                    <a:pt x="8387" y="1921"/>
                  </a:cubicBezTo>
                  <a:cubicBezTo>
                    <a:pt x="8048" y="1921"/>
                    <a:pt x="7760" y="2007"/>
                    <a:pt x="7741" y="2069"/>
                  </a:cubicBezTo>
                  <a:cubicBezTo>
                    <a:pt x="7741" y="2076"/>
                    <a:pt x="7751" y="2108"/>
                    <a:pt x="7835" y="2153"/>
                  </a:cubicBezTo>
                  <a:cubicBezTo>
                    <a:pt x="7965" y="2230"/>
                    <a:pt x="8028" y="2307"/>
                    <a:pt x="8024" y="2381"/>
                  </a:cubicBezTo>
                  <a:cubicBezTo>
                    <a:pt x="8021" y="2430"/>
                    <a:pt x="7989" y="2475"/>
                    <a:pt x="7947" y="2496"/>
                  </a:cubicBezTo>
                  <a:cubicBezTo>
                    <a:pt x="7913" y="2513"/>
                    <a:pt x="7868" y="2521"/>
                    <a:pt x="7815" y="2521"/>
                  </a:cubicBezTo>
                  <a:cubicBezTo>
                    <a:pt x="7699" y="2521"/>
                    <a:pt x="7548" y="2478"/>
                    <a:pt x="7408" y="2377"/>
                  </a:cubicBezTo>
                  <a:cubicBezTo>
                    <a:pt x="7318" y="2314"/>
                    <a:pt x="7159" y="2287"/>
                    <a:pt x="6983" y="2287"/>
                  </a:cubicBezTo>
                  <a:cubicBezTo>
                    <a:pt x="6839" y="2287"/>
                    <a:pt x="6684" y="2305"/>
                    <a:pt x="6547" y="2335"/>
                  </a:cubicBezTo>
                  <a:cubicBezTo>
                    <a:pt x="6379" y="2370"/>
                    <a:pt x="6291" y="2412"/>
                    <a:pt x="6263" y="2437"/>
                  </a:cubicBezTo>
                  <a:cubicBezTo>
                    <a:pt x="6386" y="2528"/>
                    <a:pt x="6477" y="2703"/>
                    <a:pt x="6505" y="2902"/>
                  </a:cubicBezTo>
                  <a:cubicBezTo>
                    <a:pt x="6533" y="3084"/>
                    <a:pt x="6505" y="3249"/>
                    <a:pt x="6431" y="3350"/>
                  </a:cubicBezTo>
                  <a:cubicBezTo>
                    <a:pt x="6386" y="3410"/>
                    <a:pt x="6327" y="3432"/>
                    <a:pt x="6257" y="3432"/>
                  </a:cubicBezTo>
                  <a:cubicBezTo>
                    <a:pt x="6158" y="3432"/>
                    <a:pt x="6036" y="3387"/>
                    <a:pt x="5903" y="3340"/>
                  </a:cubicBezTo>
                  <a:cubicBezTo>
                    <a:pt x="5739" y="3279"/>
                    <a:pt x="5555" y="3212"/>
                    <a:pt x="5380" y="3212"/>
                  </a:cubicBezTo>
                  <a:cubicBezTo>
                    <a:pt x="5364" y="3212"/>
                    <a:pt x="5348" y="3213"/>
                    <a:pt x="5332" y="3214"/>
                  </a:cubicBezTo>
                  <a:cubicBezTo>
                    <a:pt x="5146" y="3228"/>
                    <a:pt x="4534" y="3469"/>
                    <a:pt x="3953" y="3767"/>
                  </a:cubicBezTo>
                  <a:cubicBezTo>
                    <a:pt x="3189" y="4152"/>
                    <a:pt x="2913" y="4401"/>
                    <a:pt x="2916" y="4467"/>
                  </a:cubicBezTo>
                  <a:cubicBezTo>
                    <a:pt x="2960" y="4560"/>
                    <a:pt x="3197" y="4573"/>
                    <a:pt x="3428" y="4573"/>
                  </a:cubicBezTo>
                  <a:cubicBezTo>
                    <a:pt x="3476" y="4573"/>
                    <a:pt x="3525" y="4573"/>
                    <a:pt x="3571" y="4572"/>
                  </a:cubicBezTo>
                  <a:cubicBezTo>
                    <a:pt x="3626" y="4571"/>
                    <a:pt x="3681" y="4571"/>
                    <a:pt x="3734" y="4571"/>
                  </a:cubicBezTo>
                  <a:cubicBezTo>
                    <a:pt x="3936" y="4571"/>
                    <a:pt x="4116" y="4581"/>
                    <a:pt x="4229" y="4642"/>
                  </a:cubicBezTo>
                  <a:cubicBezTo>
                    <a:pt x="4310" y="4688"/>
                    <a:pt x="4362" y="4775"/>
                    <a:pt x="4362" y="4870"/>
                  </a:cubicBezTo>
                  <a:cubicBezTo>
                    <a:pt x="4376" y="5150"/>
                    <a:pt x="4065" y="5563"/>
                    <a:pt x="3781" y="5759"/>
                  </a:cubicBezTo>
                  <a:cubicBezTo>
                    <a:pt x="3596" y="5882"/>
                    <a:pt x="3207" y="5892"/>
                    <a:pt x="2829" y="5903"/>
                  </a:cubicBezTo>
                  <a:cubicBezTo>
                    <a:pt x="2542" y="5910"/>
                    <a:pt x="2104" y="5920"/>
                    <a:pt x="2094" y="6018"/>
                  </a:cubicBezTo>
                  <a:cubicBezTo>
                    <a:pt x="2076" y="6186"/>
                    <a:pt x="1768" y="6256"/>
                    <a:pt x="1180" y="6375"/>
                  </a:cubicBezTo>
                  <a:cubicBezTo>
                    <a:pt x="686" y="6473"/>
                    <a:pt x="7" y="6610"/>
                    <a:pt x="7" y="6820"/>
                  </a:cubicBezTo>
                  <a:cubicBezTo>
                    <a:pt x="0" y="6984"/>
                    <a:pt x="116" y="7131"/>
                    <a:pt x="280" y="7159"/>
                  </a:cubicBezTo>
                  <a:cubicBezTo>
                    <a:pt x="364" y="7177"/>
                    <a:pt x="448" y="7184"/>
                    <a:pt x="536" y="7187"/>
                  </a:cubicBezTo>
                  <a:cubicBezTo>
                    <a:pt x="763" y="7198"/>
                    <a:pt x="1019" y="7212"/>
                    <a:pt x="1222" y="7439"/>
                  </a:cubicBezTo>
                  <a:cubicBezTo>
                    <a:pt x="1356" y="7591"/>
                    <a:pt x="1632" y="7659"/>
                    <a:pt x="1931" y="7659"/>
                  </a:cubicBezTo>
                  <a:cubicBezTo>
                    <a:pt x="2172" y="7659"/>
                    <a:pt x="2427" y="7615"/>
                    <a:pt x="2636" y="7534"/>
                  </a:cubicBezTo>
                  <a:cubicBezTo>
                    <a:pt x="2768" y="7484"/>
                    <a:pt x="2898" y="7459"/>
                    <a:pt x="3018" y="7459"/>
                  </a:cubicBezTo>
                  <a:cubicBezTo>
                    <a:pt x="3168" y="7459"/>
                    <a:pt x="3302" y="7497"/>
                    <a:pt x="3406" y="7572"/>
                  </a:cubicBezTo>
                  <a:cubicBezTo>
                    <a:pt x="3522" y="7649"/>
                    <a:pt x="3589" y="7782"/>
                    <a:pt x="3582" y="7923"/>
                  </a:cubicBezTo>
                  <a:cubicBezTo>
                    <a:pt x="3578" y="7965"/>
                    <a:pt x="3561" y="8007"/>
                    <a:pt x="3526" y="8035"/>
                  </a:cubicBezTo>
                  <a:cubicBezTo>
                    <a:pt x="3474" y="8079"/>
                    <a:pt x="3392" y="8095"/>
                    <a:pt x="3279" y="8095"/>
                  </a:cubicBezTo>
                  <a:cubicBezTo>
                    <a:pt x="3168" y="8095"/>
                    <a:pt x="3028" y="8080"/>
                    <a:pt x="2857" y="8059"/>
                  </a:cubicBezTo>
                  <a:cubicBezTo>
                    <a:pt x="2692" y="8040"/>
                    <a:pt x="2516" y="8018"/>
                    <a:pt x="2367" y="8018"/>
                  </a:cubicBezTo>
                  <a:cubicBezTo>
                    <a:pt x="2247" y="8018"/>
                    <a:pt x="2144" y="8032"/>
                    <a:pt x="2080" y="8073"/>
                  </a:cubicBezTo>
                  <a:cubicBezTo>
                    <a:pt x="1901" y="8182"/>
                    <a:pt x="1562" y="8192"/>
                    <a:pt x="1260" y="8203"/>
                  </a:cubicBezTo>
                  <a:cubicBezTo>
                    <a:pt x="1082" y="8210"/>
                    <a:pt x="809" y="8217"/>
                    <a:pt x="767" y="8262"/>
                  </a:cubicBezTo>
                  <a:cubicBezTo>
                    <a:pt x="795" y="8371"/>
                    <a:pt x="1054" y="8392"/>
                    <a:pt x="1302" y="8416"/>
                  </a:cubicBezTo>
                  <a:cubicBezTo>
                    <a:pt x="1432" y="8430"/>
                    <a:pt x="1572" y="8444"/>
                    <a:pt x="1702" y="8469"/>
                  </a:cubicBezTo>
                  <a:cubicBezTo>
                    <a:pt x="1842" y="8493"/>
                    <a:pt x="1919" y="8535"/>
                    <a:pt x="1943" y="8602"/>
                  </a:cubicBezTo>
                  <a:cubicBezTo>
                    <a:pt x="1971" y="8686"/>
                    <a:pt x="1912" y="8759"/>
                    <a:pt x="1856" y="8833"/>
                  </a:cubicBezTo>
                  <a:cubicBezTo>
                    <a:pt x="1817" y="8882"/>
                    <a:pt x="1775" y="8934"/>
                    <a:pt x="1772" y="8973"/>
                  </a:cubicBezTo>
                  <a:cubicBezTo>
                    <a:pt x="1765" y="9025"/>
                    <a:pt x="1793" y="9043"/>
                    <a:pt x="1975" y="9102"/>
                  </a:cubicBezTo>
                  <a:cubicBezTo>
                    <a:pt x="2115" y="9144"/>
                    <a:pt x="2251" y="9200"/>
                    <a:pt x="2381" y="9267"/>
                  </a:cubicBezTo>
                  <a:cubicBezTo>
                    <a:pt x="2674" y="9410"/>
                    <a:pt x="3018" y="9487"/>
                    <a:pt x="3166" y="9487"/>
                  </a:cubicBezTo>
                  <a:cubicBezTo>
                    <a:pt x="3184" y="9487"/>
                    <a:pt x="3199" y="9486"/>
                    <a:pt x="3210" y="9484"/>
                  </a:cubicBezTo>
                  <a:cubicBezTo>
                    <a:pt x="3203" y="9477"/>
                    <a:pt x="3200" y="9470"/>
                    <a:pt x="3193" y="9466"/>
                  </a:cubicBezTo>
                  <a:cubicBezTo>
                    <a:pt x="3137" y="9403"/>
                    <a:pt x="3116" y="9347"/>
                    <a:pt x="3137" y="9295"/>
                  </a:cubicBezTo>
                  <a:cubicBezTo>
                    <a:pt x="3154" y="9239"/>
                    <a:pt x="3210" y="9200"/>
                    <a:pt x="3301" y="9186"/>
                  </a:cubicBezTo>
                  <a:cubicBezTo>
                    <a:pt x="3333" y="9181"/>
                    <a:pt x="3371" y="9178"/>
                    <a:pt x="3412" y="9178"/>
                  </a:cubicBezTo>
                  <a:cubicBezTo>
                    <a:pt x="3568" y="9178"/>
                    <a:pt x="3769" y="9221"/>
                    <a:pt x="3844" y="9316"/>
                  </a:cubicBezTo>
                  <a:cubicBezTo>
                    <a:pt x="3849" y="9322"/>
                    <a:pt x="3857" y="9325"/>
                    <a:pt x="3868" y="9325"/>
                  </a:cubicBezTo>
                  <a:cubicBezTo>
                    <a:pt x="3906" y="9325"/>
                    <a:pt x="3976" y="9293"/>
                    <a:pt x="4044" y="9263"/>
                  </a:cubicBezTo>
                  <a:cubicBezTo>
                    <a:pt x="4151" y="9211"/>
                    <a:pt x="4282" y="9150"/>
                    <a:pt x="4421" y="9150"/>
                  </a:cubicBezTo>
                  <a:cubicBezTo>
                    <a:pt x="4459" y="9150"/>
                    <a:pt x="4498" y="9155"/>
                    <a:pt x="4537" y="9165"/>
                  </a:cubicBezTo>
                  <a:cubicBezTo>
                    <a:pt x="4561" y="9172"/>
                    <a:pt x="4583" y="9174"/>
                    <a:pt x="4605" y="9174"/>
                  </a:cubicBezTo>
                  <a:cubicBezTo>
                    <a:pt x="4690" y="9174"/>
                    <a:pt x="4758" y="9130"/>
                    <a:pt x="4828" y="9085"/>
                  </a:cubicBezTo>
                  <a:cubicBezTo>
                    <a:pt x="4894" y="9041"/>
                    <a:pt x="4971" y="8991"/>
                    <a:pt x="5062" y="8991"/>
                  </a:cubicBezTo>
                  <a:cubicBezTo>
                    <a:pt x="5110" y="8991"/>
                    <a:pt x="5163" y="9005"/>
                    <a:pt x="5220" y="9043"/>
                  </a:cubicBezTo>
                  <a:cubicBezTo>
                    <a:pt x="5325" y="9113"/>
                    <a:pt x="5658" y="9179"/>
                    <a:pt x="5976" y="9242"/>
                  </a:cubicBezTo>
                  <a:cubicBezTo>
                    <a:pt x="6365" y="9316"/>
                    <a:pt x="6764" y="9396"/>
                    <a:pt x="6977" y="9508"/>
                  </a:cubicBezTo>
                  <a:cubicBezTo>
                    <a:pt x="7096" y="9571"/>
                    <a:pt x="7222" y="9624"/>
                    <a:pt x="7352" y="9669"/>
                  </a:cubicBezTo>
                  <a:cubicBezTo>
                    <a:pt x="7646" y="9778"/>
                    <a:pt x="7926" y="9879"/>
                    <a:pt x="7884" y="10142"/>
                  </a:cubicBezTo>
                  <a:cubicBezTo>
                    <a:pt x="7839" y="10422"/>
                    <a:pt x="8245" y="10643"/>
                    <a:pt x="8605" y="10800"/>
                  </a:cubicBezTo>
                  <a:cubicBezTo>
                    <a:pt x="9144" y="11038"/>
                    <a:pt x="9155" y="11591"/>
                    <a:pt x="9144" y="11752"/>
                  </a:cubicBezTo>
                  <a:cubicBezTo>
                    <a:pt x="9137" y="11871"/>
                    <a:pt x="9263" y="11983"/>
                    <a:pt x="9372" y="12082"/>
                  </a:cubicBezTo>
                  <a:cubicBezTo>
                    <a:pt x="9480" y="12180"/>
                    <a:pt x="9589" y="12278"/>
                    <a:pt x="9522" y="12383"/>
                  </a:cubicBezTo>
                  <a:cubicBezTo>
                    <a:pt x="9459" y="12488"/>
                    <a:pt x="9547" y="12652"/>
                    <a:pt x="9785" y="12862"/>
                  </a:cubicBezTo>
                  <a:cubicBezTo>
                    <a:pt x="9841" y="12904"/>
                    <a:pt x="9873" y="12971"/>
                    <a:pt x="9876" y="13037"/>
                  </a:cubicBezTo>
                  <a:cubicBezTo>
                    <a:pt x="9876" y="13156"/>
                    <a:pt x="9768" y="13247"/>
                    <a:pt x="9662" y="13338"/>
                  </a:cubicBezTo>
                  <a:cubicBezTo>
                    <a:pt x="9526" y="13454"/>
                    <a:pt x="9484" y="13503"/>
                    <a:pt x="9519" y="13552"/>
                  </a:cubicBezTo>
                  <a:cubicBezTo>
                    <a:pt x="9606" y="13664"/>
                    <a:pt x="9578" y="13807"/>
                    <a:pt x="9554" y="13933"/>
                  </a:cubicBezTo>
                  <a:cubicBezTo>
                    <a:pt x="9533" y="14035"/>
                    <a:pt x="9512" y="14130"/>
                    <a:pt x="9554" y="14186"/>
                  </a:cubicBezTo>
                  <a:cubicBezTo>
                    <a:pt x="9582" y="14228"/>
                    <a:pt x="9641" y="14256"/>
                    <a:pt x="9736" y="14270"/>
                  </a:cubicBezTo>
                  <a:cubicBezTo>
                    <a:pt x="9776" y="14276"/>
                    <a:pt x="9812" y="14279"/>
                    <a:pt x="9845" y="14279"/>
                  </a:cubicBezTo>
                  <a:cubicBezTo>
                    <a:pt x="10015" y="14279"/>
                    <a:pt x="10088" y="14200"/>
                    <a:pt x="10170" y="14112"/>
                  </a:cubicBezTo>
                  <a:cubicBezTo>
                    <a:pt x="10254" y="14017"/>
                    <a:pt x="10349" y="13912"/>
                    <a:pt x="10552" y="13912"/>
                  </a:cubicBezTo>
                  <a:cubicBezTo>
                    <a:pt x="10618" y="13912"/>
                    <a:pt x="10713" y="13919"/>
                    <a:pt x="10762" y="13986"/>
                  </a:cubicBezTo>
                  <a:cubicBezTo>
                    <a:pt x="10814" y="14049"/>
                    <a:pt x="10793" y="14140"/>
                    <a:pt x="10772" y="14224"/>
                  </a:cubicBezTo>
                  <a:cubicBezTo>
                    <a:pt x="10744" y="14340"/>
                    <a:pt x="10727" y="14420"/>
                    <a:pt x="10793" y="14483"/>
                  </a:cubicBezTo>
                  <a:cubicBezTo>
                    <a:pt x="10877" y="14567"/>
                    <a:pt x="11010" y="14606"/>
                    <a:pt x="11164" y="14651"/>
                  </a:cubicBezTo>
                  <a:cubicBezTo>
                    <a:pt x="11360" y="14711"/>
                    <a:pt x="11605" y="14784"/>
                    <a:pt x="11840" y="14980"/>
                  </a:cubicBezTo>
                  <a:cubicBezTo>
                    <a:pt x="12127" y="15222"/>
                    <a:pt x="12075" y="15358"/>
                    <a:pt x="12040" y="15404"/>
                  </a:cubicBezTo>
                  <a:cubicBezTo>
                    <a:pt x="12008" y="15443"/>
                    <a:pt x="11959" y="15463"/>
                    <a:pt x="11899" y="15463"/>
                  </a:cubicBezTo>
                  <a:cubicBezTo>
                    <a:pt x="11799" y="15463"/>
                    <a:pt x="11667" y="15410"/>
                    <a:pt x="11532" y="15309"/>
                  </a:cubicBezTo>
                  <a:cubicBezTo>
                    <a:pt x="11344" y="15172"/>
                    <a:pt x="10956" y="15130"/>
                    <a:pt x="10640" y="15130"/>
                  </a:cubicBezTo>
                  <a:cubicBezTo>
                    <a:pt x="10456" y="15130"/>
                    <a:pt x="10297" y="15144"/>
                    <a:pt x="10216" y="15162"/>
                  </a:cubicBezTo>
                  <a:cubicBezTo>
                    <a:pt x="10415" y="15325"/>
                    <a:pt x="11234" y="15768"/>
                    <a:pt x="11512" y="15768"/>
                  </a:cubicBezTo>
                  <a:cubicBezTo>
                    <a:pt x="11532" y="15768"/>
                    <a:pt x="11549" y="15766"/>
                    <a:pt x="11563" y="15761"/>
                  </a:cubicBezTo>
                  <a:cubicBezTo>
                    <a:pt x="11595" y="15750"/>
                    <a:pt x="11626" y="15745"/>
                    <a:pt x="11659" y="15745"/>
                  </a:cubicBezTo>
                  <a:cubicBezTo>
                    <a:pt x="11825" y="15745"/>
                    <a:pt x="11996" y="15879"/>
                    <a:pt x="12096" y="16037"/>
                  </a:cubicBezTo>
                  <a:cubicBezTo>
                    <a:pt x="12194" y="16199"/>
                    <a:pt x="12204" y="16349"/>
                    <a:pt x="12117" y="16433"/>
                  </a:cubicBezTo>
                  <a:cubicBezTo>
                    <a:pt x="12033" y="16521"/>
                    <a:pt x="12029" y="16741"/>
                    <a:pt x="12029" y="16916"/>
                  </a:cubicBezTo>
                  <a:cubicBezTo>
                    <a:pt x="12033" y="16997"/>
                    <a:pt x="12033" y="17081"/>
                    <a:pt x="12022" y="17161"/>
                  </a:cubicBezTo>
                  <a:cubicBezTo>
                    <a:pt x="12015" y="17203"/>
                    <a:pt x="11994" y="17242"/>
                    <a:pt x="11959" y="17266"/>
                  </a:cubicBezTo>
                  <a:cubicBezTo>
                    <a:pt x="11920" y="17294"/>
                    <a:pt x="11871" y="17303"/>
                    <a:pt x="11813" y="17303"/>
                  </a:cubicBezTo>
                  <a:cubicBezTo>
                    <a:pt x="11746" y="17303"/>
                    <a:pt x="11668" y="17290"/>
                    <a:pt x="11584" y="17277"/>
                  </a:cubicBezTo>
                  <a:cubicBezTo>
                    <a:pt x="11501" y="17257"/>
                    <a:pt x="11417" y="17247"/>
                    <a:pt x="11334" y="17247"/>
                  </a:cubicBezTo>
                  <a:cubicBezTo>
                    <a:pt x="11312" y="17247"/>
                    <a:pt x="11291" y="17247"/>
                    <a:pt x="11269" y="17249"/>
                  </a:cubicBezTo>
                  <a:cubicBezTo>
                    <a:pt x="10989" y="17284"/>
                    <a:pt x="10891" y="17368"/>
                    <a:pt x="10891" y="17571"/>
                  </a:cubicBezTo>
                  <a:cubicBezTo>
                    <a:pt x="10891" y="17732"/>
                    <a:pt x="10779" y="17861"/>
                    <a:pt x="10667" y="17991"/>
                  </a:cubicBezTo>
                  <a:cubicBezTo>
                    <a:pt x="10566" y="18110"/>
                    <a:pt x="10457" y="18236"/>
                    <a:pt x="10436" y="18387"/>
                  </a:cubicBezTo>
                  <a:cubicBezTo>
                    <a:pt x="10412" y="18562"/>
                    <a:pt x="10520" y="18614"/>
                    <a:pt x="10709" y="18684"/>
                  </a:cubicBezTo>
                  <a:cubicBezTo>
                    <a:pt x="10793" y="18712"/>
                    <a:pt x="10870" y="18747"/>
                    <a:pt x="10944" y="18793"/>
                  </a:cubicBezTo>
                  <a:cubicBezTo>
                    <a:pt x="10986" y="18817"/>
                    <a:pt x="11014" y="18866"/>
                    <a:pt x="11017" y="18915"/>
                  </a:cubicBezTo>
                  <a:cubicBezTo>
                    <a:pt x="11014" y="19003"/>
                    <a:pt x="10919" y="19055"/>
                    <a:pt x="10804" y="19122"/>
                  </a:cubicBezTo>
                  <a:cubicBezTo>
                    <a:pt x="10695" y="19181"/>
                    <a:pt x="10562" y="19258"/>
                    <a:pt x="10552" y="19342"/>
                  </a:cubicBezTo>
                  <a:cubicBezTo>
                    <a:pt x="10527" y="19521"/>
                    <a:pt x="11021" y="19930"/>
                    <a:pt x="11276" y="20067"/>
                  </a:cubicBezTo>
                  <a:cubicBezTo>
                    <a:pt x="11441" y="20154"/>
                    <a:pt x="11420" y="20403"/>
                    <a:pt x="11399" y="20645"/>
                  </a:cubicBezTo>
                  <a:cubicBezTo>
                    <a:pt x="11388" y="20792"/>
                    <a:pt x="11374" y="20946"/>
                    <a:pt x="11406" y="21044"/>
                  </a:cubicBezTo>
                  <a:cubicBezTo>
                    <a:pt x="11422" y="21104"/>
                    <a:pt x="11443" y="21117"/>
                    <a:pt x="11482" y="21117"/>
                  </a:cubicBezTo>
                  <a:cubicBezTo>
                    <a:pt x="11495" y="21117"/>
                    <a:pt x="11511" y="21115"/>
                    <a:pt x="11528" y="21114"/>
                  </a:cubicBezTo>
                  <a:cubicBezTo>
                    <a:pt x="11544" y="21113"/>
                    <a:pt x="11560" y="21111"/>
                    <a:pt x="11577" y="21111"/>
                  </a:cubicBezTo>
                  <a:cubicBezTo>
                    <a:pt x="11615" y="21111"/>
                    <a:pt x="11654" y="21118"/>
                    <a:pt x="11686" y="21152"/>
                  </a:cubicBezTo>
                  <a:cubicBezTo>
                    <a:pt x="11735" y="21198"/>
                    <a:pt x="11742" y="21257"/>
                    <a:pt x="11731" y="21362"/>
                  </a:cubicBezTo>
                  <a:cubicBezTo>
                    <a:pt x="11714" y="21537"/>
                    <a:pt x="11784" y="21597"/>
                    <a:pt x="11861" y="21667"/>
                  </a:cubicBezTo>
                  <a:cubicBezTo>
                    <a:pt x="11924" y="21723"/>
                    <a:pt x="11994" y="21786"/>
                    <a:pt x="12005" y="21898"/>
                  </a:cubicBezTo>
                  <a:cubicBezTo>
                    <a:pt x="12008" y="21950"/>
                    <a:pt x="12075" y="21982"/>
                    <a:pt x="12176" y="22031"/>
                  </a:cubicBezTo>
                  <a:cubicBezTo>
                    <a:pt x="12302" y="22090"/>
                    <a:pt x="12495" y="22178"/>
                    <a:pt x="12421" y="22395"/>
                  </a:cubicBezTo>
                  <a:cubicBezTo>
                    <a:pt x="12355" y="22602"/>
                    <a:pt x="12484" y="22763"/>
                    <a:pt x="12596" y="22903"/>
                  </a:cubicBezTo>
                  <a:cubicBezTo>
                    <a:pt x="12624" y="22938"/>
                    <a:pt x="12649" y="22969"/>
                    <a:pt x="12670" y="23001"/>
                  </a:cubicBezTo>
                  <a:cubicBezTo>
                    <a:pt x="12740" y="23085"/>
                    <a:pt x="12820" y="23158"/>
                    <a:pt x="12904" y="23228"/>
                  </a:cubicBezTo>
                  <a:cubicBezTo>
                    <a:pt x="13069" y="23372"/>
                    <a:pt x="13240" y="23522"/>
                    <a:pt x="13293" y="23662"/>
                  </a:cubicBezTo>
                  <a:cubicBezTo>
                    <a:pt x="13358" y="23832"/>
                    <a:pt x="13535" y="24038"/>
                    <a:pt x="13744" y="24038"/>
                  </a:cubicBezTo>
                  <a:cubicBezTo>
                    <a:pt x="13771" y="24038"/>
                    <a:pt x="13800" y="24034"/>
                    <a:pt x="13828" y="24026"/>
                  </a:cubicBezTo>
                  <a:cubicBezTo>
                    <a:pt x="13873" y="24014"/>
                    <a:pt x="13913" y="24009"/>
                    <a:pt x="13948" y="24009"/>
                  </a:cubicBezTo>
                  <a:cubicBezTo>
                    <a:pt x="14066" y="24009"/>
                    <a:pt x="14138" y="24066"/>
                    <a:pt x="14200" y="24117"/>
                  </a:cubicBezTo>
                  <a:cubicBezTo>
                    <a:pt x="14256" y="24161"/>
                    <a:pt x="14293" y="24189"/>
                    <a:pt x="14351" y="24189"/>
                  </a:cubicBezTo>
                  <a:cubicBezTo>
                    <a:pt x="14357" y="24189"/>
                    <a:pt x="14364" y="24188"/>
                    <a:pt x="14371" y="24187"/>
                  </a:cubicBezTo>
                  <a:cubicBezTo>
                    <a:pt x="14399" y="24180"/>
                    <a:pt x="14424" y="24180"/>
                    <a:pt x="14452" y="24180"/>
                  </a:cubicBezTo>
                  <a:cubicBezTo>
                    <a:pt x="14700" y="24180"/>
                    <a:pt x="15019" y="24313"/>
                    <a:pt x="15089" y="24503"/>
                  </a:cubicBezTo>
                  <a:cubicBezTo>
                    <a:pt x="15131" y="24615"/>
                    <a:pt x="15656" y="24776"/>
                    <a:pt x="15992" y="24832"/>
                  </a:cubicBezTo>
                  <a:cubicBezTo>
                    <a:pt x="15996" y="24832"/>
                    <a:pt x="16001" y="24833"/>
                    <a:pt x="16005" y="24833"/>
                  </a:cubicBezTo>
                  <a:cubicBezTo>
                    <a:pt x="16054" y="24833"/>
                    <a:pt x="16092" y="24777"/>
                    <a:pt x="16153" y="24667"/>
                  </a:cubicBezTo>
                  <a:cubicBezTo>
                    <a:pt x="16202" y="24576"/>
                    <a:pt x="16262" y="24471"/>
                    <a:pt x="16353" y="24418"/>
                  </a:cubicBezTo>
                  <a:cubicBezTo>
                    <a:pt x="16416" y="24387"/>
                    <a:pt x="16444" y="24163"/>
                    <a:pt x="16465" y="24012"/>
                  </a:cubicBezTo>
                  <a:cubicBezTo>
                    <a:pt x="16496" y="23778"/>
                    <a:pt x="16521" y="23592"/>
                    <a:pt x="16640" y="23557"/>
                  </a:cubicBezTo>
                  <a:cubicBezTo>
                    <a:pt x="16664" y="23543"/>
                    <a:pt x="16703" y="23424"/>
                    <a:pt x="16689" y="23204"/>
                  </a:cubicBezTo>
                  <a:cubicBezTo>
                    <a:pt x="16678" y="22973"/>
                    <a:pt x="16615" y="22836"/>
                    <a:pt x="16587" y="22826"/>
                  </a:cubicBezTo>
                  <a:cubicBezTo>
                    <a:pt x="16496" y="22794"/>
                    <a:pt x="16444" y="22696"/>
                    <a:pt x="16468" y="22605"/>
                  </a:cubicBezTo>
                  <a:cubicBezTo>
                    <a:pt x="16493" y="22513"/>
                    <a:pt x="16592" y="22416"/>
                    <a:pt x="16798" y="22416"/>
                  </a:cubicBezTo>
                  <a:cubicBezTo>
                    <a:pt x="16828" y="22416"/>
                    <a:pt x="16860" y="22419"/>
                    <a:pt x="16895" y="22423"/>
                  </a:cubicBezTo>
                  <a:cubicBezTo>
                    <a:pt x="16917" y="22426"/>
                    <a:pt x="16936" y="22428"/>
                    <a:pt x="16953" y="22428"/>
                  </a:cubicBezTo>
                  <a:cubicBezTo>
                    <a:pt x="17073" y="22428"/>
                    <a:pt x="17096" y="22356"/>
                    <a:pt x="17126" y="22258"/>
                  </a:cubicBezTo>
                  <a:cubicBezTo>
                    <a:pt x="17154" y="22181"/>
                    <a:pt x="17186" y="22083"/>
                    <a:pt x="17287" y="22055"/>
                  </a:cubicBezTo>
                  <a:cubicBezTo>
                    <a:pt x="17340" y="22038"/>
                    <a:pt x="17357" y="21971"/>
                    <a:pt x="17375" y="21866"/>
                  </a:cubicBezTo>
                  <a:cubicBezTo>
                    <a:pt x="17396" y="21761"/>
                    <a:pt x="17413" y="21660"/>
                    <a:pt x="17515" y="21632"/>
                  </a:cubicBezTo>
                  <a:cubicBezTo>
                    <a:pt x="17522" y="21632"/>
                    <a:pt x="17539" y="21628"/>
                    <a:pt x="17550" y="21597"/>
                  </a:cubicBezTo>
                  <a:cubicBezTo>
                    <a:pt x="17567" y="21509"/>
                    <a:pt x="17550" y="21418"/>
                    <a:pt x="17494" y="21348"/>
                  </a:cubicBezTo>
                  <a:cubicBezTo>
                    <a:pt x="17448" y="21296"/>
                    <a:pt x="17434" y="21222"/>
                    <a:pt x="17459" y="21156"/>
                  </a:cubicBezTo>
                  <a:cubicBezTo>
                    <a:pt x="17494" y="21072"/>
                    <a:pt x="17595" y="21009"/>
                    <a:pt x="17746" y="20984"/>
                  </a:cubicBezTo>
                  <a:cubicBezTo>
                    <a:pt x="17788" y="20977"/>
                    <a:pt x="17805" y="20960"/>
                    <a:pt x="17809" y="20925"/>
                  </a:cubicBezTo>
                  <a:cubicBezTo>
                    <a:pt x="17816" y="20865"/>
                    <a:pt x="17760" y="20760"/>
                    <a:pt x="17620" y="20708"/>
                  </a:cubicBezTo>
                  <a:cubicBezTo>
                    <a:pt x="17480" y="20655"/>
                    <a:pt x="17427" y="20557"/>
                    <a:pt x="17420" y="20484"/>
                  </a:cubicBezTo>
                  <a:cubicBezTo>
                    <a:pt x="17413" y="20424"/>
                    <a:pt x="17441" y="20365"/>
                    <a:pt x="17494" y="20333"/>
                  </a:cubicBezTo>
                  <a:cubicBezTo>
                    <a:pt x="17513" y="20323"/>
                    <a:pt x="17542" y="20313"/>
                    <a:pt x="17581" y="20313"/>
                  </a:cubicBezTo>
                  <a:cubicBezTo>
                    <a:pt x="17628" y="20313"/>
                    <a:pt x="17689" y="20328"/>
                    <a:pt x="17763" y="20382"/>
                  </a:cubicBezTo>
                  <a:cubicBezTo>
                    <a:pt x="17841" y="20435"/>
                    <a:pt x="17908" y="20455"/>
                    <a:pt x="17953" y="20455"/>
                  </a:cubicBezTo>
                  <a:cubicBezTo>
                    <a:pt x="17979" y="20455"/>
                    <a:pt x="17998" y="20448"/>
                    <a:pt x="18008" y="20438"/>
                  </a:cubicBezTo>
                  <a:cubicBezTo>
                    <a:pt x="18026" y="20417"/>
                    <a:pt x="18015" y="20375"/>
                    <a:pt x="17980" y="20330"/>
                  </a:cubicBezTo>
                  <a:cubicBezTo>
                    <a:pt x="17931" y="20277"/>
                    <a:pt x="17917" y="20200"/>
                    <a:pt x="17945" y="20133"/>
                  </a:cubicBezTo>
                  <a:cubicBezTo>
                    <a:pt x="18012" y="19983"/>
                    <a:pt x="18310" y="19923"/>
                    <a:pt x="18544" y="19902"/>
                  </a:cubicBezTo>
                  <a:cubicBezTo>
                    <a:pt x="18716" y="19885"/>
                    <a:pt x="18845" y="19825"/>
                    <a:pt x="18908" y="19738"/>
                  </a:cubicBezTo>
                  <a:cubicBezTo>
                    <a:pt x="18950" y="19671"/>
                    <a:pt x="18964" y="19587"/>
                    <a:pt x="18940" y="19514"/>
                  </a:cubicBezTo>
                  <a:cubicBezTo>
                    <a:pt x="18908" y="19423"/>
                    <a:pt x="18947" y="19325"/>
                    <a:pt x="19031" y="19276"/>
                  </a:cubicBezTo>
                  <a:cubicBezTo>
                    <a:pt x="19069" y="19253"/>
                    <a:pt x="19113" y="19241"/>
                    <a:pt x="19156" y="19241"/>
                  </a:cubicBezTo>
                  <a:cubicBezTo>
                    <a:pt x="19211" y="19241"/>
                    <a:pt x="19266" y="19260"/>
                    <a:pt x="19311" y="19297"/>
                  </a:cubicBezTo>
                  <a:cubicBezTo>
                    <a:pt x="19367" y="19353"/>
                    <a:pt x="19377" y="19440"/>
                    <a:pt x="19335" y="19510"/>
                  </a:cubicBezTo>
                  <a:cubicBezTo>
                    <a:pt x="19276" y="19633"/>
                    <a:pt x="19279" y="19734"/>
                    <a:pt x="19297" y="19759"/>
                  </a:cubicBezTo>
                  <a:cubicBezTo>
                    <a:pt x="19314" y="19752"/>
                    <a:pt x="19332" y="19741"/>
                    <a:pt x="19346" y="19727"/>
                  </a:cubicBezTo>
                  <a:cubicBezTo>
                    <a:pt x="19447" y="19622"/>
                    <a:pt x="19584" y="19615"/>
                    <a:pt x="19776" y="19601"/>
                  </a:cubicBezTo>
                  <a:cubicBezTo>
                    <a:pt x="19983" y="19591"/>
                    <a:pt x="20190" y="19556"/>
                    <a:pt x="20389" y="19500"/>
                  </a:cubicBezTo>
                  <a:cubicBezTo>
                    <a:pt x="20925" y="19342"/>
                    <a:pt x="21439" y="18901"/>
                    <a:pt x="21558" y="18492"/>
                  </a:cubicBezTo>
                  <a:cubicBezTo>
                    <a:pt x="21635" y="18240"/>
                    <a:pt x="21852" y="18134"/>
                    <a:pt x="22027" y="18050"/>
                  </a:cubicBezTo>
                  <a:cubicBezTo>
                    <a:pt x="22209" y="17963"/>
                    <a:pt x="22259" y="17924"/>
                    <a:pt x="22238" y="17847"/>
                  </a:cubicBezTo>
                  <a:cubicBezTo>
                    <a:pt x="22181" y="17651"/>
                    <a:pt x="22252" y="17557"/>
                    <a:pt x="22301" y="17518"/>
                  </a:cubicBezTo>
                  <a:cubicBezTo>
                    <a:pt x="22338" y="17487"/>
                    <a:pt x="22396" y="17459"/>
                    <a:pt x="22485" y="17459"/>
                  </a:cubicBezTo>
                  <a:cubicBezTo>
                    <a:pt x="22573" y="17459"/>
                    <a:pt x="22690" y="17486"/>
                    <a:pt x="22847" y="17560"/>
                  </a:cubicBezTo>
                  <a:cubicBezTo>
                    <a:pt x="22892" y="17588"/>
                    <a:pt x="22945" y="17606"/>
                    <a:pt x="23001" y="17616"/>
                  </a:cubicBezTo>
                  <a:cubicBezTo>
                    <a:pt x="23004" y="17613"/>
                    <a:pt x="23008" y="17602"/>
                    <a:pt x="23008" y="17595"/>
                  </a:cubicBezTo>
                  <a:cubicBezTo>
                    <a:pt x="23046" y="17515"/>
                    <a:pt x="23109" y="17424"/>
                    <a:pt x="23351" y="17424"/>
                  </a:cubicBezTo>
                  <a:cubicBezTo>
                    <a:pt x="23571" y="17424"/>
                    <a:pt x="23655" y="17385"/>
                    <a:pt x="23743" y="17343"/>
                  </a:cubicBezTo>
                  <a:cubicBezTo>
                    <a:pt x="23866" y="17283"/>
                    <a:pt x="24000" y="17249"/>
                    <a:pt x="24139" y="17249"/>
                  </a:cubicBezTo>
                  <a:cubicBezTo>
                    <a:pt x="24146" y="17249"/>
                    <a:pt x="24153" y="17249"/>
                    <a:pt x="24159" y="17249"/>
                  </a:cubicBezTo>
                  <a:cubicBezTo>
                    <a:pt x="24618" y="17231"/>
                    <a:pt x="25710" y="17032"/>
                    <a:pt x="26074" y="16727"/>
                  </a:cubicBezTo>
                  <a:cubicBezTo>
                    <a:pt x="26319" y="16524"/>
                    <a:pt x="26729" y="16342"/>
                    <a:pt x="27090" y="16181"/>
                  </a:cubicBezTo>
                  <a:cubicBezTo>
                    <a:pt x="27275" y="16104"/>
                    <a:pt x="27457" y="16013"/>
                    <a:pt x="27636" y="15915"/>
                  </a:cubicBezTo>
                  <a:cubicBezTo>
                    <a:pt x="27692" y="15880"/>
                    <a:pt x="27748" y="15841"/>
                    <a:pt x="27800" y="15799"/>
                  </a:cubicBezTo>
                  <a:lnTo>
                    <a:pt x="27800" y="15799"/>
                  </a:lnTo>
                  <a:cubicBezTo>
                    <a:pt x="27676" y="15840"/>
                    <a:pt x="27516" y="15861"/>
                    <a:pt x="27349" y="15861"/>
                  </a:cubicBezTo>
                  <a:cubicBezTo>
                    <a:pt x="27196" y="15861"/>
                    <a:pt x="27037" y="15843"/>
                    <a:pt x="26894" y="15806"/>
                  </a:cubicBezTo>
                  <a:cubicBezTo>
                    <a:pt x="26820" y="15789"/>
                    <a:pt x="26733" y="15757"/>
                    <a:pt x="26642" y="15729"/>
                  </a:cubicBezTo>
                  <a:cubicBezTo>
                    <a:pt x="26449" y="15662"/>
                    <a:pt x="26225" y="15585"/>
                    <a:pt x="26021" y="15585"/>
                  </a:cubicBezTo>
                  <a:cubicBezTo>
                    <a:pt x="25917" y="15585"/>
                    <a:pt x="25819" y="15605"/>
                    <a:pt x="25731" y="15656"/>
                  </a:cubicBezTo>
                  <a:cubicBezTo>
                    <a:pt x="25701" y="15671"/>
                    <a:pt x="25627" y="15714"/>
                    <a:pt x="25558" y="15714"/>
                  </a:cubicBezTo>
                  <a:cubicBezTo>
                    <a:pt x="25531" y="15714"/>
                    <a:pt x="25505" y="15707"/>
                    <a:pt x="25483" y="15691"/>
                  </a:cubicBezTo>
                  <a:cubicBezTo>
                    <a:pt x="25458" y="15673"/>
                    <a:pt x="25423" y="15628"/>
                    <a:pt x="25444" y="15544"/>
                  </a:cubicBezTo>
                  <a:cubicBezTo>
                    <a:pt x="25479" y="15414"/>
                    <a:pt x="25640" y="15211"/>
                    <a:pt x="25850" y="15176"/>
                  </a:cubicBezTo>
                  <a:cubicBezTo>
                    <a:pt x="25941" y="15162"/>
                    <a:pt x="25973" y="15141"/>
                    <a:pt x="25980" y="15127"/>
                  </a:cubicBezTo>
                  <a:cubicBezTo>
                    <a:pt x="26001" y="15096"/>
                    <a:pt x="25973" y="15015"/>
                    <a:pt x="25945" y="14921"/>
                  </a:cubicBezTo>
                  <a:cubicBezTo>
                    <a:pt x="25927" y="14868"/>
                    <a:pt x="25910" y="14809"/>
                    <a:pt x="25892" y="14739"/>
                  </a:cubicBezTo>
                  <a:cubicBezTo>
                    <a:pt x="25854" y="14592"/>
                    <a:pt x="25934" y="14536"/>
                    <a:pt x="25976" y="14518"/>
                  </a:cubicBezTo>
                  <a:cubicBezTo>
                    <a:pt x="26003" y="14506"/>
                    <a:pt x="26035" y="14500"/>
                    <a:pt x="26071" y="14500"/>
                  </a:cubicBezTo>
                  <a:cubicBezTo>
                    <a:pt x="26280" y="14500"/>
                    <a:pt x="26614" y="14700"/>
                    <a:pt x="26785" y="14945"/>
                  </a:cubicBezTo>
                  <a:cubicBezTo>
                    <a:pt x="26969" y="15210"/>
                    <a:pt x="27293" y="15365"/>
                    <a:pt x="27621" y="15365"/>
                  </a:cubicBezTo>
                  <a:cubicBezTo>
                    <a:pt x="27718" y="15365"/>
                    <a:pt x="27815" y="15351"/>
                    <a:pt x="27909" y="15323"/>
                  </a:cubicBezTo>
                  <a:cubicBezTo>
                    <a:pt x="28105" y="15267"/>
                    <a:pt x="28084" y="15176"/>
                    <a:pt x="28042" y="15012"/>
                  </a:cubicBezTo>
                  <a:cubicBezTo>
                    <a:pt x="28010" y="14886"/>
                    <a:pt x="27975" y="14746"/>
                    <a:pt x="28066" y="14620"/>
                  </a:cubicBezTo>
                  <a:cubicBezTo>
                    <a:pt x="28066" y="14620"/>
                    <a:pt x="28070" y="14616"/>
                    <a:pt x="28066" y="14609"/>
                  </a:cubicBezTo>
                  <a:cubicBezTo>
                    <a:pt x="28045" y="14480"/>
                    <a:pt x="27618" y="14193"/>
                    <a:pt x="27310" y="13979"/>
                  </a:cubicBezTo>
                  <a:cubicBezTo>
                    <a:pt x="26915" y="13713"/>
                    <a:pt x="26673" y="13541"/>
                    <a:pt x="26635" y="13419"/>
                  </a:cubicBezTo>
                  <a:cubicBezTo>
                    <a:pt x="26603" y="13324"/>
                    <a:pt x="26635" y="13272"/>
                    <a:pt x="26663" y="13244"/>
                  </a:cubicBezTo>
                  <a:cubicBezTo>
                    <a:pt x="26694" y="13215"/>
                    <a:pt x="26739" y="13202"/>
                    <a:pt x="26797" y="13202"/>
                  </a:cubicBezTo>
                  <a:cubicBezTo>
                    <a:pt x="26947" y="13202"/>
                    <a:pt x="27188" y="13289"/>
                    <a:pt x="27531" y="13433"/>
                  </a:cubicBezTo>
                  <a:cubicBezTo>
                    <a:pt x="27580" y="13456"/>
                    <a:pt x="27624" y="13467"/>
                    <a:pt x="27665" y="13467"/>
                  </a:cubicBezTo>
                  <a:cubicBezTo>
                    <a:pt x="27706" y="13467"/>
                    <a:pt x="27743" y="13456"/>
                    <a:pt x="27776" y="13433"/>
                  </a:cubicBezTo>
                  <a:cubicBezTo>
                    <a:pt x="27909" y="13345"/>
                    <a:pt x="27958" y="13083"/>
                    <a:pt x="27958" y="12929"/>
                  </a:cubicBezTo>
                  <a:cubicBezTo>
                    <a:pt x="27958" y="12911"/>
                    <a:pt x="27930" y="12897"/>
                    <a:pt x="27919" y="12890"/>
                  </a:cubicBezTo>
                  <a:cubicBezTo>
                    <a:pt x="27837" y="12841"/>
                    <a:pt x="27677" y="12817"/>
                    <a:pt x="27495" y="12817"/>
                  </a:cubicBezTo>
                  <a:cubicBezTo>
                    <a:pt x="27233" y="12817"/>
                    <a:pt x="26927" y="12868"/>
                    <a:pt x="26743" y="12971"/>
                  </a:cubicBezTo>
                  <a:cubicBezTo>
                    <a:pt x="26673" y="13014"/>
                    <a:pt x="26593" y="13035"/>
                    <a:pt x="26513" y="13035"/>
                  </a:cubicBezTo>
                  <a:cubicBezTo>
                    <a:pt x="26418" y="13035"/>
                    <a:pt x="26322" y="13005"/>
                    <a:pt x="26242" y="12946"/>
                  </a:cubicBezTo>
                  <a:cubicBezTo>
                    <a:pt x="26155" y="12876"/>
                    <a:pt x="26113" y="12778"/>
                    <a:pt x="26141" y="12691"/>
                  </a:cubicBezTo>
                  <a:cubicBezTo>
                    <a:pt x="26158" y="12628"/>
                    <a:pt x="26221" y="12519"/>
                    <a:pt x="26463" y="12491"/>
                  </a:cubicBezTo>
                  <a:cubicBezTo>
                    <a:pt x="26645" y="12470"/>
                    <a:pt x="26666" y="12435"/>
                    <a:pt x="26670" y="12432"/>
                  </a:cubicBezTo>
                  <a:cubicBezTo>
                    <a:pt x="26677" y="12418"/>
                    <a:pt x="26649" y="12369"/>
                    <a:pt x="26635" y="12344"/>
                  </a:cubicBezTo>
                  <a:cubicBezTo>
                    <a:pt x="26596" y="12267"/>
                    <a:pt x="26537" y="12155"/>
                    <a:pt x="26635" y="12057"/>
                  </a:cubicBezTo>
                  <a:cubicBezTo>
                    <a:pt x="26667" y="12024"/>
                    <a:pt x="26707" y="12010"/>
                    <a:pt x="26755" y="12010"/>
                  </a:cubicBezTo>
                  <a:cubicBezTo>
                    <a:pt x="26870" y="12010"/>
                    <a:pt x="27026" y="12093"/>
                    <a:pt x="27212" y="12190"/>
                  </a:cubicBezTo>
                  <a:cubicBezTo>
                    <a:pt x="27402" y="12288"/>
                    <a:pt x="27630" y="12409"/>
                    <a:pt x="27794" y="12409"/>
                  </a:cubicBezTo>
                  <a:cubicBezTo>
                    <a:pt x="27823" y="12409"/>
                    <a:pt x="27850" y="12405"/>
                    <a:pt x="27874" y="12397"/>
                  </a:cubicBezTo>
                  <a:cubicBezTo>
                    <a:pt x="28003" y="12362"/>
                    <a:pt x="28136" y="12341"/>
                    <a:pt x="28273" y="12337"/>
                  </a:cubicBezTo>
                  <a:cubicBezTo>
                    <a:pt x="28452" y="12327"/>
                    <a:pt x="28606" y="12320"/>
                    <a:pt x="28777" y="12183"/>
                  </a:cubicBezTo>
                  <a:cubicBezTo>
                    <a:pt x="28795" y="12169"/>
                    <a:pt x="28819" y="12145"/>
                    <a:pt x="28816" y="12124"/>
                  </a:cubicBezTo>
                  <a:cubicBezTo>
                    <a:pt x="28809" y="12043"/>
                    <a:pt x="28574" y="11924"/>
                    <a:pt x="28416" y="11843"/>
                  </a:cubicBezTo>
                  <a:cubicBezTo>
                    <a:pt x="28262" y="11763"/>
                    <a:pt x="28108" y="11682"/>
                    <a:pt x="28038" y="11598"/>
                  </a:cubicBezTo>
                  <a:cubicBezTo>
                    <a:pt x="28003" y="11563"/>
                    <a:pt x="27993" y="11511"/>
                    <a:pt x="28014" y="11469"/>
                  </a:cubicBezTo>
                  <a:cubicBezTo>
                    <a:pt x="28055" y="11387"/>
                    <a:pt x="28210" y="11349"/>
                    <a:pt x="28574" y="11349"/>
                  </a:cubicBezTo>
                  <a:cubicBezTo>
                    <a:pt x="28736" y="11349"/>
                    <a:pt x="28940" y="11357"/>
                    <a:pt x="29194" y="11371"/>
                  </a:cubicBezTo>
                  <a:lnTo>
                    <a:pt x="29306" y="11378"/>
                  </a:lnTo>
                  <a:cubicBezTo>
                    <a:pt x="29309" y="11378"/>
                    <a:pt x="29311" y="11378"/>
                    <a:pt x="29314" y="11378"/>
                  </a:cubicBezTo>
                  <a:cubicBezTo>
                    <a:pt x="29402" y="11378"/>
                    <a:pt x="29482" y="11326"/>
                    <a:pt x="29516" y="11245"/>
                  </a:cubicBezTo>
                  <a:cubicBezTo>
                    <a:pt x="29540" y="11210"/>
                    <a:pt x="29544" y="11168"/>
                    <a:pt x="29526" y="11126"/>
                  </a:cubicBezTo>
                  <a:cubicBezTo>
                    <a:pt x="29524" y="11123"/>
                    <a:pt x="29520" y="11122"/>
                    <a:pt x="29514" y="11122"/>
                  </a:cubicBezTo>
                  <a:cubicBezTo>
                    <a:pt x="29504" y="11122"/>
                    <a:pt x="29488" y="11126"/>
                    <a:pt x="29470" y="11133"/>
                  </a:cubicBezTo>
                  <a:cubicBezTo>
                    <a:pt x="29437" y="11145"/>
                    <a:pt x="29397" y="11151"/>
                    <a:pt x="29351" y="11151"/>
                  </a:cubicBezTo>
                  <a:cubicBezTo>
                    <a:pt x="29079" y="11151"/>
                    <a:pt x="28618" y="10945"/>
                    <a:pt x="28445" y="10727"/>
                  </a:cubicBezTo>
                  <a:cubicBezTo>
                    <a:pt x="28329" y="10583"/>
                    <a:pt x="28371" y="10471"/>
                    <a:pt x="28406" y="10422"/>
                  </a:cubicBezTo>
                  <a:cubicBezTo>
                    <a:pt x="28489" y="10297"/>
                    <a:pt x="28597" y="10267"/>
                    <a:pt x="28712" y="10267"/>
                  </a:cubicBezTo>
                  <a:cubicBezTo>
                    <a:pt x="28771" y="10267"/>
                    <a:pt x="28832" y="10275"/>
                    <a:pt x="28893" y="10282"/>
                  </a:cubicBezTo>
                  <a:cubicBezTo>
                    <a:pt x="28963" y="10293"/>
                    <a:pt x="29033" y="10303"/>
                    <a:pt x="29105" y="10303"/>
                  </a:cubicBezTo>
                  <a:cubicBezTo>
                    <a:pt x="29196" y="10303"/>
                    <a:pt x="29289" y="10287"/>
                    <a:pt x="29386" y="10237"/>
                  </a:cubicBezTo>
                  <a:cubicBezTo>
                    <a:pt x="29568" y="10142"/>
                    <a:pt x="29533" y="9911"/>
                    <a:pt x="29509" y="9813"/>
                  </a:cubicBezTo>
                  <a:cubicBezTo>
                    <a:pt x="29453" y="9578"/>
                    <a:pt x="29281" y="9358"/>
                    <a:pt x="29159" y="9358"/>
                  </a:cubicBezTo>
                  <a:cubicBezTo>
                    <a:pt x="29148" y="9358"/>
                    <a:pt x="28122" y="9319"/>
                    <a:pt x="28122" y="9053"/>
                  </a:cubicBezTo>
                  <a:cubicBezTo>
                    <a:pt x="28115" y="9022"/>
                    <a:pt x="28000" y="8959"/>
                    <a:pt x="27937" y="8924"/>
                  </a:cubicBezTo>
                  <a:cubicBezTo>
                    <a:pt x="27811" y="8854"/>
                    <a:pt x="27702" y="8791"/>
                    <a:pt x="27692" y="8700"/>
                  </a:cubicBezTo>
                  <a:cubicBezTo>
                    <a:pt x="27685" y="8654"/>
                    <a:pt x="27706" y="8609"/>
                    <a:pt x="27741" y="8584"/>
                  </a:cubicBezTo>
                  <a:cubicBezTo>
                    <a:pt x="27789" y="8540"/>
                    <a:pt x="27839" y="8525"/>
                    <a:pt x="27889" y="8525"/>
                  </a:cubicBezTo>
                  <a:cubicBezTo>
                    <a:pt x="27938" y="8525"/>
                    <a:pt x="27987" y="8539"/>
                    <a:pt x="28035" y="8553"/>
                  </a:cubicBezTo>
                  <a:cubicBezTo>
                    <a:pt x="28090" y="8568"/>
                    <a:pt x="28148" y="8584"/>
                    <a:pt x="28213" y="8584"/>
                  </a:cubicBezTo>
                  <a:cubicBezTo>
                    <a:pt x="28293" y="8584"/>
                    <a:pt x="28384" y="8560"/>
                    <a:pt x="28490" y="8483"/>
                  </a:cubicBezTo>
                  <a:cubicBezTo>
                    <a:pt x="28613" y="8391"/>
                    <a:pt x="28771" y="8360"/>
                    <a:pt x="28942" y="8360"/>
                  </a:cubicBezTo>
                  <a:cubicBezTo>
                    <a:pt x="29123" y="8360"/>
                    <a:pt x="29318" y="8394"/>
                    <a:pt x="29502" y="8427"/>
                  </a:cubicBezTo>
                  <a:cubicBezTo>
                    <a:pt x="29654" y="8451"/>
                    <a:pt x="29799" y="8477"/>
                    <a:pt x="29910" y="8477"/>
                  </a:cubicBezTo>
                  <a:cubicBezTo>
                    <a:pt x="29944" y="8477"/>
                    <a:pt x="29975" y="8474"/>
                    <a:pt x="30002" y="8469"/>
                  </a:cubicBezTo>
                  <a:cubicBezTo>
                    <a:pt x="30058" y="8458"/>
                    <a:pt x="30062" y="8434"/>
                    <a:pt x="30065" y="8423"/>
                  </a:cubicBezTo>
                  <a:cubicBezTo>
                    <a:pt x="30086" y="8336"/>
                    <a:pt x="29971" y="8150"/>
                    <a:pt x="29841" y="8052"/>
                  </a:cubicBezTo>
                  <a:cubicBezTo>
                    <a:pt x="29800" y="8021"/>
                    <a:pt x="29760" y="8003"/>
                    <a:pt x="29734" y="8003"/>
                  </a:cubicBezTo>
                  <a:cubicBezTo>
                    <a:pt x="29725" y="8003"/>
                    <a:pt x="29717" y="8005"/>
                    <a:pt x="29712" y="8010"/>
                  </a:cubicBezTo>
                  <a:cubicBezTo>
                    <a:pt x="29624" y="8060"/>
                    <a:pt x="29456" y="8096"/>
                    <a:pt x="29282" y="8096"/>
                  </a:cubicBezTo>
                  <a:cubicBezTo>
                    <a:pt x="29151" y="8096"/>
                    <a:pt x="29016" y="8075"/>
                    <a:pt x="28910" y="8024"/>
                  </a:cubicBezTo>
                  <a:cubicBezTo>
                    <a:pt x="28802" y="7979"/>
                    <a:pt x="28725" y="7884"/>
                    <a:pt x="28707" y="7768"/>
                  </a:cubicBezTo>
                  <a:cubicBezTo>
                    <a:pt x="28693" y="7705"/>
                    <a:pt x="28711" y="7642"/>
                    <a:pt x="28753" y="7597"/>
                  </a:cubicBezTo>
                  <a:cubicBezTo>
                    <a:pt x="28799" y="7550"/>
                    <a:pt x="28868" y="7536"/>
                    <a:pt x="28947" y="7536"/>
                  </a:cubicBezTo>
                  <a:cubicBezTo>
                    <a:pt x="29017" y="7536"/>
                    <a:pt x="29096" y="7547"/>
                    <a:pt x="29176" y="7558"/>
                  </a:cubicBezTo>
                  <a:cubicBezTo>
                    <a:pt x="29236" y="7565"/>
                    <a:pt x="29322" y="7577"/>
                    <a:pt x="29385" y="7577"/>
                  </a:cubicBezTo>
                  <a:cubicBezTo>
                    <a:pt x="29417" y="7577"/>
                    <a:pt x="29443" y="7574"/>
                    <a:pt x="29456" y="7565"/>
                  </a:cubicBezTo>
                  <a:cubicBezTo>
                    <a:pt x="29418" y="7492"/>
                    <a:pt x="29092" y="7324"/>
                    <a:pt x="28784" y="7296"/>
                  </a:cubicBezTo>
                  <a:cubicBezTo>
                    <a:pt x="28761" y="7293"/>
                    <a:pt x="28733" y="7291"/>
                    <a:pt x="28704" y="7291"/>
                  </a:cubicBezTo>
                  <a:cubicBezTo>
                    <a:pt x="28614" y="7291"/>
                    <a:pt x="28510" y="7310"/>
                    <a:pt x="28476" y="7383"/>
                  </a:cubicBezTo>
                  <a:cubicBezTo>
                    <a:pt x="28393" y="7540"/>
                    <a:pt x="28231" y="7638"/>
                    <a:pt x="28054" y="7638"/>
                  </a:cubicBezTo>
                  <a:cubicBezTo>
                    <a:pt x="28038" y="7638"/>
                    <a:pt x="28021" y="7637"/>
                    <a:pt x="28003" y="7635"/>
                  </a:cubicBezTo>
                  <a:cubicBezTo>
                    <a:pt x="27905" y="7625"/>
                    <a:pt x="27842" y="7583"/>
                    <a:pt x="27828" y="7516"/>
                  </a:cubicBezTo>
                  <a:cubicBezTo>
                    <a:pt x="27818" y="7474"/>
                    <a:pt x="27828" y="7404"/>
                    <a:pt x="27944" y="7331"/>
                  </a:cubicBezTo>
                  <a:cubicBezTo>
                    <a:pt x="28213" y="7163"/>
                    <a:pt x="28287" y="6659"/>
                    <a:pt x="28255" y="6375"/>
                  </a:cubicBezTo>
                  <a:cubicBezTo>
                    <a:pt x="28234" y="6204"/>
                    <a:pt x="28455" y="6127"/>
                    <a:pt x="28711" y="6039"/>
                  </a:cubicBezTo>
                  <a:cubicBezTo>
                    <a:pt x="29047" y="5924"/>
                    <a:pt x="29281" y="5826"/>
                    <a:pt x="29225" y="5640"/>
                  </a:cubicBezTo>
                  <a:cubicBezTo>
                    <a:pt x="29187" y="5524"/>
                    <a:pt x="29204" y="5395"/>
                    <a:pt x="29281" y="5293"/>
                  </a:cubicBezTo>
                  <a:cubicBezTo>
                    <a:pt x="29481" y="5027"/>
                    <a:pt x="30030" y="5006"/>
                    <a:pt x="30195" y="5006"/>
                  </a:cubicBezTo>
                  <a:cubicBezTo>
                    <a:pt x="30251" y="5006"/>
                    <a:pt x="30275" y="4996"/>
                    <a:pt x="30279" y="4985"/>
                  </a:cubicBezTo>
                  <a:cubicBezTo>
                    <a:pt x="30282" y="4978"/>
                    <a:pt x="30279" y="4947"/>
                    <a:pt x="30247" y="4898"/>
                  </a:cubicBezTo>
                  <a:cubicBezTo>
                    <a:pt x="30174" y="4795"/>
                    <a:pt x="30019" y="4699"/>
                    <a:pt x="29872" y="4699"/>
                  </a:cubicBezTo>
                  <a:cubicBezTo>
                    <a:pt x="29858" y="4699"/>
                    <a:pt x="29845" y="4700"/>
                    <a:pt x="29831" y="4702"/>
                  </a:cubicBezTo>
                  <a:cubicBezTo>
                    <a:pt x="29691" y="4719"/>
                    <a:pt x="29537" y="4807"/>
                    <a:pt x="29404" y="4880"/>
                  </a:cubicBezTo>
                  <a:cubicBezTo>
                    <a:pt x="29265" y="4957"/>
                    <a:pt x="29132" y="5031"/>
                    <a:pt x="29018" y="5031"/>
                  </a:cubicBezTo>
                  <a:cubicBezTo>
                    <a:pt x="28964" y="5031"/>
                    <a:pt x="28915" y="5015"/>
                    <a:pt x="28872" y="4975"/>
                  </a:cubicBezTo>
                  <a:cubicBezTo>
                    <a:pt x="28823" y="4933"/>
                    <a:pt x="28805" y="4863"/>
                    <a:pt x="28830" y="4800"/>
                  </a:cubicBezTo>
                  <a:cubicBezTo>
                    <a:pt x="28907" y="4607"/>
                    <a:pt x="29376" y="4408"/>
                    <a:pt x="29659" y="4408"/>
                  </a:cubicBezTo>
                  <a:cubicBezTo>
                    <a:pt x="30016" y="4408"/>
                    <a:pt x="30755" y="4369"/>
                    <a:pt x="31000" y="4222"/>
                  </a:cubicBezTo>
                  <a:cubicBezTo>
                    <a:pt x="31007" y="4219"/>
                    <a:pt x="31014" y="4215"/>
                    <a:pt x="31021" y="4208"/>
                  </a:cubicBezTo>
                  <a:cubicBezTo>
                    <a:pt x="30957" y="4155"/>
                    <a:pt x="30639" y="4084"/>
                    <a:pt x="30300" y="4084"/>
                  </a:cubicBezTo>
                  <a:cubicBezTo>
                    <a:pt x="30214" y="4084"/>
                    <a:pt x="30126" y="4089"/>
                    <a:pt x="30041" y="4100"/>
                  </a:cubicBezTo>
                  <a:cubicBezTo>
                    <a:pt x="29989" y="4106"/>
                    <a:pt x="29924" y="4113"/>
                    <a:pt x="29860" y="4113"/>
                  </a:cubicBezTo>
                  <a:cubicBezTo>
                    <a:pt x="29759" y="4113"/>
                    <a:pt x="29661" y="4097"/>
                    <a:pt x="29624" y="4044"/>
                  </a:cubicBezTo>
                  <a:cubicBezTo>
                    <a:pt x="29603" y="4016"/>
                    <a:pt x="29600" y="3981"/>
                    <a:pt x="29617" y="3953"/>
                  </a:cubicBezTo>
                  <a:cubicBezTo>
                    <a:pt x="29684" y="3820"/>
                    <a:pt x="30111" y="3795"/>
                    <a:pt x="30289" y="3792"/>
                  </a:cubicBezTo>
                  <a:cubicBezTo>
                    <a:pt x="30727" y="3785"/>
                    <a:pt x="30867" y="3729"/>
                    <a:pt x="31011" y="3669"/>
                  </a:cubicBezTo>
                  <a:cubicBezTo>
                    <a:pt x="31161" y="3606"/>
                    <a:pt x="31319" y="3567"/>
                    <a:pt x="31480" y="3550"/>
                  </a:cubicBezTo>
                  <a:cubicBezTo>
                    <a:pt x="31760" y="3518"/>
                    <a:pt x="31830" y="3445"/>
                    <a:pt x="31896" y="3378"/>
                  </a:cubicBezTo>
                  <a:cubicBezTo>
                    <a:pt x="31959" y="3312"/>
                    <a:pt x="32019" y="3252"/>
                    <a:pt x="32197" y="3242"/>
                  </a:cubicBezTo>
                  <a:cubicBezTo>
                    <a:pt x="32547" y="3228"/>
                    <a:pt x="33321" y="2874"/>
                    <a:pt x="33363" y="2745"/>
                  </a:cubicBezTo>
                  <a:cubicBezTo>
                    <a:pt x="33276" y="2608"/>
                    <a:pt x="32159" y="2276"/>
                    <a:pt x="31553" y="2276"/>
                  </a:cubicBezTo>
                  <a:cubicBezTo>
                    <a:pt x="30853" y="2276"/>
                    <a:pt x="30528" y="2416"/>
                    <a:pt x="30503" y="2731"/>
                  </a:cubicBezTo>
                  <a:cubicBezTo>
                    <a:pt x="30499" y="2804"/>
                    <a:pt x="30468" y="2871"/>
                    <a:pt x="30408" y="2916"/>
                  </a:cubicBezTo>
                  <a:cubicBezTo>
                    <a:pt x="30360" y="2951"/>
                    <a:pt x="30299" y="2964"/>
                    <a:pt x="30229" y="2964"/>
                  </a:cubicBezTo>
                  <a:cubicBezTo>
                    <a:pt x="30121" y="2964"/>
                    <a:pt x="29992" y="2933"/>
                    <a:pt x="29859" y="2899"/>
                  </a:cubicBezTo>
                  <a:cubicBezTo>
                    <a:pt x="29728" y="2867"/>
                    <a:pt x="29586" y="2831"/>
                    <a:pt x="29473" y="2831"/>
                  </a:cubicBezTo>
                  <a:cubicBezTo>
                    <a:pt x="29425" y="2831"/>
                    <a:pt x="29382" y="2838"/>
                    <a:pt x="29348" y="2853"/>
                  </a:cubicBezTo>
                  <a:cubicBezTo>
                    <a:pt x="29297" y="2876"/>
                    <a:pt x="29253" y="2886"/>
                    <a:pt x="29217" y="2886"/>
                  </a:cubicBezTo>
                  <a:cubicBezTo>
                    <a:pt x="29098" y="2886"/>
                    <a:pt x="29048" y="2786"/>
                    <a:pt x="29019" y="2727"/>
                  </a:cubicBezTo>
                  <a:cubicBezTo>
                    <a:pt x="29001" y="2689"/>
                    <a:pt x="28984" y="2654"/>
                    <a:pt x="28963" y="2647"/>
                  </a:cubicBezTo>
                  <a:cubicBezTo>
                    <a:pt x="28960" y="2646"/>
                    <a:pt x="28956" y="2645"/>
                    <a:pt x="28951" y="2645"/>
                  </a:cubicBezTo>
                  <a:cubicBezTo>
                    <a:pt x="28935" y="2645"/>
                    <a:pt x="28909" y="2651"/>
                    <a:pt x="28865" y="2671"/>
                  </a:cubicBezTo>
                  <a:cubicBezTo>
                    <a:pt x="28711" y="2759"/>
                    <a:pt x="28564" y="2860"/>
                    <a:pt x="28427" y="2976"/>
                  </a:cubicBezTo>
                  <a:cubicBezTo>
                    <a:pt x="28227" y="3130"/>
                    <a:pt x="28017" y="3291"/>
                    <a:pt x="27797" y="3385"/>
                  </a:cubicBezTo>
                  <a:cubicBezTo>
                    <a:pt x="27611" y="3462"/>
                    <a:pt x="27447" y="3599"/>
                    <a:pt x="27303" y="3718"/>
                  </a:cubicBezTo>
                  <a:cubicBezTo>
                    <a:pt x="27139" y="3851"/>
                    <a:pt x="26995" y="3970"/>
                    <a:pt x="26855" y="3988"/>
                  </a:cubicBezTo>
                  <a:cubicBezTo>
                    <a:pt x="26847" y="3990"/>
                    <a:pt x="26839" y="3991"/>
                    <a:pt x="26831" y="3991"/>
                  </a:cubicBezTo>
                  <a:cubicBezTo>
                    <a:pt x="26797" y="3991"/>
                    <a:pt x="26764" y="3973"/>
                    <a:pt x="26747" y="3939"/>
                  </a:cubicBezTo>
                  <a:cubicBezTo>
                    <a:pt x="26712" y="3872"/>
                    <a:pt x="26670" y="3785"/>
                    <a:pt x="27709" y="2745"/>
                  </a:cubicBezTo>
                  <a:cubicBezTo>
                    <a:pt x="27874" y="2580"/>
                    <a:pt x="27930" y="2395"/>
                    <a:pt x="27860" y="2251"/>
                  </a:cubicBezTo>
                  <a:cubicBezTo>
                    <a:pt x="27804" y="2131"/>
                    <a:pt x="27669" y="2062"/>
                    <a:pt x="27494" y="2062"/>
                  </a:cubicBezTo>
                  <a:cubicBezTo>
                    <a:pt x="27471" y="2062"/>
                    <a:pt x="27447" y="2063"/>
                    <a:pt x="27422" y="2066"/>
                  </a:cubicBezTo>
                  <a:cubicBezTo>
                    <a:pt x="27149" y="2090"/>
                    <a:pt x="27076" y="2192"/>
                    <a:pt x="27002" y="2297"/>
                  </a:cubicBezTo>
                  <a:cubicBezTo>
                    <a:pt x="26943" y="2377"/>
                    <a:pt x="26880" y="2468"/>
                    <a:pt x="26733" y="2500"/>
                  </a:cubicBezTo>
                  <a:cubicBezTo>
                    <a:pt x="26645" y="2521"/>
                    <a:pt x="26421" y="2612"/>
                    <a:pt x="26190" y="2710"/>
                  </a:cubicBezTo>
                  <a:cubicBezTo>
                    <a:pt x="25648" y="2935"/>
                    <a:pt x="25259" y="3090"/>
                    <a:pt x="25061" y="3090"/>
                  </a:cubicBezTo>
                  <a:cubicBezTo>
                    <a:pt x="25025" y="3090"/>
                    <a:pt x="24995" y="3085"/>
                    <a:pt x="24972" y="3074"/>
                  </a:cubicBezTo>
                  <a:cubicBezTo>
                    <a:pt x="24944" y="3060"/>
                    <a:pt x="24919" y="3035"/>
                    <a:pt x="24909" y="3004"/>
                  </a:cubicBezTo>
                  <a:cubicBezTo>
                    <a:pt x="24860" y="2839"/>
                    <a:pt x="25136" y="2706"/>
                    <a:pt x="25591" y="2500"/>
                  </a:cubicBezTo>
                  <a:cubicBezTo>
                    <a:pt x="25745" y="2433"/>
                    <a:pt x="25945" y="2342"/>
                    <a:pt x="26018" y="2286"/>
                  </a:cubicBezTo>
                  <a:cubicBezTo>
                    <a:pt x="25887" y="2240"/>
                    <a:pt x="25456" y="2211"/>
                    <a:pt x="24986" y="2211"/>
                  </a:cubicBezTo>
                  <a:cubicBezTo>
                    <a:pt x="24605" y="2211"/>
                    <a:pt x="24198" y="2230"/>
                    <a:pt x="23900" y="2272"/>
                  </a:cubicBezTo>
                  <a:cubicBezTo>
                    <a:pt x="23659" y="2307"/>
                    <a:pt x="23354" y="2381"/>
                    <a:pt x="23057" y="2447"/>
                  </a:cubicBezTo>
                  <a:cubicBezTo>
                    <a:pt x="22618" y="2550"/>
                    <a:pt x="22313" y="2619"/>
                    <a:pt x="22133" y="2619"/>
                  </a:cubicBezTo>
                  <a:cubicBezTo>
                    <a:pt x="22062" y="2619"/>
                    <a:pt x="22010" y="2608"/>
                    <a:pt x="21978" y="2584"/>
                  </a:cubicBezTo>
                  <a:cubicBezTo>
                    <a:pt x="21950" y="2566"/>
                    <a:pt x="21936" y="2538"/>
                    <a:pt x="21933" y="2507"/>
                  </a:cubicBezTo>
                  <a:cubicBezTo>
                    <a:pt x="21929" y="2440"/>
                    <a:pt x="21919" y="2318"/>
                    <a:pt x="22763" y="2118"/>
                  </a:cubicBezTo>
                  <a:cubicBezTo>
                    <a:pt x="23200" y="2017"/>
                    <a:pt x="23645" y="1940"/>
                    <a:pt x="24093" y="1887"/>
                  </a:cubicBezTo>
                  <a:cubicBezTo>
                    <a:pt x="24370" y="1856"/>
                    <a:pt x="24720" y="1852"/>
                    <a:pt x="25087" y="1852"/>
                  </a:cubicBezTo>
                  <a:cubicBezTo>
                    <a:pt x="25693" y="1852"/>
                    <a:pt x="26312" y="1849"/>
                    <a:pt x="26649" y="1712"/>
                  </a:cubicBezTo>
                  <a:cubicBezTo>
                    <a:pt x="26915" y="1603"/>
                    <a:pt x="27240" y="1540"/>
                    <a:pt x="27531" y="1488"/>
                  </a:cubicBezTo>
                  <a:cubicBezTo>
                    <a:pt x="27800" y="1439"/>
                    <a:pt x="28080" y="1386"/>
                    <a:pt x="28143" y="1313"/>
                  </a:cubicBezTo>
                  <a:cubicBezTo>
                    <a:pt x="28143" y="1313"/>
                    <a:pt x="28143" y="1309"/>
                    <a:pt x="28143" y="1309"/>
                  </a:cubicBezTo>
                  <a:cubicBezTo>
                    <a:pt x="28140" y="1215"/>
                    <a:pt x="27600" y="1014"/>
                    <a:pt x="27222" y="1014"/>
                  </a:cubicBezTo>
                  <a:cubicBezTo>
                    <a:pt x="27207" y="1014"/>
                    <a:pt x="27192" y="1015"/>
                    <a:pt x="27177" y="1015"/>
                  </a:cubicBezTo>
                  <a:cubicBezTo>
                    <a:pt x="27132" y="1017"/>
                    <a:pt x="27086" y="1018"/>
                    <a:pt x="27038" y="1018"/>
                  </a:cubicBezTo>
                  <a:cubicBezTo>
                    <a:pt x="26788" y="1018"/>
                    <a:pt x="26516" y="989"/>
                    <a:pt x="26411" y="868"/>
                  </a:cubicBezTo>
                  <a:cubicBezTo>
                    <a:pt x="26372" y="826"/>
                    <a:pt x="26355" y="770"/>
                    <a:pt x="26365" y="714"/>
                  </a:cubicBezTo>
                  <a:cubicBezTo>
                    <a:pt x="26376" y="658"/>
                    <a:pt x="26165" y="592"/>
                    <a:pt x="26053" y="553"/>
                  </a:cubicBezTo>
                  <a:cubicBezTo>
                    <a:pt x="25892" y="501"/>
                    <a:pt x="25756" y="455"/>
                    <a:pt x="25710" y="368"/>
                  </a:cubicBezTo>
                  <a:cubicBezTo>
                    <a:pt x="25654" y="326"/>
                    <a:pt x="25329" y="319"/>
                    <a:pt x="25087" y="312"/>
                  </a:cubicBezTo>
                  <a:cubicBezTo>
                    <a:pt x="24723" y="301"/>
                    <a:pt x="24345" y="287"/>
                    <a:pt x="24198" y="196"/>
                  </a:cubicBezTo>
                  <a:cubicBezTo>
                    <a:pt x="24006" y="78"/>
                    <a:pt x="23485" y="0"/>
                    <a:pt x="22952" y="0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40" name="Google Shape;6398;p80">
              <a:extLst>
                <a:ext uri="{FF2B5EF4-FFF2-40B4-BE49-F238E27FC236}">
                  <a16:creationId xmlns:a16="http://schemas.microsoft.com/office/drawing/2014/main" id="{4EB3BBA5-8B50-DCF7-7A7B-D8A310A1828B}"/>
                </a:ext>
              </a:extLst>
            </p:cNvPr>
            <p:cNvSpPr/>
            <p:nvPr/>
          </p:nvSpPr>
          <p:spPr>
            <a:xfrm>
              <a:off x="1636850" y="1405097"/>
              <a:ext cx="21547" cy="12491"/>
            </a:xfrm>
            <a:custGeom>
              <a:avLst/>
              <a:gdLst/>
              <a:ahLst/>
              <a:cxnLst/>
              <a:rect l="l" t="t" r="r" b="b"/>
              <a:pathLst>
                <a:path w="1587" h="920" extrusionOk="0">
                  <a:moveTo>
                    <a:pt x="456" y="1"/>
                  </a:moveTo>
                  <a:cubicBezTo>
                    <a:pt x="435" y="1"/>
                    <a:pt x="414" y="1"/>
                    <a:pt x="393" y="4"/>
                  </a:cubicBezTo>
                  <a:cubicBezTo>
                    <a:pt x="291" y="11"/>
                    <a:pt x="218" y="43"/>
                    <a:pt x="207" y="81"/>
                  </a:cubicBezTo>
                  <a:cubicBezTo>
                    <a:pt x="190" y="120"/>
                    <a:pt x="165" y="158"/>
                    <a:pt x="137" y="190"/>
                  </a:cubicBezTo>
                  <a:cubicBezTo>
                    <a:pt x="50" y="295"/>
                    <a:pt x="1" y="368"/>
                    <a:pt x="113" y="484"/>
                  </a:cubicBezTo>
                  <a:cubicBezTo>
                    <a:pt x="183" y="565"/>
                    <a:pt x="274" y="621"/>
                    <a:pt x="375" y="649"/>
                  </a:cubicBezTo>
                  <a:cubicBezTo>
                    <a:pt x="501" y="684"/>
                    <a:pt x="613" y="750"/>
                    <a:pt x="708" y="838"/>
                  </a:cubicBezTo>
                  <a:cubicBezTo>
                    <a:pt x="768" y="895"/>
                    <a:pt x="875" y="919"/>
                    <a:pt x="992" y="919"/>
                  </a:cubicBezTo>
                  <a:cubicBezTo>
                    <a:pt x="1112" y="919"/>
                    <a:pt x="1244" y="894"/>
                    <a:pt x="1352" y="852"/>
                  </a:cubicBezTo>
                  <a:cubicBezTo>
                    <a:pt x="1488" y="796"/>
                    <a:pt x="1579" y="719"/>
                    <a:pt x="1583" y="656"/>
                  </a:cubicBezTo>
                  <a:cubicBezTo>
                    <a:pt x="1586" y="579"/>
                    <a:pt x="1569" y="568"/>
                    <a:pt x="1471" y="537"/>
                  </a:cubicBezTo>
                  <a:cubicBezTo>
                    <a:pt x="1376" y="505"/>
                    <a:pt x="1247" y="459"/>
                    <a:pt x="1152" y="284"/>
                  </a:cubicBezTo>
                  <a:cubicBezTo>
                    <a:pt x="1065" y="116"/>
                    <a:pt x="718" y="1"/>
                    <a:pt x="456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41" name="Google Shape;6399;p80">
              <a:extLst>
                <a:ext uri="{FF2B5EF4-FFF2-40B4-BE49-F238E27FC236}">
                  <a16:creationId xmlns:a16="http://schemas.microsoft.com/office/drawing/2014/main" id="{8CAA3616-3F6A-1122-A888-6094225EF93A}"/>
                </a:ext>
              </a:extLst>
            </p:cNvPr>
            <p:cNvSpPr/>
            <p:nvPr/>
          </p:nvSpPr>
          <p:spPr>
            <a:xfrm>
              <a:off x="1089269" y="1627361"/>
              <a:ext cx="38085" cy="22688"/>
            </a:xfrm>
            <a:custGeom>
              <a:avLst/>
              <a:gdLst/>
              <a:ahLst/>
              <a:cxnLst/>
              <a:rect l="l" t="t" r="r" b="b"/>
              <a:pathLst>
                <a:path w="2805" h="1671" extrusionOk="0">
                  <a:moveTo>
                    <a:pt x="175" y="1"/>
                  </a:moveTo>
                  <a:cubicBezTo>
                    <a:pt x="111" y="1"/>
                    <a:pt x="57" y="24"/>
                    <a:pt x="1" y="60"/>
                  </a:cubicBezTo>
                  <a:cubicBezTo>
                    <a:pt x="11" y="67"/>
                    <a:pt x="29" y="74"/>
                    <a:pt x="39" y="81"/>
                  </a:cubicBezTo>
                  <a:cubicBezTo>
                    <a:pt x="109" y="120"/>
                    <a:pt x="207" y="169"/>
                    <a:pt x="197" y="267"/>
                  </a:cubicBezTo>
                  <a:cubicBezTo>
                    <a:pt x="193" y="291"/>
                    <a:pt x="204" y="316"/>
                    <a:pt x="221" y="333"/>
                  </a:cubicBezTo>
                  <a:cubicBezTo>
                    <a:pt x="255" y="357"/>
                    <a:pt x="294" y="370"/>
                    <a:pt x="333" y="370"/>
                  </a:cubicBezTo>
                  <a:cubicBezTo>
                    <a:pt x="348" y="370"/>
                    <a:pt x="362" y="369"/>
                    <a:pt x="375" y="365"/>
                  </a:cubicBezTo>
                  <a:cubicBezTo>
                    <a:pt x="385" y="364"/>
                    <a:pt x="393" y="363"/>
                    <a:pt x="402" y="363"/>
                  </a:cubicBezTo>
                  <a:cubicBezTo>
                    <a:pt x="503" y="363"/>
                    <a:pt x="573" y="452"/>
                    <a:pt x="634" y="533"/>
                  </a:cubicBezTo>
                  <a:cubicBezTo>
                    <a:pt x="680" y="589"/>
                    <a:pt x="729" y="652"/>
                    <a:pt x="767" y="655"/>
                  </a:cubicBezTo>
                  <a:cubicBezTo>
                    <a:pt x="862" y="662"/>
                    <a:pt x="922" y="732"/>
                    <a:pt x="974" y="792"/>
                  </a:cubicBezTo>
                  <a:cubicBezTo>
                    <a:pt x="1027" y="855"/>
                    <a:pt x="1069" y="897"/>
                    <a:pt x="1125" y="897"/>
                  </a:cubicBezTo>
                  <a:cubicBezTo>
                    <a:pt x="1286" y="897"/>
                    <a:pt x="1352" y="1027"/>
                    <a:pt x="1408" y="1128"/>
                  </a:cubicBezTo>
                  <a:cubicBezTo>
                    <a:pt x="1426" y="1163"/>
                    <a:pt x="1447" y="1195"/>
                    <a:pt x="1468" y="1226"/>
                  </a:cubicBezTo>
                  <a:cubicBezTo>
                    <a:pt x="1489" y="1254"/>
                    <a:pt x="1531" y="1258"/>
                    <a:pt x="1590" y="1261"/>
                  </a:cubicBezTo>
                  <a:cubicBezTo>
                    <a:pt x="1646" y="1265"/>
                    <a:pt x="1762" y="1272"/>
                    <a:pt x="1762" y="1387"/>
                  </a:cubicBezTo>
                  <a:cubicBezTo>
                    <a:pt x="1762" y="1412"/>
                    <a:pt x="1814" y="1461"/>
                    <a:pt x="1853" y="1492"/>
                  </a:cubicBezTo>
                  <a:cubicBezTo>
                    <a:pt x="1902" y="1534"/>
                    <a:pt x="1947" y="1583"/>
                    <a:pt x="1982" y="1636"/>
                  </a:cubicBezTo>
                  <a:lnTo>
                    <a:pt x="2003" y="1639"/>
                  </a:lnTo>
                  <a:lnTo>
                    <a:pt x="2070" y="1646"/>
                  </a:lnTo>
                  <a:lnTo>
                    <a:pt x="2143" y="1653"/>
                  </a:lnTo>
                  <a:lnTo>
                    <a:pt x="2178" y="1657"/>
                  </a:lnTo>
                  <a:cubicBezTo>
                    <a:pt x="2248" y="1664"/>
                    <a:pt x="2318" y="1671"/>
                    <a:pt x="2388" y="1671"/>
                  </a:cubicBezTo>
                  <a:lnTo>
                    <a:pt x="2581" y="1671"/>
                  </a:lnTo>
                  <a:lnTo>
                    <a:pt x="2619" y="1667"/>
                  </a:lnTo>
                  <a:cubicBezTo>
                    <a:pt x="2640" y="1667"/>
                    <a:pt x="2658" y="1660"/>
                    <a:pt x="2675" y="1660"/>
                  </a:cubicBezTo>
                  <a:lnTo>
                    <a:pt x="2714" y="1653"/>
                  </a:lnTo>
                  <a:lnTo>
                    <a:pt x="2742" y="1646"/>
                  </a:lnTo>
                  <a:cubicBezTo>
                    <a:pt x="2749" y="1573"/>
                    <a:pt x="2770" y="1506"/>
                    <a:pt x="2805" y="1443"/>
                  </a:cubicBezTo>
                  <a:cubicBezTo>
                    <a:pt x="2791" y="1440"/>
                    <a:pt x="2773" y="1436"/>
                    <a:pt x="2759" y="1433"/>
                  </a:cubicBezTo>
                  <a:cubicBezTo>
                    <a:pt x="2654" y="1422"/>
                    <a:pt x="2553" y="1377"/>
                    <a:pt x="2476" y="1303"/>
                  </a:cubicBezTo>
                  <a:cubicBezTo>
                    <a:pt x="2409" y="1233"/>
                    <a:pt x="2283" y="1202"/>
                    <a:pt x="2164" y="1170"/>
                  </a:cubicBezTo>
                  <a:cubicBezTo>
                    <a:pt x="2014" y="1135"/>
                    <a:pt x="1874" y="1100"/>
                    <a:pt x="1828" y="988"/>
                  </a:cubicBezTo>
                  <a:cubicBezTo>
                    <a:pt x="1765" y="817"/>
                    <a:pt x="1408" y="316"/>
                    <a:pt x="1254" y="316"/>
                  </a:cubicBezTo>
                  <a:lnTo>
                    <a:pt x="1251" y="316"/>
                  </a:lnTo>
                  <a:cubicBezTo>
                    <a:pt x="1202" y="319"/>
                    <a:pt x="1146" y="322"/>
                    <a:pt x="1087" y="322"/>
                  </a:cubicBezTo>
                  <a:cubicBezTo>
                    <a:pt x="909" y="322"/>
                    <a:pt x="694" y="294"/>
                    <a:pt x="494" y="144"/>
                  </a:cubicBezTo>
                  <a:cubicBezTo>
                    <a:pt x="357" y="41"/>
                    <a:pt x="258" y="1"/>
                    <a:pt x="175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42" name="Google Shape;6400;p80">
              <a:extLst>
                <a:ext uri="{FF2B5EF4-FFF2-40B4-BE49-F238E27FC236}">
                  <a16:creationId xmlns:a16="http://schemas.microsoft.com/office/drawing/2014/main" id="{584B0630-6145-3B65-6FD3-DD308F834914}"/>
                </a:ext>
              </a:extLst>
            </p:cNvPr>
            <p:cNvSpPr/>
            <p:nvPr/>
          </p:nvSpPr>
          <p:spPr>
            <a:xfrm>
              <a:off x="1108006" y="1344093"/>
              <a:ext cx="76156" cy="49612"/>
            </a:xfrm>
            <a:custGeom>
              <a:avLst/>
              <a:gdLst/>
              <a:ahLst/>
              <a:cxnLst/>
              <a:rect l="l" t="t" r="r" b="b"/>
              <a:pathLst>
                <a:path w="5609" h="3654" extrusionOk="0">
                  <a:moveTo>
                    <a:pt x="2303" y="0"/>
                  </a:moveTo>
                  <a:cubicBezTo>
                    <a:pt x="2146" y="0"/>
                    <a:pt x="1724" y="92"/>
                    <a:pt x="1432" y="156"/>
                  </a:cubicBezTo>
                  <a:cubicBezTo>
                    <a:pt x="1113" y="226"/>
                    <a:pt x="816" y="293"/>
                    <a:pt x="679" y="293"/>
                  </a:cubicBezTo>
                  <a:cubicBezTo>
                    <a:pt x="674" y="292"/>
                    <a:pt x="669" y="292"/>
                    <a:pt x="663" y="292"/>
                  </a:cubicBezTo>
                  <a:cubicBezTo>
                    <a:pt x="646" y="292"/>
                    <a:pt x="629" y="295"/>
                    <a:pt x="616" y="303"/>
                  </a:cubicBezTo>
                  <a:cubicBezTo>
                    <a:pt x="616" y="349"/>
                    <a:pt x="739" y="513"/>
                    <a:pt x="959" y="685"/>
                  </a:cubicBezTo>
                  <a:cubicBezTo>
                    <a:pt x="998" y="713"/>
                    <a:pt x="1022" y="755"/>
                    <a:pt x="1026" y="800"/>
                  </a:cubicBezTo>
                  <a:cubicBezTo>
                    <a:pt x="1040" y="930"/>
                    <a:pt x="907" y="1091"/>
                    <a:pt x="763" y="1256"/>
                  </a:cubicBezTo>
                  <a:cubicBezTo>
                    <a:pt x="693" y="1336"/>
                    <a:pt x="585" y="1469"/>
                    <a:pt x="578" y="1515"/>
                  </a:cubicBezTo>
                  <a:cubicBezTo>
                    <a:pt x="613" y="1546"/>
                    <a:pt x="634" y="1585"/>
                    <a:pt x="634" y="1630"/>
                  </a:cubicBezTo>
                  <a:cubicBezTo>
                    <a:pt x="648" y="1798"/>
                    <a:pt x="441" y="2036"/>
                    <a:pt x="151" y="2365"/>
                  </a:cubicBezTo>
                  <a:lnTo>
                    <a:pt x="95" y="2428"/>
                  </a:lnTo>
                  <a:cubicBezTo>
                    <a:pt x="32" y="2502"/>
                    <a:pt x="0" y="2565"/>
                    <a:pt x="14" y="2596"/>
                  </a:cubicBezTo>
                  <a:cubicBezTo>
                    <a:pt x="42" y="2670"/>
                    <a:pt x="273" y="2705"/>
                    <a:pt x="459" y="2733"/>
                  </a:cubicBezTo>
                  <a:cubicBezTo>
                    <a:pt x="553" y="2747"/>
                    <a:pt x="651" y="2764"/>
                    <a:pt x="742" y="2782"/>
                  </a:cubicBezTo>
                  <a:cubicBezTo>
                    <a:pt x="1005" y="2841"/>
                    <a:pt x="1134" y="3104"/>
                    <a:pt x="1250" y="3335"/>
                  </a:cubicBezTo>
                  <a:cubicBezTo>
                    <a:pt x="1330" y="3500"/>
                    <a:pt x="1407" y="3654"/>
                    <a:pt x="1505" y="3654"/>
                  </a:cubicBezTo>
                  <a:cubicBezTo>
                    <a:pt x="1544" y="3654"/>
                    <a:pt x="1547" y="3647"/>
                    <a:pt x="1572" y="3598"/>
                  </a:cubicBezTo>
                  <a:cubicBezTo>
                    <a:pt x="1600" y="3524"/>
                    <a:pt x="1649" y="3412"/>
                    <a:pt x="1866" y="3412"/>
                  </a:cubicBezTo>
                  <a:cubicBezTo>
                    <a:pt x="1876" y="3413"/>
                    <a:pt x="1886" y="3413"/>
                    <a:pt x="1895" y="3413"/>
                  </a:cubicBezTo>
                  <a:cubicBezTo>
                    <a:pt x="1972" y="3413"/>
                    <a:pt x="2045" y="3389"/>
                    <a:pt x="2104" y="3342"/>
                  </a:cubicBezTo>
                  <a:cubicBezTo>
                    <a:pt x="2159" y="3305"/>
                    <a:pt x="2220" y="3266"/>
                    <a:pt x="2346" y="3266"/>
                  </a:cubicBezTo>
                  <a:cubicBezTo>
                    <a:pt x="2364" y="3266"/>
                    <a:pt x="2384" y="3267"/>
                    <a:pt x="2405" y="3269"/>
                  </a:cubicBezTo>
                  <a:cubicBezTo>
                    <a:pt x="2426" y="3270"/>
                    <a:pt x="2447" y="3271"/>
                    <a:pt x="2470" y="3271"/>
                  </a:cubicBezTo>
                  <a:cubicBezTo>
                    <a:pt x="2574" y="3271"/>
                    <a:pt x="2696" y="3253"/>
                    <a:pt x="2776" y="3181"/>
                  </a:cubicBezTo>
                  <a:cubicBezTo>
                    <a:pt x="2836" y="3122"/>
                    <a:pt x="2867" y="3034"/>
                    <a:pt x="2867" y="2918"/>
                  </a:cubicBezTo>
                  <a:cubicBezTo>
                    <a:pt x="2867" y="2516"/>
                    <a:pt x="3151" y="2390"/>
                    <a:pt x="3427" y="2320"/>
                  </a:cubicBezTo>
                  <a:cubicBezTo>
                    <a:pt x="3515" y="2299"/>
                    <a:pt x="3529" y="2250"/>
                    <a:pt x="3546" y="2145"/>
                  </a:cubicBezTo>
                  <a:cubicBezTo>
                    <a:pt x="3567" y="2019"/>
                    <a:pt x="3599" y="1851"/>
                    <a:pt x="3865" y="1788"/>
                  </a:cubicBezTo>
                  <a:cubicBezTo>
                    <a:pt x="4271" y="1693"/>
                    <a:pt x="5402" y="1210"/>
                    <a:pt x="5587" y="1070"/>
                  </a:cubicBezTo>
                  <a:cubicBezTo>
                    <a:pt x="5591" y="1067"/>
                    <a:pt x="5608" y="1053"/>
                    <a:pt x="5608" y="1046"/>
                  </a:cubicBezTo>
                  <a:cubicBezTo>
                    <a:pt x="5605" y="976"/>
                    <a:pt x="5356" y="832"/>
                    <a:pt x="5153" y="716"/>
                  </a:cubicBezTo>
                  <a:cubicBezTo>
                    <a:pt x="5076" y="671"/>
                    <a:pt x="4996" y="622"/>
                    <a:pt x="4912" y="573"/>
                  </a:cubicBezTo>
                  <a:cubicBezTo>
                    <a:pt x="4650" y="411"/>
                    <a:pt x="4437" y="332"/>
                    <a:pt x="4246" y="332"/>
                  </a:cubicBezTo>
                  <a:cubicBezTo>
                    <a:pt x="4111" y="332"/>
                    <a:pt x="3987" y="372"/>
                    <a:pt x="3865" y="450"/>
                  </a:cubicBezTo>
                  <a:cubicBezTo>
                    <a:pt x="3792" y="498"/>
                    <a:pt x="3738" y="520"/>
                    <a:pt x="3692" y="520"/>
                  </a:cubicBezTo>
                  <a:cubicBezTo>
                    <a:pt x="3674" y="520"/>
                    <a:pt x="3657" y="517"/>
                    <a:pt x="3641" y="510"/>
                  </a:cubicBezTo>
                  <a:cubicBezTo>
                    <a:pt x="3581" y="482"/>
                    <a:pt x="3574" y="415"/>
                    <a:pt x="3567" y="366"/>
                  </a:cubicBezTo>
                  <a:cubicBezTo>
                    <a:pt x="3567" y="349"/>
                    <a:pt x="3564" y="335"/>
                    <a:pt x="3560" y="321"/>
                  </a:cubicBezTo>
                  <a:cubicBezTo>
                    <a:pt x="3546" y="324"/>
                    <a:pt x="3532" y="328"/>
                    <a:pt x="3518" y="335"/>
                  </a:cubicBezTo>
                  <a:cubicBezTo>
                    <a:pt x="3469" y="357"/>
                    <a:pt x="3407" y="367"/>
                    <a:pt x="3337" y="367"/>
                  </a:cubicBezTo>
                  <a:cubicBezTo>
                    <a:pt x="2994" y="367"/>
                    <a:pt x="2463" y="131"/>
                    <a:pt x="2353" y="6"/>
                  </a:cubicBezTo>
                  <a:cubicBezTo>
                    <a:pt x="2342" y="2"/>
                    <a:pt x="2325" y="0"/>
                    <a:pt x="2303" y="0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43" name="Google Shape;6401;p80">
              <a:extLst>
                <a:ext uri="{FF2B5EF4-FFF2-40B4-BE49-F238E27FC236}">
                  <a16:creationId xmlns:a16="http://schemas.microsoft.com/office/drawing/2014/main" id="{EB751C68-96E5-7AD4-2F6A-5D57C681B1A2}"/>
                </a:ext>
              </a:extLst>
            </p:cNvPr>
            <p:cNvSpPr/>
            <p:nvPr/>
          </p:nvSpPr>
          <p:spPr>
            <a:xfrm>
              <a:off x="1158773" y="1355960"/>
              <a:ext cx="133616" cy="70277"/>
            </a:xfrm>
            <a:custGeom>
              <a:avLst/>
              <a:gdLst/>
              <a:ahLst/>
              <a:cxnLst/>
              <a:rect l="l" t="t" r="r" b="b"/>
              <a:pathLst>
                <a:path w="9841" h="5176" extrusionOk="0">
                  <a:moveTo>
                    <a:pt x="7395" y="0"/>
                  </a:moveTo>
                  <a:cubicBezTo>
                    <a:pt x="7091" y="0"/>
                    <a:pt x="6765" y="137"/>
                    <a:pt x="6690" y="207"/>
                  </a:cubicBezTo>
                  <a:cubicBezTo>
                    <a:pt x="6729" y="242"/>
                    <a:pt x="6813" y="298"/>
                    <a:pt x="6890" y="354"/>
                  </a:cubicBezTo>
                  <a:cubicBezTo>
                    <a:pt x="7177" y="550"/>
                    <a:pt x="7362" y="690"/>
                    <a:pt x="7362" y="809"/>
                  </a:cubicBezTo>
                  <a:cubicBezTo>
                    <a:pt x="7366" y="840"/>
                    <a:pt x="7348" y="872"/>
                    <a:pt x="7320" y="889"/>
                  </a:cubicBezTo>
                  <a:cubicBezTo>
                    <a:pt x="7308" y="896"/>
                    <a:pt x="7294" y="899"/>
                    <a:pt x="7279" y="899"/>
                  </a:cubicBezTo>
                  <a:cubicBezTo>
                    <a:pt x="7222" y="899"/>
                    <a:pt x="7146" y="851"/>
                    <a:pt x="7023" y="770"/>
                  </a:cubicBezTo>
                  <a:cubicBezTo>
                    <a:pt x="6910" y="694"/>
                    <a:pt x="6715" y="565"/>
                    <a:pt x="6618" y="565"/>
                  </a:cubicBezTo>
                  <a:cubicBezTo>
                    <a:pt x="6603" y="565"/>
                    <a:pt x="6591" y="568"/>
                    <a:pt x="6582" y="574"/>
                  </a:cubicBezTo>
                  <a:cubicBezTo>
                    <a:pt x="6540" y="599"/>
                    <a:pt x="6498" y="608"/>
                    <a:pt x="6457" y="608"/>
                  </a:cubicBezTo>
                  <a:cubicBezTo>
                    <a:pt x="6382" y="608"/>
                    <a:pt x="6310" y="576"/>
                    <a:pt x="6249" y="546"/>
                  </a:cubicBezTo>
                  <a:cubicBezTo>
                    <a:pt x="6184" y="516"/>
                    <a:pt x="6140" y="497"/>
                    <a:pt x="6105" y="497"/>
                  </a:cubicBezTo>
                  <a:cubicBezTo>
                    <a:pt x="6071" y="497"/>
                    <a:pt x="6045" y="514"/>
                    <a:pt x="6018" y="553"/>
                  </a:cubicBezTo>
                  <a:cubicBezTo>
                    <a:pt x="5881" y="749"/>
                    <a:pt x="6218" y="1537"/>
                    <a:pt x="6382" y="1817"/>
                  </a:cubicBezTo>
                  <a:cubicBezTo>
                    <a:pt x="6435" y="1901"/>
                    <a:pt x="6445" y="1971"/>
                    <a:pt x="6417" y="2030"/>
                  </a:cubicBezTo>
                  <a:cubicBezTo>
                    <a:pt x="6375" y="2132"/>
                    <a:pt x="6235" y="2160"/>
                    <a:pt x="6105" y="2185"/>
                  </a:cubicBezTo>
                  <a:cubicBezTo>
                    <a:pt x="6070" y="2192"/>
                    <a:pt x="6035" y="2199"/>
                    <a:pt x="6004" y="2206"/>
                  </a:cubicBezTo>
                  <a:cubicBezTo>
                    <a:pt x="5990" y="2209"/>
                    <a:pt x="5977" y="2211"/>
                    <a:pt x="5964" y="2211"/>
                  </a:cubicBezTo>
                  <a:cubicBezTo>
                    <a:pt x="5822" y="2211"/>
                    <a:pt x="5763" y="1983"/>
                    <a:pt x="5696" y="1726"/>
                  </a:cubicBezTo>
                  <a:cubicBezTo>
                    <a:pt x="5654" y="1544"/>
                    <a:pt x="5598" y="1341"/>
                    <a:pt x="5521" y="1232"/>
                  </a:cubicBezTo>
                  <a:cubicBezTo>
                    <a:pt x="5384" y="1047"/>
                    <a:pt x="4919" y="826"/>
                    <a:pt x="4695" y="812"/>
                  </a:cubicBezTo>
                  <a:cubicBezTo>
                    <a:pt x="4688" y="812"/>
                    <a:pt x="4682" y="811"/>
                    <a:pt x="4676" y="811"/>
                  </a:cubicBezTo>
                  <a:cubicBezTo>
                    <a:pt x="4640" y="811"/>
                    <a:pt x="4624" y="820"/>
                    <a:pt x="4621" y="823"/>
                  </a:cubicBezTo>
                  <a:cubicBezTo>
                    <a:pt x="4611" y="858"/>
                    <a:pt x="4677" y="893"/>
                    <a:pt x="4772" y="938"/>
                  </a:cubicBezTo>
                  <a:cubicBezTo>
                    <a:pt x="4901" y="1001"/>
                    <a:pt x="5087" y="1089"/>
                    <a:pt x="5034" y="1288"/>
                  </a:cubicBezTo>
                  <a:cubicBezTo>
                    <a:pt x="5024" y="1341"/>
                    <a:pt x="4992" y="1383"/>
                    <a:pt x="4947" y="1411"/>
                  </a:cubicBezTo>
                  <a:cubicBezTo>
                    <a:pt x="4926" y="1421"/>
                    <a:pt x="4905" y="1425"/>
                    <a:pt x="4883" y="1425"/>
                  </a:cubicBezTo>
                  <a:cubicBezTo>
                    <a:pt x="4829" y="1425"/>
                    <a:pt x="4772" y="1401"/>
                    <a:pt x="4712" y="1376"/>
                  </a:cubicBezTo>
                  <a:cubicBezTo>
                    <a:pt x="4639" y="1344"/>
                    <a:pt x="4574" y="1320"/>
                    <a:pt x="4514" y="1320"/>
                  </a:cubicBezTo>
                  <a:cubicBezTo>
                    <a:pt x="4469" y="1320"/>
                    <a:pt x="4425" y="1334"/>
                    <a:pt x="4383" y="1369"/>
                  </a:cubicBezTo>
                  <a:cubicBezTo>
                    <a:pt x="4290" y="1446"/>
                    <a:pt x="4222" y="1492"/>
                    <a:pt x="4165" y="1492"/>
                  </a:cubicBezTo>
                  <a:cubicBezTo>
                    <a:pt x="4147" y="1492"/>
                    <a:pt x="4130" y="1488"/>
                    <a:pt x="4114" y="1477"/>
                  </a:cubicBezTo>
                  <a:cubicBezTo>
                    <a:pt x="4050" y="1439"/>
                    <a:pt x="4065" y="1341"/>
                    <a:pt x="4096" y="1201"/>
                  </a:cubicBezTo>
                  <a:lnTo>
                    <a:pt x="4107" y="1159"/>
                  </a:lnTo>
                  <a:cubicBezTo>
                    <a:pt x="4114" y="1113"/>
                    <a:pt x="4096" y="1068"/>
                    <a:pt x="4065" y="1036"/>
                  </a:cubicBezTo>
                  <a:cubicBezTo>
                    <a:pt x="3962" y="921"/>
                    <a:pt x="3714" y="817"/>
                    <a:pt x="3419" y="817"/>
                  </a:cubicBezTo>
                  <a:cubicBezTo>
                    <a:pt x="3382" y="817"/>
                    <a:pt x="3344" y="819"/>
                    <a:pt x="3305" y="823"/>
                  </a:cubicBezTo>
                  <a:cubicBezTo>
                    <a:pt x="3053" y="851"/>
                    <a:pt x="3053" y="945"/>
                    <a:pt x="3053" y="1078"/>
                  </a:cubicBezTo>
                  <a:cubicBezTo>
                    <a:pt x="3053" y="1162"/>
                    <a:pt x="3053" y="1253"/>
                    <a:pt x="2979" y="1320"/>
                  </a:cubicBezTo>
                  <a:cubicBezTo>
                    <a:pt x="2933" y="1358"/>
                    <a:pt x="2856" y="1373"/>
                    <a:pt x="2771" y="1373"/>
                  </a:cubicBezTo>
                  <a:cubicBezTo>
                    <a:pt x="2629" y="1373"/>
                    <a:pt x="2466" y="1332"/>
                    <a:pt x="2388" y="1288"/>
                  </a:cubicBezTo>
                  <a:cubicBezTo>
                    <a:pt x="2314" y="1246"/>
                    <a:pt x="2300" y="1197"/>
                    <a:pt x="2307" y="1162"/>
                  </a:cubicBezTo>
                  <a:cubicBezTo>
                    <a:pt x="2321" y="1085"/>
                    <a:pt x="2423" y="1054"/>
                    <a:pt x="2510" y="1033"/>
                  </a:cubicBezTo>
                  <a:cubicBezTo>
                    <a:pt x="2598" y="1012"/>
                    <a:pt x="2710" y="977"/>
                    <a:pt x="2738" y="910"/>
                  </a:cubicBezTo>
                  <a:cubicBezTo>
                    <a:pt x="2773" y="823"/>
                    <a:pt x="2678" y="679"/>
                    <a:pt x="2587" y="536"/>
                  </a:cubicBezTo>
                  <a:lnTo>
                    <a:pt x="2566" y="501"/>
                  </a:lnTo>
                  <a:cubicBezTo>
                    <a:pt x="2535" y="451"/>
                    <a:pt x="2487" y="430"/>
                    <a:pt x="2420" y="430"/>
                  </a:cubicBezTo>
                  <a:cubicBezTo>
                    <a:pt x="2292" y="430"/>
                    <a:pt x="2094" y="509"/>
                    <a:pt x="1806" y="627"/>
                  </a:cubicBezTo>
                  <a:cubicBezTo>
                    <a:pt x="1645" y="693"/>
                    <a:pt x="1463" y="770"/>
                    <a:pt x="1260" y="844"/>
                  </a:cubicBezTo>
                  <a:cubicBezTo>
                    <a:pt x="718" y="1036"/>
                    <a:pt x="406" y="1236"/>
                    <a:pt x="319" y="1323"/>
                  </a:cubicBezTo>
                  <a:cubicBezTo>
                    <a:pt x="347" y="1344"/>
                    <a:pt x="364" y="1372"/>
                    <a:pt x="371" y="1404"/>
                  </a:cubicBezTo>
                  <a:cubicBezTo>
                    <a:pt x="396" y="1509"/>
                    <a:pt x="312" y="1638"/>
                    <a:pt x="116" y="1799"/>
                  </a:cubicBezTo>
                  <a:cubicBezTo>
                    <a:pt x="60" y="1845"/>
                    <a:pt x="0" y="1915"/>
                    <a:pt x="25" y="1988"/>
                  </a:cubicBezTo>
                  <a:cubicBezTo>
                    <a:pt x="56" y="2076"/>
                    <a:pt x="200" y="2143"/>
                    <a:pt x="340" y="2143"/>
                  </a:cubicBezTo>
                  <a:cubicBezTo>
                    <a:pt x="420" y="2143"/>
                    <a:pt x="473" y="2160"/>
                    <a:pt x="508" y="2199"/>
                  </a:cubicBezTo>
                  <a:cubicBezTo>
                    <a:pt x="539" y="2237"/>
                    <a:pt x="553" y="2290"/>
                    <a:pt x="546" y="2342"/>
                  </a:cubicBezTo>
                  <a:cubicBezTo>
                    <a:pt x="543" y="2402"/>
                    <a:pt x="546" y="2405"/>
                    <a:pt x="578" y="2416"/>
                  </a:cubicBezTo>
                  <a:cubicBezTo>
                    <a:pt x="582" y="2417"/>
                    <a:pt x="587" y="2417"/>
                    <a:pt x="594" y="2417"/>
                  </a:cubicBezTo>
                  <a:cubicBezTo>
                    <a:pt x="661" y="2417"/>
                    <a:pt x="837" y="2370"/>
                    <a:pt x="980" y="2332"/>
                  </a:cubicBezTo>
                  <a:cubicBezTo>
                    <a:pt x="1212" y="2268"/>
                    <a:pt x="1463" y="2199"/>
                    <a:pt x="1656" y="2199"/>
                  </a:cubicBezTo>
                  <a:cubicBezTo>
                    <a:pt x="1748" y="2199"/>
                    <a:pt x="1827" y="2215"/>
                    <a:pt x="1883" y="2255"/>
                  </a:cubicBezTo>
                  <a:cubicBezTo>
                    <a:pt x="1922" y="2276"/>
                    <a:pt x="1939" y="2318"/>
                    <a:pt x="1932" y="2360"/>
                  </a:cubicBezTo>
                  <a:cubicBezTo>
                    <a:pt x="1915" y="2454"/>
                    <a:pt x="1764" y="2493"/>
                    <a:pt x="1313" y="2587"/>
                  </a:cubicBezTo>
                  <a:cubicBezTo>
                    <a:pt x="1064" y="2640"/>
                    <a:pt x="480" y="2762"/>
                    <a:pt x="480" y="2864"/>
                  </a:cubicBezTo>
                  <a:cubicBezTo>
                    <a:pt x="487" y="2902"/>
                    <a:pt x="504" y="2937"/>
                    <a:pt x="536" y="2958"/>
                  </a:cubicBezTo>
                  <a:cubicBezTo>
                    <a:pt x="701" y="3093"/>
                    <a:pt x="1122" y="3178"/>
                    <a:pt x="1542" y="3178"/>
                  </a:cubicBezTo>
                  <a:cubicBezTo>
                    <a:pt x="1700" y="3178"/>
                    <a:pt x="1858" y="3166"/>
                    <a:pt x="2003" y="3140"/>
                  </a:cubicBezTo>
                  <a:cubicBezTo>
                    <a:pt x="2140" y="3116"/>
                    <a:pt x="2302" y="3105"/>
                    <a:pt x="2472" y="3105"/>
                  </a:cubicBezTo>
                  <a:cubicBezTo>
                    <a:pt x="3051" y="3105"/>
                    <a:pt x="3728" y="3231"/>
                    <a:pt x="3893" y="3371"/>
                  </a:cubicBezTo>
                  <a:cubicBezTo>
                    <a:pt x="3928" y="3396"/>
                    <a:pt x="3945" y="3431"/>
                    <a:pt x="3949" y="3469"/>
                  </a:cubicBezTo>
                  <a:cubicBezTo>
                    <a:pt x="3949" y="3504"/>
                    <a:pt x="3935" y="3536"/>
                    <a:pt x="3910" y="3557"/>
                  </a:cubicBezTo>
                  <a:cubicBezTo>
                    <a:pt x="3832" y="3633"/>
                    <a:pt x="3620" y="3658"/>
                    <a:pt x="3304" y="3658"/>
                  </a:cubicBezTo>
                  <a:cubicBezTo>
                    <a:pt x="3114" y="3658"/>
                    <a:pt x="2886" y="3649"/>
                    <a:pt x="2626" y="3637"/>
                  </a:cubicBezTo>
                  <a:lnTo>
                    <a:pt x="2472" y="3634"/>
                  </a:lnTo>
                  <a:cubicBezTo>
                    <a:pt x="2431" y="3632"/>
                    <a:pt x="2390" y="3631"/>
                    <a:pt x="2347" y="3631"/>
                  </a:cubicBezTo>
                  <a:cubicBezTo>
                    <a:pt x="1735" y="3631"/>
                    <a:pt x="984" y="3813"/>
                    <a:pt x="942" y="3917"/>
                  </a:cubicBezTo>
                  <a:cubicBezTo>
                    <a:pt x="980" y="4068"/>
                    <a:pt x="1001" y="4082"/>
                    <a:pt x="1435" y="4278"/>
                  </a:cubicBezTo>
                  <a:lnTo>
                    <a:pt x="1656" y="4380"/>
                  </a:lnTo>
                  <a:cubicBezTo>
                    <a:pt x="1833" y="4462"/>
                    <a:pt x="2011" y="4484"/>
                    <a:pt x="2177" y="4484"/>
                  </a:cubicBezTo>
                  <a:cubicBezTo>
                    <a:pt x="2280" y="4484"/>
                    <a:pt x="2378" y="4475"/>
                    <a:pt x="2468" y="4467"/>
                  </a:cubicBezTo>
                  <a:cubicBezTo>
                    <a:pt x="2545" y="4460"/>
                    <a:pt x="2612" y="4453"/>
                    <a:pt x="2675" y="4453"/>
                  </a:cubicBezTo>
                  <a:cubicBezTo>
                    <a:pt x="2769" y="4453"/>
                    <a:pt x="2843" y="4467"/>
                    <a:pt x="2895" y="4520"/>
                  </a:cubicBezTo>
                  <a:cubicBezTo>
                    <a:pt x="2944" y="4569"/>
                    <a:pt x="2965" y="4642"/>
                    <a:pt x="2955" y="4712"/>
                  </a:cubicBezTo>
                  <a:cubicBezTo>
                    <a:pt x="2944" y="4800"/>
                    <a:pt x="2972" y="4891"/>
                    <a:pt x="3028" y="4961"/>
                  </a:cubicBezTo>
                  <a:cubicBezTo>
                    <a:pt x="3172" y="5118"/>
                    <a:pt x="3553" y="5160"/>
                    <a:pt x="4082" y="5174"/>
                  </a:cubicBezTo>
                  <a:cubicBezTo>
                    <a:pt x="4106" y="5175"/>
                    <a:pt x="4130" y="5175"/>
                    <a:pt x="4153" y="5175"/>
                  </a:cubicBezTo>
                  <a:cubicBezTo>
                    <a:pt x="4595" y="5175"/>
                    <a:pt x="4908" y="5053"/>
                    <a:pt x="5164" y="4950"/>
                  </a:cubicBezTo>
                  <a:cubicBezTo>
                    <a:pt x="5353" y="4875"/>
                    <a:pt x="5521" y="4809"/>
                    <a:pt x="5694" y="4809"/>
                  </a:cubicBezTo>
                  <a:cubicBezTo>
                    <a:pt x="5706" y="4809"/>
                    <a:pt x="5718" y="4809"/>
                    <a:pt x="5731" y="4810"/>
                  </a:cubicBezTo>
                  <a:cubicBezTo>
                    <a:pt x="5780" y="4813"/>
                    <a:pt x="5826" y="4815"/>
                    <a:pt x="5868" y="4815"/>
                  </a:cubicBezTo>
                  <a:cubicBezTo>
                    <a:pt x="6174" y="4815"/>
                    <a:pt x="6320" y="4733"/>
                    <a:pt x="6477" y="4502"/>
                  </a:cubicBezTo>
                  <a:cubicBezTo>
                    <a:pt x="6581" y="4347"/>
                    <a:pt x="6680" y="4312"/>
                    <a:pt x="6752" y="4312"/>
                  </a:cubicBezTo>
                  <a:cubicBezTo>
                    <a:pt x="6760" y="4312"/>
                    <a:pt x="6767" y="4312"/>
                    <a:pt x="6774" y="4313"/>
                  </a:cubicBezTo>
                  <a:cubicBezTo>
                    <a:pt x="6893" y="4331"/>
                    <a:pt x="6974" y="4446"/>
                    <a:pt x="7005" y="4541"/>
                  </a:cubicBezTo>
                  <a:cubicBezTo>
                    <a:pt x="7019" y="4583"/>
                    <a:pt x="7219" y="4618"/>
                    <a:pt x="7317" y="4635"/>
                  </a:cubicBezTo>
                  <a:cubicBezTo>
                    <a:pt x="7474" y="4663"/>
                    <a:pt x="7621" y="4688"/>
                    <a:pt x="7695" y="4758"/>
                  </a:cubicBezTo>
                  <a:cubicBezTo>
                    <a:pt x="7823" y="4888"/>
                    <a:pt x="8108" y="4941"/>
                    <a:pt x="8415" y="4941"/>
                  </a:cubicBezTo>
                  <a:cubicBezTo>
                    <a:pt x="8760" y="4941"/>
                    <a:pt x="9133" y="4874"/>
                    <a:pt x="9340" y="4772"/>
                  </a:cubicBezTo>
                  <a:cubicBezTo>
                    <a:pt x="9410" y="4733"/>
                    <a:pt x="9442" y="4688"/>
                    <a:pt x="9438" y="4628"/>
                  </a:cubicBezTo>
                  <a:cubicBezTo>
                    <a:pt x="9428" y="4523"/>
                    <a:pt x="9312" y="4394"/>
                    <a:pt x="9193" y="4355"/>
                  </a:cubicBezTo>
                  <a:cubicBezTo>
                    <a:pt x="9178" y="4348"/>
                    <a:pt x="9161" y="4345"/>
                    <a:pt x="9146" y="4345"/>
                  </a:cubicBezTo>
                  <a:cubicBezTo>
                    <a:pt x="9112" y="4345"/>
                    <a:pt x="9080" y="4359"/>
                    <a:pt x="9057" y="4383"/>
                  </a:cubicBezTo>
                  <a:cubicBezTo>
                    <a:pt x="8958" y="4508"/>
                    <a:pt x="8862" y="4540"/>
                    <a:pt x="8793" y="4540"/>
                  </a:cubicBezTo>
                  <a:cubicBezTo>
                    <a:pt x="8781" y="4540"/>
                    <a:pt x="8769" y="4539"/>
                    <a:pt x="8759" y="4537"/>
                  </a:cubicBezTo>
                  <a:cubicBezTo>
                    <a:pt x="8654" y="4516"/>
                    <a:pt x="8570" y="4443"/>
                    <a:pt x="8532" y="4345"/>
                  </a:cubicBezTo>
                  <a:cubicBezTo>
                    <a:pt x="8476" y="4226"/>
                    <a:pt x="8623" y="4159"/>
                    <a:pt x="8780" y="4089"/>
                  </a:cubicBezTo>
                  <a:cubicBezTo>
                    <a:pt x="8889" y="4043"/>
                    <a:pt x="9011" y="3987"/>
                    <a:pt x="9067" y="3921"/>
                  </a:cubicBezTo>
                  <a:cubicBezTo>
                    <a:pt x="9104" y="3878"/>
                    <a:pt x="9154" y="3862"/>
                    <a:pt x="9211" y="3862"/>
                  </a:cubicBezTo>
                  <a:cubicBezTo>
                    <a:pt x="9299" y="3862"/>
                    <a:pt x="9403" y="3900"/>
                    <a:pt x="9505" y="3938"/>
                  </a:cubicBezTo>
                  <a:cubicBezTo>
                    <a:pt x="9590" y="3969"/>
                    <a:pt x="9697" y="4008"/>
                    <a:pt x="9761" y="4008"/>
                  </a:cubicBezTo>
                  <a:cubicBezTo>
                    <a:pt x="9778" y="4008"/>
                    <a:pt x="9793" y="4005"/>
                    <a:pt x="9802" y="3998"/>
                  </a:cubicBezTo>
                  <a:cubicBezTo>
                    <a:pt x="9820" y="3987"/>
                    <a:pt x="9827" y="3956"/>
                    <a:pt x="9827" y="3935"/>
                  </a:cubicBezTo>
                  <a:cubicBezTo>
                    <a:pt x="9841" y="3721"/>
                    <a:pt x="9512" y="3571"/>
                    <a:pt x="9221" y="3438"/>
                  </a:cubicBezTo>
                  <a:cubicBezTo>
                    <a:pt x="9106" y="3389"/>
                    <a:pt x="8994" y="3329"/>
                    <a:pt x="8885" y="3266"/>
                  </a:cubicBezTo>
                  <a:cubicBezTo>
                    <a:pt x="8794" y="3203"/>
                    <a:pt x="8693" y="3158"/>
                    <a:pt x="8588" y="3130"/>
                  </a:cubicBezTo>
                  <a:cubicBezTo>
                    <a:pt x="8378" y="3063"/>
                    <a:pt x="8181" y="2962"/>
                    <a:pt x="8010" y="2825"/>
                  </a:cubicBezTo>
                  <a:cubicBezTo>
                    <a:pt x="7723" y="2615"/>
                    <a:pt x="7793" y="2437"/>
                    <a:pt x="7845" y="2307"/>
                  </a:cubicBezTo>
                  <a:cubicBezTo>
                    <a:pt x="7887" y="2202"/>
                    <a:pt x="7908" y="2143"/>
                    <a:pt x="7789" y="2048"/>
                  </a:cubicBezTo>
                  <a:cubicBezTo>
                    <a:pt x="7558" y="1866"/>
                    <a:pt x="7439" y="1509"/>
                    <a:pt x="7422" y="1236"/>
                  </a:cubicBezTo>
                  <a:cubicBezTo>
                    <a:pt x="7408" y="1005"/>
                    <a:pt x="7460" y="819"/>
                    <a:pt x="7565" y="714"/>
                  </a:cubicBezTo>
                  <a:cubicBezTo>
                    <a:pt x="7831" y="448"/>
                    <a:pt x="7866" y="294"/>
                    <a:pt x="7849" y="214"/>
                  </a:cubicBezTo>
                  <a:cubicBezTo>
                    <a:pt x="7835" y="144"/>
                    <a:pt x="7772" y="88"/>
                    <a:pt x="7663" y="46"/>
                  </a:cubicBezTo>
                  <a:cubicBezTo>
                    <a:pt x="7581" y="13"/>
                    <a:pt x="7489" y="0"/>
                    <a:pt x="7395" y="0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44" name="Google Shape;6402;p80">
              <a:extLst>
                <a:ext uri="{FF2B5EF4-FFF2-40B4-BE49-F238E27FC236}">
                  <a16:creationId xmlns:a16="http://schemas.microsoft.com/office/drawing/2014/main" id="{61ED8DEF-2081-522D-228B-D97C50A85473}"/>
                </a:ext>
              </a:extLst>
            </p:cNvPr>
            <p:cNvSpPr/>
            <p:nvPr/>
          </p:nvSpPr>
          <p:spPr>
            <a:xfrm>
              <a:off x="1158243" y="1321487"/>
              <a:ext cx="9857" cy="6436"/>
            </a:xfrm>
            <a:custGeom>
              <a:avLst/>
              <a:gdLst/>
              <a:ahLst/>
              <a:cxnLst/>
              <a:rect l="l" t="t" r="r" b="b"/>
              <a:pathLst>
                <a:path w="726" h="474" extrusionOk="0">
                  <a:moveTo>
                    <a:pt x="725" y="1"/>
                  </a:moveTo>
                  <a:lnTo>
                    <a:pt x="725" y="1"/>
                  </a:lnTo>
                  <a:cubicBezTo>
                    <a:pt x="596" y="15"/>
                    <a:pt x="123" y="326"/>
                    <a:pt x="1" y="474"/>
                  </a:cubicBezTo>
                  <a:cubicBezTo>
                    <a:pt x="7" y="474"/>
                    <a:pt x="13" y="474"/>
                    <a:pt x="19" y="474"/>
                  </a:cubicBezTo>
                  <a:cubicBezTo>
                    <a:pt x="257" y="474"/>
                    <a:pt x="473" y="341"/>
                    <a:pt x="596" y="221"/>
                  </a:cubicBezTo>
                  <a:cubicBezTo>
                    <a:pt x="673" y="141"/>
                    <a:pt x="722" y="60"/>
                    <a:pt x="725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45" name="Google Shape;6403;p80">
              <a:extLst>
                <a:ext uri="{FF2B5EF4-FFF2-40B4-BE49-F238E27FC236}">
                  <a16:creationId xmlns:a16="http://schemas.microsoft.com/office/drawing/2014/main" id="{D6055B10-21DD-E0A1-17C8-F88F0390DC43}"/>
                </a:ext>
              </a:extLst>
            </p:cNvPr>
            <p:cNvSpPr/>
            <p:nvPr/>
          </p:nvSpPr>
          <p:spPr>
            <a:xfrm>
              <a:off x="1130627" y="1298310"/>
              <a:ext cx="52871" cy="25947"/>
            </a:xfrm>
            <a:custGeom>
              <a:avLst/>
              <a:gdLst/>
              <a:ahLst/>
              <a:cxnLst/>
              <a:rect l="l" t="t" r="r" b="b"/>
              <a:pathLst>
                <a:path w="3894" h="1911" extrusionOk="0">
                  <a:moveTo>
                    <a:pt x="3369" y="1"/>
                  </a:moveTo>
                  <a:cubicBezTo>
                    <a:pt x="3360" y="1"/>
                    <a:pt x="3352" y="3"/>
                    <a:pt x="3344" y="6"/>
                  </a:cubicBezTo>
                  <a:cubicBezTo>
                    <a:pt x="3291" y="31"/>
                    <a:pt x="3253" y="143"/>
                    <a:pt x="3253" y="231"/>
                  </a:cubicBezTo>
                  <a:cubicBezTo>
                    <a:pt x="3253" y="273"/>
                    <a:pt x="3232" y="308"/>
                    <a:pt x="3200" y="332"/>
                  </a:cubicBezTo>
                  <a:cubicBezTo>
                    <a:pt x="3166" y="356"/>
                    <a:pt x="3115" y="365"/>
                    <a:pt x="3054" y="365"/>
                  </a:cubicBezTo>
                  <a:cubicBezTo>
                    <a:pt x="2851" y="365"/>
                    <a:pt x="2545" y="260"/>
                    <a:pt x="2437" y="220"/>
                  </a:cubicBezTo>
                  <a:cubicBezTo>
                    <a:pt x="2416" y="212"/>
                    <a:pt x="2395" y="209"/>
                    <a:pt x="2372" y="209"/>
                  </a:cubicBezTo>
                  <a:cubicBezTo>
                    <a:pt x="2239" y="209"/>
                    <a:pt x="2075" y="333"/>
                    <a:pt x="1901" y="462"/>
                  </a:cubicBezTo>
                  <a:cubicBezTo>
                    <a:pt x="1772" y="560"/>
                    <a:pt x="1635" y="651"/>
                    <a:pt x="1495" y="724"/>
                  </a:cubicBezTo>
                  <a:cubicBezTo>
                    <a:pt x="1366" y="794"/>
                    <a:pt x="1254" y="885"/>
                    <a:pt x="1163" y="997"/>
                  </a:cubicBezTo>
                  <a:cubicBezTo>
                    <a:pt x="1047" y="1123"/>
                    <a:pt x="937" y="1243"/>
                    <a:pt x="719" y="1243"/>
                  </a:cubicBezTo>
                  <a:cubicBezTo>
                    <a:pt x="708" y="1243"/>
                    <a:pt x="696" y="1243"/>
                    <a:pt x="683" y="1242"/>
                  </a:cubicBezTo>
                  <a:cubicBezTo>
                    <a:pt x="670" y="1241"/>
                    <a:pt x="657" y="1241"/>
                    <a:pt x="643" y="1241"/>
                  </a:cubicBezTo>
                  <a:cubicBezTo>
                    <a:pt x="374" y="1241"/>
                    <a:pt x="57" y="1432"/>
                    <a:pt x="1" y="1512"/>
                  </a:cubicBezTo>
                  <a:cubicBezTo>
                    <a:pt x="106" y="1564"/>
                    <a:pt x="109" y="1687"/>
                    <a:pt x="113" y="1771"/>
                  </a:cubicBezTo>
                  <a:cubicBezTo>
                    <a:pt x="113" y="1788"/>
                    <a:pt x="113" y="1806"/>
                    <a:pt x="116" y="1823"/>
                  </a:cubicBezTo>
                  <a:lnTo>
                    <a:pt x="127" y="1820"/>
                  </a:lnTo>
                  <a:cubicBezTo>
                    <a:pt x="260" y="1752"/>
                    <a:pt x="334" y="1715"/>
                    <a:pt x="420" y="1715"/>
                  </a:cubicBezTo>
                  <a:cubicBezTo>
                    <a:pt x="462" y="1715"/>
                    <a:pt x="507" y="1724"/>
                    <a:pt x="564" y="1743"/>
                  </a:cubicBezTo>
                  <a:cubicBezTo>
                    <a:pt x="597" y="1754"/>
                    <a:pt x="624" y="1760"/>
                    <a:pt x="649" y="1760"/>
                  </a:cubicBezTo>
                  <a:cubicBezTo>
                    <a:pt x="730" y="1760"/>
                    <a:pt x="776" y="1701"/>
                    <a:pt x="841" y="1606"/>
                  </a:cubicBezTo>
                  <a:cubicBezTo>
                    <a:pt x="869" y="1568"/>
                    <a:pt x="900" y="1526"/>
                    <a:pt x="932" y="1491"/>
                  </a:cubicBezTo>
                  <a:cubicBezTo>
                    <a:pt x="953" y="1470"/>
                    <a:pt x="981" y="1456"/>
                    <a:pt x="1009" y="1456"/>
                  </a:cubicBezTo>
                  <a:cubicBezTo>
                    <a:pt x="1016" y="1456"/>
                    <a:pt x="1023" y="1456"/>
                    <a:pt x="1030" y="1459"/>
                  </a:cubicBezTo>
                  <a:cubicBezTo>
                    <a:pt x="1093" y="1473"/>
                    <a:pt x="1114" y="1540"/>
                    <a:pt x="1142" y="1631"/>
                  </a:cubicBezTo>
                  <a:cubicBezTo>
                    <a:pt x="1191" y="1785"/>
                    <a:pt x="1240" y="1911"/>
                    <a:pt x="1366" y="1911"/>
                  </a:cubicBezTo>
                  <a:cubicBezTo>
                    <a:pt x="1446" y="1911"/>
                    <a:pt x="1488" y="1823"/>
                    <a:pt x="1541" y="1694"/>
                  </a:cubicBezTo>
                  <a:cubicBezTo>
                    <a:pt x="1583" y="1592"/>
                    <a:pt x="1621" y="1498"/>
                    <a:pt x="1709" y="1473"/>
                  </a:cubicBezTo>
                  <a:cubicBezTo>
                    <a:pt x="1723" y="1470"/>
                    <a:pt x="1738" y="1468"/>
                    <a:pt x="1752" y="1468"/>
                  </a:cubicBezTo>
                  <a:cubicBezTo>
                    <a:pt x="1793" y="1468"/>
                    <a:pt x="1833" y="1482"/>
                    <a:pt x="1866" y="1508"/>
                  </a:cubicBezTo>
                  <a:cubicBezTo>
                    <a:pt x="1899" y="1532"/>
                    <a:pt x="1942" y="1556"/>
                    <a:pt x="1978" y="1556"/>
                  </a:cubicBezTo>
                  <a:cubicBezTo>
                    <a:pt x="1984" y="1556"/>
                    <a:pt x="1990" y="1555"/>
                    <a:pt x="1996" y="1554"/>
                  </a:cubicBezTo>
                  <a:cubicBezTo>
                    <a:pt x="2063" y="1529"/>
                    <a:pt x="2105" y="1389"/>
                    <a:pt x="2129" y="1305"/>
                  </a:cubicBezTo>
                  <a:cubicBezTo>
                    <a:pt x="2136" y="1274"/>
                    <a:pt x="2143" y="1239"/>
                    <a:pt x="2154" y="1204"/>
                  </a:cubicBezTo>
                  <a:cubicBezTo>
                    <a:pt x="2189" y="1032"/>
                    <a:pt x="2234" y="794"/>
                    <a:pt x="2497" y="749"/>
                  </a:cubicBezTo>
                  <a:cubicBezTo>
                    <a:pt x="2519" y="745"/>
                    <a:pt x="2539" y="743"/>
                    <a:pt x="2557" y="743"/>
                  </a:cubicBezTo>
                  <a:cubicBezTo>
                    <a:pt x="2603" y="743"/>
                    <a:pt x="2637" y="755"/>
                    <a:pt x="2665" y="780"/>
                  </a:cubicBezTo>
                  <a:cubicBezTo>
                    <a:pt x="2724" y="833"/>
                    <a:pt x="2717" y="917"/>
                    <a:pt x="2710" y="1011"/>
                  </a:cubicBezTo>
                  <a:cubicBezTo>
                    <a:pt x="2703" y="1102"/>
                    <a:pt x="2693" y="1190"/>
                    <a:pt x="2735" y="1267"/>
                  </a:cubicBezTo>
                  <a:cubicBezTo>
                    <a:pt x="2788" y="1360"/>
                    <a:pt x="2843" y="1374"/>
                    <a:pt x="2877" y="1374"/>
                  </a:cubicBezTo>
                  <a:cubicBezTo>
                    <a:pt x="2888" y="1374"/>
                    <a:pt x="2897" y="1373"/>
                    <a:pt x="2903" y="1372"/>
                  </a:cubicBezTo>
                  <a:cubicBezTo>
                    <a:pt x="3004" y="1344"/>
                    <a:pt x="3085" y="1267"/>
                    <a:pt x="3120" y="1165"/>
                  </a:cubicBezTo>
                  <a:cubicBezTo>
                    <a:pt x="3141" y="1050"/>
                    <a:pt x="3277" y="1029"/>
                    <a:pt x="3396" y="1015"/>
                  </a:cubicBezTo>
                  <a:cubicBezTo>
                    <a:pt x="3445" y="1008"/>
                    <a:pt x="3547" y="994"/>
                    <a:pt x="3557" y="973"/>
                  </a:cubicBezTo>
                  <a:cubicBezTo>
                    <a:pt x="3557" y="973"/>
                    <a:pt x="3557" y="969"/>
                    <a:pt x="3557" y="969"/>
                  </a:cubicBezTo>
                  <a:cubicBezTo>
                    <a:pt x="3550" y="903"/>
                    <a:pt x="3561" y="833"/>
                    <a:pt x="3585" y="773"/>
                  </a:cubicBezTo>
                  <a:cubicBezTo>
                    <a:pt x="3620" y="710"/>
                    <a:pt x="3613" y="633"/>
                    <a:pt x="3568" y="581"/>
                  </a:cubicBezTo>
                  <a:cubicBezTo>
                    <a:pt x="3533" y="535"/>
                    <a:pt x="3522" y="479"/>
                    <a:pt x="3540" y="427"/>
                  </a:cubicBezTo>
                  <a:cubicBezTo>
                    <a:pt x="3564" y="353"/>
                    <a:pt x="3645" y="329"/>
                    <a:pt x="3729" y="301"/>
                  </a:cubicBezTo>
                  <a:cubicBezTo>
                    <a:pt x="3788" y="283"/>
                    <a:pt x="3841" y="259"/>
                    <a:pt x="3893" y="227"/>
                  </a:cubicBezTo>
                  <a:lnTo>
                    <a:pt x="3886" y="227"/>
                  </a:lnTo>
                  <a:cubicBezTo>
                    <a:pt x="3785" y="213"/>
                    <a:pt x="3624" y="185"/>
                    <a:pt x="3484" y="62"/>
                  </a:cubicBezTo>
                  <a:cubicBezTo>
                    <a:pt x="3450" y="34"/>
                    <a:pt x="3406" y="1"/>
                    <a:pt x="3369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46" name="Google Shape;6404;p80">
              <a:extLst>
                <a:ext uri="{FF2B5EF4-FFF2-40B4-BE49-F238E27FC236}">
                  <a16:creationId xmlns:a16="http://schemas.microsoft.com/office/drawing/2014/main" id="{1ED5FAB6-A8DF-3FE6-4D00-01B5C0962DF8}"/>
                </a:ext>
              </a:extLst>
            </p:cNvPr>
            <p:cNvSpPr/>
            <p:nvPr/>
          </p:nvSpPr>
          <p:spPr>
            <a:xfrm>
              <a:off x="1171549" y="1310367"/>
              <a:ext cx="86380" cy="35437"/>
            </a:xfrm>
            <a:custGeom>
              <a:avLst/>
              <a:gdLst/>
              <a:ahLst/>
              <a:cxnLst/>
              <a:rect l="l" t="t" r="r" b="b"/>
              <a:pathLst>
                <a:path w="6362" h="2610" extrusionOk="0">
                  <a:moveTo>
                    <a:pt x="4622" y="0"/>
                  </a:moveTo>
                  <a:cubicBezTo>
                    <a:pt x="4610" y="0"/>
                    <a:pt x="4596" y="2"/>
                    <a:pt x="4580" y="4"/>
                  </a:cubicBezTo>
                  <a:cubicBezTo>
                    <a:pt x="4391" y="32"/>
                    <a:pt x="4034" y="260"/>
                    <a:pt x="3943" y="410"/>
                  </a:cubicBezTo>
                  <a:cubicBezTo>
                    <a:pt x="3925" y="442"/>
                    <a:pt x="3925" y="456"/>
                    <a:pt x="3925" y="456"/>
                  </a:cubicBezTo>
                  <a:cubicBezTo>
                    <a:pt x="3929" y="459"/>
                    <a:pt x="3929" y="480"/>
                    <a:pt x="3988" y="487"/>
                  </a:cubicBezTo>
                  <a:cubicBezTo>
                    <a:pt x="4184" y="512"/>
                    <a:pt x="4293" y="575"/>
                    <a:pt x="4307" y="676"/>
                  </a:cubicBezTo>
                  <a:cubicBezTo>
                    <a:pt x="4324" y="799"/>
                    <a:pt x="4198" y="907"/>
                    <a:pt x="4076" y="967"/>
                  </a:cubicBezTo>
                  <a:cubicBezTo>
                    <a:pt x="4125" y="998"/>
                    <a:pt x="4174" y="1026"/>
                    <a:pt x="4226" y="1051"/>
                  </a:cubicBezTo>
                  <a:cubicBezTo>
                    <a:pt x="4391" y="1135"/>
                    <a:pt x="4489" y="1191"/>
                    <a:pt x="4513" y="1271"/>
                  </a:cubicBezTo>
                  <a:cubicBezTo>
                    <a:pt x="4520" y="1303"/>
                    <a:pt x="4517" y="1338"/>
                    <a:pt x="4496" y="1366"/>
                  </a:cubicBezTo>
                  <a:cubicBezTo>
                    <a:pt x="4449" y="1435"/>
                    <a:pt x="4305" y="1457"/>
                    <a:pt x="4145" y="1457"/>
                  </a:cubicBezTo>
                  <a:cubicBezTo>
                    <a:pt x="3957" y="1457"/>
                    <a:pt x="3746" y="1427"/>
                    <a:pt x="3642" y="1408"/>
                  </a:cubicBezTo>
                  <a:cubicBezTo>
                    <a:pt x="3320" y="1342"/>
                    <a:pt x="3141" y="1247"/>
                    <a:pt x="3117" y="1124"/>
                  </a:cubicBezTo>
                  <a:cubicBezTo>
                    <a:pt x="3109" y="1079"/>
                    <a:pt x="3029" y="984"/>
                    <a:pt x="2847" y="869"/>
                  </a:cubicBezTo>
                  <a:cubicBezTo>
                    <a:pt x="2598" y="713"/>
                    <a:pt x="2247" y="580"/>
                    <a:pt x="2017" y="580"/>
                  </a:cubicBezTo>
                  <a:cubicBezTo>
                    <a:pt x="1978" y="580"/>
                    <a:pt x="1943" y="584"/>
                    <a:pt x="1912" y="592"/>
                  </a:cubicBezTo>
                  <a:cubicBezTo>
                    <a:pt x="1866" y="605"/>
                    <a:pt x="1826" y="610"/>
                    <a:pt x="1791" y="610"/>
                  </a:cubicBezTo>
                  <a:cubicBezTo>
                    <a:pt x="1646" y="610"/>
                    <a:pt x="1589" y="517"/>
                    <a:pt x="1541" y="438"/>
                  </a:cubicBezTo>
                  <a:cubicBezTo>
                    <a:pt x="1492" y="358"/>
                    <a:pt x="1450" y="288"/>
                    <a:pt x="1310" y="277"/>
                  </a:cubicBezTo>
                  <a:cubicBezTo>
                    <a:pt x="1298" y="276"/>
                    <a:pt x="1288" y="276"/>
                    <a:pt x="1277" y="276"/>
                  </a:cubicBezTo>
                  <a:cubicBezTo>
                    <a:pt x="1153" y="276"/>
                    <a:pt x="1116" y="333"/>
                    <a:pt x="1062" y="410"/>
                  </a:cubicBezTo>
                  <a:cubicBezTo>
                    <a:pt x="1002" y="494"/>
                    <a:pt x="932" y="603"/>
                    <a:pt x="736" y="617"/>
                  </a:cubicBezTo>
                  <a:cubicBezTo>
                    <a:pt x="613" y="624"/>
                    <a:pt x="557" y="680"/>
                    <a:pt x="561" y="725"/>
                  </a:cubicBezTo>
                  <a:cubicBezTo>
                    <a:pt x="561" y="785"/>
                    <a:pt x="648" y="848"/>
                    <a:pt x="806" y="848"/>
                  </a:cubicBezTo>
                  <a:cubicBezTo>
                    <a:pt x="932" y="848"/>
                    <a:pt x="1149" y="862"/>
                    <a:pt x="1195" y="935"/>
                  </a:cubicBezTo>
                  <a:cubicBezTo>
                    <a:pt x="1209" y="960"/>
                    <a:pt x="1209" y="988"/>
                    <a:pt x="1195" y="1012"/>
                  </a:cubicBezTo>
                  <a:cubicBezTo>
                    <a:pt x="1179" y="1037"/>
                    <a:pt x="1154" y="1079"/>
                    <a:pt x="898" y="1079"/>
                  </a:cubicBezTo>
                  <a:cubicBezTo>
                    <a:pt x="857" y="1079"/>
                    <a:pt x="810" y="1078"/>
                    <a:pt x="757" y="1075"/>
                  </a:cubicBezTo>
                  <a:cubicBezTo>
                    <a:pt x="744" y="1075"/>
                    <a:pt x="732" y="1075"/>
                    <a:pt x="720" y="1075"/>
                  </a:cubicBezTo>
                  <a:cubicBezTo>
                    <a:pt x="488" y="1075"/>
                    <a:pt x="326" y="1167"/>
                    <a:pt x="256" y="1250"/>
                  </a:cubicBezTo>
                  <a:cubicBezTo>
                    <a:pt x="225" y="1289"/>
                    <a:pt x="221" y="1314"/>
                    <a:pt x="221" y="1317"/>
                  </a:cubicBezTo>
                  <a:cubicBezTo>
                    <a:pt x="235" y="1319"/>
                    <a:pt x="248" y="1321"/>
                    <a:pt x="261" y="1321"/>
                  </a:cubicBezTo>
                  <a:cubicBezTo>
                    <a:pt x="285" y="1321"/>
                    <a:pt x="307" y="1317"/>
                    <a:pt x="330" y="1310"/>
                  </a:cubicBezTo>
                  <a:cubicBezTo>
                    <a:pt x="477" y="1271"/>
                    <a:pt x="624" y="1250"/>
                    <a:pt x="774" y="1240"/>
                  </a:cubicBezTo>
                  <a:cubicBezTo>
                    <a:pt x="818" y="1236"/>
                    <a:pt x="855" y="1235"/>
                    <a:pt x="887" y="1235"/>
                  </a:cubicBezTo>
                  <a:cubicBezTo>
                    <a:pt x="1011" y="1235"/>
                    <a:pt x="1047" y="1261"/>
                    <a:pt x="1058" y="1303"/>
                  </a:cubicBezTo>
                  <a:cubicBezTo>
                    <a:pt x="1083" y="1384"/>
                    <a:pt x="981" y="1419"/>
                    <a:pt x="925" y="1433"/>
                  </a:cubicBezTo>
                  <a:cubicBezTo>
                    <a:pt x="792" y="1471"/>
                    <a:pt x="655" y="1503"/>
                    <a:pt x="519" y="1527"/>
                  </a:cubicBezTo>
                  <a:cubicBezTo>
                    <a:pt x="347" y="1559"/>
                    <a:pt x="74" y="1611"/>
                    <a:pt x="1" y="1657"/>
                  </a:cubicBezTo>
                  <a:cubicBezTo>
                    <a:pt x="39" y="1681"/>
                    <a:pt x="137" y="1699"/>
                    <a:pt x="225" y="1713"/>
                  </a:cubicBezTo>
                  <a:cubicBezTo>
                    <a:pt x="375" y="1734"/>
                    <a:pt x="522" y="1769"/>
                    <a:pt x="662" y="1818"/>
                  </a:cubicBezTo>
                  <a:cubicBezTo>
                    <a:pt x="819" y="1877"/>
                    <a:pt x="936" y="1922"/>
                    <a:pt x="1041" y="1922"/>
                  </a:cubicBezTo>
                  <a:cubicBezTo>
                    <a:pt x="1145" y="1922"/>
                    <a:pt x="1237" y="1878"/>
                    <a:pt x="1345" y="1762"/>
                  </a:cubicBezTo>
                  <a:cubicBezTo>
                    <a:pt x="1628" y="1451"/>
                    <a:pt x="1756" y="1394"/>
                    <a:pt x="1820" y="1394"/>
                  </a:cubicBezTo>
                  <a:cubicBezTo>
                    <a:pt x="1844" y="1394"/>
                    <a:pt x="1859" y="1402"/>
                    <a:pt x="1870" y="1408"/>
                  </a:cubicBezTo>
                  <a:cubicBezTo>
                    <a:pt x="1958" y="1461"/>
                    <a:pt x="1909" y="1597"/>
                    <a:pt x="1891" y="1657"/>
                  </a:cubicBezTo>
                  <a:cubicBezTo>
                    <a:pt x="1870" y="1716"/>
                    <a:pt x="1874" y="1741"/>
                    <a:pt x="1877" y="1744"/>
                  </a:cubicBezTo>
                  <a:cubicBezTo>
                    <a:pt x="1887" y="1755"/>
                    <a:pt x="1911" y="1759"/>
                    <a:pt x="1945" y="1759"/>
                  </a:cubicBezTo>
                  <a:cubicBezTo>
                    <a:pt x="2024" y="1759"/>
                    <a:pt x="2151" y="1737"/>
                    <a:pt x="2259" y="1720"/>
                  </a:cubicBezTo>
                  <a:cubicBezTo>
                    <a:pt x="2458" y="1678"/>
                    <a:pt x="2665" y="1653"/>
                    <a:pt x="2868" y="1643"/>
                  </a:cubicBezTo>
                  <a:lnTo>
                    <a:pt x="2931" y="1643"/>
                  </a:lnTo>
                  <a:cubicBezTo>
                    <a:pt x="3036" y="1643"/>
                    <a:pt x="3180" y="1657"/>
                    <a:pt x="3183" y="1762"/>
                  </a:cubicBezTo>
                  <a:cubicBezTo>
                    <a:pt x="3194" y="1961"/>
                    <a:pt x="2511" y="2182"/>
                    <a:pt x="2073" y="2213"/>
                  </a:cubicBezTo>
                  <a:cubicBezTo>
                    <a:pt x="1762" y="2234"/>
                    <a:pt x="1671" y="2318"/>
                    <a:pt x="1667" y="2357"/>
                  </a:cubicBezTo>
                  <a:cubicBezTo>
                    <a:pt x="1664" y="2416"/>
                    <a:pt x="1786" y="2528"/>
                    <a:pt x="2063" y="2591"/>
                  </a:cubicBezTo>
                  <a:cubicBezTo>
                    <a:pt x="2119" y="2604"/>
                    <a:pt x="2183" y="2610"/>
                    <a:pt x="2251" y="2610"/>
                  </a:cubicBezTo>
                  <a:cubicBezTo>
                    <a:pt x="2808" y="2610"/>
                    <a:pt x="3715" y="2228"/>
                    <a:pt x="3943" y="2003"/>
                  </a:cubicBezTo>
                  <a:cubicBezTo>
                    <a:pt x="4026" y="1918"/>
                    <a:pt x="4110" y="1891"/>
                    <a:pt x="4191" y="1891"/>
                  </a:cubicBezTo>
                  <a:cubicBezTo>
                    <a:pt x="4272" y="1891"/>
                    <a:pt x="4350" y="1919"/>
                    <a:pt x="4419" y="1944"/>
                  </a:cubicBezTo>
                  <a:cubicBezTo>
                    <a:pt x="4491" y="1969"/>
                    <a:pt x="4550" y="1988"/>
                    <a:pt x="4604" y="1988"/>
                  </a:cubicBezTo>
                  <a:cubicBezTo>
                    <a:pt x="4646" y="1988"/>
                    <a:pt x="4685" y="1976"/>
                    <a:pt x="4727" y="1947"/>
                  </a:cubicBezTo>
                  <a:cubicBezTo>
                    <a:pt x="4829" y="1873"/>
                    <a:pt x="4958" y="1851"/>
                    <a:pt x="5100" y="1851"/>
                  </a:cubicBezTo>
                  <a:cubicBezTo>
                    <a:pt x="5193" y="1851"/>
                    <a:pt x="5291" y="1860"/>
                    <a:pt x="5392" y="1870"/>
                  </a:cubicBezTo>
                  <a:cubicBezTo>
                    <a:pt x="5498" y="1880"/>
                    <a:pt x="5608" y="1889"/>
                    <a:pt x="5716" y="1889"/>
                  </a:cubicBezTo>
                  <a:cubicBezTo>
                    <a:pt x="5808" y="1889"/>
                    <a:pt x="5899" y="1882"/>
                    <a:pt x="5987" y="1863"/>
                  </a:cubicBezTo>
                  <a:cubicBezTo>
                    <a:pt x="6215" y="1818"/>
                    <a:pt x="6316" y="1559"/>
                    <a:pt x="6337" y="1349"/>
                  </a:cubicBezTo>
                  <a:cubicBezTo>
                    <a:pt x="6362" y="1121"/>
                    <a:pt x="6292" y="925"/>
                    <a:pt x="6169" y="872"/>
                  </a:cubicBezTo>
                  <a:cubicBezTo>
                    <a:pt x="6117" y="850"/>
                    <a:pt x="6076" y="840"/>
                    <a:pt x="6041" y="840"/>
                  </a:cubicBezTo>
                  <a:cubicBezTo>
                    <a:pt x="5968" y="840"/>
                    <a:pt x="5924" y="882"/>
                    <a:pt x="5865" y="939"/>
                  </a:cubicBezTo>
                  <a:cubicBezTo>
                    <a:pt x="5795" y="1016"/>
                    <a:pt x="5704" y="1072"/>
                    <a:pt x="5602" y="1096"/>
                  </a:cubicBezTo>
                  <a:cubicBezTo>
                    <a:pt x="5580" y="1100"/>
                    <a:pt x="5559" y="1102"/>
                    <a:pt x="5539" y="1102"/>
                  </a:cubicBezTo>
                  <a:cubicBezTo>
                    <a:pt x="5343" y="1102"/>
                    <a:pt x="5210" y="929"/>
                    <a:pt x="5080" y="764"/>
                  </a:cubicBezTo>
                  <a:cubicBezTo>
                    <a:pt x="5028" y="694"/>
                    <a:pt x="4972" y="631"/>
                    <a:pt x="4912" y="568"/>
                  </a:cubicBezTo>
                  <a:cubicBezTo>
                    <a:pt x="4807" y="463"/>
                    <a:pt x="4776" y="319"/>
                    <a:pt x="4751" y="207"/>
                  </a:cubicBezTo>
                  <a:cubicBezTo>
                    <a:pt x="4718" y="51"/>
                    <a:pt x="4698" y="0"/>
                    <a:pt x="4622" y="0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47" name="Google Shape;6405;p80">
              <a:extLst>
                <a:ext uri="{FF2B5EF4-FFF2-40B4-BE49-F238E27FC236}">
                  <a16:creationId xmlns:a16="http://schemas.microsoft.com/office/drawing/2014/main" id="{C9464442-FA45-FB62-4382-874C408CAC24}"/>
                </a:ext>
              </a:extLst>
            </p:cNvPr>
            <p:cNvSpPr/>
            <p:nvPr/>
          </p:nvSpPr>
          <p:spPr>
            <a:xfrm>
              <a:off x="1190001" y="1292064"/>
              <a:ext cx="7943" cy="3136"/>
            </a:xfrm>
            <a:custGeom>
              <a:avLst/>
              <a:gdLst/>
              <a:ahLst/>
              <a:cxnLst/>
              <a:rect l="l" t="t" r="r" b="b"/>
              <a:pathLst>
                <a:path w="585" h="231" extrusionOk="0">
                  <a:moveTo>
                    <a:pt x="212" y="1"/>
                  </a:moveTo>
                  <a:cubicBezTo>
                    <a:pt x="128" y="1"/>
                    <a:pt x="50" y="8"/>
                    <a:pt x="0" y="18"/>
                  </a:cubicBezTo>
                  <a:cubicBezTo>
                    <a:pt x="111" y="129"/>
                    <a:pt x="287" y="230"/>
                    <a:pt x="419" y="230"/>
                  </a:cubicBezTo>
                  <a:cubicBezTo>
                    <a:pt x="429" y="230"/>
                    <a:pt x="439" y="230"/>
                    <a:pt x="448" y="228"/>
                  </a:cubicBezTo>
                  <a:cubicBezTo>
                    <a:pt x="504" y="221"/>
                    <a:pt x="553" y="183"/>
                    <a:pt x="571" y="130"/>
                  </a:cubicBezTo>
                  <a:cubicBezTo>
                    <a:pt x="585" y="109"/>
                    <a:pt x="578" y="85"/>
                    <a:pt x="560" y="71"/>
                  </a:cubicBezTo>
                  <a:cubicBezTo>
                    <a:pt x="495" y="19"/>
                    <a:pt x="347" y="1"/>
                    <a:pt x="212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48" name="Google Shape;6406;p80">
              <a:extLst>
                <a:ext uri="{FF2B5EF4-FFF2-40B4-BE49-F238E27FC236}">
                  <a16:creationId xmlns:a16="http://schemas.microsoft.com/office/drawing/2014/main" id="{E757A978-1407-6D08-140B-06C09DA12DD0}"/>
                </a:ext>
              </a:extLst>
            </p:cNvPr>
            <p:cNvSpPr/>
            <p:nvPr/>
          </p:nvSpPr>
          <p:spPr>
            <a:xfrm>
              <a:off x="1203443" y="1290258"/>
              <a:ext cx="23829" cy="10971"/>
            </a:xfrm>
            <a:custGeom>
              <a:avLst/>
              <a:gdLst/>
              <a:ahLst/>
              <a:cxnLst/>
              <a:rect l="l" t="t" r="r" b="b"/>
              <a:pathLst>
                <a:path w="1755" h="808" extrusionOk="0">
                  <a:moveTo>
                    <a:pt x="1496" y="1"/>
                  </a:moveTo>
                  <a:cubicBezTo>
                    <a:pt x="1440" y="1"/>
                    <a:pt x="1380" y="4"/>
                    <a:pt x="1328" y="15"/>
                  </a:cubicBezTo>
                  <a:cubicBezTo>
                    <a:pt x="1226" y="29"/>
                    <a:pt x="1111" y="39"/>
                    <a:pt x="992" y="50"/>
                  </a:cubicBezTo>
                  <a:cubicBezTo>
                    <a:pt x="575" y="95"/>
                    <a:pt x="1" y="151"/>
                    <a:pt x="1" y="386"/>
                  </a:cubicBezTo>
                  <a:cubicBezTo>
                    <a:pt x="1" y="620"/>
                    <a:pt x="109" y="757"/>
                    <a:pt x="666" y="806"/>
                  </a:cubicBezTo>
                  <a:cubicBezTo>
                    <a:pt x="683" y="807"/>
                    <a:pt x="701" y="807"/>
                    <a:pt x="718" y="807"/>
                  </a:cubicBezTo>
                  <a:cubicBezTo>
                    <a:pt x="952" y="807"/>
                    <a:pt x="1180" y="721"/>
                    <a:pt x="1356" y="561"/>
                  </a:cubicBezTo>
                  <a:cubicBezTo>
                    <a:pt x="1391" y="533"/>
                    <a:pt x="1422" y="494"/>
                    <a:pt x="1443" y="452"/>
                  </a:cubicBezTo>
                  <a:lnTo>
                    <a:pt x="1440" y="452"/>
                  </a:lnTo>
                  <a:cubicBezTo>
                    <a:pt x="1282" y="452"/>
                    <a:pt x="1244" y="393"/>
                    <a:pt x="1240" y="344"/>
                  </a:cubicBezTo>
                  <a:cubicBezTo>
                    <a:pt x="1233" y="228"/>
                    <a:pt x="1436" y="134"/>
                    <a:pt x="1646" y="102"/>
                  </a:cubicBezTo>
                  <a:cubicBezTo>
                    <a:pt x="1685" y="99"/>
                    <a:pt x="1723" y="85"/>
                    <a:pt x="1755" y="64"/>
                  </a:cubicBezTo>
                  <a:cubicBezTo>
                    <a:pt x="1737" y="43"/>
                    <a:pt x="1657" y="1"/>
                    <a:pt x="1496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49" name="Google Shape;6407;p80">
              <a:extLst>
                <a:ext uri="{FF2B5EF4-FFF2-40B4-BE49-F238E27FC236}">
                  <a16:creationId xmlns:a16="http://schemas.microsoft.com/office/drawing/2014/main" id="{5E7DF329-57C7-8315-BDC3-75A03B45654B}"/>
                </a:ext>
              </a:extLst>
            </p:cNvPr>
            <p:cNvSpPr/>
            <p:nvPr/>
          </p:nvSpPr>
          <p:spPr>
            <a:xfrm>
              <a:off x="1201067" y="1279519"/>
              <a:ext cx="29300" cy="6789"/>
            </a:xfrm>
            <a:custGeom>
              <a:avLst/>
              <a:gdLst/>
              <a:ahLst/>
              <a:cxnLst/>
              <a:rect l="l" t="t" r="r" b="b"/>
              <a:pathLst>
                <a:path w="2158" h="500" extrusionOk="0">
                  <a:moveTo>
                    <a:pt x="1450" y="1"/>
                  </a:moveTo>
                  <a:cubicBezTo>
                    <a:pt x="1284" y="1"/>
                    <a:pt x="1135" y="26"/>
                    <a:pt x="1065" y="67"/>
                  </a:cubicBezTo>
                  <a:cubicBezTo>
                    <a:pt x="967" y="127"/>
                    <a:pt x="764" y="165"/>
                    <a:pt x="547" y="211"/>
                  </a:cubicBezTo>
                  <a:cubicBezTo>
                    <a:pt x="358" y="246"/>
                    <a:pt x="43" y="309"/>
                    <a:pt x="1" y="368"/>
                  </a:cubicBezTo>
                  <a:cubicBezTo>
                    <a:pt x="8" y="379"/>
                    <a:pt x="15" y="389"/>
                    <a:pt x="29" y="396"/>
                  </a:cubicBezTo>
                  <a:cubicBezTo>
                    <a:pt x="72" y="430"/>
                    <a:pt x="117" y="441"/>
                    <a:pt x="166" y="441"/>
                  </a:cubicBezTo>
                  <a:cubicBezTo>
                    <a:pt x="210" y="441"/>
                    <a:pt x="257" y="432"/>
                    <a:pt x="309" y="424"/>
                  </a:cubicBezTo>
                  <a:cubicBezTo>
                    <a:pt x="367" y="413"/>
                    <a:pt x="428" y="402"/>
                    <a:pt x="492" y="402"/>
                  </a:cubicBezTo>
                  <a:cubicBezTo>
                    <a:pt x="548" y="402"/>
                    <a:pt x="606" y="410"/>
                    <a:pt x="666" y="435"/>
                  </a:cubicBezTo>
                  <a:cubicBezTo>
                    <a:pt x="692" y="445"/>
                    <a:pt x="718" y="450"/>
                    <a:pt x="745" y="450"/>
                  </a:cubicBezTo>
                  <a:cubicBezTo>
                    <a:pt x="815" y="450"/>
                    <a:pt x="887" y="419"/>
                    <a:pt x="964" y="386"/>
                  </a:cubicBezTo>
                  <a:cubicBezTo>
                    <a:pt x="1037" y="347"/>
                    <a:pt x="1114" y="326"/>
                    <a:pt x="1195" y="319"/>
                  </a:cubicBezTo>
                  <a:cubicBezTo>
                    <a:pt x="1247" y="319"/>
                    <a:pt x="1300" y="337"/>
                    <a:pt x="1342" y="375"/>
                  </a:cubicBezTo>
                  <a:cubicBezTo>
                    <a:pt x="1410" y="436"/>
                    <a:pt x="1626" y="499"/>
                    <a:pt x="1821" y="499"/>
                  </a:cubicBezTo>
                  <a:cubicBezTo>
                    <a:pt x="1905" y="499"/>
                    <a:pt x="1986" y="488"/>
                    <a:pt x="2049" y="459"/>
                  </a:cubicBezTo>
                  <a:cubicBezTo>
                    <a:pt x="2112" y="435"/>
                    <a:pt x="2157" y="372"/>
                    <a:pt x="2154" y="302"/>
                  </a:cubicBezTo>
                  <a:cubicBezTo>
                    <a:pt x="2154" y="232"/>
                    <a:pt x="2108" y="172"/>
                    <a:pt x="2017" y="120"/>
                  </a:cubicBezTo>
                  <a:cubicBezTo>
                    <a:pt x="1871" y="36"/>
                    <a:pt x="1648" y="1"/>
                    <a:pt x="1450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50" name="Google Shape;6408;p80">
              <a:extLst>
                <a:ext uri="{FF2B5EF4-FFF2-40B4-BE49-F238E27FC236}">
                  <a16:creationId xmlns:a16="http://schemas.microsoft.com/office/drawing/2014/main" id="{5695BA38-6405-6782-F19A-4181AA8208F3}"/>
                </a:ext>
              </a:extLst>
            </p:cNvPr>
            <p:cNvSpPr/>
            <p:nvPr/>
          </p:nvSpPr>
          <p:spPr>
            <a:xfrm>
              <a:off x="1259015" y="1268100"/>
              <a:ext cx="46978" cy="24073"/>
            </a:xfrm>
            <a:custGeom>
              <a:avLst/>
              <a:gdLst/>
              <a:ahLst/>
              <a:cxnLst/>
              <a:rect l="l" t="t" r="r" b="b"/>
              <a:pathLst>
                <a:path w="3460" h="1773" extrusionOk="0">
                  <a:moveTo>
                    <a:pt x="643" y="1"/>
                  </a:moveTo>
                  <a:cubicBezTo>
                    <a:pt x="408" y="1"/>
                    <a:pt x="193" y="23"/>
                    <a:pt x="84" y="64"/>
                  </a:cubicBezTo>
                  <a:cubicBezTo>
                    <a:pt x="42" y="78"/>
                    <a:pt x="11" y="120"/>
                    <a:pt x="11" y="166"/>
                  </a:cubicBezTo>
                  <a:cubicBezTo>
                    <a:pt x="0" y="289"/>
                    <a:pt x="98" y="457"/>
                    <a:pt x="214" y="527"/>
                  </a:cubicBezTo>
                  <a:cubicBezTo>
                    <a:pt x="241" y="546"/>
                    <a:pt x="272" y="556"/>
                    <a:pt x="304" y="556"/>
                  </a:cubicBezTo>
                  <a:cubicBezTo>
                    <a:pt x="333" y="556"/>
                    <a:pt x="363" y="547"/>
                    <a:pt x="389" y="530"/>
                  </a:cubicBezTo>
                  <a:cubicBezTo>
                    <a:pt x="463" y="481"/>
                    <a:pt x="551" y="459"/>
                    <a:pt x="642" y="459"/>
                  </a:cubicBezTo>
                  <a:cubicBezTo>
                    <a:pt x="803" y="459"/>
                    <a:pt x="974" y="527"/>
                    <a:pt x="1093" y="628"/>
                  </a:cubicBezTo>
                  <a:cubicBezTo>
                    <a:pt x="1212" y="730"/>
                    <a:pt x="1257" y="849"/>
                    <a:pt x="1215" y="950"/>
                  </a:cubicBezTo>
                  <a:cubicBezTo>
                    <a:pt x="1167" y="1058"/>
                    <a:pt x="1028" y="1084"/>
                    <a:pt x="861" y="1084"/>
                  </a:cubicBezTo>
                  <a:cubicBezTo>
                    <a:pt x="784" y="1084"/>
                    <a:pt x="702" y="1078"/>
                    <a:pt x="620" y="1073"/>
                  </a:cubicBezTo>
                  <a:cubicBezTo>
                    <a:pt x="570" y="1067"/>
                    <a:pt x="520" y="1064"/>
                    <a:pt x="470" y="1064"/>
                  </a:cubicBezTo>
                  <a:cubicBezTo>
                    <a:pt x="430" y="1064"/>
                    <a:pt x="390" y="1066"/>
                    <a:pt x="350" y="1069"/>
                  </a:cubicBezTo>
                  <a:cubicBezTo>
                    <a:pt x="399" y="1191"/>
                    <a:pt x="504" y="1253"/>
                    <a:pt x="667" y="1253"/>
                  </a:cubicBezTo>
                  <a:cubicBezTo>
                    <a:pt x="751" y="1253"/>
                    <a:pt x="851" y="1236"/>
                    <a:pt x="967" y="1202"/>
                  </a:cubicBezTo>
                  <a:cubicBezTo>
                    <a:pt x="1138" y="1150"/>
                    <a:pt x="1317" y="1122"/>
                    <a:pt x="1495" y="1122"/>
                  </a:cubicBezTo>
                  <a:cubicBezTo>
                    <a:pt x="1856" y="1122"/>
                    <a:pt x="2206" y="1248"/>
                    <a:pt x="2479" y="1482"/>
                  </a:cubicBezTo>
                  <a:cubicBezTo>
                    <a:pt x="2749" y="1699"/>
                    <a:pt x="2945" y="1773"/>
                    <a:pt x="3090" y="1773"/>
                  </a:cubicBezTo>
                  <a:cubicBezTo>
                    <a:pt x="3242" y="1773"/>
                    <a:pt x="3339" y="1692"/>
                    <a:pt x="3407" y="1612"/>
                  </a:cubicBezTo>
                  <a:cubicBezTo>
                    <a:pt x="3438" y="1580"/>
                    <a:pt x="3459" y="1542"/>
                    <a:pt x="3459" y="1496"/>
                  </a:cubicBezTo>
                  <a:cubicBezTo>
                    <a:pt x="3456" y="1447"/>
                    <a:pt x="3389" y="1398"/>
                    <a:pt x="3330" y="1349"/>
                  </a:cubicBezTo>
                  <a:cubicBezTo>
                    <a:pt x="3235" y="1276"/>
                    <a:pt x="3102" y="1174"/>
                    <a:pt x="3179" y="1020"/>
                  </a:cubicBezTo>
                  <a:cubicBezTo>
                    <a:pt x="3197" y="992"/>
                    <a:pt x="3197" y="957"/>
                    <a:pt x="3179" y="933"/>
                  </a:cubicBezTo>
                  <a:cubicBezTo>
                    <a:pt x="3109" y="817"/>
                    <a:pt x="2794" y="723"/>
                    <a:pt x="2584" y="723"/>
                  </a:cubicBezTo>
                  <a:cubicBezTo>
                    <a:pt x="2423" y="723"/>
                    <a:pt x="2321" y="593"/>
                    <a:pt x="2230" y="478"/>
                  </a:cubicBezTo>
                  <a:cubicBezTo>
                    <a:pt x="2151" y="378"/>
                    <a:pt x="2104" y="325"/>
                    <a:pt x="2057" y="325"/>
                  </a:cubicBezTo>
                  <a:cubicBezTo>
                    <a:pt x="2049" y="325"/>
                    <a:pt x="2040" y="327"/>
                    <a:pt x="2031" y="331"/>
                  </a:cubicBezTo>
                  <a:cubicBezTo>
                    <a:pt x="1985" y="352"/>
                    <a:pt x="1943" y="376"/>
                    <a:pt x="1901" y="397"/>
                  </a:cubicBezTo>
                  <a:cubicBezTo>
                    <a:pt x="1833" y="435"/>
                    <a:pt x="1770" y="470"/>
                    <a:pt x="1714" y="470"/>
                  </a:cubicBezTo>
                  <a:cubicBezTo>
                    <a:pt x="1692" y="470"/>
                    <a:pt x="1672" y="465"/>
                    <a:pt x="1653" y="453"/>
                  </a:cubicBezTo>
                  <a:cubicBezTo>
                    <a:pt x="1579" y="411"/>
                    <a:pt x="1572" y="313"/>
                    <a:pt x="1572" y="222"/>
                  </a:cubicBezTo>
                  <a:cubicBezTo>
                    <a:pt x="1572" y="197"/>
                    <a:pt x="1555" y="176"/>
                    <a:pt x="1520" y="152"/>
                  </a:cubicBezTo>
                  <a:cubicBezTo>
                    <a:pt x="1368" y="48"/>
                    <a:pt x="985" y="1"/>
                    <a:pt x="643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51" name="Google Shape;6409;p80">
              <a:extLst>
                <a:ext uri="{FF2B5EF4-FFF2-40B4-BE49-F238E27FC236}">
                  <a16:creationId xmlns:a16="http://schemas.microsoft.com/office/drawing/2014/main" id="{5D1F55BF-3622-2EC9-242B-8896E79F769D}"/>
                </a:ext>
              </a:extLst>
            </p:cNvPr>
            <p:cNvSpPr/>
            <p:nvPr/>
          </p:nvSpPr>
          <p:spPr>
            <a:xfrm>
              <a:off x="1256395" y="1294400"/>
              <a:ext cx="10332" cy="9328"/>
            </a:xfrm>
            <a:custGeom>
              <a:avLst/>
              <a:gdLst/>
              <a:ahLst/>
              <a:cxnLst/>
              <a:rect l="l" t="t" r="r" b="b"/>
              <a:pathLst>
                <a:path w="761" h="687" extrusionOk="0">
                  <a:moveTo>
                    <a:pt x="53" y="0"/>
                  </a:moveTo>
                  <a:cubicBezTo>
                    <a:pt x="43" y="0"/>
                    <a:pt x="32" y="7"/>
                    <a:pt x="29" y="39"/>
                  </a:cubicBezTo>
                  <a:cubicBezTo>
                    <a:pt x="1" y="249"/>
                    <a:pt x="267" y="554"/>
                    <a:pt x="505" y="655"/>
                  </a:cubicBezTo>
                  <a:cubicBezTo>
                    <a:pt x="540" y="670"/>
                    <a:pt x="589" y="687"/>
                    <a:pt x="636" y="687"/>
                  </a:cubicBezTo>
                  <a:cubicBezTo>
                    <a:pt x="674" y="687"/>
                    <a:pt x="711" y="676"/>
                    <a:pt x="736" y="645"/>
                  </a:cubicBezTo>
                  <a:cubicBezTo>
                    <a:pt x="760" y="617"/>
                    <a:pt x="746" y="550"/>
                    <a:pt x="697" y="473"/>
                  </a:cubicBezTo>
                  <a:cubicBezTo>
                    <a:pt x="554" y="242"/>
                    <a:pt x="211" y="0"/>
                    <a:pt x="74" y="0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52" name="Google Shape;6410;p80">
              <a:extLst>
                <a:ext uri="{FF2B5EF4-FFF2-40B4-BE49-F238E27FC236}">
                  <a16:creationId xmlns:a16="http://schemas.microsoft.com/office/drawing/2014/main" id="{84DFA731-1BE1-173B-184A-89956F19478D}"/>
                </a:ext>
              </a:extLst>
            </p:cNvPr>
            <p:cNvSpPr/>
            <p:nvPr/>
          </p:nvSpPr>
          <p:spPr>
            <a:xfrm>
              <a:off x="1300753" y="1256369"/>
              <a:ext cx="8703" cy="4698"/>
            </a:xfrm>
            <a:custGeom>
              <a:avLst/>
              <a:gdLst/>
              <a:ahLst/>
              <a:cxnLst/>
              <a:rect l="l" t="t" r="r" b="b"/>
              <a:pathLst>
                <a:path w="641" h="346" extrusionOk="0">
                  <a:moveTo>
                    <a:pt x="0" y="1"/>
                  </a:moveTo>
                  <a:cubicBezTo>
                    <a:pt x="18" y="15"/>
                    <a:pt x="39" y="36"/>
                    <a:pt x="63" y="57"/>
                  </a:cubicBezTo>
                  <a:cubicBezTo>
                    <a:pt x="183" y="166"/>
                    <a:pt x="378" y="345"/>
                    <a:pt x="511" y="345"/>
                  </a:cubicBezTo>
                  <a:cubicBezTo>
                    <a:pt x="518" y="345"/>
                    <a:pt x="525" y="345"/>
                    <a:pt x="532" y="344"/>
                  </a:cubicBezTo>
                  <a:cubicBezTo>
                    <a:pt x="571" y="337"/>
                    <a:pt x="602" y="312"/>
                    <a:pt x="620" y="277"/>
                  </a:cubicBezTo>
                  <a:cubicBezTo>
                    <a:pt x="627" y="263"/>
                    <a:pt x="641" y="242"/>
                    <a:pt x="599" y="200"/>
                  </a:cubicBezTo>
                  <a:cubicBezTo>
                    <a:pt x="480" y="74"/>
                    <a:pt x="140" y="1"/>
                    <a:pt x="4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53" name="Google Shape;6411;p80">
              <a:extLst>
                <a:ext uri="{FF2B5EF4-FFF2-40B4-BE49-F238E27FC236}">
                  <a16:creationId xmlns:a16="http://schemas.microsoft.com/office/drawing/2014/main" id="{F3162543-DA13-1E99-7072-20D47F46DC92}"/>
                </a:ext>
              </a:extLst>
            </p:cNvPr>
            <p:cNvSpPr/>
            <p:nvPr/>
          </p:nvSpPr>
          <p:spPr>
            <a:xfrm>
              <a:off x="1265858" y="1330814"/>
              <a:ext cx="6626" cy="4901"/>
            </a:xfrm>
            <a:custGeom>
              <a:avLst/>
              <a:gdLst/>
              <a:ahLst/>
              <a:cxnLst/>
              <a:rect l="l" t="t" r="r" b="b"/>
              <a:pathLst>
                <a:path w="488" h="361" extrusionOk="0">
                  <a:moveTo>
                    <a:pt x="175" y="0"/>
                  </a:moveTo>
                  <a:cubicBezTo>
                    <a:pt x="119" y="0"/>
                    <a:pt x="70" y="39"/>
                    <a:pt x="56" y="91"/>
                  </a:cubicBezTo>
                  <a:cubicBezTo>
                    <a:pt x="0" y="217"/>
                    <a:pt x="56" y="284"/>
                    <a:pt x="112" y="319"/>
                  </a:cubicBezTo>
                  <a:cubicBezTo>
                    <a:pt x="155" y="346"/>
                    <a:pt x="213" y="360"/>
                    <a:pt x="271" y="360"/>
                  </a:cubicBezTo>
                  <a:cubicBezTo>
                    <a:pt x="341" y="360"/>
                    <a:pt x="411" y="339"/>
                    <a:pt x="456" y="291"/>
                  </a:cubicBezTo>
                  <a:cubicBezTo>
                    <a:pt x="463" y="280"/>
                    <a:pt x="487" y="252"/>
                    <a:pt x="459" y="189"/>
                  </a:cubicBezTo>
                  <a:cubicBezTo>
                    <a:pt x="403" y="84"/>
                    <a:pt x="298" y="14"/>
                    <a:pt x="179" y="0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54" name="Google Shape;6412;p80">
              <a:extLst>
                <a:ext uri="{FF2B5EF4-FFF2-40B4-BE49-F238E27FC236}">
                  <a16:creationId xmlns:a16="http://schemas.microsoft.com/office/drawing/2014/main" id="{05DD561A-014B-4BC8-1A01-9E3996AECED3}"/>
                </a:ext>
              </a:extLst>
            </p:cNvPr>
            <p:cNvSpPr/>
            <p:nvPr/>
          </p:nvSpPr>
          <p:spPr>
            <a:xfrm>
              <a:off x="1266945" y="1309756"/>
              <a:ext cx="52260" cy="27454"/>
            </a:xfrm>
            <a:custGeom>
              <a:avLst/>
              <a:gdLst/>
              <a:ahLst/>
              <a:cxnLst/>
              <a:rect l="l" t="t" r="r" b="b"/>
              <a:pathLst>
                <a:path w="3849" h="2022" extrusionOk="0">
                  <a:moveTo>
                    <a:pt x="2006" y="0"/>
                  </a:moveTo>
                  <a:cubicBezTo>
                    <a:pt x="1991" y="0"/>
                    <a:pt x="1986" y="4"/>
                    <a:pt x="1986" y="4"/>
                  </a:cubicBezTo>
                  <a:cubicBezTo>
                    <a:pt x="1961" y="49"/>
                    <a:pt x="2094" y="322"/>
                    <a:pt x="2361" y="550"/>
                  </a:cubicBezTo>
                  <a:cubicBezTo>
                    <a:pt x="2424" y="602"/>
                    <a:pt x="2539" y="704"/>
                    <a:pt x="2476" y="784"/>
                  </a:cubicBezTo>
                  <a:cubicBezTo>
                    <a:pt x="2457" y="809"/>
                    <a:pt x="2425" y="820"/>
                    <a:pt x="2383" y="820"/>
                  </a:cubicBezTo>
                  <a:cubicBezTo>
                    <a:pt x="2183" y="820"/>
                    <a:pt x="1772" y="567"/>
                    <a:pt x="1650" y="483"/>
                  </a:cubicBezTo>
                  <a:cubicBezTo>
                    <a:pt x="1567" y="428"/>
                    <a:pt x="1496" y="398"/>
                    <a:pt x="1451" y="398"/>
                  </a:cubicBezTo>
                  <a:cubicBezTo>
                    <a:pt x="1433" y="398"/>
                    <a:pt x="1420" y="403"/>
                    <a:pt x="1412" y="413"/>
                  </a:cubicBezTo>
                  <a:cubicBezTo>
                    <a:pt x="1366" y="480"/>
                    <a:pt x="1422" y="683"/>
                    <a:pt x="1531" y="763"/>
                  </a:cubicBezTo>
                  <a:cubicBezTo>
                    <a:pt x="1615" y="826"/>
                    <a:pt x="1650" y="910"/>
                    <a:pt x="1632" y="987"/>
                  </a:cubicBezTo>
                  <a:cubicBezTo>
                    <a:pt x="1618" y="1050"/>
                    <a:pt x="1566" y="1099"/>
                    <a:pt x="1503" y="1110"/>
                  </a:cubicBezTo>
                  <a:cubicBezTo>
                    <a:pt x="1488" y="1113"/>
                    <a:pt x="1474" y="1114"/>
                    <a:pt x="1459" y="1114"/>
                  </a:cubicBezTo>
                  <a:cubicBezTo>
                    <a:pt x="1343" y="1114"/>
                    <a:pt x="1212" y="1031"/>
                    <a:pt x="1100" y="879"/>
                  </a:cubicBezTo>
                  <a:cubicBezTo>
                    <a:pt x="1034" y="791"/>
                    <a:pt x="974" y="704"/>
                    <a:pt x="922" y="620"/>
                  </a:cubicBezTo>
                  <a:cubicBezTo>
                    <a:pt x="729" y="329"/>
                    <a:pt x="575" y="98"/>
                    <a:pt x="250" y="81"/>
                  </a:cubicBezTo>
                  <a:cubicBezTo>
                    <a:pt x="242" y="80"/>
                    <a:pt x="235" y="80"/>
                    <a:pt x="228" y="80"/>
                  </a:cubicBezTo>
                  <a:cubicBezTo>
                    <a:pt x="139" y="80"/>
                    <a:pt x="80" y="102"/>
                    <a:pt x="57" y="147"/>
                  </a:cubicBezTo>
                  <a:cubicBezTo>
                    <a:pt x="1" y="249"/>
                    <a:pt x="102" y="487"/>
                    <a:pt x="232" y="655"/>
                  </a:cubicBezTo>
                  <a:cubicBezTo>
                    <a:pt x="414" y="889"/>
                    <a:pt x="593" y="984"/>
                    <a:pt x="845" y="1117"/>
                  </a:cubicBezTo>
                  <a:cubicBezTo>
                    <a:pt x="922" y="1155"/>
                    <a:pt x="999" y="1197"/>
                    <a:pt x="1086" y="1246"/>
                  </a:cubicBezTo>
                  <a:cubicBezTo>
                    <a:pt x="1178" y="1298"/>
                    <a:pt x="1287" y="1316"/>
                    <a:pt x="1403" y="1316"/>
                  </a:cubicBezTo>
                  <a:cubicBezTo>
                    <a:pt x="1557" y="1316"/>
                    <a:pt x="1723" y="1283"/>
                    <a:pt x="1877" y="1253"/>
                  </a:cubicBezTo>
                  <a:cubicBezTo>
                    <a:pt x="2003" y="1225"/>
                    <a:pt x="2133" y="1208"/>
                    <a:pt x="2259" y="1201"/>
                  </a:cubicBezTo>
                  <a:cubicBezTo>
                    <a:pt x="2301" y="1201"/>
                    <a:pt x="2340" y="1204"/>
                    <a:pt x="2382" y="1215"/>
                  </a:cubicBezTo>
                  <a:cubicBezTo>
                    <a:pt x="2434" y="1222"/>
                    <a:pt x="2480" y="1257"/>
                    <a:pt x="2504" y="1309"/>
                  </a:cubicBezTo>
                  <a:cubicBezTo>
                    <a:pt x="2536" y="1394"/>
                    <a:pt x="2473" y="1485"/>
                    <a:pt x="2399" y="1586"/>
                  </a:cubicBezTo>
                  <a:cubicBezTo>
                    <a:pt x="2297" y="1730"/>
                    <a:pt x="2231" y="1838"/>
                    <a:pt x="2294" y="1919"/>
                  </a:cubicBezTo>
                  <a:cubicBezTo>
                    <a:pt x="2359" y="1996"/>
                    <a:pt x="2477" y="2021"/>
                    <a:pt x="2620" y="2021"/>
                  </a:cubicBezTo>
                  <a:cubicBezTo>
                    <a:pt x="2747" y="2021"/>
                    <a:pt x="2893" y="2001"/>
                    <a:pt x="3036" y="1982"/>
                  </a:cubicBezTo>
                  <a:cubicBezTo>
                    <a:pt x="3152" y="1964"/>
                    <a:pt x="3271" y="1947"/>
                    <a:pt x="3379" y="1940"/>
                  </a:cubicBezTo>
                  <a:cubicBezTo>
                    <a:pt x="3582" y="1929"/>
                    <a:pt x="3600" y="1873"/>
                    <a:pt x="3631" y="1772"/>
                  </a:cubicBezTo>
                  <a:cubicBezTo>
                    <a:pt x="3659" y="1667"/>
                    <a:pt x="3722" y="1579"/>
                    <a:pt x="3806" y="1516"/>
                  </a:cubicBezTo>
                  <a:cubicBezTo>
                    <a:pt x="3824" y="1506"/>
                    <a:pt x="3834" y="1495"/>
                    <a:pt x="3848" y="1485"/>
                  </a:cubicBezTo>
                  <a:cubicBezTo>
                    <a:pt x="3838" y="1471"/>
                    <a:pt x="3824" y="1460"/>
                    <a:pt x="3813" y="1446"/>
                  </a:cubicBezTo>
                  <a:cubicBezTo>
                    <a:pt x="3743" y="1380"/>
                    <a:pt x="3610" y="1253"/>
                    <a:pt x="3736" y="984"/>
                  </a:cubicBezTo>
                  <a:cubicBezTo>
                    <a:pt x="3820" y="809"/>
                    <a:pt x="3670" y="581"/>
                    <a:pt x="3600" y="494"/>
                  </a:cubicBezTo>
                  <a:cubicBezTo>
                    <a:pt x="3456" y="312"/>
                    <a:pt x="3288" y="207"/>
                    <a:pt x="3232" y="200"/>
                  </a:cubicBezTo>
                  <a:cubicBezTo>
                    <a:pt x="3225" y="249"/>
                    <a:pt x="3197" y="294"/>
                    <a:pt x="3155" y="319"/>
                  </a:cubicBezTo>
                  <a:cubicBezTo>
                    <a:pt x="3124" y="337"/>
                    <a:pt x="3086" y="346"/>
                    <a:pt x="3040" y="346"/>
                  </a:cubicBezTo>
                  <a:cubicBezTo>
                    <a:pt x="2895" y="346"/>
                    <a:pt x="2677" y="261"/>
                    <a:pt x="2371" y="133"/>
                  </a:cubicBezTo>
                  <a:cubicBezTo>
                    <a:pt x="2290" y="98"/>
                    <a:pt x="2203" y="60"/>
                    <a:pt x="2122" y="32"/>
                  </a:cubicBezTo>
                  <a:cubicBezTo>
                    <a:pt x="2061" y="6"/>
                    <a:pt x="2025" y="0"/>
                    <a:pt x="2006" y="0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55" name="Google Shape;6413;p80">
              <a:extLst>
                <a:ext uri="{FF2B5EF4-FFF2-40B4-BE49-F238E27FC236}">
                  <a16:creationId xmlns:a16="http://schemas.microsoft.com/office/drawing/2014/main" id="{5D5562E4-D791-83EC-F5A3-3CA335106973}"/>
                </a:ext>
              </a:extLst>
            </p:cNvPr>
            <p:cNvSpPr/>
            <p:nvPr/>
          </p:nvSpPr>
          <p:spPr>
            <a:xfrm>
              <a:off x="1309917" y="1312268"/>
              <a:ext cx="923" cy="109"/>
            </a:xfrm>
            <a:custGeom>
              <a:avLst/>
              <a:gdLst/>
              <a:ahLst/>
              <a:cxnLst/>
              <a:rect l="l" t="t" r="r" b="b"/>
              <a:pathLst>
                <a:path w="68" h="8" extrusionOk="0">
                  <a:moveTo>
                    <a:pt x="1" y="1"/>
                  </a:moveTo>
                  <a:lnTo>
                    <a:pt x="64" y="8"/>
                  </a:lnTo>
                  <a:cubicBezTo>
                    <a:pt x="64" y="8"/>
                    <a:pt x="64" y="4"/>
                    <a:pt x="67" y="4"/>
                  </a:cubicBezTo>
                  <a:lnTo>
                    <a:pt x="1" y="1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56" name="Google Shape;6414;p80">
              <a:extLst>
                <a:ext uri="{FF2B5EF4-FFF2-40B4-BE49-F238E27FC236}">
                  <a16:creationId xmlns:a16="http://schemas.microsoft.com/office/drawing/2014/main" id="{B846E8F8-0514-8581-39BC-8DFD26FE670F}"/>
                </a:ext>
              </a:extLst>
            </p:cNvPr>
            <p:cNvSpPr/>
            <p:nvPr/>
          </p:nvSpPr>
          <p:spPr>
            <a:xfrm>
              <a:off x="1314344" y="1277224"/>
              <a:ext cx="23109" cy="14718"/>
            </a:xfrm>
            <a:custGeom>
              <a:avLst/>
              <a:gdLst/>
              <a:ahLst/>
              <a:cxnLst/>
              <a:rect l="l" t="t" r="r" b="b"/>
              <a:pathLst>
                <a:path w="1702" h="1084" extrusionOk="0">
                  <a:moveTo>
                    <a:pt x="82" y="1"/>
                  </a:moveTo>
                  <a:cubicBezTo>
                    <a:pt x="68" y="1"/>
                    <a:pt x="54" y="8"/>
                    <a:pt x="42" y="19"/>
                  </a:cubicBezTo>
                  <a:cubicBezTo>
                    <a:pt x="0" y="82"/>
                    <a:pt x="42" y="310"/>
                    <a:pt x="186" y="579"/>
                  </a:cubicBezTo>
                  <a:cubicBezTo>
                    <a:pt x="347" y="877"/>
                    <a:pt x="553" y="1083"/>
                    <a:pt x="693" y="1083"/>
                  </a:cubicBezTo>
                  <a:cubicBezTo>
                    <a:pt x="711" y="1084"/>
                    <a:pt x="729" y="1084"/>
                    <a:pt x="747" y="1084"/>
                  </a:cubicBezTo>
                  <a:cubicBezTo>
                    <a:pt x="1051" y="1084"/>
                    <a:pt x="1354" y="1028"/>
                    <a:pt x="1639" y="919"/>
                  </a:cubicBezTo>
                  <a:cubicBezTo>
                    <a:pt x="1656" y="912"/>
                    <a:pt x="1674" y="905"/>
                    <a:pt x="1691" y="898"/>
                  </a:cubicBezTo>
                  <a:lnTo>
                    <a:pt x="1684" y="891"/>
                  </a:lnTo>
                  <a:cubicBezTo>
                    <a:pt x="1628" y="838"/>
                    <a:pt x="1509" y="726"/>
                    <a:pt x="1660" y="530"/>
                  </a:cubicBezTo>
                  <a:cubicBezTo>
                    <a:pt x="1702" y="471"/>
                    <a:pt x="1681" y="453"/>
                    <a:pt x="1670" y="443"/>
                  </a:cubicBezTo>
                  <a:cubicBezTo>
                    <a:pt x="1615" y="385"/>
                    <a:pt x="1469" y="364"/>
                    <a:pt x="1350" y="364"/>
                  </a:cubicBezTo>
                  <a:cubicBezTo>
                    <a:pt x="1273" y="364"/>
                    <a:pt x="1207" y="373"/>
                    <a:pt x="1184" y="387"/>
                  </a:cubicBezTo>
                  <a:cubicBezTo>
                    <a:pt x="1173" y="401"/>
                    <a:pt x="1159" y="411"/>
                    <a:pt x="1138" y="418"/>
                  </a:cubicBezTo>
                  <a:cubicBezTo>
                    <a:pt x="1128" y="422"/>
                    <a:pt x="1118" y="423"/>
                    <a:pt x="1106" y="423"/>
                  </a:cubicBezTo>
                  <a:cubicBezTo>
                    <a:pt x="1045" y="423"/>
                    <a:pt x="946" y="376"/>
                    <a:pt x="728" y="264"/>
                  </a:cubicBezTo>
                  <a:cubicBezTo>
                    <a:pt x="581" y="187"/>
                    <a:pt x="228" y="2"/>
                    <a:pt x="91" y="2"/>
                  </a:cubicBezTo>
                  <a:cubicBezTo>
                    <a:pt x="88" y="1"/>
                    <a:pt x="85" y="1"/>
                    <a:pt x="82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57" name="Google Shape;6415;p80">
              <a:extLst>
                <a:ext uri="{FF2B5EF4-FFF2-40B4-BE49-F238E27FC236}">
                  <a16:creationId xmlns:a16="http://schemas.microsoft.com/office/drawing/2014/main" id="{F7E353F5-1CBA-403D-79DE-9FD2AEE4DE6B}"/>
                </a:ext>
              </a:extLst>
            </p:cNvPr>
            <p:cNvSpPr/>
            <p:nvPr/>
          </p:nvSpPr>
          <p:spPr>
            <a:xfrm>
              <a:off x="1329265" y="1294739"/>
              <a:ext cx="19973" cy="4548"/>
            </a:xfrm>
            <a:custGeom>
              <a:avLst/>
              <a:gdLst/>
              <a:ahLst/>
              <a:cxnLst/>
              <a:rect l="l" t="t" r="r" b="b"/>
              <a:pathLst>
                <a:path w="1471" h="335" extrusionOk="0">
                  <a:moveTo>
                    <a:pt x="1308" y="1"/>
                  </a:moveTo>
                  <a:cubicBezTo>
                    <a:pt x="1170" y="1"/>
                    <a:pt x="971" y="13"/>
                    <a:pt x="729" y="45"/>
                  </a:cubicBezTo>
                  <a:cubicBezTo>
                    <a:pt x="305" y="101"/>
                    <a:pt x="60" y="178"/>
                    <a:pt x="1" y="224"/>
                  </a:cubicBezTo>
                  <a:cubicBezTo>
                    <a:pt x="104" y="298"/>
                    <a:pt x="253" y="335"/>
                    <a:pt x="432" y="335"/>
                  </a:cubicBezTo>
                  <a:cubicBezTo>
                    <a:pt x="568" y="335"/>
                    <a:pt x="721" y="313"/>
                    <a:pt x="886" y="269"/>
                  </a:cubicBezTo>
                  <a:cubicBezTo>
                    <a:pt x="1177" y="192"/>
                    <a:pt x="1397" y="77"/>
                    <a:pt x="1471" y="10"/>
                  </a:cubicBezTo>
                  <a:cubicBezTo>
                    <a:pt x="1436" y="4"/>
                    <a:pt x="1380" y="1"/>
                    <a:pt x="1308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58" name="Google Shape;6416;p80">
              <a:extLst>
                <a:ext uri="{FF2B5EF4-FFF2-40B4-BE49-F238E27FC236}">
                  <a16:creationId xmlns:a16="http://schemas.microsoft.com/office/drawing/2014/main" id="{96B57CB4-CCBE-F3AA-9B62-BBDD1F7502D9}"/>
                </a:ext>
              </a:extLst>
            </p:cNvPr>
            <p:cNvSpPr/>
            <p:nvPr/>
          </p:nvSpPr>
          <p:spPr>
            <a:xfrm>
              <a:off x="1324934" y="1329592"/>
              <a:ext cx="24684" cy="12138"/>
            </a:xfrm>
            <a:custGeom>
              <a:avLst/>
              <a:gdLst/>
              <a:ahLst/>
              <a:cxnLst/>
              <a:rect l="l" t="t" r="r" b="b"/>
              <a:pathLst>
                <a:path w="1818" h="894" extrusionOk="0">
                  <a:moveTo>
                    <a:pt x="1010" y="1"/>
                  </a:moveTo>
                  <a:cubicBezTo>
                    <a:pt x="808" y="1"/>
                    <a:pt x="576" y="84"/>
                    <a:pt x="386" y="188"/>
                  </a:cubicBezTo>
                  <a:cubicBezTo>
                    <a:pt x="134" y="328"/>
                    <a:pt x="4" y="472"/>
                    <a:pt x="1" y="517"/>
                  </a:cubicBezTo>
                  <a:cubicBezTo>
                    <a:pt x="196" y="665"/>
                    <a:pt x="1095" y="893"/>
                    <a:pt x="1549" y="893"/>
                  </a:cubicBezTo>
                  <a:cubicBezTo>
                    <a:pt x="1568" y="893"/>
                    <a:pt x="1587" y="893"/>
                    <a:pt x="1604" y="892"/>
                  </a:cubicBezTo>
                  <a:cubicBezTo>
                    <a:pt x="1699" y="885"/>
                    <a:pt x="1758" y="853"/>
                    <a:pt x="1772" y="797"/>
                  </a:cubicBezTo>
                  <a:cubicBezTo>
                    <a:pt x="1818" y="657"/>
                    <a:pt x="1650" y="346"/>
                    <a:pt x="1303" y="87"/>
                  </a:cubicBezTo>
                  <a:cubicBezTo>
                    <a:pt x="1223" y="26"/>
                    <a:pt x="1121" y="1"/>
                    <a:pt x="1010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59" name="Google Shape;6417;p80">
              <a:extLst>
                <a:ext uri="{FF2B5EF4-FFF2-40B4-BE49-F238E27FC236}">
                  <a16:creationId xmlns:a16="http://schemas.microsoft.com/office/drawing/2014/main" id="{D80DF959-A241-046A-AC5E-3EDF13130E52}"/>
                </a:ext>
              </a:extLst>
            </p:cNvPr>
            <p:cNvSpPr/>
            <p:nvPr/>
          </p:nvSpPr>
          <p:spPr>
            <a:xfrm>
              <a:off x="1281500" y="1350040"/>
              <a:ext cx="45593" cy="39266"/>
            </a:xfrm>
            <a:custGeom>
              <a:avLst/>
              <a:gdLst/>
              <a:ahLst/>
              <a:cxnLst/>
              <a:rect l="l" t="t" r="r" b="b"/>
              <a:pathLst>
                <a:path w="3358" h="2892" extrusionOk="0">
                  <a:moveTo>
                    <a:pt x="2471" y="1"/>
                  </a:moveTo>
                  <a:cubicBezTo>
                    <a:pt x="2395" y="1"/>
                    <a:pt x="2319" y="10"/>
                    <a:pt x="2244" y="30"/>
                  </a:cubicBezTo>
                  <a:cubicBezTo>
                    <a:pt x="2136" y="47"/>
                    <a:pt x="2031" y="82"/>
                    <a:pt x="1936" y="135"/>
                  </a:cubicBezTo>
                  <a:lnTo>
                    <a:pt x="1947" y="142"/>
                  </a:lnTo>
                  <a:cubicBezTo>
                    <a:pt x="2073" y="191"/>
                    <a:pt x="2139" y="254"/>
                    <a:pt x="2146" y="327"/>
                  </a:cubicBezTo>
                  <a:cubicBezTo>
                    <a:pt x="2146" y="376"/>
                    <a:pt x="2118" y="425"/>
                    <a:pt x="2073" y="447"/>
                  </a:cubicBezTo>
                  <a:cubicBezTo>
                    <a:pt x="2035" y="468"/>
                    <a:pt x="1985" y="480"/>
                    <a:pt x="1927" y="480"/>
                  </a:cubicBezTo>
                  <a:cubicBezTo>
                    <a:pt x="1823" y="480"/>
                    <a:pt x="1694" y="442"/>
                    <a:pt x="1569" y="352"/>
                  </a:cubicBezTo>
                  <a:cubicBezTo>
                    <a:pt x="1507" y="307"/>
                    <a:pt x="1421" y="289"/>
                    <a:pt x="1326" y="289"/>
                  </a:cubicBezTo>
                  <a:cubicBezTo>
                    <a:pt x="1084" y="289"/>
                    <a:pt x="784" y="409"/>
                    <a:pt x="686" y="538"/>
                  </a:cubicBezTo>
                  <a:cubicBezTo>
                    <a:pt x="641" y="597"/>
                    <a:pt x="648" y="639"/>
                    <a:pt x="704" y="685"/>
                  </a:cubicBezTo>
                  <a:cubicBezTo>
                    <a:pt x="784" y="751"/>
                    <a:pt x="942" y="751"/>
                    <a:pt x="1085" y="751"/>
                  </a:cubicBezTo>
                  <a:cubicBezTo>
                    <a:pt x="1257" y="751"/>
                    <a:pt x="1404" y="755"/>
                    <a:pt x="1457" y="863"/>
                  </a:cubicBezTo>
                  <a:cubicBezTo>
                    <a:pt x="1502" y="951"/>
                    <a:pt x="1460" y="1070"/>
                    <a:pt x="1320" y="1259"/>
                  </a:cubicBezTo>
                  <a:cubicBezTo>
                    <a:pt x="1201" y="1423"/>
                    <a:pt x="1085" y="1511"/>
                    <a:pt x="966" y="1528"/>
                  </a:cubicBezTo>
                  <a:cubicBezTo>
                    <a:pt x="953" y="1530"/>
                    <a:pt x="939" y="1531"/>
                    <a:pt x="926" y="1531"/>
                  </a:cubicBezTo>
                  <a:cubicBezTo>
                    <a:pt x="790" y="1531"/>
                    <a:pt x="679" y="1439"/>
                    <a:pt x="571" y="1353"/>
                  </a:cubicBezTo>
                  <a:cubicBezTo>
                    <a:pt x="462" y="1266"/>
                    <a:pt x="355" y="1181"/>
                    <a:pt x="234" y="1181"/>
                  </a:cubicBezTo>
                  <a:cubicBezTo>
                    <a:pt x="219" y="1181"/>
                    <a:pt x="204" y="1183"/>
                    <a:pt x="189" y="1185"/>
                  </a:cubicBezTo>
                  <a:cubicBezTo>
                    <a:pt x="109" y="1199"/>
                    <a:pt x="14" y="1234"/>
                    <a:pt x="7" y="1336"/>
                  </a:cubicBezTo>
                  <a:cubicBezTo>
                    <a:pt x="0" y="1476"/>
                    <a:pt x="179" y="1731"/>
                    <a:pt x="609" y="1861"/>
                  </a:cubicBezTo>
                  <a:cubicBezTo>
                    <a:pt x="1012" y="1980"/>
                    <a:pt x="1159" y="2169"/>
                    <a:pt x="1310" y="2365"/>
                  </a:cubicBezTo>
                  <a:cubicBezTo>
                    <a:pt x="1429" y="2533"/>
                    <a:pt x="1576" y="2677"/>
                    <a:pt x="1740" y="2792"/>
                  </a:cubicBezTo>
                  <a:cubicBezTo>
                    <a:pt x="1844" y="2862"/>
                    <a:pt x="1911" y="2891"/>
                    <a:pt x="1964" y="2891"/>
                  </a:cubicBezTo>
                  <a:cubicBezTo>
                    <a:pt x="2032" y="2891"/>
                    <a:pt x="2074" y="2842"/>
                    <a:pt x="2136" y="2771"/>
                  </a:cubicBezTo>
                  <a:cubicBezTo>
                    <a:pt x="2231" y="2659"/>
                    <a:pt x="2355" y="2511"/>
                    <a:pt x="2648" y="2511"/>
                  </a:cubicBezTo>
                  <a:cubicBezTo>
                    <a:pt x="2658" y="2511"/>
                    <a:pt x="2668" y="2512"/>
                    <a:pt x="2678" y="2512"/>
                  </a:cubicBezTo>
                  <a:lnTo>
                    <a:pt x="2696" y="2512"/>
                  </a:lnTo>
                  <a:cubicBezTo>
                    <a:pt x="3112" y="2512"/>
                    <a:pt x="3214" y="1931"/>
                    <a:pt x="3284" y="1504"/>
                  </a:cubicBezTo>
                  <a:cubicBezTo>
                    <a:pt x="3305" y="1395"/>
                    <a:pt x="3319" y="1301"/>
                    <a:pt x="3340" y="1227"/>
                  </a:cubicBezTo>
                  <a:cubicBezTo>
                    <a:pt x="3358" y="1154"/>
                    <a:pt x="3344" y="1091"/>
                    <a:pt x="3291" y="1059"/>
                  </a:cubicBezTo>
                  <a:cubicBezTo>
                    <a:pt x="3264" y="1044"/>
                    <a:pt x="3234" y="1036"/>
                    <a:pt x="3205" y="1036"/>
                  </a:cubicBezTo>
                  <a:cubicBezTo>
                    <a:pt x="3174" y="1036"/>
                    <a:pt x="3143" y="1045"/>
                    <a:pt x="3116" y="1063"/>
                  </a:cubicBezTo>
                  <a:cubicBezTo>
                    <a:pt x="3112" y="1070"/>
                    <a:pt x="3091" y="1087"/>
                    <a:pt x="3119" y="1140"/>
                  </a:cubicBezTo>
                  <a:cubicBezTo>
                    <a:pt x="3207" y="1304"/>
                    <a:pt x="3200" y="1479"/>
                    <a:pt x="3140" y="1556"/>
                  </a:cubicBezTo>
                  <a:cubicBezTo>
                    <a:pt x="3124" y="1582"/>
                    <a:pt x="3093" y="1598"/>
                    <a:pt x="3062" y="1598"/>
                  </a:cubicBezTo>
                  <a:cubicBezTo>
                    <a:pt x="3054" y="1598"/>
                    <a:pt x="3047" y="1597"/>
                    <a:pt x="3039" y="1595"/>
                  </a:cubicBezTo>
                  <a:cubicBezTo>
                    <a:pt x="2979" y="1581"/>
                    <a:pt x="2944" y="1518"/>
                    <a:pt x="2927" y="1399"/>
                  </a:cubicBezTo>
                  <a:cubicBezTo>
                    <a:pt x="2912" y="1317"/>
                    <a:pt x="2871" y="1296"/>
                    <a:pt x="2741" y="1296"/>
                  </a:cubicBezTo>
                  <a:cubicBezTo>
                    <a:pt x="2720" y="1296"/>
                    <a:pt x="2697" y="1296"/>
                    <a:pt x="2671" y="1297"/>
                  </a:cubicBezTo>
                  <a:cubicBezTo>
                    <a:pt x="2650" y="1298"/>
                    <a:pt x="2627" y="1298"/>
                    <a:pt x="2604" y="1298"/>
                  </a:cubicBezTo>
                  <a:cubicBezTo>
                    <a:pt x="2479" y="1298"/>
                    <a:pt x="2341" y="1282"/>
                    <a:pt x="2258" y="1161"/>
                  </a:cubicBezTo>
                  <a:cubicBezTo>
                    <a:pt x="2223" y="1119"/>
                    <a:pt x="2213" y="1063"/>
                    <a:pt x="2227" y="1014"/>
                  </a:cubicBezTo>
                  <a:cubicBezTo>
                    <a:pt x="2255" y="909"/>
                    <a:pt x="2384" y="853"/>
                    <a:pt x="2545" y="786"/>
                  </a:cubicBezTo>
                  <a:cubicBezTo>
                    <a:pt x="2706" y="716"/>
                    <a:pt x="2888" y="639"/>
                    <a:pt x="2958" y="510"/>
                  </a:cubicBezTo>
                  <a:cubicBezTo>
                    <a:pt x="2983" y="464"/>
                    <a:pt x="2976" y="443"/>
                    <a:pt x="2972" y="436"/>
                  </a:cubicBezTo>
                  <a:cubicBezTo>
                    <a:pt x="2955" y="383"/>
                    <a:pt x="2853" y="345"/>
                    <a:pt x="2773" y="310"/>
                  </a:cubicBezTo>
                  <a:cubicBezTo>
                    <a:pt x="2668" y="268"/>
                    <a:pt x="2566" y="226"/>
                    <a:pt x="2542" y="138"/>
                  </a:cubicBezTo>
                  <a:cubicBezTo>
                    <a:pt x="2528" y="93"/>
                    <a:pt x="2538" y="44"/>
                    <a:pt x="2566" y="5"/>
                  </a:cubicBezTo>
                  <a:cubicBezTo>
                    <a:pt x="2535" y="2"/>
                    <a:pt x="2503" y="1"/>
                    <a:pt x="2471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60" name="Google Shape;6418;p80">
              <a:extLst>
                <a:ext uri="{FF2B5EF4-FFF2-40B4-BE49-F238E27FC236}">
                  <a16:creationId xmlns:a16="http://schemas.microsoft.com/office/drawing/2014/main" id="{3D1D18A7-3F1D-1FC4-373E-725FF0E1EAE9}"/>
                </a:ext>
              </a:extLst>
            </p:cNvPr>
            <p:cNvSpPr/>
            <p:nvPr/>
          </p:nvSpPr>
          <p:spPr>
            <a:xfrm>
              <a:off x="1325029" y="1306674"/>
              <a:ext cx="126216" cy="36999"/>
            </a:xfrm>
            <a:custGeom>
              <a:avLst/>
              <a:gdLst/>
              <a:ahLst/>
              <a:cxnLst/>
              <a:rect l="l" t="t" r="r" b="b"/>
              <a:pathLst>
                <a:path w="9296" h="2725" extrusionOk="0">
                  <a:moveTo>
                    <a:pt x="643" y="0"/>
                  </a:moveTo>
                  <a:cubicBezTo>
                    <a:pt x="357" y="0"/>
                    <a:pt x="92" y="44"/>
                    <a:pt x="22" y="129"/>
                  </a:cubicBezTo>
                  <a:cubicBezTo>
                    <a:pt x="15" y="140"/>
                    <a:pt x="1" y="157"/>
                    <a:pt x="32" y="203"/>
                  </a:cubicBezTo>
                  <a:cubicBezTo>
                    <a:pt x="156" y="381"/>
                    <a:pt x="1100" y="749"/>
                    <a:pt x="1505" y="749"/>
                  </a:cubicBezTo>
                  <a:cubicBezTo>
                    <a:pt x="1513" y="749"/>
                    <a:pt x="1520" y="749"/>
                    <a:pt x="1527" y="749"/>
                  </a:cubicBezTo>
                  <a:cubicBezTo>
                    <a:pt x="1601" y="745"/>
                    <a:pt x="1636" y="731"/>
                    <a:pt x="1643" y="717"/>
                  </a:cubicBezTo>
                  <a:cubicBezTo>
                    <a:pt x="1671" y="665"/>
                    <a:pt x="1723" y="630"/>
                    <a:pt x="1786" y="623"/>
                  </a:cubicBezTo>
                  <a:cubicBezTo>
                    <a:pt x="1790" y="623"/>
                    <a:pt x="1794" y="622"/>
                    <a:pt x="1798" y="622"/>
                  </a:cubicBezTo>
                  <a:cubicBezTo>
                    <a:pt x="1959" y="622"/>
                    <a:pt x="2142" y="840"/>
                    <a:pt x="2382" y="1144"/>
                  </a:cubicBezTo>
                  <a:cubicBezTo>
                    <a:pt x="2417" y="1186"/>
                    <a:pt x="2448" y="1232"/>
                    <a:pt x="2480" y="1267"/>
                  </a:cubicBezTo>
                  <a:cubicBezTo>
                    <a:pt x="2609" y="1428"/>
                    <a:pt x="2567" y="1547"/>
                    <a:pt x="2522" y="1666"/>
                  </a:cubicBezTo>
                  <a:cubicBezTo>
                    <a:pt x="2455" y="1817"/>
                    <a:pt x="2455" y="1985"/>
                    <a:pt x="2515" y="2135"/>
                  </a:cubicBezTo>
                  <a:lnTo>
                    <a:pt x="2515" y="2139"/>
                  </a:lnTo>
                  <a:cubicBezTo>
                    <a:pt x="2588" y="2343"/>
                    <a:pt x="2648" y="2372"/>
                    <a:pt x="2735" y="2372"/>
                  </a:cubicBezTo>
                  <a:cubicBezTo>
                    <a:pt x="2753" y="2372"/>
                    <a:pt x="2771" y="2371"/>
                    <a:pt x="2791" y="2370"/>
                  </a:cubicBezTo>
                  <a:cubicBezTo>
                    <a:pt x="2815" y="2368"/>
                    <a:pt x="2842" y="2366"/>
                    <a:pt x="2869" y="2366"/>
                  </a:cubicBezTo>
                  <a:cubicBezTo>
                    <a:pt x="2944" y="2366"/>
                    <a:pt x="3030" y="2380"/>
                    <a:pt x="3120" y="2447"/>
                  </a:cubicBezTo>
                  <a:cubicBezTo>
                    <a:pt x="3288" y="2567"/>
                    <a:pt x="3505" y="2650"/>
                    <a:pt x="3686" y="2650"/>
                  </a:cubicBezTo>
                  <a:cubicBezTo>
                    <a:pt x="3784" y="2650"/>
                    <a:pt x="3872" y="2626"/>
                    <a:pt x="3936" y="2569"/>
                  </a:cubicBezTo>
                  <a:cubicBezTo>
                    <a:pt x="3978" y="2534"/>
                    <a:pt x="4013" y="2503"/>
                    <a:pt x="4044" y="2471"/>
                  </a:cubicBezTo>
                  <a:cubicBezTo>
                    <a:pt x="4146" y="2377"/>
                    <a:pt x="4216" y="2310"/>
                    <a:pt x="4290" y="2310"/>
                  </a:cubicBezTo>
                  <a:lnTo>
                    <a:pt x="4314" y="2310"/>
                  </a:lnTo>
                  <a:cubicBezTo>
                    <a:pt x="4370" y="2328"/>
                    <a:pt x="4412" y="2370"/>
                    <a:pt x="4430" y="2422"/>
                  </a:cubicBezTo>
                  <a:cubicBezTo>
                    <a:pt x="4535" y="2671"/>
                    <a:pt x="5165" y="2702"/>
                    <a:pt x="6190" y="2723"/>
                  </a:cubicBezTo>
                  <a:cubicBezTo>
                    <a:pt x="6218" y="2724"/>
                    <a:pt x="6245" y="2724"/>
                    <a:pt x="6270" y="2724"/>
                  </a:cubicBezTo>
                  <a:cubicBezTo>
                    <a:pt x="6872" y="2724"/>
                    <a:pt x="7024" y="2572"/>
                    <a:pt x="7115" y="2478"/>
                  </a:cubicBezTo>
                  <a:cubicBezTo>
                    <a:pt x="7166" y="2427"/>
                    <a:pt x="7211" y="2388"/>
                    <a:pt x="7277" y="2388"/>
                  </a:cubicBezTo>
                  <a:cubicBezTo>
                    <a:pt x="7319" y="2388"/>
                    <a:pt x="7368" y="2403"/>
                    <a:pt x="7433" y="2440"/>
                  </a:cubicBezTo>
                  <a:cubicBezTo>
                    <a:pt x="7627" y="2551"/>
                    <a:pt x="8001" y="2599"/>
                    <a:pt x="8339" y="2599"/>
                  </a:cubicBezTo>
                  <a:cubicBezTo>
                    <a:pt x="8531" y="2599"/>
                    <a:pt x="8712" y="2583"/>
                    <a:pt x="8841" y="2555"/>
                  </a:cubicBezTo>
                  <a:cubicBezTo>
                    <a:pt x="9131" y="2492"/>
                    <a:pt x="9296" y="2002"/>
                    <a:pt x="9275" y="1757"/>
                  </a:cubicBezTo>
                  <a:cubicBezTo>
                    <a:pt x="9229" y="1687"/>
                    <a:pt x="8764" y="1561"/>
                    <a:pt x="7902" y="1498"/>
                  </a:cubicBezTo>
                  <a:cubicBezTo>
                    <a:pt x="7656" y="1480"/>
                    <a:pt x="7422" y="1472"/>
                    <a:pt x="7212" y="1472"/>
                  </a:cubicBezTo>
                  <a:cubicBezTo>
                    <a:pt x="6761" y="1472"/>
                    <a:pt x="6419" y="1511"/>
                    <a:pt x="6292" y="1586"/>
                  </a:cubicBezTo>
                  <a:cubicBezTo>
                    <a:pt x="6154" y="1665"/>
                    <a:pt x="5995" y="1691"/>
                    <a:pt x="5831" y="1691"/>
                  </a:cubicBezTo>
                  <a:cubicBezTo>
                    <a:pt x="5678" y="1691"/>
                    <a:pt x="5522" y="1669"/>
                    <a:pt x="5375" y="1649"/>
                  </a:cubicBezTo>
                  <a:cubicBezTo>
                    <a:pt x="5236" y="1629"/>
                    <a:pt x="5103" y="1610"/>
                    <a:pt x="4986" y="1610"/>
                  </a:cubicBezTo>
                  <a:cubicBezTo>
                    <a:pt x="4890" y="1610"/>
                    <a:pt x="4805" y="1623"/>
                    <a:pt x="4738" y="1659"/>
                  </a:cubicBezTo>
                  <a:cubicBezTo>
                    <a:pt x="4661" y="1701"/>
                    <a:pt x="4600" y="1718"/>
                    <a:pt x="4548" y="1718"/>
                  </a:cubicBezTo>
                  <a:cubicBezTo>
                    <a:pt x="4454" y="1718"/>
                    <a:pt x="4393" y="1662"/>
                    <a:pt x="4332" y="1603"/>
                  </a:cubicBezTo>
                  <a:cubicBezTo>
                    <a:pt x="4233" y="1515"/>
                    <a:pt x="4118" y="1414"/>
                    <a:pt x="3806" y="1400"/>
                  </a:cubicBezTo>
                  <a:cubicBezTo>
                    <a:pt x="3600" y="1393"/>
                    <a:pt x="3502" y="1354"/>
                    <a:pt x="3474" y="1270"/>
                  </a:cubicBezTo>
                  <a:cubicBezTo>
                    <a:pt x="3439" y="1148"/>
                    <a:pt x="3600" y="1032"/>
                    <a:pt x="3768" y="910"/>
                  </a:cubicBezTo>
                  <a:cubicBezTo>
                    <a:pt x="3820" y="875"/>
                    <a:pt x="3869" y="836"/>
                    <a:pt x="3918" y="794"/>
                  </a:cubicBezTo>
                  <a:cubicBezTo>
                    <a:pt x="3826" y="680"/>
                    <a:pt x="3133" y="437"/>
                    <a:pt x="2700" y="437"/>
                  </a:cubicBezTo>
                  <a:cubicBezTo>
                    <a:pt x="2641" y="437"/>
                    <a:pt x="2586" y="441"/>
                    <a:pt x="2539" y="451"/>
                  </a:cubicBezTo>
                  <a:cubicBezTo>
                    <a:pt x="2461" y="468"/>
                    <a:pt x="2388" y="476"/>
                    <a:pt x="2319" y="476"/>
                  </a:cubicBezTo>
                  <a:cubicBezTo>
                    <a:pt x="2056" y="476"/>
                    <a:pt x="1848" y="367"/>
                    <a:pt x="1615" y="248"/>
                  </a:cubicBezTo>
                  <a:cubicBezTo>
                    <a:pt x="1527" y="199"/>
                    <a:pt x="1436" y="154"/>
                    <a:pt x="1335" y="108"/>
                  </a:cubicBezTo>
                  <a:cubicBezTo>
                    <a:pt x="1171" y="35"/>
                    <a:pt x="899" y="0"/>
                    <a:pt x="643" y="0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61" name="Google Shape;6419;p80">
              <a:extLst>
                <a:ext uri="{FF2B5EF4-FFF2-40B4-BE49-F238E27FC236}">
                  <a16:creationId xmlns:a16="http://schemas.microsoft.com/office/drawing/2014/main" id="{3977EEA5-0E11-258A-0B44-32B1D9380B10}"/>
                </a:ext>
              </a:extLst>
            </p:cNvPr>
            <p:cNvSpPr/>
            <p:nvPr/>
          </p:nvSpPr>
          <p:spPr>
            <a:xfrm>
              <a:off x="1366386" y="1297251"/>
              <a:ext cx="10237" cy="5092"/>
            </a:xfrm>
            <a:custGeom>
              <a:avLst/>
              <a:gdLst/>
              <a:ahLst/>
              <a:cxnLst/>
              <a:rect l="l" t="t" r="r" b="b"/>
              <a:pathLst>
                <a:path w="754" h="375" extrusionOk="0">
                  <a:moveTo>
                    <a:pt x="415" y="0"/>
                  </a:moveTo>
                  <a:cubicBezTo>
                    <a:pt x="409" y="0"/>
                    <a:pt x="402" y="0"/>
                    <a:pt x="396" y="0"/>
                  </a:cubicBezTo>
                  <a:cubicBezTo>
                    <a:pt x="391" y="0"/>
                    <a:pt x="386" y="0"/>
                    <a:pt x="380" y="0"/>
                  </a:cubicBezTo>
                  <a:cubicBezTo>
                    <a:pt x="281" y="0"/>
                    <a:pt x="185" y="31"/>
                    <a:pt x="102" y="88"/>
                  </a:cubicBezTo>
                  <a:cubicBezTo>
                    <a:pt x="36" y="133"/>
                    <a:pt x="1" y="190"/>
                    <a:pt x="8" y="235"/>
                  </a:cubicBezTo>
                  <a:cubicBezTo>
                    <a:pt x="11" y="277"/>
                    <a:pt x="57" y="312"/>
                    <a:pt x="134" y="344"/>
                  </a:cubicBezTo>
                  <a:cubicBezTo>
                    <a:pt x="191" y="365"/>
                    <a:pt x="253" y="374"/>
                    <a:pt x="314" y="374"/>
                  </a:cubicBezTo>
                  <a:cubicBezTo>
                    <a:pt x="504" y="374"/>
                    <a:pt x="688" y="286"/>
                    <a:pt x="725" y="197"/>
                  </a:cubicBezTo>
                  <a:cubicBezTo>
                    <a:pt x="753" y="133"/>
                    <a:pt x="680" y="84"/>
                    <a:pt x="613" y="49"/>
                  </a:cubicBezTo>
                  <a:cubicBezTo>
                    <a:pt x="552" y="17"/>
                    <a:pt x="483" y="0"/>
                    <a:pt x="415" y="0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62" name="Google Shape;6420;p80">
              <a:extLst>
                <a:ext uri="{FF2B5EF4-FFF2-40B4-BE49-F238E27FC236}">
                  <a16:creationId xmlns:a16="http://schemas.microsoft.com/office/drawing/2014/main" id="{AE6478BA-3887-45FF-D8F5-8BCAD02116EE}"/>
                </a:ext>
              </a:extLst>
            </p:cNvPr>
            <p:cNvSpPr/>
            <p:nvPr/>
          </p:nvSpPr>
          <p:spPr>
            <a:xfrm>
              <a:off x="1325409" y="1232744"/>
              <a:ext cx="83529" cy="54948"/>
            </a:xfrm>
            <a:custGeom>
              <a:avLst/>
              <a:gdLst/>
              <a:ahLst/>
              <a:cxnLst/>
              <a:rect l="l" t="t" r="r" b="b"/>
              <a:pathLst>
                <a:path w="6152" h="4047" extrusionOk="0">
                  <a:moveTo>
                    <a:pt x="1533" y="1"/>
                  </a:moveTo>
                  <a:cubicBezTo>
                    <a:pt x="1488" y="1"/>
                    <a:pt x="1454" y="5"/>
                    <a:pt x="1433" y="8"/>
                  </a:cubicBezTo>
                  <a:cubicBezTo>
                    <a:pt x="1384" y="15"/>
                    <a:pt x="1342" y="29"/>
                    <a:pt x="1300" y="53"/>
                  </a:cubicBezTo>
                  <a:cubicBezTo>
                    <a:pt x="1314" y="57"/>
                    <a:pt x="1331" y="64"/>
                    <a:pt x="1345" y="64"/>
                  </a:cubicBezTo>
                  <a:cubicBezTo>
                    <a:pt x="1573" y="109"/>
                    <a:pt x="1702" y="197"/>
                    <a:pt x="1688" y="305"/>
                  </a:cubicBezTo>
                  <a:cubicBezTo>
                    <a:pt x="1679" y="371"/>
                    <a:pt x="1609" y="438"/>
                    <a:pt x="1445" y="438"/>
                  </a:cubicBezTo>
                  <a:cubicBezTo>
                    <a:pt x="1424" y="438"/>
                    <a:pt x="1401" y="437"/>
                    <a:pt x="1377" y="435"/>
                  </a:cubicBezTo>
                  <a:cubicBezTo>
                    <a:pt x="1325" y="431"/>
                    <a:pt x="1273" y="429"/>
                    <a:pt x="1223" y="429"/>
                  </a:cubicBezTo>
                  <a:cubicBezTo>
                    <a:pt x="1086" y="429"/>
                    <a:pt x="962" y="442"/>
                    <a:pt x="901" y="463"/>
                  </a:cubicBezTo>
                  <a:cubicBezTo>
                    <a:pt x="946" y="487"/>
                    <a:pt x="995" y="512"/>
                    <a:pt x="1041" y="529"/>
                  </a:cubicBezTo>
                  <a:cubicBezTo>
                    <a:pt x="1174" y="578"/>
                    <a:pt x="1303" y="641"/>
                    <a:pt x="1286" y="746"/>
                  </a:cubicBezTo>
                  <a:cubicBezTo>
                    <a:pt x="1261" y="894"/>
                    <a:pt x="876" y="922"/>
                    <a:pt x="558" y="922"/>
                  </a:cubicBezTo>
                  <a:cubicBezTo>
                    <a:pt x="390" y="922"/>
                    <a:pt x="323" y="1020"/>
                    <a:pt x="320" y="1104"/>
                  </a:cubicBezTo>
                  <a:cubicBezTo>
                    <a:pt x="309" y="1223"/>
                    <a:pt x="414" y="1366"/>
                    <a:pt x="663" y="1398"/>
                  </a:cubicBezTo>
                  <a:cubicBezTo>
                    <a:pt x="838" y="1422"/>
                    <a:pt x="943" y="1475"/>
                    <a:pt x="971" y="1555"/>
                  </a:cubicBezTo>
                  <a:cubicBezTo>
                    <a:pt x="988" y="1608"/>
                    <a:pt x="974" y="1664"/>
                    <a:pt x="932" y="1699"/>
                  </a:cubicBezTo>
                  <a:cubicBezTo>
                    <a:pt x="868" y="1770"/>
                    <a:pt x="727" y="1823"/>
                    <a:pt x="561" y="1823"/>
                  </a:cubicBezTo>
                  <a:cubicBezTo>
                    <a:pt x="492" y="1823"/>
                    <a:pt x="418" y="1814"/>
                    <a:pt x="344" y="1793"/>
                  </a:cubicBezTo>
                  <a:cubicBezTo>
                    <a:pt x="256" y="1769"/>
                    <a:pt x="187" y="1760"/>
                    <a:pt x="135" y="1760"/>
                  </a:cubicBezTo>
                  <a:cubicBezTo>
                    <a:pt x="54" y="1760"/>
                    <a:pt x="14" y="1782"/>
                    <a:pt x="8" y="1797"/>
                  </a:cubicBezTo>
                  <a:cubicBezTo>
                    <a:pt x="1" y="1818"/>
                    <a:pt x="36" y="1884"/>
                    <a:pt x="197" y="1965"/>
                  </a:cubicBezTo>
                  <a:cubicBezTo>
                    <a:pt x="334" y="2028"/>
                    <a:pt x="439" y="2143"/>
                    <a:pt x="481" y="2287"/>
                  </a:cubicBezTo>
                  <a:cubicBezTo>
                    <a:pt x="519" y="2385"/>
                    <a:pt x="554" y="2472"/>
                    <a:pt x="729" y="2546"/>
                  </a:cubicBezTo>
                  <a:cubicBezTo>
                    <a:pt x="795" y="2575"/>
                    <a:pt x="890" y="2586"/>
                    <a:pt x="999" y="2586"/>
                  </a:cubicBezTo>
                  <a:cubicBezTo>
                    <a:pt x="1163" y="2586"/>
                    <a:pt x="1359" y="2562"/>
                    <a:pt x="1541" y="2539"/>
                  </a:cubicBezTo>
                  <a:cubicBezTo>
                    <a:pt x="1728" y="2514"/>
                    <a:pt x="1897" y="2492"/>
                    <a:pt x="2034" y="2492"/>
                  </a:cubicBezTo>
                  <a:cubicBezTo>
                    <a:pt x="2205" y="2492"/>
                    <a:pt x="2325" y="2526"/>
                    <a:pt x="2364" y="2633"/>
                  </a:cubicBezTo>
                  <a:cubicBezTo>
                    <a:pt x="2382" y="2672"/>
                    <a:pt x="2378" y="2717"/>
                    <a:pt x="2357" y="2756"/>
                  </a:cubicBezTo>
                  <a:cubicBezTo>
                    <a:pt x="2291" y="2875"/>
                    <a:pt x="2066" y="2931"/>
                    <a:pt x="1737" y="3001"/>
                  </a:cubicBezTo>
                  <a:cubicBezTo>
                    <a:pt x="1622" y="3022"/>
                    <a:pt x="1510" y="3050"/>
                    <a:pt x="1401" y="3089"/>
                  </a:cubicBezTo>
                  <a:cubicBezTo>
                    <a:pt x="1503" y="3162"/>
                    <a:pt x="1608" y="3225"/>
                    <a:pt x="1716" y="3281"/>
                  </a:cubicBezTo>
                  <a:cubicBezTo>
                    <a:pt x="1989" y="3432"/>
                    <a:pt x="2154" y="3530"/>
                    <a:pt x="2182" y="3638"/>
                  </a:cubicBezTo>
                  <a:cubicBezTo>
                    <a:pt x="2186" y="3663"/>
                    <a:pt x="2186" y="3691"/>
                    <a:pt x="2175" y="3715"/>
                  </a:cubicBezTo>
                  <a:cubicBezTo>
                    <a:pt x="2252" y="3803"/>
                    <a:pt x="2770" y="4002"/>
                    <a:pt x="3131" y="4041"/>
                  </a:cubicBezTo>
                  <a:cubicBezTo>
                    <a:pt x="3169" y="4045"/>
                    <a:pt x="3200" y="4046"/>
                    <a:pt x="3226" y="4046"/>
                  </a:cubicBezTo>
                  <a:cubicBezTo>
                    <a:pt x="3319" y="4046"/>
                    <a:pt x="3341" y="4027"/>
                    <a:pt x="3341" y="4027"/>
                  </a:cubicBezTo>
                  <a:cubicBezTo>
                    <a:pt x="3416" y="3905"/>
                    <a:pt x="3548" y="3864"/>
                    <a:pt x="3694" y="3864"/>
                  </a:cubicBezTo>
                  <a:cubicBezTo>
                    <a:pt x="3868" y="3864"/>
                    <a:pt x="4060" y="3923"/>
                    <a:pt x="4195" y="3974"/>
                  </a:cubicBezTo>
                  <a:cubicBezTo>
                    <a:pt x="4206" y="3978"/>
                    <a:pt x="4217" y="3981"/>
                    <a:pt x="4227" y="3981"/>
                  </a:cubicBezTo>
                  <a:cubicBezTo>
                    <a:pt x="4311" y="3981"/>
                    <a:pt x="4368" y="3847"/>
                    <a:pt x="4440" y="3663"/>
                  </a:cubicBezTo>
                  <a:cubicBezTo>
                    <a:pt x="4500" y="3512"/>
                    <a:pt x="4549" y="3383"/>
                    <a:pt x="4643" y="3355"/>
                  </a:cubicBezTo>
                  <a:cubicBezTo>
                    <a:pt x="4655" y="3352"/>
                    <a:pt x="4668" y="3350"/>
                    <a:pt x="4680" y="3350"/>
                  </a:cubicBezTo>
                  <a:cubicBezTo>
                    <a:pt x="4711" y="3350"/>
                    <a:pt x="4741" y="3359"/>
                    <a:pt x="4766" y="3379"/>
                  </a:cubicBezTo>
                  <a:cubicBezTo>
                    <a:pt x="4776" y="3390"/>
                    <a:pt x="4794" y="3393"/>
                    <a:pt x="4811" y="3393"/>
                  </a:cubicBezTo>
                  <a:cubicBezTo>
                    <a:pt x="4832" y="3390"/>
                    <a:pt x="4871" y="3327"/>
                    <a:pt x="4902" y="3271"/>
                  </a:cubicBezTo>
                  <a:cubicBezTo>
                    <a:pt x="4969" y="3152"/>
                    <a:pt x="5063" y="2991"/>
                    <a:pt x="5263" y="2910"/>
                  </a:cubicBezTo>
                  <a:cubicBezTo>
                    <a:pt x="5420" y="2854"/>
                    <a:pt x="5581" y="2812"/>
                    <a:pt x="5746" y="2780"/>
                  </a:cubicBezTo>
                  <a:cubicBezTo>
                    <a:pt x="5910" y="2749"/>
                    <a:pt x="6134" y="2703"/>
                    <a:pt x="6145" y="2644"/>
                  </a:cubicBezTo>
                  <a:cubicBezTo>
                    <a:pt x="6152" y="2612"/>
                    <a:pt x="6141" y="2577"/>
                    <a:pt x="6117" y="2556"/>
                  </a:cubicBezTo>
                  <a:cubicBezTo>
                    <a:pt x="6091" y="2527"/>
                    <a:pt x="6013" y="2468"/>
                    <a:pt x="5814" y="2468"/>
                  </a:cubicBezTo>
                  <a:cubicBezTo>
                    <a:pt x="5775" y="2468"/>
                    <a:pt x="5732" y="2471"/>
                    <a:pt x="5683" y="2476"/>
                  </a:cubicBezTo>
                  <a:cubicBezTo>
                    <a:pt x="5630" y="2482"/>
                    <a:pt x="5579" y="2485"/>
                    <a:pt x="5530" y="2485"/>
                  </a:cubicBezTo>
                  <a:cubicBezTo>
                    <a:pt x="5294" y="2485"/>
                    <a:pt x="5109" y="2416"/>
                    <a:pt x="5042" y="2297"/>
                  </a:cubicBezTo>
                  <a:cubicBezTo>
                    <a:pt x="5014" y="2245"/>
                    <a:pt x="4986" y="2143"/>
                    <a:pt x="5091" y="2007"/>
                  </a:cubicBezTo>
                  <a:cubicBezTo>
                    <a:pt x="5105" y="1996"/>
                    <a:pt x="5112" y="1975"/>
                    <a:pt x="5112" y="1958"/>
                  </a:cubicBezTo>
                  <a:cubicBezTo>
                    <a:pt x="5105" y="1919"/>
                    <a:pt x="5028" y="1867"/>
                    <a:pt x="4965" y="1828"/>
                  </a:cubicBezTo>
                  <a:cubicBezTo>
                    <a:pt x="4874" y="1769"/>
                    <a:pt x="4787" y="1716"/>
                    <a:pt x="4783" y="1629"/>
                  </a:cubicBezTo>
                  <a:cubicBezTo>
                    <a:pt x="4783" y="1569"/>
                    <a:pt x="4811" y="1517"/>
                    <a:pt x="4860" y="1485"/>
                  </a:cubicBezTo>
                  <a:cubicBezTo>
                    <a:pt x="4892" y="1461"/>
                    <a:pt x="4885" y="1450"/>
                    <a:pt x="4881" y="1443"/>
                  </a:cubicBezTo>
                  <a:cubicBezTo>
                    <a:pt x="4856" y="1399"/>
                    <a:pt x="4743" y="1357"/>
                    <a:pt x="4658" y="1357"/>
                  </a:cubicBezTo>
                  <a:cubicBezTo>
                    <a:pt x="4635" y="1357"/>
                    <a:pt x="4614" y="1360"/>
                    <a:pt x="4598" y="1366"/>
                  </a:cubicBezTo>
                  <a:cubicBezTo>
                    <a:pt x="4580" y="1373"/>
                    <a:pt x="4566" y="1384"/>
                    <a:pt x="4577" y="1422"/>
                  </a:cubicBezTo>
                  <a:cubicBezTo>
                    <a:pt x="4608" y="1548"/>
                    <a:pt x="4552" y="1611"/>
                    <a:pt x="4489" y="1625"/>
                  </a:cubicBezTo>
                  <a:cubicBezTo>
                    <a:pt x="4476" y="1629"/>
                    <a:pt x="4462" y="1630"/>
                    <a:pt x="4448" y="1630"/>
                  </a:cubicBezTo>
                  <a:cubicBezTo>
                    <a:pt x="4282" y="1630"/>
                    <a:pt x="3997" y="1424"/>
                    <a:pt x="3939" y="1216"/>
                  </a:cubicBezTo>
                  <a:cubicBezTo>
                    <a:pt x="3915" y="1125"/>
                    <a:pt x="3677" y="1034"/>
                    <a:pt x="3421" y="936"/>
                  </a:cubicBezTo>
                  <a:cubicBezTo>
                    <a:pt x="3057" y="796"/>
                    <a:pt x="2602" y="624"/>
                    <a:pt x="2238" y="298"/>
                  </a:cubicBezTo>
                  <a:cubicBezTo>
                    <a:pt x="1951" y="44"/>
                    <a:pt x="1683" y="1"/>
                    <a:pt x="1533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63" name="Google Shape;6421;p80">
              <a:extLst>
                <a:ext uri="{FF2B5EF4-FFF2-40B4-BE49-F238E27FC236}">
                  <a16:creationId xmlns:a16="http://schemas.microsoft.com/office/drawing/2014/main" id="{7754C73C-DC32-F883-81F6-68ABF499E99A}"/>
                </a:ext>
              </a:extLst>
            </p:cNvPr>
            <p:cNvSpPr/>
            <p:nvPr/>
          </p:nvSpPr>
          <p:spPr>
            <a:xfrm>
              <a:off x="1360263" y="1200633"/>
              <a:ext cx="230111" cy="117201"/>
            </a:xfrm>
            <a:custGeom>
              <a:avLst/>
              <a:gdLst/>
              <a:ahLst/>
              <a:cxnLst/>
              <a:rect l="l" t="t" r="r" b="b"/>
              <a:pathLst>
                <a:path w="16948" h="8632" extrusionOk="0">
                  <a:moveTo>
                    <a:pt x="10770" y="0"/>
                  </a:moveTo>
                  <a:cubicBezTo>
                    <a:pt x="10609" y="0"/>
                    <a:pt x="10441" y="49"/>
                    <a:pt x="10342" y="118"/>
                  </a:cubicBezTo>
                  <a:cubicBezTo>
                    <a:pt x="10324" y="129"/>
                    <a:pt x="10261" y="178"/>
                    <a:pt x="10279" y="213"/>
                  </a:cubicBezTo>
                  <a:cubicBezTo>
                    <a:pt x="10338" y="349"/>
                    <a:pt x="10289" y="412"/>
                    <a:pt x="10258" y="437"/>
                  </a:cubicBezTo>
                  <a:cubicBezTo>
                    <a:pt x="10232" y="456"/>
                    <a:pt x="10200" y="465"/>
                    <a:pt x="10165" y="465"/>
                  </a:cubicBezTo>
                  <a:cubicBezTo>
                    <a:pt x="10048" y="465"/>
                    <a:pt x="9890" y="370"/>
                    <a:pt x="9764" y="265"/>
                  </a:cubicBezTo>
                  <a:cubicBezTo>
                    <a:pt x="9683" y="197"/>
                    <a:pt x="9574" y="175"/>
                    <a:pt x="9448" y="175"/>
                  </a:cubicBezTo>
                  <a:cubicBezTo>
                    <a:pt x="9339" y="175"/>
                    <a:pt x="9218" y="192"/>
                    <a:pt x="9088" y="209"/>
                  </a:cubicBezTo>
                  <a:cubicBezTo>
                    <a:pt x="8943" y="226"/>
                    <a:pt x="8796" y="244"/>
                    <a:pt x="8647" y="244"/>
                  </a:cubicBezTo>
                  <a:cubicBezTo>
                    <a:pt x="8577" y="244"/>
                    <a:pt x="8507" y="240"/>
                    <a:pt x="8437" y="230"/>
                  </a:cubicBezTo>
                  <a:cubicBezTo>
                    <a:pt x="8404" y="226"/>
                    <a:pt x="8375" y="224"/>
                    <a:pt x="8349" y="224"/>
                  </a:cubicBezTo>
                  <a:cubicBezTo>
                    <a:pt x="8217" y="224"/>
                    <a:pt x="8164" y="278"/>
                    <a:pt x="8108" y="342"/>
                  </a:cubicBezTo>
                  <a:cubicBezTo>
                    <a:pt x="8038" y="414"/>
                    <a:pt x="7970" y="471"/>
                    <a:pt x="7853" y="471"/>
                  </a:cubicBezTo>
                  <a:cubicBezTo>
                    <a:pt x="7781" y="471"/>
                    <a:pt x="7692" y="450"/>
                    <a:pt x="7572" y="398"/>
                  </a:cubicBezTo>
                  <a:cubicBezTo>
                    <a:pt x="7362" y="305"/>
                    <a:pt x="7137" y="258"/>
                    <a:pt x="6911" y="258"/>
                  </a:cubicBezTo>
                  <a:cubicBezTo>
                    <a:pt x="6840" y="258"/>
                    <a:pt x="6768" y="263"/>
                    <a:pt x="6697" y="272"/>
                  </a:cubicBezTo>
                  <a:cubicBezTo>
                    <a:pt x="6725" y="304"/>
                    <a:pt x="6736" y="349"/>
                    <a:pt x="6722" y="388"/>
                  </a:cubicBezTo>
                  <a:cubicBezTo>
                    <a:pt x="6691" y="469"/>
                    <a:pt x="6576" y="519"/>
                    <a:pt x="6445" y="519"/>
                  </a:cubicBezTo>
                  <a:cubicBezTo>
                    <a:pt x="6395" y="519"/>
                    <a:pt x="6342" y="512"/>
                    <a:pt x="6291" y="496"/>
                  </a:cubicBezTo>
                  <a:cubicBezTo>
                    <a:pt x="6245" y="482"/>
                    <a:pt x="6200" y="476"/>
                    <a:pt x="6159" y="476"/>
                  </a:cubicBezTo>
                  <a:cubicBezTo>
                    <a:pt x="6098" y="476"/>
                    <a:pt x="6047" y="491"/>
                    <a:pt x="6022" y="521"/>
                  </a:cubicBezTo>
                  <a:cubicBezTo>
                    <a:pt x="5987" y="563"/>
                    <a:pt x="6008" y="626"/>
                    <a:pt x="6029" y="671"/>
                  </a:cubicBezTo>
                  <a:cubicBezTo>
                    <a:pt x="6053" y="710"/>
                    <a:pt x="6053" y="755"/>
                    <a:pt x="6029" y="794"/>
                  </a:cubicBezTo>
                  <a:cubicBezTo>
                    <a:pt x="5993" y="849"/>
                    <a:pt x="5916" y="865"/>
                    <a:pt x="5791" y="865"/>
                  </a:cubicBezTo>
                  <a:cubicBezTo>
                    <a:pt x="5734" y="865"/>
                    <a:pt x="5666" y="861"/>
                    <a:pt x="5587" y="857"/>
                  </a:cubicBezTo>
                  <a:cubicBezTo>
                    <a:pt x="5515" y="852"/>
                    <a:pt x="5424" y="845"/>
                    <a:pt x="5344" y="845"/>
                  </a:cubicBezTo>
                  <a:cubicBezTo>
                    <a:pt x="5253" y="845"/>
                    <a:pt x="5174" y="854"/>
                    <a:pt x="5146" y="881"/>
                  </a:cubicBezTo>
                  <a:cubicBezTo>
                    <a:pt x="5143" y="885"/>
                    <a:pt x="5139" y="888"/>
                    <a:pt x="5139" y="895"/>
                  </a:cubicBezTo>
                  <a:cubicBezTo>
                    <a:pt x="5139" y="1032"/>
                    <a:pt x="5055" y="1158"/>
                    <a:pt x="4929" y="1211"/>
                  </a:cubicBezTo>
                  <a:cubicBezTo>
                    <a:pt x="4869" y="1239"/>
                    <a:pt x="4803" y="1253"/>
                    <a:pt x="4736" y="1253"/>
                  </a:cubicBezTo>
                  <a:cubicBezTo>
                    <a:pt x="4614" y="1253"/>
                    <a:pt x="4487" y="1206"/>
                    <a:pt x="4376" y="1116"/>
                  </a:cubicBezTo>
                  <a:cubicBezTo>
                    <a:pt x="4206" y="972"/>
                    <a:pt x="3822" y="904"/>
                    <a:pt x="3614" y="904"/>
                  </a:cubicBezTo>
                  <a:cubicBezTo>
                    <a:pt x="3569" y="904"/>
                    <a:pt x="3533" y="907"/>
                    <a:pt x="3508" y="913"/>
                  </a:cubicBezTo>
                  <a:lnTo>
                    <a:pt x="3515" y="916"/>
                  </a:lnTo>
                  <a:cubicBezTo>
                    <a:pt x="3571" y="962"/>
                    <a:pt x="3592" y="1007"/>
                    <a:pt x="3578" y="1056"/>
                  </a:cubicBezTo>
                  <a:cubicBezTo>
                    <a:pt x="3550" y="1148"/>
                    <a:pt x="3406" y="1165"/>
                    <a:pt x="3207" y="1190"/>
                  </a:cubicBezTo>
                  <a:cubicBezTo>
                    <a:pt x="3130" y="1197"/>
                    <a:pt x="3053" y="1211"/>
                    <a:pt x="2976" y="1228"/>
                  </a:cubicBezTo>
                  <a:lnTo>
                    <a:pt x="2979" y="1232"/>
                  </a:lnTo>
                  <a:cubicBezTo>
                    <a:pt x="3102" y="1323"/>
                    <a:pt x="3088" y="1414"/>
                    <a:pt x="3067" y="1463"/>
                  </a:cubicBezTo>
                  <a:cubicBezTo>
                    <a:pt x="3009" y="1587"/>
                    <a:pt x="2790" y="1656"/>
                    <a:pt x="2658" y="1656"/>
                  </a:cubicBezTo>
                  <a:cubicBezTo>
                    <a:pt x="2638" y="1656"/>
                    <a:pt x="2620" y="1655"/>
                    <a:pt x="2605" y="1652"/>
                  </a:cubicBezTo>
                  <a:cubicBezTo>
                    <a:pt x="2556" y="1645"/>
                    <a:pt x="2517" y="1606"/>
                    <a:pt x="2510" y="1557"/>
                  </a:cubicBezTo>
                  <a:cubicBezTo>
                    <a:pt x="2493" y="1526"/>
                    <a:pt x="2374" y="1456"/>
                    <a:pt x="2199" y="1421"/>
                  </a:cubicBezTo>
                  <a:cubicBezTo>
                    <a:pt x="2136" y="1408"/>
                    <a:pt x="2078" y="1402"/>
                    <a:pt x="2024" y="1402"/>
                  </a:cubicBezTo>
                  <a:cubicBezTo>
                    <a:pt x="1916" y="1402"/>
                    <a:pt x="1828" y="1427"/>
                    <a:pt x="1772" y="1477"/>
                  </a:cubicBezTo>
                  <a:cubicBezTo>
                    <a:pt x="1698" y="1547"/>
                    <a:pt x="1631" y="1620"/>
                    <a:pt x="1572" y="1704"/>
                  </a:cubicBezTo>
                  <a:cubicBezTo>
                    <a:pt x="1498" y="1802"/>
                    <a:pt x="1442" y="1872"/>
                    <a:pt x="1362" y="1876"/>
                  </a:cubicBezTo>
                  <a:cubicBezTo>
                    <a:pt x="1313" y="1872"/>
                    <a:pt x="1267" y="1848"/>
                    <a:pt x="1239" y="1809"/>
                  </a:cubicBezTo>
                  <a:cubicBezTo>
                    <a:pt x="1208" y="1771"/>
                    <a:pt x="1117" y="1749"/>
                    <a:pt x="982" y="1749"/>
                  </a:cubicBezTo>
                  <a:cubicBezTo>
                    <a:pt x="781" y="1749"/>
                    <a:pt x="484" y="1799"/>
                    <a:pt x="151" y="1925"/>
                  </a:cubicBezTo>
                  <a:cubicBezTo>
                    <a:pt x="95" y="1942"/>
                    <a:pt x="46" y="1970"/>
                    <a:pt x="0" y="2005"/>
                  </a:cubicBezTo>
                  <a:cubicBezTo>
                    <a:pt x="25" y="2021"/>
                    <a:pt x="80" y="2031"/>
                    <a:pt x="150" y="2031"/>
                  </a:cubicBezTo>
                  <a:cubicBezTo>
                    <a:pt x="254" y="2031"/>
                    <a:pt x="389" y="2007"/>
                    <a:pt x="501" y="1935"/>
                  </a:cubicBezTo>
                  <a:cubicBezTo>
                    <a:pt x="637" y="1847"/>
                    <a:pt x="766" y="1813"/>
                    <a:pt x="861" y="1813"/>
                  </a:cubicBezTo>
                  <a:cubicBezTo>
                    <a:pt x="910" y="1813"/>
                    <a:pt x="950" y="1822"/>
                    <a:pt x="977" y="1837"/>
                  </a:cubicBezTo>
                  <a:cubicBezTo>
                    <a:pt x="1019" y="1858"/>
                    <a:pt x="1043" y="1900"/>
                    <a:pt x="1043" y="1942"/>
                  </a:cubicBezTo>
                  <a:cubicBezTo>
                    <a:pt x="1043" y="2009"/>
                    <a:pt x="987" y="2068"/>
                    <a:pt x="882" y="2117"/>
                  </a:cubicBezTo>
                  <a:cubicBezTo>
                    <a:pt x="837" y="2138"/>
                    <a:pt x="798" y="2163"/>
                    <a:pt x="763" y="2194"/>
                  </a:cubicBezTo>
                  <a:cubicBezTo>
                    <a:pt x="788" y="2202"/>
                    <a:pt x="843" y="2215"/>
                    <a:pt x="958" y="2215"/>
                  </a:cubicBezTo>
                  <a:cubicBezTo>
                    <a:pt x="990" y="2215"/>
                    <a:pt x="1026" y="2214"/>
                    <a:pt x="1068" y="2212"/>
                  </a:cubicBezTo>
                  <a:cubicBezTo>
                    <a:pt x="1098" y="2210"/>
                    <a:pt x="1125" y="2209"/>
                    <a:pt x="1148" y="2209"/>
                  </a:cubicBezTo>
                  <a:cubicBezTo>
                    <a:pt x="1220" y="2209"/>
                    <a:pt x="1266" y="2221"/>
                    <a:pt x="1281" y="2268"/>
                  </a:cubicBezTo>
                  <a:cubicBezTo>
                    <a:pt x="1302" y="2331"/>
                    <a:pt x="1250" y="2366"/>
                    <a:pt x="1176" y="2415"/>
                  </a:cubicBezTo>
                  <a:cubicBezTo>
                    <a:pt x="1099" y="2467"/>
                    <a:pt x="966" y="2558"/>
                    <a:pt x="966" y="2642"/>
                  </a:cubicBezTo>
                  <a:cubicBezTo>
                    <a:pt x="966" y="2698"/>
                    <a:pt x="1015" y="2719"/>
                    <a:pt x="1162" y="2747"/>
                  </a:cubicBezTo>
                  <a:cubicBezTo>
                    <a:pt x="1288" y="2772"/>
                    <a:pt x="1460" y="2807"/>
                    <a:pt x="1477" y="2975"/>
                  </a:cubicBezTo>
                  <a:cubicBezTo>
                    <a:pt x="1477" y="2992"/>
                    <a:pt x="1509" y="3031"/>
                    <a:pt x="1607" y="3066"/>
                  </a:cubicBezTo>
                  <a:cubicBezTo>
                    <a:pt x="1735" y="3115"/>
                    <a:pt x="1927" y="3144"/>
                    <a:pt x="2121" y="3144"/>
                  </a:cubicBezTo>
                  <a:cubicBezTo>
                    <a:pt x="2372" y="3144"/>
                    <a:pt x="2627" y="3095"/>
                    <a:pt x="2752" y="2978"/>
                  </a:cubicBezTo>
                  <a:cubicBezTo>
                    <a:pt x="2824" y="2912"/>
                    <a:pt x="2898" y="2854"/>
                    <a:pt x="2965" y="2854"/>
                  </a:cubicBezTo>
                  <a:cubicBezTo>
                    <a:pt x="2982" y="2854"/>
                    <a:pt x="2998" y="2858"/>
                    <a:pt x="3014" y="2866"/>
                  </a:cubicBezTo>
                  <a:cubicBezTo>
                    <a:pt x="3098" y="2912"/>
                    <a:pt x="3074" y="3045"/>
                    <a:pt x="3046" y="3196"/>
                  </a:cubicBezTo>
                  <a:cubicBezTo>
                    <a:pt x="3039" y="3231"/>
                    <a:pt x="3035" y="3262"/>
                    <a:pt x="3032" y="3294"/>
                  </a:cubicBezTo>
                  <a:cubicBezTo>
                    <a:pt x="3096" y="3370"/>
                    <a:pt x="3600" y="3470"/>
                    <a:pt x="4019" y="3470"/>
                  </a:cubicBezTo>
                  <a:cubicBezTo>
                    <a:pt x="4100" y="3470"/>
                    <a:pt x="4179" y="3467"/>
                    <a:pt x="4250" y="3458"/>
                  </a:cubicBezTo>
                  <a:cubicBezTo>
                    <a:pt x="4432" y="3437"/>
                    <a:pt x="4453" y="3399"/>
                    <a:pt x="4453" y="3399"/>
                  </a:cubicBezTo>
                  <a:cubicBezTo>
                    <a:pt x="4499" y="3244"/>
                    <a:pt x="4596" y="3197"/>
                    <a:pt x="4715" y="3197"/>
                  </a:cubicBezTo>
                  <a:cubicBezTo>
                    <a:pt x="4805" y="3197"/>
                    <a:pt x="4908" y="3224"/>
                    <a:pt x="5010" y="3252"/>
                  </a:cubicBezTo>
                  <a:cubicBezTo>
                    <a:pt x="5041" y="3262"/>
                    <a:pt x="5076" y="3269"/>
                    <a:pt x="5115" y="3280"/>
                  </a:cubicBezTo>
                  <a:cubicBezTo>
                    <a:pt x="5138" y="3285"/>
                    <a:pt x="5170" y="3288"/>
                    <a:pt x="5209" y="3288"/>
                  </a:cubicBezTo>
                  <a:cubicBezTo>
                    <a:pt x="5542" y="3288"/>
                    <a:pt x="6400" y="3086"/>
                    <a:pt x="6697" y="2873"/>
                  </a:cubicBezTo>
                  <a:cubicBezTo>
                    <a:pt x="6771" y="2821"/>
                    <a:pt x="6778" y="2786"/>
                    <a:pt x="6778" y="2779"/>
                  </a:cubicBezTo>
                  <a:cubicBezTo>
                    <a:pt x="6788" y="2653"/>
                    <a:pt x="6862" y="2628"/>
                    <a:pt x="6893" y="2625"/>
                  </a:cubicBezTo>
                  <a:cubicBezTo>
                    <a:pt x="6899" y="2624"/>
                    <a:pt x="6904" y="2624"/>
                    <a:pt x="6910" y="2624"/>
                  </a:cubicBezTo>
                  <a:cubicBezTo>
                    <a:pt x="6985" y="2624"/>
                    <a:pt x="7057" y="2688"/>
                    <a:pt x="7096" y="2786"/>
                  </a:cubicBezTo>
                  <a:cubicBezTo>
                    <a:pt x="7152" y="2926"/>
                    <a:pt x="7124" y="3136"/>
                    <a:pt x="6883" y="3301"/>
                  </a:cubicBezTo>
                  <a:cubicBezTo>
                    <a:pt x="6568" y="3514"/>
                    <a:pt x="6074" y="3567"/>
                    <a:pt x="5636" y="3612"/>
                  </a:cubicBezTo>
                  <a:cubicBezTo>
                    <a:pt x="5416" y="3637"/>
                    <a:pt x="5206" y="3654"/>
                    <a:pt x="5069" y="3700"/>
                  </a:cubicBezTo>
                  <a:cubicBezTo>
                    <a:pt x="4999" y="3721"/>
                    <a:pt x="4989" y="3738"/>
                    <a:pt x="4985" y="3738"/>
                  </a:cubicBezTo>
                  <a:cubicBezTo>
                    <a:pt x="4985" y="3798"/>
                    <a:pt x="5244" y="3962"/>
                    <a:pt x="5398" y="4060"/>
                  </a:cubicBezTo>
                  <a:cubicBezTo>
                    <a:pt x="5524" y="4141"/>
                    <a:pt x="5654" y="4225"/>
                    <a:pt x="5769" y="4312"/>
                  </a:cubicBezTo>
                  <a:cubicBezTo>
                    <a:pt x="5868" y="4386"/>
                    <a:pt x="5906" y="4445"/>
                    <a:pt x="5896" y="4501"/>
                  </a:cubicBezTo>
                  <a:cubicBezTo>
                    <a:pt x="5885" y="4543"/>
                    <a:pt x="5854" y="4575"/>
                    <a:pt x="5815" y="4582"/>
                  </a:cubicBezTo>
                  <a:cubicBezTo>
                    <a:pt x="5794" y="4588"/>
                    <a:pt x="5768" y="4591"/>
                    <a:pt x="5737" y="4591"/>
                  </a:cubicBezTo>
                  <a:cubicBezTo>
                    <a:pt x="5499" y="4591"/>
                    <a:pt x="5006" y="4405"/>
                    <a:pt x="4758" y="4141"/>
                  </a:cubicBezTo>
                  <a:cubicBezTo>
                    <a:pt x="4525" y="3893"/>
                    <a:pt x="4054" y="3765"/>
                    <a:pt x="3387" y="3765"/>
                  </a:cubicBezTo>
                  <a:cubicBezTo>
                    <a:pt x="3291" y="3765"/>
                    <a:pt x="3192" y="3768"/>
                    <a:pt x="3088" y="3773"/>
                  </a:cubicBezTo>
                  <a:cubicBezTo>
                    <a:pt x="2871" y="3787"/>
                    <a:pt x="2857" y="4029"/>
                    <a:pt x="2860" y="4102"/>
                  </a:cubicBezTo>
                  <a:cubicBezTo>
                    <a:pt x="2864" y="4298"/>
                    <a:pt x="2969" y="4515"/>
                    <a:pt x="3109" y="4515"/>
                  </a:cubicBezTo>
                  <a:cubicBezTo>
                    <a:pt x="3550" y="4515"/>
                    <a:pt x="3883" y="4729"/>
                    <a:pt x="4184" y="5201"/>
                  </a:cubicBezTo>
                  <a:cubicBezTo>
                    <a:pt x="4366" y="5485"/>
                    <a:pt x="4663" y="5569"/>
                    <a:pt x="4901" y="5639"/>
                  </a:cubicBezTo>
                  <a:cubicBezTo>
                    <a:pt x="5094" y="5695"/>
                    <a:pt x="5262" y="5741"/>
                    <a:pt x="5262" y="5895"/>
                  </a:cubicBezTo>
                  <a:cubicBezTo>
                    <a:pt x="5262" y="5933"/>
                    <a:pt x="5241" y="5975"/>
                    <a:pt x="5209" y="5996"/>
                  </a:cubicBezTo>
                  <a:cubicBezTo>
                    <a:pt x="5178" y="6019"/>
                    <a:pt x="5135" y="6030"/>
                    <a:pt x="5079" y="6030"/>
                  </a:cubicBezTo>
                  <a:cubicBezTo>
                    <a:pt x="4932" y="6030"/>
                    <a:pt x="4698" y="5958"/>
                    <a:pt x="4359" y="5849"/>
                  </a:cubicBezTo>
                  <a:cubicBezTo>
                    <a:pt x="4145" y="5776"/>
                    <a:pt x="3925" y="5716"/>
                    <a:pt x="3704" y="5667"/>
                  </a:cubicBezTo>
                  <a:cubicBezTo>
                    <a:pt x="3646" y="5657"/>
                    <a:pt x="3584" y="5651"/>
                    <a:pt x="3518" y="5651"/>
                  </a:cubicBezTo>
                  <a:cubicBezTo>
                    <a:pt x="3194" y="5651"/>
                    <a:pt x="2798" y="5775"/>
                    <a:pt x="2559" y="5961"/>
                  </a:cubicBezTo>
                  <a:cubicBezTo>
                    <a:pt x="2479" y="6024"/>
                    <a:pt x="2381" y="6122"/>
                    <a:pt x="2374" y="6238"/>
                  </a:cubicBezTo>
                  <a:cubicBezTo>
                    <a:pt x="2367" y="6297"/>
                    <a:pt x="2398" y="6353"/>
                    <a:pt x="2451" y="6381"/>
                  </a:cubicBezTo>
                  <a:cubicBezTo>
                    <a:pt x="2519" y="6424"/>
                    <a:pt x="2621" y="6444"/>
                    <a:pt x="2740" y="6444"/>
                  </a:cubicBezTo>
                  <a:cubicBezTo>
                    <a:pt x="2993" y="6444"/>
                    <a:pt x="3326" y="6354"/>
                    <a:pt x="3585" y="6199"/>
                  </a:cubicBezTo>
                  <a:cubicBezTo>
                    <a:pt x="3727" y="6116"/>
                    <a:pt x="3812" y="6077"/>
                    <a:pt x="3867" y="6077"/>
                  </a:cubicBezTo>
                  <a:cubicBezTo>
                    <a:pt x="3898" y="6077"/>
                    <a:pt x="3919" y="6089"/>
                    <a:pt x="3935" y="6112"/>
                  </a:cubicBezTo>
                  <a:cubicBezTo>
                    <a:pt x="3963" y="6150"/>
                    <a:pt x="4012" y="6217"/>
                    <a:pt x="3539" y="6644"/>
                  </a:cubicBezTo>
                  <a:cubicBezTo>
                    <a:pt x="3522" y="6665"/>
                    <a:pt x="3511" y="6679"/>
                    <a:pt x="3511" y="6693"/>
                  </a:cubicBezTo>
                  <a:cubicBezTo>
                    <a:pt x="3518" y="6749"/>
                    <a:pt x="3676" y="6843"/>
                    <a:pt x="3792" y="6913"/>
                  </a:cubicBezTo>
                  <a:cubicBezTo>
                    <a:pt x="3988" y="7032"/>
                    <a:pt x="4191" y="7155"/>
                    <a:pt x="4191" y="7323"/>
                  </a:cubicBezTo>
                  <a:cubicBezTo>
                    <a:pt x="4191" y="7453"/>
                    <a:pt x="4100" y="7544"/>
                    <a:pt x="3942" y="7565"/>
                  </a:cubicBezTo>
                  <a:cubicBezTo>
                    <a:pt x="3917" y="7568"/>
                    <a:pt x="3892" y="7569"/>
                    <a:pt x="3866" y="7569"/>
                  </a:cubicBezTo>
                  <a:cubicBezTo>
                    <a:pt x="3644" y="7569"/>
                    <a:pt x="3387" y="7452"/>
                    <a:pt x="3336" y="7270"/>
                  </a:cubicBezTo>
                  <a:cubicBezTo>
                    <a:pt x="3279" y="7062"/>
                    <a:pt x="3106" y="6827"/>
                    <a:pt x="2603" y="6827"/>
                  </a:cubicBezTo>
                  <a:cubicBezTo>
                    <a:pt x="2558" y="6827"/>
                    <a:pt x="2509" y="6829"/>
                    <a:pt x="2458" y="6833"/>
                  </a:cubicBezTo>
                  <a:cubicBezTo>
                    <a:pt x="2241" y="6847"/>
                    <a:pt x="2101" y="6920"/>
                    <a:pt x="2101" y="7015"/>
                  </a:cubicBezTo>
                  <a:cubicBezTo>
                    <a:pt x="2097" y="7109"/>
                    <a:pt x="2213" y="7211"/>
                    <a:pt x="2388" y="7235"/>
                  </a:cubicBezTo>
                  <a:cubicBezTo>
                    <a:pt x="2643" y="7267"/>
                    <a:pt x="2748" y="7390"/>
                    <a:pt x="2745" y="7498"/>
                  </a:cubicBezTo>
                  <a:cubicBezTo>
                    <a:pt x="2738" y="7596"/>
                    <a:pt x="2633" y="7705"/>
                    <a:pt x="2356" y="7705"/>
                  </a:cubicBezTo>
                  <a:cubicBezTo>
                    <a:pt x="1978" y="7705"/>
                    <a:pt x="1320" y="7901"/>
                    <a:pt x="1253" y="8069"/>
                  </a:cubicBezTo>
                  <a:cubicBezTo>
                    <a:pt x="1246" y="8079"/>
                    <a:pt x="1236" y="8104"/>
                    <a:pt x="1285" y="8149"/>
                  </a:cubicBezTo>
                  <a:cubicBezTo>
                    <a:pt x="1400" y="8255"/>
                    <a:pt x="1652" y="8280"/>
                    <a:pt x="1921" y="8280"/>
                  </a:cubicBezTo>
                  <a:cubicBezTo>
                    <a:pt x="2054" y="8280"/>
                    <a:pt x="2191" y="8274"/>
                    <a:pt x="2318" y="8268"/>
                  </a:cubicBezTo>
                  <a:cubicBezTo>
                    <a:pt x="2451" y="8262"/>
                    <a:pt x="2567" y="8258"/>
                    <a:pt x="2668" y="8258"/>
                  </a:cubicBezTo>
                  <a:cubicBezTo>
                    <a:pt x="2869" y="8258"/>
                    <a:pt x="3005" y="8276"/>
                    <a:pt x="3077" y="8342"/>
                  </a:cubicBezTo>
                  <a:cubicBezTo>
                    <a:pt x="3191" y="8441"/>
                    <a:pt x="3426" y="8509"/>
                    <a:pt x="3634" y="8509"/>
                  </a:cubicBezTo>
                  <a:cubicBezTo>
                    <a:pt x="3669" y="8509"/>
                    <a:pt x="3703" y="8507"/>
                    <a:pt x="3735" y="8503"/>
                  </a:cubicBezTo>
                  <a:cubicBezTo>
                    <a:pt x="3841" y="8489"/>
                    <a:pt x="3918" y="8454"/>
                    <a:pt x="3949" y="8405"/>
                  </a:cubicBezTo>
                  <a:cubicBezTo>
                    <a:pt x="4044" y="8261"/>
                    <a:pt x="4236" y="8230"/>
                    <a:pt x="4471" y="8230"/>
                  </a:cubicBezTo>
                  <a:cubicBezTo>
                    <a:pt x="4565" y="8230"/>
                    <a:pt x="4667" y="8237"/>
                    <a:pt x="4772" y="8240"/>
                  </a:cubicBezTo>
                  <a:cubicBezTo>
                    <a:pt x="4887" y="8247"/>
                    <a:pt x="5003" y="8254"/>
                    <a:pt x="5122" y="8254"/>
                  </a:cubicBezTo>
                  <a:cubicBezTo>
                    <a:pt x="5626" y="8254"/>
                    <a:pt x="5759" y="8331"/>
                    <a:pt x="5990" y="8534"/>
                  </a:cubicBezTo>
                  <a:cubicBezTo>
                    <a:pt x="6067" y="8602"/>
                    <a:pt x="6170" y="8632"/>
                    <a:pt x="6281" y="8632"/>
                  </a:cubicBezTo>
                  <a:cubicBezTo>
                    <a:pt x="6450" y="8632"/>
                    <a:pt x="6638" y="8564"/>
                    <a:pt x="6781" y="8461"/>
                  </a:cubicBezTo>
                  <a:cubicBezTo>
                    <a:pt x="7061" y="8258"/>
                    <a:pt x="7072" y="8254"/>
                    <a:pt x="7425" y="8254"/>
                  </a:cubicBezTo>
                  <a:cubicBezTo>
                    <a:pt x="7551" y="8254"/>
                    <a:pt x="7642" y="8219"/>
                    <a:pt x="7674" y="8160"/>
                  </a:cubicBezTo>
                  <a:cubicBezTo>
                    <a:pt x="7709" y="8097"/>
                    <a:pt x="7688" y="7988"/>
                    <a:pt x="7614" y="7869"/>
                  </a:cubicBezTo>
                  <a:cubicBezTo>
                    <a:pt x="7589" y="7829"/>
                    <a:pt x="7554" y="7813"/>
                    <a:pt x="7510" y="7813"/>
                  </a:cubicBezTo>
                  <a:cubicBezTo>
                    <a:pt x="7449" y="7813"/>
                    <a:pt x="7370" y="7844"/>
                    <a:pt x="7275" y="7887"/>
                  </a:cubicBezTo>
                  <a:cubicBezTo>
                    <a:pt x="7200" y="7918"/>
                    <a:pt x="7133" y="7949"/>
                    <a:pt x="7073" y="7949"/>
                  </a:cubicBezTo>
                  <a:cubicBezTo>
                    <a:pt x="7052" y="7949"/>
                    <a:pt x="7032" y="7945"/>
                    <a:pt x="7012" y="7936"/>
                  </a:cubicBezTo>
                  <a:cubicBezTo>
                    <a:pt x="6981" y="7918"/>
                    <a:pt x="6956" y="7887"/>
                    <a:pt x="6949" y="7848"/>
                  </a:cubicBezTo>
                  <a:cubicBezTo>
                    <a:pt x="6915" y="7710"/>
                    <a:pt x="6717" y="7639"/>
                    <a:pt x="6389" y="7639"/>
                  </a:cubicBezTo>
                  <a:cubicBezTo>
                    <a:pt x="6244" y="7639"/>
                    <a:pt x="6074" y="7652"/>
                    <a:pt x="5882" y="7680"/>
                  </a:cubicBezTo>
                  <a:cubicBezTo>
                    <a:pt x="5822" y="7688"/>
                    <a:pt x="5769" y="7692"/>
                    <a:pt x="5723" y="7692"/>
                  </a:cubicBezTo>
                  <a:cubicBezTo>
                    <a:pt x="5536" y="7692"/>
                    <a:pt x="5457" y="7631"/>
                    <a:pt x="5423" y="7572"/>
                  </a:cubicBezTo>
                  <a:cubicBezTo>
                    <a:pt x="5388" y="7502"/>
                    <a:pt x="5398" y="7418"/>
                    <a:pt x="5451" y="7358"/>
                  </a:cubicBezTo>
                  <a:cubicBezTo>
                    <a:pt x="5512" y="7280"/>
                    <a:pt x="5631" y="7215"/>
                    <a:pt x="5776" y="7215"/>
                  </a:cubicBezTo>
                  <a:cubicBezTo>
                    <a:pt x="5821" y="7215"/>
                    <a:pt x="5868" y="7221"/>
                    <a:pt x="5917" y="7235"/>
                  </a:cubicBezTo>
                  <a:cubicBezTo>
                    <a:pt x="6071" y="7281"/>
                    <a:pt x="6255" y="7303"/>
                    <a:pt x="6457" y="7303"/>
                  </a:cubicBezTo>
                  <a:cubicBezTo>
                    <a:pt x="6722" y="7303"/>
                    <a:pt x="7017" y="7264"/>
                    <a:pt x="7310" y="7186"/>
                  </a:cubicBezTo>
                  <a:cubicBezTo>
                    <a:pt x="7450" y="7151"/>
                    <a:pt x="7485" y="7113"/>
                    <a:pt x="7492" y="7092"/>
                  </a:cubicBezTo>
                  <a:cubicBezTo>
                    <a:pt x="7506" y="7057"/>
                    <a:pt x="7471" y="6994"/>
                    <a:pt x="7439" y="6934"/>
                  </a:cubicBezTo>
                  <a:cubicBezTo>
                    <a:pt x="7394" y="6868"/>
                    <a:pt x="7366" y="6794"/>
                    <a:pt x="7359" y="6714"/>
                  </a:cubicBezTo>
                  <a:cubicBezTo>
                    <a:pt x="7359" y="6675"/>
                    <a:pt x="7376" y="6637"/>
                    <a:pt x="7404" y="6609"/>
                  </a:cubicBezTo>
                  <a:cubicBezTo>
                    <a:pt x="7461" y="6556"/>
                    <a:pt x="7561" y="6539"/>
                    <a:pt x="7706" y="6539"/>
                  </a:cubicBezTo>
                  <a:cubicBezTo>
                    <a:pt x="7801" y="6539"/>
                    <a:pt x="7917" y="6547"/>
                    <a:pt x="8052" y="6556"/>
                  </a:cubicBezTo>
                  <a:cubicBezTo>
                    <a:pt x="8182" y="6567"/>
                    <a:pt x="8322" y="6577"/>
                    <a:pt x="8444" y="6577"/>
                  </a:cubicBezTo>
                  <a:cubicBezTo>
                    <a:pt x="8843" y="6577"/>
                    <a:pt x="9449" y="5895"/>
                    <a:pt x="9470" y="5524"/>
                  </a:cubicBezTo>
                  <a:cubicBezTo>
                    <a:pt x="9473" y="5482"/>
                    <a:pt x="9459" y="5443"/>
                    <a:pt x="9431" y="5415"/>
                  </a:cubicBezTo>
                  <a:cubicBezTo>
                    <a:pt x="9313" y="5289"/>
                    <a:pt x="8963" y="5267"/>
                    <a:pt x="8637" y="5267"/>
                  </a:cubicBezTo>
                  <a:cubicBezTo>
                    <a:pt x="8528" y="5267"/>
                    <a:pt x="8422" y="5270"/>
                    <a:pt x="8329" y="5272"/>
                  </a:cubicBezTo>
                  <a:cubicBezTo>
                    <a:pt x="8241" y="5275"/>
                    <a:pt x="8154" y="5279"/>
                    <a:pt x="8080" y="5279"/>
                  </a:cubicBezTo>
                  <a:cubicBezTo>
                    <a:pt x="7965" y="5279"/>
                    <a:pt x="7905" y="5258"/>
                    <a:pt x="7880" y="5212"/>
                  </a:cubicBezTo>
                  <a:cubicBezTo>
                    <a:pt x="7863" y="5184"/>
                    <a:pt x="7866" y="5149"/>
                    <a:pt x="7884" y="5121"/>
                  </a:cubicBezTo>
                  <a:cubicBezTo>
                    <a:pt x="7964" y="4993"/>
                    <a:pt x="8541" y="4826"/>
                    <a:pt x="9155" y="4826"/>
                  </a:cubicBezTo>
                  <a:cubicBezTo>
                    <a:pt x="9210" y="4826"/>
                    <a:pt x="9267" y="4827"/>
                    <a:pt x="9323" y="4830"/>
                  </a:cubicBezTo>
                  <a:cubicBezTo>
                    <a:pt x="9372" y="4833"/>
                    <a:pt x="9419" y="4834"/>
                    <a:pt x="9462" y="4834"/>
                  </a:cubicBezTo>
                  <a:cubicBezTo>
                    <a:pt x="9659" y="4834"/>
                    <a:pt x="9787" y="4807"/>
                    <a:pt x="9844" y="4750"/>
                  </a:cubicBezTo>
                  <a:cubicBezTo>
                    <a:pt x="9886" y="4711"/>
                    <a:pt x="9890" y="4659"/>
                    <a:pt x="9886" y="4575"/>
                  </a:cubicBezTo>
                  <a:cubicBezTo>
                    <a:pt x="9883" y="4494"/>
                    <a:pt x="9879" y="4400"/>
                    <a:pt x="9956" y="4340"/>
                  </a:cubicBezTo>
                  <a:cubicBezTo>
                    <a:pt x="10003" y="4299"/>
                    <a:pt x="10061" y="4284"/>
                    <a:pt x="10126" y="4284"/>
                  </a:cubicBezTo>
                  <a:cubicBezTo>
                    <a:pt x="10213" y="4284"/>
                    <a:pt x="10313" y="4310"/>
                    <a:pt x="10422" y="4340"/>
                  </a:cubicBezTo>
                  <a:cubicBezTo>
                    <a:pt x="10560" y="4376"/>
                    <a:pt x="10712" y="4415"/>
                    <a:pt x="10871" y="4415"/>
                  </a:cubicBezTo>
                  <a:cubicBezTo>
                    <a:pt x="10930" y="4415"/>
                    <a:pt x="10991" y="4410"/>
                    <a:pt x="11052" y="4396"/>
                  </a:cubicBezTo>
                  <a:cubicBezTo>
                    <a:pt x="11259" y="4354"/>
                    <a:pt x="11269" y="4256"/>
                    <a:pt x="11290" y="4144"/>
                  </a:cubicBezTo>
                  <a:cubicBezTo>
                    <a:pt x="11304" y="4046"/>
                    <a:pt x="11325" y="3910"/>
                    <a:pt x="11525" y="3910"/>
                  </a:cubicBezTo>
                  <a:cubicBezTo>
                    <a:pt x="11672" y="3910"/>
                    <a:pt x="12008" y="3717"/>
                    <a:pt x="12516" y="3423"/>
                  </a:cubicBezTo>
                  <a:cubicBezTo>
                    <a:pt x="12719" y="3304"/>
                    <a:pt x="12950" y="3171"/>
                    <a:pt x="13216" y="3020"/>
                  </a:cubicBezTo>
                  <a:cubicBezTo>
                    <a:pt x="13720" y="2740"/>
                    <a:pt x="14165" y="2621"/>
                    <a:pt x="14494" y="2537"/>
                  </a:cubicBezTo>
                  <a:cubicBezTo>
                    <a:pt x="14788" y="2460"/>
                    <a:pt x="14984" y="2408"/>
                    <a:pt x="15001" y="2292"/>
                  </a:cubicBezTo>
                  <a:cubicBezTo>
                    <a:pt x="15005" y="2289"/>
                    <a:pt x="15001" y="2282"/>
                    <a:pt x="14998" y="2278"/>
                  </a:cubicBezTo>
                  <a:cubicBezTo>
                    <a:pt x="14961" y="2239"/>
                    <a:pt x="14842" y="2226"/>
                    <a:pt x="14691" y="2226"/>
                  </a:cubicBezTo>
                  <a:cubicBezTo>
                    <a:pt x="14506" y="2226"/>
                    <a:pt x="14275" y="2245"/>
                    <a:pt x="14094" y="2261"/>
                  </a:cubicBezTo>
                  <a:cubicBezTo>
                    <a:pt x="13892" y="2279"/>
                    <a:pt x="13733" y="2291"/>
                    <a:pt x="13615" y="2291"/>
                  </a:cubicBezTo>
                  <a:cubicBezTo>
                    <a:pt x="13527" y="2291"/>
                    <a:pt x="13462" y="2284"/>
                    <a:pt x="13419" y="2268"/>
                  </a:cubicBezTo>
                  <a:cubicBezTo>
                    <a:pt x="13366" y="2254"/>
                    <a:pt x="13335" y="2201"/>
                    <a:pt x="13349" y="2149"/>
                  </a:cubicBezTo>
                  <a:cubicBezTo>
                    <a:pt x="13400" y="1991"/>
                    <a:pt x="14228" y="1839"/>
                    <a:pt x="14606" y="1839"/>
                  </a:cubicBezTo>
                  <a:cubicBezTo>
                    <a:pt x="14665" y="1839"/>
                    <a:pt x="14713" y="1843"/>
                    <a:pt x="14746" y="1851"/>
                  </a:cubicBezTo>
                  <a:cubicBezTo>
                    <a:pt x="14801" y="1865"/>
                    <a:pt x="14861" y="1874"/>
                    <a:pt x="14930" y="1874"/>
                  </a:cubicBezTo>
                  <a:cubicBezTo>
                    <a:pt x="15190" y="1874"/>
                    <a:pt x="15583" y="1755"/>
                    <a:pt x="16374" y="1368"/>
                  </a:cubicBezTo>
                  <a:cubicBezTo>
                    <a:pt x="16948" y="1088"/>
                    <a:pt x="16941" y="979"/>
                    <a:pt x="16941" y="979"/>
                  </a:cubicBezTo>
                  <a:cubicBezTo>
                    <a:pt x="16931" y="961"/>
                    <a:pt x="16864" y="941"/>
                    <a:pt x="16754" y="941"/>
                  </a:cubicBezTo>
                  <a:cubicBezTo>
                    <a:pt x="16700" y="941"/>
                    <a:pt x="16634" y="946"/>
                    <a:pt x="16559" y="958"/>
                  </a:cubicBezTo>
                  <a:cubicBezTo>
                    <a:pt x="16483" y="972"/>
                    <a:pt x="16407" y="978"/>
                    <a:pt x="16331" y="978"/>
                  </a:cubicBezTo>
                  <a:cubicBezTo>
                    <a:pt x="16089" y="978"/>
                    <a:pt x="15862" y="912"/>
                    <a:pt x="15736" y="797"/>
                  </a:cubicBezTo>
                  <a:cubicBezTo>
                    <a:pt x="15663" y="738"/>
                    <a:pt x="15624" y="643"/>
                    <a:pt x="15631" y="549"/>
                  </a:cubicBezTo>
                  <a:cubicBezTo>
                    <a:pt x="15631" y="524"/>
                    <a:pt x="15628" y="517"/>
                    <a:pt x="15624" y="517"/>
                  </a:cubicBezTo>
                  <a:cubicBezTo>
                    <a:pt x="15605" y="496"/>
                    <a:pt x="15547" y="490"/>
                    <a:pt x="15484" y="490"/>
                  </a:cubicBezTo>
                  <a:cubicBezTo>
                    <a:pt x="15434" y="490"/>
                    <a:pt x="15380" y="493"/>
                    <a:pt x="15337" y="496"/>
                  </a:cubicBezTo>
                  <a:cubicBezTo>
                    <a:pt x="15291" y="499"/>
                    <a:pt x="15246" y="502"/>
                    <a:pt x="15205" y="502"/>
                  </a:cubicBezTo>
                  <a:cubicBezTo>
                    <a:pt x="15101" y="502"/>
                    <a:pt x="15020" y="483"/>
                    <a:pt x="15005" y="398"/>
                  </a:cubicBezTo>
                  <a:cubicBezTo>
                    <a:pt x="14989" y="384"/>
                    <a:pt x="14944" y="376"/>
                    <a:pt x="14875" y="376"/>
                  </a:cubicBezTo>
                  <a:cubicBezTo>
                    <a:pt x="14688" y="376"/>
                    <a:pt x="14323" y="438"/>
                    <a:pt x="13853" y="619"/>
                  </a:cubicBezTo>
                  <a:cubicBezTo>
                    <a:pt x="13717" y="671"/>
                    <a:pt x="13637" y="691"/>
                    <a:pt x="13586" y="691"/>
                  </a:cubicBezTo>
                  <a:cubicBezTo>
                    <a:pt x="13552" y="691"/>
                    <a:pt x="13530" y="682"/>
                    <a:pt x="13513" y="668"/>
                  </a:cubicBezTo>
                  <a:cubicBezTo>
                    <a:pt x="13489" y="647"/>
                    <a:pt x="13478" y="615"/>
                    <a:pt x="13482" y="584"/>
                  </a:cubicBezTo>
                  <a:cubicBezTo>
                    <a:pt x="13499" y="489"/>
                    <a:pt x="13695" y="335"/>
                    <a:pt x="13863" y="237"/>
                  </a:cubicBezTo>
                  <a:cubicBezTo>
                    <a:pt x="13769" y="234"/>
                    <a:pt x="13653" y="230"/>
                    <a:pt x="13545" y="227"/>
                  </a:cubicBezTo>
                  <a:cubicBezTo>
                    <a:pt x="12862" y="209"/>
                    <a:pt x="12281" y="185"/>
                    <a:pt x="12096" y="52"/>
                  </a:cubicBezTo>
                  <a:cubicBezTo>
                    <a:pt x="12057" y="25"/>
                    <a:pt x="12017" y="13"/>
                    <a:pt x="11974" y="13"/>
                  </a:cubicBezTo>
                  <a:cubicBezTo>
                    <a:pt x="11894" y="13"/>
                    <a:pt x="11802" y="54"/>
                    <a:pt x="11686" y="111"/>
                  </a:cubicBezTo>
                  <a:cubicBezTo>
                    <a:pt x="11580" y="163"/>
                    <a:pt x="11465" y="220"/>
                    <a:pt x="11350" y="220"/>
                  </a:cubicBezTo>
                  <a:cubicBezTo>
                    <a:pt x="11270" y="220"/>
                    <a:pt x="11191" y="193"/>
                    <a:pt x="11115" y="118"/>
                  </a:cubicBezTo>
                  <a:cubicBezTo>
                    <a:pt x="11033" y="34"/>
                    <a:pt x="10903" y="0"/>
                    <a:pt x="10770" y="0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64" name="Google Shape;6422;p80">
              <a:extLst>
                <a:ext uri="{FF2B5EF4-FFF2-40B4-BE49-F238E27FC236}">
                  <a16:creationId xmlns:a16="http://schemas.microsoft.com/office/drawing/2014/main" id="{1EBA96DA-987B-91A8-3AB4-7AC7D52FB9A4}"/>
                </a:ext>
              </a:extLst>
            </p:cNvPr>
            <p:cNvSpPr/>
            <p:nvPr/>
          </p:nvSpPr>
          <p:spPr>
            <a:xfrm>
              <a:off x="1448150" y="1504498"/>
              <a:ext cx="5567" cy="6476"/>
            </a:xfrm>
            <a:custGeom>
              <a:avLst/>
              <a:gdLst/>
              <a:ahLst/>
              <a:cxnLst/>
              <a:rect l="l" t="t" r="r" b="b"/>
              <a:pathLst>
                <a:path w="410" h="477" extrusionOk="0">
                  <a:moveTo>
                    <a:pt x="252" y="0"/>
                  </a:moveTo>
                  <a:cubicBezTo>
                    <a:pt x="165" y="0"/>
                    <a:pt x="81" y="49"/>
                    <a:pt x="42" y="130"/>
                  </a:cubicBezTo>
                  <a:cubicBezTo>
                    <a:pt x="0" y="228"/>
                    <a:pt x="7" y="340"/>
                    <a:pt x="67" y="427"/>
                  </a:cubicBezTo>
                  <a:cubicBezTo>
                    <a:pt x="86" y="459"/>
                    <a:pt x="120" y="477"/>
                    <a:pt x="158" y="477"/>
                  </a:cubicBezTo>
                  <a:cubicBezTo>
                    <a:pt x="161" y="477"/>
                    <a:pt x="165" y="477"/>
                    <a:pt x="168" y="476"/>
                  </a:cubicBezTo>
                  <a:cubicBezTo>
                    <a:pt x="235" y="466"/>
                    <a:pt x="410" y="231"/>
                    <a:pt x="396" y="84"/>
                  </a:cubicBezTo>
                  <a:cubicBezTo>
                    <a:pt x="396" y="56"/>
                    <a:pt x="389" y="0"/>
                    <a:pt x="273" y="0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65" name="Google Shape;6423;p80">
              <a:extLst>
                <a:ext uri="{FF2B5EF4-FFF2-40B4-BE49-F238E27FC236}">
                  <a16:creationId xmlns:a16="http://schemas.microsoft.com/office/drawing/2014/main" id="{58562648-2AE4-D3F4-E6F3-97838F7BC785}"/>
                </a:ext>
              </a:extLst>
            </p:cNvPr>
            <p:cNvSpPr/>
            <p:nvPr/>
          </p:nvSpPr>
          <p:spPr>
            <a:xfrm>
              <a:off x="1420818" y="1496650"/>
              <a:ext cx="12410" cy="7807"/>
            </a:xfrm>
            <a:custGeom>
              <a:avLst/>
              <a:gdLst/>
              <a:ahLst/>
              <a:cxnLst/>
              <a:rect l="l" t="t" r="r" b="b"/>
              <a:pathLst>
                <a:path w="914" h="575" extrusionOk="0">
                  <a:moveTo>
                    <a:pt x="875" y="0"/>
                  </a:moveTo>
                  <a:cubicBezTo>
                    <a:pt x="697" y="4"/>
                    <a:pt x="165" y="186"/>
                    <a:pt x="39" y="393"/>
                  </a:cubicBezTo>
                  <a:cubicBezTo>
                    <a:pt x="18" y="428"/>
                    <a:pt x="0" y="473"/>
                    <a:pt x="91" y="533"/>
                  </a:cubicBezTo>
                  <a:cubicBezTo>
                    <a:pt x="140" y="563"/>
                    <a:pt x="192" y="575"/>
                    <a:pt x="244" y="575"/>
                  </a:cubicBezTo>
                  <a:cubicBezTo>
                    <a:pt x="373" y="575"/>
                    <a:pt x="500" y="500"/>
                    <a:pt x="578" y="445"/>
                  </a:cubicBezTo>
                  <a:cubicBezTo>
                    <a:pt x="791" y="291"/>
                    <a:pt x="914" y="81"/>
                    <a:pt x="914" y="8"/>
                  </a:cubicBezTo>
                  <a:cubicBezTo>
                    <a:pt x="900" y="0"/>
                    <a:pt x="886" y="0"/>
                    <a:pt x="875" y="0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66" name="Google Shape;6424;p80">
              <a:extLst>
                <a:ext uri="{FF2B5EF4-FFF2-40B4-BE49-F238E27FC236}">
                  <a16:creationId xmlns:a16="http://schemas.microsoft.com/office/drawing/2014/main" id="{E515D56B-F31E-B74E-216F-19C90DE90A64}"/>
                </a:ext>
              </a:extLst>
            </p:cNvPr>
            <p:cNvSpPr/>
            <p:nvPr/>
          </p:nvSpPr>
          <p:spPr>
            <a:xfrm>
              <a:off x="1395483" y="1461851"/>
              <a:ext cx="49110" cy="30699"/>
            </a:xfrm>
            <a:custGeom>
              <a:avLst/>
              <a:gdLst/>
              <a:ahLst/>
              <a:cxnLst/>
              <a:rect l="l" t="t" r="r" b="b"/>
              <a:pathLst>
                <a:path w="3617" h="2261" extrusionOk="0">
                  <a:moveTo>
                    <a:pt x="1029" y="1"/>
                  </a:moveTo>
                  <a:cubicBezTo>
                    <a:pt x="900" y="1"/>
                    <a:pt x="641" y="169"/>
                    <a:pt x="627" y="438"/>
                  </a:cubicBezTo>
                  <a:cubicBezTo>
                    <a:pt x="623" y="575"/>
                    <a:pt x="581" y="712"/>
                    <a:pt x="504" y="827"/>
                  </a:cubicBezTo>
                  <a:cubicBezTo>
                    <a:pt x="452" y="915"/>
                    <a:pt x="417" y="967"/>
                    <a:pt x="476" y="1167"/>
                  </a:cubicBezTo>
                  <a:cubicBezTo>
                    <a:pt x="560" y="1450"/>
                    <a:pt x="340" y="1608"/>
                    <a:pt x="175" y="1720"/>
                  </a:cubicBezTo>
                  <a:cubicBezTo>
                    <a:pt x="70" y="1797"/>
                    <a:pt x="0" y="1849"/>
                    <a:pt x="18" y="1891"/>
                  </a:cubicBezTo>
                  <a:cubicBezTo>
                    <a:pt x="26" y="1923"/>
                    <a:pt x="43" y="1939"/>
                    <a:pt x="83" y="1939"/>
                  </a:cubicBezTo>
                  <a:cubicBezTo>
                    <a:pt x="123" y="1939"/>
                    <a:pt x="186" y="1923"/>
                    <a:pt x="287" y="1891"/>
                  </a:cubicBezTo>
                  <a:cubicBezTo>
                    <a:pt x="399" y="1853"/>
                    <a:pt x="515" y="1828"/>
                    <a:pt x="634" y="1825"/>
                  </a:cubicBezTo>
                  <a:cubicBezTo>
                    <a:pt x="641" y="1824"/>
                    <a:pt x="647" y="1823"/>
                    <a:pt x="654" y="1823"/>
                  </a:cubicBezTo>
                  <a:cubicBezTo>
                    <a:pt x="700" y="1823"/>
                    <a:pt x="747" y="1844"/>
                    <a:pt x="781" y="1877"/>
                  </a:cubicBezTo>
                  <a:cubicBezTo>
                    <a:pt x="830" y="1933"/>
                    <a:pt x="823" y="2014"/>
                    <a:pt x="816" y="2084"/>
                  </a:cubicBezTo>
                  <a:cubicBezTo>
                    <a:pt x="812" y="2140"/>
                    <a:pt x="805" y="2196"/>
                    <a:pt x="830" y="2224"/>
                  </a:cubicBezTo>
                  <a:cubicBezTo>
                    <a:pt x="858" y="2248"/>
                    <a:pt x="893" y="2259"/>
                    <a:pt x="931" y="2259"/>
                  </a:cubicBezTo>
                  <a:cubicBezTo>
                    <a:pt x="941" y="2260"/>
                    <a:pt x="951" y="2260"/>
                    <a:pt x="961" y="2260"/>
                  </a:cubicBezTo>
                  <a:cubicBezTo>
                    <a:pt x="1229" y="2260"/>
                    <a:pt x="1681" y="1958"/>
                    <a:pt x="1789" y="1783"/>
                  </a:cubicBezTo>
                  <a:cubicBezTo>
                    <a:pt x="1852" y="1678"/>
                    <a:pt x="1954" y="1604"/>
                    <a:pt x="2069" y="1580"/>
                  </a:cubicBezTo>
                  <a:cubicBezTo>
                    <a:pt x="2097" y="1574"/>
                    <a:pt x="2126" y="1571"/>
                    <a:pt x="2155" y="1571"/>
                  </a:cubicBezTo>
                  <a:cubicBezTo>
                    <a:pt x="2287" y="1571"/>
                    <a:pt x="2433" y="1628"/>
                    <a:pt x="2587" y="1737"/>
                  </a:cubicBezTo>
                  <a:cubicBezTo>
                    <a:pt x="2758" y="1858"/>
                    <a:pt x="3032" y="1920"/>
                    <a:pt x="3254" y="1920"/>
                  </a:cubicBezTo>
                  <a:cubicBezTo>
                    <a:pt x="3355" y="1920"/>
                    <a:pt x="3446" y="1907"/>
                    <a:pt x="3512" y="1881"/>
                  </a:cubicBezTo>
                  <a:cubicBezTo>
                    <a:pt x="3547" y="1867"/>
                    <a:pt x="3592" y="1842"/>
                    <a:pt x="3603" y="1804"/>
                  </a:cubicBezTo>
                  <a:cubicBezTo>
                    <a:pt x="3617" y="1734"/>
                    <a:pt x="3421" y="1650"/>
                    <a:pt x="3277" y="1587"/>
                  </a:cubicBezTo>
                  <a:cubicBezTo>
                    <a:pt x="3053" y="1489"/>
                    <a:pt x="2818" y="1384"/>
                    <a:pt x="2850" y="1198"/>
                  </a:cubicBezTo>
                  <a:cubicBezTo>
                    <a:pt x="2874" y="1058"/>
                    <a:pt x="2423" y="883"/>
                    <a:pt x="2150" y="778"/>
                  </a:cubicBezTo>
                  <a:cubicBezTo>
                    <a:pt x="2038" y="736"/>
                    <a:pt x="1926" y="691"/>
                    <a:pt x="1817" y="638"/>
                  </a:cubicBezTo>
                  <a:cubicBezTo>
                    <a:pt x="1744" y="600"/>
                    <a:pt x="1674" y="568"/>
                    <a:pt x="1597" y="537"/>
                  </a:cubicBezTo>
                  <a:cubicBezTo>
                    <a:pt x="1366" y="442"/>
                    <a:pt x="1103" y="330"/>
                    <a:pt x="1103" y="71"/>
                  </a:cubicBezTo>
                  <a:cubicBezTo>
                    <a:pt x="1103" y="32"/>
                    <a:pt x="1089" y="4"/>
                    <a:pt x="1033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67" name="Google Shape;6425;p80">
              <a:extLst>
                <a:ext uri="{FF2B5EF4-FFF2-40B4-BE49-F238E27FC236}">
                  <a16:creationId xmlns:a16="http://schemas.microsoft.com/office/drawing/2014/main" id="{E542EB9E-58FB-D439-7193-317244E09F03}"/>
                </a:ext>
              </a:extLst>
            </p:cNvPr>
            <p:cNvSpPr/>
            <p:nvPr/>
          </p:nvSpPr>
          <p:spPr>
            <a:xfrm>
              <a:off x="1373895" y="1355132"/>
              <a:ext cx="215339" cy="153181"/>
            </a:xfrm>
            <a:custGeom>
              <a:avLst/>
              <a:gdLst/>
              <a:ahLst/>
              <a:cxnLst/>
              <a:rect l="l" t="t" r="r" b="b"/>
              <a:pathLst>
                <a:path w="15860" h="11282" extrusionOk="0">
                  <a:moveTo>
                    <a:pt x="2393" y="1"/>
                  </a:moveTo>
                  <a:cubicBezTo>
                    <a:pt x="1949" y="1"/>
                    <a:pt x="1184" y="158"/>
                    <a:pt x="673" y="625"/>
                  </a:cubicBezTo>
                  <a:cubicBezTo>
                    <a:pt x="172" y="1080"/>
                    <a:pt x="1" y="1727"/>
                    <a:pt x="183" y="2452"/>
                  </a:cubicBezTo>
                  <a:cubicBezTo>
                    <a:pt x="200" y="2519"/>
                    <a:pt x="494" y="2536"/>
                    <a:pt x="687" y="2547"/>
                  </a:cubicBezTo>
                  <a:cubicBezTo>
                    <a:pt x="890" y="2557"/>
                    <a:pt x="1121" y="2571"/>
                    <a:pt x="1300" y="2624"/>
                  </a:cubicBezTo>
                  <a:cubicBezTo>
                    <a:pt x="1552" y="2697"/>
                    <a:pt x="1587" y="2795"/>
                    <a:pt x="1569" y="2862"/>
                  </a:cubicBezTo>
                  <a:cubicBezTo>
                    <a:pt x="1550" y="2961"/>
                    <a:pt x="1415" y="3004"/>
                    <a:pt x="1269" y="3004"/>
                  </a:cubicBezTo>
                  <a:cubicBezTo>
                    <a:pt x="1229" y="3004"/>
                    <a:pt x="1188" y="3001"/>
                    <a:pt x="1149" y="2995"/>
                  </a:cubicBezTo>
                  <a:lnTo>
                    <a:pt x="1093" y="2988"/>
                  </a:lnTo>
                  <a:cubicBezTo>
                    <a:pt x="956" y="2965"/>
                    <a:pt x="745" y="2933"/>
                    <a:pt x="590" y="2933"/>
                  </a:cubicBezTo>
                  <a:cubicBezTo>
                    <a:pt x="504" y="2933"/>
                    <a:pt x="436" y="2943"/>
                    <a:pt x="407" y="2970"/>
                  </a:cubicBezTo>
                  <a:cubicBezTo>
                    <a:pt x="400" y="2977"/>
                    <a:pt x="400" y="2988"/>
                    <a:pt x="400" y="2995"/>
                  </a:cubicBezTo>
                  <a:cubicBezTo>
                    <a:pt x="407" y="3044"/>
                    <a:pt x="480" y="3142"/>
                    <a:pt x="634" y="3250"/>
                  </a:cubicBezTo>
                  <a:cubicBezTo>
                    <a:pt x="813" y="3372"/>
                    <a:pt x="1074" y="3486"/>
                    <a:pt x="1281" y="3486"/>
                  </a:cubicBezTo>
                  <a:cubicBezTo>
                    <a:pt x="1318" y="3486"/>
                    <a:pt x="1354" y="3482"/>
                    <a:pt x="1387" y="3474"/>
                  </a:cubicBezTo>
                  <a:cubicBezTo>
                    <a:pt x="1543" y="3435"/>
                    <a:pt x="1644" y="3410"/>
                    <a:pt x="1720" y="3410"/>
                  </a:cubicBezTo>
                  <a:cubicBezTo>
                    <a:pt x="1838" y="3410"/>
                    <a:pt x="1897" y="3469"/>
                    <a:pt x="2014" y="3618"/>
                  </a:cubicBezTo>
                  <a:cubicBezTo>
                    <a:pt x="2119" y="3754"/>
                    <a:pt x="2392" y="3754"/>
                    <a:pt x="2714" y="3754"/>
                  </a:cubicBezTo>
                  <a:cubicBezTo>
                    <a:pt x="2826" y="3754"/>
                    <a:pt x="2942" y="3754"/>
                    <a:pt x="3057" y="3761"/>
                  </a:cubicBezTo>
                  <a:cubicBezTo>
                    <a:pt x="3358" y="3779"/>
                    <a:pt x="3680" y="3852"/>
                    <a:pt x="3939" y="3912"/>
                  </a:cubicBezTo>
                  <a:cubicBezTo>
                    <a:pt x="4079" y="3943"/>
                    <a:pt x="4198" y="3971"/>
                    <a:pt x="4275" y="3982"/>
                  </a:cubicBezTo>
                  <a:cubicBezTo>
                    <a:pt x="4289" y="3983"/>
                    <a:pt x="4303" y="3984"/>
                    <a:pt x="4317" y="3984"/>
                  </a:cubicBezTo>
                  <a:cubicBezTo>
                    <a:pt x="4504" y="3984"/>
                    <a:pt x="4717" y="3860"/>
                    <a:pt x="4769" y="3768"/>
                  </a:cubicBezTo>
                  <a:cubicBezTo>
                    <a:pt x="4792" y="3728"/>
                    <a:pt x="4837" y="3710"/>
                    <a:pt x="4915" y="3710"/>
                  </a:cubicBezTo>
                  <a:cubicBezTo>
                    <a:pt x="5027" y="3710"/>
                    <a:pt x="5204" y="3747"/>
                    <a:pt x="5480" y="3810"/>
                  </a:cubicBezTo>
                  <a:cubicBezTo>
                    <a:pt x="5683" y="3856"/>
                    <a:pt x="5910" y="3910"/>
                    <a:pt x="6029" y="3910"/>
                  </a:cubicBezTo>
                  <a:cubicBezTo>
                    <a:pt x="6039" y="3910"/>
                    <a:pt x="6049" y="3909"/>
                    <a:pt x="6057" y="3908"/>
                  </a:cubicBezTo>
                  <a:cubicBezTo>
                    <a:pt x="6106" y="3901"/>
                    <a:pt x="6134" y="3887"/>
                    <a:pt x="6134" y="3877"/>
                  </a:cubicBezTo>
                  <a:cubicBezTo>
                    <a:pt x="6141" y="3838"/>
                    <a:pt x="6064" y="3737"/>
                    <a:pt x="5963" y="3695"/>
                  </a:cubicBezTo>
                  <a:cubicBezTo>
                    <a:pt x="5889" y="3660"/>
                    <a:pt x="5837" y="3586"/>
                    <a:pt x="5833" y="3506"/>
                  </a:cubicBezTo>
                  <a:cubicBezTo>
                    <a:pt x="5823" y="3425"/>
                    <a:pt x="5858" y="3348"/>
                    <a:pt x="5921" y="3303"/>
                  </a:cubicBezTo>
                  <a:cubicBezTo>
                    <a:pt x="5943" y="3289"/>
                    <a:pt x="5975" y="3273"/>
                    <a:pt x="6020" y="3273"/>
                  </a:cubicBezTo>
                  <a:cubicBezTo>
                    <a:pt x="6055" y="3273"/>
                    <a:pt x="6096" y="3282"/>
                    <a:pt x="6145" y="3310"/>
                  </a:cubicBezTo>
                  <a:cubicBezTo>
                    <a:pt x="6211" y="3345"/>
                    <a:pt x="6281" y="3376"/>
                    <a:pt x="6351" y="3404"/>
                  </a:cubicBezTo>
                  <a:cubicBezTo>
                    <a:pt x="6558" y="3488"/>
                    <a:pt x="6768" y="3576"/>
                    <a:pt x="6831" y="3758"/>
                  </a:cubicBezTo>
                  <a:cubicBezTo>
                    <a:pt x="6848" y="3817"/>
                    <a:pt x="6887" y="3835"/>
                    <a:pt x="6950" y="3856"/>
                  </a:cubicBezTo>
                  <a:cubicBezTo>
                    <a:pt x="7013" y="3880"/>
                    <a:pt x="7104" y="3912"/>
                    <a:pt x="7125" y="4034"/>
                  </a:cubicBezTo>
                  <a:cubicBezTo>
                    <a:pt x="7136" y="4083"/>
                    <a:pt x="7353" y="4185"/>
                    <a:pt x="7479" y="4245"/>
                  </a:cubicBezTo>
                  <a:cubicBezTo>
                    <a:pt x="7720" y="4360"/>
                    <a:pt x="7934" y="4458"/>
                    <a:pt x="7948" y="4595"/>
                  </a:cubicBezTo>
                  <a:cubicBezTo>
                    <a:pt x="7965" y="4731"/>
                    <a:pt x="7780" y="4815"/>
                    <a:pt x="7598" y="4892"/>
                  </a:cubicBezTo>
                  <a:cubicBezTo>
                    <a:pt x="7528" y="4920"/>
                    <a:pt x="7405" y="4973"/>
                    <a:pt x="7381" y="5004"/>
                  </a:cubicBezTo>
                  <a:cubicBezTo>
                    <a:pt x="7384" y="5008"/>
                    <a:pt x="7388" y="5011"/>
                    <a:pt x="7391" y="5011"/>
                  </a:cubicBezTo>
                  <a:cubicBezTo>
                    <a:pt x="7417" y="5032"/>
                    <a:pt x="7446" y="5041"/>
                    <a:pt x="7479" y="5041"/>
                  </a:cubicBezTo>
                  <a:cubicBezTo>
                    <a:pt x="7559" y="5041"/>
                    <a:pt x="7663" y="4987"/>
                    <a:pt x="7797" y="4913"/>
                  </a:cubicBezTo>
                  <a:cubicBezTo>
                    <a:pt x="7927" y="4843"/>
                    <a:pt x="8060" y="4766"/>
                    <a:pt x="8193" y="4756"/>
                  </a:cubicBezTo>
                  <a:cubicBezTo>
                    <a:pt x="8199" y="4755"/>
                    <a:pt x="8206" y="4755"/>
                    <a:pt x="8212" y="4755"/>
                  </a:cubicBezTo>
                  <a:cubicBezTo>
                    <a:pt x="8395" y="4755"/>
                    <a:pt x="8479" y="4950"/>
                    <a:pt x="8546" y="5106"/>
                  </a:cubicBezTo>
                  <a:cubicBezTo>
                    <a:pt x="8581" y="5186"/>
                    <a:pt x="8623" y="5284"/>
                    <a:pt x="8658" y="5298"/>
                  </a:cubicBezTo>
                  <a:cubicBezTo>
                    <a:pt x="8660" y="5298"/>
                    <a:pt x="8663" y="5299"/>
                    <a:pt x="8666" y="5299"/>
                  </a:cubicBezTo>
                  <a:cubicBezTo>
                    <a:pt x="8670" y="5299"/>
                    <a:pt x="8674" y="5298"/>
                    <a:pt x="8679" y="5295"/>
                  </a:cubicBezTo>
                  <a:cubicBezTo>
                    <a:pt x="8743" y="5266"/>
                    <a:pt x="8804" y="5253"/>
                    <a:pt x="8863" y="5253"/>
                  </a:cubicBezTo>
                  <a:cubicBezTo>
                    <a:pt x="9137" y="5253"/>
                    <a:pt x="9361" y="5535"/>
                    <a:pt x="9586" y="5851"/>
                  </a:cubicBezTo>
                  <a:cubicBezTo>
                    <a:pt x="9810" y="6170"/>
                    <a:pt x="9705" y="6471"/>
                    <a:pt x="9635" y="6671"/>
                  </a:cubicBezTo>
                  <a:cubicBezTo>
                    <a:pt x="9614" y="6720"/>
                    <a:pt x="9604" y="6772"/>
                    <a:pt x="9597" y="6825"/>
                  </a:cubicBezTo>
                  <a:cubicBezTo>
                    <a:pt x="9610" y="6844"/>
                    <a:pt x="9674" y="6856"/>
                    <a:pt x="9764" y="6856"/>
                  </a:cubicBezTo>
                  <a:cubicBezTo>
                    <a:pt x="9932" y="6856"/>
                    <a:pt x="10193" y="6815"/>
                    <a:pt x="10398" y="6706"/>
                  </a:cubicBezTo>
                  <a:cubicBezTo>
                    <a:pt x="10467" y="6669"/>
                    <a:pt x="10533" y="6653"/>
                    <a:pt x="10598" y="6653"/>
                  </a:cubicBezTo>
                  <a:cubicBezTo>
                    <a:pt x="10829" y="6653"/>
                    <a:pt x="11036" y="6854"/>
                    <a:pt x="11211" y="7021"/>
                  </a:cubicBezTo>
                  <a:cubicBezTo>
                    <a:pt x="11249" y="7059"/>
                    <a:pt x="11288" y="7094"/>
                    <a:pt x="11323" y="7126"/>
                  </a:cubicBezTo>
                  <a:cubicBezTo>
                    <a:pt x="11393" y="7182"/>
                    <a:pt x="11400" y="7283"/>
                    <a:pt x="11340" y="7350"/>
                  </a:cubicBezTo>
                  <a:cubicBezTo>
                    <a:pt x="11219" y="7506"/>
                    <a:pt x="10774" y="7682"/>
                    <a:pt x="10551" y="7682"/>
                  </a:cubicBezTo>
                  <a:cubicBezTo>
                    <a:pt x="10508" y="7682"/>
                    <a:pt x="10474" y="7675"/>
                    <a:pt x="10451" y="7661"/>
                  </a:cubicBezTo>
                  <a:cubicBezTo>
                    <a:pt x="10409" y="7637"/>
                    <a:pt x="10395" y="7577"/>
                    <a:pt x="10419" y="7535"/>
                  </a:cubicBezTo>
                  <a:cubicBezTo>
                    <a:pt x="10426" y="7521"/>
                    <a:pt x="10416" y="7476"/>
                    <a:pt x="10353" y="7409"/>
                  </a:cubicBezTo>
                  <a:cubicBezTo>
                    <a:pt x="10216" y="7256"/>
                    <a:pt x="9862" y="7052"/>
                    <a:pt x="9476" y="7052"/>
                  </a:cubicBezTo>
                  <a:cubicBezTo>
                    <a:pt x="9359" y="7052"/>
                    <a:pt x="9239" y="7070"/>
                    <a:pt x="9121" y="7115"/>
                  </a:cubicBezTo>
                  <a:cubicBezTo>
                    <a:pt x="8938" y="7185"/>
                    <a:pt x="8830" y="7266"/>
                    <a:pt x="8798" y="7360"/>
                  </a:cubicBezTo>
                  <a:cubicBezTo>
                    <a:pt x="8753" y="7483"/>
                    <a:pt x="8840" y="7630"/>
                    <a:pt x="8914" y="7759"/>
                  </a:cubicBezTo>
                  <a:cubicBezTo>
                    <a:pt x="8956" y="7822"/>
                    <a:pt x="8988" y="7889"/>
                    <a:pt x="9012" y="7955"/>
                  </a:cubicBezTo>
                  <a:cubicBezTo>
                    <a:pt x="9033" y="8036"/>
                    <a:pt x="9005" y="8123"/>
                    <a:pt x="8942" y="8176"/>
                  </a:cubicBezTo>
                  <a:cubicBezTo>
                    <a:pt x="8807" y="8304"/>
                    <a:pt x="8523" y="8392"/>
                    <a:pt x="8201" y="8392"/>
                  </a:cubicBezTo>
                  <a:cubicBezTo>
                    <a:pt x="8021" y="8392"/>
                    <a:pt x="7829" y="8365"/>
                    <a:pt x="7643" y="8302"/>
                  </a:cubicBezTo>
                  <a:cubicBezTo>
                    <a:pt x="7499" y="8254"/>
                    <a:pt x="7403" y="8236"/>
                    <a:pt x="7336" y="8236"/>
                  </a:cubicBezTo>
                  <a:cubicBezTo>
                    <a:pt x="7229" y="8236"/>
                    <a:pt x="7196" y="8281"/>
                    <a:pt x="7164" y="8326"/>
                  </a:cubicBezTo>
                  <a:cubicBezTo>
                    <a:pt x="7115" y="8404"/>
                    <a:pt x="7031" y="8453"/>
                    <a:pt x="6940" y="8453"/>
                  </a:cubicBezTo>
                  <a:cubicBezTo>
                    <a:pt x="6824" y="8453"/>
                    <a:pt x="6691" y="8554"/>
                    <a:pt x="6631" y="8691"/>
                  </a:cubicBezTo>
                  <a:cubicBezTo>
                    <a:pt x="6575" y="8799"/>
                    <a:pt x="6593" y="8932"/>
                    <a:pt x="6673" y="9020"/>
                  </a:cubicBezTo>
                  <a:cubicBezTo>
                    <a:pt x="6746" y="9100"/>
                    <a:pt x="6857" y="9125"/>
                    <a:pt x="6988" y="9125"/>
                  </a:cubicBezTo>
                  <a:cubicBezTo>
                    <a:pt x="7098" y="9125"/>
                    <a:pt x="7222" y="9107"/>
                    <a:pt x="7349" y="9090"/>
                  </a:cubicBezTo>
                  <a:cubicBezTo>
                    <a:pt x="7484" y="9061"/>
                    <a:pt x="7621" y="9047"/>
                    <a:pt x="7758" y="9047"/>
                  </a:cubicBezTo>
                  <a:cubicBezTo>
                    <a:pt x="7891" y="9047"/>
                    <a:pt x="8023" y="9060"/>
                    <a:pt x="8154" y="9086"/>
                  </a:cubicBezTo>
                  <a:cubicBezTo>
                    <a:pt x="8186" y="9094"/>
                    <a:pt x="8215" y="9098"/>
                    <a:pt x="8246" y="9098"/>
                  </a:cubicBezTo>
                  <a:cubicBezTo>
                    <a:pt x="8256" y="9098"/>
                    <a:pt x="8266" y="9098"/>
                    <a:pt x="8277" y="9097"/>
                  </a:cubicBezTo>
                  <a:cubicBezTo>
                    <a:pt x="8277" y="9097"/>
                    <a:pt x="8291" y="9090"/>
                    <a:pt x="8308" y="9002"/>
                  </a:cubicBezTo>
                  <a:cubicBezTo>
                    <a:pt x="8319" y="8943"/>
                    <a:pt x="8354" y="8890"/>
                    <a:pt x="8403" y="8859"/>
                  </a:cubicBezTo>
                  <a:cubicBezTo>
                    <a:pt x="8467" y="8823"/>
                    <a:pt x="8540" y="8806"/>
                    <a:pt x="8614" y="8806"/>
                  </a:cubicBezTo>
                  <a:cubicBezTo>
                    <a:pt x="8620" y="8806"/>
                    <a:pt x="8627" y="8806"/>
                    <a:pt x="8634" y="8806"/>
                  </a:cubicBezTo>
                  <a:cubicBezTo>
                    <a:pt x="8791" y="8806"/>
                    <a:pt x="8984" y="8852"/>
                    <a:pt x="9159" y="8894"/>
                  </a:cubicBezTo>
                  <a:lnTo>
                    <a:pt x="9208" y="8904"/>
                  </a:lnTo>
                  <a:cubicBezTo>
                    <a:pt x="9383" y="8946"/>
                    <a:pt x="9460" y="9079"/>
                    <a:pt x="9523" y="9202"/>
                  </a:cubicBezTo>
                  <a:cubicBezTo>
                    <a:pt x="9597" y="9328"/>
                    <a:pt x="9656" y="9440"/>
                    <a:pt x="9831" y="9464"/>
                  </a:cubicBezTo>
                  <a:cubicBezTo>
                    <a:pt x="10104" y="9496"/>
                    <a:pt x="10104" y="9692"/>
                    <a:pt x="10101" y="9846"/>
                  </a:cubicBezTo>
                  <a:cubicBezTo>
                    <a:pt x="10101" y="9965"/>
                    <a:pt x="10097" y="10087"/>
                    <a:pt x="10188" y="10189"/>
                  </a:cubicBezTo>
                  <a:cubicBezTo>
                    <a:pt x="10290" y="10301"/>
                    <a:pt x="10535" y="10332"/>
                    <a:pt x="10769" y="10364"/>
                  </a:cubicBezTo>
                  <a:cubicBezTo>
                    <a:pt x="11046" y="10399"/>
                    <a:pt x="11333" y="10434"/>
                    <a:pt x="11494" y="10599"/>
                  </a:cubicBezTo>
                  <a:cubicBezTo>
                    <a:pt x="11724" y="10829"/>
                    <a:pt x="12636" y="11282"/>
                    <a:pt x="13004" y="11282"/>
                  </a:cubicBezTo>
                  <a:cubicBezTo>
                    <a:pt x="13011" y="11282"/>
                    <a:pt x="13017" y="11282"/>
                    <a:pt x="13024" y="11281"/>
                  </a:cubicBezTo>
                  <a:cubicBezTo>
                    <a:pt x="13048" y="11281"/>
                    <a:pt x="13076" y="11274"/>
                    <a:pt x="13097" y="11260"/>
                  </a:cubicBezTo>
                  <a:cubicBezTo>
                    <a:pt x="13104" y="11246"/>
                    <a:pt x="13104" y="11222"/>
                    <a:pt x="13090" y="11187"/>
                  </a:cubicBezTo>
                  <a:cubicBezTo>
                    <a:pt x="12971" y="10819"/>
                    <a:pt x="11977" y="9982"/>
                    <a:pt x="11701" y="9909"/>
                  </a:cubicBezTo>
                  <a:cubicBezTo>
                    <a:pt x="11631" y="9891"/>
                    <a:pt x="11561" y="9863"/>
                    <a:pt x="11554" y="9800"/>
                  </a:cubicBezTo>
                  <a:cubicBezTo>
                    <a:pt x="11550" y="9765"/>
                    <a:pt x="11568" y="9730"/>
                    <a:pt x="11603" y="9713"/>
                  </a:cubicBezTo>
                  <a:cubicBezTo>
                    <a:pt x="11639" y="9692"/>
                    <a:pt x="11712" y="9680"/>
                    <a:pt x="11806" y="9680"/>
                  </a:cubicBezTo>
                  <a:cubicBezTo>
                    <a:pt x="12019" y="9680"/>
                    <a:pt x="12338" y="9745"/>
                    <a:pt x="12583" y="9937"/>
                  </a:cubicBezTo>
                  <a:cubicBezTo>
                    <a:pt x="12855" y="10155"/>
                    <a:pt x="13182" y="10282"/>
                    <a:pt x="13456" y="10282"/>
                  </a:cubicBezTo>
                  <a:cubicBezTo>
                    <a:pt x="13489" y="10282"/>
                    <a:pt x="13521" y="10280"/>
                    <a:pt x="13553" y="10276"/>
                  </a:cubicBezTo>
                  <a:cubicBezTo>
                    <a:pt x="13717" y="10259"/>
                    <a:pt x="13868" y="10175"/>
                    <a:pt x="13969" y="10045"/>
                  </a:cubicBezTo>
                  <a:cubicBezTo>
                    <a:pt x="14050" y="9940"/>
                    <a:pt x="14060" y="9888"/>
                    <a:pt x="14053" y="9860"/>
                  </a:cubicBezTo>
                  <a:cubicBezTo>
                    <a:pt x="14046" y="9818"/>
                    <a:pt x="13983" y="9786"/>
                    <a:pt x="13913" y="9755"/>
                  </a:cubicBezTo>
                  <a:cubicBezTo>
                    <a:pt x="13808" y="9702"/>
                    <a:pt x="13665" y="9629"/>
                    <a:pt x="13665" y="9457"/>
                  </a:cubicBezTo>
                  <a:cubicBezTo>
                    <a:pt x="13665" y="9177"/>
                    <a:pt x="13472" y="8771"/>
                    <a:pt x="13171" y="8771"/>
                  </a:cubicBezTo>
                  <a:cubicBezTo>
                    <a:pt x="12859" y="8771"/>
                    <a:pt x="12205" y="8295"/>
                    <a:pt x="12145" y="8022"/>
                  </a:cubicBezTo>
                  <a:cubicBezTo>
                    <a:pt x="12124" y="7938"/>
                    <a:pt x="12166" y="7850"/>
                    <a:pt x="12247" y="7819"/>
                  </a:cubicBezTo>
                  <a:cubicBezTo>
                    <a:pt x="12355" y="7770"/>
                    <a:pt x="12345" y="7738"/>
                    <a:pt x="12310" y="7637"/>
                  </a:cubicBezTo>
                  <a:cubicBezTo>
                    <a:pt x="12275" y="7532"/>
                    <a:pt x="12226" y="7388"/>
                    <a:pt x="12373" y="7231"/>
                  </a:cubicBezTo>
                  <a:cubicBezTo>
                    <a:pt x="12438" y="7158"/>
                    <a:pt x="12504" y="7131"/>
                    <a:pt x="12569" y="7131"/>
                  </a:cubicBezTo>
                  <a:cubicBezTo>
                    <a:pt x="12689" y="7131"/>
                    <a:pt x="12805" y="7225"/>
                    <a:pt x="12905" y="7304"/>
                  </a:cubicBezTo>
                  <a:cubicBezTo>
                    <a:pt x="13003" y="7385"/>
                    <a:pt x="13104" y="7465"/>
                    <a:pt x="13203" y="7476"/>
                  </a:cubicBezTo>
                  <a:cubicBezTo>
                    <a:pt x="13392" y="7490"/>
                    <a:pt x="13493" y="7626"/>
                    <a:pt x="13623" y="7801"/>
                  </a:cubicBezTo>
                  <a:cubicBezTo>
                    <a:pt x="13742" y="7973"/>
                    <a:pt x="13882" y="8130"/>
                    <a:pt x="14039" y="8267"/>
                  </a:cubicBezTo>
                  <a:cubicBezTo>
                    <a:pt x="14216" y="8415"/>
                    <a:pt x="14309" y="8445"/>
                    <a:pt x="14356" y="8445"/>
                  </a:cubicBezTo>
                  <a:cubicBezTo>
                    <a:pt x="14365" y="8445"/>
                    <a:pt x="14373" y="8444"/>
                    <a:pt x="14379" y="8442"/>
                  </a:cubicBezTo>
                  <a:cubicBezTo>
                    <a:pt x="14442" y="8421"/>
                    <a:pt x="14477" y="8302"/>
                    <a:pt x="14508" y="8183"/>
                  </a:cubicBezTo>
                  <a:lnTo>
                    <a:pt x="14515" y="8151"/>
                  </a:lnTo>
                  <a:cubicBezTo>
                    <a:pt x="14564" y="7976"/>
                    <a:pt x="14750" y="7959"/>
                    <a:pt x="14883" y="7948"/>
                  </a:cubicBezTo>
                  <a:cubicBezTo>
                    <a:pt x="14939" y="7945"/>
                    <a:pt x="14991" y="7934"/>
                    <a:pt x="15040" y="7920"/>
                  </a:cubicBezTo>
                  <a:cubicBezTo>
                    <a:pt x="15061" y="7910"/>
                    <a:pt x="15075" y="7899"/>
                    <a:pt x="15072" y="7861"/>
                  </a:cubicBezTo>
                  <a:cubicBezTo>
                    <a:pt x="15044" y="7556"/>
                    <a:pt x="15499" y="7220"/>
                    <a:pt x="15814" y="7091"/>
                  </a:cubicBezTo>
                  <a:cubicBezTo>
                    <a:pt x="15849" y="7077"/>
                    <a:pt x="15860" y="7063"/>
                    <a:pt x="15860" y="7063"/>
                  </a:cubicBezTo>
                  <a:cubicBezTo>
                    <a:pt x="15860" y="7059"/>
                    <a:pt x="15856" y="7045"/>
                    <a:pt x="15835" y="7024"/>
                  </a:cubicBezTo>
                  <a:cubicBezTo>
                    <a:pt x="15743" y="6929"/>
                    <a:pt x="15480" y="6827"/>
                    <a:pt x="15257" y="6827"/>
                  </a:cubicBezTo>
                  <a:cubicBezTo>
                    <a:pt x="15243" y="6827"/>
                    <a:pt x="15229" y="6827"/>
                    <a:pt x="15216" y="6828"/>
                  </a:cubicBezTo>
                  <a:cubicBezTo>
                    <a:pt x="15197" y="6829"/>
                    <a:pt x="15180" y="6830"/>
                    <a:pt x="15163" y="6830"/>
                  </a:cubicBezTo>
                  <a:cubicBezTo>
                    <a:pt x="15019" y="6830"/>
                    <a:pt x="14904" y="6791"/>
                    <a:pt x="14820" y="6713"/>
                  </a:cubicBezTo>
                  <a:cubicBezTo>
                    <a:pt x="14701" y="6601"/>
                    <a:pt x="14683" y="6436"/>
                    <a:pt x="14683" y="6349"/>
                  </a:cubicBezTo>
                  <a:cubicBezTo>
                    <a:pt x="14683" y="6335"/>
                    <a:pt x="14641" y="6268"/>
                    <a:pt x="14487" y="6163"/>
                  </a:cubicBezTo>
                  <a:cubicBezTo>
                    <a:pt x="14265" y="6009"/>
                    <a:pt x="13988" y="5898"/>
                    <a:pt x="13847" y="5898"/>
                  </a:cubicBezTo>
                  <a:cubicBezTo>
                    <a:pt x="13828" y="5898"/>
                    <a:pt x="13811" y="5900"/>
                    <a:pt x="13798" y="5904"/>
                  </a:cubicBezTo>
                  <a:cubicBezTo>
                    <a:pt x="13771" y="5912"/>
                    <a:pt x="13744" y="5915"/>
                    <a:pt x="13715" y="5915"/>
                  </a:cubicBezTo>
                  <a:cubicBezTo>
                    <a:pt x="13575" y="5915"/>
                    <a:pt x="13413" y="5830"/>
                    <a:pt x="13245" y="5743"/>
                  </a:cubicBezTo>
                  <a:cubicBezTo>
                    <a:pt x="13090" y="5662"/>
                    <a:pt x="12933" y="5578"/>
                    <a:pt x="12803" y="5568"/>
                  </a:cubicBezTo>
                  <a:cubicBezTo>
                    <a:pt x="12583" y="5550"/>
                    <a:pt x="12278" y="5428"/>
                    <a:pt x="12117" y="5232"/>
                  </a:cubicBezTo>
                  <a:cubicBezTo>
                    <a:pt x="12037" y="5134"/>
                    <a:pt x="11998" y="5011"/>
                    <a:pt x="12016" y="4885"/>
                  </a:cubicBezTo>
                  <a:cubicBezTo>
                    <a:pt x="12019" y="4826"/>
                    <a:pt x="12051" y="4770"/>
                    <a:pt x="12100" y="4735"/>
                  </a:cubicBezTo>
                  <a:cubicBezTo>
                    <a:pt x="12141" y="4704"/>
                    <a:pt x="12193" y="4694"/>
                    <a:pt x="12249" y="4694"/>
                  </a:cubicBezTo>
                  <a:cubicBezTo>
                    <a:pt x="12317" y="4694"/>
                    <a:pt x="12391" y="4709"/>
                    <a:pt x="12464" y="4724"/>
                  </a:cubicBezTo>
                  <a:cubicBezTo>
                    <a:pt x="12543" y="4739"/>
                    <a:pt x="12610" y="4751"/>
                    <a:pt x="12661" y="4751"/>
                  </a:cubicBezTo>
                  <a:cubicBezTo>
                    <a:pt x="12715" y="4751"/>
                    <a:pt x="12752" y="4738"/>
                    <a:pt x="12768" y="4700"/>
                  </a:cubicBezTo>
                  <a:cubicBezTo>
                    <a:pt x="12775" y="4689"/>
                    <a:pt x="12779" y="4675"/>
                    <a:pt x="12775" y="4665"/>
                  </a:cubicBezTo>
                  <a:cubicBezTo>
                    <a:pt x="12754" y="4630"/>
                    <a:pt x="12600" y="4612"/>
                    <a:pt x="12513" y="4598"/>
                  </a:cubicBezTo>
                  <a:cubicBezTo>
                    <a:pt x="12338" y="4577"/>
                    <a:pt x="12152" y="4556"/>
                    <a:pt x="12135" y="4420"/>
                  </a:cubicBezTo>
                  <a:cubicBezTo>
                    <a:pt x="12114" y="4245"/>
                    <a:pt x="12236" y="4210"/>
                    <a:pt x="12324" y="4185"/>
                  </a:cubicBezTo>
                  <a:cubicBezTo>
                    <a:pt x="12376" y="4174"/>
                    <a:pt x="12429" y="4150"/>
                    <a:pt x="12474" y="4118"/>
                  </a:cubicBezTo>
                  <a:cubicBezTo>
                    <a:pt x="12488" y="4108"/>
                    <a:pt x="12495" y="4090"/>
                    <a:pt x="12492" y="4076"/>
                  </a:cubicBezTo>
                  <a:cubicBezTo>
                    <a:pt x="12485" y="3989"/>
                    <a:pt x="12327" y="3842"/>
                    <a:pt x="12194" y="3765"/>
                  </a:cubicBezTo>
                  <a:cubicBezTo>
                    <a:pt x="12181" y="3757"/>
                    <a:pt x="12171" y="3753"/>
                    <a:pt x="12160" y="3753"/>
                  </a:cubicBezTo>
                  <a:cubicBezTo>
                    <a:pt x="12137" y="3753"/>
                    <a:pt x="12113" y="3775"/>
                    <a:pt x="12065" y="3828"/>
                  </a:cubicBezTo>
                  <a:cubicBezTo>
                    <a:pt x="12009" y="3891"/>
                    <a:pt x="11942" y="3964"/>
                    <a:pt x="11837" y="3964"/>
                  </a:cubicBezTo>
                  <a:cubicBezTo>
                    <a:pt x="11832" y="3965"/>
                    <a:pt x="11826" y="3966"/>
                    <a:pt x="11821" y="3966"/>
                  </a:cubicBezTo>
                  <a:cubicBezTo>
                    <a:pt x="11775" y="3966"/>
                    <a:pt x="11733" y="3939"/>
                    <a:pt x="11711" y="3898"/>
                  </a:cubicBezTo>
                  <a:cubicBezTo>
                    <a:pt x="11652" y="3786"/>
                    <a:pt x="11771" y="3579"/>
                    <a:pt x="11879" y="3425"/>
                  </a:cubicBezTo>
                  <a:cubicBezTo>
                    <a:pt x="11879" y="3425"/>
                    <a:pt x="11879" y="3422"/>
                    <a:pt x="11879" y="3422"/>
                  </a:cubicBezTo>
                  <a:cubicBezTo>
                    <a:pt x="11879" y="3418"/>
                    <a:pt x="11869" y="3397"/>
                    <a:pt x="11827" y="3369"/>
                  </a:cubicBezTo>
                  <a:cubicBezTo>
                    <a:pt x="11706" y="3296"/>
                    <a:pt x="11462" y="3236"/>
                    <a:pt x="11272" y="3236"/>
                  </a:cubicBezTo>
                  <a:cubicBezTo>
                    <a:pt x="11208" y="3236"/>
                    <a:pt x="11151" y="3242"/>
                    <a:pt x="11106" y="3257"/>
                  </a:cubicBezTo>
                  <a:cubicBezTo>
                    <a:pt x="11040" y="3279"/>
                    <a:pt x="10981" y="3290"/>
                    <a:pt x="10928" y="3290"/>
                  </a:cubicBezTo>
                  <a:cubicBezTo>
                    <a:pt x="10862" y="3290"/>
                    <a:pt x="10806" y="3273"/>
                    <a:pt x="10759" y="3240"/>
                  </a:cubicBezTo>
                  <a:cubicBezTo>
                    <a:pt x="10675" y="3177"/>
                    <a:pt x="10629" y="3068"/>
                    <a:pt x="10629" y="2928"/>
                  </a:cubicBezTo>
                  <a:cubicBezTo>
                    <a:pt x="10629" y="2928"/>
                    <a:pt x="10629" y="2925"/>
                    <a:pt x="10629" y="2921"/>
                  </a:cubicBezTo>
                  <a:cubicBezTo>
                    <a:pt x="10623" y="2915"/>
                    <a:pt x="10608" y="2911"/>
                    <a:pt x="10588" y="2911"/>
                  </a:cubicBezTo>
                  <a:cubicBezTo>
                    <a:pt x="10479" y="2911"/>
                    <a:pt x="10199" y="3001"/>
                    <a:pt x="10031" y="3128"/>
                  </a:cubicBezTo>
                  <a:cubicBezTo>
                    <a:pt x="9985" y="3163"/>
                    <a:pt x="9929" y="3180"/>
                    <a:pt x="9873" y="3180"/>
                  </a:cubicBezTo>
                  <a:cubicBezTo>
                    <a:pt x="9823" y="3180"/>
                    <a:pt x="9773" y="3166"/>
                    <a:pt x="9730" y="3138"/>
                  </a:cubicBezTo>
                  <a:cubicBezTo>
                    <a:pt x="9656" y="3089"/>
                    <a:pt x="9618" y="3016"/>
                    <a:pt x="9635" y="2949"/>
                  </a:cubicBezTo>
                  <a:cubicBezTo>
                    <a:pt x="9642" y="2914"/>
                    <a:pt x="9677" y="2851"/>
                    <a:pt x="9793" y="2841"/>
                  </a:cubicBezTo>
                  <a:cubicBezTo>
                    <a:pt x="9943" y="2827"/>
                    <a:pt x="10108" y="2736"/>
                    <a:pt x="10174" y="2634"/>
                  </a:cubicBezTo>
                  <a:cubicBezTo>
                    <a:pt x="10202" y="2592"/>
                    <a:pt x="10209" y="2540"/>
                    <a:pt x="10192" y="2491"/>
                  </a:cubicBezTo>
                  <a:cubicBezTo>
                    <a:pt x="10171" y="2428"/>
                    <a:pt x="10048" y="2375"/>
                    <a:pt x="9898" y="2368"/>
                  </a:cubicBezTo>
                  <a:cubicBezTo>
                    <a:pt x="9887" y="2368"/>
                    <a:pt x="9875" y="2367"/>
                    <a:pt x="9864" y="2367"/>
                  </a:cubicBezTo>
                  <a:cubicBezTo>
                    <a:pt x="9713" y="2367"/>
                    <a:pt x="9540" y="2411"/>
                    <a:pt x="9488" y="2522"/>
                  </a:cubicBezTo>
                  <a:cubicBezTo>
                    <a:pt x="9462" y="2591"/>
                    <a:pt x="9397" y="2634"/>
                    <a:pt x="9326" y="2634"/>
                  </a:cubicBezTo>
                  <a:cubicBezTo>
                    <a:pt x="9310" y="2634"/>
                    <a:pt x="9294" y="2632"/>
                    <a:pt x="9278" y="2627"/>
                  </a:cubicBezTo>
                  <a:cubicBezTo>
                    <a:pt x="9065" y="2582"/>
                    <a:pt x="8732" y="2190"/>
                    <a:pt x="8732" y="1986"/>
                  </a:cubicBezTo>
                  <a:cubicBezTo>
                    <a:pt x="8732" y="1951"/>
                    <a:pt x="8574" y="1930"/>
                    <a:pt x="8490" y="1920"/>
                  </a:cubicBezTo>
                  <a:cubicBezTo>
                    <a:pt x="8326" y="1902"/>
                    <a:pt x="8154" y="1881"/>
                    <a:pt x="8081" y="1773"/>
                  </a:cubicBezTo>
                  <a:cubicBezTo>
                    <a:pt x="8042" y="1713"/>
                    <a:pt x="8035" y="1643"/>
                    <a:pt x="8056" y="1580"/>
                  </a:cubicBezTo>
                  <a:cubicBezTo>
                    <a:pt x="8067" y="1545"/>
                    <a:pt x="8060" y="1507"/>
                    <a:pt x="8035" y="1479"/>
                  </a:cubicBezTo>
                  <a:cubicBezTo>
                    <a:pt x="7885" y="1283"/>
                    <a:pt x="7209" y="1202"/>
                    <a:pt x="6957" y="1202"/>
                  </a:cubicBezTo>
                  <a:cubicBezTo>
                    <a:pt x="6785" y="1202"/>
                    <a:pt x="6565" y="1304"/>
                    <a:pt x="6467" y="1423"/>
                  </a:cubicBezTo>
                  <a:cubicBezTo>
                    <a:pt x="6425" y="1468"/>
                    <a:pt x="6404" y="1528"/>
                    <a:pt x="6414" y="1584"/>
                  </a:cubicBezTo>
                  <a:cubicBezTo>
                    <a:pt x="6432" y="1685"/>
                    <a:pt x="6400" y="1738"/>
                    <a:pt x="6369" y="1766"/>
                  </a:cubicBezTo>
                  <a:cubicBezTo>
                    <a:pt x="6337" y="1791"/>
                    <a:pt x="6301" y="1804"/>
                    <a:pt x="6264" y="1804"/>
                  </a:cubicBezTo>
                  <a:cubicBezTo>
                    <a:pt x="6239" y="1804"/>
                    <a:pt x="6214" y="1798"/>
                    <a:pt x="6190" y="1787"/>
                  </a:cubicBezTo>
                  <a:cubicBezTo>
                    <a:pt x="6061" y="1738"/>
                    <a:pt x="5970" y="1622"/>
                    <a:pt x="5945" y="1489"/>
                  </a:cubicBezTo>
                  <a:cubicBezTo>
                    <a:pt x="5945" y="1486"/>
                    <a:pt x="5942" y="1475"/>
                    <a:pt x="5938" y="1472"/>
                  </a:cubicBezTo>
                  <a:cubicBezTo>
                    <a:pt x="5933" y="1469"/>
                    <a:pt x="5926" y="1468"/>
                    <a:pt x="5918" y="1468"/>
                  </a:cubicBezTo>
                  <a:cubicBezTo>
                    <a:pt x="5838" y="1468"/>
                    <a:pt x="5635" y="1587"/>
                    <a:pt x="5508" y="1657"/>
                  </a:cubicBezTo>
                  <a:cubicBezTo>
                    <a:pt x="5347" y="1752"/>
                    <a:pt x="5203" y="1832"/>
                    <a:pt x="5112" y="1832"/>
                  </a:cubicBezTo>
                  <a:cubicBezTo>
                    <a:pt x="5077" y="1832"/>
                    <a:pt x="5042" y="1818"/>
                    <a:pt x="5018" y="1790"/>
                  </a:cubicBezTo>
                  <a:cubicBezTo>
                    <a:pt x="4958" y="1713"/>
                    <a:pt x="4986" y="1566"/>
                    <a:pt x="5035" y="1328"/>
                  </a:cubicBezTo>
                  <a:cubicBezTo>
                    <a:pt x="5070" y="1160"/>
                    <a:pt x="5116" y="954"/>
                    <a:pt x="5077" y="873"/>
                  </a:cubicBezTo>
                  <a:cubicBezTo>
                    <a:pt x="5042" y="793"/>
                    <a:pt x="4997" y="719"/>
                    <a:pt x="4941" y="653"/>
                  </a:cubicBezTo>
                  <a:cubicBezTo>
                    <a:pt x="4836" y="520"/>
                    <a:pt x="4751" y="373"/>
                    <a:pt x="4688" y="215"/>
                  </a:cubicBezTo>
                  <a:cubicBezTo>
                    <a:pt x="4653" y="128"/>
                    <a:pt x="4569" y="68"/>
                    <a:pt x="4440" y="47"/>
                  </a:cubicBezTo>
                  <a:cubicBezTo>
                    <a:pt x="4400" y="40"/>
                    <a:pt x="4357" y="37"/>
                    <a:pt x="4314" y="37"/>
                  </a:cubicBezTo>
                  <a:cubicBezTo>
                    <a:pt x="4081" y="37"/>
                    <a:pt x="3824" y="133"/>
                    <a:pt x="3733" y="236"/>
                  </a:cubicBezTo>
                  <a:cubicBezTo>
                    <a:pt x="3631" y="348"/>
                    <a:pt x="3449" y="387"/>
                    <a:pt x="3239" y="429"/>
                  </a:cubicBezTo>
                  <a:cubicBezTo>
                    <a:pt x="3005" y="474"/>
                    <a:pt x="2738" y="527"/>
                    <a:pt x="2567" y="698"/>
                  </a:cubicBezTo>
                  <a:cubicBezTo>
                    <a:pt x="2479" y="786"/>
                    <a:pt x="2441" y="873"/>
                    <a:pt x="2444" y="968"/>
                  </a:cubicBezTo>
                  <a:cubicBezTo>
                    <a:pt x="2448" y="1059"/>
                    <a:pt x="2500" y="1213"/>
                    <a:pt x="2731" y="1405"/>
                  </a:cubicBezTo>
                  <a:cubicBezTo>
                    <a:pt x="2760" y="1426"/>
                    <a:pt x="2777" y="1461"/>
                    <a:pt x="2774" y="1496"/>
                  </a:cubicBezTo>
                  <a:cubicBezTo>
                    <a:pt x="2774" y="1577"/>
                    <a:pt x="2693" y="1633"/>
                    <a:pt x="2591" y="1706"/>
                  </a:cubicBezTo>
                  <a:cubicBezTo>
                    <a:pt x="2525" y="1755"/>
                    <a:pt x="2416" y="1832"/>
                    <a:pt x="2416" y="1878"/>
                  </a:cubicBezTo>
                  <a:cubicBezTo>
                    <a:pt x="2416" y="1888"/>
                    <a:pt x="2423" y="1899"/>
                    <a:pt x="2441" y="1913"/>
                  </a:cubicBezTo>
                  <a:cubicBezTo>
                    <a:pt x="2518" y="1972"/>
                    <a:pt x="2605" y="2014"/>
                    <a:pt x="2703" y="2039"/>
                  </a:cubicBezTo>
                  <a:cubicBezTo>
                    <a:pt x="2854" y="2081"/>
                    <a:pt x="3026" y="2134"/>
                    <a:pt x="3043" y="2372"/>
                  </a:cubicBezTo>
                  <a:cubicBezTo>
                    <a:pt x="3057" y="2452"/>
                    <a:pt x="3005" y="2529"/>
                    <a:pt x="2924" y="2547"/>
                  </a:cubicBezTo>
                  <a:cubicBezTo>
                    <a:pt x="2906" y="2551"/>
                    <a:pt x="2886" y="2553"/>
                    <a:pt x="2864" y="2553"/>
                  </a:cubicBezTo>
                  <a:cubicBezTo>
                    <a:pt x="2607" y="2553"/>
                    <a:pt x="2100" y="2265"/>
                    <a:pt x="1996" y="2039"/>
                  </a:cubicBezTo>
                  <a:cubicBezTo>
                    <a:pt x="1933" y="1899"/>
                    <a:pt x="1940" y="1769"/>
                    <a:pt x="1947" y="1654"/>
                  </a:cubicBezTo>
                  <a:cubicBezTo>
                    <a:pt x="1954" y="1531"/>
                    <a:pt x="1961" y="1433"/>
                    <a:pt x="1888" y="1349"/>
                  </a:cubicBezTo>
                  <a:cubicBezTo>
                    <a:pt x="1660" y="1087"/>
                    <a:pt x="1919" y="768"/>
                    <a:pt x="2178" y="485"/>
                  </a:cubicBezTo>
                  <a:cubicBezTo>
                    <a:pt x="2294" y="362"/>
                    <a:pt x="2430" y="257"/>
                    <a:pt x="2581" y="180"/>
                  </a:cubicBezTo>
                  <a:cubicBezTo>
                    <a:pt x="2689" y="121"/>
                    <a:pt x="2717" y="103"/>
                    <a:pt x="2721" y="50"/>
                  </a:cubicBezTo>
                  <a:cubicBezTo>
                    <a:pt x="2703" y="40"/>
                    <a:pt x="2647" y="15"/>
                    <a:pt x="2511" y="5"/>
                  </a:cubicBezTo>
                  <a:cubicBezTo>
                    <a:pt x="2475" y="2"/>
                    <a:pt x="2435" y="1"/>
                    <a:pt x="2393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68" name="Google Shape;6426;p80">
              <a:extLst>
                <a:ext uri="{FF2B5EF4-FFF2-40B4-BE49-F238E27FC236}">
                  <a16:creationId xmlns:a16="http://schemas.microsoft.com/office/drawing/2014/main" id="{2B072CE7-730D-159E-BDA3-407F9666E870}"/>
                </a:ext>
              </a:extLst>
            </p:cNvPr>
            <p:cNvSpPr/>
            <p:nvPr/>
          </p:nvSpPr>
          <p:spPr>
            <a:xfrm>
              <a:off x="1468014" y="1430297"/>
              <a:ext cx="17841" cy="12722"/>
            </a:xfrm>
            <a:custGeom>
              <a:avLst/>
              <a:gdLst/>
              <a:ahLst/>
              <a:cxnLst/>
              <a:rect l="l" t="t" r="r" b="b"/>
              <a:pathLst>
                <a:path w="1314" h="937" extrusionOk="0">
                  <a:moveTo>
                    <a:pt x="676" y="0"/>
                  </a:moveTo>
                  <a:cubicBezTo>
                    <a:pt x="624" y="0"/>
                    <a:pt x="571" y="4"/>
                    <a:pt x="512" y="7"/>
                  </a:cubicBezTo>
                  <a:cubicBezTo>
                    <a:pt x="379" y="21"/>
                    <a:pt x="169" y="158"/>
                    <a:pt x="71" y="347"/>
                  </a:cubicBezTo>
                  <a:cubicBezTo>
                    <a:pt x="1" y="476"/>
                    <a:pt x="4" y="634"/>
                    <a:pt x="78" y="757"/>
                  </a:cubicBezTo>
                  <a:cubicBezTo>
                    <a:pt x="159" y="892"/>
                    <a:pt x="284" y="937"/>
                    <a:pt x="425" y="937"/>
                  </a:cubicBezTo>
                  <a:cubicBezTo>
                    <a:pt x="575" y="937"/>
                    <a:pt x="741" y="886"/>
                    <a:pt x="890" y="841"/>
                  </a:cubicBezTo>
                  <a:cubicBezTo>
                    <a:pt x="967" y="813"/>
                    <a:pt x="1047" y="792"/>
                    <a:pt x="1128" y="778"/>
                  </a:cubicBezTo>
                  <a:cubicBezTo>
                    <a:pt x="1187" y="767"/>
                    <a:pt x="1236" y="728"/>
                    <a:pt x="1257" y="672"/>
                  </a:cubicBezTo>
                  <a:cubicBezTo>
                    <a:pt x="1313" y="539"/>
                    <a:pt x="1268" y="301"/>
                    <a:pt x="1159" y="151"/>
                  </a:cubicBezTo>
                  <a:cubicBezTo>
                    <a:pt x="1089" y="53"/>
                    <a:pt x="914" y="0"/>
                    <a:pt x="676" y="0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69" name="Google Shape;6427;p80">
              <a:extLst>
                <a:ext uri="{FF2B5EF4-FFF2-40B4-BE49-F238E27FC236}">
                  <a16:creationId xmlns:a16="http://schemas.microsoft.com/office/drawing/2014/main" id="{B208076A-6E34-F87F-8B9A-97FFBEA7E8BD}"/>
                </a:ext>
              </a:extLst>
            </p:cNvPr>
            <p:cNvSpPr/>
            <p:nvPr/>
          </p:nvSpPr>
          <p:spPr>
            <a:xfrm>
              <a:off x="1442393" y="1355322"/>
              <a:ext cx="32667" cy="14188"/>
            </a:xfrm>
            <a:custGeom>
              <a:avLst/>
              <a:gdLst/>
              <a:ahLst/>
              <a:cxnLst/>
              <a:rect l="l" t="t" r="r" b="b"/>
              <a:pathLst>
                <a:path w="2406" h="1045" extrusionOk="0">
                  <a:moveTo>
                    <a:pt x="180" y="1"/>
                  </a:moveTo>
                  <a:cubicBezTo>
                    <a:pt x="127" y="1"/>
                    <a:pt x="79" y="31"/>
                    <a:pt x="57" y="82"/>
                  </a:cubicBezTo>
                  <a:cubicBezTo>
                    <a:pt x="1" y="201"/>
                    <a:pt x="46" y="247"/>
                    <a:pt x="162" y="341"/>
                  </a:cubicBezTo>
                  <a:cubicBezTo>
                    <a:pt x="263" y="425"/>
                    <a:pt x="386" y="534"/>
                    <a:pt x="400" y="730"/>
                  </a:cubicBezTo>
                  <a:cubicBezTo>
                    <a:pt x="407" y="845"/>
                    <a:pt x="477" y="947"/>
                    <a:pt x="578" y="996"/>
                  </a:cubicBezTo>
                  <a:cubicBezTo>
                    <a:pt x="642" y="1029"/>
                    <a:pt x="717" y="1045"/>
                    <a:pt x="795" y="1045"/>
                  </a:cubicBezTo>
                  <a:cubicBezTo>
                    <a:pt x="907" y="1045"/>
                    <a:pt x="1025" y="1011"/>
                    <a:pt x="1124" y="947"/>
                  </a:cubicBezTo>
                  <a:cubicBezTo>
                    <a:pt x="1256" y="861"/>
                    <a:pt x="1455" y="845"/>
                    <a:pt x="1669" y="845"/>
                  </a:cubicBezTo>
                  <a:cubicBezTo>
                    <a:pt x="1744" y="845"/>
                    <a:pt x="1821" y="847"/>
                    <a:pt x="1898" y="849"/>
                  </a:cubicBezTo>
                  <a:cubicBezTo>
                    <a:pt x="1967" y="851"/>
                    <a:pt x="2038" y="853"/>
                    <a:pt x="2105" y="853"/>
                  </a:cubicBezTo>
                  <a:cubicBezTo>
                    <a:pt x="2240" y="853"/>
                    <a:pt x="2355" y="844"/>
                    <a:pt x="2395" y="807"/>
                  </a:cubicBezTo>
                  <a:cubicBezTo>
                    <a:pt x="2402" y="800"/>
                    <a:pt x="2406" y="793"/>
                    <a:pt x="2402" y="782"/>
                  </a:cubicBezTo>
                  <a:cubicBezTo>
                    <a:pt x="2402" y="768"/>
                    <a:pt x="2395" y="712"/>
                    <a:pt x="2269" y="607"/>
                  </a:cubicBezTo>
                  <a:cubicBezTo>
                    <a:pt x="1985" y="378"/>
                    <a:pt x="1446" y="160"/>
                    <a:pt x="1172" y="160"/>
                  </a:cubicBezTo>
                  <a:cubicBezTo>
                    <a:pt x="1145" y="160"/>
                    <a:pt x="1121" y="162"/>
                    <a:pt x="1100" y="166"/>
                  </a:cubicBezTo>
                  <a:cubicBezTo>
                    <a:pt x="1066" y="173"/>
                    <a:pt x="1031" y="176"/>
                    <a:pt x="996" y="176"/>
                  </a:cubicBezTo>
                  <a:cubicBezTo>
                    <a:pt x="854" y="176"/>
                    <a:pt x="698" y="127"/>
                    <a:pt x="547" y="82"/>
                  </a:cubicBezTo>
                  <a:cubicBezTo>
                    <a:pt x="400" y="36"/>
                    <a:pt x="284" y="1"/>
                    <a:pt x="197" y="1"/>
                  </a:cubicBezTo>
                  <a:cubicBezTo>
                    <a:pt x="191" y="1"/>
                    <a:pt x="186" y="1"/>
                    <a:pt x="180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70" name="Google Shape;6428;p80">
              <a:extLst>
                <a:ext uri="{FF2B5EF4-FFF2-40B4-BE49-F238E27FC236}">
                  <a16:creationId xmlns:a16="http://schemas.microsoft.com/office/drawing/2014/main" id="{C18BAC79-B4C1-B007-FEA3-9E6585026D1A}"/>
                </a:ext>
              </a:extLst>
            </p:cNvPr>
            <p:cNvSpPr/>
            <p:nvPr/>
          </p:nvSpPr>
          <p:spPr>
            <a:xfrm>
              <a:off x="1605052" y="1620450"/>
              <a:ext cx="47684" cy="43136"/>
            </a:xfrm>
            <a:custGeom>
              <a:avLst/>
              <a:gdLst/>
              <a:ahLst/>
              <a:cxnLst/>
              <a:rect l="l" t="t" r="r" b="b"/>
              <a:pathLst>
                <a:path w="3512" h="3177" extrusionOk="0">
                  <a:moveTo>
                    <a:pt x="1779" y="1"/>
                  </a:moveTo>
                  <a:cubicBezTo>
                    <a:pt x="1737" y="1"/>
                    <a:pt x="1694" y="10"/>
                    <a:pt x="1656" y="27"/>
                  </a:cubicBezTo>
                  <a:cubicBezTo>
                    <a:pt x="1432" y="114"/>
                    <a:pt x="806" y="979"/>
                    <a:pt x="806" y="1196"/>
                  </a:cubicBezTo>
                  <a:cubicBezTo>
                    <a:pt x="806" y="1392"/>
                    <a:pt x="795" y="1609"/>
                    <a:pt x="683" y="1718"/>
                  </a:cubicBezTo>
                  <a:cubicBezTo>
                    <a:pt x="639" y="1756"/>
                    <a:pt x="582" y="1780"/>
                    <a:pt x="525" y="1780"/>
                  </a:cubicBezTo>
                  <a:cubicBezTo>
                    <a:pt x="515" y="1780"/>
                    <a:pt x="504" y="1779"/>
                    <a:pt x="494" y="1777"/>
                  </a:cubicBezTo>
                  <a:cubicBezTo>
                    <a:pt x="489" y="1777"/>
                    <a:pt x="483" y="1777"/>
                    <a:pt x="478" y="1777"/>
                  </a:cubicBezTo>
                  <a:cubicBezTo>
                    <a:pt x="356" y="1777"/>
                    <a:pt x="227" y="1850"/>
                    <a:pt x="200" y="1921"/>
                  </a:cubicBezTo>
                  <a:cubicBezTo>
                    <a:pt x="196" y="1931"/>
                    <a:pt x="189" y="1952"/>
                    <a:pt x="231" y="1984"/>
                  </a:cubicBezTo>
                  <a:cubicBezTo>
                    <a:pt x="259" y="2005"/>
                    <a:pt x="281" y="2040"/>
                    <a:pt x="288" y="2075"/>
                  </a:cubicBezTo>
                  <a:cubicBezTo>
                    <a:pt x="298" y="2162"/>
                    <a:pt x="228" y="2250"/>
                    <a:pt x="147" y="2351"/>
                  </a:cubicBezTo>
                  <a:cubicBezTo>
                    <a:pt x="81" y="2435"/>
                    <a:pt x="0" y="2537"/>
                    <a:pt x="11" y="2593"/>
                  </a:cubicBezTo>
                  <a:cubicBezTo>
                    <a:pt x="11" y="2600"/>
                    <a:pt x="18" y="2617"/>
                    <a:pt x="60" y="2642"/>
                  </a:cubicBezTo>
                  <a:cubicBezTo>
                    <a:pt x="105" y="2667"/>
                    <a:pt x="160" y="2676"/>
                    <a:pt x="221" y="2676"/>
                  </a:cubicBezTo>
                  <a:cubicBezTo>
                    <a:pt x="299" y="2676"/>
                    <a:pt x="386" y="2661"/>
                    <a:pt x="477" y="2645"/>
                  </a:cubicBezTo>
                  <a:cubicBezTo>
                    <a:pt x="582" y="2626"/>
                    <a:pt x="688" y="2615"/>
                    <a:pt x="796" y="2615"/>
                  </a:cubicBezTo>
                  <a:cubicBezTo>
                    <a:pt x="824" y="2615"/>
                    <a:pt x="851" y="2616"/>
                    <a:pt x="879" y="2617"/>
                  </a:cubicBezTo>
                  <a:cubicBezTo>
                    <a:pt x="983" y="2630"/>
                    <a:pt x="1077" y="2639"/>
                    <a:pt x="1164" y="2639"/>
                  </a:cubicBezTo>
                  <a:cubicBezTo>
                    <a:pt x="1326" y="2639"/>
                    <a:pt x="1466" y="2607"/>
                    <a:pt x="1607" y="2502"/>
                  </a:cubicBezTo>
                  <a:cubicBezTo>
                    <a:pt x="1671" y="2454"/>
                    <a:pt x="1725" y="2436"/>
                    <a:pt x="1771" y="2436"/>
                  </a:cubicBezTo>
                  <a:cubicBezTo>
                    <a:pt x="1852" y="2436"/>
                    <a:pt x="1909" y="2491"/>
                    <a:pt x="1954" y="2533"/>
                  </a:cubicBezTo>
                  <a:cubicBezTo>
                    <a:pt x="2009" y="2586"/>
                    <a:pt x="2049" y="2619"/>
                    <a:pt x="2112" y="2619"/>
                  </a:cubicBezTo>
                  <a:cubicBezTo>
                    <a:pt x="2121" y="2619"/>
                    <a:pt x="2130" y="2619"/>
                    <a:pt x="2139" y="2617"/>
                  </a:cubicBezTo>
                  <a:cubicBezTo>
                    <a:pt x="2151" y="2616"/>
                    <a:pt x="2167" y="2614"/>
                    <a:pt x="2185" y="2614"/>
                  </a:cubicBezTo>
                  <a:cubicBezTo>
                    <a:pt x="2223" y="2614"/>
                    <a:pt x="2269" y="2623"/>
                    <a:pt x="2290" y="2663"/>
                  </a:cubicBezTo>
                  <a:cubicBezTo>
                    <a:pt x="2325" y="2722"/>
                    <a:pt x="2276" y="2782"/>
                    <a:pt x="2209" y="2859"/>
                  </a:cubicBezTo>
                  <a:cubicBezTo>
                    <a:pt x="2160" y="2918"/>
                    <a:pt x="2083" y="3002"/>
                    <a:pt x="2083" y="3058"/>
                  </a:cubicBezTo>
                  <a:cubicBezTo>
                    <a:pt x="2143" y="3027"/>
                    <a:pt x="2199" y="2992"/>
                    <a:pt x="2255" y="2950"/>
                  </a:cubicBezTo>
                  <a:cubicBezTo>
                    <a:pt x="2318" y="2901"/>
                    <a:pt x="2388" y="2859"/>
                    <a:pt x="2458" y="2820"/>
                  </a:cubicBezTo>
                  <a:cubicBezTo>
                    <a:pt x="2518" y="2789"/>
                    <a:pt x="2584" y="2775"/>
                    <a:pt x="2651" y="2775"/>
                  </a:cubicBezTo>
                  <a:cubicBezTo>
                    <a:pt x="2655" y="2775"/>
                    <a:pt x="2660" y="2775"/>
                    <a:pt x="2664" y="2775"/>
                  </a:cubicBezTo>
                  <a:cubicBezTo>
                    <a:pt x="2740" y="2775"/>
                    <a:pt x="2815" y="2802"/>
                    <a:pt x="2871" y="2855"/>
                  </a:cubicBezTo>
                  <a:cubicBezTo>
                    <a:pt x="2927" y="2918"/>
                    <a:pt x="2931" y="3009"/>
                    <a:pt x="2885" y="3076"/>
                  </a:cubicBezTo>
                  <a:cubicBezTo>
                    <a:pt x="2889" y="3093"/>
                    <a:pt x="2966" y="3149"/>
                    <a:pt x="3113" y="3170"/>
                  </a:cubicBezTo>
                  <a:cubicBezTo>
                    <a:pt x="3140" y="3174"/>
                    <a:pt x="3168" y="3176"/>
                    <a:pt x="3197" y="3176"/>
                  </a:cubicBezTo>
                  <a:cubicBezTo>
                    <a:pt x="3301" y="3176"/>
                    <a:pt x="3409" y="3149"/>
                    <a:pt x="3452" y="3072"/>
                  </a:cubicBezTo>
                  <a:cubicBezTo>
                    <a:pt x="3512" y="2967"/>
                    <a:pt x="3477" y="2820"/>
                    <a:pt x="3417" y="2726"/>
                  </a:cubicBezTo>
                  <a:cubicBezTo>
                    <a:pt x="3375" y="2663"/>
                    <a:pt x="3340" y="2642"/>
                    <a:pt x="3330" y="2642"/>
                  </a:cubicBezTo>
                  <a:lnTo>
                    <a:pt x="3323" y="2652"/>
                  </a:lnTo>
                  <a:cubicBezTo>
                    <a:pt x="3286" y="2726"/>
                    <a:pt x="3235" y="2741"/>
                    <a:pt x="3202" y="2741"/>
                  </a:cubicBezTo>
                  <a:cubicBezTo>
                    <a:pt x="3198" y="2741"/>
                    <a:pt x="3194" y="2740"/>
                    <a:pt x="3190" y="2740"/>
                  </a:cubicBezTo>
                  <a:cubicBezTo>
                    <a:pt x="3127" y="2726"/>
                    <a:pt x="3081" y="2677"/>
                    <a:pt x="3071" y="2617"/>
                  </a:cubicBezTo>
                  <a:cubicBezTo>
                    <a:pt x="3039" y="2488"/>
                    <a:pt x="3088" y="2355"/>
                    <a:pt x="3193" y="2278"/>
                  </a:cubicBezTo>
                  <a:cubicBezTo>
                    <a:pt x="3214" y="2264"/>
                    <a:pt x="3232" y="2246"/>
                    <a:pt x="3246" y="2229"/>
                  </a:cubicBezTo>
                  <a:cubicBezTo>
                    <a:pt x="3225" y="2225"/>
                    <a:pt x="3204" y="2223"/>
                    <a:pt x="3183" y="2223"/>
                  </a:cubicBezTo>
                  <a:cubicBezTo>
                    <a:pt x="3131" y="2223"/>
                    <a:pt x="3081" y="2235"/>
                    <a:pt x="3036" y="2260"/>
                  </a:cubicBezTo>
                  <a:cubicBezTo>
                    <a:pt x="3015" y="2274"/>
                    <a:pt x="2991" y="2280"/>
                    <a:pt x="2968" y="2280"/>
                  </a:cubicBezTo>
                  <a:cubicBezTo>
                    <a:pt x="2917" y="2280"/>
                    <a:pt x="2868" y="2251"/>
                    <a:pt x="2847" y="2201"/>
                  </a:cubicBezTo>
                  <a:cubicBezTo>
                    <a:pt x="2780" y="2071"/>
                    <a:pt x="2833" y="1732"/>
                    <a:pt x="2990" y="1620"/>
                  </a:cubicBezTo>
                  <a:cubicBezTo>
                    <a:pt x="2924" y="1585"/>
                    <a:pt x="2854" y="1560"/>
                    <a:pt x="2784" y="1550"/>
                  </a:cubicBezTo>
                  <a:cubicBezTo>
                    <a:pt x="2768" y="1547"/>
                    <a:pt x="2752" y="1545"/>
                    <a:pt x="2736" y="1545"/>
                  </a:cubicBezTo>
                  <a:cubicBezTo>
                    <a:pt x="2713" y="1545"/>
                    <a:pt x="2691" y="1548"/>
                    <a:pt x="2668" y="1557"/>
                  </a:cubicBezTo>
                  <a:cubicBezTo>
                    <a:pt x="2668" y="1637"/>
                    <a:pt x="2612" y="1693"/>
                    <a:pt x="2521" y="1707"/>
                  </a:cubicBezTo>
                  <a:cubicBezTo>
                    <a:pt x="2507" y="1709"/>
                    <a:pt x="2492" y="1710"/>
                    <a:pt x="2476" y="1710"/>
                  </a:cubicBezTo>
                  <a:cubicBezTo>
                    <a:pt x="2322" y="1710"/>
                    <a:pt x="2097" y="1619"/>
                    <a:pt x="2055" y="1476"/>
                  </a:cubicBezTo>
                  <a:cubicBezTo>
                    <a:pt x="2041" y="1424"/>
                    <a:pt x="1975" y="1382"/>
                    <a:pt x="1919" y="1343"/>
                  </a:cubicBezTo>
                  <a:cubicBezTo>
                    <a:pt x="1856" y="1301"/>
                    <a:pt x="1793" y="1259"/>
                    <a:pt x="1786" y="1192"/>
                  </a:cubicBezTo>
                  <a:cubicBezTo>
                    <a:pt x="1782" y="1161"/>
                    <a:pt x="1793" y="1129"/>
                    <a:pt x="1810" y="1105"/>
                  </a:cubicBezTo>
                  <a:cubicBezTo>
                    <a:pt x="1774" y="1095"/>
                    <a:pt x="1735" y="1090"/>
                    <a:pt x="1696" y="1090"/>
                  </a:cubicBezTo>
                  <a:cubicBezTo>
                    <a:pt x="1664" y="1090"/>
                    <a:pt x="1632" y="1094"/>
                    <a:pt x="1600" y="1101"/>
                  </a:cubicBezTo>
                  <a:cubicBezTo>
                    <a:pt x="1569" y="1112"/>
                    <a:pt x="1527" y="1129"/>
                    <a:pt x="1520" y="1164"/>
                  </a:cubicBezTo>
                  <a:cubicBezTo>
                    <a:pt x="1499" y="1248"/>
                    <a:pt x="1457" y="1270"/>
                    <a:pt x="1425" y="1273"/>
                  </a:cubicBezTo>
                  <a:cubicBezTo>
                    <a:pt x="1423" y="1273"/>
                    <a:pt x="1420" y="1273"/>
                    <a:pt x="1417" y="1273"/>
                  </a:cubicBezTo>
                  <a:cubicBezTo>
                    <a:pt x="1378" y="1273"/>
                    <a:pt x="1340" y="1249"/>
                    <a:pt x="1327" y="1210"/>
                  </a:cubicBezTo>
                  <a:cubicBezTo>
                    <a:pt x="1278" y="1112"/>
                    <a:pt x="1285" y="895"/>
                    <a:pt x="1457" y="716"/>
                  </a:cubicBezTo>
                  <a:cubicBezTo>
                    <a:pt x="1537" y="625"/>
                    <a:pt x="1600" y="517"/>
                    <a:pt x="1635" y="398"/>
                  </a:cubicBezTo>
                  <a:cubicBezTo>
                    <a:pt x="1681" y="279"/>
                    <a:pt x="1719" y="170"/>
                    <a:pt x="1859" y="90"/>
                  </a:cubicBezTo>
                  <a:cubicBezTo>
                    <a:pt x="1901" y="62"/>
                    <a:pt x="1912" y="44"/>
                    <a:pt x="1912" y="37"/>
                  </a:cubicBezTo>
                  <a:cubicBezTo>
                    <a:pt x="1905" y="30"/>
                    <a:pt x="1894" y="23"/>
                    <a:pt x="1884" y="20"/>
                  </a:cubicBezTo>
                  <a:cubicBezTo>
                    <a:pt x="1850" y="7"/>
                    <a:pt x="1815" y="1"/>
                    <a:pt x="1779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71" name="Google Shape;6429;p80">
              <a:extLst>
                <a:ext uri="{FF2B5EF4-FFF2-40B4-BE49-F238E27FC236}">
                  <a16:creationId xmlns:a16="http://schemas.microsoft.com/office/drawing/2014/main" id="{AB39CB17-DDE8-D845-C64C-79AC0F787A04}"/>
                </a:ext>
              </a:extLst>
            </p:cNvPr>
            <p:cNvSpPr/>
            <p:nvPr/>
          </p:nvSpPr>
          <p:spPr>
            <a:xfrm>
              <a:off x="1053479" y="1595277"/>
              <a:ext cx="11704" cy="15777"/>
            </a:xfrm>
            <a:custGeom>
              <a:avLst/>
              <a:gdLst/>
              <a:ahLst/>
              <a:cxnLst/>
              <a:rect l="l" t="t" r="r" b="b"/>
              <a:pathLst>
                <a:path w="862" h="1162" extrusionOk="0">
                  <a:moveTo>
                    <a:pt x="329" y="0"/>
                  </a:moveTo>
                  <a:cubicBezTo>
                    <a:pt x="325" y="0"/>
                    <a:pt x="320" y="0"/>
                    <a:pt x="316" y="1"/>
                  </a:cubicBezTo>
                  <a:cubicBezTo>
                    <a:pt x="232" y="4"/>
                    <a:pt x="148" y="29"/>
                    <a:pt x="74" y="74"/>
                  </a:cubicBezTo>
                  <a:cubicBezTo>
                    <a:pt x="29" y="95"/>
                    <a:pt x="1" y="144"/>
                    <a:pt x="4" y="197"/>
                  </a:cubicBezTo>
                  <a:cubicBezTo>
                    <a:pt x="1" y="470"/>
                    <a:pt x="445" y="970"/>
                    <a:pt x="715" y="1121"/>
                  </a:cubicBezTo>
                  <a:cubicBezTo>
                    <a:pt x="776" y="1155"/>
                    <a:pt x="811" y="1161"/>
                    <a:pt x="828" y="1161"/>
                  </a:cubicBezTo>
                  <a:cubicBezTo>
                    <a:pt x="837" y="1161"/>
                    <a:pt x="841" y="1160"/>
                    <a:pt x="841" y="1160"/>
                  </a:cubicBezTo>
                  <a:cubicBezTo>
                    <a:pt x="862" y="1128"/>
                    <a:pt x="774" y="953"/>
                    <a:pt x="725" y="858"/>
                  </a:cubicBezTo>
                  <a:cubicBezTo>
                    <a:pt x="641" y="697"/>
                    <a:pt x="550" y="519"/>
                    <a:pt x="550" y="372"/>
                  </a:cubicBezTo>
                  <a:cubicBezTo>
                    <a:pt x="550" y="204"/>
                    <a:pt x="501" y="74"/>
                    <a:pt x="421" y="25"/>
                  </a:cubicBezTo>
                  <a:cubicBezTo>
                    <a:pt x="393" y="10"/>
                    <a:pt x="361" y="0"/>
                    <a:pt x="329" y="0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72" name="Google Shape;6430;p80">
              <a:extLst>
                <a:ext uri="{FF2B5EF4-FFF2-40B4-BE49-F238E27FC236}">
                  <a16:creationId xmlns:a16="http://schemas.microsoft.com/office/drawing/2014/main" id="{F8BB9BA6-7588-AAC8-EDB9-FF69325E3F41}"/>
                </a:ext>
              </a:extLst>
            </p:cNvPr>
            <p:cNvSpPr/>
            <p:nvPr/>
          </p:nvSpPr>
          <p:spPr>
            <a:xfrm>
              <a:off x="1341580" y="1422123"/>
              <a:ext cx="1439" cy="2009"/>
            </a:xfrm>
            <a:custGeom>
              <a:avLst/>
              <a:gdLst/>
              <a:ahLst/>
              <a:cxnLst/>
              <a:rect l="l" t="t" r="r" b="b"/>
              <a:pathLst>
                <a:path w="106" h="148" extrusionOk="0">
                  <a:moveTo>
                    <a:pt x="105" y="0"/>
                  </a:moveTo>
                  <a:lnTo>
                    <a:pt x="77" y="32"/>
                  </a:lnTo>
                  <a:cubicBezTo>
                    <a:pt x="32" y="81"/>
                    <a:pt x="0" y="116"/>
                    <a:pt x="0" y="147"/>
                  </a:cubicBezTo>
                  <a:cubicBezTo>
                    <a:pt x="42" y="102"/>
                    <a:pt x="77" y="53"/>
                    <a:pt x="105" y="0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73" name="Google Shape;6431;p80">
              <a:extLst>
                <a:ext uri="{FF2B5EF4-FFF2-40B4-BE49-F238E27FC236}">
                  <a16:creationId xmlns:a16="http://schemas.microsoft.com/office/drawing/2014/main" id="{0D78C34E-2C43-FA12-4C87-31FDC4DBD2D3}"/>
                </a:ext>
              </a:extLst>
            </p:cNvPr>
            <p:cNvSpPr/>
            <p:nvPr/>
          </p:nvSpPr>
          <p:spPr>
            <a:xfrm>
              <a:off x="993779" y="1350298"/>
              <a:ext cx="636812" cy="355798"/>
            </a:xfrm>
            <a:custGeom>
              <a:avLst/>
              <a:gdLst/>
              <a:ahLst/>
              <a:cxnLst/>
              <a:rect l="l" t="t" r="r" b="b"/>
              <a:pathLst>
                <a:path w="46902" h="26205" extrusionOk="0">
                  <a:moveTo>
                    <a:pt x="26126" y="0"/>
                  </a:moveTo>
                  <a:cubicBezTo>
                    <a:pt x="25749" y="0"/>
                    <a:pt x="25224" y="93"/>
                    <a:pt x="25161" y="165"/>
                  </a:cubicBezTo>
                  <a:cubicBezTo>
                    <a:pt x="25158" y="165"/>
                    <a:pt x="25158" y="168"/>
                    <a:pt x="25154" y="168"/>
                  </a:cubicBezTo>
                  <a:cubicBezTo>
                    <a:pt x="25154" y="182"/>
                    <a:pt x="25196" y="221"/>
                    <a:pt x="25217" y="242"/>
                  </a:cubicBezTo>
                  <a:cubicBezTo>
                    <a:pt x="25277" y="301"/>
                    <a:pt x="25350" y="371"/>
                    <a:pt x="25319" y="466"/>
                  </a:cubicBezTo>
                  <a:cubicBezTo>
                    <a:pt x="25312" y="498"/>
                    <a:pt x="25287" y="526"/>
                    <a:pt x="25259" y="540"/>
                  </a:cubicBezTo>
                  <a:cubicBezTo>
                    <a:pt x="25241" y="548"/>
                    <a:pt x="25222" y="551"/>
                    <a:pt x="25203" y="551"/>
                  </a:cubicBezTo>
                  <a:cubicBezTo>
                    <a:pt x="25156" y="551"/>
                    <a:pt x="25106" y="530"/>
                    <a:pt x="25056" y="508"/>
                  </a:cubicBezTo>
                  <a:cubicBezTo>
                    <a:pt x="25018" y="487"/>
                    <a:pt x="24976" y="473"/>
                    <a:pt x="24934" y="470"/>
                  </a:cubicBezTo>
                  <a:lnTo>
                    <a:pt x="24934" y="470"/>
                  </a:lnTo>
                  <a:cubicBezTo>
                    <a:pt x="24934" y="505"/>
                    <a:pt x="24941" y="540"/>
                    <a:pt x="24948" y="571"/>
                  </a:cubicBezTo>
                  <a:cubicBezTo>
                    <a:pt x="24976" y="729"/>
                    <a:pt x="24983" y="890"/>
                    <a:pt x="24969" y="1047"/>
                  </a:cubicBezTo>
                  <a:cubicBezTo>
                    <a:pt x="24944" y="1362"/>
                    <a:pt x="25004" y="1429"/>
                    <a:pt x="25091" y="1523"/>
                  </a:cubicBezTo>
                  <a:cubicBezTo>
                    <a:pt x="25112" y="1548"/>
                    <a:pt x="25137" y="1576"/>
                    <a:pt x="25161" y="1607"/>
                  </a:cubicBezTo>
                  <a:cubicBezTo>
                    <a:pt x="25280" y="1761"/>
                    <a:pt x="25277" y="1947"/>
                    <a:pt x="25273" y="2164"/>
                  </a:cubicBezTo>
                  <a:lnTo>
                    <a:pt x="25273" y="2279"/>
                  </a:lnTo>
                  <a:cubicBezTo>
                    <a:pt x="25273" y="2525"/>
                    <a:pt x="25091" y="2581"/>
                    <a:pt x="24983" y="2616"/>
                  </a:cubicBezTo>
                  <a:lnTo>
                    <a:pt x="24944" y="2630"/>
                  </a:lnTo>
                  <a:lnTo>
                    <a:pt x="24965" y="2651"/>
                  </a:lnTo>
                  <a:cubicBezTo>
                    <a:pt x="25032" y="2707"/>
                    <a:pt x="25140" y="2805"/>
                    <a:pt x="25102" y="2938"/>
                  </a:cubicBezTo>
                  <a:cubicBezTo>
                    <a:pt x="25091" y="2980"/>
                    <a:pt x="25067" y="3015"/>
                    <a:pt x="25028" y="3032"/>
                  </a:cubicBezTo>
                  <a:cubicBezTo>
                    <a:pt x="25010" y="3040"/>
                    <a:pt x="24991" y="3044"/>
                    <a:pt x="24971" y="3044"/>
                  </a:cubicBezTo>
                  <a:cubicBezTo>
                    <a:pt x="24915" y="3044"/>
                    <a:pt x="24852" y="3015"/>
                    <a:pt x="24790" y="2987"/>
                  </a:cubicBezTo>
                  <a:cubicBezTo>
                    <a:pt x="24737" y="2963"/>
                    <a:pt x="24674" y="2934"/>
                    <a:pt x="24632" y="2934"/>
                  </a:cubicBezTo>
                  <a:cubicBezTo>
                    <a:pt x="24625" y="2934"/>
                    <a:pt x="24618" y="2935"/>
                    <a:pt x="24612" y="2938"/>
                  </a:cubicBezTo>
                  <a:cubicBezTo>
                    <a:pt x="24573" y="2948"/>
                    <a:pt x="24506" y="3050"/>
                    <a:pt x="24482" y="3172"/>
                  </a:cubicBezTo>
                  <a:cubicBezTo>
                    <a:pt x="24461" y="3284"/>
                    <a:pt x="24475" y="3379"/>
                    <a:pt x="24524" y="3417"/>
                  </a:cubicBezTo>
                  <a:cubicBezTo>
                    <a:pt x="24559" y="3445"/>
                    <a:pt x="24587" y="3466"/>
                    <a:pt x="24612" y="3484"/>
                  </a:cubicBezTo>
                  <a:cubicBezTo>
                    <a:pt x="24661" y="3519"/>
                    <a:pt x="24703" y="3550"/>
                    <a:pt x="24710" y="3603"/>
                  </a:cubicBezTo>
                  <a:cubicBezTo>
                    <a:pt x="24717" y="3655"/>
                    <a:pt x="24689" y="3701"/>
                    <a:pt x="24633" y="3774"/>
                  </a:cubicBezTo>
                  <a:cubicBezTo>
                    <a:pt x="24485" y="3963"/>
                    <a:pt x="24436" y="4124"/>
                    <a:pt x="24657" y="4299"/>
                  </a:cubicBezTo>
                  <a:cubicBezTo>
                    <a:pt x="24804" y="4415"/>
                    <a:pt x="25025" y="4464"/>
                    <a:pt x="25235" y="4509"/>
                  </a:cubicBezTo>
                  <a:cubicBezTo>
                    <a:pt x="25431" y="4555"/>
                    <a:pt x="25616" y="4594"/>
                    <a:pt x="25756" y="4685"/>
                  </a:cubicBezTo>
                  <a:cubicBezTo>
                    <a:pt x="25844" y="4741"/>
                    <a:pt x="25893" y="4786"/>
                    <a:pt x="25886" y="4846"/>
                  </a:cubicBezTo>
                  <a:cubicBezTo>
                    <a:pt x="25882" y="4902"/>
                    <a:pt x="25830" y="4919"/>
                    <a:pt x="25798" y="4933"/>
                  </a:cubicBezTo>
                  <a:cubicBezTo>
                    <a:pt x="25781" y="4940"/>
                    <a:pt x="25767" y="4947"/>
                    <a:pt x="25753" y="4958"/>
                  </a:cubicBezTo>
                  <a:cubicBezTo>
                    <a:pt x="25756" y="4968"/>
                    <a:pt x="25760" y="4979"/>
                    <a:pt x="25767" y="4989"/>
                  </a:cubicBezTo>
                  <a:cubicBezTo>
                    <a:pt x="25798" y="5042"/>
                    <a:pt x="25805" y="5108"/>
                    <a:pt x="25788" y="5168"/>
                  </a:cubicBezTo>
                  <a:cubicBezTo>
                    <a:pt x="25832" y="5115"/>
                    <a:pt x="25873" y="5100"/>
                    <a:pt x="25908" y="5100"/>
                  </a:cubicBezTo>
                  <a:cubicBezTo>
                    <a:pt x="25920" y="5100"/>
                    <a:pt x="25931" y="5102"/>
                    <a:pt x="25942" y="5105"/>
                  </a:cubicBezTo>
                  <a:cubicBezTo>
                    <a:pt x="26071" y="5140"/>
                    <a:pt x="26120" y="5402"/>
                    <a:pt x="26113" y="5570"/>
                  </a:cubicBezTo>
                  <a:cubicBezTo>
                    <a:pt x="26103" y="5735"/>
                    <a:pt x="26001" y="5770"/>
                    <a:pt x="25921" y="5798"/>
                  </a:cubicBezTo>
                  <a:cubicBezTo>
                    <a:pt x="25840" y="5815"/>
                    <a:pt x="25770" y="5864"/>
                    <a:pt x="25725" y="5931"/>
                  </a:cubicBezTo>
                  <a:cubicBezTo>
                    <a:pt x="25587" y="6131"/>
                    <a:pt x="25451" y="6196"/>
                    <a:pt x="25294" y="6196"/>
                  </a:cubicBezTo>
                  <a:cubicBezTo>
                    <a:pt x="25240" y="6196"/>
                    <a:pt x="25183" y="6188"/>
                    <a:pt x="25123" y="6176"/>
                  </a:cubicBezTo>
                  <a:cubicBezTo>
                    <a:pt x="25114" y="6173"/>
                    <a:pt x="25106" y="6172"/>
                    <a:pt x="25100" y="6172"/>
                  </a:cubicBezTo>
                  <a:cubicBezTo>
                    <a:pt x="25092" y="6172"/>
                    <a:pt x="25086" y="6174"/>
                    <a:pt x="25084" y="6176"/>
                  </a:cubicBezTo>
                  <a:cubicBezTo>
                    <a:pt x="25060" y="6207"/>
                    <a:pt x="25077" y="6365"/>
                    <a:pt x="25196" y="6617"/>
                  </a:cubicBezTo>
                  <a:cubicBezTo>
                    <a:pt x="25263" y="6754"/>
                    <a:pt x="25235" y="6834"/>
                    <a:pt x="25196" y="6876"/>
                  </a:cubicBezTo>
                  <a:cubicBezTo>
                    <a:pt x="25158" y="6921"/>
                    <a:pt x="25098" y="6943"/>
                    <a:pt x="25016" y="6943"/>
                  </a:cubicBezTo>
                  <a:cubicBezTo>
                    <a:pt x="24963" y="6943"/>
                    <a:pt x="24900" y="6934"/>
                    <a:pt x="24829" y="6915"/>
                  </a:cubicBezTo>
                  <a:cubicBezTo>
                    <a:pt x="24636" y="6862"/>
                    <a:pt x="24503" y="6764"/>
                    <a:pt x="24457" y="6645"/>
                  </a:cubicBezTo>
                  <a:cubicBezTo>
                    <a:pt x="24422" y="6550"/>
                    <a:pt x="24440" y="6445"/>
                    <a:pt x="24499" y="6365"/>
                  </a:cubicBezTo>
                  <a:cubicBezTo>
                    <a:pt x="24612" y="6186"/>
                    <a:pt x="24643" y="6078"/>
                    <a:pt x="24643" y="6039"/>
                  </a:cubicBezTo>
                  <a:lnTo>
                    <a:pt x="24636" y="6039"/>
                  </a:lnTo>
                  <a:cubicBezTo>
                    <a:pt x="24603" y="6045"/>
                    <a:pt x="24562" y="6048"/>
                    <a:pt x="24516" y="6048"/>
                  </a:cubicBezTo>
                  <a:cubicBezTo>
                    <a:pt x="24323" y="6048"/>
                    <a:pt x="24044" y="5993"/>
                    <a:pt x="23939" y="5829"/>
                  </a:cubicBezTo>
                  <a:cubicBezTo>
                    <a:pt x="23922" y="5798"/>
                    <a:pt x="23873" y="5728"/>
                    <a:pt x="23911" y="5668"/>
                  </a:cubicBezTo>
                  <a:cubicBezTo>
                    <a:pt x="23933" y="5635"/>
                    <a:pt x="23973" y="5622"/>
                    <a:pt x="24032" y="5622"/>
                  </a:cubicBezTo>
                  <a:cubicBezTo>
                    <a:pt x="24078" y="5622"/>
                    <a:pt x="24135" y="5630"/>
                    <a:pt x="24205" y="5640"/>
                  </a:cubicBezTo>
                  <a:cubicBezTo>
                    <a:pt x="24265" y="5651"/>
                    <a:pt x="24331" y="5661"/>
                    <a:pt x="24401" y="5668"/>
                  </a:cubicBezTo>
                  <a:cubicBezTo>
                    <a:pt x="24424" y="5671"/>
                    <a:pt x="24442" y="5672"/>
                    <a:pt x="24456" y="5672"/>
                  </a:cubicBezTo>
                  <a:cubicBezTo>
                    <a:pt x="24494" y="5672"/>
                    <a:pt x="24503" y="5665"/>
                    <a:pt x="24503" y="5665"/>
                  </a:cubicBezTo>
                  <a:cubicBezTo>
                    <a:pt x="24506" y="5651"/>
                    <a:pt x="24510" y="5637"/>
                    <a:pt x="24506" y="5623"/>
                  </a:cubicBezTo>
                  <a:cubicBezTo>
                    <a:pt x="24506" y="5570"/>
                    <a:pt x="24506" y="5448"/>
                    <a:pt x="24685" y="5448"/>
                  </a:cubicBezTo>
                  <a:cubicBezTo>
                    <a:pt x="24762" y="5451"/>
                    <a:pt x="24836" y="5458"/>
                    <a:pt x="24909" y="5476"/>
                  </a:cubicBezTo>
                  <a:cubicBezTo>
                    <a:pt x="24968" y="5486"/>
                    <a:pt x="25020" y="5495"/>
                    <a:pt x="25068" y="5495"/>
                  </a:cubicBezTo>
                  <a:cubicBezTo>
                    <a:pt x="25139" y="5495"/>
                    <a:pt x="25203" y="5476"/>
                    <a:pt x="25273" y="5416"/>
                  </a:cubicBezTo>
                  <a:cubicBezTo>
                    <a:pt x="25343" y="5357"/>
                    <a:pt x="25319" y="5276"/>
                    <a:pt x="25280" y="5217"/>
                  </a:cubicBezTo>
                  <a:cubicBezTo>
                    <a:pt x="25225" y="5118"/>
                    <a:pt x="25120" y="5052"/>
                    <a:pt x="25058" y="5052"/>
                  </a:cubicBezTo>
                  <a:cubicBezTo>
                    <a:pt x="25049" y="5052"/>
                    <a:pt x="25042" y="5053"/>
                    <a:pt x="25035" y="5056"/>
                  </a:cubicBezTo>
                  <a:cubicBezTo>
                    <a:pt x="24899" y="5103"/>
                    <a:pt x="24793" y="5127"/>
                    <a:pt x="24711" y="5127"/>
                  </a:cubicBezTo>
                  <a:cubicBezTo>
                    <a:pt x="24654" y="5127"/>
                    <a:pt x="24610" y="5115"/>
                    <a:pt x="24577" y="5091"/>
                  </a:cubicBezTo>
                  <a:cubicBezTo>
                    <a:pt x="24535" y="5059"/>
                    <a:pt x="24510" y="5010"/>
                    <a:pt x="24510" y="4958"/>
                  </a:cubicBezTo>
                  <a:cubicBezTo>
                    <a:pt x="24510" y="4916"/>
                    <a:pt x="24528" y="4874"/>
                    <a:pt x="24559" y="4842"/>
                  </a:cubicBezTo>
                  <a:cubicBezTo>
                    <a:pt x="24599" y="4807"/>
                    <a:pt x="24654" y="4798"/>
                    <a:pt x="24716" y="4798"/>
                  </a:cubicBezTo>
                  <a:cubicBezTo>
                    <a:pt x="24753" y="4798"/>
                    <a:pt x="24792" y="4801"/>
                    <a:pt x="24832" y="4804"/>
                  </a:cubicBezTo>
                  <a:cubicBezTo>
                    <a:pt x="24868" y="4810"/>
                    <a:pt x="24903" y="4813"/>
                    <a:pt x="24938" y="4813"/>
                  </a:cubicBezTo>
                  <a:cubicBezTo>
                    <a:pt x="24958" y="4813"/>
                    <a:pt x="24977" y="4812"/>
                    <a:pt x="24997" y="4811"/>
                  </a:cubicBezTo>
                  <a:cubicBezTo>
                    <a:pt x="24938" y="4760"/>
                    <a:pt x="24862" y="4733"/>
                    <a:pt x="24784" y="4733"/>
                  </a:cubicBezTo>
                  <a:cubicBezTo>
                    <a:pt x="24761" y="4733"/>
                    <a:pt x="24737" y="4736"/>
                    <a:pt x="24713" y="4741"/>
                  </a:cubicBezTo>
                  <a:cubicBezTo>
                    <a:pt x="24624" y="4764"/>
                    <a:pt x="24537" y="4782"/>
                    <a:pt x="24451" y="4782"/>
                  </a:cubicBezTo>
                  <a:cubicBezTo>
                    <a:pt x="24315" y="4782"/>
                    <a:pt x="24182" y="4736"/>
                    <a:pt x="24044" y="4590"/>
                  </a:cubicBezTo>
                  <a:cubicBezTo>
                    <a:pt x="23964" y="4504"/>
                    <a:pt x="23847" y="4428"/>
                    <a:pt x="23744" y="4428"/>
                  </a:cubicBezTo>
                  <a:cubicBezTo>
                    <a:pt x="23726" y="4428"/>
                    <a:pt x="23708" y="4431"/>
                    <a:pt x="23691" y="4436"/>
                  </a:cubicBezTo>
                  <a:cubicBezTo>
                    <a:pt x="23589" y="4464"/>
                    <a:pt x="23544" y="4597"/>
                    <a:pt x="23526" y="4702"/>
                  </a:cubicBezTo>
                  <a:cubicBezTo>
                    <a:pt x="23463" y="5056"/>
                    <a:pt x="23250" y="5063"/>
                    <a:pt x="23110" y="5070"/>
                  </a:cubicBezTo>
                  <a:cubicBezTo>
                    <a:pt x="23033" y="5070"/>
                    <a:pt x="22984" y="5073"/>
                    <a:pt x="22956" y="5108"/>
                  </a:cubicBezTo>
                  <a:cubicBezTo>
                    <a:pt x="22931" y="5136"/>
                    <a:pt x="22938" y="5147"/>
                    <a:pt x="22938" y="5150"/>
                  </a:cubicBezTo>
                  <a:cubicBezTo>
                    <a:pt x="22959" y="5196"/>
                    <a:pt x="23117" y="5269"/>
                    <a:pt x="23393" y="5280"/>
                  </a:cubicBezTo>
                  <a:cubicBezTo>
                    <a:pt x="23680" y="5290"/>
                    <a:pt x="23918" y="5500"/>
                    <a:pt x="23918" y="5626"/>
                  </a:cubicBezTo>
                  <a:cubicBezTo>
                    <a:pt x="23915" y="5685"/>
                    <a:pt x="23869" y="5728"/>
                    <a:pt x="23815" y="5728"/>
                  </a:cubicBezTo>
                  <a:cubicBezTo>
                    <a:pt x="23811" y="5728"/>
                    <a:pt x="23807" y="5728"/>
                    <a:pt x="23803" y="5728"/>
                  </a:cubicBezTo>
                  <a:cubicBezTo>
                    <a:pt x="23775" y="5728"/>
                    <a:pt x="23768" y="5735"/>
                    <a:pt x="23743" y="5784"/>
                  </a:cubicBezTo>
                  <a:cubicBezTo>
                    <a:pt x="23729" y="5829"/>
                    <a:pt x="23694" y="5868"/>
                    <a:pt x="23652" y="5885"/>
                  </a:cubicBezTo>
                  <a:cubicBezTo>
                    <a:pt x="23637" y="5890"/>
                    <a:pt x="23622" y="5892"/>
                    <a:pt x="23606" y="5892"/>
                  </a:cubicBezTo>
                  <a:cubicBezTo>
                    <a:pt x="23575" y="5892"/>
                    <a:pt x="23545" y="5883"/>
                    <a:pt x="23519" y="5864"/>
                  </a:cubicBezTo>
                  <a:cubicBezTo>
                    <a:pt x="23481" y="5846"/>
                    <a:pt x="23446" y="5840"/>
                    <a:pt x="23417" y="5840"/>
                  </a:cubicBezTo>
                  <a:cubicBezTo>
                    <a:pt x="23385" y="5840"/>
                    <a:pt x="23362" y="5848"/>
                    <a:pt x="23355" y="5857"/>
                  </a:cubicBezTo>
                  <a:cubicBezTo>
                    <a:pt x="23351" y="5861"/>
                    <a:pt x="23355" y="5882"/>
                    <a:pt x="23379" y="5910"/>
                  </a:cubicBezTo>
                  <a:cubicBezTo>
                    <a:pt x="23481" y="6032"/>
                    <a:pt x="23428" y="6130"/>
                    <a:pt x="23393" y="6190"/>
                  </a:cubicBezTo>
                  <a:cubicBezTo>
                    <a:pt x="23372" y="6221"/>
                    <a:pt x="23358" y="6260"/>
                    <a:pt x="23358" y="6298"/>
                  </a:cubicBezTo>
                  <a:cubicBezTo>
                    <a:pt x="23365" y="6340"/>
                    <a:pt x="23351" y="6379"/>
                    <a:pt x="23320" y="6407"/>
                  </a:cubicBezTo>
                  <a:cubicBezTo>
                    <a:pt x="23293" y="6429"/>
                    <a:pt x="23260" y="6438"/>
                    <a:pt x="23219" y="6438"/>
                  </a:cubicBezTo>
                  <a:cubicBezTo>
                    <a:pt x="23164" y="6438"/>
                    <a:pt x="23096" y="6422"/>
                    <a:pt x="23015" y="6403"/>
                  </a:cubicBezTo>
                  <a:cubicBezTo>
                    <a:pt x="22938" y="6382"/>
                    <a:pt x="22858" y="6368"/>
                    <a:pt x="22777" y="6358"/>
                  </a:cubicBezTo>
                  <a:cubicBezTo>
                    <a:pt x="22750" y="6355"/>
                    <a:pt x="22720" y="6354"/>
                    <a:pt x="22686" y="6354"/>
                  </a:cubicBezTo>
                  <a:cubicBezTo>
                    <a:pt x="22479" y="6354"/>
                    <a:pt x="22146" y="6401"/>
                    <a:pt x="21730" y="6491"/>
                  </a:cubicBezTo>
                  <a:cubicBezTo>
                    <a:pt x="21657" y="6506"/>
                    <a:pt x="21582" y="6513"/>
                    <a:pt x="21509" y="6513"/>
                  </a:cubicBezTo>
                  <a:cubicBezTo>
                    <a:pt x="21213" y="6513"/>
                    <a:pt x="20932" y="6401"/>
                    <a:pt x="20806" y="6263"/>
                  </a:cubicBezTo>
                  <a:cubicBezTo>
                    <a:pt x="20714" y="6165"/>
                    <a:pt x="20598" y="6150"/>
                    <a:pt x="20443" y="6150"/>
                  </a:cubicBezTo>
                  <a:cubicBezTo>
                    <a:pt x="20416" y="6150"/>
                    <a:pt x="20388" y="6151"/>
                    <a:pt x="20358" y="6151"/>
                  </a:cubicBezTo>
                  <a:lnTo>
                    <a:pt x="20270" y="6151"/>
                  </a:lnTo>
                  <a:cubicBezTo>
                    <a:pt x="20267" y="6152"/>
                    <a:pt x="20264" y="6152"/>
                    <a:pt x="20260" y="6152"/>
                  </a:cubicBezTo>
                  <a:cubicBezTo>
                    <a:pt x="20163" y="6152"/>
                    <a:pt x="20072" y="6103"/>
                    <a:pt x="20015" y="6018"/>
                  </a:cubicBezTo>
                  <a:cubicBezTo>
                    <a:pt x="19964" y="5948"/>
                    <a:pt x="19882" y="5906"/>
                    <a:pt x="19794" y="5906"/>
                  </a:cubicBezTo>
                  <a:cubicBezTo>
                    <a:pt x="19791" y="5906"/>
                    <a:pt x="19787" y="5906"/>
                    <a:pt x="19784" y="5906"/>
                  </a:cubicBezTo>
                  <a:cubicBezTo>
                    <a:pt x="19479" y="5896"/>
                    <a:pt x="19465" y="5672"/>
                    <a:pt x="19455" y="5525"/>
                  </a:cubicBezTo>
                  <a:cubicBezTo>
                    <a:pt x="19455" y="5490"/>
                    <a:pt x="19451" y="5455"/>
                    <a:pt x="19444" y="5420"/>
                  </a:cubicBezTo>
                  <a:cubicBezTo>
                    <a:pt x="19430" y="5406"/>
                    <a:pt x="19409" y="5395"/>
                    <a:pt x="19388" y="5392"/>
                  </a:cubicBezTo>
                  <a:cubicBezTo>
                    <a:pt x="19341" y="5378"/>
                    <a:pt x="19278" y="5372"/>
                    <a:pt x="19208" y="5372"/>
                  </a:cubicBezTo>
                  <a:cubicBezTo>
                    <a:pt x="19012" y="5372"/>
                    <a:pt x="18762" y="5422"/>
                    <a:pt x="18646" y="5497"/>
                  </a:cubicBezTo>
                  <a:cubicBezTo>
                    <a:pt x="18545" y="5560"/>
                    <a:pt x="18415" y="5588"/>
                    <a:pt x="18289" y="5612"/>
                  </a:cubicBezTo>
                  <a:cubicBezTo>
                    <a:pt x="18103" y="5651"/>
                    <a:pt x="17932" y="5686"/>
                    <a:pt x="17869" y="5819"/>
                  </a:cubicBezTo>
                  <a:cubicBezTo>
                    <a:pt x="17830" y="5906"/>
                    <a:pt x="17844" y="5934"/>
                    <a:pt x="17844" y="5938"/>
                  </a:cubicBezTo>
                  <a:cubicBezTo>
                    <a:pt x="17858" y="5957"/>
                    <a:pt x="17918" y="5959"/>
                    <a:pt x="17967" y="5959"/>
                  </a:cubicBezTo>
                  <a:cubicBezTo>
                    <a:pt x="17981" y="5959"/>
                    <a:pt x="17995" y="5959"/>
                    <a:pt x="18005" y="5959"/>
                  </a:cubicBezTo>
                  <a:lnTo>
                    <a:pt x="18051" y="5959"/>
                  </a:lnTo>
                  <a:cubicBezTo>
                    <a:pt x="18100" y="5959"/>
                    <a:pt x="18124" y="5938"/>
                    <a:pt x="18173" y="5899"/>
                  </a:cubicBezTo>
                  <a:cubicBezTo>
                    <a:pt x="18233" y="5846"/>
                    <a:pt x="18309" y="5780"/>
                    <a:pt x="18471" y="5780"/>
                  </a:cubicBezTo>
                  <a:cubicBezTo>
                    <a:pt x="18501" y="5780"/>
                    <a:pt x="18533" y="5782"/>
                    <a:pt x="18569" y="5787"/>
                  </a:cubicBezTo>
                  <a:cubicBezTo>
                    <a:pt x="18586" y="5790"/>
                    <a:pt x="18602" y="5791"/>
                    <a:pt x="18618" y="5791"/>
                  </a:cubicBezTo>
                  <a:cubicBezTo>
                    <a:pt x="18749" y="5791"/>
                    <a:pt x="18866" y="5720"/>
                    <a:pt x="18972" y="5654"/>
                  </a:cubicBezTo>
                  <a:cubicBezTo>
                    <a:pt x="19054" y="5602"/>
                    <a:pt x="19138" y="5549"/>
                    <a:pt x="19216" y="5549"/>
                  </a:cubicBezTo>
                  <a:cubicBezTo>
                    <a:pt x="19258" y="5549"/>
                    <a:pt x="19298" y="5564"/>
                    <a:pt x="19336" y="5602"/>
                  </a:cubicBezTo>
                  <a:cubicBezTo>
                    <a:pt x="19371" y="5633"/>
                    <a:pt x="19381" y="5686"/>
                    <a:pt x="19367" y="5731"/>
                  </a:cubicBezTo>
                  <a:cubicBezTo>
                    <a:pt x="19301" y="5927"/>
                    <a:pt x="18657" y="6148"/>
                    <a:pt x="18401" y="6186"/>
                  </a:cubicBezTo>
                  <a:cubicBezTo>
                    <a:pt x="18286" y="6204"/>
                    <a:pt x="18268" y="6246"/>
                    <a:pt x="18261" y="6260"/>
                  </a:cubicBezTo>
                  <a:cubicBezTo>
                    <a:pt x="18205" y="6389"/>
                    <a:pt x="18429" y="6726"/>
                    <a:pt x="18506" y="6838"/>
                  </a:cubicBezTo>
                  <a:cubicBezTo>
                    <a:pt x="18611" y="6992"/>
                    <a:pt x="18643" y="7083"/>
                    <a:pt x="18615" y="7153"/>
                  </a:cubicBezTo>
                  <a:cubicBezTo>
                    <a:pt x="18583" y="7219"/>
                    <a:pt x="18513" y="7230"/>
                    <a:pt x="18461" y="7240"/>
                  </a:cubicBezTo>
                  <a:cubicBezTo>
                    <a:pt x="18384" y="7254"/>
                    <a:pt x="18384" y="7261"/>
                    <a:pt x="18384" y="7282"/>
                  </a:cubicBezTo>
                  <a:cubicBezTo>
                    <a:pt x="18387" y="7359"/>
                    <a:pt x="18324" y="7426"/>
                    <a:pt x="18247" y="7426"/>
                  </a:cubicBezTo>
                  <a:cubicBezTo>
                    <a:pt x="18240" y="7426"/>
                    <a:pt x="18232" y="7427"/>
                    <a:pt x="18224" y="7427"/>
                  </a:cubicBezTo>
                  <a:cubicBezTo>
                    <a:pt x="18091" y="7427"/>
                    <a:pt x="17882" y="7321"/>
                    <a:pt x="17858" y="7212"/>
                  </a:cubicBezTo>
                  <a:cubicBezTo>
                    <a:pt x="17848" y="7163"/>
                    <a:pt x="17869" y="7104"/>
                    <a:pt x="17956" y="7076"/>
                  </a:cubicBezTo>
                  <a:cubicBezTo>
                    <a:pt x="18033" y="7051"/>
                    <a:pt x="18040" y="7016"/>
                    <a:pt x="18040" y="7006"/>
                  </a:cubicBezTo>
                  <a:cubicBezTo>
                    <a:pt x="18054" y="6939"/>
                    <a:pt x="17984" y="6827"/>
                    <a:pt x="17876" y="6743"/>
                  </a:cubicBezTo>
                  <a:cubicBezTo>
                    <a:pt x="17830" y="6704"/>
                    <a:pt x="17773" y="6683"/>
                    <a:pt x="17714" y="6683"/>
                  </a:cubicBezTo>
                  <a:cubicBezTo>
                    <a:pt x="17710" y="6683"/>
                    <a:pt x="17705" y="6683"/>
                    <a:pt x="17701" y="6684"/>
                  </a:cubicBezTo>
                  <a:cubicBezTo>
                    <a:pt x="17697" y="6684"/>
                    <a:pt x="17692" y="6684"/>
                    <a:pt x="17688" y="6684"/>
                  </a:cubicBezTo>
                  <a:cubicBezTo>
                    <a:pt x="17651" y="6684"/>
                    <a:pt x="17618" y="6670"/>
                    <a:pt x="17592" y="6645"/>
                  </a:cubicBezTo>
                  <a:cubicBezTo>
                    <a:pt x="17568" y="6610"/>
                    <a:pt x="17561" y="6568"/>
                    <a:pt x="17571" y="6526"/>
                  </a:cubicBezTo>
                  <a:cubicBezTo>
                    <a:pt x="17557" y="6526"/>
                    <a:pt x="17543" y="6526"/>
                    <a:pt x="17529" y="6529"/>
                  </a:cubicBezTo>
                  <a:cubicBezTo>
                    <a:pt x="17508" y="6531"/>
                    <a:pt x="17483" y="6533"/>
                    <a:pt x="17456" y="6533"/>
                  </a:cubicBezTo>
                  <a:cubicBezTo>
                    <a:pt x="17388" y="6533"/>
                    <a:pt x="17307" y="6521"/>
                    <a:pt x="17232" y="6463"/>
                  </a:cubicBezTo>
                  <a:lnTo>
                    <a:pt x="17176" y="6421"/>
                  </a:lnTo>
                  <a:cubicBezTo>
                    <a:pt x="17090" y="6351"/>
                    <a:pt x="17035" y="6306"/>
                    <a:pt x="16963" y="6306"/>
                  </a:cubicBezTo>
                  <a:cubicBezTo>
                    <a:pt x="16923" y="6306"/>
                    <a:pt x="16877" y="6320"/>
                    <a:pt x="16819" y="6351"/>
                  </a:cubicBezTo>
                  <a:cubicBezTo>
                    <a:pt x="16661" y="6431"/>
                    <a:pt x="16500" y="6445"/>
                    <a:pt x="16273" y="6466"/>
                  </a:cubicBezTo>
                  <a:cubicBezTo>
                    <a:pt x="16136" y="6480"/>
                    <a:pt x="15982" y="6494"/>
                    <a:pt x="15789" y="6526"/>
                  </a:cubicBezTo>
                  <a:cubicBezTo>
                    <a:pt x="15613" y="6555"/>
                    <a:pt x="15359" y="6573"/>
                    <a:pt x="15100" y="6573"/>
                  </a:cubicBezTo>
                  <a:cubicBezTo>
                    <a:pt x="14680" y="6573"/>
                    <a:pt x="14247" y="6526"/>
                    <a:pt x="14119" y="6400"/>
                  </a:cubicBezTo>
                  <a:cubicBezTo>
                    <a:pt x="14063" y="6344"/>
                    <a:pt x="14056" y="6256"/>
                    <a:pt x="14098" y="6190"/>
                  </a:cubicBezTo>
                  <a:cubicBezTo>
                    <a:pt x="14193" y="6029"/>
                    <a:pt x="14539" y="5858"/>
                    <a:pt x="14738" y="5858"/>
                  </a:cubicBezTo>
                  <a:cubicBezTo>
                    <a:pt x="14760" y="5858"/>
                    <a:pt x="14781" y="5860"/>
                    <a:pt x="14799" y="5864"/>
                  </a:cubicBezTo>
                  <a:cubicBezTo>
                    <a:pt x="14778" y="5808"/>
                    <a:pt x="14701" y="5693"/>
                    <a:pt x="14536" y="5567"/>
                  </a:cubicBezTo>
                  <a:cubicBezTo>
                    <a:pt x="14323" y="5401"/>
                    <a:pt x="13947" y="5307"/>
                    <a:pt x="13800" y="5307"/>
                  </a:cubicBezTo>
                  <a:cubicBezTo>
                    <a:pt x="13783" y="5307"/>
                    <a:pt x="13769" y="5309"/>
                    <a:pt x="13759" y="5311"/>
                  </a:cubicBezTo>
                  <a:cubicBezTo>
                    <a:pt x="13755" y="5339"/>
                    <a:pt x="13745" y="5367"/>
                    <a:pt x="13720" y="5385"/>
                  </a:cubicBezTo>
                  <a:cubicBezTo>
                    <a:pt x="13693" y="5411"/>
                    <a:pt x="13653" y="5423"/>
                    <a:pt x="13595" y="5423"/>
                  </a:cubicBezTo>
                  <a:cubicBezTo>
                    <a:pt x="13507" y="5423"/>
                    <a:pt x="13377" y="5396"/>
                    <a:pt x="13185" y="5353"/>
                  </a:cubicBezTo>
                  <a:cubicBezTo>
                    <a:pt x="13094" y="5332"/>
                    <a:pt x="12989" y="5308"/>
                    <a:pt x="12880" y="5290"/>
                  </a:cubicBezTo>
                  <a:cubicBezTo>
                    <a:pt x="12712" y="5259"/>
                    <a:pt x="12551" y="5206"/>
                    <a:pt x="12401" y="5129"/>
                  </a:cubicBezTo>
                  <a:cubicBezTo>
                    <a:pt x="12306" y="5073"/>
                    <a:pt x="12198" y="5042"/>
                    <a:pt x="12089" y="5035"/>
                  </a:cubicBezTo>
                  <a:cubicBezTo>
                    <a:pt x="11931" y="5028"/>
                    <a:pt x="11396" y="4982"/>
                    <a:pt x="10983" y="4657"/>
                  </a:cubicBezTo>
                  <a:cubicBezTo>
                    <a:pt x="10846" y="4549"/>
                    <a:pt x="10619" y="4502"/>
                    <a:pt x="10401" y="4502"/>
                  </a:cubicBezTo>
                  <a:cubicBezTo>
                    <a:pt x="10285" y="4502"/>
                    <a:pt x="10171" y="4515"/>
                    <a:pt x="10076" y="4541"/>
                  </a:cubicBezTo>
                  <a:cubicBezTo>
                    <a:pt x="9953" y="4576"/>
                    <a:pt x="9869" y="4625"/>
                    <a:pt x="9848" y="4678"/>
                  </a:cubicBezTo>
                  <a:cubicBezTo>
                    <a:pt x="9736" y="4951"/>
                    <a:pt x="9446" y="4951"/>
                    <a:pt x="9190" y="4951"/>
                  </a:cubicBezTo>
                  <a:lnTo>
                    <a:pt x="9180" y="4951"/>
                  </a:lnTo>
                  <a:cubicBezTo>
                    <a:pt x="9152" y="4951"/>
                    <a:pt x="9064" y="4951"/>
                    <a:pt x="9029" y="4884"/>
                  </a:cubicBezTo>
                  <a:cubicBezTo>
                    <a:pt x="8991" y="4811"/>
                    <a:pt x="9047" y="4730"/>
                    <a:pt x="9099" y="4650"/>
                  </a:cubicBezTo>
                  <a:cubicBezTo>
                    <a:pt x="9117" y="4625"/>
                    <a:pt x="9131" y="4601"/>
                    <a:pt x="9145" y="4576"/>
                  </a:cubicBezTo>
                  <a:cubicBezTo>
                    <a:pt x="9082" y="4520"/>
                    <a:pt x="9075" y="4425"/>
                    <a:pt x="9071" y="4338"/>
                  </a:cubicBezTo>
                  <a:cubicBezTo>
                    <a:pt x="9068" y="4212"/>
                    <a:pt x="9054" y="4180"/>
                    <a:pt x="9012" y="4173"/>
                  </a:cubicBezTo>
                  <a:cubicBezTo>
                    <a:pt x="9011" y="4173"/>
                    <a:pt x="9011" y="4173"/>
                    <a:pt x="9011" y="4173"/>
                  </a:cubicBezTo>
                  <a:cubicBezTo>
                    <a:pt x="8968" y="4173"/>
                    <a:pt x="8871" y="4353"/>
                    <a:pt x="8823" y="4439"/>
                  </a:cubicBezTo>
                  <a:cubicBezTo>
                    <a:pt x="8693" y="4669"/>
                    <a:pt x="8533" y="4951"/>
                    <a:pt x="8294" y="4951"/>
                  </a:cubicBezTo>
                  <a:cubicBezTo>
                    <a:pt x="8288" y="4951"/>
                    <a:pt x="8282" y="4951"/>
                    <a:pt x="8277" y="4951"/>
                  </a:cubicBezTo>
                  <a:cubicBezTo>
                    <a:pt x="8025" y="4937"/>
                    <a:pt x="7877" y="4629"/>
                    <a:pt x="7734" y="4334"/>
                  </a:cubicBezTo>
                  <a:cubicBezTo>
                    <a:pt x="7636" y="4135"/>
                    <a:pt x="7534" y="3932"/>
                    <a:pt x="7419" y="3848"/>
                  </a:cubicBezTo>
                  <a:cubicBezTo>
                    <a:pt x="7265" y="3737"/>
                    <a:pt x="7146" y="3701"/>
                    <a:pt x="7099" y="3701"/>
                  </a:cubicBezTo>
                  <a:cubicBezTo>
                    <a:pt x="7097" y="3701"/>
                    <a:pt x="7095" y="3701"/>
                    <a:pt x="7093" y="3701"/>
                  </a:cubicBezTo>
                  <a:cubicBezTo>
                    <a:pt x="7111" y="3757"/>
                    <a:pt x="7142" y="3806"/>
                    <a:pt x="7181" y="3851"/>
                  </a:cubicBezTo>
                  <a:cubicBezTo>
                    <a:pt x="7240" y="3925"/>
                    <a:pt x="7289" y="4009"/>
                    <a:pt x="7261" y="4079"/>
                  </a:cubicBezTo>
                  <a:cubicBezTo>
                    <a:pt x="7230" y="4145"/>
                    <a:pt x="7160" y="4149"/>
                    <a:pt x="7093" y="4156"/>
                  </a:cubicBezTo>
                  <a:cubicBezTo>
                    <a:pt x="7065" y="4159"/>
                    <a:pt x="7009" y="4166"/>
                    <a:pt x="7002" y="4177"/>
                  </a:cubicBezTo>
                  <a:cubicBezTo>
                    <a:pt x="6999" y="4184"/>
                    <a:pt x="6999" y="4191"/>
                    <a:pt x="7002" y="4198"/>
                  </a:cubicBezTo>
                  <a:cubicBezTo>
                    <a:pt x="7016" y="4352"/>
                    <a:pt x="6869" y="4506"/>
                    <a:pt x="6740" y="4587"/>
                  </a:cubicBezTo>
                  <a:cubicBezTo>
                    <a:pt x="6688" y="4620"/>
                    <a:pt x="6621" y="4652"/>
                    <a:pt x="6564" y="4652"/>
                  </a:cubicBezTo>
                  <a:cubicBezTo>
                    <a:pt x="6544" y="4652"/>
                    <a:pt x="6525" y="4648"/>
                    <a:pt x="6509" y="4639"/>
                  </a:cubicBezTo>
                  <a:cubicBezTo>
                    <a:pt x="6481" y="4622"/>
                    <a:pt x="6463" y="4587"/>
                    <a:pt x="6467" y="4551"/>
                  </a:cubicBezTo>
                  <a:cubicBezTo>
                    <a:pt x="6467" y="4537"/>
                    <a:pt x="6456" y="4516"/>
                    <a:pt x="6425" y="4506"/>
                  </a:cubicBezTo>
                  <a:cubicBezTo>
                    <a:pt x="6408" y="4499"/>
                    <a:pt x="6388" y="4495"/>
                    <a:pt x="6365" y="4495"/>
                  </a:cubicBezTo>
                  <a:cubicBezTo>
                    <a:pt x="6285" y="4495"/>
                    <a:pt x="6170" y="4544"/>
                    <a:pt x="6050" y="4688"/>
                  </a:cubicBezTo>
                  <a:cubicBezTo>
                    <a:pt x="5892" y="4871"/>
                    <a:pt x="5731" y="4971"/>
                    <a:pt x="5602" y="4971"/>
                  </a:cubicBezTo>
                  <a:cubicBezTo>
                    <a:pt x="5582" y="4971"/>
                    <a:pt x="5564" y="4969"/>
                    <a:pt x="5546" y="4965"/>
                  </a:cubicBezTo>
                  <a:cubicBezTo>
                    <a:pt x="5490" y="4951"/>
                    <a:pt x="5444" y="4912"/>
                    <a:pt x="5423" y="4856"/>
                  </a:cubicBezTo>
                  <a:cubicBezTo>
                    <a:pt x="5273" y="4867"/>
                    <a:pt x="4730" y="5164"/>
                    <a:pt x="4695" y="5266"/>
                  </a:cubicBezTo>
                  <a:cubicBezTo>
                    <a:pt x="4709" y="5332"/>
                    <a:pt x="4692" y="5402"/>
                    <a:pt x="4646" y="5451"/>
                  </a:cubicBezTo>
                  <a:cubicBezTo>
                    <a:pt x="4577" y="5537"/>
                    <a:pt x="4447" y="5585"/>
                    <a:pt x="4293" y="5585"/>
                  </a:cubicBezTo>
                  <a:cubicBezTo>
                    <a:pt x="4282" y="5585"/>
                    <a:pt x="4272" y="5585"/>
                    <a:pt x="4261" y="5584"/>
                  </a:cubicBezTo>
                  <a:cubicBezTo>
                    <a:pt x="4139" y="5577"/>
                    <a:pt x="4104" y="5525"/>
                    <a:pt x="4093" y="5479"/>
                  </a:cubicBezTo>
                  <a:cubicBezTo>
                    <a:pt x="4065" y="5353"/>
                    <a:pt x="4261" y="5213"/>
                    <a:pt x="4366" y="5157"/>
                  </a:cubicBezTo>
                  <a:cubicBezTo>
                    <a:pt x="4429" y="5126"/>
                    <a:pt x="4524" y="5059"/>
                    <a:pt x="4636" y="4982"/>
                  </a:cubicBezTo>
                  <a:cubicBezTo>
                    <a:pt x="4898" y="4804"/>
                    <a:pt x="5227" y="4580"/>
                    <a:pt x="5444" y="4544"/>
                  </a:cubicBezTo>
                  <a:cubicBezTo>
                    <a:pt x="5745" y="4495"/>
                    <a:pt x="6197" y="4285"/>
                    <a:pt x="6246" y="4198"/>
                  </a:cubicBezTo>
                  <a:cubicBezTo>
                    <a:pt x="6226" y="4196"/>
                    <a:pt x="6205" y="4196"/>
                    <a:pt x="6184" y="4196"/>
                  </a:cubicBezTo>
                  <a:cubicBezTo>
                    <a:pt x="6154" y="4196"/>
                    <a:pt x="6124" y="4197"/>
                    <a:pt x="6096" y="4201"/>
                  </a:cubicBezTo>
                  <a:cubicBezTo>
                    <a:pt x="6052" y="4207"/>
                    <a:pt x="6008" y="4209"/>
                    <a:pt x="5964" y="4209"/>
                  </a:cubicBezTo>
                  <a:cubicBezTo>
                    <a:pt x="5921" y="4209"/>
                    <a:pt x="5877" y="4207"/>
                    <a:pt x="5833" y="4201"/>
                  </a:cubicBezTo>
                  <a:cubicBezTo>
                    <a:pt x="5821" y="4199"/>
                    <a:pt x="5809" y="4198"/>
                    <a:pt x="5796" y="4198"/>
                  </a:cubicBezTo>
                  <a:cubicBezTo>
                    <a:pt x="5669" y="4198"/>
                    <a:pt x="5470" y="4299"/>
                    <a:pt x="5276" y="4397"/>
                  </a:cubicBezTo>
                  <a:cubicBezTo>
                    <a:pt x="5189" y="4439"/>
                    <a:pt x="5101" y="4485"/>
                    <a:pt x="5010" y="4523"/>
                  </a:cubicBezTo>
                  <a:cubicBezTo>
                    <a:pt x="4888" y="4573"/>
                    <a:pt x="4765" y="4611"/>
                    <a:pt x="4636" y="4632"/>
                  </a:cubicBezTo>
                  <a:cubicBezTo>
                    <a:pt x="4559" y="4650"/>
                    <a:pt x="4440" y="4678"/>
                    <a:pt x="4426" y="4699"/>
                  </a:cubicBezTo>
                  <a:cubicBezTo>
                    <a:pt x="4426" y="4709"/>
                    <a:pt x="4429" y="4716"/>
                    <a:pt x="4436" y="4727"/>
                  </a:cubicBezTo>
                  <a:cubicBezTo>
                    <a:pt x="4461" y="4765"/>
                    <a:pt x="4464" y="4818"/>
                    <a:pt x="4440" y="4863"/>
                  </a:cubicBezTo>
                  <a:cubicBezTo>
                    <a:pt x="4413" y="4896"/>
                    <a:pt x="4376" y="4906"/>
                    <a:pt x="4332" y="4906"/>
                  </a:cubicBezTo>
                  <a:cubicBezTo>
                    <a:pt x="4300" y="4906"/>
                    <a:pt x="4264" y="4900"/>
                    <a:pt x="4226" y="4895"/>
                  </a:cubicBezTo>
                  <a:cubicBezTo>
                    <a:pt x="4191" y="4890"/>
                    <a:pt x="4140" y="4883"/>
                    <a:pt x="4101" y="4883"/>
                  </a:cubicBezTo>
                  <a:cubicBezTo>
                    <a:pt x="4073" y="4883"/>
                    <a:pt x="4051" y="4887"/>
                    <a:pt x="4044" y="4898"/>
                  </a:cubicBezTo>
                  <a:cubicBezTo>
                    <a:pt x="4014" y="4953"/>
                    <a:pt x="3959" y="4984"/>
                    <a:pt x="3901" y="4984"/>
                  </a:cubicBezTo>
                  <a:cubicBezTo>
                    <a:pt x="3893" y="4984"/>
                    <a:pt x="3884" y="4983"/>
                    <a:pt x="3876" y="4982"/>
                  </a:cubicBezTo>
                  <a:cubicBezTo>
                    <a:pt x="3817" y="4972"/>
                    <a:pt x="3771" y="4926"/>
                    <a:pt x="3761" y="4867"/>
                  </a:cubicBezTo>
                  <a:cubicBezTo>
                    <a:pt x="3750" y="4821"/>
                    <a:pt x="3768" y="4776"/>
                    <a:pt x="3803" y="4748"/>
                  </a:cubicBezTo>
                  <a:cubicBezTo>
                    <a:pt x="3750" y="4720"/>
                    <a:pt x="3694" y="4702"/>
                    <a:pt x="3638" y="4695"/>
                  </a:cubicBezTo>
                  <a:cubicBezTo>
                    <a:pt x="3624" y="4776"/>
                    <a:pt x="3547" y="4919"/>
                    <a:pt x="3211" y="4919"/>
                  </a:cubicBezTo>
                  <a:cubicBezTo>
                    <a:pt x="3032" y="4919"/>
                    <a:pt x="2854" y="5010"/>
                    <a:pt x="2829" y="5084"/>
                  </a:cubicBezTo>
                  <a:cubicBezTo>
                    <a:pt x="2826" y="5094"/>
                    <a:pt x="2819" y="5119"/>
                    <a:pt x="2864" y="5150"/>
                  </a:cubicBezTo>
                  <a:lnTo>
                    <a:pt x="2917" y="5189"/>
                  </a:lnTo>
                  <a:cubicBezTo>
                    <a:pt x="3046" y="5287"/>
                    <a:pt x="3134" y="5353"/>
                    <a:pt x="3141" y="5441"/>
                  </a:cubicBezTo>
                  <a:cubicBezTo>
                    <a:pt x="3144" y="5490"/>
                    <a:pt x="3123" y="5535"/>
                    <a:pt x="3088" y="5567"/>
                  </a:cubicBezTo>
                  <a:cubicBezTo>
                    <a:pt x="3064" y="5592"/>
                    <a:pt x="3035" y="5602"/>
                    <a:pt x="3003" y="5602"/>
                  </a:cubicBezTo>
                  <a:cubicBezTo>
                    <a:pt x="2940" y="5602"/>
                    <a:pt x="2864" y="5563"/>
                    <a:pt x="2780" y="5521"/>
                  </a:cubicBezTo>
                  <a:cubicBezTo>
                    <a:pt x="2651" y="5454"/>
                    <a:pt x="2478" y="5365"/>
                    <a:pt x="2277" y="5365"/>
                  </a:cubicBezTo>
                  <a:cubicBezTo>
                    <a:pt x="2259" y="5365"/>
                    <a:pt x="2241" y="5366"/>
                    <a:pt x="2224" y="5367"/>
                  </a:cubicBezTo>
                  <a:cubicBezTo>
                    <a:pt x="2207" y="5369"/>
                    <a:pt x="2189" y="5370"/>
                    <a:pt x="2170" y="5370"/>
                  </a:cubicBezTo>
                  <a:cubicBezTo>
                    <a:pt x="1792" y="5370"/>
                    <a:pt x="1174" y="5036"/>
                    <a:pt x="963" y="4842"/>
                  </a:cubicBezTo>
                  <a:cubicBezTo>
                    <a:pt x="925" y="4814"/>
                    <a:pt x="900" y="4776"/>
                    <a:pt x="883" y="4734"/>
                  </a:cubicBezTo>
                  <a:cubicBezTo>
                    <a:pt x="823" y="4713"/>
                    <a:pt x="624" y="4713"/>
                    <a:pt x="463" y="4713"/>
                  </a:cubicBezTo>
                  <a:cubicBezTo>
                    <a:pt x="316" y="4713"/>
                    <a:pt x="148" y="4713"/>
                    <a:pt x="1" y="4699"/>
                  </a:cubicBezTo>
                  <a:lnTo>
                    <a:pt x="1" y="12975"/>
                  </a:lnTo>
                  <a:cubicBezTo>
                    <a:pt x="54" y="13009"/>
                    <a:pt x="115" y="13036"/>
                    <a:pt x="151" y="13036"/>
                  </a:cubicBezTo>
                  <a:cubicBezTo>
                    <a:pt x="162" y="13036"/>
                    <a:pt x="171" y="13033"/>
                    <a:pt x="176" y="13027"/>
                  </a:cubicBezTo>
                  <a:cubicBezTo>
                    <a:pt x="217" y="12975"/>
                    <a:pt x="272" y="12966"/>
                    <a:pt x="328" y="12966"/>
                  </a:cubicBezTo>
                  <a:cubicBezTo>
                    <a:pt x="348" y="12966"/>
                    <a:pt x="367" y="12967"/>
                    <a:pt x="386" y="12968"/>
                  </a:cubicBezTo>
                  <a:cubicBezTo>
                    <a:pt x="406" y="12969"/>
                    <a:pt x="426" y="12970"/>
                    <a:pt x="447" y="12970"/>
                  </a:cubicBezTo>
                  <a:cubicBezTo>
                    <a:pt x="534" y="12970"/>
                    <a:pt x="620" y="12952"/>
                    <a:pt x="697" y="12915"/>
                  </a:cubicBezTo>
                  <a:cubicBezTo>
                    <a:pt x="759" y="12885"/>
                    <a:pt x="813" y="12873"/>
                    <a:pt x="860" y="12873"/>
                  </a:cubicBezTo>
                  <a:cubicBezTo>
                    <a:pt x="921" y="12873"/>
                    <a:pt x="968" y="12893"/>
                    <a:pt x="1002" y="12915"/>
                  </a:cubicBezTo>
                  <a:cubicBezTo>
                    <a:pt x="1131" y="12996"/>
                    <a:pt x="1163" y="13167"/>
                    <a:pt x="1163" y="13248"/>
                  </a:cubicBezTo>
                  <a:cubicBezTo>
                    <a:pt x="1163" y="13290"/>
                    <a:pt x="1310" y="13405"/>
                    <a:pt x="1397" y="13475"/>
                  </a:cubicBezTo>
                  <a:cubicBezTo>
                    <a:pt x="1509" y="13559"/>
                    <a:pt x="1611" y="13654"/>
                    <a:pt x="1699" y="13759"/>
                  </a:cubicBezTo>
                  <a:cubicBezTo>
                    <a:pt x="1727" y="13790"/>
                    <a:pt x="1751" y="13822"/>
                    <a:pt x="1772" y="13853"/>
                  </a:cubicBezTo>
                  <a:cubicBezTo>
                    <a:pt x="1867" y="13985"/>
                    <a:pt x="1914" y="14042"/>
                    <a:pt x="1967" y="14042"/>
                  </a:cubicBezTo>
                  <a:cubicBezTo>
                    <a:pt x="1974" y="14042"/>
                    <a:pt x="1981" y="14041"/>
                    <a:pt x="1989" y="14039"/>
                  </a:cubicBezTo>
                  <a:cubicBezTo>
                    <a:pt x="2003" y="14032"/>
                    <a:pt x="2017" y="14025"/>
                    <a:pt x="2031" y="14018"/>
                  </a:cubicBezTo>
                  <a:cubicBezTo>
                    <a:pt x="2091" y="13983"/>
                    <a:pt x="2150" y="13951"/>
                    <a:pt x="2213" y="13923"/>
                  </a:cubicBezTo>
                  <a:cubicBezTo>
                    <a:pt x="2357" y="13860"/>
                    <a:pt x="2500" y="13794"/>
                    <a:pt x="2500" y="13685"/>
                  </a:cubicBezTo>
                  <a:cubicBezTo>
                    <a:pt x="2500" y="13524"/>
                    <a:pt x="2728" y="13451"/>
                    <a:pt x="2938" y="13451"/>
                  </a:cubicBezTo>
                  <a:cubicBezTo>
                    <a:pt x="2966" y="13451"/>
                    <a:pt x="2994" y="13451"/>
                    <a:pt x="3018" y="13454"/>
                  </a:cubicBezTo>
                  <a:cubicBezTo>
                    <a:pt x="3148" y="13468"/>
                    <a:pt x="3253" y="13507"/>
                    <a:pt x="3312" y="13570"/>
                  </a:cubicBezTo>
                  <a:cubicBezTo>
                    <a:pt x="3319" y="13577"/>
                    <a:pt x="3326" y="13584"/>
                    <a:pt x="3333" y="13594"/>
                  </a:cubicBezTo>
                  <a:lnTo>
                    <a:pt x="3333" y="13598"/>
                  </a:lnTo>
                  <a:cubicBezTo>
                    <a:pt x="3340" y="13605"/>
                    <a:pt x="3344" y="13612"/>
                    <a:pt x="3347" y="13619"/>
                  </a:cubicBezTo>
                  <a:lnTo>
                    <a:pt x="3351" y="13626"/>
                  </a:lnTo>
                  <a:cubicBezTo>
                    <a:pt x="3354" y="13633"/>
                    <a:pt x="3358" y="13640"/>
                    <a:pt x="3361" y="13647"/>
                  </a:cubicBezTo>
                  <a:lnTo>
                    <a:pt x="3365" y="13654"/>
                  </a:lnTo>
                  <a:cubicBezTo>
                    <a:pt x="3365" y="13661"/>
                    <a:pt x="3368" y="13668"/>
                    <a:pt x="3368" y="13678"/>
                  </a:cubicBezTo>
                  <a:lnTo>
                    <a:pt x="3368" y="13685"/>
                  </a:lnTo>
                  <a:cubicBezTo>
                    <a:pt x="3372" y="13696"/>
                    <a:pt x="3372" y="13706"/>
                    <a:pt x="3372" y="13717"/>
                  </a:cubicBezTo>
                  <a:cubicBezTo>
                    <a:pt x="3372" y="13811"/>
                    <a:pt x="3533" y="13951"/>
                    <a:pt x="3722" y="14109"/>
                  </a:cubicBezTo>
                  <a:cubicBezTo>
                    <a:pt x="3971" y="14322"/>
                    <a:pt x="4310" y="14613"/>
                    <a:pt x="4545" y="15026"/>
                  </a:cubicBezTo>
                  <a:cubicBezTo>
                    <a:pt x="4643" y="15198"/>
                    <a:pt x="4716" y="15341"/>
                    <a:pt x="4772" y="15457"/>
                  </a:cubicBezTo>
                  <a:cubicBezTo>
                    <a:pt x="4972" y="15852"/>
                    <a:pt x="5031" y="15968"/>
                    <a:pt x="5483" y="16146"/>
                  </a:cubicBezTo>
                  <a:cubicBezTo>
                    <a:pt x="6089" y="16384"/>
                    <a:pt x="6141" y="16538"/>
                    <a:pt x="6036" y="16811"/>
                  </a:cubicBezTo>
                  <a:cubicBezTo>
                    <a:pt x="6019" y="16857"/>
                    <a:pt x="6047" y="16899"/>
                    <a:pt x="6099" y="16955"/>
                  </a:cubicBezTo>
                  <a:lnTo>
                    <a:pt x="6124" y="16983"/>
                  </a:lnTo>
                  <a:cubicBezTo>
                    <a:pt x="6183" y="17043"/>
                    <a:pt x="6243" y="17109"/>
                    <a:pt x="6232" y="17193"/>
                  </a:cubicBezTo>
                  <a:cubicBezTo>
                    <a:pt x="6222" y="17256"/>
                    <a:pt x="6183" y="17312"/>
                    <a:pt x="6124" y="17344"/>
                  </a:cubicBezTo>
                  <a:lnTo>
                    <a:pt x="6089" y="17368"/>
                  </a:lnTo>
                  <a:lnTo>
                    <a:pt x="6064" y="17386"/>
                  </a:lnTo>
                  <a:lnTo>
                    <a:pt x="6047" y="17400"/>
                  </a:lnTo>
                  <a:lnTo>
                    <a:pt x="6019" y="17417"/>
                  </a:lnTo>
                  <a:lnTo>
                    <a:pt x="6005" y="17428"/>
                  </a:lnTo>
                  <a:lnTo>
                    <a:pt x="5973" y="17452"/>
                  </a:lnTo>
                  <a:lnTo>
                    <a:pt x="5959" y="17459"/>
                  </a:lnTo>
                  <a:lnTo>
                    <a:pt x="5924" y="17484"/>
                  </a:lnTo>
                  <a:lnTo>
                    <a:pt x="5917" y="17491"/>
                  </a:lnTo>
                  <a:lnTo>
                    <a:pt x="5791" y="17582"/>
                  </a:lnTo>
                  <a:cubicBezTo>
                    <a:pt x="5812" y="17638"/>
                    <a:pt x="5875" y="17687"/>
                    <a:pt x="5952" y="17750"/>
                  </a:cubicBezTo>
                  <a:lnTo>
                    <a:pt x="5991" y="17781"/>
                  </a:lnTo>
                  <a:cubicBezTo>
                    <a:pt x="6026" y="17806"/>
                    <a:pt x="6047" y="17848"/>
                    <a:pt x="6043" y="17893"/>
                  </a:cubicBezTo>
                  <a:cubicBezTo>
                    <a:pt x="6033" y="17960"/>
                    <a:pt x="5963" y="17991"/>
                    <a:pt x="5903" y="18016"/>
                  </a:cubicBezTo>
                  <a:lnTo>
                    <a:pt x="5865" y="18033"/>
                  </a:lnTo>
                  <a:cubicBezTo>
                    <a:pt x="5928" y="18103"/>
                    <a:pt x="5921" y="18191"/>
                    <a:pt x="5917" y="18264"/>
                  </a:cubicBezTo>
                  <a:cubicBezTo>
                    <a:pt x="5910" y="18334"/>
                    <a:pt x="5907" y="18387"/>
                    <a:pt x="5949" y="18429"/>
                  </a:cubicBezTo>
                  <a:cubicBezTo>
                    <a:pt x="5986" y="18471"/>
                    <a:pt x="6040" y="18489"/>
                    <a:pt x="6097" y="18489"/>
                  </a:cubicBezTo>
                  <a:cubicBezTo>
                    <a:pt x="6177" y="18489"/>
                    <a:pt x="6265" y="18454"/>
                    <a:pt x="6330" y="18401"/>
                  </a:cubicBezTo>
                  <a:cubicBezTo>
                    <a:pt x="6358" y="18371"/>
                    <a:pt x="6395" y="18357"/>
                    <a:pt x="6432" y="18357"/>
                  </a:cubicBezTo>
                  <a:cubicBezTo>
                    <a:pt x="6467" y="18357"/>
                    <a:pt x="6501" y="18369"/>
                    <a:pt x="6530" y="18394"/>
                  </a:cubicBezTo>
                  <a:cubicBezTo>
                    <a:pt x="6614" y="18467"/>
                    <a:pt x="6642" y="18646"/>
                    <a:pt x="6551" y="18800"/>
                  </a:cubicBezTo>
                  <a:cubicBezTo>
                    <a:pt x="6505" y="18870"/>
                    <a:pt x="6544" y="18908"/>
                    <a:pt x="6561" y="18919"/>
                  </a:cubicBezTo>
                  <a:cubicBezTo>
                    <a:pt x="6576" y="18931"/>
                    <a:pt x="6593" y="18936"/>
                    <a:pt x="6610" y="18936"/>
                  </a:cubicBezTo>
                  <a:cubicBezTo>
                    <a:pt x="6633" y="18936"/>
                    <a:pt x="6657" y="18925"/>
                    <a:pt x="6673" y="18905"/>
                  </a:cubicBezTo>
                  <a:cubicBezTo>
                    <a:pt x="6698" y="18873"/>
                    <a:pt x="6736" y="18852"/>
                    <a:pt x="6778" y="18852"/>
                  </a:cubicBezTo>
                  <a:cubicBezTo>
                    <a:pt x="6781" y="18852"/>
                    <a:pt x="6784" y="18852"/>
                    <a:pt x="6787" y="18852"/>
                  </a:cubicBezTo>
                  <a:cubicBezTo>
                    <a:pt x="6886" y="18852"/>
                    <a:pt x="6988" y="18961"/>
                    <a:pt x="7086" y="19062"/>
                  </a:cubicBezTo>
                  <a:cubicBezTo>
                    <a:pt x="7121" y="19101"/>
                    <a:pt x="7160" y="19136"/>
                    <a:pt x="7205" y="19168"/>
                  </a:cubicBezTo>
                  <a:cubicBezTo>
                    <a:pt x="7293" y="19217"/>
                    <a:pt x="7394" y="19336"/>
                    <a:pt x="7366" y="19437"/>
                  </a:cubicBezTo>
                  <a:cubicBezTo>
                    <a:pt x="7359" y="19465"/>
                    <a:pt x="7328" y="19535"/>
                    <a:pt x="7209" y="19535"/>
                  </a:cubicBezTo>
                  <a:cubicBezTo>
                    <a:pt x="7156" y="19535"/>
                    <a:pt x="7146" y="19588"/>
                    <a:pt x="7142" y="19623"/>
                  </a:cubicBezTo>
                  <a:cubicBezTo>
                    <a:pt x="7142" y="19679"/>
                    <a:pt x="7167" y="19731"/>
                    <a:pt x="7191" y="19731"/>
                  </a:cubicBezTo>
                  <a:cubicBezTo>
                    <a:pt x="7373" y="19749"/>
                    <a:pt x="7373" y="19955"/>
                    <a:pt x="7370" y="20064"/>
                  </a:cubicBezTo>
                  <a:lnTo>
                    <a:pt x="7370" y="20085"/>
                  </a:lnTo>
                  <a:cubicBezTo>
                    <a:pt x="7401" y="20143"/>
                    <a:pt x="7660" y="20253"/>
                    <a:pt x="7811" y="20253"/>
                  </a:cubicBezTo>
                  <a:cubicBezTo>
                    <a:pt x="7832" y="20253"/>
                    <a:pt x="7851" y="20251"/>
                    <a:pt x="7867" y="20246"/>
                  </a:cubicBezTo>
                  <a:cubicBezTo>
                    <a:pt x="7896" y="20237"/>
                    <a:pt x="7924" y="20233"/>
                    <a:pt x="7951" y="20233"/>
                  </a:cubicBezTo>
                  <a:cubicBezTo>
                    <a:pt x="8111" y="20233"/>
                    <a:pt x="8247" y="20371"/>
                    <a:pt x="8322" y="20508"/>
                  </a:cubicBezTo>
                  <a:cubicBezTo>
                    <a:pt x="8354" y="20564"/>
                    <a:pt x="8452" y="20620"/>
                    <a:pt x="8553" y="20641"/>
                  </a:cubicBezTo>
                  <a:cubicBezTo>
                    <a:pt x="8573" y="20649"/>
                    <a:pt x="8594" y="20653"/>
                    <a:pt x="8615" y="20653"/>
                  </a:cubicBezTo>
                  <a:cubicBezTo>
                    <a:pt x="8643" y="20653"/>
                    <a:pt x="8671" y="20646"/>
                    <a:pt x="8697" y="20634"/>
                  </a:cubicBezTo>
                  <a:cubicBezTo>
                    <a:pt x="8720" y="20612"/>
                    <a:pt x="8750" y="20601"/>
                    <a:pt x="8780" y="20601"/>
                  </a:cubicBezTo>
                  <a:cubicBezTo>
                    <a:pt x="8796" y="20601"/>
                    <a:pt x="8812" y="20604"/>
                    <a:pt x="8826" y="20610"/>
                  </a:cubicBezTo>
                  <a:cubicBezTo>
                    <a:pt x="8949" y="20659"/>
                    <a:pt x="8994" y="20900"/>
                    <a:pt x="9008" y="21005"/>
                  </a:cubicBezTo>
                  <a:cubicBezTo>
                    <a:pt x="9012" y="21026"/>
                    <a:pt x="9019" y="21033"/>
                    <a:pt x="9022" y="21033"/>
                  </a:cubicBezTo>
                  <a:cubicBezTo>
                    <a:pt x="9035" y="21042"/>
                    <a:pt x="9056" y="21046"/>
                    <a:pt x="9082" y="21046"/>
                  </a:cubicBezTo>
                  <a:cubicBezTo>
                    <a:pt x="9127" y="21046"/>
                    <a:pt x="9185" y="21035"/>
                    <a:pt x="9232" y="21026"/>
                  </a:cubicBezTo>
                  <a:cubicBezTo>
                    <a:pt x="9278" y="21019"/>
                    <a:pt x="9313" y="21012"/>
                    <a:pt x="9351" y="21009"/>
                  </a:cubicBezTo>
                  <a:cubicBezTo>
                    <a:pt x="9359" y="21008"/>
                    <a:pt x="9366" y="21008"/>
                    <a:pt x="9373" y="21008"/>
                  </a:cubicBezTo>
                  <a:cubicBezTo>
                    <a:pt x="9463" y="21008"/>
                    <a:pt x="9531" y="21069"/>
                    <a:pt x="9586" y="21117"/>
                  </a:cubicBezTo>
                  <a:cubicBezTo>
                    <a:pt x="9607" y="21135"/>
                    <a:pt x="9645" y="21170"/>
                    <a:pt x="9659" y="21170"/>
                  </a:cubicBezTo>
                  <a:cubicBezTo>
                    <a:pt x="9690" y="21158"/>
                    <a:pt x="9718" y="21153"/>
                    <a:pt x="9744" y="21153"/>
                  </a:cubicBezTo>
                  <a:cubicBezTo>
                    <a:pt x="9898" y="21153"/>
                    <a:pt x="9980" y="21338"/>
                    <a:pt x="10055" y="21499"/>
                  </a:cubicBezTo>
                  <a:cubicBezTo>
                    <a:pt x="10083" y="21562"/>
                    <a:pt x="10111" y="21625"/>
                    <a:pt x="10143" y="21678"/>
                  </a:cubicBezTo>
                  <a:lnTo>
                    <a:pt x="25119" y="21597"/>
                  </a:lnTo>
                  <a:cubicBezTo>
                    <a:pt x="25130" y="21492"/>
                    <a:pt x="25158" y="21363"/>
                    <a:pt x="25245" y="21321"/>
                  </a:cubicBezTo>
                  <a:cubicBezTo>
                    <a:pt x="25264" y="21312"/>
                    <a:pt x="25284" y="21308"/>
                    <a:pt x="25305" y="21308"/>
                  </a:cubicBezTo>
                  <a:cubicBezTo>
                    <a:pt x="25342" y="21308"/>
                    <a:pt x="25380" y="21322"/>
                    <a:pt x="25410" y="21349"/>
                  </a:cubicBezTo>
                  <a:cubicBezTo>
                    <a:pt x="25515" y="21426"/>
                    <a:pt x="25529" y="21534"/>
                    <a:pt x="25536" y="21611"/>
                  </a:cubicBezTo>
                  <a:cubicBezTo>
                    <a:pt x="25543" y="21699"/>
                    <a:pt x="25550" y="21734"/>
                    <a:pt x="25620" y="21758"/>
                  </a:cubicBezTo>
                  <a:cubicBezTo>
                    <a:pt x="25686" y="21786"/>
                    <a:pt x="25753" y="21818"/>
                    <a:pt x="25819" y="21853"/>
                  </a:cubicBezTo>
                  <a:cubicBezTo>
                    <a:pt x="25896" y="21891"/>
                    <a:pt x="25967" y="21927"/>
                    <a:pt x="26015" y="21927"/>
                  </a:cubicBezTo>
                  <a:cubicBezTo>
                    <a:pt x="26024" y="21927"/>
                    <a:pt x="26033" y="21925"/>
                    <a:pt x="26040" y="21923"/>
                  </a:cubicBezTo>
                  <a:cubicBezTo>
                    <a:pt x="26054" y="21916"/>
                    <a:pt x="26075" y="21905"/>
                    <a:pt x="26092" y="21895"/>
                  </a:cubicBezTo>
                  <a:cubicBezTo>
                    <a:pt x="26155" y="21862"/>
                    <a:pt x="26246" y="21815"/>
                    <a:pt x="26347" y="21815"/>
                  </a:cubicBezTo>
                  <a:cubicBezTo>
                    <a:pt x="26433" y="21815"/>
                    <a:pt x="26526" y="21849"/>
                    <a:pt x="26618" y="21954"/>
                  </a:cubicBezTo>
                  <a:cubicBezTo>
                    <a:pt x="26663" y="22018"/>
                    <a:pt x="26734" y="22055"/>
                    <a:pt x="26809" y="22055"/>
                  </a:cubicBezTo>
                  <a:cubicBezTo>
                    <a:pt x="26821" y="22055"/>
                    <a:pt x="26833" y="22054"/>
                    <a:pt x="26845" y="22052"/>
                  </a:cubicBezTo>
                  <a:cubicBezTo>
                    <a:pt x="26859" y="22052"/>
                    <a:pt x="26873" y="22051"/>
                    <a:pt x="26887" y="22051"/>
                  </a:cubicBezTo>
                  <a:cubicBezTo>
                    <a:pt x="26948" y="22051"/>
                    <a:pt x="27016" y="22063"/>
                    <a:pt x="27073" y="22136"/>
                  </a:cubicBezTo>
                  <a:cubicBezTo>
                    <a:pt x="27080" y="22147"/>
                    <a:pt x="27090" y="22157"/>
                    <a:pt x="27101" y="22168"/>
                  </a:cubicBezTo>
                  <a:cubicBezTo>
                    <a:pt x="27153" y="22231"/>
                    <a:pt x="27227" y="22273"/>
                    <a:pt x="27311" y="22283"/>
                  </a:cubicBezTo>
                  <a:cubicBezTo>
                    <a:pt x="27360" y="22280"/>
                    <a:pt x="27409" y="22255"/>
                    <a:pt x="27437" y="22217"/>
                  </a:cubicBezTo>
                  <a:cubicBezTo>
                    <a:pt x="27444" y="22206"/>
                    <a:pt x="27454" y="22196"/>
                    <a:pt x="27465" y="22189"/>
                  </a:cubicBezTo>
                  <a:lnTo>
                    <a:pt x="27468" y="22185"/>
                  </a:lnTo>
                  <a:cubicBezTo>
                    <a:pt x="27475" y="22178"/>
                    <a:pt x="27486" y="22171"/>
                    <a:pt x="27496" y="22168"/>
                  </a:cubicBezTo>
                  <a:lnTo>
                    <a:pt x="27503" y="22164"/>
                  </a:lnTo>
                  <a:cubicBezTo>
                    <a:pt x="27514" y="22161"/>
                    <a:pt x="27521" y="22157"/>
                    <a:pt x="27531" y="22154"/>
                  </a:cubicBezTo>
                  <a:lnTo>
                    <a:pt x="27545" y="22150"/>
                  </a:lnTo>
                  <a:cubicBezTo>
                    <a:pt x="27552" y="22147"/>
                    <a:pt x="27563" y="22143"/>
                    <a:pt x="27573" y="22143"/>
                  </a:cubicBezTo>
                  <a:lnTo>
                    <a:pt x="27587" y="22143"/>
                  </a:lnTo>
                  <a:cubicBezTo>
                    <a:pt x="27598" y="22143"/>
                    <a:pt x="27608" y="22140"/>
                    <a:pt x="27615" y="22140"/>
                  </a:cubicBezTo>
                  <a:lnTo>
                    <a:pt x="27713" y="22140"/>
                  </a:lnTo>
                  <a:lnTo>
                    <a:pt x="27748" y="22143"/>
                  </a:lnTo>
                  <a:lnTo>
                    <a:pt x="27769" y="22147"/>
                  </a:lnTo>
                  <a:lnTo>
                    <a:pt x="27811" y="22154"/>
                  </a:lnTo>
                  <a:lnTo>
                    <a:pt x="27822" y="22154"/>
                  </a:lnTo>
                  <a:lnTo>
                    <a:pt x="27878" y="22168"/>
                  </a:lnTo>
                  <a:lnTo>
                    <a:pt x="27881" y="22168"/>
                  </a:lnTo>
                  <a:cubicBezTo>
                    <a:pt x="28007" y="22199"/>
                    <a:pt x="28133" y="22241"/>
                    <a:pt x="28256" y="22290"/>
                  </a:cubicBezTo>
                  <a:cubicBezTo>
                    <a:pt x="28347" y="22203"/>
                    <a:pt x="28431" y="22108"/>
                    <a:pt x="28508" y="22007"/>
                  </a:cubicBezTo>
                  <a:cubicBezTo>
                    <a:pt x="28662" y="21814"/>
                    <a:pt x="28806" y="21632"/>
                    <a:pt x="28984" y="21632"/>
                  </a:cubicBezTo>
                  <a:cubicBezTo>
                    <a:pt x="29103" y="21632"/>
                    <a:pt x="30150" y="21646"/>
                    <a:pt x="30213" y="22175"/>
                  </a:cubicBezTo>
                  <a:cubicBezTo>
                    <a:pt x="30230" y="22318"/>
                    <a:pt x="30300" y="22329"/>
                    <a:pt x="30447" y="22332"/>
                  </a:cubicBezTo>
                  <a:cubicBezTo>
                    <a:pt x="30573" y="22332"/>
                    <a:pt x="30763" y="22339"/>
                    <a:pt x="30798" y="22584"/>
                  </a:cubicBezTo>
                  <a:cubicBezTo>
                    <a:pt x="30815" y="22735"/>
                    <a:pt x="30899" y="22875"/>
                    <a:pt x="30976" y="23001"/>
                  </a:cubicBezTo>
                  <a:cubicBezTo>
                    <a:pt x="31053" y="23123"/>
                    <a:pt x="31116" y="23225"/>
                    <a:pt x="31109" y="23327"/>
                  </a:cubicBezTo>
                  <a:lnTo>
                    <a:pt x="31116" y="23330"/>
                  </a:lnTo>
                  <a:lnTo>
                    <a:pt x="31158" y="23358"/>
                  </a:lnTo>
                  <a:lnTo>
                    <a:pt x="31172" y="23365"/>
                  </a:lnTo>
                  <a:lnTo>
                    <a:pt x="31225" y="23404"/>
                  </a:lnTo>
                  <a:lnTo>
                    <a:pt x="31239" y="23411"/>
                  </a:lnTo>
                  <a:lnTo>
                    <a:pt x="31288" y="23446"/>
                  </a:lnTo>
                  <a:lnTo>
                    <a:pt x="31302" y="23456"/>
                  </a:lnTo>
                  <a:lnTo>
                    <a:pt x="31358" y="23498"/>
                  </a:lnTo>
                  <a:lnTo>
                    <a:pt x="31365" y="23505"/>
                  </a:lnTo>
                  <a:cubicBezTo>
                    <a:pt x="31402" y="23497"/>
                    <a:pt x="31448" y="23494"/>
                    <a:pt x="31499" y="23494"/>
                  </a:cubicBezTo>
                  <a:cubicBezTo>
                    <a:pt x="31704" y="23494"/>
                    <a:pt x="31998" y="23551"/>
                    <a:pt x="32208" y="23624"/>
                  </a:cubicBezTo>
                  <a:cubicBezTo>
                    <a:pt x="32276" y="23650"/>
                    <a:pt x="32357" y="23657"/>
                    <a:pt x="32441" y="23657"/>
                  </a:cubicBezTo>
                  <a:cubicBezTo>
                    <a:pt x="32493" y="23657"/>
                    <a:pt x="32545" y="23655"/>
                    <a:pt x="32597" y="23652"/>
                  </a:cubicBezTo>
                  <a:cubicBezTo>
                    <a:pt x="32650" y="23649"/>
                    <a:pt x="32704" y="23646"/>
                    <a:pt x="32759" y="23646"/>
                  </a:cubicBezTo>
                  <a:cubicBezTo>
                    <a:pt x="32964" y="23646"/>
                    <a:pt x="33166" y="23688"/>
                    <a:pt x="33266" y="23929"/>
                  </a:cubicBezTo>
                  <a:cubicBezTo>
                    <a:pt x="33322" y="24055"/>
                    <a:pt x="33388" y="24174"/>
                    <a:pt x="33465" y="24289"/>
                  </a:cubicBezTo>
                  <a:cubicBezTo>
                    <a:pt x="33574" y="24454"/>
                    <a:pt x="33651" y="24576"/>
                    <a:pt x="33602" y="24674"/>
                  </a:cubicBezTo>
                  <a:cubicBezTo>
                    <a:pt x="33563" y="24751"/>
                    <a:pt x="33469" y="24765"/>
                    <a:pt x="33402" y="24772"/>
                  </a:cubicBezTo>
                  <a:cubicBezTo>
                    <a:pt x="33394" y="24773"/>
                    <a:pt x="33385" y="24773"/>
                    <a:pt x="33376" y="24773"/>
                  </a:cubicBezTo>
                  <a:cubicBezTo>
                    <a:pt x="33213" y="24773"/>
                    <a:pt x="33041" y="24681"/>
                    <a:pt x="32905" y="24604"/>
                  </a:cubicBezTo>
                  <a:cubicBezTo>
                    <a:pt x="32856" y="24580"/>
                    <a:pt x="32810" y="24555"/>
                    <a:pt x="32761" y="24534"/>
                  </a:cubicBezTo>
                  <a:lnTo>
                    <a:pt x="32761" y="24534"/>
                  </a:lnTo>
                  <a:cubicBezTo>
                    <a:pt x="32775" y="24622"/>
                    <a:pt x="32744" y="24713"/>
                    <a:pt x="32674" y="24769"/>
                  </a:cubicBezTo>
                  <a:cubicBezTo>
                    <a:pt x="32632" y="24814"/>
                    <a:pt x="32590" y="24853"/>
                    <a:pt x="32590" y="25021"/>
                  </a:cubicBezTo>
                  <a:cubicBezTo>
                    <a:pt x="32590" y="25319"/>
                    <a:pt x="32429" y="25746"/>
                    <a:pt x="32264" y="25886"/>
                  </a:cubicBezTo>
                  <a:cubicBezTo>
                    <a:pt x="32240" y="25907"/>
                    <a:pt x="32212" y="25924"/>
                    <a:pt x="32180" y="25931"/>
                  </a:cubicBezTo>
                  <a:cubicBezTo>
                    <a:pt x="32180" y="25945"/>
                    <a:pt x="32177" y="25956"/>
                    <a:pt x="32177" y="25970"/>
                  </a:cubicBezTo>
                  <a:lnTo>
                    <a:pt x="32177" y="25973"/>
                  </a:lnTo>
                  <a:lnTo>
                    <a:pt x="32177" y="26012"/>
                  </a:lnTo>
                  <a:lnTo>
                    <a:pt x="32177" y="26026"/>
                  </a:lnTo>
                  <a:cubicBezTo>
                    <a:pt x="32177" y="26040"/>
                    <a:pt x="32177" y="26054"/>
                    <a:pt x="32177" y="26064"/>
                  </a:cubicBezTo>
                  <a:lnTo>
                    <a:pt x="32177" y="26071"/>
                  </a:lnTo>
                  <a:cubicBezTo>
                    <a:pt x="32180" y="26085"/>
                    <a:pt x="32184" y="26099"/>
                    <a:pt x="32187" y="26113"/>
                  </a:cubicBezTo>
                  <a:cubicBezTo>
                    <a:pt x="32187" y="26117"/>
                    <a:pt x="32187" y="26120"/>
                    <a:pt x="32187" y="26124"/>
                  </a:cubicBezTo>
                  <a:cubicBezTo>
                    <a:pt x="32191" y="26138"/>
                    <a:pt x="32194" y="26148"/>
                    <a:pt x="32201" y="26159"/>
                  </a:cubicBezTo>
                  <a:lnTo>
                    <a:pt x="32205" y="26169"/>
                  </a:lnTo>
                  <a:cubicBezTo>
                    <a:pt x="32208" y="26180"/>
                    <a:pt x="32215" y="26190"/>
                    <a:pt x="32222" y="26204"/>
                  </a:cubicBezTo>
                  <a:lnTo>
                    <a:pt x="32254" y="26180"/>
                  </a:lnTo>
                  <a:cubicBezTo>
                    <a:pt x="32436" y="26042"/>
                    <a:pt x="32656" y="25878"/>
                    <a:pt x="32866" y="25878"/>
                  </a:cubicBezTo>
                  <a:cubicBezTo>
                    <a:pt x="32874" y="25878"/>
                    <a:pt x="32883" y="25878"/>
                    <a:pt x="32891" y="25879"/>
                  </a:cubicBezTo>
                  <a:cubicBezTo>
                    <a:pt x="33017" y="25886"/>
                    <a:pt x="33136" y="25917"/>
                    <a:pt x="33248" y="25966"/>
                  </a:cubicBezTo>
                  <a:cubicBezTo>
                    <a:pt x="33316" y="25994"/>
                    <a:pt x="33366" y="26015"/>
                    <a:pt x="33416" y="26015"/>
                  </a:cubicBezTo>
                  <a:cubicBezTo>
                    <a:pt x="33458" y="26015"/>
                    <a:pt x="33501" y="26000"/>
                    <a:pt x="33556" y="25963"/>
                  </a:cubicBezTo>
                  <a:cubicBezTo>
                    <a:pt x="33598" y="25931"/>
                    <a:pt x="33640" y="25903"/>
                    <a:pt x="33672" y="25879"/>
                  </a:cubicBezTo>
                  <a:cubicBezTo>
                    <a:pt x="33765" y="25809"/>
                    <a:pt x="33819" y="25768"/>
                    <a:pt x="33873" y="25768"/>
                  </a:cubicBezTo>
                  <a:cubicBezTo>
                    <a:pt x="33884" y="25768"/>
                    <a:pt x="33895" y="25770"/>
                    <a:pt x="33906" y="25774"/>
                  </a:cubicBezTo>
                  <a:cubicBezTo>
                    <a:pt x="33938" y="25784"/>
                    <a:pt x="33966" y="25809"/>
                    <a:pt x="33980" y="25840"/>
                  </a:cubicBezTo>
                  <a:lnTo>
                    <a:pt x="33983" y="25837"/>
                  </a:lnTo>
                  <a:lnTo>
                    <a:pt x="33997" y="25826"/>
                  </a:lnTo>
                  <a:lnTo>
                    <a:pt x="34001" y="25823"/>
                  </a:lnTo>
                  <a:lnTo>
                    <a:pt x="34008" y="25816"/>
                  </a:lnTo>
                  <a:lnTo>
                    <a:pt x="34011" y="25812"/>
                  </a:lnTo>
                  <a:lnTo>
                    <a:pt x="34015" y="25809"/>
                  </a:lnTo>
                  <a:lnTo>
                    <a:pt x="34015" y="25805"/>
                  </a:lnTo>
                  <a:lnTo>
                    <a:pt x="34015" y="25788"/>
                  </a:lnTo>
                  <a:lnTo>
                    <a:pt x="34015" y="25784"/>
                  </a:lnTo>
                  <a:lnTo>
                    <a:pt x="34015" y="25760"/>
                  </a:lnTo>
                  <a:lnTo>
                    <a:pt x="34015" y="25749"/>
                  </a:lnTo>
                  <a:cubicBezTo>
                    <a:pt x="34015" y="25739"/>
                    <a:pt x="34015" y="25728"/>
                    <a:pt x="34011" y="25721"/>
                  </a:cubicBezTo>
                  <a:lnTo>
                    <a:pt x="34011" y="25714"/>
                  </a:lnTo>
                  <a:cubicBezTo>
                    <a:pt x="34011" y="25700"/>
                    <a:pt x="34008" y="25686"/>
                    <a:pt x="34004" y="25672"/>
                  </a:cubicBezTo>
                  <a:lnTo>
                    <a:pt x="34004" y="25669"/>
                  </a:lnTo>
                  <a:cubicBezTo>
                    <a:pt x="33942" y="25678"/>
                    <a:pt x="33888" y="25685"/>
                    <a:pt x="33840" y="25685"/>
                  </a:cubicBezTo>
                  <a:cubicBezTo>
                    <a:pt x="33731" y="25685"/>
                    <a:pt x="33658" y="25647"/>
                    <a:pt x="33602" y="25508"/>
                  </a:cubicBezTo>
                  <a:cubicBezTo>
                    <a:pt x="33577" y="25441"/>
                    <a:pt x="33591" y="25368"/>
                    <a:pt x="33637" y="25319"/>
                  </a:cubicBezTo>
                  <a:cubicBezTo>
                    <a:pt x="33787" y="25122"/>
                    <a:pt x="34316" y="24972"/>
                    <a:pt x="34669" y="24972"/>
                  </a:cubicBezTo>
                  <a:cubicBezTo>
                    <a:pt x="34712" y="24972"/>
                    <a:pt x="34752" y="24974"/>
                    <a:pt x="34788" y="24979"/>
                  </a:cubicBezTo>
                  <a:cubicBezTo>
                    <a:pt x="34818" y="24983"/>
                    <a:pt x="34847" y="24985"/>
                    <a:pt x="34875" y="24985"/>
                  </a:cubicBezTo>
                  <a:cubicBezTo>
                    <a:pt x="34999" y="24985"/>
                    <a:pt x="35109" y="24951"/>
                    <a:pt x="35209" y="24919"/>
                  </a:cubicBezTo>
                  <a:cubicBezTo>
                    <a:pt x="35283" y="24895"/>
                    <a:pt x="35356" y="24873"/>
                    <a:pt x="35422" y="24873"/>
                  </a:cubicBezTo>
                  <a:cubicBezTo>
                    <a:pt x="35462" y="24873"/>
                    <a:pt x="35500" y="24881"/>
                    <a:pt x="35534" y="24902"/>
                  </a:cubicBezTo>
                  <a:lnTo>
                    <a:pt x="35545" y="24895"/>
                  </a:lnTo>
                  <a:lnTo>
                    <a:pt x="35562" y="24877"/>
                  </a:lnTo>
                  <a:lnTo>
                    <a:pt x="35601" y="24846"/>
                  </a:lnTo>
                  <a:lnTo>
                    <a:pt x="35618" y="24832"/>
                  </a:lnTo>
                  <a:lnTo>
                    <a:pt x="35650" y="24800"/>
                  </a:lnTo>
                  <a:lnTo>
                    <a:pt x="35671" y="24786"/>
                  </a:lnTo>
                  <a:lnTo>
                    <a:pt x="35699" y="24762"/>
                  </a:lnTo>
                  <a:lnTo>
                    <a:pt x="35720" y="24744"/>
                  </a:lnTo>
                  <a:lnTo>
                    <a:pt x="35744" y="24720"/>
                  </a:lnTo>
                  <a:lnTo>
                    <a:pt x="35762" y="24706"/>
                  </a:lnTo>
                  <a:lnTo>
                    <a:pt x="35786" y="24685"/>
                  </a:lnTo>
                  <a:lnTo>
                    <a:pt x="35807" y="24667"/>
                  </a:lnTo>
                  <a:lnTo>
                    <a:pt x="35828" y="24650"/>
                  </a:lnTo>
                  <a:lnTo>
                    <a:pt x="35846" y="24636"/>
                  </a:lnTo>
                  <a:lnTo>
                    <a:pt x="35867" y="24618"/>
                  </a:lnTo>
                  <a:lnTo>
                    <a:pt x="35884" y="24604"/>
                  </a:lnTo>
                  <a:lnTo>
                    <a:pt x="35902" y="24590"/>
                  </a:lnTo>
                  <a:lnTo>
                    <a:pt x="35919" y="24576"/>
                  </a:lnTo>
                  <a:lnTo>
                    <a:pt x="35937" y="24562"/>
                  </a:lnTo>
                  <a:lnTo>
                    <a:pt x="35951" y="24552"/>
                  </a:lnTo>
                  <a:lnTo>
                    <a:pt x="35968" y="24538"/>
                  </a:lnTo>
                  <a:lnTo>
                    <a:pt x="35982" y="24527"/>
                  </a:lnTo>
                  <a:lnTo>
                    <a:pt x="35996" y="24517"/>
                  </a:lnTo>
                  <a:lnTo>
                    <a:pt x="36010" y="24506"/>
                  </a:lnTo>
                  <a:lnTo>
                    <a:pt x="36024" y="24496"/>
                  </a:lnTo>
                  <a:lnTo>
                    <a:pt x="36038" y="24489"/>
                  </a:lnTo>
                  <a:lnTo>
                    <a:pt x="36049" y="24478"/>
                  </a:lnTo>
                  <a:lnTo>
                    <a:pt x="36059" y="24471"/>
                  </a:lnTo>
                  <a:lnTo>
                    <a:pt x="36073" y="24461"/>
                  </a:lnTo>
                  <a:lnTo>
                    <a:pt x="36084" y="24454"/>
                  </a:lnTo>
                  <a:lnTo>
                    <a:pt x="36094" y="24447"/>
                  </a:lnTo>
                  <a:lnTo>
                    <a:pt x="36105" y="24440"/>
                  </a:lnTo>
                  <a:lnTo>
                    <a:pt x="36115" y="24433"/>
                  </a:lnTo>
                  <a:lnTo>
                    <a:pt x="36122" y="24429"/>
                  </a:lnTo>
                  <a:lnTo>
                    <a:pt x="36133" y="24422"/>
                  </a:lnTo>
                  <a:lnTo>
                    <a:pt x="36140" y="24419"/>
                  </a:lnTo>
                  <a:lnTo>
                    <a:pt x="36150" y="24412"/>
                  </a:lnTo>
                  <a:lnTo>
                    <a:pt x="36157" y="24408"/>
                  </a:lnTo>
                  <a:lnTo>
                    <a:pt x="36164" y="24405"/>
                  </a:lnTo>
                  <a:lnTo>
                    <a:pt x="36171" y="24401"/>
                  </a:lnTo>
                  <a:lnTo>
                    <a:pt x="36178" y="24398"/>
                  </a:lnTo>
                  <a:lnTo>
                    <a:pt x="36185" y="24394"/>
                  </a:lnTo>
                  <a:lnTo>
                    <a:pt x="36192" y="24391"/>
                  </a:lnTo>
                  <a:lnTo>
                    <a:pt x="36199" y="24387"/>
                  </a:lnTo>
                  <a:lnTo>
                    <a:pt x="36266" y="24387"/>
                  </a:lnTo>
                  <a:cubicBezTo>
                    <a:pt x="36402" y="24387"/>
                    <a:pt x="37936" y="24370"/>
                    <a:pt x="38125" y="24370"/>
                  </a:cubicBezTo>
                  <a:cubicBezTo>
                    <a:pt x="38216" y="24310"/>
                    <a:pt x="38692" y="23988"/>
                    <a:pt x="38758" y="23708"/>
                  </a:cubicBezTo>
                  <a:cubicBezTo>
                    <a:pt x="38814" y="23467"/>
                    <a:pt x="39060" y="22892"/>
                    <a:pt x="39305" y="22717"/>
                  </a:cubicBezTo>
                  <a:cubicBezTo>
                    <a:pt x="39329" y="22700"/>
                    <a:pt x="39354" y="22686"/>
                    <a:pt x="39382" y="22675"/>
                  </a:cubicBezTo>
                  <a:cubicBezTo>
                    <a:pt x="39403" y="22667"/>
                    <a:pt x="39425" y="22662"/>
                    <a:pt x="39447" y="22662"/>
                  </a:cubicBezTo>
                  <a:cubicBezTo>
                    <a:pt x="39486" y="22662"/>
                    <a:pt x="39525" y="22676"/>
                    <a:pt x="39557" y="22703"/>
                  </a:cubicBezTo>
                  <a:cubicBezTo>
                    <a:pt x="39655" y="22780"/>
                    <a:pt x="39819" y="22791"/>
                    <a:pt x="39963" y="22798"/>
                  </a:cubicBezTo>
                  <a:cubicBezTo>
                    <a:pt x="40008" y="22801"/>
                    <a:pt x="40047" y="22805"/>
                    <a:pt x="40085" y="22808"/>
                  </a:cubicBezTo>
                  <a:cubicBezTo>
                    <a:pt x="40113" y="22812"/>
                    <a:pt x="40141" y="22819"/>
                    <a:pt x="40169" y="22822"/>
                  </a:cubicBezTo>
                  <a:cubicBezTo>
                    <a:pt x="40183" y="22826"/>
                    <a:pt x="40197" y="22833"/>
                    <a:pt x="40208" y="22836"/>
                  </a:cubicBezTo>
                  <a:lnTo>
                    <a:pt x="40215" y="22840"/>
                  </a:lnTo>
                  <a:lnTo>
                    <a:pt x="40229" y="22847"/>
                  </a:lnTo>
                  <a:lnTo>
                    <a:pt x="40236" y="22850"/>
                  </a:lnTo>
                  <a:cubicBezTo>
                    <a:pt x="40243" y="22854"/>
                    <a:pt x="40250" y="22857"/>
                    <a:pt x="40253" y="22861"/>
                  </a:cubicBezTo>
                  <a:cubicBezTo>
                    <a:pt x="40285" y="22885"/>
                    <a:pt x="40302" y="22917"/>
                    <a:pt x="40306" y="22955"/>
                  </a:cubicBezTo>
                  <a:cubicBezTo>
                    <a:pt x="40309" y="22994"/>
                    <a:pt x="40306" y="23032"/>
                    <a:pt x="40302" y="23074"/>
                  </a:cubicBezTo>
                  <a:lnTo>
                    <a:pt x="40299" y="23106"/>
                  </a:lnTo>
                  <a:lnTo>
                    <a:pt x="40299" y="23116"/>
                  </a:lnTo>
                  <a:lnTo>
                    <a:pt x="40299" y="23130"/>
                  </a:lnTo>
                  <a:lnTo>
                    <a:pt x="40299" y="23141"/>
                  </a:lnTo>
                  <a:lnTo>
                    <a:pt x="40299" y="23155"/>
                  </a:lnTo>
                  <a:lnTo>
                    <a:pt x="40299" y="23169"/>
                  </a:lnTo>
                  <a:lnTo>
                    <a:pt x="40299" y="23183"/>
                  </a:lnTo>
                  <a:lnTo>
                    <a:pt x="40299" y="23197"/>
                  </a:lnTo>
                  <a:lnTo>
                    <a:pt x="40299" y="23211"/>
                  </a:lnTo>
                  <a:lnTo>
                    <a:pt x="40299" y="23225"/>
                  </a:lnTo>
                  <a:lnTo>
                    <a:pt x="40299" y="23239"/>
                  </a:lnTo>
                  <a:lnTo>
                    <a:pt x="40299" y="23257"/>
                  </a:lnTo>
                  <a:lnTo>
                    <a:pt x="40299" y="23271"/>
                  </a:lnTo>
                  <a:lnTo>
                    <a:pt x="40299" y="23288"/>
                  </a:lnTo>
                  <a:lnTo>
                    <a:pt x="40299" y="23302"/>
                  </a:lnTo>
                  <a:lnTo>
                    <a:pt x="40299" y="23320"/>
                  </a:lnTo>
                  <a:lnTo>
                    <a:pt x="40299" y="23334"/>
                  </a:lnTo>
                  <a:lnTo>
                    <a:pt x="40299" y="23355"/>
                  </a:lnTo>
                  <a:lnTo>
                    <a:pt x="40299" y="23369"/>
                  </a:lnTo>
                  <a:lnTo>
                    <a:pt x="40299" y="23390"/>
                  </a:lnTo>
                  <a:lnTo>
                    <a:pt x="40299" y="23407"/>
                  </a:lnTo>
                  <a:lnTo>
                    <a:pt x="40299" y="23425"/>
                  </a:lnTo>
                  <a:lnTo>
                    <a:pt x="40299" y="23442"/>
                  </a:lnTo>
                  <a:cubicBezTo>
                    <a:pt x="40299" y="23449"/>
                    <a:pt x="40299" y="23456"/>
                    <a:pt x="40302" y="23463"/>
                  </a:cubicBezTo>
                  <a:lnTo>
                    <a:pt x="40306" y="23481"/>
                  </a:lnTo>
                  <a:lnTo>
                    <a:pt x="40309" y="23505"/>
                  </a:lnTo>
                  <a:lnTo>
                    <a:pt x="40313" y="23523"/>
                  </a:lnTo>
                  <a:lnTo>
                    <a:pt x="40316" y="23544"/>
                  </a:lnTo>
                  <a:lnTo>
                    <a:pt x="40320" y="23561"/>
                  </a:lnTo>
                  <a:lnTo>
                    <a:pt x="40323" y="23586"/>
                  </a:lnTo>
                  <a:lnTo>
                    <a:pt x="40327" y="23607"/>
                  </a:lnTo>
                  <a:lnTo>
                    <a:pt x="40334" y="23628"/>
                  </a:lnTo>
                  <a:lnTo>
                    <a:pt x="40341" y="23649"/>
                  </a:lnTo>
                  <a:lnTo>
                    <a:pt x="40344" y="23673"/>
                  </a:lnTo>
                  <a:lnTo>
                    <a:pt x="40351" y="23694"/>
                  </a:lnTo>
                  <a:lnTo>
                    <a:pt x="40358" y="23719"/>
                  </a:lnTo>
                  <a:lnTo>
                    <a:pt x="40365" y="23740"/>
                  </a:lnTo>
                  <a:lnTo>
                    <a:pt x="40376" y="23768"/>
                  </a:lnTo>
                  <a:lnTo>
                    <a:pt x="40383" y="23789"/>
                  </a:lnTo>
                  <a:lnTo>
                    <a:pt x="40390" y="23813"/>
                  </a:lnTo>
                  <a:lnTo>
                    <a:pt x="40400" y="23834"/>
                  </a:lnTo>
                  <a:lnTo>
                    <a:pt x="40411" y="23862"/>
                  </a:lnTo>
                  <a:lnTo>
                    <a:pt x="40418" y="23887"/>
                  </a:lnTo>
                  <a:lnTo>
                    <a:pt x="40432" y="23915"/>
                  </a:lnTo>
                  <a:lnTo>
                    <a:pt x="40442" y="23936"/>
                  </a:lnTo>
                  <a:lnTo>
                    <a:pt x="40456" y="23967"/>
                  </a:lnTo>
                  <a:lnTo>
                    <a:pt x="40467" y="23988"/>
                  </a:lnTo>
                  <a:lnTo>
                    <a:pt x="40481" y="24020"/>
                  </a:lnTo>
                  <a:lnTo>
                    <a:pt x="40491" y="24041"/>
                  </a:lnTo>
                  <a:lnTo>
                    <a:pt x="40509" y="24072"/>
                  </a:lnTo>
                  <a:lnTo>
                    <a:pt x="40523" y="24097"/>
                  </a:lnTo>
                  <a:lnTo>
                    <a:pt x="40540" y="24128"/>
                  </a:lnTo>
                  <a:lnTo>
                    <a:pt x="40554" y="24153"/>
                  </a:lnTo>
                  <a:lnTo>
                    <a:pt x="40572" y="24184"/>
                  </a:lnTo>
                  <a:lnTo>
                    <a:pt x="40586" y="24209"/>
                  </a:lnTo>
                  <a:lnTo>
                    <a:pt x="40607" y="24244"/>
                  </a:lnTo>
                  <a:lnTo>
                    <a:pt x="40624" y="24268"/>
                  </a:lnTo>
                  <a:lnTo>
                    <a:pt x="40645" y="24303"/>
                  </a:lnTo>
                  <a:lnTo>
                    <a:pt x="40663" y="24328"/>
                  </a:lnTo>
                  <a:lnTo>
                    <a:pt x="40687" y="24363"/>
                  </a:lnTo>
                  <a:lnTo>
                    <a:pt x="40705" y="24387"/>
                  </a:lnTo>
                  <a:lnTo>
                    <a:pt x="40712" y="24394"/>
                  </a:lnTo>
                  <a:cubicBezTo>
                    <a:pt x="40869" y="24299"/>
                    <a:pt x="41102" y="24177"/>
                    <a:pt x="41259" y="24177"/>
                  </a:cubicBezTo>
                  <a:cubicBezTo>
                    <a:pt x="41264" y="24177"/>
                    <a:pt x="41268" y="24177"/>
                    <a:pt x="41272" y="24177"/>
                  </a:cubicBezTo>
                  <a:cubicBezTo>
                    <a:pt x="41276" y="24177"/>
                    <a:pt x="41279" y="24178"/>
                    <a:pt x="41283" y="24178"/>
                  </a:cubicBezTo>
                  <a:cubicBezTo>
                    <a:pt x="41469" y="24178"/>
                    <a:pt x="41767" y="23915"/>
                    <a:pt x="41853" y="23750"/>
                  </a:cubicBezTo>
                  <a:cubicBezTo>
                    <a:pt x="41891" y="23678"/>
                    <a:pt x="41938" y="23663"/>
                    <a:pt x="41971" y="23663"/>
                  </a:cubicBezTo>
                  <a:cubicBezTo>
                    <a:pt x="41981" y="23663"/>
                    <a:pt x="41990" y="23664"/>
                    <a:pt x="41997" y="23666"/>
                  </a:cubicBezTo>
                  <a:cubicBezTo>
                    <a:pt x="42074" y="23684"/>
                    <a:pt x="42109" y="23775"/>
                    <a:pt x="42112" y="23852"/>
                  </a:cubicBezTo>
                  <a:cubicBezTo>
                    <a:pt x="42123" y="23939"/>
                    <a:pt x="42074" y="24023"/>
                    <a:pt x="41993" y="24062"/>
                  </a:cubicBezTo>
                  <a:cubicBezTo>
                    <a:pt x="42121" y="24115"/>
                    <a:pt x="42257" y="24140"/>
                    <a:pt x="42394" y="24140"/>
                  </a:cubicBezTo>
                  <a:cubicBezTo>
                    <a:pt x="42411" y="24140"/>
                    <a:pt x="42428" y="24139"/>
                    <a:pt x="42445" y="24139"/>
                  </a:cubicBezTo>
                  <a:cubicBezTo>
                    <a:pt x="42462" y="24138"/>
                    <a:pt x="42477" y="24138"/>
                    <a:pt x="42492" y="24138"/>
                  </a:cubicBezTo>
                  <a:cubicBezTo>
                    <a:pt x="42559" y="24138"/>
                    <a:pt x="42597" y="24147"/>
                    <a:pt x="42620" y="24184"/>
                  </a:cubicBezTo>
                  <a:cubicBezTo>
                    <a:pt x="42630" y="24205"/>
                    <a:pt x="42630" y="24233"/>
                    <a:pt x="42620" y="24254"/>
                  </a:cubicBezTo>
                  <a:cubicBezTo>
                    <a:pt x="42606" y="24275"/>
                    <a:pt x="42588" y="24307"/>
                    <a:pt x="42375" y="24349"/>
                  </a:cubicBezTo>
                  <a:cubicBezTo>
                    <a:pt x="42274" y="24368"/>
                    <a:pt x="42171" y="24381"/>
                    <a:pt x="42067" y="24381"/>
                  </a:cubicBezTo>
                  <a:cubicBezTo>
                    <a:pt x="42056" y="24381"/>
                    <a:pt x="42044" y="24381"/>
                    <a:pt x="42032" y="24380"/>
                  </a:cubicBezTo>
                  <a:cubicBezTo>
                    <a:pt x="42005" y="24379"/>
                    <a:pt x="41981" y="24378"/>
                    <a:pt x="41957" y="24378"/>
                  </a:cubicBezTo>
                  <a:cubicBezTo>
                    <a:pt x="41788" y="24378"/>
                    <a:pt x="41679" y="24426"/>
                    <a:pt x="41381" y="24727"/>
                  </a:cubicBezTo>
                  <a:cubicBezTo>
                    <a:pt x="41234" y="24870"/>
                    <a:pt x="41167" y="24975"/>
                    <a:pt x="41167" y="25042"/>
                  </a:cubicBezTo>
                  <a:cubicBezTo>
                    <a:pt x="41167" y="25105"/>
                    <a:pt x="41230" y="25161"/>
                    <a:pt x="41314" y="25234"/>
                  </a:cubicBezTo>
                  <a:cubicBezTo>
                    <a:pt x="41374" y="25288"/>
                    <a:pt x="41441" y="25314"/>
                    <a:pt x="41517" y="25314"/>
                  </a:cubicBezTo>
                  <a:cubicBezTo>
                    <a:pt x="41640" y="25314"/>
                    <a:pt x="41783" y="25243"/>
                    <a:pt x="41944" y="25101"/>
                  </a:cubicBezTo>
                  <a:cubicBezTo>
                    <a:pt x="42025" y="25031"/>
                    <a:pt x="42091" y="24951"/>
                    <a:pt x="42147" y="24863"/>
                  </a:cubicBezTo>
                  <a:cubicBezTo>
                    <a:pt x="42231" y="24743"/>
                    <a:pt x="42305" y="24639"/>
                    <a:pt x="42485" y="24639"/>
                  </a:cubicBezTo>
                  <a:cubicBezTo>
                    <a:pt x="42494" y="24639"/>
                    <a:pt x="42502" y="24639"/>
                    <a:pt x="42511" y="24639"/>
                  </a:cubicBezTo>
                  <a:cubicBezTo>
                    <a:pt x="42516" y="24639"/>
                    <a:pt x="42520" y="24640"/>
                    <a:pt x="42524" y="24640"/>
                  </a:cubicBezTo>
                  <a:cubicBezTo>
                    <a:pt x="42738" y="24640"/>
                    <a:pt x="43225" y="24476"/>
                    <a:pt x="43548" y="24370"/>
                  </a:cubicBezTo>
                  <a:cubicBezTo>
                    <a:pt x="43625" y="24342"/>
                    <a:pt x="43695" y="24321"/>
                    <a:pt x="43751" y="24303"/>
                  </a:cubicBezTo>
                  <a:cubicBezTo>
                    <a:pt x="43793" y="24289"/>
                    <a:pt x="43835" y="24272"/>
                    <a:pt x="43873" y="24247"/>
                  </a:cubicBezTo>
                  <a:cubicBezTo>
                    <a:pt x="43870" y="24240"/>
                    <a:pt x="43863" y="24230"/>
                    <a:pt x="43859" y="24223"/>
                  </a:cubicBezTo>
                  <a:cubicBezTo>
                    <a:pt x="43831" y="24181"/>
                    <a:pt x="43817" y="24135"/>
                    <a:pt x="43814" y="24086"/>
                  </a:cubicBezTo>
                  <a:cubicBezTo>
                    <a:pt x="43814" y="23960"/>
                    <a:pt x="43985" y="23922"/>
                    <a:pt x="44202" y="23880"/>
                  </a:cubicBezTo>
                  <a:cubicBezTo>
                    <a:pt x="44339" y="23848"/>
                    <a:pt x="44493" y="23817"/>
                    <a:pt x="44570" y="23764"/>
                  </a:cubicBezTo>
                  <a:cubicBezTo>
                    <a:pt x="44615" y="23736"/>
                    <a:pt x="44615" y="23719"/>
                    <a:pt x="44615" y="23719"/>
                  </a:cubicBezTo>
                  <a:cubicBezTo>
                    <a:pt x="44609" y="23698"/>
                    <a:pt x="44541" y="23662"/>
                    <a:pt x="44457" y="23662"/>
                  </a:cubicBezTo>
                  <a:cubicBezTo>
                    <a:pt x="44441" y="23662"/>
                    <a:pt x="44425" y="23663"/>
                    <a:pt x="44409" y="23666"/>
                  </a:cubicBezTo>
                  <a:cubicBezTo>
                    <a:pt x="44400" y="23668"/>
                    <a:pt x="44391" y="23669"/>
                    <a:pt x="44382" y="23669"/>
                  </a:cubicBezTo>
                  <a:cubicBezTo>
                    <a:pt x="44345" y="23669"/>
                    <a:pt x="44308" y="23652"/>
                    <a:pt x="44283" y="23624"/>
                  </a:cubicBezTo>
                  <a:cubicBezTo>
                    <a:pt x="44223" y="23554"/>
                    <a:pt x="44258" y="23442"/>
                    <a:pt x="44293" y="23320"/>
                  </a:cubicBezTo>
                  <a:cubicBezTo>
                    <a:pt x="44304" y="23295"/>
                    <a:pt x="44311" y="23271"/>
                    <a:pt x="44314" y="23250"/>
                  </a:cubicBezTo>
                  <a:lnTo>
                    <a:pt x="44314" y="23250"/>
                  </a:lnTo>
                  <a:cubicBezTo>
                    <a:pt x="44258" y="23271"/>
                    <a:pt x="44209" y="23299"/>
                    <a:pt x="44164" y="23337"/>
                  </a:cubicBezTo>
                  <a:cubicBezTo>
                    <a:pt x="44122" y="23362"/>
                    <a:pt x="44094" y="23400"/>
                    <a:pt x="44080" y="23446"/>
                  </a:cubicBezTo>
                  <a:cubicBezTo>
                    <a:pt x="44069" y="23565"/>
                    <a:pt x="43968" y="23635"/>
                    <a:pt x="43884" y="23691"/>
                  </a:cubicBezTo>
                  <a:cubicBezTo>
                    <a:pt x="43852" y="23708"/>
                    <a:pt x="43824" y="23733"/>
                    <a:pt x="43800" y="23761"/>
                  </a:cubicBezTo>
                  <a:cubicBezTo>
                    <a:pt x="43800" y="23922"/>
                    <a:pt x="43793" y="24002"/>
                    <a:pt x="43660" y="24013"/>
                  </a:cubicBezTo>
                  <a:cubicBezTo>
                    <a:pt x="43614" y="24016"/>
                    <a:pt x="43572" y="24027"/>
                    <a:pt x="43534" y="24048"/>
                  </a:cubicBezTo>
                  <a:cubicBezTo>
                    <a:pt x="43469" y="24080"/>
                    <a:pt x="43364" y="24094"/>
                    <a:pt x="43245" y="24094"/>
                  </a:cubicBezTo>
                  <a:cubicBezTo>
                    <a:pt x="43014" y="24094"/>
                    <a:pt x="42731" y="24041"/>
                    <a:pt x="42592" y="23967"/>
                  </a:cubicBezTo>
                  <a:cubicBezTo>
                    <a:pt x="42518" y="23929"/>
                    <a:pt x="42476" y="23880"/>
                    <a:pt x="42469" y="23827"/>
                  </a:cubicBezTo>
                  <a:cubicBezTo>
                    <a:pt x="42462" y="23785"/>
                    <a:pt x="42333" y="23722"/>
                    <a:pt x="42242" y="23677"/>
                  </a:cubicBezTo>
                  <a:cubicBezTo>
                    <a:pt x="42077" y="23593"/>
                    <a:pt x="41892" y="23502"/>
                    <a:pt x="41874" y="23341"/>
                  </a:cubicBezTo>
                  <a:cubicBezTo>
                    <a:pt x="41864" y="23278"/>
                    <a:pt x="41836" y="23214"/>
                    <a:pt x="41797" y="23165"/>
                  </a:cubicBezTo>
                  <a:cubicBezTo>
                    <a:pt x="41727" y="23060"/>
                    <a:pt x="41643" y="22934"/>
                    <a:pt x="41815" y="22735"/>
                  </a:cubicBezTo>
                  <a:cubicBezTo>
                    <a:pt x="41881" y="22658"/>
                    <a:pt x="41895" y="22598"/>
                    <a:pt x="41874" y="22577"/>
                  </a:cubicBezTo>
                  <a:cubicBezTo>
                    <a:pt x="41867" y="22570"/>
                    <a:pt x="41852" y="22566"/>
                    <a:pt x="41832" y="22566"/>
                  </a:cubicBezTo>
                  <a:cubicBezTo>
                    <a:pt x="41791" y="22566"/>
                    <a:pt x="41729" y="22585"/>
                    <a:pt x="41668" y="22644"/>
                  </a:cubicBezTo>
                  <a:cubicBezTo>
                    <a:pt x="41600" y="22707"/>
                    <a:pt x="41542" y="22723"/>
                    <a:pt x="41498" y="22723"/>
                  </a:cubicBezTo>
                  <a:cubicBezTo>
                    <a:pt x="41469" y="22723"/>
                    <a:pt x="41447" y="22716"/>
                    <a:pt x="41433" y="22710"/>
                  </a:cubicBezTo>
                  <a:cubicBezTo>
                    <a:pt x="41377" y="22682"/>
                    <a:pt x="41342" y="22623"/>
                    <a:pt x="41346" y="22560"/>
                  </a:cubicBezTo>
                  <a:cubicBezTo>
                    <a:pt x="41346" y="22479"/>
                    <a:pt x="41405" y="22374"/>
                    <a:pt x="41552" y="22315"/>
                  </a:cubicBezTo>
                  <a:cubicBezTo>
                    <a:pt x="41584" y="22301"/>
                    <a:pt x="41622" y="22290"/>
                    <a:pt x="41661" y="22276"/>
                  </a:cubicBezTo>
                  <a:cubicBezTo>
                    <a:pt x="41836" y="22213"/>
                    <a:pt x="42049" y="22136"/>
                    <a:pt x="42105" y="21993"/>
                  </a:cubicBezTo>
                  <a:cubicBezTo>
                    <a:pt x="42133" y="21916"/>
                    <a:pt x="42116" y="21821"/>
                    <a:pt x="42053" y="21706"/>
                  </a:cubicBezTo>
                  <a:cubicBezTo>
                    <a:pt x="42014" y="21643"/>
                    <a:pt x="41951" y="21601"/>
                    <a:pt x="41881" y="21587"/>
                  </a:cubicBezTo>
                  <a:cubicBezTo>
                    <a:pt x="41814" y="21568"/>
                    <a:pt x="41736" y="21559"/>
                    <a:pt x="41648" y="21559"/>
                  </a:cubicBezTo>
                  <a:cubicBezTo>
                    <a:pt x="41057" y="21559"/>
                    <a:pt x="40073" y="21948"/>
                    <a:pt x="39777" y="22119"/>
                  </a:cubicBezTo>
                  <a:cubicBezTo>
                    <a:pt x="39585" y="22227"/>
                    <a:pt x="39357" y="22469"/>
                    <a:pt x="39154" y="22675"/>
                  </a:cubicBezTo>
                  <a:cubicBezTo>
                    <a:pt x="38874" y="22966"/>
                    <a:pt x="38699" y="23144"/>
                    <a:pt x="38555" y="23144"/>
                  </a:cubicBezTo>
                  <a:cubicBezTo>
                    <a:pt x="38482" y="23144"/>
                    <a:pt x="38457" y="23109"/>
                    <a:pt x="38447" y="23081"/>
                  </a:cubicBezTo>
                  <a:cubicBezTo>
                    <a:pt x="38415" y="22994"/>
                    <a:pt x="38513" y="22906"/>
                    <a:pt x="38741" y="22714"/>
                  </a:cubicBezTo>
                  <a:cubicBezTo>
                    <a:pt x="38846" y="22626"/>
                    <a:pt x="38965" y="22525"/>
                    <a:pt x="38996" y="22476"/>
                  </a:cubicBezTo>
                  <a:cubicBezTo>
                    <a:pt x="39024" y="22423"/>
                    <a:pt x="39035" y="22367"/>
                    <a:pt x="39028" y="22311"/>
                  </a:cubicBezTo>
                  <a:cubicBezTo>
                    <a:pt x="39028" y="22269"/>
                    <a:pt x="39024" y="22217"/>
                    <a:pt x="39070" y="22189"/>
                  </a:cubicBezTo>
                  <a:cubicBezTo>
                    <a:pt x="39087" y="22180"/>
                    <a:pt x="39106" y="22176"/>
                    <a:pt x="39125" y="22176"/>
                  </a:cubicBezTo>
                  <a:cubicBezTo>
                    <a:pt x="39146" y="22176"/>
                    <a:pt x="39167" y="22181"/>
                    <a:pt x="39186" y="22192"/>
                  </a:cubicBezTo>
                  <a:cubicBezTo>
                    <a:pt x="39245" y="22185"/>
                    <a:pt x="39417" y="21986"/>
                    <a:pt x="39532" y="21856"/>
                  </a:cubicBezTo>
                  <a:cubicBezTo>
                    <a:pt x="39651" y="21716"/>
                    <a:pt x="39777" y="21569"/>
                    <a:pt x="39886" y="21485"/>
                  </a:cubicBezTo>
                  <a:cubicBezTo>
                    <a:pt x="40013" y="21389"/>
                    <a:pt x="40143" y="21375"/>
                    <a:pt x="40250" y="21375"/>
                  </a:cubicBezTo>
                  <a:cubicBezTo>
                    <a:pt x="40272" y="21375"/>
                    <a:pt x="40293" y="21376"/>
                    <a:pt x="40313" y="21377"/>
                  </a:cubicBezTo>
                  <a:cubicBezTo>
                    <a:pt x="40411" y="21377"/>
                    <a:pt x="40428" y="21373"/>
                    <a:pt x="40432" y="21356"/>
                  </a:cubicBezTo>
                  <a:cubicBezTo>
                    <a:pt x="40474" y="21177"/>
                    <a:pt x="40600" y="21065"/>
                    <a:pt x="40852" y="20837"/>
                  </a:cubicBezTo>
                  <a:cubicBezTo>
                    <a:pt x="41038" y="20669"/>
                    <a:pt x="42431" y="20640"/>
                    <a:pt x="43394" y="20640"/>
                  </a:cubicBezTo>
                  <a:cubicBezTo>
                    <a:pt x="43914" y="20640"/>
                    <a:pt x="44308" y="20648"/>
                    <a:pt x="44318" y="20648"/>
                  </a:cubicBezTo>
                  <a:lnTo>
                    <a:pt x="44328" y="20648"/>
                  </a:lnTo>
                  <a:cubicBezTo>
                    <a:pt x="44577" y="20648"/>
                    <a:pt x="45095" y="20298"/>
                    <a:pt x="45242" y="20071"/>
                  </a:cubicBezTo>
                  <a:cubicBezTo>
                    <a:pt x="45377" y="19864"/>
                    <a:pt x="45545" y="19814"/>
                    <a:pt x="45791" y="19814"/>
                  </a:cubicBezTo>
                  <a:cubicBezTo>
                    <a:pt x="45870" y="19814"/>
                    <a:pt x="45957" y="19819"/>
                    <a:pt x="46054" y="19826"/>
                  </a:cubicBezTo>
                  <a:cubicBezTo>
                    <a:pt x="46064" y="19826"/>
                    <a:pt x="46074" y="19827"/>
                    <a:pt x="46084" y="19827"/>
                  </a:cubicBezTo>
                  <a:cubicBezTo>
                    <a:pt x="46316" y="19827"/>
                    <a:pt x="46466" y="19673"/>
                    <a:pt x="46600" y="19535"/>
                  </a:cubicBezTo>
                  <a:cubicBezTo>
                    <a:pt x="46656" y="19476"/>
                    <a:pt x="46712" y="19423"/>
                    <a:pt x="46775" y="19374"/>
                  </a:cubicBezTo>
                  <a:cubicBezTo>
                    <a:pt x="46810" y="19357"/>
                    <a:pt x="46838" y="19329"/>
                    <a:pt x="46863" y="19301"/>
                  </a:cubicBezTo>
                  <a:cubicBezTo>
                    <a:pt x="46828" y="19280"/>
                    <a:pt x="46789" y="19269"/>
                    <a:pt x="46751" y="19262"/>
                  </a:cubicBezTo>
                  <a:cubicBezTo>
                    <a:pt x="46747" y="19262"/>
                    <a:pt x="46460" y="19199"/>
                    <a:pt x="46471" y="19069"/>
                  </a:cubicBezTo>
                  <a:cubicBezTo>
                    <a:pt x="46471" y="19031"/>
                    <a:pt x="46499" y="18982"/>
                    <a:pt x="46604" y="18975"/>
                  </a:cubicBezTo>
                  <a:cubicBezTo>
                    <a:pt x="46719" y="18968"/>
                    <a:pt x="46796" y="18919"/>
                    <a:pt x="46873" y="18691"/>
                  </a:cubicBezTo>
                  <a:cubicBezTo>
                    <a:pt x="46901" y="18611"/>
                    <a:pt x="46901" y="18611"/>
                    <a:pt x="46835" y="18565"/>
                  </a:cubicBezTo>
                  <a:cubicBezTo>
                    <a:pt x="46744" y="18499"/>
                    <a:pt x="46660" y="18418"/>
                    <a:pt x="46593" y="18327"/>
                  </a:cubicBezTo>
                  <a:cubicBezTo>
                    <a:pt x="46545" y="18265"/>
                    <a:pt x="46509" y="18240"/>
                    <a:pt x="46473" y="18240"/>
                  </a:cubicBezTo>
                  <a:cubicBezTo>
                    <a:pt x="46434" y="18240"/>
                    <a:pt x="46394" y="18270"/>
                    <a:pt x="46338" y="18313"/>
                  </a:cubicBezTo>
                  <a:cubicBezTo>
                    <a:pt x="46271" y="18364"/>
                    <a:pt x="46189" y="18427"/>
                    <a:pt x="46085" y="18427"/>
                  </a:cubicBezTo>
                  <a:cubicBezTo>
                    <a:pt x="46075" y="18427"/>
                    <a:pt x="46065" y="18427"/>
                    <a:pt x="46054" y="18425"/>
                  </a:cubicBezTo>
                  <a:cubicBezTo>
                    <a:pt x="46009" y="18425"/>
                    <a:pt x="45963" y="18401"/>
                    <a:pt x="45935" y="18359"/>
                  </a:cubicBezTo>
                  <a:cubicBezTo>
                    <a:pt x="45900" y="18296"/>
                    <a:pt x="45935" y="18222"/>
                    <a:pt x="45970" y="18152"/>
                  </a:cubicBezTo>
                  <a:cubicBezTo>
                    <a:pt x="46026" y="18037"/>
                    <a:pt x="46030" y="18005"/>
                    <a:pt x="45991" y="17977"/>
                  </a:cubicBezTo>
                  <a:cubicBezTo>
                    <a:pt x="45942" y="17947"/>
                    <a:pt x="45880" y="17933"/>
                    <a:pt x="45810" y="17933"/>
                  </a:cubicBezTo>
                  <a:cubicBezTo>
                    <a:pt x="45634" y="17933"/>
                    <a:pt x="45409" y="18023"/>
                    <a:pt x="45221" y="18180"/>
                  </a:cubicBezTo>
                  <a:cubicBezTo>
                    <a:pt x="45083" y="18293"/>
                    <a:pt x="45002" y="18310"/>
                    <a:pt x="44926" y="18310"/>
                  </a:cubicBezTo>
                  <a:cubicBezTo>
                    <a:pt x="44917" y="18310"/>
                    <a:pt x="44908" y="18310"/>
                    <a:pt x="44899" y="18310"/>
                  </a:cubicBezTo>
                  <a:cubicBezTo>
                    <a:pt x="44891" y="18309"/>
                    <a:pt x="44883" y="18309"/>
                    <a:pt x="44875" y="18309"/>
                  </a:cubicBezTo>
                  <a:cubicBezTo>
                    <a:pt x="44833" y="18309"/>
                    <a:pt x="44791" y="18322"/>
                    <a:pt x="44703" y="18408"/>
                  </a:cubicBezTo>
                  <a:cubicBezTo>
                    <a:pt x="44633" y="18475"/>
                    <a:pt x="44570" y="18509"/>
                    <a:pt x="44515" y="18509"/>
                  </a:cubicBezTo>
                  <a:cubicBezTo>
                    <a:pt x="44501" y="18509"/>
                    <a:pt x="44488" y="18507"/>
                    <a:pt x="44475" y="18502"/>
                  </a:cubicBezTo>
                  <a:cubicBezTo>
                    <a:pt x="44423" y="18481"/>
                    <a:pt x="44388" y="18436"/>
                    <a:pt x="44384" y="18383"/>
                  </a:cubicBezTo>
                  <a:cubicBezTo>
                    <a:pt x="44367" y="18275"/>
                    <a:pt x="44402" y="18166"/>
                    <a:pt x="44482" y="18089"/>
                  </a:cubicBezTo>
                  <a:cubicBezTo>
                    <a:pt x="44531" y="18053"/>
                    <a:pt x="44593" y="18029"/>
                    <a:pt x="44655" y="18029"/>
                  </a:cubicBezTo>
                  <a:cubicBezTo>
                    <a:pt x="44659" y="18029"/>
                    <a:pt x="44664" y="18030"/>
                    <a:pt x="44668" y="18030"/>
                  </a:cubicBezTo>
                  <a:cubicBezTo>
                    <a:pt x="44671" y="18030"/>
                    <a:pt x="44674" y="18030"/>
                    <a:pt x="44677" y="18030"/>
                  </a:cubicBezTo>
                  <a:cubicBezTo>
                    <a:pt x="44719" y="18030"/>
                    <a:pt x="44764" y="18006"/>
                    <a:pt x="44787" y="17970"/>
                  </a:cubicBezTo>
                  <a:cubicBezTo>
                    <a:pt x="44857" y="17876"/>
                    <a:pt x="44934" y="17872"/>
                    <a:pt x="45011" y="17865"/>
                  </a:cubicBezTo>
                  <a:cubicBezTo>
                    <a:pt x="45116" y="17865"/>
                    <a:pt x="45217" y="17830"/>
                    <a:pt x="45302" y="17771"/>
                  </a:cubicBezTo>
                  <a:cubicBezTo>
                    <a:pt x="45424" y="17694"/>
                    <a:pt x="45564" y="17645"/>
                    <a:pt x="45711" y="17627"/>
                  </a:cubicBezTo>
                  <a:cubicBezTo>
                    <a:pt x="45806" y="17610"/>
                    <a:pt x="45862" y="17599"/>
                    <a:pt x="45886" y="17561"/>
                  </a:cubicBezTo>
                  <a:cubicBezTo>
                    <a:pt x="45890" y="17554"/>
                    <a:pt x="45904" y="17529"/>
                    <a:pt x="45879" y="17491"/>
                  </a:cubicBezTo>
                  <a:cubicBezTo>
                    <a:pt x="45840" y="17438"/>
                    <a:pt x="45753" y="17394"/>
                    <a:pt x="45643" y="17394"/>
                  </a:cubicBezTo>
                  <a:cubicBezTo>
                    <a:pt x="45614" y="17394"/>
                    <a:pt x="45584" y="17397"/>
                    <a:pt x="45554" y="17403"/>
                  </a:cubicBezTo>
                  <a:cubicBezTo>
                    <a:pt x="45531" y="17408"/>
                    <a:pt x="45508" y="17411"/>
                    <a:pt x="45487" y="17411"/>
                  </a:cubicBezTo>
                  <a:cubicBezTo>
                    <a:pt x="45352" y="17411"/>
                    <a:pt x="45241" y="17317"/>
                    <a:pt x="45147" y="17242"/>
                  </a:cubicBezTo>
                  <a:cubicBezTo>
                    <a:pt x="45072" y="17177"/>
                    <a:pt x="45023" y="17142"/>
                    <a:pt x="44987" y="17142"/>
                  </a:cubicBezTo>
                  <a:cubicBezTo>
                    <a:pt x="44977" y="17142"/>
                    <a:pt x="44967" y="17145"/>
                    <a:pt x="44958" y="17151"/>
                  </a:cubicBezTo>
                  <a:cubicBezTo>
                    <a:pt x="44917" y="17181"/>
                    <a:pt x="44881" y="17192"/>
                    <a:pt x="44851" y="17192"/>
                  </a:cubicBezTo>
                  <a:cubicBezTo>
                    <a:pt x="44783" y="17192"/>
                    <a:pt x="44741" y="17138"/>
                    <a:pt x="44717" y="17109"/>
                  </a:cubicBezTo>
                  <a:cubicBezTo>
                    <a:pt x="44698" y="17086"/>
                    <a:pt x="44688" y="17073"/>
                    <a:pt x="44672" y="17073"/>
                  </a:cubicBezTo>
                  <a:cubicBezTo>
                    <a:pt x="44662" y="17073"/>
                    <a:pt x="44649" y="17079"/>
                    <a:pt x="44629" y="17092"/>
                  </a:cubicBezTo>
                  <a:cubicBezTo>
                    <a:pt x="44585" y="17126"/>
                    <a:pt x="44529" y="17143"/>
                    <a:pt x="44472" y="17143"/>
                  </a:cubicBezTo>
                  <a:cubicBezTo>
                    <a:pt x="44447" y="17143"/>
                    <a:pt x="44422" y="17140"/>
                    <a:pt x="44398" y="17134"/>
                  </a:cubicBezTo>
                  <a:cubicBezTo>
                    <a:pt x="44269" y="17088"/>
                    <a:pt x="44195" y="16927"/>
                    <a:pt x="44146" y="16794"/>
                  </a:cubicBezTo>
                  <a:cubicBezTo>
                    <a:pt x="44076" y="16598"/>
                    <a:pt x="43583" y="16227"/>
                    <a:pt x="43268" y="16129"/>
                  </a:cubicBezTo>
                  <a:cubicBezTo>
                    <a:pt x="43103" y="16080"/>
                    <a:pt x="43064" y="16010"/>
                    <a:pt x="43057" y="15957"/>
                  </a:cubicBezTo>
                  <a:cubicBezTo>
                    <a:pt x="43054" y="15908"/>
                    <a:pt x="43078" y="15863"/>
                    <a:pt x="43120" y="15838"/>
                  </a:cubicBezTo>
                  <a:cubicBezTo>
                    <a:pt x="43156" y="15821"/>
                    <a:pt x="43194" y="15813"/>
                    <a:pt x="43231" y="15813"/>
                  </a:cubicBezTo>
                  <a:cubicBezTo>
                    <a:pt x="43286" y="15813"/>
                    <a:pt x="43339" y="15831"/>
                    <a:pt x="43383" y="15866"/>
                  </a:cubicBezTo>
                  <a:cubicBezTo>
                    <a:pt x="43402" y="15883"/>
                    <a:pt x="43426" y="15888"/>
                    <a:pt x="43449" y="15888"/>
                  </a:cubicBezTo>
                  <a:cubicBezTo>
                    <a:pt x="43455" y="15888"/>
                    <a:pt x="43461" y="15888"/>
                    <a:pt x="43467" y="15887"/>
                  </a:cubicBezTo>
                  <a:cubicBezTo>
                    <a:pt x="43555" y="15866"/>
                    <a:pt x="43660" y="15751"/>
                    <a:pt x="43726" y="15646"/>
                  </a:cubicBezTo>
                  <a:cubicBezTo>
                    <a:pt x="43733" y="15632"/>
                    <a:pt x="43733" y="15618"/>
                    <a:pt x="43726" y="15607"/>
                  </a:cubicBezTo>
                  <a:cubicBezTo>
                    <a:pt x="43702" y="15555"/>
                    <a:pt x="43604" y="15509"/>
                    <a:pt x="43555" y="15502"/>
                  </a:cubicBezTo>
                  <a:cubicBezTo>
                    <a:pt x="43513" y="15495"/>
                    <a:pt x="43478" y="15474"/>
                    <a:pt x="43453" y="15439"/>
                  </a:cubicBezTo>
                  <a:cubicBezTo>
                    <a:pt x="43390" y="15355"/>
                    <a:pt x="43408" y="15212"/>
                    <a:pt x="43425" y="15131"/>
                  </a:cubicBezTo>
                  <a:cubicBezTo>
                    <a:pt x="43425" y="15103"/>
                    <a:pt x="43324" y="15026"/>
                    <a:pt x="43271" y="14984"/>
                  </a:cubicBezTo>
                  <a:cubicBezTo>
                    <a:pt x="43173" y="14907"/>
                    <a:pt x="43078" y="14837"/>
                    <a:pt x="43071" y="14749"/>
                  </a:cubicBezTo>
                  <a:cubicBezTo>
                    <a:pt x="43068" y="14714"/>
                    <a:pt x="43022" y="14672"/>
                    <a:pt x="42984" y="14634"/>
                  </a:cubicBezTo>
                  <a:cubicBezTo>
                    <a:pt x="42924" y="14574"/>
                    <a:pt x="42858" y="14508"/>
                    <a:pt x="42868" y="14420"/>
                  </a:cubicBezTo>
                  <a:cubicBezTo>
                    <a:pt x="42868" y="14396"/>
                    <a:pt x="42823" y="14329"/>
                    <a:pt x="42788" y="14284"/>
                  </a:cubicBezTo>
                  <a:cubicBezTo>
                    <a:pt x="42728" y="14203"/>
                    <a:pt x="42662" y="14112"/>
                    <a:pt x="42662" y="14018"/>
                  </a:cubicBezTo>
                  <a:cubicBezTo>
                    <a:pt x="42662" y="13969"/>
                    <a:pt x="42564" y="13853"/>
                    <a:pt x="42497" y="13769"/>
                  </a:cubicBezTo>
                  <a:cubicBezTo>
                    <a:pt x="42392" y="13643"/>
                    <a:pt x="42291" y="13521"/>
                    <a:pt x="42284" y="13416"/>
                  </a:cubicBezTo>
                  <a:cubicBezTo>
                    <a:pt x="42280" y="13342"/>
                    <a:pt x="42228" y="13276"/>
                    <a:pt x="42168" y="13195"/>
                  </a:cubicBezTo>
                  <a:cubicBezTo>
                    <a:pt x="42102" y="13118"/>
                    <a:pt x="42046" y="13031"/>
                    <a:pt x="42011" y="12933"/>
                  </a:cubicBezTo>
                  <a:cubicBezTo>
                    <a:pt x="42004" y="12915"/>
                    <a:pt x="41993" y="12894"/>
                    <a:pt x="41983" y="12877"/>
                  </a:cubicBezTo>
                  <a:cubicBezTo>
                    <a:pt x="41965" y="12898"/>
                    <a:pt x="41930" y="12957"/>
                    <a:pt x="41892" y="13111"/>
                  </a:cubicBezTo>
                  <a:cubicBezTo>
                    <a:pt x="41860" y="13241"/>
                    <a:pt x="41776" y="13353"/>
                    <a:pt x="41661" y="13423"/>
                  </a:cubicBezTo>
                  <a:lnTo>
                    <a:pt x="41636" y="13444"/>
                  </a:lnTo>
                  <a:cubicBezTo>
                    <a:pt x="41769" y="13626"/>
                    <a:pt x="41710" y="13696"/>
                    <a:pt x="41615" y="13780"/>
                  </a:cubicBezTo>
                  <a:cubicBezTo>
                    <a:pt x="41591" y="13797"/>
                    <a:pt x="41570" y="13818"/>
                    <a:pt x="41552" y="13839"/>
                  </a:cubicBezTo>
                  <a:cubicBezTo>
                    <a:pt x="41524" y="13871"/>
                    <a:pt x="41528" y="13909"/>
                    <a:pt x="41538" y="13969"/>
                  </a:cubicBezTo>
                  <a:cubicBezTo>
                    <a:pt x="41545" y="14018"/>
                    <a:pt x="41556" y="14074"/>
                    <a:pt x="41517" y="14119"/>
                  </a:cubicBezTo>
                  <a:cubicBezTo>
                    <a:pt x="41485" y="14148"/>
                    <a:pt x="41444" y="14165"/>
                    <a:pt x="41405" y="14165"/>
                  </a:cubicBezTo>
                  <a:cubicBezTo>
                    <a:pt x="41402" y="14165"/>
                    <a:pt x="41398" y="14165"/>
                    <a:pt x="41395" y="14165"/>
                  </a:cubicBezTo>
                  <a:cubicBezTo>
                    <a:pt x="41360" y="14165"/>
                    <a:pt x="41342" y="14196"/>
                    <a:pt x="41325" y="14294"/>
                  </a:cubicBezTo>
                  <a:cubicBezTo>
                    <a:pt x="41314" y="14347"/>
                    <a:pt x="41307" y="14403"/>
                    <a:pt x="41248" y="14413"/>
                  </a:cubicBezTo>
                  <a:cubicBezTo>
                    <a:pt x="41243" y="14414"/>
                    <a:pt x="41238" y="14415"/>
                    <a:pt x="41234" y="14415"/>
                  </a:cubicBezTo>
                  <a:cubicBezTo>
                    <a:pt x="41186" y="14415"/>
                    <a:pt x="41159" y="14365"/>
                    <a:pt x="41143" y="14336"/>
                  </a:cubicBezTo>
                  <a:cubicBezTo>
                    <a:pt x="41121" y="14291"/>
                    <a:pt x="41074" y="14264"/>
                    <a:pt x="41026" y="14264"/>
                  </a:cubicBezTo>
                  <a:cubicBezTo>
                    <a:pt x="41018" y="14264"/>
                    <a:pt x="41010" y="14265"/>
                    <a:pt x="41002" y="14266"/>
                  </a:cubicBezTo>
                  <a:cubicBezTo>
                    <a:pt x="40960" y="14277"/>
                    <a:pt x="40936" y="14312"/>
                    <a:pt x="40936" y="14354"/>
                  </a:cubicBezTo>
                  <a:cubicBezTo>
                    <a:pt x="40932" y="14424"/>
                    <a:pt x="40897" y="14487"/>
                    <a:pt x="40845" y="14532"/>
                  </a:cubicBezTo>
                  <a:cubicBezTo>
                    <a:pt x="40714" y="14654"/>
                    <a:pt x="40469" y="14736"/>
                    <a:pt x="40335" y="14736"/>
                  </a:cubicBezTo>
                  <a:cubicBezTo>
                    <a:pt x="40330" y="14736"/>
                    <a:pt x="40325" y="14736"/>
                    <a:pt x="40320" y="14735"/>
                  </a:cubicBezTo>
                  <a:cubicBezTo>
                    <a:pt x="40208" y="14725"/>
                    <a:pt x="40155" y="14620"/>
                    <a:pt x="40117" y="14546"/>
                  </a:cubicBezTo>
                  <a:cubicBezTo>
                    <a:pt x="40103" y="14522"/>
                    <a:pt x="40089" y="14497"/>
                    <a:pt x="40075" y="14476"/>
                  </a:cubicBezTo>
                  <a:lnTo>
                    <a:pt x="40071" y="14480"/>
                  </a:lnTo>
                  <a:cubicBezTo>
                    <a:pt x="40046" y="14497"/>
                    <a:pt x="40017" y="14507"/>
                    <a:pt x="39989" y="14507"/>
                  </a:cubicBezTo>
                  <a:cubicBezTo>
                    <a:pt x="39981" y="14507"/>
                    <a:pt x="39974" y="14506"/>
                    <a:pt x="39966" y="14504"/>
                  </a:cubicBezTo>
                  <a:cubicBezTo>
                    <a:pt x="39903" y="14487"/>
                    <a:pt x="39879" y="14427"/>
                    <a:pt x="39847" y="14361"/>
                  </a:cubicBezTo>
                  <a:cubicBezTo>
                    <a:pt x="39803" y="14267"/>
                    <a:pt x="39776" y="14224"/>
                    <a:pt x="39727" y="14224"/>
                  </a:cubicBezTo>
                  <a:cubicBezTo>
                    <a:pt x="39725" y="14224"/>
                    <a:pt x="39723" y="14224"/>
                    <a:pt x="39721" y="14224"/>
                  </a:cubicBezTo>
                  <a:cubicBezTo>
                    <a:pt x="39693" y="14226"/>
                    <a:pt x="39665" y="14227"/>
                    <a:pt x="39638" y="14227"/>
                  </a:cubicBezTo>
                  <a:cubicBezTo>
                    <a:pt x="39529" y="14227"/>
                    <a:pt x="39431" y="14211"/>
                    <a:pt x="39378" y="14144"/>
                  </a:cubicBezTo>
                  <a:cubicBezTo>
                    <a:pt x="39343" y="14091"/>
                    <a:pt x="39336" y="14025"/>
                    <a:pt x="39364" y="13944"/>
                  </a:cubicBezTo>
                  <a:cubicBezTo>
                    <a:pt x="39378" y="13899"/>
                    <a:pt x="39322" y="13857"/>
                    <a:pt x="39245" y="13797"/>
                  </a:cubicBezTo>
                  <a:cubicBezTo>
                    <a:pt x="39179" y="13748"/>
                    <a:pt x="39116" y="13703"/>
                    <a:pt x="39116" y="13636"/>
                  </a:cubicBezTo>
                  <a:cubicBezTo>
                    <a:pt x="39116" y="13598"/>
                    <a:pt x="39133" y="13559"/>
                    <a:pt x="39165" y="13538"/>
                  </a:cubicBezTo>
                  <a:cubicBezTo>
                    <a:pt x="39210" y="13503"/>
                    <a:pt x="39196" y="13451"/>
                    <a:pt x="39154" y="13311"/>
                  </a:cubicBezTo>
                  <a:cubicBezTo>
                    <a:pt x="39116" y="13202"/>
                    <a:pt x="39091" y="13087"/>
                    <a:pt x="39081" y="12975"/>
                  </a:cubicBezTo>
                  <a:cubicBezTo>
                    <a:pt x="39060" y="12827"/>
                    <a:pt x="39112" y="12684"/>
                    <a:pt x="39217" y="12579"/>
                  </a:cubicBezTo>
                  <a:cubicBezTo>
                    <a:pt x="39245" y="12547"/>
                    <a:pt x="39263" y="12526"/>
                    <a:pt x="39263" y="12509"/>
                  </a:cubicBezTo>
                  <a:cubicBezTo>
                    <a:pt x="39263" y="12491"/>
                    <a:pt x="39256" y="12488"/>
                    <a:pt x="39252" y="12484"/>
                  </a:cubicBezTo>
                  <a:cubicBezTo>
                    <a:pt x="39247" y="12482"/>
                    <a:pt x="39239" y="12480"/>
                    <a:pt x="39229" y="12480"/>
                  </a:cubicBezTo>
                  <a:cubicBezTo>
                    <a:pt x="39196" y="12480"/>
                    <a:pt x="39140" y="12495"/>
                    <a:pt x="39074" y="12540"/>
                  </a:cubicBezTo>
                  <a:cubicBezTo>
                    <a:pt x="39036" y="12566"/>
                    <a:pt x="39002" y="12575"/>
                    <a:pt x="38973" y="12575"/>
                  </a:cubicBezTo>
                  <a:cubicBezTo>
                    <a:pt x="38905" y="12575"/>
                    <a:pt x="38859" y="12522"/>
                    <a:pt x="38832" y="12488"/>
                  </a:cubicBezTo>
                  <a:cubicBezTo>
                    <a:pt x="38793" y="12446"/>
                    <a:pt x="38775" y="12428"/>
                    <a:pt x="38746" y="12428"/>
                  </a:cubicBezTo>
                  <a:cubicBezTo>
                    <a:pt x="38743" y="12428"/>
                    <a:pt x="38740" y="12428"/>
                    <a:pt x="38737" y="12428"/>
                  </a:cubicBezTo>
                  <a:cubicBezTo>
                    <a:pt x="38714" y="12430"/>
                    <a:pt x="38684" y="12431"/>
                    <a:pt x="38650" y="12431"/>
                  </a:cubicBezTo>
                  <a:cubicBezTo>
                    <a:pt x="38431" y="12431"/>
                    <a:pt x="38040" y="12381"/>
                    <a:pt x="38013" y="12141"/>
                  </a:cubicBezTo>
                  <a:cubicBezTo>
                    <a:pt x="38006" y="12061"/>
                    <a:pt x="37981" y="12054"/>
                    <a:pt x="37932" y="12026"/>
                  </a:cubicBezTo>
                  <a:cubicBezTo>
                    <a:pt x="37852" y="11991"/>
                    <a:pt x="37789" y="11924"/>
                    <a:pt x="37761" y="11840"/>
                  </a:cubicBezTo>
                  <a:cubicBezTo>
                    <a:pt x="37736" y="11770"/>
                    <a:pt x="37701" y="11767"/>
                    <a:pt x="37645" y="11763"/>
                  </a:cubicBezTo>
                  <a:cubicBezTo>
                    <a:pt x="37600" y="11760"/>
                    <a:pt x="37491" y="11753"/>
                    <a:pt x="37491" y="11623"/>
                  </a:cubicBezTo>
                  <a:cubicBezTo>
                    <a:pt x="37491" y="11536"/>
                    <a:pt x="37463" y="11483"/>
                    <a:pt x="37320" y="11469"/>
                  </a:cubicBezTo>
                  <a:cubicBezTo>
                    <a:pt x="37246" y="11459"/>
                    <a:pt x="37173" y="11424"/>
                    <a:pt x="37120" y="11371"/>
                  </a:cubicBezTo>
                  <a:cubicBezTo>
                    <a:pt x="37068" y="11322"/>
                    <a:pt x="37001" y="11287"/>
                    <a:pt x="36931" y="11277"/>
                  </a:cubicBezTo>
                  <a:cubicBezTo>
                    <a:pt x="36919" y="11275"/>
                    <a:pt x="36907" y="11274"/>
                    <a:pt x="36895" y="11274"/>
                  </a:cubicBezTo>
                  <a:cubicBezTo>
                    <a:pt x="36765" y="11274"/>
                    <a:pt x="36610" y="11355"/>
                    <a:pt x="36504" y="11410"/>
                  </a:cubicBezTo>
                  <a:cubicBezTo>
                    <a:pt x="36472" y="11427"/>
                    <a:pt x="36441" y="11441"/>
                    <a:pt x="36416" y="11455"/>
                  </a:cubicBezTo>
                  <a:cubicBezTo>
                    <a:pt x="36397" y="11463"/>
                    <a:pt x="36377" y="11467"/>
                    <a:pt x="36355" y="11467"/>
                  </a:cubicBezTo>
                  <a:cubicBezTo>
                    <a:pt x="36292" y="11467"/>
                    <a:pt x="36219" y="11438"/>
                    <a:pt x="36143" y="11410"/>
                  </a:cubicBezTo>
                  <a:cubicBezTo>
                    <a:pt x="36090" y="11390"/>
                    <a:pt x="36008" y="11357"/>
                    <a:pt x="35961" y="11357"/>
                  </a:cubicBezTo>
                  <a:cubicBezTo>
                    <a:pt x="35949" y="11357"/>
                    <a:pt x="35940" y="11359"/>
                    <a:pt x="35933" y="11364"/>
                  </a:cubicBezTo>
                  <a:cubicBezTo>
                    <a:pt x="35897" y="11392"/>
                    <a:pt x="35864" y="11403"/>
                    <a:pt x="35833" y="11403"/>
                  </a:cubicBezTo>
                  <a:cubicBezTo>
                    <a:pt x="35783" y="11403"/>
                    <a:pt x="35738" y="11375"/>
                    <a:pt x="35695" y="11347"/>
                  </a:cubicBezTo>
                  <a:cubicBezTo>
                    <a:pt x="35618" y="11294"/>
                    <a:pt x="35531" y="11252"/>
                    <a:pt x="35440" y="11228"/>
                  </a:cubicBezTo>
                  <a:cubicBezTo>
                    <a:pt x="35259" y="11178"/>
                    <a:pt x="35087" y="11158"/>
                    <a:pt x="34965" y="11158"/>
                  </a:cubicBezTo>
                  <a:cubicBezTo>
                    <a:pt x="34873" y="11158"/>
                    <a:pt x="34810" y="11169"/>
                    <a:pt x="34792" y="11186"/>
                  </a:cubicBezTo>
                  <a:cubicBezTo>
                    <a:pt x="34771" y="11242"/>
                    <a:pt x="34732" y="11287"/>
                    <a:pt x="34683" y="11319"/>
                  </a:cubicBezTo>
                  <a:cubicBezTo>
                    <a:pt x="34613" y="11378"/>
                    <a:pt x="34547" y="11431"/>
                    <a:pt x="34564" y="11557"/>
                  </a:cubicBezTo>
                  <a:cubicBezTo>
                    <a:pt x="34578" y="11669"/>
                    <a:pt x="34645" y="11700"/>
                    <a:pt x="34725" y="11742"/>
                  </a:cubicBezTo>
                  <a:cubicBezTo>
                    <a:pt x="34795" y="11781"/>
                    <a:pt x="34876" y="11823"/>
                    <a:pt x="34911" y="11917"/>
                  </a:cubicBezTo>
                  <a:cubicBezTo>
                    <a:pt x="34964" y="12061"/>
                    <a:pt x="34879" y="12113"/>
                    <a:pt x="34837" y="12141"/>
                  </a:cubicBezTo>
                  <a:cubicBezTo>
                    <a:pt x="34799" y="12162"/>
                    <a:pt x="34785" y="12173"/>
                    <a:pt x="34781" y="12211"/>
                  </a:cubicBezTo>
                  <a:cubicBezTo>
                    <a:pt x="34774" y="12295"/>
                    <a:pt x="34729" y="12369"/>
                    <a:pt x="34655" y="12414"/>
                  </a:cubicBezTo>
                  <a:cubicBezTo>
                    <a:pt x="34620" y="12439"/>
                    <a:pt x="34613" y="12446"/>
                    <a:pt x="34613" y="12463"/>
                  </a:cubicBezTo>
                  <a:cubicBezTo>
                    <a:pt x="34613" y="12477"/>
                    <a:pt x="34617" y="12488"/>
                    <a:pt x="34645" y="12516"/>
                  </a:cubicBezTo>
                  <a:cubicBezTo>
                    <a:pt x="34711" y="12579"/>
                    <a:pt x="34760" y="12659"/>
                    <a:pt x="34781" y="12747"/>
                  </a:cubicBezTo>
                  <a:cubicBezTo>
                    <a:pt x="34795" y="12810"/>
                    <a:pt x="34827" y="12870"/>
                    <a:pt x="34869" y="12922"/>
                  </a:cubicBezTo>
                  <a:cubicBezTo>
                    <a:pt x="34943" y="13020"/>
                    <a:pt x="34988" y="13136"/>
                    <a:pt x="34999" y="13255"/>
                  </a:cubicBezTo>
                  <a:cubicBezTo>
                    <a:pt x="35034" y="13528"/>
                    <a:pt x="34925" y="13566"/>
                    <a:pt x="34799" y="13580"/>
                  </a:cubicBezTo>
                  <a:cubicBezTo>
                    <a:pt x="34778" y="13584"/>
                    <a:pt x="34757" y="13587"/>
                    <a:pt x="34732" y="13594"/>
                  </a:cubicBezTo>
                  <a:cubicBezTo>
                    <a:pt x="34732" y="13594"/>
                    <a:pt x="34729" y="13594"/>
                    <a:pt x="34725" y="13598"/>
                  </a:cubicBezTo>
                  <a:cubicBezTo>
                    <a:pt x="34722" y="13612"/>
                    <a:pt x="34722" y="13629"/>
                    <a:pt x="34722" y="13647"/>
                  </a:cubicBezTo>
                  <a:cubicBezTo>
                    <a:pt x="34722" y="13759"/>
                    <a:pt x="34683" y="13867"/>
                    <a:pt x="34606" y="13948"/>
                  </a:cubicBezTo>
                  <a:cubicBezTo>
                    <a:pt x="34403" y="14179"/>
                    <a:pt x="34347" y="14312"/>
                    <a:pt x="34421" y="14378"/>
                  </a:cubicBezTo>
                  <a:cubicBezTo>
                    <a:pt x="34480" y="14427"/>
                    <a:pt x="34547" y="14469"/>
                    <a:pt x="34617" y="14508"/>
                  </a:cubicBezTo>
                  <a:cubicBezTo>
                    <a:pt x="34827" y="14634"/>
                    <a:pt x="35114" y="14809"/>
                    <a:pt x="35258" y="15051"/>
                  </a:cubicBezTo>
                  <a:cubicBezTo>
                    <a:pt x="35496" y="15450"/>
                    <a:pt x="35426" y="16055"/>
                    <a:pt x="35387" y="16293"/>
                  </a:cubicBezTo>
                  <a:cubicBezTo>
                    <a:pt x="35345" y="16552"/>
                    <a:pt x="35149" y="16682"/>
                    <a:pt x="34943" y="16818"/>
                  </a:cubicBezTo>
                  <a:cubicBezTo>
                    <a:pt x="34816" y="16895"/>
                    <a:pt x="34697" y="16990"/>
                    <a:pt x="34592" y="17092"/>
                  </a:cubicBezTo>
                  <a:cubicBezTo>
                    <a:pt x="34316" y="17379"/>
                    <a:pt x="34029" y="17386"/>
                    <a:pt x="33857" y="17389"/>
                  </a:cubicBezTo>
                  <a:cubicBezTo>
                    <a:pt x="33833" y="17389"/>
                    <a:pt x="33808" y="17389"/>
                    <a:pt x="33787" y="17393"/>
                  </a:cubicBezTo>
                  <a:cubicBezTo>
                    <a:pt x="33785" y="17391"/>
                    <a:pt x="33785" y="17390"/>
                    <a:pt x="33784" y="17390"/>
                  </a:cubicBezTo>
                  <a:cubicBezTo>
                    <a:pt x="33783" y="17390"/>
                    <a:pt x="33782" y="17391"/>
                    <a:pt x="33780" y="17393"/>
                  </a:cubicBezTo>
                  <a:cubicBezTo>
                    <a:pt x="33756" y="17414"/>
                    <a:pt x="33791" y="17606"/>
                    <a:pt x="33976" y="17813"/>
                  </a:cubicBezTo>
                  <a:cubicBezTo>
                    <a:pt x="34113" y="17967"/>
                    <a:pt x="34106" y="18068"/>
                    <a:pt x="34099" y="18163"/>
                  </a:cubicBezTo>
                  <a:cubicBezTo>
                    <a:pt x="34092" y="18236"/>
                    <a:pt x="34102" y="18310"/>
                    <a:pt x="34130" y="18376"/>
                  </a:cubicBezTo>
                  <a:cubicBezTo>
                    <a:pt x="34176" y="18481"/>
                    <a:pt x="34197" y="18593"/>
                    <a:pt x="34197" y="18705"/>
                  </a:cubicBezTo>
                  <a:cubicBezTo>
                    <a:pt x="34204" y="18817"/>
                    <a:pt x="34207" y="18915"/>
                    <a:pt x="34284" y="19020"/>
                  </a:cubicBezTo>
                  <a:cubicBezTo>
                    <a:pt x="34477" y="19287"/>
                    <a:pt x="34333" y="19416"/>
                    <a:pt x="34151" y="19570"/>
                  </a:cubicBezTo>
                  <a:cubicBezTo>
                    <a:pt x="34141" y="19581"/>
                    <a:pt x="34134" y="19588"/>
                    <a:pt x="34127" y="19595"/>
                  </a:cubicBezTo>
                  <a:cubicBezTo>
                    <a:pt x="34207" y="19630"/>
                    <a:pt x="34256" y="19710"/>
                    <a:pt x="34260" y="19794"/>
                  </a:cubicBezTo>
                  <a:cubicBezTo>
                    <a:pt x="34263" y="19864"/>
                    <a:pt x="34260" y="19938"/>
                    <a:pt x="34204" y="19966"/>
                  </a:cubicBezTo>
                  <a:cubicBezTo>
                    <a:pt x="34191" y="19973"/>
                    <a:pt x="34178" y="19976"/>
                    <a:pt x="34164" y="19976"/>
                  </a:cubicBezTo>
                  <a:cubicBezTo>
                    <a:pt x="34116" y="19976"/>
                    <a:pt x="34059" y="19938"/>
                    <a:pt x="33994" y="19889"/>
                  </a:cubicBezTo>
                  <a:cubicBezTo>
                    <a:pt x="33969" y="19871"/>
                    <a:pt x="33941" y="19850"/>
                    <a:pt x="33913" y="19829"/>
                  </a:cubicBezTo>
                  <a:cubicBezTo>
                    <a:pt x="33905" y="19821"/>
                    <a:pt x="33894" y="19817"/>
                    <a:pt x="33883" y="19817"/>
                  </a:cubicBezTo>
                  <a:cubicBezTo>
                    <a:pt x="33875" y="19817"/>
                    <a:pt x="33867" y="19820"/>
                    <a:pt x="33861" y="19826"/>
                  </a:cubicBezTo>
                  <a:cubicBezTo>
                    <a:pt x="33784" y="19864"/>
                    <a:pt x="33714" y="20036"/>
                    <a:pt x="33714" y="20113"/>
                  </a:cubicBezTo>
                  <a:cubicBezTo>
                    <a:pt x="33714" y="20151"/>
                    <a:pt x="33696" y="20183"/>
                    <a:pt x="33665" y="20200"/>
                  </a:cubicBezTo>
                  <a:cubicBezTo>
                    <a:pt x="33650" y="20209"/>
                    <a:pt x="33634" y="20214"/>
                    <a:pt x="33615" y="20214"/>
                  </a:cubicBezTo>
                  <a:cubicBezTo>
                    <a:pt x="33556" y="20214"/>
                    <a:pt x="33475" y="20168"/>
                    <a:pt x="33357" y="20099"/>
                  </a:cubicBezTo>
                  <a:cubicBezTo>
                    <a:pt x="33304" y="20064"/>
                    <a:pt x="33248" y="20032"/>
                    <a:pt x="33192" y="20011"/>
                  </a:cubicBezTo>
                  <a:cubicBezTo>
                    <a:pt x="33168" y="20011"/>
                    <a:pt x="33143" y="20008"/>
                    <a:pt x="33122" y="19990"/>
                  </a:cubicBezTo>
                  <a:cubicBezTo>
                    <a:pt x="33094" y="19959"/>
                    <a:pt x="33077" y="19917"/>
                    <a:pt x="33080" y="19875"/>
                  </a:cubicBezTo>
                  <a:cubicBezTo>
                    <a:pt x="33080" y="19773"/>
                    <a:pt x="33031" y="19682"/>
                    <a:pt x="32954" y="19619"/>
                  </a:cubicBezTo>
                  <a:cubicBezTo>
                    <a:pt x="32891" y="19570"/>
                    <a:pt x="32832" y="19532"/>
                    <a:pt x="32779" y="19500"/>
                  </a:cubicBezTo>
                  <a:cubicBezTo>
                    <a:pt x="32649" y="19420"/>
                    <a:pt x="32537" y="19346"/>
                    <a:pt x="32537" y="19196"/>
                  </a:cubicBezTo>
                  <a:cubicBezTo>
                    <a:pt x="32537" y="19143"/>
                    <a:pt x="32457" y="19076"/>
                    <a:pt x="32383" y="19020"/>
                  </a:cubicBezTo>
                  <a:cubicBezTo>
                    <a:pt x="32282" y="18936"/>
                    <a:pt x="32163" y="18842"/>
                    <a:pt x="32163" y="18709"/>
                  </a:cubicBezTo>
                  <a:cubicBezTo>
                    <a:pt x="32163" y="18663"/>
                    <a:pt x="32166" y="18600"/>
                    <a:pt x="32166" y="18530"/>
                  </a:cubicBezTo>
                  <a:cubicBezTo>
                    <a:pt x="32177" y="18331"/>
                    <a:pt x="32191" y="17998"/>
                    <a:pt x="32135" y="17904"/>
                  </a:cubicBezTo>
                  <a:cubicBezTo>
                    <a:pt x="32023" y="17715"/>
                    <a:pt x="32135" y="17512"/>
                    <a:pt x="32194" y="17403"/>
                  </a:cubicBezTo>
                  <a:cubicBezTo>
                    <a:pt x="32212" y="17365"/>
                    <a:pt x="32205" y="17323"/>
                    <a:pt x="32180" y="17288"/>
                  </a:cubicBezTo>
                  <a:cubicBezTo>
                    <a:pt x="32131" y="17207"/>
                    <a:pt x="32044" y="17162"/>
                    <a:pt x="31949" y="17162"/>
                  </a:cubicBezTo>
                  <a:cubicBezTo>
                    <a:pt x="31848" y="17158"/>
                    <a:pt x="31750" y="17151"/>
                    <a:pt x="31648" y="17137"/>
                  </a:cubicBezTo>
                  <a:cubicBezTo>
                    <a:pt x="31522" y="17119"/>
                    <a:pt x="31393" y="17108"/>
                    <a:pt x="31265" y="17108"/>
                  </a:cubicBezTo>
                  <a:cubicBezTo>
                    <a:pt x="31220" y="17108"/>
                    <a:pt x="31175" y="17110"/>
                    <a:pt x="31130" y="17113"/>
                  </a:cubicBezTo>
                  <a:cubicBezTo>
                    <a:pt x="31076" y="17117"/>
                    <a:pt x="31025" y="17119"/>
                    <a:pt x="30977" y="17119"/>
                  </a:cubicBezTo>
                  <a:cubicBezTo>
                    <a:pt x="30764" y="17119"/>
                    <a:pt x="30610" y="17075"/>
                    <a:pt x="30510" y="16986"/>
                  </a:cubicBezTo>
                  <a:cubicBezTo>
                    <a:pt x="30297" y="16822"/>
                    <a:pt x="30048" y="16703"/>
                    <a:pt x="29786" y="16636"/>
                  </a:cubicBezTo>
                  <a:cubicBezTo>
                    <a:pt x="29422" y="16542"/>
                    <a:pt x="29208" y="16346"/>
                    <a:pt x="29159" y="16195"/>
                  </a:cubicBezTo>
                  <a:cubicBezTo>
                    <a:pt x="29145" y="16160"/>
                    <a:pt x="29019" y="16108"/>
                    <a:pt x="28942" y="16073"/>
                  </a:cubicBezTo>
                  <a:cubicBezTo>
                    <a:pt x="28830" y="16020"/>
                    <a:pt x="28722" y="15975"/>
                    <a:pt x="28673" y="15912"/>
                  </a:cubicBezTo>
                  <a:cubicBezTo>
                    <a:pt x="28619" y="15843"/>
                    <a:pt x="28369" y="15784"/>
                    <a:pt x="28211" y="15784"/>
                  </a:cubicBezTo>
                  <a:cubicBezTo>
                    <a:pt x="28184" y="15784"/>
                    <a:pt x="28160" y="15786"/>
                    <a:pt x="28140" y="15789"/>
                  </a:cubicBezTo>
                  <a:cubicBezTo>
                    <a:pt x="28132" y="15790"/>
                    <a:pt x="28124" y="15791"/>
                    <a:pt x="28115" y="15791"/>
                  </a:cubicBezTo>
                  <a:cubicBezTo>
                    <a:pt x="28028" y="15791"/>
                    <a:pt x="27920" y="15729"/>
                    <a:pt x="27783" y="15653"/>
                  </a:cubicBezTo>
                  <a:cubicBezTo>
                    <a:pt x="27659" y="15582"/>
                    <a:pt x="27511" y="15498"/>
                    <a:pt x="27416" y="15498"/>
                  </a:cubicBezTo>
                  <a:cubicBezTo>
                    <a:pt x="27412" y="15498"/>
                    <a:pt x="27409" y="15498"/>
                    <a:pt x="27405" y="15499"/>
                  </a:cubicBezTo>
                  <a:cubicBezTo>
                    <a:pt x="27272" y="15506"/>
                    <a:pt x="27003" y="15604"/>
                    <a:pt x="26821" y="15667"/>
                  </a:cubicBezTo>
                  <a:cubicBezTo>
                    <a:pt x="26747" y="15698"/>
                    <a:pt x="26674" y="15723"/>
                    <a:pt x="26597" y="15740"/>
                  </a:cubicBezTo>
                  <a:cubicBezTo>
                    <a:pt x="26591" y="15741"/>
                    <a:pt x="26586" y="15742"/>
                    <a:pt x="26581" y="15742"/>
                  </a:cubicBezTo>
                  <a:cubicBezTo>
                    <a:pt x="26551" y="15742"/>
                    <a:pt x="26520" y="15725"/>
                    <a:pt x="26505" y="15698"/>
                  </a:cubicBezTo>
                  <a:cubicBezTo>
                    <a:pt x="26449" y="15607"/>
                    <a:pt x="26586" y="15404"/>
                    <a:pt x="26607" y="15373"/>
                  </a:cubicBezTo>
                  <a:cubicBezTo>
                    <a:pt x="26611" y="15331"/>
                    <a:pt x="26544" y="15184"/>
                    <a:pt x="26495" y="15086"/>
                  </a:cubicBezTo>
                  <a:cubicBezTo>
                    <a:pt x="26439" y="14974"/>
                    <a:pt x="26390" y="14854"/>
                    <a:pt x="26355" y="14735"/>
                  </a:cubicBezTo>
                  <a:cubicBezTo>
                    <a:pt x="26287" y="14470"/>
                    <a:pt x="26219" y="14309"/>
                    <a:pt x="26067" y="14309"/>
                  </a:cubicBezTo>
                  <a:cubicBezTo>
                    <a:pt x="26055" y="14309"/>
                    <a:pt x="26043" y="14310"/>
                    <a:pt x="26029" y="14312"/>
                  </a:cubicBezTo>
                  <a:cubicBezTo>
                    <a:pt x="25997" y="14316"/>
                    <a:pt x="25965" y="14318"/>
                    <a:pt x="25933" y="14318"/>
                  </a:cubicBezTo>
                  <a:cubicBezTo>
                    <a:pt x="25678" y="14318"/>
                    <a:pt x="25434" y="14195"/>
                    <a:pt x="25375" y="14154"/>
                  </a:cubicBezTo>
                  <a:cubicBezTo>
                    <a:pt x="25245" y="14067"/>
                    <a:pt x="25277" y="13279"/>
                    <a:pt x="25322" y="13055"/>
                  </a:cubicBezTo>
                  <a:cubicBezTo>
                    <a:pt x="25357" y="12905"/>
                    <a:pt x="25448" y="12722"/>
                    <a:pt x="25536" y="12551"/>
                  </a:cubicBezTo>
                  <a:cubicBezTo>
                    <a:pt x="25616" y="12397"/>
                    <a:pt x="25697" y="12236"/>
                    <a:pt x="25697" y="12159"/>
                  </a:cubicBezTo>
                  <a:cubicBezTo>
                    <a:pt x="25697" y="11896"/>
                    <a:pt x="26026" y="11809"/>
                    <a:pt x="26134" y="11781"/>
                  </a:cubicBezTo>
                  <a:cubicBezTo>
                    <a:pt x="26176" y="11770"/>
                    <a:pt x="26187" y="11725"/>
                    <a:pt x="26197" y="11620"/>
                  </a:cubicBezTo>
                  <a:cubicBezTo>
                    <a:pt x="26204" y="11511"/>
                    <a:pt x="26218" y="11375"/>
                    <a:pt x="26362" y="11357"/>
                  </a:cubicBezTo>
                  <a:cubicBezTo>
                    <a:pt x="26495" y="11340"/>
                    <a:pt x="26502" y="11308"/>
                    <a:pt x="26533" y="11179"/>
                  </a:cubicBezTo>
                  <a:lnTo>
                    <a:pt x="26537" y="11161"/>
                  </a:lnTo>
                  <a:cubicBezTo>
                    <a:pt x="26551" y="11098"/>
                    <a:pt x="26600" y="11049"/>
                    <a:pt x="26667" y="11032"/>
                  </a:cubicBezTo>
                  <a:cubicBezTo>
                    <a:pt x="26625" y="10993"/>
                    <a:pt x="26611" y="10937"/>
                    <a:pt x="26625" y="10885"/>
                  </a:cubicBezTo>
                  <a:cubicBezTo>
                    <a:pt x="26660" y="10801"/>
                    <a:pt x="26786" y="10783"/>
                    <a:pt x="26989" y="10783"/>
                  </a:cubicBezTo>
                  <a:cubicBezTo>
                    <a:pt x="27185" y="10783"/>
                    <a:pt x="27437" y="10734"/>
                    <a:pt x="27528" y="10622"/>
                  </a:cubicBezTo>
                  <a:cubicBezTo>
                    <a:pt x="27556" y="10583"/>
                    <a:pt x="27566" y="10534"/>
                    <a:pt x="27556" y="10489"/>
                  </a:cubicBezTo>
                  <a:cubicBezTo>
                    <a:pt x="27535" y="10391"/>
                    <a:pt x="27342" y="10380"/>
                    <a:pt x="27174" y="10370"/>
                  </a:cubicBezTo>
                  <a:cubicBezTo>
                    <a:pt x="26975" y="10356"/>
                    <a:pt x="26765" y="10345"/>
                    <a:pt x="26765" y="10174"/>
                  </a:cubicBezTo>
                  <a:cubicBezTo>
                    <a:pt x="26765" y="10097"/>
                    <a:pt x="26432" y="10027"/>
                    <a:pt x="26288" y="9999"/>
                  </a:cubicBezTo>
                  <a:cubicBezTo>
                    <a:pt x="26057" y="9950"/>
                    <a:pt x="25945" y="9922"/>
                    <a:pt x="25910" y="9852"/>
                  </a:cubicBezTo>
                  <a:cubicBezTo>
                    <a:pt x="25900" y="9827"/>
                    <a:pt x="25900" y="9796"/>
                    <a:pt x="25910" y="9771"/>
                  </a:cubicBezTo>
                  <a:cubicBezTo>
                    <a:pt x="25935" y="9716"/>
                    <a:pt x="26015" y="9695"/>
                    <a:pt x="26124" y="9695"/>
                  </a:cubicBezTo>
                  <a:cubicBezTo>
                    <a:pt x="26499" y="9695"/>
                    <a:pt x="27222" y="9951"/>
                    <a:pt x="27230" y="9953"/>
                  </a:cubicBezTo>
                  <a:cubicBezTo>
                    <a:pt x="27437" y="10034"/>
                    <a:pt x="27539" y="10055"/>
                    <a:pt x="27662" y="10055"/>
                  </a:cubicBezTo>
                  <a:cubicBezTo>
                    <a:pt x="27710" y="10055"/>
                    <a:pt x="27760" y="10052"/>
                    <a:pt x="27822" y="10048"/>
                  </a:cubicBezTo>
                  <a:lnTo>
                    <a:pt x="27860" y="10048"/>
                  </a:lnTo>
                  <a:cubicBezTo>
                    <a:pt x="27864" y="10048"/>
                    <a:pt x="27867" y="10049"/>
                    <a:pt x="27871" y="10049"/>
                  </a:cubicBezTo>
                  <a:cubicBezTo>
                    <a:pt x="27889" y="10049"/>
                    <a:pt x="27909" y="10041"/>
                    <a:pt x="27923" y="10027"/>
                  </a:cubicBezTo>
                  <a:cubicBezTo>
                    <a:pt x="27951" y="9992"/>
                    <a:pt x="27941" y="9904"/>
                    <a:pt x="27930" y="9831"/>
                  </a:cubicBezTo>
                  <a:cubicBezTo>
                    <a:pt x="27916" y="9761"/>
                    <a:pt x="27916" y="9687"/>
                    <a:pt x="27934" y="9621"/>
                  </a:cubicBezTo>
                  <a:cubicBezTo>
                    <a:pt x="27944" y="9593"/>
                    <a:pt x="27965" y="9568"/>
                    <a:pt x="27993" y="9558"/>
                  </a:cubicBezTo>
                  <a:cubicBezTo>
                    <a:pt x="28012" y="9548"/>
                    <a:pt x="28033" y="9544"/>
                    <a:pt x="28057" y="9544"/>
                  </a:cubicBezTo>
                  <a:cubicBezTo>
                    <a:pt x="28124" y="9544"/>
                    <a:pt x="28212" y="9576"/>
                    <a:pt x="28322" y="9617"/>
                  </a:cubicBezTo>
                  <a:cubicBezTo>
                    <a:pt x="28447" y="9664"/>
                    <a:pt x="28603" y="9720"/>
                    <a:pt x="28722" y="9720"/>
                  </a:cubicBezTo>
                  <a:cubicBezTo>
                    <a:pt x="28747" y="9720"/>
                    <a:pt x="28770" y="9717"/>
                    <a:pt x="28792" y="9712"/>
                  </a:cubicBezTo>
                  <a:cubicBezTo>
                    <a:pt x="28935" y="9673"/>
                    <a:pt x="29093" y="9463"/>
                    <a:pt x="29229" y="9281"/>
                  </a:cubicBezTo>
                  <a:cubicBezTo>
                    <a:pt x="29341" y="9131"/>
                    <a:pt x="29446" y="8991"/>
                    <a:pt x="29551" y="8921"/>
                  </a:cubicBezTo>
                  <a:cubicBezTo>
                    <a:pt x="29607" y="8882"/>
                    <a:pt x="29618" y="8854"/>
                    <a:pt x="29618" y="8847"/>
                  </a:cubicBezTo>
                  <a:cubicBezTo>
                    <a:pt x="29609" y="8823"/>
                    <a:pt x="29515" y="8768"/>
                    <a:pt x="29293" y="8768"/>
                  </a:cubicBezTo>
                  <a:cubicBezTo>
                    <a:pt x="29256" y="8768"/>
                    <a:pt x="29215" y="8770"/>
                    <a:pt x="29170" y="8774"/>
                  </a:cubicBezTo>
                  <a:cubicBezTo>
                    <a:pt x="29125" y="8777"/>
                    <a:pt x="29083" y="8779"/>
                    <a:pt x="29042" y="8779"/>
                  </a:cubicBezTo>
                  <a:cubicBezTo>
                    <a:pt x="28656" y="8779"/>
                    <a:pt x="28413" y="8622"/>
                    <a:pt x="28179" y="8444"/>
                  </a:cubicBezTo>
                  <a:cubicBezTo>
                    <a:pt x="28021" y="8329"/>
                    <a:pt x="27955" y="8213"/>
                    <a:pt x="27990" y="8122"/>
                  </a:cubicBezTo>
                  <a:cubicBezTo>
                    <a:pt x="28011" y="8076"/>
                    <a:pt x="28063" y="8021"/>
                    <a:pt x="28201" y="8021"/>
                  </a:cubicBezTo>
                  <a:cubicBezTo>
                    <a:pt x="28219" y="8021"/>
                    <a:pt x="28238" y="8022"/>
                    <a:pt x="28259" y="8024"/>
                  </a:cubicBezTo>
                  <a:cubicBezTo>
                    <a:pt x="28403" y="8038"/>
                    <a:pt x="28616" y="8168"/>
                    <a:pt x="28844" y="8308"/>
                  </a:cubicBezTo>
                  <a:cubicBezTo>
                    <a:pt x="29037" y="8420"/>
                    <a:pt x="29250" y="8553"/>
                    <a:pt x="29348" y="8556"/>
                  </a:cubicBezTo>
                  <a:lnTo>
                    <a:pt x="29355" y="8556"/>
                  </a:lnTo>
                  <a:cubicBezTo>
                    <a:pt x="29492" y="8556"/>
                    <a:pt x="29747" y="8318"/>
                    <a:pt x="29919" y="8161"/>
                  </a:cubicBezTo>
                  <a:cubicBezTo>
                    <a:pt x="30003" y="8084"/>
                    <a:pt x="30073" y="8017"/>
                    <a:pt x="30129" y="7975"/>
                  </a:cubicBezTo>
                  <a:cubicBezTo>
                    <a:pt x="30139" y="7968"/>
                    <a:pt x="30150" y="7961"/>
                    <a:pt x="30157" y="7951"/>
                  </a:cubicBezTo>
                  <a:cubicBezTo>
                    <a:pt x="30108" y="7916"/>
                    <a:pt x="30055" y="7884"/>
                    <a:pt x="29999" y="7863"/>
                  </a:cubicBezTo>
                  <a:cubicBezTo>
                    <a:pt x="29933" y="7839"/>
                    <a:pt x="29870" y="7804"/>
                    <a:pt x="29814" y="7762"/>
                  </a:cubicBezTo>
                  <a:cubicBezTo>
                    <a:pt x="29768" y="7734"/>
                    <a:pt x="29751" y="7681"/>
                    <a:pt x="29765" y="7632"/>
                  </a:cubicBezTo>
                  <a:cubicBezTo>
                    <a:pt x="29821" y="7475"/>
                    <a:pt x="30276" y="7464"/>
                    <a:pt x="30279" y="7464"/>
                  </a:cubicBezTo>
                  <a:cubicBezTo>
                    <a:pt x="30472" y="7464"/>
                    <a:pt x="30573" y="7601"/>
                    <a:pt x="30640" y="7692"/>
                  </a:cubicBezTo>
                  <a:cubicBezTo>
                    <a:pt x="30654" y="7709"/>
                    <a:pt x="30668" y="7727"/>
                    <a:pt x="30678" y="7741"/>
                  </a:cubicBezTo>
                  <a:cubicBezTo>
                    <a:pt x="30685" y="7745"/>
                    <a:pt x="30696" y="7747"/>
                    <a:pt x="30711" y="7747"/>
                  </a:cubicBezTo>
                  <a:cubicBezTo>
                    <a:pt x="30770" y="7747"/>
                    <a:pt x="30881" y="7719"/>
                    <a:pt x="30948" y="7702"/>
                  </a:cubicBezTo>
                  <a:cubicBezTo>
                    <a:pt x="31032" y="7681"/>
                    <a:pt x="31120" y="7667"/>
                    <a:pt x="31207" y="7660"/>
                  </a:cubicBezTo>
                  <a:cubicBezTo>
                    <a:pt x="31183" y="7601"/>
                    <a:pt x="31060" y="7468"/>
                    <a:pt x="30885" y="7398"/>
                  </a:cubicBezTo>
                  <a:cubicBezTo>
                    <a:pt x="30734" y="7338"/>
                    <a:pt x="30720" y="7254"/>
                    <a:pt x="30724" y="7209"/>
                  </a:cubicBezTo>
                  <a:cubicBezTo>
                    <a:pt x="30738" y="7132"/>
                    <a:pt x="30798" y="7076"/>
                    <a:pt x="30871" y="7065"/>
                  </a:cubicBezTo>
                  <a:cubicBezTo>
                    <a:pt x="30883" y="7062"/>
                    <a:pt x="30896" y="7061"/>
                    <a:pt x="30908" y="7061"/>
                  </a:cubicBezTo>
                  <a:cubicBezTo>
                    <a:pt x="30974" y="7061"/>
                    <a:pt x="31034" y="7100"/>
                    <a:pt x="31064" y="7160"/>
                  </a:cubicBezTo>
                  <a:cubicBezTo>
                    <a:pt x="31095" y="7223"/>
                    <a:pt x="31148" y="7247"/>
                    <a:pt x="31211" y="7282"/>
                  </a:cubicBezTo>
                  <a:cubicBezTo>
                    <a:pt x="31309" y="7324"/>
                    <a:pt x="31389" y="7394"/>
                    <a:pt x="31442" y="7489"/>
                  </a:cubicBezTo>
                  <a:cubicBezTo>
                    <a:pt x="31484" y="7576"/>
                    <a:pt x="31515" y="7597"/>
                    <a:pt x="31529" y="7601"/>
                  </a:cubicBezTo>
                  <a:cubicBezTo>
                    <a:pt x="31532" y="7602"/>
                    <a:pt x="31535" y="7602"/>
                    <a:pt x="31539" y="7602"/>
                  </a:cubicBezTo>
                  <a:cubicBezTo>
                    <a:pt x="31564" y="7602"/>
                    <a:pt x="31605" y="7580"/>
                    <a:pt x="31652" y="7552"/>
                  </a:cubicBezTo>
                  <a:cubicBezTo>
                    <a:pt x="31711" y="7520"/>
                    <a:pt x="31771" y="7492"/>
                    <a:pt x="31834" y="7468"/>
                  </a:cubicBezTo>
                  <a:cubicBezTo>
                    <a:pt x="32044" y="7394"/>
                    <a:pt x="32156" y="7268"/>
                    <a:pt x="32278" y="7139"/>
                  </a:cubicBezTo>
                  <a:lnTo>
                    <a:pt x="32303" y="7111"/>
                  </a:lnTo>
                  <a:cubicBezTo>
                    <a:pt x="32345" y="7055"/>
                    <a:pt x="32408" y="7023"/>
                    <a:pt x="32478" y="7020"/>
                  </a:cubicBezTo>
                  <a:cubicBezTo>
                    <a:pt x="32513" y="7016"/>
                    <a:pt x="32541" y="7013"/>
                    <a:pt x="32607" y="6911"/>
                  </a:cubicBezTo>
                  <a:cubicBezTo>
                    <a:pt x="32670" y="6824"/>
                    <a:pt x="32712" y="6670"/>
                    <a:pt x="32355" y="6407"/>
                  </a:cubicBezTo>
                  <a:cubicBezTo>
                    <a:pt x="32271" y="6347"/>
                    <a:pt x="32226" y="6242"/>
                    <a:pt x="32240" y="6137"/>
                  </a:cubicBezTo>
                  <a:cubicBezTo>
                    <a:pt x="32243" y="6074"/>
                    <a:pt x="32243" y="6053"/>
                    <a:pt x="32184" y="6022"/>
                  </a:cubicBezTo>
                  <a:cubicBezTo>
                    <a:pt x="32044" y="5952"/>
                    <a:pt x="31967" y="5840"/>
                    <a:pt x="31998" y="5749"/>
                  </a:cubicBezTo>
                  <a:cubicBezTo>
                    <a:pt x="32007" y="5720"/>
                    <a:pt x="32042" y="5660"/>
                    <a:pt x="32157" y="5660"/>
                  </a:cubicBezTo>
                  <a:cubicBezTo>
                    <a:pt x="32181" y="5660"/>
                    <a:pt x="32209" y="5662"/>
                    <a:pt x="32240" y="5668"/>
                  </a:cubicBezTo>
                  <a:cubicBezTo>
                    <a:pt x="32287" y="5678"/>
                    <a:pt x="32332" y="5683"/>
                    <a:pt x="32374" y="5683"/>
                  </a:cubicBezTo>
                  <a:cubicBezTo>
                    <a:pt x="32524" y="5683"/>
                    <a:pt x="32642" y="5621"/>
                    <a:pt x="32716" y="5504"/>
                  </a:cubicBezTo>
                  <a:cubicBezTo>
                    <a:pt x="32719" y="5500"/>
                    <a:pt x="32723" y="5497"/>
                    <a:pt x="32723" y="5490"/>
                  </a:cubicBezTo>
                  <a:cubicBezTo>
                    <a:pt x="32719" y="5469"/>
                    <a:pt x="32660" y="5434"/>
                    <a:pt x="32628" y="5416"/>
                  </a:cubicBezTo>
                  <a:cubicBezTo>
                    <a:pt x="32565" y="5381"/>
                    <a:pt x="32502" y="5343"/>
                    <a:pt x="32502" y="5273"/>
                  </a:cubicBezTo>
                  <a:cubicBezTo>
                    <a:pt x="32502" y="5206"/>
                    <a:pt x="32572" y="5168"/>
                    <a:pt x="32593" y="5154"/>
                  </a:cubicBezTo>
                  <a:cubicBezTo>
                    <a:pt x="32653" y="5122"/>
                    <a:pt x="32660" y="5101"/>
                    <a:pt x="32660" y="5101"/>
                  </a:cubicBezTo>
                  <a:cubicBezTo>
                    <a:pt x="32653" y="5084"/>
                    <a:pt x="32576" y="5035"/>
                    <a:pt x="32443" y="5035"/>
                  </a:cubicBezTo>
                  <a:cubicBezTo>
                    <a:pt x="32177" y="5035"/>
                    <a:pt x="31981" y="4891"/>
                    <a:pt x="31967" y="4685"/>
                  </a:cubicBezTo>
                  <a:cubicBezTo>
                    <a:pt x="31963" y="4639"/>
                    <a:pt x="31879" y="4636"/>
                    <a:pt x="31746" y="4632"/>
                  </a:cubicBezTo>
                  <a:cubicBezTo>
                    <a:pt x="31631" y="4625"/>
                    <a:pt x="31498" y="4622"/>
                    <a:pt x="31386" y="4569"/>
                  </a:cubicBezTo>
                  <a:cubicBezTo>
                    <a:pt x="31258" y="4507"/>
                    <a:pt x="31026" y="4492"/>
                    <a:pt x="30838" y="4492"/>
                  </a:cubicBezTo>
                  <a:cubicBezTo>
                    <a:pt x="30717" y="4492"/>
                    <a:pt x="30613" y="4498"/>
                    <a:pt x="30566" y="4502"/>
                  </a:cubicBezTo>
                  <a:cubicBezTo>
                    <a:pt x="30535" y="4530"/>
                    <a:pt x="30510" y="4688"/>
                    <a:pt x="30549" y="4814"/>
                  </a:cubicBezTo>
                  <a:cubicBezTo>
                    <a:pt x="30552" y="4832"/>
                    <a:pt x="30573" y="4891"/>
                    <a:pt x="30605" y="4895"/>
                  </a:cubicBezTo>
                  <a:cubicBezTo>
                    <a:pt x="30749" y="4902"/>
                    <a:pt x="30885" y="5007"/>
                    <a:pt x="30903" y="5119"/>
                  </a:cubicBezTo>
                  <a:cubicBezTo>
                    <a:pt x="30913" y="5196"/>
                    <a:pt x="30868" y="5266"/>
                    <a:pt x="30794" y="5287"/>
                  </a:cubicBezTo>
                  <a:cubicBezTo>
                    <a:pt x="30770" y="5297"/>
                    <a:pt x="30763" y="5304"/>
                    <a:pt x="30777" y="5374"/>
                  </a:cubicBezTo>
                  <a:cubicBezTo>
                    <a:pt x="30794" y="5416"/>
                    <a:pt x="30787" y="5465"/>
                    <a:pt x="30763" y="5504"/>
                  </a:cubicBezTo>
                  <a:cubicBezTo>
                    <a:pt x="30743" y="5523"/>
                    <a:pt x="30717" y="5534"/>
                    <a:pt x="30689" y="5534"/>
                  </a:cubicBezTo>
                  <a:cubicBezTo>
                    <a:pt x="30682" y="5534"/>
                    <a:pt x="30675" y="5533"/>
                    <a:pt x="30668" y="5532"/>
                  </a:cubicBezTo>
                  <a:lnTo>
                    <a:pt x="30629" y="5528"/>
                  </a:lnTo>
                  <a:cubicBezTo>
                    <a:pt x="30602" y="5524"/>
                    <a:pt x="30573" y="5520"/>
                    <a:pt x="30547" y="5520"/>
                  </a:cubicBezTo>
                  <a:cubicBezTo>
                    <a:pt x="30513" y="5520"/>
                    <a:pt x="30481" y="5526"/>
                    <a:pt x="30458" y="5546"/>
                  </a:cubicBezTo>
                  <a:cubicBezTo>
                    <a:pt x="30423" y="5574"/>
                    <a:pt x="30398" y="5633"/>
                    <a:pt x="30388" y="5721"/>
                  </a:cubicBezTo>
                  <a:cubicBezTo>
                    <a:pt x="30353" y="6032"/>
                    <a:pt x="30325" y="6190"/>
                    <a:pt x="30087" y="6316"/>
                  </a:cubicBezTo>
                  <a:cubicBezTo>
                    <a:pt x="30063" y="6332"/>
                    <a:pt x="30037" y="6340"/>
                    <a:pt x="30010" y="6340"/>
                  </a:cubicBezTo>
                  <a:cubicBezTo>
                    <a:pt x="29990" y="6340"/>
                    <a:pt x="29970" y="6335"/>
                    <a:pt x="29950" y="6326"/>
                  </a:cubicBezTo>
                  <a:cubicBezTo>
                    <a:pt x="29884" y="6291"/>
                    <a:pt x="29873" y="6207"/>
                    <a:pt x="29866" y="6123"/>
                  </a:cubicBezTo>
                  <a:cubicBezTo>
                    <a:pt x="29852" y="6018"/>
                    <a:pt x="29842" y="5983"/>
                    <a:pt x="29821" y="5983"/>
                  </a:cubicBezTo>
                  <a:cubicBezTo>
                    <a:pt x="29758" y="5987"/>
                    <a:pt x="29723" y="6067"/>
                    <a:pt x="29716" y="6137"/>
                  </a:cubicBezTo>
                  <a:cubicBezTo>
                    <a:pt x="29712" y="6207"/>
                    <a:pt x="29733" y="6274"/>
                    <a:pt x="29761" y="6277"/>
                  </a:cubicBezTo>
                  <a:cubicBezTo>
                    <a:pt x="29947" y="6326"/>
                    <a:pt x="29978" y="6484"/>
                    <a:pt x="30017" y="6670"/>
                  </a:cubicBezTo>
                  <a:cubicBezTo>
                    <a:pt x="30027" y="6708"/>
                    <a:pt x="30020" y="6750"/>
                    <a:pt x="29999" y="6785"/>
                  </a:cubicBezTo>
                  <a:cubicBezTo>
                    <a:pt x="29961" y="6841"/>
                    <a:pt x="29898" y="6852"/>
                    <a:pt x="29831" y="6866"/>
                  </a:cubicBezTo>
                  <a:cubicBezTo>
                    <a:pt x="29751" y="6880"/>
                    <a:pt x="29667" y="6897"/>
                    <a:pt x="29621" y="6981"/>
                  </a:cubicBezTo>
                  <a:cubicBezTo>
                    <a:pt x="29593" y="7030"/>
                    <a:pt x="29551" y="7090"/>
                    <a:pt x="29488" y="7090"/>
                  </a:cubicBezTo>
                  <a:cubicBezTo>
                    <a:pt x="29418" y="7090"/>
                    <a:pt x="29387" y="7020"/>
                    <a:pt x="29345" y="6943"/>
                  </a:cubicBezTo>
                  <a:cubicBezTo>
                    <a:pt x="29313" y="6873"/>
                    <a:pt x="29271" y="6810"/>
                    <a:pt x="29219" y="6757"/>
                  </a:cubicBezTo>
                  <a:cubicBezTo>
                    <a:pt x="29149" y="6698"/>
                    <a:pt x="28813" y="6396"/>
                    <a:pt x="28830" y="6130"/>
                  </a:cubicBezTo>
                  <a:cubicBezTo>
                    <a:pt x="28848" y="5903"/>
                    <a:pt x="29002" y="5850"/>
                    <a:pt x="29117" y="5829"/>
                  </a:cubicBezTo>
                  <a:lnTo>
                    <a:pt x="29121" y="5829"/>
                  </a:lnTo>
                  <a:cubicBezTo>
                    <a:pt x="29114" y="5808"/>
                    <a:pt x="29107" y="5787"/>
                    <a:pt x="29100" y="5766"/>
                  </a:cubicBezTo>
                  <a:cubicBezTo>
                    <a:pt x="29072" y="5689"/>
                    <a:pt x="29058" y="5612"/>
                    <a:pt x="29051" y="5535"/>
                  </a:cubicBezTo>
                  <a:cubicBezTo>
                    <a:pt x="29044" y="5448"/>
                    <a:pt x="29019" y="5430"/>
                    <a:pt x="28942" y="5388"/>
                  </a:cubicBezTo>
                  <a:cubicBezTo>
                    <a:pt x="28851" y="5343"/>
                    <a:pt x="28767" y="5276"/>
                    <a:pt x="28701" y="5196"/>
                  </a:cubicBezTo>
                  <a:cubicBezTo>
                    <a:pt x="28613" y="5091"/>
                    <a:pt x="28515" y="5031"/>
                    <a:pt x="28424" y="5028"/>
                  </a:cubicBezTo>
                  <a:cubicBezTo>
                    <a:pt x="28420" y="5027"/>
                    <a:pt x="28417" y="5027"/>
                    <a:pt x="28413" y="5027"/>
                  </a:cubicBezTo>
                  <a:cubicBezTo>
                    <a:pt x="28368" y="5027"/>
                    <a:pt x="28323" y="5048"/>
                    <a:pt x="28287" y="5080"/>
                  </a:cubicBezTo>
                  <a:cubicBezTo>
                    <a:pt x="28256" y="5122"/>
                    <a:pt x="28238" y="5171"/>
                    <a:pt x="28231" y="5220"/>
                  </a:cubicBezTo>
                  <a:cubicBezTo>
                    <a:pt x="28214" y="5311"/>
                    <a:pt x="28189" y="5427"/>
                    <a:pt x="28060" y="5483"/>
                  </a:cubicBezTo>
                  <a:cubicBezTo>
                    <a:pt x="28004" y="5504"/>
                    <a:pt x="27986" y="5595"/>
                    <a:pt x="27969" y="5679"/>
                  </a:cubicBezTo>
                  <a:cubicBezTo>
                    <a:pt x="27944" y="5784"/>
                    <a:pt x="27920" y="5903"/>
                    <a:pt x="27804" y="5920"/>
                  </a:cubicBezTo>
                  <a:cubicBezTo>
                    <a:pt x="27796" y="5922"/>
                    <a:pt x="27789" y="5923"/>
                    <a:pt x="27781" y="5923"/>
                  </a:cubicBezTo>
                  <a:cubicBezTo>
                    <a:pt x="27757" y="5923"/>
                    <a:pt x="27735" y="5915"/>
                    <a:pt x="27717" y="5899"/>
                  </a:cubicBezTo>
                  <a:cubicBezTo>
                    <a:pt x="27650" y="5847"/>
                    <a:pt x="27636" y="5728"/>
                    <a:pt x="27622" y="5539"/>
                  </a:cubicBezTo>
                  <a:cubicBezTo>
                    <a:pt x="27615" y="5444"/>
                    <a:pt x="27605" y="5287"/>
                    <a:pt x="27577" y="5259"/>
                  </a:cubicBezTo>
                  <a:cubicBezTo>
                    <a:pt x="27503" y="5227"/>
                    <a:pt x="27458" y="5150"/>
                    <a:pt x="27465" y="5066"/>
                  </a:cubicBezTo>
                  <a:cubicBezTo>
                    <a:pt x="27482" y="4979"/>
                    <a:pt x="27559" y="4923"/>
                    <a:pt x="27675" y="4909"/>
                  </a:cubicBezTo>
                  <a:cubicBezTo>
                    <a:pt x="27734" y="4902"/>
                    <a:pt x="27787" y="4870"/>
                    <a:pt x="27822" y="4821"/>
                  </a:cubicBezTo>
                  <a:lnTo>
                    <a:pt x="27815" y="4821"/>
                  </a:lnTo>
                  <a:cubicBezTo>
                    <a:pt x="27678" y="4821"/>
                    <a:pt x="27486" y="4720"/>
                    <a:pt x="27342" y="4646"/>
                  </a:cubicBezTo>
                  <a:cubicBezTo>
                    <a:pt x="27300" y="4625"/>
                    <a:pt x="27265" y="4608"/>
                    <a:pt x="27244" y="4594"/>
                  </a:cubicBezTo>
                  <a:cubicBezTo>
                    <a:pt x="27242" y="4592"/>
                    <a:pt x="27239" y="4592"/>
                    <a:pt x="27236" y="4592"/>
                  </a:cubicBezTo>
                  <a:cubicBezTo>
                    <a:pt x="27208" y="4592"/>
                    <a:pt x="27157" y="4631"/>
                    <a:pt x="27125" y="4650"/>
                  </a:cubicBezTo>
                  <a:cubicBezTo>
                    <a:pt x="27066" y="4687"/>
                    <a:pt x="26993" y="4733"/>
                    <a:pt x="26920" y="4733"/>
                  </a:cubicBezTo>
                  <a:cubicBezTo>
                    <a:pt x="26885" y="4733"/>
                    <a:pt x="26850" y="4722"/>
                    <a:pt x="26817" y="4695"/>
                  </a:cubicBezTo>
                  <a:cubicBezTo>
                    <a:pt x="26698" y="4597"/>
                    <a:pt x="26747" y="4429"/>
                    <a:pt x="26786" y="4292"/>
                  </a:cubicBezTo>
                  <a:cubicBezTo>
                    <a:pt x="26800" y="4250"/>
                    <a:pt x="26810" y="4208"/>
                    <a:pt x="26817" y="4163"/>
                  </a:cubicBezTo>
                  <a:cubicBezTo>
                    <a:pt x="26817" y="4131"/>
                    <a:pt x="26835" y="4096"/>
                    <a:pt x="26863" y="4075"/>
                  </a:cubicBezTo>
                  <a:cubicBezTo>
                    <a:pt x="26886" y="4060"/>
                    <a:pt x="26914" y="4053"/>
                    <a:pt x="26942" y="4053"/>
                  </a:cubicBezTo>
                  <a:cubicBezTo>
                    <a:pt x="26960" y="4053"/>
                    <a:pt x="26978" y="4056"/>
                    <a:pt x="26996" y="4061"/>
                  </a:cubicBezTo>
                  <a:cubicBezTo>
                    <a:pt x="27021" y="4066"/>
                    <a:pt x="27042" y="4070"/>
                    <a:pt x="27061" y="4070"/>
                  </a:cubicBezTo>
                  <a:cubicBezTo>
                    <a:pt x="27094" y="4070"/>
                    <a:pt x="27119" y="4059"/>
                    <a:pt x="27146" y="4023"/>
                  </a:cubicBezTo>
                  <a:cubicBezTo>
                    <a:pt x="27150" y="4019"/>
                    <a:pt x="27153" y="4012"/>
                    <a:pt x="27153" y="4009"/>
                  </a:cubicBezTo>
                  <a:cubicBezTo>
                    <a:pt x="27115" y="3981"/>
                    <a:pt x="27076" y="3960"/>
                    <a:pt x="27031" y="3942"/>
                  </a:cubicBezTo>
                  <a:cubicBezTo>
                    <a:pt x="26926" y="3897"/>
                    <a:pt x="26793" y="3837"/>
                    <a:pt x="26793" y="3708"/>
                  </a:cubicBezTo>
                  <a:cubicBezTo>
                    <a:pt x="26793" y="3620"/>
                    <a:pt x="26611" y="3564"/>
                    <a:pt x="26488" y="3529"/>
                  </a:cubicBezTo>
                  <a:cubicBezTo>
                    <a:pt x="26439" y="3515"/>
                    <a:pt x="26390" y="3498"/>
                    <a:pt x="26341" y="3477"/>
                  </a:cubicBezTo>
                  <a:cubicBezTo>
                    <a:pt x="26225" y="3417"/>
                    <a:pt x="26271" y="3270"/>
                    <a:pt x="26306" y="3151"/>
                  </a:cubicBezTo>
                  <a:cubicBezTo>
                    <a:pt x="26327" y="3085"/>
                    <a:pt x="26351" y="2994"/>
                    <a:pt x="26337" y="2962"/>
                  </a:cubicBezTo>
                  <a:cubicBezTo>
                    <a:pt x="26280" y="2844"/>
                    <a:pt x="25879" y="2509"/>
                    <a:pt x="25719" y="2509"/>
                  </a:cubicBezTo>
                  <a:cubicBezTo>
                    <a:pt x="25714" y="2509"/>
                    <a:pt x="25709" y="2510"/>
                    <a:pt x="25704" y="2511"/>
                  </a:cubicBezTo>
                  <a:cubicBezTo>
                    <a:pt x="25688" y="2515"/>
                    <a:pt x="25671" y="2517"/>
                    <a:pt x="25655" y="2517"/>
                  </a:cubicBezTo>
                  <a:cubicBezTo>
                    <a:pt x="25587" y="2517"/>
                    <a:pt x="25523" y="2482"/>
                    <a:pt x="25483" y="2423"/>
                  </a:cubicBezTo>
                  <a:cubicBezTo>
                    <a:pt x="25434" y="2356"/>
                    <a:pt x="25424" y="2269"/>
                    <a:pt x="25455" y="2195"/>
                  </a:cubicBezTo>
                  <a:cubicBezTo>
                    <a:pt x="25477" y="2161"/>
                    <a:pt x="25512" y="2138"/>
                    <a:pt x="25552" y="2138"/>
                  </a:cubicBezTo>
                  <a:cubicBezTo>
                    <a:pt x="25557" y="2138"/>
                    <a:pt x="25562" y="2139"/>
                    <a:pt x="25567" y="2139"/>
                  </a:cubicBezTo>
                  <a:cubicBezTo>
                    <a:pt x="25571" y="2140"/>
                    <a:pt x="25575" y="2140"/>
                    <a:pt x="25580" y="2140"/>
                  </a:cubicBezTo>
                  <a:cubicBezTo>
                    <a:pt x="25649" y="2140"/>
                    <a:pt x="25722" y="2081"/>
                    <a:pt x="25910" y="1870"/>
                  </a:cubicBezTo>
                  <a:cubicBezTo>
                    <a:pt x="26047" y="1719"/>
                    <a:pt x="26071" y="1667"/>
                    <a:pt x="26071" y="1646"/>
                  </a:cubicBezTo>
                  <a:cubicBezTo>
                    <a:pt x="26057" y="1635"/>
                    <a:pt x="26040" y="1628"/>
                    <a:pt x="26022" y="1625"/>
                  </a:cubicBezTo>
                  <a:cubicBezTo>
                    <a:pt x="25924" y="1590"/>
                    <a:pt x="25830" y="1513"/>
                    <a:pt x="25847" y="1422"/>
                  </a:cubicBezTo>
                  <a:cubicBezTo>
                    <a:pt x="25857" y="1373"/>
                    <a:pt x="25900" y="1316"/>
                    <a:pt x="26045" y="1316"/>
                  </a:cubicBezTo>
                  <a:cubicBezTo>
                    <a:pt x="26056" y="1316"/>
                    <a:pt x="26069" y="1316"/>
                    <a:pt x="26082" y="1317"/>
                  </a:cubicBezTo>
                  <a:cubicBezTo>
                    <a:pt x="26194" y="1324"/>
                    <a:pt x="26306" y="1341"/>
                    <a:pt x="26414" y="1369"/>
                  </a:cubicBezTo>
                  <a:cubicBezTo>
                    <a:pt x="26535" y="1395"/>
                    <a:pt x="26678" y="1424"/>
                    <a:pt x="26780" y="1424"/>
                  </a:cubicBezTo>
                  <a:cubicBezTo>
                    <a:pt x="26829" y="1424"/>
                    <a:pt x="26868" y="1418"/>
                    <a:pt x="26891" y="1401"/>
                  </a:cubicBezTo>
                  <a:cubicBezTo>
                    <a:pt x="26989" y="1327"/>
                    <a:pt x="27279" y="897"/>
                    <a:pt x="27475" y="613"/>
                  </a:cubicBezTo>
                  <a:cubicBezTo>
                    <a:pt x="27549" y="501"/>
                    <a:pt x="27615" y="403"/>
                    <a:pt x="27664" y="336"/>
                  </a:cubicBezTo>
                  <a:cubicBezTo>
                    <a:pt x="27703" y="284"/>
                    <a:pt x="27710" y="249"/>
                    <a:pt x="27703" y="238"/>
                  </a:cubicBezTo>
                  <a:cubicBezTo>
                    <a:pt x="27692" y="220"/>
                    <a:pt x="27641" y="185"/>
                    <a:pt x="27416" y="185"/>
                  </a:cubicBezTo>
                  <a:cubicBezTo>
                    <a:pt x="27347" y="185"/>
                    <a:pt x="27260" y="188"/>
                    <a:pt x="27153" y="196"/>
                  </a:cubicBezTo>
                  <a:cubicBezTo>
                    <a:pt x="27119" y="200"/>
                    <a:pt x="27085" y="201"/>
                    <a:pt x="27051" y="201"/>
                  </a:cubicBezTo>
                  <a:cubicBezTo>
                    <a:pt x="26894" y="201"/>
                    <a:pt x="26740" y="168"/>
                    <a:pt x="26597" y="98"/>
                  </a:cubicBezTo>
                  <a:cubicBezTo>
                    <a:pt x="26488" y="46"/>
                    <a:pt x="26369" y="14"/>
                    <a:pt x="26246" y="4"/>
                  </a:cubicBezTo>
                  <a:cubicBezTo>
                    <a:pt x="26209" y="1"/>
                    <a:pt x="26168" y="0"/>
                    <a:pt x="26126" y="0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74" name="Google Shape;6432;p80">
              <a:extLst>
                <a:ext uri="{FF2B5EF4-FFF2-40B4-BE49-F238E27FC236}">
                  <a16:creationId xmlns:a16="http://schemas.microsoft.com/office/drawing/2014/main" id="{54A9253F-1539-79BD-0876-B94C0C77C2B5}"/>
                </a:ext>
              </a:extLst>
            </p:cNvPr>
            <p:cNvSpPr/>
            <p:nvPr/>
          </p:nvSpPr>
          <p:spPr>
            <a:xfrm>
              <a:off x="890970" y="1547688"/>
              <a:ext cx="18547" cy="17176"/>
            </a:xfrm>
            <a:custGeom>
              <a:avLst/>
              <a:gdLst/>
              <a:ahLst/>
              <a:cxnLst/>
              <a:rect l="l" t="t" r="r" b="b"/>
              <a:pathLst>
                <a:path w="1366" h="1265" extrusionOk="0">
                  <a:moveTo>
                    <a:pt x="1225" y="1"/>
                  </a:moveTo>
                  <a:cubicBezTo>
                    <a:pt x="1187" y="1"/>
                    <a:pt x="1074" y="46"/>
                    <a:pt x="924" y="218"/>
                  </a:cubicBezTo>
                  <a:cubicBezTo>
                    <a:pt x="830" y="327"/>
                    <a:pt x="742" y="415"/>
                    <a:pt x="665" y="492"/>
                  </a:cubicBezTo>
                  <a:cubicBezTo>
                    <a:pt x="557" y="600"/>
                    <a:pt x="469" y="688"/>
                    <a:pt x="452" y="754"/>
                  </a:cubicBezTo>
                  <a:cubicBezTo>
                    <a:pt x="422" y="860"/>
                    <a:pt x="318" y="863"/>
                    <a:pt x="236" y="863"/>
                  </a:cubicBezTo>
                  <a:cubicBezTo>
                    <a:pt x="231" y="863"/>
                    <a:pt x="226" y="863"/>
                    <a:pt x="221" y="863"/>
                  </a:cubicBezTo>
                  <a:lnTo>
                    <a:pt x="186" y="863"/>
                  </a:lnTo>
                  <a:cubicBezTo>
                    <a:pt x="116" y="863"/>
                    <a:pt x="70" y="870"/>
                    <a:pt x="49" y="912"/>
                  </a:cubicBezTo>
                  <a:cubicBezTo>
                    <a:pt x="0" y="1006"/>
                    <a:pt x="49" y="1192"/>
                    <a:pt x="119" y="1251"/>
                  </a:cubicBezTo>
                  <a:cubicBezTo>
                    <a:pt x="129" y="1260"/>
                    <a:pt x="141" y="1265"/>
                    <a:pt x="153" y="1265"/>
                  </a:cubicBezTo>
                  <a:cubicBezTo>
                    <a:pt x="163" y="1265"/>
                    <a:pt x="174" y="1261"/>
                    <a:pt x="182" y="1255"/>
                  </a:cubicBezTo>
                  <a:cubicBezTo>
                    <a:pt x="251" y="1204"/>
                    <a:pt x="302" y="1187"/>
                    <a:pt x="345" y="1187"/>
                  </a:cubicBezTo>
                  <a:cubicBezTo>
                    <a:pt x="386" y="1187"/>
                    <a:pt x="420" y="1203"/>
                    <a:pt x="452" y="1220"/>
                  </a:cubicBezTo>
                  <a:cubicBezTo>
                    <a:pt x="469" y="1234"/>
                    <a:pt x="490" y="1241"/>
                    <a:pt x="511" y="1241"/>
                  </a:cubicBezTo>
                  <a:cubicBezTo>
                    <a:pt x="599" y="1237"/>
                    <a:pt x="1072" y="919"/>
                    <a:pt x="1170" y="761"/>
                  </a:cubicBezTo>
                  <a:cubicBezTo>
                    <a:pt x="1194" y="723"/>
                    <a:pt x="1198" y="709"/>
                    <a:pt x="1089" y="635"/>
                  </a:cubicBezTo>
                  <a:cubicBezTo>
                    <a:pt x="1026" y="590"/>
                    <a:pt x="963" y="548"/>
                    <a:pt x="956" y="474"/>
                  </a:cubicBezTo>
                  <a:cubicBezTo>
                    <a:pt x="942" y="351"/>
                    <a:pt x="1082" y="313"/>
                    <a:pt x="1208" y="281"/>
                  </a:cubicBezTo>
                  <a:cubicBezTo>
                    <a:pt x="1264" y="271"/>
                    <a:pt x="1317" y="253"/>
                    <a:pt x="1366" y="232"/>
                  </a:cubicBezTo>
                  <a:lnTo>
                    <a:pt x="1345" y="215"/>
                  </a:lnTo>
                  <a:cubicBezTo>
                    <a:pt x="1296" y="169"/>
                    <a:pt x="1226" y="106"/>
                    <a:pt x="1233" y="12"/>
                  </a:cubicBezTo>
                  <a:cubicBezTo>
                    <a:pt x="1233" y="8"/>
                    <a:pt x="1233" y="5"/>
                    <a:pt x="1233" y="1"/>
                  </a:cubicBezTo>
                  <a:cubicBezTo>
                    <a:pt x="1231" y="1"/>
                    <a:pt x="1228" y="1"/>
                    <a:pt x="1225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75" name="Google Shape;6433;p80">
              <a:extLst>
                <a:ext uri="{FF2B5EF4-FFF2-40B4-BE49-F238E27FC236}">
                  <a16:creationId xmlns:a16="http://schemas.microsoft.com/office/drawing/2014/main" id="{D57CEDE2-F414-B506-5AE2-C08983E39F7C}"/>
                </a:ext>
              </a:extLst>
            </p:cNvPr>
            <p:cNvSpPr/>
            <p:nvPr/>
          </p:nvSpPr>
          <p:spPr>
            <a:xfrm>
              <a:off x="797896" y="1528258"/>
              <a:ext cx="11229" cy="5064"/>
            </a:xfrm>
            <a:custGeom>
              <a:avLst/>
              <a:gdLst/>
              <a:ahLst/>
              <a:cxnLst/>
              <a:rect l="l" t="t" r="r" b="b"/>
              <a:pathLst>
                <a:path w="827" h="373" extrusionOk="0">
                  <a:moveTo>
                    <a:pt x="298" y="1"/>
                  </a:moveTo>
                  <a:cubicBezTo>
                    <a:pt x="200" y="4"/>
                    <a:pt x="109" y="43"/>
                    <a:pt x="36" y="106"/>
                  </a:cubicBezTo>
                  <a:cubicBezTo>
                    <a:pt x="22" y="120"/>
                    <a:pt x="1" y="144"/>
                    <a:pt x="8" y="165"/>
                  </a:cubicBezTo>
                  <a:cubicBezTo>
                    <a:pt x="42" y="272"/>
                    <a:pt x="333" y="373"/>
                    <a:pt x="549" y="373"/>
                  </a:cubicBezTo>
                  <a:cubicBezTo>
                    <a:pt x="601" y="373"/>
                    <a:pt x="648" y="367"/>
                    <a:pt x="687" y="354"/>
                  </a:cubicBezTo>
                  <a:cubicBezTo>
                    <a:pt x="750" y="337"/>
                    <a:pt x="802" y="288"/>
                    <a:pt x="820" y="225"/>
                  </a:cubicBezTo>
                  <a:cubicBezTo>
                    <a:pt x="827" y="176"/>
                    <a:pt x="809" y="123"/>
                    <a:pt x="771" y="92"/>
                  </a:cubicBezTo>
                  <a:cubicBezTo>
                    <a:pt x="760" y="82"/>
                    <a:pt x="747" y="78"/>
                    <a:pt x="731" y="78"/>
                  </a:cubicBezTo>
                  <a:cubicBezTo>
                    <a:pt x="702" y="78"/>
                    <a:pt x="663" y="92"/>
                    <a:pt x="613" y="113"/>
                  </a:cubicBezTo>
                  <a:cubicBezTo>
                    <a:pt x="570" y="132"/>
                    <a:pt x="525" y="151"/>
                    <a:pt x="482" y="151"/>
                  </a:cubicBezTo>
                  <a:cubicBezTo>
                    <a:pt x="462" y="151"/>
                    <a:pt x="443" y="147"/>
                    <a:pt x="424" y="137"/>
                  </a:cubicBezTo>
                  <a:cubicBezTo>
                    <a:pt x="389" y="113"/>
                    <a:pt x="365" y="71"/>
                    <a:pt x="361" y="25"/>
                  </a:cubicBezTo>
                  <a:cubicBezTo>
                    <a:pt x="361" y="18"/>
                    <a:pt x="361" y="11"/>
                    <a:pt x="344" y="8"/>
                  </a:cubicBezTo>
                  <a:cubicBezTo>
                    <a:pt x="330" y="1"/>
                    <a:pt x="312" y="1"/>
                    <a:pt x="298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76" name="Google Shape;6434;p80">
              <a:extLst>
                <a:ext uri="{FF2B5EF4-FFF2-40B4-BE49-F238E27FC236}">
                  <a16:creationId xmlns:a16="http://schemas.microsoft.com/office/drawing/2014/main" id="{DAFDD9AA-CEAF-BED5-80D1-F2331A29EE3C}"/>
                </a:ext>
              </a:extLst>
            </p:cNvPr>
            <p:cNvSpPr/>
            <p:nvPr/>
          </p:nvSpPr>
          <p:spPr>
            <a:xfrm>
              <a:off x="793334" y="1391519"/>
              <a:ext cx="283403" cy="195652"/>
            </a:xfrm>
            <a:custGeom>
              <a:avLst/>
              <a:gdLst/>
              <a:ahLst/>
              <a:cxnLst/>
              <a:rect l="l" t="t" r="r" b="b"/>
              <a:pathLst>
                <a:path w="20873" h="14410" extrusionOk="0">
                  <a:moveTo>
                    <a:pt x="6145" y="0"/>
                  </a:moveTo>
                  <a:cubicBezTo>
                    <a:pt x="6032" y="0"/>
                    <a:pt x="5793" y="218"/>
                    <a:pt x="5658" y="339"/>
                  </a:cubicBezTo>
                  <a:cubicBezTo>
                    <a:pt x="5462" y="516"/>
                    <a:pt x="5201" y="553"/>
                    <a:pt x="4995" y="553"/>
                  </a:cubicBezTo>
                  <a:cubicBezTo>
                    <a:pt x="4895" y="553"/>
                    <a:pt x="4808" y="544"/>
                    <a:pt x="4748" y="539"/>
                  </a:cubicBezTo>
                  <a:cubicBezTo>
                    <a:pt x="4708" y="534"/>
                    <a:pt x="4669" y="532"/>
                    <a:pt x="4631" y="532"/>
                  </a:cubicBezTo>
                  <a:cubicBezTo>
                    <a:pt x="4489" y="532"/>
                    <a:pt x="4365" y="561"/>
                    <a:pt x="4321" y="605"/>
                  </a:cubicBezTo>
                  <a:cubicBezTo>
                    <a:pt x="4310" y="616"/>
                    <a:pt x="4310" y="619"/>
                    <a:pt x="4310" y="623"/>
                  </a:cubicBezTo>
                  <a:cubicBezTo>
                    <a:pt x="4310" y="644"/>
                    <a:pt x="4338" y="661"/>
                    <a:pt x="4377" y="686"/>
                  </a:cubicBezTo>
                  <a:cubicBezTo>
                    <a:pt x="4422" y="714"/>
                    <a:pt x="4478" y="749"/>
                    <a:pt x="4485" y="815"/>
                  </a:cubicBezTo>
                  <a:cubicBezTo>
                    <a:pt x="4485" y="875"/>
                    <a:pt x="4457" y="931"/>
                    <a:pt x="4412" y="969"/>
                  </a:cubicBezTo>
                  <a:cubicBezTo>
                    <a:pt x="4367" y="1014"/>
                    <a:pt x="4324" y="1031"/>
                    <a:pt x="4286" y="1031"/>
                  </a:cubicBezTo>
                  <a:cubicBezTo>
                    <a:pt x="4213" y="1031"/>
                    <a:pt x="4155" y="973"/>
                    <a:pt x="4121" y="941"/>
                  </a:cubicBezTo>
                  <a:cubicBezTo>
                    <a:pt x="4100" y="920"/>
                    <a:pt x="4069" y="889"/>
                    <a:pt x="4055" y="889"/>
                  </a:cubicBezTo>
                  <a:cubicBezTo>
                    <a:pt x="4048" y="889"/>
                    <a:pt x="4034" y="896"/>
                    <a:pt x="4013" y="917"/>
                  </a:cubicBezTo>
                  <a:cubicBezTo>
                    <a:pt x="3878" y="1061"/>
                    <a:pt x="3580" y="1096"/>
                    <a:pt x="3366" y="1096"/>
                  </a:cubicBezTo>
                  <a:cubicBezTo>
                    <a:pt x="3269" y="1096"/>
                    <a:pt x="3190" y="1089"/>
                    <a:pt x="3151" y="1081"/>
                  </a:cubicBezTo>
                  <a:cubicBezTo>
                    <a:pt x="3095" y="1081"/>
                    <a:pt x="2920" y="1235"/>
                    <a:pt x="2633" y="1533"/>
                  </a:cubicBezTo>
                  <a:lnTo>
                    <a:pt x="2570" y="1600"/>
                  </a:lnTo>
                  <a:cubicBezTo>
                    <a:pt x="2546" y="1621"/>
                    <a:pt x="2546" y="1638"/>
                    <a:pt x="2549" y="1694"/>
                  </a:cubicBezTo>
                  <a:cubicBezTo>
                    <a:pt x="2553" y="1792"/>
                    <a:pt x="2563" y="1939"/>
                    <a:pt x="2339" y="2177"/>
                  </a:cubicBezTo>
                  <a:cubicBezTo>
                    <a:pt x="2087" y="2449"/>
                    <a:pt x="1563" y="2485"/>
                    <a:pt x="1208" y="2485"/>
                  </a:cubicBezTo>
                  <a:cubicBezTo>
                    <a:pt x="1125" y="2485"/>
                    <a:pt x="1050" y="2483"/>
                    <a:pt x="991" y="2482"/>
                  </a:cubicBezTo>
                  <a:lnTo>
                    <a:pt x="911" y="2482"/>
                  </a:lnTo>
                  <a:cubicBezTo>
                    <a:pt x="908" y="2481"/>
                    <a:pt x="905" y="2480"/>
                    <a:pt x="902" y="2480"/>
                  </a:cubicBezTo>
                  <a:cubicBezTo>
                    <a:pt x="894" y="2480"/>
                    <a:pt x="887" y="2483"/>
                    <a:pt x="879" y="2485"/>
                  </a:cubicBezTo>
                  <a:cubicBezTo>
                    <a:pt x="872" y="2513"/>
                    <a:pt x="869" y="2541"/>
                    <a:pt x="872" y="2569"/>
                  </a:cubicBezTo>
                  <a:cubicBezTo>
                    <a:pt x="879" y="2646"/>
                    <a:pt x="858" y="2727"/>
                    <a:pt x="816" y="2793"/>
                  </a:cubicBezTo>
                  <a:cubicBezTo>
                    <a:pt x="802" y="2814"/>
                    <a:pt x="806" y="2821"/>
                    <a:pt x="809" y="2825"/>
                  </a:cubicBezTo>
                  <a:cubicBezTo>
                    <a:pt x="820" y="2856"/>
                    <a:pt x="900" y="2947"/>
                    <a:pt x="1387" y="3080"/>
                  </a:cubicBezTo>
                  <a:cubicBezTo>
                    <a:pt x="1909" y="3217"/>
                    <a:pt x="2262" y="3893"/>
                    <a:pt x="2329" y="4064"/>
                  </a:cubicBezTo>
                  <a:cubicBezTo>
                    <a:pt x="2337" y="4084"/>
                    <a:pt x="2390" y="4091"/>
                    <a:pt x="2458" y="4091"/>
                  </a:cubicBezTo>
                  <a:cubicBezTo>
                    <a:pt x="2570" y="4091"/>
                    <a:pt x="2723" y="4073"/>
                    <a:pt x="2791" y="4064"/>
                  </a:cubicBezTo>
                  <a:cubicBezTo>
                    <a:pt x="2903" y="4052"/>
                    <a:pt x="3012" y="4041"/>
                    <a:pt x="3102" y="4041"/>
                  </a:cubicBezTo>
                  <a:cubicBezTo>
                    <a:pt x="3138" y="4041"/>
                    <a:pt x="3171" y="4043"/>
                    <a:pt x="3200" y="4047"/>
                  </a:cubicBezTo>
                  <a:cubicBezTo>
                    <a:pt x="3386" y="4075"/>
                    <a:pt x="3368" y="4243"/>
                    <a:pt x="3358" y="4341"/>
                  </a:cubicBezTo>
                  <a:cubicBezTo>
                    <a:pt x="3347" y="4449"/>
                    <a:pt x="3347" y="4502"/>
                    <a:pt x="3400" y="4526"/>
                  </a:cubicBezTo>
                  <a:cubicBezTo>
                    <a:pt x="3454" y="4551"/>
                    <a:pt x="3518" y="4556"/>
                    <a:pt x="3585" y="4556"/>
                  </a:cubicBezTo>
                  <a:cubicBezTo>
                    <a:pt x="3614" y="4556"/>
                    <a:pt x="3643" y="4555"/>
                    <a:pt x="3673" y="4554"/>
                  </a:cubicBezTo>
                  <a:cubicBezTo>
                    <a:pt x="3700" y="4553"/>
                    <a:pt x="3728" y="4552"/>
                    <a:pt x="3756" y="4552"/>
                  </a:cubicBezTo>
                  <a:cubicBezTo>
                    <a:pt x="3868" y="4552"/>
                    <a:pt x="3977" y="4572"/>
                    <a:pt x="4016" y="4684"/>
                  </a:cubicBezTo>
                  <a:cubicBezTo>
                    <a:pt x="4030" y="4722"/>
                    <a:pt x="4027" y="4761"/>
                    <a:pt x="4006" y="4796"/>
                  </a:cubicBezTo>
                  <a:cubicBezTo>
                    <a:pt x="3963" y="4855"/>
                    <a:pt x="3872" y="4859"/>
                    <a:pt x="3746" y="4859"/>
                  </a:cubicBezTo>
                  <a:cubicBezTo>
                    <a:pt x="3610" y="4859"/>
                    <a:pt x="3445" y="4862"/>
                    <a:pt x="3337" y="4943"/>
                  </a:cubicBezTo>
                  <a:cubicBezTo>
                    <a:pt x="3159" y="5076"/>
                    <a:pt x="3050" y="5154"/>
                    <a:pt x="2945" y="5154"/>
                  </a:cubicBezTo>
                  <a:cubicBezTo>
                    <a:pt x="2937" y="5154"/>
                    <a:pt x="2929" y="5154"/>
                    <a:pt x="2920" y="5153"/>
                  </a:cubicBezTo>
                  <a:cubicBezTo>
                    <a:pt x="2864" y="5142"/>
                    <a:pt x="2815" y="5107"/>
                    <a:pt x="2784" y="5062"/>
                  </a:cubicBezTo>
                  <a:cubicBezTo>
                    <a:pt x="2759" y="5027"/>
                    <a:pt x="2686" y="5015"/>
                    <a:pt x="2598" y="5015"/>
                  </a:cubicBezTo>
                  <a:cubicBezTo>
                    <a:pt x="2485" y="5015"/>
                    <a:pt x="2347" y="5034"/>
                    <a:pt x="2255" y="5048"/>
                  </a:cubicBezTo>
                  <a:cubicBezTo>
                    <a:pt x="2213" y="5055"/>
                    <a:pt x="2175" y="5058"/>
                    <a:pt x="2143" y="5062"/>
                  </a:cubicBezTo>
                  <a:cubicBezTo>
                    <a:pt x="2131" y="5065"/>
                    <a:pt x="2119" y="5067"/>
                    <a:pt x="2106" y="5067"/>
                  </a:cubicBezTo>
                  <a:cubicBezTo>
                    <a:pt x="2066" y="5067"/>
                    <a:pt x="2026" y="5049"/>
                    <a:pt x="2000" y="5020"/>
                  </a:cubicBezTo>
                  <a:cubicBezTo>
                    <a:pt x="1947" y="4950"/>
                    <a:pt x="1989" y="4841"/>
                    <a:pt x="2031" y="4740"/>
                  </a:cubicBezTo>
                  <a:cubicBezTo>
                    <a:pt x="2049" y="4701"/>
                    <a:pt x="2059" y="4659"/>
                    <a:pt x="2070" y="4617"/>
                  </a:cubicBezTo>
                  <a:cubicBezTo>
                    <a:pt x="2070" y="4614"/>
                    <a:pt x="2063" y="4607"/>
                    <a:pt x="2052" y="4600"/>
                  </a:cubicBezTo>
                  <a:cubicBezTo>
                    <a:pt x="2026" y="4581"/>
                    <a:pt x="1980" y="4569"/>
                    <a:pt x="1918" y="4569"/>
                  </a:cubicBezTo>
                  <a:cubicBezTo>
                    <a:pt x="1815" y="4569"/>
                    <a:pt x="1666" y="4604"/>
                    <a:pt x="1488" y="4705"/>
                  </a:cubicBezTo>
                  <a:lnTo>
                    <a:pt x="1481" y="4712"/>
                  </a:lnTo>
                  <a:cubicBezTo>
                    <a:pt x="1394" y="4754"/>
                    <a:pt x="1310" y="4803"/>
                    <a:pt x="1229" y="4859"/>
                  </a:cubicBezTo>
                  <a:lnTo>
                    <a:pt x="1229" y="4869"/>
                  </a:lnTo>
                  <a:cubicBezTo>
                    <a:pt x="1233" y="4908"/>
                    <a:pt x="1226" y="4946"/>
                    <a:pt x="1215" y="4985"/>
                  </a:cubicBezTo>
                  <a:cubicBezTo>
                    <a:pt x="1208" y="5027"/>
                    <a:pt x="1184" y="5065"/>
                    <a:pt x="1145" y="5086"/>
                  </a:cubicBezTo>
                  <a:cubicBezTo>
                    <a:pt x="1128" y="5094"/>
                    <a:pt x="1111" y="5097"/>
                    <a:pt x="1094" y="5097"/>
                  </a:cubicBezTo>
                  <a:cubicBezTo>
                    <a:pt x="1057" y="5097"/>
                    <a:pt x="1020" y="5083"/>
                    <a:pt x="984" y="5069"/>
                  </a:cubicBezTo>
                  <a:cubicBezTo>
                    <a:pt x="940" y="5053"/>
                    <a:pt x="892" y="5034"/>
                    <a:pt x="839" y="5034"/>
                  </a:cubicBezTo>
                  <a:cubicBezTo>
                    <a:pt x="801" y="5034"/>
                    <a:pt x="759" y="5044"/>
                    <a:pt x="715" y="5072"/>
                  </a:cubicBezTo>
                  <a:cubicBezTo>
                    <a:pt x="606" y="5135"/>
                    <a:pt x="494" y="5191"/>
                    <a:pt x="382" y="5240"/>
                  </a:cubicBezTo>
                  <a:cubicBezTo>
                    <a:pt x="221" y="5310"/>
                    <a:pt x="36" y="5391"/>
                    <a:pt x="1" y="5468"/>
                  </a:cubicBezTo>
                  <a:cubicBezTo>
                    <a:pt x="18" y="5510"/>
                    <a:pt x="158" y="5576"/>
                    <a:pt x="687" y="5682"/>
                  </a:cubicBezTo>
                  <a:lnTo>
                    <a:pt x="739" y="5692"/>
                  </a:lnTo>
                  <a:cubicBezTo>
                    <a:pt x="767" y="5699"/>
                    <a:pt x="844" y="5713"/>
                    <a:pt x="855" y="5780"/>
                  </a:cubicBezTo>
                  <a:cubicBezTo>
                    <a:pt x="869" y="5850"/>
                    <a:pt x="802" y="5899"/>
                    <a:pt x="729" y="5948"/>
                  </a:cubicBezTo>
                  <a:cubicBezTo>
                    <a:pt x="715" y="5955"/>
                    <a:pt x="701" y="5965"/>
                    <a:pt x="683" y="5976"/>
                  </a:cubicBezTo>
                  <a:cubicBezTo>
                    <a:pt x="757" y="6011"/>
                    <a:pt x="813" y="6070"/>
                    <a:pt x="844" y="6140"/>
                  </a:cubicBezTo>
                  <a:cubicBezTo>
                    <a:pt x="890" y="6242"/>
                    <a:pt x="974" y="6322"/>
                    <a:pt x="1072" y="6368"/>
                  </a:cubicBezTo>
                  <a:cubicBezTo>
                    <a:pt x="1162" y="6415"/>
                    <a:pt x="1296" y="6431"/>
                    <a:pt x="1440" y="6431"/>
                  </a:cubicBezTo>
                  <a:cubicBezTo>
                    <a:pt x="1625" y="6431"/>
                    <a:pt x="1826" y="6405"/>
                    <a:pt x="1972" y="6385"/>
                  </a:cubicBezTo>
                  <a:cubicBezTo>
                    <a:pt x="2049" y="6371"/>
                    <a:pt x="2129" y="6364"/>
                    <a:pt x="2206" y="6361"/>
                  </a:cubicBezTo>
                  <a:cubicBezTo>
                    <a:pt x="2287" y="6368"/>
                    <a:pt x="2367" y="6389"/>
                    <a:pt x="2437" y="6427"/>
                  </a:cubicBezTo>
                  <a:cubicBezTo>
                    <a:pt x="2503" y="6459"/>
                    <a:pt x="2547" y="6478"/>
                    <a:pt x="2582" y="6478"/>
                  </a:cubicBezTo>
                  <a:cubicBezTo>
                    <a:pt x="2609" y="6478"/>
                    <a:pt x="2631" y="6467"/>
                    <a:pt x="2654" y="6441"/>
                  </a:cubicBezTo>
                  <a:cubicBezTo>
                    <a:pt x="2757" y="6333"/>
                    <a:pt x="3141" y="6002"/>
                    <a:pt x="3463" y="6002"/>
                  </a:cubicBezTo>
                  <a:cubicBezTo>
                    <a:pt x="3556" y="6002"/>
                    <a:pt x="3644" y="6030"/>
                    <a:pt x="3718" y="6098"/>
                  </a:cubicBezTo>
                  <a:cubicBezTo>
                    <a:pt x="3792" y="6168"/>
                    <a:pt x="3823" y="6231"/>
                    <a:pt x="3813" y="6291"/>
                  </a:cubicBezTo>
                  <a:cubicBezTo>
                    <a:pt x="3799" y="6378"/>
                    <a:pt x="3708" y="6417"/>
                    <a:pt x="3634" y="6448"/>
                  </a:cubicBezTo>
                  <a:cubicBezTo>
                    <a:pt x="3610" y="6459"/>
                    <a:pt x="3589" y="6469"/>
                    <a:pt x="3568" y="6480"/>
                  </a:cubicBezTo>
                  <a:cubicBezTo>
                    <a:pt x="3680" y="6606"/>
                    <a:pt x="3795" y="6830"/>
                    <a:pt x="3778" y="7026"/>
                  </a:cubicBezTo>
                  <a:cubicBezTo>
                    <a:pt x="3767" y="7138"/>
                    <a:pt x="3708" y="7239"/>
                    <a:pt x="3617" y="7302"/>
                  </a:cubicBezTo>
                  <a:cubicBezTo>
                    <a:pt x="3492" y="7393"/>
                    <a:pt x="3368" y="7420"/>
                    <a:pt x="3256" y="7420"/>
                  </a:cubicBezTo>
                  <a:cubicBezTo>
                    <a:pt x="3162" y="7420"/>
                    <a:pt x="3077" y="7401"/>
                    <a:pt x="3008" y="7386"/>
                  </a:cubicBezTo>
                  <a:cubicBezTo>
                    <a:pt x="2973" y="7376"/>
                    <a:pt x="2938" y="7369"/>
                    <a:pt x="2903" y="7365"/>
                  </a:cubicBezTo>
                  <a:lnTo>
                    <a:pt x="2896" y="7365"/>
                  </a:lnTo>
                  <a:cubicBezTo>
                    <a:pt x="2878" y="7393"/>
                    <a:pt x="2868" y="7425"/>
                    <a:pt x="2861" y="7456"/>
                  </a:cubicBezTo>
                  <a:cubicBezTo>
                    <a:pt x="2833" y="7554"/>
                    <a:pt x="2798" y="7691"/>
                    <a:pt x="2658" y="7800"/>
                  </a:cubicBezTo>
                  <a:cubicBezTo>
                    <a:pt x="2599" y="7845"/>
                    <a:pt x="2543" y="7862"/>
                    <a:pt x="2490" y="7862"/>
                  </a:cubicBezTo>
                  <a:cubicBezTo>
                    <a:pt x="2390" y="7862"/>
                    <a:pt x="2299" y="7801"/>
                    <a:pt x="2217" y="7743"/>
                  </a:cubicBezTo>
                  <a:cubicBezTo>
                    <a:pt x="2129" y="7684"/>
                    <a:pt x="2035" y="7621"/>
                    <a:pt x="1926" y="7621"/>
                  </a:cubicBezTo>
                  <a:cubicBezTo>
                    <a:pt x="1922" y="7621"/>
                    <a:pt x="1918" y="7620"/>
                    <a:pt x="1914" y="7620"/>
                  </a:cubicBezTo>
                  <a:cubicBezTo>
                    <a:pt x="1879" y="7620"/>
                    <a:pt x="1843" y="7634"/>
                    <a:pt x="1817" y="7659"/>
                  </a:cubicBezTo>
                  <a:cubicBezTo>
                    <a:pt x="1744" y="7740"/>
                    <a:pt x="1758" y="7926"/>
                    <a:pt x="1768" y="8052"/>
                  </a:cubicBezTo>
                  <a:cubicBezTo>
                    <a:pt x="1768" y="8073"/>
                    <a:pt x="1772" y="8090"/>
                    <a:pt x="1775" y="8108"/>
                  </a:cubicBezTo>
                  <a:cubicBezTo>
                    <a:pt x="1782" y="8241"/>
                    <a:pt x="1649" y="8258"/>
                    <a:pt x="1562" y="8269"/>
                  </a:cubicBezTo>
                  <a:cubicBezTo>
                    <a:pt x="1432" y="8286"/>
                    <a:pt x="1282" y="8307"/>
                    <a:pt x="1226" y="8528"/>
                  </a:cubicBezTo>
                  <a:cubicBezTo>
                    <a:pt x="1163" y="8783"/>
                    <a:pt x="988" y="8808"/>
                    <a:pt x="893" y="8822"/>
                  </a:cubicBezTo>
                  <a:lnTo>
                    <a:pt x="865" y="8825"/>
                  </a:lnTo>
                  <a:cubicBezTo>
                    <a:pt x="890" y="8874"/>
                    <a:pt x="918" y="8916"/>
                    <a:pt x="949" y="8958"/>
                  </a:cubicBezTo>
                  <a:cubicBezTo>
                    <a:pt x="1114" y="9193"/>
                    <a:pt x="1156" y="9193"/>
                    <a:pt x="1205" y="9193"/>
                  </a:cubicBezTo>
                  <a:cubicBezTo>
                    <a:pt x="1210" y="9193"/>
                    <a:pt x="1214" y="9193"/>
                    <a:pt x="1219" y="9193"/>
                  </a:cubicBezTo>
                  <a:cubicBezTo>
                    <a:pt x="1297" y="9193"/>
                    <a:pt x="1370" y="9220"/>
                    <a:pt x="1432" y="9270"/>
                  </a:cubicBezTo>
                  <a:cubicBezTo>
                    <a:pt x="1611" y="9396"/>
                    <a:pt x="1495" y="9578"/>
                    <a:pt x="1422" y="9686"/>
                  </a:cubicBezTo>
                  <a:cubicBezTo>
                    <a:pt x="1404" y="9714"/>
                    <a:pt x="1383" y="9746"/>
                    <a:pt x="1369" y="9777"/>
                  </a:cubicBezTo>
                  <a:lnTo>
                    <a:pt x="1383" y="9781"/>
                  </a:lnTo>
                  <a:cubicBezTo>
                    <a:pt x="1572" y="9819"/>
                    <a:pt x="1754" y="10044"/>
                    <a:pt x="1919" y="10240"/>
                  </a:cubicBezTo>
                  <a:cubicBezTo>
                    <a:pt x="1972" y="10310"/>
                    <a:pt x="2031" y="10376"/>
                    <a:pt x="2094" y="10439"/>
                  </a:cubicBezTo>
                  <a:cubicBezTo>
                    <a:pt x="2121" y="10464"/>
                    <a:pt x="2150" y="10475"/>
                    <a:pt x="2184" y="10475"/>
                  </a:cubicBezTo>
                  <a:cubicBezTo>
                    <a:pt x="2236" y="10475"/>
                    <a:pt x="2299" y="10450"/>
                    <a:pt x="2381" y="10415"/>
                  </a:cubicBezTo>
                  <a:cubicBezTo>
                    <a:pt x="2479" y="10366"/>
                    <a:pt x="2581" y="10338"/>
                    <a:pt x="2689" y="10327"/>
                  </a:cubicBezTo>
                  <a:cubicBezTo>
                    <a:pt x="2770" y="10324"/>
                    <a:pt x="2791" y="10271"/>
                    <a:pt x="2812" y="10187"/>
                  </a:cubicBezTo>
                  <a:cubicBezTo>
                    <a:pt x="2826" y="10138"/>
                    <a:pt x="2840" y="10086"/>
                    <a:pt x="2892" y="10068"/>
                  </a:cubicBezTo>
                  <a:cubicBezTo>
                    <a:pt x="2899" y="10067"/>
                    <a:pt x="2906" y="10067"/>
                    <a:pt x="2912" y="10067"/>
                  </a:cubicBezTo>
                  <a:cubicBezTo>
                    <a:pt x="2951" y="10067"/>
                    <a:pt x="2988" y="10084"/>
                    <a:pt x="3015" y="10114"/>
                  </a:cubicBezTo>
                  <a:cubicBezTo>
                    <a:pt x="3134" y="10222"/>
                    <a:pt x="3305" y="10506"/>
                    <a:pt x="3295" y="10691"/>
                  </a:cubicBezTo>
                  <a:cubicBezTo>
                    <a:pt x="3298" y="10747"/>
                    <a:pt x="3270" y="10800"/>
                    <a:pt x="3228" y="10831"/>
                  </a:cubicBezTo>
                  <a:cubicBezTo>
                    <a:pt x="3169" y="10873"/>
                    <a:pt x="3186" y="11013"/>
                    <a:pt x="3197" y="11125"/>
                  </a:cubicBezTo>
                  <a:cubicBezTo>
                    <a:pt x="3207" y="11192"/>
                    <a:pt x="3211" y="11258"/>
                    <a:pt x="3207" y="11325"/>
                  </a:cubicBezTo>
                  <a:cubicBezTo>
                    <a:pt x="3225" y="11337"/>
                    <a:pt x="3274" y="11346"/>
                    <a:pt x="3336" y="11346"/>
                  </a:cubicBezTo>
                  <a:cubicBezTo>
                    <a:pt x="3395" y="11346"/>
                    <a:pt x="3467" y="11338"/>
                    <a:pt x="3536" y="11318"/>
                  </a:cubicBezTo>
                  <a:cubicBezTo>
                    <a:pt x="3634" y="11290"/>
                    <a:pt x="3669" y="11251"/>
                    <a:pt x="3669" y="11237"/>
                  </a:cubicBezTo>
                  <a:cubicBezTo>
                    <a:pt x="3687" y="11160"/>
                    <a:pt x="3757" y="11097"/>
                    <a:pt x="3869" y="11069"/>
                  </a:cubicBezTo>
                  <a:cubicBezTo>
                    <a:pt x="3923" y="11056"/>
                    <a:pt x="3978" y="11050"/>
                    <a:pt x="4032" y="11050"/>
                  </a:cubicBezTo>
                  <a:cubicBezTo>
                    <a:pt x="4219" y="11050"/>
                    <a:pt x="4401" y="11128"/>
                    <a:pt x="4534" y="11269"/>
                  </a:cubicBezTo>
                  <a:cubicBezTo>
                    <a:pt x="4601" y="11349"/>
                    <a:pt x="4674" y="11419"/>
                    <a:pt x="4755" y="11482"/>
                  </a:cubicBezTo>
                  <a:cubicBezTo>
                    <a:pt x="4758" y="11465"/>
                    <a:pt x="4758" y="11444"/>
                    <a:pt x="4758" y="11423"/>
                  </a:cubicBezTo>
                  <a:cubicBezTo>
                    <a:pt x="4758" y="11241"/>
                    <a:pt x="4895" y="11017"/>
                    <a:pt x="5010" y="11013"/>
                  </a:cubicBezTo>
                  <a:cubicBezTo>
                    <a:pt x="5028" y="11013"/>
                    <a:pt x="5112" y="11017"/>
                    <a:pt x="5122" y="11139"/>
                  </a:cubicBezTo>
                  <a:cubicBezTo>
                    <a:pt x="5119" y="11174"/>
                    <a:pt x="5136" y="11202"/>
                    <a:pt x="5164" y="11220"/>
                  </a:cubicBezTo>
                  <a:cubicBezTo>
                    <a:pt x="5189" y="11235"/>
                    <a:pt x="5222" y="11243"/>
                    <a:pt x="5264" y="11243"/>
                  </a:cubicBezTo>
                  <a:cubicBezTo>
                    <a:pt x="5353" y="11243"/>
                    <a:pt x="5479" y="11208"/>
                    <a:pt x="5623" y="11143"/>
                  </a:cubicBezTo>
                  <a:cubicBezTo>
                    <a:pt x="5722" y="11098"/>
                    <a:pt x="5794" y="11071"/>
                    <a:pt x="5846" y="11071"/>
                  </a:cubicBezTo>
                  <a:cubicBezTo>
                    <a:pt x="5879" y="11071"/>
                    <a:pt x="5903" y="11081"/>
                    <a:pt x="5920" y="11104"/>
                  </a:cubicBezTo>
                  <a:cubicBezTo>
                    <a:pt x="5976" y="11174"/>
                    <a:pt x="5906" y="11258"/>
                    <a:pt x="5759" y="11440"/>
                  </a:cubicBezTo>
                  <a:lnTo>
                    <a:pt x="5714" y="11500"/>
                  </a:lnTo>
                  <a:cubicBezTo>
                    <a:pt x="5581" y="11664"/>
                    <a:pt x="5595" y="11874"/>
                    <a:pt x="5605" y="12046"/>
                  </a:cubicBezTo>
                  <a:cubicBezTo>
                    <a:pt x="5612" y="12200"/>
                    <a:pt x="5623" y="12361"/>
                    <a:pt x="5483" y="12396"/>
                  </a:cubicBezTo>
                  <a:cubicBezTo>
                    <a:pt x="5423" y="12410"/>
                    <a:pt x="5350" y="12512"/>
                    <a:pt x="5276" y="12606"/>
                  </a:cubicBezTo>
                  <a:cubicBezTo>
                    <a:pt x="5154" y="12771"/>
                    <a:pt x="5017" y="12956"/>
                    <a:pt x="4807" y="12981"/>
                  </a:cubicBezTo>
                  <a:cubicBezTo>
                    <a:pt x="4527" y="13012"/>
                    <a:pt x="4013" y="13569"/>
                    <a:pt x="3932" y="13681"/>
                  </a:cubicBezTo>
                  <a:cubicBezTo>
                    <a:pt x="3905" y="13715"/>
                    <a:pt x="3862" y="13727"/>
                    <a:pt x="3803" y="13727"/>
                  </a:cubicBezTo>
                  <a:cubicBezTo>
                    <a:pt x="3746" y="13727"/>
                    <a:pt x="3675" y="13716"/>
                    <a:pt x="3589" y="13702"/>
                  </a:cubicBezTo>
                  <a:cubicBezTo>
                    <a:pt x="3493" y="13686"/>
                    <a:pt x="3379" y="13667"/>
                    <a:pt x="3284" y="13667"/>
                  </a:cubicBezTo>
                  <a:cubicBezTo>
                    <a:pt x="3189" y="13667"/>
                    <a:pt x="3113" y="13686"/>
                    <a:pt x="3092" y="13747"/>
                  </a:cubicBezTo>
                  <a:cubicBezTo>
                    <a:pt x="3039" y="13894"/>
                    <a:pt x="2913" y="14021"/>
                    <a:pt x="2812" y="14122"/>
                  </a:cubicBezTo>
                  <a:cubicBezTo>
                    <a:pt x="2763" y="14164"/>
                    <a:pt x="2721" y="14213"/>
                    <a:pt x="2682" y="14266"/>
                  </a:cubicBezTo>
                  <a:cubicBezTo>
                    <a:pt x="2745" y="14259"/>
                    <a:pt x="2920" y="14192"/>
                    <a:pt x="3074" y="14091"/>
                  </a:cubicBezTo>
                  <a:cubicBezTo>
                    <a:pt x="3186" y="14017"/>
                    <a:pt x="3218" y="13968"/>
                    <a:pt x="3221" y="13957"/>
                  </a:cubicBezTo>
                  <a:cubicBezTo>
                    <a:pt x="3225" y="13922"/>
                    <a:pt x="3242" y="13828"/>
                    <a:pt x="3319" y="13803"/>
                  </a:cubicBezTo>
                  <a:cubicBezTo>
                    <a:pt x="3330" y="13801"/>
                    <a:pt x="3340" y="13800"/>
                    <a:pt x="3350" y="13800"/>
                  </a:cubicBezTo>
                  <a:cubicBezTo>
                    <a:pt x="3418" y="13800"/>
                    <a:pt x="3480" y="13857"/>
                    <a:pt x="3526" y="13912"/>
                  </a:cubicBezTo>
                  <a:cubicBezTo>
                    <a:pt x="3536" y="13922"/>
                    <a:pt x="3552" y="13926"/>
                    <a:pt x="3569" y="13926"/>
                  </a:cubicBezTo>
                  <a:cubicBezTo>
                    <a:pt x="3605" y="13926"/>
                    <a:pt x="3649" y="13910"/>
                    <a:pt x="3673" y="13898"/>
                  </a:cubicBezTo>
                  <a:cubicBezTo>
                    <a:pt x="3750" y="13863"/>
                    <a:pt x="3820" y="13817"/>
                    <a:pt x="3883" y="13761"/>
                  </a:cubicBezTo>
                  <a:cubicBezTo>
                    <a:pt x="3955" y="13696"/>
                    <a:pt x="4049" y="13679"/>
                    <a:pt x="4138" y="13679"/>
                  </a:cubicBezTo>
                  <a:cubicBezTo>
                    <a:pt x="4195" y="13679"/>
                    <a:pt x="4251" y="13686"/>
                    <a:pt x="4296" y="13691"/>
                  </a:cubicBezTo>
                  <a:lnTo>
                    <a:pt x="4335" y="13695"/>
                  </a:lnTo>
                  <a:cubicBezTo>
                    <a:pt x="4337" y="13695"/>
                    <a:pt x="4339" y="13695"/>
                    <a:pt x="4341" y="13695"/>
                  </a:cubicBezTo>
                  <a:cubicBezTo>
                    <a:pt x="4361" y="13695"/>
                    <a:pt x="4384" y="13682"/>
                    <a:pt x="4422" y="13656"/>
                  </a:cubicBezTo>
                  <a:cubicBezTo>
                    <a:pt x="4534" y="13576"/>
                    <a:pt x="4664" y="13523"/>
                    <a:pt x="4800" y="13502"/>
                  </a:cubicBezTo>
                  <a:cubicBezTo>
                    <a:pt x="5007" y="13464"/>
                    <a:pt x="5017" y="13425"/>
                    <a:pt x="5042" y="13334"/>
                  </a:cubicBezTo>
                  <a:cubicBezTo>
                    <a:pt x="5049" y="13292"/>
                    <a:pt x="5063" y="13254"/>
                    <a:pt x="5080" y="13215"/>
                  </a:cubicBezTo>
                  <a:cubicBezTo>
                    <a:pt x="5168" y="13009"/>
                    <a:pt x="5994" y="12638"/>
                    <a:pt x="6120" y="12606"/>
                  </a:cubicBezTo>
                  <a:cubicBezTo>
                    <a:pt x="6148" y="12599"/>
                    <a:pt x="6159" y="12578"/>
                    <a:pt x="6176" y="12508"/>
                  </a:cubicBezTo>
                  <a:cubicBezTo>
                    <a:pt x="6190" y="12438"/>
                    <a:pt x="6218" y="12326"/>
                    <a:pt x="6351" y="12316"/>
                  </a:cubicBezTo>
                  <a:cubicBezTo>
                    <a:pt x="6495" y="12305"/>
                    <a:pt x="6761" y="12085"/>
                    <a:pt x="6918" y="11955"/>
                  </a:cubicBezTo>
                  <a:cubicBezTo>
                    <a:pt x="7069" y="11829"/>
                    <a:pt x="7149" y="11822"/>
                    <a:pt x="7226" y="11811"/>
                  </a:cubicBezTo>
                  <a:cubicBezTo>
                    <a:pt x="7268" y="11808"/>
                    <a:pt x="7310" y="11801"/>
                    <a:pt x="7349" y="11783"/>
                  </a:cubicBezTo>
                  <a:cubicBezTo>
                    <a:pt x="7387" y="11769"/>
                    <a:pt x="7394" y="11713"/>
                    <a:pt x="7405" y="11626"/>
                  </a:cubicBezTo>
                  <a:cubicBezTo>
                    <a:pt x="7412" y="11531"/>
                    <a:pt x="7426" y="11402"/>
                    <a:pt x="7555" y="11381"/>
                  </a:cubicBezTo>
                  <a:cubicBezTo>
                    <a:pt x="7685" y="11360"/>
                    <a:pt x="7779" y="11269"/>
                    <a:pt x="7779" y="11167"/>
                  </a:cubicBezTo>
                  <a:cubicBezTo>
                    <a:pt x="7765" y="11139"/>
                    <a:pt x="7639" y="11108"/>
                    <a:pt x="7580" y="11094"/>
                  </a:cubicBezTo>
                  <a:cubicBezTo>
                    <a:pt x="7464" y="11062"/>
                    <a:pt x="7377" y="11041"/>
                    <a:pt x="7349" y="10975"/>
                  </a:cubicBezTo>
                  <a:cubicBezTo>
                    <a:pt x="7328" y="10933"/>
                    <a:pt x="7342" y="10877"/>
                    <a:pt x="7391" y="10814"/>
                  </a:cubicBezTo>
                  <a:cubicBezTo>
                    <a:pt x="7476" y="10698"/>
                    <a:pt x="7712" y="10495"/>
                    <a:pt x="7853" y="10495"/>
                  </a:cubicBezTo>
                  <a:cubicBezTo>
                    <a:pt x="7857" y="10495"/>
                    <a:pt x="7860" y="10495"/>
                    <a:pt x="7863" y="10495"/>
                  </a:cubicBezTo>
                  <a:cubicBezTo>
                    <a:pt x="8010" y="10485"/>
                    <a:pt x="8133" y="10376"/>
                    <a:pt x="8154" y="10229"/>
                  </a:cubicBezTo>
                  <a:cubicBezTo>
                    <a:pt x="8165" y="10075"/>
                    <a:pt x="8273" y="9998"/>
                    <a:pt x="8375" y="9925"/>
                  </a:cubicBezTo>
                  <a:cubicBezTo>
                    <a:pt x="8434" y="9883"/>
                    <a:pt x="8487" y="9837"/>
                    <a:pt x="8536" y="9788"/>
                  </a:cubicBezTo>
                  <a:cubicBezTo>
                    <a:pt x="8585" y="9735"/>
                    <a:pt x="8623" y="9676"/>
                    <a:pt x="8651" y="9613"/>
                  </a:cubicBezTo>
                  <a:cubicBezTo>
                    <a:pt x="8690" y="9532"/>
                    <a:pt x="8728" y="9448"/>
                    <a:pt x="8858" y="9438"/>
                  </a:cubicBezTo>
                  <a:cubicBezTo>
                    <a:pt x="8931" y="9431"/>
                    <a:pt x="9015" y="9357"/>
                    <a:pt x="9099" y="9280"/>
                  </a:cubicBezTo>
                  <a:cubicBezTo>
                    <a:pt x="9162" y="9217"/>
                    <a:pt x="9232" y="9165"/>
                    <a:pt x="9306" y="9119"/>
                  </a:cubicBezTo>
                  <a:cubicBezTo>
                    <a:pt x="9332" y="9098"/>
                    <a:pt x="9364" y="9087"/>
                    <a:pt x="9397" y="9087"/>
                  </a:cubicBezTo>
                  <a:cubicBezTo>
                    <a:pt x="9409" y="9087"/>
                    <a:pt x="9420" y="9089"/>
                    <a:pt x="9432" y="9091"/>
                  </a:cubicBezTo>
                  <a:cubicBezTo>
                    <a:pt x="9463" y="9102"/>
                    <a:pt x="9488" y="9130"/>
                    <a:pt x="9498" y="9161"/>
                  </a:cubicBezTo>
                  <a:cubicBezTo>
                    <a:pt x="9512" y="9196"/>
                    <a:pt x="9530" y="9238"/>
                    <a:pt x="9666" y="9245"/>
                  </a:cubicBezTo>
                  <a:cubicBezTo>
                    <a:pt x="9806" y="9249"/>
                    <a:pt x="9908" y="9305"/>
                    <a:pt x="9939" y="9392"/>
                  </a:cubicBezTo>
                  <a:cubicBezTo>
                    <a:pt x="9964" y="9448"/>
                    <a:pt x="9950" y="9515"/>
                    <a:pt x="9904" y="9557"/>
                  </a:cubicBezTo>
                  <a:cubicBezTo>
                    <a:pt x="9871" y="9588"/>
                    <a:pt x="9827" y="9604"/>
                    <a:pt x="9776" y="9604"/>
                  </a:cubicBezTo>
                  <a:cubicBezTo>
                    <a:pt x="9737" y="9604"/>
                    <a:pt x="9694" y="9594"/>
                    <a:pt x="9649" y="9574"/>
                  </a:cubicBezTo>
                  <a:cubicBezTo>
                    <a:pt x="9561" y="9535"/>
                    <a:pt x="9495" y="9513"/>
                    <a:pt x="9435" y="9513"/>
                  </a:cubicBezTo>
                  <a:cubicBezTo>
                    <a:pt x="9348" y="9513"/>
                    <a:pt x="9271" y="9559"/>
                    <a:pt x="9152" y="9672"/>
                  </a:cubicBezTo>
                  <a:cubicBezTo>
                    <a:pt x="9054" y="9767"/>
                    <a:pt x="9050" y="9816"/>
                    <a:pt x="9043" y="9886"/>
                  </a:cubicBezTo>
                  <a:cubicBezTo>
                    <a:pt x="9040" y="9984"/>
                    <a:pt x="9005" y="10082"/>
                    <a:pt x="8942" y="10163"/>
                  </a:cubicBezTo>
                  <a:cubicBezTo>
                    <a:pt x="8812" y="10338"/>
                    <a:pt x="8823" y="10401"/>
                    <a:pt x="8830" y="10415"/>
                  </a:cubicBezTo>
                  <a:cubicBezTo>
                    <a:pt x="8844" y="10443"/>
                    <a:pt x="8900" y="10453"/>
                    <a:pt x="8931" y="10457"/>
                  </a:cubicBezTo>
                  <a:cubicBezTo>
                    <a:pt x="9050" y="10471"/>
                    <a:pt x="9082" y="10523"/>
                    <a:pt x="9085" y="10565"/>
                  </a:cubicBezTo>
                  <a:cubicBezTo>
                    <a:pt x="9096" y="10698"/>
                    <a:pt x="8847" y="10800"/>
                    <a:pt x="8749" y="10828"/>
                  </a:cubicBezTo>
                  <a:cubicBezTo>
                    <a:pt x="8739" y="10831"/>
                    <a:pt x="8728" y="10835"/>
                    <a:pt x="8718" y="10842"/>
                  </a:cubicBezTo>
                  <a:cubicBezTo>
                    <a:pt x="8784" y="10870"/>
                    <a:pt x="8856" y="10884"/>
                    <a:pt x="8925" y="10884"/>
                  </a:cubicBezTo>
                  <a:cubicBezTo>
                    <a:pt x="8933" y="10884"/>
                    <a:pt x="8941" y="10884"/>
                    <a:pt x="8949" y="10884"/>
                  </a:cubicBezTo>
                  <a:cubicBezTo>
                    <a:pt x="9103" y="10884"/>
                    <a:pt x="9320" y="10737"/>
                    <a:pt x="9547" y="10579"/>
                  </a:cubicBezTo>
                  <a:cubicBezTo>
                    <a:pt x="9691" y="10474"/>
                    <a:pt x="9845" y="10380"/>
                    <a:pt x="9999" y="10296"/>
                  </a:cubicBezTo>
                  <a:cubicBezTo>
                    <a:pt x="10144" y="10223"/>
                    <a:pt x="10275" y="10201"/>
                    <a:pt x="10390" y="10201"/>
                  </a:cubicBezTo>
                  <a:cubicBezTo>
                    <a:pt x="10502" y="10201"/>
                    <a:pt x="10598" y="10222"/>
                    <a:pt x="10675" y="10240"/>
                  </a:cubicBezTo>
                  <a:cubicBezTo>
                    <a:pt x="10710" y="10247"/>
                    <a:pt x="10741" y="10254"/>
                    <a:pt x="10776" y="10257"/>
                  </a:cubicBezTo>
                  <a:cubicBezTo>
                    <a:pt x="10769" y="10247"/>
                    <a:pt x="10766" y="10236"/>
                    <a:pt x="10762" y="10226"/>
                  </a:cubicBezTo>
                  <a:cubicBezTo>
                    <a:pt x="10738" y="10177"/>
                    <a:pt x="10706" y="10114"/>
                    <a:pt x="10731" y="10054"/>
                  </a:cubicBezTo>
                  <a:cubicBezTo>
                    <a:pt x="10738" y="10033"/>
                    <a:pt x="10748" y="10016"/>
                    <a:pt x="10766" y="10002"/>
                  </a:cubicBezTo>
                  <a:lnTo>
                    <a:pt x="10759" y="9998"/>
                  </a:lnTo>
                  <a:cubicBezTo>
                    <a:pt x="10685" y="9949"/>
                    <a:pt x="10577" y="9872"/>
                    <a:pt x="10524" y="9735"/>
                  </a:cubicBezTo>
                  <a:cubicBezTo>
                    <a:pt x="10500" y="9658"/>
                    <a:pt x="10496" y="9609"/>
                    <a:pt x="10517" y="9567"/>
                  </a:cubicBezTo>
                  <a:cubicBezTo>
                    <a:pt x="10542" y="9525"/>
                    <a:pt x="10580" y="9501"/>
                    <a:pt x="10626" y="9494"/>
                  </a:cubicBezTo>
                  <a:cubicBezTo>
                    <a:pt x="10675" y="9480"/>
                    <a:pt x="10696" y="9473"/>
                    <a:pt x="10706" y="9427"/>
                  </a:cubicBezTo>
                  <a:cubicBezTo>
                    <a:pt x="10717" y="9361"/>
                    <a:pt x="10762" y="9305"/>
                    <a:pt x="10825" y="9277"/>
                  </a:cubicBezTo>
                  <a:cubicBezTo>
                    <a:pt x="10843" y="9270"/>
                    <a:pt x="10862" y="9267"/>
                    <a:pt x="10880" y="9267"/>
                  </a:cubicBezTo>
                  <a:cubicBezTo>
                    <a:pt x="10954" y="9267"/>
                    <a:pt x="11034" y="9315"/>
                    <a:pt x="11109" y="9368"/>
                  </a:cubicBezTo>
                  <a:cubicBezTo>
                    <a:pt x="11125" y="9378"/>
                    <a:pt x="11143" y="9381"/>
                    <a:pt x="11166" y="9381"/>
                  </a:cubicBezTo>
                  <a:cubicBezTo>
                    <a:pt x="11183" y="9381"/>
                    <a:pt x="11201" y="9380"/>
                    <a:pt x="11224" y="9378"/>
                  </a:cubicBezTo>
                  <a:cubicBezTo>
                    <a:pt x="11245" y="9376"/>
                    <a:pt x="11268" y="9373"/>
                    <a:pt x="11292" y="9373"/>
                  </a:cubicBezTo>
                  <a:cubicBezTo>
                    <a:pt x="11371" y="9373"/>
                    <a:pt x="11465" y="9400"/>
                    <a:pt x="11532" y="9539"/>
                  </a:cubicBezTo>
                  <a:cubicBezTo>
                    <a:pt x="11551" y="9579"/>
                    <a:pt x="11561" y="9594"/>
                    <a:pt x="11582" y="9594"/>
                  </a:cubicBezTo>
                  <a:cubicBezTo>
                    <a:pt x="11595" y="9594"/>
                    <a:pt x="11613" y="9588"/>
                    <a:pt x="11641" y="9578"/>
                  </a:cubicBezTo>
                  <a:cubicBezTo>
                    <a:pt x="11675" y="9566"/>
                    <a:pt x="11719" y="9549"/>
                    <a:pt x="11771" y="9549"/>
                  </a:cubicBezTo>
                  <a:cubicBezTo>
                    <a:pt x="11821" y="9549"/>
                    <a:pt x="11878" y="9565"/>
                    <a:pt x="11938" y="9613"/>
                  </a:cubicBezTo>
                  <a:cubicBezTo>
                    <a:pt x="11994" y="9658"/>
                    <a:pt x="12050" y="9714"/>
                    <a:pt x="12033" y="9781"/>
                  </a:cubicBezTo>
                  <a:cubicBezTo>
                    <a:pt x="12029" y="9798"/>
                    <a:pt x="12022" y="9812"/>
                    <a:pt x="12008" y="9823"/>
                  </a:cubicBezTo>
                  <a:cubicBezTo>
                    <a:pt x="12078" y="9827"/>
                    <a:pt x="12145" y="9858"/>
                    <a:pt x="12197" y="9907"/>
                  </a:cubicBezTo>
                  <a:cubicBezTo>
                    <a:pt x="12240" y="9946"/>
                    <a:pt x="12266" y="9966"/>
                    <a:pt x="12293" y="9966"/>
                  </a:cubicBezTo>
                  <a:cubicBezTo>
                    <a:pt x="12328" y="9966"/>
                    <a:pt x="12362" y="9931"/>
                    <a:pt x="12432" y="9862"/>
                  </a:cubicBezTo>
                  <a:cubicBezTo>
                    <a:pt x="12452" y="9841"/>
                    <a:pt x="12499" y="9795"/>
                    <a:pt x="12555" y="9795"/>
                  </a:cubicBezTo>
                  <a:cubicBezTo>
                    <a:pt x="12568" y="9795"/>
                    <a:pt x="12580" y="9797"/>
                    <a:pt x="12593" y="9802"/>
                  </a:cubicBezTo>
                  <a:cubicBezTo>
                    <a:pt x="12663" y="9830"/>
                    <a:pt x="12667" y="9928"/>
                    <a:pt x="12667" y="10012"/>
                  </a:cubicBezTo>
                  <a:cubicBezTo>
                    <a:pt x="12702" y="10058"/>
                    <a:pt x="12961" y="10100"/>
                    <a:pt x="13167" y="10135"/>
                  </a:cubicBezTo>
                  <a:lnTo>
                    <a:pt x="13230" y="10145"/>
                  </a:lnTo>
                  <a:cubicBezTo>
                    <a:pt x="13320" y="10160"/>
                    <a:pt x="13429" y="10166"/>
                    <a:pt x="13544" y="10166"/>
                  </a:cubicBezTo>
                  <a:cubicBezTo>
                    <a:pt x="13801" y="10166"/>
                    <a:pt x="14088" y="10137"/>
                    <a:pt x="14266" y="10121"/>
                  </a:cubicBezTo>
                  <a:cubicBezTo>
                    <a:pt x="14326" y="10117"/>
                    <a:pt x="14372" y="10114"/>
                    <a:pt x="14403" y="10110"/>
                  </a:cubicBezTo>
                  <a:cubicBezTo>
                    <a:pt x="14408" y="10110"/>
                    <a:pt x="14413" y="10110"/>
                    <a:pt x="14418" y="10110"/>
                  </a:cubicBezTo>
                  <a:cubicBezTo>
                    <a:pt x="14516" y="10110"/>
                    <a:pt x="14563" y="10176"/>
                    <a:pt x="14606" y="10236"/>
                  </a:cubicBezTo>
                  <a:cubicBezTo>
                    <a:pt x="14669" y="10348"/>
                    <a:pt x="14778" y="10422"/>
                    <a:pt x="14904" y="10439"/>
                  </a:cubicBezTo>
                  <a:cubicBezTo>
                    <a:pt x="14928" y="10444"/>
                    <a:pt x="14950" y="10446"/>
                    <a:pt x="14972" y="10446"/>
                  </a:cubicBezTo>
                  <a:cubicBezTo>
                    <a:pt x="15100" y="10446"/>
                    <a:pt x="15183" y="10371"/>
                    <a:pt x="15264" y="10299"/>
                  </a:cubicBezTo>
                  <a:cubicBezTo>
                    <a:pt x="15330" y="10243"/>
                    <a:pt x="15399" y="10183"/>
                    <a:pt x="15478" y="10183"/>
                  </a:cubicBezTo>
                  <a:cubicBezTo>
                    <a:pt x="15516" y="10183"/>
                    <a:pt x="15557" y="10197"/>
                    <a:pt x="15600" y="10233"/>
                  </a:cubicBezTo>
                  <a:cubicBezTo>
                    <a:pt x="15646" y="10271"/>
                    <a:pt x="15709" y="10331"/>
                    <a:pt x="15709" y="10408"/>
                  </a:cubicBezTo>
                  <a:cubicBezTo>
                    <a:pt x="15709" y="10485"/>
                    <a:pt x="15642" y="10544"/>
                    <a:pt x="15576" y="10597"/>
                  </a:cubicBezTo>
                  <a:cubicBezTo>
                    <a:pt x="15548" y="10618"/>
                    <a:pt x="15523" y="10642"/>
                    <a:pt x="15499" y="10667"/>
                  </a:cubicBezTo>
                  <a:lnTo>
                    <a:pt x="15492" y="10674"/>
                  </a:lnTo>
                  <a:cubicBezTo>
                    <a:pt x="15530" y="10691"/>
                    <a:pt x="15569" y="10705"/>
                    <a:pt x="15611" y="10716"/>
                  </a:cubicBezTo>
                  <a:cubicBezTo>
                    <a:pt x="15653" y="10726"/>
                    <a:pt x="15698" y="10740"/>
                    <a:pt x="15740" y="10758"/>
                  </a:cubicBezTo>
                  <a:cubicBezTo>
                    <a:pt x="15772" y="10772"/>
                    <a:pt x="15810" y="10786"/>
                    <a:pt x="15856" y="10803"/>
                  </a:cubicBezTo>
                  <a:cubicBezTo>
                    <a:pt x="16031" y="10866"/>
                    <a:pt x="16269" y="10954"/>
                    <a:pt x="16405" y="11087"/>
                  </a:cubicBezTo>
                  <a:cubicBezTo>
                    <a:pt x="16441" y="11122"/>
                    <a:pt x="16472" y="11157"/>
                    <a:pt x="16500" y="11192"/>
                  </a:cubicBezTo>
                  <a:cubicBezTo>
                    <a:pt x="16647" y="11363"/>
                    <a:pt x="16826" y="11503"/>
                    <a:pt x="17032" y="11598"/>
                  </a:cubicBezTo>
                  <a:cubicBezTo>
                    <a:pt x="17080" y="11623"/>
                    <a:pt x="17104" y="11627"/>
                    <a:pt x="17114" y="11627"/>
                  </a:cubicBezTo>
                  <a:cubicBezTo>
                    <a:pt x="17118" y="11627"/>
                    <a:pt x="17120" y="11626"/>
                    <a:pt x="17120" y="11626"/>
                  </a:cubicBezTo>
                  <a:cubicBezTo>
                    <a:pt x="17130" y="11584"/>
                    <a:pt x="17130" y="11538"/>
                    <a:pt x="17123" y="11493"/>
                  </a:cubicBezTo>
                  <a:cubicBezTo>
                    <a:pt x="17116" y="11405"/>
                    <a:pt x="17113" y="11328"/>
                    <a:pt x="17176" y="11290"/>
                  </a:cubicBezTo>
                  <a:cubicBezTo>
                    <a:pt x="17193" y="11281"/>
                    <a:pt x="17210" y="11277"/>
                    <a:pt x="17227" y="11277"/>
                  </a:cubicBezTo>
                  <a:cubicBezTo>
                    <a:pt x="17273" y="11277"/>
                    <a:pt x="17316" y="11307"/>
                    <a:pt x="17354" y="11335"/>
                  </a:cubicBezTo>
                  <a:cubicBezTo>
                    <a:pt x="17491" y="11433"/>
                    <a:pt x="17529" y="11437"/>
                    <a:pt x="17561" y="11437"/>
                  </a:cubicBezTo>
                  <a:cubicBezTo>
                    <a:pt x="17624" y="11444"/>
                    <a:pt x="17669" y="11454"/>
                    <a:pt x="17799" y="11570"/>
                  </a:cubicBezTo>
                  <a:cubicBezTo>
                    <a:pt x="17813" y="11584"/>
                    <a:pt x="17827" y="11594"/>
                    <a:pt x="17844" y="11608"/>
                  </a:cubicBezTo>
                  <a:cubicBezTo>
                    <a:pt x="17841" y="11510"/>
                    <a:pt x="17771" y="11283"/>
                    <a:pt x="17739" y="11178"/>
                  </a:cubicBezTo>
                  <a:cubicBezTo>
                    <a:pt x="17708" y="11069"/>
                    <a:pt x="17680" y="10947"/>
                    <a:pt x="17760" y="10912"/>
                  </a:cubicBezTo>
                  <a:cubicBezTo>
                    <a:pt x="17771" y="10906"/>
                    <a:pt x="17783" y="10904"/>
                    <a:pt x="17795" y="10904"/>
                  </a:cubicBezTo>
                  <a:cubicBezTo>
                    <a:pt x="17885" y="10904"/>
                    <a:pt x="17995" y="11044"/>
                    <a:pt x="18075" y="11171"/>
                  </a:cubicBezTo>
                  <a:cubicBezTo>
                    <a:pt x="18198" y="11363"/>
                    <a:pt x="18194" y="11713"/>
                    <a:pt x="18121" y="11941"/>
                  </a:cubicBezTo>
                  <a:cubicBezTo>
                    <a:pt x="18086" y="12037"/>
                    <a:pt x="18006" y="12089"/>
                    <a:pt x="17905" y="12089"/>
                  </a:cubicBezTo>
                  <a:cubicBezTo>
                    <a:pt x="17874" y="12089"/>
                    <a:pt x="17840" y="12084"/>
                    <a:pt x="17806" y="12074"/>
                  </a:cubicBezTo>
                  <a:cubicBezTo>
                    <a:pt x="17683" y="12036"/>
                    <a:pt x="17575" y="11941"/>
                    <a:pt x="17589" y="11839"/>
                  </a:cubicBezTo>
                  <a:cubicBezTo>
                    <a:pt x="17577" y="11838"/>
                    <a:pt x="17565" y="11837"/>
                    <a:pt x="17553" y="11837"/>
                  </a:cubicBezTo>
                  <a:cubicBezTo>
                    <a:pt x="17506" y="11837"/>
                    <a:pt x="17459" y="11849"/>
                    <a:pt x="17414" y="11871"/>
                  </a:cubicBezTo>
                  <a:cubicBezTo>
                    <a:pt x="17396" y="11881"/>
                    <a:pt x="17351" y="11906"/>
                    <a:pt x="17347" y="11941"/>
                  </a:cubicBezTo>
                  <a:cubicBezTo>
                    <a:pt x="17340" y="12071"/>
                    <a:pt x="17578" y="12375"/>
                    <a:pt x="17743" y="12403"/>
                  </a:cubicBezTo>
                  <a:cubicBezTo>
                    <a:pt x="17907" y="12435"/>
                    <a:pt x="17907" y="12592"/>
                    <a:pt x="17907" y="12687"/>
                  </a:cubicBezTo>
                  <a:cubicBezTo>
                    <a:pt x="17907" y="12718"/>
                    <a:pt x="17911" y="12753"/>
                    <a:pt x="17918" y="12785"/>
                  </a:cubicBezTo>
                  <a:cubicBezTo>
                    <a:pt x="18037" y="12820"/>
                    <a:pt x="18086" y="12942"/>
                    <a:pt x="18117" y="13030"/>
                  </a:cubicBezTo>
                  <a:cubicBezTo>
                    <a:pt x="18124" y="13044"/>
                    <a:pt x="18131" y="13061"/>
                    <a:pt x="18138" y="13075"/>
                  </a:cubicBezTo>
                  <a:cubicBezTo>
                    <a:pt x="18159" y="12988"/>
                    <a:pt x="18138" y="12739"/>
                    <a:pt x="18051" y="12603"/>
                  </a:cubicBezTo>
                  <a:cubicBezTo>
                    <a:pt x="17963" y="12463"/>
                    <a:pt x="17956" y="12288"/>
                    <a:pt x="18030" y="12190"/>
                  </a:cubicBezTo>
                  <a:cubicBezTo>
                    <a:pt x="18060" y="12152"/>
                    <a:pt x="18106" y="12129"/>
                    <a:pt x="18154" y="12129"/>
                  </a:cubicBezTo>
                  <a:cubicBezTo>
                    <a:pt x="18173" y="12129"/>
                    <a:pt x="18193" y="12133"/>
                    <a:pt x="18212" y="12141"/>
                  </a:cubicBezTo>
                  <a:cubicBezTo>
                    <a:pt x="18345" y="12183"/>
                    <a:pt x="18327" y="12330"/>
                    <a:pt x="18313" y="12424"/>
                  </a:cubicBezTo>
                  <a:cubicBezTo>
                    <a:pt x="18306" y="12463"/>
                    <a:pt x="18306" y="12505"/>
                    <a:pt x="18310" y="12543"/>
                  </a:cubicBezTo>
                  <a:cubicBezTo>
                    <a:pt x="18338" y="12526"/>
                    <a:pt x="18362" y="12505"/>
                    <a:pt x="18383" y="12484"/>
                  </a:cubicBezTo>
                  <a:cubicBezTo>
                    <a:pt x="18436" y="12431"/>
                    <a:pt x="18495" y="12389"/>
                    <a:pt x="18559" y="12351"/>
                  </a:cubicBezTo>
                  <a:cubicBezTo>
                    <a:pt x="18601" y="12326"/>
                    <a:pt x="18594" y="12274"/>
                    <a:pt x="18548" y="12141"/>
                  </a:cubicBezTo>
                  <a:cubicBezTo>
                    <a:pt x="18517" y="12046"/>
                    <a:pt x="18481" y="11945"/>
                    <a:pt x="18517" y="11860"/>
                  </a:cubicBezTo>
                  <a:cubicBezTo>
                    <a:pt x="18533" y="11814"/>
                    <a:pt x="18575" y="11780"/>
                    <a:pt x="18625" y="11780"/>
                  </a:cubicBezTo>
                  <a:cubicBezTo>
                    <a:pt x="18627" y="11780"/>
                    <a:pt x="18630" y="11780"/>
                    <a:pt x="18632" y="11780"/>
                  </a:cubicBezTo>
                  <a:cubicBezTo>
                    <a:pt x="18772" y="11787"/>
                    <a:pt x="18916" y="12060"/>
                    <a:pt x="18968" y="12246"/>
                  </a:cubicBezTo>
                  <a:cubicBezTo>
                    <a:pt x="19024" y="12442"/>
                    <a:pt x="18916" y="12522"/>
                    <a:pt x="18846" y="12575"/>
                  </a:cubicBezTo>
                  <a:cubicBezTo>
                    <a:pt x="18807" y="12606"/>
                    <a:pt x="18790" y="12620"/>
                    <a:pt x="18790" y="12638"/>
                  </a:cubicBezTo>
                  <a:cubicBezTo>
                    <a:pt x="18790" y="12774"/>
                    <a:pt x="18653" y="12795"/>
                    <a:pt x="18569" y="12806"/>
                  </a:cubicBezTo>
                  <a:cubicBezTo>
                    <a:pt x="18534" y="12806"/>
                    <a:pt x="18499" y="12816"/>
                    <a:pt x="18467" y="12830"/>
                  </a:cubicBezTo>
                  <a:cubicBezTo>
                    <a:pt x="18429" y="12883"/>
                    <a:pt x="18450" y="13177"/>
                    <a:pt x="18488" y="13268"/>
                  </a:cubicBezTo>
                  <a:cubicBezTo>
                    <a:pt x="18506" y="13240"/>
                    <a:pt x="18520" y="13212"/>
                    <a:pt x="18534" y="13180"/>
                  </a:cubicBezTo>
                  <a:cubicBezTo>
                    <a:pt x="18568" y="13102"/>
                    <a:pt x="18596" y="13037"/>
                    <a:pt x="18662" y="13037"/>
                  </a:cubicBezTo>
                  <a:cubicBezTo>
                    <a:pt x="18664" y="13037"/>
                    <a:pt x="18665" y="13037"/>
                    <a:pt x="18667" y="13037"/>
                  </a:cubicBezTo>
                  <a:cubicBezTo>
                    <a:pt x="18737" y="13040"/>
                    <a:pt x="18751" y="13110"/>
                    <a:pt x="18762" y="13138"/>
                  </a:cubicBezTo>
                  <a:cubicBezTo>
                    <a:pt x="18786" y="13121"/>
                    <a:pt x="18811" y="13100"/>
                    <a:pt x="18832" y="13079"/>
                  </a:cubicBezTo>
                  <a:cubicBezTo>
                    <a:pt x="18890" y="13024"/>
                    <a:pt x="18945" y="12974"/>
                    <a:pt x="19005" y="12974"/>
                  </a:cubicBezTo>
                  <a:cubicBezTo>
                    <a:pt x="19014" y="12974"/>
                    <a:pt x="19022" y="12975"/>
                    <a:pt x="19031" y="12977"/>
                  </a:cubicBezTo>
                  <a:cubicBezTo>
                    <a:pt x="19070" y="12988"/>
                    <a:pt x="19101" y="13019"/>
                    <a:pt x="19112" y="13061"/>
                  </a:cubicBezTo>
                  <a:lnTo>
                    <a:pt x="19112" y="13047"/>
                  </a:lnTo>
                  <a:cubicBezTo>
                    <a:pt x="19112" y="12942"/>
                    <a:pt x="19178" y="12827"/>
                    <a:pt x="19301" y="12816"/>
                  </a:cubicBezTo>
                  <a:cubicBezTo>
                    <a:pt x="19306" y="12816"/>
                    <a:pt x="19311" y="12815"/>
                    <a:pt x="19316" y="12815"/>
                  </a:cubicBezTo>
                  <a:cubicBezTo>
                    <a:pt x="19382" y="12815"/>
                    <a:pt x="19454" y="12857"/>
                    <a:pt x="19535" y="12939"/>
                  </a:cubicBezTo>
                  <a:cubicBezTo>
                    <a:pt x="19665" y="13072"/>
                    <a:pt x="19805" y="13306"/>
                    <a:pt x="19798" y="13432"/>
                  </a:cubicBezTo>
                  <a:cubicBezTo>
                    <a:pt x="19787" y="13558"/>
                    <a:pt x="19714" y="13597"/>
                    <a:pt x="19640" y="13642"/>
                  </a:cubicBezTo>
                  <a:cubicBezTo>
                    <a:pt x="19591" y="13670"/>
                    <a:pt x="19542" y="13709"/>
                    <a:pt x="19500" y="13751"/>
                  </a:cubicBezTo>
                  <a:cubicBezTo>
                    <a:pt x="19472" y="13782"/>
                    <a:pt x="19434" y="13803"/>
                    <a:pt x="19392" y="13807"/>
                  </a:cubicBezTo>
                  <a:lnTo>
                    <a:pt x="19385" y="13807"/>
                  </a:lnTo>
                  <a:cubicBezTo>
                    <a:pt x="19297" y="13807"/>
                    <a:pt x="19227" y="13733"/>
                    <a:pt x="19150" y="13660"/>
                  </a:cubicBezTo>
                  <a:cubicBezTo>
                    <a:pt x="19099" y="13609"/>
                    <a:pt x="19028" y="13541"/>
                    <a:pt x="18988" y="13541"/>
                  </a:cubicBezTo>
                  <a:cubicBezTo>
                    <a:pt x="18987" y="13541"/>
                    <a:pt x="18987" y="13541"/>
                    <a:pt x="18986" y="13541"/>
                  </a:cubicBezTo>
                  <a:lnTo>
                    <a:pt x="18979" y="13541"/>
                  </a:lnTo>
                  <a:cubicBezTo>
                    <a:pt x="18972" y="13579"/>
                    <a:pt x="19031" y="13702"/>
                    <a:pt x="19063" y="13765"/>
                  </a:cubicBezTo>
                  <a:cubicBezTo>
                    <a:pt x="19080" y="13803"/>
                    <a:pt x="19098" y="13838"/>
                    <a:pt x="19112" y="13873"/>
                  </a:cubicBezTo>
                  <a:cubicBezTo>
                    <a:pt x="19154" y="13968"/>
                    <a:pt x="19119" y="14070"/>
                    <a:pt x="19087" y="14157"/>
                  </a:cubicBezTo>
                  <a:cubicBezTo>
                    <a:pt x="19042" y="14283"/>
                    <a:pt x="19031" y="14332"/>
                    <a:pt x="19101" y="14378"/>
                  </a:cubicBezTo>
                  <a:cubicBezTo>
                    <a:pt x="19119" y="14392"/>
                    <a:pt x="19136" y="14402"/>
                    <a:pt x="19157" y="14409"/>
                  </a:cubicBezTo>
                  <a:cubicBezTo>
                    <a:pt x="19161" y="14385"/>
                    <a:pt x="19164" y="14364"/>
                    <a:pt x="19168" y="14339"/>
                  </a:cubicBezTo>
                  <a:cubicBezTo>
                    <a:pt x="19168" y="14301"/>
                    <a:pt x="19175" y="14266"/>
                    <a:pt x="19185" y="14227"/>
                  </a:cubicBezTo>
                  <a:cubicBezTo>
                    <a:pt x="19199" y="14192"/>
                    <a:pt x="19227" y="14164"/>
                    <a:pt x="19262" y="14154"/>
                  </a:cubicBezTo>
                  <a:cubicBezTo>
                    <a:pt x="19273" y="14151"/>
                    <a:pt x="19284" y="14150"/>
                    <a:pt x="19296" y="14150"/>
                  </a:cubicBezTo>
                  <a:cubicBezTo>
                    <a:pt x="19375" y="14150"/>
                    <a:pt x="19467" y="14211"/>
                    <a:pt x="19574" y="14297"/>
                  </a:cubicBezTo>
                  <a:cubicBezTo>
                    <a:pt x="19598" y="14220"/>
                    <a:pt x="19609" y="14140"/>
                    <a:pt x="19605" y="14059"/>
                  </a:cubicBezTo>
                  <a:cubicBezTo>
                    <a:pt x="19602" y="14003"/>
                    <a:pt x="19637" y="13957"/>
                    <a:pt x="19686" y="13943"/>
                  </a:cubicBezTo>
                  <a:cubicBezTo>
                    <a:pt x="19698" y="13939"/>
                    <a:pt x="19712" y="13938"/>
                    <a:pt x="19726" y="13938"/>
                  </a:cubicBezTo>
                  <a:cubicBezTo>
                    <a:pt x="19812" y="13938"/>
                    <a:pt x="19925" y="14006"/>
                    <a:pt x="19997" y="14108"/>
                  </a:cubicBezTo>
                  <a:lnTo>
                    <a:pt x="20008" y="14094"/>
                  </a:lnTo>
                  <a:cubicBezTo>
                    <a:pt x="20040" y="14040"/>
                    <a:pt x="20091" y="13955"/>
                    <a:pt x="20184" y="13955"/>
                  </a:cubicBezTo>
                  <a:cubicBezTo>
                    <a:pt x="20194" y="13955"/>
                    <a:pt x="20204" y="13956"/>
                    <a:pt x="20214" y="13957"/>
                  </a:cubicBezTo>
                  <a:cubicBezTo>
                    <a:pt x="20291" y="13968"/>
                    <a:pt x="20344" y="14031"/>
                    <a:pt x="20347" y="14108"/>
                  </a:cubicBezTo>
                  <a:cubicBezTo>
                    <a:pt x="20351" y="14168"/>
                    <a:pt x="20344" y="14231"/>
                    <a:pt x="20330" y="14294"/>
                  </a:cubicBezTo>
                  <a:cubicBezTo>
                    <a:pt x="20326" y="14322"/>
                    <a:pt x="20323" y="14350"/>
                    <a:pt x="20319" y="14374"/>
                  </a:cubicBezTo>
                  <a:lnTo>
                    <a:pt x="20351" y="14364"/>
                  </a:lnTo>
                  <a:cubicBezTo>
                    <a:pt x="20387" y="14348"/>
                    <a:pt x="20424" y="14332"/>
                    <a:pt x="20459" y="14332"/>
                  </a:cubicBezTo>
                  <a:cubicBezTo>
                    <a:pt x="20479" y="14332"/>
                    <a:pt x="20498" y="14337"/>
                    <a:pt x="20515" y="14350"/>
                  </a:cubicBezTo>
                  <a:cubicBezTo>
                    <a:pt x="20526" y="14360"/>
                    <a:pt x="20533" y="14371"/>
                    <a:pt x="20540" y="14385"/>
                  </a:cubicBezTo>
                  <a:lnTo>
                    <a:pt x="20603" y="14339"/>
                  </a:lnTo>
                  <a:lnTo>
                    <a:pt x="20621" y="14329"/>
                  </a:lnTo>
                  <a:lnTo>
                    <a:pt x="20677" y="14290"/>
                  </a:lnTo>
                  <a:lnTo>
                    <a:pt x="20694" y="14276"/>
                  </a:lnTo>
                  <a:lnTo>
                    <a:pt x="20743" y="14241"/>
                  </a:lnTo>
                  <a:lnTo>
                    <a:pt x="20761" y="14231"/>
                  </a:lnTo>
                  <a:lnTo>
                    <a:pt x="20817" y="14192"/>
                  </a:lnTo>
                  <a:cubicBezTo>
                    <a:pt x="20848" y="14171"/>
                    <a:pt x="20869" y="14147"/>
                    <a:pt x="20869" y="14136"/>
                  </a:cubicBezTo>
                  <a:cubicBezTo>
                    <a:pt x="20873" y="14112"/>
                    <a:pt x="20827" y="14066"/>
                    <a:pt x="20792" y="14028"/>
                  </a:cubicBezTo>
                  <a:lnTo>
                    <a:pt x="20782" y="14014"/>
                  </a:lnTo>
                  <a:cubicBezTo>
                    <a:pt x="20750" y="13982"/>
                    <a:pt x="20726" y="13950"/>
                    <a:pt x="20701" y="13915"/>
                  </a:cubicBezTo>
                  <a:cubicBezTo>
                    <a:pt x="20663" y="13859"/>
                    <a:pt x="20656" y="13786"/>
                    <a:pt x="20680" y="13723"/>
                  </a:cubicBezTo>
                  <a:cubicBezTo>
                    <a:pt x="20726" y="13604"/>
                    <a:pt x="20761" y="13516"/>
                    <a:pt x="20557" y="13394"/>
                  </a:cubicBezTo>
                  <a:cubicBezTo>
                    <a:pt x="20540" y="13380"/>
                    <a:pt x="20522" y="13369"/>
                    <a:pt x="20498" y="13359"/>
                  </a:cubicBezTo>
                  <a:cubicBezTo>
                    <a:pt x="20403" y="13310"/>
                    <a:pt x="20302" y="13264"/>
                    <a:pt x="20200" y="13226"/>
                  </a:cubicBezTo>
                  <a:cubicBezTo>
                    <a:pt x="19703" y="13030"/>
                    <a:pt x="19626" y="12876"/>
                    <a:pt x="19423" y="12473"/>
                  </a:cubicBezTo>
                  <a:cubicBezTo>
                    <a:pt x="19364" y="12358"/>
                    <a:pt x="19290" y="12218"/>
                    <a:pt x="19196" y="12046"/>
                  </a:cubicBezTo>
                  <a:cubicBezTo>
                    <a:pt x="18975" y="11654"/>
                    <a:pt x="18657" y="11384"/>
                    <a:pt x="18404" y="11167"/>
                  </a:cubicBezTo>
                  <a:cubicBezTo>
                    <a:pt x="18173" y="10971"/>
                    <a:pt x="18009" y="10828"/>
                    <a:pt x="18009" y="10674"/>
                  </a:cubicBezTo>
                  <a:cubicBezTo>
                    <a:pt x="18009" y="10653"/>
                    <a:pt x="17998" y="10632"/>
                    <a:pt x="17984" y="10618"/>
                  </a:cubicBezTo>
                  <a:lnTo>
                    <a:pt x="17981" y="10614"/>
                  </a:lnTo>
                  <a:lnTo>
                    <a:pt x="17974" y="10607"/>
                  </a:lnTo>
                  <a:cubicBezTo>
                    <a:pt x="17967" y="10604"/>
                    <a:pt x="17963" y="10600"/>
                    <a:pt x="17960" y="10597"/>
                  </a:cubicBezTo>
                  <a:cubicBezTo>
                    <a:pt x="17949" y="10593"/>
                    <a:pt x="17942" y="10586"/>
                    <a:pt x="17932" y="10583"/>
                  </a:cubicBezTo>
                  <a:cubicBezTo>
                    <a:pt x="17918" y="10576"/>
                    <a:pt x="17904" y="10572"/>
                    <a:pt x="17890" y="10565"/>
                  </a:cubicBezTo>
                  <a:lnTo>
                    <a:pt x="17886" y="10565"/>
                  </a:lnTo>
                  <a:cubicBezTo>
                    <a:pt x="17869" y="10562"/>
                    <a:pt x="17855" y="10558"/>
                    <a:pt x="17837" y="10555"/>
                  </a:cubicBezTo>
                  <a:lnTo>
                    <a:pt x="17827" y="10555"/>
                  </a:lnTo>
                  <a:cubicBezTo>
                    <a:pt x="17809" y="10551"/>
                    <a:pt x="17795" y="10551"/>
                    <a:pt x="17778" y="10548"/>
                  </a:cubicBezTo>
                  <a:lnTo>
                    <a:pt x="17708" y="10548"/>
                  </a:lnTo>
                  <a:cubicBezTo>
                    <a:pt x="17522" y="10548"/>
                    <a:pt x="17400" y="10607"/>
                    <a:pt x="17400" y="10646"/>
                  </a:cubicBezTo>
                  <a:cubicBezTo>
                    <a:pt x="17400" y="10838"/>
                    <a:pt x="17207" y="10929"/>
                    <a:pt x="17036" y="11006"/>
                  </a:cubicBezTo>
                  <a:cubicBezTo>
                    <a:pt x="16976" y="11031"/>
                    <a:pt x="16924" y="11059"/>
                    <a:pt x="16868" y="11090"/>
                  </a:cubicBezTo>
                  <a:cubicBezTo>
                    <a:pt x="16818" y="11123"/>
                    <a:pt x="16773" y="11136"/>
                    <a:pt x="16731" y="11136"/>
                  </a:cubicBezTo>
                  <a:cubicBezTo>
                    <a:pt x="16607" y="11136"/>
                    <a:pt x="16517" y="11012"/>
                    <a:pt x="16430" y="10894"/>
                  </a:cubicBezTo>
                  <a:cubicBezTo>
                    <a:pt x="16409" y="10863"/>
                    <a:pt x="16388" y="10831"/>
                    <a:pt x="16360" y="10800"/>
                  </a:cubicBezTo>
                  <a:cubicBezTo>
                    <a:pt x="16342" y="10775"/>
                    <a:pt x="16325" y="10754"/>
                    <a:pt x="16304" y="10733"/>
                  </a:cubicBezTo>
                  <a:cubicBezTo>
                    <a:pt x="16234" y="10667"/>
                    <a:pt x="16160" y="10600"/>
                    <a:pt x="16080" y="10541"/>
                  </a:cubicBezTo>
                  <a:cubicBezTo>
                    <a:pt x="15996" y="10478"/>
                    <a:pt x="15915" y="10404"/>
                    <a:pt x="15845" y="10327"/>
                  </a:cubicBezTo>
                  <a:cubicBezTo>
                    <a:pt x="15828" y="10303"/>
                    <a:pt x="15810" y="10278"/>
                    <a:pt x="15803" y="10247"/>
                  </a:cubicBezTo>
                  <a:cubicBezTo>
                    <a:pt x="15800" y="10236"/>
                    <a:pt x="15796" y="10222"/>
                    <a:pt x="15796" y="10208"/>
                  </a:cubicBezTo>
                  <a:cubicBezTo>
                    <a:pt x="15796" y="10145"/>
                    <a:pt x="15765" y="10030"/>
                    <a:pt x="15695" y="9988"/>
                  </a:cubicBezTo>
                  <a:cubicBezTo>
                    <a:pt x="15674" y="9973"/>
                    <a:pt x="15650" y="9966"/>
                    <a:pt x="15623" y="9966"/>
                  </a:cubicBezTo>
                  <a:cubicBezTo>
                    <a:pt x="15592" y="9966"/>
                    <a:pt x="15558" y="9976"/>
                    <a:pt x="15520" y="9995"/>
                  </a:cubicBezTo>
                  <a:cubicBezTo>
                    <a:pt x="15420" y="10041"/>
                    <a:pt x="15314" y="10064"/>
                    <a:pt x="15206" y="10064"/>
                  </a:cubicBezTo>
                  <a:cubicBezTo>
                    <a:pt x="15184" y="10064"/>
                    <a:pt x="15163" y="10063"/>
                    <a:pt x="15142" y="10061"/>
                  </a:cubicBezTo>
                  <a:cubicBezTo>
                    <a:pt x="15120" y="10059"/>
                    <a:pt x="15103" y="10058"/>
                    <a:pt x="15089" y="10058"/>
                  </a:cubicBezTo>
                  <a:cubicBezTo>
                    <a:pt x="15061" y="10058"/>
                    <a:pt x="15050" y="10063"/>
                    <a:pt x="15040" y="10075"/>
                  </a:cubicBezTo>
                  <a:cubicBezTo>
                    <a:pt x="15006" y="10115"/>
                    <a:pt x="14963" y="10130"/>
                    <a:pt x="14917" y="10130"/>
                  </a:cubicBezTo>
                  <a:cubicBezTo>
                    <a:pt x="14804" y="10130"/>
                    <a:pt x="14679" y="10039"/>
                    <a:pt x="14659" y="10026"/>
                  </a:cubicBezTo>
                  <a:lnTo>
                    <a:pt x="14634" y="10005"/>
                  </a:lnTo>
                  <a:lnTo>
                    <a:pt x="14634" y="1645"/>
                  </a:lnTo>
                  <a:cubicBezTo>
                    <a:pt x="14561" y="1638"/>
                    <a:pt x="14494" y="1621"/>
                    <a:pt x="14424" y="1600"/>
                  </a:cubicBezTo>
                  <a:cubicBezTo>
                    <a:pt x="14361" y="1565"/>
                    <a:pt x="14298" y="1540"/>
                    <a:pt x="14231" y="1512"/>
                  </a:cubicBezTo>
                  <a:cubicBezTo>
                    <a:pt x="13951" y="1401"/>
                    <a:pt x="13614" y="1266"/>
                    <a:pt x="13392" y="1266"/>
                  </a:cubicBezTo>
                  <a:cubicBezTo>
                    <a:pt x="13361" y="1266"/>
                    <a:pt x="13333" y="1268"/>
                    <a:pt x="13307" y="1274"/>
                  </a:cubicBezTo>
                  <a:cubicBezTo>
                    <a:pt x="13162" y="1306"/>
                    <a:pt x="12843" y="1360"/>
                    <a:pt x="12576" y="1360"/>
                  </a:cubicBezTo>
                  <a:cubicBezTo>
                    <a:pt x="12437" y="1360"/>
                    <a:pt x="12312" y="1345"/>
                    <a:pt x="12232" y="1305"/>
                  </a:cubicBezTo>
                  <a:cubicBezTo>
                    <a:pt x="12109" y="1245"/>
                    <a:pt x="11923" y="1172"/>
                    <a:pt x="11652" y="1172"/>
                  </a:cubicBezTo>
                  <a:cubicBezTo>
                    <a:pt x="11578" y="1172"/>
                    <a:pt x="11497" y="1177"/>
                    <a:pt x="11410" y="1190"/>
                  </a:cubicBezTo>
                  <a:cubicBezTo>
                    <a:pt x="11367" y="1196"/>
                    <a:pt x="11326" y="1199"/>
                    <a:pt x="11287" y="1199"/>
                  </a:cubicBezTo>
                  <a:cubicBezTo>
                    <a:pt x="11085" y="1199"/>
                    <a:pt x="10917" y="1124"/>
                    <a:pt x="10727" y="1036"/>
                  </a:cubicBezTo>
                  <a:cubicBezTo>
                    <a:pt x="10563" y="959"/>
                    <a:pt x="10395" y="896"/>
                    <a:pt x="10220" y="850"/>
                  </a:cubicBezTo>
                  <a:cubicBezTo>
                    <a:pt x="10089" y="819"/>
                    <a:pt x="9945" y="807"/>
                    <a:pt x="9800" y="807"/>
                  </a:cubicBezTo>
                  <a:cubicBezTo>
                    <a:pt x="9391" y="807"/>
                    <a:pt x="8978" y="904"/>
                    <a:pt x="8865" y="945"/>
                  </a:cubicBezTo>
                  <a:cubicBezTo>
                    <a:pt x="8838" y="954"/>
                    <a:pt x="8814" y="957"/>
                    <a:pt x="8793" y="957"/>
                  </a:cubicBezTo>
                  <a:cubicBezTo>
                    <a:pt x="8711" y="957"/>
                    <a:pt x="8667" y="902"/>
                    <a:pt x="8634" y="861"/>
                  </a:cubicBezTo>
                  <a:cubicBezTo>
                    <a:pt x="8600" y="818"/>
                    <a:pt x="8580" y="789"/>
                    <a:pt x="8524" y="789"/>
                  </a:cubicBezTo>
                  <a:cubicBezTo>
                    <a:pt x="8516" y="789"/>
                    <a:pt x="8507" y="789"/>
                    <a:pt x="8497" y="791"/>
                  </a:cubicBezTo>
                  <a:cubicBezTo>
                    <a:pt x="8479" y="793"/>
                    <a:pt x="8460" y="794"/>
                    <a:pt x="8443" y="794"/>
                  </a:cubicBezTo>
                  <a:cubicBezTo>
                    <a:pt x="8403" y="794"/>
                    <a:pt x="8366" y="787"/>
                    <a:pt x="8340" y="763"/>
                  </a:cubicBezTo>
                  <a:cubicBezTo>
                    <a:pt x="8308" y="728"/>
                    <a:pt x="8294" y="682"/>
                    <a:pt x="8305" y="640"/>
                  </a:cubicBezTo>
                  <a:cubicBezTo>
                    <a:pt x="8308" y="584"/>
                    <a:pt x="8294" y="528"/>
                    <a:pt x="8266" y="483"/>
                  </a:cubicBezTo>
                  <a:cubicBezTo>
                    <a:pt x="8238" y="443"/>
                    <a:pt x="8163" y="430"/>
                    <a:pt x="8068" y="430"/>
                  </a:cubicBezTo>
                  <a:cubicBezTo>
                    <a:pt x="7911" y="430"/>
                    <a:pt x="7701" y="468"/>
                    <a:pt x="7576" y="490"/>
                  </a:cubicBezTo>
                  <a:cubicBezTo>
                    <a:pt x="7499" y="507"/>
                    <a:pt x="7429" y="518"/>
                    <a:pt x="7380" y="525"/>
                  </a:cubicBezTo>
                  <a:cubicBezTo>
                    <a:pt x="7362" y="527"/>
                    <a:pt x="7344" y="527"/>
                    <a:pt x="7328" y="527"/>
                  </a:cubicBezTo>
                  <a:cubicBezTo>
                    <a:pt x="7214" y="527"/>
                    <a:pt x="7147" y="488"/>
                    <a:pt x="7111" y="451"/>
                  </a:cubicBezTo>
                  <a:cubicBezTo>
                    <a:pt x="7058" y="395"/>
                    <a:pt x="7034" y="318"/>
                    <a:pt x="7041" y="241"/>
                  </a:cubicBezTo>
                  <a:lnTo>
                    <a:pt x="7041" y="241"/>
                  </a:lnTo>
                  <a:cubicBezTo>
                    <a:pt x="6974" y="252"/>
                    <a:pt x="6918" y="290"/>
                    <a:pt x="6883" y="346"/>
                  </a:cubicBezTo>
                  <a:cubicBezTo>
                    <a:pt x="6827" y="437"/>
                    <a:pt x="6729" y="497"/>
                    <a:pt x="6621" y="507"/>
                  </a:cubicBezTo>
                  <a:cubicBezTo>
                    <a:pt x="6602" y="511"/>
                    <a:pt x="6583" y="512"/>
                    <a:pt x="6565" y="512"/>
                  </a:cubicBezTo>
                  <a:cubicBezTo>
                    <a:pt x="6488" y="512"/>
                    <a:pt x="6414" y="484"/>
                    <a:pt x="6355" y="434"/>
                  </a:cubicBezTo>
                  <a:cubicBezTo>
                    <a:pt x="6327" y="409"/>
                    <a:pt x="6313" y="371"/>
                    <a:pt x="6320" y="336"/>
                  </a:cubicBezTo>
                  <a:cubicBezTo>
                    <a:pt x="6327" y="269"/>
                    <a:pt x="6390" y="238"/>
                    <a:pt x="6460" y="203"/>
                  </a:cubicBezTo>
                  <a:cubicBezTo>
                    <a:pt x="6495" y="189"/>
                    <a:pt x="6526" y="164"/>
                    <a:pt x="6554" y="140"/>
                  </a:cubicBezTo>
                  <a:cubicBezTo>
                    <a:pt x="6526" y="98"/>
                    <a:pt x="6316" y="42"/>
                    <a:pt x="6250" y="24"/>
                  </a:cubicBezTo>
                  <a:cubicBezTo>
                    <a:pt x="6215" y="17"/>
                    <a:pt x="6187" y="7"/>
                    <a:pt x="6166" y="3"/>
                  </a:cubicBezTo>
                  <a:cubicBezTo>
                    <a:pt x="6159" y="1"/>
                    <a:pt x="6153" y="0"/>
                    <a:pt x="6145" y="0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77" name="Google Shape;6435;p80">
              <a:extLst>
                <a:ext uri="{FF2B5EF4-FFF2-40B4-BE49-F238E27FC236}">
                  <a16:creationId xmlns:a16="http://schemas.microsoft.com/office/drawing/2014/main" id="{2A7EE69F-F145-2FCE-00B2-63354D3E6D44}"/>
                </a:ext>
              </a:extLst>
            </p:cNvPr>
            <p:cNvSpPr/>
            <p:nvPr/>
          </p:nvSpPr>
          <p:spPr>
            <a:xfrm>
              <a:off x="815819" y="1587293"/>
              <a:ext cx="9518" cy="3435"/>
            </a:xfrm>
            <a:custGeom>
              <a:avLst/>
              <a:gdLst/>
              <a:ahLst/>
              <a:cxnLst/>
              <a:rect l="l" t="t" r="r" b="b"/>
              <a:pathLst>
                <a:path w="701" h="253" extrusionOk="0">
                  <a:moveTo>
                    <a:pt x="589" y="1"/>
                  </a:moveTo>
                  <a:cubicBezTo>
                    <a:pt x="400" y="1"/>
                    <a:pt x="95" y="162"/>
                    <a:pt x="0" y="253"/>
                  </a:cubicBezTo>
                  <a:cubicBezTo>
                    <a:pt x="49" y="242"/>
                    <a:pt x="95" y="225"/>
                    <a:pt x="133" y="193"/>
                  </a:cubicBezTo>
                  <a:cubicBezTo>
                    <a:pt x="210" y="141"/>
                    <a:pt x="302" y="109"/>
                    <a:pt x="393" y="106"/>
                  </a:cubicBezTo>
                  <a:cubicBezTo>
                    <a:pt x="501" y="106"/>
                    <a:pt x="603" y="78"/>
                    <a:pt x="701" y="32"/>
                  </a:cubicBezTo>
                  <a:cubicBezTo>
                    <a:pt x="687" y="25"/>
                    <a:pt x="676" y="18"/>
                    <a:pt x="662" y="15"/>
                  </a:cubicBezTo>
                  <a:lnTo>
                    <a:pt x="662" y="11"/>
                  </a:lnTo>
                  <a:cubicBezTo>
                    <a:pt x="638" y="4"/>
                    <a:pt x="613" y="1"/>
                    <a:pt x="589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78" name="Google Shape;6436;p80">
              <a:extLst>
                <a:ext uri="{FF2B5EF4-FFF2-40B4-BE49-F238E27FC236}">
                  <a16:creationId xmlns:a16="http://schemas.microsoft.com/office/drawing/2014/main" id="{6CB0E4A3-484F-5F00-7F7B-DB4EC7FBBBF8}"/>
                </a:ext>
              </a:extLst>
            </p:cNvPr>
            <p:cNvSpPr/>
            <p:nvPr/>
          </p:nvSpPr>
          <p:spPr>
            <a:xfrm>
              <a:off x="1116791" y="1641060"/>
              <a:ext cx="428519" cy="210818"/>
            </a:xfrm>
            <a:custGeom>
              <a:avLst/>
              <a:gdLst/>
              <a:ahLst/>
              <a:cxnLst/>
              <a:rect l="l" t="t" r="r" b="b"/>
              <a:pathLst>
                <a:path w="31561" h="15527" extrusionOk="0">
                  <a:moveTo>
                    <a:pt x="16248" y="0"/>
                  </a:moveTo>
                  <a:cubicBezTo>
                    <a:pt x="16227" y="11"/>
                    <a:pt x="16196" y="105"/>
                    <a:pt x="16192" y="207"/>
                  </a:cubicBezTo>
                  <a:lnTo>
                    <a:pt x="16192" y="273"/>
                  </a:lnTo>
                  <a:lnTo>
                    <a:pt x="16129" y="273"/>
                  </a:lnTo>
                  <a:lnTo>
                    <a:pt x="1191" y="354"/>
                  </a:lnTo>
                  <a:cubicBezTo>
                    <a:pt x="1286" y="476"/>
                    <a:pt x="1272" y="588"/>
                    <a:pt x="1261" y="693"/>
                  </a:cubicBezTo>
                  <a:cubicBezTo>
                    <a:pt x="1251" y="767"/>
                    <a:pt x="1254" y="840"/>
                    <a:pt x="1268" y="914"/>
                  </a:cubicBezTo>
                  <a:cubicBezTo>
                    <a:pt x="1314" y="1089"/>
                    <a:pt x="1307" y="1334"/>
                    <a:pt x="1205" y="1463"/>
                  </a:cubicBezTo>
                  <a:cubicBezTo>
                    <a:pt x="1161" y="1525"/>
                    <a:pt x="1095" y="1554"/>
                    <a:pt x="1030" y="1554"/>
                  </a:cubicBezTo>
                  <a:cubicBezTo>
                    <a:pt x="940" y="1554"/>
                    <a:pt x="850" y="1499"/>
                    <a:pt x="820" y="1397"/>
                  </a:cubicBezTo>
                  <a:cubicBezTo>
                    <a:pt x="795" y="1299"/>
                    <a:pt x="841" y="1197"/>
                    <a:pt x="932" y="1152"/>
                  </a:cubicBezTo>
                  <a:cubicBezTo>
                    <a:pt x="971" y="1131"/>
                    <a:pt x="974" y="1071"/>
                    <a:pt x="964" y="1022"/>
                  </a:cubicBezTo>
                  <a:cubicBezTo>
                    <a:pt x="950" y="977"/>
                    <a:pt x="918" y="935"/>
                    <a:pt x="890" y="935"/>
                  </a:cubicBezTo>
                  <a:cubicBezTo>
                    <a:pt x="887" y="935"/>
                    <a:pt x="883" y="935"/>
                    <a:pt x="880" y="935"/>
                  </a:cubicBezTo>
                  <a:cubicBezTo>
                    <a:pt x="844" y="935"/>
                    <a:pt x="807" y="918"/>
                    <a:pt x="781" y="893"/>
                  </a:cubicBezTo>
                  <a:cubicBezTo>
                    <a:pt x="750" y="854"/>
                    <a:pt x="729" y="805"/>
                    <a:pt x="722" y="756"/>
                  </a:cubicBezTo>
                  <a:lnTo>
                    <a:pt x="718" y="756"/>
                  </a:lnTo>
                  <a:lnTo>
                    <a:pt x="683" y="763"/>
                  </a:lnTo>
                  <a:cubicBezTo>
                    <a:pt x="666" y="763"/>
                    <a:pt x="648" y="767"/>
                    <a:pt x="631" y="770"/>
                  </a:cubicBezTo>
                  <a:lnTo>
                    <a:pt x="592" y="774"/>
                  </a:lnTo>
                  <a:cubicBezTo>
                    <a:pt x="578" y="774"/>
                    <a:pt x="561" y="777"/>
                    <a:pt x="543" y="777"/>
                  </a:cubicBezTo>
                  <a:lnTo>
                    <a:pt x="424" y="777"/>
                  </a:lnTo>
                  <a:cubicBezTo>
                    <a:pt x="393" y="777"/>
                    <a:pt x="361" y="777"/>
                    <a:pt x="330" y="774"/>
                  </a:cubicBezTo>
                  <a:lnTo>
                    <a:pt x="302" y="774"/>
                  </a:lnTo>
                  <a:cubicBezTo>
                    <a:pt x="263" y="770"/>
                    <a:pt x="225" y="770"/>
                    <a:pt x="186" y="767"/>
                  </a:cubicBezTo>
                  <a:lnTo>
                    <a:pt x="176" y="767"/>
                  </a:lnTo>
                  <a:lnTo>
                    <a:pt x="60" y="753"/>
                  </a:lnTo>
                  <a:lnTo>
                    <a:pt x="29" y="749"/>
                  </a:lnTo>
                  <a:lnTo>
                    <a:pt x="1" y="746"/>
                  </a:lnTo>
                  <a:lnTo>
                    <a:pt x="1" y="746"/>
                  </a:lnTo>
                  <a:cubicBezTo>
                    <a:pt x="36" y="984"/>
                    <a:pt x="123" y="1208"/>
                    <a:pt x="263" y="1404"/>
                  </a:cubicBezTo>
                  <a:cubicBezTo>
                    <a:pt x="340" y="1502"/>
                    <a:pt x="386" y="1617"/>
                    <a:pt x="400" y="1740"/>
                  </a:cubicBezTo>
                  <a:cubicBezTo>
                    <a:pt x="414" y="1824"/>
                    <a:pt x="421" y="1859"/>
                    <a:pt x="484" y="1894"/>
                  </a:cubicBezTo>
                  <a:cubicBezTo>
                    <a:pt x="666" y="1992"/>
                    <a:pt x="659" y="2083"/>
                    <a:pt x="645" y="2122"/>
                  </a:cubicBezTo>
                  <a:cubicBezTo>
                    <a:pt x="633" y="2152"/>
                    <a:pt x="605" y="2203"/>
                    <a:pt x="501" y="2203"/>
                  </a:cubicBezTo>
                  <a:cubicBezTo>
                    <a:pt x="485" y="2203"/>
                    <a:pt x="466" y="2201"/>
                    <a:pt x="445" y="2199"/>
                  </a:cubicBezTo>
                  <a:lnTo>
                    <a:pt x="424" y="2199"/>
                  </a:lnTo>
                  <a:cubicBezTo>
                    <a:pt x="424" y="2230"/>
                    <a:pt x="424" y="2258"/>
                    <a:pt x="424" y="2290"/>
                  </a:cubicBezTo>
                  <a:cubicBezTo>
                    <a:pt x="435" y="2409"/>
                    <a:pt x="428" y="2528"/>
                    <a:pt x="410" y="2643"/>
                  </a:cubicBezTo>
                  <a:cubicBezTo>
                    <a:pt x="375" y="2846"/>
                    <a:pt x="365" y="3172"/>
                    <a:pt x="354" y="3462"/>
                  </a:cubicBezTo>
                  <a:cubicBezTo>
                    <a:pt x="347" y="3690"/>
                    <a:pt x="340" y="3886"/>
                    <a:pt x="323" y="3991"/>
                  </a:cubicBezTo>
                  <a:cubicBezTo>
                    <a:pt x="305" y="4082"/>
                    <a:pt x="274" y="4173"/>
                    <a:pt x="235" y="4257"/>
                  </a:cubicBezTo>
                  <a:cubicBezTo>
                    <a:pt x="162" y="4446"/>
                    <a:pt x="78" y="4656"/>
                    <a:pt x="169" y="4793"/>
                  </a:cubicBezTo>
                  <a:cubicBezTo>
                    <a:pt x="365" y="5101"/>
                    <a:pt x="438" y="5451"/>
                    <a:pt x="358" y="5731"/>
                  </a:cubicBezTo>
                  <a:cubicBezTo>
                    <a:pt x="277" y="6022"/>
                    <a:pt x="291" y="6186"/>
                    <a:pt x="414" y="6396"/>
                  </a:cubicBezTo>
                  <a:cubicBezTo>
                    <a:pt x="484" y="6522"/>
                    <a:pt x="494" y="6680"/>
                    <a:pt x="501" y="6823"/>
                  </a:cubicBezTo>
                  <a:cubicBezTo>
                    <a:pt x="505" y="6935"/>
                    <a:pt x="512" y="7061"/>
                    <a:pt x="557" y="7089"/>
                  </a:cubicBezTo>
                  <a:cubicBezTo>
                    <a:pt x="697" y="7170"/>
                    <a:pt x="837" y="7327"/>
                    <a:pt x="992" y="7583"/>
                  </a:cubicBezTo>
                  <a:cubicBezTo>
                    <a:pt x="1023" y="7639"/>
                    <a:pt x="1072" y="7684"/>
                    <a:pt x="1135" y="7705"/>
                  </a:cubicBezTo>
                  <a:cubicBezTo>
                    <a:pt x="1209" y="7737"/>
                    <a:pt x="1265" y="7772"/>
                    <a:pt x="1282" y="7915"/>
                  </a:cubicBezTo>
                  <a:lnTo>
                    <a:pt x="1282" y="7926"/>
                  </a:lnTo>
                  <a:cubicBezTo>
                    <a:pt x="1303" y="8129"/>
                    <a:pt x="1303" y="8133"/>
                    <a:pt x="1461" y="8199"/>
                  </a:cubicBezTo>
                  <a:cubicBezTo>
                    <a:pt x="1653" y="8283"/>
                    <a:pt x="1611" y="8476"/>
                    <a:pt x="1587" y="8588"/>
                  </a:cubicBezTo>
                  <a:cubicBezTo>
                    <a:pt x="1580" y="8619"/>
                    <a:pt x="1573" y="8651"/>
                    <a:pt x="1573" y="8686"/>
                  </a:cubicBezTo>
                  <a:cubicBezTo>
                    <a:pt x="1573" y="8773"/>
                    <a:pt x="1839" y="9004"/>
                    <a:pt x="2073" y="9214"/>
                  </a:cubicBezTo>
                  <a:lnTo>
                    <a:pt x="2119" y="9256"/>
                  </a:lnTo>
                  <a:cubicBezTo>
                    <a:pt x="2248" y="9358"/>
                    <a:pt x="2322" y="9519"/>
                    <a:pt x="2311" y="9683"/>
                  </a:cubicBezTo>
                  <a:cubicBezTo>
                    <a:pt x="2311" y="9704"/>
                    <a:pt x="2315" y="9725"/>
                    <a:pt x="2318" y="9746"/>
                  </a:cubicBezTo>
                  <a:cubicBezTo>
                    <a:pt x="2329" y="9750"/>
                    <a:pt x="2343" y="9750"/>
                    <a:pt x="2353" y="9750"/>
                  </a:cubicBezTo>
                  <a:cubicBezTo>
                    <a:pt x="2612" y="9750"/>
                    <a:pt x="2854" y="9904"/>
                    <a:pt x="3068" y="10040"/>
                  </a:cubicBezTo>
                  <a:cubicBezTo>
                    <a:pt x="3174" y="10108"/>
                    <a:pt x="3240" y="10119"/>
                    <a:pt x="3302" y="10119"/>
                  </a:cubicBezTo>
                  <a:cubicBezTo>
                    <a:pt x="3317" y="10119"/>
                    <a:pt x="3332" y="10118"/>
                    <a:pt x="3348" y="10118"/>
                  </a:cubicBezTo>
                  <a:cubicBezTo>
                    <a:pt x="3362" y="10117"/>
                    <a:pt x="3375" y="10116"/>
                    <a:pt x="3389" y="10116"/>
                  </a:cubicBezTo>
                  <a:cubicBezTo>
                    <a:pt x="3430" y="10116"/>
                    <a:pt x="3469" y="10120"/>
                    <a:pt x="3509" y="10128"/>
                  </a:cubicBezTo>
                  <a:cubicBezTo>
                    <a:pt x="3694" y="10170"/>
                    <a:pt x="4002" y="10531"/>
                    <a:pt x="4069" y="10783"/>
                  </a:cubicBezTo>
                  <a:cubicBezTo>
                    <a:pt x="4093" y="10881"/>
                    <a:pt x="4125" y="10979"/>
                    <a:pt x="4167" y="11073"/>
                  </a:cubicBezTo>
                  <a:lnTo>
                    <a:pt x="5403" y="10909"/>
                  </a:lnTo>
                  <a:lnTo>
                    <a:pt x="5424" y="10926"/>
                  </a:lnTo>
                  <a:cubicBezTo>
                    <a:pt x="5427" y="10926"/>
                    <a:pt x="5802" y="11189"/>
                    <a:pt x="6008" y="11238"/>
                  </a:cubicBezTo>
                  <a:cubicBezTo>
                    <a:pt x="6222" y="11287"/>
                    <a:pt x="7286" y="11682"/>
                    <a:pt x="7419" y="11728"/>
                  </a:cubicBezTo>
                  <a:lnTo>
                    <a:pt x="8928" y="11717"/>
                  </a:lnTo>
                  <a:lnTo>
                    <a:pt x="9110" y="11483"/>
                  </a:lnTo>
                  <a:lnTo>
                    <a:pt x="10024" y="11483"/>
                  </a:lnTo>
                  <a:lnTo>
                    <a:pt x="10045" y="11500"/>
                  </a:lnTo>
                  <a:cubicBezTo>
                    <a:pt x="10297" y="11749"/>
                    <a:pt x="10591" y="12018"/>
                    <a:pt x="10643" y="12043"/>
                  </a:cubicBezTo>
                  <a:cubicBezTo>
                    <a:pt x="10734" y="12074"/>
                    <a:pt x="11035" y="12341"/>
                    <a:pt x="11035" y="12533"/>
                  </a:cubicBezTo>
                  <a:cubicBezTo>
                    <a:pt x="11035" y="12670"/>
                    <a:pt x="11091" y="12775"/>
                    <a:pt x="11193" y="12824"/>
                  </a:cubicBezTo>
                  <a:cubicBezTo>
                    <a:pt x="11235" y="12845"/>
                    <a:pt x="11302" y="12883"/>
                    <a:pt x="11375" y="12929"/>
                  </a:cubicBezTo>
                  <a:cubicBezTo>
                    <a:pt x="11494" y="12995"/>
                    <a:pt x="11701" y="13118"/>
                    <a:pt x="11774" y="13139"/>
                  </a:cubicBezTo>
                  <a:cubicBezTo>
                    <a:pt x="11788" y="13118"/>
                    <a:pt x="11806" y="13076"/>
                    <a:pt x="11823" y="13044"/>
                  </a:cubicBezTo>
                  <a:cubicBezTo>
                    <a:pt x="11844" y="12999"/>
                    <a:pt x="11869" y="12957"/>
                    <a:pt x="11893" y="12908"/>
                  </a:cubicBezTo>
                  <a:cubicBezTo>
                    <a:pt x="11907" y="12883"/>
                    <a:pt x="11921" y="12862"/>
                    <a:pt x="11939" y="12838"/>
                  </a:cubicBezTo>
                  <a:cubicBezTo>
                    <a:pt x="12011" y="12728"/>
                    <a:pt x="12103" y="12635"/>
                    <a:pt x="12226" y="12635"/>
                  </a:cubicBezTo>
                  <a:cubicBezTo>
                    <a:pt x="12228" y="12635"/>
                    <a:pt x="12230" y="12635"/>
                    <a:pt x="12233" y="12635"/>
                  </a:cubicBezTo>
                  <a:cubicBezTo>
                    <a:pt x="12408" y="12645"/>
                    <a:pt x="12775" y="12740"/>
                    <a:pt x="13027" y="12929"/>
                  </a:cubicBezTo>
                  <a:cubicBezTo>
                    <a:pt x="13059" y="12953"/>
                    <a:pt x="13090" y="12981"/>
                    <a:pt x="13122" y="13009"/>
                  </a:cubicBezTo>
                  <a:cubicBezTo>
                    <a:pt x="13150" y="13037"/>
                    <a:pt x="13174" y="13069"/>
                    <a:pt x="13199" y="13100"/>
                  </a:cubicBezTo>
                  <a:cubicBezTo>
                    <a:pt x="13227" y="13142"/>
                    <a:pt x="13248" y="13191"/>
                    <a:pt x="13265" y="13240"/>
                  </a:cubicBezTo>
                  <a:cubicBezTo>
                    <a:pt x="13363" y="13587"/>
                    <a:pt x="13661" y="13870"/>
                    <a:pt x="13759" y="13944"/>
                  </a:cubicBezTo>
                  <a:cubicBezTo>
                    <a:pt x="13836" y="14003"/>
                    <a:pt x="13850" y="14105"/>
                    <a:pt x="13861" y="14206"/>
                  </a:cubicBezTo>
                  <a:cubicBezTo>
                    <a:pt x="13864" y="14266"/>
                    <a:pt x="13878" y="14326"/>
                    <a:pt x="13906" y="14378"/>
                  </a:cubicBezTo>
                  <a:cubicBezTo>
                    <a:pt x="13941" y="14438"/>
                    <a:pt x="13966" y="14508"/>
                    <a:pt x="13980" y="14578"/>
                  </a:cubicBezTo>
                  <a:cubicBezTo>
                    <a:pt x="13987" y="14616"/>
                    <a:pt x="13997" y="14651"/>
                    <a:pt x="14015" y="14686"/>
                  </a:cubicBezTo>
                  <a:cubicBezTo>
                    <a:pt x="14060" y="14690"/>
                    <a:pt x="14130" y="14721"/>
                    <a:pt x="14267" y="14784"/>
                  </a:cubicBezTo>
                  <a:cubicBezTo>
                    <a:pt x="14428" y="14860"/>
                    <a:pt x="14648" y="14959"/>
                    <a:pt x="14762" y="14959"/>
                  </a:cubicBezTo>
                  <a:cubicBezTo>
                    <a:pt x="14764" y="14959"/>
                    <a:pt x="14765" y="14959"/>
                    <a:pt x="14767" y="14959"/>
                  </a:cubicBezTo>
                  <a:lnTo>
                    <a:pt x="14813" y="14959"/>
                  </a:lnTo>
                  <a:lnTo>
                    <a:pt x="14830" y="14963"/>
                  </a:lnTo>
                  <a:lnTo>
                    <a:pt x="14848" y="14966"/>
                  </a:lnTo>
                  <a:lnTo>
                    <a:pt x="14869" y="14973"/>
                  </a:lnTo>
                  <a:lnTo>
                    <a:pt x="14897" y="14984"/>
                  </a:lnTo>
                  <a:lnTo>
                    <a:pt x="14921" y="14991"/>
                  </a:lnTo>
                  <a:lnTo>
                    <a:pt x="14928" y="14994"/>
                  </a:lnTo>
                  <a:cubicBezTo>
                    <a:pt x="14900" y="14896"/>
                    <a:pt x="14851" y="14805"/>
                    <a:pt x="14778" y="14732"/>
                  </a:cubicBezTo>
                  <a:cubicBezTo>
                    <a:pt x="14725" y="14662"/>
                    <a:pt x="14673" y="14595"/>
                    <a:pt x="14683" y="14518"/>
                  </a:cubicBezTo>
                  <a:cubicBezTo>
                    <a:pt x="14697" y="14452"/>
                    <a:pt x="14736" y="14396"/>
                    <a:pt x="14792" y="14361"/>
                  </a:cubicBezTo>
                  <a:cubicBezTo>
                    <a:pt x="14935" y="14252"/>
                    <a:pt x="14911" y="14171"/>
                    <a:pt x="14879" y="14073"/>
                  </a:cubicBezTo>
                  <a:cubicBezTo>
                    <a:pt x="14858" y="14007"/>
                    <a:pt x="14827" y="13905"/>
                    <a:pt x="14928" y="13839"/>
                  </a:cubicBezTo>
                  <a:cubicBezTo>
                    <a:pt x="14963" y="13811"/>
                    <a:pt x="15009" y="13790"/>
                    <a:pt x="15051" y="13762"/>
                  </a:cubicBezTo>
                  <a:cubicBezTo>
                    <a:pt x="15163" y="13702"/>
                    <a:pt x="15299" y="13625"/>
                    <a:pt x="15299" y="13552"/>
                  </a:cubicBezTo>
                  <a:cubicBezTo>
                    <a:pt x="15296" y="13499"/>
                    <a:pt x="15317" y="13443"/>
                    <a:pt x="15355" y="13405"/>
                  </a:cubicBezTo>
                  <a:cubicBezTo>
                    <a:pt x="15401" y="13366"/>
                    <a:pt x="15465" y="13353"/>
                    <a:pt x="15537" y="13353"/>
                  </a:cubicBezTo>
                  <a:cubicBezTo>
                    <a:pt x="15588" y="13353"/>
                    <a:pt x="15643" y="13359"/>
                    <a:pt x="15699" y="13366"/>
                  </a:cubicBezTo>
                  <a:cubicBezTo>
                    <a:pt x="15703" y="13367"/>
                    <a:pt x="15708" y="13367"/>
                    <a:pt x="15712" y="13367"/>
                  </a:cubicBezTo>
                  <a:cubicBezTo>
                    <a:pt x="15799" y="13367"/>
                    <a:pt x="15943" y="13279"/>
                    <a:pt x="16059" y="13156"/>
                  </a:cubicBezTo>
                  <a:cubicBezTo>
                    <a:pt x="16140" y="13069"/>
                    <a:pt x="16164" y="13009"/>
                    <a:pt x="16161" y="12995"/>
                  </a:cubicBezTo>
                  <a:cubicBezTo>
                    <a:pt x="16143" y="12936"/>
                    <a:pt x="16157" y="12873"/>
                    <a:pt x="16196" y="12827"/>
                  </a:cubicBezTo>
                  <a:cubicBezTo>
                    <a:pt x="16225" y="12797"/>
                    <a:pt x="16268" y="12785"/>
                    <a:pt x="16324" y="12785"/>
                  </a:cubicBezTo>
                  <a:cubicBezTo>
                    <a:pt x="16373" y="12785"/>
                    <a:pt x="16433" y="12795"/>
                    <a:pt x="16504" y="12810"/>
                  </a:cubicBezTo>
                  <a:cubicBezTo>
                    <a:pt x="16516" y="12812"/>
                    <a:pt x="16526" y="12813"/>
                    <a:pt x="16536" y="12813"/>
                  </a:cubicBezTo>
                  <a:cubicBezTo>
                    <a:pt x="16586" y="12813"/>
                    <a:pt x="16609" y="12782"/>
                    <a:pt x="16647" y="12712"/>
                  </a:cubicBezTo>
                  <a:cubicBezTo>
                    <a:pt x="16674" y="12661"/>
                    <a:pt x="16718" y="12584"/>
                    <a:pt x="16802" y="12584"/>
                  </a:cubicBezTo>
                  <a:cubicBezTo>
                    <a:pt x="16818" y="12584"/>
                    <a:pt x="16835" y="12587"/>
                    <a:pt x="16854" y="12593"/>
                  </a:cubicBezTo>
                  <a:cubicBezTo>
                    <a:pt x="16889" y="12607"/>
                    <a:pt x="16924" y="12621"/>
                    <a:pt x="16955" y="12631"/>
                  </a:cubicBezTo>
                  <a:cubicBezTo>
                    <a:pt x="16983" y="12645"/>
                    <a:pt x="17015" y="12656"/>
                    <a:pt x="17046" y="12666"/>
                  </a:cubicBezTo>
                  <a:cubicBezTo>
                    <a:pt x="17050" y="12610"/>
                    <a:pt x="17088" y="12565"/>
                    <a:pt x="17141" y="12551"/>
                  </a:cubicBezTo>
                  <a:cubicBezTo>
                    <a:pt x="17154" y="12547"/>
                    <a:pt x="17168" y="12545"/>
                    <a:pt x="17182" y="12545"/>
                  </a:cubicBezTo>
                  <a:cubicBezTo>
                    <a:pt x="17262" y="12545"/>
                    <a:pt x="17357" y="12603"/>
                    <a:pt x="17428" y="12701"/>
                  </a:cubicBezTo>
                  <a:cubicBezTo>
                    <a:pt x="17486" y="12765"/>
                    <a:pt x="17568" y="12800"/>
                    <a:pt x="17653" y="12800"/>
                  </a:cubicBezTo>
                  <a:cubicBezTo>
                    <a:pt x="17670" y="12800"/>
                    <a:pt x="17687" y="12799"/>
                    <a:pt x="17705" y="12796"/>
                  </a:cubicBezTo>
                  <a:cubicBezTo>
                    <a:pt x="17754" y="12782"/>
                    <a:pt x="17761" y="12754"/>
                    <a:pt x="17761" y="12743"/>
                  </a:cubicBezTo>
                  <a:cubicBezTo>
                    <a:pt x="17761" y="12687"/>
                    <a:pt x="17796" y="12642"/>
                    <a:pt x="17848" y="12621"/>
                  </a:cubicBezTo>
                  <a:cubicBezTo>
                    <a:pt x="17859" y="12618"/>
                    <a:pt x="17870" y="12616"/>
                    <a:pt x="17882" y="12616"/>
                  </a:cubicBezTo>
                  <a:cubicBezTo>
                    <a:pt x="17963" y="12616"/>
                    <a:pt x="18065" y="12693"/>
                    <a:pt x="18237" y="12880"/>
                  </a:cubicBezTo>
                  <a:cubicBezTo>
                    <a:pt x="18342" y="12988"/>
                    <a:pt x="18387" y="12988"/>
                    <a:pt x="18517" y="12988"/>
                  </a:cubicBezTo>
                  <a:cubicBezTo>
                    <a:pt x="18559" y="12988"/>
                    <a:pt x="18601" y="12988"/>
                    <a:pt x="18653" y="12992"/>
                  </a:cubicBezTo>
                  <a:cubicBezTo>
                    <a:pt x="18681" y="12993"/>
                    <a:pt x="18704" y="12994"/>
                    <a:pt x="18723" y="12994"/>
                  </a:cubicBezTo>
                  <a:cubicBezTo>
                    <a:pt x="18816" y="12994"/>
                    <a:pt x="18820" y="12973"/>
                    <a:pt x="18828" y="12866"/>
                  </a:cubicBezTo>
                  <a:lnTo>
                    <a:pt x="18828" y="12855"/>
                  </a:lnTo>
                  <a:cubicBezTo>
                    <a:pt x="18828" y="12820"/>
                    <a:pt x="18849" y="12785"/>
                    <a:pt x="18888" y="12771"/>
                  </a:cubicBezTo>
                  <a:cubicBezTo>
                    <a:pt x="18897" y="12768"/>
                    <a:pt x="18905" y="12767"/>
                    <a:pt x="18914" y="12767"/>
                  </a:cubicBezTo>
                  <a:cubicBezTo>
                    <a:pt x="18963" y="12767"/>
                    <a:pt x="19009" y="12817"/>
                    <a:pt x="19080" y="12897"/>
                  </a:cubicBezTo>
                  <a:cubicBezTo>
                    <a:pt x="19164" y="12992"/>
                    <a:pt x="19287" y="13125"/>
                    <a:pt x="19385" y="13135"/>
                  </a:cubicBezTo>
                  <a:lnTo>
                    <a:pt x="19399" y="13135"/>
                  </a:lnTo>
                  <a:cubicBezTo>
                    <a:pt x="19343" y="13076"/>
                    <a:pt x="19283" y="13020"/>
                    <a:pt x="19217" y="12974"/>
                  </a:cubicBezTo>
                  <a:cubicBezTo>
                    <a:pt x="19094" y="12876"/>
                    <a:pt x="19119" y="12789"/>
                    <a:pt x="19133" y="12740"/>
                  </a:cubicBezTo>
                  <a:cubicBezTo>
                    <a:pt x="19143" y="12701"/>
                    <a:pt x="19143" y="12694"/>
                    <a:pt x="19108" y="12670"/>
                  </a:cubicBezTo>
                  <a:cubicBezTo>
                    <a:pt x="19056" y="12638"/>
                    <a:pt x="19035" y="12575"/>
                    <a:pt x="19056" y="12519"/>
                  </a:cubicBezTo>
                  <a:cubicBezTo>
                    <a:pt x="19102" y="12390"/>
                    <a:pt x="19364" y="12308"/>
                    <a:pt x="19584" y="12308"/>
                  </a:cubicBezTo>
                  <a:cubicBezTo>
                    <a:pt x="19597" y="12308"/>
                    <a:pt x="19610" y="12308"/>
                    <a:pt x="19623" y="12309"/>
                  </a:cubicBezTo>
                  <a:cubicBezTo>
                    <a:pt x="19690" y="12313"/>
                    <a:pt x="19753" y="12320"/>
                    <a:pt x="19816" y="12330"/>
                  </a:cubicBezTo>
                  <a:cubicBezTo>
                    <a:pt x="19837" y="12333"/>
                    <a:pt x="19854" y="12335"/>
                    <a:pt x="19867" y="12335"/>
                  </a:cubicBezTo>
                  <a:cubicBezTo>
                    <a:pt x="19903" y="12335"/>
                    <a:pt x="19913" y="12319"/>
                    <a:pt x="19952" y="12257"/>
                  </a:cubicBezTo>
                  <a:cubicBezTo>
                    <a:pt x="20007" y="12173"/>
                    <a:pt x="20064" y="12154"/>
                    <a:pt x="20105" y="12154"/>
                  </a:cubicBezTo>
                  <a:cubicBezTo>
                    <a:pt x="20119" y="12154"/>
                    <a:pt x="20131" y="12156"/>
                    <a:pt x="20141" y="12158"/>
                  </a:cubicBezTo>
                  <a:cubicBezTo>
                    <a:pt x="20236" y="12186"/>
                    <a:pt x="20288" y="12309"/>
                    <a:pt x="20292" y="12421"/>
                  </a:cubicBezTo>
                  <a:cubicBezTo>
                    <a:pt x="20341" y="12421"/>
                    <a:pt x="20474" y="12386"/>
                    <a:pt x="20565" y="12362"/>
                  </a:cubicBezTo>
                  <a:cubicBezTo>
                    <a:pt x="20701" y="12327"/>
                    <a:pt x="20841" y="12285"/>
                    <a:pt x="20957" y="12285"/>
                  </a:cubicBezTo>
                  <a:cubicBezTo>
                    <a:pt x="21230" y="12285"/>
                    <a:pt x="21499" y="12516"/>
                    <a:pt x="21531" y="12705"/>
                  </a:cubicBezTo>
                  <a:cubicBezTo>
                    <a:pt x="21534" y="12743"/>
                    <a:pt x="21562" y="12778"/>
                    <a:pt x="21601" y="12792"/>
                  </a:cubicBezTo>
                  <a:cubicBezTo>
                    <a:pt x="21613" y="12797"/>
                    <a:pt x="21627" y="12800"/>
                    <a:pt x="21641" y="12800"/>
                  </a:cubicBezTo>
                  <a:cubicBezTo>
                    <a:pt x="21688" y="12800"/>
                    <a:pt x="21744" y="12774"/>
                    <a:pt x="21801" y="12726"/>
                  </a:cubicBezTo>
                  <a:lnTo>
                    <a:pt x="21860" y="12673"/>
                  </a:lnTo>
                  <a:cubicBezTo>
                    <a:pt x="21962" y="12582"/>
                    <a:pt x="22084" y="12474"/>
                    <a:pt x="22210" y="12474"/>
                  </a:cubicBezTo>
                  <a:cubicBezTo>
                    <a:pt x="22284" y="12474"/>
                    <a:pt x="22350" y="12505"/>
                    <a:pt x="22399" y="12561"/>
                  </a:cubicBezTo>
                  <a:cubicBezTo>
                    <a:pt x="22480" y="12642"/>
                    <a:pt x="22560" y="12736"/>
                    <a:pt x="22648" y="12838"/>
                  </a:cubicBezTo>
                  <a:cubicBezTo>
                    <a:pt x="22739" y="12946"/>
                    <a:pt x="22837" y="13058"/>
                    <a:pt x="22945" y="13167"/>
                  </a:cubicBezTo>
                  <a:cubicBezTo>
                    <a:pt x="23089" y="13310"/>
                    <a:pt x="23033" y="13482"/>
                    <a:pt x="22987" y="13604"/>
                  </a:cubicBezTo>
                  <a:cubicBezTo>
                    <a:pt x="22956" y="13695"/>
                    <a:pt x="22938" y="13755"/>
                    <a:pt x="22963" y="13793"/>
                  </a:cubicBezTo>
                  <a:cubicBezTo>
                    <a:pt x="23008" y="13863"/>
                    <a:pt x="23033" y="13944"/>
                    <a:pt x="23033" y="14028"/>
                  </a:cubicBezTo>
                  <a:cubicBezTo>
                    <a:pt x="23043" y="14140"/>
                    <a:pt x="23054" y="14234"/>
                    <a:pt x="23176" y="14322"/>
                  </a:cubicBezTo>
                  <a:cubicBezTo>
                    <a:pt x="23334" y="14431"/>
                    <a:pt x="23334" y="14602"/>
                    <a:pt x="23334" y="14725"/>
                  </a:cubicBezTo>
                  <a:cubicBezTo>
                    <a:pt x="23334" y="14851"/>
                    <a:pt x="23341" y="14875"/>
                    <a:pt x="23376" y="14882"/>
                  </a:cubicBezTo>
                  <a:cubicBezTo>
                    <a:pt x="23610" y="14942"/>
                    <a:pt x="23775" y="15281"/>
                    <a:pt x="23800" y="15407"/>
                  </a:cubicBezTo>
                  <a:cubicBezTo>
                    <a:pt x="23806" y="15444"/>
                    <a:pt x="23926" y="15527"/>
                    <a:pt x="24020" y="15527"/>
                  </a:cubicBezTo>
                  <a:cubicBezTo>
                    <a:pt x="24023" y="15527"/>
                    <a:pt x="24027" y="15527"/>
                    <a:pt x="24031" y="15526"/>
                  </a:cubicBezTo>
                  <a:cubicBezTo>
                    <a:pt x="24076" y="15526"/>
                    <a:pt x="24080" y="15509"/>
                    <a:pt x="24083" y="15484"/>
                  </a:cubicBezTo>
                  <a:cubicBezTo>
                    <a:pt x="24094" y="15369"/>
                    <a:pt x="24153" y="15246"/>
                    <a:pt x="24213" y="15131"/>
                  </a:cubicBezTo>
                  <a:cubicBezTo>
                    <a:pt x="24265" y="15026"/>
                    <a:pt x="24314" y="14924"/>
                    <a:pt x="24325" y="14840"/>
                  </a:cubicBezTo>
                  <a:cubicBezTo>
                    <a:pt x="24346" y="14669"/>
                    <a:pt x="24185" y="13993"/>
                    <a:pt x="24034" y="13783"/>
                  </a:cubicBezTo>
                  <a:cubicBezTo>
                    <a:pt x="23971" y="13706"/>
                    <a:pt x="23943" y="13604"/>
                    <a:pt x="23954" y="13503"/>
                  </a:cubicBezTo>
                  <a:cubicBezTo>
                    <a:pt x="23961" y="13436"/>
                    <a:pt x="23964" y="13377"/>
                    <a:pt x="23877" y="13265"/>
                  </a:cubicBezTo>
                  <a:cubicBezTo>
                    <a:pt x="23677" y="13002"/>
                    <a:pt x="23547" y="12547"/>
                    <a:pt x="23558" y="12155"/>
                  </a:cubicBezTo>
                  <a:cubicBezTo>
                    <a:pt x="23572" y="11770"/>
                    <a:pt x="23996" y="11168"/>
                    <a:pt x="24223" y="10968"/>
                  </a:cubicBezTo>
                  <a:cubicBezTo>
                    <a:pt x="24314" y="10895"/>
                    <a:pt x="24419" y="10842"/>
                    <a:pt x="24531" y="10825"/>
                  </a:cubicBezTo>
                  <a:cubicBezTo>
                    <a:pt x="24640" y="10797"/>
                    <a:pt x="24675" y="10783"/>
                    <a:pt x="24689" y="10720"/>
                  </a:cubicBezTo>
                  <a:cubicBezTo>
                    <a:pt x="24745" y="10499"/>
                    <a:pt x="25021" y="10237"/>
                    <a:pt x="25203" y="10237"/>
                  </a:cubicBezTo>
                  <a:lnTo>
                    <a:pt x="25273" y="10237"/>
                  </a:lnTo>
                  <a:cubicBezTo>
                    <a:pt x="25290" y="10237"/>
                    <a:pt x="25305" y="10237"/>
                    <a:pt x="25318" y="10237"/>
                  </a:cubicBezTo>
                  <a:cubicBezTo>
                    <a:pt x="25431" y="10237"/>
                    <a:pt x="25457" y="10223"/>
                    <a:pt x="25466" y="10167"/>
                  </a:cubicBezTo>
                  <a:cubicBezTo>
                    <a:pt x="25494" y="9967"/>
                    <a:pt x="25781" y="9760"/>
                    <a:pt x="26103" y="9711"/>
                  </a:cubicBezTo>
                  <a:cubicBezTo>
                    <a:pt x="26208" y="9697"/>
                    <a:pt x="26222" y="9669"/>
                    <a:pt x="26222" y="9669"/>
                  </a:cubicBezTo>
                  <a:cubicBezTo>
                    <a:pt x="26233" y="9645"/>
                    <a:pt x="26184" y="9568"/>
                    <a:pt x="26152" y="9522"/>
                  </a:cubicBezTo>
                  <a:cubicBezTo>
                    <a:pt x="26135" y="9498"/>
                    <a:pt x="26117" y="9473"/>
                    <a:pt x="26103" y="9449"/>
                  </a:cubicBezTo>
                  <a:cubicBezTo>
                    <a:pt x="26040" y="9347"/>
                    <a:pt x="26068" y="9211"/>
                    <a:pt x="26170" y="9144"/>
                  </a:cubicBezTo>
                  <a:cubicBezTo>
                    <a:pt x="26191" y="9129"/>
                    <a:pt x="26215" y="9122"/>
                    <a:pt x="26239" y="9122"/>
                  </a:cubicBezTo>
                  <a:cubicBezTo>
                    <a:pt x="26282" y="9122"/>
                    <a:pt x="26326" y="9146"/>
                    <a:pt x="26348" y="9186"/>
                  </a:cubicBezTo>
                  <a:cubicBezTo>
                    <a:pt x="26369" y="9211"/>
                    <a:pt x="26401" y="9225"/>
                    <a:pt x="26429" y="9228"/>
                  </a:cubicBezTo>
                  <a:cubicBezTo>
                    <a:pt x="26447" y="9232"/>
                    <a:pt x="26466" y="9234"/>
                    <a:pt x="26484" y="9234"/>
                  </a:cubicBezTo>
                  <a:cubicBezTo>
                    <a:pt x="26537" y="9234"/>
                    <a:pt x="26587" y="9219"/>
                    <a:pt x="26632" y="9190"/>
                  </a:cubicBezTo>
                  <a:cubicBezTo>
                    <a:pt x="26744" y="9113"/>
                    <a:pt x="26828" y="9025"/>
                    <a:pt x="26845" y="8987"/>
                  </a:cubicBezTo>
                  <a:cubicBezTo>
                    <a:pt x="26831" y="8983"/>
                    <a:pt x="26817" y="8983"/>
                    <a:pt x="26803" y="8983"/>
                  </a:cubicBezTo>
                  <a:cubicBezTo>
                    <a:pt x="26614" y="8973"/>
                    <a:pt x="26499" y="8920"/>
                    <a:pt x="26485" y="8829"/>
                  </a:cubicBezTo>
                  <a:cubicBezTo>
                    <a:pt x="26481" y="8801"/>
                    <a:pt x="26485" y="8724"/>
                    <a:pt x="26611" y="8675"/>
                  </a:cubicBezTo>
                  <a:cubicBezTo>
                    <a:pt x="26621" y="8672"/>
                    <a:pt x="26642" y="8661"/>
                    <a:pt x="26639" y="8616"/>
                  </a:cubicBezTo>
                  <a:cubicBezTo>
                    <a:pt x="26618" y="8518"/>
                    <a:pt x="26537" y="8441"/>
                    <a:pt x="26436" y="8423"/>
                  </a:cubicBezTo>
                  <a:cubicBezTo>
                    <a:pt x="26366" y="8416"/>
                    <a:pt x="26271" y="8399"/>
                    <a:pt x="26243" y="8318"/>
                  </a:cubicBezTo>
                  <a:cubicBezTo>
                    <a:pt x="26212" y="8227"/>
                    <a:pt x="26299" y="8129"/>
                    <a:pt x="26383" y="8045"/>
                  </a:cubicBezTo>
                  <a:cubicBezTo>
                    <a:pt x="26390" y="8038"/>
                    <a:pt x="26397" y="8027"/>
                    <a:pt x="26394" y="8017"/>
                  </a:cubicBezTo>
                  <a:cubicBezTo>
                    <a:pt x="26387" y="7926"/>
                    <a:pt x="26156" y="7765"/>
                    <a:pt x="26058" y="7698"/>
                  </a:cubicBezTo>
                  <a:lnTo>
                    <a:pt x="26040" y="7684"/>
                  </a:lnTo>
                  <a:cubicBezTo>
                    <a:pt x="25963" y="7632"/>
                    <a:pt x="25956" y="7579"/>
                    <a:pt x="25963" y="7544"/>
                  </a:cubicBezTo>
                  <a:cubicBezTo>
                    <a:pt x="25981" y="7467"/>
                    <a:pt x="26072" y="7415"/>
                    <a:pt x="26275" y="7376"/>
                  </a:cubicBezTo>
                  <a:cubicBezTo>
                    <a:pt x="26299" y="7331"/>
                    <a:pt x="26296" y="7152"/>
                    <a:pt x="26292" y="7044"/>
                  </a:cubicBezTo>
                  <a:cubicBezTo>
                    <a:pt x="26292" y="6893"/>
                    <a:pt x="26289" y="6764"/>
                    <a:pt x="26320" y="6694"/>
                  </a:cubicBezTo>
                  <a:cubicBezTo>
                    <a:pt x="26355" y="6613"/>
                    <a:pt x="26432" y="6561"/>
                    <a:pt x="26516" y="6554"/>
                  </a:cubicBezTo>
                  <a:cubicBezTo>
                    <a:pt x="26519" y="6553"/>
                    <a:pt x="26523" y="6553"/>
                    <a:pt x="26526" y="6553"/>
                  </a:cubicBezTo>
                  <a:cubicBezTo>
                    <a:pt x="26568" y="6553"/>
                    <a:pt x="26609" y="6574"/>
                    <a:pt x="26635" y="6610"/>
                  </a:cubicBezTo>
                  <a:cubicBezTo>
                    <a:pt x="26656" y="6659"/>
                    <a:pt x="26653" y="6715"/>
                    <a:pt x="26618" y="6757"/>
                  </a:cubicBezTo>
                  <a:cubicBezTo>
                    <a:pt x="26523" y="6904"/>
                    <a:pt x="26443" y="7072"/>
                    <a:pt x="26565" y="7212"/>
                  </a:cubicBezTo>
                  <a:cubicBezTo>
                    <a:pt x="26740" y="7411"/>
                    <a:pt x="26786" y="7632"/>
                    <a:pt x="26723" y="7922"/>
                  </a:cubicBezTo>
                  <a:lnTo>
                    <a:pt x="26719" y="7936"/>
                  </a:lnTo>
                  <a:cubicBezTo>
                    <a:pt x="26765" y="7870"/>
                    <a:pt x="26807" y="7796"/>
                    <a:pt x="26845" y="7723"/>
                  </a:cubicBezTo>
                  <a:cubicBezTo>
                    <a:pt x="26985" y="7439"/>
                    <a:pt x="27020" y="7205"/>
                    <a:pt x="26982" y="7117"/>
                  </a:cubicBezTo>
                  <a:cubicBezTo>
                    <a:pt x="26982" y="7110"/>
                    <a:pt x="26975" y="7100"/>
                    <a:pt x="26968" y="7100"/>
                  </a:cubicBezTo>
                  <a:cubicBezTo>
                    <a:pt x="26877" y="7072"/>
                    <a:pt x="26842" y="6960"/>
                    <a:pt x="26838" y="6869"/>
                  </a:cubicBezTo>
                  <a:cubicBezTo>
                    <a:pt x="26835" y="6781"/>
                    <a:pt x="26863" y="6718"/>
                    <a:pt x="26915" y="6701"/>
                  </a:cubicBezTo>
                  <a:cubicBezTo>
                    <a:pt x="26925" y="6697"/>
                    <a:pt x="26936" y="6694"/>
                    <a:pt x="26949" y="6694"/>
                  </a:cubicBezTo>
                  <a:cubicBezTo>
                    <a:pt x="26980" y="6694"/>
                    <a:pt x="27020" y="6711"/>
                    <a:pt x="27062" y="6764"/>
                  </a:cubicBezTo>
                  <a:cubicBezTo>
                    <a:pt x="27104" y="6816"/>
                    <a:pt x="27150" y="6872"/>
                    <a:pt x="27178" y="6872"/>
                  </a:cubicBezTo>
                  <a:cubicBezTo>
                    <a:pt x="27220" y="6872"/>
                    <a:pt x="27318" y="6771"/>
                    <a:pt x="27353" y="6736"/>
                  </a:cubicBezTo>
                  <a:cubicBezTo>
                    <a:pt x="27528" y="6550"/>
                    <a:pt x="27678" y="6284"/>
                    <a:pt x="27664" y="6179"/>
                  </a:cubicBezTo>
                  <a:cubicBezTo>
                    <a:pt x="27664" y="6162"/>
                    <a:pt x="27657" y="6158"/>
                    <a:pt x="27654" y="6158"/>
                  </a:cubicBezTo>
                  <a:cubicBezTo>
                    <a:pt x="27566" y="6102"/>
                    <a:pt x="27577" y="6039"/>
                    <a:pt x="27587" y="6015"/>
                  </a:cubicBezTo>
                  <a:cubicBezTo>
                    <a:pt x="27622" y="5905"/>
                    <a:pt x="27814" y="5877"/>
                    <a:pt x="27950" y="5877"/>
                  </a:cubicBezTo>
                  <a:cubicBezTo>
                    <a:pt x="27967" y="5877"/>
                    <a:pt x="27982" y="5877"/>
                    <a:pt x="27997" y="5878"/>
                  </a:cubicBezTo>
                  <a:cubicBezTo>
                    <a:pt x="28006" y="5878"/>
                    <a:pt x="28015" y="5879"/>
                    <a:pt x="28024" y="5879"/>
                  </a:cubicBezTo>
                  <a:cubicBezTo>
                    <a:pt x="28237" y="5879"/>
                    <a:pt x="28614" y="5767"/>
                    <a:pt x="28718" y="5703"/>
                  </a:cubicBezTo>
                  <a:cubicBezTo>
                    <a:pt x="28714" y="5703"/>
                    <a:pt x="28710" y="5703"/>
                    <a:pt x="28705" y="5703"/>
                  </a:cubicBezTo>
                  <a:cubicBezTo>
                    <a:pt x="28620" y="5703"/>
                    <a:pt x="28457" y="5732"/>
                    <a:pt x="28354" y="5752"/>
                  </a:cubicBezTo>
                  <a:cubicBezTo>
                    <a:pt x="28206" y="5777"/>
                    <a:pt x="28103" y="5796"/>
                    <a:pt x="28031" y="5796"/>
                  </a:cubicBezTo>
                  <a:cubicBezTo>
                    <a:pt x="27982" y="5796"/>
                    <a:pt x="27948" y="5787"/>
                    <a:pt x="27924" y="5766"/>
                  </a:cubicBezTo>
                  <a:cubicBezTo>
                    <a:pt x="27902" y="5752"/>
                    <a:pt x="27892" y="5724"/>
                    <a:pt x="27892" y="5699"/>
                  </a:cubicBezTo>
                  <a:cubicBezTo>
                    <a:pt x="27892" y="5458"/>
                    <a:pt x="28729" y="5360"/>
                    <a:pt x="28841" y="5356"/>
                  </a:cubicBezTo>
                  <a:cubicBezTo>
                    <a:pt x="28942" y="5349"/>
                    <a:pt x="28960" y="5286"/>
                    <a:pt x="28977" y="5195"/>
                  </a:cubicBezTo>
                  <a:cubicBezTo>
                    <a:pt x="28988" y="5153"/>
                    <a:pt x="28995" y="5101"/>
                    <a:pt x="29047" y="5087"/>
                  </a:cubicBezTo>
                  <a:cubicBezTo>
                    <a:pt x="29053" y="5086"/>
                    <a:pt x="29058" y="5085"/>
                    <a:pt x="29064" y="5085"/>
                  </a:cubicBezTo>
                  <a:cubicBezTo>
                    <a:pt x="29111" y="5085"/>
                    <a:pt x="29144" y="5125"/>
                    <a:pt x="29163" y="5150"/>
                  </a:cubicBezTo>
                  <a:cubicBezTo>
                    <a:pt x="29212" y="5215"/>
                    <a:pt x="29274" y="5238"/>
                    <a:pt x="29335" y="5238"/>
                  </a:cubicBezTo>
                  <a:cubicBezTo>
                    <a:pt x="29411" y="5238"/>
                    <a:pt x="29487" y="5202"/>
                    <a:pt x="29537" y="5171"/>
                  </a:cubicBezTo>
                  <a:cubicBezTo>
                    <a:pt x="29572" y="5146"/>
                    <a:pt x="29586" y="5104"/>
                    <a:pt x="29576" y="5066"/>
                  </a:cubicBezTo>
                  <a:cubicBezTo>
                    <a:pt x="29562" y="4971"/>
                    <a:pt x="29495" y="4898"/>
                    <a:pt x="29408" y="4866"/>
                  </a:cubicBezTo>
                  <a:cubicBezTo>
                    <a:pt x="29362" y="4856"/>
                    <a:pt x="29324" y="4824"/>
                    <a:pt x="29306" y="4782"/>
                  </a:cubicBezTo>
                  <a:cubicBezTo>
                    <a:pt x="29289" y="4719"/>
                    <a:pt x="29334" y="4674"/>
                    <a:pt x="29380" y="4628"/>
                  </a:cubicBezTo>
                  <a:cubicBezTo>
                    <a:pt x="29401" y="4607"/>
                    <a:pt x="29439" y="4569"/>
                    <a:pt x="29439" y="4551"/>
                  </a:cubicBezTo>
                  <a:cubicBezTo>
                    <a:pt x="29383" y="4453"/>
                    <a:pt x="29460" y="4268"/>
                    <a:pt x="29485" y="4215"/>
                  </a:cubicBezTo>
                  <a:cubicBezTo>
                    <a:pt x="29520" y="4142"/>
                    <a:pt x="29642" y="3904"/>
                    <a:pt x="29835" y="3865"/>
                  </a:cubicBezTo>
                  <a:cubicBezTo>
                    <a:pt x="29922" y="3844"/>
                    <a:pt x="29943" y="3816"/>
                    <a:pt x="29968" y="3777"/>
                  </a:cubicBezTo>
                  <a:cubicBezTo>
                    <a:pt x="30000" y="3706"/>
                    <a:pt x="30072" y="3665"/>
                    <a:pt x="30149" y="3665"/>
                  </a:cubicBezTo>
                  <a:cubicBezTo>
                    <a:pt x="30155" y="3665"/>
                    <a:pt x="30161" y="3665"/>
                    <a:pt x="30168" y="3665"/>
                  </a:cubicBezTo>
                  <a:cubicBezTo>
                    <a:pt x="30252" y="3665"/>
                    <a:pt x="30294" y="3606"/>
                    <a:pt x="30367" y="3490"/>
                  </a:cubicBezTo>
                  <a:cubicBezTo>
                    <a:pt x="30409" y="3417"/>
                    <a:pt x="30462" y="3350"/>
                    <a:pt x="30521" y="3287"/>
                  </a:cubicBezTo>
                  <a:cubicBezTo>
                    <a:pt x="30564" y="3243"/>
                    <a:pt x="30611" y="3227"/>
                    <a:pt x="30659" y="3227"/>
                  </a:cubicBezTo>
                  <a:cubicBezTo>
                    <a:pt x="30731" y="3227"/>
                    <a:pt x="30804" y="3264"/>
                    <a:pt x="30868" y="3298"/>
                  </a:cubicBezTo>
                  <a:cubicBezTo>
                    <a:pt x="30945" y="3338"/>
                    <a:pt x="31008" y="3366"/>
                    <a:pt x="31067" y="3366"/>
                  </a:cubicBezTo>
                  <a:cubicBezTo>
                    <a:pt x="31113" y="3366"/>
                    <a:pt x="31157" y="3349"/>
                    <a:pt x="31204" y="3308"/>
                  </a:cubicBezTo>
                  <a:cubicBezTo>
                    <a:pt x="31316" y="3207"/>
                    <a:pt x="31435" y="3116"/>
                    <a:pt x="31561" y="3035"/>
                  </a:cubicBezTo>
                  <a:lnTo>
                    <a:pt x="31557" y="3028"/>
                  </a:lnTo>
                  <a:lnTo>
                    <a:pt x="31536" y="3000"/>
                  </a:lnTo>
                  <a:lnTo>
                    <a:pt x="31512" y="2965"/>
                  </a:lnTo>
                  <a:lnTo>
                    <a:pt x="31491" y="2934"/>
                  </a:lnTo>
                  <a:lnTo>
                    <a:pt x="31470" y="2902"/>
                  </a:lnTo>
                  <a:lnTo>
                    <a:pt x="31452" y="2871"/>
                  </a:lnTo>
                  <a:lnTo>
                    <a:pt x="31431" y="2843"/>
                  </a:lnTo>
                  <a:lnTo>
                    <a:pt x="31414" y="2811"/>
                  </a:lnTo>
                  <a:lnTo>
                    <a:pt x="31396" y="2783"/>
                  </a:lnTo>
                  <a:lnTo>
                    <a:pt x="31379" y="2752"/>
                  </a:lnTo>
                  <a:lnTo>
                    <a:pt x="31361" y="2724"/>
                  </a:lnTo>
                  <a:lnTo>
                    <a:pt x="31347" y="2692"/>
                  </a:lnTo>
                  <a:lnTo>
                    <a:pt x="31333" y="2664"/>
                  </a:lnTo>
                  <a:lnTo>
                    <a:pt x="31316" y="2636"/>
                  </a:lnTo>
                  <a:lnTo>
                    <a:pt x="31305" y="2608"/>
                  </a:lnTo>
                  <a:lnTo>
                    <a:pt x="31291" y="2580"/>
                  </a:lnTo>
                  <a:lnTo>
                    <a:pt x="31277" y="2556"/>
                  </a:lnTo>
                  <a:lnTo>
                    <a:pt x="31267" y="2524"/>
                  </a:lnTo>
                  <a:lnTo>
                    <a:pt x="31256" y="2500"/>
                  </a:lnTo>
                  <a:lnTo>
                    <a:pt x="31242" y="2472"/>
                  </a:lnTo>
                  <a:lnTo>
                    <a:pt x="31235" y="2447"/>
                  </a:lnTo>
                  <a:lnTo>
                    <a:pt x="31225" y="2419"/>
                  </a:lnTo>
                  <a:lnTo>
                    <a:pt x="31214" y="2395"/>
                  </a:lnTo>
                  <a:lnTo>
                    <a:pt x="31207" y="2367"/>
                  </a:lnTo>
                  <a:lnTo>
                    <a:pt x="31200" y="2346"/>
                  </a:lnTo>
                  <a:lnTo>
                    <a:pt x="31190" y="2318"/>
                  </a:lnTo>
                  <a:lnTo>
                    <a:pt x="31183" y="2297"/>
                  </a:lnTo>
                  <a:lnTo>
                    <a:pt x="31176" y="2269"/>
                  </a:lnTo>
                  <a:lnTo>
                    <a:pt x="31172" y="2248"/>
                  </a:lnTo>
                  <a:lnTo>
                    <a:pt x="31165" y="2223"/>
                  </a:lnTo>
                  <a:lnTo>
                    <a:pt x="31158" y="2202"/>
                  </a:lnTo>
                  <a:lnTo>
                    <a:pt x="31155" y="2178"/>
                  </a:lnTo>
                  <a:lnTo>
                    <a:pt x="31148" y="2157"/>
                  </a:lnTo>
                  <a:cubicBezTo>
                    <a:pt x="31148" y="2150"/>
                    <a:pt x="31144" y="2139"/>
                    <a:pt x="31144" y="2132"/>
                  </a:cubicBezTo>
                  <a:lnTo>
                    <a:pt x="31141" y="2115"/>
                  </a:lnTo>
                  <a:lnTo>
                    <a:pt x="31137" y="2090"/>
                  </a:lnTo>
                  <a:lnTo>
                    <a:pt x="31134" y="2073"/>
                  </a:lnTo>
                  <a:cubicBezTo>
                    <a:pt x="31134" y="2062"/>
                    <a:pt x="31130" y="2055"/>
                    <a:pt x="31130" y="2048"/>
                  </a:cubicBezTo>
                  <a:lnTo>
                    <a:pt x="31130" y="2031"/>
                  </a:lnTo>
                  <a:cubicBezTo>
                    <a:pt x="31130" y="2024"/>
                    <a:pt x="31130" y="2013"/>
                    <a:pt x="31127" y="2006"/>
                  </a:cubicBezTo>
                  <a:cubicBezTo>
                    <a:pt x="31123" y="1999"/>
                    <a:pt x="31127" y="1996"/>
                    <a:pt x="31127" y="1989"/>
                  </a:cubicBezTo>
                  <a:lnTo>
                    <a:pt x="31127" y="1968"/>
                  </a:lnTo>
                  <a:lnTo>
                    <a:pt x="31127" y="1950"/>
                  </a:lnTo>
                  <a:lnTo>
                    <a:pt x="31127" y="1929"/>
                  </a:lnTo>
                  <a:lnTo>
                    <a:pt x="31127" y="1915"/>
                  </a:lnTo>
                  <a:lnTo>
                    <a:pt x="31127" y="1894"/>
                  </a:lnTo>
                  <a:lnTo>
                    <a:pt x="31127" y="1880"/>
                  </a:lnTo>
                  <a:lnTo>
                    <a:pt x="31127" y="1859"/>
                  </a:lnTo>
                  <a:lnTo>
                    <a:pt x="31127" y="1845"/>
                  </a:lnTo>
                  <a:lnTo>
                    <a:pt x="31127" y="1824"/>
                  </a:lnTo>
                  <a:lnTo>
                    <a:pt x="31127" y="1810"/>
                  </a:lnTo>
                  <a:lnTo>
                    <a:pt x="31127" y="1792"/>
                  </a:lnTo>
                  <a:lnTo>
                    <a:pt x="31127" y="1778"/>
                  </a:lnTo>
                  <a:lnTo>
                    <a:pt x="31127" y="1761"/>
                  </a:lnTo>
                  <a:lnTo>
                    <a:pt x="31127" y="1750"/>
                  </a:lnTo>
                  <a:lnTo>
                    <a:pt x="31127" y="1733"/>
                  </a:lnTo>
                  <a:lnTo>
                    <a:pt x="31127" y="1722"/>
                  </a:lnTo>
                  <a:lnTo>
                    <a:pt x="31127" y="1705"/>
                  </a:lnTo>
                  <a:lnTo>
                    <a:pt x="31127" y="1698"/>
                  </a:lnTo>
                  <a:lnTo>
                    <a:pt x="31127" y="1677"/>
                  </a:lnTo>
                  <a:cubicBezTo>
                    <a:pt x="31127" y="1663"/>
                    <a:pt x="31130" y="1645"/>
                    <a:pt x="31130" y="1635"/>
                  </a:cubicBezTo>
                  <a:cubicBezTo>
                    <a:pt x="31134" y="1603"/>
                    <a:pt x="31134" y="1572"/>
                    <a:pt x="31134" y="1540"/>
                  </a:cubicBezTo>
                  <a:cubicBezTo>
                    <a:pt x="31120" y="1516"/>
                    <a:pt x="31004" y="1505"/>
                    <a:pt x="30927" y="1502"/>
                  </a:cubicBezTo>
                  <a:lnTo>
                    <a:pt x="30913" y="1502"/>
                  </a:lnTo>
                  <a:cubicBezTo>
                    <a:pt x="30756" y="1491"/>
                    <a:pt x="30563" y="1477"/>
                    <a:pt x="30430" y="1376"/>
                  </a:cubicBezTo>
                  <a:cubicBezTo>
                    <a:pt x="30420" y="1369"/>
                    <a:pt x="30409" y="1365"/>
                    <a:pt x="30395" y="1365"/>
                  </a:cubicBezTo>
                  <a:cubicBezTo>
                    <a:pt x="30388" y="1365"/>
                    <a:pt x="30385" y="1369"/>
                    <a:pt x="30378" y="1369"/>
                  </a:cubicBezTo>
                  <a:cubicBezTo>
                    <a:pt x="30196" y="1432"/>
                    <a:pt x="29912" y="2003"/>
                    <a:pt x="29838" y="2311"/>
                  </a:cubicBezTo>
                  <a:cubicBezTo>
                    <a:pt x="29751" y="2671"/>
                    <a:pt x="29156" y="3046"/>
                    <a:pt x="29131" y="3063"/>
                  </a:cubicBezTo>
                  <a:lnTo>
                    <a:pt x="29114" y="3074"/>
                  </a:lnTo>
                  <a:lnTo>
                    <a:pt x="29089" y="3074"/>
                  </a:lnTo>
                  <a:cubicBezTo>
                    <a:pt x="29068" y="3074"/>
                    <a:pt x="27356" y="3088"/>
                    <a:pt x="27209" y="3088"/>
                  </a:cubicBezTo>
                  <a:lnTo>
                    <a:pt x="27192" y="3088"/>
                  </a:lnTo>
                  <a:lnTo>
                    <a:pt x="27185" y="3091"/>
                  </a:lnTo>
                  <a:lnTo>
                    <a:pt x="27178" y="3095"/>
                  </a:lnTo>
                  <a:lnTo>
                    <a:pt x="27171" y="3098"/>
                  </a:lnTo>
                  <a:lnTo>
                    <a:pt x="27164" y="3102"/>
                  </a:lnTo>
                  <a:lnTo>
                    <a:pt x="27153" y="3109"/>
                  </a:lnTo>
                  <a:lnTo>
                    <a:pt x="27143" y="3116"/>
                  </a:lnTo>
                  <a:lnTo>
                    <a:pt x="27132" y="3123"/>
                  </a:lnTo>
                  <a:lnTo>
                    <a:pt x="27129" y="3123"/>
                  </a:lnTo>
                  <a:lnTo>
                    <a:pt x="27115" y="3130"/>
                  </a:lnTo>
                  <a:lnTo>
                    <a:pt x="27111" y="3130"/>
                  </a:lnTo>
                  <a:lnTo>
                    <a:pt x="27101" y="3137"/>
                  </a:lnTo>
                  <a:lnTo>
                    <a:pt x="27097" y="3137"/>
                  </a:lnTo>
                  <a:lnTo>
                    <a:pt x="27083" y="3147"/>
                  </a:lnTo>
                  <a:lnTo>
                    <a:pt x="27080" y="3151"/>
                  </a:lnTo>
                  <a:lnTo>
                    <a:pt x="27062" y="3161"/>
                  </a:lnTo>
                  <a:lnTo>
                    <a:pt x="27059" y="3165"/>
                  </a:lnTo>
                  <a:lnTo>
                    <a:pt x="27041" y="3179"/>
                  </a:lnTo>
                  <a:lnTo>
                    <a:pt x="27038" y="3182"/>
                  </a:lnTo>
                  <a:lnTo>
                    <a:pt x="27020" y="3193"/>
                  </a:lnTo>
                  <a:lnTo>
                    <a:pt x="27013" y="3196"/>
                  </a:lnTo>
                  <a:lnTo>
                    <a:pt x="26996" y="3214"/>
                  </a:lnTo>
                  <a:lnTo>
                    <a:pt x="26989" y="3217"/>
                  </a:lnTo>
                  <a:lnTo>
                    <a:pt x="26968" y="3231"/>
                  </a:lnTo>
                  <a:lnTo>
                    <a:pt x="26961" y="3238"/>
                  </a:lnTo>
                  <a:lnTo>
                    <a:pt x="26940" y="3256"/>
                  </a:lnTo>
                  <a:lnTo>
                    <a:pt x="26933" y="3259"/>
                  </a:lnTo>
                  <a:lnTo>
                    <a:pt x="26912" y="3280"/>
                  </a:lnTo>
                  <a:lnTo>
                    <a:pt x="26901" y="3284"/>
                  </a:lnTo>
                  <a:lnTo>
                    <a:pt x="26877" y="3305"/>
                  </a:lnTo>
                  <a:lnTo>
                    <a:pt x="26870" y="3312"/>
                  </a:lnTo>
                  <a:lnTo>
                    <a:pt x="26845" y="3333"/>
                  </a:lnTo>
                  <a:lnTo>
                    <a:pt x="26835" y="3340"/>
                  </a:lnTo>
                  <a:lnTo>
                    <a:pt x="26807" y="3364"/>
                  </a:lnTo>
                  <a:lnTo>
                    <a:pt x="26796" y="3371"/>
                  </a:lnTo>
                  <a:lnTo>
                    <a:pt x="26768" y="3396"/>
                  </a:lnTo>
                  <a:lnTo>
                    <a:pt x="26758" y="3406"/>
                  </a:lnTo>
                  <a:lnTo>
                    <a:pt x="26726" y="3431"/>
                  </a:lnTo>
                  <a:lnTo>
                    <a:pt x="26716" y="3441"/>
                  </a:lnTo>
                  <a:lnTo>
                    <a:pt x="26681" y="3469"/>
                  </a:lnTo>
                  <a:lnTo>
                    <a:pt x="26674" y="3480"/>
                  </a:lnTo>
                  <a:lnTo>
                    <a:pt x="26635" y="3511"/>
                  </a:lnTo>
                  <a:lnTo>
                    <a:pt x="26628" y="3518"/>
                  </a:lnTo>
                  <a:lnTo>
                    <a:pt x="26586" y="3553"/>
                  </a:lnTo>
                  <a:lnTo>
                    <a:pt x="26579" y="3564"/>
                  </a:lnTo>
                  <a:lnTo>
                    <a:pt x="26569" y="3571"/>
                  </a:lnTo>
                  <a:cubicBezTo>
                    <a:pt x="26611" y="3644"/>
                    <a:pt x="26611" y="3739"/>
                    <a:pt x="26569" y="3812"/>
                  </a:cubicBezTo>
                  <a:cubicBezTo>
                    <a:pt x="26429" y="4061"/>
                    <a:pt x="25872" y="4170"/>
                    <a:pt x="25441" y="4187"/>
                  </a:cubicBezTo>
                  <a:cubicBezTo>
                    <a:pt x="25298" y="4194"/>
                    <a:pt x="25186" y="4205"/>
                    <a:pt x="25084" y="4219"/>
                  </a:cubicBezTo>
                  <a:cubicBezTo>
                    <a:pt x="25088" y="4240"/>
                    <a:pt x="25091" y="4257"/>
                    <a:pt x="25095" y="4275"/>
                  </a:cubicBezTo>
                  <a:lnTo>
                    <a:pt x="25095" y="4289"/>
                  </a:lnTo>
                  <a:cubicBezTo>
                    <a:pt x="25095" y="4303"/>
                    <a:pt x="25095" y="4317"/>
                    <a:pt x="25098" y="4327"/>
                  </a:cubicBezTo>
                  <a:lnTo>
                    <a:pt x="25098" y="4341"/>
                  </a:lnTo>
                  <a:cubicBezTo>
                    <a:pt x="25098" y="4355"/>
                    <a:pt x="25098" y="4373"/>
                    <a:pt x="25098" y="4387"/>
                  </a:cubicBezTo>
                  <a:cubicBezTo>
                    <a:pt x="25095" y="4394"/>
                    <a:pt x="25095" y="4401"/>
                    <a:pt x="25091" y="4408"/>
                  </a:cubicBezTo>
                  <a:cubicBezTo>
                    <a:pt x="25091" y="4411"/>
                    <a:pt x="25091" y="4415"/>
                    <a:pt x="25088" y="4415"/>
                  </a:cubicBezTo>
                  <a:cubicBezTo>
                    <a:pt x="25088" y="4422"/>
                    <a:pt x="25084" y="4425"/>
                    <a:pt x="25084" y="4429"/>
                  </a:cubicBezTo>
                  <a:cubicBezTo>
                    <a:pt x="25084" y="4432"/>
                    <a:pt x="25077" y="4436"/>
                    <a:pt x="25077" y="4439"/>
                  </a:cubicBezTo>
                  <a:cubicBezTo>
                    <a:pt x="25074" y="4443"/>
                    <a:pt x="25070" y="4450"/>
                    <a:pt x="25067" y="4453"/>
                  </a:cubicBezTo>
                  <a:lnTo>
                    <a:pt x="25060" y="4464"/>
                  </a:lnTo>
                  <a:lnTo>
                    <a:pt x="25046" y="4474"/>
                  </a:lnTo>
                  <a:lnTo>
                    <a:pt x="25035" y="4485"/>
                  </a:lnTo>
                  <a:lnTo>
                    <a:pt x="25021" y="4495"/>
                  </a:lnTo>
                  <a:lnTo>
                    <a:pt x="25007" y="4506"/>
                  </a:lnTo>
                  <a:lnTo>
                    <a:pt x="24990" y="4520"/>
                  </a:lnTo>
                  <a:lnTo>
                    <a:pt x="24972" y="4530"/>
                  </a:lnTo>
                  <a:lnTo>
                    <a:pt x="24951" y="4544"/>
                  </a:lnTo>
                  <a:lnTo>
                    <a:pt x="24934" y="4555"/>
                  </a:lnTo>
                  <a:lnTo>
                    <a:pt x="24916" y="4562"/>
                  </a:lnTo>
                  <a:cubicBezTo>
                    <a:pt x="24811" y="4730"/>
                    <a:pt x="24381" y="4961"/>
                    <a:pt x="23835" y="5244"/>
                  </a:cubicBezTo>
                  <a:lnTo>
                    <a:pt x="23649" y="5342"/>
                  </a:lnTo>
                  <a:cubicBezTo>
                    <a:pt x="23478" y="5431"/>
                    <a:pt x="23282" y="5476"/>
                    <a:pt x="23097" y="5476"/>
                  </a:cubicBezTo>
                  <a:cubicBezTo>
                    <a:pt x="22934" y="5476"/>
                    <a:pt x="22780" y="5441"/>
                    <a:pt x="22662" y="5370"/>
                  </a:cubicBezTo>
                  <a:cubicBezTo>
                    <a:pt x="22539" y="5304"/>
                    <a:pt x="22462" y="5178"/>
                    <a:pt x="22459" y="5041"/>
                  </a:cubicBezTo>
                  <a:cubicBezTo>
                    <a:pt x="22459" y="4789"/>
                    <a:pt x="22602" y="4733"/>
                    <a:pt x="22665" y="4719"/>
                  </a:cubicBezTo>
                  <a:cubicBezTo>
                    <a:pt x="22682" y="4717"/>
                    <a:pt x="22698" y="4715"/>
                    <a:pt x="22714" y="4715"/>
                  </a:cubicBezTo>
                  <a:cubicBezTo>
                    <a:pt x="22830" y="4715"/>
                    <a:pt x="22939" y="4779"/>
                    <a:pt x="22994" y="4884"/>
                  </a:cubicBezTo>
                  <a:cubicBezTo>
                    <a:pt x="23019" y="4873"/>
                    <a:pt x="23040" y="4859"/>
                    <a:pt x="23064" y="4845"/>
                  </a:cubicBezTo>
                  <a:cubicBezTo>
                    <a:pt x="23057" y="4838"/>
                    <a:pt x="23054" y="4831"/>
                    <a:pt x="23050" y="4824"/>
                  </a:cubicBezTo>
                  <a:cubicBezTo>
                    <a:pt x="23047" y="4817"/>
                    <a:pt x="23047" y="4814"/>
                    <a:pt x="23043" y="4810"/>
                  </a:cubicBezTo>
                  <a:cubicBezTo>
                    <a:pt x="23036" y="4796"/>
                    <a:pt x="23029" y="4779"/>
                    <a:pt x="23022" y="4761"/>
                  </a:cubicBezTo>
                  <a:cubicBezTo>
                    <a:pt x="23022" y="4758"/>
                    <a:pt x="23022" y="4754"/>
                    <a:pt x="23019" y="4751"/>
                  </a:cubicBezTo>
                  <a:cubicBezTo>
                    <a:pt x="23015" y="4737"/>
                    <a:pt x="23008" y="4723"/>
                    <a:pt x="23005" y="4709"/>
                  </a:cubicBezTo>
                  <a:cubicBezTo>
                    <a:pt x="23005" y="4702"/>
                    <a:pt x="23005" y="4698"/>
                    <a:pt x="23001" y="4691"/>
                  </a:cubicBezTo>
                  <a:cubicBezTo>
                    <a:pt x="23001" y="4677"/>
                    <a:pt x="22998" y="4663"/>
                    <a:pt x="22994" y="4646"/>
                  </a:cubicBezTo>
                  <a:lnTo>
                    <a:pt x="22994" y="4632"/>
                  </a:lnTo>
                  <a:cubicBezTo>
                    <a:pt x="22994" y="4611"/>
                    <a:pt x="22994" y="4590"/>
                    <a:pt x="22994" y="4569"/>
                  </a:cubicBezTo>
                  <a:lnTo>
                    <a:pt x="22994" y="4565"/>
                  </a:lnTo>
                  <a:cubicBezTo>
                    <a:pt x="22994" y="4544"/>
                    <a:pt x="22994" y="4523"/>
                    <a:pt x="22994" y="4502"/>
                  </a:cubicBezTo>
                  <a:lnTo>
                    <a:pt x="22994" y="4481"/>
                  </a:lnTo>
                  <a:cubicBezTo>
                    <a:pt x="22994" y="4474"/>
                    <a:pt x="22994" y="4464"/>
                    <a:pt x="22998" y="4457"/>
                  </a:cubicBezTo>
                  <a:cubicBezTo>
                    <a:pt x="22945" y="4397"/>
                    <a:pt x="22949" y="4289"/>
                    <a:pt x="22956" y="4170"/>
                  </a:cubicBezTo>
                  <a:cubicBezTo>
                    <a:pt x="22959" y="3977"/>
                    <a:pt x="22956" y="3830"/>
                    <a:pt x="22847" y="3791"/>
                  </a:cubicBezTo>
                  <a:cubicBezTo>
                    <a:pt x="22830" y="3786"/>
                    <a:pt x="22812" y="3784"/>
                    <a:pt x="22794" y="3784"/>
                  </a:cubicBezTo>
                  <a:cubicBezTo>
                    <a:pt x="22691" y="3784"/>
                    <a:pt x="22572" y="3858"/>
                    <a:pt x="22483" y="3918"/>
                  </a:cubicBezTo>
                  <a:cubicBezTo>
                    <a:pt x="22413" y="3962"/>
                    <a:pt x="22358" y="3998"/>
                    <a:pt x="22309" y="3998"/>
                  </a:cubicBezTo>
                  <a:cubicBezTo>
                    <a:pt x="22292" y="3998"/>
                    <a:pt x="22275" y="3994"/>
                    <a:pt x="22259" y="3984"/>
                  </a:cubicBezTo>
                  <a:cubicBezTo>
                    <a:pt x="22200" y="3942"/>
                    <a:pt x="22214" y="3854"/>
                    <a:pt x="22221" y="3816"/>
                  </a:cubicBezTo>
                  <a:cubicBezTo>
                    <a:pt x="22238" y="3693"/>
                    <a:pt x="22308" y="3585"/>
                    <a:pt x="22371" y="3476"/>
                  </a:cubicBezTo>
                  <a:cubicBezTo>
                    <a:pt x="22494" y="3277"/>
                    <a:pt x="22599" y="3105"/>
                    <a:pt x="22448" y="2867"/>
                  </a:cubicBezTo>
                  <a:cubicBezTo>
                    <a:pt x="22307" y="2650"/>
                    <a:pt x="22115" y="2577"/>
                    <a:pt x="21978" y="2577"/>
                  </a:cubicBezTo>
                  <a:cubicBezTo>
                    <a:pt x="21962" y="2577"/>
                    <a:pt x="21948" y="2578"/>
                    <a:pt x="21934" y="2580"/>
                  </a:cubicBezTo>
                  <a:cubicBezTo>
                    <a:pt x="21832" y="2587"/>
                    <a:pt x="21745" y="2657"/>
                    <a:pt x="21717" y="2755"/>
                  </a:cubicBezTo>
                  <a:cubicBezTo>
                    <a:pt x="21653" y="2958"/>
                    <a:pt x="21496" y="3004"/>
                    <a:pt x="21373" y="3039"/>
                  </a:cubicBezTo>
                  <a:cubicBezTo>
                    <a:pt x="21265" y="3070"/>
                    <a:pt x="21195" y="3095"/>
                    <a:pt x="21156" y="3175"/>
                  </a:cubicBezTo>
                  <a:cubicBezTo>
                    <a:pt x="21037" y="3410"/>
                    <a:pt x="20925" y="3932"/>
                    <a:pt x="21016" y="4296"/>
                  </a:cubicBezTo>
                  <a:cubicBezTo>
                    <a:pt x="21128" y="4747"/>
                    <a:pt x="20946" y="4957"/>
                    <a:pt x="20596" y="5167"/>
                  </a:cubicBezTo>
                  <a:cubicBezTo>
                    <a:pt x="20532" y="5206"/>
                    <a:pt x="20469" y="5225"/>
                    <a:pt x="20409" y="5225"/>
                  </a:cubicBezTo>
                  <a:cubicBezTo>
                    <a:pt x="20355" y="5225"/>
                    <a:pt x="20303" y="5209"/>
                    <a:pt x="20257" y="5178"/>
                  </a:cubicBezTo>
                  <a:cubicBezTo>
                    <a:pt x="20050" y="5031"/>
                    <a:pt x="19984" y="4579"/>
                    <a:pt x="20085" y="4058"/>
                  </a:cubicBezTo>
                  <a:cubicBezTo>
                    <a:pt x="20120" y="3900"/>
                    <a:pt x="20162" y="3746"/>
                    <a:pt x="20215" y="3592"/>
                  </a:cubicBezTo>
                  <a:cubicBezTo>
                    <a:pt x="20267" y="3434"/>
                    <a:pt x="20330" y="3238"/>
                    <a:pt x="20299" y="3196"/>
                  </a:cubicBezTo>
                  <a:cubicBezTo>
                    <a:pt x="20294" y="3191"/>
                    <a:pt x="20287" y="3188"/>
                    <a:pt x="20279" y="3188"/>
                  </a:cubicBezTo>
                  <a:cubicBezTo>
                    <a:pt x="20276" y="3188"/>
                    <a:pt x="20273" y="3188"/>
                    <a:pt x="20271" y="3189"/>
                  </a:cubicBezTo>
                  <a:cubicBezTo>
                    <a:pt x="20266" y="3190"/>
                    <a:pt x="20262" y="3190"/>
                    <a:pt x="20258" y="3190"/>
                  </a:cubicBezTo>
                  <a:cubicBezTo>
                    <a:pt x="20203" y="3190"/>
                    <a:pt x="20155" y="3150"/>
                    <a:pt x="20148" y="3095"/>
                  </a:cubicBezTo>
                  <a:cubicBezTo>
                    <a:pt x="20127" y="2906"/>
                    <a:pt x="20652" y="2458"/>
                    <a:pt x="21083" y="2356"/>
                  </a:cubicBezTo>
                  <a:cubicBezTo>
                    <a:pt x="21296" y="2311"/>
                    <a:pt x="21517" y="2279"/>
                    <a:pt x="21738" y="2265"/>
                  </a:cubicBezTo>
                  <a:cubicBezTo>
                    <a:pt x="21902" y="2251"/>
                    <a:pt x="22130" y="2230"/>
                    <a:pt x="22172" y="2195"/>
                  </a:cubicBezTo>
                  <a:cubicBezTo>
                    <a:pt x="22172" y="2174"/>
                    <a:pt x="22179" y="2153"/>
                    <a:pt x="22189" y="2139"/>
                  </a:cubicBezTo>
                  <a:lnTo>
                    <a:pt x="22182" y="2132"/>
                  </a:lnTo>
                  <a:lnTo>
                    <a:pt x="22151" y="2111"/>
                  </a:lnTo>
                  <a:lnTo>
                    <a:pt x="22137" y="2101"/>
                  </a:lnTo>
                  <a:lnTo>
                    <a:pt x="22098" y="2073"/>
                  </a:lnTo>
                  <a:lnTo>
                    <a:pt x="22095" y="2073"/>
                  </a:lnTo>
                  <a:lnTo>
                    <a:pt x="22053" y="2045"/>
                  </a:lnTo>
                  <a:lnTo>
                    <a:pt x="22046" y="2041"/>
                  </a:lnTo>
                  <a:lnTo>
                    <a:pt x="22011" y="2017"/>
                  </a:lnTo>
                  <a:lnTo>
                    <a:pt x="22007" y="2017"/>
                  </a:lnTo>
                  <a:cubicBezTo>
                    <a:pt x="21993" y="2034"/>
                    <a:pt x="21976" y="2052"/>
                    <a:pt x="21958" y="2062"/>
                  </a:cubicBezTo>
                  <a:cubicBezTo>
                    <a:pt x="21912" y="2095"/>
                    <a:pt x="21872" y="2108"/>
                    <a:pt x="21838" y="2108"/>
                  </a:cubicBezTo>
                  <a:cubicBezTo>
                    <a:pt x="21765" y="2108"/>
                    <a:pt x="21717" y="2048"/>
                    <a:pt x="21681" y="2003"/>
                  </a:cubicBezTo>
                  <a:cubicBezTo>
                    <a:pt x="21629" y="1936"/>
                    <a:pt x="21566" y="1856"/>
                    <a:pt x="21412" y="1856"/>
                  </a:cubicBezTo>
                  <a:cubicBezTo>
                    <a:pt x="21268" y="1856"/>
                    <a:pt x="21118" y="1915"/>
                    <a:pt x="20974" y="1975"/>
                  </a:cubicBezTo>
                  <a:cubicBezTo>
                    <a:pt x="20833" y="2030"/>
                    <a:pt x="20688" y="2086"/>
                    <a:pt x="20549" y="2086"/>
                  </a:cubicBezTo>
                  <a:cubicBezTo>
                    <a:pt x="20485" y="2086"/>
                    <a:pt x="20422" y="2074"/>
                    <a:pt x="20362" y="2045"/>
                  </a:cubicBezTo>
                  <a:cubicBezTo>
                    <a:pt x="20253" y="1996"/>
                    <a:pt x="20166" y="1908"/>
                    <a:pt x="20120" y="1799"/>
                  </a:cubicBezTo>
                  <a:cubicBezTo>
                    <a:pt x="20089" y="1733"/>
                    <a:pt x="20078" y="1712"/>
                    <a:pt x="19977" y="1712"/>
                  </a:cubicBezTo>
                  <a:cubicBezTo>
                    <a:pt x="19973" y="1712"/>
                    <a:pt x="19970" y="1712"/>
                    <a:pt x="19966" y="1712"/>
                  </a:cubicBezTo>
                  <a:cubicBezTo>
                    <a:pt x="19921" y="1712"/>
                    <a:pt x="19876" y="1692"/>
                    <a:pt x="19847" y="1656"/>
                  </a:cubicBezTo>
                  <a:cubicBezTo>
                    <a:pt x="19798" y="1589"/>
                    <a:pt x="19830" y="1495"/>
                    <a:pt x="19858" y="1411"/>
                  </a:cubicBezTo>
                  <a:lnTo>
                    <a:pt x="19868" y="1386"/>
                  </a:lnTo>
                  <a:lnTo>
                    <a:pt x="19868" y="1386"/>
                  </a:lnTo>
                  <a:cubicBezTo>
                    <a:pt x="19854" y="1393"/>
                    <a:pt x="19837" y="1400"/>
                    <a:pt x="19816" y="1414"/>
                  </a:cubicBezTo>
                  <a:cubicBezTo>
                    <a:pt x="19721" y="1467"/>
                    <a:pt x="19616" y="1537"/>
                    <a:pt x="19507" y="1610"/>
                  </a:cubicBezTo>
                  <a:cubicBezTo>
                    <a:pt x="19239" y="1793"/>
                    <a:pt x="18944" y="1993"/>
                    <a:pt x="18713" y="1993"/>
                  </a:cubicBezTo>
                  <a:cubicBezTo>
                    <a:pt x="18635" y="1993"/>
                    <a:pt x="18563" y="1970"/>
                    <a:pt x="18503" y="1915"/>
                  </a:cubicBezTo>
                  <a:cubicBezTo>
                    <a:pt x="18435" y="1853"/>
                    <a:pt x="18371" y="1834"/>
                    <a:pt x="18307" y="1834"/>
                  </a:cubicBezTo>
                  <a:cubicBezTo>
                    <a:pt x="18259" y="1834"/>
                    <a:pt x="18211" y="1845"/>
                    <a:pt x="18160" y="1856"/>
                  </a:cubicBezTo>
                  <a:cubicBezTo>
                    <a:pt x="18107" y="1866"/>
                    <a:pt x="18054" y="1877"/>
                    <a:pt x="18002" y="1877"/>
                  </a:cubicBezTo>
                  <a:cubicBezTo>
                    <a:pt x="17931" y="1877"/>
                    <a:pt x="17862" y="1857"/>
                    <a:pt x="17796" y="1789"/>
                  </a:cubicBezTo>
                  <a:cubicBezTo>
                    <a:pt x="17743" y="1736"/>
                    <a:pt x="17733" y="1656"/>
                    <a:pt x="17768" y="1589"/>
                  </a:cubicBezTo>
                  <a:cubicBezTo>
                    <a:pt x="17891" y="1323"/>
                    <a:pt x="18548" y="973"/>
                    <a:pt x="18911" y="973"/>
                  </a:cubicBezTo>
                  <a:cubicBezTo>
                    <a:pt x="18920" y="973"/>
                    <a:pt x="18928" y="973"/>
                    <a:pt x="18937" y="973"/>
                  </a:cubicBezTo>
                  <a:cubicBezTo>
                    <a:pt x="18943" y="974"/>
                    <a:pt x="18949" y="974"/>
                    <a:pt x="18954" y="974"/>
                  </a:cubicBezTo>
                  <a:cubicBezTo>
                    <a:pt x="18994" y="974"/>
                    <a:pt x="19033" y="964"/>
                    <a:pt x="19070" y="949"/>
                  </a:cubicBezTo>
                  <a:cubicBezTo>
                    <a:pt x="18954" y="907"/>
                    <a:pt x="18839" y="872"/>
                    <a:pt x="18720" y="847"/>
                  </a:cubicBezTo>
                  <a:cubicBezTo>
                    <a:pt x="18672" y="838"/>
                    <a:pt x="18626" y="832"/>
                    <a:pt x="18588" y="832"/>
                  </a:cubicBezTo>
                  <a:cubicBezTo>
                    <a:pt x="18540" y="832"/>
                    <a:pt x="18503" y="841"/>
                    <a:pt x="18485" y="865"/>
                  </a:cubicBezTo>
                  <a:cubicBezTo>
                    <a:pt x="18436" y="924"/>
                    <a:pt x="18366" y="966"/>
                    <a:pt x="18289" y="977"/>
                  </a:cubicBezTo>
                  <a:lnTo>
                    <a:pt x="18254" y="977"/>
                  </a:lnTo>
                  <a:cubicBezTo>
                    <a:pt x="18219" y="977"/>
                    <a:pt x="18184" y="970"/>
                    <a:pt x="18153" y="959"/>
                  </a:cubicBezTo>
                  <a:cubicBezTo>
                    <a:pt x="18058" y="921"/>
                    <a:pt x="17974" y="861"/>
                    <a:pt x="17915" y="781"/>
                  </a:cubicBezTo>
                  <a:cubicBezTo>
                    <a:pt x="17893" y="751"/>
                    <a:pt x="17874" y="744"/>
                    <a:pt x="17836" y="744"/>
                  </a:cubicBezTo>
                  <a:cubicBezTo>
                    <a:pt x="17824" y="744"/>
                    <a:pt x="17811" y="745"/>
                    <a:pt x="17796" y="746"/>
                  </a:cubicBezTo>
                  <a:cubicBezTo>
                    <a:pt x="17782" y="747"/>
                    <a:pt x="17769" y="748"/>
                    <a:pt x="17755" y="748"/>
                  </a:cubicBezTo>
                  <a:cubicBezTo>
                    <a:pt x="17643" y="748"/>
                    <a:pt x="17532" y="696"/>
                    <a:pt x="17463" y="602"/>
                  </a:cubicBezTo>
                  <a:cubicBezTo>
                    <a:pt x="17403" y="534"/>
                    <a:pt x="17348" y="508"/>
                    <a:pt x="17290" y="508"/>
                  </a:cubicBezTo>
                  <a:cubicBezTo>
                    <a:pt x="17230" y="508"/>
                    <a:pt x="17169" y="537"/>
                    <a:pt x="17099" y="574"/>
                  </a:cubicBezTo>
                  <a:cubicBezTo>
                    <a:pt x="17078" y="585"/>
                    <a:pt x="17057" y="595"/>
                    <a:pt x="17036" y="606"/>
                  </a:cubicBezTo>
                  <a:cubicBezTo>
                    <a:pt x="17010" y="616"/>
                    <a:pt x="16985" y="621"/>
                    <a:pt x="16958" y="621"/>
                  </a:cubicBezTo>
                  <a:cubicBezTo>
                    <a:pt x="16879" y="621"/>
                    <a:pt x="16795" y="579"/>
                    <a:pt x="16703" y="532"/>
                  </a:cubicBezTo>
                  <a:cubicBezTo>
                    <a:pt x="16644" y="497"/>
                    <a:pt x="16581" y="469"/>
                    <a:pt x="16518" y="445"/>
                  </a:cubicBezTo>
                  <a:cubicBezTo>
                    <a:pt x="16371" y="385"/>
                    <a:pt x="16360" y="270"/>
                    <a:pt x="16350" y="186"/>
                  </a:cubicBezTo>
                  <a:cubicBezTo>
                    <a:pt x="16343" y="105"/>
                    <a:pt x="16336" y="56"/>
                    <a:pt x="16276" y="14"/>
                  </a:cubicBezTo>
                  <a:cubicBezTo>
                    <a:pt x="16269" y="7"/>
                    <a:pt x="16259" y="4"/>
                    <a:pt x="16248" y="0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79" name="Google Shape;6437;p80">
              <a:extLst>
                <a:ext uri="{FF2B5EF4-FFF2-40B4-BE49-F238E27FC236}">
                  <a16:creationId xmlns:a16="http://schemas.microsoft.com/office/drawing/2014/main" id="{DB27C94F-5C2A-C039-4550-D456602CDBC9}"/>
                </a:ext>
              </a:extLst>
            </p:cNvPr>
            <p:cNvSpPr/>
            <p:nvPr/>
          </p:nvSpPr>
          <p:spPr>
            <a:xfrm>
              <a:off x="797231" y="1596418"/>
              <a:ext cx="3625" cy="3965"/>
            </a:xfrm>
            <a:custGeom>
              <a:avLst/>
              <a:gdLst/>
              <a:ahLst/>
              <a:cxnLst/>
              <a:rect l="l" t="t" r="r" b="b"/>
              <a:pathLst>
                <a:path w="267" h="292" extrusionOk="0">
                  <a:moveTo>
                    <a:pt x="235" y="1"/>
                  </a:moveTo>
                  <a:cubicBezTo>
                    <a:pt x="200" y="18"/>
                    <a:pt x="169" y="43"/>
                    <a:pt x="144" y="74"/>
                  </a:cubicBezTo>
                  <a:cubicBezTo>
                    <a:pt x="85" y="137"/>
                    <a:pt x="36" y="211"/>
                    <a:pt x="1" y="291"/>
                  </a:cubicBezTo>
                  <a:cubicBezTo>
                    <a:pt x="214" y="197"/>
                    <a:pt x="253" y="116"/>
                    <a:pt x="260" y="88"/>
                  </a:cubicBezTo>
                  <a:cubicBezTo>
                    <a:pt x="267" y="57"/>
                    <a:pt x="256" y="22"/>
                    <a:pt x="235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80" name="Google Shape;6438;p80">
              <a:extLst>
                <a:ext uri="{FF2B5EF4-FFF2-40B4-BE49-F238E27FC236}">
                  <a16:creationId xmlns:a16="http://schemas.microsoft.com/office/drawing/2014/main" id="{FE6636E6-5F43-DBE1-00FB-69A95A65588C}"/>
                </a:ext>
              </a:extLst>
            </p:cNvPr>
            <p:cNvSpPr/>
            <p:nvPr/>
          </p:nvSpPr>
          <p:spPr>
            <a:xfrm>
              <a:off x="950901" y="1525692"/>
              <a:ext cx="2824" cy="1738"/>
            </a:xfrm>
            <a:custGeom>
              <a:avLst/>
              <a:gdLst/>
              <a:ahLst/>
              <a:cxnLst/>
              <a:rect l="l" t="t" r="r" b="b"/>
              <a:pathLst>
                <a:path w="208" h="128" extrusionOk="0">
                  <a:moveTo>
                    <a:pt x="207" y="1"/>
                  </a:moveTo>
                  <a:cubicBezTo>
                    <a:pt x="162" y="8"/>
                    <a:pt x="113" y="18"/>
                    <a:pt x="64" y="29"/>
                  </a:cubicBezTo>
                  <a:cubicBezTo>
                    <a:pt x="39" y="36"/>
                    <a:pt x="8" y="50"/>
                    <a:pt x="1" y="81"/>
                  </a:cubicBezTo>
                  <a:cubicBezTo>
                    <a:pt x="1" y="99"/>
                    <a:pt x="8" y="116"/>
                    <a:pt x="18" y="127"/>
                  </a:cubicBezTo>
                  <a:cubicBezTo>
                    <a:pt x="21" y="128"/>
                    <a:pt x="23" y="128"/>
                    <a:pt x="26" y="128"/>
                  </a:cubicBezTo>
                  <a:cubicBezTo>
                    <a:pt x="42" y="128"/>
                    <a:pt x="61" y="112"/>
                    <a:pt x="67" y="106"/>
                  </a:cubicBezTo>
                  <a:cubicBezTo>
                    <a:pt x="113" y="67"/>
                    <a:pt x="158" y="32"/>
                    <a:pt x="207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81" name="Google Shape;6439;p80">
              <a:extLst>
                <a:ext uri="{FF2B5EF4-FFF2-40B4-BE49-F238E27FC236}">
                  <a16:creationId xmlns:a16="http://schemas.microsoft.com/office/drawing/2014/main" id="{BE546070-EA46-3D86-8BE2-B9FD7C687E8D}"/>
                </a:ext>
              </a:extLst>
            </p:cNvPr>
            <p:cNvSpPr/>
            <p:nvPr/>
          </p:nvSpPr>
          <p:spPr>
            <a:xfrm>
              <a:off x="1054294" y="1571136"/>
              <a:ext cx="3571" cy="2200"/>
            </a:xfrm>
            <a:custGeom>
              <a:avLst/>
              <a:gdLst/>
              <a:ahLst/>
              <a:cxnLst/>
              <a:rect l="l" t="t" r="r" b="b"/>
              <a:pathLst>
                <a:path w="263" h="162" extrusionOk="0">
                  <a:moveTo>
                    <a:pt x="0" y="0"/>
                  </a:moveTo>
                  <a:cubicBezTo>
                    <a:pt x="56" y="60"/>
                    <a:pt x="119" y="109"/>
                    <a:pt x="189" y="144"/>
                  </a:cubicBezTo>
                  <a:cubicBezTo>
                    <a:pt x="214" y="154"/>
                    <a:pt x="238" y="161"/>
                    <a:pt x="263" y="161"/>
                  </a:cubicBezTo>
                  <a:cubicBezTo>
                    <a:pt x="259" y="144"/>
                    <a:pt x="249" y="126"/>
                    <a:pt x="235" y="109"/>
                  </a:cubicBezTo>
                  <a:cubicBezTo>
                    <a:pt x="193" y="60"/>
                    <a:pt x="137" y="28"/>
                    <a:pt x="70" y="18"/>
                  </a:cubicBezTo>
                  <a:cubicBezTo>
                    <a:pt x="46" y="18"/>
                    <a:pt x="25" y="11"/>
                    <a:pt x="0" y="0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82" name="Google Shape;6440;p80">
              <a:extLst>
                <a:ext uri="{FF2B5EF4-FFF2-40B4-BE49-F238E27FC236}">
                  <a16:creationId xmlns:a16="http://schemas.microsoft.com/office/drawing/2014/main" id="{225FD705-1F61-E80D-D50F-A67F78F91E46}"/>
                </a:ext>
              </a:extLst>
            </p:cNvPr>
            <p:cNvSpPr/>
            <p:nvPr/>
          </p:nvSpPr>
          <p:spPr>
            <a:xfrm>
              <a:off x="1293570" y="1816780"/>
              <a:ext cx="1290" cy="1113"/>
            </a:xfrm>
            <a:custGeom>
              <a:avLst/>
              <a:gdLst/>
              <a:ahLst/>
              <a:cxnLst/>
              <a:rect l="l" t="t" r="r" b="b"/>
              <a:pathLst>
                <a:path w="95" h="82" extrusionOk="0">
                  <a:moveTo>
                    <a:pt x="95" y="81"/>
                  </a:moveTo>
                  <a:cubicBezTo>
                    <a:pt x="67" y="50"/>
                    <a:pt x="35" y="25"/>
                    <a:pt x="0" y="1"/>
                  </a:cubicBezTo>
                  <a:cubicBezTo>
                    <a:pt x="35" y="25"/>
                    <a:pt x="67" y="50"/>
                    <a:pt x="95" y="8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83" name="Google Shape;6441;p80">
              <a:extLst>
                <a:ext uri="{FF2B5EF4-FFF2-40B4-BE49-F238E27FC236}">
                  <a16:creationId xmlns:a16="http://schemas.microsoft.com/office/drawing/2014/main" id="{E2DDD948-B723-E358-6DFB-0D01523B4724}"/>
                </a:ext>
              </a:extLst>
            </p:cNvPr>
            <p:cNvSpPr/>
            <p:nvPr/>
          </p:nvSpPr>
          <p:spPr>
            <a:xfrm>
              <a:off x="1278743" y="1812694"/>
              <a:ext cx="14786" cy="4100"/>
            </a:xfrm>
            <a:custGeom>
              <a:avLst/>
              <a:gdLst/>
              <a:ahLst/>
              <a:cxnLst/>
              <a:rect l="l" t="t" r="r" b="b"/>
              <a:pathLst>
                <a:path w="1089" h="302" extrusionOk="0">
                  <a:moveTo>
                    <a:pt x="0" y="211"/>
                  </a:moveTo>
                  <a:cubicBezTo>
                    <a:pt x="77" y="99"/>
                    <a:pt x="172" y="1"/>
                    <a:pt x="298" y="8"/>
                  </a:cubicBezTo>
                  <a:cubicBezTo>
                    <a:pt x="473" y="18"/>
                    <a:pt x="840" y="113"/>
                    <a:pt x="1089" y="302"/>
                  </a:cubicBezTo>
                  <a:cubicBezTo>
                    <a:pt x="840" y="113"/>
                    <a:pt x="473" y="18"/>
                    <a:pt x="298" y="8"/>
                  </a:cubicBezTo>
                  <a:cubicBezTo>
                    <a:pt x="172" y="1"/>
                    <a:pt x="77" y="99"/>
                    <a:pt x="0" y="21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84" name="Google Shape;6442;p80">
              <a:extLst>
                <a:ext uri="{FF2B5EF4-FFF2-40B4-BE49-F238E27FC236}">
                  <a16:creationId xmlns:a16="http://schemas.microsoft.com/office/drawing/2014/main" id="{AFC069B8-407C-DA1D-7A4B-558CEA42EEEF}"/>
                </a:ext>
              </a:extLst>
            </p:cNvPr>
            <p:cNvSpPr/>
            <p:nvPr/>
          </p:nvSpPr>
          <p:spPr>
            <a:xfrm>
              <a:off x="1173314" y="1789354"/>
              <a:ext cx="16741" cy="2254"/>
            </a:xfrm>
            <a:custGeom>
              <a:avLst/>
              <a:gdLst/>
              <a:ahLst/>
              <a:cxnLst/>
              <a:rect l="l" t="t" r="r" b="b"/>
              <a:pathLst>
                <a:path w="1233" h="166" extrusionOk="0">
                  <a:moveTo>
                    <a:pt x="0" y="165"/>
                  </a:moveTo>
                  <a:lnTo>
                    <a:pt x="1233" y="1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85" name="Google Shape;6443;p80">
              <a:extLst>
                <a:ext uri="{FF2B5EF4-FFF2-40B4-BE49-F238E27FC236}">
                  <a16:creationId xmlns:a16="http://schemas.microsoft.com/office/drawing/2014/main" id="{99F0E7B4-CE82-5F62-9CAF-19201204ED09}"/>
                </a:ext>
              </a:extLst>
            </p:cNvPr>
            <p:cNvSpPr/>
            <p:nvPr/>
          </p:nvSpPr>
          <p:spPr>
            <a:xfrm>
              <a:off x="1317141" y="1844302"/>
              <a:ext cx="448" cy="14"/>
            </a:xfrm>
            <a:custGeom>
              <a:avLst/>
              <a:gdLst/>
              <a:ahLst/>
              <a:cxnLst/>
              <a:rect l="l" t="t" r="r" b="b"/>
              <a:pathLst>
                <a:path w="33" h="1" extrusionOk="0">
                  <a:moveTo>
                    <a:pt x="32" y="1"/>
                  </a:moveTo>
                  <a:cubicBezTo>
                    <a:pt x="22" y="1"/>
                    <a:pt x="11" y="1"/>
                    <a:pt x="1" y="1"/>
                  </a:cubicBezTo>
                  <a:cubicBezTo>
                    <a:pt x="11" y="1"/>
                    <a:pt x="22" y="1"/>
                    <a:pt x="32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86" name="Google Shape;6444;p80">
              <a:extLst>
                <a:ext uri="{FF2B5EF4-FFF2-40B4-BE49-F238E27FC236}">
                  <a16:creationId xmlns:a16="http://schemas.microsoft.com/office/drawing/2014/main" id="{01058972-489E-3672-4D89-D64EB3D89CD8}"/>
                </a:ext>
              </a:extLst>
            </p:cNvPr>
            <p:cNvSpPr/>
            <p:nvPr/>
          </p:nvSpPr>
          <p:spPr>
            <a:xfrm>
              <a:off x="1318906" y="1844641"/>
              <a:ext cx="339" cy="149"/>
            </a:xfrm>
            <a:custGeom>
              <a:avLst/>
              <a:gdLst/>
              <a:ahLst/>
              <a:cxnLst/>
              <a:rect l="l" t="t" r="r" b="b"/>
              <a:pathLst>
                <a:path w="25" h="11" extrusionOk="0">
                  <a:moveTo>
                    <a:pt x="25" y="11"/>
                  </a:moveTo>
                  <a:lnTo>
                    <a:pt x="0" y="0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87" name="Google Shape;6445;p80">
              <a:extLst>
                <a:ext uri="{FF2B5EF4-FFF2-40B4-BE49-F238E27FC236}">
                  <a16:creationId xmlns:a16="http://schemas.microsoft.com/office/drawing/2014/main" id="{DC36969A-DB01-3900-2E11-383D0EAE1F99}"/>
                </a:ext>
              </a:extLst>
            </p:cNvPr>
            <p:cNvSpPr/>
            <p:nvPr/>
          </p:nvSpPr>
          <p:spPr>
            <a:xfrm>
              <a:off x="1317765" y="1844302"/>
              <a:ext cx="299" cy="68"/>
            </a:xfrm>
            <a:custGeom>
              <a:avLst/>
              <a:gdLst/>
              <a:ahLst/>
              <a:cxnLst/>
              <a:rect l="l" t="t" r="r" b="b"/>
              <a:pathLst>
                <a:path w="22" h="5" extrusionOk="0">
                  <a:moveTo>
                    <a:pt x="21" y="4"/>
                  </a:moveTo>
                  <a:lnTo>
                    <a:pt x="0" y="1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88" name="Google Shape;6446;p80">
              <a:extLst>
                <a:ext uri="{FF2B5EF4-FFF2-40B4-BE49-F238E27FC236}">
                  <a16:creationId xmlns:a16="http://schemas.microsoft.com/office/drawing/2014/main" id="{2E8B226F-E3C3-AEBF-098D-7AB69D9D9C3B}"/>
                </a:ext>
              </a:extLst>
            </p:cNvPr>
            <p:cNvSpPr/>
            <p:nvPr/>
          </p:nvSpPr>
          <p:spPr>
            <a:xfrm>
              <a:off x="1278173" y="1815545"/>
              <a:ext cx="584" cy="964"/>
            </a:xfrm>
            <a:custGeom>
              <a:avLst/>
              <a:gdLst/>
              <a:ahLst/>
              <a:cxnLst/>
              <a:rect l="l" t="t" r="r" b="b"/>
              <a:pathLst>
                <a:path w="43" h="71" extrusionOk="0">
                  <a:moveTo>
                    <a:pt x="42" y="1"/>
                  </a:moveTo>
                  <a:cubicBezTo>
                    <a:pt x="28" y="25"/>
                    <a:pt x="14" y="46"/>
                    <a:pt x="0" y="71"/>
                  </a:cubicBezTo>
                  <a:cubicBezTo>
                    <a:pt x="14" y="46"/>
                    <a:pt x="28" y="25"/>
                    <a:pt x="42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89" name="Google Shape;6447;p80">
              <a:extLst>
                <a:ext uri="{FF2B5EF4-FFF2-40B4-BE49-F238E27FC236}">
                  <a16:creationId xmlns:a16="http://schemas.microsoft.com/office/drawing/2014/main" id="{FBB7971D-11E2-ACCF-B469-00D599793760}"/>
                </a:ext>
              </a:extLst>
            </p:cNvPr>
            <p:cNvSpPr/>
            <p:nvPr/>
          </p:nvSpPr>
          <p:spPr>
            <a:xfrm>
              <a:off x="1252838" y="1797147"/>
              <a:ext cx="244" cy="258"/>
            </a:xfrm>
            <a:custGeom>
              <a:avLst/>
              <a:gdLst/>
              <a:ahLst/>
              <a:cxnLst/>
              <a:rect l="l" t="t" r="r" b="b"/>
              <a:pathLst>
                <a:path w="18" h="19" extrusionOk="0">
                  <a:moveTo>
                    <a:pt x="0" y="1"/>
                  </a:moveTo>
                  <a:lnTo>
                    <a:pt x="18" y="18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90" name="Google Shape;6448;p80">
              <a:extLst>
                <a:ext uri="{FF2B5EF4-FFF2-40B4-BE49-F238E27FC236}">
                  <a16:creationId xmlns:a16="http://schemas.microsoft.com/office/drawing/2014/main" id="{60EFEF62-65C4-F3B2-9754-E0C209AF1DB2}"/>
                </a:ext>
              </a:extLst>
            </p:cNvPr>
            <p:cNvSpPr/>
            <p:nvPr/>
          </p:nvSpPr>
          <p:spPr>
            <a:xfrm>
              <a:off x="1318240" y="1844397"/>
              <a:ext cx="299" cy="109"/>
            </a:xfrm>
            <a:custGeom>
              <a:avLst/>
              <a:gdLst/>
              <a:ahLst/>
              <a:cxnLst/>
              <a:rect l="l" t="t" r="r" b="b"/>
              <a:pathLst>
                <a:path w="22" h="8" extrusionOk="0">
                  <a:moveTo>
                    <a:pt x="21" y="8"/>
                  </a:moveTo>
                  <a:lnTo>
                    <a:pt x="0" y="1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91" name="Google Shape;6449;p80">
              <a:extLst>
                <a:ext uri="{FF2B5EF4-FFF2-40B4-BE49-F238E27FC236}">
                  <a16:creationId xmlns:a16="http://schemas.microsoft.com/office/drawing/2014/main" id="{267DDB49-6A7E-5E40-B6A9-868BF9EF7543}"/>
                </a:ext>
              </a:extLst>
            </p:cNvPr>
            <p:cNvSpPr/>
            <p:nvPr/>
          </p:nvSpPr>
          <p:spPr>
            <a:xfrm>
              <a:off x="1294846" y="1817880"/>
              <a:ext cx="1018" cy="1249"/>
            </a:xfrm>
            <a:custGeom>
              <a:avLst/>
              <a:gdLst/>
              <a:ahLst/>
              <a:cxnLst/>
              <a:rect l="l" t="t" r="r" b="b"/>
              <a:pathLst>
                <a:path w="75" h="92" extrusionOk="0">
                  <a:moveTo>
                    <a:pt x="74" y="91"/>
                  </a:moveTo>
                  <a:cubicBezTo>
                    <a:pt x="53" y="60"/>
                    <a:pt x="29" y="28"/>
                    <a:pt x="1" y="0"/>
                  </a:cubicBezTo>
                  <a:cubicBezTo>
                    <a:pt x="29" y="28"/>
                    <a:pt x="53" y="60"/>
                    <a:pt x="74" y="9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92" name="Google Shape;6450;p80">
              <a:extLst>
                <a:ext uri="{FF2B5EF4-FFF2-40B4-BE49-F238E27FC236}">
                  <a16:creationId xmlns:a16="http://schemas.microsoft.com/office/drawing/2014/main" id="{F0A5636A-BC43-0FBA-97F4-DDBF90074639}"/>
                </a:ext>
              </a:extLst>
            </p:cNvPr>
            <p:cNvSpPr/>
            <p:nvPr/>
          </p:nvSpPr>
          <p:spPr>
            <a:xfrm>
              <a:off x="1122833" y="1651895"/>
              <a:ext cx="14" cy="14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0" y="0"/>
                  </a:move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93" name="Google Shape;6451;p80">
              <a:extLst>
                <a:ext uri="{FF2B5EF4-FFF2-40B4-BE49-F238E27FC236}">
                  <a16:creationId xmlns:a16="http://schemas.microsoft.com/office/drawing/2014/main" id="{75ECB2D1-A804-953E-D030-1B4F0ABAE975}"/>
                </a:ext>
              </a:extLst>
            </p:cNvPr>
            <p:cNvSpPr/>
            <p:nvPr/>
          </p:nvSpPr>
          <p:spPr>
            <a:xfrm>
              <a:off x="1124734" y="1651746"/>
              <a:ext cx="530" cy="68"/>
            </a:xfrm>
            <a:custGeom>
              <a:avLst/>
              <a:gdLst/>
              <a:ahLst/>
              <a:cxnLst/>
              <a:rect l="l" t="t" r="r" b="b"/>
              <a:pathLst>
                <a:path w="39" h="5" extrusionOk="0">
                  <a:moveTo>
                    <a:pt x="0" y="4"/>
                  </a:moveTo>
                  <a:lnTo>
                    <a:pt x="39" y="1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94" name="Google Shape;6452;p80">
              <a:extLst>
                <a:ext uri="{FF2B5EF4-FFF2-40B4-BE49-F238E27FC236}">
                  <a16:creationId xmlns:a16="http://schemas.microsoft.com/office/drawing/2014/main" id="{86F3AAAE-F739-A32B-AA8E-FCEB2FCF356E}"/>
                </a:ext>
              </a:extLst>
            </p:cNvPr>
            <p:cNvSpPr/>
            <p:nvPr/>
          </p:nvSpPr>
          <p:spPr>
            <a:xfrm>
              <a:off x="1125969" y="1651556"/>
              <a:ext cx="489" cy="109"/>
            </a:xfrm>
            <a:custGeom>
              <a:avLst/>
              <a:gdLst/>
              <a:ahLst/>
              <a:cxnLst/>
              <a:rect l="l" t="t" r="r" b="b"/>
              <a:pathLst>
                <a:path w="36" h="8" extrusionOk="0">
                  <a:moveTo>
                    <a:pt x="0" y="8"/>
                  </a:moveTo>
                  <a:lnTo>
                    <a:pt x="35" y="1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95" name="Google Shape;6453;p80">
              <a:extLst>
                <a:ext uri="{FF2B5EF4-FFF2-40B4-BE49-F238E27FC236}">
                  <a16:creationId xmlns:a16="http://schemas.microsoft.com/office/drawing/2014/main" id="{D533057F-6806-BD43-C798-57AB287F8CF5}"/>
                </a:ext>
              </a:extLst>
            </p:cNvPr>
            <p:cNvSpPr/>
            <p:nvPr/>
          </p:nvSpPr>
          <p:spPr>
            <a:xfrm>
              <a:off x="1117076" y="1651515"/>
              <a:ext cx="448" cy="54"/>
            </a:xfrm>
            <a:custGeom>
              <a:avLst/>
              <a:gdLst/>
              <a:ahLst/>
              <a:cxnLst/>
              <a:rect l="l" t="t" r="r" b="b"/>
              <a:pathLst>
                <a:path w="33" h="4" extrusionOk="0">
                  <a:moveTo>
                    <a:pt x="1" y="0"/>
                  </a:moveTo>
                  <a:lnTo>
                    <a:pt x="32" y="4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96" name="Google Shape;6454;p80">
              <a:extLst>
                <a:ext uri="{FF2B5EF4-FFF2-40B4-BE49-F238E27FC236}">
                  <a16:creationId xmlns:a16="http://schemas.microsoft.com/office/drawing/2014/main" id="{BF7AC370-7E8A-814F-02C8-7C1E36435769}"/>
                </a:ext>
              </a:extLst>
            </p:cNvPr>
            <p:cNvSpPr/>
            <p:nvPr/>
          </p:nvSpPr>
          <p:spPr>
            <a:xfrm>
              <a:off x="1120783" y="1651841"/>
              <a:ext cx="394" cy="14"/>
            </a:xfrm>
            <a:custGeom>
              <a:avLst/>
              <a:gdLst/>
              <a:ahLst/>
              <a:cxnLst/>
              <a:rect l="l" t="t" r="r" b="b"/>
              <a:pathLst>
                <a:path w="29" h="1" extrusionOk="0">
                  <a:moveTo>
                    <a:pt x="1" y="1"/>
                  </a:moveTo>
                  <a:lnTo>
                    <a:pt x="29" y="1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97" name="Google Shape;6455;p80">
              <a:extLst>
                <a:ext uri="{FF2B5EF4-FFF2-40B4-BE49-F238E27FC236}">
                  <a16:creationId xmlns:a16="http://schemas.microsoft.com/office/drawing/2014/main" id="{07F4A3AE-1D62-0FA8-9884-9DA6D8D1F155}"/>
                </a:ext>
              </a:extLst>
            </p:cNvPr>
            <p:cNvSpPr/>
            <p:nvPr/>
          </p:nvSpPr>
          <p:spPr>
            <a:xfrm>
              <a:off x="1123539" y="1651895"/>
              <a:ext cx="543" cy="14"/>
            </a:xfrm>
            <a:custGeom>
              <a:avLst/>
              <a:gdLst/>
              <a:ahLst/>
              <a:cxnLst/>
              <a:rect l="l" t="t" r="r" b="b"/>
              <a:pathLst>
                <a:path w="40" h="1" extrusionOk="0">
                  <a:moveTo>
                    <a:pt x="1" y="0"/>
                  </a:moveTo>
                  <a:lnTo>
                    <a:pt x="39" y="0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98" name="Google Shape;6456;p80">
              <a:extLst>
                <a:ext uri="{FF2B5EF4-FFF2-40B4-BE49-F238E27FC236}">
                  <a16:creationId xmlns:a16="http://schemas.microsoft.com/office/drawing/2014/main" id="{922A04F3-9962-10BA-DBAF-3B5E61EF3DE3}"/>
                </a:ext>
              </a:extLst>
            </p:cNvPr>
            <p:cNvSpPr/>
            <p:nvPr/>
          </p:nvSpPr>
          <p:spPr>
            <a:xfrm>
              <a:off x="1119072" y="1651705"/>
              <a:ext cx="163" cy="14"/>
            </a:xfrm>
            <a:custGeom>
              <a:avLst/>
              <a:gdLst/>
              <a:ahLst/>
              <a:cxnLst/>
              <a:rect l="l" t="t" r="r" b="b"/>
              <a:pathLst>
                <a:path w="12" h="1" extrusionOk="0">
                  <a:moveTo>
                    <a:pt x="1" y="0"/>
                  </a:moveTo>
                  <a:lnTo>
                    <a:pt x="11" y="0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99" name="Google Shape;6457;p80">
              <a:extLst>
                <a:ext uri="{FF2B5EF4-FFF2-40B4-BE49-F238E27FC236}">
                  <a16:creationId xmlns:a16="http://schemas.microsoft.com/office/drawing/2014/main" id="{4B09E338-904F-431C-CCD0-7AC60842F3BC}"/>
                </a:ext>
              </a:extLst>
            </p:cNvPr>
            <p:cNvSpPr/>
            <p:nvPr/>
          </p:nvSpPr>
          <p:spPr>
            <a:xfrm>
              <a:off x="1543206" y="1679322"/>
              <a:ext cx="258" cy="434"/>
            </a:xfrm>
            <a:custGeom>
              <a:avLst/>
              <a:gdLst/>
              <a:ahLst/>
              <a:cxnLst/>
              <a:rect l="l" t="t" r="r" b="b"/>
              <a:pathLst>
                <a:path w="19" h="32" extrusionOk="0">
                  <a:moveTo>
                    <a:pt x="1" y="0"/>
                  </a:moveTo>
                  <a:lnTo>
                    <a:pt x="18" y="32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00" name="Google Shape;6458;p80">
              <a:extLst>
                <a:ext uri="{FF2B5EF4-FFF2-40B4-BE49-F238E27FC236}">
                  <a16:creationId xmlns:a16="http://schemas.microsoft.com/office/drawing/2014/main" id="{6D2630CA-C01B-A395-0E07-FEB167E5E984}"/>
                </a:ext>
              </a:extLst>
            </p:cNvPr>
            <p:cNvSpPr/>
            <p:nvPr/>
          </p:nvSpPr>
          <p:spPr>
            <a:xfrm>
              <a:off x="1543736" y="1680177"/>
              <a:ext cx="299" cy="434"/>
            </a:xfrm>
            <a:custGeom>
              <a:avLst/>
              <a:gdLst/>
              <a:ahLst/>
              <a:cxnLst/>
              <a:rect l="l" t="t" r="r" b="b"/>
              <a:pathLst>
                <a:path w="22" h="32" extrusionOk="0">
                  <a:moveTo>
                    <a:pt x="0" y="0"/>
                  </a:moveTo>
                  <a:lnTo>
                    <a:pt x="21" y="32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01" name="Google Shape;6459;p80">
              <a:extLst>
                <a:ext uri="{FF2B5EF4-FFF2-40B4-BE49-F238E27FC236}">
                  <a16:creationId xmlns:a16="http://schemas.microsoft.com/office/drawing/2014/main" id="{64CBE7D5-4A0E-FC7B-F491-48033EF77E10}"/>
                </a:ext>
              </a:extLst>
            </p:cNvPr>
            <p:cNvSpPr/>
            <p:nvPr/>
          </p:nvSpPr>
          <p:spPr>
            <a:xfrm>
              <a:off x="1542731" y="1678507"/>
              <a:ext cx="258" cy="394"/>
            </a:xfrm>
            <a:custGeom>
              <a:avLst/>
              <a:gdLst/>
              <a:ahLst/>
              <a:cxnLst/>
              <a:rect l="l" t="t" r="r" b="b"/>
              <a:pathLst>
                <a:path w="19" h="29" extrusionOk="0">
                  <a:moveTo>
                    <a:pt x="1" y="1"/>
                  </a:moveTo>
                  <a:lnTo>
                    <a:pt x="18" y="29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02" name="Google Shape;6460;p80">
              <a:extLst>
                <a:ext uri="{FF2B5EF4-FFF2-40B4-BE49-F238E27FC236}">
                  <a16:creationId xmlns:a16="http://schemas.microsoft.com/office/drawing/2014/main" id="{FEAFB9E5-7792-0C81-D62B-E2642AEDF73B}"/>
                </a:ext>
              </a:extLst>
            </p:cNvPr>
            <p:cNvSpPr/>
            <p:nvPr/>
          </p:nvSpPr>
          <p:spPr>
            <a:xfrm>
              <a:off x="1544251" y="1681032"/>
              <a:ext cx="299" cy="394"/>
            </a:xfrm>
            <a:custGeom>
              <a:avLst/>
              <a:gdLst/>
              <a:ahLst/>
              <a:cxnLst/>
              <a:rect l="l" t="t" r="r" b="b"/>
              <a:pathLst>
                <a:path w="22" h="29" extrusionOk="0">
                  <a:moveTo>
                    <a:pt x="1" y="0"/>
                  </a:moveTo>
                  <a:lnTo>
                    <a:pt x="22" y="28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03" name="Google Shape;6461;p80">
              <a:extLst>
                <a:ext uri="{FF2B5EF4-FFF2-40B4-BE49-F238E27FC236}">
                  <a16:creationId xmlns:a16="http://schemas.microsoft.com/office/drawing/2014/main" id="{58577856-791F-E8A1-7296-BFCC2B24EE5F}"/>
                </a:ext>
              </a:extLst>
            </p:cNvPr>
            <p:cNvSpPr/>
            <p:nvPr/>
          </p:nvSpPr>
          <p:spPr>
            <a:xfrm>
              <a:off x="1544876" y="1681888"/>
              <a:ext cx="299" cy="394"/>
            </a:xfrm>
            <a:custGeom>
              <a:avLst/>
              <a:gdLst/>
              <a:ahLst/>
              <a:cxnLst/>
              <a:rect l="l" t="t" r="r" b="b"/>
              <a:pathLst>
                <a:path w="22" h="29" extrusionOk="0">
                  <a:moveTo>
                    <a:pt x="0" y="0"/>
                  </a:moveTo>
                  <a:lnTo>
                    <a:pt x="21" y="28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04" name="Google Shape;6462;p80">
              <a:extLst>
                <a:ext uri="{FF2B5EF4-FFF2-40B4-BE49-F238E27FC236}">
                  <a16:creationId xmlns:a16="http://schemas.microsoft.com/office/drawing/2014/main" id="{7F61C1D7-28F2-64E9-94E7-5B9B42C3C3C1}"/>
                </a:ext>
              </a:extLst>
            </p:cNvPr>
            <p:cNvSpPr/>
            <p:nvPr/>
          </p:nvSpPr>
          <p:spPr>
            <a:xfrm>
              <a:off x="1478333" y="1688541"/>
              <a:ext cx="530" cy="434"/>
            </a:xfrm>
            <a:custGeom>
              <a:avLst/>
              <a:gdLst/>
              <a:ahLst/>
              <a:cxnLst/>
              <a:rect l="l" t="t" r="r" b="b"/>
              <a:pathLst>
                <a:path w="39" h="32" extrusionOk="0">
                  <a:moveTo>
                    <a:pt x="0" y="32"/>
                  </a:moveTo>
                  <a:lnTo>
                    <a:pt x="39" y="0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05" name="Google Shape;6463;p80">
              <a:extLst>
                <a:ext uri="{FF2B5EF4-FFF2-40B4-BE49-F238E27FC236}">
                  <a16:creationId xmlns:a16="http://schemas.microsoft.com/office/drawing/2014/main" id="{AE278AB6-97DC-A734-F146-286ADC14A311}"/>
                </a:ext>
              </a:extLst>
            </p:cNvPr>
            <p:cNvSpPr/>
            <p:nvPr/>
          </p:nvSpPr>
          <p:spPr>
            <a:xfrm>
              <a:off x="1478944" y="1688011"/>
              <a:ext cx="489" cy="448"/>
            </a:xfrm>
            <a:custGeom>
              <a:avLst/>
              <a:gdLst/>
              <a:ahLst/>
              <a:cxnLst/>
              <a:rect l="l" t="t" r="r" b="b"/>
              <a:pathLst>
                <a:path w="36" h="33" extrusionOk="0">
                  <a:moveTo>
                    <a:pt x="1" y="32"/>
                  </a:moveTo>
                  <a:lnTo>
                    <a:pt x="36" y="1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06" name="Google Shape;6464;p80">
              <a:extLst>
                <a:ext uri="{FF2B5EF4-FFF2-40B4-BE49-F238E27FC236}">
                  <a16:creationId xmlns:a16="http://schemas.microsoft.com/office/drawing/2014/main" id="{E500C4C2-475A-0217-1E73-F80778447970}"/>
                </a:ext>
              </a:extLst>
            </p:cNvPr>
            <p:cNvSpPr/>
            <p:nvPr/>
          </p:nvSpPr>
          <p:spPr>
            <a:xfrm>
              <a:off x="1542310" y="1677706"/>
              <a:ext cx="244" cy="434"/>
            </a:xfrm>
            <a:custGeom>
              <a:avLst/>
              <a:gdLst/>
              <a:ahLst/>
              <a:cxnLst/>
              <a:rect l="l" t="t" r="r" b="b"/>
              <a:pathLst>
                <a:path w="18" h="32" extrusionOk="0">
                  <a:moveTo>
                    <a:pt x="0" y="0"/>
                  </a:moveTo>
                  <a:lnTo>
                    <a:pt x="18" y="32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07" name="Google Shape;6465;p80">
              <a:extLst>
                <a:ext uri="{FF2B5EF4-FFF2-40B4-BE49-F238E27FC236}">
                  <a16:creationId xmlns:a16="http://schemas.microsoft.com/office/drawing/2014/main" id="{F132F88B-DC8C-0752-B684-2C227B5F6043}"/>
                </a:ext>
              </a:extLst>
            </p:cNvPr>
            <p:cNvSpPr/>
            <p:nvPr/>
          </p:nvSpPr>
          <p:spPr>
            <a:xfrm>
              <a:off x="1539689" y="1670714"/>
              <a:ext cx="109" cy="353"/>
            </a:xfrm>
            <a:custGeom>
              <a:avLst/>
              <a:gdLst/>
              <a:ahLst/>
              <a:cxnLst/>
              <a:rect l="l" t="t" r="r" b="b"/>
              <a:pathLst>
                <a:path w="8" h="26" extrusionOk="0">
                  <a:moveTo>
                    <a:pt x="1" y="1"/>
                  </a:moveTo>
                  <a:lnTo>
                    <a:pt x="8" y="25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08" name="Google Shape;6466;p80">
              <a:extLst>
                <a:ext uri="{FF2B5EF4-FFF2-40B4-BE49-F238E27FC236}">
                  <a16:creationId xmlns:a16="http://schemas.microsoft.com/office/drawing/2014/main" id="{B0C786AF-329E-6297-E62F-05B165E6A1ED}"/>
                </a:ext>
              </a:extLst>
            </p:cNvPr>
            <p:cNvSpPr/>
            <p:nvPr/>
          </p:nvSpPr>
          <p:spPr>
            <a:xfrm>
              <a:off x="1539975" y="1671949"/>
              <a:ext cx="163" cy="394"/>
            </a:xfrm>
            <a:custGeom>
              <a:avLst/>
              <a:gdLst/>
              <a:ahLst/>
              <a:cxnLst/>
              <a:rect l="l" t="t" r="r" b="b"/>
              <a:pathLst>
                <a:path w="12" h="29" extrusionOk="0">
                  <a:moveTo>
                    <a:pt x="1" y="1"/>
                  </a:moveTo>
                  <a:lnTo>
                    <a:pt x="11" y="29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09" name="Google Shape;6467;p80">
              <a:extLst>
                <a:ext uri="{FF2B5EF4-FFF2-40B4-BE49-F238E27FC236}">
                  <a16:creationId xmlns:a16="http://schemas.microsoft.com/office/drawing/2014/main" id="{7CA95B5F-AA1F-4C83-3A43-613B04153045}"/>
                </a:ext>
              </a:extLst>
            </p:cNvPr>
            <p:cNvSpPr/>
            <p:nvPr/>
          </p:nvSpPr>
          <p:spPr>
            <a:xfrm>
              <a:off x="1477667" y="1689111"/>
              <a:ext cx="584" cy="489"/>
            </a:xfrm>
            <a:custGeom>
              <a:avLst/>
              <a:gdLst/>
              <a:ahLst/>
              <a:cxnLst/>
              <a:rect l="l" t="t" r="r" b="b"/>
              <a:pathLst>
                <a:path w="43" h="36" extrusionOk="0">
                  <a:moveTo>
                    <a:pt x="0" y="35"/>
                  </a:moveTo>
                  <a:lnTo>
                    <a:pt x="42" y="0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10" name="Google Shape;6468;p80">
              <a:extLst>
                <a:ext uri="{FF2B5EF4-FFF2-40B4-BE49-F238E27FC236}">
                  <a16:creationId xmlns:a16="http://schemas.microsoft.com/office/drawing/2014/main" id="{D7D20ED1-E481-2556-BCEE-5C811F3750A3}"/>
                </a:ext>
              </a:extLst>
            </p:cNvPr>
            <p:cNvSpPr/>
            <p:nvPr/>
          </p:nvSpPr>
          <p:spPr>
            <a:xfrm>
              <a:off x="1034661" y="1534586"/>
              <a:ext cx="679" cy="109"/>
            </a:xfrm>
            <a:custGeom>
              <a:avLst/>
              <a:gdLst/>
              <a:ahLst/>
              <a:cxnLst/>
              <a:rect l="l" t="t" r="r" b="b"/>
              <a:pathLst>
                <a:path w="50" h="8" extrusionOk="0">
                  <a:moveTo>
                    <a:pt x="0" y="0"/>
                  </a:moveTo>
                  <a:cubicBezTo>
                    <a:pt x="18" y="4"/>
                    <a:pt x="32" y="4"/>
                    <a:pt x="49" y="7"/>
                  </a:cubicBezTo>
                  <a:cubicBezTo>
                    <a:pt x="32" y="4"/>
                    <a:pt x="18" y="4"/>
                    <a:pt x="0" y="0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11" name="Google Shape;6469;p80">
              <a:extLst>
                <a:ext uri="{FF2B5EF4-FFF2-40B4-BE49-F238E27FC236}">
                  <a16:creationId xmlns:a16="http://schemas.microsoft.com/office/drawing/2014/main" id="{BF66AB58-64C8-5DAF-4DE8-93792CD0E1E5}"/>
                </a:ext>
              </a:extLst>
            </p:cNvPr>
            <p:cNvSpPr/>
            <p:nvPr/>
          </p:nvSpPr>
          <p:spPr>
            <a:xfrm>
              <a:off x="1540165" y="1672614"/>
              <a:ext cx="163" cy="394"/>
            </a:xfrm>
            <a:custGeom>
              <a:avLst/>
              <a:gdLst/>
              <a:ahLst/>
              <a:cxnLst/>
              <a:rect l="l" t="t" r="r" b="b"/>
              <a:pathLst>
                <a:path w="12" h="29" extrusionOk="0">
                  <a:moveTo>
                    <a:pt x="1" y="1"/>
                  </a:moveTo>
                  <a:lnTo>
                    <a:pt x="11" y="29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12" name="Google Shape;6470;p80">
              <a:extLst>
                <a:ext uri="{FF2B5EF4-FFF2-40B4-BE49-F238E27FC236}">
                  <a16:creationId xmlns:a16="http://schemas.microsoft.com/office/drawing/2014/main" id="{6197EBEB-14FB-74FF-2DD3-F485BB6D70F0}"/>
                </a:ext>
              </a:extLst>
            </p:cNvPr>
            <p:cNvSpPr/>
            <p:nvPr/>
          </p:nvSpPr>
          <p:spPr>
            <a:xfrm>
              <a:off x="1035462" y="1534721"/>
              <a:ext cx="638" cy="163"/>
            </a:xfrm>
            <a:custGeom>
              <a:avLst/>
              <a:gdLst/>
              <a:ahLst/>
              <a:cxnLst/>
              <a:rect l="l" t="t" r="r" b="b"/>
              <a:pathLst>
                <a:path w="47" h="12" extrusionOk="0">
                  <a:moveTo>
                    <a:pt x="1" y="1"/>
                  </a:moveTo>
                  <a:cubicBezTo>
                    <a:pt x="18" y="1"/>
                    <a:pt x="32" y="4"/>
                    <a:pt x="46" y="11"/>
                  </a:cubicBezTo>
                  <a:cubicBezTo>
                    <a:pt x="32" y="4"/>
                    <a:pt x="18" y="1"/>
                    <a:pt x="1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13" name="Google Shape;6471;p80">
              <a:extLst>
                <a:ext uri="{FF2B5EF4-FFF2-40B4-BE49-F238E27FC236}">
                  <a16:creationId xmlns:a16="http://schemas.microsoft.com/office/drawing/2014/main" id="{8660D502-A4F4-C627-95AC-5D1E7A6A35AB}"/>
                </a:ext>
              </a:extLst>
            </p:cNvPr>
            <p:cNvSpPr/>
            <p:nvPr/>
          </p:nvSpPr>
          <p:spPr>
            <a:xfrm>
              <a:off x="1539839" y="1671338"/>
              <a:ext cx="109" cy="339"/>
            </a:xfrm>
            <a:custGeom>
              <a:avLst/>
              <a:gdLst/>
              <a:ahLst/>
              <a:cxnLst/>
              <a:rect l="l" t="t" r="r" b="b"/>
              <a:pathLst>
                <a:path w="8" h="25" extrusionOk="0">
                  <a:moveTo>
                    <a:pt x="0" y="0"/>
                  </a:moveTo>
                  <a:lnTo>
                    <a:pt x="7" y="25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14" name="Google Shape;6472;p80">
              <a:extLst>
                <a:ext uri="{FF2B5EF4-FFF2-40B4-BE49-F238E27FC236}">
                  <a16:creationId xmlns:a16="http://schemas.microsoft.com/office/drawing/2014/main" id="{707BB9A1-59D0-0467-8F56-A44706ACFEC2}"/>
                </a:ext>
              </a:extLst>
            </p:cNvPr>
            <p:cNvSpPr/>
            <p:nvPr/>
          </p:nvSpPr>
          <p:spPr>
            <a:xfrm>
              <a:off x="1539554" y="1670103"/>
              <a:ext cx="109" cy="339"/>
            </a:xfrm>
            <a:custGeom>
              <a:avLst/>
              <a:gdLst/>
              <a:ahLst/>
              <a:cxnLst/>
              <a:rect l="l" t="t" r="r" b="b"/>
              <a:pathLst>
                <a:path w="8" h="25" extrusionOk="0">
                  <a:moveTo>
                    <a:pt x="0" y="0"/>
                  </a:moveTo>
                  <a:cubicBezTo>
                    <a:pt x="0" y="7"/>
                    <a:pt x="4" y="18"/>
                    <a:pt x="7" y="25"/>
                  </a:cubicBezTo>
                  <a:cubicBezTo>
                    <a:pt x="4" y="18"/>
                    <a:pt x="4" y="7"/>
                    <a:pt x="0" y="0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15" name="Google Shape;6473;p80">
              <a:extLst>
                <a:ext uri="{FF2B5EF4-FFF2-40B4-BE49-F238E27FC236}">
                  <a16:creationId xmlns:a16="http://schemas.microsoft.com/office/drawing/2014/main" id="{2E191AEA-9612-209B-5AD2-D12327B44244}"/>
                </a:ext>
              </a:extLst>
            </p:cNvPr>
            <p:cNvSpPr/>
            <p:nvPr/>
          </p:nvSpPr>
          <p:spPr>
            <a:xfrm>
              <a:off x="1033710" y="1534531"/>
              <a:ext cx="815" cy="68"/>
            </a:xfrm>
            <a:custGeom>
              <a:avLst/>
              <a:gdLst/>
              <a:ahLst/>
              <a:cxnLst/>
              <a:rect l="l" t="t" r="r" b="b"/>
              <a:pathLst>
                <a:path w="60" h="5" extrusionOk="0">
                  <a:moveTo>
                    <a:pt x="0" y="1"/>
                  </a:moveTo>
                  <a:cubicBezTo>
                    <a:pt x="18" y="1"/>
                    <a:pt x="39" y="1"/>
                    <a:pt x="60" y="4"/>
                  </a:cubicBezTo>
                  <a:cubicBezTo>
                    <a:pt x="39" y="1"/>
                    <a:pt x="21" y="1"/>
                    <a:pt x="0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16" name="Google Shape;6474;p80">
              <a:extLst>
                <a:ext uri="{FF2B5EF4-FFF2-40B4-BE49-F238E27FC236}">
                  <a16:creationId xmlns:a16="http://schemas.microsoft.com/office/drawing/2014/main" id="{485F9FC5-9305-2899-A3EB-478F33ED9752}"/>
                </a:ext>
              </a:extLst>
            </p:cNvPr>
            <p:cNvSpPr/>
            <p:nvPr/>
          </p:nvSpPr>
          <p:spPr>
            <a:xfrm>
              <a:off x="1541210" y="1675425"/>
              <a:ext cx="204" cy="434"/>
            </a:xfrm>
            <a:custGeom>
              <a:avLst/>
              <a:gdLst/>
              <a:ahLst/>
              <a:cxnLst/>
              <a:rect l="l" t="t" r="r" b="b"/>
              <a:pathLst>
                <a:path w="15" h="32" extrusionOk="0">
                  <a:moveTo>
                    <a:pt x="1" y="0"/>
                  </a:moveTo>
                  <a:lnTo>
                    <a:pt x="15" y="32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17" name="Google Shape;6475;p80">
              <a:extLst>
                <a:ext uri="{FF2B5EF4-FFF2-40B4-BE49-F238E27FC236}">
                  <a16:creationId xmlns:a16="http://schemas.microsoft.com/office/drawing/2014/main" id="{6F27A53D-7DCF-EF68-61E9-64D659AD64E0}"/>
                </a:ext>
              </a:extLst>
            </p:cNvPr>
            <p:cNvSpPr/>
            <p:nvPr/>
          </p:nvSpPr>
          <p:spPr>
            <a:xfrm>
              <a:off x="1541550" y="1676185"/>
              <a:ext cx="204" cy="394"/>
            </a:xfrm>
            <a:custGeom>
              <a:avLst/>
              <a:gdLst/>
              <a:ahLst/>
              <a:cxnLst/>
              <a:rect l="l" t="t" r="r" b="b"/>
              <a:pathLst>
                <a:path w="15" h="29" extrusionOk="0">
                  <a:moveTo>
                    <a:pt x="0" y="0"/>
                  </a:moveTo>
                  <a:lnTo>
                    <a:pt x="14" y="28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18" name="Google Shape;6476;p80">
              <a:extLst>
                <a:ext uri="{FF2B5EF4-FFF2-40B4-BE49-F238E27FC236}">
                  <a16:creationId xmlns:a16="http://schemas.microsoft.com/office/drawing/2014/main" id="{E179D98C-4C76-F9E5-808D-E6851823DA88}"/>
                </a:ext>
              </a:extLst>
            </p:cNvPr>
            <p:cNvSpPr/>
            <p:nvPr/>
          </p:nvSpPr>
          <p:spPr>
            <a:xfrm>
              <a:off x="1540884" y="1674705"/>
              <a:ext cx="204" cy="394"/>
            </a:xfrm>
            <a:custGeom>
              <a:avLst/>
              <a:gdLst/>
              <a:ahLst/>
              <a:cxnLst/>
              <a:rect l="l" t="t" r="r" b="b"/>
              <a:pathLst>
                <a:path w="15" h="29" extrusionOk="0">
                  <a:moveTo>
                    <a:pt x="0" y="1"/>
                  </a:moveTo>
                  <a:lnTo>
                    <a:pt x="14" y="29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19" name="Google Shape;6477;p80">
              <a:extLst>
                <a:ext uri="{FF2B5EF4-FFF2-40B4-BE49-F238E27FC236}">
                  <a16:creationId xmlns:a16="http://schemas.microsoft.com/office/drawing/2014/main" id="{892728DA-0D25-9698-1E77-E51F8275CB0C}"/>
                </a:ext>
              </a:extLst>
            </p:cNvPr>
            <p:cNvSpPr/>
            <p:nvPr/>
          </p:nvSpPr>
          <p:spPr>
            <a:xfrm>
              <a:off x="1540640" y="1673999"/>
              <a:ext cx="163" cy="394"/>
            </a:xfrm>
            <a:custGeom>
              <a:avLst/>
              <a:gdLst/>
              <a:ahLst/>
              <a:cxnLst/>
              <a:rect l="l" t="t" r="r" b="b"/>
              <a:pathLst>
                <a:path w="12" h="29" extrusionOk="0">
                  <a:moveTo>
                    <a:pt x="1" y="0"/>
                  </a:moveTo>
                  <a:lnTo>
                    <a:pt x="11" y="28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20" name="Google Shape;6478;p80">
              <a:extLst>
                <a:ext uri="{FF2B5EF4-FFF2-40B4-BE49-F238E27FC236}">
                  <a16:creationId xmlns:a16="http://schemas.microsoft.com/office/drawing/2014/main" id="{54D8AA94-EC58-9266-865B-209E5BA54E11}"/>
                </a:ext>
              </a:extLst>
            </p:cNvPr>
            <p:cNvSpPr/>
            <p:nvPr/>
          </p:nvSpPr>
          <p:spPr>
            <a:xfrm>
              <a:off x="1541930" y="1676946"/>
              <a:ext cx="204" cy="434"/>
            </a:xfrm>
            <a:custGeom>
              <a:avLst/>
              <a:gdLst/>
              <a:ahLst/>
              <a:cxnLst/>
              <a:rect l="l" t="t" r="r" b="b"/>
              <a:pathLst>
                <a:path w="15" h="32" extrusionOk="0">
                  <a:moveTo>
                    <a:pt x="0" y="0"/>
                  </a:moveTo>
                  <a:lnTo>
                    <a:pt x="14" y="32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21" name="Google Shape;6479;p80">
              <a:extLst>
                <a:ext uri="{FF2B5EF4-FFF2-40B4-BE49-F238E27FC236}">
                  <a16:creationId xmlns:a16="http://schemas.microsoft.com/office/drawing/2014/main" id="{B5D47C65-1E47-A8BE-FED8-325529403737}"/>
                </a:ext>
              </a:extLst>
            </p:cNvPr>
            <p:cNvSpPr/>
            <p:nvPr/>
          </p:nvSpPr>
          <p:spPr>
            <a:xfrm>
              <a:off x="1540409" y="1673280"/>
              <a:ext cx="149" cy="394"/>
            </a:xfrm>
            <a:custGeom>
              <a:avLst/>
              <a:gdLst/>
              <a:ahLst/>
              <a:cxnLst/>
              <a:rect l="l" t="t" r="r" b="b"/>
              <a:pathLst>
                <a:path w="11" h="29" extrusionOk="0">
                  <a:moveTo>
                    <a:pt x="0" y="1"/>
                  </a:moveTo>
                  <a:lnTo>
                    <a:pt x="11" y="29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22" name="Google Shape;6480;p80">
              <a:extLst>
                <a:ext uri="{FF2B5EF4-FFF2-40B4-BE49-F238E27FC236}">
                  <a16:creationId xmlns:a16="http://schemas.microsoft.com/office/drawing/2014/main" id="{7638BE89-9BCB-788F-F29F-06199F45CFC1}"/>
                </a:ext>
              </a:extLst>
            </p:cNvPr>
            <p:cNvSpPr/>
            <p:nvPr/>
          </p:nvSpPr>
          <p:spPr>
            <a:xfrm>
              <a:off x="1015408" y="1537953"/>
              <a:ext cx="964" cy="1303"/>
            </a:xfrm>
            <a:custGeom>
              <a:avLst/>
              <a:gdLst/>
              <a:ahLst/>
              <a:cxnLst/>
              <a:rect l="l" t="t" r="r" b="b"/>
              <a:pathLst>
                <a:path w="71" h="96" extrusionOk="0">
                  <a:moveTo>
                    <a:pt x="0" y="1"/>
                  </a:moveTo>
                  <a:cubicBezTo>
                    <a:pt x="25" y="36"/>
                    <a:pt x="49" y="67"/>
                    <a:pt x="70" y="95"/>
                  </a:cubicBezTo>
                  <a:cubicBezTo>
                    <a:pt x="49" y="67"/>
                    <a:pt x="25" y="36"/>
                    <a:pt x="0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23" name="Google Shape;6481;p80">
              <a:extLst>
                <a:ext uri="{FF2B5EF4-FFF2-40B4-BE49-F238E27FC236}">
                  <a16:creationId xmlns:a16="http://schemas.microsoft.com/office/drawing/2014/main" id="{042455B3-9AB4-D247-4A89-F7BF1873BF53}"/>
                </a:ext>
              </a:extLst>
            </p:cNvPr>
            <p:cNvSpPr/>
            <p:nvPr/>
          </p:nvSpPr>
          <p:spPr>
            <a:xfrm>
              <a:off x="1036181" y="1534871"/>
              <a:ext cx="964" cy="434"/>
            </a:xfrm>
            <a:custGeom>
              <a:avLst/>
              <a:gdLst/>
              <a:ahLst/>
              <a:cxnLst/>
              <a:rect l="l" t="t" r="r" b="b"/>
              <a:pathLst>
                <a:path w="71" h="32" extrusionOk="0">
                  <a:moveTo>
                    <a:pt x="0" y="0"/>
                  </a:moveTo>
                  <a:lnTo>
                    <a:pt x="0" y="0"/>
                  </a:lnTo>
                  <a:cubicBezTo>
                    <a:pt x="14" y="7"/>
                    <a:pt x="28" y="11"/>
                    <a:pt x="42" y="18"/>
                  </a:cubicBezTo>
                  <a:cubicBezTo>
                    <a:pt x="53" y="21"/>
                    <a:pt x="60" y="28"/>
                    <a:pt x="70" y="32"/>
                  </a:cubicBezTo>
                  <a:cubicBezTo>
                    <a:pt x="49" y="18"/>
                    <a:pt x="25" y="7"/>
                    <a:pt x="0" y="0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24" name="Google Shape;6482;p80">
              <a:extLst>
                <a:ext uri="{FF2B5EF4-FFF2-40B4-BE49-F238E27FC236}">
                  <a16:creationId xmlns:a16="http://schemas.microsoft.com/office/drawing/2014/main" id="{79B3C28E-0273-5BA8-49AB-FBA7E5B5E807}"/>
                </a:ext>
              </a:extLst>
            </p:cNvPr>
            <p:cNvSpPr/>
            <p:nvPr/>
          </p:nvSpPr>
          <p:spPr>
            <a:xfrm>
              <a:off x="1072257" y="1586153"/>
              <a:ext cx="869" cy="638"/>
            </a:xfrm>
            <a:custGeom>
              <a:avLst/>
              <a:gdLst/>
              <a:ahLst/>
              <a:cxnLst/>
              <a:rect l="l" t="t" r="r" b="b"/>
              <a:pathLst>
                <a:path w="64" h="47" extrusionOk="0">
                  <a:moveTo>
                    <a:pt x="0" y="46"/>
                  </a:moveTo>
                  <a:lnTo>
                    <a:pt x="64" y="1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25" name="Google Shape;6483;p80">
              <a:extLst>
                <a:ext uri="{FF2B5EF4-FFF2-40B4-BE49-F238E27FC236}">
                  <a16:creationId xmlns:a16="http://schemas.microsoft.com/office/drawing/2014/main" id="{B67FD57C-D497-9B18-9B00-4E5E172CAC23}"/>
                </a:ext>
              </a:extLst>
            </p:cNvPr>
            <p:cNvSpPr/>
            <p:nvPr/>
          </p:nvSpPr>
          <p:spPr>
            <a:xfrm>
              <a:off x="1073357" y="1585447"/>
              <a:ext cx="774" cy="530"/>
            </a:xfrm>
            <a:custGeom>
              <a:avLst/>
              <a:gdLst/>
              <a:ahLst/>
              <a:cxnLst/>
              <a:rect l="l" t="t" r="r" b="b"/>
              <a:pathLst>
                <a:path w="57" h="39" extrusionOk="0">
                  <a:moveTo>
                    <a:pt x="56" y="0"/>
                  </a:moveTo>
                  <a:lnTo>
                    <a:pt x="0" y="39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26" name="Google Shape;6484;p80">
              <a:extLst>
                <a:ext uri="{FF2B5EF4-FFF2-40B4-BE49-F238E27FC236}">
                  <a16:creationId xmlns:a16="http://schemas.microsoft.com/office/drawing/2014/main" id="{25C0505E-995F-82BF-53C0-BD9203AD2F29}"/>
                </a:ext>
              </a:extLst>
            </p:cNvPr>
            <p:cNvSpPr/>
            <p:nvPr/>
          </p:nvSpPr>
          <p:spPr>
            <a:xfrm>
              <a:off x="1075257" y="1584116"/>
              <a:ext cx="774" cy="530"/>
            </a:xfrm>
            <a:custGeom>
              <a:avLst/>
              <a:gdLst/>
              <a:ahLst/>
              <a:cxnLst/>
              <a:rect l="l" t="t" r="r" b="b"/>
              <a:pathLst>
                <a:path w="57" h="39" extrusionOk="0">
                  <a:moveTo>
                    <a:pt x="56" y="0"/>
                  </a:moveTo>
                  <a:lnTo>
                    <a:pt x="0" y="39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27" name="Google Shape;6485;p80">
              <a:extLst>
                <a:ext uri="{FF2B5EF4-FFF2-40B4-BE49-F238E27FC236}">
                  <a16:creationId xmlns:a16="http://schemas.microsoft.com/office/drawing/2014/main" id="{70D6954B-13D4-0F2F-8DA5-6FC81AAFAC82}"/>
                </a:ext>
              </a:extLst>
            </p:cNvPr>
            <p:cNvSpPr/>
            <p:nvPr/>
          </p:nvSpPr>
          <p:spPr>
            <a:xfrm>
              <a:off x="1006379" y="1526928"/>
              <a:ext cx="1385" cy="3055"/>
            </a:xfrm>
            <a:custGeom>
              <a:avLst/>
              <a:gdLst/>
              <a:ahLst/>
              <a:cxnLst/>
              <a:rect l="l" t="t" r="r" b="b"/>
              <a:pathLst>
                <a:path w="102" h="225" extrusionOk="0">
                  <a:moveTo>
                    <a:pt x="0" y="1"/>
                  </a:moveTo>
                  <a:cubicBezTo>
                    <a:pt x="70" y="50"/>
                    <a:pt x="102" y="158"/>
                    <a:pt x="102" y="225"/>
                  </a:cubicBezTo>
                  <a:cubicBezTo>
                    <a:pt x="102" y="158"/>
                    <a:pt x="70" y="46"/>
                    <a:pt x="0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28" name="Google Shape;6486;p80">
              <a:extLst>
                <a:ext uri="{FF2B5EF4-FFF2-40B4-BE49-F238E27FC236}">
                  <a16:creationId xmlns:a16="http://schemas.microsoft.com/office/drawing/2014/main" id="{6CC229D9-A57D-02E3-1B8F-94A4066FBC61}"/>
                </a:ext>
              </a:extLst>
            </p:cNvPr>
            <p:cNvSpPr/>
            <p:nvPr/>
          </p:nvSpPr>
          <p:spPr>
            <a:xfrm>
              <a:off x="1074348" y="1584822"/>
              <a:ext cx="679" cy="448"/>
            </a:xfrm>
            <a:custGeom>
              <a:avLst/>
              <a:gdLst/>
              <a:ahLst/>
              <a:cxnLst/>
              <a:rect l="l" t="t" r="r" b="b"/>
              <a:pathLst>
                <a:path w="50" h="33" extrusionOk="0">
                  <a:moveTo>
                    <a:pt x="50" y="1"/>
                  </a:moveTo>
                  <a:lnTo>
                    <a:pt x="1" y="32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29" name="Google Shape;6487;p80">
              <a:extLst>
                <a:ext uri="{FF2B5EF4-FFF2-40B4-BE49-F238E27FC236}">
                  <a16:creationId xmlns:a16="http://schemas.microsoft.com/office/drawing/2014/main" id="{DD84DF17-448B-6783-4AAD-83C63026D31E}"/>
                </a:ext>
              </a:extLst>
            </p:cNvPr>
            <p:cNvSpPr/>
            <p:nvPr/>
          </p:nvSpPr>
          <p:spPr>
            <a:xfrm>
              <a:off x="1417248" y="1669913"/>
              <a:ext cx="204" cy="149"/>
            </a:xfrm>
            <a:custGeom>
              <a:avLst/>
              <a:gdLst/>
              <a:ahLst/>
              <a:cxnLst/>
              <a:rect l="l" t="t" r="r" b="b"/>
              <a:pathLst>
                <a:path w="15" h="11" extrusionOk="0">
                  <a:moveTo>
                    <a:pt x="15" y="11"/>
                  </a:moveTo>
                  <a:lnTo>
                    <a:pt x="1" y="0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30" name="Google Shape;6488;p80">
              <a:extLst>
                <a:ext uri="{FF2B5EF4-FFF2-40B4-BE49-F238E27FC236}">
                  <a16:creationId xmlns:a16="http://schemas.microsoft.com/office/drawing/2014/main" id="{0983E30E-C10C-A59F-E13B-0DA97EC6F3DE}"/>
                </a:ext>
              </a:extLst>
            </p:cNvPr>
            <p:cNvSpPr/>
            <p:nvPr/>
          </p:nvSpPr>
          <p:spPr>
            <a:xfrm>
              <a:off x="1416677" y="1669532"/>
              <a:ext cx="68" cy="14"/>
            </a:xfrm>
            <a:custGeom>
              <a:avLst/>
              <a:gdLst/>
              <a:ahLst/>
              <a:cxnLst/>
              <a:rect l="l" t="t" r="r" b="b"/>
              <a:pathLst>
                <a:path w="5" h="1" extrusionOk="0">
                  <a:moveTo>
                    <a:pt x="4" y="0"/>
                  </a:moveTo>
                  <a:lnTo>
                    <a:pt x="1" y="0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31" name="Google Shape;6489;p80">
              <a:extLst>
                <a:ext uri="{FF2B5EF4-FFF2-40B4-BE49-F238E27FC236}">
                  <a16:creationId xmlns:a16="http://schemas.microsoft.com/office/drawing/2014/main" id="{5864F59F-73C1-30DB-900B-1E82B931DE03}"/>
                </a:ext>
              </a:extLst>
            </p:cNvPr>
            <p:cNvSpPr/>
            <p:nvPr/>
          </p:nvSpPr>
          <p:spPr>
            <a:xfrm>
              <a:off x="1341010" y="1647374"/>
              <a:ext cx="2485" cy="1208"/>
            </a:xfrm>
            <a:custGeom>
              <a:avLst/>
              <a:gdLst/>
              <a:ahLst/>
              <a:cxnLst/>
              <a:rect l="l" t="t" r="r" b="b"/>
              <a:pathLst>
                <a:path w="183" h="89" extrusionOk="0">
                  <a:moveTo>
                    <a:pt x="182" y="88"/>
                  </a:moveTo>
                  <a:cubicBezTo>
                    <a:pt x="123" y="57"/>
                    <a:pt x="63" y="25"/>
                    <a:pt x="0" y="1"/>
                  </a:cubicBezTo>
                  <a:cubicBezTo>
                    <a:pt x="63" y="25"/>
                    <a:pt x="123" y="57"/>
                    <a:pt x="182" y="88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32" name="Google Shape;6490;p80">
              <a:extLst>
                <a:ext uri="{FF2B5EF4-FFF2-40B4-BE49-F238E27FC236}">
                  <a16:creationId xmlns:a16="http://schemas.microsoft.com/office/drawing/2014/main" id="{A66C4A17-2CBC-0143-0C50-5FBD6906089B}"/>
                </a:ext>
              </a:extLst>
            </p:cNvPr>
            <p:cNvSpPr/>
            <p:nvPr/>
          </p:nvSpPr>
          <p:spPr>
            <a:xfrm>
              <a:off x="992313" y="1527457"/>
              <a:ext cx="5187" cy="2580"/>
            </a:xfrm>
            <a:custGeom>
              <a:avLst/>
              <a:gdLst/>
              <a:ahLst/>
              <a:cxnLst/>
              <a:rect l="l" t="t" r="r" b="b"/>
              <a:pathLst>
                <a:path w="382" h="190" extrusionOk="0">
                  <a:moveTo>
                    <a:pt x="382" y="49"/>
                  </a:moveTo>
                  <a:cubicBezTo>
                    <a:pt x="266" y="189"/>
                    <a:pt x="28" y="21"/>
                    <a:pt x="0" y="0"/>
                  </a:cubicBezTo>
                  <a:cubicBezTo>
                    <a:pt x="28" y="21"/>
                    <a:pt x="266" y="189"/>
                    <a:pt x="382" y="49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33" name="Google Shape;6491;p80">
              <a:extLst>
                <a:ext uri="{FF2B5EF4-FFF2-40B4-BE49-F238E27FC236}">
                  <a16:creationId xmlns:a16="http://schemas.microsoft.com/office/drawing/2014/main" id="{EA197DFA-2151-2893-2ADC-5877E36BE752}"/>
                </a:ext>
              </a:extLst>
            </p:cNvPr>
            <p:cNvSpPr/>
            <p:nvPr/>
          </p:nvSpPr>
          <p:spPr>
            <a:xfrm>
              <a:off x="1416012" y="1669057"/>
              <a:ext cx="109" cy="54"/>
            </a:xfrm>
            <a:custGeom>
              <a:avLst/>
              <a:gdLst/>
              <a:ahLst/>
              <a:cxnLst/>
              <a:rect l="l" t="t" r="r" b="b"/>
              <a:pathLst>
                <a:path w="8" h="4" extrusionOk="0">
                  <a:moveTo>
                    <a:pt x="8" y="4"/>
                  </a:moveTo>
                  <a:lnTo>
                    <a:pt x="1" y="0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34" name="Google Shape;6492;p80">
              <a:extLst>
                <a:ext uri="{FF2B5EF4-FFF2-40B4-BE49-F238E27FC236}">
                  <a16:creationId xmlns:a16="http://schemas.microsoft.com/office/drawing/2014/main" id="{44A72ABC-26AA-E2B1-A5E8-9CC2D005480A}"/>
                </a:ext>
              </a:extLst>
            </p:cNvPr>
            <p:cNvSpPr/>
            <p:nvPr/>
          </p:nvSpPr>
          <p:spPr>
            <a:xfrm>
              <a:off x="1417872" y="1670333"/>
              <a:ext cx="54" cy="109"/>
            </a:xfrm>
            <a:custGeom>
              <a:avLst/>
              <a:gdLst/>
              <a:ahLst/>
              <a:cxnLst/>
              <a:rect l="l" t="t" r="r" b="b"/>
              <a:pathLst>
                <a:path w="4" h="8" extrusionOk="0">
                  <a:moveTo>
                    <a:pt x="0" y="1"/>
                  </a:moveTo>
                  <a:lnTo>
                    <a:pt x="4" y="8"/>
                  </a:lnTo>
                  <a:lnTo>
                    <a:pt x="4" y="8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35" name="Google Shape;6493;p80">
              <a:extLst>
                <a:ext uri="{FF2B5EF4-FFF2-40B4-BE49-F238E27FC236}">
                  <a16:creationId xmlns:a16="http://schemas.microsoft.com/office/drawing/2014/main" id="{6E1256F8-1CB4-1127-D654-D0C6A56EDF7F}"/>
                </a:ext>
              </a:extLst>
            </p:cNvPr>
            <p:cNvSpPr/>
            <p:nvPr/>
          </p:nvSpPr>
          <p:spPr>
            <a:xfrm>
              <a:off x="1037458" y="1535536"/>
              <a:ext cx="68" cy="54"/>
            </a:xfrm>
            <a:custGeom>
              <a:avLst/>
              <a:gdLst/>
              <a:ahLst/>
              <a:cxnLst/>
              <a:rect l="l" t="t" r="r" b="b"/>
              <a:pathLst>
                <a:path w="5" h="4" extrusionOk="0">
                  <a:moveTo>
                    <a:pt x="1" y="0"/>
                  </a:moveTo>
                  <a:lnTo>
                    <a:pt x="4" y="4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36" name="Google Shape;6494;p80">
              <a:extLst>
                <a:ext uri="{FF2B5EF4-FFF2-40B4-BE49-F238E27FC236}">
                  <a16:creationId xmlns:a16="http://schemas.microsoft.com/office/drawing/2014/main" id="{C692DB40-C73C-CC23-AA90-5174380028EB}"/>
                </a:ext>
              </a:extLst>
            </p:cNvPr>
            <p:cNvSpPr/>
            <p:nvPr/>
          </p:nvSpPr>
          <p:spPr>
            <a:xfrm>
              <a:off x="1037173" y="1535292"/>
              <a:ext cx="204" cy="163"/>
            </a:xfrm>
            <a:custGeom>
              <a:avLst/>
              <a:gdLst/>
              <a:ahLst/>
              <a:cxnLst/>
              <a:rect l="l" t="t" r="r" b="b"/>
              <a:pathLst>
                <a:path w="15" h="12" extrusionOk="0">
                  <a:moveTo>
                    <a:pt x="1" y="1"/>
                  </a:moveTo>
                  <a:cubicBezTo>
                    <a:pt x="4" y="4"/>
                    <a:pt x="8" y="8"/>
                    <a:pt x="15" y="11"/>
                  </a:cubicBezTo>
                  <a:lnTo>
                    <a:pt x="1" y="1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37" name="Google Shape;6495;p80">
              <a:extLst>
                <a:ext uri="{FF2B5EF4-FFF2-40B4-BE49-F238E27FC236}">
                  <a16:creationId xmlns:a16="http://schemas.microsoft.com/office/drawing/2014/main" id="{C57541C6-8487-7BAB-7041-84D3CAB8727F}"/>
                </a:ext>
              </a:extLst>
            </p:cNvPr>
            <p:cNvSpPr/>
            <p:nvPr/>
          </p:nvSpPr>
          <p:spPr>
            <a:xfrm>
              <a:off x="1074443" y="1580355"/>
              <a:ext cx="14" cy="14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1" y="0"/>
                  </a:move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38" name="Google Shape;6496;p80">
              <a:extLst>
                <a:ext uri="{FF2B5EF4-FFF2-40B4-BE49-F238E27FC236}">
                  <a16:creationId xmlns:a16="http://schemas.microsoft.com/office/drawing/2014/main" id="{6F40DC02-2E5A-8D4D-6ECB-A3FC709EB317}"/>
                </a:ext>
              </a:extLst>
            </p:cNvPr>
            <p:cNvSpPr/>
            <p:nvPr/>
          </p:nvSpPr>
          <p:spPr>
            <a:xfrm>
              <a:off x="1370853" y="1652846"/>
              <a:ext cx="4766" cy="1385"/>
            </a:xfrm>
            <a:custGeom>
              <a:avLst/>
              <a:gdLst/>
              <a:ahLst/>
              <a:cxnLst/>
              <a:rect l="l" t="t" r="r" b="b"/>
              <a:pathLst>
                <a:path w="351" h="102" extrusionOk="0">
                  <a:moveTo>
                    <a:pt x="1" y="0"/>
                  </a:moveTo>
                  <a:cubicBezTo>
                    <a:pt x="120" y="25"/>
                    <a:pt x="235" y="60"/>
                    <a:pt x="351" y="102"/>
                  </a:cubicBezTo>
                  <a:lnTo>
                    <a:pt x="351" y="102"/>
                  </a:lnTo>
                  <a:cubicBezTo>
                    <a:pt x="235" y="60"/>
                    <a:pt x="120" y="25"/>
                    <a:pt x="1" y="0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39" name="Google Shape;6497;p80">
              <a:extLst>
                <a:ext uri="{FF2B5EF4-FFF2-40B4-BE49-F238E27FC236}">
                  <a16:creationId xmlns:a16="http://schemas.microsoft.com/office/drawing/2014/main" id="{287A4C9D-FA79-790E-C93E-1B7B79C65749}"/>
                </a:ext>
              </a:extLst>
            </p:cNvPr>
            <p:cNvSpPr/>
            <p:nvPr/>
          </p:nvSpPr>
          <p:spPr>
            <a:xfrm>
              <a:off x="1132813" y="1645052"/>
              <a:ext cx="202889" cy="1100"/>
            </a:xfrm>
            <a:custGeom>
              <a:avLst/>
              <a:gdLst/>
              <a:ahLst/>
              <a:cxnLst/>
              <a:rect l="l" t="t" r="r" b="b"/>
              <a:pathLst>
                <a:path w="14943" h="81" extrusionOk="0">
                  <a:moveTo>
                    <a:pt x="1" y="81"/>
                  </a:moveTo>
                  <a:lnTo>
                    <a:pt x="14942" y="0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40" name="Google Shape;6498;p80">
              <a:extLst>
                <a:ext uri="{FF2B5EF4-FFF2-40B4-BE49-F238E27FC236}">
                  <a16:creationId xmlns:a16="http://schemas.microsoft.com/office/drawing/2014/main" id="{93CC11F9-1128-785F-3BC1-952CBA469411}"/>
                </a:ext>
              </a:extLst>
            </p:cNvPr>
            <p:cNvSpPr/>
            <p:nvPr/>
          </p:nvSpPr>
          <p:spPr>
            <a:xfrm>
              <a:off x="1415496" y="1668718"/>
              <a:ext cx="54" cy="14"/>
            </a:xfrm>
            <a:custGeom>
              <a:avLst/>
              <a:gdLst/>
              <a:ahLst/>
              <a:cxnLst/>
              <a:rect l="l" t="t" r="r" b="b"/>
              <a:pathLst>
                <a:path w="4" h="1" extrusionOk="0">
                  <a:moveTo>
                    <a:pt x="0" y="1"/>
                  </a:moveTo>
                  <a:lnTo>
                    <a:pt x="4" y="1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41" name="Google Shape;6499;p80">
              <a:extLst>
                <a:ext uri="{FF2B5EF4-FFF2-40B4-BE49-F238E27FC236}">
                  <a16:creationId xmlns:a16="http://schemas.microsoft.com/office/drawing/2014/main" id="{6BCE256F-E128-B606-C48A-2A52A2D5AB79}"/>
                </a:ext>
              </a:extLst>
            </p:cNvPr>
            <p:cNvSpPr/>
            <p:nvPr/>
          </p:nvSpPr>
          <p:spPr>
            <a:xfrm>
              <a:off x="1075678" y="1581930"/>
              <a:ext cx="1113" cy="1439"/>
            </a:xfrm>
            <a:custGeom>
              <a:avLst/>
              <a:gdLst/>
              <a:ahLst/>
              <a:cxnLst/>
              <a:rect l="l" t="t" r="r" b="b"/>
              <a:pathLst>
                <a:path w="82" h="106" extrusionOk="0">
                  <a:moveTo>
                    <a:pt x="1" y="0"/>
                  </a:moveTo>
                  <a:cubicBezTo>
                    <a:pt x="36" y="35"/>
                    <a:pt x="78" y="81"/>
                    <a:pt x="78" y="105"/>
                  </a:cubicBezTo>
                  <a:cubicBezTo>
                    <a:pt x="81" y="81"/>
                    <a:pt x="36" y="35"/>
                    <a:pt x="1" y="0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42" name="Google Shape;6500;p80">
              <a:extLst>
                <a:ext uri="{FF2B5EF4-FFF2-40B4-BE49-F238E27FC236}">
                  <a16:creationId xmlns:a16="http://schemas.microsoft.com/office/drawing/2014/main" id="{5C8D68B4-5B9F-0CAD-DD96-B23B8CB66528}"/>
                </a:ext>
              </a:extLst>
            </p:cNvPr>
            <p:cNvSpPr/>
            <p:nvPr/>
          </p:nvSpPr>
          <p:spPr>
            <a:xfrm>
              <a:off x="1457410" y="1699376"/>
              <a:ext cx="14" cy="204"/>
            </a:xfrm>
            <a:custGeom>
              <a:avLst/>
              <a:gdLst/>
              <a:ahLst/>
              <a:cxnLst/>
              <a:rect l="l" t="t" r="r" b="b"/>
              <a:pathLst>
                <a:path w="1" h="15" extrusionOk="0">
                  <a:moveTo>
                    <a:pt x="1" y="1"/>
                  </a:moveTo>
                  <a:lnTo>
                    <a:pt x="1" y="15"/>
                  </a:lnTo>
                  <a:cubicBezTo>
                    <a:pt x="1" y="11"/>
                    <a:pt x="1" y="4"/>
                    <a:pt x="1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43" name="Google Shape;6501;p80">
              <a:extLst>
                <a:ext uri="{FF2B5EF4-FFF2-40B4-BE49-F238E27FC236}">
                  <a16:creationId xmlns:a16="http://schemas.microsoft.com/office/drawing/2014/main" id="{E786825C-5764-341C-C1E1-1D71F89EDC10}"/>
                </a:ext>
              </a:extLst>
            </p:cNvPr>
            <p:cNvSpPr/>
            <p:nvPr/>
          </p:nvSpPr>
          <p:spPr>
            <a:xfrm>
              <a:off x="1456649" y="1702091"/>
              <a:ext cx="163" cy="149"/>
            </a:xfrm>
            <a:custGeom>
              <a:avLst/>
              <a:gdLst/>
              <a:ahLst/>
              <a:cxnLst/>
              <a:rect l="l" t="t" r="r" b="b"/>
              <a:pathLst>
                <a:path w="12" h="11" extrusionOk="0">
                  <a:moveTo>
                    <a:pt x="11" y="0"/>
                  </a:moveTo>
                  <a:lnTo>
                    <a:pt x="1" y="11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44" name="Google Shape;6502;p80">
              <a:extLst>
                <a:ext uri="{FF2B5EF4-FFF2-40B4-BE49-F238E27FC236}">
                  <a16:creationId xmlns:a16="http://schemas.microsoft.com/office/drawing/2014/main" id="{30691553-6A13-BB68-C92C-C73330A8DC89}"/>
                </a:ext>
              </a:extLst>
            </p:cNvPr>
            <p:cNvSpPr/>
            <p:nvPr/>
          </p:nvSpPr>
          <p:spPr>
            <a:xfrm>
              <a:off x="1457152" y="1701467"/>
              <a:ext cx="136" cy="163"/>
            </a:xfrm>
            <a:custGeom>
              <a:avLst/>
              <a:gdLst/>
              <a:ahLst/>
              <a:cxnLst/>
              <a:rect l="l" t="t" r="r" b="b"/>
              <a:pathLst>
                <a:path w="10" h="12" extrusionOk="0">
                  <a:moveTo>
                    <a:pt x="9" y="1"/>
                  </a:moveTo>
                  <a:cubicBezTo>
                    <a:pt x="6" y="4"/>
                    <a:pt x="1" y="12"/>
                    <a:pt x="1" y="12"/>
                  </a:cubicBezTo>
                  <a:cubicBezTo>
                    <a:pt x="2" y="12"/>
                    <a:pt x="2" y="12"/>
                    <a:pt x="2" y="11"/>
                  </a:cubicBezTo>
                  <a:cubicBezTo>
                    <a:pt x="6" y="8"/>
                    <a:pt x="9" y="4"/>
                    <a:pt x="9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45" name="Google Shape;6503;p80">
              <a:extLst>
                <a:ext uri="{FF2B5EF4-FFF2-40B4-BE49-F238E27FC236}">
                  <a16:creationId xmlns:a16="http://schemas.microsoft.com/office/drawing/2014/main" id="{EFC87DAC-C5BF-1767-36B0-C89EA4BAB34B}"/>
                </a:ext>
              </a:extLst>
            </p:cNvPr>
            <p:cNvSpPr/>
            <p:nvPr/>
          </p:nvSpPr>
          <p:spPr>
            <a:xfrm>
              <a:off x="1456935" y="1701806"/>
              <a:ext cx="163" cy="109"/>
            </a:xfrm>
            <a:custGeom>
              <a:avLst/>
              <a:gdLst/>
              <a:ahLst/>
              <a:cxnLst/>
              <a:rect l="l" t="t" r="r" b="b"/>
              <a:pathLst>
                <a:path w="12" h="8" extrusionOk="0">
                  <a:moveTo>
                    <a:pt x="11" y="0"/>
                  </a:moveTo>
                  <a:lnTo>
                    <a:pt x="1" y="7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46" name="Google Shape;6504;p80">
              <a:extLst>
                <a:ext uri="{FF2B5EF4-FFF2-40B4-BE49-F238E27FC236}">
                  <a16:creationId xmlns:a16="http://schemas.microsoft.com/office/drawing/2014/main" id="{725FD368-C200-576E-326D-C678876BA956}"/>
                </a:ext>
              </a:extLst>
            </p:cNvPr>
            <p:cNvSpPr/>
            <p:nvPr/>
          </p:nvSpPr>
          <p:spPr>
            <a:xfrm>
              <a:off x="1457464" y="1700095"/>
              <a:ext cx="14" cy="204"/>
            </a:xfrm>
            <a:custGeom>
              <a:avLst/>
              <a:gdLst/>
              <a:ahLst/>
              <a:cxnLst/>
              <a:rect l="l" t="t" r="r" b="b"/>
              <a:pathLst>
                <a:path w="1" h="15" extrusionOk="0">
                  <a:moveTo>
                    <a:pt x="0" y="0"/>
                  </a:moveTo>
                  <a:lnTo>
                    <a:pt x="0" y="14"/>
                  </a:lnTo>
                  <a:cubicBezTo>
                    <a:pt x="0" y="11"/>
                    <a:pt x="0" y="4"/>
                    <a:pt x="0" y="0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47" name="Google Shape;6505;p80">
              <a:extLst>
                <a:ext uri="{FF2B5EF4-FFF2-40B4-BE49-F238E27FC236}">
                  <a16:creationId xmlns:a16="http://schemas.microsoft.com/office/drawing/2014/main" id="{EA81FC51-B0CA-7438-836D-3FF69B4FD8FE}"/>
                </a:ext>
              </a:extLst>
            </p:cNvPr>
            <p:cNvSpPr/>
            <p:nvPr/>
          </p:nvSpPr>
          <p:spPr>
            <a:xfrm>
              <a:off x="1457369" y="1701181"/>
              <a:ext cx="54" cy="122"/>
            </a:xfrm>
            <a:custGeom>
              <a:avLst/>
              <a:gdLst/>
              <a:ahLst/>
              <a:cxnLst/>
              <a:rect l="l" t="t" r="r" b="b"/>
              <a:pathLst>
                <a:path w="4" h="9" extrusionOk="0">
                  <a:moveTo>
                    <a:pt x="4" y="1"/>
                  </a:moveTo>
                  <a:cubicBezTo>
                    <a:pt x="2" y="3"/>
                    <a:pt x="1" y="6"/>
                    <a:pt x="1" y="7"/>
                  </a:cubicBezTo>
                  <a:lnTo>
                    <a:pt x="1" y="7"/>
                  </a:lnTo>
                  <a:cubicBezTo>
                    <a:pt x="1" y="6"/>
                    <a:pt x="4" y="3"/>
                    <a:pt x="4" y="1"/>
                  </a:cubicBezTo>
                  <a:close/>
                  <a:moveTo>
                    <a:pt x="1" y="7"/>
                  </a:moveTo>
                  <a:lnTo>
                    <a:pt x="1" y="7"/>
                  </a:lnTo>
                  <a:cubicBezTo>
                    <a:pt x="0" y="8"/>
                    <a:pt x="0" y="8"/>
                    <a:pt x="0" y="8"/>
                  </a:cubicBezTo>
                  <a:cubicBezTo>
                    <a:pt x="0" y="8"/>
                    <a:pt x="0" y="9"/>
                    <a:pt x="0" y="9"/>
                  </a:cubicBezTo>
                  <a:cubicBezTo>
                    <a:pt x="0" y="9"/>
                    <a:pt x="0" y="8"/>
                    <a:pt x="1" y="7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48" name="Google Shape;6506;p80">
              <a:extLst>
                <a:ext uri="{FF2B5EF4-FFF2-40B4-BE49-F238E27FC236}">
                  <a16:creationId xmlns:a16="http://schemas.microsoft.com/office/drawing/2014/main" id="{40C1AF51-4940-A8DF-6FA0-0F6AF480753E}"/>
                </a:ext>
              </a:extLst>
            </p:cNvPr>
            <p:cNvSpPr/>
            <p:nvPr/>
          </p:nvSpPr>
          <p:spPr>
            <a:xfrm>
              <a:off x="1539174" y="1665921"/>
              <a:ext cx="14" cy="285"/>
            </a:xfrm>
            <a:custGeom>
              <a:avLst/>
              <a:gdLst/>
              <a:ahLst/>
              <a:cxnLst/>
              <a:rect l="l" t="t" r="r" b="b"/>
              <a:pathLst>
                <a:path w="1" h="21" extrusionOk="0">
                  <a:moveTo>
                    <a:pt x="0" y="21"/>
                  </a:moveTo>
                  <a:lnTo>
                    <a:pt x="0" y="0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49" name="Google Shape;6507;p80">
              <a:extLst>
                <a:ext uri="{FF2B5EF4-FFF2-40B4-BE49-F238E27FC236}">
                  <a16:creationId xmlns:a16="http://schemas.microsoft.com/office/drawing/2014/main" id="{5B8C21F8-3255-D7D2-5443-1A07059F45F8}"/>
                </a:ext>
              </a:extLst>
            </p:cNvPr>
            <p:cNvSpPr/>
            <p:nvPr/>
          </p:nvSpPr>
          <p:spPr>
            <a:xfrm>
              <a:off x="1536512" y="1661494"/>
              <a:ext cx="2865" cy="530"/>
            </a:xfrm>
            <a:custGeom>
              <a:avLst/>
              <a:gdLst/>
              <a:ahLst/>
              <a:cxnLst/>
              <a:rect l="l" t="t" r="r" b="b"/>
              <a:pathLst>
                <a:path w="211" h="39" extrusionOk="0">
                  <a:moveTo>
                    <a:pt x="0" y="0"/>
                  </a:moveTo>
                  <a:lnTo>
                    <a:pt x="0" y="0"/>
                  </a:lnTo>
                  <a:cubicBezTo>
                    <a:pt x="81" y="7"/>
                    <a:pt x="196" y="14"/>
                    <a:pt x="210" y="39"/>
                  </a:cubicBezTo>
                  <a:cubicBezTo>
                    <a:pt x="196" y="14"/>
                    <a:pt x="81" y="4"/>
                    <a:pt x="0" y="0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50" name="Google Shape;6508;p80">
              <a:extLst>
                <a:ext uri="{FF2B5EF4-FFF2-40B4-BE49-F238E27FC236}">
                  <a16:creationId xmlns:a16="http://schemas.microsoft.com/office/drawing/2014/main" id="{ED95F507-BF26-029C-E453-CBE5E82F30D4}"/>
                </a:ext>
              </a:extLst>
            </p:cNvPr>
            <p:cNvSpPr/>
            <p:nvPr/>
          </p:nvSpPr>
          <p:spPr>
            <a:xfrm>
              <a:off x="1477423" y="1689681"/>
              <a:ext cx="163" cy="109"/>
            </a:xfrm>
            <a:custGeom>
              <a:avLst/>
              <a:gdLst/>
              <a:ahLst/>
              <a:cxnLst/>
              <a:rect l="l" t="t" r="r" b="b"/>
              <a:pathLst>
                <a:path w="12" h="8" extrusionOk="0">
                  <a:moveTo>
                    <a:pt x="1" y="7"/>
                  </a:moveTo>
                  <a:lnTo>
                    <a:pt x="1" y="7"/>
                  </a:lnTo>
                  <a:lnTo>
                    <a:pt x="11" y="0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51" name="Google Shape;6509;p80">
              <a:extLst>
                <a:ext uri="{FF2B5EF4-FFF2-40B4-BE49-F238E27FC236}">
                  <a16:creationId xmlns:a16="http://schemas.microsoft.com/office/drawing/2014/main" id="{B9651CC4-80B0-A8FC-386D-719C71B9C600}"/>
                </a:ext>
              </a:extLst>
            </p:cNvPr>
            <p:cNvSpPr/>
            <p:nvPr/>
          </p:nvSpPr>
          <p:spPr>
            <a:xfrm>
              <a:off x="1428843" y="1703327"/>
              <a:ext cx="14" cy="54"/>
            </a:xfrm>
            <a:custGeom>
              <a:avLst/>
              <a:gdLst/>
              <a:ahLst/>
              <a:cxnLst/>
              <a:rect l="l" t="t" r="r" b="b"/>
              <a:pathLst>
                <a:path w="1" h="4" extrusionOk="0">
                  <a:moveTo>
                    <a:pt x="1" y="4"/>
                  </a:moveTo>
                  <a:lnTo>
                    <a:pt x="1" y="0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52" name="Google Shape;6510;p80">
              <a:extLst>
                <a:ext uri="{FF2B5EF4-FFF2-40B4-BE49-F238E27FC236}">
                  <a16:creationId xmlns:a16="http://schemas.microsoft.com/office/drawing/2014/main" id="{7632647B-5798-87E2-21F7-FAEFEC251A50}"/>
                </a:ext>
              </a:extLst>
            </p:cNvPr>
            <p:cNvSpPr/>
            <p:nvPr/>
          </p:nvSpPr>
          <p:spPr>
            <a:xfrm>
              <a:off x="1428897" y="1704223"/>
              <a:ext cx="54" cy="258"/>
            </a:xfrm>
            <a:custGeom>
              <a:avLst/>
              <a:gdLst/>
              <a:ahLst/>
              <a:cxnLst/>
              <a:rect l="l" t="t" r="r" b="b"/>
              <a:pathLst>
                <a:path w="4" h="19" extrusionOk="0">
                  <a:moveTo>
                    <a:pt x="4" y="1"/>
                  </a:moveTo>
                  <a:cubicBezTo>
                    <a:pt x="0" y="8"/>
                    <a:pt x="0" y="11"/>
                    <a:pt x="4" y="18"/>
                  </a:cubicBezTo>
                  <a:lnTo>
                    <a:pt x="4" y="1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53" name="Google Shape;6511;p80">
              <a:extLst>
                <a:ext uri="{FF2B5EF4-FFF2-40B4-BE49-F238E27FC236}">
                  <a16:creationId xmlns:a16="http://schemas.microsoft.com/office/drawing/2014/main" id="{DE356F47-63EA-5DC7-DCD7-5BC39B706301}"/>
                </a:ext>
              </a:extLst>
            </p:cNvPr>
            <p:cNvSpPr/>
            <p:nvPr/>
          </p:nvSpPr>
          <p:spPr>
            <a:xfrm>
              <a:off x="1428992" y="1705038"/>
              <a:ext cx="109" cy="244"/>
            </a:xfrm>
            <a:custGeom>
              <a:avLst/>
              <a:gdLst/>
              <a:ahLst/>
              <a:cxnLst/>
              <a:rect l="l" t="t" r="r" b="b"/>
              <a:pathLst>
                <a:path w="8" h="18" extrusionOk="0">
                  <a:moveTo>
                    <a:pt x="0" y="0"/>
                  </a:moveTo>
                  <a:lnTo>
                    <a:pt x="0" y="0"/>
                  </a:lnTo>
                  <a:cubicBezTo>
                    <a:pt x="4" y="7"/>
                    <a:pt x="4" y="14"/>
                    <a:pt x="7" y="18"/>
                  </a:cubicBezTo>
                  <a:cubicBezTo>
                    <a:pt x="7" y="14"/>
                    <a:pt x="4" y="7"/>
                    <a:pt x="0" y="0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54" name="Google Shape;6512;p80">
              <a:extLst>
                <a:ext uri="{FF2B5EF4-FFF2-40B4-BE49-F238E27FC236}">
                  <a16:creationId xmlns:a16="http://schemas.microsoft.com/office/drawing/2014/main" id="{8A29C5E3-EC12-F8A9-A947-F8120BC37CD3}"/>
                </a:ext>
              </a:extLst>
            </p:cNvPr>
            <p:cNvSpPr/>
            <p:nvPr/>
          </p:nvSpPr>
          <p:spPr>
            <a:xfrm>
              <a:off x="1456269" y="1702376"/>
              <a:ext cx="163" cy="149"/>
            </a:xfrm>
            <a:custGeom>
              <a:avLst/>
              <a:gdLst/>
              <a:ahLst/>
              <a:cxnLst/>
              <a:rect l="l" t="t" r="r" b="b"/>
              <a:pathLst>
                <a:path w="12" h="11" extrusionOk="0">
                  <a:moveTo>
                    <a:pt x="11" y="0"/>
                  </a:moveTo>
                  <a:lnTo>
                    <a:pt x="1" y="11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55" name="Google Shape;6513;p80">
              <a:extLst>
                <a:ext uri="{FF2B5EF4-FFF2-40B4-BE49-F238E27FC236}">
                  <a16:creationId xmlns:a16="http://schemas.microsoft.com/office/drawing/2014/main" id="{F4D4591F-AFDF-1DF6-52BA-735A3FBF1052}"/>
                </a:ext>
              </a:extLst>
            </p:cNvPr>
            <p:cNvSpPr/>
            <p:nvPr/>
          </p:nvSpPr>
          <p:spPr>
            <a:xfrm>
              <a:off x="1429223" y="1705893"/>
              <a:ext cx="68" cy="149"/>
            </a:xfrm>
            <a:custGeom>
              <a:avLst/>
              <a:gdLst/>
              <a:ahLst/>
              <a:cxnLst/>
              <a:rect l="l" t="t" r="r" b="b"/>
              <a:pathLst>
                <a:path w="5" h="11" extrusionOk="0">
                  <a:moveTo>
                    <a:pt x="1" y="0"/>
                  </a:moveTo>
                  <a:lnTo>
                    <a:pt x="1" y="0"/>
                  </a:lnTo>
                  <a:cubicBezTo>
                    <a:pt x="1" y="4"/>
                    <a:pt x="4" y="7"/>
                    <a:pt x="4" y="11"/>
                  </a:cubicBezTo>
                  <a:cubicBezTo>
                    <a:pt x="4" y="7"/>
                    <a:pt x="4" y="4"/>
                    <a:pt x="1" y="0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56" name="Google Shape;6514;p80">
              <a:extLst>
                <a:ext uri="{FF2B5EF4-FFF2-40B4-BE49-F238E27FC236}">
                  <a16:creationId xmlns:a16="http://schemas.microsoft.com/office/drawing/2014/main" id="{BCC5E2B6-C175-1712-E82B-844C62837F59}"/>
                </a:ext>
              </a:extLst>
            </p:cNvPr>
            <p:cNvSpPr/>
            <p:nvPr/>
          </p:nvSpPr>
          <p:spPr>
            <a:xfrm>
              <a:off x="1428897" y="1702227"/>
              <a:ext cx="54" cy="258"/>
            </a:xfrm>
            <a:custGeom>
              <a:avLst/>
              <a:gdLst/>
              <a:ahLst/>
              <a:cxnLst/>
              <a:rect l="l" t="t" r="r" b="b"/>
              <a:pathLst>
                <a:path w="4" h="19" extrusionOk="0">
                  <a:moveTo>
                    <a:pt x="0" y="1"/>
                  </a:moveTo>
                  <a:lnTo>
                    <a:pt x="0" y="18"/>
                  </a:lnTo>
                  <a:cubicBezTo>
                    <a:pt x="0" y="15"/>
                    <a:pt x="4" y="8"/>
                    <a:pt x="0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57" name="Google Shape;6515;p80">
              <a:extLst>
                <a:ext uri="{FF2B5EF4-FFF2-40B4-BE49-F238E27FC236}">
                  <a16:creationId xmlns:a16="http://schemas.microsoft.com/office/drawing/2014/main" id="{DB8AB7A4-905F-F500-F2A7-B3877BCB2314}"/>
                </a:ext>
              </a:extLst>
            </p:cNvPr>
            <p:cNvSpPr/>
            <p:nvPr/>
          </p:nvSpPr>
          <p:spPr>
            <a:xfrm>
              <a:off x="1455794" y="1702702"/>
              <a:ext cx="204" cy="163"/>
            </a:xfrm>
            <a:custGeom>
              <a:avLst/>
              <a:gdLst/>
              <a:ahLst/>
              <a:cxnLst/>
              <a:rect l="l" t="t" r="r" b="b"/>
              <a:pathLst>
                <a:path w="15" h="12" extrusionOk="0">
                  <a:moveTo>
                    <a:pt x="15" y="1"/>
                  </a:moveTo>
                  <a:lnTo>
                    <a:pt x="1" y="11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58" name="Google Shape;6516;p80">
              <a:extLst>
                <a:ext uri="{FF2B5EF4-FFF2-40B4-BE49-F238E27FC236}">
                  <a16:creationId xmlns:a16="http://schemas.microsoft.com/office/drawing/2014/main" id="{41AB2F87-CAF1-DAA8-E4B5-D9D5DD9AF923}"/>
                </a:ext>
              </a:extLst>
            </p:cNvPr>
            <p:cNvSpPr/>
            <p:nvPr/>
          </p:nvSpPr>
          <p:spPr>
            <a:xfrm>
              <a:off x="1429562" y="1706653"/>
              <a:ext cx="109" cy="204"/>
            </a:xfrm>
            <a:custGeom>
              <a:avLst/>
              <a:gdLst/>
              <a:ahLst/>
              <a:cxnLst/>
              <a:rect l="l" t="t" r="r" b="b"/>
              <a:pathLst>
                <a:path w="8" h="15" extrusionOk="0">
                  <a:moveTo>
                    <a:pt x="0" y="0"/>
                  </a:moveTo>
                  <a:cubicBezTo>
                    <a:pt x="4" y="7"/>
                    <a:pt x="4" y="11"/>
                    <a:pt x="7" y="14"/>
                  </a:cubicBezTo>
                  <a:cubicBezTo>
                    <a:pt x="7" y="11"/>
                    <a:pt x="4" y="4"/>
                    <a:pt x="0" y="0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59" name="Google Shape;6517;p80">
              <a:extLst>
                <a:ext uri="{FF2B5EF4-FFF2-40B4-BE49-F238E27FC236}">
                  <a16:creationId xmlns:a16="http://schemas.microsoft.com/office/drawing/2014/main" id="{894E819C-154F-E14D-AB63-4C4A8CBA7572}"/>
                </a:ext>
              </a:extLst>
            </p:cNvPr>
            <p:cNvSpPr/>
            <p:nvPr/>
          </p:nvSpPr>
          <p:spPr>
            <a:xfrm>
              <a:off x="1455224" y="1703042"/>
              <a:ext cx="258" cy="149"/>
            </a:xfrm>
            <a:custGeom>
              <a:avLst/>
              <a:gdLst/>
              <a:ahLst/>
              <a:cxnLst/>
              <a:rect l="l" t="t" r="r" b="b"/>
              <a:pathLst>
                <a:path w="19" h="11" extrusionOk="0">
                  <a:moveTo>
                    <a:pt x="18" y="0"/>
                  </a:moveTo>
                  <a:lnTo>
                    <a:pt x="1" y="11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60" name="Google Shape;6518;p80">
              <a:extLst>
                <a:ext uri="{FF2B5EF4-FFF2-40B4-BE49-F238E27FC236}">
                  <a16:creationId xmlns:a16="http://schemas.microsoft.com/office/drawing/2014/main" id="{C79E10BE-0C3D-120D-A784-8EA50B713B8F}"/>
                </a:ext>
              </a:extLst>
            </p:cNvPr>
            <p:cNvSpPr/>
            <p:nvPr/>
          </p:nvSpPr>
          <p:spPr>
            <a:xfrm>
              <a:off x="1482080" y="1685595"/>
              <a:ext cx="299" cy="244"/>
            </a:xfrm>
            <a:custGeom>
              <a:avLst/>
              <a:gdLst/>
              <a:ahLst/>
              <a:cxnLst/>
              <a:rect l="l" t="t" r="r" b="b"/>
              <a:pathLst>
                <a:path w="22" h="18" extrusionOk="0">
                  <a:moveTo>
                    <a:pt x="1" y="18"/>
                  </a:moveTo>
                  <a:lnTo>
                    <a:pt x="22" y="0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61" name="Google Shape;6519;p80">
              <a:extLst>
                <a:ext uri="{FF2B5EF4-FFF2-40B4-BE49-F238E27FC236}">
                  <a16:creationId xmlns:a16="http://schemas.microsoft.com/office/drawing/2014/main" id="{0917D634-56D0-AFB1-63D0-DAFCA96C67F0}"/>
                </a:ext>
              </a:extLst>
            </p:cNvPr>
            <p:cNvSpPr/>
            <p:nvPr/>
          </p:nvSpPr>
          <p:spPr>
            <a:xfrm>
              <a:off x="1539174" y="1665486"/>
              <a:ext cx="14" cy="244"/>
            </a:xfrm>
            <a:custGeom>
              <a:avLst/>
              <a:gdLst/>
              <a:ahLst/>
              <a:cxnLst/>
              <a:rect l="l" t="t" r="r" b="b"/>
              <a:pathLst>
                <a:path w="1" h="18" extrusionOk="0">
                  <a:moveTo>
                    <a:pt x="0" y="0"/>
                  </a:moveTo>
                  <a:lnTo>
                    <a:pt x="0" y="18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62" name="Google Shape;6520;p80">
              <a:extLst>
                <a:ext uri="{FF2B5EF4-FFF2-40B4-BE49-F238E27FC236}">
                  <a16:creationId xmlns:a16="http://schemas.microsoft.com/office/drawing/2014/main" id="{0C092F22-9FE3-AC7A-491E-EA47E0971A64}"/>
                </a:ext>
              </a:extLst>
            </p:cNvPr>
            <p:cNvSpPr/>
            <p:nvPr/>
          </p:nvSpPr>
          <p:spPr>
            <a:xfrm>
              <a:off x="1539174" y="1666871"/>
              <a:ext cx="54" cy="299"/>
            </a:xfrm>
            <a:custGeom>
              <a:avLst/>
              <a:gdLst/>
              <a:ahLst/>
              <a:cxnLst/>
              <a:rect l="l" t="t" r="r" b="b"/>
              <a:pathLst>
                <a:path w="4" h="22" extrusionOk="0">
                  <a:moveTo>
                    <a:pt x="0" y="0"/>
                  </a:moveTo>
                  <a:lnTo>
                    <a:pt x="0" y="21"/>
                  </a:lnTo>
                  <a:cubicBezTo>
                    <a:pt x="4" y="14"/>
                    <a:pt x="4" y="7"/>
                    <a:pt x="0" y="0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63" name="Google Shape;6521;p80">
              <a:extLst>
                <a:ext uri="{FF2B5EF4-FFF2-40B4-BE49-F238E27FC236}">
                  <a16:creationId xmlns:a16="http://schemas.microsoft.com/office/drawing/2014/main" id="{E1B57874-B1B4-6AC6-9F80-63B5210E2E60}"/>
                </a:ext>
              </a:extLst>
            </p:cNvPr>
            <p:cNvSpPr/>
            <p:nvPr/>
          </p:nvSpPr>
          <p:spPr>
            <a:xfrm>
              <a:off x="1539174" y="1666396"/>
              <a:ext cx="14" cy="299"/>
            </a:xfrm>
            <a:custGeom>
              <a:avLst/>
              <a:gdLst/>
              <a:ahLst/>
              <a:cxnLst/>
              <a:rect l="l" t="t" r="r" b="b"/>
              <a:pathLst>
                <a:path w="1" h="22" extrusionOk="0">
                  <a:moveTo>
                    <a:pt x="0" y="0"/>
                  </a:moveTo>
                  <a:lnTo>
                    <a:pt x="0" y="21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64" name="Google Shape;6522;p80">
              <a:extLst>
                <a:ext uri="{FF2B5EF4-FFF2-40B4-BE49-F238E27FC236}">
                  <a16:creationId xmlns:a16="http://schemas.microsoft.com/office/drawing/2014/main" id="{F91187A2-23A0-767E-B08A-A4E662CEAD34}"/>
                </a:ext>
              </a:extLst>
            </p:cNvPr>
            <p:cNvSpPr/>
            <p:nvPr/>
          </p:nvSpPr>
          <p:spPr>
            <a:xfrm>
              <a:off x="1485217" y="1683409"/>
              <a:ext cx="163" cy="109"/>
            </a:xfrm>
            <a:custGeom>
              <a:avLst/>
              <a:gdLst/>
              <a:ahLst/>
              <a:cxnLst/>
              <a:rect l="l" t="t" r="r" b="b"/>
              <a:pathLst>
                <a:path w="12" h="8" extrusionOk="0">
                  <a:moveTo>
                    <a:pt x="1" y="7"/>
                  </a:moveTo>
                  <a:lnTo>
                    <a:pt x="11" y="0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65" name="Google Shape;6523;p80">
              <a:extLst>
                <a:ext uri="{FF2B5EF4-FFF2-40B4-BE49-F238E27FC236}">
                  <a16:creationId xmlns:a16="http://schemas.microsoft.com/office/drawing/2014/main" id="{0129E924-2DC6-88A2-C68B-253BC4EDE6FD}"/>
                </a:ext>
              </a:extLst>
            </p:cNvPr>
            <p:cNvSpPr/>
            <p:nvPr/>
          </p:nvSpPr>
          <p:spPr>
            <a:xfrm>
              <a:off x="1485407" y="1683354"/>
              <a:ext cx="109" cy="68"/>
            </a:xfrm>
            <a:custGeom>
              <a:avLst/>
              <a:gdLst/>
              <a:ahLst/>
              <a:cxnLst/>
              <a:rect l="l" t="t" r="r" b="b"/>
              <a:pathLst>
                <a:path w="8" h="5" extrusionOk="0">
                  <a:moveTo>
                    <a:pt x="1" y="4"/>
                  </a:moveTo>
                  <a:lnTo>
                    <a:pt x="8" y="1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66" name="Google Shape;6524;p80">
              <a:extLst>
                <a:ext uri="{FF2B5EF4-FFF2-40B4-BE49-F238E27FC236}">
                  <a16:creationId xmlns:a16="http://schemas.microsoft.com/office/drawing/2014/main" id="{CD6EAB81-6F2C-2300-AC2F-AE8EDCC87111}"/>
                </a:ext>
              </a:extLst>
            </p:cNvPr>
            <p:cNvSpPr/>
            <p:nvPr/>
          </p:nvSpPr>
          <p:spPr>
            <a:xfrm>
              <a:off x="1480139" y="1687115"/>
              <a:ext cx="394" cy="339"/>
            </a:xfrm>
            <a:custGeom>
              <a:avLst/>
              <a:gdLst/>
              <a:ahLst/>
              <a:cxnLst/>
              <a:rect l="l" t="t" r="r" b="b"/>
              <a:pathLst>
                <a:path w="29" h="25" extrusionOk="0">
                  <a:moveTo>
                    <a:pt x="0" y="25"/>
                  </a:moveTo>
                  <a:lnTo>
                    <a:pt x="28" y="0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67" name="Google Shape;6525;p80">
              <a:extLst>
                <a:ext uri="{FF2B5EF4-FFF2-40B4-BE49-F238E27FC236}">
                  <a16:creationId xmlns:a16="http://schemas.microsoft.com/office/drawing/2014/main" id="{FB47AE15-9848-E691-5542-88C51A87AEA6}"/>
                </a:ext>
              </a:extLst>
            </p:cNvPr>
            <p:cNvSpPr/>
            <p:nvPr/>
          </p:nvSpPr>
          <p:spPr>
            <a:xfrm>
              <a:off x="1539174" y="1665052"/>
              <a:ext cx="14" cy="299"/>
            </a:xfrm>
            <a:custGeom>
              <a:avLst/>
              <a:gdLst/>
              <a:ahLst/>
              <a:cxnLst/>
              <a:rect l="l" t="t" r="r" b="b"/>
              <a:pathLst>
                <a:path w="1" h="22" extrusionOk="0">
                  <a:moveTo>
                    <a:pt x="0" y="1"/>
                  </a:moveTo>
                  <a:lnTo>
                    <a:pt x="0" y="22"/>
                  </a:lnTo>
                  <a:cubicBezTo>
                    <a:pt x="0" y="15"/>
                    <a:pt x="0" y="8"/>
                    <a:pt x="0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68" name="Google Shape;6526;p80">
              <a:extLst>
                <a:ext uri="{FF2B5EF4-FFF2-40B4-BE49-F238E27FC236}">
                  <a16:creationId xmlns:a16="http://schemas.microsoft.com/office/drawing/2014/main" id="{95BD6C85-2356-10B1-5248-4A5703AD81E7}"/>
                </a:ext>
              </a:extLst>
            </p:cNvPr>
            <p:cNvSpPr/>
            <p:nvPr/>
          </p:nvSpPr>
          <p:spPr>
            <a:xfrm>
              <a:off x="1485556" y="1683259"/>
              <a:ext cx="109" cy="68"/>
            </a:xfrm>
            <a:custGeom>
              <a:avLst/>
              <a:gdLst/>
              <a:ahLst/>
              <a:cxnLst/>
              <a:rect l="l" t="t" r="r" b="b"/>
              <a:pathLst>
                <a:path w="8" h="5" extrusionOk="0">
                  <a:moveTo>
                    <a:pt x="0" y="4"/>
                  </a:moveTo>
                  <a:lnTo>
                    <a:pt x="7" y="1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69" name="Google Shape;6527;p80">
              <a:extLst>
                <a:ext uri="{FF2B5EF4-FFF2-40B4-BE49-F238E27FC236}">
                  <a16:creationId xmlns:a16="http://schemas.microsoft.com/office/drawing/2014/main" id="{BA7C0131-E531-75BA-D730-FE450ECA4FA4}"/>
                </a:ext>
              </a:extLst>
            </p:cNvPr>
            <p:cNvSpPr/>
            <p:nvPr/>
          </p:nvSpPr>
          <p:spPr>
            <a:xfrm>
              <a:off x="1483845" y="1684264"/>
              <a:ext cx="244" cy="204"/>
            </a:xfrm>
            <a:custGeom>
              <a:avLst/>
              <a:gdLst/>
              <a:ahLst/>
              <a:cxnLst/>
              <a:rect l="l" t="t" r="r" b="b"/>
              <a:pathLst>
                <a:path w="18" h="15" extrusionOk="0">
                  <a:moveTo>
                    <a:pt x="0" y="14"/>
                  </a:moveTo>
                  <a:lnTo>
                    <a:pt x="18" y="0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70" name="Google Shape;6528;p80">
              <a:extLst>
                <a:ext uri="{FF2B5EF4-FFF2-40B4-BE49-F238E27FC236}">
                  <a16:creationId xmlns:a16="http://schemas.microsoft.com/office/drawing/2014/main" id="{F1D4C644-6C4F-8C34-4B7D-062617172599}"/>
                </a:ext>
              </a:extLst>
            </p:cNvPr>
            <p:cNvSpPr/>
            <p:nvPr/>
          </p:nvSpPr>
          <p:spPr>
            <a:xfrm>
              <a:off x="1484646" y="1683789"/>
              <a:ext cx="204" cy="109"/>
            </a:xfrm>
            <a:custGeom>
              <a:avLst/>
              <a:gdLst/>
              <a:ahLst/>
              <a:cxnLst/>
              <a:rect l="l" t="t" r="r" b="b"/>
              <a:pathLst>
                <a:path w="15" h="8" extrusionOk="0">
                  <a:moveTo>
                    <a:pt x="1" y="7"/>
                  </a:moveTo>
                  <a:lnTo>
                    <a:pt x="15" y="0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71" name="Google Shape;6529;p80">
              <a:extLst>
                <a:ext uri="{FF2B5EF4-FFF2-40B4-BE49-F238E27FC236}">
                  <a16:creationId xmlns:a16="http://schemas.microsoft.com/office/drawing/2014/main" id="{54A4249F-6B4B-2493-6CE7-4AC251DF7933}"/>
                </a:ext>
              </a:extLst>
            </p:cNvPr>
            <p:cNvSpPr/>
            <p:nvPr/>
          </p:nvSpPr>
          <p:spPr>
            <a:xfrm>
              <a:off x="1484415" y="1683924"/>
              <a:ext cx="204" cy="163"/>
            </a:xfrm>
            <a:custGeom>
              <a:avLst/>
              <a:gdLst/>
              <a:ahLst/>
              <a:cxnLst/>
              <a:rect l="l" t="t" r="r" b="b"/>
              <a:pathLst>
                <a:path w="15" h="12" extrusionOk="0">
                  <a:moveTo>
                    <a:pt x="0" y="11"/>
                  </a:moveTo>
                  <a:lnTo>
                    <a:pt x="14" y="1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72" name="Google Shape;6530;p80">
              <a:extLst>
                <a:ext uri="{FF2B5EF4-FFF2-40B4-BE49-F238E27FC236}">
                  <a16:creationId xmlns:a16="http://schemas.microsoft.com/office/drawing/2014/main" id="{C88F32D9-242F-306B-A2FA-ADB3A12FCA53}"/>
                </a:ext>
              </a:extLst>
            </p:cNvPr>
            <p:cNvSpPr/>
            <p:nvPr/>
          </p:nvSpPr>
          <p:spPr>
            <a:xfrm>
              <a:off x="1484130" y="1684115"/>
              <a:ext cx="244" cy="163"/>
            </a:xfrm>
            <a:custGeom>
              <a:avLst/>
              <a:gdLst/>
              <a:ahLst/>
              <a:cxnLst/>
              <a:rect l="l" t="t" r="r" b="b"/>
              <a:pathLst>
                <a:path w="18" h="12" extrusionOk="0">
                  <a:moveTo>
                    <a:pt x="0" y="11"/>
                  </a:moveTo>
                  <a:lnTo>
                    <a:pt x="18" y="1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73" name="Google Shape;6531;p80">
              <a:extLst>
                <a:ext uri="{FF2B5EF4-FFF2-40B4-BE49-F238E27FC236}">
                  <a16:creationId xmlns:a16="http://schemas.microsoft.com/office/drawing/2014/main" id="{1C800A9B-C687-AEC7-BD4F-7FE18E259DF1}"/>
                </a:ext>
              </a:extLst>
            </p:cNvPr>
            <p:cNvSpPr/>
            <p:nvPr/>
          </p:nvSpPr>
          <p:spPr>
            <a:xfrm>
              <a:off x="1485026" y="1683544"/>
              <a:ext cx="204" cy="109"/>
            </a:xfrm>
            <a:custGeom>
              <a:avLst/>
              <a:gdLst/>
              <a:ahLst/>
              <a:cxnLst/>
              <a:rect l="l" t="t" r="r" b="b"/>
              <a:pathLst>
                <a:path w="15" h="8" extrusionOk="0">
                  <a:moveTo>
                    <a:pt x="1" y="8"/>
                  </a:moveTo>
                  <a:lnTo>
                    <a:pt x="15" y="1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74" name="Google Shape;6532;p80">
              <a:extLst>
                <a:ext uri="{FF2B5EF4-FFF2-40B4-BE49-F238E27FC236}">
                  <a16:creationId xmlns:a16="http://schemas.microsoft.com/office/drawing/2014/main" id="{5A4250D6-23EB-EC8C-C96C-10C7A12C2845}"/>
                </a:ext>
              </a:extLst>
            </p:cNvPr>
            <p:cNvSpPr/>
            <p:nvPr/>
          </p:nvSpPr>
          <p:spPr>
            <a:xfrm>
              <a:off x="1539309" y="1668392"/>
              <a:ext cx="68" cy="339"/>
            </a:xfrm>
            <a:custGeom>
              <a:avLst/>
              <a:gdLst/>
              <a:ahLst/>
              <a:cxnLst/>
              <a:rect l="l" t="t" r="r" b="b"/>
              <a:pathLst>
                <a:path w="5" h="25" extrusionOk="0">
                  <a:moveTo>
                    <a:pt x="1" y="0"/>
                  </a:moveTo>
                  <a:cubicBezTo>
                    <a:pt x="1" y="7"/>
                    <a:pt x="1" y="18"/>
                    <a:pt x="4" y="25"/>
                  </a:cubicBezTo>
                  <a:cubicBezTo>
                    <a:pt x="1" y="18"/>
                    <a:pt x="1" y="7"/>
                    <a:pt x="1" y="0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75" name="Google Shape;6533;p80">
              <a:extLst>
                <a:ext uri="{FF2B5EF4-FFF2-40B4-BE49-F238E27FC236}">
                  <a16:creationId xmlns:a16="http://schemas.microsoft.com/office/drawing/2014/main" id="{5CD4C833-6453-9BFA-7106-6ED89BE5B5F6}"/>
                </a:ext>
              </a:extLst>
            </p:cNvPr>
            <p:cNvSpPr/>
            <p:nvPr/>
          </p:nvSpPr>
          <p:spPr>
            <a:xfrm>
              <a:off x="1539214" y="1667346"/>
              <a:ext cx="14" cy="299"/>
            </a:xfrm>
            <a:custGeom>
              <a:avLst/>
              <a:gdLst/>
              <a:ahLst/>
              <a:cxnLst/>
              <a:rect l="l" t="t" r="r" b="b"/>
              <a:pathLst>
                <a:path w="1" h="22" extrusionOk="0">
                  <a:moveTo>
                    <a:pt x="1" y="0"/>
                  </a:moveTo>
                  <a:lnTo>
                    <a:pt x="1" y="21"/>
                  </a:lnTo>
                  <a:cubicBezTo>
                    <a:pt x="1" y="14"/>
                    <a:pt x="1" y="7"/>
                    <a:pt x="1" y="0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76" name="Google Shape;6534;p80">
              <a:extLst>
                <a:ext uri="{FF2B5EF4-FFF2-40B4-BE49-F238E27FC236}">
                  <a16:creationId xmlns:a16="http://schemas.microsoft.com/office/drawing/2014/main" id="{D6936D57-AA9B-47C1-2F21-3A4F16546FBD}"/>
                </a:ext>
              </a:extLst>
            </p:cNvPr>
            <p:cNvSpPr/>
            <p:nvPr/>
          </p:nvSpPr>
          <p:spPr>
            <a:xfrm>
              <a:off x="1484836" y="1683639"/>
              <a:ext cx="204" cy="109"/>
            </a:xfrm>
            <a:custGeom>
              <a:avLst/>
              <a:gdLst/>
              <a:ahLst/>
              <a:cxnLst/>
              <a:rect l="l" t="t" r="r" b="b"/>
              <a:pathLst>
                <a:path w="15" h="8" extrusionOk="0">
                  <a:moveTo>
                    <a:pt x="1" y="8"/>
                  </a:moveTo>
                  <a:lnTo>
                    <a:pt x="15" y="1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77" name="Google Shape;6535;p80">
              <a:extLst>
                <a:ext uri="{FF2B5EF4-FFF2-40B4-BE49-F238E27FC236}">
                  <a16:creationId xmlns:a16="http://schemas.microsoft.com/office/drawing/2014/main" id="{B8A532EE-59BB-3B53-55C7-24731D55211E}"/>
                </a:ext>
              </a:extLst>
            </p:cNvPr>
            <p:cNvSpPr/>
            <p:nvPr/>
          </p:nvSpPr>
          <p:spPr>
            <a:xfrm>
              <a:off x="1485692" y="1683164"/>
              <a:ext cx="109" cy="109"/>
            </a:xfrm>
            <a:custGeom>
              <a:avLst/>
              <a:gdLst/>
              <a:ahLst/>
              <a:cxnLst/>
              <a:rect l="l" t="t" r="r" b="b"/>
              <a:pathLst>
                <a:path w="8" h="8" extrusionOk="0">
                  <a:moveTo>
                    <a:pt x="1" y="8"/>
                  </a:moveTo>
                  <a:lnTo>
                    <a:pt x="8" y="1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78" name="Google Shape;6536;p80">
              <a:extLst>
                <a:ext uri="{FF2B5EF4-FFF2-40B4-BE49-F238E27FC236}">
                  <a16:creationId xmlns:a16="http://schemas.microsoft.com/office/drawing/2014/main" id="{091E9569-FA01-A275-AE60-03B88C510803}"/>
                </a:ext>
              </a:extLst>
            </p:cNvPr>
            <p:cNvSpPr/>
            <p:nvPr/>
          </p:nvSpPr>
          <p:spPr>
            <a:xfrm>
              <a:off x="1539269" y="1667862"/>
              <a:ext cx="14" cy="299"/>
            </a:xfrm>
            <a:custGeom>
              <a:avLst/>
              <a:gdLst/>
              <a:ahLst/>
              <a:cxnLst/>
              <a:rect l="l" t="t" r="r" b="b"/>
              <a:pathLst>
                <a:path w="1" h="22" extrusionOk="0">
                  <a:moveTo>
                    <a:pt x="0" y="1"/>
                  </a:moveTo>
                  <a:lnTo>
                    <a:pt x="0" y="22"/>
                  </a:lnTo>
                  <a:cubicBezTo>
                    <a:pt x="0" y="15"/>
                    <a:pt x="0" y="8"/>
                    <a:pt x="0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79" name="Google Shape;6537;p80">
              <a:extLst>
                <a:ext uri="{FF2B5EF4-FFF2-40B4-BE49-F238E27FC236}">
                  <a16:creationId xmlns:a16="http://schemas.microsoft.com/office/drawing/2014/main" id="{281EB496-97AB-1B75-0FF9-BFB32B6FFF49}"/>
                </a:ext>
              </a:extLst>
            </p:cNvPr>
            <p:cNvSpPr/>
            <p:nvPr/>
          </p:nvSpPr>
          <p:spPr>
            <a:xfrm>
              <a:off x="1485787" y="1683164"/>
              <a:ext cx="109" cy="68"/>
            </a:xfrm>
            <a:custGeom>
              <a:avLst/>
              <a:gdLst/>
              <a:ahLst/>
              <a:cxnLst/>
              <a:rect l="l" t="t" r="r" b="b"/>
              <a:pathLst>
                <a:path w="8" h="5" extrusionOk="0">
                  <a:moveTo>
                    <a:pt x="1" y="4"/>
                  </a:moveTo>
                  <a:lnTo>
                    <a:pt x="8" y="1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80" name="Google Shape;6538;p80">
              <a:extLst>
                <a:ext uri="{FF2B5EF4-FFF2-40B4-BE49-F238E27FC236}">
                  <a16:creationId xmlns:a16="http://schemas.microsoft.com/office/drawing/2014/main" id="{C743D0AF-09DB-3BA1-B75A-03BEEB350749}"/>
                </a:ext>
              </a:extLst>
            </p:cNvPr>
            <p:cNvSpPr/>
            <p:nvPr/>
          </p:nvSpPr>
          <p:spPr>
            <a:xfrm>
              <a:off x="1539269" y="1663300"/>
              <a:ext cx="54" cy="584"/>
            </a:xfrm>
            <a:custGeom>
              <a:avLst/>
              <a:gdLst/>
              <a:ahLst/>
              <a:cxnLst/>
              <a:rect l="l" t="t" r="r" b="b"/>
              <a:pathLst>
                <a:path w="4" h="43" extrusionOk="0">
                  <a:moveTo>
                    <a:pt x="4" y="0"/>
                  </a:moveTo>
                  <a:cubicBezTo>
                    <a:pt x="0" y="14"/>
                    <a:pt x="0" y="28"/>
                    <a:pt x="0" y="42"/>
                  </a:cubicBezTo>
                  <a:cubicBezTo>
                    <a:pt x="0" y="28"/>
                    <a:pt x="4" y="14"/>
                    <a:pt x="4" y="0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81" name="Google Shape;6539;p80">
              <a:extLst>
                <a:ext uri="{FF2B5EF4-FFF2-40B4-BE49-F238E27FC236}">
                  <a16:creationId xmlns:a16="http://schemas.microsoft.com/office/drawing/2014/main" id="{06471ABE-998D-7025-7ABA-C0F6DAEDDD47}"/>
                </a:ext>
              </a:extLst>
            </p:cNvPr>
            <p:cNvSpPr/>
            <p:nvPr/>
          </p:nvSpPr>
          <p:spPr>
            <a:xfrm>
              <a:off x="1539269" y="1663911"/>
              <a:ext cx="14" cy="299"/>
            </a:xfrm>
            <a:custGeom>
              <a:avLst/>
              <a:gdLst/>
              <a:ahLst/>
              <a:cxnLst/>
              <a:rect l="l" t="t" r="r" b="b"/>
              <a:pathLst>
                <a:path w="1" h="22" extrusionOk="0">
                  <a:moveTo>
                    <a:pt x="0" y="1"/>
                  </a:moveTo>
                  <a:lnTo>
                    <a:pt x="0" y="22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82" name="Google Shape;6540;p80">
              <a:extLst>
                <a:ext uri="{FF2B5EF4-FFF2-40B4-BE49-F238E27FC236}">
                  <a16:creationId xmlns:a16="http://schemas.microsoft.com/office/drawing/2014/main" id="{63B435D4-4CBD-2913-D1EF-C824F03E618B}"/>
                </a:ext>
              </a:extLst>
            </p:cNvPr>
            <p:cNvSpPr/>
            <p:nvPr/>
          </p:nvSpPr>
          <p:spPr>
            <a:xfrm>
              <a:off x="1529099" y="1659634"/>
              <a:ext cx="244" cy="68"/>
            </a:xfrm>
            <a:custGeom>
              <a:avLst/>
              <a:gdLst/>
              <a:ahLst/>
              <a:cxnLst/>
              <a:rect l="l" t="t" r="r" b="b"/>
              <a:pathLst>
                <a:path w="18" h="5" extrusionOk="0">
                  <a:moveTo>
                    <a:pt x="0" y="4"/>
                  </a:moveTo>
                  <a:cubicBezTo>
                    <a:pt x="4" y="1"/>
                    <a:pt x="11" y="1"/>
                    <a:pt x="18" y="1"/>
                  </a:cubicBezTo>
                  <a:cubicBezTo>
                    <a:pt x="11" y="1"/>
                    <a:pt x="4" y="1"/>
                    <a:pt x="0" y="4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83" name="Google Shape;6541;p80">
              <a:extLst>
                <a:ext uri="{FF2B5EF4-FFF2-40B4-BE49-F238E27FC236}">
                  <a16:creationId xmlns:a16="http://schemas.microsoft.com/office/drawing/2014/main" id="{D0B9346A-3853-073A-BBFB-B6F6420BB9AE}"/>
                </a:ext>
              </a:extLst>
            </p:cNvPr>
            <p:cNvSpPr/>
            <p:nvPr/>
          </p:nvSpPr>
          <p:spPr>
            <a:xfrm>
              <a:off x="1482460" y="1685309"/>
              <a:ext cx="299" cy="204"/>
            </a:xfrm>
            <a:custGeom>
              <a:avLst/>
              <a:gdLst/>
              <a:ahLst/>
              <a:cxnLst/>
              <a:rect l="l" t="t" r="r" b="b"/>
              <a:pathLst>
                <a:path w="22" h="15" extrusionOk="0">
                  <a:moveTo>
                    <a:pt x="1" y="14"/>
                  </a:moveTo>
                  <a:lnTo>
                    <a:pt x="22" y="0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84" name="Google Shape;6542;p80">
              <a:extLst>
                <a:ext uri="{FF2B5EF4-FFF2-40B4-BE49-F238E27FC236}">
                  <a16:creationId xmlns:a16="http://schemas.microsoft.com/office/drawing/2014/main" id="{C4D8C0CF-B88C-61C4-9BAB-A576638DE0E9}"/>
                </a:ext>
              </a:extLst>
            </p:cNvPr>
            <p:cNvSpPr/>
            <p:nvPr/>
          </p:nvSpPr>
          <p:spPr>
            <a:xfrm>
              <a:off x="1482840" y="1685024"/>
              <a:ext cx="299" cy="204"/>
            </a:xfrm>
            <a:custGeom>
              <a:avLst/>
              <a:gdLst/>
              <a:ahLst/>
              <a:cxnLst/>
              <a:rect l="l" t="t" r="r" b="b"/>
              <a:pathLst>
                <a:path w="22" h="15" extrusionOk="0">
                  <a:moveTo>
                    <a:pt x="1" y="14"/>
                  </a:moveTo>
                  <a:lnTo>
                    <a:pt x="22" y="0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85" name="Google Shape;6543;p80">
              <a:extLst>
                <a:ext uri="{FF2B5EF4-FFF2-40B4-BE49-F238E27FC236}">
                  <a16:creationId xmlns:a16="http://schemas.microsoft.com/office/drawing/2014/main" id="{00D0D989-36B2-B1B1-B017-1DAFF045021D}"/>
                </a:ext>
              </a:extLst>
            </p:cNvPr>
            <p:cNvSpPr/>
            <p:nvPr/>
          </p:nvSpPr>
          <p:spPr>
            <a:xfrm>
              <a:off x="1481605" y="1685975"/>
              <a:ext cx="353" cy="244"/>
            </a:xfrm>
            <a:custGeom>
              <a:avLst/>
              <a:gdLst/>
              <a:ahLst/>
              <a:cxnLst/>
              <a:rect l="l" t="t" r="r" b="b"/>
              <a:pathLst>
                <a:path w="26" h="18" extrusionOk="0">
                  <a:moveTo>
                    <a:pt x="1" y="18"/>
                  </a:moveTo>
                  <a:lnTo>
                    <a:pt x="25" y="0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86" name="Google Shape;6544;p80">
              <a:extLst>
                <a:ext uri="{FF2B5EF4-FFF2-40B4-BE49-F238E27FC236}">
                  <a16:creationId xmlns:a16="http://schemas.microsoft.com/office/drawing/2014/main" id="{4A6D349C-6716-9E83-895D-695741022300}"/>
                </a:ext>
              </a:extLst>
            </p:cNvPr>
            <p:cNvSpPr/>
            <p:nvPr/>
          </p:nvSpPr>
          <p:spPr>
            <a:xfrm>
              <a:off x="1539214" y="1664672"/>
              <a:ext cx="14" cy="258"/>
            </a:xfrm>
            <a:custGeom>
              <a:avLst/>
              <a:gdLst/>
              <a:ahLst/>
              <a:cxnLst/>
              <a:rect l="l" t="t" r="r" b="b"/>
              <a:pathLst>
                <a:path w="1" h="19" extrusionOk="0">
                  <a:moveTo>
                    <a:pt x="1" y="1"/>
                  </a:moveTo>
                  <a:lnTo>
                    <a:pt x="1" y="18"/>
                  </a:lnTo>
                  <a:cubicBezTo>
                    <a:pt x="1" y="11"/>
                    <a:pt x="1" y="8"/>
                    <a:pt x="1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87" name="Google Shape;6545;p80">
              <a:extLst>
                <a:ext uri="{FF2B5EF4-FFF2-40B4-BE49-F238E27FC236}">
                  <a16:creationId xmlns:a16="http://schemas.microsoft.com/office/drawing/2014/main" id="{54CE6372-ADD0-91AD-F5E3-670703C8A3FC}"/>
                </a:ext>
              </a:extLst>
            </p:cNvPr>
            <p:cNvSpPr/>
            <p:nvPr/>
          </p:nvSpPr>
          <p:spPr>
            <a:xfrm>
              <a:off x="1539214" y="1664291"/>
              <a:ext cx="14" cy="258"/>
            </a:xfrm>
            <a:custGeom>
              <a:avLst/>
              <a:gdLst/>
              <a:ahLst/>
              <a:cxnLst/>
              <a:rect l="l" t="t" r="r" b="b"/>
              <a:pathLst>
                <a:path w="1" h="19" extrusionOk="0">
                  <a:moveTo>
                    <a:pt x="1" y="1"/>
                  </a:moveTo>
                  <a:lnTo>
                    <a:pt x="1" y="18"/>
                  </a:lnTo>
                  <a:cubicBezTo>
                    <a:pt x="1" y="11"/>
                    <a:pt x="1" y="8"/>
                    <a:pt x="1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88" name="Google Shape;6546;p80">
              <a:extLst>
                <a:ext uri="{FF2B5EF4-FFF2-40B4-BE49-F238E27FC236}">
                  <a16:creationId xmlns:a16="http://schemas.microsoft.com/office/drawing/2014/main" id="{E487E41E-C8FC-DF1E-4119-D37BF45B4A5A}"/>
                </a:ext>
              </a:extLst>
            </p:cNvPr>
            <p:cNvSpPr/>
            <p:nvPr/>
          </p:nvSpPr>
          <p:spPr>
            <a:xfrm>
              <a:off x="1479568" y="1687536"/>
              <a:ext cx="434" cy="394"/>
            </a:xfrm>
            <a:custGeom>
              <a:avLst/>
              <a:gdLst/>
              <a:ahLst/>
              <a:cxnLst/>
              <a:rect l="l" t="t" r="r" b="b"/>
              <a:pathLst>
                <a:path w="32" h="29" extrusionOk="0">
                  <a:moveTo>
                    <a:pt x="0" y="29"/>
                  </a:moveTo>
                  <a:lnTo>
                    <a:pt x="32" y="1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89" name="Google Shape;6547;p80">
              <a:extLst>
                <a:ext uri="{FF2B5EF4-FFF2-40B4-BE49-F238E27FC236}">
                  <a16:creationId xmlns:a16="http://schemas.microsoft.com/office/drawing/2014/main" id="{6C986A14-9E2A-A083-DDE8-CF6C550D8634}"/>
                </a:ext>
              </a:extLst>
            </p:cNvPr>
            <p:cNvSpPr/>
            <p:nvPr/>
          </p:nvSpPr>
          <p:spPr>
            <a:xfrm>
              <a:off x="1485882" y="1683123"/>
              <a:ext cx="109" cy="54"/>
            </a:xfrm>
            <a:custGeom>
              <a:avLst/>
              <a:gdLst/>
              <a:ahLst/>
              <a:cxnLst/>
              <a:rect l="l" t="t" r="r" b="b"/>
              <a:pathLst>
                <a:path w="8" h="4" extrusionOk="0">
                  <a:moveTo>
                    <a:pt x="1" y="4"/>
                  </a:moveTo>
                  <a:lnTo>
                    <a:pt x="8" y="0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90" name="Google Shape;6548;p80">
              <a:extLst>
                <a:ext uri="{FF2B5EF4-FFF2-40B4-BE49-F238E27FC236}">
                  <a16:creationId xmlns:a16="http://schemas.microsoft.com/office/drawing/2014/main" id="{113E2ADA-135D-F31D-4D64-D186A93968DE}"/>
                </a:ext>
              </a:extLst>
            </p:cNvPr>
            <p:cNvSpPr/>
            <p:nvPr/>
          </p:nvSpPr>
          <p:spPr>
            <a:xfrm>
              <a:off x="1486167" y="1683028"/>
              <a:ext cx="14" cy="14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1" y="0"/>
                  </a:move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91" name="Google Shape;6549;p80">
              <a:extLst>
                <a:ext uri="{FF2B5EF4-FFF2-40B4-BE49-F238E27FC236}">
                  <a16:creationId xmlns:a16="http://schemas.microsoft.com/office/drawing/2014/main" id="{14B3516B-28D1-E1BB-8CC6-0AA4F2D1D036}"/>
                </a:ext>
              </a:extLst>
            </p:cNvPr>
            <p:cNvSpPr/>
            <p:nvPr/>
          </p:nvSpPr>
          <p:spPr>
            <a:xfrm>
              <a:off x="1485977" y="1683123"/>
              <a:ext cx="68" cy="14"/>
            </a:xfrm>
            <a:custGeom>
              <a:avLst/>
              <a:gdLst/>
              <a:ahLst/>
              <a:cxnLst/>
              <a:rect l="l" t="t" r="r" b="b"/>
              <a:pathLst>
                <a:path w="5" h="1" extrusionOk="0">
                  <a:moveTo>
                    <a:pt x="1" y="0"/>
                  </a:moveTo>
                  <a:lnTo>
                    <a:pt x="4" y="0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92" name="Google Shape;6550;p80">
              <a:extLst>
                <a:ext uri="{FF2B5EF4-FFF2-40B4-BE49-F238E27FC236}">
                  <a16:creationId xmlns:a16="http://schemas.microsoft.com/office/drawing/2014/main" id="{4E98616A-4EAE-BC3A-3D30-4F1DDC29D523}"/>
                </a:ext>
              </a:extLst>
            </p:cNvPr>
            <p:cNvSpPr/>
            <p:nvPr/>
          </p:nvSpPr>
          <p:spPr>
            <a:xfrm>
              <a:off x="1481184" y="1686301"/>
              <a:ext cx="339" cy="299"/>
            </a:xfrm>
            <a:custGeom>
              <a:avLst/>
              <a:gdLst/>
              <a:ahLst/>
              <a:cxnLst/>
              <a:rect l="l" t="t" r="r" b="b"/>
              <a:pathLst>
                <a:path w="25" h="22" extrusionOk="0">
                  <a:moveTo>
                    <a:pt x="0" y="22"/>
                  </a:moveTo>
                  <a:lnTo>
                    <a:pt x="25" y="1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93" name="Google Shape;6551;p80">
              <a:extLst>
                <a:ext uri="{FF2B5EF4-FFF2-40B4-BE49-F238E27FC236}">
                  <a16:creationId xmlns:a16="http://schemas.microsoft.com/office/drawing/2014/main" id="{C3A94D91-5461-8DDD-1EB4-AD0A73CB436A}"/>
                </a:ext>
              </a:extLst>
            </p:cNvPr>
            <p:cNvSpPr/>
            <p:nvPr/>
          </p:nvSpPr>
          <p:spPr>
            <a:xfrm>
              <a:off x="1486031" y="1683069"/>
              <a:ext cx="54" cy="14"/>
            </a:xfrm>
            <a:custGeom>
              <a:avLst/>
              <a:gdLst/>
              <a:ahLst/>
              <a:cxnLst/>
              <a:rect l="l" t="t" r="r" b="b"/>
              <a:pathLst>
                <a:path w="4" h="1" extrusionOk="0">
                  <a:moveTo>
                    <a:pt x="0" y="1"/>
                  </a:moveTo>
                  <a:lnTo>
                    <a:pt x="4" y="1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94" name="Google Shape;6552;p80">
              <a:extLst>
                <a:ext uri="{FF2B5EF4-FFF2-40B4-BE49-F238E27FC236}">
                  <a16:creationId xmlns:a16="http://schemas.microsoft.com/office/drawing/2014/main" id="{577D545E-10E5-2417-F37F-20D315043557}"/>
                </a:ext>
              </a:extLst>
            </p:cNvPr>
            <p:cNvSpPr/>
            <p:nvPr/>
          </p:nvSpPr>
          <p:spPr>
            <a:xfrm>
              <a:off x="1486072" y="1683069"/>
              <a:ext cx="109" cy="14"/>
            </a:xfrm>
            <a:custGeom>
              <a:avLst/>
              <a:gdLst/>
              <a:ahLst/>
              <a:cxnLst/>
              <a:rect l="l" t="t" r="r" b="b"/>
              <a:pathLst>
                <a:path w="8" h="1" extrusionOk="0">
                  <a:moveTo>
                    <a:pt x="1" y="1"/>
                  </a:moveTo>
                  <a:lnTo>
                    <a:pt x="8" y="1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95" name="Google Shape;6553;p80">
              <a:extLst>
                <a:ext uri="{FF2B5EF4-FFF2-40B4-BE49-F238E27FC236}">
                  <a16:creationId xmlns:a16="http://schemas.microsoft.com/office/drawing/2014/main" id="{D8072231-4618-863E-3B0E-430F741EB629}"/>
                </a:ext>
              </a:extLst>
            </p:cNvPr>
            <p:cNvSpPr/>
            <p:nvPr/>
          </p:nvSpPr>
          <p:spPr>
            <a:xfrm>
              <a:off x="1480654" y="1686681"/>
              <a:ext cx="394" cy="353"/>
            </a:xfrm>
            <a:custGeom>
              <a:avLst/>
              <a:gdLst/>
              <a:ahLst/>
              <a:cxnLst/>
              <a:rect l="l" t="t" r="r" b="b"/>
              <a:pathLst>
                <a:path w="29" h="26" extrusionOk="0">
                  <a:moveTo>
                    <a:pt x="1" y="25"/>
                  </a:moveTo>
                  <a:lnTo>
                    <a:pt x="29" y="1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96" name="Google Shape;6554;p80">
              <a:extLst>
                <a:ext uri="{FF2B5EF4-FFF2-40B4-BE49-F238E27FC236}">
                  <a16:creationId xmlns:a16="http://schemas.microsoft.com/office/drawing/2014/main" id="{B8E9E78C-69A7-52F9-F3E0-98088B5F943A}"/>
                </a:ext>
              </a:extLst>
            </p:cNvPr>
            <p:cNvSpPr/>
            <p:nvPr/>
          </p:nvSpPr>
          <p:spPr>
            <a:xfrm>
              <a:off x="1483221" y="1684739"/>
              <a:ext cx="258" cy="204"/>
            </a:xfrm>
            <a:custGeom>
              <a:avLst/>
              <a:gdLst/>
              <a:ahLst/>
              <a:cxnLst/>
              <a:rect l="l" t="t" r="r" b="b"/>
              <a:pathLst>
                <a:path w="19" h="15" extrusionOk="0">
                  <a:moveTo>
                    <a:pt x="1" y="14"/>
                  </a:moveTo>
                  <a:lnTo>
                    <a:pt x="18" y="0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97" name="Google Shape;6555;p80">
              <a:extLst>
                <a:ext uri="{FF2B5EF4-FFF2-40B4-BE49-F238E27FC236}">
                  <a16:creationId xmlns:a16="http://schemas.microsoft.com/office/drawing/2014/main" id="{A6448D05-8C70-8FDD-C4D1-4837BF81457A}"/>
                </a:ext>
              </a:extLst>
            </p:cNvPr>
            <p:cNvSpPr/>
            <p:nvPr/>
          </p:nvSpPr>
          <p:spPr>
            <a:xfrm>
              <a:off x="1539364" y="1668962"/>
              <a:ext cx="54" cy="339"/>
            </a:xfrm>
            <a:custGeom>
              <a:avLst/>
              <a:gdLst/>
              <a:ahLst/>
              <a:cxnLst/>
              <a:rect l="l" t="t" r="r" b="b"/>
              <a:pathLst>
                <a:path w="4" h="25" extrusionOk="0">
                  <a:moveTo>
                    <a:pt x="0" y="0"/>
                  </a:moveTo>
                  <a:cubicBezTo>
                    <a:pt x="0" y="7"/>
                    <a:pt x="4" y="14"/>
                    <a:pt x="4" y="25"/>
                  </a:cubicBezTo>
                  <a:cubicBezTo>
                    <a:pt x="4" y="14"/>
                    <a:pt x="4" y="7"/>
                    <a:pt x="0" y="0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98" name="Google Shape;6556;p80">
              <a:extLst>
                <a:ext uri="{FF2B5EF4-FFF2-40B4-BE49-F238E27FC236}">
                  <a16:creationId xmlns:a16="http://schemas.microsoft.com/office/drawing/2014/main" id="{DD591BB7-1DFA-755D-39F7-24EF3D061CDB}"/>
                </a:ext>
              </a:extLst>
            </p:cNvPr>
            <p:cNvSpPr/>
            <p:nvPr/>
          </p:nvSpPr>
          <p:spPr>
            <a:xfrm>
              <a:off x="1483560" y="1684495"/>
              <a:ext cx="244" cy="204"/>
            </a:xfrm>
            <a:custGeom>
              <a:avLst/>
              <a:gdLst/>
              <a:ahLst/>
              <a:cxnLst/>
              <a:rect l="l" t="t" r="r" b="b"/>
              <a:pathLst>
                <a:path w="18" h="15" extrusionOk="0">
                  <a:moveTo>
                    <a:pt x="0" y="15"/>
                  </a:moveTo>
                  <a:lnTo>
                    <a:pt x="18" y="1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99" name="Google Shape;6557;p80">
              <a:extLst>
                <a:ext uri="{FF2B5EF4-FFF2-40B4-BE49-F238E27FC236}">
                  <a16:creationId xmlns:a16="http://schemas.microsoft.com/office/drawing/2014/main" id="{6E8AD0F9-D770-3B2E-9454-D14656F63ED3}"/>
                </a:ext>
              </a:extLst>
            </p:cNvPr>
            <p:cNvSpPr/>
            <p:nvPr/>
          </p:nvSpPr>
          <p:spPr>
            <a:xfrm>
              <a:off x="1539459" y="1669532"/>
              <a:ext cx="54" cy="339"/>
            </a:xfrm>
            <a:custGeom>
              <a:avLst/>
              <a:gdLst/>
              <a:ahLst/>
              <a:cxnLst/>
              <a:rect l="l" t="t" r="r" b="b"/>
              <a:pathLst>
                <a:path w="4" h="25" extrusionOk="0">
                  <a:moveTo>
                    <a:pt x="0" y="0"/>
                  </a:moveTo>
                  <a:lnTo>
                    <a:pt x="4" y="25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00" name="Google Shape;6558;p80">
              <a:extLst>
                <a:ext uri="{FF2B5EF4-FFF2-40B4-BE49-F238E27FC236}">
                  <a16:creationId xmlns:a16="http://schemas.microsoft.com/office/drawing/2014/main" id="{3C9A1F8E-BD81-E480-72EA-BCA8147023CB}"/>
                </a:ext>
              </a:extLst>
            </p:cNvPr>
            <p:cNvSpPr/>
            <p:nvPr/>
          </p:nvSpPr>
          <p:spPr>
            <a:xfrm>
              <a:off x="1979940" y="1694338"/>
              <a:ext cx="92083" cy="65769"/>
            </a:xfrm>
            <a:custGeom>
              <a:avLst/>
              <a:gdLst/>
              <a:ahLst/>
              <a:cxnLst/>
              <a:rect l="l" t="t" r="r" b="b"/>
              <a:pathLst>
                <a:path w="6782" h="4844" extrusionOk="0">
                  <a:moveTo>
                    <a:pt x="669" y="1"/>
                  </a:moveTo>
                  <a:cubicBezTo>
                    <a:pt x="606" y="1"/>
                    <a:pt x="585" y="25"/>
                    <a:pt x="547" y="88"/>
                  </a:cubicBezTo>
                  <a:cubicBezTo>
                    <a:pt x="498" y="165"/>
                    <a:pt x="428" y="274"/>
                    <a:pt x="218" y="281"/>
                  </a:cubicBezTo>
                  <a:cubicBezTo>
                    <a:pt x="106" y="284"/>
                    <a:pt x="29" y="312"/>
                    <a:pt x="11" y="358"/>
                  </a:cubicBezTo>
                  <a:cubicBezTo>
                    <a:pt x="1" y="396"/>
                    <a:pt x="25" y="470"/>
                    <a:pt x="137" y="561"/>
                  </a:cubicBezTo>
                  <a:cubicBezTo>
                    <a:pt x="277" y="673"/>
                    <a:pt x="281" y="879"/>
                    <a:pt x="267" y="1058"/>
                  </a:cubicBezTo>
                  <a:lnTo>
                    <a:pt x="270" y="1058"/>
                  </a:lnTo>
                  <a:lnTo>
                    <a:pt x="277" y="1054"/>
                  </a:lnTo>
                  <a:cubicBezTo>
                    <a:pt x="281" y="1051"/>
                    <a:pt x="284" y="1047"/>
                    <a:pt x="288" y="1044"/>
                  </a:cubicBezTo>
                  <a:cubicBezTo>
                    <a:pt x="345" y="975"/>
                    <a:pt x="407" y="941"/>
                    <a:pt x="464" y="941"/>
                  </a:cubicBezTo>
                  <a:cubicBezTo>
                    <a:pt x="481" y="941"/>
                    <a:pt x="496" y="944"/>
                    <a:pt x="512" y="949"/>
                  </a:cubicBezTo>
                  <a:cubicBezTo>
                    <a:pt x="571" y="974"/>
                    <a:pt x="610" y="1037"/>
                    <a:pt x="603" y="1107"/>
                  </a:cubicBezTo>
                  <a:cubicBezTo>
                    <a:pt x="613" y="1121"/>
                    <a:pt x="655" y="1124"/>
                    <a:pt x="700" y="1124"/>
                  </a:cubicBezTo>
                  <a:cubicBezTo>
                    <a:pt x="734" y="1124"/>
                    <a:pt x="769" y="1122"/>
                    <a:pt x="792" y="1121"/>
                  </a:cubicBezTo>
                  <a:cubicBezTo>
                    <a:pt x="820" y="1121"/>
                    <a:pt x="848" y="1117"/>
                    <a:pt x="872" y="1117"/>
                  </a:cubicBezTo>
                  <a:cubicBezTo>
                    <a:pt x="914" y="1117"/>
                    <a:pt x="960" y="1131"/>
                    <a:pt x="995" y="1159"/>
                  </a:cubicBezTo>
                  <a:lnTo>
                    <a:pt x="998" y="1159"/>
                  </a:lnTo>
                  <a:cubicBezTo>
                    <a:pt x="1016" y="1152"/>
                    <a:pt x="1033" y="1142"/>
                    <a:pt x="1051" y="1131"/>
                  </a:cubicBezTo>
                  <a:cubicBezTo>
                    <a:pt x="1110" y="1087"/>
                    <a:pt x="1181" y="1064"/>
                    <a:pt x="1253" y="1064"/>
                  </a:cubicBezTo>
                  <a:cubicBezTo>
                    <a:pt x="1300" y="1064"/>
                    <a:pt x="1346" y="1074"/>
                    <a:pt x="1390" y="1093"/>
                  </a:cubicBezTo>
                  <a:cubicBezTo>
                    <a:pt x="1450" y="1117"/>
                    <a:pt x="1488" y="1177"/>
                    <a:pt x="1488" y="1243"/>
                  </a:cubicBezTo>
                  <a:cubicBezTo>
                    <a:pt x="1506" y="1254"/>
                    <a:pt x="1527" y="1261"/>
                    <a:pt x="1544" y="1264"/>
                  </a:cubicBezTo>
                  <a:cubicBezTo>
                    <a:pt x="1593" y="1282"/>
                    <a:pt x="1653" y="1303"/>
                    <a:pt x="1667" y="1362"/>
                  </a:cubicBezTo>
                  <a:cubicBezTo>
                    <a:pt x="1684" y="1422"/>
                    <a:pt x="1639" y="1471"/>
                    <a:pt x="1607" y="1506"/>
                  </a:cubicBezTo>
                  <a:cubicBezTo>
                    <a:pt x="1541" y="1565"/>
                    <a:pt x="1471" y="1618"/>
                    <a:pt x="1394" y="1663"/>
                  </a:cubicBezTo>
                  <a:cubicBezTo>
                    <a:pt x="1327" y="1709"/>
                    <a:pt x="1271" y="1740"/>
                    <a:pt x="1271" y="1775"/>
                  </a:cubicBezTo>
                  <a:cubicBezTo>
                    <a:pt x="1278" y="1817"/>
                    <a:pt x="1289" y="1859"/>
                    <a:pt x="1306" y="1901"/>
                  </a:cubicBezTo>
                  <a:cubicBezTo>
                    <a:pt x="1348" y="2031"/>
                    <a:pt x="1415" y="2210"/>
                    <a:pt x="1292" y="2332"/>
                  </a:cubicBezTo>
                  <a:cubicBezTo>
                    <a:pt x="1247" y="2378"/>
                    <a:pt x="1250" y="2441"/>
                    <a:pt x="1261" y="2525"/>
                  </a:cubicBezTo>
                  <a:cubicBezTo>
                    <a:pt x="1271" y="2584"/>
                    <a:pt x="1278" y="2644"/>
                    <a:pt x="1240" y="2689"/>
                  </a:cubicBezTo>
                  <a:cubicBezTo>
                    <a:pt x="1215" y="2714"/>
                    <a:pt x="1180" y="2728"/>
                    <a:pt x="1145" y="2728"/>
                  </a:cubicBezTo>
                  <a:cubicBezTo>
                    <a:pt x="1058" y="2728"/>
                    <a:pt x="1012" y="2752"/>
                    <a:pt x="1009" y="2763"/>
                  </a:cubicBezTo>
                  <a:cubicBezTo>
                    <a:pt x="1009" y="2763"/>
                    <a:pt x="1009" y="2784"/>
                    <a:pt x="1054" y="2829"/>
                  </a:cubicBezTo>
                  <a:cubicBezTo>
                    <a:pt x="1250" y="3025"/>
                    <a:pt x="1303" y="3109"/>
                    <a:pt x="1275" y="3179"/>
                  </a:cubicBezTo>
                  <a:cubicBezTo>
                    <a:pt x="1259" y="3216"/>
                    <a:pt x="1222" y="3240"/>
                    <a:pt x="1182" y="3240"/>
                  </a:cubicBezTo>
                  <a:cubicBezTo>
                    <a:pt x="1177" y="3240"/>
                    <a:pt x="1172" y="3240"/>
                    <a:pt x="1166" y="3239"/>
                  </a:cubicBezTo>
                  <a:cubicBezTo>
                    <a:pt x="1152" y="3239"/>
                    <a:pt x="1128" y="3260"/>
                    <a:pt x="1110" y="3291"/>
                  </a:cubicBezTo>
                  <a:cubicBezTo>
                    <a:pt x="1086" y="3330"/>
                    <a:pt x="1072" y="3379"/>
                    <a:pt x="1079" y="3424"/>
                  </a:cubicBezTo>
                  <a:cubicBezTo>
                    <a:pt x="1086" y="3431"/>
                    <a:pt x="1103" y="3445"/>
                    <a:pt x="1121" y="3459"/>
                  </a:cubicBezTo>
                  <a:cubicBezTo>
                    <a:pt x="1208" y="3533"/>
                    <a:pt x="1317" y="3620"/>
                    <a:pt x="1292" y="3715"/>
                  </a:cubicBezTo>
                  <a:cubicBezTo>
                    <a:pt x="1282" y="3764"/>
                    <a:pt x="1236" y="3795"/>
                    <a:pt x="1163" y="3809"/>
                  </a:cubicBezTo>
                  <a:cubicBezTo>
                    <a:pt x="1040" y="3830"/>
                    <a:pt x="1009" y="3904"/>
                    <a:pt x="1002" y="4005"/>
                  </a:cubicBezTo>
                  <a:lnTo>
                    <a:pt x="1002" y="4079"/>
                  </a:lnTo>
                  <a:lnTo>
                    <a:pt x="1002" y="4082"/>
                  </a:lnTo>
                  <a:lnTo>
                    <a:pt x="1002" y="4089"/>
                  </a:lnTo>
                  <a:lnTo>
                    <a:pt x="1002" y="4093"/>
                  </a:lnTo>
                  <a:lnTo>
                    <a:pt x="1002" y="4096"/>
                  </a:lnTo>
                  <a:lnTo>
                    <a:pt x="1002" y="4103"/>
                  </a:lnTo>
                  <a:lnTo>
                    <a:pt x="1005" y="4110"/>
                  </a:lnTo>
                  <a:lnTo>
                    <a:pt x="1009" y="4118"/>
                  </a:lnTo>
                  <a:lnTo>
                    <a:pt x="1012" y="4128"/>
                  </a:lnTo>
                  <a:lnTo>
                    <a:pt x="1016" y="4135"/>
                  </a:lnTo>
                  <a:lnTo>
                    <a:pt x="1026" y="4153"/>
                  </a:lnTo>
                  <a:lnTo>
                    <a:pt x="1026" y="4156"/>
                  </a:lnTo>
                  <a:lnTo>
                    <a:pt x="1040" y="4184"/>
                  </a:lnTo>
                  <a:cubicBezTo>
                    <a:pt x="1072" y="4177"/>
                    <a:pt x="1103" y="4177"/>
                    <a:pt x="1131" y="4177"/>
                  </a:cubicBezTo>
                  <a:cubicBezTo>
                    <a:pt x="1138" y="4177"/>
                    <a:pt x="1145" y="4176"/>
                    <a:pt x="1152" y="4176"/>
                  </a:cubicBezTo>
                  <a:cubicBezTo>
                    <a:pt x="1211" y="4176"/>
                    <a:pt x="1271" y="4190"/>
                    <a:pt x="1327" y="4216"/>
                  </a:cubicBezTo>
                  <a:cubicBezTo>
                    <a:pt x="1436" y="4268"/>
                    <a:pt x="1516" y="4394"/>
                    <a:pt x="1604" y="4527"/>
                  </a:cubicBezTo>
                  <a:cubicBezTo>
                    <a:pt x="1704" y="4684"/>
                    <a:pt x="1804" y="4843"/>
                    <a:pt x="1934" y="4843"/>
                  </a:cubicBezTo>
                  <a:cubicBezTo>
                    <a:pt x="1941" y="4843"/>
                    <a:pt x="1947" y="4843"/>
                    <a:pt x="1954" y="4842"/>
                  </a:cubicBezTo>
                  <a:cubicBezTo>
                    <a:pt x="1986" y="4839"/>
                    <a:pt x="1986" y="4839"/>
                    <a:pt x="1989" y="4800"/>
                  </a:cubicBezTo>
                  <a:cubicBezTo>
                    <a:pt x="1996" y="4755"/>
                    <a:pt x="2014" y="4713"/>
                    <a:pt x="2045" y="4681"/>
                  </a:cubicBezTo>
                  <a:cubicBezTo>
                    <a:pt x="2086" y="4641"/>
                    <a:pt x="2136" y="4629"/>
                    <a:pt x="2190" y="4629"/>
                  </a:cubicBezTo>
                  <a:cubicBezTo>
                    <a:pt x="2224" y="4629"/>
                    <a:pt x="2259" y="4634"/>
                    <a:pt x="2294" y="4639"/>
                  </a:cubicBezTo>
                  <a:cubicBezTo>
                    <a:pt x="2332" y="4643"/>
                    <a:pt x="2371" y="4646"/>
                    <a:pt x="2406" y="4646"/>
                  </a:cubicBezTo>
                  <a:cubicBezTo>
                    <a:pt x="2434" y="4646"/>
                    <a:pt x="2465" y="4629"/>
                    <a:pt x="2511" y="4594"/>
                  </a:cubicBezTo>
                  <a:cubicBezTo>
                    <a:pt x="2623" y="4506"/>
                    <a:pt x="2763" y="4454"/>
                    <a:pt x="2906" y="4454"/>
                  </a:cubicBezTo>
                  <a:cubicBezTo>
                    <a:pt x="3032" y="4450"/>
                    <a:pt x="3137" y="4443"/>
                    <a:pt x="3235" y="4440"/>
                  </a:cubicBezTo>
                  <a:cubicBezTo>
                    <a:pt x="3335" y="4432"/>
                    <a:pt x="3427" y="4428"/>
                    <a:pt x="3517" y="4428"/>
                  </a:cubicBezTo>
                  <a:cubicBezTo>
                    <a:pt x="3547" y="4428"/>
                    <a:pt x="3577" y="4428"/>
                    <a:pt x="3606" y="4429"/>
                  </a:cubicBezTo>
                  <a:cubicBezTo>
                    <a:pt x="3616" y="4429"/>
                    <a:pt x="3626" y="4430"/>
                    <a:pt x="3635" y="4430"/>
                  </a:cubicBezTo>
                  <a:cubicBezTo>
                    <a:pt x="3795" y="4430"/>
                    <a:pt x="3902" y="4374"/>
                    <a:pt x="3936" y="4279"/>
                  </a:cubicBezTo>
                  <a:cubicBezTo>
                    <a:pt x="3995" y="4110"/>
                    <a:pt x="4184" y="3977"/>
                    <a:pt x="4419" y="3946"/>
                  </a:cubicBezTo>
                  <a:cubicBezTo>
                    <a:pt x="4538" y="3928"/>
                    <a:pt x="4548" y="3837"/>
                    <a:pt x="4559" y="3690"/>
                  </a:cubicBezTo>
                  <a:cubicBezTo>
                    <a:pt x="4559" y="3662"/>
                    <a:pt x="4562" y="3638"/>
                    <a:pt x="4566" y="3613"/>
                  </a:cubicBezTo>
                  <a:cubicBezTo>
                    <a:pt x="4576" y="3515"/>
                    <a:pt x="4692" y="3424"/>
                    <a:pt x="4818" y="3323"/>
                  </a:cubicBezTo>
                  <a:cubicBezTo>
                    <a:pt x="4874" y="3281"/>
                    <a:pt x="4961" y="3211"/>
                    <a:pt x="4972" y="3183"/>
                  </a:cubicBezTo>
                  <a:cubicBezTo>
                    <a:pt x="4965" y="3144"/>
                    <a:pt x="4954" y="3109"/>
                    <a:pt x="4944" y="3071"/>
                  </a:cubicBezTo>
                  <a:cubicBezTo>
                    <a:pt x="4895" y="2906"/>
                    <a:pt x="4814" y="2623"/>
                    <a:pt x="4986" y="2364"/>
                  </a:cubicBezTo>
                  <a:cubicBezTo>
                    <a:pt x="5073" y="2238"/>
                    <a:pt x="5178" y="2126"/>
                    <a:pt x="5297" y="2034"/>
                  </a:cubicBezTo>
                  <a:cubicBezTo>
                    <a:pt x="5388" y="1964"/>
                    <a:pt x="5430" y="1929"/>
                    <a:pt x="5430" y="1866"/>
                  </a:cubicBezTo>
                  <a:cubicBezTo>
                    <a:pt x="5430" y="1600"/>
                    <a:pt x="5822" y="1555"/>
                    <a:pt x="5991" y="1534"/>
                  </a:cubicBezTo>
                  <a:cubicBezTo>
                    <a:pt x="6134" y="1516"/>
                    <a:pt x="6222" y="1453"/>
                    <a:pt x="6320" y="1376"/>
                  </a:cubicBezTo>
                  <a:cubicBezTo>
                    <a:pt x="6397" y="1313"/>
                    <a:pt x="6481" y="1261"/>
                    <a:pt x="6572" y="1222"/>
                  </a:cubicBezTo>
                  <a:cubicBezTo>
                    <a:pt x="6722" y="1159"/>
                    <a:pt x="6782" y="1061"/>
                    <a:pt x="6764" y="893"/>
                  </a:cubicBezTo>
                  <a:lnTo>
                    <a:pt x="6432" y="893"/>
                  </a:lnTo>
                  <a:lnTo>
                    <a:pt x="6372" y="890"/>
                  </a:lnTo>
                  <a:lnTo>
                    <a:pt x="6358" y="890"/>
                  </a:lnTo>
                  <a:lnTo>
                    <a:pt x="6316" y="886"/>
                  </a:lnTo>
                  <a:lnTo>
                    <a:pt x="6299" y="886"/>
                  </a:lnTo>
                  <a:cubicBezTo>
                    <a:pt x="6281" y="883"/>
                    <a:pt x="6264" y="879"/>
                    <a:pt x="6246" y="876"/>
                  </a:cubicBezTo>
                  <a:cubicBezTo>
                    <a:pt x="6197" y="865"/>
                    <a:pt x="6131" y="855"/>
                    <a:pt x="6061" y="844"/>
                  </a:cubicBezTo>
                  <a:cubicBezTo>
                    <a:pt x="5819" y="809"/>
                    <a:pt x="5644" y="781"/>
                    <a:pt x="5563" y="701"/>
                  </a:cubicBezTo>
                  <a:cubicBezTo>
                    <a:pt x="5525" y="659"/>
                    <a:pt x="5476" y="624"/>
                    <a:pt x="5420" y="603"/>
                  </a:cubicBezTo>
                  <a:cubicBezTo>
                    <a:pt x="5416" y="655"/>
                    <a:pt x="5385" y="701"/>
                    <a:pt x="5336" y="725"/>
                  </a:cubicBezTo>
                  <a:cubicBezTo>
                    <a:pt x="5290" y="751"/>
                    <a:pt x="5228" y="763"/>
                    <a:pt x="5162" y="763"/>
                  </a:cubicBezTo>
                  <a:cubicBezTo>
                    <a:pt x="5068" y="763"/>
                    <a:pt x="4964" y="738"/>
                    <a:pt x="4888" y="690"/>
                  </a:cubicBezTo>
                  <a:cubicBezTo>
                    <a:pt x="4797" y="638"/>
                    <a:pt x="4706" y="596"/>
                    <a:pt x="4608" y="557"/>
                  </a:cubicBezTo>
                  <a:cubicBezTo>
                    <a:pt x="4520" y="522"/>
                    <a:pt x="4436" y="480"/>
                    <a:pt x="4356" y="435"/>
                  </a:cubicBezTo>
                  <a:cubicBezTo>
                    <a:pt x="4296" y="400"/>
                    <a:pt x="4240" y="372"/>
                    <a:pt x="4181" y="347"/>
                  </a:cubicBezTo>
                  <a:lnTo>
                    <a:pt x="4121" y="319"/>
                  </a:lnTo>
                  <a:lnTo>
                    <a:pt x="4104" y="309"/>
                  </a:lnTo>
                  <a:lnTo>
                    <a:pt x="4069" y="295"/>
                  </a:lnTo>
                  <a:cubicBezTo>
                    <a:pt x="4059" y="295"/>
                    <a:pt x="4048" y="296"/>
                    <a:pt x="4038" y="296"/>
                  </a:cubicBezTo>
                  <a:cubicBezTo>
                    <a:pt x="3956" y="296"/>
                    <a:pt x="3844" y="273"/>
                    <a:pt x="3708" y="246"/>
                  </a:cubicBezTo>
                  <a:cubicBezTo>
                    <a:pt x="3554" y="214"/>
                    <a:pt x="3383" y="180"/>
                    <a:pt x="3238" y="180"/>
                  </a:cubicBezTo>
                  <a:cubicBezTo>
                    <a:pt x="3206" y="180"/>
                    <a:pt x="3174" y="182"/>
                    <a:pt x="3144" y="186"/>
                  </a:cubicBezTo>
                  <a:cubicBezTo>
                    <a:pt x="3080" y="194"/>
                    <a:pt x="2991" y="197"/>
                    <a:pt x="2886" y="197"/>
                  </a:cubicBezTo>
                  <a:cubicBezTo>
                    <a:pt x="2704" y="197"/>
                    <a:pt x="2475" y="188"/>
                    <a:pt x="2238" y="179"/>
                  </a:cubicBezTo>
                  <a:cubicBezTo>
                    <a:pt x="2007" y="170"/>
                    <a:pt x="1772" y="162"/>
                    <a:pt x="1583" y="162"/>
                  </a:cubicBezTo>
                  <a:cubicBezTo>
                    <a:pt x="1488" y="162"/>
                    <a:pt x="1404" y="164"/>
                    <a:pt x="1338" y="169"/>
                  </a:cubicBezTo>
                  <a:cubicBezTo>
                    <a:pt x="1305" y="171"/>
                    <a:pt x="1275" y="172"/>
                    <a:pt x="1246" y="172"/>
                  </a:cubicBezTo>
                  <a:cubicBezTo>
                    <a:pt x="1045" y="172"/>
                    <a:pt x="941" y="113"/>
                    <a:pt x="855" y="64"/>
                  </a:cubicBezTo>
                  <a:cubicBezTo>
                    <a:pt x="799" y="25"/>
                    <a:pt x="736" y="1"/>
                    <a:pt x="669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01" name="Google Shape;6559;p80">
              <a:extLst>
                <a:ext uri="{FF2B5EF4-FFF2-40B4-BE49-F238E27FC236}">
                  <a16:creationId xmlns:a16="http://schemas.microsoft.com/office/drawing/2014/main" id="{D1652753-693D-CFA8-A7B7-1525914A7205}"/>
                </a:ext>
              </a:extLst>
            </p:cNvPr>
            <p:cNvSpPr/>
            <p:nvPr/>
          </p:nvSpPr>
          <p:spPr>
            <a:xfrm>
              <a:off x="2067501" y="1729043"/>
              <a:ext cx="4956" cy="3069"/>
            </a:xfrm>
            <a:custGeom>
              <a:avLst/>
              <a:gdLst/>
              <a:ahLst/>
              <a:cxnLst/>
              <a:rect l="l" t="t" r="r" b="b"/>
              <a:pathLst>
                <a:path w="365" h="226" extrusionOk="0">
                  <a:moveTo>
                    <a:pt x="303" y="0"/>
                  </a:moveTo>
                  <a:cubicBezTo>
                    <a:pt x="198" y="0"/>
                    <a:pt x="41" y="106"/>
                    <a:pt x="0" y="158"/>
                  </a:cubicBezTo>
                  <a:cubicBezTo>
                    <a:pt x="74" y="202"/>
                    <a:pt x="151" y="226"/>
                    <a:pt x="215" y="226"/>
                  </a:cubicBezTo>
                  <a:cubicBezTo>
                    <a:pt x="251" y="226"/>
                    <a:pt x="283" y="218"/>
                    <a:pt x="308" y="203"/>
                  </a:cubicBezTo>
                  <a:cubicBezTo>
                    <a:pt x="361" y="168"/>
                    <a:pt x="364" y="98"/>
                    <a:pt x="357" y="46"/>
                  </a:cubicBezTo>
                  <a:cubicBezTo>
                    <a:pt x="354" y="14"/>
                    <a:pt x="340" y="4"/>
                    <a:pt x="308" y="0"/>
                  </a:cubicBezTo>
                  <a:cubicBezTo>
                    <a:pt x="307" y="0"/>
                    <a:pt x="305" y="0"/>
                    <a:pt x="303" y="0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02" name="Google Shape;6560;p80">
              <a:extLst>
                <a:ext uri="{FF2B5EF4-FFF2-40B4-BE49-F238E27FC236}">
                  <a16:creationId xmlns:a16="http://schemas.microsoft.com/office/drawing/2014/main" id="{8F6A0996-D214-F2DD-472C-F63ED75288C3}"/>
                </a:ext>
              </a:extLst>
            </p:cNvPr>
            <p:cNvSpPr/>
            <p:nvPr/>
          </p:nvSpPr>
          <p:spPr>
            <a:xfrm>
              <a:off x="1993626" y="1750237"/>
              <a:ext cx="68" cy="149"/>
            </a:xfrm>
            <a:custGeom>
              <a:avLst/>
              <a:gdLst/>
              <a:ahLst/>
              <a:cxnLst/>
              <a:rect l="l" t="t" r="r" b="b"/>
              <a:pathLst>
                <a:path w="5" h="11" extrusionOk="0">
                  <a:moveTo>
                    <a:pt x="4" y="11"/>
                  </a:moveTo>
                  <a:lnTo>
                    <a:pt x="1" y="1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03" name="Google Shape;6561;p80">
              <a:extLst>
                <a:ext uri="{FF2B5EF4-FFF2-40B4-BE49-F238E27FC236}">
                  <a16:creationId xmlns:a16="http://schemas.microsoft.com/office/drawing/2014/main" id="{03C7CF28-6B15-9057-1432-DFEC0CA9AC50}"/>
                </a:ext>
              </a:extLst>
            </p:cNvPr>
            <p:cNvSpPr/>
            <p:nvPr/>
          </p:nvSpPr>
          <p:spPr>
            <a:xfrm>
              <a:off x="1993870" y="1750767"/>
              <a:ext cx="204" cy="394"/>
            </a:xfrm>
            <a:custGeom>
              <a:avLst/>
              <a:gdLst/>
              <a:ahLst/>
              <a:cxnLst/>
              <a:rect l="l" t="t" r="r" b="b"/>
              <a:pathLst>
                <a:path w="15" h="29" extrusionOk="0">
                  <a:moveTo>
                    <a:pt x="14" y="28"/>
                  </a:moveTo>
                  <a:lnTo>
                    <a:pt x="14" y="28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04" name="Google Shape;6562;p80">
              <a:extLst>
                <a:ext uri="{FF2B5EF4-FFF2-40B4-BE49-F238E27FC236}">
                  <a16:creationId xmlns:a16="http://schemas.microsoft.com/office/drawing/2014/main" id="{FC938452-58FA-143F-30F4-C99250475944}"/>
                </a:ext>
              </a:extLst>
            </p:cNvPr>
            <p:cNvSpPr/>
            <p:nvPr/>
          </p:nvSpPr>
          <p:spPr>
            <a:xfrm>
              <a:off x="1993490" y="1749762"/>
              <a:ext cx="14" cy="109"/>
            </a:xfrm>
            <a:custGeom>
              <a:avLst/>
              <a:gdLst/>
              <a:ahLst/>
              <a:cxnLst/>
              <a:rect l="l" t="t" r="r" b="b"/>
              <a:pathLst>
                <a:path w="1" h="8" extrusionOk="0">
                  <a:moveTo>
                    <a:pt x="0" y="7"/>
                  </a:moveTo>
                  <a:lnTo>
                    <a:pt x="0" y="0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05" name="Google Shape;6563;p80">
              <a:extLst>
                <a:ext uri="{FF2B5EF4-FFF2-40B4-BE49-F238E27FC236}">
                  <a16:creationId xmlns:a16="http://schemas.microsoft.com/office/drawing/2014/main" id="{EF043401-E35B-E2AD-1569-797BEA22A2A5}"/>
                </a:ext>
              </a:extLst>
            </p:cNvPr>
            <p:cNvSpPr/>
            <p:nvPr/>
          </p:nvSpPr>
          <p:spPr>
            <a:xfrm>
              <a:off x="1993490" y="1749898"/>
              <a:ext cx="14" cy="68"/>
            </a:xfrm>
            <a:custGeom>
              <a:avLst/>
              <a:gdLst/>
              <a:ahLst/>
              <a:cxnLst/>
              <a:rect l="l" t="t" r="r" b="b"/>
              <a:pathLst>
                <a:path w="1" h="5" extrusionOk="0">
                  <a:moveTo>
                    <a:pt x="0" y="4"/>
                  </a:moveTo>
                  <a:lnTo>
                    <a:pt x="0" y="1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06" name="Google Shape;6564;p80">
              <a:extLst>
                <a:ext uri="{FF2B5EF4-FFF2-40B4-BE49-F238E27FC236}">
                  <a16:creationId xmlns:a16="http://schemas.microsoft.com/office/drawing/2014/main" id="{610E8204-11FA-AEF5-17A0-C12A9CE498FF}"/>
                </a:ext>
              </a:extLst>
            </p:cNvPr>
            <p:cNvSpPr/>
            <p:nvPr/>
          </p:nvSpPr>
          <p:spPr>
            <a:xfrm>
              <a:off x="1993436" y="1749667"/>
              <a:ext cx="14" cy="109"/>
            </a:xfrm>
            <a:custGeom>
              <a:avLst/>
              <a:gdLst/>
              <a:ahLst/>
              <a:cxnLst/>
              <a:rect l="l" t="t" r="r" b="b"/>
              <a:pathLst>
                <a:path w="1" h="8" extrusionOk="0">
                  <a:moveTo>
                    <a:pt x="1" y="7"/>
                  </a:moveTo>
                  <a:lnTo>
                    <a:pt x="1" y="0"/>
                  </a:lnTo>
                  <a:cubicBezTo>
                    <a:pt x="1" y="4"/>
                    <a:pt x="1" y="4"/>
                    <a:pt x="1" y="7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07" name="Google Shape;6565;p80">
              <a:extLst>
                <a:ext uri="{FF2B5EF4-FFF2-40B4-BE49-F238E27FC236}">
                  <a16:creationId xmlns:a16="http://schemas.microsoft.com/office/drawing/2014/main" id="{451C6D4A-B994-69F9-C1F1-692258B902D2}"/>
                </a:ext>
              </a:extLst>
            </p:cNvPr>
            <p:cNvSpPr/>
            <p:nvPr/>
          </p:nvSpPr>
          <p:spPr>
            <a:xfrm>
              <a:off x="1983552" y="1708690"/>
              <a:ext cx="68" cy="68"/>
            </a:xfrm>
            <a:custGeom>
              <a:avLst/>
              <a:gdLst/>
              <a:ahLst/>
              <a:cxnLst/>
              <a:rect l="l" t="t" r="r" b="b"/>
              <a:pathLst>
                <a:path w="5" h="5" extrusionOk="0">
                  <a:moveTo>
                    <a:pt x="1" y="1"/>
                  </a:moveTo>
                  <a:lnTo>
                    <a:pt x="1" y="4"/>
                  </a:lnTo>
                  <a:lnTo>
                    <a:pt x="4" y="1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08" name="Google Shape;6566;p80">
              <a:extLst>
                <a:ext uri="{FF2B5EF4-FFF2-40B4-BE49-F238E27FC236}">
                  <a16:creationId xmlns:a16="http://schemas.microsoft.com/office/drawing/2014/main" id="{C3CFC260-96A6-A1AD-D3AD-61AFD6D41C9E}"/>
                </a:ext>
              </a:extLst>
            </p:cNvPr>
            <p:cNvSpPr/>
            <p:nvPr/>
          </p:nvSpPr>
          <p:spPr>
            <a:xfrm>
              <a:off x="1993721" y="1750481"/>
              <a:ext cx="163" cy="244"/>
            </a:xfrm>
            <a:custGeom>
              <a:avLst/>
              <a:gdLst/>
              <a:ahLst/>
              <a:cxnLst/>
              <a:rect l="l" t="t" r="r" b="b"/>
              <a:pathLst>
                <a:path w="12" h="18" extrusionOk="0">
                  <a:moveTo>
                    <a:pt x="11" y="18"/>
                  </a:moveTo>
                  <a:lnTo>
                    <a:pt x="1" y="0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09" name="Google Shape;6567;p80">
              <a:extLst>
                <a:ext uri="{FF2B5EF4-FFF2-40B4-BE49-F238E27FC236}">
                  <a16:creationId xmlns:a16="http://schemas.microsoft.com/office/drawing/2014/main" id="{6E9446E4-BB6B-1AB9-17F0-ADFD71A08DD1}"/>
                </a:ext>
              </a:extLst>
            </p:cNvPr>
            <p:cNvSpPr/>
            <p:nvPr/>
          </p:nvSpPr>
          <p:spPr>
            <a:xfrm>
              <a:off x="1993531" y="1750047"/>
              <a:ext cx="68" cy="109"/>
            </a:xfrm>
            <a:custGeom>
              <a:avLst/>
              <a:gdLst/>
              <a:ahLst/>
              <a:cxnLst/>
              <a:rect l="l" t="t" r="r" b="b"/>
              <a:pathLst>
                <a:path w="5" h="8" extrusionOk="0">
                  <a:moveTo>
                    <a:pt x="4" y="7"/>
                  </a:moveTo>
                  <a:lnTo>
                    <a:pt x="1" y="0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10" name="Google Shape;6568;p80">
              <a:extLst>
                <a:ext uri="{FF2B5EF4-FFF2-40B4-BE49-F238E27FC236}">
                  <a16:creationId xmlns:a16="http://schemas.microsoft.com/office/drawing/2014/main" id="{549DB0EF-CD08-A126-DA9D-9D20434F028A}"/>
                </a:ext>
              </a:extLst>
            </p:cNvPr>
            <p:cNvSpPr/>
            <p:nvPr/>
          </p:nvSpPr>
          <p:spPr>
            <a:xfrm>
              <a:off x="1983647" y="1708500"/>
              <a:ext cx="204" cy="204"/>
            </a:xfrm>
            <a:custGeom>
              <a:avLst/>
              <a:gdLst/>
              <a:ahLst/>
              <a:cxnLst/>
              <a:rect l="l" t="t" r="r" b="b"/>
              <a:pathLst>
                <a:path w="15" h="15" extrusionOk="0">
                  <a:moveTo>
                    <a:pt x="15" y="1"/>
                  </a:moveTo>
                  <a:cubicBezTo>
                    <a:pt x="11" y="4"/>
                    <a:pt x="8" y="11"/>
                    <a:pt x="1" y="15"/>
                  </a:cubicBezTo>
                  <a:cubicBezTo>
                    <a:pt x="8" y="11"/>
                    <a:pt x="11" y="4"/>
                    <a:pt x="15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11" name="Google Shape;6569;p80">
              <a:extLst>
                <a:ext uri="{FF2B5EF4-FFF2-40B4-BE49-F238E27FC236}">
                  <a16:creationId xmlns:a16="http://schemas.microsoft.com/office/drawing/2014/main" id="{FD01EC74-3FFA-411F-8A8F-B70327E45C36}"/>
                </a:ext>
              </a:extLst>
            </p:cNvPr>
            <p:cNvSpPr/>
            <p:nvPr/>
          </p:nvSpPr>
          <p:spPr>
            <a:xfrm>
              <a:off x="2035703" y="1698520"/>
              <a:ext cx="204" cy="109"/>
            </a:xfrm>
            <a:custGeom>
              <a:avLst/>
              <a:gdLst/>
              <a:ahLst/>
              <a:cxnLst/>
              <a:rect l="l" t="t" r="r" b="b"/>
              <a:pathLst>
                <a:path w="15" h="8" extrusionOk="0">
                  <a:moveTo>
                    <a:pt x="0" y="1"/>
                  </a:moveTo>
                  <a:lnTo>
                    <a:pt x="14" y="8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12" name="Google Shape;6570;p80">
              <a:extLst>
                <a:ext uri="{FF2B5EF4-FFF2-40B4-BE49-F238E27FC236}">
                  <a16:creationId xmlns:a16="http://schemas.microsoft.com/office/drawing/2014/main" id="{6D371AAB-0F3E-648C-8841-2E371A8227DC}"/>
                </a:ext>
              </a:extLst>
            </p:cNvPr>
            <p:cNvSpPr/>
            <p:nvPr/>
          </p:nvSpPr>
          <p:spPr>
            <a:xfrm>
              <a:off x="2065505" y="1706314"/>
              <a:ext cx="204" cy="14"/>
            </a:xfrm>
            <a:custGeom>
              <a:avLst/>
              <a:gdLst/>
              <a:ahLst/>
              <a:cxnLst/>
              <a:rect l="l" t="t" r="r" b="b"/>
              <a:pathLst>
                <a:path w="15" h="1" extrusionOk="0">
                  <a:moveTo>
                    <a:pt x="0" y="1"/>
                  </a:moveTo>
                  <a:lnTo>
                    <a:pt x="14" y="1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13" name="Google Shape;6571;p80">
              <a:extLst>
                <a:ext uri="{FF2B5EF4-FFF2-40B4-BE49-F238E27FC236}">
                  <a16:creationId xmlns:a16="http://schemas.microsoft.com/office/drawing/2014/main" id="{661313DF-4A18-9663-97A5-5FE2625AB3A3}"/>
                </a:ext>
              </a:extLst>
            </p:cNvPr>
            <p:cNvSpPr/>
            <p:nvPr/>
          </p:nvSpPr>
          <p:spPr>
            <a:xfrm>
              <a:off x="2066266" y="1706409"/>
              <a:ext cx="244" cy="14"/>
            </a:xfrm>
            <a:custGeom>
              <a:avLst/>
              <a:gdLst/>
              <a:ahLst/>
              <a:cxnLst/>
              <a:rect l="l" t="t" r="r" b="b"/>
              <a:pathLst>
                <a:path w="18" h="1" extrusionOk="0">
                  <a:moveTo>
                    <a:pt x="0" y="1"/>
                  </a:moveTo>
                  <a:lnTo>
                    <a:pt x="18" y="1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14" name="Google Shape;6572;p80">
              <a:extLst>
                <a:ext uri="{FF2B5EF4-FFF2-40B4-BE49-F238E27FC236}">
                  <a16:creationId xmlns:a16="http://schemas.microsoft.com/office/drawing/2014/main" id="{2858CA10-58A2-500B-F4D8-EECD91CA3C52}"/>
                </a:ext>
              </a:extLst>
            </p:cNvPr>
            <p:cNvSpPr/>
            <p:nvPr/>
          </p:nvSpPr>
          <p:spPr>
            <a:xfrm>
              <a:off x="2067257" y="1706463"/>
              <a:ext cx="14" cy="14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1" y="0"/>
                  </a:move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15" name="Google Shape;6573;p80">
              <a:extLst>
                <a:ext uri="{FF2B5EF4-FFF2-40B4-BE49-F238E27FC236}">
                  <a16:creationId xmlns:a16="http://schemas.microsoft.com/office/drawing/2014/main" id="{E15471A4-A1BB-29FC-43A1-526041E8768D}"/>
                </a:ext>
              </a:extLst>
            </p:cNvPr>
            <p:cNvSpPr/>
            <p:nvPr/>
          </p:nvSpPr>
          <p:spPr>
            <a:xfrm>
              <a:off x="2068357" y="1706504"/>
              <a:ext cx="14" cy="14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0" y="1"/>
                  </a:move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16" name="Google Shape;6574;p80">
              <a:extLst>
                <a:ext uri="{FF2B5EF4-FFF2-40B4-BE49-F238E27FC236}">
                  <a16:creationId xmlns:a16="http://schemas.microsoft.com/office/drawing/2014/main" id="{87906A38-6F11-5C31-B426-DA600763609B}"/>
                </a:ext>
              </a:extLst>
            </p:cNvPr>
            <p:cNvSpPr/>
            <p:nvPr/>
          </p:nvSpPr>
          <p:spPr>
            <a:xfrm>
              <a:off x="2071819" y="1706409"/>
              <a:ext cx="14" cy="14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1" y="1"/>
                  </a:move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17" name="Google Shape;6575;p80">
              <a:extLst>
                <a:ext uri="{FF2B5EF4-FFF2-40B4-BE49-F238E27FC236}">
                  <a16:creationId xmlns:a16="http://schemas.microsoft.com/office/drawing/2014/main" id="{458E0A25-C654-52EC-CB67-3F1D4CB9DFEC}"/>
                </a:ext>
              </a:extLst>
            </p:cNvPr>
            <p:cNvSpPr/>
            <p:nvPr/>
          </p:nvSpPr>
          <p:spPr>
            <a:xfrm>
              <a:off x="2145164" y="1665201"/>
              <a:ext cx="22919" cy="11663"/>
            </a:xfrm>
            <a:custGeom>
              <a:avLst/>
              <a:gdLst/>
              <a:ahLst/>
              <a:cxnLst/>
              <a:rect l="l" t="t" r="r" b="b"/>
              <a:pathLst>
                <a:path w="1688" h="859" extrusionOk="0">
                  <a:moveTo>
                    <a:pt x="1614" y="0"/>
                  </a:moveTo>
                  <a:lnTo>
                    <a:pt x="1600" y="11"/>
                  </a:lnTo>
                  <a:cubicBezTo>
                    <a:pt x="1499" y="74"/>
                    <a:pt x="1380" y="109"/>
                    <a:pt x="1257" y="113"/>
                  </a:cubicBezTo>
                  <a:cubicBezTo>
                    <a:pt x="1145" y="113"/>
                    <a:pt x="1047" y="165"/>
                    <a:pt x="963" y="214"/>
                  </a:cubicBezTo>
                  <a:cubicBezTo>
                    <a:pt x="911" y="253"/>
                    <a:pt x="851" y="274"/>
                    <a:pt x="788" y="284"/>
                  </a:cubicBezTo>
                  <a:cubicBezTo>
                    <a:pt x="704" y="274"/>
                    <a:pt x="627" y="260"/>
                    <a:pt x="547" y="239"/>
                  </a:cubicBezTo>
                  <a:cubicBezTo>
                    <a:pt x="428" y="207"/>
                    <a:pt x="302" y="186"/>
                    <a:pt x="176" y="172"/>
                  </a:cubicBezTo>
                  <a:lnTo>
                    <a:pt x="106" y="169"/>
                  </a:lnTo>
                  <a:lnTo>
                    <a:pt x="95" y="169"/>
                  </a:lnTo>
                  <a:lnTo>
                    <a:pt x="18" y="162"/>
                  </a:lnTo>
                  <a:cubicBezTo>
                    <a:pt x="18" y="179"/>
                    <a:pt x="18" y="197"/>
                    <a:pt x="15" y="214"/>
                  </a:cubicBezTo>
                  <a:lnTo>
                    <a:pt x="15" y="221"/>
                  </a:lnTo>
                  <a:cubicBezTo>
                    <a:pt x="15" y="242"/>
                    <a:pt x="11" y="260"/>
                    <a:pt x="11" y="281"/>
                  </a:cubicBezTo>
                  <a:cubicBezTo>
                    <a:pt x="11" y="302"/>
                    <a:pt x="8" y="319"/>
                    <a:pt x="4" y="340"/>
                  </a:cubicBezTo>
                  <a:lnTo>
                    <a:pt x="4" y="351"/>
                  </a:lnTo>
                  <a:cubicBezTo>
                    <a:pt x="4" y="375"/>
                    <a:pt x="4" y="396"/>
                    <a:pt x="1" y="417"/>
                  </a:cubicBezTo>
                  <a:lnTo>
                    <a:pt x="1" y="424"/>
                  </a:lnTo>
                  <a:cubicBezTo>
                    <a:pt x="1" y="445"/>
                    <a:pt x="1" y="463"/>
                    <a:pt x="1" y="484"/>
                  </a:cubicBezTo>
                  <a:lnTo>
                    <a:pt x="1" y="498"/>
                  </a:lnTo>
                  <a:lnTo>
                    <a:pt x="1" y="564"/>
                  </a:lnTo>
                  <a:lnTo>
                    <a:pt x="1" y="578"/>
                  </a:lnTo>
                  <a:lnTo>
                    <a:pt x="1" y="638"/>
                  </a:lnTo>
                  <a:lnTo>
                    <a:pt x="1" y="652"/>
                  </a:lnTo>
                  <a:lnTo>
                    <a:pt x="1" y="718"/>
                  </a:lnTo>
                  <a:lnTo>
                    <a:pt x="1" y="725"/>
                  </a:lnTo>
                  <a:cubicBezTo>
                    <a:pt x="64" y="704"/>
                    <a:pt x="134" y="694"/>
                    <a:pt x="200" y="694"/>
                  </a:cubicBezTo>
                  <a:cubicBezTo>
                    <a:pt x="207" y="693"/>
                    <a:pt x="213" y="693"/>
                    <a:pt x="220" y="693"/>
                  </a:cubicBezTo>
                  <a:cubicBezTo>
                    <a:pt x="251" y="693"/>
                    <a:pt x="280" y="700"/>
                    <a:pt x="309" y="711"/>
                  </a:cubicBezTo>
                  <a:cubicBezTo>
                    <a:pt x="372" y="739"/>
                    <a:pt x="417" y="795"/>
                    <a:pt x="431" y="858"/>
                  </a:cubicBezTo>
                  <a:lnTo>
                    <a:pt x="463" y="855"/>
                  </a:lnTo>
                  <a:lnTo>
                    <a:pt x="491" y="851"/>
                  </a:lnTo>
                  <a:lnTo>
                    <a:pt x="522" y="844"/>
                  </a:lnTo>
                  <a:lnTo>
                    <a:pt x="547" y="841"/>
                  </a:lnTo>
                  <a:lnTo>
                    <a:pt x="575" y="837"/>
                  </a:lnTo>
                  <a:lnTo>
                    <a:pt x="596" y="834"/>
                  </a:lnTo>
                  <a:lnTo>
                    <a:pt x="620" y="827"/>
                  </a:lnTo>
                  <a:lnTo>
                    <a:pt x="641" y="823"/>
                  </a:lnTo>
                  <a:lnTo>
                    <a:pt x="659" y="820"/>
                  </a:lnTo>
                  <a:lnTo>
                    <a:pt x="680" y="816"/>
                  </a:lnTo>
                  <a:lnTo>
                    <a:pt x="694" y="813"/>
                  </a:lnTo>
                  <a:lnTo>
                    <a:pt x="711" y="809"/>
                  </a:lnTo>
                  <a:lnTo>
                    <a:pt x="722" y="806"/>
                  </a:lnTo>
                  <a:lnTo>
                    <a:pt x="739" y="799"/>
                  </a:lnTo>
                  <a:cubicBezTo>
                    <a:pt x="761" y="791"/>
                    <a:pt x="784" y="788"/>
                    <a:pt x="808" y="788"/>
                  </a:cubicBezTo>
                  <a:cubicBezTo>
                    <a:pt x="858" y="788"/>
                    <a:pt x="911" y="801"/>
                    <a:pt x="963" y="813"/>
                  </a:cubicBezTo>
                  <a:cubicBezTo>
                    <a:pt x="991" y="820"/>
                    <a:pt x="1019" y="827"/>
                    <a:pt x="1051" y="830"/>
                  </a:cubicBezTo>
                  <a:cubicBezTo>
                    <a:pt x="1079" y="750"/>
                    <a:pt x="1156" y="575"/>
                    <a:pt x="1285" y="564"/>
                  </a:cubicBezTo>
                  <a:cubicBezTo>
                    <a:pt x="1292" y="540"/>
                    <a:pt x="1296" y="515"/>
                    <a:pt x="1299" y="491"/>
                  </a:cubicBezTo>
                  <a:cubicBezTo>
                    <a:pt x="1310" y="417"/>
                    <a:pt x="1324" y="309"/>
                    <a:pt x="1422" y="298"/>
                  </a:cubicBezTo>
                  <a:cubicBezTo>
                    <a:pt x="1429" y="295"/>
                    <a:pt x="1436" y="295"/>
                    <a:pt x="1439" y="291"/>
                  </a:cubicBezTo>
                  <a:lnTo>
                    <a:pt x="1453" y="288"/>
                  </a:lnTo>
                  <a:lnTo>
                    <a:pt x="1464" y="281"/>
                  </a:lnTo>
                  <a:lnTo>
                    <a:pt x="1478" y="274"/>
                  </a:lnTo>
                  <a:lnTo>
                    <a:pt x="1495" y="263"/>
                  </a:lnTo>
                  <a:lnTo>
                    <a:pt x="1502" y="260"/>
                  </a:lnTo>
                  <a:cubicBezTo>
                    <a:pt x="1548" y="228"/>
                    <a:pt x="1593" y="193"/>
                    <a:pt x="1639" y="158"/>
                  </a:cubicBezTo>
                  <a:lnTo>
                    <a:pt x="1653" y="148"/>
                  </a:lnTo>
                  <a:lnTo>
                    <a:pt x="1677" y="127"/>
                  </a:lnTo>
                  <a:lnTo>
                    <a:pt x="1688" y="116"/>
                  </a:lnTo>
                  <a:lnTo>
                    <a:pt x="1677" y="99"/>
                  </a:lnTo>
                  <a:lnTo>
                    <a:pt x="1674" y="92"/>
                  </a:lnTo>
                  <a:cubicBezTo>
                    <a:pt x="1656" y="60"/>
                    <a:pt x="1635" y="28"/>
                    <a:pt x="1621" y="7"/>
                  </a:cubicBezTo>
                  <a:lnTo>
                    <a:pt x="1614" y="0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18" name="Google Shape;6576;p80">
              <a:extLst>
                <a:ext uri="{FF2B5EF4-FFF2-40B4-BE49-F238E27FC236}">
                  <a16:creationId xmlns:a16="http://schemas.microsoft.com/office/drawing/2014/main" id="{DDCD3E1C-1BC2-E970-E1F4-989A85F636A9}"/>
                </a:ext>
              </a:extLst>
            </p:cNvPr>
            <p:cNvSpPr/>
            <p:nvPr/>
          </p:nvSpPr>
          <p:spPr>
            <a:xfrm>
              <a:off x="2165463" y="1668718"/>
              <a:ext cx="54" cy="14"/>
            </a:xfrm>
            <a:custGeom>
              <a:avLst/>
              <a:gdLst/>
              <a:ahLst/>
              <a:cxnLst/>
              <a:rect l="l" t="t" r="r" b="b"/>
              <a:pathLst>
                <a:path w="4" h="1" extrusionOk="0">
                  <a:moveTo>
                    <a:pt x="4" y="1"/>
                  </a:moveTo>
                  <a:lnTo>
                    <a:pt x="0" y="1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19" name="Google Shape;6577;p80">
              <a:extLst>
                <a:ext uri="{FF2B5EF4-FFF2-40B4-BE49-F238E27FC236}">
                  <a16:creationId xmlns:a16="http://schemas.microsoft.com/office/drawing/2014/main" id="{0DDBE3D7-49C1-F914-43C5-204720D011EA}"/>
                </a:ext>
              </a:extLst>
            </p:cNvPr>
            <p:cNvSpPr/>
            <p:nvPr/>
          </p:nvSpPr>
          <p:spPr>
            <a:xfrm>
              <a:off x="2165028" y="1668908"/>
              <a:ext cx="163" cy="109"/>
            </a:xfrm>
            <a:custGeom>
              <a:avLst/>
              <a:gdLst/>
              <a:ahLst/>
              <a:cxnLst/>
              <a:rect l="l" t="t" r="r" b="b"/>
              <a:pathLst>
                <a:path w="12" h="8" extrusionOk="0">
                  <a:moveTo>
                    <a:pt x="11" y="1"/>
                  </a:moveTo>
                  <a:lnTo>
                    <a:pt x="1" y="8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20" name="Google Shape;6578;p80">
              <a:extLst>
                <a:ext uri="{FF2B5EF4-FFF2-40B4-BE49-F238E27FC236}">
                  <a16:creationId xmlns:a16="http://schemas.microsoft.com/office/drawing/2014/main" id="{070B4DFD-5BA3-6C13-0818-C6623035FA30}"/>
                </a:ext>
              </a:extLst>
            </p:cNvPr>
            <p:cNvSpPr/>
            <p:nvPr/>
          </p:nvSpPr>
          <p:spPr>
            <a:xfrm>
              <a:off x="2167880" y="1666776"/>
              <a:ext cx="204" cy="149"/>
            </a:xfrm>
            <a:custGeom>
              <a:avLst/>
              <a:gdLst/>
              <a:ahLst/>
              <a:cxnLst/>
              <a:rect l="l" t="t" r="r" b="b"/>
              <a:pathLst>
                <a:path w="15" h="11" extrusionOk="0">
                  <a:moveTo>
                    <a:pt x="1" y="11"/>
                  </a:moveTo>
                  <a:lnTo>
                    <a:pt x="15" y="0"/>
                  </a:lnTo>
                  <a:lnTo>
                    <a:pt x="15" y="0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21" name="Google Shape;6579;p80">
              <a:extLst>
                <a:ext uri="{FF2B5EF4-FFF2-40B4-BE49-F238E27FC236}">
                  <a16:creationId xmlns:a16="http://schemas.microsoft.com/office/drawing/2014/main" id="{1D1FF7F1-2639-C99C-8092-6A8E0C40CBFD}"/>
                </a:ext>
              </a:extLst>
            </p:cNvPr>
            <p:cNvSpPr/>
            <p:nvPr/>
          </p:nvSpPr>
          <p:spPr>
            <a:xfrm>
              <a:off x="2167404" y="1667197"/>
              <a:ext cx="163" cy="163"/>
            </a:xfrm>
            <a:custGeom>
              <a:avLst/>
              <a:gdLst/>
              <a:ahLst/>
              <a:cxnLst/>
              <a:rect l="l" t="t" r="r" b="b"/>
              <a:pathLst>
                <a:path w="12" h="12" extrusionOk="0">
                  <a:moveTo>
                    <a:pt x="11" y="1"/>
                  </a:moveTo>
                  <a:lnTo>
                    <a:pt x="1" y="11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22" name="Google Shape;6580;p80">
              <a:extLst>
                <a:ext uri="{FF2B5EF4-FFF2-40B4-BE49-F238E27FC236}">
                  <a16:creationId xmlns:a16="http://schemas.microsoft.com/office/drawing/2014/main" id="{651D424E-30A8-46D3-8E45-F341FBCE9122}"/>
                </a:ext>
              </a:extLst>
            </p:cNvPr>
            <p:cNvSpPr/>
            <p:nvPr/>
          </p:nvSpPr>
          <p:spPr>
            <a:xfrm>
              <a:off x="2151437" y="1676701"/>
              <a:ext cx="394" cy="68"/>
            </a:xfrm>
            <a:custGeom>
              <a:avLst/>
              <a:gdLst/>
              <a:ahLst/>
              <a:cxnLst/>
              <a:rect l="l" t="t" r="r" b="b"/>
              <a:pathLst>
                <a:path w="29" h="5" extrusionOk="0">
                  <a:moveTo>
                    <a:pt x="29" y="1"/>
                  </a:moveTo>
                  <a:lnTo>
                    <a:pt x="1" y="4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23" name="Google Shape;6581;p80">
              <a:extLst>
                <a:ext uri="{FF2B5EF4-FFF2-40B4-BE49-F238E27FC236}">
                  <a16:creationId xmlns:a16="http://schemas.microsoft.com/office/drawing/2014/main" id="{7D7E7390-AFC0-641B-F1D4-9C0D7D70699B}"/>
                </a:ext>
              </a:extLst>
            </p:cNvPr>
            <p:cNvSpPr/>
            <p:nvPr/>
          </p:nvSpPr>
          <p:spPr>
            <a:xfrm>
              <a:off x="2152917" y="1676470"/>
              <a:ext cx="339" cy="109"/>
            </a:xfrm>
            <a:custGeom>
              <a:avLst/>
              <a:gdLst/>
              <a:ahLst/>
              <a:cxnLst/>
              <a:rect l="l" t="t" r="r" b="b"/>
              <a:pathLst>
                <a:path w="25" h="8" extrusionOk="0">
                  <a:moveTo>
                    <a:pt x="25" y="0"/>
                  </a:moveTo>
                  <a:lnTo>
                    <a:pt x="0" y="7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24" name="Google Shape;6582;p80">
              <a:extLst>
                <a:ext uri="{FF2B5EF4-FFF2-40B4-BE49-F238E27FC236}">
                  <a16:creationId xmlns:a16="http://schemas.microsoft.com/office/drawing/2014/main" id="{37058410-E768-D8AB-46CC-5DA174101EAD}"/>
                </a:ext>
              </a:extLst>
            </p:cNvPr>
            <p:cNvSpPr/>
            <p:nvPr/>
          </p:nvSpPr>
          <p:spPr>
            <a:xfrm>
              <a:off x="2152198" y="1676606"/>
              <a:ext cx="394" cy="68"/>
            </a:xfrm>
            <a:custGeom>
              <a:avLst/>
              <a:gdLst/>
              <a:ahLst/>
              <a:cxnLst/>
              <a:rect l="l" t="t" r="r" b="b"/>
              <a:pathLst>
                <a:path w="29" h="5" extrusionOk="0">
                  <a:moveTo>
                    <a:pt x="29" y="1"/>
                  </a:moveTo>
                  <a:lnTo>
                    <a:pt x="1" y="4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25" name="Google Shape;6583;p80">
              <a:extLst>
                <a:ext uri="{FF2B5EF4-FFF2-40B4-BE49-F238E27FC236}">
                  <a16:creationId xmlns:a16="http://schemas.microsoft.com/office/drawing/2014/main" id="{99B25A7E-A787-BA83-9D47-2F0A848D5484}"/>
                </a:ext>
              </a:extLst>
            </p:cNvPr>
            <p:cNvSpPr/>
            <p:nvPr/>
          </p:nvSpPr>
          <p:spPr>
            <a:xfrm>
              <a:off x="2150962" y="1676851"/>
              <a:ext cx="14" cy="14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1" y="0"/>
                  </a:move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26" name="Google Shape;6584;p80">
              <a:extLst>
                <a:ext uri="{FF2B5EF4-FFF2-40B4-BE49-F238E27FC236}">
                  <a16:creationId xmlns:a16="http://schemas.microsoft.com/office/drawing/2014/main" id="{DD7CE69B-746E-471A-0C52-E01EA57F6042}"/>
                </a:ext>
              </a:extLst>
            </p:cNvPr>
            <p:cNvSpPr/>
            <p:nvPr/>
          </p:nvSpPr>
          <p:spPr>
            <a:xfrm>
              <a:off x="2154913" y="1676036"/>
              <a:ext cx="299" cy="109"/>
            </a:xfrm>
            <a:custGeom>
              <a:avLst/>
              <a:gdLst/>
              <a:ahLst/>
              <a:cxnLst/>
              <a:rect l="l" t="t" r="r" b="b"/>
              <a:pathLst>
                <a:path w="22" h="8" extrusionOk="0">
                  <a:moveTo>
                    <a:pt x="21" y="1"/>
                  </a:moveTo>
                  <a:lnTo>
                    <a:pt x="0" y="8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27" name="Google Shape;6585;p80">
              <a:extLst>
                <a:ext uri="{FF2B5EF4-FFF2-40B4-BE49-F238E27FC236}">
                  <a16:creationId xmlns:a16="http://schemas.microsoft.com/office/drawing/2014/main" id="{904AB635-B7B5-FF72-B833-99DCF12B52EA}"/>
                </a:ext>
              </a:extLst>
            </p:cNvPr>
            <p:cNvSpPr/>
            <p:nvPr/>
          </p:nvSpPr>
          <p:spPr>
            <a:xfrm>
              <a:off x="2153528" y="1676375"/>
              <a:ext cx="299" cy="54"/>
            </a:xfrm>
            <a:custGeom>
              <a:avLst/>
              <a:gdLst/>
              <a:ahLst/>
              <a:cxnLst/>
              <a:rect l="l" t="t" r="r" b="b"/>
              <a:pathLst>
                <a:path w="22" h="4" extrusionOk="0">
                  <a:moveTo>
                    <a:pt x="22" y="0"/>
                  </a:moveTo>
                  <a:lnTo>
                    <a:pt x="1" y="4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28" name="Google Shape;6586;p80">
              <a:extLst>
                <a:ext uri="{FF2B5EF4-FFF2-40B4-BE49-F238E27FC236}">
                  <a16:creationId xmlns:a16="http://schemas.microsoft.com/office/drawing/2014/main" id="{8FA76808-B2E9-92B1-4F9A-E262C36DDB87}"/>
                </a:ext>
              </a:extLst>
            </p:cNvPr>
            <p:cNvSpPr/>
            <p:nvPr/>
          </p:nvSpPr>
          <p:spPr>
            <a:xfrm>
              <a:off x="2154098" y="1676280"/>
              <a:ext cx="258" cy="54"/>
            </a:xfrm>
            <a:custGeom>
              <a:avLst/>
              <a:gdLst/>
              <a:ahLst/>
              <a:cxnLst/>
              <a:rect l="l" t="t" r="r" b="b"/>
              <a:pathLst>
                <a:path w="19" h="4" extrusionOk="0">
                  <a:moveTo>
                    <a:pt x="18" y="0"/>
                  </a:moveTo>
                  <a:lnTo>
                    <a:pt x="1" y="4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29" name="Google Shape;6587;p80">
              <a:extLst>
                <a:ext uri="{FF2B5EF4-FFF2-40B4-BE49-F238E27FC236}">
                  <a16:creationId xmlns:a16="http://schemas.microsoft.com/office/drawing/2014/main" id="{5B227802-C29A-2BFC-6CEC-AA1D4A5E7580}"/>
                </a:ext>
              </a:extLst>
            </p:cNvPr>
            <p:cNvSpPr/>
            <p:nvPr/>
          </p:nvSpPr>
          <p:spPr>
            <a:xfrm>
              <a:off x="2154533" y="1676131"/>
              <a:ext cx="244" cy="109"/>
            </a:xfrm>
            <a:custGeom>
              <a:avLst/>
              <a:gdLst/>
              <a:ahLst/>
              <a:cxnLst/>
              <a:rect l="l" t="t" r="r" b="b"/>
              <a:pathLst>
                <a:path w="18" h="8" extrusionOk="0">
                  <a:moveTo>
                    <a:pt x="18" y="1"/>
                  </a:moveTo>
                  <a:lnTo>
                    <a:pt x="0" y="8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30" name="Google Shape;6588;p80">
              <a:extLst>
                <a:ext uri="{FF2B5EF4-FFF2-40B4-BE49-F238E27FC236}">
                  <a16:creationId xmlns:a16="http://schemas.microsoft.com/office/drawing/2014/main" id="{A35840B4-FC27-016C-8064-EFFB6BFA4A77}"/>
                </a:ext>
              </a:extLst>
            </p:cNvPr>
            <p:cNvSpPr/>
            <p:nvPr/>
          </p:nvSpPr>
          <p:spPr>
            <a:xfrm>
              <a:off x="2164703" y="1669098"/>
              <a:ext cx="149" cy="68"/>
            </a:xfrm>
            <a:custGeom>
              <a:avLst/>
              <a:gdLst/>
              <a:ahLst/>
              <a:cxnLst/>
              <a:rect l="l" t="t" r="r" b="b"/>
              <a:pathLst>
                <a:path w="11" h="5" extrusionOk="0">
                  <a:moveTo>
                    <a:pt x="11" y="1"/>
                  </a:moveTo>
                  <a:lnTo>
                    <a:pt x="0" y="4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31" name="Google Shape;6589;p80">
              <a:extLst>
                <a:ext uri="{FF2B5EF4-FFF2-40B4-BE49-F238E27FC236}">
                  <a16:creationId xmlns:a16="http://schemas.microsoft.com/office/drawing/2014/main" id="{E0F320F5-3649-0816-DBF3-1B066C0A7576}"/>
                </a:ext>
              </a:extLst>
            </p:cNvPr>
            <p:cNvSpPr/>
            <p:nvPr/>
          </p:nvSpPr>
          <p:spPr>
            <a:xfrm>
              <a:off x="2145450" y="1667387"/>
              <a:ext cx="1018" cy="109"/>
            </a:xfrm>
            <a:custGeom>
              <a:avLst/>
              <a:gdLst/>
              <a:ahLst/>
              <a:cxnLst/>
              <a:rect l="l" t="t" r="r" b="b"/>
              <a:pathLst>
                <a:path w="75" h="8" extrusionOk="0">
                  <a:moveTo>
                    <a:pt x="1" y="1"/>
                  </a:moveTo>
                  <a:lnTo>
                    <a:pt x="74" y="8"/>
                  </a:lnTo>
                  <a:lnTo>
                    <a:pt x="1" y="1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32" name="Google Shape;6590;p80">
              <a:extLst>
                <a:ext uri="{FF2B5EF4-FFF2-40B4-BE49-F238E27FC236}">
                  <a16:creationId xmlns:a16="http://schemas.microsoft.com/office/drawing/2014/main" id="{3C33ED02-9DAC-A0D2-25FB-E157A355D492}"/>
                </a:ext>
              </a:extLst>
            </p:cNvPr>
            <p:cNvSpPr/>
            <p:nvPr/>
          </p:nvSpPr>
          <p:spPr>
            <a:xfrm>
              <a:off x="2166888" y="1665201"/>
              <a:ext cx="299" cy="149"/>
            </a:xfrm>
            <a:custGeom>
              <a:avLst/>
              <a:gdLst/>
              <a:ahLst/>
              <a:cxnLst/>
              <a:rect l="l" t="t" r="r" b="b"/>
              <a:pathLst>
                <a:path w="22" h="11" extrusionOk="0">
                  <a:moveTo>
                    <a:pt x="0" y="11"/>
                  </a:moveTo>
                  <a:lnTo>
                    <a:pt x="18" y="0"/>
                  </a:lnTo>
                  <a:lnTo>
                    <a:pt x="21" y="7"/>
                  </a:lnTo>
                  <a:lnTo>
                    <a:pt x="18" y="0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33" name="Google Shape;6591;p80">
              <a:extLst>
                <a:ext uri="{FF2B5EF4-FFF2-40B4-BE49-F238E27FC236}">
                  <a16:creationId xmlns:a16="http://schemas.microsoft.com/office/drawing/2014/main" id="{5890C898-1F0B-ADBE-9232-4172D68EEF68}"/>
                </a:ext>
              </a:extLst>
            </p:cNvPr>
            <p:cNvSpPr/>
            <p:nvPr/>
          </p:nvSpPr>
          <p:spPr>
            <a:xfrm>
              <a:off x="2146590" y="1667482"/>
              <a:ext cx="964" cy="68"/>
            </a:xfrm>
            <a:custGeom>
              <a:avLst/>
              <a:gdLst/>
              <a:ahLst/>
              <a:cxnLst/>
              <a:rect l="l" t="t" r="r" b="b"/>
              <a:pathLst>
                <a:path w="71" h="5" extrusionOk="0">
                  <a:moveTo>
                    <a:pt x="71" y="4"/>
                  </a:moveTo>
                  <a:lnTo>
                    <a:pt x="1" y="1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34" name="Google Shape;6592;p80">
              <a:extLst>
                <a:ext uri="{FF2B5EF4-FFF2-40B4-BE49-F238E27FC236}">
                  <a16:creationId xmlns:a16="http://schemas.microsoft.com/office/drawing/2014/main" id="{F602D3A6-FBDF-64A2-D68E-E78F676BE243}"/>
                </a:ext>
              </a:extLst>
            </p:cNvPr>
            <p:cNvSpPr/>
            <p:nvPr/>
          </p:nvSpPr>
          <p:spPr>
            <a:xfrm>
              <a:off x="2167174" y="1665296"/>
              <a:ext cx="720" cy="1154"/>
            </a:xfrm>
            <a:custGeom>
              <a:avLst/>
              <a:gdLst/>
              <a:ahLst/>
              <a:cxnLst/>
              <a:rect l="l" t="t" r="r" b="b"/>
              <a:pathLst>
                <a:path w="53" h="85" extrusionOk="0">
                  <a:moveTo>
                    <a:pt x="0" y="0"/>
                  </a:moveTo>
                  <a:cubicBezTo>
                    <a:pt x="14" y="21"/>
                    <a:pt x="35" y="53"/>
                    <a:pt x="53" y="85"/>
                  </a:cubicBezTo>
                  <a:cubicBezTo>
                    <a:pt x="35" y="53"/>
                    <a:pt x="18" y="21"/>
                    <a:pt x="4" y="0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35" name="Google Shape;6593;p80">
              <a:extLst>
                <a:ext uri="{FF2B5EF4-FFF2-40B4-BE49-F238E27FC236}">
                  <a16:creationId xmlns:a16="http://schemas.microsoft.com/office/drawing/2014/main" id="{2AB6340A-0581-AF37-FE31-5FB11A2ADE88}"/>
                </a:ext>
              </a:extLst>
            </p:cNvPr>
            <p:cNvSpPr/>
            <p:nvPr/>
          </p:nvSpPr>
          <p:spPr>
            <a:xfrm>
              <a:off x="2167934" y="1666532"/>
              <a:ext cx="149" cy="258"/>
            </a:xfrm>
            <a:custGeom>
              <a:avLst/>
              <a:gdLst/>
              <a:ahLst/>
              <a:cxnLst/>
              <a:rect l="l" t="t" r="r" b="b"/>
              <a:pathLst>
                <a:path w="11" h="19" extrusionOk="0">
                  <a:moveTo>
                    <a:pt x="11" y="18"/>
                  </a:moveTo>
                  <a:lnTo>
                    <a:pt x="11" y="18"/>
                  </a:lnTo>
                  <a:lnTo>
                    <a:pt x="0" y="1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36" name="Google Shape;6594;p80">
              <a:extLst>
                <a:ext uri="{FF2B5EF4-FFF2-40B4-BE49-F238E27FC236}">
                  <a16:creationId xmlns:a16="http://schemas.microsoft.com/office/drawing/2014/main" id="{915954BD-AF35-8746-BE19-2BFDBEDF853A}"/>
                </a:ext>
              </a:extLst>
            </p:cNvPr>
            <p:cNvSpPr/>
            <p:nvPr/>
          </p:nvSpPr>
          <p:spPr>
            <a:xfrm>
              <a:off x="2167119" y="1665201"/>
              <a:ext cx="109" cy="109"/>
            </a:xfrm>
            <a:custGeom>
              <a:avLst/>
              <a:gdLst/>
              <a:ahLst/>
              <a:cxnLst/>
              <a:rect l="l" t="t" r="r" b="b"/>
              <a:pathLst>
                <a:path w="8" h="8" extrusionOk="0">
                  <a:moveTo>
                    <a:pt x="1" y="0"/>
                  </a:moveTo>
                  <a:lnTo>
                    <a:pt x="1" y="0"/>
                  </a:lnTo>
                  <a:lnTo>
                    <a:pt x="8" y="7"/>
                  </a:lnTo>
                  <a:lnTo>
                    <a:pt x="8" y="7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37" name="Google Shape;6595;p80">
              <a:extLst>
                <a:ext uri="{FF2B5EF4-FFF2-40B4-BE49-F238E27FC236}">
                  <a16:creationId xmlns:a16="http://schemas.microsoft.com/office/drawing/2014/main" id="{C950817A-4560-62A5-08FC-97EA31AD2D3D}"/>
                </a:ext>
              </a:extLst>
            </p:cNvPr>
            <p:cNvSpPr/>
            <p:nvPr/>
          </p:nvSpPr>
          <p:spPr>
            <a:xfrm>
              <a:off x="2196637" y="1711826"/>
              <a:ext cx="45172" cy="43706"/>
            </a:xfrm>
            <a:custGeom>
              <a:avLst/>
              <a:gdLst/>
              <a:ahLst/>
              <a:cxnLst/>
              <a:rect l="l" t="t" r="r" b="b"/>
              <a:pathLst>
                <a:path w="3327" h="3219" extrusionOk="0">
                  <a:moveTo>
                    <a:pt x="3299" y="1"/>
                  </a:moveTo>
                  <a:lnTo>
                    <a:pt x="3285" y="25"/>
                  </a:lnTo>
                  <a:lnTo>
                    <a:pt x="3274" y="29"/>
                  </a:lnTo>
                  <a:lnTo>
                    <a:pt x="3257" y="32"/>
                  </a:lnTo>
                  <a:lnTo>
                    <a:pt x="3246" y="32"/>
                  </a:lnTo>
                  <a:lnTo>
                    <a:pt x="3222" y="39"/>
                  </a:lnTo>
                  <a:lnTo>
                    <a:pt x="3215" y="39"/>
                  </a:lnTo>
                  <a:lnTo>
                    <a:pt x="3197" y="43"/>
                  </a:lnTo>
                  <a:lnTo>
                    <a:pt x="3190" y="46"/>
                  </a:lnTo>
                  <a:lnTo>
                    <a:pt x="3180" y="53"/>
                  </a:lnTo>
                  <a:lnTo>
                    <a:pt x="3173" y="53"/>
                  </a:lnTo>
                  <a:lnTo>
                    <a:pt x="3162" y="60"/>
                  </a:lnTo>
                  <a:lnTo>
                    <a:pt x="3159" y="60"/>
                  </a:lnTo>
                  <a:lnTo>
                    <a:pt x="3145" y="67"/>
                  </a:lnTo>
                  <a:cubicBezTo>
                    <a:pt x="3148" y="74"/>
                    <a:pt x="3148" y="85"/>
                    <a:pt x="3152" y="92"/>
                  </a:cubicBezTo>
                  <a:cubicBezTo>
                    <a:pt x="3152" y="120"/>
                    <a:pt x="3145" y="148"/>
                    <a:pt x="3127" y="172"/>
                  </a:cubicBezTo>
                  <a:cubicBezTo>
                    <a:pt x="3092" y="225"/>
                    <a:pt x="3015" y="260"/>
                    <a:pt x="2914" y="267"/>
                  </a:cubicBezTo>
                  <a:lnTo>
                    <a:pt x="2865" y="267"/>
                  </a:lnTo>
                  <a:cubicBezTo>
                    <a:pt x="2816" y="263"/>
                    <a:pt x="2396" y="232"/>
                    <a:pt x="2255" y="162"/>
                  </a:cubicBezTo>
                  <a:lnTo>
                    <a:pt x="2245" y="158"/>
                  </a:lnTo>
                  <a:lnTo>
                    <a:pt x="2231" y="155"/>
                  </a:lnTo>
                  <a:lnTo>
                    <a:pt x="2227" y="155"/>
                  </a:lnTo>
                  <a:lnTo>
                    <a:pt x="2210" y="151"/>
                  </a:lnTo>
                  <a:lnTo>
                    <a:pt x="1692" y="151"/>
                  </a:lnTo>
                  <a:lnTo>
                    <a:pt x="1643" y="155"/>
                  </a:lnTo>
                  <a:lnTo>
                    <a:pt x="1594" y="155"/>
                  </a:lnTo>
                  <a:cubicBezTo>
                    <a:pt x="1546" y="228"/>
                    <a:pt x="1209" y="416"/>
                    <a:pt x="1052" y="416"/>
                  </a:cubicBezTo>
                  <a:cubicBezTo>
                    <a:pt x="1037" y="416"/>
                    <a:pt x="1024" y="414"/>
                    <a:pt x="1013" y="410"/>
                  </a:cubicBezTo>
                  <a:cubicBezTo>
                    <a:pt x="1002" y="421"/>
                    <a:pt x="992" y="431"/>
                    <a:pt x="981" y="445"/>
                  </a:cubicBezTo>
                  <a:cubicBezTo>
                    <a:pt x="936" y="505"/>
                    <a:pt x="869" y="547"/>
                    <a:pt x="796" y="571"/>
                  </a:cubicBezTo>
                  <a:cubicBezTo>
                    <a:pt x="778" y="575"/>
                    <a:pt x="761" y="578"/>
                    <a:pt x="740" y="582"/>
                  </a:cubicBezTo>
                  <a:lnTo>
                    <a:pt x="460" y="582"/>
                  </a:lnTo>
                  <a:cubicBezTo>
                    <a:pt x="460" y="585"/>
                    <a:pt x="456" y="589"/>
                    <a:pt x="456" y="592"/>
                  </a:cubicBezTo>
                  <a:cubicBezTo>
                    <a:pt x="453" y="596"/>
                    <a:pt x="449" y="606"/>
                    <a:pt x="446" y="613"/>
                  </a:cubicBezTo>
                  <a:lnTo>
                    <a:pt x="442" y="627"/>
                  </a:lnTo>
                  <a:cubicBezTo>
                    <a:pt x="439" y="634"/>
                    <a:pt x="432" y="645"/>
                    <a:pt x="428" y="652"/>
                  </a:cubicBezTo>
                  <a:lnTo>
                    <a:pt x="421" y="666"/>
                  </a:lnTo>
                  <a:cubicBezTo>
                    <a:pt x="418" y="676"/>
                    <a:pt x="411" y="687"/>
                    <a:pt x="404" y="697"/>
                  </a:cubicBezTo>
                  <a:lnTo>
                    <a:pt x="397" y="711"/>
                  </a:lnTo>
                  <a:cubicBezTo>
                    <a:pt x="390" y="722"/>
                    <a:pt x="386" y="732"/>
                    <a:pt x="379" y="743"/>
                  </a:cubicBezTo>
                  <a:lnTo>
                    <a:pt x="365" y="764"/>
                  </a:lnTo>
                  <a:lnTo>
                    <a:pt x="348" y="789"/>
                  </a:lnTo>
                  <a:lnTo>
                    <a:pt x="330" y="813"/>
                  </a:lnTo>
                  <a:lnTo>
                    <a:pt x="316" y="831"/>
                  </a:lnTo>
                  <a:cubicBezTo>
                    <a:pt x="309" y="841"/>
                    <a:pt x="302" y="852"/>
                    <a:pt x="295" y="862"/>
                  </a:cubicBezTo>
                  <a:lnTo>
                    <a:pt x="284" y="873"/>
                  </a:lnTo>
                  <a:cubicBezTo>
                    <a:pt x="274" y="883"/>
                    <a:pt x="263" y="897"/>
                    <a:pt x="253" y="908"/>
                  </a:cubicBezTo>
                  <a:cubicBezTo>
                    <a:pt x="235" y="929"/>
                    <a:pt x="225" y="953"/>
                    <a:pt x="221" y="981"/>
                  </a:cubicBezTo>
                  <a:cubicBezTo>
                    <a:pt x="221" y="992"/>
                    <a:pt x="218" y="1002"/>
                    <a:pt x="214" y="1016"/>
                  </a:cubicBezTo>
                  <a:lnTo>
                    <a:pt x="214" y="1023"/>
                  </a:lnTo>
                  <a:cubicBezTo>
                    <a:pt x="214" y="1027"/>
                    <a:pt x="211" y="1030"/>
                    <a:pt x="211" y="1034"/>
                  </a:cubicBezTo>
                  <a:cubicBezTo>
                    <a:pt x="207" y="1037"/>
                    <a:pt x="211" y="1041"/>
                    <a:pt x="207" y="1044"/>
                  </a:cubicBezTo>
                  <a:cubicBezTo>
                    <a:pt x="204" y="1048"/>
                    <a:pt x="204" y="1051"/>
                    <a:pt x="200" y="1058"/>
                  </a:cubicBezTo>
                  <a:cubicBezTo>
                    <a:pt x="200" y="1062"/>
                    <a:pt x="197" y="1062"/>
                    <a:pt x="193" y="1065"/>
                  </a:cubicBezTo>
                  <a:cubicBezTo>
                    <a:pt x="193" y="1069"/>
                    <a:pt x="186" y="1076"/>
                    <a:pt x="183" y="1079"/>
                  </a:cubicBezTo>
                  <a:cubicBezTo>
                    <a:pt x="183" y="1079"/>
                    <a:pt x="179" y="1083"/>
                    <a:pt x="179" y="1086"/>
                  </a:cubicBezTo>
                  <a:cubicBezTo>
                    <a:pt x="172" y="1090"/>
                    <a:pt x="169" y="1093"/>
                    <a:pt x="162" y="1097"/>
                  </a:cubicBezTo>
                  <a:cubicBezTo>
                    <a:pt x="162" y="1097"/>
                    <a:pt x="158" y="1104"/>
                    <a:pt x="155" y="1104"/>
                  </a:cubicBezTo>
                  <a:cubicBezTo>
                    <a:pt x="148" y="1107"/>
                    <a:pt x="141" y="1111"/>
                    <a:pt x="134" y="1114"/>
                  </a:cubicBezTo>
                  <a:lnTo>
                    <a:pt x="127" y="1118"/>
                  </a:lnTo>
                  <a:cubicBezTo>
                    <a:pt x="116" y="1121"/>
                    <a:pt x="109" y="1125"/>
                    <a:pt x="102" y="1125"/>
                  </a:cubicBezTo>
                  <a:lnTo>
                    <a:pt x="88" y="1132"/>
                  </a:lnTo>
                  <a:cubicBezTo>
                    <a:pt x="57" y="1135"/>
                    <a:pt x="22" y="1254"/>
                    <a:pt x="1" y="1317"/>
                  </a:cubicBezTo>
                  <a:lnTo>
                    <a:pt x="1" y="1324"/>
                  </a:lnTo>
                  <a:cubicBezTo>
                    <a:pt x="200" y="1419"/>
                    <a:pt x="323" y="1629"/>
                    <a:pt x="299" y="1849"/>
                  </a:cubicBezTo>
                  <a:cubicBezTo>
                    <a:pt x="291" y="1898"/>
                    <a:pt x="323" y="1947"/>
                    <a:pt x="369" y="1965"/>
                  </a:cubicBezTo>
                  <a:cubicBezTo>
                    <a:pt x="393" y="1976"/>
                    <a:pt x="419" y="1981"/>
                    <a:pt x="445" y="1981"/>
                  </a:cubicBezTo>
                  <a:cubicBezTo>
                    <a:pt x="494" y="1981"/>
                    <a:pt x="541" y="1963"/>
                    <a:pt x="575" y="1926"/>
                  </a:cubicBezTo>
                  <a:cubicBezTo>
                    <a:pt x="614" y="1881"/>
                    <a:pt x="671" y="1857"/>
                    <a:pt x="740" y="1857"/>
                  </a:cubicBezTo>
                  <a:cubicBezTo>
                    <a:pt x="788" y="1857"/>
                    <a:pt x="842" y="1868"/>
                    <a:pt x="901" y="1891"/>
                  </a:cubicBezTo>
                  <a:cubicBezTo>
                    <a:pt x="1016" y="1933"/>
                    <a:pt x="1181" y="2045"/>
                    <a:pt x="1181" y="2150"/>
                  </a:cubicBezTo>
                  <a:cubicBezTo>
                    <a:pt x="1184" y="2175"/>
                    <a:pt x="1170" y="2199"/>
                    <a:pt x="1149" y="2217"/>
                  </a:cubicBezTo>
                  <a:cubicBezTo>
                    <a:pt x="1128" y="2236"/>
                    <a:pt x="1102" y="2243"/>
                    <a:pt x="1069" y="2243"/>
                  </a:cubicBezTo>
                  <a:cubicBezTo>
                    <a:pt x="1036" y="2243"/>
                    <a:pt x="997" y="2236"/>
                    <a:pt x="950" y="2227"/>
                  </a:cubicBezTo>
                  <a:cubicBezTo>
                    <a:pt x="891" y="2217"/>
                    <a:pt x="820" y="2204"/>
                    <a:pt x="752" y="2204"/>
                  </a:cubicBezTo>
                  <a:cubicBezTo>
                    <a:pt x="686" y="2204"/>
                    <a:pt x="621" y="2216"/>
                    <a:pt x="572" y="2252"/>
                  </a:cubicBezTo>
                  <a:cubicBezTo>
                    <a:pt x="558" y="2259"/>
                    <a:pt x="537" y="2280"/>
                    <a:pt x="533" y="2294"/>
                  </a:cubicBezTo>
                  <a:cubicBezTo>
                    <a:pt x="530" y="2322"/>
                    <a:pt x="575" y="2374"/>
                    <a:pt x="610" y="2416"/>
                  </a:cubicBezTo>
                  <a:cubicBezTo>
                    <a:pt x="666" y="2486"/>
                    <a:pt x="740" y="2574"/>
                    <a:pt x="712" y="2675"/>
                  </a:cubicBezTo>
                  <a:cubicBezTo>
                    <a:pt x="694" y="2749"/>
                    <a:pt x="715" y="2826"/>
                    <a:pt x="761" y="2882"/>
                  </a:cubicBezTo>
                  <a:cubicBezTo>
                    <a:pt x="799" y="2935"/>
                    <a:pt x="862" y="2970"/>
                    <a:pt x="929" y="2970"/>
                  </a:cubicBezTo>
                  <a:lnTo>
                    <a:pt x="939" y="2970"/>
                  </a:lnTo>
                  <a:cubicBezTo>
                    <a:pt x="1051" y="2970"/>
                    <a:pt x="1160" y="3054"/>
                    <a:pt x="1254" y="3124"/>
                  </a:cubicBezTo>
                  <a:cubicBezTo>
                    <a:pt x="1300" y="3159"/>
                    <a:pt x="1373" y="3215"/>
                    <a:pt x="1405" y="3218"/>
                  </a:cubicBezTo>
                  <a:cubicBezTo>
                    <a:pt x="1408" y="3173"/>
                    <a:pt x="1359" y="3033"/>
                    <a:pt x="1331" y="2963"/>
                  </a:cubicBezTo>
                  <a:cubicBezTo>
                    <a:pt x="1279" y="2815"/>
                    <a:pt x="1254" y="2742"/>
                    <a:pt x="1289" y="2693"/>
                  </a:cubicBezTo>
                  <a:cubicBezTo>
                    <a:pt x="1310" y="2659"/>
                    <a:pt x="1340" y="2648"/>
                    <a:pt x="1373" y="2648"/>
                  </a:cubicBezTo>
                  <a:cubicBezTo>
                    <a:pt x="1408" y="2648"/>
                    <a:pt x="1448" y="2660"/>
                    <a:pt x="1485" y="2668"/>
                  </a:cubicBezTo>
                  <a:cubicBezTo>
                    <a:pt x="1533" y="2684"/>
                    <a:pt x="1575" y="2695"/>
                    <a:pt x="1609" y="2695"/>
                  </a:cubicBezTo>
                  <a:cubicBezTo>
                    <a:pt x="1636" y="2695"/>
                    <a:pt x="1659" y="2687"/>
                    <a:pt x="1674" y="2668"/>
                  </a:cubicBezTo>
                  <a:cubicBezTo>
                    <a:pt x="1695" y="2644"/>
                    <a:pt x="1692" y="2633"/>
                    <a:pt x="1692" y="2630"/>
                  </a:cubicBezTo>
                  <a:cubicBezTo>
                    <a:pt x="1675" y="2600"/>
                    <a:pt x="1590" y="2560"/>
                    <a:pt x="1488" y="2560"/>
                  </a:cubicBezTo>
                  <a:cubicBezTo>
                    <a:pt x="1483" y="2560"/>
                    <a:pt x="1479" y="2560"/>
                    <a:pt x="1475" y="2560"/>
                  </a:cubicBezTo>
                  <a:cubicBezTo>
                    <a:pt x="1472" y="2560"/>
                    <a:pt x="1469" y="2560"/>
                    <a:pt x="1466" y="2560"/>
                  </a:cubicBezTo>
                  <a:cubicBezTo>
                    <a:pt x="1382" y="2560"/>
                    <a:pt x="1352" y="2514"/>
                    <a:pt x="1345" y="2490"/>
                  </a:cubicBezTo>
                  <a:cubicBezTo>
                    <a:pt x="1328" y="2437"/>
                    <a:pt x="1349" y="2378"/>
                    <a:pt x="1398" y="2343"/>
                  </a:cubicBezTo>
                  <a:cubicBezTo>
                    <a:pt x="1444" y="2306"/>
                    <a:pt x="1500" y="2288"/>
                    <a:pt x="1556" y="2288"/>
                  </a:cubicBezTo>
                  <a:cubicBezTo>
                    <a:pt x="1607" y="2288"/>
                    <a:pt x="1658" y="2303"/>
                    <a:pt x="1702" y="2332"/>
                  </a:cubicBezTo>
                  <a:cubicBezTo>
                    <a:pt x="1748" y="2359"/>
                    <a:pt x="1784" y="2370"/>
                    <a:pt x="1816" y="2370"/>
                  </a:cubicBezTo>
                  <a:cubicBezTo>
                    <a:pt x="1864" y="2370"/>
                    <a:pt x="1902" y="2347"/>
                    <a:pt x="1944" y="2322"/>
                  </a:cubicBezTo>
                  <a:cubicBezTo>
                    <a:pt x="1975" y="2301"/>
                    <a:pt x="2010" y="2287"/>
                    <a:pt x="2049" y="2280"/>
                  </a:cubicBezTo>
                  <a:cubicBezTo>
                    <a:pt x="2066" y="2238"/>
                    <a:pt x="2070" y="2192"/>
                    <a:pt x="2056" y="2147"/>
                  </a:cubicBezTo>
                  <a:cubicBezTo>
                    <a:pt x="2035" y="2056"/>
                    <a:pt x="1961" y="1982"/>
                    <a:pt x="1870" y="1961"/>
                  </a:cubicBezTo>
                  <a:cubicBezTo>
                    <a:pt x="1839" y="1953"/>
                    <a:pt x="1812" y="1949"/>
                    <a:pt x="1790" y="1949"/>
                  </a:cubicBezTo>
                  <a:cubicBezTo>
                    <a:pt x="1732" y="1949"/>
                    <a:pt x="1700" y="1974"/>
                    <a:pt x="1667" y="2000"/>
                  </a:cubicBezTo>
                  <a:cubicBezTo>
                    <a:pt x="1631" y="2028"/>
                    <a:pt x="1593" y="2051"/>
                    <a:pt x="1548" y="2051"/>
                  </a:cubicBezTo>
                  <a:cubicBezTo>
                    <a:pt x="1504" y="2051"/>
                    <a:pt x="1452" y="2028"/>
                    <a:pt x="1387" y="1961"/>
                  </a:cubicBezTo>
                  <a:cubicBezTo>
                    <a:pt x="1345" y="1916"/>
                    <a:pt x="1300" y="1860"/>
                    <a:pt x="1314" y="1797"/>
                  </a:cubicBezTo>
                  <a:cubicBezTo>
                    <a:pt x="1331" y="1734"/>
                    <a:pt x="1394" y="1709"/>
                    <a:pt x="1454" y="1685"/>
                  </a:cubicBezTo>
                  <a:cubicBezTo>
                    <a:pt x="1520" y="1664"/>
                    <a:pt x="1545" y="1650"/>
                    <a:pt x="1545" y="1625"/>
                  </a:cubicBezTo>
                  <a:cubicBezTo>
                    <a:pt x="1545" y="1538"/>
                    <a:pt x="1415" y="1391"/>
                    <a:pt x="1300" y="1265"/>
                  </a:cubicBezTo>
                  <a:cubicBezTo>
                    <a:pt x="1233" y="1195"/>
                    <a:pt x="1170" y="1121"/>
                    <a:pt x="1114" y="1048"/>
                  </a:cubicBezTo>
                  <a:cubicBezTo>
                    <a:pt x="1065" y="988"/>
                    <a:pt x="1051" y="908"/>
                    <a:pt x="1083" y="841"/>
                  </a:cubicBezTo>
                  <a:cubicBezTo>
                    <a:pt x="1128" y="764"/>
                    <a:pt x="1212" y="718"/>
                    <a:pt x="1303" y="718"/>
                  </a:cubicBezTo>
                  <a:lnTo>
                    <a:pt x="1310" y="718"/>
                  </a:lnTo>
                  <a:cubicBezTo>
                    <a:pt x="1314" y="718"/>
                    <a:pt x="1317" y="718"/>
                    <a:pt x="1320" y="718"/>
                  </a:cubicBezTo>
                  <a:cubicBezTo>
                    <a:pt x="1397" y="718"/>
                    <a:pt x="1466" y="756"/>
                    <a:pt x="1506" y="824"/>
                  </a:cubicBezTo>
                  <a:cubicBezTo>
                    <a:pt x="1539" y="879"/>
                    <a:pt x="1602" y="899"/>
                    <a:pt x="1671" y="899"/>
                  </a:cubicBezTo>
                  <a:cubicBezTo>
                    <a:pt x="1736" y="899"/>
                    <a:pt x="1807" y="881"/>
                    <a:pt x="1860" y="859"/>
                  </a:cubicBezTo>
                  <a:cubicBezTo>
                    <a:pt x="1856" y="834"/>
                    <a:pt x="1853" y="806"/>
                    <a:pt x="1842" y="785"/>
                  </a:cubicBezTo>
                  <a:cubicBezTo>
                    <a:pt x="1818" y="694"/>
                    <a:pt x="1769" y="522"/>
                    <a:pt x="1968" y="445"/>
                  </a:cubicBezTo>
                  <a:cubicBezTo>
                    <a:pt x="2028" y="422"/>
                    <a:pt x="2078" y="413"/>
                    <a:pt x="2120" y="413"/>
                  </a:cubicBezTo>
                  <a:cubicBezTo>
                    <a:pt x="2218" y="413"/>
                    <a:pt x="2274" y="465"/>
                    <a:pt x="2318" y="519"/>
                  </a:cubicBezTo>
                  <a:cubicBezTo>
                    <a:pt x="2325" y="529"/>
                    <a:pt x="2332" y="536"/>
                    <a:pt x="2343" y="547"/>
                  </a:cubicBezTo>
                  <a:cubicBezTo>
                    <a:pt x="2357" y="533"/>
                    <a:pt x="2371" y="522"/>
                    <a:pt x="2385" y="508"/>
                  </a:cubicBezTo>
                  <a:cubicBezTo>
                    <a:pt x="2452" y="442"/>
                    <a:pt x="2557" y="344"/>
                    <a:pt x="2739" y="344"/>
                  </a:cubicBezTo>
                  <a:cubicBezTo>
                    <a:pt x="2875" y="344"/>
                    <a:pt x="2994" y="421"/>
                    <a:pt x="3099" y="498"/>
                  </a:cubicBezTo>
                  <a:lnTo>
                    <a:pt x="3106" y="491"/>
                  </a:lnTo>
                  <a:lnTo>
                    <a:pt x="3127" y="466"/>
                  </a:lnTo>
                  <a:lnTo>
                    <a:pt x="3138" y="456"/>
                  </a:lnTo>
                  <a:cubicBezTo>
                    <a:pt x="3141" y="449"/>
                    <a:pt x="3148" y="445"/>
                    <a:pt x="3152" y="438"/>
                  </a:cubicBezTo>
                  <a:cubicBezTo>
                    <a:pt x="3152" y="435"/>
                    <a:pt x="3155" y="431"/>
                    <a:pt x="3159" y="428"/>
                  </a:cubicBezTo>
                  <a:cubicBezTo>
                    <a:pt x="3159" y="424"/>
                    <a:pt x="3162" y="421"/>
                    <a:pt x="3166" y="417"/>
                  </a:cubicBezTo>
                  <a:cubicBezTo>
                    <a:pt x="3166" y="410"/>
                    <a:pt x="3169" y="403"/>
                    <a:pt x="3169" y="396"/>
                  </a:cubicBezTo>
                  <a:cubicBezTo>
                    <a:pt x="3169" y="330"/>
                    <a:pt x="3215" y="288"/>
                    <a:pt x="3257" y="253"/>
                  </a:cubicBezTo>
                  <a:cubicBezTo>
                    <a:pt x="3299" y="214"/>
                    <a:pt x="3327" y="186"/>
                    <a:pt x="3327" y="144"/>
                  </a:cubicBezTo>
                  <a:cubicBezTo>
                    <a:pt x="3327" y="130"/>
                    <a:pt x="3327" y="120"/>
                    <a:pt x="3323" y="106"/>
                  </a:cubicBezTo>
                  <a:cubicBezTo>
                    <a:pt x="3323" y="102"/>
                    <a:pt x="3323" y="99"/>
                    <a:pt x="3323" y="92"/>
                  </a:cubicBezTo>
                  <a:cubicBezTo>
                    <a:pt x="3320" y="88"/>
                    <a:pt x="3320" y="74"/>
                    <a:pt x="3316" y="67"/>
                  </a:cubicBezTo>
                  <a:lnTo>
                    <a:pt x="3313" y="50"/>
                  </a:lnTo>
                  <a:cubicBezTo>
                    <a:pt x="3309" y="39"/>
                    <a:pt x="3309" y="32"/>
                    <a:pt x="3306" y="22"/>
                  </a:cubicBezTo>
                  <a:lnTo>
                    <a:pt x="3302" y="11"/>
                  </a:lnTo>
                  <a:lnTo>
                    <a:pt x="3299" y="1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38" name="Google Shape;6596;p80">
              <a:extLst>
                <a:ext uri="{FF2B5EF4-FFF2-40B4-BE49-F238E27FC236}">
                  <a16:creationId xmlns:a16="http://schemas.microsoft.com/office/drawing/2014/main" id="{A25CD3AB-B0D4-D337-1F9D-AA82D73151CA}"/>
                </a:ext>
              </a:extLst>
            </p:cNvPr>
            <p:cNvSpPr/>
            <p:nvPr/>
          </p:nvSpPr>
          <p:spPr>
            <a:xfrm>
              <a:off x="2220411" y="1765512"/>
              <a:ext cx="17176" cy="3557"/>
            </a:xfrm>
            <a:custGeom>
              <a:avLst/>
              <a:gdLst/>
              <a:ahLst/>
              <a:cxnLst/>
              <a:rect l="l" t="t" r="r" b="b"/>
              <a:pathLst>
                <a:path w="1265" h="262" extrusionOk="0">
                  <a:moveTo>
                    <a:pt x="149" y="0"/>
                  </a:moveTo>
                  <a:cubicBezTo>
                    <a:pt x="138" y="0"/>
                    <a:pt x="127" y="2"/>
                    <a:pt x="116" y="6"/>
                  </a:cubicBezTo>
                  <a:cubicBezTo>
                    <a:pt x="74" y="17"/>
                    <a:pt x="32" y="34"/>
                    <a:pt x="0" y="62"/>
                  </a:cubicBezTo>
                  <a:cubicBezTo>
                    <a:pt x="70" y="83"/>
                    <a:pt x="144" y="108"/>
                    <a:pt x="214" y="132"/>
                  </a:cubicBezTo>
                  <a:cubicBezTo>
                    <a:pt x="375" y="192"/>
                    <a:pt x="553" y="258"/>
                    <a:pt x="739" y="262"/>
                  </a:cubicBezTo>
                  <a:cubicBezTo>
                    <a:pt x="921" y="262"/>
                    <a:pt x="1096" y="227"/>
                    <a:pt x="1264" y="164"/>
                  </a:cubicBezTo>
                  <a:lnTo>
                    <a:pt x="1264" y="164"/>
                  </a:lnTo>
                  <a:cubicBezTo>
                    <a:pt x="1253" y="165"/>
                    <a:pt x="1241" y="166"/>
                    <a:pt x="1230" y="166"/>
                  </a:cubicBezTo>
                  <a:cubicBezTo>
                    <a:pt x="1186" y="166"/>
                    <a:pt x="1142" y="155"/>
                    <a:pt x="1103" y="136"/>
                  </a:cubicBezTo>
                  <a:cubicBezTo>
                    <a:pt x="1079" y="120"/>
                    <a:pt x="1012" y="117"/>
                    <a:pt x="935" y="117"/>
                  </a:cubicBezTo>
                  <a:cubicBezTo>
                    <a:pt x="892" y="117"/>
                    <a:pt x="845" y="118"/>
                    <a:pt x="802" y="118"/>
                  </a:cubicBezTo>
                  <a:cubicBezTo>
                    <a:pt x="744" y="120"/>
                    <a:pt x="686" y="122"/>
                    <a:pt x="630" y="122"/>
                  </a:cubicBezTo>
                  <a:cubicBezTo>
                    <a:pt x="460" y="122"/>
                    <a:pt x="306" y="106"/>
                    <a:pt x="224" y="27"/>
                  </a:cubicBezTo>
                  <a:cubicBezTo>
                    <a:pt x="203" y="10"/>
                    <a:pt x="176" y="0"/>
                    <a:pt x="149" y="0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39" name="Google Shape;6597;p80">
              <a:extLst>
                <a:ext uri="{FF2B5EF4-FFF2-40B4-BE49-F238E27FC236}">
                  <a16:creationId xmlns:a16="http://schemas.microsoft.com/office/drawing/2014/main" id="{9086DA78-261F-497E-6479-EAACF083C190}"/>
                </a:ext>
              </a:extLst>
            </p:cNvPr>
            <p:cNvSpPr/>
            <p:nvPr/>
          </p:nvSpPr>
          <p:spPr>
            <a:xfrm>
              <a:off x="2239039" y="1718289"/>
              <a:ext cx="109" cy="163"/>
            </a:xfrm>
            <a:custGeom>
              <a:avLst/>
              <a:gdLst/>
              <a:ahLst/>
              <a:cxnLst/>
              <a:rect l="l" t="t" r="r" b="b"/>
              <a:pathLst>
                <a:path w="8" h="12" extrusionOk="0">
                  <a:moveTo>
                    <a:pt x="8" y="1"/>
                  </a:moveTo>
                  <a:lnTo>
                    <a:pt x="1" y="11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40" name="Google Shape;6598;p80">
              <a:extLst>
                <a:ext uri="{FF2B5EF4-FFF2-40B4-BE49-F238E27FC236}">
                  <a16:creationId xmlns:a16="http://schemas.microsoft.com/office/drawing/2014/main" id="{76DA655B-35AB-6706-0677-69F7E424FA63}"/>
                </a:ext>
              </a:extLst>
            </p:cNvPr>
            <p:cNvSpPr/>
            <p:nvPr/>
          </p:nvSpPr>
          <p:spPr>
            <a:xfrm>
              <a:off x="2241701" y="1713591"/>
              <a:ext cx="68" cy="489"/>
            </a:xfrm>
            <a:custGeom>
              <a:avLst/>
              <a:gdLst/>
              <a:ahLst/>
              <a:cxnLst/>
              <a:rect l="l" t="t" r="r" b="b"/>
              <a:pathLst>
                <a:path w="5" h="36" extrusionOk="0">
                  <a:moveTo>
                    <a:pt x="1" y="0"/>
                  </a:moveTo>
                  <a:cubicBezTo>
                    <a:pt x="1" y="11"/>
                    <a:pt x="1" y="25"/>
                    <a:pt x="4" y="35"/>
                  </a:cubicBezTo>
                  <a:cubicBezTo>
                    <a:pt x="1" y="25"/>
                    <a:pt x="1" y="11"/>
                    <a:pt x="1" y="0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41" name="Google Shape;6599;p80">
              <a:extLst>
                <a:ext uri="{FF2B5EF4-FFF2-40B4-BE49-F238E27FC236}">
                  <a16:creationId xmlns:a16="http://schemas.microsoft.com/office/drawing/2014/main" id="{95B12835-C352-2DA0-1D84-59C285D8E39C}"/>
                </a:ext>
              </a:extLst>
            </p:cNvPr>
            <p:cNvSpPr/>
            <p:nvPr/>
          </p:nvSpPr>
          <p:spPr>
            <a:xfrm>
              <a:off x="2239515" y="1717529"/>
              <a:ext cx="68" cy="299"/>
            </a:xfrm>
            <a:custGeom>
              <a:avLst/>
              <a:gdLst/>
              <a:ahLst/>
              <a:cxnLst/>
              <a:rect l="l" t="t" r="r" b="b"/>
              <a:pathLst>
                <a:path w="5" h="22" extrusionOk="0">
                  <a:moveTo>
                    <a:pt x="4" y="1"/>
                  </a:moveTo>
                  <a:cubicBezTo>
                    <a:pt x="4" y="8"/>
                    <a:pt x="1" y="15"/>
                    <a:pt x="1" y="22"/>
                  </a:cubicBezTo>
                  <a:cubicBezTo>
                    <a:pt x="1" y="15"/>
                    <a:pt x="4" y="8"/>
                    <a:pt x="4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42" name="Google Shape;6600;p80">
              <a:extLst>
                <a:ext uri="{FF2B5EF4-FFF2-40B4-BE49-F238E27FC236}">
                  <a16:creationId xmlns:a16="http://schemas.microsoft.com/office/drawing/2014/main" id="{8484AB7B-6B21-4311-2A29-3B1D86BCF0F0}"/>
                </a:ext>
              </a:extLst>
            </p:cNvPr>
            <p:cNvSpPr/>
            <p:nvPr/>
          </p:nvSpPr>
          <p:spPr>
            <a:xfrm>
              <a:off x="2241415" y="1712397"/>
              <a:ext cx="109" cy="394"/>
            </a:xfrm>
            <a:custGeom>
              <a:avLst/>
              <a:gdLst/>
              <a:ahLst/>
              <a:cxnLst/>
              <a:rect l="l" t="t" r="r" b="b"/>
              <a:pathLst>
                <a:path w="8" h="29" extrusionOk="0">
                  <a:moveTo>
                    <a:pt x="1" y="1"/>
                  </a:moveTo>
                  <a:cubicBezTo>
                    <a:pt x="4" y="11"/>
                    <a:pt x="8" y="22"/>
                    <a:pt x="8" y="29"/>
                  </a:cubicBezTo>
                  <a:cubicBezTo>
                    <a:pt x="8" y="22"/>
                    <a:pt x="4" y="11"/>
                    <a:pt x="1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43" name="Google Shape;6601;p80">
              <a:extLst>
                <a:ext uri="{FF2B5EF4-FFF2-40B4-BE49-F238E27FC236}">
                  <a16:creationId xmlns:a16="http://schemas.microsoft.com/office/drawing/2014/main" id="{D6F067F7-53B1-E05D-0169-61B2636D543C}"/>
                </a:ext>
              </a:extLst>
            </p:cNvPr>
            <p:cNvSpPr/>
            <p:nvPr/>
          </p:nvSpPr>
          <p:spPr>
            <a:xfrm>
              <a:off x="2241415" y="1712166"/>
              <a:ext cx="14" cy="109"/>
            </a:xfrm>
            <a:custGeom>
              <a:avLst/>
              <a:gdLst/>
              <a:ahLst/>
              <a:cxnLst/>
              <a:rect l="l" t="t" r="r" b="b"/>
              <a:pathLst>
                <a:path w="1" h="8" extrusionOk="0">
                  <a:moveTo>
                    <a:pt x="1" y="7"/>
                  </a:moveTo>
                  <a:lnTo>
                    <a:pt x="1" y="0"/>
                  </a:lnTo>
                  <a:lnTo>
                    <a:pt x="1" y="0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44" name="Google Shape;6602;p80">
              <a:extLst>
                <a:ext uri="{FF2B5EF4-FFF2-40B4-BE49-F238E27FC236}">
                  <a16:creationId xmlns:a16="http://schemas.microsoft.com/office/drawing/2014/main" id="{CFEAD7CA-DC37-2C6A-A77E-E3ADC9873878}"/>
                </a:ext>
              </a:extLst>
            </p:cNvPr>
            <p:cNvSpPr/>
            <p:nvPr/>
          </p:nvSpPr>
          <p:spPr>
            <a:xfrm>
              <a:off x="2239324" y="1717963"/>
              <a:ext cx="109" cy="149"/>
            </a:xfrm>
            <a:custGeom>
              <a:avLst/>
              <a:gdLst/>
              <a:ahLst/>
              <a:cxnLst/>
              <a:rect l="l" t="t" r="r" b="b"/>
              <a:pathLst>
                <a:path w="8" h="11" extrusionOk="0">
                  <a:moveTo>
                    <a:pt x="8" y="0"/>
                  </a:moveTo>
                  <a:lnTo>
                    <a:pt x="8" y="0"/>
                  </a:lnTo>
                  <a:cubicBezTo>
                    <a:pt x="4" y="4"/>
                    <a:pt x="4" y="7"/>
                    <a:pt x="1" y="11"/>
                  </a:cubicBezTo>
                  <a:cubicBezTo>
                    <a:pt x="4" y="7"/>
                    <a:pt x="8" y="4"/>
                    <a:pt x="8" y="0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45" name="Google Shape;6603;p80">
              <a:extLst>
                <a:ext uri="{FF2B5EF4-FFF2-40B4-BE49-F238E27FC236}">
                  <a16:creationId xmlns:a16="http://schemas.microsoft.com/office/drawing/2014/main" id="{8DD0719D-7E9D-21D6-412D-712FB8654AC0}"/>
                </a:ext>
              </a:extLst>
            </p:cNvPr>
            <p:cNvSpPr/>
            <p:nvPr/>
          </p:nvSpPr>
          <p:spPr>
            <a:xfrm>
              <a:off x="2238618" y="1718764"/>
              <a:ext cx="149" cy="163"/>
            </a:xfrm>
            <a:custGeom>
              <a:avLst/>
              <a:gdLst/>
              <a:ahLst/>
              <a:cxnLst/>
              <a:rect l="l" t="t" r="r" b="b"/>
              <a:pathLst>
                <a:path w="11" h="12" extrusionOk="0">
                  <a:moveTo>
                    <a:pt x="0" y="11"/>
                  </a:moveTo>
                  <a:lnTo>
                    <a:pt x="11" y="1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46" name="Google Shape;6604;p80">
              <a:extLst>
                <a:ext uri="{FF2B5EF4-FFF2-40B4-BE49-F238E27FC236}">
                  <a16:creationId xmlns:a16="http://schemas.microsoft.com/office/drawing/2014/main" id="{D904F795-C852-743F-9BC6-CE932BDE2A12}"/>
                </a:ext>
              </a:extLst>
            </p:cNvPr>
            <p:cNvSpPr/>
            <p:nvPr/>
          </p:nvSpPr>
          <p:spPr>
            <a:xfrm>
              <a:off x="2241605" y="1713062"/>
              <a:ext cx="68" cy="353"/>
            </a:xfrm>
            <a:custGeom>
              <a:avLst/>
              <a:gdLst/>
              <a:ahLst/>
              <a:cxnLst/>
              <a:rect l="l" t="t" r="r" b="b"/>
              <a:pathLst>
                <a:path w="5" h="26" extrusionOk="0">
                  <a:moveTo>
                    <a:pt x="1" y="1"/>
                  </a:moveTo>
                  <a:cubicBezTo>
                    <a:pt x="1" y="8"/>
                    <a:pt x="4" y="15"/>
                    <a:pt x="4" y="25"/>
                  </a:cubicBezTo>
                  <a:cubicBezTo>
                    <a:pt x="4" y="15"/>
                    <a:pt x="1" y="8"/>
                    <a:pt x="1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47" name="Google Shape;6605;p80">
              <a:extLst>
                <a:ext uri="{FF2B5EF4-FFF2-40B4-BE49-F238E27FC236}">
                  <a16:creationId xmlns:a16="http://schemas.microsoft.com/office/drawing/2014/main" id="{BE74B565-C089-A76A-3146-8FC5E16FC95A}"/>
                </a:ext>
              </a:extLst>
            </p:cNvPr>
            <p:cNvSpPr/>
            <p:nvPr/>
          </p:nvSpPr>
          <p:spPr>
            <a:xfrm>
              <a:off x="2196637" y="1727427"/>
              <a:ext cx="1398" cy="2620"/>
            </a:xfrm>
            <a:custGeom>
              <a:avLst/>
              <a:gdLst/>
              <a:ahLst/>
              <a:cxnLst/>
              <a:rect l="l" t="t" r="r" b="b"/>
              <a:pathLst>
                <a:path w="103" h="193" extrusionOk="0">
                  <a:moveTo>
                    <a:pt x="102" y="0"/>
                  </a:moveTo>
                  <a:cubicBezTo>
                    <a:pt x="101" y="0"/>
                    <a:pt x="100" y="0"/>
                    <a:pt x="99" y="1"/>
                  </a:cubicBezTo>
                  <a:lnTo>
                    <a:pt x="99" y="1"/>
                  </a:lnTo>
                  <a:lnTo>
                    <a:pt x="102" y="0"/>
                  </a:lnTo>
                  <a:close/>
                  <a:moveTo>
                    <a:pt x="99" y="1"/>
                  </a:moveTo>
                  <a:lnTo>
                    <a:pt x="88" y="4"/>
                  </a:lnTo>
                  <a:cubicBezTo>
                    <a:pt x="93" y="4"/>
                    <a:pt x="96" y="2"/>
                    <a:pt x="99" y="1"/>
                  </a:cubicBezTo>
                  <a:close/>
                  <a:moveTo>
                    <a:pt x="88" y="4"/>
                  </a:moveTo>
                  <a:cubicBezTo>
                    <a:pt x="60" y="11"/>
                    <a:pt x="22" y="126"/>
                    <a:pt x="1" y="193"/>
                  </a:cubicBezTo>
                  <a:cubicBezTo>
                    <a:pt x="22" y="130"/>
                    <a:pt x="60" y="11"/>
                    <a:pt x="88" y="4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48" name="Google Shape;6606;p80">
              <a:extLst>
                <a:ext uri="{FF2B5EF4-FFF2-40B4-BE49-F238E27FC236}">
                  <a16:creationId xmlns:a16="http://schemas.microsoft.com/office/drawing/2014/main" id="{F3FD90E6-9DAB-0FD0-5905-082F5FDAF1CA}"/>
                </a:ext>
              </a:extLst>
            </p:cNvPr>
            <p:cNvSpPr/>
            <p:nvPr/>
          </p:nvSpPr>
          <p:spPr>
            <a:xfrm>
              <a:off x="2199054" y="1726762"/>
              <a:ext cx="68" cy="122"/>
            </a:xfrm>
            <a:custGeom>
              <a:avLst/>
              <a:gdLst/>
              <a:ahLst/>
              <a:cxnLst/>
              <a:rect l="l" t="t" r="r" b="b"/>
              <a:pathLst>
                <a:path w="5" h="9" extrusionOk="0">
                  <a:moveTo>
                    <a:pt x="5" y="0"/>
                  </a:moveTo>
                  <a:lnTo>
                    <a:pt x="5" y="0"/>
                  </a:lnTo>
                  <a:cubicBezTo>
                    <a:pt x="5" y="0"/>
                    <a:pt x="3" y="4"/>
                    <a:pt x="2" y="6"/>
                  </a:cubicBezTo>
                  <a:lnTo>
                    <a:pt x="2" y="6"/>
                  </a:lnTo>
                  <a:cubicBezTo>
                    <a:pt x="3" y="4"/>
                    <a:pt x="5" y="2"/>
                    <a:pt x="5" y="0"/>
                  </a:cubicBezTo>
                  <a:close/>
                  <a:moveTo>
                    <a:pt x="2" y="6"/>
                  </a:moveTo>
                  <a:cubicBezTo>
                    <a:pt x="1" y="7"/>
                    <a:pt x="0" y="8"/>
                    <a:pt x="0" y="8"/>
                  </a:cubicBezTo>
                  <a:cubicBezTo>
                    <a:pt x="1" y="8"/>
                    <a:pt x="1" y="8"/>
                    <a:pt x="1" y="7"/>
                  </a:cubicBezTo>
                  <a:cubicBezTo>
                    <a:pt x="1" y="7"/>
                    <a:pt x="2" y="7"/>
                    <a:pt x="2" y="6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49" name="Google Shape;6607;p80">
              <a:extLst>
                <a:ext uri="{FF2B5EF4-FFF2-40B4-BE49-F238E27FC236}">
                  <a16:creationId xmlns:a16="http://schemas.microsoft.com/office/drawing/2014/main" id="{A35756A0-BDDD-9E99-7363-B374879ECDB2}"/>
                </a:ext>
              </a:extLst>
            </p:cNvPr>
            <p:cNvSpPr/>
            <p:nvPr/>
          </p:nvSpPr>
          <p:spPr>
            <a:xfrm>
              <a:off x="2199447" y="1726178"/>
              <a:ext cx="81" cy="122"/>
            </a:xfrm>
            <a:custGeom>
              <a:avLst/>
              <a:gdLst/>
              <a:ahLst/>
              <a:cxnLst/>
              <a:rect l="l" t="t" r="r" b="b"/>
              <a:pathLst>
                <a:path w="6" h="9" extrusionOk="0">
                  <a:moveTo>
                    <a:pt x="5" y="0"/>
                  </a:moveTo>
                  <a:cubicBezTo>
                    <a:pt x="5" y="0"/>
                    <a:pt x="5" y="0"/>
                    <a:pt x="4" y="1"/>
                  </a:cubicBezTo>
                  <a:cubicBezTo>
                    <a:pt x="0" y="5"/>
                    <a:pt x="0" y="5"/>
                    <a:pt x="0" y="8"/>
                  </a:cubicBezTo>
                  <a:cubicBezTo>
                    <a:pt x="0" y="5"/>
                    <a:pt x="5" y="0"/>
                    <a:pt x="5" y="0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50" name="Google Shape;6608;p80">
              <a:extLst>
                <a:ext uri="{FF2B5EF4-FFF2-40B4-BE49-F238E27FC236}">
                  <a16:creationId xmlns:a16="http://schemas.microsoft.com/office/drawing/2014/main" id="{ECBAFC75-0697-16C4-B124-88DB8D0889AD}"/>
                </a:ext>
              </a:extLst>
            </p:cNvPr>
            <p:cNvSpPr/>
            <p:nvPr/>
          </p:nvSpPr>
          <p:spPr>
            <a:xfrm>
              <a:off x="2199542" y="1725947"/>
              <a:ext cx="14" cy="109"/>
            </a:xfrm>
            <a:custGeom>
              <a:avLst/>
              <a:gdLst/>
              <a:ahLst/>
              <a:cxnLst/>
              <a:rect l="l" t="t" r="r" b="b"/>
              <a:pathLst>
                <a:path w="1" h="8" extrusionOk="0">
                  <a:moveTo>
                    <a:pt x="0" y="8"/>
                  </a:moveTo>
                  <a:lnTo>
                    <a:pt x="0" y="1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51" name="Google Shape;6609;p80">
              <a:extLst>
                <a:ext uri="{FF2B5EF4-FFF2-40B4-BE49-F238E27FC236}">
                  <a16:creationId xmlns:a16="http://schemas.microsoft.com/office/drawing/2014/main" id="{273C4899-32FC-D811-64F8-17297C22D185}"/>
                </a:ext>
              </a:extLst>
            </p:cNvPr>
            <p:cNvSpPr/>
            <p:nvPr/>
          </p:nvSpPr>
          <p:spPr>
            <a:xfrm>
              <a:off x="2199257" y="1726463"/>
              <a:ext cx="109" cy="122"/>
            </a:xfrm>
            <a:custGeom>
              <a:avLst/>
              <a:gdLst/>
              <a:ahLst/>
              <a:cxnLst/>
              <a:rect l="l" t="t" r="r" b="b"/>
              <a:pathLst>
                <a:path w="8" h="9" extrusionOk="0">
                  <a:moveTo>
                    <a:pt x="7" y="0"/>
                  </a:moveTo>
                  <a:cubicBezTo>
                    <a:pt x="7" y="0"/>
                    <a:pt x="6" y="2"/>
                    <a:pt x="5" y="3"/>
                  </a:cubicBezTo>
                  <a:lnTo>
                    <a:pt x="5" y="3"/>
                  </a:lnTo>
                  <a:cubicBezTo>
                    <a:pt x="6" y="3"/>
                    <a:pt x="7" y="2"/>
                    <a:pt x="7" y="1"/>
                  </a:cubicBezTo>
                  <a:cubicBezTo>
                    <a:pt x="7" y="1"/>
                    <a:pt x="7" y="0"/>
                    <a:pt x="7" y="0"/>
                  </a:cubicBezTo>
                  <a:close/>
                  <a:moveTo>
                    <a:pt x="5" y="3"/>
                  </a:moveTo>
                  <a:cubicBezTo>
                    <a:pt x="3" y="6"/>
                    <a:pt x="0" y="8"/>
                    <a:pt x="0" y="8"/>
                  </a:cubicBezTo>
                  <a:cubicBezTo>
                    <a:pt x="2" y="8"/>
                    <a:pt x="4" y="5"/>
                    <a:pt x="5" y="3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52" name="Google Shape;6610;p80">
              <a:extLst>
                <a:ext uri="{FF2B5EF4-FFF2-40B4-BE49-F238E27FC236}">
                  <a16:creationId xmlns:a16="http://schemas.microsoft.com/office/drawing/2014/main" id="{13897216-8B31-5F7E-2694-08DA0814FF53}"/>
                </a:ext>
              </a:extLst>
            </p:cNvPr>
            <p:cNvSpPr/>
            <p:nvPr/>
          </p:nvSpPr>
          <p:spPr>
            <a:xfrm>
              <a:off x="2200534" y="1723815"/>
              <a:ext cx="109" cy="149"/>
            </a:xfrm>
            <a:custGeom>
              <a:avLst/>
              <a:gdLst/>
              <a:ahLst/>
              <a:cxnLst/>
              <a:rect l="l" t="t" r="r" b="b"/>
              <a:pathLst>
                <a:path w="8" h="11" extrusionOk="0">
                  <a:moveTo>
                    <a:pt x="1" y="11"/>
                  </a:moveTo>
                  <a:lnTo>
                    <a:pt x="8" y="0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53" name="Google Shape;6611;p80">
              <a:extLst>
                <a:ext uri="{FF2B5EF4-FFF2-40B4-BE49-F238E27FC236}">
                  <a16:creationId xmlns:a16="http://schemas.microsoft.com/office/drawing/2014/main" id="{14092C6A-BDE5-63C5-9B60-48D958503A98}"/>
                </a:ext>
              </a:extLst>
            </p:cNvPr>
            <p:cNvSpPr/>
            <p:nvPr/>
          </p:nvSpPr>
          <p:spPr>
            <a:xfrm>
              <a:off x="2198728" y="1727033"/>
              <a:ext cx="163" cy="68"/>
            </a:xfrm>
            <a:custGeom>
              <a:avLst/>
              <a:gdLst/>
              <a:ahLst/>
              <a:cxnLst/>
              <a:rect l="l" t="t" r="r" b="b"/>
              <a:pathLst>
                <a:path w="12" h="5" extrusionOk="0">
                  <a:moveTo>
                    <a:pt x="11" y="0"/>
                  </a:moveTo>
                  <a:cubicBezTo>
                    <a:pt x="9" y="0"/>
                    <a:pt x="4" y="5"/>
                    <a:pt x="1" y="5"/>
                  </a:cubicBezTo>
                  <a:cubicBezTo>
                    <a:pt x="4" y="5"/>
                    <a:pt x="8" y="1"/>
                    <a:pt x="11" y="1"/>
                  </a:cubicBezTo>
                  <a:cubicBezTo>
                    <a:pt x="11" y="0"/>
                    <a:pt x="11" y="0"/>
                    <a:pt x="11" y="0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54" name="Google Shape;6612;p80">
              <a:extLst>
                <a:ext uri="{FF2B5EF4-FFF2-40B4-BE49-F238E27FC236}">
                  <a16:creationId xmlns:a16="http://schemas.microsoft.com/office/drawing/2014/main" id="{EC374F42-1B92-A173-2AF4-01834BF60F26}"/>
                </a:ext>
              </a:extLst>
            </p:cNvPr>
            <p:cNvSpPr/>
            <p:nvPr/>
          </p:nvSpPr>
          <p:spPr>
            <a:xfrm>
              <a:off x="2198348" y="1727277"/>
              <a:ext cx="109" cy="68"/>
            </a:xfrm>
            <a:custGeom>
              <a:avLst/>
              <a:gdLst/>
              <a:ahLst/>
              <a:cxnLst/>
              <a:rect l="l" t="t" r="r" b="b"/>
              <a:pathLst>
                <a:path w="8" h="5" extrusionOk="0">
                  <a:moveTo>
                    <a:pt x="1" y="4"/>
                  </a:moveTo>
                  <a:lnTo>
                    <a:pt x="8" y="1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55" name="Google Shape;6613;p80">
              <a:extLst>
                <a:ext uri="{FF2B5EF4-FFF2-40B4-BE49-F238E27FC236}">
                  <a16:creationId xmlns:a16="http://schemas.microsoft.com/office/drawing/2014/main" id="{B99377DC-7205-2A37-6EE9-1B46E13B9C50}"/>
                </a:ext>
              </a:extLst>
            </p:cNvPr>
            <p:cNvSpPr/>
            <p:nvPr/>
          </p:nvSpPr>
          <p:spPr>
            <a:xfrm>
              <a:off x="2202733" y="1720149"/>
              <a:ext cx="109" cy="299"/>
            </a:xfrm>
            <a:custGeom>
              <a:avLst/>
              <a:gdLst/>
              <a:ahLst/>
              <a:cxnLst/>
              <a:rect l="l" t="t" r="r" b="b"/>
              <a:pathLst>
                <a:path w="8" h="22" extrusionOk="0">
                  <a:moveTo>
                    <a:pt x="7" y="0"/>
                  </a:moveTo>
                  <a:cubicBezTo>
                    <a:pt x="4" y="7"/>
                    <a:pt x="4" y="14"/>
                    <a:pt x="0" y="21"/>
                  </a:cubicBezTo>
                  <a:cubicBezTo>
                    <a:pt x="4" y="14"/>
                    <a:pt x="7" y="7"/>
                    <a:pt x="7" y="0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56" name="Google Shape;6614;p80">
              <a:extLst>
                <a:ext uri="{FF2B5EF4-FFF2-40B4-BE49-F238E27FC236}">
                  <a16:creationId xmlns:a16="http://schemas.microsoft.com/office/drawing/2014/main" id="{14086553-2568-FEAC-80D5-A3E6E1C08AF3}"/>
                </a:ext>
              </a:extLst>
            </p:cNvPr>
            <p:cNvSpPr/>
            <p:nvPr/>
          </p:nvSpPr>
          <p:spPr>
            <a:xfrm>
              <a:off x="2202489" y="1720624"/>
              <a:ext cx="163" cy="394"/>
            </a:xfrm>
            <a:custGeom>
              <a:avLst/>
              <a:gdLst/>
              <a:ahLst/>
              <a:cxnLst/>
              <a:rect l="l" t="t" r="r" b="b"/>
              <a:pathLst>
                <a:path w="12" h="29" extrusionOk="0">
                  <a:moveTo>
                    <a:pt x="1" y="28"/>
                  </a:moveTo>
                  <a:cubicBezTo>
                    <a:pt x="4" y="18"/>
                    <a:pt x="8" y="11"/>
                    <a:pt x="11" y="0"/>
                  </a:cubicBezTo>
                  <a:cubicBezTo>
                    <a:pt x="8" y="11"/>
                    <a:pt x="4" y="18"/>
                    <a:pt x="1" y="28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57" name="Google Shape;6615;p80">
              <a:extLst>
                <a:ext uri="{FF2B5EF4-FFF2-40B4-BE49-F238E27FC236}">
                  <a16:creationId xmlns:a16="http://schemas.microsoft.com/office/drawing/2014/main" id="{602AE4CE-12C1-ACE8-65B9-4A05262B1AAE}"/>
                </a:ext>
              </a:extLst>
            </p:cNvPr>
            <p:cNvSpPr/>
            <p:nvPr/>
          </p:nvSpPr>
          <p:spPr>
            <a:xfrm>
              <a:off x="2202163" y="1721154"/>
              <a:ext cx="204" cy="434"/>
            </a:xfrm>
            <a:custGeom>
              <a:avLst/>
              <a:gdLst/>
              <a:ahLst/>
              <a:cxnLst/>
              <a:rect l="l" t="t" r="r" b="b"/>
              <a:pathLst>
                <a:path w="15" h="32" extrusionOk="0">
                  <a:moveTo>
                    <a:pt x="14" y="0"/>
                  </a:moveTo>
                  <a:cubicBezTo>
                    <a:pt x="11" y="11"/>
                    <a:pt x="4" y="21"/>
                    <a:pt x="0" y="31"/>
                  </a:cubicBezTo>
                  <a:cubicBezTo>
                    <a:pt x="7" y="21"/>
                    <a:pt x="11" y="11"/>
                    <a:pt x="14" y="0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58" name="Google Shape;6616;p80">
              <a:extLst>
                <a:ext uri="{FF2B5EF4-FFF2-40B4-BE49-F238E27FC236}">
                  <a16:creationId xmlns:a16="http://schemas.microsoft.com/office/drawing/2014/main" id="{023668E3-38CA-FAD2-E73C-BD097C74428A}"/>
                </a:ext>
              </a:extLst>
            </p:cNvPr>
            <p:cNvSpPr/>
            <p:nvPr/>
          </p:nvSpPr>
          <p:spPr>
            <a:xfrm>
              <a:off x="2201402" y="1722485"/>
              <a:ext cx="244" cy="339"/>
            </a:xfrm>
            <a:custGeom>
              <a:avLst/>
              <a:gdLst/>
              <a:ahLst/>
              <a:cxnLst/>
              <a:rect l="l" t="t" r="r" b="b"/>
              <a:pathLst>
                <a:path w="18" h="25" extrusionOk="0">
                  <a:moveTo>
                    <a:pt x="0" y="25"/>
                  </a:moveTo>
                  <a:lnTo>
                    <a:pt x="18" y="0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59" name="Google Shape;6617;p80">
              <a:extLst>
                <a:ext uri="{FF2B5EF4-FFF2-40B4-BE49-F238E27FC236}">
                  <a16:creationId xmlns:a16="http://schemas.microsoft.com/office/drawing/2014/main" id="{79FD9EFA-00C8-76D3-6DFE-CE83F59DD4CC}"/>
                </a:ext>
              </a:extLst>
            </p:cNvPr>
            <p:cNvSpPr/>
            <p:nvPr/>
          </p:nvSpPr>
          <p:spPr>
            <a:xfrm>
              <a:off x="2201783" y="1721806"/>
              <a:ext cx="244" cy="394"/>
            </a:xfrm>
            <a:custGeom>
              <a:avLst/>
              <a:gdLst/>
              <a:ahLst/>
              <a:cxnLst/>
              <a:rect l="l" t="t" r="r" b="b"/>
              <a:pathLst>
                <a:path w="18" h="29" extrusionOk="0">
                  <a:moveTo>
                    <a:pt x="18" y="1"/>
                  </a:moveTo>
                  <a:cubicBezTo>
                    <a:pt x="14" y="8"/>
                    <a:pt x="7" y="19"/>
                    <a:pt x="0" y="29"/>
                  </a:cubicBezTo>
                  <a:cubicBezTo>
                    <a:pt x="7" y="19"/>
                    <a:pt x="14" y="11"/>
                    <a:pt x="18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60" name="Google Shape;6618;p80">
              <a:extLst>
                <a:ext uri="{FF2B5EF4-FFF2-40B4-BE49-F238E27FC236}">
                  <a16:creationId xmlns:a16="http://schemas.microsoft.com/office/drawing/2014/main" id="{8B5D0345-FAD2-3205-F2CE-45C9C3CC7128}"/>
                </a:ext>
              </a:extLst>
            </p:cNvPr>
            <p:cNvSpPr/>
            <p:nvPr/>
          </p:nvSpPr>
          <p:spPr>
            <a:xfrm>
              <a:off x="2200968" y="1723150"/>
              <a:ext cx="149" cy="299"/>
            </a:xfrm>
            <a:custGeom>
              <a:avLst/>
              <a:gdLst/>
              <a:ahLst/>
              <a:cxnLst/>
              <a:rect l="l" t="t" r="r" b="b"/>
              <a:pathLst>
                <a:path w="11" h="22" extrusionOk="0">
                  <a:moveTo>
                    <a:pt x="1" y="21"/>
                  </a:moveTo>
                  <a:lnTo>
                    <a:pt x="11" y="0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61" name="Google Shape;6619;p80">
              <a:extLst>
                <a:ext uri="{FF2B5EF4-FFF2-40B4-BE49-F238E27FC236}">
                  <a16:creationId xmlns:a16="http://schemas.microsoft.com/office/drawing/2014/main" id="{C112F06E-23B1-CC35-B490-DB9EAAB66797}"/>
                </a:ext>
              </a:extLst>
            </p:cNvPr>
            <p:cNvSpPr/>
            <p:nvPr/>
          </p:nvSpPr>
          <p:spPr>
            <a:xfrm>
              <a:off x="2226344" y="1713917"/>
              <a:ext cx="258" cy="14"/>
            </a:xfrm>
            <a:custGeom>
              <a:avLst/>
              <a:gdLst/>
              <a:ahLst/>
              <a:cxnLst/>
              <a:rect l="l" t="t" r="r" b="b"/>
              <a:pathLst>
                <a:path w="19" h="1" extrusionOk="0">
                  <a:moveTo>
                    <a:pt x="18" y="1"/>
                  </a:moveTo>
                  <a:lnTo>
                    <a:pt x="1" y="1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62" name="Google Shape;6620;p80">
              <a:extLst>
                <a:ext uri="{FF2B5EF4-FFF2-40B4-BE49-F238E27FC236}">
                  <a16:creationId xmlns:a16="http://schemas.microsoft.com/office/drawing/2014/main" id="{FEB55047-2DC4-5810-5C49-6429C5A759AC}"/>
                </a:ext>
              </a:extLst>
            </p:cNvPr>
            <p:cNvSpPr/>
            <p:nvPr/>
          </p:nvSpPr>
          <p:spPr>
            <a:xfrm>
              <a:off x="2225964" y="1713917"/>
              <a:ext cx="299" cy="14"/>
            </a:xfrm>
            <a:custGeom>
              <a:avLst/>
              <a:gdLst/>
              <a:ahLst/>
              <a:cxnLst/>
              <a:rect l="l" t="t" r="r" b="b"/>
              <a:pathLst>
                <a:path w="22" h="1" extrusionOk="0">
                  <a:moveTo>
                    <a:pt x="22" y="1"/>
                  </a:moveTo>
                  <a:lnTo>
                    <a:pt x="1" y="1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63" name="Google Shape;6621;p80">
              <a:extLst>
                <a:ext uri="{FF2B5EF4-FFF2-40B4-BE49-F238E27FC236}">
                  <a16:creationId xmlns:a16="http://schemas.microsoft.com/office/drawing/2014/main" id="{4E6AD8C3-5DD0-9110-20C4-1248B3361CAD}"/>
                </a:ext>
              </a:extLst>
            </p:cNvPr>
            <p:cNvSpPr/>
            <p:nvPr/>
          </p:nvSpPr>
          <p:spPr>
            <a:xfrm>
              <a:off x="2225543" y="1713876"/>
              <a:ext cx="299" cy="14"/>
            </a:xfrm>
            <a:custGeom>
              <a:avLst/>
              <a:gdLst/>
              <a:ahLst/>
              <a:cxnLst/>
              <a:rect l="l" t="t" r="r" b="b"/>
              <a:pathLst>
                <a:path w="22" h="1" extrusionOk="0">
                  <a:moveTo>
                    <a:pt x="21" y="0"/>
                  </a:moveTo>
                  <a:lnTo>
                    <a:pt x="0" y="0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64" name="Google Shape;6622;p80">
              <a:extLst>
                <a:ext uri="{FF2B5EF4-FFF2-40B4-BE49-F238E27FC236}">
                  <a16:creationId xmlns:a16="http://schemas.microsoft.com/office/drawing/2014/main" id="{DDFB8229-2F38-37DD-0658-8F4FEB00FCF0}"/>
                </a:ext>
              </a:extLst>
            </p:cNvPr>
            <p:cNvSpPr/>
            <p:nvPr/>
          </p:nvSpPr>
          <p:spPr>
            <a:xfrm>
              <a:off x="2222882" y="1713822"/>
              <a:ext cx="14" cy="14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0" y="1"/>
                  </a:move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65" name="Google Shape;6623;p80">
              <a:extLst>
                <a:ext uri="{FF2B5EF4-FFF2-40B4-BE49-F238E27FC236}">
                  <a16:creationId xmlns:a16="http://schemas.microsoft.com/office/drawing/2014/main" id="{E814643E-B434-CDB2-9334-147169D9CC30}"/>
                </a:ext>
              </a:extLst>
            </p:cNvPr>
            <p:cNvSpPr/>
            <p:nvPr/>
          </p:nvSpPr>
          <p:spPr>
            <a:xfrm>
              <a:off x="2226915" y="1714012"/>
              <a:ext cx="204" cy="68"/>
            </a:xfrm>
            <a:custGeom>
              <a:avLst/>
              <a:gdLst/>
              <a:ahLst/>
              <a:cxnLst/>
              <a:rect l="l" t="t" r="r" b="b"/>
              <a:pathLst>
                <a:path w="15" h="5" extrusionOk="0">
                  <a:moveTo>
                    <a:pt x="15" y="4"/>
                  </a:moveTo>
                  <a:lnTo>
                    <a:pt x="1" y="1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66" name="Google Shape;6624;p80">
              <a:extLst>
                <a:ext uri="{FF2B5EF4-FFF2-40B4-BE49-F238E27FC236}">
                  <a16:creationId xmlns:a16="http://schemas.microsoft.com/office/drawing/2014/main" id="{AFCB31BC-5499-E454-E846-BF6352D2352D}"/>
                </a:ext>
              </a:extLst>
            </p:cNvPr>
            <p:cNvSpPr/>
            <p:nvPr/>
          </p:nvSpPr>
          <p:spPr>
            <a:xfrm>
              <a:off x="2223588" y="1713822"/>
              <a:ext cx="14" cy="14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1" y="1"/>
                  </a:move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67" name="Google Shape;6625;p80">
              <a:extLst>
                <a:ext uri="{FF2B5EF4-FFF2-40B4-BE49-F238E27FC236}">
                  <a16:creationId xmlns:a16="http://schemas.microsoft.com/office/drawing/2014/main" id="{B6D3116A-25E7-DF4D-51F5-057DB0648398}"/>
                </a:ext>
              </a:extLst>
            </p:cNvPr>
            <p:cNvSpPr/>
            <p:nvPr/>
          </p:nvSpPr>
          <p:spPr>
            <a:xfrm>
              <a:off x="2225014" y="1713822"/>
              <a:ext cx="353" cy="14"/>
            </a:xfrm>
            <a:custGeom>
              <a:avLst/>
              <a:gdLst/>
              <a:ahLst/>
              <a:cxnLst/>
              <a:rect l="l" t="t" r="r" b="b"/>
              <a:pathLst>
                <a:path w="26" h="1" extrusionOk="0">
                  <a:moveTo>
                    <a:pt x="25" y="1"/>
                  </a:moveTo>
                  <a:lnTo>
                    <a:pt x="1" y="1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68" name="Google Shape;6626;p80">
              <a:extLst>
                <a:ext uri="{FF2B5EF4-FFF2-40B4-BE49-F238E27FC236}">
                  <a16:creationId xmlns:a16="http://schemas.microsoft.com/office/drawing/2014/main" id="{5EB9A594-E7C8-B150-7F8A-4F59ECE37CE2}"/>
                </a:ext>
              </a:extLst>
            </p:cNvPr>
            <p:cNvSpPr/>
            <p:nvPr/>
          </p:nvSpPr>
          <p:spPr>
            <a:xfrm>
              <a:off x="2224824" y="1713822"/>
              <a:ext cx="14" cy="14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1" y="1"/>
                  </a:move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69" name="Google Shape;6627;p80">
              <a:extLst>
                <a:ext uri="{FF2B5EF4-FFF2-40B4-BE49-F238E27FC236}">
                  <a16:creationId xmlns:a16="http://schemas.microsoft.com/office/drawing/2014/main" id="{4B07880A-6F42-B7A7-F725-20833B8DC668}"/>
                </a:ext>
              </a:extLst>
            </p:cNvPr>
            <p:cNvSpPr/>
            <p:nvPr/>
          </p:nvSpPr>
          <p:spPr>
            <a:xfrm>
              <a:off x="2226684" y="1713972"/>
              <a:ext cx="204" cy="14"/>
            </a:xfrm>
            <a:custGeom>
              <a:avLst/>
              <a:gdLst/>
              <a:ahLst/>
              <a:cxnLst/>
              <a:rect l="l" t="t" r="r" b="b"/>
              <a:pathLst>
                <a:path w="15" h="1" extrusionOk="0">
                  <a:moveTo>
                    <a:pt x="14" y="0"/>
                  </a:moveTo>
                  <a:lnTo>
                    <a:pt x="0" y="0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70" name="Google Shape;6628;p80">
              <a:extLst>
                <a:ext uri="{FF2B5EF4-FFF2-40B4-BE49-F238E27FC236}">
                  <a16:creationId xmlns:a16="http://schemas.microsoft.com/office/drawing/2014/main" id="{EC25B7DB-7181-633A-FC5A-3AC63BB32CF4}"/>
                </a:ext>
              </a:extLst>
            </p:cNvPr>
            <p:cNvSpPr/>
            <p:nvPr/>
          </p:nvSpPr>
          <p:spPr>
            <a:xfrm>
              <a:off x="2240845" y="1712206"/>
              <a:ext cx="258" cy="68"/>
            </a:xfrm>
            <a:custGeom>
              <a:avLst/>
              <a:gdLst/>
              <a:ahLst/>
              <a:cxnLst/>
              <a:rect l="l" t="t" r="r" b="b"/>
              <a:pathLst>
                <a:path w="19" h="5" extrusionOk="0">
                  <a:moveTo>
                    <a:pt x="18" y="1"/>
                  </a:moveTo>
                  <a:lnTo>
                    <a:pt x="1" y="4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71" name="Google Shape;6629;p80">
              <a:extLst>
                <a:ext uri="{FF2B5EF4-FFF2-40B4-BE49-F238E27FC236}">
                  <a16:creationId xmlns:a16="http://schemas.microsoft.com/office/drawing/2014/main" id="{4C76BC6B-0676-2471-ACB5-3D213448F50C}"/>
                </a:ext>
              </a:extLst>
            </p:cNvPr>
            <p:cNvSpPr/>
            <p:nvPr/>
          </p:nvSpPr>
          <p:spPr>
            <a:xfrm>
              <a:off x="2240370" y="1712301"/>
              <a:ext cx="353" cy="68"/>
            </a:xfrm>
            <a:custGeom>
              <a:avLst/>
              <a:gdLst/>
              <a:ahLst/>
              <a:cxnLst/>
              <a:rect l="l" t="t" r="r" b="b"/>
              <a:pathLst>
                <a:path w="26" h="5" extrusionOk="0">
                  <a:moveTo>
                    <a:pt x="25" y="1"/>
                  </a:moveTo>
                  <a:lnTo>
                    <a:pt x="1" y="4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72" name="Google Shape;6630;p80">
              <a:extLst>
                <a:ext uri="{FF2B5EF4-FFF2-40B4-BE49-F238E27FC236}">
                  <a16:creationId xmlns:a16="http://schemas.microsoft.com/office/drawing/2014/main" id="{C46773DA-BE8F-266D-876A-A65DCA785603}"/>
                </a:ext>
              </a:extLst>
            </p:cNvPr>
            <p:cNvSpPr/>
            <p:nvPr/>
          </p:nvSpPr>
          <p:spPr>
            <a:xfrm>
              <a:off x="2241225" y="1712166"/>
              <a:ext cx="163" cy="14"/>
            </a:xfrm>
            <a:custGeom>
              <a:avLst/>
              <a:gdLst/>
              <a:ahLst/>
              <a:cxnLst/>
              <a:rect l="l" t="t" r="r" b="b"/>
              <a:pathLst>
                <a:path w="12" h="1" extrusionOk="0">
                  <a:moveTo>
                    <a:pt x="11" y="0"/>
                  </a:moveTo>
                  <a:lnTo>
                    <a:pt x="11" y="0"/>
                  </a:lnTo>
                  <a:lnTo>
                    <a:pt x="1" y="0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73" name="Google Shape;6631;p80">
              <a:extLst>
                <a:ext uri="{FF2B5EF4-FFF2-40B4-BE49-F238E27FC236}">
                  <a16:creationId xmlns:a16="http://schemas.microsoft.com/office/drawing/2014/main" id="{ADC26A97-35AB-A704-2637-D11BD4A0F22D}"/>
                </a:ext>
              </a:extLst>
            </p:cNvPr>
            <p:cNvSpPr/>
            <p:nvPr/>
          </p:nvSpPr>
          <p:spPr>
            <a:xfrm>
              <a:off x="2239379" y="1712682"/>
              <a:ext cx="149" cy="109"/>
            </a:xfrm>
            <a:custGeom>
              <a:avLst/>
              <a:gdLst/>
              <a:ahLst/>
              <a:cxnLst/>
              <a:rect l="l" t="t" r="r" b="b"/>
              <a:pathLst>
                <a:path w="11" h="8" extrusionOk="0">
                  <a:moveTo>
                    <a:pt x="11" y="1"/>
                  </a:moveTo>
                  <a:lnTo>
                    <a:pt x="0" y="8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74" name="Google Shape;6632;p80">
              <a:extLst>
                <a:ext uri="{FF2B5EF4-FFF2-40B4-BE49-F238E27FC236}">
                  <a16:creationId xmlns:a16="http://schemas.microsoft.com/office/drawing/2014/main" id="{BE77C9A6-ED6F-2517-F4AD-822701F90E02}"/>
                </a:ext>
              </a:extLst>
            </p:cNvPr>
            <p:cNvSpPr/>
            <p:nvPr/>
          </p:nvSpPr>
          <p:spPr>
            <a:xfrm>
              <a:off x="2240044" y="1712397"/>
              <a:ext cx="244" cy="68"/>
            </a:xfrm>
            <a:custGeom>
              <a:avLst/>
              <a:gdLst/>
              <a:ahLst/>
              <a:cxnLst/>
              <a:rect l="l" t="t" r="r" b="b"/>
              <a:pathLst>
                <a:path w="18" h="5" extrusionOk="0">
                  <a:moveTo>
                    <a:pt x="18" y="1"/>
                  </a:moveTo>
                  <a:lnTo>
                    <a:pt x="0" y="4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75" name="Google Shape;6633;p80">
              <a:extLst>
                <a:ext uri="{FF2B5EF4-FFF2-40B4-BE49-F238E27FC236}">
                  <a16:creationId xmlns:a16="http://schemas.microsoft.com/office/drawing/2014/main" id="{37D6E74E-693B-7048-A217-1482AF8D5C7C}"/>
                </a:ext>
              </a:extLst>
            </p:cNvPr>
            <p:cNvSpPr/>
            <p:nvPr/>
          </p:nvSpPr>
          <p:spPr>
            <a:xfrm>
              <a:off x="2227159" y="1714067"/>
              <a:ext cx="149" cy="54"/>
            </a:xfrm>
            <a:custGeom>
              <a:avLst/>
              <a:gdLst/>
              <a:ahLst/>
              <a:cxnLst/>
              <a:rect l="l" t="t" r="r" b="b"/>
              <a:pathLst>
                <a:path w="11" h="4" extrusionOk="0">
                  <a:moveTo>
                    <a:pt x="11" y="4"/>
                  </a:moveTo>
                  <a:lnTo>
                    <a:pt x="0" y="0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76" name="Google Shape;6634;p80">
              <a:extLst>
                <a:ext uri="{FF2B5EF4-FFF2-40B4-BE49-F238E27FC236}">
                  <a16:creationId xmlns:a16="http://schemas.microsoft.com/office/drawing/2014/main" id="{068B70C4-DF69-90CB-FC5E-776B334CDF02}"/>
                </a:ext>
              </a:extLst>
            </p:cNvPr>
            <p:cNvSpPr/>
            <p:nvPr/>
          </p:nvSpPr>
          <p:spPr>
            <a:xfrm>
              <a:off x="2239800" y="1712492"/>
              <a:ext cx="163" cy="68"/>
            </a:xfrm>
            <a:custGeom>
              <a:avLst/>
              <a:gdLst/>
              <a:ahLst/>
              <a:cxnLst/>
              <a:rect l="l" t="t" r="r" b="b"/>
              <a:pathLst>
                <a:path w="12" h="5" extrusionOk="0">
                  <a:moveTo>
                    <a:pt x="11" y="1"/>
                  </a:moveTo>
                  <a:lnTo>
                    <a:pt x="1" y="4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77" name="Google Shape;6635;p80">
              <a:extLst>
                <a:ext uri="{FF2B5EF4-FFF2-40B4-BE49-F238E27FC236}">
                  <a16:creationId xmlns:a16="http://schemas.microsoft.com/office/drawing/2014/main" id="{98109484-C600-E64A-B02A-46CF67BE0E15}"/>
                </a:ext>
              </a:extLst>
            </p:cNvPr>
            <p:cNvSpPr/>
            <p:nvPr/>
          </p:nvSpPr>
          <p:spPr>
            <a:xfrm>
              <a:off x="2239569" y="1712587"/>
              <a:ext cx="149" cy="68"/>
            </a:xfrm>
            <a:custGeom>
              <a:avLst/>
              <a:gdLst/>
              <a:ahLst/>
              <a:cxnLst/>
              <a:rect l="l" t="t" r="r" b="b"/>
              <a:pathLst>
                <a:path w="11" h="5" extrusionOk="0">
                  <a:moveTo>
                    <a:pt x="11" y="1"/>
                  </a:moveTo>
                  <a:lnTo>
                    <a:pt x="0" y="4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78" name="Google Shape;6636;p80">
              <a:extLst>
                <a:ext uri="{FF2B5EF4-FFF2-40B4-BE49-F238E27FC236}">
                  <a16:creationId xmlns:a16="http://schemas.microsoft.com/office/drawing/2014/main" id="{8E836854-8B8B-0B65-0A3C-407FD19B73E7}"/>
                </a:ext>
              </a:extLst>
            </p:cNvPr>
            <p:cNvSpPr/>
            <p:nvPr/>
          </p:nvSpPr>
          <p:spPr>
            <a:xfrm>
              <a:off x="2223873" y="1713822"/>
              <a:ext cx="14" cy="14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1" y="1"/>
                  </a:move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79" name="Google Shape;6637;p80">
              <a:extLst>
                <a:ext uri="{FF2B5EF4-FFF2-40B4-BE49-F238E27FC236}">
                  <a16:creationId xmlns:a16="http://schemas.microsoft.com/office/drawing/2014/main" id="{21B0DD1D-B2C8-9DBE-DFDB-E2AB087ECB5B}"/>
                </a:ext>
              </a:extLst>
            </p:cNvPr>
            <p:cNvSpPr/>
            <p:nvPr/>
          </p:nvSpPr>
          <p:spPr>
            <a:xfrm>
              <a:off x="2218320" y="1714067"/>
              <a:ext cx="394" cy="14"/>
            </a:xfrm>
            <a:custGeom>
              <a:avLst/>
              <a:gdLst/>
              <a:ahLst/>
              <a:cxnLst/>
              <a:rect l="l" t="t" r="r" b="b"/>
              <a:pathLst>
                <a:path w="29" h="1" extrusionOk="0">
                  <a:moveTo>
                    <a:pt x="0" y="0"/>
                  </a:moveTo>
                  <a:lnTo>
                    <a:pt x="28" y="0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80" name="Google Shape;6638;p80">
              <a:extLst>
                <a:ext uri="{FF2B5EF4-FFF2-40B4-BE49-F238E27FC236}">
                  <a16:creationId xmlns:a16="http://schemas.microsoft.com/office/drawing/2014/main" id="{F3083372-D909-AEFA-8F72-D23D5DD77F90}"/>
                </a:ext>
              </a:extLst>
            </p:cNvPr>
            <p:cNvSpPr/>
            <p:nvPr/>
          </p:nvSpPr>
          <p:spPr>
            <a:xfrm>
              <a:off x="2221742" y="1713822"/>
              <a:ext cx="394" cy="14"/>
            </a:xfrm>
            <a:custGeom>
              <a:avLst/>
              <a:gdLst/>
              <a:ahLst/>
              <a:cxnLst/>
              <a:rect l="l" t="t" r="r" b="b"/>
              <a:pathLst>
                <a:path w="29" h="1" extrusionOk="0">
                  <a:moveTo>
                    <a:pt x="28" y="1"/>
                  </a:moveTo>
                  <a:lnTo>
                    <a:pt x="0" y="1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81" name="Google Shape;6639;p80">
              <a:extLst>
                <a:ext uri="{FF2B5EF4-FFF2-40B4-BE49-F238E27FC236}">
                  <a16:creationId xmlns:a16="http://schemas.microsoft.com/office/drawing/2014/main" id="{26D7D2E4-7508-439A-8DB7-DB469D8E6481}"/>
                </a:ext>
              </a:extLst>
            </p:cNvPr>
            <p:cNvSpPr/>
            <p:nvPr/>
          </p:nvSpPr>
          <p:spPr>
            <a:xfrm>
              <a:off x="2236188" y="1713157"/>
              <a:ext cx="3245" cy="2349"/>
            </a:xfrm>
            <a:custGeom>
              <a:avLst/>
              <a:gdLst/>
              <a:ahLst/>
              <a:cxnLst/>
              <a:rect l="l" t="t" r="r" b="b"/>
              <a:pathLst>
                <a:path w="239" h="173" extrusionOk="0">
                  <a:moveTo>
                    <a:pt x="1" y="172"/>
                  </a:moveTo>
                  <a:cubicBezTo>
                    <a:pt x="102" y="165"/>
                    <a:pt x="179" y="130"/>
                    <a:pt x="214" y="78"/>
                  </a:cubicBezTo>
                  <a:cubicBezTo>
                    <a:pt x="232" y="53"/>
                    <a:pt x="239" y="29"/>
                    <a:pt x="239" y="1"/>
                  </a:cubicBezTo>
                  <a:cubicBezTo>
                    <a:pt x="239" y="29"/>
                    <a:pt x="232" y="53"/>
                    <a:pt x="214" y="78"/>
                  </a:cubicBezTo>
                  <a:cubicBezTo>
                    <a:pt x="179" y="130"/>
                    <a:pt x="102" y="165"/>
                    <a:pt x="1" y="172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82" name="Google Shape;6640;p80">
              <a:extLst>
                <a:ext uri="{FF2B5EF4-FFF2-40B4-BE49-F238E27FC236}">
                  <a16:creationId xmlns:a16="http://schemas.microsoft.com/office/drawing/2014/main" id="{9FCFA394-CCC2-49CF-BDDA-3D2ED7B1D492}"/>
                </a:ext>
              </a:extLst>
            </p:cNvPr>
            <p:cNvSpPr/>
            <p:nvPr/>
          </p:nvSpPr>
          <p:spPr>
            <a:xfrm>
              <a:off x="2218985" y="1713972"/>
              <a:ext cx="625" cy="54"/>
            </a:xfrm>
            <a:custGeom>
              <a:avLst/>
              <a:gdLst/>
              <a:ahLst/>
              <a:cxnLst/>
              <a:rect l="l" t="t" r="r" b="b"/>
              <a:pathLst>
                <a:path w="46" h="4" extrusionOk="0">
                  <a:moveTo>
                    <a:pt x="46" y="0"/>
                  </a:moveTo>
                  <a:lnTo>
                    <a:pt x="0" y="4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83" name="Google Shape;6641;p80">
              <a:extLst>
                <a:ext uri="{FF2B5EF4-FFF2-40B4-BE49-F238E27FC236}">
                  <a16:creationId xmlns:a16="http://schemas.microsoft.com/office/drawing/2014/main" id="{E96B89E7-2306-9486-B0F0-BF4BBD4C9EAC}"/>
                </a:ext>
              </a:extLst>
            </p:cNvPr>
            <p:cNvSpPr/>
            <p:nvPr/>
          </p:nvSpPr>
          <p:spPr>
            <a:xfrm>
              <a:off x="2219977" y="1713917"/>
              <a:ext cx="543" cy="14"/>
            </a:xfrm>
            <a:custGeom>
              <a:avLst/>
              <a:gdLst/>
              <a:ahLst/>
              <a:cxnLst/>
              <a:rect l="l" t="t" r="r" b="b"/>
              <a:pathLst>
                <a:path w="40" h="1" extrusionOk="0">
                  <a:moveTo>
                    <a:pt x="39" y="1"/>
                  </a:moveTo>
                  <a:lnTo>
                    <a:pt x="1" y="1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84" name="Google Shape;6642;p80">
              <a:extLst>
                <a:ext uri="{FF2B5EF4-FFF2-40B4-BE49-F238E27FC236}">
                  <a16:creationId xmlns:a16="http://schemas.microsoft.com/office/drawing/2014/main" id="{879AA69A-9073-70E6-EAB0-C964BD24587A}"/>
                </a:ext>
              </a:extLst>
            </p:cNvPr>
            <p:cNvSpPr/>
            <p:nvPr/>
          </p:nvSpPr>
          <p:spPr>
            <a:xfrm>
              <a:off x="2220886" y="1713876"/>
              <a:ext cx="489" cy="14"/>
            </a:xfrm>
            <a:custGeom>
              <a:avLst/>
              <a:gdLst/>
              <a:ahLst/>
              <a:cxnLst/>
              <a:rect l="l" t="t" r="r" b="b"/>
              <a:pathLst>
                <a:path w="36" h="1" extrusionOk="0">
                  <a:moveTo>
                    <a:pt x="35" y="0"/>
                  </a:moveTo>
                  <a:lnTo>
                    <a:pt x="0" y="0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85" name="Google Shape;6643;p80">
              <a:extLst>
                <a:ext uri="{FF2B5EF4-FFF2-40B4-BE49-F238E27FC236}">
                  <a16:creationId xmlns:a16="http://schemas.microsoft.com/office/drawing/2014/main" id="{CE3045B1-E8BD-B462-4114-C9BBA33F4620}"/>
                </a:ext>
              </a:extLst>
            </p:cNvPr>
            <p:cNvSpPr/>
            <p:nvPr/>
          </p:nvSpPr>
          <p:spPr>
            <a:xfrm>
              <a:off x="2206005" y="1719905"/>
              <a:ext cx="679" cy="68"/>
            </a:xfrm>
            <a:custGeom>
              <a:avLst/>
              <a:gdLst/>
              <a:ahLst/>
              <a:cxnLst/>
              <a:rect l="l" t="t" r="r" b="b"/>
              <a:pathLst>
                <a:path w="50" h="5" extrusionOk="0">
                  <a:moveTo>
                    <a:pt x="15" y="1"/>
                  </a:moveTo>
                  <a:lnTo>
                    <a:pt x="1" y="4"/>
                  </a:lnTo>
                  <a:cubicBezTo>
                    <a:pt x="18" y="4"/>
                    <a:pt x="32" y="1"/>
                    <a:pt x="50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86" name="Google Shape;6644;p80">
              <a:extLst>
                <a:ext uri="{FF2B5EF4-FFF2-40B4-BE49-F238E27FC236}">
                  <a16:creationId xmlns:a16="http://schemas.microsoft.com/office/drawing/2014/main" id="{17D57585-6AB9-B406-2C26-79DCDA8F110E}"/>
                </a:ext>
              </a:extLst>
            </p:cNvPr>
            <p:cNvSpPr/>
            <p:nvPr/>
          </p:nvSpPr>
          <p:spPr>
            <a:xfrm>
              <a:off x="2202923" y="1719973"/>
              <a:ext cx="1480" cy="41"/>
            </a:xfrm>
            <a:custGeom>
              <a:avLst/>
              <a:gdLst/>
              <a:ahLst/>
              <a:cxnLst/>
              <a:rect l="l" t="t" r="r" b="b"/>
              <a:pathLst>
                <a:path w="109" h="3" extrusionOk="0">
                  <a:moveTo>
                    <a:pt x="54" y="0"/>
                  </a:moveTo>
                  <a:cubicBezTo>
                    <a:pt x="36" y="0"/>
                    <a:pt x="18" y="1"/>
                    <a:pt x="0" y="3"/>
                  </a:cubicBezTo>
                  <a:lnTo>
                    <a:pt x="109" y="3"/>
                  </a:lnTo>
                  <a:cubicBezTo>
                    <a:pt x="91" y="1"/>
                    <a:pt x="73" y="0"/>
                    <a:pt x="54" y="0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87" name="Google Shape;6645;p80">
              <a:extLst>
                <a:ext uri="{FF2B5EF4-FFF2-40B4-BE49-F238E27FC236}">
                  <a16:creationId xmlns:a16="http://schemas.microsoft.com/office/drawing/2014/main" id="{11C6A223-8E96-382E-FAB4-8A6423C043C8}"/>
                </a:ext>
              </a:extLst>
            </p:cNvPr>
            <p:cNvSpPr/>
            <p:nvPr/>
          </p:nvSpPr>
          <p:spPr>
            <a:xfrm>
              <a:off x="2205204" y="1719959"/>
              <a:ext cx="625" cy="14"/>
            </a:xfrm>
            <a:custGeom>
              <a:avLst/>
              <a:gdLst/>
              <a:ahLst/>
              <a:cxnLst/>
              <a:rect l="l" t="t" r="r" b="b"/>
              <a:pathLst>
                <a:path w="46" h="1" extrusionOk="0">
                  <a:moveTo>
                    <a:pt x="25" y="0"/>
                  </a:moveTo>
                  <a:lnTo>
                    <a:pt x="46" y="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88" name="Google Shape;6646;p80">
              <a:extLst>
                <a:ext uri="{FF2B5EF4-FFF2-40B4-BE49-F238E27FC236}">
                  <a16:creationId xmlns:a16="http://schemas.microsoft.com/office/drawing/2014/main" id="{9D6251EE-6CD5-D604-1544-79653C1B5B3C}"/>
                </a:ext>
              </a:extLst>
            </p:cNvPr>
            <p:cNvSpPr/>
            <p:nvPr/>
          </p:nvSpPr>
          <p:spPr>
            <a:xfrm>
              <a:off x="2206725" y="1719715"/>
              <a:ext cx="720" cy="163"/>
            </a:xfrm>
            <a:custGeom>
              <a:avLst/>
              <a:gdLst/>
              <a:ahLst/>
              <a:cxnLst/>
              <a:rect l="l" t="t" r="r" b="b"/>
              <a:pathLst>
                <a:path w="53" h="12" extrusionOk="0">
                  <a:moveTo>
                    <a:pt x="53" y="1"/>
                  </a:moveTo>
                  <a:cubicBezTo>
                    <a:pt x="35" y="4"/>
                    <a:pt x="18" y="8"/>
                    <a:pt x="0" y="11"/>
                  </a:cubicBezTo>
                  <a:cubicBezTo>
                    <a:pt x="18" y="8"/>
                    <a:pt x="35" y="4"/>
                    <a:pt x="53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89" name="Google Shape;6647;p80">
              <a:extLst>
                <a:ext uri="{FF2B5EF4-FFF2-40B4-BE49-F238E27FC236}">
                  <a16:creationId xmlns:a16="http://schemas.microsoft.com/office/drawing/2014/main" id="{FA8F1FF8-FB97-6604-5302-E2703533320A}"/>
                </a:ext>
              </a:extLst>
            </p:cNvPr>
            <p:cNvSpPr/>
            <p:nvPr/>
          </p:nvSpPr>
          <p:spPr>
            <a:xfrm>
              <a:off x="2285094" y="1766163"/>
              <a:ext cx="11622" cy="5675"/>
            </a:xfrm>
            <a:custGeom>
              <a:avLst/>
              <a:gdLst/>
              <a:ahLst/>
              <a:cxnLst/>
              <a:rect l="l" t="t" r="r" b="b"/>
              <a:pathLst>
                <a:path w="856" h="418" extrusionOk="0">
                  <a:moveTo>
                    <a:pt x="855" y="0"/>
                  </a:moveTo>
                  <a:cubicBezTo>
                    <a:pt x="680" y="60"/>
                    <a:pt x="502" y="95"/>
                    <a:pt x="320" y="102"/>
                  </a:cubicBezTo>
                  <a:cubicBezTo>
                    <a:pt x="134" y="112"/>
                    <a:pt x="33" y="182"/>
                    <a:pt x="19" y="245"/>
                  </a:cubicBezTo>
                  <a:cubicBezTo>
                    <a:pt x="1" y="305"/>
                    <a:pt x="68" y="350"/>
                    <a:pt x="99" y="368"/>
                  </a:cubicBezTo>
                  <a:cubicBezTo>
                    <a:pt x="162" y="405"/>
                    <a:pt x="233" y="418"/>
                    <a:pt x="301" y="418"/>
                  </a:cubicBezTo>
                  <a:cubicBezTo>
                    <a:pt x="379" y="418"/>
                    <a:pt x="453" y="400"/>
                    <a:pt x="502" y="385"/>
                  </a:cubicBezTo>
                  <a:cubicBezTo>
                    <a:pt x="593" y="361"/>
                    <a:pt x="677" y="315"/>
                    <a:pt x="743" y="252"/>
                  </a:cubicBezTo>
                  <a:cubicBezTo>
                    <a:pt x="736" y="182"/>
                    <a:pt x="778" y="84"/>
                    <a:pt x="855" y="0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90" name="Google Shape;6648;p80">
              <a:extLst>
                <a:ext uri="{FF2B5EF4-FFF2-40B4-BE49-F238E27FC236}">
                  <a16:creationId xmlns:a16="http://schemas.microsoft.com/office/drawing/2014/main" id="{1D8F2330-277D-186F-E1AB-50FECEB7CB9A}"/>
                </a:ext>
              </a:extLst>
            </p:cNvPr>
            <p:cNvSpPr/>
            <p:nvPr/>
          </p:nvSpPr>
          <p:spPr>
            <a:xfrm>
              <a:off x="1868957" y="1453664"/>
              <a:ext cx="77052" cy="36456"/>
            </a:xfrm>
            <a:custGeom>
              <a:avLst/>
              <a:gdLst/>
              <a:ahLst/>
              <a:cxnLst/>
              <a:rect l="l" t="t" r="r" b="b"/>
              <a:pathLst>
                <a:path w="5675" h="2685" extrusionOk="0">
                  <a:moveTo>
                    <a:pt x="4170" y="0"/>
                  </a:moveTo>
                  <a:cubicBezTo>
                    <a:pt x="4167" y="0"/>
                    <a:pt x="4165" y="1"/>
                    <a:pt x="4163" y="2"/>
                  </a:cubicBezTo>
                  <a:cubicBezTo>
                    <a:pt x="4135" y="12"/>
                    <a:pt x="4128" y="51"/>
                    <a:pt x="4135" y="142"/>
                  </a:cubicBezTo>
                  <a:cubicBezTo>
                    <a:pt x="4142" y="194"/>
                    <a:pt x="4142" y="247"/>
                    <a:pt x="4128" y="296"/>
                  </a:cubicBezTo>
                  <a:cubicBezTo>
                    <a:pt x="4109" y="351"/>
                    <a:pt x="4065" y="368"/>
                    <a:pt x="4015" y="368"/>
                  </a:cubicBezTo>
                  <a:cubicBezTo>
                    <a:pt x="3970" y="368"/>
                    <a:pt x="3920" y="355"/>
                    <a:pt x="3879" y="345"/>
                  </a:cubicBezTo>
                  <a:cubicBezTo>
                    <a:pt x="3858" y="338"/>
                    <a:pt x="3830" y="331"/>
                    <a:pt x="3806" y="327"/>
                  </a:cubicBezTo>
                  <a:cubicBezTo>
                    <a:pt x="3802" y="383"/>
                    <a:pt x="3767" y="429"/>
                    <a:pt x="3715" y="450"/>
                  </a:cubicBezTo>
                  <a:cubicBezTo>
                    <a:pt x="3699" y="455"/>
                    <a:pt x="3683" y="457"/>
                    <a:pt x="3667" y="457"/>
                  </a:cubicBezTo>
                  <a:cubicBezTo>
                    <a:pt x="3602" y="457"/>
                    <a:pt x="3532" y="418"/>
                    <a:pt x="3473" y="348"/>
                  </a:cubicBezTo>
                  <a:cubicBezTo>
                    <a:pt x="3450" y="322"/>
                    <a:pt x="3417" y="308"/>
                    <a:pt x="3381" y="308"/>
                  </a:cubicBezTo>
                  <a:cubicBezTo>
                    <a:pt x="3369" y="308"/>
                    <a:pt x="3356" y="310"/>
                    <a:pt x="3343" y="313"/>
                  </a:cubicBezTo>
                  <a:cubicBezTo>
                    <a:pt x="3319" y="317"/>
                    <a:pt x="3291" y="331"/>
                    <a:pt x="3273" y="352"/>
                  </a:cubicBezTo>
                  <a:cubicBezTo>
                    <a:pt x="3280" y="390"/>
                    <a:pt x="3263" y="429"/>
                    <a:pt x="3231" y="450"/>
                  </a:cubicBezTo>
                  <a:cubicBezTo>
                    <a:pt x="3216" y="460"/>
                    <a:pt x="3200" y="464"/>
                    <a:pt x="3183" y="464"/>
                  </a:cubicBezTo>
                  <a:cubicBezTo>
                    <a:pt x="3131" y="464"/>
                    <a:pt x="3065" y="424"/>
                    <a:pt x="2965" y="359"/>
                  </a:cubicBezTo>
                  <a:lnTo>
                    <a:pt x="2892" y="317"/>
                  </a:lnTo>
                  <a:cubicBezTo>
                    <a:pt x="2869" y="304"/>
                    <a:pt x="2845" y="298"/>
                    <a:pt x="2821" y="298"/>
                  </a:cubicBezTo>
                  <a:cubicBezTo>
                    <a:pt x="2791" y="298"/>
                    <a:pt x="2763" y="307"/>
                    <a:pt x="2738" y="324"/>
                  </a:cubicBezTo>
                  <a:cubicBezTo>
                    <a:pt x="2664" y="376"/>
                    <a:pt x="2622" y="464"/>
                    <a:pt x="2626" y="499"/>
                  </a:cubicBezTo>
                  <a:cubicBezTo>
                    <a:pt x="2643" y="618"/>
                    <a:pt x="2584" y="649"/>
                    <a:pt x="2559" y="660"/>
                  </a:cubicBezTo>
                  <a:cubicBezTo>
                    <a:pt x="2548" y="664"/>
                    <a:pt x="2537" y="666"/>
                    <a:pt x="2526" y="666"/>
                  </a:cubicBezTo>
                  <a:cubicBezTo>
                    <a:pt x="2454" y="666"/>
                    <a:pt x="2377" y="589"/>
                    <a:pt x="2286" y="429"/>
                  </a:cubicBezTo>
                  <a:cubicBezTo>
                    <a:pt x="2271" y="405"/>
                    <a:pt x="2240" y="355"/>
                    <a:pt x="2210" y="355"/>
                  </a:cubicBezTo>
                  <a:cubicBezTo>
                    <a:pt x="2205" y="355"/>
                    <a:pt x="2200" y="356"/>
                    <a:pt x="2195" y="359"/>
                  </a:cubicBezTo>
                  <a:cubicBezTo>
                    <a:pt x="2143" y="401"/>
                    <a:pt x="2125" y="471"/>
                    <a:pt x="2150" y="534"/>
                  </a:cubicBezTo>
                  <a:cubicBezTo>
                    <a:pt x="2220" y="656"/>
                    <a:pt x="2220" y="800"/>
                    <a:pt x="2153" y="863"/>
                  </a:cubicBezTo>
                  <a:cubicBezTo>
                    <a:pt x="2129" y="885"/>
                    <a:pt x="2098" y="897"/>
                    <a:pt x="2066" y="897"/>
                  </a:cubicBezTo>
                  <a:cubicBezTo>
                    <a:pt x="2038" y="897"/>
                    <a:pt x="2010" y="888"/>
                    <a:pt x="1985" y="870"/>
                  </a:cubicBezTo>
                  <a:cubicBezTo>
                    <a:pt x="1972" y="862"/>
                    <a:pt x="1957" y="858"/>
                    <a:pt x="1941" y="858"/>
                  </a:cubicBezTo>
                  <a:cubicBezTo>
                    <a:pt x="1865" y="858"/>
                    <a:pt x="1768" y="938"/>
                    <a:pt x="1719" y="1013"/>
                  </a:cubicBezTo>
                  <a:cubicBezTo>
                    <a:pt x="1701" y="1043"/>
                    <a:pt x="1665" y="1061"/>
                    <a:pt x="1629" y="1061"/>
                  </a:cubicBezTo>
                  <a:cubicBezTo>
                    <a:pt x="1623" y="1061"/>
                    <a:pt x="1617" y="1060"/>
                    <a:pt x="1611" y="1059"/>
                  </a:cubicBezTo>
                  <a:cubicBezTo>
                    <a:pt x="1512" y="1038"/>
                    <a:pt x="1414" y="866"/>
                    <a:pt x="1393" y="726"/>
                  </a:cubicBezTo>
                  <a:cubicBezTo>
                    <a:pt x="1376" y="618"/>
                    <a:pt x="1407" y="534"/>
                    <a:pt x="1481" y="488"/>
                  </a:cubicBezTo>
                  <a:cubicBezTo>
                    <a:pt x="1432" y="373"/>
                    <a:pt x="889" y="54"/>
                    <a:pt x="690" y="54"/>
                  </a:cubicBezTo>
                  <a:cubicBezTo>
                    <a:pt x="669" y="54"/>
                    <a:pt x="651" y="58"/>
                    <a:pt x="634" y="61"/>
                  </a:cubicBezTo>
                  <a:cubicBezTo>
                    <a:pt x="644" y="86"/>
                    <a:pt x="690" y="149"/>
                    <a:pt x="809" y="247"/>
                  </a:cubicBezTo>
                  <a:cubicBezTo>
                    <a:pt x="833" y="264"/>
                    <a:pt x="896" y="317"/>
                    <a:pt x="882" y="376"/>
                  </a:cubicBezTo>
                  <a:cubicBezTo>
                    <a:pt x="872" y="411"/>
                    <a:pt x="844" y="436"/>
                    <a:pt x="812" y="443"/>
                  </a:cubicBezTo>
                  <a:cubicBezTo>
                    <a:pt x="802" y="445"/>
                    <a:pt x="790" y="446"/>
                    <a:pt x="778" y="446"/>
                  </a:cubicBezTo>
                  <a:cubicBezTo>
                    <a:pt x="694" y="446"/>
                    <a:pt x="573" y="397"/>
                    <a:pt x="515" y="320"/>
                  </a:cubicBezTo>
                  <a:cubicBezTo>
                    <a:pt x="503" y="305"/>
                    <a:pt x="485" y="295"/>
                    <a:pt x="467" y="295"/>
                  </a:cubicBezTo>
                  <a:cubicBezTo>
                    <a:pt x="464" y="295"/>
                    <a:pt x="461" y="295"/>
                    <a:pt x="459" y="296"/>
                  </a:cubicBezTo>
                  <a:cubicBezTo>
                    <a:pt x="399" y="299"/>
                    <a:pt x="319" y="362"/>
                    <a:pt x="266" y="450"/>
                  </a:cubicBezTo>
                  <a:cubicBezTo>
                    <a:pt x="221" y="520"/>
                    <a:pt x="168" y="586"/>
                    <a:pt x="109" y="642"/>
                  </a:cubicBezTo>
                  <a:cubicBezTo>
                    <a:pt x="53" y="698"/>
                    <a:pt x="7" y="747"/>
                    <a:pt x="0" y="789"/>
                  </a:cubicBezTo>
                  <a:cubicBezTo>
                    <a:pt x="0" y="793"/>
                    <a:pt x="7" y="810"/>
                    <a:pt x="39" y="831"/>
                  </a:cubicBezTo>
                  <a:cubicBezTo>
                    <a:pt x="106" y="866"/>
                    <a:pt x="181" y="884"/>
                    <a:pt x="255" y="884"/>
                  </a:cubicBezTo>
                  <a:cubicBezTo>
                    <a:pt x="316" y="884"/>
                    <a:pt x="376" y="872"/>
                    <a:pt x="434" y="849"/>
                  </a:cubicBezTo>
                  <a:cubicBezTo>
                    <a:pt x="564" y="796"/>
                    <a:pt x="714" y="760"/>
                    <a:pt x="850" y="760"/>
                  </a:cubicBezTo>
                  <a:cubicBezTo>
                    <a:pt x="974" y="760"/>
                    <a:pt x="1088" y="790"/>
                    <a:pt x="1166" y="863"/>
                  </a:cubicBezTo>
                  <a:cubicBezTo>
                    <a:pt x="1201" y="887"/>
                    <a:pt x="1218" y="929"/>
                    <a:pt x="1215" y="971"/>
                  </a:cubicBezTo>
                  <a:cubicBezTo>
                    <a:pt x="1211" y="1038"/>
                    <a:pt x="1148" y="1076"/>
                    <a:pt x="1099" y="1112"/>
                  </a:cubicBezTo>
                  <a:cubicBezTo>
                    <a:pt x="1092" y="1119"/>
                    <a:pt x="1078" y="1126"/>
                    <a:pt x="1068" y="1133"/>
                  </a:cubicBezTo>
                  <a:cubicBezTo>
                    <a:pt x="1148" y="1199"/>
                    <a:pt x="1141" y="1259"/>
                    <a:pt x="1131" y="1290"/>
                  </a:cubicBezTo>
                  <a:cubicBezTo>
                    <a:pt x="1102" y="1362"/>
                    <a:pt x="1007" y="1401"/>
                    <a:pt x="845" y="1401"/>
                  </a:cubicBezTo>
                  <a:cubicBezTo>
                    <a:pt x="809" y="1401"/>
                    <a:pt x="770" y="1399"/>
                    <a:pt x="728" y="1395"/>
                  </a:cubicBezTo>
                  <a:cubicBezTo>
                    <a:pt x="693" y="1392"/>
                    <a:pt x="659" y="1391"/>
                    <a:pt x="625" y="1391"/>
                  </a:cubicBezTo>
                  <a:cubicBezTo>
                    <a:pt x="435" y="1391"/>
                    <a:pt x="268" y="1429"/>
                    <a:pt x="200" y="1465"/>
                  </a:cubicBezTo>
                  <a:cubicBezTo>
                    <a:pt x="308" y="1465"/>
                    <a:pt x="417" y="1458"/>
                    <a:pt x="525" y="1444"/>
                  </a:cubicBezTo>
                  <a:cubicBezTo>
                    <a:pt x="650" y="1428"/>
                    <a:pt x="739" y="1419"/>
                    <a:pt x="804" y="1419"/>
                  </a:cubicBezTo>
                  <a:cubicBezTo>
                    <a:pt x="869" y="1419"/>
                    <a:pt x="910" y="1428"/>
                    <a:pt x="938" y="1451"/>
                  </a:cubicBezTo>
                  <a:cubicBezTo>
                    <a:pt x="956" y="1465"/>
                    <a:pt x="966" y="1486"/>
                    <a:pt x="970" y="1511"/>
                  </a:cubicBezTo>
                  <a:lnTo>
                    <a:pt x="970" y="1542"/>
                  </a:lnTo>
                  <a:cubicBezTo>
                    <a:pt x="970" y="1581"/>
                    <a:pt x="977" y="1658"/>
                    <a:pt x="998" y="1672"/>
                  </a:cubicBezTo>
                  <a:cubicBezTo>
                    <a:pt x="1001" y="1674"/>
                    <a:pt x="1006" y="1676"/>
                    <a:pt x="1014" y="1676"/>
                  </a:cubicBezTo>
                  <a:cubicBezTo>
                    <a:pt x="1026" y="1676"/>
                    <a:pt x="1046" y="1672"/>
                    <a:pt x="1071" y="1661"/>
                  </a:cubicBezTo>
                  <a:cubicBezTo>
                    <a:pt x="1098" y="1650"/>
                    <a:pt x="1132" y="1638"/>
                    <a:pt x="1166" y="1638"/>
                  </a:cubicBezTo>
                  <a:cubicBezTo>
                    <a:pt x="1187" y="1638"/>
                    <a:pt x="1207" y="1642"/>
                    <a:pt x="1225" y="1654"/>
                  </a:cubicBezTo>
                  <a:cubicBezTo>
                    <a:pt x="1274" y="1686"/>
                    <a:pt x="1278" y="1749"/>
                    <a:pt x="1281" y="1794"/>
                  </a:cubicBezTo>
                  <a:cubicBezTo>
                    <a:pt x="1278" y="1812"/>
                    <a:pt x="1281" y="1829"/>
                    <a:pt x="1285" y="1847"/>
                  </a:cubicBezTo>
                  <a:cubicBezTo>
                    <a:pt x="1351" y="1875"/>
                    <a:pt x="1386" y="1948"/>
                    <a:pt x="1372" y="2018"/>
                  </a:cubicBezTo>
                  <a:cubicBezTo>
                    <a:pt x="1358" y="2106"/>
                    <a:pt x="1271" y="2211"/>
                    <a:pt x="1075" y="2221"/>
                  </a:cubicBezTo>
                  <a:cubicBezTo>
                    <a:pt x="900" y="2232"/>
                    <a:pt x="844" y="2256"/>
                    <a:pt x="826" y="2267"/>
                  </a:cubicBezTo>
                  <a:cubicBezTo>
                    <a:pt x="830" y="2274"/>
                    <a:pt x="837" y="2281"/>
                    <a:pt x="844" y="2288"/>
                  </a:cubicBezTo>
                  <a:cubicBezTo>
                    <a:pt x="880" y="2325"/>
                    <a:pt x="935" y="2339"/>
                    <a:pt x="1003" y="2339"/>
                  </a:cubicBezTo>
                  <a:cubicBezTo>
                    <a:pt x="1107" y="2339"/>
                    <a:pt x="1239" y="2306"/>
                    <a:pt x="1369" y="2274"/>
                  </a:cubicBezTo>
                  <a:lnTo>
                    <a:pt x="1477" y="2246"/>
                  </a:lnTo>
                  <a:cubicBezTo>
                    <a:pt x="1505" y="2239"/>
                    <a:pt x="1537" y="2235"/>
                    <a:pt x="1565" y="2235"/>
                  </a:cubicBezTo>
                  <a:cubicBezTo>
                    <a:pt x="1754" y="2235"/>
                    <a:pt x="1971" y="2358"/>
                    <a:pt x="2181" y="2477"/>
                  </a:cubicBezTo>
                  <a:cubicBezTo>
                    <a:pt x="2286" y="2540"/>
                    <a:pt x="2398" y="2596"/>
                    <a:pt x="2510" y="2645"/>
                  </a:cubicBezTo>
                  <a:cubicBezTo>
                    <a:pt x="2579" y="2672"/>
                    <a:pt x="2662" y="2684"/>
                    <a:pt x="2748" y="2684"/>
                  </a:cubicBezTo>
                  <a:cubicBezTo>
                    <a:pt x="2903" y="2684"/>
                    <a:pt x="3071" y="2646"/>
                    <a:pt x="3196" y="2592"/>
                  </a:cubicBezTo>
                  <a:cubicBezTo>
                    <a:pt x="3308" y="2543"/>
                    <a:pt x="3361" y="2494"/>
                    <a:pt x="3371" y="2463"/>
                  </a:cubicBezTo>
                  <a:cubicBezTo>
                    <a:pt x="3420" y="2333"/>
                    <a:pt x="3599" y="2309"/>
                    <a:pt x="3774" y="2284"/>
                  </a:cubicBezTo>
                  <a:cubicBezTo>
                    <a:pt x="3890" y="2267"/>
                    <a:pt x="4009" y="2253"/>
                    <a:pt x="4075" y="2207"/>
                  </a:cubicBezTo>
                  <a:cubicBezTo>
                    <a:pt x="4275" y="2071"/>
                    <a:pt x="4520" y="1931"/>
                    <a:pt x="4842" y="1913"/>
                  </a:cubicBezTo>
                  <a:lnTo>
                    <a:pt x="4849" y="1917"/>
                  </a:lnTo>
                  <a:cubicBezTo>
                    <a:pt x="4999" y="1910"/>
                    <a:pt x="5055" y="1808"/>
                    <a:pt x="5111" y="1714"/>
                  </a:cubicBezTo>
                  <a:cubicBezTo>
                    <a:pt x="5150" y="1646"/>
                    <a:pt x="5192" y="1569"/>
                    <a:pt x="5273" y="1569"/>
                  </a:cubicBezTo>
                  <a:cubicBezTo>
                    <a:pt x="5280" y="1569"/>
                    <a:pt x="5286" y="1569"/>
                    <a:pt x="5293" y="1570"/>
                  </a:cubicBezTo>
                  <a:cubicBezTo>
                    <a:pt x="5295" y="1570"/>
                    <a:pt x="5296" y="1570"/>
                    <a:pt x="5297" y="1570"/>
                  </a:cubicBezTo>
                  <a:cubicBezTo>
                    <a:pt x="5373" y="1570"/>
                    <a:pt x="5558" y="1378"/>
                    <a:pt x="5647" y="1199"/>
                  </a:cubicBezTo>
                  <a:cubicBezTo>
                    <a:pt x="5675" y="1147"/>
                    <a:pt x="5661" y="1055"/>
                    <a:pt x="5612" y="975"/>
                  </a:cubicBezTo>
                  <a:cubicBezTo>
                    <a:pt x="5563" y="894"/>
                    <a:pt x="5489" y="845"/>
                    <a:pt x="5423" y="845"/>
                  </a:cubicBezTo>
                  <a:cubicBezTo>
                    <a:pt x="5297" y="845"/>
                    <a:pt x="5174" y="786"/>
                    <a:pt x="5097" y="684"/>
                  </a:cubicBezTo>
                  <a:cubicBezTo>
                    <a:pt x="5055" y="628"/>
                    <a:pt x="5041" y="555"/>
                    <a:pt x="5062" y="488"/>
                  </a:cubicBezTo>
                  <a:cubicBezTo>
                    <a:pt x="5076" y="450"/>
                    <a:pt x="5045" y="387"/>
                    <a:pt x="5013" y="331"/>
                  </a:cubicBezTo>
                  <a:cubicBezTo>
                    <a:pt x="4989" y="289"/>
                    <a:pt x="4971" y="243"/>
                    <a:pt x="4964" y="198"/>
                  </a:cubicBezTo>
                  <a:cubicBezTo>
                    <a:pt x="4877" y="208"/>
                    <a:pt x="4789" y="226"/>
                    <a:pt x="4709" y="250"/>
                  </a:cubicBezTo>
                  <a:lnTo>
                    <a:pt x="4670" y="257"/>
                  </a:lnTo>
                  <a:cubicBezTo>
                    <a:pt x="4659" y="260"/>
                    <a:pt x="4647" y="262"/>
                    <a:pt x="4636" y="262"/>
                  </a:cubicBezTo>
                  <a:cubicBezTo>
                    <a:pt x="4553" y="262"/>
                    <a:pt x="4461" y="191"/>
                    <a:pt x="4366" y="121"/>
                  </a:cubicBezTo>
                  <a:cubicBezTo>
                    <a:pt x="4314" y="79"/>
                    <a:pt x="4208" y="0"/>
                    <a:pt x="4170" y="0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91" name="Google Shape;6649;p80">
              <a:extLst>
                <a:ext uri="{FF2B5EF4-FFF2-40B4-BE49-F238E27FC236}">
                  <a16:creationId xmlns:a16="http://schemas.microsoft.com/office/drawing/2014/main" id="{87E79D35-3B08-115D-11D0-B458E1B9A996}"/>
                </a:ext>
              </a:extLst>
            </p:cNvPr>
            <p:cNvSpPr/>
            <p:nvPr/>
          </p:nvSpPr>
          <p:spPr>
            <a:xfrm>
              <a:off x="1971712" y="1589955"/>
              <a:ext cx="30821" cy="28486"/>
            </a:xfrm>
            <a:custGeom>
              <a:avLst/>
              <a:gdLst/>
              <a:ahLst/>
              <a:cxnLst/>
              <a:rect l="l" t="t" r="r" b="b"/>
              <a:pathLst>
                <a:path w="2270" h="2098" extrusionOk="0">
                  <a:moveTo>
                    <a:pt x="1160" y="1"/>
                  </a:moveTo>
                  <a:cubicBezTo>
                    <a:pt x="1111" y="29"/>
                    <a:pt x="1058" y="50"/>
                    <a:pt x="1002" y="60"/>
                  </a:cubicBezTo>
                  <a:cubicBezTo>
                    <a:pt x="918" y="78"/>
                    <a:pt x="838" y="109"/>
                    <a:pt x="764" y="155"/>
                  </a:cubicBezTo>
                  <a:cubicBezTo>
                    <a:pt x="706" y="197"/>
                    <a:pt x="646" y="210"/>
                    <a:pt x="588" y="210"/>
                  </a:cubicBezTo>
                  <a:cubicBezTo>
                    <a:pt x="525" y="210"/>
                    <a:pt x="464" y="194"/>
                    <a:pt x="407" y="179"/>
                  </a:cubicBezTo>
                  <a:cubicBezTo>
                    <a:pt x="353" y="164"/>
                    <a:pt x="303" y="150"/>
                    <a:pt x="256" y="150"/>
                  </a:cubicBezTo>
                  <a:cubicBezTo>
                    <a:pt x="227" y="150"/>
                    <a:pt x="199" y="155"/>
                    <a:pt x="172" y="169"/>
                  </a:cubicBezTo>
                  <a:lnTo>
                    <a:pt x="158" y="176"/>
                  </a:lnTo>
                  <a:cubicBezTo>
                    <a:pt x="172" y="193"/>
                    <a:pt x="186" y="211"/>
                    <a:pt x="200" y="225"/>
                  </a:cubicBezTo>
                  <a:cubicBezTo>
                    <a:pt x="260" y="291"/>
                    <a:pt x="369" y="414"/>
                    <a:pt x="260" y="561"/>
                  </a:cubicBezTo>
                  <a:cubicBezTo>
                    <a:pt x="218" y="624"/>
                    <a:pt x="218" y="645"/>
                    <a:pt x="218" y="652"/>
                  </a:cubicBezTo>
                  <a:cubicBezTo>
                    <a:pt x="221" y="669"/>
                    <a:pt x="274" y="704"/>
                    <a:pt x="323" y="736"/>
                  </a:cubicBezTo>
                  <a:cubicBezTo>
                    <a:pt x="383" y="774"/>
                    <a:pt x="442" y="816"/>
                    <a:pt x="498" y="858"/>
                  </a:cubicBezTo>
                  <a:cubicBezTo>
                    <a:pt x="568" y="914"/>
                    <a:pt x="603" y="967"/>
                    <a:pt x="603" y="1026"/>
                  </a:cubicBezTo>
                  <a:cubicBezTo>
                    <a:pt x="607" y="1107"/>
                    <a:pt x="544" y="1159"/>
                    <a:pt x="488" y="1212"/>
                  </a:cubicBezTo>
                  <a:cubicBezTo>
                    <a:pt x="428" y="1264"/>
                    <a:pt x="379" y="1310"/>
                    <a:pt x="379" y="1373"/>
                  </a:cubicBezTo>
                  <a:cubicBezTo>
                    <a:pt x="379" y="1541"/>
                    <a:pt x="242" y="1608"/>
                    <a:pt x="144" y="1657"/>
                  </a:cubicBezTo>
                  <a:cubicBezTo>
                    <a:pt x="81" y="1688"/>
                    <a:pt x="25" y="1716"/>
                    <a:pt x="8" y="1755"/>
                  </a:cubicBezTo>
                  <a:cubicBezTo>
                    <a:pt x="1" y="1769"/>
                    <a:pt x="4" y="1800"/>
                    <a:pt x="36" y="1846"/>
                  </a:cubicBezTo>
                  <a:cubicBezTo>
                    <a:pt x="116" y="1968"/>
                    <a:pt x="316" y="2098"/>
                    <a:pt x="491" y="2098"/>
                  </a:cubicBezTo>
                  <a:cubicBezTo>
                    <a:pt x="673" y="2098"/>
                    <a:pt x="1128" y="1975"/>
                    <a:pt x="1391" y="1727"/>
                  </a:cubicBezTo>
                  <a:cubicBezTo>
                    <a:pt x="1512" y="1615"/>
                    <a:pt x="1615" y="1587"/>
                    <a:pt x="1706" y="1587"/>
                  </a:cubicBezTo>
                  <a:cubicBezTo>
                    <a:pt x="1752" y="1587"/>
                    <a:pt x="1795" y="1594"/>
                    <a:pt x="1835" y="1601"/>
                  </a:cubicBezTo>
                  <a:cubicBezTo>
                    <a:pt x="1874" y="1607"/>
                    <a:pt x="1909" y="1613"/>
                    <a:pt x="1944" y="1613"/>
                  </a:cubicBezTo>
                  <a:cubicBezTo>
                    <a:pt x="1987" y="1613"/>
                    <a:pt x="2029" y="1604"/>
                    <a:pt x="2077" y="1580"/>
                  </a:cubicBezTo>
                  <a:cubicBezTo>
                    <a:pt x="2269" y="1482"/>
                    <a:pt x="2147" y="596"/>
                    <a:pt x="2049" y="400"/>
                  </a:cubicBezTo>
                  <a:cubicBezTo>
                    <a:pt x="2035" y="372"/>
                    <a:pt x="2028" y="344"/>
                    <a:pt x="2028" y="312"/>
                  </a:cubicBezTo>
                  <a:lnTo>
                    <a:pt x="2014" y="302"/>
                  </a:lnTo>
                  <a:lnTo>
                    <a:pt x="1993" y="284"/>
                  </a:lnTo>
                  <a:lnTo>
                    <a:pt x="1961" y="260"/>
                  </a:lnTo>
                  <a:lnTo>
                    <a:pt x="1944" y="242"/>
                  </a:lnTo>
                  <a:lnTo>
                    <a:pt x="1916" y="218"/>
                  </a:lnTo>
                  <a:lnTo>
                    <a:pt x="1902" y="204"/>
                  </a:lnTo>
                  <a:cubicBezTo>
                    <a:pt x="1891" y="190"/>
                    <a:pt x="1877" y="176"/>
                    <a:pt x="1867" y="162"/>
                  </a:cubicBezTo>
                  <a:cubicBezTo>
                    <a:pt x="1805" y="93"/>
                    <a:pt x="1761" y="70"/>
                    <a:pt x="1739" y="70"/>
                  </a:cubicBezTo>
                  <a:cubicBezTo>
                    <a:pt x="1737" y="70"/>
                    <a:pt x="1735" y="70"/>
                    <a:pt x="1734" y="71"/>
                  </a:cubicBezTo>
                  <a:cubicBezTo>
                    <a:pt x="1713" y="78"/>
                    <a:pt x="1678" y="134"/>
                    <a:pt x="1664" y="228"/>
                  </a:cubicBezTo>
                  <a:cubicBezTo>
                    <a:pt x="1657" y="270"/>
                    <a:pt x="1632" y="309"/>
                    <a:pt x="1597" y="326"/>
                  </a:cubicBezTo>
                  <a:cubicBezTo>
                    <a:pt x="1580" y="334"/>
                    <a:pt x="1563" y="337"/>
                    <a:pt x="1546" y="337"/>
                  </a:cubicBezTo>
                  <a:cubicBezTo>
                    <a:pt x="1490" y="337"/>
                    <a:pt x="1430" y="304"/>
                    <a:pt x="1366" y="267"/>
                  </a:cubicBezTo>
                  <a:cubicBezTo>
                    <a:pt x="1328" y="242"/>
                    <a:pt x="1286" y="225"/>
                    <a:pt x="1244" y="211"/>
                  </a:cubicBezTo>
                  <a:cubicBezTo>
                    <a:pt x="1195" y="204"/>
                    <a:pt x="1156" y="165"/>
                    <a:pt x="1149" y="120"/>
                  </a:cubicBezTo>
                  <a:cubicBezTo>
                    <a:pt x="1146" y="113"/>
                    <a:pt x="1146" y="102"/>
                    <a:pt x="1146" y="95"/>
                  </a:cubicBezTo>
                  <a:lnTo>
                    <a:pt x="1146" y="85"/>
                  </a:lnTo>
                  <a:cubicBezTo>
                    <a:pt x="1146" y="81"/>
                    <a:pt x="1146" y="74"/>
                    <a:pt x="1146" y="67"/>
                  </a:cubicBezTo>
                  <a:lnTo>
                    <a:pt x="1146" y="57"/>
                  </a:lnTo>
                  <a:cubicBezTo>
                    <a:pt x="1146" y="53"/>
                    <a:pt x="1149" y="43"/>
                    <a:pt x="1149" y="36"/>
                  </a:cubicBezTo>
                  <a:lnTo>
                    <a:pt x="1153" y="29"/>
                  </a:lnTo>
                  <a:cubicBezTo>
                    <a:pt x="1156" y="18"/>
                    <a:pt x="1156" y="11"/>
                    <a:pt x="1160" y="4"/>
                  </a:cubicBezTo>
                  <a:lnTo>
                    <a:pt x="1160" y="1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92" name="Google Shape;6650;p80">
              <a:extLst>
                <a:ext uri="{FF2B5EF4-FFF2-40B4-BE49-F238E27FC236}">
                  <a16:creationId xmlns:a16="http://schemas.microsoft.com/office/drawing/2014/main" id="{D442D92F-DF78-01A3-D2F0-A6EDDC685D35}"/>
                </a:ext>
              </a:extLst>
            </p:cNvPr>
            <p:cNvSpPr/>
            <p:nvPr/>
          </p:nvSpPr>
          <p:spPr>
            <a:xfrm>
              <a:off x="1984936" y="1583342"/>
              <a:ext cx="6422" cy="5010"/>
            </a:xfrm>
            <a:custGeom>
              <a:avLst/>
              <a:gdLst/>
              <a:ahLst/>
              <a:cxnLst/>
              <a:rect l="l" t="t" r="r" b="b"/>
              <a:pathLst>
                <a:path w="473" h="369" extrusionOk="0">
                  <a:moveTo>
                    <a:pt x="180" y="0"/>
                  </a:moveTo>
                  <a:cubicBezTo>
                    <a:pt x="134" y="0"/>
                    <a:pt x="86" y="11"/>
                    <a:pt x="46" y="36"/>
                  </a:cubicBezTo>
                  <a:cubicBezTo>
                    <a:pt x="18" y="50"/>
                    <a:pt x="4" y="78"/>
                    <a:pt x="4" y="106"/>
                  </a:cubicBezTo>
                  <a:cubicBezTo>
                    <a:pt x="0" y="166"/>
                    <a:pt x="28" y="180"/>
                    <a:pt x="105" y="208"/>
                  </a:cubicBezTo>
                  <a:cubicBezTo>
                    <a:pt x="165" y="229"/>
                    <a:pt x="256" y="260"/>
                    <a:pt x="263" y="358"/>
                  </a:cubicBezTo>
                  <a:lnTo>
                    <a:pt x="263" y="369"/>
                  </a:lnTo>
                  <a:cubicBezTo>
                    <a:pt x="273" y="358"/>
                    <a:pt x="280" y="348"/>
                    <a:pt x="291" y="337"/>
                  </a:cubicBezTo>
                  <a:cubicBezTo>
                    <a:pt x="298" y="327"/>
                    <a:pt x="305" y="316"/>
                    <a:pt x="315" y="309"/>
                  </a:cubicBezTo>
                  <a:lnTo>
                    <a:pt x="319" y="306"/>
                  </a:lnTo>
                  <a:cubicBezTo>
                    <a:pt x="326" y="295"/>
                    <a:pt x="333" y="288"/>
                    <a:pt x="340" y="281"/>
                  </a:cubicBezTo>
                  <a:lnTo>
                    <a:pt x="347" y="278"/>
                  </a:lnTo>
                  <a:cubicBezTo>
                    <a:pt x="354" y="271"/>
                    <a:pt x="361" y="267"/>
                    <a:pt x="364" y="260"/>
                  </a:cubicBezTo>
                  <a:cubicBezTo>
                    <a:pt x="371" y="257"/>
                    <a:pt x="375" y="253"/>
                    <a:pt x="378" y="250"/>
                  </a:cubicBezTo>
                  <a:lnTo>
                    <a:pt x="385" y="243"/>
                  </a:lnTo>
                  <a:lnTo>
                    <a:pt x="392" y="232"/>
                  </a:lnTo>
                  <a:lnTo>
                    <a:pt x="399" y="225"/>
                  </a:lnTo>
                  <a:lnTo>
                    <a:pt x="410" y="208"/>
                  </a:lnTo>
                  <a:lnTo>
                    <a:pt x="413" y="201"/>
                  </a:lnTo>
                  <a:lnTo>
                    <a:pt x="424" y="180"/>
                  </a:lnTo>
                  <a:lnTo>
                    <a:pt x="431" y="169"/>
                  </a:lnTo>
                  <a:cubicBezTo>
                    <a:pt x="434" y="159"/>
                    <a:pt x="438" y="152"/>
                    <a:pt x="441" y="141"/>
                  </a:cubicBezTo>
                  <a:lnTo>
                    <a:pt x="445" y="134"/>
                  </a:lnTo>
                  <a:cubicBezTo>
                    <a:pt x="452" y="124"/>
                    <a:pt x="455" y="110"/>
                    <a:pt x="459" y="96"/>
                  </a:cubicBezTo>
                  <a:lnTo>
                    <a:pt x="462" y="85"/>
                  </a:lnTo>
                  <a:cubicBezTo>
                    <a:pt x="466" y="75"/>
                    <a:pt x="469" y="68"/>
                    <a:pt x="473" y="57"/>
                  </a:cubicBezTo>
                  <a:lnTo>
                    <a:pt x="462" y="54"/>
                  </a:lnTo>
                  <a:cubicBezTo>
                    <a:pt x="378" y="19"/>
                    <a:pt x="291" y="1"/>
                    <a:pt x="200" y="1"/>
                  </a:cubicBezTo>
                  <a:cubicBezTo>
                    <a:pt x="193" y="1"/>
                    <a:pt x="187" y="0"/>
                    <a:pt x="180" y="0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93" name="Google Shape;6651;p80">
              <a:extLst>
                <a:ext uri="{FF2B5EF4-FFF2-40B4-BE49-F238E27FC236}">
                  <a16:creationId xmlns:a16="http://schemas.microsoft.com/office/drawing/2014/main" id="{EAAA217D-7EA7-0825-14CF-4144EAFC6F87}"/>
                </a:ext>
              </a:extLst>
            </p:cNvPr>
            <p:cNvSpPr/>
            <p:nvPr/>
          </p:nvSpPr>
          <p:spPr>
            <a:xfrm>
              <a:off x="1999193" y="1543044"/>
              <a:ext cx="61805" cy="90508"/>
            </a:xfrm>
            <a:custGeom>
              <a:avLst/>
              <a:gdLst/>
              <a:ahLst/>
              <a:cxnLst/>
              <a:rect l="l" t="t" r="r" b="b"/>
              <a:pathLst>
                <a:path w="4552" h="6666" extrusionOk="0">
                  <a:moveTo>
                    <a:pt x="1810" y="0"/>
                  </a:moveTo>
                  <a:cubicBezTo>
                    <a:pt x="1796" y="21"/>
                    <a:pt x="1782" y="46"/>
                    <a:pt x="1772" y="70"/>
                  </a:cubicBezTo>
                  <a:cubicBezTo>
                    <a:pt x="1744" y="130"/>
                    <a:pt x="1709" y="182"/>
                    <a:pt x="1660" y="228"/>
                  </a:cubicBezTo>
                  <a:cubicBezTo>
                    <a:pt x="1602" y="272"/>
                    <a:pt x="1519" y="294"/>
                    <a:pt x="1398" y="294"/>
                  </a:cubicBezTo>
                  <a:cubicBezTo>
                    <a:pt x="1298" y="294"/>
                    <a:pt x="1172" y="279"/>
                    <a:pt x="1016" y="249"/>
                  </a:cubicBezTo>
                  <a:cubicBezTo>
                    <a:pt x="1005" y="246"/>
                    <a:pt x="993" y="245"/>
                    <a:pt x="982" y="245"/>
                  </a:cubicBezTo>
                  <a:cubicBezTo>
                    <a:pt x="947" y="245"/>
                    <a:pt x="913" y="257"/>
                    <a:pt x="886" y="284"/>
                  </a:cubicBezTo>
                  <a:cubicBezTo>
                    <a:pt x="795" y="361"/>
                    <a:pt x="750" y="546"/>
                    <a:pt x="753" y="641"/>
                  </a:cubicBezTo>
                  <a:cubicBezTo>
                    <a:pt x="760" y="750"/>
                    <a:pt x="669" y="823"/>
                    <a:pt x="599" y="886"/>
                  </a:cubicBezTo>
                  <a:cubicBezTo>
                    <a:pt x="554" y="921"/>
                    <a:pt x="501" y="970"/>
                    <a:pt x="508" y="991"/>
                  </a:cubicBezTo>
                  <a:cubicBezTo>
                    <a:pt x="547" y="1079"/>
                    <a:pt x="522" y="1177"/>
                    <a:pt x="449" y="1236"/>
                  </a:cubicBezTo>
                  <a:cubicBezTo>
                    <a:pt x="424" y="1253"/>
                    <a:pt x="396" y="1261"/>
                    <a:pt x="368" y="1261"/>
                  </a:cubicBezTo>
                  <a:cubicBezTo>
                    <a:pt x="331" y="1261"/>
                    <a:pt x="294" y="1247"/>
                    <a:pt x="266" y="1219"/>
                  </a:cubicBezTo>
                  <a:cubicBezTo>
                    <a:pt x="245" y="1198"/>
                    <a:pt x="228" y="1180"/>
                    <a:pt x="210" y="1159"/>
                  </a:cubicBezTo>
                  <a:cubicBezTo>
                    <a:pt x="156" y="1098"/>
                    <a:pt x="122" y="1068"/>
                    <a:pt x="86" y="1068"/>
                  </a:cubicBezTo>
                  <a:cubicBezTo>
                    <a:pt x="65" y="1068"/>
                    <a:pt x="44" y="1079"/>
                    <a:pt x="18" y="1100"/>
                  </a:cubicBezTo>
                  <a:cubicBezTo>
                    <a:pt x="0" y="1117"/>
                    <a:pt x="4" y="1124"/>
                    <a:pt x="4" y="1128"/>
                  </a:cubicBezTo>
                  <a:cubicBezTo>
                    <a:pt x="21" y="1187"/>
                    <a:pt x="214" y="1289"/>
                    <a:pt x="382" y="1310"/>
                  </a:cubicBezTo>
                  <a:cubicBezTo>
                    <a:pt x="410" y="1313"/>
                    <a:pt x="480" y="1320"/>
                    <a:pt x="501" y="1380"/>
                  </a:cubicBezTo>
                  <a:cubicBezTo>
                    <a:pt x="522" y="1439"/>
                    <a:pt x="470" y="1495"/>
                    <a:pt x="403" y="1558"/>
                  </a:cubicBezTo>
                  <a:cubicBezTo>
                    <a:pt x="337" y="1621"/>
                    <a:pt x="252" y="1702"/>
                    <a:pt x="238" y="1789"/>
                  </a:cubicBezTo>
                  <a:cubicBezTo>
                    <a:pt x="228" y="1849"/>
                    <a:pt x="238" y="1863"/>
                    <a:pt x="340" y="1894"/>
                  </a:cubicBezTo>
                  <a:cubicBezTo>
                    <a:pt x="417" y="1915"/>
                    <a:pt x="515" y="1947"/>
                    <a:pt x="529" y="2062"/>
                  </a:cubicBezTo>
                  <a:cubicBezTo>
                    <a:pt x="533" y="2122"/>
                    <a:pt x="505" y="2178"/>
                    <a:pt x="459" y="2209"/>
                  </a:cubicBezTo>
                  <a:lnTo>
                    <a:pt x="463" y="2213"/>
                  </a:lnTo>
                  <a:cubicBezTo>
                    <a:pt x="512" y="2241"/>
                    <a:pt x="512" y="2300"/>
                    <a:pt x="512" y="2370"/>
                  </a:cubicBezTo>
                  <a:cubicBezTo>
                    <a:pt x="512" y="2423"/>
                    <a:pt x="512" y="2507"/>
                    <a:pt x="543" y="2531"/>
                  </a:cubicBezTo>
                  <a:cubicBezTo>
                    <a:pt x="557" y="2538"/>
                    <a:pt x="573" y="2542"/>
                    <a:pt x="590" y="2542"/>
                  </a:cubicBezTo>
                  <a:cubicBezTo>
                    <a:pt x="599" y="2542"/>
                    <a:pt x="608" y="2541"/>
                    <a:pt x="617" y="2538"/>
                  </a:cubicBezTo>
                  <a:cubicBezTo>
                    <a:pt x="743" y="2517"/>
                    <a:pt x="774" y="2412"/>
                    <a:pt x="806" y="2279"/>
                  </a:cubicBezTo>
                  <a:cubicBezTo>
                    <a:pt x="825" y="2208"/>
                    <a:pt x="848" y="2109"/>
                    <a:pt x="932" y="2109"/>
                  </a:cubicBezTo>
                  <a:cubicBezTo>
                    <a:pt x="938" y="2109"/>
                    <a:pt x="945" y="2110"/>
                    <a:pt x="953" y="2111"/>
                  </a:cubicBezTo>
                  <a:cubicBezTo>
                    <a:pt x="981" y="2115"/>
                    <a:pt x="1009" y="2129"/>
                    <a:pt x="1026" y="2153"/>
                  </a:cubicBezTo>
                  <a:cubicBezTo>
                    <a:pt x="1058" y="2199"/>
                    <a:pt x="1044" y="2255"/>
                    <a:pt x="1033" y="2314"/>
                  </a:cubicBezTo>
                  <a:cubicBezTo>
                    <a:pt x="1019" y="2381"/>
                    <a:pt x="1005" y="2458"/>
                    <a:pt x="1040" y="2524"/>
                  </a:cubicBezTo>
                  <a:cubicBezTo>
                    <a:pt x="1110" y="2657"/>
                    <a:pt x="1012" y="2815"/>
                    <a:pt x="932" y="2938"/>
                  </a:cubicBezTo>
                  <a:cubicBezTo>
                    <a:pt x="900" y="2983"/>
                    <a:pt x="872" y="3036"/>
                    <a:pt x="851" y="3088"/>
                  </a:cubicBezTo>
                  <a:cubicBezTo>
                    <a:pt x="906" y="3113"/>
                    <a:pt x="964" y="3124"/>
                    <a:pt x="1025" y="3124"/>
                  </a:cubicBezTo>
                  <a:cubicBezTo>
                    <a:pt x="1033" y="3124"/>
                    <a:pt x="1042" y="3124"/>
                    <a:pt x="1051" y="3123"/>
                  </a:cubicBezTo>
                  <a:cubicBezTo>
                    <a:pt x="1215" y="3123"/>
                    <a:pt x="1432" y="3081"/>
                    <a:pt x="1523" y="2987"/>
                  </a:cubicBezTo>
                  <a:cubicBezTo>
                    <a:pt x="1592" y="2915"/>
                    <a:pt x="1655" y="2889"/>
                    <a:pt x="1707" y="2889"/>
                  </a:cubicBezTo>
                  <a:cubicBezTo>
                    <a:pt x="1744" y="2889"/>
                    <a:pt x="1774" y="2903"/>
                    <a:pt x="1796" y="2924"/>
                  </a:cubicBezTo>
                  <a:cubicBezTo>
                    <a:pt x="1870" y="2994"/>
                    <a:pt x="1856" y="3137"/>
                    <a:pt x="1768" y="3239"/>
                  </a:cubicBezTo>
                  <a:cubicBezTo>
                    <a:pt x="1737" y="3274"/>
                    <a:pt x="1702" y="3326"/>
                    <a:pt x="1716" y="3375"/>
                  </a:cubicBezTo>
                  <a:cubicBezTo>
                    <a:pt x="1733" y="3424"/>
                    <a:pt x="1775" y="3459"/>
                    <a:pt x="1828" y="3473"/>
                  </a:cubicBezTo>
                  <a:lnTo>
                    <a:pt x="1838" y="3477"/>
                  </a:lnTo>
                  <a:cubicBezTo>
                    <a:pt x="1947" y="3512"/>
                    <a:pt x="2013" y="3536"/>
                    <a:pt x="2041" y="3603"/>
                  </a:cubicBezTo>
                  <a:cubicBezTo>
                    <a:pt x="2055" y="3659"/>
                    <a:pt x="2045" y="3722"/>
                    <a:pt x="2010" y="3767"/>
                  </a:cubicBezTo>
                  <a:cubicBezTo>
                    <a:pt x="1978" y="3827"/>
                    <a:pt x="1978" y="3928"/>
                    <a:pt x="1982" y="4023"/>
                  </a:cubicBezTo>
                  <a:cubicBezTo>
                    <a:pt x="1989" y="4096"/>
                    <a:pt x="1985" y="4173"/>
                    <a:pt x="1968" y="4250"/>
                  </a:cubicBezTo>
                  <a:cubicBezTo>
                    <a:pt x="1930" y="4366"/>
                    <a:pt x="1726" y="4382"/>
                    <a:pt x="1611" y="4382"/>
                  </a:cubicBezTo>
                  <a:cubicBezTo>
                    <a:pt x="1579" y="4382"/>
                    <a:pt x="1554" y="4381"/>
                    <a:pt x="1541" y="4380"/>
                  </a:cubicBezTo>
                  <a:cubicBezTo>
                    <a:pt x="1338" y="4366"/>
                    <a:pt x="1296" y="4313"/>
                    <a:pt x="1285" y="4282"/>
                  </a:cubicBezTo>
                  <a:cubicBezTo>
                    <a:pt x="1282" y="4281"/>
                    <a:pt x="1279" y="4281"/>
                    <a:pt x="1276" y="4281"/>
                  </a:cubicBezTo>
                  <a:cubicBezTo>
                    <a:pt x="1261" y="4281"/>
                    <a:pt x="1245" y="4288"/>
                    <a:pt x="1236" y="4299"/>
                  </a:cubicBezTo>
                  <a:cubicBezTo>
                    <a:pt x="1233" y="4303"/>
                    <a:pt x="1233" y="4303"/>
                    <a:pt x="1236" y="4313"/>
                  </a:cubicBezTo>
                  <a:cubicBezTo>
                    <a:pt x="1285" y="4415"/>
                    <a:pt x="1205" y="4506"/>
                    <a:pt x="1149" y="4576"/>
                  </a:cubicBezTo>
                  <a:cubicBezTo>
                    <a:pt x="1124" y="4604"/>
                    <a:pt x="1079" y="4656"/>
                    <a:pt x="1082" y="4674"/>
                  </a:cubicBezTo>
                  <a:cubicBezTo>
                    <a:pt x="1114" y="4691"/>
                    <a:pt x="1149" y="4702"/>
                    <a:pt x="1184" y="4712"/>
                  </a:cubicBezTo>
                  <a:cubicBezTo>
                    <a:pt x="1271" y="4740"/>
                    <a:pt x="1397" y="4775"/>
                    <a:pt x="1404" y="4891"/>
                  </a:cubicBezTo>
                  <a:cubicBezTo>
                    <a:pt x="1415" y="5087"/>
                    <a:pt x="1103" y="5248"/>
                    <a:pt x="830" y="5329"/>
                  </a:cubicBezTo>
                  <a:cubicBezTo>
                    <a:pt x="781" y="5343"/>
                    <a:pt x="764" y="5360"/>
                    <a:pt x="760" y="5364"/>
                  </a:cubicBezTo>
                  <a:cubicBezTo>
                    <a:pt x="757" y="5367"/>
                    <a:pt x="781" y="5402"/>
                    <a:pt x="834" y="5427"/>
                  </a:cubicBezTo>
                  <a:cubicBezTo>
                    <a:pt x="866" y="5443"/>
                    <a:pt x="901" y="5451"/>
                    <a:pt x="931" y="5451"/>
                  </a:cubicBezTo>
                  <a:cubicBezTo>
                    <a:pt x="953" y="5451"/>
                    <a:pt x="972" y="5446"/>
                    <a:pt x="984" y="5437"/>
                  </a:cubicBezTo>
                  <a:cubicBezTo>
                    <a:pt x="1031" y="5403"/>
                    <a:pt x="1069" y="5391"/>
                    <a:pt x="1100" y="5391"/>
                  </a:cubicBezTo>
                  <a:cubicBezTo>
                    <a:pt x="1145" y="5391"/>
                    <a:pt x="1178" y="5416"/>
                    <a:pt x="1208" y="5444"/>
                  </a:cubicBezTo>
                  <a:cubicBezTo>
                    <a:pt x="1244" y="5477"/>
                    <a:pt x="1289" y="5497"/>
                    <a:pt x="1334" y="5497"/>
                  </a:cubicBezTo>
                  <a:cubicBezTo>
                    <a:pt x="1338" y="5497"/>
                    <a:pt x="1341" y="5497"/>
                    <a:pt x="1345" y="5497"/>
                  </a:cubicBezTo>
                  <a:cubicBezTo>
                    <a:pt x="1432" y="5500"/>
                    <a:pt x="1516" y="5521"/>
                    <a:pt x="1597" y="5556"/>
                  </a:cubicBezTo>
                  <a:cubicBezTo>
                    <a:pt x="1660" y="5581"/>
                    <a:pt x="1718" y="5603"/>
                    <a:pt x="1783" y="5603"/>
                  </a:cubicBezTo>
                  <a:cubicBezTo>
                    <a:pt x="1818" y="5603"/>
                    <a:pt x="1856" y="5597"/>
                    <a:pt x="1898" y="5581"/>
                  </a:cubicBezTo>
                  <a:cubicBezTo>
                    <a:pt x="1953" y="5560"/>
                    <a:pt x="2012" y="5542"/>
                    <a:pt x="2060" y="5542"/>
                  </a:cubicBezTo>
                  <a:cubicBezTo>
                    <a:pt x="2101" y="5542"/>
                    <a:pt x="2134" y="5554"/>
                    <a:pt x="2153" y="5588"/>
                  </a:cubicBezTo>
                  <a:cubicBezTo>
                    <a:pt x="2188" y="5651"/>
                    <a:pt x="2143" y="5728"/>
                    <a:pt x="2010" y="5833"/>
                  </a:cubicBezTo>
                  <a:cubicBezTo>
                    <a:pt x="1929" y="5894"/>
                    <a:pt x="1837" y="5910"/>
                    <a:pt x="1747" y="5910"/>
                  </a:cubicBezTo>
                  <a:cubicBezTo>
                    <a:pt x="1704" y="5910"/>
                    <a:pt x="1662" y="5906"/>
                    <a:pt x="1621" y="5903"/>
                  </a:cubicBezTo>
                  <a:cubicBezTo>
                    <a:pt x="1583" y="5899"/>
                    <a:pt x="1548" y="5896"/>
                    <a:pt x="1513" y="5896"/>
                  </a:cubicBezTo>
                  <a:cubicBezTo>
                    <a:pt x="1507" y="5895"/>
                    <a:pt x="1502" y="5895"/>
                    <a:pt x="1497" y="5895"/>
                  </a:cubicBezTo>
                  <a:cubicBezTo>
                    <a:pt x="1461" y="5895"/>
                    <a:pt x="1427" y="5905"/>
                    <a:pt x="1394" y="5920"/>
                  </a:cubicBezTo>
                  <a:cubicBezTo>
                    <a:pt x="1212" y="6018"/>
                    <a:pt x="704" y="6543"/>
                    <a:pt x="715" y="6666"/>
                  </a:cubicBezTo>
                  <a:cubicBezTo>
                    <a:pt x="739" y="6648"/>
                    <a:pt x="760" y="6631"/>
                    <a:pt x="781" y="6613"/>
                  </a:cubicBezTo>
                  <a:cubicBezTo>
                    <a:pt x="858" y="6536"/>
                    <a:pt x="946" y="6477"/>
                    <a:pt x="1047" y="6431"/>
                  </a:cubicBezTo>
                  <a:cubicBezTo>
                    <a:pt x="1109" y="6406"/>
                    <a:pt x="1160" y="6396"/>
                    <a:pt x="1204" y="6396"/>
                  </a:cubicBezTo>
                  <a:cubicBezTo>
                    <a:pt x="1293" y="6396"/>
                    <a:pt x="1350" y="6436"/>
                    <a:pt x="1397" y="6466"/>
                  </a:cubicBezTo>
                  <a:cubicBezTo>
                    <a:pt x="1422" y="6487"/>
                    <a:pt x="1450" y="6501"/>
                    <a:pt x="1485" y="6508"/>
                  </a:cubicBezTo>
                  <a:cubicBezTo>
                    <a:pt x="1485" y="6508"/>
                    <a:pt x="1486" y="6509"/>
                    <a:pt x="1486" y="6509"/>
                  </a:cubicBezTo>
                  <a:cubicBezTo>
                    <a:pt x="1504" y="6509"/>
                    <a:pt x="1531" y="6451"/>
                    <a:pt x="1551" y="6414"/>
                  </a:cubicBezTo>
                  <a:cubicBezTo>
                    <a:pt x="1580" y="6351"/>
                    <a:pt x="1622" y="6263"/>
                    <a:pt x="1703" y="6263"/>
                  </a:cubicBezTo>
                  <a:cubicBezTo>
                    <a:pt x="1713" y="6263"/>
                    <a:pt x="1723" y="6264"/>
                    <a:pt x="1733" y="6267"/>
                  </a:cubicBezTo>
                  <a:cubicBezTo>
                    <a:pt x="1768" y="6267"/>
                    <a:pt x="1807" y="6260"/>
                    <a:pt x="1838" y="6246"/>
                  </a:cubicBezTo>
                  <a:cubicBezTo>
                    <a:pt x="1906" y="6217"/>
                    <a:pt x="1978" y="6202"/>
                    <a:pt x="2051" y="6202"/>
                  </a:cubicBezTo>
                  <a:cubicBezTo>
                    <a:pt x="2076" y="6202"/>
                    <a:pt x="2101" y="6204"/>
                    <a:pt x="2125" y="6207"/>
                  </a:cubicBezTo>
                  <a:cubicBezTo>
                    <a:pt x="2152" y="6212"/>
                    <a:pt x="2178" y="6215"/>
                    <a:pt x="2205" y="6215"/>
                  </a:cubicBezTo>
                  <a:cubicBezTo>
                    <a:pt x="2312" y="6215"/>
                    <a:pt x="2419" y="6175"/>
                    <a:pt x="2500" y="6102"/>
                  </a:cubicBezTo>
                  <a:cubicBezTo>
                    <a:pt x="2527" y="6079"/>
                    <a:pt x="2559" y="6070"/>
                    <a:pt x="2593" y="6070"/>
                  </a:cubicBezTo>
                  <a:cubicBezTo>
                    <a:pt x="2663" y="6070"/>
                    <a:pt x="2742" y="6109"/>
                    <a:pt x="2815" y="6144"/>
                  </a:cubicBezTo>
                  <a:cubicBezTo>
                    <a:pt x="2857" y="6169"/>
                    <a:pt x="2899" y="6186"/>
                    <a:pt x="2945" y="6200"/>
                  </a:cubicBezTo>
                  <a:cubicBezTo>
                    <a:pt x="3042" y="6135"/>
                    <a:pt x="3364" y="6077"/>
                    <a:pt x="3553" y="6077"/>
                  </a:cubicBezTo>
                  <a:cubicBezTo>
                    <a:pt x="3568" y="6077"/>
                    <a:pt x="3583" y="6077"/>
                    <a:pt x="3596" y="6078"/>
                  </a:cubicBezTo>
                  <a:cubicBezTo>
                    <a:pt x="3598" y="6078"/>
                    <a:pt x="3601" y="6078"/>
                    <a:pt x="3604" y="6078"/>
                  </a:cubicBezTo>
                  <a:cubicBezTo>
                    <a:pt x="3762" y="6078"/>
                    <a:pt x="4193" y="5887"/>
                    <a:pt x="4310" y="5780"/>
                  </a:cubicBezTo>
                  <a:cubicBezTo>
                    <a:pt x="4278" y="5775"/>
                    <a:pt x="4248" y="5772"/>
                    <a:pt x="4218" y="5772"/>
                  </a:cubicBezTo>
                  <a:cubicBezTo>
                    <a:pt x="4187" y="5772"/>
                    <a:pt x="4158" y="5775"/>
                    <a:pt x="4128" y="5780"/>
                  </a:cubicBezTo>
                  <a:cubicBezTo>
                    <a:pt x="4115" y="5782"/>
                    <a:pt x="4102" y="5783"/>
                    <a:pt x="4091" y="5783"/>
                  </a:cubicBezTo>
                  <a:cubicBezTo>
                    <a:pt x="4006" y="5783"/>
                    <a:pt x="3972" y="5732"/>
                    <a:pt x="3960" y="5710"/>
                  </a:cubicBezTo>
                  <a:cubicBezTo>
                    <a:pt x="3918" y="5619"/>
                    <a:pt x="3977" y="5472"/>
                    <a:pt x="4114" y="5343"/>
                  </a:cubicBezTo>
                  <a:cubicBezTo>
                    <a:pt x="4163" y="5297"/>
                    <a:pt x="4215" y="5255"/>
                    <a:pt x="4268" y="5217"/>
                  </a:cubicBezTo>
                  <a:cubicBezTo>
                    <a:pt x="4404" y="5108"/>
                    <a:pt x="4534" y="5010"/>
                    <a:pt x="4545" y="4863"/>
                  </a:cubicBezTo>
                  <a:cubicBezTo>
                    <a:pt x="4552" y="4786"/>
                    <a:pt x="4461" y="4712"/>
                    <a:pt x="4376" y="4667"/>
                  </a:cubicBezTo>
                  <a:cubicBezTo>
                    <a:pt x="4283" y="4620"/>
                    <a:pt x="4194" y="4603"/>
                    <a:pt x="4141" y="4603"/>
                  </a:cubicBezTo>
                  <a:cubicBezTo>
                    <a:pt x="4119" y="4603"/>
                    <a:pt x="4104" y="4606"/>
                    <a:pt x="4096" y="4611"/>
                  </a:cubicBezTo>
                  <a:cubicBezTo>
                    <a:pt x="4072" y="4681"/>
                    <a:pt x="4012" y="4730"/>
                    <a:pt x="3939" y="4737"/>
                  </a:cubicBezTo>
                  <a:cubicBezTo>
                    <a:pt x="3936" y="4737"/>
                    <a:pt x="3934" y="4737"/>
                    <a:pt x="3931" y="4737"/>
                  </a:cubicBezTo>
                  <a:cubicBezTo>
                    <a:pt x="3853" y="4737"/>
                    <a:pt x="3776" y="4685"/>
                    <a:pt x="3715" y="4586"/>
                  </a:cubicBezTo>
                  <a:cubicBezTo>
                    <a:pt x="3648" y="4478"/>
                    <a:pt x="3687" y="4373"/>
                    <a:pt x="3711" y="4313"/>
                  </a:cubicBezTo>
                  <a:lnTo>
                    <a:pt x="3715" y="4306"/>
                  </a:lnTo>
                  <a:cubicBezTo>
                    <a:pt x="3659" y="4271"/>
                    <a:pt x="3610" y="4226"/>
                    <a:pt x="3582" y="4170"/>
                  </a:cubicBezTo>
                  <a:cubicBezTo>
                    <a:pt x="3561" y="4138"/>
                    <a:pt x="3494" y="4019"/>
                    <a:pt x="3522" y="3935"/>
                  </a:cubicBezTo>
                  <a:cubicBezTo>
                    <a:pt x="3529" y="3869"/>
                    <a:pt x="3382" y="3410"/>
                    <a:pt x="3158" y="3354"/>
                  </a:cubicBezTo>
                  <a:cubicBezTo>
                    <a:pt x="2875" y="3288"/>
                    <a:pt x="2808" y="2952"/>
                    <a:pt x="2763" y="2727"/>
                  </a:cubicBezTo>
                  <a:cubicBezTo>
                    <a:pt x="2756" y="2696"/>
                    <a:pt x="2752" y="2668"/>
                    <a:pt x="2745" y="2640"/>
                  </a:cubicBezTo>
                  <a:cubicBezTo>
                    <a:pt x="2728" y="2563"/>
                    <a:pt x="2696" y="2552"/>
                    <a:pt x="2623" y="2535"/>
                  </a:cubicBezTo>
                  <a:cubicBezTo>
                    <a:pt x="2532" y="2514"/>
                    <a:pt x="2451" y="2465"/>
                    <a:pt x="2392" y="2391"/>
                  </a:cubicBezTo>
                  <a:cubicBezTo>
                    <a:pt x="2341" y="2325"/>
                    <a:pt x="2275" y="2305"/>
                    <a:pt x="2197" y="2305"/>
                  </a:cubicBezTo>
                  <a:cubicBezTo>
                    <a:pt x="2151" y="2305"/>
                    <a:pt x="2100" y="2312"/>
                    <a:pt x="2045" y="2321"/>
                  </a:cubicBezTo>
                  <a:cubicBezTo>
                    <a:pt x="2013" y="2328"/>
                    <a:pt x="1982" y="2332"/>
                    <a:pt x="1954" y="2335"/>
                  </a:cubicBezTo>
                  <a:cubicBezTo>
                    <a:pt x="1949" y="2336"/>
                    <a:pt x="1944" y="2336"/>
                    <a:pt x="1939" y="2336"/>
                  </a:cubicBezTo>
                  <a:cubicBezTo>
                    <a:pt x="1896" y="2336"/>
                    <a:pt x="1858" y="2309"/>
                    <a:pt x="1842" y="2265"/>
                  </a:cubicBezTo>
                  <a:cubicBezTo>
                    <a:pt x="1803" y="2157"/>
                    <a:pt x="1954" y="1964"/>
                    <a:pt x="2108" y="1859"/>
                  </a:cubicBezTo>
                  <a:cubicBezTo>
                    <a:pt x="2272" y="1751"/>
                    <a:pt x="2486" y="1131"/>
                    <a:pt x="2500" y="974"/>
                  </a:cubicBezTo>
                  <a:cubicBezTo>
                    <a:pt x="2446" y="936"/>
                    <a:pt x="2246" y="917"/>
                    <a:pt x="2043" y="917"/>
                  </a:cubicBezTo>
                  <a:cubicBezTo>
                    <a:pt x="1850" y="917"/>
                    <a:pt x="1655" y="934"/>
                    <a:pt x="1583" y="970"/>
                  </a:cubicBezTo>
                  <a:cubicBezTo>
                    <a:pt x="1550" y="987"/>
                    <a:pt x="1513" y="995"/>
                    <a:pt x="1477" y="995"/>
                  </a:cubicBezTo>
                  <a:cubicBezTo>
                    <a:pt x="1429" y="995"/>
                    <a:pt x="1381" y="980"/>
                    <a:pt x="1341" y="953"/>
                  </a:cubicBezTo>
                  <a:cubicBezTo>
                    <a:pt x="1282" y="918"/>
                    <a:pt x="1250" y="855"/>
                    <a:pt x="1254" y="785"/>
                  </a:cubicBezTo>
                  <a:cubicBezTo>
                    <a:pt x="1261" y="732"/>
                    <a:pt x="1296" y="690"/>
                    <a:pt x="1345" y="672"/>
                  </a:cubicBezTo>
                  <a:cubicBezTo>
                    <a:pt x="1481" y="616"/>
                    <a:pt x="1723" y="357"/>
                    <a:pt x="1716" y="291"/>
                  </a:cubicBezTo>
                  <a:cubicBezTo>
                    <a:pt x="1705" y="217"/>
                    <a:pt x="1751" y="154"/>
                    <a:pt x="1789" y="105"/>
                  </a:cubicBezTo>
                  <a:cubicBezTo>
                    <a:pt x="1845" y="28"/>
                    <a:pt x="1838" y="21"/>
                    <a:pt x="1821" y="7"/>
                  </a:cubicBezTo>
                  <a:lnTo>
                    <a:pt x="1810" y="0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94" name="Google Shape;6652;p80">
              <a:extLst>
                <a:ext uri="{FF2B5EF4-FFF2-40B4-BE49-F238E27FC236}">
                  <a16:creationId xmlns:a16="http://schemas.microsoft.com/office/drawing/2014/main" id="{8EA82D2E-A338-64AC-FB2F-04A3F81C594C}"/>
                </a:ext>
              </a:extLst>
            </p:cNvPr>
            <p:cNvSpPr/>
            <p:nvPr/>
          </p:nvSpPr>
          <p:spPr>
            <a:xfrm>
              <a:off x="1996287" y="1548177"/>
              <a:ext cx="3965" cy="4861"/>
            </a:xfrm>
            <a:custGeom>
              <a:avLst/>
              <a:gdLst/>
              <a:ahLst/>
              <a:cxnLst/>
              <a:rect l="l" t="t" r="r" b="b"/>
              <a:pathLst>
                <a:path w="292" h="358" extrusionOk="0">
                  <a:moveTo>
                    <a:pt x="288" y="0"/>
                  </a:moveTo>
                  <a:lnTo>
                    <a:pt x="288" y="0"/>
                  </a:lnTo>
                  <a:cubicBezTo>
                    <a:pt x="214" y="28"/>
                    <a:pt x="39" y="252"/>
                    <a:pt x="1" y="358"/>
                  </a:cubicBezTo>
                  <a:cubicBezTo>
                    <a:pt x="109" y="329"/>
                    <a:pt x="228" y="196"/>
                    <a:pt x="274" y="84"/>
                  </a:cubicBezTo>
                  <a:cubicBezTo>
                    <a:pt x="284" y="56"/>
                    <a:pt x="291" y="28"/>
                    <a:pt x="288" y="0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95" name="Google Shape;6653;p80">
              <a:extLst>
                <a:ext uri="{FF2B5EF4-FFF2-40B4-BE49-F238E27FC236}">
                  <a16:creationId xmlns:a16="http://schemas.microsoft.com/office/drawing/2014/main" id="{643EC3F1-FD51-427D-BE73-E0F11F1D69A5}"/>
                </a:ext>
              </a:extLst>
            </p:cNvPr>
            <p:cNvSpPr/>
            <p:nvPr/>
          </p:nvSpPr>
          <p:spPr>
            <a:xfrm>
              <a:off x="1989118" y="1581876"/>
              <a:ext cx="16646" cy="10848"/>
            </a:xfrm>
            <a:custGeom>
              <a:avLst/>
              <a:gdLst/>
              <a:ahLst/>
              <a:cxnLst/>
              <a:rect l="l" t="t" r="r" b="b"/>
              <a:pathLst>
                <a:path w="1226" h="799" extrusionOk="0">
                  <a:moveTo>
                    <a:pt x="773" y="1"/>
                  </a:moveTo>
                  <a:cubicBezTo>
                    <a:pt x="708" y="1"/>
                    <a:pt x="632" y="36"/>
                    <a:pt x="536" y="85"/>
                  </a:cubicBezTo>
                  <a:cubicBezTo>
                    <a:pt x="462" y="123"/>
                    <a:pt x="382" y="155"/>
                    <a:pt x="301" y="172"/>
                  </a:cubicBezTo>
                  <a:lnTo>
                    <a:pt x="301" y="176"/>
                  </a:lnTo>
                  <a:cubicBezTo>
                    <a:pt x="298" y="186"/>
                    <a:pt x="294" y="197"/>
                    <a:pt x="291" y="211"/>
                  </a:cubicBezTo>
                  <a:cubicBezTo>
                    <a:pt x="287" y="225"/>
                    <a:pt x="280" y="235"/>
                    <a:pt x="277" y="249"/>
                  </a:cubicBezTo>
                  <a:lnTo>
                    <a:pt x="277" y="256"/>
                  </a:lnTo>
                  <a:cubicBezTo>
                    <a:pt x="270" y="267"/>
                    <a:pt x="266" y="281"/>
                    <a:pt x="263" y="291"/>
                  </a:cubicBezTo>
                  <a:lnTo>
                    <a:pt x="259" y="298"/>
                  </a:lnTo>
                  <a:cubicBezTo>
                    <a:pt x="252" y="312"/>
                    <a:pt x="249" y="323"/>
                    <a:pt x="242" y="337"/>
                  </a:cubicBezTo>
                  <a:lnTo>
                    <a:pt x="242" y="340"/>
                  </a:lnTo>
                  <a:cubicBezTo>
                    <a:pt x="235" y="351"/>
                    <a:pt x="231" y="365"/>
                    <a:pt x="224" y="375"/>
                  </a:cubicBezTo>
                  <a:lnTo>
                    <a:pt x="221" y="379"/>
                  </a:lnTo>
                  <a:cubicBezTo>
                    <a:pt x="214" y="389"/>
                    <a:pt x="207" y="400"/>
                    <a:pt x="200" y="410"/>
                  </a:cubicBezTo>
                  <a:lnTo>
                    <a:pt x="196" y="417"/>
                  </a:lnTo>
                  <a:cubicBezTo>
                    <a:pt x="189" y="428"/>
                    <a:pt x="179" y="435"/>
                    <a:pt x="172" y="445"/>
                  </a:cubicBezTo>
                  <a:lnTo>
                    <a:pt x="168" y="449"/>
                  </a:lnTo>
                  <a:cubicBezTo>
                    <a:pt x="158" y="459"/>
                    <a:pt x="151" y="466"/>
                    <a:pt x="140" y="473"/>
                  </a:cubicBezTo>
                  <a:cubicBezTo>
                    <a:pt x="74" y="526"/>
                    <a:pt x="28" y="596"/>
                    <a:pt x="0" y="676"/>
                  </a:cubicBezTo>
                  <a:cubicBezTo>
                    <a:pt x="53" y="694"/>
                    <a:pt x="105" y="715"/>
                    <a:pt x="154" y="746"/>
                  </a:cubicBezTo>
                  <a:cubicBezTo>
                    <a:pt x="186" y="767"/>
                    <a:pt x="221" y="785"/>
                    <a:pt x="256" y="799"/>
                  </a:cubicBezTo>
                  <a:cubicBezTo>
                    <a:pt x="270" y="711"/>
                    <a:pt x="312" y="568"/>
                    <a:pt x="424" y="536"/>
                  </a:cubicBezTo>
                  <a:cubicBezTo>
                    <a:pt x="438" y="533"/>
                    <a:pt x="452" y="531"/>
                    <a:pt x="466" y="531"/>
                  </a:cubicBezTo>
                  <a:cubicBezTo>
                    <a:pt x="536" y="531"/>
                    <a:pt x="608" y="576"/>
                    <a:pt x="686" y="669"/>
                  </a:cubicBezTo>
                  <a:cubicBezTo>
                    <a:pt x="697" y="680"/>
                    <a:pt x="707" y="690"/>
                    <a:pt x="718" y="704"/>
                  </a:cubicBezTo>
                  <a:lnTo>
                    <a:pt x="725" y="711"/>
                  </a:lnTo>
                  <a:lnTo>
                    <a:pt x="753" y="739"/>
                  </a:lnTo>
                  <a:lnTo>
                    <a:pt x="763" y="746"/>
                  </a:lnTo>
                  <a:cubicBezTo>
                    <a:pt x="777" y="760"/>
                    <a:pt x="788" y="771"/>
                    <a:pt x="805" y="781"/>
                  </a:cubicBezTo>
                  <a:cubicBezTo>
                    <a:pt x="858" y="739"/>
                    <a:pt x="914" y="708"/>
                    <a:pt x="980" y="687"/>
                  </a:cubicBezTo>
                  <a:cubicBezTo>
                    <a:pt x="1058" y="662"/>
                    <a:pt x="1128" y="620"/>
                    <a:pt x="1191" y="571"/>
                  </a:cubicBezTo>
                  <a:cubicBezTo>
                    <a:pt x="1215" y="550"/>
                    <a:pt x="1226" y="522"/>
                    <a:pt x="1226" y="494"/>
                  </a:cubicBezTo>
                  <a:cubicBezTo>
                    <a:pt x="1226" y="375"/>
                    <a:pt x="1036" y="193"/>
                    <a:pt x="886" y="50"/>
                  </a:cubicBezTo>
                  <a:cubicBezTo>
                    <a:pt x="852" y="15"/>
                    <a:pt x="815" y="1"/>
                    <a:pt x="773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96" name="Google Shape;6654;p80">
              <a:extLst>
                <a:ext uri="{FF2B5EF4-FFF2-40B4-BE49-F238E27FC236}">
                  <a16:creationId xmlns:a16="http://schemas.microsoft.com/office/drawing/2014/main" id="{68381BAF-B441-49EF-637B-46220F4C1159}"/>
                </a:ext>
              </a:extLst>
            </p:cNvPr>
            <p:cNvSpPr/>
            <p:nvPr/>
          </p:nvSpPr>
          <p:spPr>
            <a:xfrm>
              <a:off x="2038310" y="1522800"/>
              <a:ext cx="2009" cy="5621"/>
            </a:xfrm>
            <a:custGeom>
              <a:avLst/>
              <a:gdLst/>
              <a:ahLst/>
              <a:cxnLst/>
              <a:rect l="l" t="t" r="r" b="b"/>
              <a:pathLst>
                <a:path w="148" h="414" extrusionOk="0">
                  <a:moveTo>
                    <a:pt x="114" y="1"/>
                  </a:moveTo>
                  <a:cubicBezTo>
                    <a:pt x="113" y="1"/>
                    <a:pt x="111" y="2"/>
                    <a:pt x="109" y="3"/>
                  </a:cubicBezTo>
                  <a:cubicBezTo>
                    <a:pt x="81" y="10"/>
                    <a:pt x="60" y="45"/>
                    <a:pt x="50" y="73"/>
                  </a:cubicBezTo>
                  <a:cubicBezTo>
                    <a:pt x="11" y="182"/>
                    <a:pt x="1" y="298"/>
                    <a:pt x="18" y="413"/>
                  </a:cubicBezTo>
                  <a:cubicBezTo>
                    <a:pt x="95" y="270"/>
                    <a:pt x="148" y="45"/>
                    <a:pt x="120" y="3"/>
                  </a:cubicBezTo>
                  <a:cubicBezTo>
                    <a:pt x="118" y="2"/>
                    <a:pt x="116" y="1"/>
                    <a:pt x="114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97" name="Google Shape;6655;p80">
              <a:extLst>
                <a:ext uri="{FF2B5EF4-FFF2-40B4-BE49-F238E27FC236}">
                  <a16:creationId xmlns:a16="http://schemas.microsoft.com/office/drawing/2014/main" id="{AF5ED350-F241-9C2D-F87D-D35E9F1F1F91}"/>
                </a:ext>
              </a:extLst>
            </p:cNvPr>
            <p:cNvSpPr/>
            <p:nvPr/>
          </p:nvSpPr>
          <p:spPr>
            <a:xfrm>
              <a:off x="1993015" y="1584252"/>
              <a:ext cx="149" cy="543"/>
            </a:xfrm>
            <a:custGeom>
              <a:avLst/>
              <a:gdLst/>
              <a:ahLst/>
              <a:cxnLst/>
              <a:rect l="l" t="t" r="r" b="b"/>
              <a:pathLst>
                <a:path w="11" h="40" extrusionOk="0">
                  <a:moveTo>
                    <a:pt x="11" y="1"/>
                  </a:moveTo>
                  <a:cubicBezTo>
                    <a:pt x="7" y="11"/>
                    <a:pt x="4" y="25"/>
                    <a:pt x="0" y="39"/>
                  </a:cubicBezTo>
                  <a:cubicBezTo>
                    <a:pt x="7" y="25"/>
                    <a:pt x="11" y="11"/>
                    <a:pt x="11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98" name="Google Shape;6656;p80">
              <a:extLst>
                <a:ext uri="{FF2B5EF4-FFF2-40B4-BE49-F238E27FC236}">
                  <a16:creationId xmlns:a16="http://schemas.microsoft.com/office/drawing/2014/main" id="{20D53F71-1CCE-72FE-FFFC-D0E2ADA8C54F}"/>
                </a:ext>
              </a:extLst>
            </p:cNvPr>
            <p:cNvSpPr/>
            <p:nvPr/>
          </p:nvSpPr>
          <p:spPr>
            <a:xfrm>
              <a:off x="1992105" y="1586533"/>
              <a:ext cx="258" cy="489"/>
            </a:xfrm>
            <a:custGeom>
              <a:avLst/>
              <a:gdLst/>
              <a:ahLst/>
              <a:cxnLst/>
              <a:rect l="l" t="t" r="r" b="b"/>
              <a:pathLst>
                <a:path w="19" h="36" extrusionOk="0">
                  <a:moveTo>
                    <a:pt x="1" y="36"/>
                  </a:moveTo>
                  <a:cubicBezTo>
                    <a:pt x="8" y="22"/>
                    <a:pt x="11" y="11"/>
                    <a:pt x="18" y="1"/>
                  </a:cubicBezTo>
                  <a:cubicBezTo>
                    <a:pt x="11" y="11"/>
                    <a:pt x="8" y="22"/>
                    <a:pt x="1" y="36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99" name="Google Shape;6657;p80">
              <a:extLst>
                <a:ext uri="{FF2B5EF4-FFF2-40B4-BE49-F238E27FC236}">
                  <a16:creationId xmlns:a16="http://schemas.microsoft.com/office/drawing/2014/main" id="{097BDFEA-D59D-FAC0-4A90-64A0BECD43AD}"/>
                </a:ext>
              </a:extLst>
            </p:cNvPr>
            <p:cNvSpPr/>
            <p:nvPr/>
          </p:nvSpPr>
          <p:spPr>
            <a:xfrm>
              <a:off x="1992866" y="1584782"/>
              <a:ext cx="163" cy="489"/>
            </a:xfrm>
            <a:custGeom>
              <a:avLst/>
              <a:gdLst/>
              <a:ahLst/>
              <a:cxnLst/>
              <a:rect l="l" t="t" r="r" b="b"/>
              <a:pathLst>
                <a:path w="12" h="36" extrusionOk="0">
                  <a:moveTo>
                    <a:pt x="11" y="0"/>
                  </a:moveTo>
                  <a:cubicBezTo>
                    <a:pt x="8" y="11"/>
                    <a:pt x="4" y="25"/>
                    <a:pt x="1" y="35"/>
                  </a:cubicBezTo>
                  <a:cubicBezTo>
                    <a:pt x="4" y="25"/>
                    <a:pt x="11" y="11"/>
                    <a:pt x="11" y="0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00" name="Google Shape;6658;p80">
              <a:extLst>
                <a:ext uri="{FF2B5EF4-FFF2-40B4-BE49-F238E27FC236}">
                  <a16:creationId xmlns:a16="http://schemas.microsoft.com/office/drawing/2014/main" id="{58149CC1-09A3-48EC-EBA6-D3274ECCA67D}"/>
                </a:ext>
              </a:extLst>
            </p:cNvPr>
            <p:cNvSpPr/>
            <p:nvPr/>
          </p:nvSpPr>
          <p:spPr>
            <a:xfrm>
              <a:off x="1991820" y="1587063"/>
              <a:ext cx="299" cy="434"/>
            </a:xfrm>
            <a:custGeom>
              <a:avLst/>
              <a:gdLst/>
              <a:ahLst/>
              <a:cxnLst/>
              <a:rect l="l" t="t" r="r" b="b"/>
              <a:pathLst>
                <a:path w="22" h="32" extrusionOk="0">
                  <a:moveTo>
                    <a:pt x="22" y="0"/>
                  </a:moveTo>
                  <a:cubicBezTo>
                    <a:pt x="11" y="11"/>
                    <a:pt x="4" y="21"/>
                    <a:pt x="1" y="32"/>
                  </a:cubicBezTo>
                  <a:cubicBezTo>
                    <a:pt x="8" y="21"/>
                    <a:pt x="15" y="11"/>
                    <a:pt x="22" y="0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01" name="Google Shape;6659;p80">
              <a:extLst>
                <a:ext uri="{FF2B5EF4-FFF2-40B4-BE49-F238E27FC236}">
                  <a16:creationId xmlns:a16="http://schemas.microsoft.com/office/drawing/2014/main" id="{A7506EC5-F131-2B38-F7FB-EF1C5F3D4148}"/>
                </a:ext>
              </a:extLst>
            </p:cNvPr>
            <p:cNvSpPr/>
            <p:nvPr/>
          </p:nvSpPr>
          <p:spPr>
            <a:xfrm>
              <a:off x="1992390" y="1585963"/>
              <a:ext cx="258" cy="489"/>
            </a:xfrm>
            <a:custGeom>
              <a:avLst/>
              <a:gdLst/>
              <a:ahLst/>
              <a:cxnLst/>
              <a:rect l="l" t="t" r="r" b="b"/>
              <a:pathLst>
                <a:path w="19" h="36" extrusionOk="0">
                  <a:moveTo>
                    <a:pt x="18" y="1"/>
                  </a:moveTo>
                  <a:cubicBezTo>
                    <a:pt x="11" y="11"/>
                    <a:pt x="4" y="25"/>
                    <a:pt x="1" y="36"/>
                  </a:cubicBezTo>
                  <a:cubicBezTo>
                    <a:pt x="8" y="25"/>
                    <a:pt x="11" y="11"/>
                    <a:pt x="18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02" name="Google Shape;6660;p80">
              <a:extLst>
                <a:ext uri="{FF2B5EF4-FFF2-40B4-BE49-F238E27FC236}">
                  <a16:creationId xmlns:a16="http://schemas.microsoft.com/office/drawing/2014/main" id="{1962FF51-693B-AB5F-933C-646B4047B191}"/>
                </a:ext>
              </a:extLst>
            </p:cNvPr>
            <p:cNvSpPr/>
            <p:nvPr/>
          </p:nvSpPr>
          <p:spPr>
            <a:xfrm>
              <a:off x="1992635" y="1585352"/>
              <a:ext cx="204" cy="530"/>
            </a:xfrm>
            <a:custGeom>
              <a:avLst/>
              <a:gdLst/>
              <a:ahLst/>
              <a:cxnLst/>
              <a:rect l="l" t="t" r="r" b="b"/>
              <a:pathLst>
                <a:path w="15" h="39" extrusionOk="0">
                  <a:moveTo>
                    <a:pt x="0" y="39"/>
                  </a:moveTo>
                  <a:cubicBezTo>
                    <a:pt x="7" y="25"/>
                    <a:pt x="11" y="14"/>
                    <a:pt x="14" y="0"/>
                  </a:cubicBezTo>
                  <a:cubicBezTo>
                    <a:pt x="11" y="14"/>
                    <a:pt x="7" y="25"/>
                    <a:pt x="0" y="39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03" name="Google Shape;6661;p80">
              <a:extLst>
                <a:ext uri="{FF2B5EF4-FFF2-40B4-BE49-F238E27FC236}">
                  <a16:creationId xmlns:a16="http://schemas.microsoft.com/office/drawing/2014/main" id="{C6EB1902-178A-B8BD-115E-1B621EFF2BE5}"/>
                </a:ext>
              </a:extLst>
            </p:cNvPr>
            <p:cNvSpPr/>
            <p:nvPr/>
          </p:nvSpPr>
          <p:spPr>
            <a:xfrm>
              <a:off x="1998432" y="1591000"/>
              <a:ext cx="434" cy="489"/>
            </a:xfrm>
            <a:custGeom>
              <a:avLst/>
              <a:gdLst/>
              <a:ahLst/>
              <a:cxnLst/>
              <a:rect l="l" t="t" r="r" b="b"/>
              <a:pathLst>
                <a:path w="32" h="36" extrusionOk="0">
                  <a:moveTo>
                    <a:pt x="0" y="1"/>
                  </a:moveTo>
                  <a:lnTo>
                    <a:pt x="0" y="1"/>
                  </a:lnTo>
                  <a:cubicBezTo>
                    <a:pt x="11" y="11"/>
                    <a:pt x="18" y="25"/>
                    <a:pt x="32" y="36"/>
                  </a:cubicBezTo>
                  <a:cubicBezTo>
                    <a:pt x="21" y="25"/>
                    <a:pt x="11" y="11"/>
                    <a:pt x="0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04" name="Google Shape;6662;p80">
              <a:extLst>
                <a:ext uri="{FF2B5EF4-FFF2-40B4-BE49-F238E27FC236}">
                  <a16:creationId xmlns:a16="http://schemas.microsoft.com/office/drawing/2014/main" id="{4B5EC9DD-0BB2-1ED3-DE3E-47202E5E36B1}"/>
                </a:ext>
              </a:extLst>
            </p:cNvPr>
            <p:cNvSpPr/>
            <p:nvPr/>
          </p:nvSpPr>
          <p:spPr>
            <a:xfrm>
              <a:off x="1999478" y="1592046"/>
              <a:ext cx="530" cy="489"/>
            </a:xfrm>
            <a:custGeom>
              <a:avLst/>
              <a:gdLst/>
              <a:ahLst/>
              <a:cxnLst/>
              <a:rect l="l" t="t" r="r" b="b"/>
              <a:pathLst>
                <a:path w="39" h="36" extrusionOk="0">
                  <a:moveTo>
                    <a:pt x="39" y="36"/>
                  </a:moveTo>
                  <a:lnTo>
                    <a:pt x="39" y="36"/>
                  </a:lnTo>
                  <a:cubicBezTo>
                    <a:pt x="25" y="25"/>
                    <a:pt x="11" y="15"/>
                    <a:pt x="0" y="1"/>
                  </a:cubicBezTo>
                  <a:cubicBezTo>
                    <a:pt x="11" y="15"/>
                    <a:pt x="25" y="25"/>
                    <a:pt x="39" y="36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05" name="Google Shape;6663;p80">
              <a:extLst>
                <a:ext uri="{FF2B5EF4-FFF2-40B4-BE49-F238E27FC236}">
                  <a16:creationId xmlns:a16="http://schemas.microsoft.com/office/drawing/2014/main" id="{C816278D-F46A-89B0-2A2A-E9E578CE4795}"/>
                </a:ext>
              </a:extLst>
            </p:cNvPr>
            <p:cNvSpPr/>
            <p:nvPr/>
          </p:nvSpPr>
          <p:spPr>
            <a:xfrm>
              <a:off x="1990965" y="1588013"/>
              <a:ext cx="394" cy="339"/>
            </a:xfrm>
            <a:custGeom>
              <a:avLst/>
              <a:gdLst/>
              <a:ahLst/>
              <a:cxnLst/>
              <a:rect l="l" t="t" r="r" b="b"/>
              <a:pathLst>
                <a:path w="29" h="25" extrusionOk="0">
                  <a:moveTo>
                    <a:pt x="1" y="25"/>
                  </a:moveTo>
                  <a:cubicBezTo>
                    <a:pt x="11" y="18"/>
                    <a:pt x="18" y="7"/>
                    <a:pt x="29" y="0"/>
                  </a:cubicBezTo>
                  <a:cubicBezTo>
                    <a:pt x="18" y="7"/>
                    <a:pt x="11" y="18"/>
                    <a:pt x="1" y="25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06" name="Google Shape;6664;p80">
              <a:extLst>
                <a:ext uri="{FF2B5EF4-FFF2-40B4-BE49-F238E27FC236}">
                  <a16:creationId xmlns:a16="http://schemas.microsoft.com/office/drawing/2014/main" id="{815869B3-AB98-C0F5-FB91-C66E02616F5A}"/>
                </a:ext>
              </a:extLst>
            </p:cNvPr>
            <p:cNvSpPr/>
            <p:nvPr/>
          </p:nvSpPr>
          <p:spPr>
            <a:xfrm>
              <a:off x="1998948" y="1591570"/>
              <a:ext cx="394" cy="394"/>
            </a:xfrm>
            <a:custGeom>
              <a:avLst/>
              <a:gdLst/>
              <a:ahLst/>
              <a:cxnLst/>
              <a:rect l="l" t="t" r="r" b="b"/>
              <a:pathLst>
                <a:path w="29" h="29" extrusionOk="0">
                  <a:moveTo>
                    <a:pt x="29" y="29"/>
                  </a:moveTo>
                  <a:lnTo>
                    <a:pt x="1" y="1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07" name="Google Shape;6665;p80">
              <a:extLst>
                <a:ext uri="{FF2B5EF4-FFF2-40B4-BE49-F238E27FC236}">
                  <a16:creationId xmlns:a16="http://schemas.microsoft.com/office/drawing/2014/main" id="{48EB8AA7-9652-C389-87A3-152E29726694}"/>
                </a:ext>
              </a:extLst>
            </p:cNvPr>
            <p:cNvSpPr/>
            <p:nvPr/>
          </p:nvSpPr>
          <p:spPr>
            <a:xfrm>
              <a:off x="1991399" y="1587579"/>
              <a:ext cx="339" cy="394"/>
            </a:xfrm>
            <a:custGeom>
              <a:avLst/>
              <a:gdLst/>
              <a:ahLst/>
              <a:cxnLst/>
              <a:rect l="l" t="t" r="r" b="b"/>
              <a:pathLst>
                <a:path w="25" h="29" extrusionOk="0">
                  <a:moveTo>
                    <a:pt x="25" y="1"/>
                  </a:moveTo>
                  <a:cubicBezTo>
                    <a:pt x="18" y="11"/>
                    <a:pt x="11" y="18"/>
                    <a:pt x="0" y="29"/>
                  </a:cubicBezTo>
                  <a:cubicBezTo>
                    <a:pt x="11" y="18"/>
                    <a:pt x="18" y="11"/>
                    <a:pt x="25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08" name="Google Shape;6666;p80">
              <a:extLst>
                <a:ext uri="{FF2B5EF4-FFF2-40B4-BE49-F238E27FC236}">
                  <a16:creationId xmlns:a16="http://schemas.microsoft.com/office/drawing/2014/main" id="{46E0C118-C79A-FEAB-83B8-00D61B1A8857}"/>
                </a:ext>
              </a:extLst>
            </p:cNvPr>
            <p:cNvSpPr/>
            <p:nvPr/>
          </p:nvSpPr>
          <p:spPr>
            <a:xfrm>
              <a:off x="2108940" y="1555794"/>
              <a:ext cx="19932" cy="28906"/>
            </a:xfrm>
            <a:custGeom>
              <a:avLst/>
              <a:gdLst/>
              <a:ahLst/>
              <a:cxnLst/>
              <a:rect l="l" t="t" r="r" b="b"/>
              <a:pathLst>
                <a:path w="1468" h="2129" extrusionOk="0">
                  <a:moveTo>
                    <a:pt x="1190" y="0"/>
                  </a:moveTo>
                  <a:cubicBezTo>
                    <a:pt x="1168" y="0"/>
                    <a:pt x="1147" y="5"/>
                    <a:pt x="1128" y="14"/>
                  </a:cubicBezTo>
                  <a:cubicBezTo>
                    <a:pt x="1093" y="28"/>
                    <a:pt x="981" y="73"/>
                    <a:pt x="971" y="189"/>
                  </a:cubicBezTo>
                  <a:cubicBezTo>
                    <a:pt x="946" y="395"/>
                    <a:pt x="775" y="399"/>
                    <a:pt x="684" y="402"/>
                  </a:cubicBezTo>
                  <a:lnTo>
                    <a:pt x="652" y="402"/>
                  </a:lnTo>
                  <a:cubicBezTo>
                    <a:pt x="680" y="444"/>
                    <a:pt x="750" y="549"/>
                    <a:pt x="652" y="644"/>
                  </a:cubicBezTo>
                  <a:cubicBezTo>
                    <a:pt x="624" y="668"/>
                    <a:pt x="589" y="682"/>
                    <a:pt x="554" y="682"/>
                  </a:cubicBezTo>
                  <a:cubicBezTo>
                    <a:pt x="494" y="679"/>
                    <a:pt x="456" y="637"/>
                    <a:pt x="417" y="591"/>
                  </a:cubicBezTo>
                  <a:cubicBezTo>
                    <a:pt x="379" y="549"/>
                    <a:pt x="340" y="504"/>
                    <a:pt x="284" y="500"/>
                  </a:cubicBezTo>
                  <a:cubicBezTo>
                    <a:pt x="282" y="500"/>
                    <a:pt x="279" y="500"/>
                    <a:pt x="276" y="500"/>
                  </a:cubicBezTo>
                  <a:cubicBezTo>
                    <a:pt x="228" y="500"/>
                    <a:pt x="194" y="557"/>
                    <a:pt x="148" y="693"/>
                  </a:cubicBezTo>
                  <a:cubicBezTo>
                    <a:pt x="130" y="752"/>
                    <a:pt x="102" y="812"/>
                    <a:pt x="71" y="868"/>
                  </a:cubicBezTo>
                  <a:cubicBezTo>
                    <a:pt x="1" y="973"/>
                    <a:pt x="46" y="1235"/>
                    <a:pt x="74" y="1407"/>
                  </a:cubicBezTo>
                  <a:lnTo>
                    <a:pt x="81" y="1442"/>
                  </a:lnTo>
                  <a:cubicBezTo>
                    <a:pt x="102" y="1515"/>
                    <a:pt x="137" y="1582"/>
                    <a:pt x="190" y="1638"/>
                  </a:cubicBezTo>
                  <a:cubicBezTo>
                    <a:pt x="256" y="1725"/>
                    <a:pt x="333" y="1830"/>
                    <a:pt x="288" y="1953"/>
                  </a:cubicBezTo>
                  <a:cubicBezTo>
                    <a:pt x="277" y="1992"/>
                    <a:pt x="305" y="2048"/>
                    <a:pt x="347" y="2107"/>
                  </a:cubicBezTo>
                  <a:lnTo>
                    <a:pt x="694" y="2107"/>
                  </a:lnTo>
                  <a:lnTo>
                    <a:pt x="712" y="2111"/>
                  </a:lnTo>
                  <a:lnTo>
                    <a:pt x="726" y="2111"/>
                  </a:lnTo>
                  <a:lnTo>
                    <a:pt x="743" y="2114"/>
                  </a:lnTo>
                  <a:lnTo>
                    <a:pt x="754" y="2114"/>
                  </a:lnTo>
                  <a:lnTo>
                    <a:pt x="771" y="2118"/>
                  </a:lnTo>
                  <a:lnTo>
                    <a:pt x="782" y="2118"/>
                  </a:lnTo>
                  <a:lnTo>
                    <a:pt x="799" y="2121"/>
                  </a:lnTo>
                  <a:lnTo>
                    <a:pt x="806" y="2121"/>
                  </a:lnTo>
                  <a:lnTo>
                    <a:pt x="831" y="2128"/>
                  </a:lnTo>
                  <a:lnTo>
                    <a:pt x="880" y="2128"/>
                  </a:lnTo>
                  <a:lnTo>
                    <a:pt x="852" y="2097"/>
                  </a:lnTo>
                  <a:cubicBezTo>
                    <a:pt x="782" y="2062"/>
                    <a:pt x="715" y="1999"/>
                    <a:pt x="726" y="1915"/>
                  </a:cubicBezTo>
                  <a:cubicBezTo>
                    <a:pt x="729" y="1865"/>
                    <a:pt x="761" y="1823"/>
                    <a:pt x="803" y="1809"/>
                  </a:cubicBezTo>
                  <a:cubicBezTo>
                    <a:pt x="819" y="1803"/>
                    <a:pt x="836" y="1801"/>
                    <a:pt x="853" y="1801"/>
                  </a:cubicBezTo>
                  <a:cubicBezTo>
                    <a:pt x="957" y="1801"/>
                    <a:pt x="1079" y="1896"/>
                    <a:pt x="1118" y="1929"/>
                  </a:cubicBezTo>
                  <a:cubicBezTo>
                    <a:pt x="1170" y="1971"/>
                    <a:pt x="1235" y="1991"/>
                    <a:pt x="1301" y="1991"/>
                  </a:cubicBezTo>
                  <a:cubicBezTo>
                    <a:pt x="1323" y="1991"/>
                    <a:pt x="1345" y="1989"/>
                    <a:pt x="1366" y="1985"/>
                  </a:cubicBezTo>
                  <a:cubicBezTo>
                    <a:pt x="1394" y="1974"/>
                    <a:pt x="1398" y="1964"/>
                    <a:pt x="1398" y="1960"/>
                  </a:cubicBezTo>
                  <a:cubicBezTo>
                    <a:pt x="1405" y="1911"/>
                    <a:pt x="1373" y="1729"/>
                    <a:pt x="1321" y="1690"/>
                  </a:cubicBezTo>
                  <a:cubicBezTo>
                    <a:pt x="1319" y="1687"/>
                    <a:pt x="1316" y="1685"/>
                    <a:pt x="1313" y="1685"/>
                  </a:cubicBezTo>
                  <a:cubicBezTo>
                    <a:pt x="1309" y="1685"/>
                    <a:pt x="1305" y="1687"/>
                    <a:pt x="1300" y="1690"/>
                  </a:cubicBezTo>
                  <a:cubicBezTo>
                    <a:pt x="1228" y="1727"/>
                    <a:pt x="1174" y="1743"/>
                    <a:pt x="1129" y="1743"/>
                  </a:cubicBezTo>
                  <a:cubicBezTo>
                    <a:pt x="1057" y="1743"/>
                    <a:pt x="1011" y="1701"/>
                    <a:pt x="964" y="1634"/>
                  </a:cubicBezTo>
                  <a:cubicBezTo>
                    <a:pt x="904" y="1547"/>
                    <a:pt x="971" y="1456"/>
                    <a:pt x="1030" y="1372"/>
                  </a:cubicBezTo>
                  <a:cubicBezTo>
                    <a:pt x="1062" y="1333"/>
                    <a:pt x="1090" y="1288"/>
                    <a:pt x="1107" y="1239"/>
                  </a:cubicBezTo>
                  <a:cubicBezTo>
                    <a:pt x="1142" y="1134"/>
                    <a:pt x="1254" y="1109"/>
                    <a:pt x="1342" y="1088"/>
                  </a:cubicBezTo>
                  <a:cubicBezTo>
                    <a:pt x="1380" y="1081"/>
                    <a:pt x="1450" y="1064"/>
                    <a:pt x="1457" y="1050"/>
                  </a:cubicBezTo>
                  <a:cubicBezTo>
                    <a:pt x="1457" y="1050"/>
                    <a:pt x="1468" y="990"/>
                    <a:pt x="1230" y="875"/>
                  </a:cubicBezTo>
                  <a:cubicBezTo>
                    <a:pt x="1146" y="833"/>
                    <a:pt x="1125" y="703"/>
                    <a:pt x="1121" y="665"/>
                  </a:cubicBezTo>
                  <a:cubicBezTo>
                    <a:pt x="1118" y="623"/>
                    <a:pt x="1107" y="465"/>
                    <a:pt x="1202" y="385"/>
                  </a:cubicBezTo>
                  <a:cubicBezTo>
                    <a:pt x="1233" y="357"/>
                    <a:pt x="1272" y="259"/>
                    <a:pt x="1279" y="147"/>
                  </a:cubicBezTo>
                  <a:cubicBezTo>
                    <a:pt x="1286" y="101"/>
                    <a:pt x="1275" y="52"/>
                    <a:pt x="1254" y="14"/>
                  </a:cubicBezTo>
                  <a:cubicBezTo>
                    <a:pt x="1233" y="5"/>
                    <a:pt x="1211" y="0"/>
                    <a:pt x="1190" y="0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09" name="Google Shape;6667;p80">
              <a:extLst>
                <a:ext uri="{FF2B5EF4-FFF2-40B4-BE49-F238E27FC236}">
                  <a16:creationId xmlns:a16="http://schemas.microsoft.com/office/drawing/2014/main" id="{CCAABEC9-1CCC-5B85-78E0-9281516D37F5}"/>
                </a:ext>
              </a:extLst>
            </p:cNvPr>
            <p:cNvSpPr/>
            <p:nvPr/>
          </p:nvSpPr>
          <p:spPr>
            <a:xfrm>
              <a:off x="2132850" y="1574558"/>
              <a:ext cx="8948" cy="12288"/>
            </a:xfrm>
            <a:custGeom>
              <a:avLst/>
              <a:gdLst/>
              <a:ahLst/>
              <a:cxnLst/>
              <a:rect l="l" t="t" r="r" b="b"/>
              <a:pathLst>
                <a:path w="659" h="905" extrusionOk="0">
                  <a:moveTo>
                    <a:pt x="389" y="0"/>
                  </a:moveTo>
                  <a:cubicBezTo>
                    <a:pt x="382" y="18"/>
                    <a:pt x="368" y="32"/>
                    <a:pt x="354" y="42"/>
                  </a:cubicBezTo>
                  <a:cubicBezTo>
                    <a:pt x="329" y="55"/>
                    <a:pt x="303" y="61"/>
                    <a:pt x="276" y="61"/>
                  </a:cubicBezTo>
                  <a:cubicBezTo>
                    <a:pt x="258" y="61"/>
                    <a:pt x="240" y="58"/>
                    <a:pt x="221" y="53"/>
                  </a:cubicBezTo>
                  <a:cubicBezTo>
                    <a:pt x="200" y="48"/>
                    <a:pt x="180" y="44"/>
                    <a:pt x="160" y="44"/>
                  </a:cubicBezTo>
                  <a:cubicBezTo>
                    <a:pt x="123" y="44"/>
                    <a:pt x="88" y="60"/>
                    <a:pt x="46" y="119"/>
                  </a:cubicBezTo>
                  <a:cubicBezTo>
                    <a:pt x="15" y="158"/>
                    <a:pt x="1" y="210"/>
                    <a:pt x="11" y="263"/>
                  </a:cubicBezTo>
                  <a:cubicBezTo>
                    <a:pt x="36" y="382"/>
                    <a:pt x="179" y="487"/>
                    <a:pt x="239" y="526"/>
                  </a:cubicBezTo>
                  <a:cubicBezTo>
                    <a:pt x="302" y="557"/>
                    <a:pt x="330" y="627"/>
                    <a:pt x="305" y="694"/>
                  </a:cubicBezTo>
                  <a:cubicBezTo>
                    <a:pt x="279" y="759"/>
                    <a:pt x="194" y="799"/>
                    <a:pt x="101" y="799"/>
                  </a:cubicBezTo>
                  <a:cubicBezTo>
                    <a:pt x="84" y="799"/>
                    <a:pt x="67" y="798"/>
                    <a:pt x="50" y="795"/>
                  </a:cubicBezTo>
                  <a:lnTo>
                    <a:pt x="50" y="795"/>
                  </a:lnTo>
                  <a:cubicBezTo>
                    <a:pt x="81" y="855"/>
                    <a:pt x="141" y="893"/>
                    <a:pt x="207" y="904"/>
                  </a:cubicBezTo>
                  <a:cubicBezTo>
                    <a:pt x="212" y="904"/>
                    <a:pt x="217" y="905"/>
                    <a:pt x="222" y="905"/>
                  </a:cubicBezTo>
                  <a:cubicBezTo>
                    <a:pt x="262" y="905"/>
                    <a:pt x="312" y="880"/>
                    <a:pt x="361" y="830"/>
                  </a:cubicBezTo>
                  <a:cubicBezTo>
                    <a:pt x="473" y="722"/>
                    <a:pt x="533" y="568"/>
                    <a:pt x="529" y="533"/>
                  </a:cubicBezTo>
                  <a:cubicBezTo>
                    <a:pt x="515" y="473"/>
                    <a:pt x="543" y="382"/>
                    <a:pt x="599" y="224"/>
                  </a:cubicBezTo>
                  <a:cubicBezTo>
                    <a:pt x="617" y="172"/>
                    <a:pt x="641" y="95"/>
                    <a:pt x="659" y="39"/>
                  </a:cubicBezTo>
                  <a:lnTo>
                    <a:pt x="659" y="39"/>
                  </a:lnTo>
                  <a:cubicBezTo>
                    <a:pt x="634" y="77"/>
                    <a:pt x="592" y="105"/>
                    <a:pt x="547" y="119"/>
                  </a:cubicBezTo>
                  <a:cubicBezTo>
                    <a:pt x="539" y="121"/>
                    <a:pt x="532" y="122"/>
                    <a:pt x="525" y="122"/>
                  </a:cubicBezTo>
                  <a:cubicBezTo>
                    <a:pt x="464" y="122"/>
                    <a:pt x="424" y="60"/>
                    <a:pt x="389" y="0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10" name="Google Shape;6668;p80">
              <a:extLst>
                <a:ext uri="{FF2B5EF4-FFF2-40B4-BE49-F238E27FC236}">
                  <a16:creationId xmlns:a16="http://schemas.microsoft.com/office/drawing/2014/main" id="{440CCA88-78BE-FDDD-15F2-C82EAAD39449}"/>
                </a:ext>
              </a:extLst>
            </p:cNvPr>
            <p:cNvSpPr/>
            <p:nvPr/>
          </p:nvSpPr>
          <p:spPr>
            <a:xfrm>
              <a:off x="2116217" y="1584537"/>
              <a:ext cx="244" cy="14"/>
            </a:xfrm>
            <a:custGeom>
              <a:avLst/>
              <a:gdLst/>
              <a:ahLst/>
              <a:cxnLst/>
              <a:rect l="l" t="t" r="r" b="b"/>
              <a:pathLst>
                <a:path w="18" h="1" extrusionOk="0">
                  <a:moveTo>
                    <a:pt x="18" y="1"/>
                  </a:moveTo>
                  <a:lnTo>
                    <a:pt x="1" y="1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11" name="Google Shape;6669;p80">
              <a:extLst>
                <a:ext uri="{FF2B5EF4-FFF2-40B4-BE49-F238E27FC236}">
                  <a16:creationId xmlns:a16="http://schemas.microsoft.com/office/drawing/2014/main" id="{0CFB06C6-3F98-DA8D-B210-72352C0986CA}"/>
                </a:ext>
              </a:extLst>
            </p:cNvPr>
            <p:cNvSpPr/>
            <p:nvPr/>
          </p:nvSpPr>
          <p:spPr>
            <a:xfrm>
              <a:off x="2117168" y="1584632"/>
              <a:ext cx="258" cy="14"/>
            </a:xfrm>
            <a:custGeom>
              <a:avLst/>
              <a:gdLst/>
              <a:ahLst/>
              <a:cxnLst/>
              <a:rect l="l" t="t" r="r" b="b"/>
              <a:pathLst>
                <a:path w="19" h="1" extrusionOk="0">
                  <a:moveTo>
                    <a:pt x="18" y="1"/>
                  </a:moveTo>
                  <a:lnTo>
                    <a:pt x="1" y="1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12" name="Google Shape;6670;p80">
              <a:extLst>
                <a:ext uri="{FF2B5EF4-FFF2-40B4-BE49-F238E27FC236}">
                  <a16:creationId xmlns:a16="http://schemas.microsoft.com/office/drawing/2014/main" id="{C75B915B-DEDC-0A79-A870-9EAB5F4759B3}"/>
                </a:ext>
              </a:extLst>
            </p:cNvPr>
            <p:cNvSpPr/>
            <p:nvPr/>
          </p:nvSpPr>
          <p:spPr>
            <a:xfrm>
              <a:off x="2115267" y="1584496"/>
              <a:ext cx="244" cy="14"/>
            </a:xfrm>
            <a:custGeom>
              <a:avLst/>
              <a:gdLst/>
              <a:ahLst/>
              <a:cxnLst/>
              <a:rect l="l" t="t" r="r" b="b"/>
              <a:pathLst>
                <a:path w="18" h="1" extrusionOk="0">
                  <a:moveTo>
                    <a:pt x="18" y="0"/>
                  </a:moveTo>
                  <a:lnTo>
                    <a:pt x="0" y="0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13" name="Google Shape;6671;p80">
              <a:extLst>
                <a:ext uri="{FF2B5EF4-FFF2-40B4-BE49-F238E27FC236}">
                  <a16:creationId xmlns:a16="http://schemas.microsoft.com/office/drawing/2014/main" id="{6158B160-5951-429B-E297-C4B179396118}"/>
                </a:ext>
              </a:extLst>
            </p:cNvPr>
            <p:cNvSpPr/>
            <p:nvPr/>
          </p:nvSpPr>
          <p:spPr>
            <a:xfrm>
              <a:off x="2115742" y="1584537"/>
              <a:ext cx="244" cy="14"/>
            </a:xfrm>
            <a:custGeom>
              <a:avLst/>
              <a:gdLst/>
              <a:ahLst/>
              <a:cxnLst/>
              <a:rect l="l" t="t" r="r" b="b"/>
              <a:pathLst>
                <a:path w="18" h="1" extrusionOk="0">
                  <a:moveTo>
                    <a:pt x="18" y="1"/>
                  </a:moveTo>
                  <a:lnTo>
                    <a:pt x="0" y="1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14" name="Google Shape;6672;p80">
              <a:extLst>
                <a:ext uri="{FF2B5EF4-FFF2-40B4-BE49-F238E27FC236}">
                  <a16:creationId xmlns:a16="http://schemas.microsoft.com/office/drawing/2014/main" id="{3A2940F7-867D-DDE6-55F2-18F7EAE087FA}"/>
                </a:ext>
              </a:extLst>
            </p:cNvPr>
            <p:cNvSpPr/>
            <p:nvPr/>
          </p:nvSpPr>
          <p:spPr>
            <a:xfrm>
              <a:off x="2114357" y="1584442"/>
              <a:ext cx="14" cy="14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1" y="1"/>
                  </a:move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15" name="Google Shape;6673;p80">
              <a:extLst>
                <a:ext uri="{FF2B5EF4-FFF2-40B4-BE49-F238E27FC236}">
                  <a16:creationId xmlns:a16="http://schemas.microsoft.com/office/drawing/2014/main" id="{B1E165CD-8343-CEFD-9826-7715025050E1}"/>
                </a:ext>
              </a:extLst>
            </p:cNvPr>
            <p:cNvSpPr/>
            <p:nvPr/>
          </p:nvSpPr>
          <p:spPr>
            <a:xfrm>
              <a:off x="2115022" y="1584496"/>
              <a:ext cx="14" cy="14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1" y="0"/>
                  </a:move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16" name="Google Shape;6674;p80">
              <a:extLst>
                <a:ext uri="{FF2B5EF4-FFF2-40B4-BE49-F238E27FC236}">
                  <a16:creationId xmlns:a16="http://schemas.microsoft.com/office/drawing/2014/main" id="{9D9EC02E-84A7-B0A1-F3FA-90C5350FEE4A}"/>
                </a:ext>
              </a:extLst>
            </p:cNvPr>
            <p:cNvSpPr/>
            <p:nvPr/>
          </p:nvSpPr>
          <p:spPr>
            <a:xfrm>
              <a:off x="2117643" y="1584687"/>
              <a:ext cx="258" cy="14"/>
            </a:xfrm>
            <a:custGeom>
              <a:avLst/>
              <a:gdLst/>
              <a:ahLst/>
              <a:cxnLst/>
              <a:rect l="l" t="t" r="r" b="b"/>
              <a:pathLst>
                <a:path w="19" h="1" extrusionOk="0">
                  <a:moveTo>
                    <a:pt x="18" y="0"/>
                  </a:moveTo>
                  <a:lnTo>
                    <a:pt x="1" y="0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17" name="Google Shape;6675;p80">
              <a:extLst>
                <a:ext uri="{FF2B5EF4-FFF2-40B4-BE49-F238E27FC236}">
                  <a16:creationId xmlns:a16="http://schemas.microsoft.com/office/drawing/2014/main" id="{9D572C20-7D29-7817-CAC9-D8A4F63C3C37}"/>
                </a:ext>
              </a:extLst>
            </p:cNvPr>
            <p:cNvSpPr/>
            <p:nvPr/>
          </p:nvSpPr>
          <p:spPr>
            <a:xfrm>
              <a:off x="2120263" y="1585162"/>
              <a:ext cx="14" cy="14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0" y="0"/>
                  </a:move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18" name="Google Shape;6676;p80">
              <a:extLst>
                <a:ext uri="{FF2B5EF4-FFF2-40B4-BE49-F238E27FC236}">
                  <a16:creationId xmlns:a16="http://schemas.microsoft.com/office/drawing/2014/main" id="{175514DC-FD01-60F3-CA68-45607A7CDAD9}"/>
                </a:ext>
              </a:extLst>
            </p:cNvPr>
            <p:cNvSpPr/>
            <p:nvPr/>
          </p:nvSpPr>
          <p:spPr>
            <a:xfrm>
              <a:off x="2120874" y="1585162"/>
              <a:ext cx="14" cy="14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1" y="0"/>
                  </a:move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19" name="Google Shape;6677;p80">
              <a:extLst>
                <a:ext uri="{FF2B5EF4-FFF2-40B4-BE49-F238E27FC236}">
                  <a16:creationId xmlns:a16="http://schemas.microsoft.com/office/drawing/2014/main" id="{80D23E1A-0393-D84D-542C-918582727D34}"/>
                </a:ext>
              </a:extLst>
            </p:cNvPr>
            <p:cNvSpPr/>
            <p:nvPr/>
          </p:nvSpPr>
          <p:spPr>
            <a:xfrm>
              <a:off x="2120399" y="1585162"/>
              <a:ext cx="14" cy="14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1" y="0"/>
                  </a:move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20" name="Google Shape;6678;p80">
              <a:extLst>
                <a:ext uri="{FF2B5EF4-FFF2-40B4-BE49-F238E27FC236}">
                  <a16:creationId xmlns:a16="http://schemas.microsoft.com/office/drawing/2014/main" id="{6BC98A9B-6992-7AE8-4C27-91628B24A1F8}"/>
                </a:ext>
              </a:extLst>
            </p:cNvPr>
            <p:cNvSpPr/>
            <p:nvPr/>
          </p:nvSpPr>
          <p:spPr>
            <a:xfrm>
              <a:off x="2118118" y="1584727"/>
              <a:ext cx="204" cy="14"/>
            </a:xfrm>
            <a:custGeom>
              <a:avLst/>
              <a:gdLst/>
              <a:ahLst/>
              <a:cxnLst/>
              <a:rect l="l" t="t" r="r" b="b"/>
              <a:pathLst>
                <a:path w="15" h="1" extrusionOk="0">
                  <a:moveTo>
                    <a:pt x="15" y="1"/>
                  </a:moveTo>
                  <a:lnTo>
                    <a:pt x="1" y="1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21" name="Google Shape;6679;p80">
              <a:extLst>
                <a:ext uri="{FF2B5EF4-FFF2-40B4-BE49-F238E27FC236}">
                  <a16:creationId xmlns:a16="http://schemas.microsoft.com/office/drawing/2014/main" id="{E19C1B6B-B4F1-6385-2FD6-4AEEED10A8E2}"/>
                </a:ext>
              </a:extLst>
            </p:cNvPr>
            <p:cNvSpPr/>
            <p:nvPr/>
          </p:nvSpPr>
          <p:spPr>
            <a:xfrm>
              <a:off x="2118553" y="1584782"/>
              <a:ext cx="204" cy="14"/>
            </a:xfrm>
            <a:custGeom>
              <a:avLst/>
              <a:gdLst/>
              <a:ahLst/>
              <a:cxnLst/>
              <a:rect l="l" t="t" r="r" b="b"/>
              <a:pathLst>
                <a:path w="15" h="1" extrusionOk="0">
                  <a:moveTo>
                    <a:pt x="14" y="0"/>
                  </a:moveTo>
                  <a:lnTo>
                    <a:pt x="0" y="0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22" name="Google Shape;6680;p80">
              <a:extLst>
                <a:ext uri="{FF2B5EF4-FFF2-40B4-BE49-F238E27FC236}">
                  <a16:creationId xmlns:a16="http://schemas.microsoft.com/office/drawing/2014/main" id="{BA0DCFAC-1542-E720-141F-7260B7A1DF56}"/>
                </a:ext>
              </a:extLst>
            </p:cNvPr>
            <p:cNvSpPr/>
            <p:nvPr/>
          </p:nvSpPr>
          <p:spPr>
            <a:xfrm>
              <a:off x="2118973" y="1584877"/>
              <a:ext cx="163" cy="14"/>
            </a:xfrm>
            <a:custGeom>
              <a:avLst/>
              <a:gdLst/>
              <a:ahLst/>
              <a:cxnLst/>
              <a:rect l="l" t="t" r="r" b="b"/>
              <a:pathLst>
                <a:path w="12" h="1" extrusionOk="0">
                  <a:moveTo>
                    <a:pt x="11" y="0"/>
                  </a:moveTo>
                  <a:lnTo>
                    <a:pt x="1" y="0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23" name="Google Shape;6681;p80">
              <a:extLst>
                <a:ext uri="{FF2B5EF4-FFF2-40B4-BE49-F238E27FC236}">
                  <a16:creationId xmlns:a16="http://schemas.microsoft.com/office/drawing/2014/main" id="{BF494927-25B1-7F7D-C2BB-B879CF43C18B}"/>
                </a:ext>
              </a:extLst>
            </p:cNvPr>
            <p:cNvSpPr/>
            <p:nvPr/>
          </p:nvSpPr>
          <p:spPr>
            <a:xfrm>
              <a:off x="2119408" y="1584917"/>
              <a:ext cx="149" cy="14"/>
            </a:xfrm>
            <a:custGeom>
              <a:avLst/>
              <a:gdLst/>
              <a:ahLst/>
              <a:cxnLst/>
              <a:rect l="l" t="t" r="r" b="b"/>
              <a:pathLst>
                <a:path w="11" h="1" extrusionOk="0">
                  <a:moveTo>
                    <a:pt x="11" y="1"/>
                  </a:moveTo>
                  <a:lnTo>
                    <a:pt x="0" y="1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24" name="Google Shape;6682;p80">
              <a:extLst>
                <a:ext uri="{FF2B5EF4-FFF2-40B4-BE49-F238E27FC236}">
                  <a16:creationId xmlns:a16="http://schemas.microsoft.com/office/drawing/2014/main" id="{1C72C216-4166-932D-A83D-8EEAD9F14668}"/>
                </a:ext>
              </a:extLst>
            </p:cNvPr>
            <p:cNvSpPr/>
            <p:nvPr/>
          </p:nvSpPr>
          <p:spPr>
            <a:xfrm>
              <a:off x="2116692" y="1584632"/>
              <a:ext cx="258" cy="14"/>
            </a:xfrm>
            <a:custGeom>
              <a:avLst/>
              <a:gdLst/>
              <a:ahLst/>
              <a:cxnLst/>
              <a:rect l="l" t="t" r="r" b="b"/>
              <a:pathLst>
                <a:path w="19" h="1" extrusionOk="0">
                  <a:moveTo>
                    <a:pt x="18" y="1"/>
                  </a:moveTo>
                  <a:lnTo>
                    <a:pt x="1" y="1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25" name="Google Shape;6683;p80">
              <a:extLst>
                <a:ext uri="{FF2B5EF4-FFF2-40B4-BE49-F238E27FC236}">
                  <a16:creationId xmlns:a16="http://schemas.microsoft.com/office/drawing/2014/main" id="{9088D1E6-B4F0-3F5B-DAD3-9CC761BEBF07}"/>
                </a:ext>
              </a:extLst>
            </p:cNvPr>
            <p:cNvSpPr/>
            <p:nvPr/>
          </p:nvSpPr>
          <p:spPr>
            <a:xfrm>
              <a:off x="2119734" y="1585012"/>
              <a:ext cx="163" cy="14"/>
            </a:xfrm>
            <a:custGeom>
              <a:avLst/>
              <a:gdLst/>
              <a:ahLst/>
              <a:cxnLst/>
              <a:rect l="l" t="t" r="r" b="b"/>
              <a:pathLst>
                <a:path w="12" h="1" extrusionOk="0">
                  <a:moveTo>
                    <a:pt x="11" y="1"/>
                  </a:moveTo>
                  <a:lnTo>
                    <a:pt x="1" y="1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26" name="Google Shape;6684;p80">
              <a:extLst>
                <a:ext uri="{FF2B5EF4-FFF2-40B4-BE49-F238E27FC236}">
                  <a16:creationId xmlns:a16="http://schemas.microsoft.com/office/drawing/2014/main" id="{3BCC7154-7CF4-EA4A-B036-7BC839237A5F}"/>
                </a:ext>
              </a:extLst>
            </p:cNvPr>
            <p:cNvSpPr/>
            <p:nvPr/>
          </p:nvSpPr>
          <p:spPr>
            <a:xfrm>
              <a:off x="2113936" y="1584442"/>
              <a:ext cx="14" cy="14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0" y="1"/>
                  </a:move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27" name="Google Shape;6685;p80">
              <a:extLst>
                <a:ext uri="{FF2B5EF4-FFF2-40B4-BE49-F238E27FC236}">
                  <a16:creationId xmlns:a16="http://schemas.microsoft.com/office/drawing/2014/main" id="{63D41FDB-B71E-A2AF-B973-8E0D9955507E}"/>
                </a:ext>
              </a:extLst>
            </p:cNvPr>
            <p:cNvSpPr/>
            <p:nvPr/>
          </p:nvSpPr>
          <p:spPr>
            <a:xfrm>
              <a:off x="2120644" y="1585162"/>
              <a:ext cx="14" cy="14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0" y="0"/>
                  </a:move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28" name="Google Shape;6686;p80">
              <a:extLst>
                <a:ext uri="{FF2B5EF4-FFF2-40B4-BE49-F238E27FC236}">
                  <a16:creationId xmlns:a16="http://schemas.microsoft.com/office/drawing/2014/main" id="{DB8960BD-08E4-D49E-1BF6-8C5792FB230E}"/>
                </a:ext>
              </a:extLst>
            </p:cNvPr>
            <p:cNvSpPr/>
            <p:nvPr/>
          </p:nvSpPr>
          <p:spPr>
            <a:xfrm>
              <a:off x="2182285" y="1554259"/>
              <a:ext cx="4766" cy="7617"/>
            </a:xfrm>
            <a:custGeom>
              <a:avLst/>
              <a:gdLst/>
              <a:ahLst/>
              <a:cxnLst/>
              <a:rect l="l" t="t" r="r" b="b"/>
              <a:pathLst>
                <a:path w="351" h="561" extrusionOk="0">
                  <a:moveTo>
                    <a:pt x="330" y="1"/>
                  </a:moveTo>
                  <a:cubicBezTo>
                    <a:pt x="225" y="4"/>
                    <a:pt x="151" y="102"/>
                    <a:pt x="102" y="186"/>
                  </a:cubicBezTo>
                  <a:cubicBezTo>
                    <a:pt x="39" y="298"/>
                    <a:pt x="4" y="428"/>
                    <a:pt x="1" y="561"/>
                  </a:cubicBezTo>
                  <a:cubicBezTo>
                    <a:pt x="134" y="428"/>
                    <a:pt x="246" y="274"/>
                    <a:pt x="326" y="102"/>
                  </a:cubicBezTo>
                  <a:cubicBezTo>
                    <a:pt x="340" y="71"/>
                    <a:pt x="351" y="36"/>
                    <a:pt x="347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29" name="Google Shape;6687;p80">
              <a:extLst>
                <a:ext uri="{FF2B5EF4-FFF2-40B4-BE49-F238E27FC236}">
                  <a16:creationId xmlns:a16="http://schemas.microsoft.com/office/drawing/2014/main" id="{57CF4B23-57F3-04D8-749D-1F594C8C5984}"/>
                </a:ext>
              </a:extLst>
            </p:cNvPr>
            <p:cNvSpPr/>
            <p:nvPr/>
          </p:nvSpPr>
          <p:spPr>
            <a:xfrm>
              <a:off x="2133094" y="1420616"/>
              <a:ext cx="90752" cy="158463"/>
            </a:xfrm>
            <a:custGeom>
              <a:avLst/>
              <a:gdLst/>
              <a:ahLst/>
              <a:cxnLst/>
              <a:rect l="l" t="t" r="r" b="b"/>
              <a:pathLst>
                <a:path w="6684" h="11671" extrusionOk="0">
                  <a:moveTo>
                    <a:pt x="4929" y="0"/>
                  </a:moveTo>
                  <a:cubicBezTo>
                    <a:pt x="4914" y="0"/>
                    <a:pt x="4903" y="5"/>
                    <a:pt x="4894" y="10"/>
                  </a:cubicBezTo>
                  <a:cubicBezTo>
                    <a:pt x="4821" y="55"/>
                    <a:pt x="4779" y="234"/>
                    <a:pt x="4779" y="381"/>
                  </a:cubicBezTo>
                  <a:cubicBezTo>
                    <a:pt x="4786" y="475"/>
                    <a:pt x="4737" y="563"/>
                    <a:pt x="4653" y="605"/>
                  </a:cubicBezTo>
                  <a:cubicBezTo>
                    <a:pt x="4620" y="621"/>
                    <a:pt x="4583" y="629"/>
                    <a:pt x="4545" y="629"/>
                  </a:cubicBezTo>
                  <a:cubicBezTo>
                    <a:pt x="4467" y="629"/>
                    <a:pt x="4383" y="596"/>
                    <a:pt x="4310" y="535"/>
                  </a:cubicBezTo>
                  <a:cubicBezTo>
                    <a:pt x="4263" y="495"/>
                    <a:pt x="4211" y="488"/>
                    <a:pt x="4149" y="488"/>
                  </a:cubicBezTo>
                  <a:cubicBezTo>
                    <a:pt x="4128" y="488"/>
                    <a:pt x="4106" y="488"/>
                    <a:pt x="4082" y="489"/>
                  </a:cubicBezTo>
                  <a:cubicBezTo>
                    <a:pt x="4061" y="491"/>
                    <a:pt x="4040" y="492"/>
                    <a:pt x="4019" y="492"/>
                  </a:cubicBezTo>
                  <a:cubicBezTo>
                    <a:pt x="3928" y="492"/>
                    <a:pt x="3838" y="474"/>
                    <a:pt x="3753" y="440"/>
                  </a:cubicBezTo>
                  <a:cubicBezTo>
                    <a:pt x="3726" y="428"/>
                    <a:pt x="3711" y="426"/>
                    <a:pt x="3704" y="426"/>
                  </a:cubicBezTo>
                  <a:cubicBezTo>
                    <a:pt x="3702" y="426"/>
                    <a:pt x="3701" y="426"/>
                    <a:pt x="3701" y="426"/>
                  </a:cubicBezTo>
                  <a:cubicBezTo>
                    <a:pt x="3683" y="447"/>
                    <a:pt x="3697" y="577"/>
                    <a:pt x="3704" y="636"/>
                  </a:cubicBezTo>
                  <a:cubicBezTo>
                    <a:pt x="3711" y="678"/>
                    <a:pt x="3715" y="724"/>
                    <a:pt x="3715" y="766"/>
                  </a:cubicBezTo>
                  <a:cubicBezTo>
                    <a:pt x="3715" y="990"/>
                    <a:pt x="3403" y="990"/>
                    <a:pt x="3235" y="990"/>
                  </a:cubicBezTo>
                  <a:cubicBezTo>
                    <a:pt x="3102" y="990"/>
                    <a:pt x="2885" y="1105"/>
                    <a:pt x="2885" y="1235"/>
                  </a:cubicBezTo>
                  <a:cubicBezTo>
                    <a:pt x="2885" y="1347"/>
                    <a:pt x="2818" y="1427"/>
                    <a:pt x="2766" y="1494"/>
                  </a:cubicBezTo>
                  <a:cubicBezTo>
                    <a:pt x="2731" y="1540"/>
                    <a:pt x="2706" y="1575"/>
                    <a:pt x="2713" y="1585"/>
                  </a:cubicBezTo>
                  <a:cubicBezTo>
                    <a:pt x="2801" y="1701"/>
                    <a:pt x="2752" y="1827"/>
                    <a:pt x="2573" y="1963"/>
                  </a:cubicBezTo>
                  <a:cubicBezTo>
                    <a:pt x="2524" y="1998"/>
                    <a:pt x="2465" y="2103"/>
                    <a:pt x="2416" y="2187"/>
                  </a:cubicBezTo>
                  <a:cubicBezTo>
                    <a:pt x="2381" y="2254"/>
                    <a:pt x="2342" y="2317"/>
                    <a:pt x="2293" y="2373"/>
                  </a:cubicBezTo>
                  <a:cubicBezTo>
                    <a:pt x="2283" y="2383"/>
                    <a:pt x="2283" y="2397"/>
                    <a:pt x="2286" y="2439"/>
                  </a:cubicBezTo>
                  <a:cubicBezTo>
                    <a:pt x="2293" y="2509"/>
                    <a:pt x="2304" y="2611"/>
                    <a:pt x="2178" y="2691"/>
                  </a:cubicBezTo>
                  <a:cubicBezTo>
                    <a:pt x="2099" y="2741"/>
                    <a:pt x="2005" y="2765"/>
                    <a:pt x="1913" y="2765"/>
                  </a:cubicBezTo>
                  <a:cubicBezTo>
                    <a:pt x="1907" y="2765"/>
                    <a:pt x="1900" y="2765"/>
                    <a:pt x="1894" y="2765"/>
                  </a:cubicBezTo>
                  <a:cubicBezTo>
                    <a:pt x="1856" y="2765"/>
                    <a:pt x="1817" y="2768"/>
                    <a:pt x="1782" y="2782"/>
                  </a:cubicBezTo>
                  <a:cubicBezTo>
                    <a:pt x="1779" y="2782"/>
                    <a:pt x="1775" y="2786"/>
                    <a:pt x="1775" y="2789"/>
                  </a:cubicBezTo>
                  <a:cubicBezTo>
                    <a:pt x="1761" y="2807"/>
                    <a:pt x="1754" y="2831"/>
                    <a:pt x="1758" y="2856"/>
                  </a:cubicBezTo>
                  <a:cubicBezTo>
                    <a:pt x="1758" y="2880"/>
                    <a:pt x="1758" y="2905"/>
                    <a:pt x="1761" y="2936"/>
                  </a:cubicBezTo>
                  <a:lnTo>
                    <a:pt x="1765" y="2964"/>
                  </a:lnTo>
                  <a:cubicBezTo>
                    <a:pt x="1775" y="3059"/>
                    <a:pt x="1775" y="3150"/>
                    <a:pt x="1768" y="3244"/>
                  </a:cubicBezTo>
                  <a:cubicBezTo>
                    <a:pt x="1740" y="3482"/>
                    <a:pt x="1569" y="3735"/>
                    <a:pt x="1390" y="3976"/>
                  </a:cubicBezTo>
                  <a:cubicBezTo>
                    <a:pt x="1355" y="4018"/>
                    <a:pt x="1341" y="4060"/>
                    <a:pt x="1348" y="4081"/>
                  </a:cubicBezTo>
                  <a:cubicBezTo>
                    <a:pt x="1359" y="4120"/>
                    <a:pt x="1436" y="4144"/>
                    <a:pt x="1474" y="4155"/>
                  </a:cubicBezTo>
                  <a:lnTo>
                    <a:pt x="1488" y="4158"/>
                  </a:lnTo>
                  <a:cubicBezTo>
                    <a:pt x="1527" y="4172"/>
                    <a:pt x="1558" y="4204"/>
                    <a:pt x="1576" y="4242"/>
                  </a:cubicBezTo>
                  <a:cubicBezTo>
                    <a:pt x="1607" y="4319"/>
                    <a:pt x="1590" y="4438"/>
                    <a:pt x="1527" y="4564"/>
                  </a:cubicBezTo>
                  <a:cubicBezTo>
                    <a:pt x="1481" y="4657"/>
                    <a:pt x="1408" y="4683"/>
                    <a:pt x="1334" y="4683"/>
                  </a:cubicBezTo>
                  <a:cubicBezTo>
                    <a:pt x="1265" y="4683"/>
                    <a:pt x="1196" y="4660"/>
                    <a:pt x="1149" y="4645"/>
                  </a:cubicBezTo>
                  <a:cubicBezTo>
                    <a:pt x="1124" y="4634"/>
                    <a:pt x="1103" y="4627"/>
                    <a:pt x="1086" y="4624"/>
                  </a:cubicBezTo>
                  <a:cubicBezTo>
                    <a:pt x="1081" y="4623"/>
                    <a:pt x="1075" y="4622"/>
                    <a:pt x="1069" y="4622"/>
                  </a:cubicBezTo>
                  <a:cubicBezTo>
                    <a:pt x="981" y="4622"/>
                    <a:pt x="747" y="4735"/>
                    <a:pt x="613" y="4960"/>
                  </a:cubicBezTo>
                  <a:cubicBezTo>
                    <a:pt x="469" y="5198"/>
                    <a:pt x="522" y="5334"/>
                    <a:pt x="564" y="5446"/>
                  </a:cubicBezTo>
                  <a:cubicBezTo>
                    <a:pt x="595" y="5516"/>
                    <a:pt x="574" y="5590"/>
                    <a:pt x="553" y="5660"/>
                  </a:cubicBezTo>
                  <a:cubicBezTo>
                    <a:pt x="525" y="5755"/>
                    <a:pt x="497" y="5853"/>
                    <a:pt x="564" y="5986"/>
                  </a:cubicBezTo>
                  <a:cubicBezTo>
                    <a:pt x="655" y="6168"/>
                    <a:pt x="613" y="6269"/>
                    <a:pt x="574" y="6360"/>
                  </a:cubicBezTo>
                  <a:cubicBezTo>
                    <a:pt x="550" y="6409"/>
                    <a:pt x="539" y="6469"/>
                    <a:pt x="543" y="6525"/>
                  </a:cubicBezTo>
                  <a:cubicBezTo>
                    <a:pt x="553" y="6595"/>
                    <a:pt x="606" y="6626"/>
                    <a:pt x="693" y="6672"/>
                  </a:cubicBezTo>
                  <a:cubicBezTo>
                    <a:pt x="777" y="6717"/>
                    <a:pt x="890" y="6777"/>
                    <a:pt x="907" y="6917"/>
                  </a:cubicBezTo>
                  <a:cubicBezTo>
                    <a:pt x="925" y="7011"/>
                    <a:pt x="900" y="7109"/>
                    <a:pt x="841" y="7183"/>
                  </a:cubicBezTo>
                  <a:cubicBezTo>
                    <a:pt x="788" y="7242"/>
                    <a:pt x="714" y="7274"/>
                    <a:pt x="637" y="7274"/>
                  </a:cubicBezTo>
                  <a:cubicBezTo>
                    <a:pt x="634" y="7295"/>
                    <a:pt x="634" y="7312"/>
                    <a:pt x="637" y="7330"/>
                  </a:cubicBezTo>
                  <a:cubicBezTo>
                    <a:pt x="644" y="7365"/>
                    <a:pt x="662" y="7393"/>
                    <a:pt x="690" y="7410"/>
                  </a:cubicBezTo>
                  <a:cubicBezTo>
                    <a:pt x="848" y="7491"/>
                    <a:pt x="802" y="7904"/>
                    <a:pt x="746" y="8020"/>
                  </a:cubicBezTo>
                  <a:cubicBezTo>
                    <a:pt x="700" y="8104"/>
                    <a:pt x="592" y="8107"/>
                    <a:pt x="494" y="8111"/>
                  </a:cubicBezTo>
                  <a:cubicBezTo>
                    <a:pt x="459" y="8111"/>
                    <a:pt x="424" y="8114"/>
                    <a:pt x="389" y="8118"/>
                  </a:cubicBezTo>
                  <a:cubicBezTo>
                    <a:pt x="403" y="8209"/>
                    <a:pt x="371" y="8317"/>
                    <a:pt x="347" y="8412"/>
                  </a:cubicBezTo>
                  <a:cubicBezTo>
                    <a:pt x="329" y="8461"/>
                    <a:pt x="319" y="8510"/>
                    <a:pt x="312" y="8562"/>
                  </a:cubicBezTo>
                  <a:cubicBezTo>
                    <a:pt x="312" y="8622"/>
                    <a:pt x="305" y="8933"/>
                    <a:pt x="189" y="8989"/>
                  </a:cubicBezTo>
                  <a:cubicBezTo>
                    <a:pt x="176" y="8998"/>
                    <a:pt x="160" y="9002"/>
                    <a:pt x="145" y="9002"/>
                  </a:cubicBezTo>
                  <a:cubicBezTo>
                    <a:pt x="121" y="9002"/>
                    <a:pt x="96" y="8992"/>
                    <a:pt x="77" y="8975"/>
                  </a:cubicBezTo>
                  <a:lnTo>
                    <a:pt x="70" y="8972"/>
                  </a:lnTo>
                  <a:lnTo>
                    <a:pt x="67" y="8972"/>
                  </a:lnTo>
                  <a:lnTo>
                    <a:pt x="60" y="8968"/>
                  </a:lnTo>
                  <a:lnTo>
                    <a:pt x="56" y="8968"/>
                  </a:lnTo>
                  <a:lnTo>
                    <a:pt x="39" y="8965"/>
                  </a:lnTo>
                  <a:lnTo>
                    <a:pt x="11" y="8965"/>
                  </a:lnTo>
                  <a:cubicBezTo>
                    <a:pt x="0" y="9154"/>
                    <a:pt x="84" y="9336"/>
                    <a:pt x="228" y="9455"/>
                  </a:cubicBezTo>
                  <a:cubicBezTo>
                    <a:pt x="343" y="9549"/>
                    <a:pt x="354" y="9668"/>
                    <a:pt x="361" y="9777"/>
                  </a:cubicBezTo>
                  <a:cubicBezTo>
                    <a:pt x="368" y="9865"/>
                    <a:pt x="371" y="9952"/>
                    <a:pt x="434" y="10033"/>
                  </a:cubicBezTo>
                  <a:cubicBezTo>
                    <a:pt x="494" y="10113"/>
                    <a:pt x="536" y="10201"/>
                    <a:pt x="564" y="10295"/>
                  </a:cubicBezTo>
                  <a:cubicBezTo>
                    <a:pt x="585" y="10379"/>
                    <a:pt x="634" y="10456"/>
                    <a:pt x="697" y="10512"/>
                  </a:cubicBezTo>
                  <a:cubicBezTo>
                    <a:pt x="886" y="10673"/>
                    <a:pt x="914" y="10782"/>
                    <a:pt x="827" y="10999"/>
                  </a:cubicBezTo>
                  <a:cubicBezTo>
                    <a:pt x="809" y="11051"/>
                    <a:pt x="812" y="11055"/>
                    <a:pt x="869" y="11083"/>
                  </a:cubicBezTo>
                  <a:cubicBezTo>
                    <a:pt x="911" y="11104"/>
                    <a:pt x="981" y="11135"/>
                    <a:pt x="988" y="11223"/>
                  </a:cubicBezTo>
                  <a:cubicBezTo>
                    <a:pt x="988" y="11275"/>
                    <a:pt x="984" y="11331"/>
                    <a:pt x="981" y="11384"/>
                  </a:cubicBezTo>
                  <a:cubicBezTo>
                    <a:pt x="970" y="11478"/>
                    <a:pt x="960" y="11601"/>
                    <a:pt x="988" y="11657"/>
                  </a:cubicBezTo>
                  <a:cubicBezTo>
                    <a:pt x="993" y="11666"/>
                    <a:pt x="995" y="11671"/>
                    <a:pt x="1009" y="11671"/>
                  </a:cubicBezTo>
                  <a:cubicBezTo>
                    <a:pt x="1023" y="11671"/>
                    <a:pt x="1047" y="11666"/>
                    <a:pt x="1096" y="11653"/>
                  </a:cubicBezTo>
                  <a:cubicBezTo>
                    <a:pt x="1180" y="11632"/>
                    <a:pt x="1268" y="11618"/>
                    <a:pt x="1355" y="11615"/>
                  </a:cubicBezTo>
                  <a:cubicBezTo>
                    <a:pt x="1359" y="11615"/>
                    <a:pt x="1364" y="11615"/>
                    <a:pt x="1368" y="11615"/>
                  </a:cubicBezTo>
                  <a:cubicBezTo>
                    <a:pt x="1406" y="11615"/>
                    <a:pt x="1443" y="11602"/>
                    <a:pt x="1474" y="11580"/>
                  </a:cubicBezTo>
                  <a:cubicBezTo>
                    <a:pt x="1499" y="11555"/>
                    <a:pt x="1495" y="11503"/>
                    <a:pt x="1495" y="11443"/>
                  </a:cubicBezTo>
                  <a:lnTo>
                    <a:pt x="1495" y="11352"/>
                  </a:lnTo>
                  <a:cubicBezTo>
                    <a:pt x="1492" y="11268"/>
                    <a:pt x="1548" y="11195"/>
                    <a:pt x="1632" y="11177"/>
                  </a:cubicBezTo>
                  <a:cubicBezTo>
                    <a:pt x="1663" y="11167"/>
                    <a:pt x="1663" y="11163"/>
                    <a:pt x="1667" y="11156"/>
                  </a:cubicBezTo>
                  <a:cubicBezTo>
                    <a:pt x="1684" y="11111"/>
                    <a:pt x="1723" y="11072"/>
                    <a:pt x="1768" y="11055"/>
                  </a:cubicBezTo>
                  <a:cubicBezTo>
                    <a:pt x="1819" y="11033"/>
                    <a:pt x="1881" y="11023"/>
                    <a:pt x="1948" y="11023"/>
                  </a:cubicBezTo>
                  <a:cubicBezTo>
                    <a:pt x="2033" y="11023"/>
                    <a:pt x="2125" y="11040"/>
                    <a:pt x="2206" y="11076"/>
                  </a:cubicBezTo>
                  <a:cubicBezTo>
                    <a:pt x="2228" y="11088"/>
                    <a:pt x="2252" y="11094"/>
                    <a:pt x="2276" y="11094"/>
                  </a:cubicBezTo>
                  <a:cubicBezTo>
                    <a:pt x="2294" y="11094"/>
                    <a:pt x="2312" y="11090"/>
                    <a:pt x="2328" y="11083"/>
                  </a:cubicBezTo>
                  <a:cubicBezTo>
                    <a:pt x="2377" y="11058"/>
                    <a:pt x="2416" y="10981"/>
                    <a:pt x="2430" y="10876"/>
                  </a:cubicBezTo>
                  <a:cubicBezTo>
                    <a:pt x="2437" y="10845"/>
                    <a:pt x="2451" y="10764"/>
                    <a:pt x="2517" y="10747"/>
                  </a:cubicBezTo>
                  <a:cubicBezTo>
                    <a:pt x="2525" y="10745"/>
                    <a:pt x="2533" y="10744"/>
                    <a:pt x="2540" y="10744"/>
                  </a:cubicBezTo>
                  <a:cubicBezTo>
                    <a:pt x="2599" y="10744"/>
                    <a:pt x="2645" y="10803"/>
                    <a:pt x="2685" y="10862"/>
                  </a:cubicBezTo>
                  <a:lnTo>
                    <a:pt x="2706" y="10887"/>
                  </a:lnTo>
                  <a:cubicBezTo>
                    <a:pt x="2797" y="10747"/>
                    <a:pt x="2874" y="10600"/>
                    <a:pt x="2931" y="10442"/>
                  </a:cubicBezTo>
                  <a:lnTo>
                    <a:pt x="2931" y="10442"/>
                  </a:lnTo>
                  <a:cubicBezTo>
                    <a:pt x="2910" y="10463"/>
                    <a:pt x="2885" y="10491"/>
                    <a:pt x="2853" y="10526"/>
                  </a:cubicBezTo>
                  <a:cubicBezTo>
                    <a:pt x="2829" y="10551"/>
                    <a:pt x="2780" y="10606"/>
                    <a:pt x="2726" y="10606"/>
                  </a:cubicBezTo>
                  <a:cubicBezTo>
                    <a:pt x="2712" y="10606"/>
                    <a:pt x="2697" y="10602"/>
                    <a:pt x="2682" y="10593"/>
                  </a:cubicBezTo>
                  <a:cubicBezTo>
                    <a:pt x="2556" y="10512"/>
                    <a:pt x="2734" y="10078"/>
                    <a:pt x="2738" y="10075"/>
                  </a:cubicBezTo>
                  <a:cubicBezTo>
                    <a:pt x="2780" y="9977"/>
                    <a:pt x="2794" y="9728"/>
                    <a:pt x="2801" y="9549"/>
                  </a:cubicBezTo>
                  <a:cubicBezTo>
                    <a:pt x="2804" y="9469"/>
                    <a:pt x="2811" y="9392"/>
                    <a:pt x="2822" y="9311"/>
                  </a:cubicBezTo>
                  <a:cubicBezTo>
                    <a:pt x="2843" y="9217"/>
                    <a:pt x="2892" y="8989"/>
                    <a:pt x="3179" y="8930"/>
                  </a:cubicBezTo>
                  <a:cubicBezTo>
                    <a:pt x="3340" y="8898"/>
                    <a:pt x="3540" y="8734"/>
                    <a:pt x="3606" y="8615"/>
                  </a:cubicBezTo>
                  <a:cubicBezTo>
                    <a:pt x="3627" y="8580"/>
                    <a:pt x="3627" y="8562"/>
                    <a:pt x="3624" y="8559"/>
                  </a:cubicBezTo>
                  <a:cubicBezTo>
                    <a:pt x="3582" y="8450"/>
                    <a:pt x="3694" y="8345"/>
                    <a:pt x="3806" y="8244"/>
                  </a:cubicBezTo>
                  <a:cubicBezTo>
                    <a:pt x="3855" y="8198"/>
                    <a:pt x="3942" y="8118"/>
                    <a:pt x="3942" y="8090"/>
                  </a:cubicBezTo>
                  <a:cubicBezTo>
                    <a:pt x="3939" y="8009"/>
                    <a:pt x="3603" y="7662"/>
                    <a:pt x="3456" y="7571"/>
                  </a:cubicBezTo>
                  <a:cubicBezTo>
                    <a:pt x="3410" y="7540"/>
                    <a:pt x="3319" y="7536"/>
                    <a:pt x="3249" y="7533"/>
                  </a:cubicBezTo>
                  <a:cubicBezTo>
                    <a:pt x="3158" y="7526"/>
                    <a:pt x="3088" y="7522"/>
                    <a:pt x="3053" y="7473"/>
                  </a:cubicBezTo>
                  <a:cubicBezTo>
                    <a:pt x="3036" y="7449"/>
                    <a:pt x="3032" y="7421"/>
                    <a:pt x="3039" y="7393"/>
                  </a:cubicBezTo>
                  <a:cubicBezTo>
                    <a:pt x="3050" y="7351"/>
                    <a:pt x="3039" y="7172"/>
                    <a:pt x="2973" y="6808"/>
                  </a:cubicBezTo>
                  <a:cubicBezTo>
                    <a:pt x="2952" y="6686"/>
                    <a:pt x="3022" y="6574"/>
                    <a:pt x="3085" y="6469"/>
                  </a:cubicBezTo>
                  <a:cubicBezTo>
                    <a:pt x="3127" y="6399"/>
                    <a:pt x="3176" y="6322"/>
                    <a:pt x="3176" y="6262"/>
                  </a:cubicBezTo>
                  <a:lnTo>
                    <a:pt x="3176" y="6238"/>
                  </a:lnTo>
                  <a:cubicBezTo>
                    <a:pt x="3176" y="6063"/>
                    <a:pt x="3176" y="5849"/>
                    <a:pt x="3365" y="5779"/>
                  </a:cubicBezTo>
                  <a:cubicBezTo>
                    <a:pt x="3407" y="5765"/>
                    <a:pt x="3414" y="5744"/>
                    <a:pt x="3431" y="5702"/>
                  </a:cubicBezTo>
                  <a:cubicBezTo>
                    <a:pt x="3459" y="5611"/>
                    <a:pt x="3536" y="5541"/>
                    <a:pt x="3631" y="5527"/>
                  </a:cubicBezTo>
                  <a:cubicBezTo>
                    <a:pt x="3697" y="5509"/>
                    <a:pt x="3729" y="5453"/>
                    <a:pt x="3771" y="5362"/>
                  </a:cubicBezTo>
                  <a:cubicBezTo>
                    <a:pt x="3813" y="5271"/>
                    <a:pt x="3869" y="5156"/>
                    <a:pt x="4002" y="5100"/>
                  </a:cubicBezTo>
                  <a:cubicBezTo>
                    <a:pt x="4082" y="5068"/>
                    <a:pt x="4156" y="5023"/>
                    <a:pt x="4226" y="4974"/>
                  </a:cubicBezTo>
                  <a:cubicBezTo>
                    <a:pt x="4317" y="4907"/>
                    <a:pt x="4411" y="4851"/>
                    <a:pt x="4516" y="4802"/>
                  </a:cubicBezTo>
                  <a:cubicBezTo>
                    <a:pt x="4814" y="4655"/>
                    <a:pt x="5259" y="4344"/>
                    <a:pt x="5325" y="4200"/>
                  </a:cubicBezTo>
                  <a:cubicBezTo>
                    <a:pt x="5343" y="4165"/>
                    <a:pt x="5315" y="4120"/>
                    <a:pt x="5269" y="4046"/>
                  </a:cubicBezTo>
                  <a:cubicBezTo>
                    <a:pt x="5206" y="3952"/>
                    <a:pt x="5105" y="3791"/>
                    <a:pt x="5287" y="3651"/>
                  </a:cubicBezTo>
                  <a:cubicBezTo>
                    <a:pt x="5388" y="3574"/>
                    <a:pt x="5392" y="3500"/>
                    <a:pt x="5392" y="3419"/>
                  </a:cubicBezTo>
                  <a:cubicBezTo>
                    <a:pt x="5392" y="3339"/>
                    <a:pt x="5395" y="3244"/>
                    <a:pt x="5514" y="3199"/>
                  </a:cubicBezTo>
                  <a:cubicBezTo>
                    <a:pt x="5644" y="3146"/>
                    <a:pt x="5707" y="3080"/>
                    <a:pt x="5801" y="2978"/>
                  </a:cubicBezTo>
                  <a:lnTo>
                    <a:pt x="5843" y="2929"/>
                  </a:lnTo>
                  <a:cubicBezTo>
                    <a:pt x="5904" y="2864"/>
                    <a:pt x="5974" y="2847"/>
                    <a:pt x="6049" y="2847"/>
                  </a:cubicBezTo>
                  <a:cubicBezTo>
                    <a:pt x="6087" y="2847"/>
                    <a:pt x="6126" y="2851"/>
                    <a:pt x="6165" y="2856"/>
                  </a:cubicBezTo>
                  <a:cubicBezTo>
                    <a:pt x="6213" y="2863"/>
                    <a:pt x="6261" y="2866"/>
                    <a:pt x="6309" y="2866"/>
                  </a:cubicBezTo>
                  <a:cubicBezTo>
                    <a:pt x="6358" y="2866"/>
                    <a:pt x="6407" y="2863"/>
                    <a:pt x="6456" y="2856"/>
                  </a:cubicBezTo>
                  <a:cubicBezTo>
                    <a:pt x="6495" y="2848"/>
                    <a:pt x="6536" y="2845"/>
                    <a:pt x="6577" y="2845"/>
                  </a:cubicBezTo>
                  <a:cubicBezTo>
                    <a:pt x="6612" y="2845"/>
                    <a:pt x="6648" y="2847"/>
                    <a:pt x="6683" y="2852"/>
                  </a:cubicBezTo>
                  <a:lnTo>
                    <a:pt x="6683" y="2849"/>
                  </a:lnTo>
                  <a:lnTo>
                    <a:pt x="6683" y="2838"/>
                  </a:lnTo>
                  <a:cubicBezTo>
                    <a:pt x="6683" y="2831"/>
                    <a:pt x="6680" y="2824"/>
                    <a:pt x="6680" y="2814"/>
                  </a:cubicBezTo>
                  <a:lnTo>
                    <a:pt x="6676" y="2803"/>
                  </a:lnTo>
                  <a:lnTo>
                    <a:pt x="6669" y="2786"/>
                  </a:lnTo>
                  <a:lnTo>
                    <a:pt x="6669" y="2775"/>
                  </a:lnTo>
                  <a:cubicBezTo>
                    <a:pt x="6666" y="2768"/>
                    <a:pt x="6662" y="2761"/>
                    <a:pt x="6662" y="2754"/>
                  </a:cubicBezTo>
                  <a:lnTo>
                    <a:pt x="6662" y="2747"/>
                  </a:lnTo>
                  <a:lnTo>
                    <a:pt x="6655" y="2733"/>
                  </a:lnTo>
                  <a:lnTo>
                    <a:pt x="6655" y="2730"/>
                  </a:lnTo>
                  <a:lnTo>
                    <a:pt x="6648" y="2719"/>
                  </a:lnTo>
                  <a:lnTo>
                    <a:pt x="6648" y="2716"/>
                  </a:lnTo>
                  <a:cubicBezTo>
                    <a:pt x="6648" y="2712"/>
                    <a:pt x="6645" y="2712"/>
                    <a:pt x="6645" y="2709"/>
                  </a:cubicBezTo>
                  <a:cubicBezTo>
                    <a:pt x="6645" y="2709"/>
                    <a:pt x="6634" y="2698"/>
                    <a:pt x="6620" y="2684"/>
                  </a:cubicBezTo>
                  <a:lnTo>
                    <a:pt x="6606" y="2667"/>
                  </a:lnTo>
                  <a:lnTo>
                    <a:pt x="6592" y="2653"/>
                  </a:lnTo>
                  <a:lnTo>
                    <a:pt x="6589" y="2649"/>
                  </a:lnTo>
                  <a:lnTo>
                    <a:pt x="6575" y="2632"/>
                  </a:lnTo>
                  <a:lnTo>
                    <a:pt x="6571" y="2628"/>
                  </a:lnTo>
                  <a:lnTo>
                    <a:pt x="6557" y="2607"/>
                  </a:lnTo>
                  <a:lnTo>
                    <a:pt x="6554" y="2600"/>
                  </a:lnTo>
                  <a:lnTo>
                    <a:pt x="6540" y="2583"/>
                  </a:lnTo>
                  <a:lnTo>
                    <a:pt x="6536" y="2576"/>
                  </a:lnTo>
                  <a:lnTo>
                    <a:pt x="6522" y="2558"/>
                  </a:lnTo>
                  <a:lnTo>
                    <a:pt x="6519" y="2548"/>
                  </a:lnTo>
                  <a:lnTo>
                    <a:pt x="6508" y="2530"/>
                  </a:lnTo>
                  <a:lnTo>
                    <a:pt x="6501" y="2520"/>
                  </a:lnTo>
                  <a:lnTo>
                    <a:pt x="6494" y="2506"/>
                  </a:lnTo>
                  <a:cubicBezTo>
                    <a:pt x="6491" y="2499"/>
                    <a:pt x="6491" y="2495"/>
                    <a:pt x="6491" y="2492"/>
                  </a:cubicBezTo>
                  <a:cubicBezTo>
                    <a:pt x="6487" y="2488"/>
                    <a:pt x="6487" y="2481"/>
                    <a:pt x="6484" y="2478"/>
                  </a:cubicBezTo>
                  <a:cubicBezTo>
                    <a:pt x="6484" y="2474"/>
                    <a:pt x="6480" y="2471"/>
                    <a:pt x="6480" y="2464"/>
                  </a:cubicBezTo>
                  <a:cubicBezTo>
                    <a:pt x="6480" y="2460"/>
                    <a:pt x="6477" y="2457"/>
                    <a:pt x="6477" y="2450"/>
                  </a:cubicBezTo>
                  <a:cubicBezTo>
                    <a:pt x="6477" y="2446"/>
                    <a:pt x="6477" y="2443"/>
                    <a:pt x="6477" y="2436"/>
                  </a:cubicBezTo>
                  <a:lnTo>
                    <a:pt x="6477" y="2425"/>
                  </a:lnTo>
                  <a:cubicBezTo>
                    <a:pt x="6477" y="2422"/>
                    <a:pt x="6477" y="2415"/>
                    <a:pt x="6477" y="2411"/>
                  </a:cubicBezTo>
                  <a:lnTo>
                    <a:pt x="6477" y="2401"/>
                  </a:lnTo>
                  <a:cubicBezTo>
                    <a:pt x="6477" y="2394"/>
                    <a:pt x="6480" y="2383"/>
                    <a:pt x="6484" y="2376"/>
                  </a:cubicBezTo>
                  <a:cubicBezTo>
                    <a:pt x="6500" y="2337"/>
                    <a:pt x="6538" y="2313"/>
                    <a:pt x="6580" y="2313"/>
                  </a:cubicBezTo>
                  <a:cubicBezTo>
                    <a:pt x="6583" y="2313"/>
                    <a:pt x="6586" y="2313"/>
                    <a:pt x="6589" y="2313"/>
                  </a:cubicBezTo>
                  <a:cubicBezTo>
                    <a:pt x="6603" y="2310"/>
                    <a:pt x="6634" y="2264"/>
                    <a:pt x="6645" y="2177"/>
                  </a:cubicBezTo>
                  <a:cubicBezTo>
                    <a:pt x="6655" y="2079"/>
                    <a:pt x="6631" y="1991"/>
                    <a:pt x="6585" y="1970"/>
                  </a:cubicBezTo>
                  <a:cubicBezTo>
                    <a:pt x="6470" y="1911"/>
                    <a:pt x="6473" y="1767"/>
                    <a:pt x="6477" y="1648"/>
                  </a:cubicBezTo>
                  <a:cubicBezTo>
                    <a:pt x="6477" y="1589"/>
                    <a:pt x="6480" y="1512"/>
                    <a:pt x="6463" y="1484"/>
                  </a:cubicBezTo>
                  <a:cubicBezTo>
                    <a:pt x="6459" y="1480"/>
                    <a:pt x="6456" y="1477"/>
                    <a:pt x="6452" y="1473"/>
                  </a:cubicBezTo>
                  <a:cubicBezTo>
                    <a:pt x="6305" y="1385"/>
                    <a:pt x="6344" y="1175"/>
                    <a:pt x="6379" y="990"/>
                  </a:cubicBezTo>
                  <a:cubicBezTo>
                    <a:pt x="6386" y="955"/>
                    <a:pt x="6389" y="920"/>
                    <a:pt x="6396" y="888"/>
                  </a:cubicBezTo>
                  <a:cubicBezTo>
                    <a:pt x="6407" y="797"/>
                    <a:pt x="6057" y="654"/>
                    <a:pt x="5868" y="580"/>
                  </a:cubicBezTo>
                  <a:cubicBezTo>
                    <a:pt x="5791" y="549"/>
                    <a:pt x="5717" y="517"/>
                    <a:pt x="5654" y="493"/>
                  </a:cubicBezTo>
                  <a:cubicBezTo>
                    <a:pt x="5612" y="475"/>
                    <a:pt x="5574" y="454"/>
                    <a:pt x="5535" y="430"/>
                  </a:cubicBezTo>
                  <a:cubicBezTo>
                    <a:pt x="5437" y="367"/>
                    <a:pt x="5343" y="297"/>
                    <a:pt x="5259" y="216"/>
                  </a:cubicBezTo>
                  <a:cubicBezTo>
                    <a:pt x="5189" y="157"/>
                    <a:pt x="5119" y="101"/>
                    <a:pt x="5042" y="52"/>
                  </a:cubicBezTo>
                  <a:lnTo>
                    <a:pt x="5038" y="52"/>
                  </a:lnTo>
                  <a:cubicBezTo>
                    <a:pt x="5024" y="41"/>
                    <a:pt x="5010" y="31"/>
                    <a:pt x="4996" y="20"/>
                  </a:cubicBezTo>
                  <a:cubicBezTo>
                    <a:pt x="4967" y="6"/>
                    <a:pt x="4945" y="0"/>
                    <a:pt x="4929" y="0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30" name="Google Shape;6688;p80">
              <a:extLst>
                <a:ext uri="{FF2B5EF4-FFF2-40B4-BE49-F238E27FC236}">
                  <a16:creationId xmlns:a16="http://schemas.microsoft.com/office/drawing/2014/main" id="{32895443-A3D9-C283-646A-E0AC5342A55E}"/>
                </a:ext>
              </a:extLst>
            </p:cNvPr>
            <p:cNvSpPr/>
            <p:nvPr/>
          </p:nvSpPr>
          <p:spPr>
            <a:xfrm>
              <a:off x="2223833" y="1459339"/>
              <a:ext cx="14" cy="14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0" y="0"/>
                  </a:move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31" name="Google Shape;6689;p80">
              <a:extLst>
                <a:ext uri="{FF2B5EF4-FFF2-40B4-BE49-F238E27FC236}">
                  <a16:creationId xmlns:a16="http://schemas.microsoft.com/office/drawing/2014/main" id="{5ABD5FE9-E77C-5C6B-78CC-3396A3D468D7}"/>
                </a:ext>
              </a:extLst>
            </p:cNvPr>
            <p:cNvSpPr/>
            <p:nvPr/>
          </p:nvSpPr>
          <p:spPr>
            <a:xfrm>
              <a:off x="2221022" y="1454248"/>
              <a:ext cx="109" cy="204"/>
            </a:xfrm>
            <a:custGeom>
              <a:avLst/>
              <a:gdLst/>
              <a:ahLst/>
              <a:cxnLst/>
              <a:rect l="l" t="t" r="r" b="b"/>
              <a:pathLst>
                <a:path w="8" h="15" extrusionOk="0">
                  <a:moveTo>
                    <a:pt x="1" y="1"/>
                  </a:moveTo>
                  <a:cubicBezTo>
                    <a:pt x="1" y="4"/>
                    <a:pt x="4" y="11"/>
                    <a:pt x="8" y="15"/>
                  </a:cubicBezTo>
                  <a:cubicBezTo>
                    <a:pt x="4" y="11"/>
                    <a:pt x="4" y="4"/>
                    <a:pt x="1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32" name="Google Shape;6690;p80">
              <a:extLst>
                <a:ext uri="{FF2B5EF4-FFF2-40B4-BE49-F238E27FC236}">
                  <a16:creationId xmlns:a16="http://schemas.microsoft.com/office/drawing/2014/main" id="{A4DC516A-3659-9BAE-770B-7678FCF4D8F3}"/>
                </a:ext>
              </a:extLst>
            </p:cNvPr>
            <p:cNvSpPr/>
            <p:nvPr/>
          </p:nvSpPr>
          <p:spPr>
            <a:xfrm>
              <a:off x="2221782" y="1455673"/>
              <a:ext cx="204" cy="258"/>
            </a:xfrm>
            <a:custGeom>
              <a:avLst/>
              <a:gdLst/>
              <a:ahLst/>
              <a:cxnLst/>
              <a:rect l="l" t="t" r="r" b="b"/>
              <a:pathLst>
                <a:path w="15" h="19" extrusionOk="0">
                  <a:moveTo>
                    <a:pt x="1" y="1"/>
                  </a:moveTo>
                  <a:lnTo>
                    <a:pt x="15" y="18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33" name="Google Shape;6691;p80">
              <a:extLst>
                <a:ext uri="{FF2B5EF4-FFF2-40B4-BE49-F238E27FC236}">
                  <a16:creationId xmlns:a16="http://schemas.microsoft.com/office/drawing/2014/main" id="{5B4CE545-95E4-2A50-6B61-6D253E33F3C9}"/>
                </a:ext>
              </a:extLst>
            </p:cNvPr>
            <p:cNvSpPr/>
            <p:nvPr/>
          </p:nvSpPr>
          <p:spPr>
            <a:xfrm>
              <a:off x="2221552" y="1455347"/>
              <a:ext cx="204" cy="244"/>
            </a:xfrm>
            <a:custGeom>
              <a:avLst/>
              <a:gdLst/>
              <a:ahLst/>
              <a:cxnLst/>
              <a:rect l="l" t="t" r="r" b="b"/>
              <a:pathLst>
                <a:path w="15" h="18" extrusionOk="0">
                  <a:moveTo>
                    <a:pt x="0" y="0"/>
                  </a:moveTo>
                  <a:lnTo>
                    <a:pt x="14" y="18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34" name="Google Shape;6692;p80">
              <a:extLst>
                <a:ext uri="{FF2B5EF4-FFF2-40B4-BE49-F238E27FC236}">
                  <a16:creationId xmlns:a16="http://schemas.microsoft.com/office/drawing/2014/main" id="{727B81A4-373A-E2FD-59AA-ACFE759A33C0}"/>
                </a:ext>
              </a:extLst>
            </p:cNvPr>
            <p:cNvSpPr/>
            <p:nvPr/>
          </p:nvSpPr>
          <p:spPr>
            <a:xfrm>
              <a:off x="2221171" y="1454587"/>
              <a:ext cx="109" cy="244"/>
            </a:xfrm>
            <a:custGeom>
              <a:avLst/>
              <a:gdLst/>
              <a:ahLst/>
              <a:cxnLst/>
              <a:rect l="l" t="t" r="r" b="b"/>
              <a:pathLst>
                <a:path w="8" h="18" extrusionOk="0">
                  <a:moveTo>
                    <a:pt x="0" y="0"/>
                  </a:moveTo>
                  <a:cubicBezTo>
                    <a:pt x="4" y="7"/>
                    <a:pt x="7" y="14"/>
                    <a:pt x="7" y="18"/>
                  </a:cubicBezTo>
                  <a:cubicBezTo>
                    <a:pt x="7" y="11"/>
                    <a:pt x="4" y="7"/>
                    <a:pt x="0" y="0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35" name="Google Shape;6693;p80">
              <a:extLst>
                <a:ext uri="{FF2B5EF4-FFF2-40B4-BE49-F238E27FC236}">
                  <a16:creationId xmlns:a16="http://schemas.microsoft.com/office/drawing/2014/main" id="{21651196-EBB2-799C-63F8-153A2DB4E816}"/>
                </a:ext>
              </a:extLst>
            </p:cNvPr>
            <p:cNvSpPr/>
            <p:nvPr/>
          </p:nvSpPr>
          <p:spPr>
            <a:xfrm>
              <a:off x="2223737" y="1458864"/>
              <a:ext cx="109" cy="339"/>
            </a:xfrm>
            <a:custGeom>
              <a:avLst/>
              <a:gdLst/>
              <a:ahLst/>
              <a:cxnLst/>
              <a:rect l="l" t="t" r="r" b="b"/>
              <a:pathLst>
                <a:path w="8" h="25" extrusionOk="0">
                  <a:moveTo>
                    <a:pt x="0" y="0"/>
                  </a:moveTo>
                  <a:cubicBezTo>
                    <a:pt x="0" y="7"/>
                    <a:pt x="4" y="14"/>
                    <a:pt x="7" y="25"/>
                  </a:cubicBezTo>
                  <a:cubicBezTo>
                    <a:pt x="4" y="14"/>
                    <a:pt x="4" y="7"/>
                    <a:pt x="0" y="0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36" name="Google Shape;6694;p80">
              <a:extLst>
                <a:ext uri="{FF2B5EF4-FFF2-40B4-BE49-F238E27FC236}">
                  <a16:creationId xmlns:a16="http://schemas.microsoft.com/office/drawing/2014/main" id="{E19DA257-4E1E-C8CF-3168-BE7807CE8BF2}"/>
                </a:ext>
              </a:extLst>
            </p:cNvPr>
            <p:cNvSpPr/>
            <p:nvPr/>
          </p:nvSpPr>
          <p:spPr>
            <a:xfrm>
              <a:off x="2221361" y="1454967"/>
              <a:ext cx="149" cy="244"/>
            </a:xfrm>
            <a:custGeom>
              <a:avLst/>
              <a:gdLst/>
              <a:ahLst/>
              <a:cxnLst/>
              <a:rect l="l" t="t" r="r" b="b"/>
              <a:pathLst>
                <a:path w="11" h="18" extrusionOk="0">
                  <a:moveTo>
                    <a:pt x="0" y="0"/>
                  </a:moveTo>
                  <a:lnTo>
                    <a:pt x="11" y="18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37" name="Google Shape;6695;p80">
              <a:extLst>
                <a:ext uri="{FF2B5EF4-FFF2-40B4-BE49-F238E27FC236}">
                  <a16:creationId xmlns:a16="http://schemas.microsoft.com/office/drawing/2014/main" id="{40A816B5-30E7-471B-60CD-79522992923A}"/>
                </a:ext>
              </a:extLst>
            </p:cNvPr>
            <p:cNvSpPr/>
            <p:nvPr/>
          </p:nvSpPr>
          <p:spPr>
            <a:xfrm>
              <a:off x="2223642" y="1458429"/>
              <a:ext cx="109" cy="258"/>
            </a:xfrm>
            <a:custGeom>
              <a:avLst/>
              <a:gdLst/>
              <a:ahLst/>
              <a:cxnLst/>
              <a:rect l="l" t="t" r="r" b="b"/>
              <a:pathLst>
                <a:path w="8" h="19" extrusionOk="0">
                  <a:moveTo>
                    <a:pt x="0" y="1"/>
                  </a:moveTo>
                  <a:lnTo>
                    <a:pt x="7" y="18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38" name="Google Shape;6696;p80">
              <a:extLst>
                <a:ext uri="{FF2B5EF4-FFF2-40B4-BE49-F238E27FC236}">
                  <a16:creationId xmlns:a16="http://schemas.microsoft.com/office/drawing/2014/main" id="{30011680-33F0-A1A3-7A21-0D35AC97509A}"/>
                </a:ext>
              </a:extLst>
            </p:cNvPr>
            <p:cNvSpPr/>
            <p:nvPr/>
          </p:nvSpPr>
          <p:spPr>
            <a:xfrm>
              <a:off x="2222692" y="1456868"/>
              <a:ext cx="204" cy="204"/>
            </a:xfrm>
            <a:custGeom>
              <a:avLst/>
              <a:gdLst/>
              <a:ahLst/>
              <a:cxnLst/>
              <a:rect l="l" t="t" r="r" b="b"/>
              <a:pathLst>
                <a:path w="15" h="15" extrusionOk="0">
                  <a:moveTo>
                    <a:pt x="0" y="0"/>
                  </a:moveTo>
                  <a:lnTo>
                    <a:pt x="14" y="14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39" name="Google Shape;6697;p80">
              <a:extLst>
                <a:ext uri="{FF2B5EF4-FFF2-40B4-BE49-F238E27FC236}">
                  <a16:creationId xmlns:a16="http://schemas.microsoft.com/office/drawing/2014/main" id="{CE0AEE81-A928-CAD9-72EF-15FB4AA7A035}"/>
                </a:ext>
              </a:extLst>
            </p:cNvPr>
            <p:cNvSpPr/>
            <p:nvPr/>
          </p:nvSpPr>
          <p:spPr>
            <a:xfrm>
              <a:off x="2222502" y="1456583"/>
              <a:ext cx="204" cy="244"/>
            </a:xfrm>
            <a:custGeom>
              <a:avLst/>
              <a:gdLst/>
              <a:ahLst/>
              <a:cxnLst/>
              <a:rect l="l" t="t" r="r" b="b"/>
              <a:pathLst>
                <a:path w="15" h="18" extrusionOk="0">
                  <a:moveTo>
                    <a:pt x="0" y="0"/>
                  </a:moveTo>
                  <a:lnTo>
                    <a:pt x="14" y="18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40" name="Google Shape;6698;p80">
              <a:extLst>
                <a:ext uri="{FF2B5EF4-FFF2-40B4-BE49-F238E27FC236}">
                  <a16:creationId xmlns:a16="http://schemas.microsoft.com/office/drawing/2014/main" id="{6C9694F3-19BD-C777-DC79-D469037DB9DE}"/>
                </a:ext>
              </a:extLst>
            </p:cNvPr>
            <p:cNvSpPr/>
            <p:nvPr/>
          </p:nvSpPr>
          <p:spPr>
            <a:xfrm>
              <a:off x="2223547" y="1458008"/>
              <a:ext cx="109" cy="299"/>
            </a:xfrm>
            <a:custGeom>
              <a:avLst/>
              <a:gdLst/>
              <a:ahLst/>
              <a:cxnLst/>
              <a:rect l="l" t="t" r="r" b="b"/>
              <a:pathLst>
                <a:path w="8" h="22" extrusionOk="0">
                  <a:moveTo>
                    <a:pt x="0" y="0"/>
                  </a:moveTo>
                  <a:cubicBezTo>
                    <a:pt x="0" y="7"/>
                    <a:pt x="4" y="14"/>
                    <a:pt x="7" y="21"/>
                  </a:cubicBezTo>
                  <a:cubicBezTo>
                    <a:pt x="4" y="14"/>
                    <a:pt x="0" y="7"/>
                    <a:pt x="0" y="0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41" name="Google Shape;6699;p80">
              <a:extLst>
                <a:ext uri="{FF2B5EF4-FFF2-40B4-BE49-F238E27FC236}">
                  <a16:creationId xmlns:a16="http://schemas.microsoft.com/office/drawing/2014/main" id="{1D138A79-5188-8426-41C9-D3A190F7ABE7}"/>
                </a:ext>
              </a:extLst>
            </p:cNvPr>
            <p:cNvSpPr/>
            <p:nvPr/>
          </p:nvSpPr>
          <p:spPr>
            <a:xfrm>
              <a:off x="2223303" y="1457574"/>
              <a:ext cx="68" cy="109"/>
            </a:xfrm>
            <a:custGeom>
              <a:avLst/>
              <a:gdLst/>
              <a:ahLst/>
              <a:cxnLst/>
              <a:rect l="l" t="t" r="r" b="b"/>
              <a:pathLst>
                <a:path w="5" h="8" extrusionOk="0">
                  <a:moveTo>
                    <a:pt x="1" y="1"/>
                  </a:moveTo>
                  <a:lnTo>
                    <a:pt x="4" y="8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42" name="Google Shape;6700;p80">
              <a:extLst>
                <a:ext uri="{FF2B5EF4-FFF2-40B4-BE49-F238E27FC236}">
                  <a16:creationId xmlns:a16="http://schemas.microsoft.com/office/drawing/2014/main" id="{D7D77EAB-7B3A-B0B9-5F4B-0D8E0B637F13}"/>
                </a:ext>
              </a:extLst>
            </p:cNvPr>
            <p:cNvSpPr/>
            <p:nvPr/>
          </p:nvSpPr>
          <p:spPr>
            <a:xfrm>
              <a:off x="2222258" y="1456338"/>
              <a:ext cx="204" cy="258"/>
            </a:xfrm>
            <a:custGeom>
              <a:avLst/>
              <a:gdLst/>
              <a:ahLst/>
              <a:cxnLst/>
              <a:rect l="l" t="t" r="r" b="b"/>
              <a:pathLst>
                <a:path w="15" h="19" extrusionOk="0">
                  <a:moveTo>
                    <a:pt x="1" y="1"/>
                  </a:moveTo>
                  <a:lnTo>
                    <a:pt x="15" y="18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43" name="Google Shape;6701;p80">
              <a:extLst>
                <a:ext uri="{FF2B5EF4-FFF2-40B4-BE49-F238E27FC236}">
                  <a16:creationId xmlns:a16="http://schemas.microsoft.com/office/drawing/2014/main" id="{48C05F9D-ED31-5212-B3DF-6CC388AC69C7}"/>
                </a:ext>
              </a:extLst>
            </p:cNvPr>
            <p:cNvSpPr/>
            <p:nvPr/>
          </p:nvSpPr>
          <p:spPr>
            <a:xfrm>
              <a:off x="2220927" y="1453922"/>
              <a:ext cx="68" cy="204"/>
            </a:xfrm>
            <a:custGeom>
              <a:avLst/>
              <a:gdLst/>
              <a:ahLst/>
              <a:cxnLst/>
              <a:rect l="l" t="t" r="r" b="b"/>
              <a:pathLst>
                <a:path w="5" h="15" extrusionOk="0">
                  <a:moveTo>
                    <a:pt x="1" y="0"/>
                  </a:moveTo>
                  <a:cubicBezTo>
                    <a:pt x="1" y="4"/>
                    <a:pt x="4" y="7"/>
                    <a:pt x="4" y="14"/>
                  </a:cubicBezTo>
                  <a:cubicBezTo>
                    <a:pt x="4" y="7"/>
                    <a:pt x="1" y="0"/>
                    <a:pt x="1" y="0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44" name="Google Shape;6702;p80">
              <a:extLst>
                <a:ext uri="{FF2B5EF4-FFF2-40B4-BE49-F238E27FC236}">
                  <a16:creationId xmlns:a16="http://schemas.microsoft.com/office/drawing/2014/main" id="{F52E49A6-0589-E095-588A-09BE0502BDE6}"/>
                </a:ext>
              </a:extLst>
            </p:cNvPr>
            <p:cNvSpPr/>
            <p:nvPr/>
          </p:nvSpPr>
          <p:spPr>
            <a:xfrm>
              <a:off x="2223398" y="1457764"/>
              <a:ext cx="109" cy="163"/>
            </a:xfrm>
            <a:custGeom>
              <a:avLst/>
              <a:gdLst/>
              <a:ahLst/>
              <a:cxnLst/>
              <a:rect l="l" t="t" r="r" b="b"/>
              <a:pathLst>
                <a:path w="8" h="12" extrusionOk="0">
                  <a:moveTo>
                    <a:pt x="1" y="1"/>
                  </a:moveTo>
                  <a:lnTo>
                    <a:pt x="8" y="11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45" name="Google Shape;6703;p80">
              <a:extLst>
                <a:ext uri="{FF2B5EF4-FFF2-40B4-BE49-F238E27FC236}">
                  <a16:creationId xmlns:a16="http://schemas.microsoft.com/office/drawing/2014/main" id="{34FB06E9-45CD-249C-39F8-5E45E4320D21}"/>
                </a:ext>
              </a:extLst>
            </p:cNvPr>
            <p:cNvSpPr/>
            <p:nvPr/>
          </p:nvSpPr>
          <p:spPr>
            <a:xfrm>
              <a:off x="2222882" y="1457058"/>
              <a:ext cx="339" cy="339"/>
            </a:xfrm>
            <a:custGeom>
              <a:avLst/>
              <a:gdLst/>
              <a:ahLst/>
              <a:cxnLst/>
              <a:rect l="l" t="t" r="r" b="b"/>
              <a:pathLst>
                <a:path w="25" h="25" extrusionOk="0">
                  <a:moveTo>
                    <a:pt x="0" y="0"/>
                  </a:moveTo>
                  <a:cubicBezTo>
                    <a:pt x="14" y="14"/>
                    <a:pt x="21" y="25"/>
                    <a:pt x="25" y="25"/>
                  </a:cubicBezTo>
                  <a:cubicBezTo>
                    <a:pt x="25" y="25"/>
                    <a:pt x="14" y="14"/>
                    <a:pt x="0" y="0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46" name="Google Shape;6704;p80">
              <a:extLst>
                <a:ext uri="{FF2B5EF4-FFF2-40B4-BE49-F238E27FC236}">
                  <a16:creationId xmlns:a16="http://schemas.microsoft.com/office/drawing/2014/main" id="{DA7DC125-D3B1-E41D-981D-F8A2FA0D6EA9}"/>
                </a:ext>
              </a:extLst>
            </p:cNvPr>
            <p:cNvSpPr/>
            <p:nvPr/>
          </p:nvSpPr>
          <p:spPr>
            <a:xfrm>
              <a:off x="2220886" y="1453202"/>
              <a:ext cx="14" cy="109"/>
            </a:xfrm>
            <a:custGeom>
              <a:avLst/>
              <a:gdLst/>
              <a:ahLst/>
              <a:cxnLst/>
              <a:rect l="l" t="t" r="r" b="b"/>
              <a:pathLst>
                <a:path w="1" h="8" extrusionOk="0">
                  <a:moveTo>
                    <a:pt x="0" y="1"/>
                  </a:moveTo>
                  <a:lnTo>
                    <a:pt x="0" y="8"/>
                  </a:lnTo>
                  <a:cubicBezTo>
                    <a:pt x="0" y="8"/>
                    <a:pt x="0" y="4"/>
                    <a:pt x="0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47" name="Google Shape;6705;p80">
              <a:extLst>
                <a:ext uri="{FF2B5EF4-FFF2-40B4-BE49-F238E27FC236}">
                  <a16:creationId xmlns:a16="http://schemas.microsoft.com/office/drawing/2014/main" id="{E68405D5-2E2F-6CFC-3A45-48F050558372}"/>
                </a:ext>
              </a:extLst>
            </p:cNvPr>
            <p:cNvSpPr/>
            <p:nvPr/>
          </p:nvSpPr>
          <p:spPr>
            <a:xfrm>
              <a:off x="2222027" y="1456013"/>
              <a:ext cx="204" cy="244"/>
            </a:xfrm>
            <a:custGeom>
              <a:avLst/>
              <a:gdLst/>
              <a:ahLst/>
              <a:cxnLst/>
              <a:rect l="l" t="t" r="r" b="b"/>
              <a:pathLst>
                <a:path w="15" h="18" extrusionOk="0">
                  <a:moveTo>
                    <a:pt x="0" y="0"/>
                  </a:moveTo>
                  <a:lnTo>
                    <a:pt x="14" y="18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48" name="Google Shape;6706;p80">
              <a:extLst>
                <a:ext uri="{FF2B5EF4-FFF2-40B4-BE49-F238E27FC236}">
                  <a16:creationId xmlns:a16="http://schemas.microsoft.com/office/drawing/2014/main" id="{171D2725-FF80-EF8F-2344-14A70FBEAC3B}"/>
                </a:ext>
              </a:extLst>
            </p:cNvPr>
            <p:cNvSpPr/>
            <p:nvPr/>
          </p:nvSpPr>
          <p:spPr>
            <a:xfrm>
              <a:off x="2220886" y="1453541"/>
              <a:ext cx="14" cy="149"/>
            </a:xfrm>
            <a:custGeom>
              <a:avLst/>
              <a:gdLst/>
              <a:ahLst/>
              <a:cxnLst/>
              <a:rect l="l" t="t" r="r" b="b"/>
              <a:pathLst>
                <a:path w="1" h="11" extrusionOk="0">
                  <a:moveTo>
                    <a:pt x="0" y="11"/>
                  </a:moveTo>
                  <a:lnTo>
                    <a:pt x="0" y="0"/>
                  </a:lnTo>
                  <a:cubicBezTo>
                    <a:pt x="0" y="4"/>
                    <a:pt x="0" y="7"/>
                    <a:pt x="0" y="1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49" name="Google Shape;6707;p80">
              <a:extLst>
                <a:ext uri="{FF2B5EF4-FFF2-40B4-BE49-F238E27FC236}">
                  <a16:creationId xmlns:a16="http://schemas.microsoft.com/office/drawing/2014/main" id="{4C4665B7-14AE-BEEC-EEC2-C634E3883E94}"/>
                </a:ext>
              </a:extLst>
            </p:cNvPr>
            <p:cNvSpPr/>
            <p:nvPr/>
          </p:nvSpPr>
          <p:spPr>
            <a:xfrm>
              <a:off x="2201498" y="1421268"/>
              <a:ext cx="6667" cy="5146"/>
            </a:xfrm>
            <a:custGeom>
              <a:avLst/>
              <a:gdLst/>
              <a:ahLst/>
              <a:cxnLst/>
              <a:rect l="l" t="t" r="r" b="b"/>
              <a:pathLst>
                <a:path w="491" h="379" extrusionOk="0">
                  <a:moveTo>
                    <a:pt x="0" y="0"/>
                  </a:moveTo>
                  <a:lnTo>
                    <a:pt x="0" y="0"/>
                  </a:lnTo>
                  <a:cubicBezTo>
                    <a:pt x="74" y="49"/>
                    <a:pt x="144" y="105"/>
                    <a:pt x="210" y="165"/>
                  </a:cubicBezTo>
                  <a:cubicBezTo>
                    <a:pt x="298" y="245"/>
                    <a:pt x="389" y="315"/>
                    <a:pt x="490" y="378"/>
                  </a:cubicBezTo>
                  <a:cubicBezTo>
                    <a:pt x="392" y="315"/>
                    <a:pt x="298" y="245"/>
                    <a:pt x="214" y="165"/>
                  </a:cubicBezTo>
                  <a:cubicBezTo>
                    <a:pt x="154" y="112"/>
                    <a:pt x="91" y="63"/>
                    <a:pt x="28" y="18"/>
                  </a:cubicBezTo>
                  <a:lnTo>
                    <a:pt x="0" y="0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50" name="Google Shape;6708;p80">
              <a:extLst>
                <a:ext uri="{FF2B5EF4-FFF2-40B4-BE49-F238E27FC236}">
                  <a16:creationId xmlns:a16="http://schemas.microsoft.com/office/drawing/2014/main" id="{4F56D499-7019-8FB8-B476-001DF9E7A0A6}"/>
                </a:ext>
              </a:extLst>
            </p:cNvPr>
            <p:cNvSpPr/>
            <p:nvPr/>
          </p:nvSpPr>
          <p:spPr>
            <a:xfrm>
              <a:off x="2212618" y="1541442"/>
              <a:ext cx="2580" cy="489"/>
            </a:xfrm>
            <a:custGeom>
              <a:avLst/>
              <a:gdLst/>
              <a:ahLst/>
              <a:cxnLst/>
              <a:rect l="l" t="t" r="r" b="b"/>
              <a:pathLst>
                <a:path w="190" h="36" extrusionOk="0">
                  <a:moveTo>
                    <a:pt x="139" y="0"/>
                  </a:moveTo>
                  <a:cubicBezTo>
                    <a:pt x="92" y="0"/>
                    <a:pt x="46" y="7"/>
                    <a:pt x="0" y="17"/>
                  </a:cubicBezTo>
                  <a:cubicBezTo>
                    <a:pt x="30" y="30"/>
                    <a:pt x="62" y="36"/>
                    <a:pt x="93" y="36"/>
                  </a:cubicBezTo>
                  <a:cubicBezTo>
                    <a:pt x="102" y="36"/>
                    <a:pt x="111" y="35"/>
                    <a:pt x="119" y="34"/>
                  </a:cubicBezTo>
                  <a:cubicBezTo>
                    <a:pt x="144" y="27"/>
                    <a:pt x="168" y="17"/>
                    <a:pt x="189" y="3"/>
                  </a:cubicBezTo>
                  <a:cubicBezTo>
                    <a:pt x="172" y="1"/>
                    <a:pt x="155" y="0"/>
                    <a:pt x="139" y="0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51" name="Google Shape;6709;p80">
              <a:extLst>
                <a:ext uri="{FF2B5EF4-FFF2-40B4-BE49-F238E27FC236}">
                  <a16:creationId xmlns:a16="http://schemas.microsoft.com/office/drawing/2014/main" id="{2D903149-3BFF-2070-179B-C68303C7FE1F}"/>
                </a:ext>
              </a:extLst>
            </p:cNvPr>
            <p:cNvSpPr/>
            <p:nvPr/>
          </p:nvSpPr>
          <p:spPr>
            <a:xfrm>
              <a:off x="2219746" y="1534599"/>
              <a:ext cx="33333" cy="20244"/>
            </a:xfrm>
            <a:custGeom>
              <a:avLst/>
              <a:gdLst/>
              <a:ahLst/>
              <a:cxnLst/>
              <a:rect l="l" t="t" r="r" b="b"/>
              <a:pathLst>
                <a:path w="2455" h="1491" extrusionOk="0">
                  <a:moveTo>
                    <a:pt x="1429" y="1"/>
                  </a:moveTo>
                  <a:cubicBezTo>
                    <a:pt x="1394" y="1"/>
                    <a:pt x="1361" y="3"/>
                    <a:pt x="1331" y="10"/>
                  </a:cubicBezTo>
                  <a:cubicBezTo>
                    <a:pt x="1236" y="27"/>
                    <a:pt x="1114" y="38"/>
                    <a:pt x="988" y="52"/>
                  </a:cubicBezTo>
                  <a:cubicBezTo>
                    <a:pt x="750" y="76"/>
                    <a:pt x="424" y="108"/>
                    <a:pt x="347" y="192"/>
                  </a:cubicBezTo>
                  <a:cubicBezTo>
                    <a:pt x="277" y="255"/>
                    <a:pt x="200" y="304"/>
                    <a:pt x="116" y="339"/>
                  </a:cubicBezTo>
                  <a:cubicBezTo>
                    <a:pt x="74" y="356"/>
                    <a:pt x="35" y="377"/>
                    <a:pt x="0" y="402"/>
                  </a:cubicBezTo>
                  <a:lnTo>
                    <a:pt x="7" y="412"/>
                  </a:lnTo>
                  <a:cubicBezTo>
                    <a:pt x="84" y="465"/>
                    <a:pt x="119" y="552"/>
                    <a:pt x="102" y="643"/>
                  </a:cubicBezTo>
                  <a:cubicBezTo>
                    <a:pt x="91" y="689"/>
                    <a:pt x="102" y="734"/>
                    <a:pt x="133" y="769"/>
                  </a:cubicBezTo>
                  <a:cubicBezTo>
                    <a:pt x="223" y="895"/>
                    <a:pt x="263" y="938"/>
                    <a:pt x="331" y="938"/>
                  </a:cubicBezTo>
                  <a:cubicBezTo>
                    <a:pt x="348" y="938"/>
                    <a:pt x="367" y="935"/>
                    <a:pt x="389" y="930"/>
                  </a:cubicBezTo>
                  <a:cubicBezTo>
                    <a:pt x="414" y="926"/>
                    <a:pt x="438" y="923"/>
                    <a:pt x="462" y="923"/>
                  </a:cubicBezTo>
                  <a:cubicBezTo>
                    <a:pt x="542" y="923"/>
                    <a:pt x="611" y="951"/>
                    <a:pt x="641" y="1007"/>
                  </a:cubicBezTo>
                  <a:cubicBezTo>
                    <a:pt x="662" y="1049"/>
                    <a:pt x="662" y="1102"/>
                    <a:pt x="641" y="1144"/>
                  </a:cubicBezTo>
                  <a:lnTo>
                    <a:pt x="711" y="1140"/>
                  </a:lnTo>
                  <a:lnTo>
                    <a:pt x="722" y="1140"/>
                  </a:lnTo>
                  <a:lnTo>
                    <a:pt x="774" y="1137"/>
                  </a:lnTo>
                  <a:lnTo>
                    <a:pt x="1096" y="1137"/>
                  </a:lnTo>
                  <a:lnTo>
                    <a:pt x="1107" y="1140"/>
                  </a:lnTo>
                  <a:lnTo>
                    <a:pt x="1110" y="1140"/>
                  </a:lnTo>
                  <a:lnTo>
                    <a:pt x="1117" y="1144"/>
                  </a:lnTo>
                  <a:lnTo>
                    <a:pt x="1121" y="1144"/>
                  </a:lnTo>
                  <a:lnTo>
                    <a:pt x="1128" y="1147"/>
                  </a:lnTo>
                  <a:lnTo>
                    <a:pt x="1131" y="1151"/>
                  </a:lnTo>
                  <a:lnTo>
                    <a:pt x="1156" y="1172"/>
                  </a:lnTo>
                  <a:cubicBezTo>
                    <a:pt x="1506" y="1442"/>
                    <a:pt x="1600" y="1466"/>
                    <a:pt x="1625" y="1466"/>
                  </a:cubicBezTo>
                  <a:lnTo>
                    <a:pt x="1898" y="1466"/>
                  </a:lnTo>
                  <a:lnTo>
                    <a:pt x="1933" y="1470"/>
                  </a:lnTo>
                  <a:lnTo>
                    <a:pt x="1950" y="1470"/>
                  </a:lnTo>
                  <a:lnTo>
                    <a:pt x="1992" y="1477"/>
                  </a:lnTo>
                  <a:lnTo>
                    <a:pt x="2013" y="1477"/>
                  </a:lnTo>
                  <a:lnTo>
                    <a:pt x="2059" y="1484"/>
                  </a:lnTo>
                  <a:lnTo>
                    <a:pt x="2083" y="1484"/>
                  </a:lnTo>
                  <a:cubicBezTo>
                    <a:pt x="2083" y="1484"/>
                    <a:pt x="2094" y="1491"/>
                    <a:pt x="2094" y="1491"/>
                  </a:cubicBezTo>
                  <a:cubicBezTo>
                    <a:pt x="2094" y="1466"/>
                    <a:pt x="2101" y="1445"/>
                    <a:pt x="2108" y="1428"/>
                  </a:cubicBezTo>
                  <a:lnTo>
                    <a:pt x="2108" y="1424"/>
                  </a:lnTo>
                  <a:cubicBezTo>
                    <a:pt x="2111" y="1414"/>
                    <a:pt x="2118" y="1407"/>
                    <a:pt x="2125" y="1400"/>
                  </a:cubicBezTo>
                  <a:lnTo>
                    <a:pt x="2125" y="1393"/>
                  </a:lnTo>
                  <a:cubicBezTo>
                    <a:pt x="2132" y="1386"/>
                    <a:pt x="2139" y="1379"/>
                    <a:pt x="2146" y="1375"/>
                  </a:cubicBezTo>
                  <a:lnTo>
                    <a:pt x="2150" y="1368"/>
                  </a:lnTo>
                  <a:cubicBezTo>
                    <a:pt x="2157" y="1361"/>
                    <a:pt x="2167" y="1358"/>
                    <a:pt x="2174" y="1350"/>
                  </a:cubicBezTo>
                  <a:lnTo>
                    <a:pt x="2185" y="1343"/>
                  </a:lnTo>
                  <a:cubicBezTo>
                    <a:pt x="2206" y="1333"/>
                    <a:pt x="2227" y="1322"/>
                    <a:pt x="2248" y="1315"/>
                  </a:cubicBezTo>
                  <a:cubicBezTo>
                    <a:pt x="2262" y="1308"/>
                    <a:pt x="2279" y="1301"/>
                    <a:pt x="2293" y="1291"/>
                  </a:cubicBezTo>
                  <a:cubicBezTo>
                    <a:pt x="2293" y="1284"/>
                    <a:pt x="2290" y="1280"/>
                    <a:pt x="2283" y="1273"/>
                  </a:cubicBezTo>
                  <a:lnTo>
                    <a:pt x="2265" y="1245"/>
                  </a:lnTo>
                  <a:cubicBezTo>
                    <a:pt x="2202" y="1158"/>
                    <a:pt x="2171" y="1116"/>
                    <a:pt x="2157" y="1004"/>
                  </a:cubicBezTo>
                  <a:cubicBezTo>
                    <a:pt x="2157" y="986"/>
                    <a:pt x="2153" y="969"/>
                    <a:pt x="2153" y="951"/>
                  </a:cubicBezTo>
                  <a:cubicBezTo>
                    <a:pt x="2146" y="902"/>
                    <a:pt x="2139" y="853"/>
                    <a:pt x="2129" y="808"/>
                  </a:cubicBezTo>
                  <a:cubicBezTo>
                    <a:pt x="2125" y="790"/>
                    <a:pt x="2125" y="776"/>
                    <a:pt x="2122" y="759"/>
                  </a:cubicBezTo>
                  <a:cubicBezTo>
                    <a:pt x="2115" y="731"/>
                    <a:pt x="2111" y="699"/>
                    <a:pt x="2111" y="668"/>
                  </a:cubicBezTo>
                  <a:cubicBezTo>
                    <a:pt x="2111" y="654"/>
                    <a:pt x="2115" y="636"/>
                    <a:pt x="2115" y="622"/>
                  </a:cubicBezTo>
                  <a:cubicBezTo>
                    <a:pt x="2118" y="584"/>
                    <a:pt x="2136" y="545"/>
                    <a:pt x="2160" y="514"/>
                  </a:cubicBezTo>
                  <a:cubicBezTo>
                    <a:pt x="2171" y="496"/>
                    <a:pt x="2188" y="482"/>
                    <a:pt x="2202" y="465"/>
                  </a:cubicBezTo>
                  <a:cubicBezTo>
                    <a:pt x="2244" y="426"/>
                    <a:pt x="2279" y="377"/>
                    <a:pt x="2304" y="325"/>
                  </a:cubicBezTo>
                  <a:cubicBezTo>
                    <a:pt x="2328" y="276"/>
                    <a:pt x="2360" y="230"/>
                    <a:pt x="2402" y="192"/>
                  </a:cubicBezTo>
                  <a:lnTo>
                    <a:pt x="2419" y="174"/>
                  </a:lnTo>
                  <a:lnTo>
                    <a:pt x="2423" y="167"/>
                  </a:lnTo>
                  <a:lnTo>
                    <a:pt x="2437" y="153"/>
                  </a:lnTo>
                  <a:lnTo>
                    <a:pt x="2440" y="150"/>
                  </a:lnTo>
                  <a:cubicBezTo>
                    <a:pt x="2444" y="146"/>
                    <a:pt x="2447" y="139"/>
                    <a:pt x="2451" y="136"/>
                  </a:cubicBezTo>
                  <a:cubicBezTo>
                    <a:pt x="2451" y="132"/>
                    <a:pt x="2454" y="125"/>
                    <a:pt x="2454" y="122"/>
                  </a:cubicBezTo>
                  <a:cubicBezTo>
                    <a:pt x="2454" y="122"/>
                    <a:pt x="2454" y="118"/>
                    <a:pt x="2454" y="118"/>
                  </a:cubicBezTo>
                  <a:cubicBezTo>
                    <a:pt x="2454" y="115"/>
                    <a:pt x="2454" y="108"/>
                    <a:pt x="2454" y="104"/>
                  </a:cubicBezTo>
                  <a:lnTo>
                    <a:pt x="2454" y="101"/>
                  </a:lnTo>
                  <a:cubicBezTo>
                    <a:pt x="2454" y="94"/>
                    <a:pt x="2451" y="90"/>
                    <a:pt x="2451" y="83"/>
                  </a:cubicBezTo>
                  <a:cubicBezTo>
                    <a:pt x="2423" y="97"/>
                    <a:pt x="2398" y="104"/>
                    <a:pt x="2370" y="111"/>
                  </a:cubicBezTo>
                  <a:cubicBezTo>
                    <a:pt x="2334" y="122"/>
                    <a:pt x="2294" y="126"/>
                    <a:pt x="2249" y="126"/>
                  </a:cubicBezTo>
                  <a:cubicBezTo>
                    <a:pt x="2133" y="126"/>
                    <a:pt x="1992" y="96"/>
                    <a:pt x="1845" y="66"/>
                  </a:cubicBezTo>
                  <a:cubicBezTo>
                    <a:pt x="1702" y="33"/>
                    <a:pt x="1552" y="1"/>
                    <a:pt x="1429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52" name="Google Shape;6710;p80">
              <a:extLst>
                <a:ext uri="{FF2B5EF4-FFF2-40B4-BE49-F238E27FC236}">
                  <a16:creationId xmlns:a16="http://schemas.microsoft.com/office/drawing/2014/main" id="{86AF37DE-4EAA-11A1-E470-98B7D3028399}"/>
                </a:ext>
              </a:extLst>
            </p:cNvPr>
            <p:cNvSpPr/>
            <p:nvPr/>
          </p:nvSpPr>
          <p:spPr>
            <a:xfrm>
              <a:off x="2210051" y="1545190"/>
              <a:ext cx="7047" cy="5092"/>
            </a:xfrm>
            <a:custGeom>
              <a:avLst/>
              <a:gdLst/>
              <a:ahLst/>
              <a:cxnLst/>
              <a:rect l="l" t="t" r="r" b="b"/>
              <a:pathLst>
                <a:path w="519" h="375" extrusionOk="0">
                  <a:moveTo>
                    <a:pt x="414" y="0"/>
                  </a:moveTo>
                  <a:cubicBezTo>
                    <a:pt x="368" y="0"/>
                    <a:pt x="308" y="8"/>
                    <a:pt x="235" y="28"/>
                  </a:cubicBezTo>
                  <a:cubicBezTo>
                    <a:pt x="133" y="59"/>
                    <a:pt x="56" y="136"/>
                    <a:pt x="21" y="238"/>
                  </a:cubicBezTo>
                  <a:cubicBezTo>
                    <a:pt x="4" y="280"/>
                    <a:pt x="0" y="325"/>
                    <a:pt x="7" y="374"/>
                  </a:cubicBezTo>
                  <a:cubicBezTo>
                    <a:pt x="130" y="350"/>
                    <a:pt x="417" y="122"/>
                    <a:pt x="518" y="24"/>
                  </a:cubicBezTo>
                  <a:lnTo>
                    <a:pt x="518" y="21"/>
                  </a:lnTo>
                  <a:cubicBezTo>
                    <a:pt x="505" y="11"/>
                    <a:pt x="470" y="0"/>
                    <a:pt x="414" y="0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53" name="Google Shape;6711;p80">
              <a:extLst>
                <a:ext uri="{FF2B5EF4-FFF2-40B4-BE49-F238E27FC236}">
                  <a16:creationId xmlns:a16="http://schemas.microsoft.com/office/drawing/2014/main" id="{CA84EA60-ABA8-DAAA-E51A-97C4C99AFD8E}"/>
                </a:ext>
              </a:extLst>
            </p:cNvPr>
            <p:cNvSpPr/>
            <p:nvPr/>
          </p:nvSpPr>
          <p:spPr>
            <a:xfrm>
              <a:off x="2234002" y="1549982"/>
              <a:ext cx="258" cy="14"/>
            </a:xfrm>
            <a:custGeom>
              <a:avLst/>
              <a:gdLst/>
              <a:ahLst/>
              <a:cxnLst/>
              <a:rect l="l" t="t" r="r" b="b"/>
              <a:pathLst>
                <a:path w="19" h="1" extrusionOk="0">
                  <a:moveTo>
                    <a:pt x="18" y="0"/>
                  </a:moveTo>
                  <a:lnTo>
                    <a:pt x="1" y="0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54" name="Google Shape;6712;p80">
              <a:extLst>
                <a:ext uri="{FF2B5EF4-FFF2-40B4-BE49-F238E27FC236}">
                  <a16:creationId xmlns:a16="http://schemas.microsoft.com/office/drawing/2014/main" id="{A742AE45-C8F9-1D05-9276-9795E4CAE1D8}"/>
                </a:ext>
              </a:extLst>
            </p:cNvPr>
            <p:cNvSpPr/>
            <p:nvPr/>
          </p:nvSpPr>
          <p:spPr>
            <a:xfrm>
              <a:off x="2234342" y="1550023"/>
              <a:ext cx="149" cy="14"/>
            </a:xfrm>
            <a:custGeom>
              <a:avLst/>
              <a:gdLst/>
              <a:ahLst/>
              <a:cxnLst/>
              <a:rect l="l" t="t" r="r" b="b"/>
              <a:pathLst>
                <a:path w="11" h="1" extrusionOk="0">
                  <a:moveTo>
                    <a:pt x="11" y="1"/>
                  </a:moveTo>
                  <a:lnTo>
                    <a:pt x="0" y="1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55" name="Google Shape;6713;p80">
              <a:extLst>
                <a:ext uri="{FF2B5EF4-FFF2-40B4-BE49-F238E27FC236}">
                  <a16:creationId xmlns:a16="http://schemas.microsoft.com/office/drawing/2014/main" id="{E67D9AEC-352D-0E50-A468-AAA16F7AA170}"/>
                </a:ext>
              </a:extLst>
            </p:cNvPr>
            <p:cNvSpPr/>
            <p:nvPr/>
          </p:nvSpPr>
          <p:spPr>
            <a:xfrm>
              <a:off x="2234722" y="1550118"/>
              <a:ext cx="149" cy="68"/>
            </a:xfrm>
            <a:custGeom>
              <a:avLst/>
              <a:gdLst/>
              <a:ahLst/>
              <a:cxnLst/>
              <a:rect l="l" t="t" r="r" b="b"/>
              <a:pathLst>
                <a:path w="11" h="5" extrusionOk="0">
                  <a:moveTo>
                    <a:pt x="11" y="4"/>
                  </a:moveTo>
                  <a:lnTo>
                    <a:pt x="0" y="1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56" name="Google Shape;6714;p80">
              <a:extLst>
                <a:ext uri="{FF2B5EF4-FFF2-40B4-BE49-F238E27FC236}">
                  <a16:creationId xmlns:a16="http://schemas.microsoft.com/office/drawing/2014/main" id="{4E27D8CB-3848-BF47-242C-30CA0194221C}"/>
                </a:ext>
              </a:extLst>
            </p:cNvPr>
            <p:cNvSpPr/>
            <p:nvPr/>
          </p:nvSpPr>
          <p:spPr>
            <a:xfrm>
              <a:off x="2234572" y="1550077"/>
              <a:ext cx="109" cy="14"/>
            </a:xfrm>
            <a:custGeom>
              <a:avLst/>
              <a:gdLst/>
              <a:ahLst/>
              <a:cxnLst/>
              <a:rect l="l" t="t" r="r" b="b"/>
              <a:pathLst>
                <a:path w="8" h="1" extrusionOk="0">
                  <a:moveTo>
                    <a:pt x="8" y="0"/>
                  </a:moveTo>
                  <a:lnTo>
                    <a:pt x="1" y="0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57" name="Google Shape;6715;p80">
              <a:extLst>
                <a:ext uri="{FF2B5EF4-FFF2-40B4-BE49-F238E27FC236}">
                  <a16:creationId xmlns:a16="http://schemas.microsoft.com/office/drawing/2014/main" id="{9D293D6E-374F-D92C-0400-35C83D520C51}"/>
                </a:ext>
              </a:extLst>
            </p:cNvPr>
            <p:cNvSpPr/>
            <p:nvPr/>
          </p:nvSpPr>
          <p:spPr>
            <a:xfrm>
              <a:off x="2229630" y="1549982"/>
              <a:ext cx="733" cy="54"/>
            </a:xfrm>
            <a:custGeom>
              <a:avLst/>
              <a:gdLst/>
              <a:ahLst/>
              <a:cxnLst/>
              <a:rect l="l" t="t" r="r" b="b"/>
              <a:pathLst>
                <a:path w="54" h="4" extrusionOk="0">
                  <a:moveTo>
                    <a:pt x="53" y="0"/>
                  </a:moveTo>
                  <a:lnTo>
                    <a:pt x="1" y="4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58" name="Google Shape;6716;p80">
              <a:extLst>
                <a:ext uri="{FF2B5EF4-FFF2-40B4-BE49-F238E27FC236}">
                  <a16:creationId xmlns:a16="http://schemas.microsoft.com/office/drawing/2014/main" id="{8F6A523A-0343-F489-40F7-562F6DD50271}"/>
                </a:ext>
              </a:extLst>
            </p:cNvPr>
            <p:cNvSpPr/>
            <p:nvPr/>
          </p:nvSpPr>
          <p:spPr>
            <a:xfrm>
              <a:off x="2245652" y="1554599"/>
              <a:ext cx="530" cy="54"/>
            </a:xfrm>
            <a:custGeom>
              <a:avLst/>
              <a:gdLst/>
              <a:ahLst/>
              <a:cxnLst/>
              <a:rect l="l" t="t" r="r" b="b"/>
              <a:pathLst>
                <a:path w="39" h="4" extrusionOk="0">
                  <a:moveTo>
                    <a:pt x="39" y="4"/>
                  </a:moveTo>
                  <a:lnTo>
                    <a:pt x="0" y="0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59" name="Google Shape;6717;p80">
              <a:extLst>
                <a:ext uri="{FF2B5EF4-FFF2-40B4-BE49-F238E27FC236}">
                  <a16:creationId xmlns:a16="http://schemas.microsoft.com/office/drawing/2014/main" id="{EB30B31A-E9C2-50BB-EDA9-F46EB44362CE}"/>
                </a:ext>
              </a:extLst>
            </p:cNvPr>
            <p:cNvSpPr/>
            <p:nvPr/>
          </p:nvSpPr>
          <p:spPr>
            <a:xfrm>
              <a:off x="2244986" y="1554544"/>
              <a:ext cx="489" cy="68"/>
            </a:xfrm>
            <a:custGeom>
              <a:avLst/>
              <a:gdLst/>
              <a:ahLst/>
              <a:cxnLst/>
              <a:rect l="l" t="t" r="r" b="b"/>
              <a:pathLst>
                <a:path w="36" h="5" extrusionOk="0">
                  <a:moveTo>
                    <a:pt x="35" y="4"/>
                  </a:moveTo>
                  <a:lnTo>
                    <a:pt x="0" y="1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60" name="Google Shape;6718;p80">
              <a:extLst>
                <a:ext uri="{FF2B5EF4-FFF2-40B4-BE49-F238E27FC236}">
                  <a16:creationId xmlns:a16="http://schemas.microsoft.com/office/drawing/2014/main" id="{EC52FC64-A022-FE05-EE95-305C04710ED3}"/>
                </a:ext>
              </a:extLst>
            </p:cNvPr>
            <p:cNvSpPr/>
            <p:nvPr/>
          </p:nvSpPr>
          <p:spPr>
            <a:xfrm>
              <a:off x="2235102" y="1550213"/>
              <a:ext cx="109" cy="68"/>
            </a:xfrm>
            <a:custGeom>
              <a:avLst/>
              <a:gdLst/>
              <a:ahLst/>
              <a:cxnLst/>
              <a:rect l="l" t="t" r="r" b="b"/>
              <a:pathLst>
                <a:path w="8" h="5" extrusionOk="0">
                  <a:moveTo>
                    <a:pt x="7" y="4"/>
                  </a:moveTo>
                  <a:lnTo>
                    <a:pt x="0" y="1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61" name="Google Shape;6719;p80">
              <a:extLst>
                <a:ext uri="{FF2B5EF4-FFF2-40B4-BE49-F238E27FC236}">
                  <a16:creationId xmlns:a16="http://schemas.microsoft.com/office/drawing/2014/main" id="{A0D0FB08-7A86-A372-6FC8-F0ECBEE92E16}"/>
                </a:ext>
              </a:extLst>
            </p:cNvPr>
            <p:cNvSpPr/>
            <p:nvPr/>
          </p:nvSpPr>
          <p:spPr>
            <a:xfrm>
              <a:off x="2244416" y="1554544"/>
              <a:ext cx="434" cy="14"/>
            </a:xfrm>
            <a:custGeom>
              <a:avLst/>
              <a:gdLst/>
              <a:ahLst/>
              <a:cxnLst/>
              <a:rect l="l" t="t" r="r" b="b"/>
              <a:pathLst>
                <a:path w="32" h="1" extrusionOk="0">
                  <a:moveTo>
                    <a:pt x="32" y="1"/>
                  </a:moveTo>
                  <a:lnTo>
                    <a:pt x="0" y="1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62" name="Google Shape;6720;p80">
              <a:extLst>
                <a:ext uri="{FF2B5EF4-FFF2-40B4-BE49-F238E27FC236}">
                  <a16:creationId xmlns:a16="http://schemas.microsoft.com/office/drawing/2014/main" id="{5EF48F64-C757-1EB4-9E01-07810DDBF023}"/>
                </a:ext>
              </a:extLst>
            </p:cNvPr>
            <p:cNvSpPr/>
            <p:nvPr/>
          </p:nvSpPr>
          <p:spPr>
            <a:xfrm>
              <a:off x="2233622" y="1549982"/>
              <a:ext cx="299" cy="14"/>
            </a:xfrm>
            <a:custGeom>
              <a:avLst/>
              <a:gdLst/>
              <a:ahLst/>
              <a:cxnLst/>
              <a:rect l="l" t="t" r="r" b="b"/>
              <a:pathLst>
                <a:path w="22" h="1" extrusionOk="0">
                  <a:moveTo>
                    <a:pt x="22" y="0"/>
                  </a:moveTo>
                  <a:lnTo>
                    <a:pt x="1" y="0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63" name="Google Shape;6721;p80">
              <a:extLst>
                <a:ext uri="{FF2B5EF4-FFF2-40B4-BE49-F238E27FC236}">
                  <a16:creationId xmlns:a16="http://schemas.microsoft.com/office/drawing/2014/main" id="{EFA7242B-E68F-31DB-C6B8-78A49F6C5344}"/>
                </a:ext>
              </a:extLst>
            </p:cNvPr>
            <p:cNvSpPr/>
            <p:nvPr/>
          </p:nvSpPr>
          <p:spPr>
            <a:xfrm>
              <a:off x="2247267" y="1554789"/>
              <a:ext cx="584" cy="54"/>
            </a:xfrm>
            <a:custGeom>
              <a:avLst/>
              <a:gdLst/>
              <a:ahLst/>
              <a:cxnLst/>
              <a:rect l="l" t="t" r="r" b="b"/>
              <a:pathLst>
                <a:path w="43" h="4" extrusionOk="0">
                  <a:moveTo>
                    <a:pt x="42" y="4"/>
                  </a:moveTo>
                  <a:lnTo>
                    <a:pt x="0" y="0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64" name="Google Shape;6722;p80">
              <a:extLst>
                <a:ext uri="{FF2B5EF4-FFF2-40B4-BE49-F238E27FC236}">
                  <a16:creationId xmlns:a16="http://schemas.microsoft.com/office/drawing/2014/main" id="{F45AC370-D12B-3F69-A63E-12E2D525BEC4}"/>
                </a:ext>
              </a:extLst>
            </p:cNvPr>
            <p:cNvSpPr/>
            <p:nvPr/>
          </p:nvSpPr>
          <p:spPr>
            <a:xfrm>
              <a:off x="2246412" y="1554694"/>
              <a:ext cx="584" cy="54"/>
            </a:xfrm>
            <a:custGeom>
              <a:avLst/>
              <a:gdLst/>
              <a:ahLst/>
              <a:cxnLst/>
              <a:rect l="l" t="t" r="r" b="b"/>
              <a:pathLst>
                <a:path w="43" h="4" extrusionOk="0">
                  <a:moveTo>
                    <a:pt x="42" y="4"/>
                  </a:moveTo>
                  <a:lnTo>
                    <a:pt x="0" y="0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65" name="Google Shape;6723;p80">
              <a:extLst>
                <a:ext uri="{FF2B5EF4-FFF2-40B4-BE49-F238E27FC236}">
                  <a16:creationId xmlns:a16="http://schemas.microsoft.com/office/drawing/2014/main" id="{65C656EA-B3CA-5E01-AF14-A0E95406FED8}"/>
                </a:ext>
              </a:extLst>
            </p:cNvPr>
            <p:cNvSpPr/>
            <p:nvPr/>
          </p:nvSpPr>
          <p:spPr>
            <a:xfrm>
              <a:off x="2243941" y="1554504"/>
              <a:ext cx="339" cy="14"/>
            </a:xfrm>
            <a:custGeom>
              <a:avLst/>
              <a:gdLst/>
              <a:ahLst/>
              <a:cxnLst/>
              <a:rect l="l" t="t" r="r" b="b"/>
              <a:pathLst>
                <a:path w="25" h="1" extrusionOk="0">
                  <a:moveTo>
                    <a:pt x="25" y="0"/>
                  </a:moveTo>
                  <a:lnTo>
                    <a:pt x="0" y="0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66" name="Google Shape;6724;p80">
              <a:extLst>
                <a:ext uri="{FF2B5EF4-FFF2-40B4-BE49-F238E27FC236}">
                  <a16:creationId xmlns:a16="http://schemas.microsoft.com/office/drawing/2014/main" id="{8AEBABFB-C2C0-06E3-6EB9-3EFB65CCF5E4}"/>
                </a:ext>
              </a:extLst>
            </p:cNvPr>
            <p:cNvSpPr/>
            <p:nvPr/>
          </p:nvSpPr>
          <p:spPr>
            <a:xfrm>
              <a:off x="2242420" y="1554504"/>
              <a:ext cx="14" cy="14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0" y="0"/>
                  </a:move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67" name="Google Shape;6725;p80">
              <a:extLst>
                <a:ext uri="{FF2B5EF4-FFF2-40B4-BE49-F238E27FC236}">
                  <a16:creationId xmlns:a16="http://schemas.microsoft.com/office/drawing/2014/main" id="{55293E0B-B0BC-9E6E-4F13-CAD102BC8D30}"/>
                </a:ext>
              </a:extLst>
            </p:cNvPr>
            <p:cNvSpPr/>
            <p:nvPr/>
          </p:nvSpPr>
          <p:spPr>
            <a:xfrm>
              <a:off x="2242230" y="1554504"/>
              <a:ext cx="54" cy="14"/>
            </a:xfrm>
            <a:custGeom>
              <a:avLst/>
              <a:gdLst/>
              <a:ahLst/>
              <a:cxnLst/>
              <a:rect l="l" t="t" r="r" b="b"/>
              <a:pathLst>
                <a:path w="4" h="1" extrusionOk="0">
                  <a:moveTo>
                    <a:pt x="4" y="0"/>
                  </a:moveTo>
                  <a:lnTo>
                    <a:pt x="0" y="0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68" name="Google Shape;6726;p80">
              <a:extLst>
                <a:ext uri="{FF2B5EF4-FFF2-40B4-BE49-F238E27FC236}">
                  <a16:creationId xmlns:a16="http://schemas.microsoft.com/office/drawing/2014/main" id="{8487CE08-72AD-F305-DD8D-1FF3935B4557}"/>
                </a:ext>
              </a:extLst>
            </p:cNvPr>
            <p:cNvSpPr/>
            <p:nvPr/>
          </p:nvSpPr>
          <p:spPr>
            <a:xfrm>
              <a:off x="2228530" y="1550023"/>
              <a:ext cx="964" cy="109"/>
            </a:xfrm>
            <a:custGeom>
              <a:avLst/>
              <a:gdLst/>
              <a:ahLst/>
              <a:cxnLst/>
              <a:rect l="l" t="t" r="r" b="b"/>
              <a:pathLst>
                <a:path w="71" h="8" extrusionOk="0">
                  <a:moveTo>
                    <a:pt x="1" y="8"/>
                  </a:moveTo>
                  <a:lnTo>
                    <a:pt x="71" y="1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69" name="Google Shape;6727;p80">
              <a:extLst>
                <a:ext uri="{FF2B5EF4-FFF2-40B4-BE49-F238E27FC236}">
                  <a16:creationId xmlns:a16="http://schemas.microsoft.com/office/drawing/2014/main" id="{F962AB5D-EB28-6A41-55BF-7042A0B40EBA}"/>
                </a:ext>
              </a:extLst>
            </p:cNvPr>
            <p:cNvSpPr/>
            <p:nvPr/>
          </p:nvSpPr>
          <p:spPr>
            <a:xfrm>
              <a:off x="2243506" y="1554449"/>
              <a:ext cx="299" cy="14"/>
            </a:xfrm>
            <a:custGeom>
              <a:avLst/>
              <a:gdLst/>
              <a:ahLst/>
              <a:cxnLst/>
              <a:rect l="l" t="t" r="r" b="b"/>
              <a:pathLst>
                <a:path w="22" h="1" extrusionOk="0">
                  <a:moveTo>
                    <a:pt x="22" y="1"/>
                  </a:moveTo>
                  <a:lnTo>
                    <a:pt x="1" y="1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70" name="Google Shape;6728;p80">
              <a:extLst>
                <a:ext uri="{FF2B5EF4-FFF2-40B4-BE49-F238E27FC236}">
                  <a16:creationId xmlns:a16="http://schemas.microsoft.com/office/drawing/2014/main" id="{493028D0-AB25-BF69-8FDA-94EA173C048A}"/>
                </a:ext>
              </a:extLst>
            </p:cNvPr>
            <p:cNvSpPr/>
            <p:nvPr/>
          </p:nvSpPr>
          <p:spPr>
            <a:xfrm>
              <a:off x="2242841" y="1554449"/>
              <a:ext cx="14" cy="14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1" y="1"/>
                  </a:move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71" name="Google Shape;6729;p80">
              <a:extLst>
                <a:ext uri="{FF2B5EF4-FFF2-40B4-BE49-F238E27FC236}">
                  <a16:creationId xmlns:a16="http://schemas.microsoft.com/office/drawing/2014/main" id="{4C0DBC4B-5D94-A391-C9AB-28BCC80079D3}"/>
                </a:ext>
              </a:extLst>
            </p:cNvPr>
            <p:cNvSpPr/>
            <p:nvPr/>
          </p:nvSpPr>
          <p:spPr>
            <a:xfrm>
              <a:off x="2242610" y="1554449"/>
              <a:ext cx="14" cy="14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0" y="1"/>
                  </a:move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72" name="Google Shape;6730;p80">
              <a:extLst>
                <a:ext uri="{FF2B5EF4-FFF2-40B4-BE49-F238E27FC236}">
                  <a16:creationId xmlns:a16="http://schemas.microsoft.com/office/drawing/2014/main" id="{2241B1CF-29E6-2F87-7E99-79E89B041B7C}"/>
                </a:ext>
              </a:extLst>
            </p:cNvPr>
            <p:cNvSpPr/>
            <p:nvPr/>
          </p:nvSpPr>
          <p:spPr>
            <a:xfrm>
              <a:off x="2232441" y="1549928"/>
              <a:ext cx="14" cy="14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0" y="1"/>
                  </a:move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73" name="Google Shape;6731;p80">
              <a:extLst>
                <a:ext uri="{FF2B5EF4-FFF2-40B4-BE49-F238E27FC236}">
                  <a16:creationId xmlns:a16="http://schemas.microsoft.com/office/drawing/2014/main" id="{FB8388E3-256D-DB3B-AE41-B1DE547F7A79}"/>
                </a:ext>
              </a:extLst>
            </p:cNvPr>
            <p:cNvSpPr/>
            <p:nvPr/>
          </p:nvSpPr>
          <p:spPr>
            <a:xfrm>
              <a:off x="2242081" y="1554544"/>
              <a:ext cx="68" cy="14"/>
            </a:xfrm>
            <a:custGeom>
              <a:avLst/>
              <a:gdLst/>
              <a:ahLst/>
              <a:cxnLst/>
              <a:rect l="l" t="t" r="r" b="b"/>
              <a:pathLst>
                <a:path w="5" h="1" extrusionOk="0">
                  <a:moveTo>
                    <a:pt x="4" y="1"/>
                  </a:moveTo>
                  <a:lnTo>
                    <a:pt x="1" y="1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74" name="Google Shape;6732;p80">
              <a:extLst>
                <a:ext uri="{FF2B5EF4-FFF2-40B4-BE49-F238E27FC236}">
                  <a16:creationId xmlns:a16="http://schemas.microsoft.com/office/drawing/2014/main" id="{6312BD0A-20EC-AA95-BC47-E90AA399779F}"/>
                </a:ext>
              </a:extLst>
            </p:cNvPr>
            <p:cNvSpPr/>
            <p:nvPr/>
          </p:nvSpPr>
          <p:spPr>
            <a:xfrm>
              <a:off x="2243126" y="1554449"/>
              <a:ext cx="14" cy="14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1" y="1"/>
                  </a:move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75" name="Google Shape;6733;p80">
              <a:extLst>
                <a:ext uri="{FF2B5EF4-FFF2-40B4-BE49-F238E27FC236}">
                  <a16:creationId xmlns:a16="http://schemas.microsoft.com/office/drawing/2014/main" id="{D0024814-24FE-2423-0195-79593613E27C}"/>
                </a:ext>
              </a:extLst>
            </p:cNvPr>
            <p:cNvSpPr/>
            <p:nvPr/>
          </p:nvSpPr>
          <p:spPr>
            <a:xfrm>
              <a:off x="2230581" y="1549928"/>
              <a:ext cx="584" cy="14"/>
            </a:xfrm>
            <a:custGeom>
              <a:avLst/>
              <a:gdLst/>
              <a:ahLst/>
              <a:cxnLst/>
              <a:rect l="l" t="t" r="r" b="b"/>
              <a:pathLst>
                <a:path w="43" h="1" extrusionOk="0">
                  <a:moveTo>
                    <a:pt x="43" y="1"/>
                  </a:moveTo>
                  <a:lnTo>
                    <a:pt x="1" y="1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76" name="Google Shape;6734;p80">
              <a:extLst>
                <a:ext uri="{FF2B5EF4-FFF2-40B4-BE49-F238E27FC236}">
                  <a16:creationId xmlns:a16="http://schemas.microsoft.com/office/drawing/2014/main" id="{C0956C69-1C96-A0B6-1CD4-31D809312E28}"/>
                </a:ext>
              </a:extLst>
            </p:cNvPr>
            <p:cNvSpPr/>
            <p:nvPr/>
          </p:nvSpPr>
          <p:spPr>
            <a:xfrm>
              <a:off x="2234912" y="1550118"/>
              <a:ext cx="109" cy="68"/>
            </a:xfrm>
            <a:custGeom>
              <a:avLst/>
              <a:gdLst/>
              <a:ahLst/>
              <a:cxnLst/>
              <a:rect l="l" t="t" r="r" b="b"/>
              <a:pathLst>
                <a:path w="8" h="5" extrusionOk="0">
                  <a:moveTo>
                    <a:pt x="7" y="4"/>
                  </a:moveTo>
                  <a:lnTo>
                    <a:pt x="0" y="1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77" name="Google Shape;6735;p80">
              <a:extLst>
                <a:ext uri="{FF2B5EF4-FFF2-40B4-BE49-F238E27FC236}">
                  <a16:creationId xmlns:a16="http://schemas.microsoft.com/office/drawing/2014/main" id="{DD90A564-BD4A-1855-575C-1AB303C69071}"/>
                </a:ext>
              </a:extLst>
            </p:cNvPr>
            <p:cNvSpPr/>
            <p:nvPr/>
          </p:nvSpPr>
          <p:spPr>
            <a:xfrm>
              <a:off x="2233011" y="1549928"/>
              <a:ext cx="14" cy="14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0" y="1"/>
                  </a:move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78" name="Google Shape;6736;p80">
              <a:extLst>
                <a:ext uri="{FF2B5EF4-FFF2-40B4-BE49-F238E27FC236}">
                  <a16:creationId xmlns:a16="http://schemas.microsoft.com/office/drawing/2014/main" id="{CAC1BD0C-ADB3-BC7D-85BF-7AD2D3591DBB}"/>
                </a:ext>
              </a:extLst>
            </p:cNvPr>
            <p:cNvSpPr/>
            <p:nvPr/>
          </p:nvSpPr>
          <p:spPr>
            <a:xfrm>
              <a:off x="2231436" y="1549928"/>
              <a:ext cx="448" cy="14"/>
            </a:xfrm>
            <a:custGeom>
              <a:avLst/>
              <a:gdLst/>
              <a:ahLst/>
              <a:cxnLst/>
              <a:rect l="l" t="t" r="r" b="b"/>
              <a:pathLst>
                <a:path w="33" h="1" extrusionOk="0">
                  <a:moveTo>
                    <a:pt x="32" y="1"/>
                  </a:moveTo>
                  <a:lnTo>
                    <a:pt x="1" y="1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79" name="Google Shape;6737;p80">
              <a:extLst>
                <a:ext uri="{FF2B5EF4-FFF2-40B4-BE49-F238E27FC236}">
                  <a16:creationId xmlns:a16="http://schemas.microsoft.com/office/drawing/2014/main" id="{DFD3A526-8655-9CE2-449A-11C878F71ACF}"/>
                </a:ext>
              </a:extLst>
            </p:cNvPr>
            <p:cNvSpPr/>
            <p:nvPr/>
          </p:nvSpPr>
          <p:spPr>
            <a:xfrm>
              <a:off x="2235197" y="1550308"/>
              <a:ext cx="54" cy="14"/>
            </a:xfrm>
            <a:custGeom>
              <a:avLst/>
              <a:gdLst/>
              <a:ahLst/>
              <a:cxnLst/>
              <a:rect l="l" t="t" r="r" b="b"/>
              <a:pathLst>
                <a:path w="4" h="1" extrusionOk="0">
                  <a:moveTo>
                    <a:pt x="4" y="1"/>
                  </a:moveTo>
                  <a:lnTo>
                    <a:pt x="0" y="1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80" name="Google Shape;6738;p80">
              <a:extLst>
                <a:ext uri="{FF2B5EF4-FFF2-40B4-BE49-F238E27FC236}">
                  <a16:creationId xmlns:a16="http://schemas.microsoft.com/office/drawing/2014/main" id="{256846F5-87C9-02AD-838A-49C35ED94A84}"/>
                </a:ext>
              </a:extLst>
            </p:cNvPr>
            <p:cNvSpPr/>
            <p:nvPr/>
          </p:nvSpPr>
          <p:spPr>
            <a:xfrm>
              <a:off x="2242040" y="1554544"/>
              <a:ext cx="14" cy="14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0" y="1"/>
                  </a:move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81" name="Google Shape;6739;p80">
              <a:extLst>
                <a:ext uri="{FF2B5EF4-FFF2-40B4-BE49-F238E27FC236}">
                  <a16:creationId xmlns:a16="http://schemas.microsoft.com/office/drawing/2014/main" id="{48BEA329-77C5-1CE4-9FEB-B67D9F977150}"/>
                </a:ext>
              </a:extLst>
            </p:cNvPr>
            <p:cNvSpPr/>
            <p:nvPr/>
          </p:nvSpPr>
          <p:spPr>
            <a:xfrm>
              <a:off x="2233486" y="1549928"/>
              <a:ext cx="14" cy="14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0" y="1"/>
                  </a:move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82" name="Google Shape;6740;p80">
              <a:extLst>
                <a:ext uri="{FF2B5EF4-FFF2-40B4-BE49-F238E27FC236}">
                  <a16:creationId xmlns:a16="http://schemas.microsoft.com/office/drawing/2014/main" id="{B5CB981E-6249-CD7C-BBEB-C910689448B5}"/>
                </a:ext>
              </a:extLst>
            </p:cNvPr>
            <p:cNvSpPr/>
            <p:nvPr/>
          </p:nvSpPr>
          <p:spPr>
            <a:xfrm>
              <a:off x="2235007" y="1550173"/>
              <a:ext cx="109" cy="54"/>
            </a:xfrm>
            <a:custGeom>
              <a:avLst/>
              <a:gdLst/>
              <a:ahLst/>
              <a:cxnLst/>
              <a:rect l="l" t="t" r="r" b="b"/>
              <a:pathLst>
                <a:path w="8" h="4" extrusionOk="0">
                  <a:moveTo>
                    <a:pt x="7" y="4"/>
                  </a:moveTo>
                  <a:lnTo>
                    <a:pt x="0" y="0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83" name="Google Shape;6741;p80">
              <a:extLst>
                <a:ext uri="{FF2B5EF4-FFF2-40B4-BE49-F238E27FC236}">
                  <a16:creationId xmlns:a16="http://schemas.microsoft.com/office/drawing/2014/main" id="{886B33E8-506E-C08F-F06F-8AACBE575880}"/>
                </a:ext>
              </a:extLst>
            </p:cNvPr>
            <p:cNvSpPr/>
            <p:nvPr/>
          </p:nvSpPr>
          <p:spPr>
            <a:xfrm>
              <a:off x="2295603" y="2007327"/>
              <a:ext cx="56822" cy="70087"/>
            </a:xfrm>
            <a:custGeom>
              <a:avLst/>
              <a:gdLst/>
              <a:ahLst/>
              <a:cxnLst/>
              <a:rect l="l" t="t" r="r" b="b"/>
              <a:pathLst>
                <a:path w="4185" h="5162" extrusionOk="0">
                  <a:moveTo>
                    <a:pt x="638" y="1"/>
                  </a:moveTo>
                  <a:cubicBezTo>
                    <a:pt x="602" y="1"/>
                    <a:pt x="556" y="5"/>
                    <a:pt x="498" y="16"/>
                  </a:cubicBezTo>
                  <a:lnTo>
                    <a:pt x="491" y="16"/>
                  </a:lnTo>
                  <a:cubicBezTo>
                    <a:pt x="375" y="40"/>
                    <a:pt x="151" y="187"/>
                    <a:pt x="109" y="250"/>
                  </a:cubicBezTo>
                  <a:cubicBezTo>
                    <a:pt x="109" y="254"/>
                    <a:pt x="106" y="257"/>
                    <a:pt x="106" y="261"/>
                  </a:cubicBezTo>
                  <a:cubicBezTo>
                    <a:pt x="106" y="268"/>
                    <a:pt x="102" y="275"/>
                    <a:pt x="99" y="278"/>
                  </a:cubicBezTo>
                  <a:lnTo>
                    <a:pt x="95" y="289"/>
                  </a:lnTo>
                  <a:cubicBezTo>
                    <a:pt x="95" y="292"/>
                    <a:pt x="92" y="296"/>
                    <a:pt x="92" y="296"/>
                  </a:cubicBezTo>
                  <a:lnTo>
                    <a:pt x="85" y="306"/>
                  </a:lnTo>
                  <a:lnTo>
                    <a:pt x="81" y="313"/>
                  </a:lnTo>
                  <a:lnTo>
                    <a:pt x="74" y="324"/>
                  </a:lnTo>
                  <a:lnTo>
                    <a:pt x="67" y="331"/>
                  </a:lnTo>
                  <a:lnTo>
                    <a:pt x="284" y="527"/>
                  </a:lnTo>
                  <a:lnTo>
                    <a:pt x="340" y="919"/>
                  </a:lnTo>
                  <a:lnTo>
                    <a:pt x="568" y="1118"/>
                  </a:lnTo>
                  <a:lnTo>
                    <a:pt x="568" y="1146"/>
                  </a:lnTo>
                  <a:cubicBezTo>
                    <a:pt x="568" y="1300"/>
                    <a:pt x="557" y="1451"/>
                    <a:pt x="540" y="1601"/>
                  </a:cubicBezTo>
                  <a:cubicBezTo>
                    <a:pt x="508" y="1854"/>
                    <a:pt x="291" y="2148"/>
                    <a:pt x="155" y="2284"/>
                  </a:cubicBezTo>
                  <a:lnTo>
                    <a:pt x="155" y="2288"/>
                  </a:lnTo>
                  <a:lnTo>
                    <a:pt x="151" y="2291"/>
                  </a:lnTo>
                  <a:lnTo>
                    <a:pt x="148" y="2295"/>
                  </a:lnTo>
                  <a:lnTo>
                    <a:pt x="144" y="2302"/>
                  </a:lnTo>
                  <a:lnTo>
                    <a:pt x="141" y="2309"/>
                  </a:lnTo>
                  <a:lnTo>
                    <a:pt x="141" y="2312"/>
                  </a:lnTo>
                  <a:lnTo>
                    <a:pt x="137" y="2319"/>
                  </a:lnTo>
                  <a:lnTo>
                    <a:pt x="137" y="2323"/>
                  </a:lnTo>
                  <a:lnTo>
                    <a:pt x="130" y="2333"/>
                  </a:lnTo>
                  <a:lnTo>
                    <a:pt x="130" y="2337"/>
                  </a:lnTo>
                  <a:lnTo>
                    <a:pt x="123" y="2351"/>
                  </a:lnTo>
                  <a:cubicBezTo>
                    <a:pt x="120" y="2365"/>
                    <a:pt x="113" y="2375"/>
                    <a:pt x="106" y="2393"/>
                  </a:cubicBezTo>
                  <a:lnTo>
                    <a:pt x="106" y="2396"/>
                  </a:lnTo>
                  <a:lnTo>
                    <a:pt x="95" y="2417"/>
                  </a:lnTo>
                  <a:lnTo>
                    <a:pt x="92" y="2424"/>
                  </a:lnTo>
                  <a:lnTo>
                    <a:pt x="85" y="2442"/>
                  </a:lnTo>
                  <a:lnTo>
                    <a:pt x="81" y="2452"/>
                  </a:lnTo>
                  <a:lnTo>
                    <a:pt x="71" y="2473"/>
                  </a:lnTo>
                  <a:lnTo>
                    <a:pt x="67" y="2484"/>
                  </a:lnTo>
                  <a:lnTo>
                    <a:pt x="57" y="2505"/>
                  </a:lnTo>
                  <a:lnTo>
                    <a:pt x="53" y="2519"/>
                  </a:lnTo>
                  <a:lnTo>
                    <a:pt x="50" y="2529"/>
                  </a:lnTo>
                  <a:cubicBezTo>
                    <a:pt x="211" y="2575"/>
                    <a:pt x="410" y="2659"/>
                    <a:pt x="389" y="2785"/>
                  </a:cubicBezTo>
                  <a:cubicBezTo>
                    <a:pt x="372" y="2876"/>
                    <a:pt x="281" y="2907"/>
                    <a:pt x="197" y="2935"/>
                  </a:cubicBezTo>
                  <a:cubicBezTo>
                    <a:pt x="74" y="2981"/>
                    <a:pt x="1" y="3012"/>
                    <a:pt x="1" y="3124"/>
                  </a:cubicBezTo>
                  <a:lnTo>
                    <a:pt x="1" y="3142"/>
                  </a:lnTo>
                  <a:lnTo>
                    <a:pt x="2070" y="4238"/>
                  </a:lnTo>
                  <a:lnTo>
                    <a:pt x="2042" y="4581"/>
                  </a:lnTo>
                  <a:lnTo>
                    <a:pt x="2115" y="4637"/>
                  </a:lnTo>
                  <a:lnTo>
                    <a:pt x="2126" y="4644"/>
                  </a:lnTo>
                  <a:lnTo>
                    <a:pt x="2150" y="4661"/>
                  </a:lnTo>
                  <a:lnTo>
                    <a:pt x="2164" y="4672"/>
                  </a:lnTo>
                  <a:lnTo>
                    <a:pt x="2185" y="4686"/>
                  </a:lnTo>
                  <a:lnTo>
                    <a:pt x="2213" y="4707"/>
                  </a:lnTo>
                  <a:lnTo>
                    <a:pt x="2231" y="4717"/>
                  </a:lnTo>
                  <a:lnTo>
                    <a:pt x="2262" y="4742"/>
                  </a:lnTo>
                  <a:lnTo>
                    <a:pt x="2276" y="4752"/>
                  </a:lnTo>
                  <a:lnTo>
                    <a:pt x="2322" y="4784"/>
                  </a:lnTo>
                  <a:lnTo>
                    <a:pt x="2329" y="4787"/>
                  </a:lnTo>
                  <a:lnTo>
                    <a:pt x="2381" y="4826"/>
                  </a:lnTo>
                  <a:lnTo>
                    <a:pt x="2388" y="4829"/>
                  </a:lnTo>
                  <a:lnTo>
                    <a:pt x="2441" y="4868"/>
                  </a:lnTo>
                  <a:lnTo>
                    <a:pt x="2448" y="4875"/>
                  </a:lnTo>
                  <a:lnTo>
                    <a:pt x="2504" y="4913"/>
                  </a:lnTo>
                  <a:lnTo>
                    <a:pt x="2514" y="4920"/>
                  </a:lnTo>
                  <a:lnTo>
                    <a:pt x="2570" y="4959"/>
                  </a:lnTo>
                  <a:lnTo>
                    <a:pt x="2581" y="4966"/>
                  </a:lnTo>
                  <a:lnTo>
                    <a:pt x="2637" y="5008"/>
                  </a:lnTo>
                  <a:lnTo>
                    <a:pt x="2647" y="5015"/>
                  </a:lnTo>
                  <a:lnTo>
                    <a:pt x="2703" y="5053"/>
                  </a:lnTo>
                  <a:lnTo>
                    <a:pt x="2717" y="5064"/>
                  </a:lnTo>
                  <a:lnTo>
                    <a:pt x="2766" y="5099"/>
                  </a:lnTo>
                  <a:lnTo>
                    <a:pt x="2791" y="5113"/>
                  </a:lnTo>
                  <a:lnTo>
                    <a:pt x="2822" y="5137"/>
                  </a:lnTo>
                  <a:lnTo>
                    <a:pt x="2861" y="5162"/>
                  </a:lnTo>
                  <a:cubicBezTo>
                    <a:pt x="3053" y="4689"/>
                    <a:pt x="3298" y="4150"/>
                    <a:pt x="3372" y="4038"/>
                  </a:cubicBezTo>
                  <a:cubicBezTo>
                    <a:pt x="3428" y="3954"/>
                    <a:pt x="3505" y="3884"/>
                    <a:pt x="3600" y="3842"/>
                  </a:cubicBezTo>
                  <a:cubicBezTo>
                    <a:pt x="3645" y="3821"/>
                    <a:pt x="3691" y="3789"/>
                    <a:pt x="3722" y="3751"/>
                  </a:cubicBezTo>
                  <a:cubicBezTo>
                    <a:pt x="3755" y="3703"/>
                    <a:pt x="3807" y="3675"/>
                    <a:pt x="3860" y="3675"/>
                  </a:cubicBezTo>
                  <a:cubicBezTo>
                    <a:pt x="3869" y="3675"/>
                    <a:pt x="3878" y="3676"/>
                    <a:pt x="3887" y="3677"/>
                  </a:cubicBezTo>
                  <a:cubicBezTo>
                    <a:pt x="3888" y="3677"/>
                    <a:pt x="3890" y="3677"/>
                    <a:pt x="3892" y="3677"/>
                  </a:cubicBezTo>
                  <a:cubicBezTo>
                    <a:pt x="3921" y="3677"/>
                    <a:pt x="3947" y="3674"/>
                    <a:pt x="4020" y="3562"/>
                  </a:cubicBezTo>
                  <a:cubicBezTo>
                    <a:pt x="4027" y="3551"/>
                    <a:pt x="4034" y="3537"/>
                    <a:pt x="4041" y="3527"/>
                  </a:cubicBezTo>
                  <a:lnTo>
                    <a:pt x="3785" y="3121"/>
                  </a:lnTo>
                  <a:lnTo>
                    <a:pt x="3754" y="1122"/>
                  </a:lnTo>
                  <a:lnTo>
                    <a:pt x="4016" y="712"/>
                  </a:lnTo>
                  <a:lnTo>
                    <a:pt x="4184" y="471"/>
                  </a:lnTo>
                  <a:lnTo>
                    <a:pt x="4160" y="481"/>
                  </a:lnTo>
                  <a:lnTo>
                    <a:pt x="4139" y="488"/>
                  </a:lnTo>
                  <a:lnTo>
                    <a:pt x="4128" y="492"/>
                  </a:lnTo>
                  <a:lnTo>
                    <a:pt x="4111" y="495"/>
                  </a:lnTo>
                  <a:lnTo>
                    <a:pt x="4104" y="499"/>
                  </a:lnTo>
                  <a:lnTo>
                    <a:pt x="4090" y="502"/>
                  </a:lnTo>
                  <a:lnTo>
                    <a:pt x="4083" y="502"/>
                  </a:lnTo>
                  <a:lnTo>
                    <a:pt x="4072" y="509"/>
                  </a:lnTo>
                  <a:cubicBezTo>
                    <a:pt x="4044" y="523"/>
                    <a:pt x="4013" y="530"/>
                    <a:pt x="3981" y="530"/>
                  </a:cubicBezTo>
                  <a:cubicBezTo>
                    <a:pt x="3946" y="530"/>
                    <a:pt x="3911" y="527"/>
                    <a:pt x="3880" y="513"/>
                  </a:cubicBezTo>
                  <a:cubicBezTo>
                    <a:pt x="3810" y="488"/>
                    <a:pt x="3750" y="439"/>
                    <a:pt x="3719" y="373"/>
                  </a:cubicBezTo>
                  <a:cubicBezTo>
                    <a:pt x="3713" y="370"/>
                    <a:pt x="3704" y="369"/>
                    <a:pt x="3693" y="369"/>
                  </a:cubicBezTo>
                  <a:cubicBezTo>
                    <a:pt x="3631" y="369"/>
                    <a:pt x="3496" y="404"/>
                    <a:pt x="3333" y="495"/>
                  </a:cubicBezTo>
                  <a:cubicBezTo>
                    <a:pt x="3256" y="544"/>
                    <a:pt x="3190" y="607"/>
                    <a:pt x="3130" y="677"/>
                  </a:cubicBezTo>
                  <a:lnTo>
                    <a:pt x="3113" y="698"/>
                  </a:lnTo>
                  <a:lnTo>
                    <a:pt x="3109" y="702"/>
                  </a:lnTo>
                  <a:lnTo>
                    <a:pt x="3092" y="723"/>
                  </a:lnTo>
                  <a:lnTo>
                    <a:pt x="3074" y="740"/>
                  </a:lnTo>
                  <a:lnTo>
                    <a:pt x="3071" y="744"/>
                  </a:lnTo>
                  <a:lnTo>
                    <a:pt x="3050" y="761"/>
                  </a:lnTo>
                  <a:lnTo>
                    <a:pt x="3046" y="761"/>
                  </a:lnTo>
                  <a:lnTo>
                    <a:pt x="3032" y="775"/>
                  </a:lnTo>
                  <a:lnTo>
                    <a:pt x="3025" y="779"/>
                  </a:lnTo>
                  <a:cubicBezTo>
                    <a:pt x="3022" y="782"/>
                    <a:pt x="3015" y="786"/>
                    <a:pt x="3008" y="789"/>
                  </a:cubicBezTo>
                  <a:lnTo>
                    <a:pt x="3004" y="789"/>
                  </a:lnTo>
                  <a:lnTo>
                    <a:pt x="2987" y="793"/>
                  </a:lnTo>
                  <a:lnTo>
                    <a:pt x="2983" y="793"/>
                  </a:lnTo>
                  <a:cubicBezTo>
                    <a:pt x="2976" y="796"/>
                    <a:pt x="2969" y="796"/>
                    <a:pt x="2962" y="796"/>
                  </a:cubicBezTo>
                  <a:lnTo>
                    <a:pt x="2934" y="796"/>
                  </a:lnTo>
                  <a:lnTo>
                    <a:pt x="2924" y="793"/>
                  </a:lnTo>
                  <a:lnTo>
                    <a:pt x="2920" y="793"/>
                  </a:lnTo>
                  <a:lnTo>
                    <a:pt x="2906" y="786"/>
                  </a:lnTo>
                  <a:lnTo>
                    <a:pt x="2903" y="786"/>
                  </a:lnTo>
                  <a:cubicBezTo>
                    <a:pt x="2868" y="761"/>
                    <a:pt x="2661" y="726"/>
                    <a:pt x="2497" y="705"/>
                  </a:cubicBezTo>
                  <a:cubicBezTo>
                    <a:pt x="2434" y="695"/>
                    <a:pt x="2371" y="691"/>
                    <a:pt x="2311" y="688"/>
                  </a:cubicBezTo>
                  <a:cubicBezTo>
                    <a:pt x="2273" y="684"/>
                    <a:pt x="2234" y="677"/>
                    <a:pt x="2199" y="660"/>
                  </a:cubicBezTo>
                  <a:cubicBezTo>
                    <a:pt x="2171" y="649"/>
                    <a:pt x="2140" y="635"/>
                    <a:pt x="2108" y="618"/>
                  </a:cubicBezTo>
                  <a:cubicBezTo>
                    <a:pt x="1940" y="530"/>
                    <a:pt x="1783" y="425"/>
                    <a:pt x="1636" y="306"/>
                  </a:cubicBezTo>
                  <a:cubicBezTo>
                    <a:pt x="1587" y="261"/>
                    <a:pt x="1461" y="250"/>
                    <a:pt x="1356" y="243"/>
                  </a:cubicBezTo>
                  <a:lnTo>
                    <a:pt x="1314" y="240"/>
                  </a:lnTo>
                  <a:cubicBezTo>
                    <a:pt x="1212" y="236"/>
                    <a:pt x="1138" y="233"/>
                    <a:pt x="1089" y="205"/>
                  </a:cubicBezTo>
                  <a:lnTo>
                    <a:pt x="1065" y="194"/>
                  </a:lnTo>
                  <a:cubicBezTo>
                    <a:pt x="1044" y="184"/>
                    <a:pt x="1023" y="173"/>
                    <a:pt x="995" y="163"/>
                  </a:cubicBezTo>
                  <a:lnTo>
                    <a:pt x="925" y="135"/>
                  </a:lnTo>
                  <a:lnTo>
                    <a:pt x="911" y="128"/>
                  </a:lnTo>
                  <a:lnTo>
                    <a:pt x="869" y="114"/>
                  </a:lnTo>
                  <a:cubicBezTo>
                    <a:pt x="844" y="100"/>
                    <a:pt x="816" y="82"/>
                    <a:pt x="792" y="65"/>
                  </a:cubicBezTo>
                  <a:lnTo>
                    <a:pt x="785" y="61"/>
                  </a:lnTo>
                  <a:cubicBezTo>
                    <a:pt x="774" y="54"/>
                    <a:pt x="764" y="44"/>
                    <a:pt x="757" y="33"/>
                  </a:cubicBezTo>
                  <a:cubicBezTo>
                    <a:pt x="747" y="21"/>
                    <a:pt x="718" y="1"/>
                    <a:pt x="638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84" name="Google Shape;6742;p80">
              <a:extLst>
                <a:ext uri="{FF2B5EF4-FFF2-40B4-BE49-F238E27FC236}">
                  <a16:creationId xmlns:a16="http://schemas.microsoft.com/office/drawing/2014/main" id="{48BA4452-ED5D-3565-0807-CD830062AF40}"/>
                </a:ext>
              </a:extLst>
            </p:cNvPr>
            <p:cNvSpPr/>
            <p:nvPr/>
          </p:nvSpPr>
          <p:spPr>
            <a:xfrm>
              <a:off x="2349886" y="2013858"/>
              <a:ext cx="2254" cy="3286"/>
            </a:xfrm>
            <a:custGeom>
              <a:avLst/>
              <a:gdLst/>
              <a:ahLst/>
              <a:cxnLst/>
              <a:rect l="l" t="t" r="r" b="b"/>
              <a:pathLst>
                <a:path w="166" h="242" extrusionOk="0">
                  <a:moveTo>
                    <a:pt x="1" y="242"/>
                  </a:moveTo>
                  <a:lnTo>
                    <a:pt x="165" y="0"/>
                  </a:lnTo>
                  <a:lnTo>
                    <a:pt x="165" y="0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85" name="Google Shape;6743;p80">
              <a:extLst>
                <a:ext uri="{FF2B5EF4-FFF2-40B4-BE49-F238E27FC236}">
                  <a16:creationId xmlns:a16="http://schemas.microsoft.com/office/drawing/2014/main" id="{91EF92C5-BB0C-0D3E-3887-CEFF9AC828E1}"/>
                </a:ext>
              </a:extLst>
            </p:cNvPr>
            <p:cNvSpPr/>
            <p:nvPr/>
          </p:nvSpPr>
          <p:spPr>
            <a:xfrm>
              <a:off x="2308149" y="2009201"/>
              <a:ext cx="964" cy="394"/>
            </a:xfrm>
            <a:custGeom>
              <a:avLst/>
              <a:gdLst/>
              <a:ahLst/>
              <a:cxnLst/>
              <a:rect l="l" t="t" r="r" b="b"/>
              <a:pathLst>
                <a:path w="71" h="29" extrusionOk="0">
                  <a:moveTo>
                    <a:pt x="1" y="0"/>
                  </a:moveTo>
                  <a:lnTo>
                    <a:pt x="71" y="28"/>
                  </a:lnTo>
                  <a:lnTo>
                    <a:pt x="53" y="21"/>
                  </a:lnTo>
                  <a:lnTo>
                    <a:pt x="1" y="0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86" name="Google Shape;6744;p80">
              <a:extLst>
                <a:ext uri="{FF2B5EF4-FFF2-40B4-BE49-F238E27FC236}">
                  <a16:creationId xmlns:a16="http://schemas.microsoft.com/office/drawing/2014/main" id="{17309087-CB3C-6076-31BF-39A0547D3F74}"/>
                </a:ext>
              </a:extLst>
            </p:cNvPr>
            <p:cNvSpPr/>
            <p:nvPr/>
          </p:nvSpPr>
          <p:spPr>
            <a:xfrm>
              <a:off x="2302310" y="2007341"/>
              <a:ext cx="3530" cy="448"/>
            </a:xfrm>
            <a:custGeom>
              <a:avLst/>
              <a:gdLst/>
              <a:ahLst/>
              <a:cxnLst/>
              <a:rect l="l" t="t" r="r" b="b"/>
              <a:pathLst>
                <a:path w="260" h="33" extrusionOk="0">
                  <a:moveTo>
                    <a:pt x="148" y="1"/>
                  </a:moveTo>
                  <a:cubicBezTo>
                    <a:pt x="112" y="1"/>
                    <a:pt x="64" y="5"/>
                    <a:pt x="0" y="18"/>
                  </a:cubicBezTo>
                  <a:lnTo>
                    <a:pt x="0" y="18"/>
                  </a:lnTo>
                  <a:cubicBezTo>
                    <a:pt x="61" y="6"/>
                    <a:pt x="108" y="1"/>
                    <a:pt x="144" y="1"/>
                  </a:cubicBezTo>
                  <a:cubicBezTo>
                    <a:pt x="222" y="1"/>
                    <a:pt x="250" y="22"/>
                    <a:pt x="259" y="32"/>
                  </a:cubicBezTo>
                  <a:cubicBezTo>
                    <a:pt x="250" y="20"/>
                    <a:pt x="223" y="1"/>
                    <a:pt x="148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87" name="Google Shape;6745;p80">
              <a:extLst>
                <a:ext uri="{FF2B5EF4-FFF2-40B4-BE49-F238E27FC236}">
                  <a16:creationId xmlns:a16="http://schemas.microsoft.com/office/drawing/2014/main" id="{09486E98-D615-2DA0-14BA-46A2B39CC88E}"/>
                </a:ext>
              </a:extLst>
            </p:cNvPr>
            <p:cNvSpPr/>
            <p:nvPr/>
          </p:nvSpPr>
          <p:spPr>
            <a:xfrm>
              <a:off x="2296513" y="2011767"/>
              <a:ext cx="54" cy="54"/>
            </a:xfrm>
            <a:custGeom>
              <a:avLst/>
              <a:gdLst/>
              <a:ahLst/>
              <a:cxnLst/>
              <a:rect l="l" t="t" r="r" b="b"/>
              <a:pathLst>
                <a:path w="4" h="4" extrusionOk="0">
                  <a:moveTo>
                    <a:pt x="4" y="0"/>
                  </a:moveTo>
                  <a:lnTo>
                    <a:pt x="0" y="4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88" name="Google Shape;6746;p80">
              <a:extLst>
                <a:ext uri="{FF2B5EF4-FFF2-40B4-BE49-F238E27FC236}">
                  <a16:creationId xmlns:a16="http://schemas.microsoft.com/office/drawing/2014/main" id="{52371325-2203-756D-C706-BBEEE51AD710}"/>
                </a:ext>
              </a:extLst>
            </p:cNvPr>
            <p:cNvSpPr/>
            <p:nvPr/>
          </p:nvSpPr>
          <p:spPr>
            <a:xfrm>
              <a:off x="2296649" y="2011522"/>
              <a:ext cx="68" cy="109"/>
            </a:xfrm>
            <a:custGeom>
              <a:avLst/>
              <a:gdLst/>
              <a:ahLst/>
              <a:cxnLst/>
              <a:rect l="l" t="t" r="r" b="b"/>
              <a:pathLst>
                <a:path w="5" h="8" extrusionOk="0">
                  <a:moveTo>
                    <a:pt x="4" y="1"/>
                  </a:moveTo>
                  <a:lnTo>
                    <a:pt x="1" y="8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89" name="Google Shape;6747;p80">
              <a:extLst>
                <a:ext uri="{FF2B5EF4-FFF2-40B4-BE49-F238E27FC236}">
                  <a16:creationId xmlns:a16="http://schemas.microsoft.com/office/drawing/2014/main" id="{5C241690-A8B2-5143-08A2-B13C5E265FCF}"/>
                </a:ext>
              </a:extLst>
            </p:cNvPr>
            <p:cNvSpPr/>
            <p:nvPr/>
          </p:nvSpPr>
          <p:spPr>
            <a:xfrm>
              <a:off x="2296798" y="2011237"/>
              <a:ext cx="109" cy="122"/>
            </a:xfrm>
            <a:custGeom>
              <a:avLst/>
              <a:gdLst/>
              <a:ahLst/>
              <a:cxnLst/>
              <a:rect l="l" t="t" r="r" b="b"/>
              <a:pathLst>
                <a:path w="8" h="9" extrusionOk="0">
                  <a:moveTo>
                    <a:pt x="7" y="1"/>
                  </a:moveTo>
                  <a:lnTo>
                    <a:pt x="7" y="1"/>
                  </a:lnTo>
                  <a:cubicBezTo>
                    <a:pt x="5" y="3"/>
                    <a:pt x="3" y="6"/>
                    <a:pt x="2" y="7"/>
                  </a:cubicBezTo>
                  <a:lnTo>
                    <a:pt x="2" y="7"/>
                  </a:lnTo>
                  <a:cubicBezTo>
                    <a:pt x="5" y="6"/>
                    <a:pt x="7" y="4"/>
                    <a:pt x="7" y="1"/>
                  </a:cubicBezTo>
                  <a:close/>
                  <a:moveTo>
                    <a:pt x="2" y="7"/>
                  </a:moveTo>
                  <a:cubicBezTo>
                    <a:pt x="1" y="8"/>
                    <a:pt x="1" y="8"/>
                    <a:pt x="0" y="8"/>
                  </a:cubicBezTo>
                  <a:cubicBezTo>
                    <a:pt x="0" y="8"/>
                    <a:pt x="0" y="9"/>
                    <a:pt x="1" y="9"/>
                  </a:cubicBezTo>
                  <a:cubicBezTo>
                    <a:pt x="1" y="9"/>
                    <a:pt x="1" y="8"/>
                    <a:pt x="2" y="7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90" name="Google Shape;6748;p80">
              <a:extLst>
                <a:ext uri="{FF2B5EF4-FFF2-40B4-BE49-F238E27FC236}">
                  <a16:creationId xmlns:a16="http://schemas.microsoft.com/office/drawing/2014/main" id="{17DA1ECC-9367-24F2-29F2-EAD907511B93}"/>
                </a:ext>
              </a:extLst>
            </p:cNvPr>
            <p:cNvSpPr/>
            <p:nvPr/>
          </p:nvSpPr>
          <p:spPr>
            <a:xfrm>
              <a:off x="2296934" y="2010857"/>
              <a:ext cx="68" cy="299"/>
            </a:xfrm>
            <a:custGeom>
              <a:avLst/>
              <a:gdLst/>
              <a:ahLst/>
              <a:cxnLst/>
              <a:rect l="l" t="t" r="r" b="b"/>
              <a:pathLst>
                <a:path w="5" h="22" extrusionOk="0">
                  <a:moveTo>
                    <a:pt x="4" y="1"/>
                  </a:moveTo>
                  <a:cubicBezTo>
                    <a:pt x="4" y="8"/>
                    <a:pt x="1" y="15"/>
                    <a:pt x="1" y="22"/>
                  </a:cubicBezTo>
                  <a:cubicBezTo>
                    <a:pt x="1" y="15"/>
                    <a:pt x="4" y="8"/>
                    <a:pt x="4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91" name="Google Shape;6749;p80">
              <a:extLst>
                <a:ext uri="{FF2B5EF4-FFF2-40B4-BE49-F238E27FC236}">
                  <a16:creationId xmlns:a16="http://schemas.microsoft.com/office/drawing/2014/main" id="{32ADEDFB-3A73-AC98-46CA-6DF67CFB906F}"/>
                </a:ext>
              </a:extLst>
            </p:cNvPr>
            <p:cNvSpPr/>
            <p:nvPr/>
          </p:nvSpPr>
          <p:spPr>
            <a:xfrm>
              <a:off x="2306248" y="2008196"/>
              <a:ext cx="68" cy="68"/>
            </a:xfrm>
            <a:custGeom>
              <a:avLst/>
              <a:gdLst/>
              <a:ahLst/>
              <a:cxnLst/>
              <a:rect l="l" t="t" r="r" b="b"/>
              <a:pathLst>
                <a:path w="5" h="5" extrusionOk="0">
                  <a:moveTo>
                    <a:pt x="4" y="4"/>
                  </a:moveTo>
                  <a:lnTo>
                    <a:pt x="1" y="1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92" name="Google Shape;6750;p80">
              <a:extLst>
                <a:ext uri="{FF2B5EF4-FFF2-40B4-BE49-F238E27FC236}">
                  <a16:creationId xmlns:a16="http://schemas.microsoft.com/office/drawing/2014/main" id="{6015DB65-48FC-5BA9-D69F-3156C96ED529}"/>
                </a:ext>
              </a:extLst>
            </p:cNvPr>
            <p:cNvSpPr/>
            <p:nvPr/>
          </p:nvSpPr>
          <p:spPr>
            <a:xfrm>
              <a:off x="2336336" y="2018080"/>
              <a:ext cx="109" cy="14"/>
            </a:xfrm>
            <a:custGeom>
              <a:avLst/>
              <a:gdLst/>
              <a:ahLst/>
              <a:cxnLst/>
              <a:rect l="l" t="t" r="r" b="b"/>
              <a:pathLst>
                <a:path w="8" h="1" extrusionOk="0">
                  <a:moveTo>
                    <a:pt x="8" y="1"/>
                  </a:moveTo>
                  <a:lnTo>
                    <a:pt x="1" y="1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93" name="Google Shape;6751;p80">
              <a:extLst>
                <a:ext uri="{FF2B5EF4-FFF2-40B4-BE49-F238E27FC236}">
                  <a16:creationId xmlns:a16="http://schemas.microsoft.com/office/drawing/2014/main" id="{A20EDF34-6CC2-E947-F22B-6120CB37570B}"/>
                </a:ext>
              </a:extLst>
            </p:cNvPr>
            <p:cNvSpPr/>
            <p:nvPr/>
          </p:nvSpPr>
          <p:spPr>
            <a:xfrm>
              <a:off x="2336675" y="2017890"/>
              <a:ext cx="54" cy="68"/>
            </a:xfrm>
            <a:custGeom>
              <a:avLst/>
              <a:gdLst/>
              <a:ahLst/>
              <a:cxnLst/>
              <a:rect l="l" t="t" r="r" b="b"/>
              <a:pathLst>
                <a:path w="4" h="5" extrusionOk="0">
                  <a:moveTo>
                    <a:pt x="4" y="1"/>
                  </a:moveTo>
                  <a:lnTo>
                    <a:pt x="0" y="4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94" name="Google Shape;6752;p80">
              <a:extLst>
                <a:ext uri="{FF2B5EF4-FFF2-40B4-BE49-F238E27FC236}">
                  <a16:creationId xmlns:a16="http://schemas.microsoft.com/office/drawing/2014/main" id="{E1F13B29-8A4A-9E74-B899-36EC045254D7}"/>
                </a:ext>
              </a:extLst>
            </p:cNvPr>
            <p:cNvSpPr/>
            <p:nvPr/>
          </p:nvSpPr>
          <p:spPr>
            <a:xfrm>
              <a:off x="2348270" y="2014333"/>
              <a:ext cx="1398" cy="244"/>
            </a:xfrm>
            <a:custGeom>
              <a:avLst/>
              <a:gdLst/>
              <a:ahLst/>
              <a:cxnLst/>
              <a:rect l="l" t="t" r="r" b="b"/>
              <a:pathLst>
                <a:path w="103" h="18" extrusionOk="0">
                  <a:moveTo>
                    <a:pt x="102" y="18"/>
                  </a:moveTo>
                  <a:cubicBezTo>
                    <a:pt x="67" y="18"/>
                    <a:pt x="32" y="11"/>
                    <a:pt x="1" y="0"/>
                  </a:cubicBezTo>
                  <a:cubicBezTo>
                    <a:pt x="32" y="11"/>
                    <a:pt x="67" y="18"/>
                    <a:pt x="102" y="18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95" name="Google Shape;6753;p80">
              <a:extLst>
                <a:ext uri="{FF2B5EF4-FFF2-40B4-BE49-F238E27FC236}">
                  <a16:creationId xmlns:a16="http://schemas.microsoft.com/office/drawing/2014/main" id="{7ED1BDDC-7C99-C0C9-40D0-D3121C1B3DE1}"/>
                </a:ext>
              </a:extLst>
            </p:cNvPr>
            <p:cNvSpPr/>
            <p:nvPr/>
          </p:nvSpPr>
          <p:spPr>
            <a:xfrm>
              <a:off x="2335765" y="2018230"/>
              <a:ext cx="14" cy="14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1" y="0"/>
                  </a:move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96" name="Google Shape;6754;p80">
              <a:extLst>
                <a:ext uri="{FF2B5EF4-FFF2-40B4-BE49-F238E27FC236}">
                  <a16:creationId xmlns:a16="http://schemas.microsoft.com/office/drawing/2014/main" id="{74EE5E8F-6498-2C6A-54CA-26C4707AD401}"/>
                </a:ext>
              </a:extLst>
            </p:cNvPr>
            <p:cNvSpPr/>
            <p:nvPr/>
          </p:nvSpPr>
          <p:spPr>
            <a:xfrm>
              <a:off x="2335480" y="2018230"/>
              <a:ext cx="163" cy="14"/>
            </a:xfrm>
            <a:custGeom>
              <a:avLst/>
              <a:gdLst/>
              <a:ahLst/>
              <a:cxnLst/>
              <a:rect l="l" t="t" r="r" b="b"/>
              <a:pathLst>
                <a:path w="12" h="1" extrusionOk="0">
                  <a:moveTo>
                    <a:pt x="11" y="0"/>
                  </a:moveTo>
                  <a:lnTo>
                    <a:pt x="1" y="0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97" name="Google Shape;6755;p80">
              <a:extLst>
                <a:ext uri="{FF2B5EF4-FFF2-40B4-BE49-F238E27FC236}">
                  <a16:creationId xmlns:a16="http://schemas.microsoft.com/office/drawing/2014/main" id="{AF959C1C-F5D9-7777-58CB-BEA48EBD77A5}"/>
                </a:ext>
              </a:extLst>
            </p:cNvPr>
            <p:cNvSpPr/>
            <p:nvPr/>
          </p:nvSpPr>
          <p:spPr>
            <a:xfrm>
              <a:off x="2335249" y="2018135"/>
              <a:ext cx="149" cy="54"/>
            </a:xfrm>
            <a:custGeom>
              <a:avLst/>
              <a:gdLst/>
              <a:ahLst/>
              <a:cxnLst/>
              <a:rect l="l" t="t" r="r" b="b"/>
              <a:pathLst>
                <a:path w="11" h="4" extrusionOk="0">
                  <a:moveTo>
                    <a:pt x="11" y="4"/>
                  </a:moveTo>
                  <a:lnTo>
                    <a:pt x="0" y="0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98" name="Google Shape;6756;p80">
              <a:extLst>
                <a:ext uri="{FF2B5EF4-FFF2-40B4-BE49-F238E27FC236}">
                  <a16:creationId xmlns:a16="http://schemas.microsoft.com/office/drawing/2014/main" id="{EFA36AD5-3294-DB46-613E-A2C5FF098CD6}"/>
                </a:ext>
              </a:extLst>
            </p:cNvPr>
            <p:cNvSpPr/>
            <p:nvPr/>
          </p:nvSpPr>
          <p:spPr>
            <a:xfrm>
              <a:off x="2336051" y="2018175"/>
              <a:ext cx="109" cy="14"/>
            </a:xfrm>
            <a:custGeom>
              <a:avLst/>
              <a:gdLst/>
              <a:ahLst/>
              <a:cxnLst/>
              <a:rect l="l" t="t" r="r" b="b"/>
              <a:pathLst>
                <a:path w="8" h="1" extrusionOk="0">
                  <a:moveTo>
                    <a:pt x="8" y="1"/>
                  </a:moveTo>
                  <a:lnTo>
                    <a:pt x="1" y="1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99" name="Google Shape;6757;p80">
              <a:extLst>
                <a:ext uri="{FF2B5EF4-FFF2-40B4-BE49-F238E27FC236}">
                  <a16:creationId xmlns:a16="http://schemas.microsoft.com/office/drawing/2014/main" id="{D08712CE-72EB-0AD6-7B6C-A89078FD33AF}"/>
                </a:ext>
              </a:extLst>
            </p:cNvPr>
            <p:cNvSpPr/>
            <p:nvPr/>
          </p:nvSpPr>
          <p:spPr>
            <a:xfrm>
              <a:off x="2335059" y="2017985"/>
              <a:ext cx="204" cy="109"/>
            </a:xfrm>
            <a:custGeom>
              <a:avLst/>
              <a:gdLst/>
              <a:ahLst/>
              <a:cxnLst/>
              <a:rect l="l" t="t" r="r" b="b"/>
              <a:pathLst>
                <a:path w="15" h="8" extrusionOk="0">
                  <a:moveTo>
                    <a:pt x="14" y="8"/>
                  </a:moveTo>
                  <a:lnTo>
                    <a:pt x="0" y="1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00" name="Google Shape;6758;p80">
              <a:extLst>
                <a:ext uri="{FF2B5EF4-FFF2-40B4-BE49-F238E27FC236}">
                  <a16:creationId xmlns:a16="http://schemas.microsoft.com/office/drawing/2014/main" id="{F9492ECE-0B17-11F2-9ED2-34397A14FFBA}"/>
                </a:ext>
              </a:extLst>
            </p:cNvPr>
            <p:cNvSpPr/>
            <p:nvPr/>
          </p:nvSpPr>
          <p:spPr>
            <a:xfrm>
              <a:off x="2337816" y="2016804"/>
              <a:ext cx="54" cy="109"/>
            </a:xfrm>
            <a:custGeom>
              <a:avLst/>
              <a:gdLst/>
              <a:ahLst/>
              <a:cxnLst/>
              <a:rect l="l" t="t" r="r" b="b"/>
              <a:pathLst>
                <a:path w="4" h="8" extrusionOk="0">
                  <a:moveTo>
                    <a:pt x="4" y="0"/>
                  </a:moveTo>
                  <a:lnTo>
                    <a:pt x="0" y="7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01" name="Google Shape;6759;p80">
              <a:extLst>
                <a:ext uri="{FF2B5EF4-FFF2-40B4-BE49-F238E27FC236}">
                  <a16:creationId xmlns:a16="http://schemas.microsoft.com/office/drawing/2014/main" id="{CD151C68-6356-BD1A-B020-47C681689E22}"/>
                </a:ext>
              </a:extLst>
            </p:cNvPr>
            <p:cNvSpPr/>
            <p:nvPr/>
          </p:nvSpPr>
          <p:spPr>
            <a:xfrm>
              <a:off x="2337245" y="2017415"/>
              <a:ext cx="109" cy="68"/>
            </a:xfrm>
            <a:custGeom>
              <a:avLst/>
              <a:gdLst/>
              <a:ahLst/>
              <a:cxnLst/>
              <a:rect l="l" t="t" r="r" b="b"/>
              <a:pathLst>
                <a:path w="8" h="5" extrusionOk="0">
                  <a:moveTo>
                    <a:pt x="7" y="1"/>
                  </a:moveTo>
                  <a:lnTo>
                    <a:pt x="0" y="4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02" name="Google Shape;6760;p80">
              <a:extLst>
                <a:ext uri="{FF2B5EF4-FFF2-40B4-BE49-F238E27FC236}">
                  <a16:creationId xmlns:a16="http://schemas.microsoft.com/office/drawing/2014/main" id="{9124381F-951D-1DC8-C3D3-B979CC85130A}"/>
                </a:ext>
              </a:extLst>
            </p:cNvPr>
            <p:cNvSpPr/>
            <p:nvPr/>
          </p:nvSpPr>
          <p:spPr>
            <a:xfrm>
              <a:off x="2337571" y="2017184"/>
              <a:ext cx="14" cy="14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1" y="0"/>
                  </a:move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03" name="Google Shape;6761;p80">
              <a:extLst>
                <a:ext uri="{FF2B5EF4-FFF2-40B4-BE49-F238E27FC236}">
                  <a16:creationId xmlns:a16="http://schemas.microsoft.com/office/drawing/2014/main" id="{53184D94-7A39-41B5-852A-422CDA6E2DCE}"/>
                </a:ext>
              </a:extLst>
            </p:cNvPr>
            <p:cNvSpPr/>
            <p:nvPr/>
          </p:nvSpPr>
          <p:spPr>
            <a:xfrm>
              <a:off x="2336960" y="2017700"/>
              <a:ext cx="54" cy="68"/>
            </a:xfrm>
            <a:custGeom>
              <a:avLst/>
              <a:gdLst/>
              <a:ahLst/>
              <a:cxnLst/>
              <a:rect l="l" t="t" r="r" b="b"/>
              <a:pathLst>
                <a:path w="4" h="5" extrusionOk="0">
                  <a:moveTo>
                    <a:pt x="4" y="1"/>
                  </a:moveTo>
                  <a:lnTo>
                    <a:pt x="0" y="4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04" name="Google Shape;6762;p80">
              <a:extLst>
                <a:ext uri="{FF2B5EF4-FFF2-40B4-BE49-F238E27FC236}">
                  <a16:creationId xmlns:a16="http://schemas.microsoft.com/office/drawing/2014/main" id="{E42E4804-C917-3B1D-985F-D31CA79781C8}"/>
                </a:ext>
              </a:extLst>
            </p:cNvPr>
            <p:cNvSpPr/>
            <p:nvPr/>
          </p:nvSpPr>
          <p:spPr>
            <a:xfrm>
              <a:off x="2307388" y="2008861"/>
              <a:ext cx="584" cy="258"/>
            </a:xfrm>
            <a:custGeom>
              <a:avLst/>
              <a:gdLst/>
              <a:ahLst/>
              <a:cxnLst/>
              <a:rect l="l" t="t" r="r" b="b"/>
              <a:pathLst>
                <a:path w="43" h="19" extrusionOk="0">
                  <a:moveTo>
                    <a:pt x="1" y="1"/>
                  </a:moveTo>
                  <a:lnTo>
                    <a:pt x="1" y="4"/>
                  </a:lnTo>
                  <a:lnTo>
                    <a:pt x="43" y="18"/>
                  </a:lnTo>
                  <a:lnTo>
                    <a:pt x="1" y="1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05" name="Google Shape;6763;p80">
              <a:extLst>
                <a:ext uri="{FF2B5EF4-FFF2-40B4-BE49-F238E27FC236}">
                  <a16:creationId xmlns:a16="http://schemas.microsoft.com/office/drawing/2014/main" id="{FA00A873-52C7-E16A-B5E9-872C0EC24DCA}"/>
                </a:ext>
              </a:extLst>
            </p:cNvPr>
            <p:cNvSpPr/>
            <p:nvPr/>
          </p:nvSpPr>
          <p:spPr>
            <a:xfrm>
              <a:off x="2324170" y="2015704"/>
              <a:ext cx="1303" cy="584"/>
            </a:xfrm>
            <a:custGeom>
              <a:avLst/>
              <a:gdLst/>
              <a:ahLst/>
              <a:cxnLst/>
              <a:rect l="l" t="t" r="r" b="b"/>
              <a:pathLst>
                <a:path w="96" h="43" extrusionOk="0">
                  <a:moveTo>
                    <a:pt x="1" y="1"/>
                  </a:moveTo>
                  <a:lnTo>
                    <a:pt x="1" y="1"/>
                  </a:lnTo>
                  <a:cubicBezTo>
                    <a:pt x="32" y="22"/>
                    <a:pt x="64" y="32"/>
                    <a:pt x="95" y="43"/>
                  </a:cubicBezTo>
                  <a:cubicBezTo>
                    <a:pt x="64" y="32"/>
                    <a:pt x="36" y="18"/>
                    <a:pt x="1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06" name="Google Shape;6764;p80">
              <a:extLst>
                <a:ext uri="{FF2B5EF4-FFF2-40B4-BE49-F238E27FC236}">
                  <a16:creationId xmlns:a16="http://schemas.microsoft.com/office/drawing/2014/main" id="{5C42AEE3-6BED-C7D5-0209-8370BC73582B}"/>
                </a:ext>
              </a:extLst>
            </p:cNvPr>
            <p:cNvSpPr/>
            <p:nvPr/>
          </p:nvSpPr>
          <p:spPr>
            <a:xfrm>
              <a:off x="2310050" y="2009961"/>
              <a:ext cx="299" cy="149"/>
            </a:xfrm>
            <a:custGeom>
              <a:avLst/>
              <a:gdLst/>
              <a:ahLst/>
              <a:cxnLst/>
              <a:rect l="l" t="t" r="r" b="b"/>
              <a:pathLst>
                <a:path w="22" h="11" extrusionOk="0">
                  <a:moveTo>
                    <a:pt x="22" y="11"/>
                  </a:moveTo>
                  <a:lnTo>
                    <a:pt x="1" y="0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07" name="Google Shape;6765;p80">
              <a:extLst>
                <a:ext uri="{FF2B5EF4-FFF2-40B4-BE49-F238E27FC236}">
                  <a16:creationId xmlns:a16="http://schemas.microsoft.com/office/drawing/2014/main" id="{F32C9164-6FBB-7976-1926-7D3BF7120B61}"/>
                </a:ext>
              </a:extLst>
            </p:cNvPr>
            <p:cNvSpPr/>
            <p:nvPr/>
          </p:nvSpPr>
          <p:spPr>
            <a:xfrm>
              <a:off x="2351651" y="2013953"/>
              <a:ext cx="149" cy="54"/>
            </a:xfrm>
            <a:custGeom>
              <a:avLst/>
              <a:gdLst/>
              <a:ahLst/>
              <a:cxnLst/>
              <a:rect l="l" t="t" r="r" b="b"/>
              <a:pathLst>
                <a:path w="11" h="4" extrusionOk="0">
                  <a:moveTo>
                    <a:pt x="11" y="0"/>
                  </a:moveTo>
                  <a:lnTo>
                    <a:pt x="0" y="4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08" name="Google Shape;6766;p80">
              <a:extLst>
                <a:ext uri="{FF2B5EF4-FFF2-40B4-BE49-F238E27FC236}">
                  <a16:creationId xmlns:a16="http://schemas.microsoft.com/office/drawing/2014/main" id="{A59FC745-E23A-806D-0E5C-E9F7B187FE80}"/>
                </a:ext>
              </a:extLst>
            </p:cNvPr>
            <p:cNvSpPr/>
            <p:nvPr/>
          </p:nvSpPr>
          <p:spPr>
            <a:xfrm>
              <a:off x="2314001" y="2010626"/>
              <a:ext cx="10183" cy="5092"/>
            </a:xfrm>
            <a:custGeom>
              <a:avLst/>
              <a:gdLst/>
              <a:ahLst/>
              <a:cxnLst/>
              <a:rect l="l" t="t" r="r" b="b"/>
              <a:pathLst>
                <a:path w="750" h="375" extrusionOk="0">
                  <a:moveTo>
                    <a:pt x="1" y="0"/>
                  </a:moveTo>
                  <a:cubicBezTo>
                    <a:pt x="106" y="7"/>
                    <a:pt x="228" y="18"/>
                    <a:pt x="277" y="63"/>
                  </a:cubicBezTo>
                  <a:cubicBezTo>
                    <a:pt x="424" y="182"/>
                    <a:pt x="582" y="287"/>
                    <a:pt x="750" y="375"/>
                  </a:cubicBezTo>
                  <a:cubicBezTo>
                    <a:pt x="582" y="287"/>
                    <a:pt x="424" y="182"/>
                    <a:pt x="277" y="63"/>
                  </a:cubicBezTo>
                  <a:cubicBezTo>
                    <a:pt x="228" y="18"/>
                    <a:pt x="106" y="7"/>
                    <a:pt x="1" y="0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09" name="Google Shape;6767;p80">
              <a:extLst>
                <a:ext uri="{FF2B5EF4-FFF2-40B4-BE49-F238E27FC236}">
                  <a16:creationId xmlns:a16="http://schemas.microsoft.com/office/drawing/2014/main" id="{80989B0B-B1B8-7B47-0C3D-C5831963F1D1}"/>
                </a:ext>
              </a:extLst>
            </p:cNvPr>
            <p:cNvSpPr/>
            <p:nvPr/>
          </p:nvSpPr>
          <p:spPr>
            <a:xfrm>
              <a:off x="2352072" y="2013858"/>
              <a:ext cx="68" cy="14"/>
            </a:xfrm>
            <a:custGeom>
              <a:avLst/>
              <a:gdLst/>
              <a:ahLst/>
              <a:cxnLst/>
              <a:rect l="l" t="t" r="r" b="b"/>
              <a:pathLst>
                <a:path w="5" h="1" extrusionOk="0">
                  <a:moveTo>
                    <a:pt x="4" y="0"/>
                  </a:moveTo>
                  <a:lnTo>
                    <a:pt x="4" y="0"/>
                  </a:lnTo>
                  <a:lnTo>
                    <a:pt x="1" y="0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10" name="Google Shape;6768;p80">
              <a:extLst>
                <a:ext uri="{FF2B5EF4-FFF2-40B4-BE49-F238E27FC236}">
                  <a16:creationId xmlns:a16="http://schemas.microsoft.com/office/drawing/2014/main" id="{485F74B8-878F-2EE6-A339-A31BC6C0A15C}"/>
                </a:ext>
              </a:extLst>
            </p:cNvPr>
            <p:cNvSpPr/>
            <p:nvPr/>
          </p:nvSpPr>
          <p:spPr>
            <a:xfrm>
              <a:off x="2351027" y="2014143"/>
              <a:ext cx="109" cy="14"/>
            </a:xfrm>
            <a:custGeom>
              <a:avLst/>
              <a:gdLst/>
              <a:ahLst/>
              <a:cxnLst/>
              <a:rect l="l" t="t" r="r" b="b"/>
              <a:pathLst>
                <a:path w="8" h="1" extrusionOk="0">
                  <a:moveTo>
                    <a:pt x="8" y="0"/>
                  </a:moveTo>
                  <a:lnTo>
                    <a:pt x="1" y="0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11" name="Google Shape;6769;p80">
              <a:extLst>
                <a:ext uri="{FF2B5EF4-FFF2-40B4-BE49-F238E27FC236}">
                  <a16:creationId xmlns:a16="http://schemas.microsoft.com/office/drawing/2014/main" id="{8F2A975B-D33C-CC15-9B66-C1B5D1E5B7A9}"/>
                </a:ext>
              </a:extLst>
            </p:cNvPr>
            <p:cNvSpPr/>
            <p:nvPr/>
          </p:nvSpPr>
          <p:spPr>
            <a:xfrm>
              <a:off x="2351312" y="2014048"/>
              <a:ext cx="109" cy="54"/>
            </a:xfrm>
            <a:custGeom>
              <a:avLst/>
              <a:gdLst/>
              <a:ahLst/>
              <a:cxnLst/>
              <a:rect l="l" t="t" r="r" b="b"/>
              <a:pathLst>
                <a:path w="8" h="4" extrusionOk="0">
                  <a:moveTo>
                    <a:pt x="8" y="0"/>
                  </a:moveTo>
                  <a:lnTo>
                    <a:pt x="1" y="4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12" name="Google Shape;6770;p80">
              <a:extLst>
                <a:ext uri="{FF2B5EF4-FFF2-40B4-BE49-F238E27FC236}">
                  <a16:creationId xmlns:a16="http://schemas.microsoft.com/office/drawing/2014/main" id="{8D99198F-45B8-6938-B80D-C3864E2A022E}"/>
                </a:ext>
              </a:extLst>
            </p:cNvPr>
            <p:cNvSpPr/>
            <p:nvPr/>
          </p:nvSpPr>
          <p:spPr>
            <a:xfrm>
              <a:off x="2263574" y="2013192"/>
              <a:ext cx="38180" cy="39646"/>
            </a:xfrm>
            <a:custGeom>
              <a:avLst/>
              <a:gdLst/>
              <a:ahLst/>
              <a:cxnLst/>
              <a:rect l="l" t="t" r="r" b="b"/>
              <a:pathLst>
                <a:path w="2812" h="2920" extrusionOk="0">
                  <a:moveTo>
                    <a:pt x="2346" y="0"/>
                  </a:moveTo>
                  <a:lnTo>
                    <a:pt x="2325" y="14"/>
                  </a:lnTo>
                  <a:cubicBezTo>
                    <a:pt x="2290" y="39"/>
                    <a:pt x="2255" y="70"/>
                    <a:pt x="2230" y="102"/>
                  </a:cubicBezTo>
                  <a:cubicBezTo>
                    <a:pt x="2223" y="140"/>
                    <a:pt x="2195" y="175"/>
                    <a:pt x="2160" y="189"/>
                  </a:cubicBezTo>
                  <a:cubicBezTo>
                    <a:pt x="2122" y="210"/>
                    <a:pt x="2068" y="219"/>
                    <a:pt x="2012" y="219"/>
                  </a:cubicBezTo>
                  <a:cubicBezTo>
                    <a:pt x="1934" y="219"/>
                    <a:pt x="1851" y="202"/>
                    <a:pt x="1796" y="175"/>
                  </a:cubicBezTo>
                  <a:cubicBezTo>
                    <a:pt x="1787" y="171"/>
                    <a:pt x="1775" y="169"/>
                    <a:pt x="1761" y="169"/>
                  </a:cubicBezTo>
                  <a:cubicBezTo>
                    <a:pt x="1676" y="169"/>
                    <a:pt x="1510" y="239"/>
                    <a:pt x="1477" y="284"/>
                  </a:cubicBezTo>
                  <a:cubicBezTo>
                    <a:pt x="1474" y="291"/>
                    <a:pt x="1470" y="298"/>
                    <a:pt x="1463" y="305"/>
                  </a:cubicBezTo>
                  <a:lnTo>
                    <a:pt x="1460" y="308"/>
                  </a:lnTo>
                  <a:cubicBezTo>
                    <a:pt x="1453" y="312"/>
                    <a:pt x="1449" y="315"/>
                    <a:pt x="1442" y="319"/>
                  </a:cubicBezTo>
                  <a:cubicBezTo>
                    <a:pt x="1435" y="322"/>
                    <a:pt x="1428" y="326"/>
                    <a:pt x="1421" y="326"/>
                  </a:cubicBezTo>
                  <a:lnTo>
                    <a:pt x="1376" y="326"/>
                  </a:lnTo>
                  <a:lnTo>
                    <a:pt x="1362" y="322"/>
                  </a:lnTo>
                  <a:lnTo>
                    <a:pt x="1355" y="322"/>
                  </a:lnTo>
                  <a:lnTo>
                    <a:pt x="1341" y="319"/>
                  </a:lnTo>
                  <a:lnTo>
                    <a:pt x="1334" y="315"/>
                  </a:lnTo>
                  <a:lnTo>
                    <a:pt x="1320" y="308"/>
                  </a:lnTo>
                  <a:lnTo>
                    <a:pt x="1316" y="308"/>
                  </a:lnTo>
                  <a:lnTo>
                    <a:pt x="1299" y="298"/>
                  </a:lnTo>
                  <a:lnTo>
                    <a:pt x="1292" y="298"/>
                  </a:lnTo>
                  <a:lnTo>
                    <a:pt x="1281" y="287"/>
                  </a:lnTo>
                  <a:lnTo>
                    <a:pt x="1274" y="284"/>
                  </a:lnTo>
                  <a:lnTo>
                    <a:pt x="1260" y="277"/>
                  </a:lnTo>
                  <a:lnTo>
                    <a:pt x="1257" y="273"/>
                  </a:lnTo>
                  <a:lnTo>
                    <a:pt x="1239" y="263"/>
                  </a:lnTo>
                  <a:cubicBezTo>
                    <a:pt x="1194" y="231"/>
                    <a:pt x="1127" y="193"/>
                    <a:pt x="1092" y="193"/>
                  </a:cubicBezTo>
                  <a:cubicBezTo>
                    <a:pt x="994" y="214"/>
                    <a:pt x="900" y="238"/>
                    <a:pt x="805" y="273"/>
                  </a:cubicBezTo>
                  <a:lnTo>
                    <a:pt x="788" y="263"/>
                  </a:lnTo>
                  <a:lnTo>
                    <a:pt x="711" y="287"/>
                  </a:lnTo>
                  <a:lnTo>
                    <a:pt x="707" y="322"/>
                  </a:lnTo>
                  <a:lnTo>
                    <a:pt x="707" y="326"/>
                  </a:lnTo>
                  <a:lnTo>
                    <a:pt x="707" y="343"/>
                  </a:lnTo>
                  <a:lnTo>
                    <a:pt x="707" y="350"/>
                  </a:lnTo>
                  <a:lnTo>
                    <a:pt x="707" y="364"/>
                  </a:lnTo>
                  <a:lnTo>
                    <a:pt x="707" y="378"/>
                  </a:lnTo>
                  <a:lnTo>
                    <a:pt x="707" y="385"/>
                  </a:lnTo>
                  <a:lnTo>
                    <a:pt x="704" y="406"/>
                  </a:lnTo>
                  <a:lnTo>
                    <a:pt x="704" y="413"/>
                  </a:lnTo>
                  <a:lnTo>
                    <a:pt x="704" y="438"/>
                  </a:lnTo>
                  <a:lnTo>
                    <a:pt x="704" y="441"/>
                  </a:lnTo>
                  <a:lnTo>
                    <a:pt x="700" y="466"/>
                  </a:lnTo>
                  <a:lnTo>
                    <a:pt x="700" y="473"/>
                  </a:lnTo>
                  <a:lnTo>
                    <a:pt x="697" y="497"/>
                  </a:lnTo>
                  <a:lnTo>
                    <a:pt x="697" y="504"/>
                  </a:lnTo>
                  <a:lnTo>
                    <a:pt x="693" y="529"/>
                  </a:lnTo>
                  <a:lnTo>
                    <a:pt x="693" y="536"/>
                  </a:lnTo>
                  <a:lnTo>
                    <a:pt x="690" y="557"/>
                  </a:lnTo>
                  <a:lnTo>
                    <a:pt x="690" y="564"/>
                  </a:lnTo>
                  <a:lnTo>
                    <a:pt x="690" y="588"/>
                  </a:lnTo>
                  <a:lnTo>
                    <a:pt x="690" y="599"/>
                  </a:lnTo>
                  <a:lnTo>
                    <a:pt x="690" y="616"/>
                  </a:lnTo>
                  <a:lnTo>
                    <a:pt x="690" y="627"/>
                  </a:lnTo>
                  <a:lnTo>
                    <a:pt x="690" y="644"/>
                  </a:lnTo>
                  <a:lnTo>
                    <a:pt x="690" y="655"/>
                  </a:lnTo>
                  <a:lnTo>
                    <a:pt x="690" y="669"/>
                  </a:lnTo>
                  <a:lnTo>
                    <a:pt x="690" y="679"/>
                  </a:lnTo>
                  <a:lnTo>
                    <a:pt x="690" y="693"/>
                  </a:lnTo>
                  <a:lnTo>
                    <a:pt x="690" y="711"/>
                  </a:lnTo>
                  <a:cubicBezTo>
                    <a:pt x="690" y="749"/>
                    <a:pt x="718" y="774"/>
                    <a:pt x="763" y="809"/>
                  </a:cubicBezTo>
                  <a:cubicBezTo>
                    <a:pt x="809" y="844"/>
                    <a:pt x="872" y="896"/>
                    <a:pt x="872" y="980"/>
                  </a:cubicBezTo>
                  <a:cubicBezTo>
                    <a:pt x="872" y="1061"/>
                    <a:pt x="812" y="1138"/>
                    <a:pt x="763" y="1197"/>
                  </a:cubicBezTo>
                  <a:cubicBezTo>
                    <a:pt x="742" y="1218"/>
                    <a:pt x="725" y="1243"/>
                    <a:pt x="711" y="1271"/>
                  </a:cubicBezTo>
                  <a:cubicBezTo>
                    <a:pt x="693" y="1390"/>
                    <a:pt x="546" y="1446"/>
                    <a:pt x="438" y="1481"/>
                  </a:cubicBezTo>
                  <a:cubicBezTo>
                    <a:pt x="403" y="1492"/>
                    <a:pt x="385" y="1534"/>
                    <a:pt x="361" y="1600"/>
                  </a:cubicBezTo>
                  <a:cubicBezTo>
                    <a:pt x="340" y="1667"/>
                    <a:pt x="301" y="1730"/>
                    <a:pt x="252" y="1775"/>
                  </a:cubicBezTo>
                  <a:cubicBezTo>
                    <a:pt x="214" y="1803"/>
                    <a:pt x="200" y="1873"/>
                    <a:pt x="189" y="1950"/>
                  </a:cubicBezTo>
                  <a:cubicBezTo>
                    <a:pt x="179" y="2013"/>
                    <a:pt x="161" y="2080"/>
                    <a:pt x="137" y="2139"/>
                  </a:cubicBezTo>
                  <a:cubicBezTo>
                    <a:pt x="77" y="2279"/>
                    <a:pt x="46" y="2433"/>
                    <a:pt x="46" y="2584"/>
                  </a:cubicBezTo>
                  <a:lnTo>
                    <a:pt x="46" y="2633"/>
                  </a:lnTo>
                  <a:lnTo>
                    <a:pt x="46" y="2647"/>
                  </a:lnTo>
                  <a:cubicBezTo>
                    <a:pt x="46" y="2661"/>
                    <a:pt x="46" y="2675"/>
                    <a:pt x="46" y="2689"/>
                  </a:cubicBezTo>
                  <a:lnTo>
                    <a:pt x="46" y="2703"/>
                  </a:lnTo>
                  <a:cubicBezTo>
                    <a:pt x="46" y="2720"/>
                    <a:pt x="42" y="2738"/>
                    <a:pt x="39" y="2755"/>
                  </a:cubicBezTo>
                  <a:lnTo>
                    <a:pt x="39" y="2762"/>
                  </a:lnTo>
                  <a:cubicBezTo>
                    <a:pt x="35" y="2780"/>
                    <a:pt x="35" y="2794"/>
                    <a:pt x="32" y="2808"/>
                  </a:cubicBezTo>
                  <a:lnTo>
                    <a:pt x="28" y="2822"/>
                  </a:lnTo>
                  <a:cubicBezTo>
                    <a:pt x="25" y="2836"/>
                    <a:pt x="21" y="2853"/>
                    <a:pt x="18" y="2867"/>
                  </a:cubicBezTo>
                  <a:lnTo>
                    <a:pt x="14" y="2878"/>
                  </a:lnTo>
                  <a:cubicBezTo>
                    <a:pt x="11" y="2892"/>
                    <a:pt x="7" y="2906"/>
                    <a:pt x="0" y="2920"/>
                  </a:cubicBezTo>
                  <a:lnTo>
                    <a:pt x="4" y="2920"/>
                  </a:lnTo>
                  <a:cubicBezTo>
                    <a:pt x="14" y="2920"/>
                    <a:pt x="25" y="2920"/>
                    <a:pt x="35" y="2916"/>
                  </a:cubicBezTo>
                  <a:cubicBezTo>
                    <a:pt x="46" y="2916"/>
                    <a:pt x="53" y="2913"/>
                    <a:pt x="63" y="2909"/>
                  </a:cubicBezTo>
                  <a:lnTo>
                    <a:pt x="70" y="2906"/>
                  </a:lnTo>
                  <a:lnTo>
                    <a:pt x="91" y="2899"/>
                  </a:lnTo>
                  <a:lnTo>
                    <a:pt x="98" y="2895"/>
                  </a:lnTo>
                  <a:lnTo>
                    <a:pt x="126" y="2881"/>
                  </a:lnTo>
                  <a:lnTo>
                    <a:pt x="137" y="2878"/>
                  </a:lnTo>
                  <a:lnTo>
                    <a:pt x="161" y="2867"/>
                  </a:lnTo>
                  <a:lnTo>
                    <a:pt x="165" y="2867"/>
                  </a:lnTo>
                  <a:lnTo>
                    <a:pt x="189" y="2857"/>
                  </a:lnTo>
                  <a:lnTo>
                    <a:pt x="224" y="2843"/>
                  </a:lnTo>
                  <a:lnTo>
                    <a:pt x="263" y="2829"/>
                  </a:lnTo>
                  <a:lnTo>
                    <a:pt x="270" y="2829"/>
                  </a:lnTo>
                  <a:lnTo>
                    <a:pt x="301" y="2818"/>
                  </a:lnTo>
                  <a:lnTo>
                    <a:pt x="326" y="2811"/>
                  </a:lnTo>
                  <a:lnTo>
                    <a:pt x="340" y="2808"/>
                  </a:lnTo>
                  <a:lnTo>
                    <a:pt x="378" y="2797"/>
                  </a:lnTo>
                  <a:lnTo>
                    <a:pt x="417" y="2787"/>
                  </a:lnTo>
                  <a:lnTo>
                    <a:pt x="497" y="2762"/>
                  </a:lnTo>
                  <a:lnTo>
                    <a:pt x="504" y="2762"/>
                  </a:lnTo>
                  <a:cubicBezTo>
                    <a:pt x="599" y="2734"/>
                    <a:pt x="676" y="2717"/>
                    <a:pt x="700" y="2710"/>
                  </a:cubicBezTo>
                  <a:lnTo>
                    <a:pt x="718" y="2710"/>
                  </a:lnTo>
                  <a:lnTo>
                    <a:pt x="1131" y="2675"/>
                  </a:lnTo>
                  <a:cubicBezTo>
                    <a:pt x="1211" y="2465"/>
                    <a:pt x="1362" y="2146"/>
                    <a:pt x="1575" y="2083"/>
                  </a:cubicBezTo>
                  <a:cubicBezTo>
                    <a:pt x="1665" y="2056"/>
                    <a:pt x="1772" y="2043"/>
                    <a:pt x="1889" y="2043"/>
                  </a:cubicBezTo>
                  <a:cubicBezTo>
                    <a:pt x="2013" y="2043"/>
                    <a:pt x="2147" y="2058"/>
                    <a:pt x="2283" y="2087"/>
                  </a:cubicBezTo>
                  <a:lnTo>
                    <a:pt x="2293" y="2062"/>
                  </a:lnTo>
                  <a:lnTo>
                    <a:pt x="2297" y="2048"/>
                  </a:lnTo>
                  <a:lnTo>
                    <a:pt x="2314" y="2010"/>
                  </a:lnTo>
                  <a:lnTo>
                    <a:pt x="2328" y="1978"/>
                  </a:lnTo>
                  <a:lnTo>
                    <a:pt x="2332" y="1964"/>
                  </a:lnTo>
                  <a:lnTo>
                    <a:pt x="2342" y="1947"/>
                  </a:lnTo>
                  <a:lnTo>
                    <a:pt x="2346" y="1936"/>
                  </a:lnTo>
                  <a:lnTo>
                    <a:pt x="2353" y="1919"/>
                  </a:lnTo>
                  <a:lnTo>
                    <a:pt x="2360" y="1908"/>
                  </a:lnTo>
                  <a:lnTo>
                    <a:pt x="2363" y="1894"/>
                  </a:lnTo>
                  <a:lnTo>
                    <a:pt x="2370" y="1884"/>
                  </a:lnTo>
                  <a:lnTo>
                    <a:pt x="2377" y="1873"/>
                  </a:lnTo>
                  <a:lnTo>
                    <a:pt x="2381" y="1866"/>
                  </a:lnTo>
                  <a:lnTo>
                    <a:pt x="2384" y="1856"/>
                  </a:lnTo>
                  <a:lnTo>
                    <a:pt x="2391" y="1849"/>
                  </a:lnTo>
                  <a:lnTo>
                    <a:pt x="2395" y="1838"/>
                  </a:lnTo>
                  <a:lnTo>
                    <a:pt x="2398" y="1831"/>
                  </a:lnTo>
                  <a:lnTo>
                    <a:pt x="2402" y="1824"/>
                  </a:lnTo>
                  <a:lnTo>
                    <a:pt x="2405" y="1817"/>
                  </a:lnTo>
                  <a:lnTo>
                    <a:pt x="2412" y="1814"/>
                  </a:lnTo>
                  <a:lnTo>
                    <a:pt x="2416" y="1807"/>
                  </a:lnTo>
                  <a:lnTo>
                    <a:pt x="2419" y="1803"/>
                  </a:lnTo>
                  <a:lnTo>
                    <a:pt x="2423" y="1796"/>
                  </a:lnTo>
                  <a:lnTo>
                    <a:pt x="2426" y="1793"/>
                  </a:lnTo>
                  <a:lnTo>
                    <a:pt x="2426" y="1789"/>
                  </a:lnTo>
                  <a:lnTo>
                    <a:pt x="2430" y="1786"/>
                  </a:lnTo>
                  <a:lnTo>
                    <a:pt x="2433" y="1782"/>
                  </a:lnTo>
                  <a:lnTo>
                    <a:pt x="2440" y="1775"/>
                  </a:lnTo>
                  <a:cubicBezTo>
                    <a:pt x="2587" y="1628"/>
                    <a:pt x="2759" y="1365"/>
                    <a:pt x="2783" y="1169"/>
                  </a:cubicBezTo>
                  <a:cubicBezTo>
                    <a:pt x="2804" y="1001"/>
                    <a:pt x="2811" y="826"/>
                    <a:pt x="2811" y="760"/>
                  </a:cubicBezTo>
                  <a:lnTo>
                    <a:pt x="2594" y="567"/>
                  </a:lnTo>
                  <a:lnTo>
                    <a:pt x="2538" y="175"/>
                  </a:lnTo>
                  <a:lnTo>
                    <a:pt x="2346" y="0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13" name="Google Shape;6771;p80">
              <a:extLst>
                <a:ext uri="{FF2B5EF4-FFF2-40B4-BE49-F238E27FC236}">
                  <a16:creationId xmlns:a16="http://schemas.microsoft.com/office/drawing/2014/main" id="{DF3A4907-6D6B-05F0-1AC8-37D198F279D5}"/>
                </a:ext>
              </a:extLst>
            </p:cNvPr>
            <p:cNvSpPr/>
            <p:nvPr/>
          </p:nvSpPr>
          <p:spPr>
            <a:xfrm>
              <a:off x="2263710" y="2052689"/>
              <a:ext cx="14" cy="14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1" y="0"/>
                  </a:move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14" name="Google Shape;6772;p80">
              <a:extLst>
                <a:ext uri="{FF2B5EF4-FFF2-40B4-BE49-F238E27FC236}">
                  <a16:creationId xmlns:a16="http://schemas.microsoft.com/office/drawing/2014/main" id="{257B896E-0695-D0F0-BA79-CC25F690D9B6}"/>
                </a:ext>
              </a:extLst>
            </p:cNvPr>
            <p:cNvSpPr/>
            <p:nvPr/>
          </p:nvSpPr>
          <p:spPr>
            <a:xfrm>
              <a:off x="2264144" y="2052540"/>
              <a:ext cx="109" cy="68"/>
            </a:xfrm>
            <a:custGeom>
              <a:avLst/>
              <a:gdLst/>
              <a:ahLst/>
              <a:cxnLst/>
              <a:rect l="l" t="t" r="r" b="b"/>
              <a:pathLst>
                <a:path w="8" h="5" extrusionOk="0">
                  <a:moveTo>
                    <a:pt x="0" y="4"/>
                  </a:moveTo>
                  <a:lnTo>
                    <a:pt x="7" y="1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15" name="Google Shape;6773;p80">
              <a:extLst>
                <a:ext uri="{FF2B5EF4-FFF2-40B4-BE49-F238E27FC236}">
                  <a16:creationId xmlns:a16="http://schemas.microsoft.com/office/drawing/2014/main" id="{2C649C47-E23A-003C-D05A-CCCFD7665AE7}"/>
                </a:ext>
              </a:extLst>
            </p:cNvPr>
            <p:cNvSpPr/>
            <p:nvPr/>
          </p:nvSpPr>
          <p:spPr>
            <a:xfrm>
              <a:off x="2265135" y="2052024"/>
              <a:ext cx="299" cy="149"/>
            </a:xfrm>
            <a:custGeom>
              <a:avLst/>
              <a:gdLst/>
              <a:ahLst/>
              <a:cxnLst/>
              <a:rect l="l" t="t" r="r" b="b"/>
              <a:pathLst>
                <a:path w="22" h="11" extrusionOk="0">
                  <a:moveTo>
                    <a:pt x="1" y="11"/>
                  </a:moveTo>
                  <a:lnTo>
                    <a:pt x="22" y="0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16" name="Google Shape;6774;p80">
              <a:extLst>
                <a:ext uri="{FF2B5EF4-FFF2-40B4-BE49-F238E27FC236}">
                  <a16:creationId xmlns:a16="http://schemas.microsoft.com/office/drawing/2014/main" id="{0E4473CC-7638-CEE8-A84C-8E74ED8658E8}"/>
                </a:ext>
              </a:extLst>
            </p:cNvPr>
            <p:cNvSpPr/>
            <p:nvPr/>
          </p:nvSpPr>
          <p:spPr>
            <a:xfrm>
              <a:off x="2264524" y="2052404"/>
              <a:ext cx="109" cy="54"/>
            </a:xfrm>
            <a:custGeom>
              <a:avLst/>
              <a:gdLst/>
              <a:ahLst/>
              <a:cxnLst/>
              <a:rect l="l" t="t" r="r" b="b"/>
              <a:pathLst>
                <a:path w="8" h="4" extrusionOk="0">
                  <a:moveTo>
                    <a:pt x="0" y="4"/>
                  </a:moveTo>
                  <a:lnTo>
                    <a:pt x="7" y="0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17" name="Google Shape;6775;p80">
              <a:extLst>
                <a:ext uri="{FF2B5EF4-FFF2-40B4-BE49-F238E27FC236}">
                  <a16:creationId xmlns:a16="http://schemas.microsoft.com/office/drawing/2014/main" id="{746F3D09-116B-3B39-A220-DE5EE04FC051}"/>
                </a:ext>
              </a:extLst>
            </p:cNvPr>
            <p:cNvSpPr/>
            <p:nvPr/>
          </p:nvSpPr>
          <p:spPr>
            <a:xfrm>
              <a:off x="2265475" y="2051834"/>
              <a:ext cx="394" cy="149"/>
            </a:xfrm>
            <a:custGeom>
              <a:avLst/>
              <a:gdLst/>
              <a:ahLst/>
              <a:cxnLst/>
              <a:rect l="l" t="t" r="r" b="b"/>
              <a:pathLst>
                <a:path w="29" h="11" extrusionOk="0">
                  <a:moveTo>
                    <a:pt x="0" y="11"/>
                  </a:moveTo>
                  <a:lnTo>
                    <a:pt x="28" y="0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18" name="Google Shape;6776;p80">
              <a:extLst>
                <a:ext uri="{FF2B5EF4-FFF2-40B4-BE49-F238E27FC236}">
                  <a16:creationId xmlns:a16="http://schemas.microsoft.com/office/drawing/2014/main" id="{574A6539-69E4-BA3E-0FC7-1FA13A933FED}"/>
                </a:ext>
              </a:extLst>
            </p:cNvPr>
            <p:cNvSpPr/>
            <p:nvPr/>
          </p:nvSpPr>
          <p:spPr>
            <a:xfrm>
              <a:off x="2266941" y="2051304"/>
              <a:ext cx="448" cy="163"/>
            </a:xfrm>
            <a:custGeom>
              <a:avLst/>
              <a:gdLst/>
              <a:ahLst/>
              <a:cxnLst/>
              <a:rect l="l" t="t" r="r" b="b"/>
              <a:pathLst>
                <a:path w="33" h="12" extrusionOk="0">
                  <a:moveTo>
                    <a:pt x="1" y="11"/>
                  </a:moveTo>
                  <a:lnTo>
                    <a:pt x="32" y="1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19" name="Google Shape;6777;p80">
              <a:extLst>
                <a:ext uri="{FF2B5EF4-FFF2-40B4-BE49-F238E27FC236}">
                  <a16:creationId xmlns:a16="http://schemas.microsoft.com/office/drawing/2014/main" id="{65A00DC7-C4A9-ED49-FBE8-78A1735D06D1}"/>
                </a:ext>
              </a:extLst>
            </p:cNvPr>
            <p:cNvSpPr/>
            <p:nvPr/>
          </p:nvSpPr>
          <p:spPr>
            <a:xfrm>
              <a:off x="2270037" y="2050503"/>
              <a:ext cx="149" cy="54"/>
            </a:xfrm>
            <a:custGeom>
              <a:avLst/>
              <a:gdLst/>
              <a:ahLst/>
              <a:cxnLst/>
              <a:rect l="l" t="t" r="r" b="b"/>
              <a:pathLst>
                <a:path w="11" h="4" extrusionOk="0">
                  <a:moveTo>
                    <a:pt x="11" y="0"/>
                  </a:moveTo>
                  <a:lnTo>
                    <a:pt x="0" y="4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20" name="Google Shape;6778;p80">
              <a:extLst>
                <a:ext uri="{FF2B5EF4-FFF2-40B4-BE49-F238E27FC236}">
                  <a16:creationId xmlns:a16="http://schemas.microsoft.com/office/drawing/2014/main" id="{A5E0D15C-3A3A-EB0A-BFE3-0187D6004767}"/>
                </a:ext>
              </a:extLst>
            </p:cNvPr>
            <p:cNvSpPr/>
            <p:nvPr/>
          </p:nvSpPr>
          <p:spPr>
            <a:xfrm>
              <a:off x="2263329" y="2052730"/>
              <a:ext cx="14" cy="14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1" y="1"/>
                  </a:move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21" name="Google Shape;6779;p80">
              <a:extLst>
                <a:ext uri="{FF2B5EF4-FFF2-40B4-BE49-F238E27FC236}">
                  <a16:creationId xmlns:a16="http://schemas.microsoft.com/office/drawing/2014/main" id="{CA48DF5C-4315-D6AF-2121-FA49B0A0087C}"/>
                </a:ext>
              </a:extLst>
            </p:cNvPr>
            <p:cNvSpPr/>
            <p:nvPr/>
          </p:nvSpPr>
          <p:spPr>
            <a:xfrm>
              <a:off x="2265896" y="2051644"/>
              <a:ext cx="489" cy="204"/>
            </a:xfrm>
            <a:custGeom>
              <a:avLst/>
              <a:gdLst/>
              <a:ahLst/>
              <a:cxnLst/>
              <a:rect l="l" t="t" r="r" b="b"/>
              <a:pathLst>
                <a:path w="36" h="15" extrusionOk="0">
                  <a:moveTo>
                    <a:pt x="1" y="14"/>
                  </a:moveTo>
                  <a:lnTo>
                    <a:pt x="36" y="0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22" name="Google Shape;6780;p80">
              <a:extLst>
                <a:ext uri="{FF2B5EF4-FFF2-40B4-BE49-F238E27FC236}">
                  <a16:creationId xmlns:a16="http://schemas.microsoft.com/office/drawing/2014/main" id="{B47229EB-5D78-7A33-F5B0-BDDA6016BDF8}"/>
                </a:ext>
              </a:extLst>
            </p:cNvPr>
            <p:cNvSpPr/>
            <p:nvPr/>
          </p:nvSpPr>
          <p:spPr>
            <a:xfrm>
              <a:off x="2266371" y="2051495"/>
              <a:ext cx="543" cy="163"/>
            </a:xfrm>
            <a:custGeom>
              <a:avLst/>
              <a:gdLst/>
              <a:ahLst/>
              <a:cxnLst/>
              <a:rect l="l" t="t" r="r" b="b"/>
              <a:pathLst>
                <a:path w="40" h="12" extrusionOk="0">
                  <a:moveTo>
                    <a:pt x="1" y="11"/>
                  </a:moveTo>
                  <a:lnTo>
                    <a:pt x="39" y="1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23" name="Google Shape;6781;p80">
              <a:extLst>
                <a:ext uri="{FF2B5EF4-FFF2-40B4-BE49-F238E27FC236}">
                  <a16:creationId xmlns:a16="http://schemas.microsoft.com/office/drawing/2014/main" id="{24B75B9D-B049-A7D5-3FA9-F5E202A114DF}"/>
                </a:ext>
              </a:extLst>
            </p:cNvPr>
            <p:cNvSpPr/>
            <p:nvPr/>
          </p:nvSpPr>
          <p:spPr>
            <a:xfrm>
              <a:off x="2267756" y="2051169"/>
              <a:ext cx="149" cy="54"/>
            </a:xfrm>
            <a:custGeom>
              <a:avLst/>
              <a:gdLst/>
              <a:ahLst/>
              <a:cxnLst/>
              <a:rect l="l" t="t" r="r" b="b"/>
              <a:pathLst>
                <a:path w="11" h="4" extrusionOk="0">
                  <a:moveTo>
                    <a:pt x="0" y="4"/>
                  </a:moveTo>
                  <a:lnTo>
                    <a:pt x="11" y="0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24" name="Google Shape;6782;p80">
              <a:extLst>
                <a:ext uri="{FF2B5EF4-FFF2-40B4-BE49-F238E27FC236}">
                  <a16:creationId xmlns:a16="http://schemas.microsoft.com/office/drawing/2014/main" id="{27E41679-FA52-9C3D-7215-8F29AE1F71BB}"/>
                </a:ext>
              </a:extLst>
            </p:cNvPr>
            <p:cNvSpPr/>
            <p:nvPr/>
          </p:nvSpPr>
          <p:spPr>
            <a:xfrm>
              <a:off x="2280872" y="2017035"/>
              <a:ext cx="54" cy="68"/>
            </a:xfrm>
            <a:custGeom>
              <a:avLst/>
              <a:gdLst/>
              <a:ahLst/>
              <a:cxnLst/>
              <a:rect l="l" t="t" r="r" b="b"/>
              <a:pathLst>
                <a:path w="4" h="5" extrusionOk="0">
                  <a:moveTo>
                    <a:pt x="0" y="1"/>
                  </a:moveTo>
                  <a:lnTo>
                    <a:pt x="4" y="4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25" name="Google Shape;6783;p80">
              <a:extLst>
                <a:ext uri="{FF2B5EF4-FFF2-40B4-BE49-F238E27FC236}">
                  <a16:creationId xmlns:a16="http://schemas.microsoft.com/office/drawing/2014/main" id="{198B898B-9547-5456-1DA4-1D755250ADE9}"/>
                </a:ext>
              </a:extLst>
            </p:cNvPr>
            <p:cNvSpPr/>
            <p:nvPr/>
          </p:nvSpPr>
          <p:spPr>
            <a:xfrm>
              <a:off x="2281958" y="2017510"/>
              <a:ext cx="68" cy="14"/>
            </a:xfrm>
            <a:custGeom>
              <a:avLst/>
              <a:gdLst/>
              <a:ahLst/>
              <a:cxnLst/>
              <a:rect l="l" t="t" r="r" b="b"/>
              <a:pathLst>
                <a:path w="5" h="1" extrusionOk="0">
                  <a:moveTo>
                    <a:pt x="1" y="1"/>
                  </a:moveTo>
                  <a:lnTo>
                    <a:pt x="4" y="1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26" name="Google Shape;6784;p80">
              <a:extLst>
                <a:ext uri="{FF2B5EF4-FFF2-40B4-BE49-F238E27FC236}">
                  <a16:creationId xmlns:a16="http://schemas.microsoft.com/office/drawing/2014/main" id="{1F289638-FF78-A47A-D15A-EE2F041565D0}"/>
                </a:ext>
              </a:extLst>
            </p:cNvPr>
            <p:cNvSpPr/>
            <p:nvPr/>
          </p:nvSpPr>
          <p:spPr>
            <a:xfrm>
              <a:off x="2283098" y="2017184"/>
              <a:ext cx="68" cy="54"/>
            </a:xfrm>
            <a:custGeom>
              <a:avLst/>
              <a:gdLst/>
              <a:ahLst/>
              <a:cxnLst/>
              <a:rect l="l" t="t" r="r" b="b"/>
              <a:pathLst>
                <a:path w="5" h="4" extrusionOk="0">
                  <a:moveTo>
                    <a:pt x="4" y="0"/>
                  </a:moveTo>
                  <a:lnTo>
                    <a:pt x="1" y="4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27" name="Google Shape;6785;p80">
              <a:extLst>
                <a:ext uri="{FF2B5EF4-FFF2-40B4-BE49-F238E27FC236}">
                  <a16:creationId xmlns:a16="http://schemas.microsoft.com/office/drawing/2014/main" id="{DFDD6BBB-ECDC-CC4C-5D9A-EC0E6715919A}"/>
                </a:ext>
              </a:extLst>
            </p:cNvPr>
            <p:cNvSpPr/>
            <p:nvPr/>
          </p:nvSpPr>
          <p:spPr>
            <a:xfrm>
              <a:off x="2282338" y="2017510"/>
              <a:ext cx="14" cy="14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1" y="1"/>
                  </a:move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28" name="Google Shape;6786;p80">
              <a:extLst>
                <a:ext uri="{FF2B5EF4-FFF2-40B4-BE49-F238E27FC236}">
                  <a16:creationId xmlns:a16="http://schemas.microsoft.com/office/drawing/2014/main" id="{A9B01F81-83D4-8F6A-1C60-B8F4E977289B}"/>
                </a:ext>
              </a:extLst>
            </p:cNvPr>
            <p:cNvSpPr/>
            <p:nvPr/>
          </p:nvSpPr>
          <p:spPr>
            <a:xfrm>
              <a:off x="2282528" y="2017510"/>
              <a:ext cx="109" cy="14"/>
            </a:xfrm>
            <a:custGeom>
              <a:avLst/>
              <a:gdLst/>
              <a:ahLst/>
              <a:cxnLst/>
              <a:rect l="l" t="t" r="r" b="b"/>
              <a:pathLst>
                <a:path w="8" h="1" extrusionOk="0">
                  <a:moveTo>
                    <a:pt x="1" y="1"/>
                  </a:moveTo>
                  <a:lnTo>
                    <a:pt x="8" y="1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29" name="Google Shape;6787;p80">
              <a:extLst>
                <a:ext uri="{FF2B5EF4-FFF2-40B4-BE49-F238E27FC236}">
                  <a16:creationId xmlns:a16="http://schemas.microsoft.com/office/drawing/2014/main" id="{2E93B9C3-099D-B2E2-F9A7-D72CC3E9C771}"/>
                </a:ext>
              </a:extLst>
            </p:cNvPr>
            <p:cNvSpPr/>
            <p:nvPr/>
          </p:nvSpPr>
          <p:spPr>
            <a:xfrm>
              <a:off x="2274219" y="2015664"/>
              <a:ext cx="3910" cy="1059"/>
            </a:xfrm>
            <a:custGeom>
              <a:avLst/>
              <a:gdLst/>
              <a:ahLst/>
              <a:cxnLst/>
              <a:rect l="l" t="t" r="r" b="b"/>
              <a:pathLst>
                <a:path w="288" h="78" extrusionOk="0">
                  <a:moveTo>
                    <a:pt x="287" y="0"/>
                  </a:moveTo>
                  <a:cubicBezTo>
                    <a:pt x="189" y="18"/>
                    <a:pt x="95" y="42"/>
                    <a:pt x="0" y="77"/>
                  </a:cubicBezTo>
                  <a:lnTo>
                    <a:pt x="0" y="77"/>
                  </a:lnTo>
                  <a:cubicBezTo>
                    <a:pt x="95" y="42"/>
                    <a:pt x="189" y="18"/>
                    <a:pt x="287" y="0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30" name="Google Shape;6788;p80">
              <a:extLst>
                <a:ext uri="{FF2B5EF4-FFF2-40B4-BE49-F238E27FC236}">
                  <a16:creationId xmlns:a16="http://schemas.microsoft.com/office/drawing/2014/main" id="{EE1938A9-D7BF-0CF5-815F-A54D95DF698E}"/>
                </a:ext>
              </a:extLst>
            </p:cNvPr>
            <p:cNvSpPr/>
            <p:nvPr/>
          </p:nvSpPr>
          <p:spPr>
            <a:xfrm>
              <a:off x="2282867" y="2017374"/>
              <a:ext cx="54" cy="14"/>
            </a:xfrm>
            <a:custGeom>
              <a:avLst/>
              <a:gdLst/>
              <a:ahLst/>
              <a:cxnLst/>
              <a:rect l="l" t="t" r="r" b="b"/>
              <a:pathLst>
                <a:path w="4" h="1" extrusionOk="0">
                  <a:moveTo>
                    <a:pt x="0" y="0"/>
                  </a:moveTo>
                  <a:lnTo>
                    <a:pt x="4" y="0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31" name="Google Shape;6789;p80">
              <a:extLst>
                <a:ext uri="{FF2B5EF4-FFF2-40B4-BE49-F238E27FC236}">
                  <a16:creationId xmlns:a16="http://schemas.microsoft.com/office/drawing/2014/main" id="{E3A1BD82-1EA7-53E7-4872-10EAF984CEDB}"/>
                </a:ext>
              </a:extLst>
            </p:cNvPr>
            <p:cNvSpPr/>
            <p:nvPr/>
          </p:nvSpPr>
          <p:spPr>
            <a:xfrm>
              <a:off x="2281673" y="2017415"/>
              <a:ext cx="109" cy="14"/>
            </a:xfrm>
            <a:custGeom>
              <a:avLst/>
              <a:gdLst/>
              <a:ahLst/>
              <a:cxnLst/>
              <a:rect l="l" t="t" r="r" b="b"/>
              <a:pathLst>
                <a:path w="8" h="1" extrusionOk="0">
                  <a:moveTo>
                    <a:pt x="1" y="1"/>
                  </a:moveTo>
                  <a:lnTo>
                    <a:pt x="8" y="1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32" name="Google Shape;6790;p80">
              <a:extLst>
                <a:ext uri="{FF2B5EF4-FFF2-40B4-BE49-F238E27FC236}">
                  <a16:creationId xmlns:a16="http://schemas.microsoft.com/office/drawing/2014/main" id="{03497C8B-516E-47FF-579C-F61F7D741FB1}"/>
                </a:ext>
              </a:extLst>
            </p:cNvPr>
            <p:cNvSpPr/>
            <p:nvPr/>
          </p:nvSpPr>
          <p:spPr>
            <a:xfrm>
              <a:off x="2280586" y="2016899"/>
              <a:ext cx="54" cy="54"/>
            </a:xfrm>
            <a:custGeom>
              <a:avLst/>
              <a:gdLst/>
              <a:ahLst/>
              <a:cxnLst/>
              <a:rect l="l" t="t" r="r" b="b"/>
              <a:pathLst>
                <a:path w="4" h="4" extrusionOk="0">
                  <a:moveTo>
                    <a:pt x="0" y="0"/>
                  </a:moveTo>
                  <a:lnTo>
                    <a:pt x="4" y="4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33" name="Google Shape;6791;p80">
              <a:extLst>
                <a:ext uri="{FF2B5EF4-FFF2-40B4-BE49-F238E27FC236}">
                  <a16:creationId xmlns:a16="http://schemas.microsoft.com/office/drawing/2014/main" id="{5304EE7E-0AE7-0F2E-053D-7060A3B408AB}"/>
                </a:ext>
              </a:extLst>
            </p:cNvPr>
            <p:cNvSpPr/>
            <p:nvPr/>
          </p:nvSpPr>
          <p:spPr>
            <a:xfrm>
              <a:off x="2280342" y="2016750"/>
              <a:ext cx="68" cy="14"/>
            </a:xfrm>
            <a:custGeom>
              <a:avLst/>
              <a:gdLst/>
              <a:ahLst/>
              <a:cxnLst/>
              <a:rect l="l" t="t" r="r" b="b"/>
              <a:pathLst>
                <a:path w="5" h="1" extrusionOk="0">
                  <a:moveTo>
                    <a:pt x="1" y="1"/>
                  </a:moveTo>
                  <a:lnTo>
                    <a:pt x="4" y="1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34" name="Google Shape;6792;p80">
              <a:extLst>
                <a:ext uri="{FF2B5EF4-FFF2-40B4-BE49-F238E27FC236}">
                  <a16:creationId xmlns:a16="http://schemas.microsoft.com/office/drawing/2014/main" id="{3A63AC58-6160-7D75-AF07-C9279A82F466}"/>
                </a:ext>
              </a:extLst>
            </p:cNvPr>
            <p:cNvSpPr/>
            <p:nvPr/>
          </p:nvSpPr>
          <p:spPr>
            <a:xfrm>
              <a:off x="2281442" y="2017320"/>
              <a:ext cx="54" cy="68"/>
            </a:xfrm>
            <a:custGeom>
              <a:avLst/>
              <a:gdLst/>
              <a:ahLst/>
              <a:cxnLst/>
              <a:rect l="l" t="t" r="r" b="b"/>
              <a:pathLst>
                <a:path w="4" h="5" extrusionOk="0">
                  <a:moveTo>
                    <a:pt x="0" y="1"/>
                  </a:moveTo>
                  <a:lnTo>
                    <a:pt x="4" y="4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35" name="Google Shape;6793;p80">
              <a:extLst>
                <a:ext uri="{FF2B5EF4-FFF2-40B4-BE49-F238E27FC236}">
                  <a16:creationId xmlns:a16="http://schemas.microsoft.com/office/drawing/2014/main" id="{B7669392-4B95-D448-40D8-C8E0381BC260}"/>
                </a:ext>
              </a:extLst>
            </p:cNvPr>
            <p:cNvSpPr/>
            <p:nvPr/>
          </p:nvSpPr>
          <p:spPr>
            <a:xfrm>
              <a:off x="2281157" y="2017225"/>
              <a:ext cx="54" cy="14"/>
            </a:xfrm>
            <a:custGeom>
              <a:avLst/>
              <a:gdLst/>
              <a:ahLst/>
              <a:cxnLst/>
              <a:rect l="l" t="t" r="r" b="b"/>
              <a:pathLst>
                <a:path w="4" h="1" extrusionOk="0">
                  <a:moveTo>
                    <a:pt x="0" y="1"/>
                  </a:moveTo>
                  <a:lnTo>
                    <a:pt x="4" y="1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36" name="Google Shape;6794;p80">
              <a:extLst>
                <a:ext uri="{FF2B5EF4-FFF2-40B4-BE49-F238E27FC236}">
                  <a16:creationId xmlns:a16="http://schemas.microsoft.com/office/drawing/2014/main" id="{AB971107-FFF7-00EB-5ABD-F98B74BC7341}"/>
                </a:ext>
              </a:extLst>
            </p:cNvPr>
            <p:cNvSpPr/>
            <p:nvPr/>
          </p:nvSpPr>
          <p:spPr>
            <a:xfrm>
              <a:off x="2295793" y="2037863"/>
              <a:ext cx="109" cy="109"/>
            </a:xfrm>
            <a:custGeom>
              <a:avLst/>
              <a:gdLst/>
              <a:ahLst/>
              <a:cxnLst/>
              <a:rect l="l" t="t" r="r" b="b"/>
              <a:pathLst>
                <a:path w="8" h="8" extrusionOk="0">
                  <a:moveTo>
                    <a:pt x="8" y="0"/>
                  </a:moveTo>
                  <a:lnTo>
                    <a:pt x="1" y="7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37" name="Google Shape;6795;p80">
              <a:extLst>
                <a:ext uri="{FF2B5EF4-FFF2-40B4-BE49-F238E27FC236}">
                  <a16:creationId xmlns:a16="http://schemas.microsoft.com/office/drawing/2014/main" id="{456B079E-FFFC-5C85-8AA7-F309D0E1830A}"/>
                </a:ext>
              </a:extLst>
            </p:cNvPr>
            <p:cNvSpPr/>
            <p:nvPr/>
          </p:nvSpPr>
          <p:spPr>
            <a:xfrm>
              <a:off x="2295562" y="2038284"/>
              <a:ext cx="54" cy="163"/>
            </a:xfrm>
            <a:custGeom>
              <a:avLst/>
              <a:gdLst/>
              <a:ahLst/>
              <a:cxnLst/>
              <a:rect l="l" t="t" r="r" b="b"/>
              <a:pathLst>
                <a:path w="4" h="12" extrusionOk="0">
                  <a:moveTo>
                    <a:pt x="4" y="1"/>
                  </a:moveTo>
                  <a:lnTo>
                    <a:pt x="0" y="11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38" name="Google Shape;6796;p80">
              <a:extLst>
                <a:ext uri="{FF2B5EF4-FFF2-40B4-BE49-F238E27FC236}">
                  <a16:creationId xmlns:a16="http://schemas.microsoft.com/office/drawing/2014/main" id="{21AF6F01-4C17-3229-6658-982D41F901BA}"/>
                </a:ext>
              </a:extLst>
            </p:cNvPr>
            <p:cNvSpPr/>
            <p:nvPr/>
          </p:nvSpPr>
          <p:spPr>
            <a:xfrm>
              <a:off x="2295413" y="2038569"/>
              <a:ext cx="68" cy="163"/>
            </a:xfrm>
            <a:custGeom>
              <a:avLst/>
              <a:gdLst/>
              <a:ahLst/>
              <a:cxnLst/>
              <a:rect l="l" t="t" r="r" b="b"/>
              <a:pathLst>
                <a:path w="5" h="12" extrusionOk="0">
                  <a:moveTo>
                    <a:pt x="4" y="1"/>
                  </a:moveTo>
                  <a:lnTo>
                    <a:pt x="1" y="11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39" name="Google Shape;6797;p80">
              <a:extLst>
                <a:ext uri="{FF2B5EF4-FFF2-40B4-BE49-F238E27FC236}">
                  <a16:creationId xmlns:a16="http://schemas.microsoft.com/office/drawing/2014/main" id="{4C316083-1504-9B3D-A928-9CA63443D405}"/>
                </a:ext>
              </a:extLst>
            </p:cNvPr>
            <p:cNvSpPr/>
            <p:nvPr/>
          </p:nvSpPr>
          <p:spPr>
            <a:xfrm>
              <a:off x="2295698" y="2038053"/>
              <a:ext cx="68" cy="149"/>
            </a:xfrm>
            <a:custGeom>
              <a:avLst/>
              <a:gdLst/>
              <a:ahLst/>
              <a:cxnLst/>
              <a:rect l="l" t="t" r="r" b="b"/>
              <a:pathLst>
                <a:path w="5" h="11" extrusionOk="0">
                  <a:moveTo>
                    <a:pt x="4" y="0"/>
                  </a:moveTo>
                  <a:lnTo>
                    <a:pt x="1" y="11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40" name="Google Shape;6798;p80">
              <a:extLst>
                <a:ext uri="{FF2B5EF4-FFF2-40B4-BE49-F238E27FC236}">
                  <a16:creationId xmlns:a16="http://schemas.microsoft.com/office/drawing/2014/main" id="{914BB784-C836-C200-2A4A-41F20B575D24}"/>
                </a:ext>
              </a:extLst>
            </p:cNvPr>
            <p:cNvSpPr/>
            <p:nvPr/>
          </p:nvSpPr>
          <p:spPr>
            <a:xfrm>
              <a:off x="2294897" y="2039669"/>
              <a:ext cx="54" cy="204"/>
            </a:xfrm>
            <a:custGeom>
              <a:avLst/>
              <a:gdLst/>
              <a:ahLst/>
              <a:cxnLst/>
              <a:rect l="l" t="t" r="r" b="b"/>
              <a:pathLst>
                <a:path w="4" h="15" extrusionOk="0">
                  <a:moveTo>
                    <a:pt x="4" y="0"/>
                  </a:moveTo>
                  <a:lnTo>
                    <a:pt x="0" y="14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41" name="Google Shape;6799;p80">
              <a:extLst>
                <a:ext uri="{FF2B5EF4-FFF2-40B4-BE49-F238E27FC236}">
                  <a16:creationId xmlns:a16="http://schemas.microsoft.com/office/drawing/2014/main" id="{A71DC6BC-9A35-E1AD-A969-013D580C21A0}"/>
                </a:ext>
              </a:extLst>
            </p:cNvPr>
            <p:cNvSpPr/>
            <p:nvPr/>
          </p:nvSpPr>
          <p:spPr>
            <a:xfrm>
              <a:off x="2295277" y="2038908"/>
              <a:ext cx="54" cy="149"/>
            </a:xfrm>
            <a:custGeom>
              <a:avLst/>
              <a:gdLst/>
              <a:ahLst/>
              <a:cxnLst/>
              <a:rect l="l" t="t" r="r" b="b"/>
              <a:pathLst>
                <a:path w="4" h="11" extrusionOk="0">
                  <a:moveTo>
                    <a:pt x="4" y="0"/>
                  </a:moveTo>
                  <a:lnTo>
                    <a:pt x="0" y="11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42" name="Google Shape;6800;p80">
              <a:extLst>
                <a:ext uri="{FF2B5EF4-FFF2-40B4-BE49-F238E27FC236}">
                  <a16:creationId xmlns:a16="http://schemas.microsoft.com/office/drawing/2014/main" id="{86541423-F283-81BF-E631-76EFFD789415}"/>
                </a:ext>
              </a:extLst>
            </p:cNvPr>
            <p:cNvSpPr/>
            <p:nvPr/>
          </p:nvSpPr>
          <p:spPr>
            <a:xfrm>
              <a:off x="2295087" y="2039234"/>
              <a:ext cx="54" cy="204"/>
            </a:xfrm>
            <a:custGeom>
              <a:avLst/>
              <a:gdLst/>
              <a:ahLst/>
              <a:cxnLst/>
              <a:rect l="l" t="t" r="r" b="b"/>
              <a:pathLst>
                <a:path w="4" h="15" extrusionOk="0">
                  <a:moveTo>
                    <a:pt x="4" y="1"/>
                  </a:moveTo>
                  <a:lnTo>
                    <a:pt x="0" y="15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43" name="Google Shape;6801;p80">
              <a:extLst>
                <a:ext uri="{FF2B5EF4-FFF2-40B4-BE49-F238E27FC236}">
                  <a16:creationId xmlns:a16="http://schemas.microsoft.com/office/drawing/2014/main" id="{57497839-DC59-BB75-C356-D2B1C9295D39}"/>
                </a:ext>
              </a:extLst>
            </p:cNvPr>
            <p:cNvSpPr/>
            <p:nvPr/>
          </p:nvSpPr>
          <p:spPr>
            <a:xfrm>
              <a:off x="2296228" y="2037293"/>
              <a:ext cx="54" cy="54"/>
            </a:xfrm>
            <a:custGeom>
              <a:avLst/>
              <a:gdLst/>
              <a:ahLst/>
              <a:cxnLst/>
              <a:rect l="l" t="t" r="r" b="b"/>
              <a:pathLst>
                <a:path w="4" h="4" extrusionOk="0">
                  <a:moveTo>
                    <a:pt x="4" y="0"/>
                  </a:moveTo>
                  <a:lnTo>
                    <a:pt x="0" y="4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44" name="Google Shape;6802;p80">
              <a:extLst>
                <a:ext uri="{FF2B5EF4-FFF2-40B4-BE49-F238E27FC236}">
                  <a16:creationId xmlns:a16="http://schemas.microsoft.com/office/drawing/2014/main" id="{2B63CA2D-F117-C911-FDCB-EABF62EAE4A6}"/>
                </a:ext>
              </a:extLst>
            </p:cNvPr>
            <p:cNvSpPr/>
            <p:nvPr/>
          </p:nvSpPr>
          <p:spPr>
            <a:xfrm>
              <a:off x="2296323" y="2037197"/>
              <a:ext cx="14" cy="54"/>
            </a:xfrm>
            <a:custGeom>
              <a:avLst/>
              <a:gdLst/>
              <a:ahLst/>
              <a:cxnLst/>
              <a:rect l="l" t="t" r="r" b="b"/>
              <a:pathLst>
                <a:path w="1" h="4" extrusionOk="0">
                  <a:moveTo>
                    <a:pt x="0" y="0"/>
                  </a:moveTo>
                  <a:lnTo>
                    <a:pt x="0" y="4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45" name="Google Shape;6803;p80">
              <a:extLst>
                <a:ext uri="{FF2B5EF4-FFF2-40B4-BE49-F238E27FC236}">
                  <a16:creationId xmlns:a16="http://schemas.microsoft.com/office/drawing/2014/main" id="{15DA8745-0B37-3440-C48F-CCFF84917200}"/>
                </a:ext>
              </a:extLst>
            </p:cNvPr>
            <p:cNvSpPr/>
            <p:nvPr/>
          </p:nvSpPr>
          <p:spPr>
            <a:xfrm>
              <a:off x="2294707" y="2040280"/>
              <a:ext cx="14" cy="14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0" y="1"/>
                  </a:move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46" name="Google Shape;6804;p80">
              <a:extLst>
                <a:ext uri="{FF2B5EF4-FFF2-40B4-BE49-F238E27FC236}">
                  <a16:creationId xmlns:a16="http://schemas.microsoft.com/office/drawing/2014/main" id="{66E5421D-053C-B7B1-5DEF-29997303E647}"/>
                </a:ext>
              </a:extLst>
            </p:cNvPr>
            <p:cNvSpPr/>
            <p:nvPr/>
          </p:nvSpPr>
          <p:spPr>
            <a:xfrm>
              <a:off x="2295128" y="2013043"/>
              <a:ext cx="2634" cy="2349"/>
            </a:xfrm>
            <a:custGeom>
              <a:avLst/>
              <a:gdLst/>
              <a:ahLst/>
              <a:cxnLst/>
              <a:rect l="l" t="t" r="r" b="b"/>
              <a:pathLst>
                <a:path w="194" h="173" extrusionOk="0">
                  <a:moveTo>
                    <a:pt x="1" y="1"/>
                  </a:moveTo>
                  <a:lnTo>
                    <a:pt x="1" y="1"/>
                  </a:lnTo>
                  <a:lnTo>
                    <a:pt x="193" y="172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47" name="Google Shape;6805;p80">
              <a:extLst>
                <a:ext uri="{FF2B5EF4-FFF2-40B4-BE49-F238E27FC236}">
                  <a16:creationId xmlns:a16="http://schemas.microsoft.com/office/drawing/2014/main" id="{0E3DA840-4C04-340C-44F0-A9260BCE4F34}"/>
                </a:ext>
              </a:extLst>
            </p:cNvPr>
            <p:cNvSpPr/>
            <p:nvPr/>
          </p:nvSpPr>
          <p:spPr>
            <a:xfrm>
              <a:off x="2296133" y="2037388"/>
              <a:ext cx="54" cy="109"/>
            </a:xfrm>
            <a:custGeom>
              <a:avLst/>
              <a:gdLst/>
              <a:ahLst/>
              <a:cxnLst/>
              <a:rect l="l" t="t" r="r" b="b"/>
              <a:pathLst>
                <a:path w="4" h="8" extrusionOk="0">
                  <a:moveTo>
                    <a:pt x="4" y="0"/>
                  </a:moveTo>
                  <a:lnTo>
                    <a:pt x="0" y="7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48" name="Google Shape;6806;p80">
              <a:extLst>
                <a:ext uri="{FF2B5EF4-FFF2-40B4-BE49-F238E27FC236}">
                  <a16:creationId xmlns:a16="http://schemas.microsoft.com/office/drawing/2014/main" id="{6DBA6011-AF5B-9772-7225-104AA04AC1CA}"/>
                </a:ext>
              </a:extLst>
            </p:cNvPr>
            <p:cNvSpPr/>
            <p:nvPr/>
          </p:nvSpPr>
          <p:spPr>
            <a:xfrm>
              <a:off x="2295943" y="2037673"/>
              <a:ext cx="54" cy="109"/>
            </a:xfrm>
            <a:custGeom>
              <a:avLst/>
              <a:gdLst/>
              <a:ahLst/>
              <a:cxnLst/>
              <a:rect l="l" t="t" r="r" b="b"/>
              <a:pathLst>
                <a:path w="4" h="8" extrusionOk="0">
                  <a:moveTo>
                    <a:pt x="4" y="0"/>
                  </a:moveTo>
                  <a:lnTo>
                    <a:pt x="0" y="7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49" name="Google Shape;6807;p80">
              <a:extLst>
                <a:ext uri="{FF2B5EF4-FFF2-40B4-BE49-F238E27FC236}">
                  <a16:creationId xmlns:a16="http://schemas.microsoft.com/office/drawing/2014/main" id="{DC440865-13C7-C427-6F8A-EDD66F61D76C}"/>
                </a:ext>
              </a:extLst>
            </p:cNvPr>
            <p:cNvSpPr/>
            <p:nvPr/>
          </p:nvSpPr>
          <p:spPr>
            <a:xfrm>
              <a:off x="2296038" y="2037523"/>
              <a:ext cx="54" cy="109"/>
            </a:xfrm>
            <a:custGeom>
              <a:avLst/>
              <a:gdLst/>
              <a:ahLst/>
              <a:cxnLst/>
              <a:rect l="l" t="t" r="r" b="b"/>
              <a:pathLst>
                <a:path w="4" h="8" extrusionOk="0">
                  <a:moveTo>
                    <a:pt x="4" y="1"/>
                  </a:moveTo>
                  <a:lnTo>
                    <a:pt x="0" y="8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50" name="Google Shape;6808;p80">
              <a:extLst>
                <a:ext uri="{FF2B5EF4-FFF2-40B4-BE49-F238E27FC236}">
                  <a16:creationId xmlns:a16="http://schemas.microsoft.com/office/drawing/2014/main" id="{D1183B83-18C6-D3F4-E1CB-8A4AA20AF56A}"/>
                </a:ext>
              </a:extLst>
            </p:cNvPr>
            <p:cNvSpPr/>
            <p:nvPr/>
          </p:nvSpPr>
          <p:spPr>
            <a:xfrm>
              <a:off x="2294422" y="2040809"/>
              <a:ext cx="109" cy="149"/>
            </a:xfrm>
            <a:custGeom>
              <a:avLst/>
              <a:gdLst/>
              <a:ahLst/>
              <a:cxnLst/>
              <a:rect l="l" t="t" r="r" b="b"/>
              <a:pathLst>
                <a:path w="8" h="11" extrusionOk="0">
                  <a:moveTo>
                    <a:pt x="7" y="0"/>
                  </a:moveTo>
                  <a:lnTo>
                    <a:pt x="0" y="11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51" name="Google Shape;6809;p80">
              <a:extLst>
                <a:ext uri="{FF2B5EF4-FFF2-40B4-BE49-F238E27FC236}">
                  <a16:creationId xmlns:a16="http://schemas.microsoft.com/office/drawing/2014/main" id="{5FB8AE00-47E1-7B70-AF23-F3E4F9590988}"/>
                </a:ext>
              </a:extLst>
            </p:cNvPr>
            <p:cNvSpPr/>
            <p:nvPr/>
          </p:nvSpPr>
          <p:spPr>
            <a:xfrm>
              <a:off x="2462729" y="1678276"/>
              <a:ext cx="126732" cy="73834"/>
            </a:xfrm>
            <a:custGeom>
              <a:avLst/>
              <a:gdLst/>
              <a:ahLst/>
              <a:cxnLst/>
              <a:rect l="l" t="t" r="r" b="b"/>
              <a:pathLst>
                <a:path w="9334" h="5438" extrusionOk="0">
                  <a:moveTo>
                    <a:pt x="1285" y="0"/>
                  </a:moveTo>
                  <a:lnTo>
                    <a:pt x="64" y="329"/>
                  </a:lnTo>
                  <a:lnTo>
                    <a:pt x="1" y="2661"/>
                  </a:lnTo>
                  <a:lnTo>
                    <a:pt x="8" y="2661"/>
                  </a:lnTo>
                  <a:cubicBezTo>
                    <a:pt x="25" y="2668"/>
                    <a:pt x="46" y="2675"/>
                    <a:pt x="64" y="2682"/>
                  </a:cubicBezTo>
                  <a:lnTo>
                    <a:pt x="71" y="2682"/>
                  </a:lnTo>
                  <a:cubicBezTo>
                    <a:pt x="92" y="2685"/>
                    <a:pt x="113" y="2692"/>
                    <a:pt x="137" y="2696"/>
                  </a:cubicBezTo>
                  <a:lnTo>
                    <a:pt x="151" y="2699"/>
                  </a:lnTo>
                  <a:cubicBezTo>
                    <a:pt x="172" y="2703"/>
                    <a:pt x="197" y="2710"/>
                    <a:pt x="221" y="2713"/>
                  </a:cubicBezTo>
                  <a:lnTo>
                    <a:pt x="235" y="2713"/>
                  </a:lnTo>
                  <a:cubicBezTo>
                    <a:pt x="263" y="2717"/>
                    <a:pt x="291" y="2717"/>
                    <a:pt x="319" y="2720"/>
                  </a:cubicBezTo>
                  <a:cubicBezTo>
                    <a:pt x="327" y="2722"/>
                    <a:pt x="336" y="2723"/>
                    <a:pt x="344" y="2723"/>
                  </a:cubicBezTo>
                  <a:cubicBezTo>
                    <a:pt x="368" y="2723"/>
                    <a:pt x="393" y="2716"/>
                    <a:pt x="414" y="2703"/>
                  </a:cubicBezTo>
                  <a:cubicBezTo>
                    <a:pt x="442" y="2675"/>
                    <a:pt x="442" y="2605"/>
                    <a:pt x="442" y="2552"/>
                  </a:cubicBezTo>
                  <a:lnTo>
                    <a:pt x="442" y="2528"/>
                  </a:lnTo>
                  <a:cubicBezTo>
                    <a:pt x="442" y="2433"/>
                    <a:pt x="529" y="2342"/>
                    <a:pt x="568" y="2307"/>
                  </a:cubicBezTo>
                  <a:cubicBezTo>
                    <a:pt x="645" y="2240"/>
                    <a:pt x="761" y="2169"/>
                    <a:pt x="872" y="2169"/>
                  </a:cubicBezTo>
                  <a:cubicBezTo>
                    <a:pt x="881" y="2169"/>
                    <a:pt x="891" y="2170"/>
                    <a:pt x="900" y="2171"/>
                  </a:cubicBezTo>
                  <a:cubicBezTo>
                    <a:pt x="903" y="2171"/>
                    <a:pt x="906" y="2171"/>
                    <a:pt x="909" y="2171"/>
                  </a:cubicBezTo>
                  <a:cubicBezTo>
                    <a:pt x="948" y="2171"/>
                    <a:pt x="962" y="2148"/>
                    <a:pt x="988" y="2069"/>
                  </a:cubicBezTo>
                  <a:cubicBezTo>
                    <a:pt x="1005" y="2024"/>
                    <a:pt x="1026" y="1961"/>
                    <a:pt x="1089" y="1961"/>
                  </a:cubicBezTo>
                  <a:cubicBezTo>
                    <a:pt x="1124" y="1961"/>
                    <a:pt x="1229" y="1933"/>
                    <a:pt x="1261" y="1880"/>
                  </a:cubicBezTo>
                  <a:cubicBezTo>
                    <a:pt x="1282" y="1842"/>
                    <a:pt x="1320" y="1821"/>
                    <a:pt x="1362" y="1817"/>
                  </a:cubicBezTo>
                  <a:cubicBezTo>
                    <a:pt x="1373" y="1816"/>
                    <a:pt x="1383" y="1816"/>
                    <a:pt x="1394" y="1816"/>
                  </a:cubicBezTo>
                  <a:cubicBezTo>
                    <a:pt x="1425" y="1816"/>
                    <a:pt x="1457" y="1820"/>
                    <a:pt x="1489" y="1828"/>
                  </a:cubicBezTo>
                  <a:cubicBezTo>
                    <a:pt x="1587" y="1852"/>
                    <a:pt x="1678" y="1898"/>
                    <a:pt x="1751" y="1964"/>
                  </a:cubicBezTo>
                  <a:cubicBezTo>
                    <a:pt x="1807" y="2020"/>
                    <a:pt x="1958" y="2052"/>
                    <a:pt x="2080" y="2076"/>
                  </a:cubicBezTo>
                  <a:lnTo>
                    <a:pt x="2140" y="2090"/>
                  </a:lnTo>
                  <a:cubicBezTo>
                    <a:pt x="2336" y="2136"/>
                    <a:pt x="2378" y="2598"/>
                    <a:pt x="2385" y="2713"/>
                  </a:cubicBezTo>
                  <a:cubicBezTo>
                    <a:pt x="2465" y="2745"/>
                    <a:pt x="2794" y="2755"/>
                    <a:pt x="2938" y="2759"/>
                  </a:cubicBezTo>
                  <a:cubicBezTo>
                    <a:pt x="3032" y="2762"/>
                    <a:pt x="3102" y="2762"/>
                    <a:pt x="3137" y="2769"/>
                  </a:cubicBezTo>
                  <a:cubicBezTo>
                    <a:pt x="3239" y="2783"/>
                    <a:pt x="3277" y="2881"/>
                    <a:pt x="3316" y="2972"/>
                  </a:cubicBezTo>
                  <a:cubicBezTo>
                    <a:pt x="3337" y="3035"/>
                    <a:pt x="3368" y="3095"/>
                    <a:pt x="3407" y="3147"/>
                  </a:cubicBezTo>
                  <a:cubicBezTo>
                    <a:pt x="3421" y="3168"/>
                    <a:pt x="3435" y="3186"/>
                    <a:pt x="3445" y="3207"/>
                  </a:cubicBezTo>
                  <a:cubicBezTo>
                    <a:pt x="3526" y="3330"/>
                    <a:pt x="3596" y="3463"/>
                    <a:pt x="3652" y="3603"/>
                  </a:cubicBezTo>
                  <a:lnTo>
                    <a:pt x="3656" y="3617"/>
                  </a:lnTo>
                  <a:cubicBezTo>
                    <a:pt x="3673" y="3652"/>
                    <a:pt x="3799" y="3725"/>
                    <a:pt x="3883" y="3774"/>
                  </a:cubicBezTo>
                  <a:cubicBezTo>
                    <a:pt x="4009" y="3848"/>
                    <a:pt x="4146" y="3925"/>
                    <a:pt x="4202" y="4009"/>
                  </a:cubicBezTo>
                  <a:cubicBezTo>
                    <a:pt x="4282" y="4131"/>
                    <a:pt x="4559" y="4271"/>
                    <a:pt x="4800" y="4355"/>
                  </a:cubicBezTo>
                  <a:cubicBezTo>
                    <a:pt x="4919" y="4401"/>
                    <a:pt x="5035" y="4499"/>
                    <a:pt x="5133" y="4586"/>
                  </a:cubicBezTo>
                  <a:cubicBezTo>
                    <a:pt x="5201" y="4645"/>
                    <a:pt x="5294" y="4726"/>
                    <a:pt x="5334" y="4726"/>
                  </a:cubicBezTo>
                  <a:cubicBezTo>
                    <a:pt x="5334" y="4726"/>
                    <a:pt x="5335" y="4726"/>
                    <a:pt x="5336" y="4726"/>
                  </a:cubicBezTo>
                  <a:cubicBezTo>
                    <a:pt x="5343" y="4725"/>
                    <a:pt x="5351" y="4725"/>
                    <a:pt x="5360" y="4725"/>
                  </a:cubicBezTo>
                  <a:cubicBezTo>
                    <a:pt x="5509" y="4725"/>
                    <a:pt x="5798" y="4865"/>
                    <a:pt x="5858" y="4894"/>
                  </a:cubicBezTo>
                  <a:lnTo>
                    <a:pt x="5889" y="4908"/>
                  </a:lnTo>
                  <a:lnTo>
                    <a:pt x="5928" y="5230"/>
                  </a:lnTo>
                  <a:cubicBezTo>
                    <a:pt x="5935" y="5230"/>
                    <a:pt x="5945" y="5227"/>
                    <a:pt x="5956" y="5227"/>
                  </a:cubicBezTo>
                  <a:lnTo>
                    <a:pt x="5959" y="5227"/>
                  </a:lnTo>
                  <a:cubicBezTo>
                    <a:pt x="5963" y="5225"/>
                    <a:pt x="5967" y="5224"/>
                    <a:pt x="5972" y="5224"/>
                  </a:cubicBezTo>
                  <a:cubicBezTo>
                    <a:pt x="5977" y="5224"/>
                    <a:pt x="5982" y="5225"/>
                    <a:pt x="5987" y="5227"/>
                  </a:cubicBezTo>
                  <a:cubicBezTo>
                    <a:pt x="6022" y="5227"/>
                    <a:pt x="6057" y="5230"/>
                    <a:pt x="6089" y="5244"/>
                  </a:cubicBezTo>
                  <a:cubicBezTo>
                    <a:pt x="6099" y="5248"/>
                    <a:pt x="6110" y="5251"/>
                    <a:pt x="6117" y="5255"/>
                  </a:cubicBezTo>
                  <a:lnTo>
                    <a:pt x="6145" y="5269"/>
                  </a:lnTo>
                  <a:lnTo>
                    <a:pt x="6148" y="5272"/>
                  </a:lnTo>
                  <a:lnTo>
                    <a:pt x="6173" y="5286"/>
                  </a:lnTo>
                  <a:lnTo>
                    <a:pt x="6176" y="5286"/>
                  </a:lnTo>
                  <a:lnTo>
                    <a:pt x="6197" y="5301"/>
                  </a:lnTo>
                  <a:lnTo>
                    <a:pt x="6204" y="5308"/>
                  </a:lnTo>
                  <a:lnTo>
                    <a:pt x="6225" y="5322"/>
                  </a:lnTo>
                  <a:cubicBezTo>
                    <a:pt x="6264" y="5353"/>
                    <a:pt x="6313" y="5378"/>
                    <a:pt x="6365" y="5385"/>
                  </a:cubicBezTo>
                  <a:cubicBezTo>
                    <a:pt x="6379" y="5385"/>
                    <a:pt x="6390" y="5388"/>
                    <a:pt x="6400" y="5388"/>
                  </a:cubicBezTo>
                  <a:lnTo>
                    <a:pt x="6411" y="5392"/>
                  </a:lnTo>
                  <a:cubicBezTo>
                    <a:pt x="6421" y="5392"/>
                    <a:pt x="6428" y="5395"/>
                    <a:pt x="6435" y="5399"/>
                  </a:cubicBezTo>
                  <a:lnTo>
                    <a:pt x="6449" y="5402"/>
                  </a:lnTo>
                  <a:lnTo>
                    <a:pt x="6477" y="5416"/>
                  </a:lnTo>
                  <a:lnTo>
                    <a:pt x="6484" y="5420"/>
                  </a:lnTo>
                  <a:cubicBezTo>
                    <a:pt x="6495" y="5423"/>
                    <a:pt x="6509" y="5430"/>
                    <a:pt x="6519" y="5437"/>
                  </a:cubicBezTo>
                  <a:cubicBezTo>
                    <a:pt x="6530" y="5423"/>
                    <a:pt x="6533" y="5399"/>
                    <a:pt x="6533" y="5381"/>
                  </a:cubicBezTo>
                  <a:lnTo>
                    <a:pt x="6533" y="5364"/>
                  </a:lnTo>
                  <a:cubicBezTo>
                    <a:pt x="6540" y="5339"/>
                    <a:pt x="6544" y="5311"/>
                    <a:pt x="6551" y="5283"/>
                  </a:cubicBezTo>
                  <a:cubicBezTo>
                    <a:pt x="6551" y="5276"/>
                    <a:pt x="6558" y="5269"/>
                    <a:pt x="6558" y="5258"/>
                  </a:cubicBezTo>
                  <a:cubicBezTo>
                    <a:pt x="6565" y="5241"/>
                    <a:pt x="6568" y="5223"/>
                    <a:pt x="6575" y="5206"/>
                  </a:cubicBezTo>
                  <a:cubicBezTo>
                    <a:pt x="6579" y="5199"/>
                    <a:pt x="6582" y="5188"/>
                    <a:pt x="6589" y="5178"/>
                  </a:cubicBezTo>
                  <a:cubicBezTo>
                    <a:pt x="6593" y="5171"/>
                    <a:pt x="6600" y="5150"/>
                    <a:pt x="6610" y="5136"/>
                  </a:cubicBezTo>
                  <a:cubicBezTo>
                    <a:pt x="6617" y="5122"/>
                    <a:pt x="6617" y="5118"/>
                    <a:pt x="6624" y="5108"/>
                  </a:cubicBezTo>
                  <a:cubicBezTo>
                    <a:pt x="6628" y="5101"/>
                    <a:pt x="6642" y="5083"/>
                    <a:pt x="6649" y="5069"/>
                  </a:cubicBezTo>
                  <a:cubicBezTo>
                    <a:pt x="6659" y="5059"/>
                    <a:pt x="6659" y="5055"/>
                    <a:pt x="6666" y="5045"/>
                  </a:cubicBezTo>
                  <a:cubicBezTo>
                    <a:pt x="6673" y="5038"/>
                    <a:pt x="6687" y="5020"/>
                    <a:pt x="6701" y="5006"/>
                  </a:cubicBezTo>
                  <a:cubicBezTo>
                    <a:pt x="6712" y="4996"/>
                    <a:pt x="6712" y="4996"/>
                    <a:pt x="6719" y="4989"/>
                  </a:cubicBezTo>
                  <a:cubicBezTo>
                    <a:pt x="6736" y="4971"/>
                    <a:pt x="6754" y="4954"/>
                    <a:pt x="6775" y="4936"/>
                  </a:cubicBezTo>
                  <a:cubicBezTo>
                    <a:pt x="6778" y="4936"/>
                    <a:pt x="6782" y="4933"/>
                    <a:pt x="6785" y="4929"/>
                  </a:cubicBezTo>
                  <a:cubicBezTo>
                    <a:pt x="6806" y="4901"/>
                    <a:pt x="6799" y="4866"/>
                    <a:pt x="6750" y="4765"/>
                  </a:cubicBezTo>
                  <a:cubicBezTo>
                    <a:pt x="6712" y="4684"/>
                    <a:pt x="6670" y="4590"/>
                    <a:pt x="6687" y="4492"/>
                  </a:cubicBezTo>
                  <a:cubicBezTo>
                    <a:pt x="6694" y="4443"/>
                    <a:pt x="6610" y="4380"/>
                    <a:pt x="6533" y="4327"/>
                  </a:cubicBezTo>
                  <a:cubicBezTo>
                    <a:pt x="6435" y="4261"/>
                    <a:pt x="6323" y="4184"/>
                    <a:pt x="6348" y="4072"/>
                  </a:cubicBezTo>
                  <a:cubicBezTo>
                    <a:pt x="6379" y="3932"/>
                    <a:pt x="6558" y="3900"/>
                    <a:pt x="6715" y="3872"/>
                  </a:cubicBezTo>
                  <a:cubicBezTo>
                    <a:pt x="6778" y="3865"/>
                    <a:pt x="6841" y="3851"/>
                    <a:pt x="6901" y="3830"/>
                  </a:cubicBezTo>
                  <a:cubicBezTo>
                    <a:pt x="6936" y="3816"/>
                    <a:pt x="6943" y="3781"/>
                    <a:pt x="6953" y="3708"/>
                  </a:cubicBezTo>
                  <a:cubicBezTo>
                    <a:pt x="6960" y="3634"/>
                    <a:pt x="6974" y="3519"/>
                    <a:pt x="7107" y="3519"/>
                  </a:cubicBezTo>
                  <a:cubicBezTo>
                    <a:pt x="7202" y="3519"/>
                    <a:pt x="7254" y="3417"/>
                    <a:pt x="7303" y="3270"/>
                  </a:cubicBezTo>
                  <a:cubicBezTo>
                    <a:pt x="7335" y="3175"/>
                    <a:pt x="7418" y="3158"/>
                    <a:pt x="7495" y="3158"/>
                  </a:cubicBezTo>
                  <a:cubicBezTo>
                    <a:pt x="7521" y="3158"/>
                    <a:pt x="7547" y="3160"/>
                    <a:pt x="7569" y="3161"/>
                  </a:cubicBezTo>
                  <a:cubicBezTo>
                    <a:pt x="7596" y="3163"/>
                    <a:pt x="7623" y="3165"/>
                    <a:pt x="7647" y="3165"/>
                  </a:cubicBezTo>
                  <a:cubicBezTo>
                    <a:pt x="7686" y="3165"/>
                    <a:pt x="7721" y="3160"/>
                    <a:pt x="7745" y="3140"/>
                  </a:cubicBezTo>
                  <a:cubicBezTo>
                    <a:pt x="7834" y="3076"/>
                    <a:pt x="7970" y="3011"/>
                    <a:pt x="8075" y="3011"/>
                  </a:cubicBezTo>
                  <a:cubicBezTo>
                    <a:pt x="8089" y="3011"/>
                    <a:pt x="8103" y="3012"/>
                    <a:pt x="8116" y="3014"/>
                  </a:cubicBezTo>
                  <a:cubicBezTo>
                    <a:pt x="8158" y="3021"/>
                    <a:pt x="8193" y="3046"/>
                    <a:pt x="8214" y="3081"/>
                  </a:cubicBezTo>
                  <a:lnTo>
                    <a:pt x="8217" y="3088"/>
                  </a:lnTo>
                  <a:lnTo>
                    <a:pt x="8221" y="3095"/>
                  </a:lnTo>
                  <a:lnTo>
                    <a:pt x="8221" y="3098"/>
                  </a:lnTo>
                  <a:lnTo>
                    <a:pt x="8221" y="3105"/>
                  </a:lnTo>
                  <a:lnTo>
                    <a:pt x="8221" y="3109"/>
                  </a:lnTo>
                  <a:lnTo>
                    <a:pt x="8221" y="3116"/>
                  </a:lnTo>
                  <a:lnTo>
                    <a:pt x="8221" y="3123"/>
                  </a:lnTo>
                  <a:lnTo>
                    <a:pt x="8221" y="3130"/>
                  </a:lnTo>
                  <a:lnTo>
                    <a:pt x="8221" y="3137"/>
                  </a:lnTo>
                  <a:lnTo>
                    <a:pt x="8221" y="3147"/>
                  </a:lnTo>
                  <a:lnTo>
                    <a:pt x="8221" y="3154"/>
                  </a:lnTo>
                  <a:lnTo>
                    <a:pt x="8221" y="3165"/>
                  </a:lnTo>
                  <a:lnTo>
                    <a:pt x="8221" y="3175"/>
                  </a:lnTo>
                  <a:cubicBezTo>
                    <a:pt x="8221" y="3179"/>
                    <a:pt x="8221" y="3186"/>
                    <a:pt x="8217" y="3189"/>
                  </a:cubicBezTo>
                  <a:lnTo>
                    <a:pt x="8214" y="3200"/>
                  </a:lnTo>
                  <a:cubicBezTo>
                    <a:pt x="8214" y="3207"/>
                    <a:pt x="8210" y="3214"/>
                    <a:pt x="8207" y="3221"/>
                  </a:cubicBezTo>
                  <a:lnTo>
                    <a:pt x="8207" y="3228"/>
                  </a:lnTo>
                  <a:cubicBezTo>
                    <a:pt x="8203" y="3239"/>
                    <a:pt x="8200" y="3249"/>
                    <a:pt x="8193" y="3260"/>
                  </a:cubicBezTo>
                  <a:lnTo>
                    <a:pt x="8193" y="3263"/>
                  </a:lnTo>
                  <a:cubicBezTo>
                    <a:pt x="8189" y="3274"/>
                    <a:pt x="8186" y="3288"/>
                    <a:pt x="8179" y="3298"/>
                  </a:cubicBezTo>
                  <a:lnTo>
                    <a:pt x="8172" y="3312"/>
                  </a:lnTo>
                  <a:lnTo>
                    <a:pt x="8158" y="3344"/>
                  </a:lnTo>
                  <a:lnTo>
                    <a:pt x="8151" y="3361"/>
                  </a:lnTo>
                  <a:lnTo>
                    <a:pt x="8133" y="3393"/>
                  </a:lnTo>
                  <a:lnTo>
                    <a:pt x="8123" y="3414"/>
                  </a:lnTo>
                  <a:lnTo>
                    <a:pt x="8102" y="3449"/>
                  </a:lnTo>
                  <a:lnTo>
                    <a:pt x="8088" y="3473"/>
                  </a:lnTo>
                  <a:lnTo>
                    <a:pt x="8077" y="3491"/>
                  </a:lnTo>
                  <a:lnTo>
                    <a:pt x="8119" y="3487"/>
                  </a:lnTo>
                  <a:cubicBezTo>
                    <a:pt x="8196" y="3480"/>
                    <a:pt x="8277" y="3473"/>
                    <a:pt x="8343" y="3459"/>
                  </a:cubicBezTo>
                  <a:lnTo>
                    <a:pt x="8354" y="3459"/>
                  </a:lnTo>
                  <a:cubicBezTo>
                    <a:pt x="8455" y="3442"/>
                    <a:pt x="8525" y="3424"/>
                    <a:pt x="8543" y="3407"/>
                  </a:cubicBezTo>
                  <a:cubicBezTo>
                    <a:pt x="8546" y="3400"/>
                    <a:pt x="8553" y="3396"/>
                    <a:pt x="8557" y="3393"/>
                  </a:cubicBezTo>
                  <a:cubicBezTo>
                    <a:pt x="8560" y="3393"/>
                    <a:pt x="8564" y="3389"/>
                    <a:pt x="8567" y="3386"/>
                  </a:cubicBezTo>
                  <a:cubicBezTo>
                    <a:pt x="8574" y="3382"/>
                    <a:pt x="8578" y="3379"/>
                    <a:pt x="8588" y="3375"/>
                  </a:cubicBezTo>
                  <a:lnTo>
                    <a:pt x="8592" y="3375"/>
                  </a:lnTo>
                  <a:cubicBezTo>
                    <a:pt x="8599" y="3372"/>
                    <a:pt x="8606" y="3368"/>
                    <a:pt x="8613" y="3368"/>
                  </a:cubicBezTo>
                  <a:lnTo>
                    <a:pt x="8634" y="3368"/>
                  </a:lnTo>
                  <a:cubicBezTo>
                    <a:pt x="8686" y="3368"/>
                    <a:pt x="8735" y="3372"/>
                    <a:pt x="8788" y="3386"/>
                  </a:cubicBezTo>
                  <a:cubicBezTo>
                    <a:pt x="8842" y="3395"/>
                    <a:pt x="8888" y="3402"/>
                    <a:pt x="8926" y="3402"/>
                  </a:cubicBezTo>
                  <a:cubicBezTo>
                    <a:pt x="8984" y="3402"/>
                    <a:pt x="9024" y="3386"/>
                    <a:pt x="9047" y="3340"/>
                  </a:cubicBezTo>
                  <a:cubicBezTo>
                    <a:pt x="9113" y="3210"/>
                    <a:pt x="9250" y="3186"/>
                    <a:pt x="9330" y="3168"/>
                  </a:cubicBezTo>
                  <a:lnTo>
                    <a:pt x="9334" y="3168"/>
                  </a:lnTo>
                  <a:cubicBezTo>
                    <a:pt x="9327" y="3161"/>
                    <a:pt x="9316" y="3151"/>
                    <a:pt x="9302" y="3140"/>
                  </a:cubicBezTo>
                  <a:cubicBezTo>
                    <a:pt x="9078" y="2951"/>
                    <a:pt x="8816" y="2811"/>
                    <a:pt x="8697" y="2780"/>
                  </a:cubicBezTo>
                  <a:cubicBezTo>
                    <a:pt x="8686" y="2776"/>
                    <a:pt x="8676" y="2776"/>
                    <a:pt x="8665" y="2773"/>
                  </a:cubicBezTo>
                  <a:lnTo>
                    <a:pt x="8648" y="2773"/>
                  </a:lnTo>
                  <a:cubicBezTo>
                    <a:pt x="8613" y="2850"/>
                    <a:pt x="8539" y="2902"/>
                    <a:pt x="8455" y="2909"/>
                  </a:cubicBezTo>
                  <a:cubicBezTo>
                    <a:pt x="8429" y="2915"/>
                    <a:pt x="8401" y="2918"/>
                    <a:pt x="8371" y="2918"/>
                  </a:cubicBezTo>
                  <a:cubicBezTo>
                    <a:pt x="8276" y="2918"/>
                    <a:pt x="8173" y="2886"/>
                    <a:pt x="8109" y="2808"/>
                  </a:cubicBezTo>
                  <a:lnTo>
                    <a:pt x="8088" y="2783"/>
                  </a:lnTo>
                  <a:cubicBezTo>
                    <a:pt x="8046" y="2724"/>
                    <a:pt x="7993" y="2678"/>
                    <a:pt x="7930" y="2647"/>
                  </a:cubicBezTo>
                  <a:cubicBezTo>
                    <a:pt x="7911" y="2639"/>
                    <a:pt x="7885" y="2632"/>
                    <a:pt x="7847" y="2632"/>
                  </a:cubicBezTo>
                  <a:cubicBezTo>
                    <a:pt x="7814" y="2632"/>
                    <a:pt x="7772" y="2638"/>
                    <a:pt x="7720" y="2654"/>
                  </a:cubicBezTo>
                  <a:lnTo>
                    <a:pt x="7717" y="2654"/>
                  </a:lnTo>
                  <a:cubicBezTo>
                    <a:pt x="7699" y="2661"/>
                    <a:pt x="7681" y="2668"/>
                    <a:pt x="7664" y="2675"/>
                  </a:cubicBezTo>
                  <a:cubicBezTo>
                    <a:pt x="7342" y="2804"/>
                    <a:pt x="7160" y="2962"/>
                    <a:pt x="7142" y="3056"/>
                  </a:cubicBezTo>
                  <a:cubicBezTo>
                    <a:pt x="7121" y="3154"/>
                    <a:pt x="7048" y="3235"/>
                    <a:pt x="6953" y="3270"/>
                  </a:cubicBezTo>
                  <a:lnTo>
                    <a:pt x="6936" y="3274"/>
                  </a:lnTo>
                  <a:lnTo>
                    <a:pt x="6894" y="3274"/>
                  </a:lnTo>
                  <a:cubicBezTo>
                    <a:pt x="6834" y="3274"/>
                    <a:pt x="6768" y="3235"/>
                    <a:pt x="6757" y="3133"/>
                  </a:cubicBezTo>
                  <a:cubicBezTo>
                    <a:pt x="6740" y="3004"/>
                    <a:pt x="6498" y="2944"/>
                    <a:pt x="6351" y="2909"/>
                  </a:cubicBezTo>
                  <a:cubicBezTo>
                    <a:pt x="6292" y="2899"/>
                    <a:pt x="6232" y="2895"/>
                    <a:pt x="6173" y="2895"/>
                  </a:cubicBezTo>
                  <a:cubicBezTo>
                    <a:pt x="6029" y="2895"/>
                    <a:pt x="5851" y="2895"/>
                    <a:pt x="5826" y="2724"/>
                  </a:cubicBezTo>
                  <a:cubicBezTo>
                    <a:pt x="5819" y="2657"/>
                    <a:pt x="5756" y="2573"/>
                    <a:pt x="5697" y="2493"/>
                  </a:cubicBezTo>
                  <a:cubicBezTo>
                    <a:pt x="5619" y="2388"/>
                    <a:pt x="5539" y="2279"/>
                    <a:pt x="5525" y="2160"/>
                  </a:cubicBezTo>
                  <a:cubicBezTo>
                    <a:pt x="5521" y="2104"/>
                    <a:pt x="5518" y="2045"/>
                    <a:pt x="5518" y="1985"/>
                  </a:cubicBezTo>
                  <a:cubicBezTo>
                    <a:pt x="5518" y="1824"/>
                    <a:pt x="5514" y="1719"/>
                    <a:pt x="5444" y="1698"/>
                  </a:cubicBezTo>
                  <a:cubicBezTo>
                    <a:pt x="5339" y="1674"/>
                    <a:pt x="5262" y="1586"/>
                    <a:pt x="5192" y="1509"/>
                  </a:cubicBezTo>
                  <a:cubicBezTo>
                    <a:pt x="5136" y="1443"/>
                    <a:pt x="5077" y="1376"/>
                    <a:pt x="5028" y="1376"/>
                  </a:cubicBezTo>
                  <a:cubicBezTo>
                    <a:pt x="4363" y="1376"/>
                    <a:pt x="3985" y="1362"/>
                    <a:pt x="3904" y="1327"/>
                  </a:cubicBezTo>
                  <a:cubicBezTo>
                    <a:pt x="3901" y="1326"/>
                    <a:pt x="3896" y="1326"/>
                    <a:pt x="3891" y="1326"/>
                  </a:cubicBezTo>
                  <a:cubicBezTo>
                    <a:pt x="3844" y="1326"/>
                    <a:pt x="3730" y="1350"/>
                    <a:pt x="3649" y="1366"/>
                  </a:cubicBezTo>
                  <a:cubicBezTo>
                    <a:pt x="3524" y="1393"/>
                    <a:pt x="3409" y="1418"/>
                    <a:pt x="3319" y="1418"/>
                  </a:cubicBezTo>
                  <a:cubicBezTo>
                    <a:pt x="3235" y="1418"/>
                    <a:pt x="3174" y="1395"/>
                    <a:pt x="3151" y="1331"/>
                  </a:cubicBezTo>
                  <a:cubicBezTo>
                    <a:pt x="3151" y="1324"/>
                    <a:pt x="3148" y="1320"/>
                    <a:pt x="3144" y="1313"/>
                  </a:cubicBezTo>
                  <a:lnTo>
                    <a:pt x="3141" y="1306"/>
                  </a:lnTo>
                  <a:lnTo>
                    <a:pt x="3130" y="1289"/>
                  </a:lnTo>
                  <a:lnTo>
                    <a:pt x="3123" y="1278"/>
                  </a:lnTo>
                  <a:lnTo>
                    <a:pt x="3109" y="1261"/>
                  </a:lnTo>
                  <a:lnTo>
                    <a:pt x="3099" y="1247"/>
                  </a:lnTo>
                  <a:lnTo>
                    <a:pt x="3081" y="1226"/>
                  </a:lnTo>
                  <a:lnTo>
                    <a:pt x="3071" y="1212"/>
                  </a:lnTo>
                  <a:lnTo>
                    <a:pt x="3050" y="1187"/>
                  </a:lnTo>
                  <a:lnTo>
                    <a:pt x="3036" y="1170"/>
                  </a:lnTo>
                  <a:lnTo>
                    <a:pt x="3015" y="1145"/>
                  </a:lnTo>
                  <a:lnTo>
                    <a:pt x="3001" y="1127"/>
                  </a:lnTo>
                  <a:lnTo>
                    <a:pt x="2976" y="1099"/>
                  </a:lnTo>
                  <a:lnTo>
                    <a:pt x="2962" y="1082"/>
                  </a:lnTo>
                  <a:lnTo>
                    <a:pt x="2931" y="1047"/>
                  </a:lnTo>
                  <a:lnTo>
                    <a:pt x="2917" y="1036"/>
                  </a:lnTo>
                  <a:lnTo>
                    <a:pt x="2875" y="987"/>
                  </a:lnTo>
                  <a:lnTo>
                    <a:pt x="2826" y="938"/>
                  </a:lnTo>
                  <a:lnTo>
                    <a:pt x="2819" y="928"/>
                  </a:lnTo>
                  <a:lnTo>
                    <a:pt x="2780" y="889"/>
                  </a:lnTo>
                  <a:lnTo>
                    <a:pt x="2763" y="875"/>
                  </a:lnTo>
                  <a:lnTo>
                    <a:pt x="2731" y="844"/>
                  </a:lnTo>
                  <a:lnTo>
                    <a:pt x="2714" y="823"/>
                  </a:lnTo>
                  <a:lnTo>
                    <a:pt x="2682" y="795"/>
                  </a:lnTo>
                  <a:lnTo>
                    <a:pt x="2665" y="777"/>
                  </a:lnTo>
                  <a:lnTo>
                    <a:pt x="2637" y="753"/>
                  </a:lnTo>
                  <a:lnTo>
                    <a:pt x="2616" y="735"/>
                  </a:lnTo>
                  <a:lnTo>
                    <a:pt x="2605" y="725"/>
                  </a:lnTo>
                  <a:cubicBezTo>
                    <a:pt x="2570" y="795"/>
                    <a:pt x="2518" y="858"/>
                    <a:pt x="2455" y="903"/>
                  </a:cubicBezTo>
                  <a:cubicBezTo>
                    <a:pt x="2270" y="1034"/>
                    <a:pt x="2083" y="1104"/>
                    <a:pt x="1935" y="1104"/>
                  </a:cubicBezTo>
                  <a:cubicBezTo>
                    <a:pt x="1861" y="1104"/>
                    <a:pt x="1797" y="1087"/>
                    <a:pt x="1748" y="1050"/>
                  </a:cubicBezTo>
                  <a:cubicBezTo>
                    <a:pt x="1695" y="1008"/>
                    <a:pt x="1618" y="914"/>
                    <a:pt x="1692" y="714"/>
                  </a:cubicBezTo>
                  <a:cubicBezTo>
                    <a:pt x="1790" y="441"/>
                    <a:pt x="1811" y="154"/>
                    <a:pt x="1741" y="56"/>
                  </a:cubicBezTo>
                  <a:cubicBezTo>
                    <a:pt x="1731" y="41"/>
                    <a:pt x="1713" y="28"/>
                    <a:pt x="1695" y="28"/>
                  </a:cubicBezTo>
                  <a:cubicBezTo>
                    <a:pt x="1692" y="28"/>
                    <a:pt x="1690" y="28"/>
                    <a:pt x="1688" y="28"/>
                  </a:cubicBezTo>
                  <a:cubicBezTo>
                    <a:pt x="1639" y="28"/>
                    <a:pt x="1625" y="277"/>
                    <a:pt x="1618" y="382"/>
                  </a:cubicBezTo>
                  <a:cubicBezTo>
                    <a:pt x="1608" y="595"/>
                    <a:pt x="1601" y="781"/>
                    <a:pt x="1482" y="816"/>
                  </a:cubicBezTo>
                  <a:cubicBezTo>
                    <a:pt x="1470" y="819"/>
                    <a:pt x="1458" y="821"/>
                    <a:pt x="1446" y="821"/>
                  </a:cubicBezTo>
                  <a:cubicBezTo>
                    <a:pt x="1411" y="821"/>
                    <a:pt x="1376" y="806"/>
                    <a:pt x="1355" y="777"/>
                  </a:cubicBezTo>
                  <a:cubicBezTo>
                    <a:pt x="1250" y="665"/>
                    <a:pt x="1222" y="277"/>
                    <a:pt x="1285" y="0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52" name="Google Shape;6810;p80">
              <a:extLst>
                <a:ext uri="{FF2B5EF4-FFF2-40B4-BE49-F238E27FC236}">
                  <a16:creationId xmlns:a16="http://schemas.microsoft.com/office/drawing/2014/main" id="{70401F1D-9724-8EA7-1545-0C60C285C455}"/>
                </a:ext>
              </a:extLst>
            </p:cNvPr>
            <p:cNvSpPr/>
            <p:nvPr/>
          </p:nvSpPr>
          <p:spPr>
            <a:xfrm>
              <a:off x="2580038" y="1723951"/>
              <a:ext cx="2105" cy="258"/>
            </a:xfrm>
            <a:custGeom>
              <a:avLst/>
              <a:gdLst/>
              <a:ahLst/>
              <a:cxnLst/>
              <a:rect l="l" t="t" r="r" b="b"/>
              <a:pathLst>
                <a:path w="155" h="19" extrusionOk="0">
                  <a:moveTo>
                    <a:pt x="1" y="1"/>
                  </a:moveTo>
                  <a:cubicBezTo>
                    <a:pt x="50" y="1"/>
                    <a:pt x="102" y="4"/>
                    <a:pt x="155" y="18"/>
                  </a:cubicBezTo>
                  <a:cubicBezTo>
                    <a:pt x="102" y="4"/>
                    <a:pt x="50" y="1"/>
                    <a:pt x="1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53" name="Google Shape;6811;p80">
              <a:extLst>
                <a:ext uri="{FF2B5EF4-FFF2-40B4-BE49-F238E27FC236}">
                  <a16:creationId xmlns:a16="http://schemas.microsoft.com/office/drawing/2014/main" id="{CC3FFAE3-BD86-F2FD-472E-27FB45ED042C}"/>
                </a:ext>
              </a:extLst>
            </p:cNvPr>
            <p:cNvSpPr/>
            <p:nvPr/>
          </p:nvSpPr>
          <p:spPr>
            <a:xfrm>
              <a:off x="2573059" y="1725241"/>
              <a:ext cx="3096" cy="394"/>
            </a:xfrm>
            <a:custGeom>
              <a:avLst/>
              <a:gdLst/>
              <a:ahLst/>
              <a:cxnLst/>
              <a:rect l="l" t="t" r="r" b="b"/>
              <a:pathLst>
                <a:path w="228" h="29" extrusionOk="0">
                  <a:moveTo>
                    <a:pt x="228" y="0"/>
                  </a:moveTo>
                  <a:cubicBezTo>
                    <a:pt x="158" y="14"/>
                    <a:pt x="77" y="21"/>
                    <a:pt x="0" y="28"/>
                  </a:cubicBezTo>
                  <a:cubicBezTo>
                    <a:pt x="84" y="21"/>
                    <a:pt x="165" y="14"/>
                    <a:pt x="228" y="0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54" name="Google Shape;6812;p80">
              <a:extLst>
                <a:ext uri="{FF2B5EF4-FFF2-40B4-BE49-F238E27FC236}">
                  <a16:creationId xmlns:a16="http://schemas.microsoft.com/office/drawing/2014/main" id="{6EFE5D72-73FB-953A-456F-ABF0C575F2FB}"/>
                </a:ext>
              </a:extLst>
            </p:cNvPr>
            <p:cNvSpPr/>
            <p:nvPr/>
          </p:nvSpPr>
          <p:spPr>
            <a:xfrm>
              <a:off x="2579807" y="1723951"/>
              <a:ext cx="109" cy="14"/>
            </a:xfrm>
            <a:custGeom>
              <a:avLst/>
              <a:gdLst/>
              <a:ahLst/>
              <a:cxnLst/>
              <a:rect l="l" t="t" r="r" b="b"/>
              <a:pathLst>
                <a:path w="8" h="1" extrusionOk="0">
                  <a:moveTo>
                    <a:pt x="7" y="1"/>
                  </a:moveTo>
                  <a:lnTo>
                    <a:pt x="0" y="1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55" name="Google Shape;6813;p80">
              <a:extLst>
                <a:ext uri="{FF2B5EF4-FFF2-40B4-BE49-F238E27FC236}">
                  <a16:creationId xmlns:a16="http://schemas.microsoft.com/office/drawing/2014/main" id="{DA01D837-760D-AF0E-EB2F-2A438A9DD908}"/>
                </a:ext>
              </a:extLst>
            </p:cNvPr>
            <p:cNvSpPr/>
            <p:nvPr/>
          </p:nvSpPr>
          <p:spPr>
            <a:xfrm>
              <a:off x="2580894" y="1715913"/>
              <a:ext cx="8242" cy="4915"/>
            </a:xfrm>
            <a:custGeom>
              <a:avLst/>
              <a:gdLst/>
              <a:ahLst/>
              <a:cxnLst/>
              <a:rect l="l" t="t" r="r" b="b"/>
              <a:pathLst>
                <a:path w="607" h="362" extrusionOk="0">
                  <a:moveTo>
                    <a:pt x="1" y="1"/>
                  </a:moveTo>
                  <a:cubicBezTo>
                    <a:pt x="120" y="33"/>
                    <a:pt x="382" y="176"/>
                    <a:pt x="606" y="361"/>
                  </a:cubicBezTo>
                  <a:cubicBezTo>
                    <a:pt x="382" y="173"/>
                    <a:pt x="120" y="33"/>
                    <a:pt x="1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56" name="Google Shape;6814;p80">
              <a:extLst>
                <a:ext uri="{FF2B5EF4-FFF2-40B4-BE49-F238E27FC236}">
                  <a16:creationId xmlns:a16="http://schemas.microsoft.com/office/drawing/2014/main" id="{B21F58C4-7D81-D24A-8C39-85F495FFD078}"/>
                </a:ext>
              </a:extLst>
            </p:cNvPr>
            <p:cNvSpPr/>
            <p:nvPr/>
          </p:nvSpPr>
          <p:spPr>
            <a:xfrm>
              <a:off x="2579034" y="1724236"/>
              <a:ext cx="122" cy="122"/>
            </a:xfrm>
            <a:custGeom>
              <a:avLst/>
              <a:gdLst/>
              <a:ahLst/>
              <a:cxnLst/>
              <a:rect l="l" t="t" r="r" b="b"/>
              <a:pathLst>
                <a:path w="9" h="9" extrusionOk="0">
                  <a:moveTo>
                    <a:pt x="8" y="1"/>
                  </a:moveTo>
                  <a:cubicBezTo>
                    <a:pt x="5" y="1"/>
                    <a:pt x="2" y="3"/>
                    <a:pt x="1" y="6"/>
                  </a:cubicBezTo>
                  <a:lnTo>
                    <a:pt x="1" y="6"/>
                  </a:lnTo>
                  <a:cubicBezTo>
                    <a:pt x="3" y="4"/>
                    <a:pt x="6" y="1"/>
                    <a:pt x="8" y="1"/>
                  </a:cubicBezTo>
                  <a:close/>
                  <a:moveTo>
                    <a:pt x="1" y="6"/>
                  </a:moveTo>
                  <a:lnTo>
                    <a:pt x="1" y="6"/>
                  </a:lnTo>
                  <a:cubicBezTo>
                    <a:pt x="1" y="7"/>
                    <a:pt x="0" y="8"/>
                    <a:pt x="0" y="8"/>
                  </a:cubicBezTo>
                  <a:cubicBezTo>
                    <a:pt x="0" y="8"/>
                    <a:pt x="1" y="8"/>
                    <a:pt x="1" y="8"/>
                  </a:cubicBezTo>
                  <a:cubicBezTo>
                    <a:pt x="1" y="7"/>
                    <a:pt x="1" y="7"/>
                    <a:pt x="1" y="6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57" name="Google Shape;6815;p80">
              <a:extLst>
                <a:ext uri="{FF2B5EF4-FFF2-40B4-BE49-F238E27FC236}">
                  <a16:creationId xmlns:a16="http://schemas.microsoft.com/office/drawing/2014/main" id="{F2D7B30E-1AE6-0CDB-D505-9185BBEAC48E}"/>
                </a:ext>
              </a:extLst>
            </p:cNvPr>
            <p:cNvSpPr/>
            <p:nvPr/>
          </p:nvSpPr>
          <p:spPr>
            <a:xfrm>
              <a:off x="2570534" y="1714107"/>
              <a:ext cx="2390" cy="2200"/>
            </a:xfrm>
            <a:custGeom>
              <a:avLst/>
              <a:gdLst/>
              <a:ahLst/>
              <a:cxnLst/>
              <a:rect l="l" t="t" r="r" b="b"/>
              <a:pathLst>
                <a:path w="176" h="162" extrusionOk="0">
                  <a:moveTo>
                    <a:pt x="1" y="1"/>
                  </a:moveTo>
                  <a:cubicBezTo>
                    <a:pt x="60" y="32"/>
                    <a:pt x="116" y="78"/>
                    <a:pt x="155" y="137"/>
                  </a:cubicBezTo>
                  <a:lnTo>
                    <a:pt x="176" y="162"/>
                  </a:lnTo>
                  <a:lnTo>
                    <a:pt x="151" y="130"/>
                  </a:lnTo>
                  <a:cubicBezTo>
                    <a:pt x="116" y="81"/>
                    <a:pt x="74" y="43"/>
                    <a:pt x="25" y="8"/>
                  </a:cubicBezTo>
                  <a:lnTo>
                    <a:pt x="1" y="1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58" name="Google Shape;6816;p80">
              <a:extLst>
                <a:ext uri="{FF2B5EF4-FFF2-40B4-BE49-F238E27FC236}">
                  <a16:creationId xmlns:a16="http://schemas.microsoft.com/office/drawing/2014/main" id="{8B5D9716-9A6F-3828-E012-B7DED08252C2}"/>
                </a:ext>
              </a:extLst>
            </p:cNvPr>
            <p:cNvSpPr/>
            <p:nvPr/>
          </p:nvSpPr>
          <p:spPr>
            <a:xfrm>
              <a:off x="2576291" y="1725241"/>
              <a:ext cx="14" cy="14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0" y="0"/>
                  </a:move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59" name="Google Shape;6817;p80">
              <a:extLst>
                <a:ext uri="{FF2B5EF4-FFF2-40B4-BE49-F238E27FC236}">
                  <a16:creationId xmlns:a16="http://schemas.microsoft.com/office/drawing/2014/main" id="{7B232D68-8F45-392F-54EE-0B3866FB2598}"/>
                </a:ext>
              </a:extLst>
            </p:cNvPr>
            <p:cNvSpPr/>
            <p:nvPr/>
          </p:nvSpPr>
          <p:spPr>
            <a:xfrm>
              <a:off x="2579427" y="1724046"/>
              <a:ext cx="54" cy="68"/>
            </a:xfrm>
            <a:custGeom>
              <a:avLst/>
              <a:gdLst/>
              <a:ahLst/>
              <a:cxnLst/>
              <a:rect l="l" t="t" r="r" b="b"/>
              <a:pathLst>
                <a:path w="4" h="5" extrusionOk="0">
                  <a:moveTo>
                    <a:pt x="4" y="1"/>
                  </a:moveTo>
                  <a:lnTo>
                    <a:pt x="0" y="4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60" name="Google Shape;6818;p80">
              <a:extLst>
                <a:ext uri="{FF2B5EF4-FFF2-40B4-BE49-F238E27FC236}">
                  <a16:creationId xmlns:a16="http://schemas.microsoft.com/office/drawing/2014/main" id="{1BC35C71-6B73-9DBF-1C06-3DD1E11299D9}"/>
                </a:ext>
              </a:extLst>
            </p:cNvPr>
            <p:cNvSpPr/>
            <p:nvPr/>
          </p:nvSpPr>
          <p:spPr>
            <a:xfrm>
              <a:off x="2086700" y="1392158"/>
              <a:ext cx="189338" cy="157838"/>
            </a:xfrm>
            <a:custGeom>
              <a:avLst/>
              <a:gdLst/>
              <a:ahLst/>
              <a:cxnLst/>
              <a:rect l="l" t="t" r="r" b="b"/>
              <a:pathLst>
                <a:path w="13945" h="11625" extrusionOk="0">
                  <a:moveTo>
                    <a:pt x="11107" y="0"/>
                  </a:moveTo>
                  <a:cubicBezTo>
                    <a:pt x="11045" y="0"/>
                    <a:pt x="11013" y="49"/>
                    <a:pt x="10969" y="138"/>
                  </a:cubicBezTo>
                  <a:cubicBezTo>
                    <a:pt x="10955" y="173"/>
                    <a:pt x="10934" y="205"/>
                    <a:pt x="10909" y="233"/>
                  </a:cubicBezTo>
                  <a:cubicBezTo>
                    <a:pt x="10885" y="257"/>
                    <a:pt x="10852" y="266"/>
                    <a:pt x="10814" y="266"/>
                  </a:cubicBezTo>
                  <a:cubicBezTo>
                    <a:pt x="10754" y="266"/>
                    <a:pt x="10679" y="242"/>
                    <a:pt x="10601" y="219"/>
                  </a:cubicBezTo>
                  <a:cubicBezTo>
                    <a:pt x="10577" y="212"/>
                    <a:pt x="10549" y="201"/>
                    <a:pt x="10524" y="198"/>
                  </a:cubicBezTo>
                  <a:cubicBezTo>
                    <a:pt x="10510" y="219"/>
                    <a:pt x="10489" y="240"/>
                    <a:pt x="10464" y="257"/>
                  </a:cubicBezTo>
                  <a:cubicBezTo>
                    <a:pt x="10450" y="264"/>
                    <a:pt x="10426" y="285"/>
                    <a:pt x="10422" y="292"/>
                  </a:cubicBezTo>
                  <a:cubicBezTo>
                    <a:pt x="10426" y="299"/>
                    <a:pt x="10429" y="306"/>
                    <a:pt x="10433" y="313"/>
                  </a:cubicBezTo>
                  <a:cubicBezTo>
                    <a:pt x="10475" y="366"/>
                    <a:pt x="10482" y="439"/>
                    <a:pt x="10454" y="499"/>
                  </a:cubicBezTo>
                  <a:cubicBezTo>
                    <a:pt x="10433" y="541"/>
                    <a:pt x="10391" y="565"/>
                    <a:pt x="10345" y="565"/>
                  </a:cubicBezTo>
                  <a:cubicBezTo>
                    <a:pt x="10314" y="565"/>
                    <a:pt x="10251" y="551"/>
                    <a:pt x="10202" y="460"/>
                  </a:cubicBezTo>
                  <a:cubicBezTo>
                    <a:pt x="10191" y="443"/>
                    <a:pt x="10174" y="429"/>
                    <a:pt x="10149" y="429"/>
                  </a:cubicBezTo>
                  <a:cubicBezTo>
                    <a:pt x="10086" y="429"/>
                    <a:pt x="9992" y="502"/>
                    <a:pt x="9936" y="593"/>
                  </a:cubicBezTo>
                  <a:cubicBezTo>
                    <a:pt x="9904" y="646"/>
                    <a:pt x="9862" y="695"/>
                    <a:pt x="9810" y="733"/>
                  </a:cubicBezTo>
                  <a:cubicBezTo>
                    <a:pt x="9866" y="789"/>
                    <a:pt x="9890" y="866"/>
                    <a:pt x="9876" y="943"/>
                  </a:cubicBezTo>
                  <a:cubicBezTo>
                    <a:pt x="9869" y="1038"/>
                    <a:pt x="9803" y="1118"/>
                    <a:pt x="9712" y="1146"/>
                  </a:cubicBezTo>
                  <a:cubicBezTo>
                    <a:pt x="9699" y="1150"/>
                    <a:pt x="9686" y="1152"/>
                    <a:pt x="9673" y="1152"/>
                  </a:cubicBezTo>
                  <a:cubicBezTo>
                    <a:pt x="9652" y="1152"/>
                    <a:pt x="9631" y="1147"/>
                    <a:pt x="9614" y="1136"/>
                  </a:cubicBezTo>
                  <a:cubicBezTo>
                    <a:pt x="9547" y="1094"/>
                    <a:pt x="9530" y="996"/>
                    <a:pt x="9512" y="901"/>
                  </a:cubicBezTo>
                  <a:cubicBezTo>
                    <a:pt x="9509" y="866"/>
                    <a:pt x="9498" y="831"/>
                    <a:pt x="9488" y="796"/>
                  </a:cubicBezTo>
                  <a:cubicBezTo>
                    <a:pt x="9481" y="798"/>
                    <a:pt x="9473" y="799"/>
                    <a:pt x="9466" y="799"/>
                  </a:cubicBezTo>
                  <a:cubicBezTo>
                    <a:pt x="9456" y="799"/>
                    <a:pt x="9446" y="797"/>
                    <a:pt x="9435" y="793"/>
                  </a:cubicBezTo>
                  <a:lnTo>
                    <a:pt x="9435" y="793"/>
                  </a:lnTo>
                  <a:cubicBezTo>
                    <a:pt x="9442" y="807"/>
                    <a:pt x="9442" y="821"/>
                    <a:pt x="9442" y="838"/>
                  </a:cubicBezTo>
                  <a:cubicBezTo>
                    <a:pt x="9439" y="884"/>
                    <a:pt x="9407" y="926"/>
                    <a:pt x="9362" y="940"/>
                  </a:cubicBezTo>
                  <a:cubicBezTo>
                    <a:pt x="9329" y="953"/>
                    <a:pt x="9294" y="959"/>
                    <a:pt x="9260" y="959"/>
                  </a:cubicBezTo>
                  <a:cubicBezTo>
                    <a:pt x="9200" y="959"/>
                    <a:pt x="9141" y="939"/>
                    <a:pt x="9092" y="901"/>
                  </a:cubicBezTo>
                  <a:cubicBezTo>
                    <a:pt x="9059" y="871"/>
                    <a:pt x="9014" y="860"/>
                    <a:pt x="8968" y="860"/>
                  </a:cubicBezTo>
                  <a:cubicBezTo>
                    <a:pt x="8909" y="860"/>
                    <a:pt x="8847" y="878"/>
                    <a:pt x="8802" y="898"/>
                  </a:cubicBezTo>
                  <a:cubicBezTo>
                    <a:pt x="8830" y="919"/>
                    <a:pt x="8875" y="940"/>
                    <a:pt x="8903" y="957"/>
                  </a:cubicBezTo>
                  <a:cubicBezTo>
                    <a:pt x="9022" y="1024"/>
                    <a:pt x="9082" y="1062"/>
                    <a:pt x="9096" y="1118"/>
                  </a:cubicBezTo>
                  <a:cubicBezTo>
                    <a:pt x="9103" y="1146"/>
                    <a:pt x="9092" y="1178"/>
                    <a:pt x="9071" y="1199"/>
                  </a:cubicBezTo>
                  <a:cubicBezTo>
                    <a:pt x="9054" y="1212"/>
                    <a:pt x="9036" y="1217"/>
                    <a:pt x="9017" y="1217"/>
                  </a:cubicBezTo>
                  <a:cubicBezTo>
                    <a:pt x="8984" y="1217"/>
                    <a:pt x="8948" y="1202"/>
                    <a:pt x="8907" y="1185"/>
                  </a:cubicBezTo>
                  <a:cubicBezTo>
                    <a:pt x="8875" y="1171"/>
                    <a:pt x="8844" y="1160"/>
                    <a:pt x="8812" y="1153"/>
                  </a:cubicBezTo>
                  <a:cubicBezTo>
                    <a:pt x="8783" y="1174"/>
                    <a:pt x="8750" y="1184"/>
                    <a:pt x="8717" y="1184"/>
                  </a:cubicBezTo>
                  <a:cubicBezTo>
                    <a:pt x="8695" y="1184"/>
                    <a:pt x="8672" y="1179"/>
                    <a:pt x="8651" y="1171"/>
                  </a:cubicBezTo>
                  <a:cubicBezTo>
                    <a:pt x="8585" y="1150"/>
                    <a:pt x="8525" y="1111"/>
                    <a:pt x="8476" y="1059"/>
                  </a:cubicBezTo>
                  <a:lnTo>
                    <a:pt x="8476" y="1059"/>
                  </a:lnTo>
                  <a:cubicBezTo>
                    <a:pt x="8522" y="1122"/>
                    <a:pt x="8511" y="1206"/>
                    <a:pt x="8504" y="1276"/>
                  </a:cubicBezTo>
                  <a:cubicBezTo>
                    <a:pt x="8501" y="1311"/>
                    <a:pt x="8497" y="1349"/>
                    <a:pt x="8497" y="1384"/>
                  </a:cubicBezTo>
                  <a:cubicBezTo>
                    <a:pt x="8504" y="1440"/>
                    <a:pt x="8476" y="1497"/>
                    <a:pt x="8424" y="1521"/>
                  </a:cubicBezTo>
                  <a:cubicBezTo>
                    <a:pt x="8405" y="1527"/>
                    <a:pt x="8387" y="1531"/>
                    <a:pt x="8368" y="1531"/>
                  </a:cubicBezTo>
                  <a:cubicBezTo>
                    <a:pt x="8325" y="1531"/>
                    <a:pt x="8284" y="1514"/>
                    <a:pt x="8252" y="1483"/>
                  </a:cubicBezTo>
                  <a:cubicBezTo>
                    <a:pt x="8185" y="1426"/>
                    <a:pt x="8161" y="1335"/>
                    <a:pt x="8182" y="1251"/>
                  </a:cubicBezTo>
                  <a:cubicBezTo>
                    <a:pt x="8185" y="1244"/>
                    <a:pt x="8189" y="1237"/>
                    <a:pt x="8189" y="1230"/>
                  </a:cubicBezTo>
                  <a:cubicBezTo>
                    <a:pt x="8185" y="1229"/>
                    <a:pt x="8180" y="1229"/>
                    <a:pt x="8174" y="1229"/>
                  </a:cubicBezTo>
                  <a:cubicBezTo>
                    <a:pt x="8137" y="1229"/>
                    <a:pt x="8060" y="1249"/>
                    <a:pt x="7972" y="1304"/>
                  </a:cubicBezTo>
                  <a:cubicBezTo>
                    <a:pt x="7955" y="1314"/>
                    <a:pt x="7922" y="1333"/>
                    <a:pt x="7887" y="1333"/>
                  </a:cubicBezTo>
                  <a:cubicBezTo>
                    <a:pt x="7871" y="1333"/>
                    <a:pt x="7854" y="1329"/>
                    <a:pt x="7839" y="1318"/>
                  </a:cubicBezTo>
                  <a:cubicBezTo>
                    <a:pt x="7790" y="1279"/>
                    <a:pt x="7804" y="1216"/>
                    <a:pt x="7825" y="1143"/>
                  </a:cubicBezTo>
                  <a:cubicBezTo>
                    <a:pt x="7839" y="1083"/>
                    <a:pt x="7860" y="999"/>
                    <a:pt x="7839" y="957"/>
                  </a:cubicBezTo>
                  <a:cubicBezTo>
                    <a:pt x="7834" y="945"/>
                    <a:pt x="7829" y="937"/>
                    <a:pt x="7812" y="937"/>
                  </a:cubicBezTo>
                  <a:cubicBezTo>
                    <a:pt x="7794" y="937"/>
                    <a:pt x="7762" y="946"/>
                    <a:pt x="7699" y="971"/>
                  </a:cubicBezTo>
                  <a:cubicBezTo>
                    <a:pt x="7643" y="996"/>
                    <a:pt x="7587" y="1013"/>
                    <a:pt x="7531" y="1027"/>
                  </a:cubicBezTo>
                  <a:lnTo>
                    <a:pt x="7503" y="1034"/>
                  </a:lnTo>
                  <a:cubicBezTo>
                    <a:pt x="7464" y="1038"/>
                    <a:pt x="7426" y="1048"/>
                    <a:pt x="7398" y="1055"/>
                  </a:cubicBezTo>
                  <a:lnTo>
                    <a:pt x="7415" y="1073"/>
                  </a:lnTo>
                  <a:cubicBezTo>
                    <a:pt x="7496" y="1160"/>
                    <a:pt x="7524" y="1279"/>
                    <a:pt x="7478" y="1356"/>
                  </a:cubicBezTo>
                  <a:cubicBezTo>
                    <a:pt x="7451" y="1406"/>
                    <a:pt x="7401" y="1436"/>
                    <a:pt x="7347" y="1436"/>
                  </a:cubicBezTo>
                  <a:cubicBezTo>
                    <a:pt x="7332" y="1436"/>
                    <a:pt x="7318" y="1434"/>
                    <a:pt x="7303" y="1430"/>
                  </a:cubicBezTo>
                  <a:cubicBezTo>
                    <a:pt x="7275" y="1425"/>
                    <a:pt x="7255" y="1424"/>
                    <a:pt x="7240" y="1424"/>
                  </a:cubicBezTo>
                  <a:cubicBezTo>
                    <a:pt x="7211" y="1424"/>
                    <a:pt x="7205" y="1430"/>
                    <a:pt x="7205" y="1430"/>
                  </a:cubicBezTo>
                  <a:cubicBezTo>
                    <a:pt x="7205" y="1430"/>
                    <a:pt x="7195" y="1440"/>
                    <a:pt x="7202" y="1490"/>
                  </a:cubicBezTo>
                  <a:cubicBezTo>
                    <a:pt x="7216" y="1574"/>
                    <a:pt x="7153" y="1654"/>
                    <a:pt x="7065" y="1665"/>
                  </a:cubicBezTo>
                  <a:cubicBezTo>
                    <a:pt x="7057" y="1666"/>
                    <a:pt x="7048" y="1667"/>
                    <a:pt x="7040" y="1667"/>
                  </a:cubicBezTo>
                  <a:cubicBezTo>
                    <a:pt x="6962" y="1667"/>
                    <a:pt x="6892" y="1610"/>
                    <a:pt x="6876" y="1528"/>
                  </a:cubicBezTo>
                  <a:cubicBezTo>
                    <a:pt x="6863" y="1520"/>
                    <a:pt x="6846" y="1516"/>
                    <a:pt x="6828" y="1516"/>
                  </a:cubicBezTo>
                  <a:cubicBezTo>
                    <a:pt x="6822" y="1516"/>
                    <a:pt x="6816" y="1517"/>
                    <a:pt x="6810" y="1518"/>
                  </a:cubicBezTo>
                  <a:cubicBezTo>
                    <a:pt x="6740" y="1518"/>
                    <a:pt x="6673" y="1549"/>
                    <a:pt x="6628" y="1605"/>
                  </a:cubicBezTo>
                  <a:cubicBezTo>
                    <a:pt x="6586" y="1661"/>
                    <a:pt x="6537" y="1710"/>
                    <a:pt x="6484" y="1756"/>
                  </a:cubicBezTo>
                  <a:cubicBezTo>
                    <a:pt x="6414" y="1815"/>
                    <a:pt x="6351" y="1868"/>
                    <a:pt x="6351" y="1920"/>
                  </a:cubicBezTo>
                  <a:cubicBezTo>
                    <a:pt x="6365" y="1917"/>
                    <a:pt x="6386" y="1906"/>
                    <a:pt x="6404" y="1899"/>
                  </a:cubicBezTo>
                  <a:cubicBezTo>
                    <a:pt x="6453" y="1875"/>
                    <a:pt x="6519" y="1846"/>
                    <a:pt x="6587" y="1846"/>
                  </a:cubicBezTo>
                  <a:cubicBezTo>
                    <a:pt x="6610" y="1846"/>
                    <a:pt x="6633" y="1849"/>
                    <a:pt x="6656" y="1857"/>
                  </a:cubicBezTo>
                  <a:cubicBezTo>
                    <a:pt x="6799" y="1903"/>
                    <a:pt x="6768" y="2001"/>
                    <a:pt x="6754" y="2036"/>
                  </a:cubicBezTo>
                  <a:cubicBezTo>
                    <a:pt x="6754" y="2043"/>
                    <a:pt x="6750" y="2053"/>
                    <a:pt x="6750" y="2060"/>
                  </a:cubicBezTo>
                  <a:lnTo>
                    <a:pt x="6754" y="2064"/>
                  </a:lnTo>
                  <a:cubicBezTo>
                    <a:pt x="6810" y="2116"/>
                    <a:pt x="6834" y="2193"/>
                    <a:pt x="6820" y="2267"/>
                  </a:cubicBezTo>
                  <a:cubicBezTo>
                    <a:pt x="6813" y="2305"/>
                    <a:pt x="6789" y="2337"/>
                    <a:pt x="6750" y="2351"/>
                  </a:cubicBezTo>
                  <a:cubicBezTo>
                    <a:pt x="6740" y="2353"/>
                    <a:pt x="6729" y="2354"/>
                    <a:pt x="6718" y="2354"/>
                  </a:cubicBezTo>
                  <a:cubicBezTo>
                    <a:pt x="6679" y="2354"/>
                    <a:pt x="6641" y="2339"/>
                    <a:pt x="6614" y="2309"/>
                  </a:cubicBezTo>
                  <a:cubicBezTo>
                    <a:pt x="6561" y="2260"/>
                    <a:pt x="6512" y="2237"/>
                    <a:pt x="6482" y="2237"/>
                  </a:cubicBezTo>
                  <a:cubicBezTo>
                    <a:pt x="6477" y="2237"/>
                    <a:pt x="6473" y="2238"/>
                    <a:pt x="6470" y="2239"/>
                  </a:cubicBezTo>
                  <a:cubicBezTo>
                    <a:pt x="6446" y="2249"/>
                    <a:pt x="6446" y="2281"/>
                    <a:pt x="6442" y="2302"/>
                  </a:cubicBezTo>
                  <a:cubicBezTo>
                    <a:pt x="6432" y="2368"/>
                    <a:pt x="6404" y="2410"/>
                    <a:pt x="6358" y="2421"/>
                  </a:cubicBezTo>
                  <a:cubicBezTo>
                    <a:pt x="6350" y="2423"/>
                    <a:pt x="6342" y="2424"/>
                    <a:pt x="6334" y="2424"/>
                  </a:cubicBezTo>
                  <a:cubicBezTo>
                    <a:pt x="6264" y="2424"/>
                    <a:pt x="6203" y="2343"/>
                    <a:pt x="6127" y="2242"/>
                  </a:cubicBezTo>
                  <a:lnTo>
                    <a:pt x="6085" y="2193"/>
                  </a:lnTo>
                  <a:cubicBezTo>
                    <a:pt x="6067" y="2211"/>
                    <a:pt x="6050" y="2228"/>
                    <a:pt x="6032" y="2253"/>
                  </a:cubicBezTo>
                  <a:cubicBezTo>
                    <a:pt x="5998" y="2298"/>
                    <a:pt x="5938" y="2370"/>
                    <a:pt x="5867" y="2370"/>
                  </a:cubicBezTo>
                  <a:cubicBezTo>
                    <a:pt x="5844" y="2370"/>
                    <a:pt x="5819" y="2363"/>
                    <a:pt x="5794" y="2344"/>
                  </a:cubicBezTo>
                  <a:cubicBezTo>
                    <a:pt x="5693" y="2267"/>
                    <a:pt x="5773" y="2144"/>
                    <a:pt x="5836" y="2046"/>
                  </a:cubicBezTo>
                  <a:cubicBezTo>
                    <a:pt x="5868" y="1997"/>
                    <a:pt x="5927" y="1903"/>
                    <a:pt x="5910" y="1875"/>
                  </a:cubicBezTo>
                  <a:lnTo>
                    <a:pt x="5910" y="1875"/>
                  </a:lnTo>
                  <a:cubicBezTo>
                    <a:pt x="5885" y="1903"/>
                    <a:pt x="5864" y="1927"/>
                    <a:pt x="5843" y="1959"/>
                  </a:cubicBezTo>
                  <a:cubicBezTo>
                    <a:pt x="5798" y="2022"/>
                    <a:pt x="5745" y="2085"/>
                    <a:pt x="5689" y="2144"/>
                  </a:cubicBezTo>
                  <a:cubicBezTo>
                    <a:pt x="5605" y="2221"/>
                    <a:pt x="5507" y="2284"/>
                    <a:pt x="5402" y="2323"/>
                  </a:cubicBezTo>
                  <a:lnTo>
                    <a:pt x="5357" y="2340"/>
                  </a:lnTo>
                  <a:cubicBezTo>
                    <a:pt x="5371" y="2361"/>
                    <a:pt x="5378" y="2386"/>
                    <a:pt x="5374" y="2410"/>
                  </a:cubicBezTo>
                  <a:cubicBezTo>
                    <a:pt x="5367" y="2470"/>
                    <a:pt x="5311" y="2508"/>
                    <a:pt x="5252" y="2547"/>
                  </a:cubicBezTo>
                  <a:cubicBezTo>
                    <a:pt x="5192" y="2585"/>
                    <a:pt x="5136" y="2624"/>
                    <a:pt x="5122" y="2676"/>
                  </a:cubicBezTo>
                  <a:lnTo>
                    <a:pt x="5119" y="2683"/>
                  </a:lnTo>
                  <a:cubicBezTo>
                    <a:pt x="5292" y="2591"/>
                    <a:pt x="5395" y="2566"/>
                    <a:pt x="5458" y="2566"/>
                  </a:cubicBezTo>
                  <a:cubicBezTo>
                    <a:pt x="5510" y="2566"/>
                    <a:pt x="5535" y="2583"/>
                    <a:pt x="5549" y="2592"/>
                  </a:cubicBezTo>
                  <a:cubicBezTo>
                    <a:pt x="5577" y="2612"/>
                    <a:pt x="5617" y="2634"/>
                    <a:pt x="5660" y="2634"/>
                  </a:cubicBezTo>
                  <a:cubicBezTo>
                    <a:pt x="5699" y="2634"/>
                    <a:pt x="5742" y="2616"/>
                    <a:pt x="5780" y="2561"/>
                  </a:cubicBezTo>
                  <a:cubicBezTo>
                    <a:pt x="5822" y="2494"/>
                    <a:pt x="5892" y="2449"/>
                    <a:pt x="5973" y="2435"/>
                  </a:cubicBezTo>
                  <a:cubicBezTo>
                    <a:pt x="5981" y="2434"/>
                    <a:pt x="5988" y="2434"/>
                    <a:pt x="5996" y="2434"/>
                  </a:cubicBezTo>
                  <a:cubicBezTo>
                    <a:pt x="6079" y="2434"/>
                    <a:pt x="6157" y="2468"/>
                    <a:pt x="6218" y="2526"/>
                  </a:cubicBezTo>
                  <a:cubicBezTo>
                    <a:pt x="6242" y="2547"/>
                    <a:pt x="6260" y="2578"/>
                    <a:pt x="6263" y="2613"/>
                  </a:cubicBezTo>
                  <a:cubicBezTo>
                    <a:pt x="6260" y="2662"/>
                    <a:pt x="6239" y="2711"/>
                    <a:pt x="6197" y="2743"/>
                  </a:cubicBezTo>
                  <a:cubicBezTo>
                    <a:pt x="6148" y="2799"/>
                    <a:pt x="6151" y="2802"/>
                    <a:pt x="6172" y="2823"/>
                  </a:cubicBezTo>
                  <a:cubicBezTo>
                    <a:pt x="6253" y="2904"/>
                    <a:pt x="6221" y="2977"/>
                    <a:pt x="6207" y="2998"/>
                  </a:cubicBezTo>
                  <a:cubicBezTo>
                    <a:pt x="6171" y="3051"/>
                    <a:pt x="6111" y="3082"/>
                    <a:pt x="6048" y="3082"/>
                  </a:cubicBezTo>
                  <a:cubicBezTo>
                    <a:pt x="6031" y="3082"/>
                    <a:pt x="6014" y="3080"/>
                    <a:pt x="5997" y="3075"/>
                  </a:cubicBezTo>
                  <a:cubicBezTo>
                    <a:pt x="5945" y="3065"/>
                    <a:pt x="5906" y="3016"/>
                    <a:pt x="5906" y="2960"/>
                  </a:cubicBezTo>
                  <a:cubicBezTo>
                    <a:pt x="5903" y="2921"/>
                    <a:pt x="5875" y="2886"/>
                    <a:pt x="5836" y="2876"/>
                  </a:cubicBezTo>
                  <a:cubicBezTo>
                    <a:pt x="5832" y="2875"/>
                    <a:pt x="5829" y="2875"/>
                    <a:pt x="5826" y="2875"/>
                  </a:cubicBezTo>
                  <a:cubicBezTo>
                    <a:pt x="5817" y="2875"/>
                    <a:pt x="5815" y="2878"/>
                    <a:pt x="5812" y="2886"/>
                  </a:cubicBezTo>
                  <a:cubicBezTo>
                    <a:pt x="5780" y="2942"/>
                    <a:pt x="5665" y="3131"/>
                    <a:pt x="5500" y="3149"/>
                  </a:cubicBezTo>
                  <a:cubicBezTo>
                    <a:pt x="5448" y="3152"/>
                    <a:pt x="5343" y="3299"/>
                    <a:pt x="5343" y="3478"/>
                  </a:cubicBezTo>
                  <a:cubicBezTo>
                    <a:pt x="5346" y="3527"/>
                    <a:pt x="5332" y="3573"/>
                    <a:pt x="5297" y="3608"/>
                  </a:cubicBezTo>
                  <a:cubicBezTo>
                    <a:pt x="5269" y="3630"/>
                    <a:pt x="5235" y="3641"/>
                    <a:pt x="5200" y="3641"/>
                  </a:cubicBezTo>
                  <a:cubicBezTo>
                    <a:pt x="5192" y="3641"/>
                    <a:pt x="5183" y="3640"/>
                    <a:pt x="5175" y="3639"/>
                  </a:cubicBezTo>
                  <a:lnTo>
                    <a:pt x="5143" y="3639"/>
                  </a:lnTo>
                  <a:cubicBezTo>
                    <a:pt x="5143" y="3643"/>
                    <a:pt x="5140" y="3650"/>
                    <a:pt x="5140" y="3657"/>
                  </a:cubicBezTo>
                  <a:cubicBezTo>
                    <a:pt x="5119" y="3881"/>
                    <a:pt x="4769" y="4241"/>
                    <a:pt x="4618" y="4385"/>
                  </a:cubicBezTo>
                  <a:cubicBezTo>
                    <a:pt x="4510" y="4490"/>
                    <a:pt x="4527" y="4528"/>
                    <a:pt x="4545" y="4584"/>
                  </a:cubicBezTo>
                  <a:cubicBezTo>
                    <a:pt x="4573" y="4644"/>
                    <a:pt x="4573" y="4714"/>
                    <a:pt x="4541" y="4773"/>
                  </a:cubicBezTo>
                  <a:cubicBezTo>
                    <a:pt x="4497" y="4856"/>
                    <a:pt x="4411" y="4875"/>
                    <a:pt x="4326" y="4875"/>
                  </a:cubicBezTo>
                  <a:cubicBezTo>
                    <a:pt x="4289" y="4875"/>
                    <a:pt x="4252" y="4871"/>
                    <a:pt x="4219" y="4868"/>
                  </a:cubicBezTo>
                  <a:cubicBezTo>
                    <a:pt x="4198" y="4866"/>
                    <a:pt x="4177" y="4865"/>
                    <a:pt x="4156" y="4865"/>
                  </a:cubicBezTo>
                  <a:cubicBezTo>
                    <a:pt x="4136" y="4865"/>
                    <a:pt x="4116" y="4866"/>
                    <a:pt x="4096" y="4868"/>
                  </a:cubicBezTo>
                  <a:cubicBezTo>
                    <a:pt x="4089" y="4917"/>
                    <a:pt x="4089" y="4969"/>
                    <a:pt x="4096" y="5018"/>
                  </a:cubicBezTo>
                  <a:cubicBezTo>
                    <a:pt x="4103" y="5144"/>
                    <a:pt x="4117" y="5288"/>
                    <a:pt x="4026" y="5368"/>
                  </a:cubicBezTo>
                  <a:cubicBezTo>
                    <a:pt x="3981" y="5407"/>
                    <a:pt x="3988" y="5449"/>
                    <a:pt x="4019" y="5543"/>
                  </a:cubicBezTo>
                  <a:cubicBezTo>
                    <a:pt x="4037" y="5589"/>
                    <a:pt x="4047" y="5638"/>
                    <a:pt x="4047" y="5687"/>
                  </a:cubicBezTo>
                  <a:cubicBezTo>
                    <a:pt x="4051" y="5719"/>
                    <a:pt x="4037" y="5750"/>
                    <a:pt x="4012" y="5771"/>
                  </a:cubicBezTo>
                  <a:cubicBezTo>
                    <a:pt x="3989" y="5789"/>
                    <a:pt x="3961" y="5796"/>
                    <a:pt x="3929" y="5796"/>
                  </a:cubicBezTo>
                  <a:cubicBezTo>
                    <a:pt x="3894" y="5796"/>
                    <a:pt x="3854" y="5787"/>
                    <a:pt x="3813" y="5778"/>
                  </a:cubicBezTo>
                  <a:cubicBezTo>
                    <a:pt x="3778" y="5768"/>
                    <a:pt x="3743" y="5761"/>
                    <a:pt x="3704" y="5761"/>
                  </a:cubicBezTo>
                  <a:cubicBezTo>
                    <a:pt x="3673" y="5883"/>
                    <a:pt x="3508" y="5894"/>
                    <a:pt x="3389" y="5904"/>
                  </a:cubicBezTo>
                  <a:lnTo>
                    <a:pt x="3340" y="5911"/>
                  </a:lnTo>
                  <a:cubicBezTo>
                    <a:pt x="3424" y="5995"/>
                    <a:pt x="3515" y="6076"/>
                    <a:pt x="3613" y="6146"/>
                  </a:cubicBezTo>
                  <a:cubicBezTo>
                    <a:pt x="3694" y="6209"/>
                    <a:pt x="3680" y="6279"/>
                    <a:pt x="3669" y="6303"/>
                  </a:cubicBezTo>
                  <a:cubicBezTo>
                    <a:pt x="3646" y="6370"/>
                    <a:pt x="3566" y="6401"/>
                    <a:pt x="3498" y="6401"/>
                  </a:cubicBezTo>
                  <a:cubicBezTo>
                    <a:pt x="3494" y="6401"/>
                    <a:pt x="3491" y="6401"/>
                    <a:pt x="3487" y="6401"/>
                  </a:cubicBezTo>
                  <a:cubicBezTo>
                    <a:pt x="3421" y="6398"/>
                    <a:pt x="3365" y="6359"/>
                    <a:pt x="3340" y="6300"/>
                  </a:cubicBezTo>
                  <a:cubicBezTo>
                    <a:pt x="3291" y="6321"/>
                    <a:pt x="3242" y="6352"/>
                    <a:pt x="3193" y="6384"/>
                  </a:cubicBezTo>
                  <a:cubicBezTo>
                    <a:pt x="3113" y="6436"/>
                    <a:pt x="3029" y="6482"/>
                    <a:pt x="2945" y="6524"/>
                  </a:cubicBezTo>
                  <a:cubicBezTo>
                    <a:pt x="2864" y="6559"/>
                    <a:pt x="2808" y="6625"/>
                    <a:pt x="2784" y="6706"/>
                  </a:cubicBezTo>
                  <a:cubicBezTo>
                    <a:pt x="2756" y="6779"/>
                    <a:pt x="2717" y="6874"/>
                    <a:pt x="2581" y="6877"/>
                  </a:cubicBezTo>
                  <a:cubicBezTo>
                    <a:pt x="2525" y="6881"/>
                    <a:pt x="2504" y="6923"/>
                    <a:pt x="2469" y="7045"/>
                  </a:cubicBezTo>
                  <a:cubicBezTo>
                    <a:pt x="2448" y="7129"/>
                    <a:pt x="2423" y="7224"/>
                    <a:pt x="2350" y="7276"/>
                  </a:cubicBezTo>
                  <a:cubicBezTo>
                    <a:pt x="2324" y="7296"/>
                    <a:pt x="2295" y="7307"/>
                    <a:pt x="2265" y="7307"/>
                  </a:cubicBezTo>
                  <a:cubicBezTo>
                    <a:pt x="2257" y="7307"/>
                    <a:pt x="2249" y="7306"/>
                    <a:pt x="2241" y="7304"/>
                  </a:cubicBezTo>
                  <a:cubicBezTo>
                    <a:pt x="2182" y="7290"/>
                    <a:pt x="2157" y="7234"/>
                    <a:pt x="2132" y="7182"/>
                  </a:cubicBezTo>
                  <a:cubicBezTo>
                    <a:pt x="2094" y="7105"/>
                    <a:pt x="2069" y="7059"/>
                    <a:pt x="2006" y="7056"/>
                  </a:cubicBezTo>
                  <a:cubicBezTo>
                    <a:pt x="1954" y="7056"/>
                    <a:pt x="1929" y="7063"/>
                    <a:pt x="1926" y="7073"/>
                  </a:cubicBezTo>
                  <a:cubicBezTo>
                    <a:pt x="1915" y="7094"/>
                    <a:pt x="1926" y="7157"/>
                    <a:pt x="1999" y="7259"/>
                  </a:cubicBezTo>
                  <a:cubicBezTo>
                    <a:pt x="2013" y="7283"/>
                    <a:pt x="2055" y="7339"/>
                    <a:pt x="2031" y="7399"/>
                  </a:cubicBezTo>
                  <a:cubicBezTo>
                    <a:pt x="2003" y="7455"/>
                    <a:pt x="1940" y="7462"/>
                    <a:pt x="1873" y="7465"/>
                  </a:cubicBezTo>
                  <a:cubicBezTo>
                    <a:pt x="1807" y="7472"/>
                    <a:pt x="1733" y="7479"/>
                    <a:pt x="1698" y="7525"/>
                  </a:cubicBezTo>
                  <a:cubicBezTo>
                    <a:pt x="1621" y="7619"/>
                    <a:pt x="1488" y="7640"/>
                    <a:pt x="1369" y="7654"/>
                  </a:cubicBezTo>
                  <a:cubicBezTo>
                    <a:pt x="1292" y="7665"/>
                    <a:pt x="1212" y="7679"/>
                    <a:pt x="1180" y="7711"/>
                  </a:cubicBezTo>
                  <a:cubicBezTo>
                    <a:pt x="1208" y="7725"/>
                    <a:pt x="1240" y="7735"/>
                    <a:pt x="1271" y="7746"/>
                  </a:cubicBezTo>
                  <a:cubicBezTo>
                    <a:pt x="1352" y="7774"/>
                    <a:pt x="1436" y="7802"/>
                    <a:pt x="1471" y="7865"/>
                  </a:cubicBezTo>
                  <a:cubicBezTo>
                    <a:pt x="1488" y="7896"/>
                    <a:pt x="1485" y="7938"/>
                    <a:pt x="1464" y="7966"/>
                  </a:cubicBezTo>
                  <a:cubicBezTo>
                    <a:pt x="1435" y="8002"/>
                    <a:pt x="1368" y="8015"/>
                    <a:pt x="1286" y="8015"/>
                  </a:cubicBezTo>
                  <a:cubicBezTo>
                    <a:pt x="1171" y="8015"/>
                    <a:pt x="1027" y="7989"/>
                    <a:pt x="928" y="7966"/>
                  </a:cubicBezTo>
                  <a:cubicBezTo>
                    <a:pt x="921" y="7965"/>
                    <a:pt x="915" y="7964"/>
                    <a:pt x="909" y="7964"/>
                  </a:cubicBezTo>
                  <a:cubicBezTo>
                    <a:pt x="886" y="7964"/>
                    <a:pt x="876" y="7979"/>
                    <a:pt x="848" y="8033"/>
                  </a:cubicBezTo>
                  <a:cubicBezTo>
                    <a:pt x="820" y="8083"/>
                    <a:pt x="775" y="8166"/>
                    <a:pt x="676" y="8166"/>
                  </a:cubicBezTo>
                  <a:cubicBezTo>
                    <a:pt x="664" y="8166"/>
                    <a:pt x="651" y="8165"/>
                    <a:pt x="638" y="8162"/>
                  </a:cubicBezTo>
                  <a:cubicBezTo>
                    <a:pt x="629" y="8161"/>
                    <a:pt x="619" y="8160"/>
                    <a:pt x="610" y="8160"/>
                  </a:cubicBezTo>
                  <a:cubicBezTo>
                    <a:pt x="543" y="8160"/>
                    <a:pt x="479" y="8194"/>
                    <a:pt x="442" y="8250"/>
                  </a:cubicBezTo>
                  <a:cubicBezTo>
                    <a:pt x="428" y="8267"/>
                    <a:pt x="431" y="8292"/>
                    <a:pt x="449" y="8302"/>
                  </a:cubicBezTo>
                  <a:cubicBezTo>
                    <a:pt x="533" y="8386"/>
                    <a:pt x="491" y="8453"/>
                    <a:pt x="477" y="8470"/>
                  </a:cubicBezTo>
                  <a:cubicBezTo>
                    <a:pt x="451" y="8502"/>
                    <a:pt x="403" y="8517"/>
                    <a:pt x="349" y="8517"/>
                  </a:cubicBezTo>
                  <a:cubicBezTo>
                    <a:pt x="286" y="8517"/>
                    <a:pt x="214" y="8497"/>
                    <a:pt x="162" y="8463"/>
                  </a:cubicBezTo>
                  <a:cubicBezTo>
                    <a:pt x="156" y="8458"/>
                    <a:pt x="151" y="8455"/>
                    <a:pt x="145" y="8455"/>
                  </a:cubicBezTo>
                  <a:cubicBezTo>
                    <a:pt x="142" y="8455"/>
                    <a:pt x="140" y="8455"/>
                    <a:pt x="137" y="8456"/>
                  </a:cubicBezTo>
                  <a:cubicBezTo>
                    <a:pt x="95" y="8474"/>
                    <a:pt x="42" y="8561"/>
                    <a:pt x="11" y="8666"/>
                  </a:cubicBezTo>
                  <a:cubicBezTo>
                    <a:pt x="0" y="8701"/>
                    <a:pt x="53" y="8743"/>
                    <a:pt x="116" y="8785"/>
                  </a:cubicBezTo>
                  <a:cubicBezTo>
                    <a:pt x="179" y="8831"/>
                    <a:pt x="232" y="8866"/>
                    <a:pt x="225" y="8932"/>
                  </a:cubicBezTo>
                  <a:cubicBezTo>
                    <a:pt x="211" y="8978"/>
                    <a:pt x="183" y="9020"/>
                    <a:pt x="148" y="9048"/>
                  </a:cubicBezTo>
                  <a:lnTo>
                    <a:pt x="130" y="9069"/>
                  </a:lnTo>
                  <a:cubicBezTo>
                    <a:pt x="183" y="9079"/>
                    <a:pt x="225" y="9121"/>
                    <a:pt x="232" y="9177"/>
                  </a:cubicBezTo>
                  <a:cubicBezTo>
                    <a:pt x="239" y="9272"/>
                    <a:pt x="137" y="9356"/>
                    <a:pt x="60" y="9387"/>
                  </a:cubicBezTo>
                  <a:cubicBezTo>
                    <a:pt x="35" y="9398"/>
                    <a:pt x="32" y="9412"/>
                    <a:pt x="32" y="9415"/>
                  </a:cubicBezTo>
                  <a:cubicBezTo>
                    <a:pt x="25" y="9436"/>
                    <a:pt x="39" y="9482"/>
                    <a:pt x="88" y="9545"/>
                  </a:cubicBezTo>
                  <a:cubicBezTo>
                    <a:pt x="165" y="9643"/>
                    <a:pt x="99" y="9720"/>
                    <a:pt x="63" y="9758"/>
                  </a:cubicBezTo>
                  <a:cubicBezTo>
                    <a:pt x="25" y="9804"/>
                    <a:pt x="7" y="9822"/>
                    <a:pt x="49" y="9881"/>
                  </a:cubicBezTo>
                  <a:cubicBezTo>
                    <a:pt x="74" y="9916"/>
                    <a:pt x="90" y="9928"/>
                    <a:pt x="108" y="9928"/>
                  </a:cubicBezTo>
                  <a:cubicBezTo>
                    <a:pt x="121" y="9928"/>
                    <a:pt x="135" y="9921"/>
                    <a:pt x="155" y="9913"/>
                  </a:cubicBezTo>
                  <a:cubicBezTo>
                    <a:pt x="170" y="9906"/>
                    <a:pt x="197" y="9896"/>
                    <a:pt x="227" y="9896"/>
                  </a:cubicBezTo>
                  <a:cubicBezTo>
                    <a:pt x="266" y="9896"/>
                    <a:pt x="310" y="9914"/>
                    <a:pt x="340" y="9983"/>
                  </a:cubicBezTo>
                  <a:cubicBezTo>
                    <a:pt x="344" y="9993"/>
                    <a:pt x="351" y="10000"/>
                    <a:pt x="351" y="10000"/>
                  </a:cubicBezTo>
                  <a:cubicBezTo>
                    <a:pt x="352" y="10000"/>
                    <a:pt x="354" y="10001"/>
                    <a:pt x="356" y="10001"/>
                  </a:cubicBezTo>
                  <a:cubicBezTo>
                    <a:pt x="395" y="10001"/>
                    <a:pt x="484" y="9937"/>
                    <a:pt x="624" y="9811"/>
                  </a:cubicBezTo>
                  <a:cubicBezTo>
                    <a:pt x="673" y="9765"/>
                    <a:pt x="719" y="9751"/>
                    <a:pt x="755" y="9751"/>
                  </a:cubicBezTo>
                  <a:cubicBezTo>
                    <a:pt x="790" y="9751"/>
                    <a:pt x="816" y="9764"/>
                    <a:pt x="830" y="9772"/>
                  </a:cubicBezTo>
                  <a:cubicBezTo>
                    <a:pt x="900" y="9825"/>
                    <a:pt x="925" y="9916"/>
                    <a:pt x="900" y="9997"/>
                  </a:cubicBezTo>
                  <a:cubicBezTo>
                    <a:pt x="883" y="10057"/>
                    <a:pt x="828" y="10098"/>
                    <a:pt x="767" y="10098"/>
                  </a:cubicBezTo>
                  <a:cubicBezTo>
                    <a:pt x="765" y="10098"/>
                    <a:pt x="763" y="10098"/>
                    <a:pt x="760" y="10098"/>
                  </a:cubicBezTo>
                  <a:cubicBezTo>
                    <a:pt x="752" y="10097"/>
                    <a:pt x="744" y="10097"/>
                    <a:pt x="736" y="10097"/>
                  </a:cubicBezTo>
                  <a:cubicBezTo>
                    <a:pt x="671" y="10097"/>
                    <a:pt x="611" y="10121"/>
                    <a:pt x="564" y="10165"/>
                  </a:cubicBezTo>
                  <a:cubicBezTo>
                    <a:pt x="547" y="10186"/>
                    <a:pt x="536" y="10217"/>
                    <a:pt x="543" y="10242"/>
                  </a:cubicBezTo>
                  <a:cubicBezTo>
                    <a:pt x="561" y="10298"/>
                    <a:pt x="540" y="10354"/>
                    <a:pt x="498" y="10389"/>
                  </a:cubicBezTo>
                  <a:cubicBezTo>
                    <a:pt x="468" y="10407"/>
                    <a:pt x="434" y="10417"/>
                    <a:pt x="399" y="10417"/>
                  </a:cubicBezTo>
                  <a:cubicBezTo>
                    <a:pt x="367" y="10417"/>
                    <a:pt x="335" y="10409"/>
                    <a:pt x="305" y="10392"/>
                  </a:cubicBezTo>
                  <a:cubicBezTo>
                    <a:pt x="228" y="10357"/>
                    <a:pt x="183" y="10277"/>
                    <a:pt x="190" y="10193"/>
                  </a:cubicBezTo>
                  <a:lnTo>
                    <a:pt x="190" y="10193"/>
                  </a:lnTo>
                  <a:cubicBezTo>
                    <a:pt x="158" y="10207"/>
                    <a:pt x="130" y="10231"/>
                    <a:pt x="116" y="10263"/>
                  </a:cubicBezTo>
                  <a:cubicBezTo>
                    <a:pt x="102" y="10291"/>
                    <a:pt x="113" y="10305"/>
                    <a:pt x="116" y="10312"/>
                  </a:cubicBezTo>
                  <a:cubicBezTo>
                    <a:pt x="218" y="10424"/>
                    <a:pt x="162" y="10522"/>
                    <a:pt x="127" y="10585"/>
                  </a:cubicBezTo>
                  <a:cubicBezTo>
                    <a:pt x="106" y="10613"/>
                    <a:pt x="95" y="10644"/>
                    <a:pt x="92" y="10676"/>
                  </a:cubicBezTo>
                  <a:cubicBezTo>
                    <a:pt x="92" y="10679"/>
                    <a:pt x="92" y="10679"/>
                    <a:pt x="92" y="10683"/>
                  </a:cubicBezTo>
                  <a:cubicBezTo>
                    <a:pt x="102" y="10690"/>
                    <a:pt x="116" y="10690"/>
                    <a:pt x="127" y="10690"/>
                  </a:cubicBezTo>
                  <a:cubicBezTo>
                    <a:pt x="186" y="10683"/>
                    <a:pt x="242" y="10651"/>
                    <a:pt x="277" y="10602"/>
                  </a:cubicBezTo>
                  <a:cubicBezTo>
                    <a:pt x="316" y="10532"/>
                    <a:pt x="389" y="10487"/>
                    <a:pt x="470" y="10483"/>
                  </a:cubicBezTo>
                  <a:lnTo>
                    <a:pt x="487" y="10483"/>
                  </a:lnTo>
                  <a:cubicBezTo>
                    <a:pt x="578" y="10497"/>
                    <a:pt x="655" y="10557"/>
                    <a:pt x="683" y="10644"/>
                  </a:cubicBezTo>
                  <a:cubicBezTo>
                    <a:pt x="701" y="10679"/>
                    <a:pt x="701" y="10718"/>
                    <a:pt x="690" y="10756"/>
                  </a:cubicBezTo>
                  <a:cubicBezTo>
                    <a:pt x="673" y="10788"/>
                    <a:pt x="638" y="10812"/>
                    <a:pt x="603" y="10819"/>
                  </a:cubicBezTo>
                  <a:cubicBezTo>
                    <a:pt x="564" y="10833"/>
                    <a:pt x="550" y="10837"/>
                    <a:pt x="550" y="10886"/>
                  </a:cubicBezTo>
                  <a:cubicBezTo>
                    <a:pt x="550" y="11033"/>
                    <a:pt x="477" y="11050"/>
                    <a:pt x="403" y="11054"/>
                  </a:cubicBezTo>
                  <a:cubicBezTo>
                    <a:pt x="398" y="11053"/>
                    <a:pt x="393" y="11052"/>
                    <a:pt x="387" y="11052"/>
                  </a:cubicBezTo>
                  <a:cubicBezTo>
                    <a:pt x="357" y="11052"/>
                    <a:pt x="327" y="11069"/>
                    <a:pt x="312" y="11096"/>
                  </a:cubicBezTo>
                  <a:cubicBezTo>
                    <a:pt x="312" y="11096"/>
                    <a:pt x="309" y="11099"/>
                    <a:pt x="312" y="11110"/>
                  </a:cubicBezTo>
                  <a:cubicBezTo>
                    <a:pt x="351" y="11222"/>
                    <a:pt x="704" y="11411"/>
                    <a:pt x="848" y="11449"/>
                  </a:cubicBezTo>
                  <a:cubicBezTo>
                    <a:pt x="907" y="11463"/>
                    <a:pt x="963" y="11488"/>
                    <a:pt x="1016" y="11519"/>
                  </a:cubicBezTo>
                  <a:cubicBezTo>
                    <a:pt x="1110" y="11569"/>
                    <a:pt x="1216" y="11624"/>
                    <a:pt x="1367" y="11624"/>
                  </a:cubicBezTo>
                  <a:cubicBezTo>
                    <a:pt x="1396" y="11624"/>
                    <a:pt x="1427" y="11622"/>
                    <a:pt x="1460" y="11617"/>
                  </a:cubicBezTo>
                  <a:cubicBezTo>
                    <a:pt x="1758" y="11572"/>
                    <a:pt x="2360" y="10987"/>
                    <a:pt x="2437" y="10889"/>
                  </a:cubicBezTo>
                  <a:cubicBezTo>
                    <a:pt x="2485" y="10828"/>
                    <a:pt x="2551" y="10817"/>
                    <a:pt x="2614" y="10817"/>
                  </a:cubicBezTo>
                  <a:cubicBezTo>
                    <a:pt x="2634" y="10817"/>
                    <a:pt x="2653" y="10818"/>
                    <a:pt x="2672" y="10819"/>
                  </a:cubicBezTo>
                  <a:cubicBezTo>
                    <a:pt x="2695" y="10822"/>
                    <a:pt x="2717" y="10824"/>
                    <a:pt x="2738" y="10824"/>
                  </a:cubicBezTo>
                  <a:cubicBezTo>
                    <a:pt x="2772" y="10824"/>
                    <a:pt x="2803" y="10818"/>
                    <a:pt x="2829" y="10798"/>
                  </a:cubicBezTo>
                  <a:cubicBezTo>
                    <a:pt x="2868" y="10767"/>
                    <a:pt x="2878" y="10686"/>
                    <a:pt x="2885" y="10609"/>
                  </a:cubicBezTo>
                  <a:cubicBezTo>
                    <a:pt x="2896" y="10522"/>
                    <a:pt x="2903" y="10434"/>
                    <a:pt x="2973" y="10396"/>
                  </a:cubicBezTo>
                  <a:cubicBezTo>
                    <a:pt x="2988" y="10387"/>
                    <a:pt x="3005" y="10383"/>
                    <a:pt x="3023" y="10383"/>
                  </a:cubicBezTo>
                  <a:cubicBezTo>
                    <a:pt x="3034" y="10383"/>
                    <a:pt x="3046" y="10385"/>
                    <a:pt x="3057" y="10389"/>
                  </a:cubicBezTo>
                  <a:cubicBezTo>
                    <a:pt x="3120" y="10410"/>
                    <a:pt x="3151" y="10487"/>
                    <a:pt x="3186" y="10574"/>
                  </a:cubicBezTo>
                  <a:cubicBezTo>
                    <a:pt x="3204" y="10616"/>
                    <a:pt x="3221" y="10655"/>
                    <a:pt x="3249" y="10693"/>
                  </a:cubicBezTo>
                  <a:cubicBezTo>
                    <a:pt x="3344" y="10728"/>
                    <a:pt x="3396" y="10805"/>
                    <a:pt x="3410" y="10931"/>
                  </a:cubicBezTo>
                  <a:lnTo>
                    <a:pt x="3463" y="10931"/>
                  </a:lnTo>
                  <a:cubicBezTo>
                    <a:pt x="3473" y="10935"/>
                    <a:pt x="3487" y="10938"/>
                    <a:pt x="3498" y="10938"/>
                  </a:cubicBezTo>
                  <a:lnTo>
                    <a:pt x="3508" y="10942"/>
                  </a:lnTo>
                  <a:cubicBezTo>
                    <a:pt x="3522" y="10949"/>
                    <a:pt x="3533" y="10952"/>
                    <a:pt x="3543" y="10959"/>
                  </a:cubicBezTo>
                  <a:cubicBezTo>
                    <a:pt x="3575" y="10861"/>
                    <a:pt x="3589" y="10760"/>
                    <a:pt x="3589" y="10658"/>
                  </a:cubicBezTo>
                  <a:cubicBezTo>
                    <a:pt x="3592" y="10595"/>
                    <a:pt x="3606" y="10536"/>
                    <a:pt x="3627" y="10473"/>
                  </a:cubicBezTo>
                  <a:cubicBezTo>
                    <a:pt x="3652" y="10403"/>
                    <a:pt x="3666" y="10329"/>
                    <a:pt x="3669" y="10256"/>
                  </a:cubicBezTo>
                  <a:cubicBezTo>
                    <a:pt x="3669" y="10249"/>
                    <a:pt x="3669" y="10238"/>
                    <a:pt x="3666" y="10231"/>
                  </a:cubicBezTo>
                  <a:cubicBezTo>
                    <a:pt x="3659" y="10200"/>
                    <a:pt x="3666" y="10165"/>
                    <a:pt x="3687" y="10137"/>
                  </a:cubicBezTo>
                  <a:cubicBezTo>
                    <a:pt x="3732" y="10084"/>
                    <a:pt x="3813" y="10081"/>
                    <a:pt x="3897" y="10077"/>
                  </a:cubicBezTo>
                  <a:cubicBezTo>
                    <a:pt x="3942" y="10077"/>
                    <a:pt x="4023" y="10074"/>
                    <a:pt x="4037" y="10060"/>
                  </a:cubicBezTo>
                  <a:cubicBezTo>
                    <a:pt x="4086" y="9962"/>
                    <a:pt x="4089" y="9660"/>
                    <a:pt x="4037" y="9629"/>
                  </a:cubicBezTo>
                  <a:cubicBezTo>
                    <a:pt x="3942" y="9569"/>
                    <a:pt x="3893" y="9457"/>
                    <a:pt x="3914" y="9349"/>
                  </a:cubicBezTo>
                  <a:cubicBezTo>
                    <a:pt x="3925" y="9289"/>
                    <a:pt x="3977" y="9244"/>
                    <a:pt x="4040" y="9244"/>
                  </a:cubicBezTo>
                  <a:cubicBezTo>
                    <a:pt x="4082" y="9244"/>
                    <a:pt x="4121" y="9226"/>
                    <a:pt x="4149" y="9198"/>
                  </a:cubicBezTo>
                  <a:cubicBezTo>
                    <a:pt x="4184" y="9149"/>
                    <a:pt x="4198" y="9090"/>
                    <a:pt x="4184" y="9030"/>
                  </a:cubicBezTo>
                  <a:cubicBezTo>
                    <a:pt x="4177" y="8964"/>
                    <a:pt x="4121" y="8932"/>
                    <a:pt x="4037" y="8887"/>
                  </a:cubicBezTo>
                  <a:cubicBezTo>
                    <a:pt x="3949" y="8841"/>
                    <a:pt x="3837" y="8778"/>
                    <a:pt x="3820" y="8642"/>
                  </a:cubicBezTo>
                  <a:cubicBezTo>
                    <a:pt x="3813" y="8561"/>
                    <a:pt x="3827" y="8481"/>
                    <a:pt x="3862" y="8407"/>
                  </a:cubicBezTo>
                  <a:cubicBezTo>
                    <a:pt x="3893" y="8330"/>
                    <a:pt x="3918" y="8271"/>
                    <a:pt x="3851" y="8145"/>
                  </a:cubicBezTo>
                  <a:cubicBezTo>
                    <a:pt x="3764" y="7963"/>
                    <a:pt x="3806" y="7826"/>
                    <a:pt x="3834" y="7721"/>
                  </a:cubicBezTo>
                  <a:cubicBezTo>
                    <a:pt x="3851" y="7668"/>
                    <a:pt x="3862" y="7623"/>
                    <a:pt x="3851" y="7591"/>
                  </a:cubicBezTo>
                  <a:cubicBezTo>
                    <a:pt x="3788" y="7437"/>
                    <a:pt x="3743" y="7262"/>
                    <a:pt x="3907" y="6986"/>
                  </a:cubicBezTo>
                  <a:cubicBezTo>
                    <a:pt x="4053" y="6748"/>
                    <a:pt x="4319" y="6588"/>
                    <a:pt x="4480" y="6588"/>
                  </a:cubicBezTo>
                  <a:cubicBezTo>
                    <a:pt x="4497" y="6588"/>
                    <a:pt x="4513" y="6590"/>
                    <a:pt x="4527" y="6594"/>
                  </a:cubicBezTo>
                  <a:cubicBezTo>
                    <a:pt x="4548" y="6597"/>
                    <a:pt x="4569" y="6608"/>
                    <a:pt x="4597" y="6615"/>
                  </a:cubicBezTo>
                  <a:cubicBezTo>
                    <a:pt x="4658" y="6637"/>
                    <a:pt x="4704" y="6650"/>
                    <a:pt x="4738" y="6650"/>
                  </a:cubicBezTo>
                  <a:cubicBezTo>
                    <a:pt x="4774" y="6650"/>
                    <a:pt x="4798" y="6635"/>
                    <a:pt x="4814" y="6601"/>
                  </a:cubicBezTo>
                  <a:cubicBezTo>
                    <a:pt x="4867" y="6499"/>
                    <a:pt x="4874" y="6422"/>
                    <a:pt x="4860" y="6391"/>
                  </a:cubicBezTo>
                  <a:cubicBezTo>
                    <a:pt x="4856" y="6384"/>
                    <a:pt x="4853" y="6380"/>
                    <a:pt x="4853" y="6380"/>
                  </a:cubicBezTo>
                  <a:lnTo>
                    <a:pt x="4839" y="6377"/>
                  </a:lnTo>
                  <a:cubicBezTo>
                    <a:pt x="4776" y="6356"/>
                    <a:pt x="4660" y="6321"/>
                    <a:pt x="4629" y="6219"/>
                  </a:cubicBezTo>
                  <a:cubicBezTo>
                    <a:pt x="4608" y="6153"/>
                    <a:pt x="4629" y="6076"/>
                    <a:pt x="4688" y="5995"/>
                  </a:cubicBezTo>
                  <a:lnTo>
                    <a:pt x="4720" y="5950"/>
                  </a:lnTo>
                  <a:cubicBezTo>
                    <a:pt x="4877" y="5736"/>
                    <a:pt x="5017" y="5519"/>
                    <a:pt x="5042" y="5323"/>
                  </a:cubicBezTo>
                  <a:cubicBezTo>
                    <a:pt x="5049" y="5239"/>
                    <a:pt x="5049" y="5155"/>
                    <a:pt x="5038" y="5071"/>
                  </a:cubicBezTo>
                  <a:cubicBezTo>
                    <a:pt x="5028" y="4955"/>
                    <a:pt x="5017" y="4857"/>
                    <a:pt x="5084" y="4791"/>
                  </a:cubicBezTo>
                  <a:cubicBezTo>
                    <a:pt x="5140" y="4735"/>
                    <a:pt x="5217" y="4731"/>
                    <a:pt x="5294" y="4728"/>
                  </a:cubicBezTo>
                  <a:cubicBezTo>
                    <a:pt x="5300" y="4728"/>
                    <a:pt x="5307" y="4728"/>
                    <a:pt x="5313" y="4728"/>
                  </a:cubicBezTo>
                  <a:cubicBezTo>
                    <a:pt x="5383" y="4728"/>
                    <a:pt x="5450" y="4711"/>
                    <a:pt x="5511" y="4679"/>
                  </a:cubicBezTo>
                  <a:cubicBezTo>
                    <a:pt x="5570" y="4640"/>
                    <a:pt x="5567" y="4605"/>
                    <a:pt x="5563" y="4546"/>
                  </a:cubicBezTo>
                  <a:cubicBezTo>
                    <a:pt x="5549" y="4486"/>
                    <a:pt x="5567" y="4423"/>
                    <a:pt x="5605" y="4374"/>
                  </a:cubicBezTo>
                  <a:cubicBezTo>
                    <a:pt x="5644" y="4325"/>
                    <a:pt x="5679" y="4273"/>
                    <a:pt x="5707" y="4217"/>
                  </a:cubicBezTo>
                  <a:cubicBezTo>
                    <a:pt x="5766" y="4115"/>
                    <a:pt x="5829" y="4007"/>
                    <a:pt x="5899" y="3954"/>
                  </a:cubicBezTo>
                  <a:cubicBezTo>
                    <a:pt x="6067" y="3828"/>
                    <a:pt x="6029" y="3779"/>
                    <a:pt x="6015" y="3762"/>
                  </a:cubicBezTo>
                  <a:cubicBezTo>
                    <a:pt x="6001" y="3741"/>
                    <a:pt x="5990" y="3716"/>
                    <a:pt x="5987" y="3692"/>
                  </a:cubicBezTo>
                  <a:cubicBezTo>
                    <a:pt x="5980" y="3622"/>
                    <a:pt x="6032" y="3559"/>
                    <a:pt x="6071" y="3509"/>
                  </a:cubicBezTo>
                  <a:cubicBezTo>
                    <a:pt x="6106" y="3471"/>
                    <a:pt x="6130" y="3425"/>
                    <a:pt x="6151" y="3380"/>
                  </a:cubicBezTo>
                  <a:cubicBezTo>
                    <a:pt x="6155" y="3362"/>
                    <a:pt x="6158" y="3348"/>
                    <a:pt x="6158" y="3331"/>
                  </a:cubicBezTo>
                  <a:cubicBezTo>
                    <a:pt x="6158" y="3110"/>
                    <a:pt x="6446" y="2953"/>
                    <a:pt x="6642" y="2953"/>
                  </a:cubicBezTo>
                  <a:cubicBezTo>
                    <a:pt x="6754" y="2953"/>
                    <a:pt x="6992" y="2953"/>
                    <a:pt x="6992" y="2862"/>
                  </a:cubicBezTo>
                  <a:cubicBezTo>
                    <a:pt x="6988" y="2823"/>
                    <a:pt x="6985" y="2785"/>
                    <a:pt x="6981" y="2746"/>
                  </a:cubicBezTo>
                  <a:cubicBezTo>
                    <a:pt x="6964" y="2613"/>
                    <a:pt x="6950" y="2473"/>
                    <a:pt x="7030" y="2414"/>
                  </a:cubicBezTo>
                  <a:cubicBezTo>
                    <a:pt x="7053" y="2396"/>
                    <a:pt x="7080" y="2387"/>
                    <a:pt x="7111" y="2387"/>
                  </a:cubicBezTo>
                  <a:cubicBezTo>
                    <a:pt x="7141" y="2387"/>
                    <a:pt x="7175" y="2396"/>
                    <a:pt x="7212" y="2414"/>
                  </a:cubicBezTo>
                  <a:cubicBezTo>
                    <a:pt x="7280" y="2438"/>
                    <a:pt x="7353" y="2452"/>
                    <a:pt x="7424" y="2452"/>
                  </a:cubicBezTo>
                  <a:cubicBezTo>
                    <a:pt x="7445" y="2452"/>
                    <a:pt x="7465" y="2451"/>
                    <a:pt x="7485" y="2449"/>
                  </a:cubicBezTo>
                  <a:cubicBezTo>
                    <a:pt x="7506" y="2448"/>
                    <a:pt x="7527" y="2447"/>
                    <a:pt x="7549" y="2447"/>
                  </a:cubicBezTo>
                  <a:cubicBezTo>
                    <a:pt x="7633" y="2447"/>
                    <a:pt x="7719" y="2459"/>
                    <a:pt x="7800" y="2526"/>
                  </a:cubicBezTo>
                  <a:cubicBezTo>
                    <a:pt x="7849" y="2567"/>
                    <a:pt x="7908" y="2591"/>
                    <a:pt x="7956" y="2591"/>
                  </a:cubicBezTo>
                  <a:cubicBezTo>
                    <a:pt x="7974" y="2591"/>
                    <a:pt x="7990" y="2588"/>
                    <a:pt x="8003" y="2582"/>
                  </a:cubicBezTo>
                  <a:cubicBezTo>
                    <a:pt x="8042" y="2561"/>
                    <a:pt x="8063" y="2515"/>
                    <a:pt x="8056" y="2473"/>
                  </a:cubicBezTo>
                  <a:cubicBezTo>
                    <a:pt x="8056" y="2298"/>
                    <a:pt x="8105" y="2067"/>
                    <a:pt x="8234" y="1994"/>
                  </a:cubicBezTo>
                  <a:lnTo>
                    <a:pt x="8255" y="1983"/>
                  </a:lnTo>
                  <a:lnTo>
                    <a:pt x="8259" y="1983"/>
                  </a:lnTo>
                  <a:lnTo>
                    <a:pt x="8276" y="1976"/>
                  </a:lnTo>
                  <a:lnTo>
                    <a:pt x="8283" y="1976"/>
                  </a:lnTo>
                  <a:lnTo>
                    <a:pt x="8301" y="1973"/>
                  </a:lnTo>
                  <a:lnTo>
                    <a:pt x="8308" y="1973"/>
                  </a:lnTo>
                  <a:cubicBezTo>
                    <a:pt x="8311" y="1971"/>
                    <a:pt x="8315" y="1970"/>
                    <a:pt x="8318" y="1970"/>
                  </a:cubicBezTo>
                  <a:cubicBezTo>
                    <a:pt x="8322" y="1970"/>
                    <a:pt x="8325" y="1971"/>
                    <a:pt x="8329" y="1973"/>
                  </a:cubicBezTo>
                  <a:lnTo>
                    <a:pt x="8339" y="1973"/>
                  </a:lnTo>
                  <a:cubicBezTo>
                    <a:pt x="8343" y="1971"/>
                    <a:pt x="8346" y="1970"/>
                    <a:pt x="8348" y="1970"/>
                  </a:cubicBezTo>
                  <a:cubicBezTo>
                    <a:pt x="8351" y="1970"/>
                    <a:pt x="8353" y="1971"/>
                    <a:pt x="8357" y="1973"/>
                  </a:cubicBezTo>
                  <a:lnTo>
                    <a:pt x="8371" y="1973"/>
                  </a:lnTo>
                  <a:cubicBezTo>
                    <a:pt x="8378" y="1973"/>
                    <a:pt x="8385" y="1973"/>
                    <a:pt x="8392" y="1976"/>
                  </a:cubicBezTo>
                  <a:lnTo>
                    <a:pt x="8406" y="1980"/>
                  </a:lnTo>
                  <a:cubicBezTo>
                    <a:pt x="8413" y="1980"/>
                    <a:pt x="8420" y="1983"/>
                    <a:pt x="8427" y="1987"/>
                  </a:cubicBezTo>
                  <a:lnTo>
                    <a:pt x="8445" y="1994"/>
                  </a:lnTo>
                  <a:cubicBezTo>
                    <a:pt x="8448" y="1997"/>
                    <a:pt x="8455" y="1997"/>
                    <a:pt x="8462" y="2001"/>
                  </a:cubicBezTo>
                  <a:lnTo>
                    <a:pt x="8469" y="1994"/>
                  </a:lnTo>
                  <a:lnTo>
                    <a:pt x="8476" y="1983"/>
                  </a:lnTo>
                  <a:lnTo>
                    <a:pt x="8490" y="1962"/>
                  </a:lnTo>
                  <a:lnTo>
                    <a:pt x="8497" y="1952"/>
                  </a:lnTo>
                  <a:lnTo>
                    <a:pt x="8511" y="1934"/>
                  </a:lnTo>
                  <a:lnTo>
                    <a:pt x="8518" y="1924"/>
                  </a:lnTo>
                  <a:lnTo>
                    <a:pt x="8536" y="1906"/>
                  </a:lnTo>
                  <a:lnTo>
                    <a:pt x="8543" y="1896"/>
                  </a:lnTo>
                  <a:lnTo>
                    <a:pt x="8560" y="1878"/>
                  </a:lnTo>
                  <a:lnTo>
                    <a:pt x="8567" y="1871"/>
                  </a:lnTo>
                  <a:lnTo>
                    <a:pt x="8588" y="1854"/>
                  </a:lnTo>
                  <a:lnTo>
                    <a:pt x="8592" y="1847"/>
                  </a:lnTo>
                  <a:cubicBezTo>
                    <a:pt x="8609" y="1833"/>
                    <a:pt x="8630" y="1822"/>
                    <a:pt x="8648" y="1808"/>
                  </a:cubicBezTo>
                  <a:lnTo>
                    <a:pt x="8655" y="1808"/>
                  </a:lnTo>
                  <a:lnTo>
                    <a:pt x="8676" y="1794"/>
                  </a:lnTo>
                  <a:lnTo>
                    <a:pt x="8686" y="1791"/>
                  </a:lnTo>
                  <a:lnTo>
                    <a:pt x="8704" y="1784"/>
                  </a:lnTo>
                  <a:lnTo>
                    <a:pt x="8714" y="1777"/>
                  </a:lnTo>
                  <a:lnTo>
                    <a:pt x="8732" y="1773"/>
                  </a:lnTo>
                  <a:lnTo>
                    <a:pt x="8746" y="1770"/>
                  </a:lnTo>
                  <a:lnTo>
                    <a:pt x="8763" y="1763"/>
                  </a:lnTo>
                  <a:lnTo>
                    <a:pt x="8774" y="1763"/>
                  </a:lnTo>
                  <a:lnTo>
                    <a:pt x="8791" y="1759"/>
                  </a:lnTo>
                  <a:lnTo>
                    <a:pt x="8865" y="1759"/>
                  </a:lnTo>
                  <a:cubicBezTo>
                    <a:pt x="8987" y="1777"/>
                    <a:pt x="9082" y="1878"/>
                    <a:pt x="9173" y="1980"/>
                  </a:cubicBezTo>
                  <a:cubicBezTo>
                    <a:pt x="9264" y="2081"/>
                    <a:pt x="9351" y="2179"/>
                    <a:pt x="9467" y="2200"/>
                  </a:cubicBezTo>
                  <a:cubicBezTo>
                    <a:pt x="9523" y="2211"/>
                    <a:pt x="9579" y="2225"/>
                    <a:pt x="9635" y="2239"/>
                  </a:cubicBezTo>
                  <a:cubicBezTo>
                    <a:pt x="9734" y="2263"/>
                    <a:pt x="9835" y="2287"/>
                    <a:pt x="9907" y="2287"/>
                  </a:cubicBezTo>
                  <a:cubicBezTo>
                    <a:pt x="9949" y="2287"/>
                    <a:pt x="9981" y="2278"/>
                    <a:pt x="9995" y="2256"/>
                  </a:cubicBezTo>
                  <a:cubicBezTo>
                    <a:pt x="10029" y="2199"/>
                    <a:pt x="10075" y="2181"/>
                    <a:pt x="10123" y="2181"/>
                  </a:cubicBezTo>
                  <a:cubicBezTo>
                    <a:pt x="10175" y="2181"/>
                    <a:pt x="10230" y="2203"/>
                    <a:pt x="10272" y="2221"/>
                  </a:cubicBezTo>
                  <a:cubicBezTo>
                    <a:pt x="10320" y="2240"/>
                    <a:pt x="10368" y="2259"/>
                    <a:pt x="10410" y="2259"/>
                  </a:cubicBezTo>
                  <a:cubicBezTo>
                    <a:pt x="10423" y="2259"/>
                    <a:pt x="10435" y="2257"/>
                    <a:pt x="10447" y="2253"/>
                  </a:cubicBezTo>
                  <a:cubicBezTo>
                    <a:pt x="10465" y="2246"/>
                    <a:pt x="10482" y="2244"/>
                    <a:pt x="10498" y="2244"/>
                  </a:cubicBezTo>
                  <a:cubicBezTo>
                    <a:pt x="10580" y="2244"/>
                    <a:pt x="10631" y="2317"/>
                    <a:pt x="10661" y="2358"/>
                  </a:cubicBezTo>
                  <a:cubicBezTo>
                    <a:pt x="10671" y="2368"/>
                    <a:pt x="10682" y="2382"/>
                    <a:pt x="10689" y="2393"/>
                  </a:cubicBezTo>
                  <a:cubicBezTo>
                    <a:pt x="10703" y="2382"/>
                    <a:pt x="10717" y="2368"/>
                    <a:pt x="10727" y="2354"/>
                  </a:cubicBezTo>
                  <a:cubicBezTo>
                    <a:pt x="10766" y="2302"/>
                    <a:pt x="10787" y="2239"/>
                    <a:pt x="10787" y="2176"/>
                  </a:cubicBezTo>
                  <a:cubicBezTo>
                    <a:pt x="10787" y="2127"/>
                    <a:pt x="10804" y="2081"/>
                    <a:pt x="10836" y="2046"/>
                  </a:cubicBezTo>
                  <a:cubicBezTo>
                    <a:pt x="10864" y="2025"/>
                    <a:pt x="10899" y="2014"/>
                    <a:pt x="10954" y="2014"/>
                  </a:cubicBezTo>
                  <a:cubicBezTo>
                    <a:pt x="10972" y="2014"/>
                    <a:pt x="10993" y="2015"/>
                    <a:pt x="11018" y="2018"/>
                  </a:cubicBezTo>
                  <a:cubicBezTo>
                    <a:pt x="11024" y="2019"/>
                    <a:pt x="11030" y="2019"/>
                    <a:pt x="11036" y="2019"/>
                  </a:cubicBezTo>
                  <a:cubicBezTo>
                    <a:pt x="11054" y="2019"/>
                    <a:pt x="11071" y="2016"/>
                    <a:pt x="11084" y="2008"/>
                  </a:cubicBezTo>
                  <a:cubicBezTo>
                    <a:pt x="11112" y="1980"/>
                    <a:pt x="11088" y="1868"/>
                    <a:pt x="11074" y="1794"/>
                  </a:cubicBezTo>
                  <a:cubicBezTo>
                    <a:pt x="11063" y="1735"/>
                    <a:pt x="11053" y="1675"/>
                    <a:pt x="11049" y="1616"/>
                  </a:cubicBezTo>
                  <a:cubicBezTo>
                    <a:pt x="11049" y="1486"/>
                    <a:pt x="11168" y="1416"/>
                    <a:pt x="11263" y="1360"/>
                  </a:cubicBezTo>
                  <a:cubicBezTo>
                    <a:pt x="11326" y="1325"/>
                    <a:pt x="11389" y="1290"/>
                    <a:pt x="11389" y="1251"/>
                  </a:cubicBezTo>
                  <a:cubicBezTo>
                    <a:pt x="11389" y="1216"/>
                    <a:pt x="11403" y="1185"/>
                    <a:pt x="11424" y="1160"/>
                  </a:cubicBezTo>
                  <a:cubicBezTo>
                    <a:pt x="11487" y="1101"/>
                    <a:pt x="11609" y="1101"/>
                    <a:pt x="11735" y="1101"/>
                  </a:cubicBezTo>
                  <a:cubicBezTo>
                    <a:pt x="11802" y="1101"/>
                    <a:pt x="11924" y="1101"/>
                    <a:pt x="11949" y="1083"/>
                  </a:cubicBezTo>
                  <a:cubicBezTo>
                    <a:pt x="12021" y="995"/>
                    <a:pt x="12130" y="946"/>
                    <a:pt x="12244" y="946"/>
                  </a:cubicBezTo>
                  <a:cubicBezTo>
                    <a:pt x="12252" y="946"/>
                    <a:pt x="12260" y="946"/>
                    <a:pt x="12267" y="947"/>
                  </a:cubicBezTo>
                  <a:cubicBezTo>
                    <a:pt x="12362" y="950"/>
                    <a:pt x="12449" y="1006"/>
                    <a:pt x="12498" y="1090"/>
                  </a:cubicBezTo>
                  <a:cubicBezTo>
                    <a:pt x="12537" y="1160"/>
                    <a:pt x="12667" y="1216"/>
                    <a:pt x="12779" y="1265"/>
                  </a:cubicBezTo>
                  <a:cubicBezTo>
                    <a:pt x="12922" y="1328"/>
                    <a:pt x="13059" y="1388"/>
                    <a:pt x="13076" y="1500"/>
                  </a:cubicBezTo>
                  <a:cubicBezTo>
                    <a:pt x="13080" y="1514"/>
                    <a:pt x="13080" y="1528"/>
                    <a:pt x="13083" y="1546"/>
                  </a:cubicBezTo>
                  <a:lnTo>
                    <a:pt x="13083" y="1563"/>
                  </a:lnTo>
                  <a:lnTo>
                    <a:pt x="13083" y="1595"/>
                  </a:lnTo>
                  <a:lnTo>
                    <a:pt x="13083" y="1612"/>
                  </a:lnTo>
                  <a:lnTo>
                    <a:pt x="13083" y="1647"/>
                  </a:lnTo>
                  <a:lnTo>
                    <a:pt x="13083" y="1668"/>
                  </a:lnTo>
                  <a:lnTo>
                    <a:pt x="13083" y="1679"/>
                  </a:lnTo>
                  <a:cubicBezTo>
                    <a:pt x="13125" y="1654"/>
                    <a:pt x="13171" y="1640"/>
                    <a:pt x="13216" y="1633"/>
                  </a:cubicBezTo>
                  <a:lnTo>
                    <a:pt x="13220" y="1633"/>
                  </a:lnTo>
                  <a:cubicBezTo>
                    <a:pt x="13237" y="1630"/>
                    <a:pt x="13251" y="1630"/>
                    <a:pt x="13265" y="1630"/>
                  </a:cubicBezTo>
                  <a:cubicBezTo>
                    <a:pt x="13321" y="1630"/>
                    <a:pt x="13388" y="1577"/>
                    <a:pt x="13447" y="1532"/>
                  </a:cubicBezTo>
                  <a:cubicBezTo>
                    <a:pt x="13525" y="1473"/>
                    <a:pt x="13606" y="1415"/>
                    <a:pt x="13695" y="1415"/>
                  </a:cubicBezTo>
                  <a:cubicBezTo>
                    <a:pt x="13702" y="1415"/>
                    <a:pt x="13710" y="1415"/>
                    <a:pt x="13717" y="1416"/>
                  </a:cubicBezTo>
                  <a:lnTo>
                    <a:pt x="13731" y="1416"/>
                  </a:lnTo>
                  <a:cubicBezTo>
                    <a:pt x="13738" y="1416"/>
                    <a:pt x="13755" y="1423"/>
                    <a:pt x="13766" y="1423"/>
                  </a:cubicBezTo>
                  <a:cubicBezTo>
                    <a:pt x="13774" y="1425"/>
                    <a:pt x="13783" y="1426"/>
                    <a:pt x="13792" y="1426"/>
                  </a:cubicBezTo>
                  <a:cubicBezTo>
                    <a:pt x="13816" y="1426"/>
                    <a:pt x="13841" y="1419"/>
                    <a:pt x="13864" y="1409"/>
                  </a:cubicBezTo>
                  <a:cubicBezTo>
                    <a:pt x="13871" y="1402"/>
                    <a:pt x="13878" y="1395"/>
                    <a:pt x="13885" y="1388"/>
                  </a:cubicBezTo>
                  <a:lnTo>
                    <a:pt x="13888" y="1381"/>
                  </a:lnTo>
                  <a:cubicBezTo>
                    <a:pt x="13895" y="1374"/>
                    <a:pt x="13899" y="1370"/>
                    <a:pt x="13902" y="1363"/>
                  </a:cubicBezTo>
                  <a:lnTo>
                    <a:pt x="13906" y="1353"/>
                  </a:lnTo>
                  <a:cubicBezTo>
                    <a:pt x="13913" y="1342"/>
                    <a:pt x="13916" y="1332"/>
                    <a:pt x="13920" y="1321"/>
                  </a:cubicBezTo>
                  <a:cubicBezTo>
                    <a:pt x="13872" y="1300"/>
                    <a:pt x="13821" y="1289"/>
                    <a:pt x="13770" y="1289"/>
                  </a:cubicBezTo>
                  <a:cubicBezTo>
                    <a:pt x="13739" y="1289"/>
                    <a:pt x="13708" y="1293"/>
                    <a:pt x="13678" y="1300"/>
                  </a:cubicBezTo>
                  <a:cubicBezTo>
                    <a:pt x="13671" y="1304"/>
                    <a:pt x="13654" y="1311"/>
                    <a:pt x="13650" y="1321"/>
                  </a:cubicBezTo>
                  <a:cubicBezTo>
                    <a:pt x="13626" y="1399"/>
                    <a:pt x="13554" y="1449"/>
                    <a:pt x="13475" y="1449"/>
                  </a:cubicBezTo>
                  <a:cubicBezTo>
                    <a:pt x="13461" y="1449"/>
                    <a:pt x="13447" y="1447"/>
                    <a:pt x="13433" y="1444"/>
                  </a:cubicBezTo>
                  <a:cubicBezTo>
                    <a:pt x="13346" y="1437"/>
                    <a:pt x="13279" y="1363"/>
                    <a:pt x="13283" y="1276"/>
                  </a:cubicBezTo>
                  <a:cubicBezTo>
                    <a:pt x="13276" y="1241"/>
                    <a:pt x="13139" y="1171"/>
                    <a:pt x="13087" y="1143"/>
                  </a:cubicBezTo>
                  <a:cubicBezTo>
                    <a:pt x="12996" y="1101"/>
                    <a:pt x="12943" y="1069"/>
                    <a:pt x="12929" y="1020"/>
                  </a:cubicBezTo>
                  <a:cubicBezTo>
                    <a:pt x="12919" y="985"/>
                    <a:pt x="12929" y="947"/>
                    <a:pt x="12957" y="926"/>
                  </a:cubicBezTo>
                  <a:cubicBezTo>
                    <a:pt x="12981" y="908"/>
                    <a:pt x="13015" y="900"/>
                    <a:pt x="13054" y="900"/>
                  </a:cubicBezTo>
                  <a:cubicBezTo>
                    <a:pt x="13131" y="900"/>
                    <a:pt x="13226" y="930"/>
                    <a:pt x="13300" y="971"/>
                  </a:cubicBezTo>
                  <a:cubicBezTo>
                    <a:pt x="13328" y="987"/>
                    <a:pt x="13352" y="996"/>
                    <a:pt x="13378" y="996"/>
                  </a:cubicBezTo>
                  <a:cubicBezTo>
                    <a:pt x="13428" y="996"/>
                    <a:pt x="13486" y="961"/>
                    <a:pt x="13587" y="866"/>
                  </a:cubicBezTo>
                  <a:cubicBezTo>
                    <a:pt x="13655" y="805"/>
                    <a:pt x="13745" y="771"/>
                    <a:pt x="13838" y="771"/>
                  </a:cubicBezTo>
                  <a:cubicBezTo>
                    <a:pt x="13847" y="771"/>
                    <a:pt x="13855" y="771"/>
                    <a:pt x="13864" y="772"/>
                  </a:cubicBezTo>
                  <a:cubicBezTo>
                    <a:pt x="13888" y="772"/>
                    <a:pt x="13913" y="768"/>
                    <a:pt x="13937" y="761"/>
                  </a:cubicBezTo>
                  <a:lnTo>
                    <a:pt x="13937" y="758"/>
                  </a:lnTo>
                  <a:cubicBezTo>
                    <a:pt x="13944" y="723"/>
                    <a:pt x="13843" y="663"/>
                    <a:pt x="13797" y="635"/>
                  </a:cubicBezTo>
                  <a:cubicBezTo>
                    <a:pt x="13745" y="607"/>
                    <a:pt x="13703" y="572"/>
                    <a:pt x="13664" y="530"/>
                  </a:cubicBezTo>
                  <a:cubicBezTo>
                    <a:pt x="13634" y="485"/>
                    <a:pt x="13510" y="416"/>
                    <a:pt x="13380" y="416"/>
                  </a:cubicBezTo>
                  <a:cubicBezTo>
                    <a:pt x="13359" y="416"/>
                    <a:pt x="13338" y="418"/>
                    <a:pt x="13318" y="422"/>
                  </a:cubicBezTo>
                  <a:cubicBezTo>
                    <a:pt x="13284" y="428"/>
                    <a:pt x="13255" y="431"/>
                    <a:pt x="13229" y="431"/>
                  </a:cubicBezTo>
                  <a:cubicBezTo>
                    <a:pt x="13132" y="431"/>
                    <a:pt x="13085" y="387"/>
                    <a:pt x="13027" y="324"/>
                  </a:cubicBezTo>
                  <a:cubicBezTo>
                    <a:pt x="13010" y="306"/>
                    <a:pt x="12992" y="289"/>
                    <a:pt x="12971" y="268"/>
                  </a:cubicBezTo>
                  <a:cubicBezTo>
                    <a:pt x="12962" y="260"/>
                    <a:pt x="12947" y="256"/>
                    <a:pt x="12928" y="256"/>
                  </a:cubicBezTo>
                  <a:cubicBezTo>
                    <a:pt x="12904" y="256"/>
                    <a:pt x="12873" y="263"/>
                    <a:pt x="12838" y="278"/>
                  </a:cubicBezTo>
                  <a:cubicBezTo>
                    <a:pt x="12751" y="317"/>
                    <a:pt x="12653" y="408"/>
                    <a:pt x="12653" y="513"/>
                  </a:cubicBezTo>
                  <a:cubicBezTo>
                    <a:pt x="12653" y="670"/>
                    <a:pt x="12565" y="716"/>
                    <a:pt x="12540" y="723"/>
                  </a:cubicBezTo>
                  <a:cubicBezTo>
                    <a:pt x="12526" y="728"/>
                    <a:pt x="12512" y="730"/>
                    <a:pt x="12498" y="730"/>
                  </a:cubicBezTo>
                  <a:cubicBezTo>
                    <a:pt x="12463" y="730"/>
                    <a:pt x="12429" y="715"/>
                    <a:pt x="12404" y="688"/>
                  </a:cubicBezTo>
                  <a:cubicBezTo>
                    <a:pt x="12369" y="639"/>
                    <a:pt x="12369" y="576"/>
                    <a:pt x="12404" y="527"/>
                  </a:cubicBezTo>
                  <a:cubicBezTo>
                    <a:pt x="12421" y="499"/>
                    <a:pt x="12414" y="464"/>
                    <a:pt x="12400" y="415"/>
                  </a:cubicBezTo>
                  <a:cubicBezTo>
                    <a:pt x="12390" y="376"/>
                    <a:pt x="12383" y="334"/>
                    <a:pt x="12390" y="292"/>
                  </a:cubicBezTo>
                  <a:cubicBezTo>
                    <a:pt x="12404" y="236"/>
                    <a:pt x="12453" y="198"/>
                    <a:pt x="12509" y="187"/>
                  </a:cubicBezTo>
                  <a:cubicBezTo>
                    <a:pt x="12540" y="180"/>
                    <a:pt x="12540" y="166"/>
                    <a:pt x="12540" y="156"/>
                  </a:cubicBezTo>
                  <a:cubicBezTo>
                    <a:pt x="12533" y="107"/>
                    <a:pt x="12453" y="23"/>
                    <a:pt x="12292" y="9"/>
                  </a:cubicBezTo>
                  <a:cubicBezTo>
                    <a:pt x="12282" y="8"/>
                    <a:pt x="12272" y="8"/>
                    <a:pt x="12262" y="8"/>
                  </a:cubicBezTo>
                  <a:cubicBezTo>
                    <a:pt x="12129" y="8"/>
                    <a:pt x="12048" y="73"/>
                    <a:pt x="12019" y="135"/>
                  </a:cubicBezTo>
                  <a:cubicBezTo>
                    <a:pt x="11998" y="173"/>
                    <a:pt x="12001" y="201"/>
                    <a:pt x="12008" y="208"/>
                  </a:cubicBezTo>
                  <a:cubicBezTo>
                    <a:pt x="12047" y="250"/>
                    <a:pt x="12047" y="313"/>
                    <a:pt x="12012" y="394"/>
                  </a:cubicBezTo>
                  <a:cubicBezTo>
                    <a:pt x="11956" y="516"/>
                    <a:pt x="11770" y="747"/>
                    <a:pt x="11637" y="747"/>
                  </a:cubicBezTo>
                  <a:cubicBezTo>
                    <a:pt x="11602" y="747"/>
                    <a:pt x="11571" y="733"/>
                    <a:pt x="11550" y="705"/>
                  </a:cubicBezTo>
                  <a:cubicBezTo>
                    <a:pt x="11501" y="646"/>
                    <a:pt x="11522" y="548"/>
                    <a:pt x="11550" y="422"/>
                  </a:cubicBezTo>
                  <a:cubicBezTo>
                    <a:pt x="11564" y="355"/>
                    <a:pt x="11574" y="289"/>
                    <a:pt x="11578" y="222"/>
                  </a:cubicBezTo>
                  <a:lnTo>
                    <a:pt x="11578" y="215"/>
                  </a:lnTo>
                  <a:cubicBezTo>
                    <a:pt x="11546" y="236"/>
                    <a:pt x="11480" y="296"/>
                    <a:pt x="11347" y="450"/>
                  </a:cubicBezTo>
                  <a:cubicBezTo>
                    <a:pt x="11298" y="502"/>
                    <a:pt x="11256" y="555"/>
                    <a:pt x="11214" y="604"/>
                  </a:cubicBezTo>
                  <a:cubicBezTo>
                    <a:pt x="11039" y="814"/>
                    <a:pt x="10909" y="964"/>
                    <a:pt x="10783" y="989"/>
                  </a:cubicBezTo>
                  <a:cubicBezTo>
                    <a:pt x="10774" y="991"/>
                    <a:pt x="10766" y="992"/>
                    <a:pt x="10757" y="992"/>
                  </a:cubicBezTo>
                  <a:cubicBezTo>
                    <a:pt x="10703" y="992"/>
                    <a:pt x="10651" y="956"/>
                    <a:pt x="10636" y="901"/>
                  </a:cubicBezTo>
                  <a:cubicBezTo>
                    <a:pt x="10594" y="789"/>
                    <a:pt x="10668" y="607"/>
                    <a:pt x="10839" y="516"/>
                  </a:cubicBezTo>
                  <a:cubicBezTo>
                    <a:pt x="10927" y="467"/>
                    <a:pt x="10976" y="369"/>
                    <a:pt x="11021" y="285"/>
                  </a:cubicBezTo>
                  <a:cubicBezTo>
                    <a:pt x="11067" y="187"/>
                    <a:pt x="11116" y="86"/>
                    <a:pt x="11224" y="86"/>
                  </a:cubicBezTo>
                  <a:cubicBezTo>
                    <a:pt x="11227" y="87"/>
                    <a:pt x="11230" y="87"/>
                    <a:pt x="11233" y="87"/>
                  </a:cubicBezTo>
                  <a:cubicBezTo>
                    <a:pt x="11240" y="87"/>
                    <a:pt x="11248" y="84"/>
                    <a:pt x="11256" y="79"/>
                  </a:cubicBezTo>
                  <a:cubicBezTo>
                    <a:pt x="11256" y="75"/>
                    <a:pt x="11252" y="72"/>
                    <a:pt x="11249" y="68"/>
                  </a:cubicBezTo>
                  <a:cubicBezTo>
                    <a:pt x="11224" y="33"/>
                    <a:pt x="11186" y="12"/>
                    <a:pt x="11144" y="5"/>
                  </a:cubicBezTo>
                  <a:cubicBezTo>
                    <a:pt x="11130" y="2"/>
                    <a:pt x="11118" y="0"/>
                    <a:pt x="11107" y="0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61" name="Google Shape;6819;p80">
              <a:extLst>
                <a:ext uri="{FF2B5EF4-FFF2-40B4-BE49-F238E27FC236}">
                  <a16:creationId xmlns:a16="http://schemas.microsoft.com/office/drawing/2014/main" id="{C1AEF0A3-7A1C-CCCA-E7CD-E34C41135C9A}"/>
                </a:ext>
              </a:extLst>
            </p:cNvPr>
            <p:cNvSpPr/>
            <p:nvPr/>
          </p:nvSpPr>
          <p:spPr>
            <a:xfrm>
              <a:off x="2127052" y="1276572"/>
              <a:ext cx="5961" cy="5526"/>
            </a:xfrm>
            <a:custGeom>
              <a:avLst/>
              <a:gdLst/>
              <a:ahLst/>
              <a:cxnLst/>
              <a:rect l="l" t="t" r="r" b="b"/>
              <a:pathLst>
                <a:path w="439" h="407" extrusionOk="0">
                  <a:moveTo>
                    <a:pt x="77" y="1"/>
                  </a:moveTo>
                  <a:cubicBezTo>
                    <a:pt x="60" y="1"/>
                    <a:pt x="40" y="4"/>
                    <a:pt x="15" y="11"/>
                  </a:cubicBezTo>
                  <a:cubicBezTo>
                    <a:pt x="11" y="11"/>
                    <a:pt x="4" y="15"/>
                    <a:pt x="1" y="18"/>
                  </a:cubicBezTo>
                  <a:cubicBezTo>
                    <a:pt x="4" y="39"/>
                    <a:pt x="11" y="60"/>
                    <a:pt x="22" y="78"/>
                  </a:cubicBezTo>
                  <a:cubicBezTo>
                    <a:pt x="95" y="204"/>
                    <a:pt x="284" y="354"/>
                    <a:pt x="354" y="372"/>
                  </a:cubicBezTo>
                  <a:cubicBezTo>
                    <a:pt x="382" y="379"/>
                    <a:pt x="410" y="389"/>
                    <a:pt x="438" y="407"/>
                  </a:cubicBezTo>
                  <a:cubicBezTo>
                    <a:pt x="400" y="368"/>
                    <a:pt x="361" y="319"/>
                    <a:pt x="312" y="274"/>
                  </a:cubicBezTo>
                  <a:cubicBezTo>
                    <a:pt x="270" y="221"/>
                    <a:pt x="228" y="169"/>
                    <a:pt x="197" y="109"/>
                  </a:cubicBezTo>
                  <a:cubicBezTo>
                    <a:pt x="149" y="35"/>
                    <a:pt x="129" y="1"/>
                    <a:pt x="77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62" name="Google Shape;6820;p80">
              <a:extLst>
                <a:ext uri="{FF2B5EF4-FFF2-40B4-BE49-F238E27FC236}">
                  <a16:creationId xmlns:a16="http://schemas.microsoft.com/office/drawing/2014/main" id="{179A9EE3-2B9C-085F-25D5-56B4782E73A6}"/>
                </a:ext>
              </a:extLst>
            </p:cNvPr>
            <p:cNvSpPr/>
            <p:nvPr/>
          </p:nvSpPr>
          <p:spPr>
            <a:xfrm>
              <a:off x="2199678" y="1404961"/>
              <a:ext cx="1724" cy="1290"/>
            </a:xfrm>
            <a:custGeom>
              <a:avLst/>
              <a:gdLst/>
              <a:ahLst/>
              <a:cxnLst/>
              <a:rect l="l" t="t" r="r" b="b"/>
              <a:pathLst>
                <a:path w="127" h="95" extrusionOk="0">
                  <a:moveTo>
                    <a:pt x="85" y="0"/>
                  </a:moveTo>
                  <a:cubicBezTo>
                    <a:pt x="53" y="0"/>
                    <a:pt x="25" y="11"/>
                    <a:pt x="1" y="28"/>
                  </a:cubicBezTo>
                  <a:cubicBezTo>
                    <a:pt x="46" y="39"/>
                    <a:pt x="92" y="60"/>
                    <a:pt x="127" y="95"/>
                  </a:cubicBezTo>
                  <a:cubicBezTo>
                    <a:pt x="103" y="67"/>
                    <a:pt x="89" y="35"/>
                    <a:pt x="85" y="0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63" name="Google Shape;6821;p80">
              <a:extLst>
                <a:ext uri="{FF2B5EF4-FFF2-40B4-BE49-F238E27FC236}">
                  <a16:creationId xmlns:a16="http://schemas.microsoft.com/office/drawing/2014/main" id="{47946C50-E869-7C5F-6163-9D80F5D4D6C2}"/>
                </a:ext>
              </a:extLst>
            </p:cNvPr>
            <p:cNvSpPr/>
            <p:nvPr/>
          </p:nvSpPr>
          <p:spPr>
            <a:xfrm>
              <a:off x="2210947" y="1395471"/>
              <a:ext cx="9043" cy="6409"/>
            </a:xfrm>
            <a:custGeom>
              <a:avLst/>
              <a:gdLst/>
              <a:ahLst/>
              <a:cxnLst/>
              <a:rect l="l" t="t" r="r" b="b"/>
              <a:pathLst>
                <a:path w="666" h="472" extrusionOk="0">
                  <a:moveTo>
                    <a:pt x="648" y="0"/>
                  </a:moveTo>
                  <a:cubicBezTo>
                    <a:pt x="644" y="0"/>
                    <a:pt x="641" y="1"/>
                    <a:pt x="641" y="3"/>
                  </a:cubicBezTo>
                  <a:cubicBezTo>
                    <a:pt x="620" y="3"/>
                    <a:pt x="603" y="20"/>
                    <a:pt x="603" y="41"/>
                  </a:cubicBezTo>
                  <a:cubicBezTo>
                    <a:pt x="603" y="80"/>
                    <a:pt x="589" y="115"/>
                    <a:pt x="561" y="143"/>
                  </a:cubicBezTo>
                  <a:cubicBezTo>
                    <a:pt x="509" y="192"/>
                    <a:pt x="417" y="204"/>
                    <a:pt x="310" y="204"/>
                  </a:cubicBezTo>
                  <a:cubicBezTo>
                    <a:pt x="259" y="204"/>
                    <a:pt x="204" y="201"/>
                    <a:pt x="148" y="199"/>
                  </a:cubicBezTo>
                  <a:lnTo>
                    <a:pt x="88" y="195"/>
                  </a:lnTo>
                  <a:lnTo>
                    <a:pt x="81" y="195"/>
                  </a:lnTo>
                  <a:cubicBezTo>
                    <a:pt x="43" y="195"/>
                    <a:pt x="22" y="209"/>
                    <a:pt x="15" y="234"/>
                  </a:cubicBezTo>
                  <a:cubicBezTo>
                    <a:pt x="1" y="276"/>
                    <a:pt x="39" y="370"/>
                    <a:pt x="158" y="437"/>
                  </a:cubicBezTo>
                  <a:cubicBezTo>
                    <a:pt x="176" y="447"/>
                    <a:pt x="193" y="458"/>
                    <a:pt x="207" y="472"/>
                  </a:cubicBezTo>
                  <a:cubicBezTo>
                    <a:pt x="204" y="437"/>
                    <a:pt x="211" y="398"/>
                    <a:pt x="225" y="367"/>
                  </a:cubicBezTo>
                  <a:cubicBezTo>
                    <a:pt x="260" y="276"/>
                    <a:pt x="344" y="216"/>
                    <a:pt x="442" y="213"/>
                  </a:cubicBezTo>
                  <a:cubicBezTo>
                    <a:pt x="543" y="213"/>
                    <a:pt x="655" y="59"/>
                    <a:pt x="666" y="6"/>
                  </a:cubicBezTo>
                  <a:cubicBezTo>
                    <a:pt x="662" y="2"/>
                    <a:pt x="654" y="0"/>
                    <a:pt x="648" y="0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64" name="Google Shape;6822;p80">
              <a:extLst>
                <a:ext uri="{FF2B5EF4-FFF2-40B4-BE49-F238E27FC236}">
                  <a16:creationId xmlns:a16="http://schemas.microsoft.com/office/drawing/2014/main" id="{27DFCEB8-D204-9052-476C-5E3B18C321E4}"/>
                </a:ext>
              </a:extLst>
            </p:cNvPr>
            <p:cNvSpPr/>
            <p:nvPr/>
          </p:nvSpPr>
          <p:spPr>
            <a:xfrm>
              <a:off x="2181335" y="1248725"/>
              <a:ext cx="67372" cy="20393"/>
            </a:xfrm>
            <a:custGeom>
              <a:avLst/>
              <a:gdLst/>
              <a:ahLst/>
              <a:cxnLst/>
              <a:rect l="l" t="t" r="r" b="b"/>
              <a:pathLst>
                <a:path w="4962" h="1502" extrusionOk="0">
                  <a:moveTo>
                    <a:pt x="981" y="0"/>
                  </a:moveTo>
                  <a:lnTo>
                    <a:pt x="981" y="0"/>
                  </a:lnTo>
                  <a:cubicBezTo>
                    <a:pt x="1012" y="53"/>
                    <a:pt x="1047" y="133"/>
                    <a:pt x="1002" y="207"/>
                  </a:cubicBezTo>
                  <a:cubicBezTo>
                    <a:pt x="976" y="248"/>
                    <a:pt x="939" y="264"/>
                    <a:pt x="897" y="264"/>
                  </a:cubicBezTo>
                  <a:cubicBezTo>
                    <a:pt x="824" y="264"/>
                    <a:pt x="736" y="218"/>
                    <a:pt x="659" y="179"/>
                  </a:cubicBezTo>
                  <a:cubicBezTo>
                    <a:pt x="641" y="168"/>
                    <a:pt x="617" y="158"/>
                    <a:pt x="596" y="147"/>
                  </a:cubicBezTo>
                  <a:lnTo>
                    <a:pt x="596" y="147"/>
                  </a:lnTo>
                  <a:lnTo>
                    <a:pt x="599" y="158"/>
                  </a:lnTo>
                  <a:cubicBezTo>
                    <a:pt x="624" y="231"/>
                    <a:pt x="652" y="322"/>
                    <a:pt x="617" y="392"/>
                  </a:cubicBezTo>
                  <a:cubicBezTo>
                    <a:pt x="606" y="420"/>
                    <a:pt x="582" y="441"/>
                    <a:pt x="550" y="445"/>
                  </a:cubicBezTo>
                  <a:cubicBezTo>
                    <a:pt x="545" y="446"/>
                    <a:pt x="541" y="446"/>
                    <a:pt x="536" y="446"/>
                  </a:cubicBezTo>
                  <a:cubicBezTo>
                    <a:pt x="480" y="446"/>
                    <a:pt x="433" y="389"/>
                    <a:pt x="365" y="312"/>
                  </a:cubicBezTo>
                  <a:cubicBezTo>
                    <a:pt x="302" y="245"/>
                    <a:pt x="207" y="137"/>
                    <a:pt x="148" y="137"/>
                  </a:cubicBezTo>
                  <a:cubicBezTo>
                    <a:pt x="102" y="137"/>
                    <a:pt x="92" y="154"/>
                    <a:pt x="67" y="210"/>
                  </a:cubicBezTo>
                  <a:cubicBezTo>
                    <a:pt x="57" y="252"/>
                    <a:pt x="32" y="287"/>
                    <a:pt x="1" y="315"/>
                  </a:cubicBezTo>
                  <a:cubicBezTo>
                    <a:pt x="32" y="336"/>
                    <a:pt x="71" y="361"/>
                    <a:pt x="99" y="378"/>
                  </a:cubicBezTo>
                  <a:cubicBezTo>
                    <a:pt x="151" y="410"/>
                    <a:pt x="200" y="441"/>
                    <a:pt x="235" y="469"/>
                  </a:cubicBezTo>
                  <a:cubicBezTo>
                    <a:pt x="267" y="490"/>
                    <a:pt x="288" y="525"/>
                    <a:pt x="288" y="564"/>
                  </a:cubicBezTo>
                  <a:cubicBezTo>
                    <a:pt x="284" y="616"/>
                    <a:pt x="239" y="644"/>
                    <a:pt x="204" y="662"/>
                  </a:cubicBezTo>
                  <a:lnTo>
                    <a:pt x="179" y="679"/>
                  </a:lnTo>
                  <a:lnTo>
                    <a:pt x="183" y="679"/>
                  </a:lnTo>
                  <a:cubicBezTo>
                    <a:pt x="284" y="782"/>
                    <a:pt x="494" y="815"/>
                    <a:pt x="738" y="815"/>
                  </a:cubicBezTo>
                  <a:cubicBezTo>
                    <a:pt x="991" y="815"/>
                    <a:pt x="1281" y="780"/>
                    <a:pt x="1524" y="749"/>
                  </a:cubicBezTo>
                  <a:cubicBezTo>
                    <a:pt x="1737" y="722"/>
                    <a:pt x="1890" y="704"/>
                    <a:pt x="1998" y="704"/>
                  </a:cubicBezTo>
                  <a:cubicBezTo>
                    <a:pt x="2070" y="704"/>
                    <a:pt x="2122" y="712"/>
                    <a:pt x="2157" y="732"/>
                  </a:cubicBezTo>
                  <a:cubicBezTo>
                    <a:pt x="2192" y="746"/>
                    <a:pt x="2213" y="784"/>
                    <a:pt x="2210" y="823"/>
                  </a:cubicBezTo>
                  <a:cubicBezTo>
                    <a:pt x="2196" y="907"/>
                    <a:pt x="2087" y="935"/>
                    <a:pt x="1632" y="1029"/>
                  </a:cubicBezTo>
                  <a:cubicBezTo>
                    <a:pt x="1457" y="1064"/>
                    <a:pt x="1177" y="1124"/>
                    <a:pt x="1075" y="1169"/>
                  </a:cubicBezTo>
                  <a:cubicBezTo>
                    <a:pt x="1224" y="1241"/>
                    <a:pt x="1767" y="1318"/>
                    <a:pt x="2056" y="1318"/>
                  </a:cubicBezTo>
                  <a:cubicBezTo>
                    <a:pt x="2136" y="1318"/>
                    <a:pt x="2196" y="1313"/>
                    <a:pt x="2224" y="1299"/>
                  </a:cubicBezTo>
                  <a:cubicBezTo>
                    <a:pt x="2245" y="1274"/>
                    <a:pt x="2276" y="1260"/>
                    <a:pt x="2311" y="1260"/>
                  </a:cubicBezTo>
                  <a:cubicBezTo>
                    <a:pt x="2367" y="1260"/>
                    <a:pt x="2434" y="1302"/>
                    <a:pt x="2500" y="1341"/>
                  </a:cubicBezTo>
                  <a:cubicBezTo>
                    <a:pt x="2602" y="1404"/>
                    <a:pt x="2742" y="1488"/>
                    <a:pt x="2931" y="1498"/>
                  </a:cubicBezTo>
                  <a:cubicBezTo>
                    <a:pt x="2956" y="1500"/>
                    <a:pt x="2979" y="1501"/>
                    <a:pt x="3000" y="1501"/>
                  </a:cubicBezTo>
                  <a:cubicBezTo>
                    <a:pt x="3136" y="1501"/>
                    <a:pt x="3200" y="1465"/>
                    <a:pt x="3263" y="1428"/>
                  </a:cubicBezTo>
                  <a:cubicBezTo>
                    <a:pt x="3347" y="1376"/>
                    <a:pt x="3442" y="1344"/>
                    <a:pt x="3540" y="1341"/>
                  </a:cubicBezTo>
                  <a:cubicBezTo>
                    <a:pt x="3841" y="1327"/>
                    <a:pt x="4174" y="1187"/>
                    <a:pt x="4181" y="1099"/>
                  </a:cubicBezTo>
                  <a:cubicBezTo>
                    <a:pt x="4188" y="994"/>
                    <a:pt x="4328" y="924"/>
                    <a:pt x="4524" y="826"/>
                  </a:cubicBezTo>
                  <a:cubicBezTo>
                    <a:pt x="4699" y="739"/>
                    <a:pt x="4961" y="609"/>
                    <a:pt x="4933" y="501"/>
                  </a:cubicBezTo>
                  <a:cubicBezTo>
                    <a:pt x="4910" y="408"/>
                    <a:pt x="4691" y="394"/>
                    <a:pt x="4488" y="394"/>
                  </a:cubicBezTo>
                  <a:cubicBezTo>
                    <a:pt x="4445" y="394"/>
                    <a:pt x="4402" y="395"/>
                    <a:pt x="4363" y="396"/>
                  </a:cubicBezTo>
                  <a:cubicBezTo>
                    <a:pt x="4321" y="396"/>
                    <a:pt x="4280" y="397"/>
                    <a:pt x="4240" y="397"/>
                  </a:cubicBezTo>
                  <a:cubicBezTo>
                    <a:pt x="4093" y="397"/>
                    <a:pt x="3967" y="389"/>
                    <a:pt x="3890" y="350"/>
                  </a:cubicBezTo>
                  <a:cubicBezTo>
                    <a:pt x="3711" y="261"/>
                    <a:pt x="3457" y="195"/>
                    <a:pt x="3301" y="195"/>
                  </a:cubicBezTo>
                  <a:cubicBezTo>
                    <a:pt x="3231" y="195"/>
                    <a:pt x="3181" y="208"/>
                    <a:pt x="3165" y="238"/>
                  </a:cubicBezTo>
                  <a:cubicBezTo>
                    <a:pt x="3106" y="354"/>
                    <a:pt x="3015" y="434"/>
                    <a:pt x="2917" y="448"/>
                  </a:cubicBezTo>
                  <a:cubicBezTo>
                    <a:pt x="2906" y="450"/>
                    <a:pt x="2895" y="451"/>
                    <a:pt x="2884" y="451"/>
                  </a:cubicBezTo>
                  <a:cubicBezTo>
                    <a:pt x="2838" y="451"/>
                    <a:pt x="2790" y="433"/>
                    <a:pt x="2756" y="399"/>
                  </a:cubicBezTo>
                  <a:cubicBezTo>
                    <a:pt x="2721" y="361"/>
                    <a:pt x="2714" y="305"/>
                    <a:pt x="2703" y="235"/>
                  </a:cubicBezTo>
                  <a:cubicBezTo>
                    <a:pt x="2696" y="165"/>
                    <a:pt x="2689" y="88"/>
                    <a:pt x="2647" y="60"/>
                  </a:cubicBezTo>
                  <a:cubicBezTo>
                    <a:pt x="2632" y="49"/>
                    <a:pt x="2615" y="45"/>
                    <a:pt x="2596" y="45"/>
                  </a:cubicBezTo>
                  <a:cubicBezTo>
                    <a:pt x="2567" y="45"/>
                    <a:pt x="2535" y="55"/>
                    <a:pt x="2507" y="63"/>
                  </a:cubicBezTo>
                  <a:cubicBezTo>
                    <a:pt x="2462" y="74"/>
                    <a:pt x="2423" y="102"/>
                    <a:pt x="2399" y="140"/>
                  </a:cubicBezTo>
                  <a:cubicBezTo>
                    <a:pt x="2367" y="203"/>
                    <a:pt x="2406" y="301"/>
                    <a:pt x="2434" y="382"/>
                  </a:cubicBezTo>
                  <a:cubicBezTo>
                    <a:pt x="2462" y="462"/>
                    <a:pt x="2493" y="546"/>
                    <a:pt x="2427" y="588"/>
                  </a:cubicBezTo>
                  <a:cubicBezTo>
                    <a:pt x="2403" y="605"/>
                    <a:pt x="2373" y="611"/>
                    <a:pt x="2340" y="611"/>
                  </a:cubicBezTo>
                  <a:cubicBezTo>
                    <a:pt x="2257" y="611"/>
                    <a:pt x="2161" y="570"/>
                    <a:pt x="2136" y="560"/>
                  </a:cubicBezTo>
                  <a:cubicBezTo>
                    <a:pt x="2070" y="529"/>
                    <a:pt x="1916" y="448"/>
                    <a:pt x="1891" y="312"/>
                  </a:cubicBezTo>
                  <a:cubicBezTo>
                    <a:pt x="1853" y="319"/>
                    <a:pt x="1818" y="333"/>
                    <a:pt x="1779" y="347"/>
                  </a:cubicBezTo>
                  <a:cubicBezTo>
                    <a:pt x="1715" y="374"/>
                    <a:pt x="1647" y="401"/>
                    <a:pt x="1585" y="401"/>
                  </a:cubicBezTo>
                  <a:cubicBezTo>
                    <a:pt x="1560" y="401"/>
                    <a:pt x="1536" y="396"/>
                    <a:pt x="1513" y="385"/>
                  </a:cubicBezTo>
                  <a:cubicBezTo>
                    <a:pt x="1478" y="364"/>
                    <a:pt x="1450" y="326"/>
                    <a:pt x="1443" y="284"/>
                  </a:cubicBezTo>
                  <a:cubicBezTo>
                    <a:pt x="1408" y="147"/>
                    <a:pt x="1121" y="32"/>
                    <a:pt x="981" y="0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65" name="Google Shape;6823;p80">
              <a:extLst>
                <a:ext uri="{FF2B5EF4-FFF2-40B4-BE49-F238E27FC236}">
                  <a16:creationId xmlns:a16="http://schemas.microsoft.com/office/drawing/2014/main" id="{1844100C-DE2A-6713-40D0-71A0E1E07840}"/>
                </a:ext>
              </a:extLst>
            </p:cNvPr>
            <p:cNvSpPr/>
            <p:nvPr/>
          </p:nvSpPr>
          <p:spPr>
            <a:xfrm>
              <a:off x="2129768" y="1256084"/>
              <a:ext cx="99252" cy="55546"/>
            </a:xfrm>
            <a:custGeom>
              <a:avLst/>
              <a:gdLst/>
              <a:ahLst/>
              <a:cxnLst/>
              <a:rect l="l" t="t" r="r" b="b"/>
              <a:pathLst>
                <a:path w="7310" h="4091" extrusionOk="0">
                  <a:moveTo>
                    <a:pt x="2829" y="1"/>
                  </a:moveTo>
                  <a:cubicBezTo>
                    <a:pt x="2829" y="18"/>
                    <a:pt x="2825" y="36"/>
                    <a:pt x="2822" y="50"/>
                  </a:cubicBezTo>
                  <a:cubicBezTo>
                    <a:pt x="2818" y="127"/>
                    <a:pt x="2811" y="239"/>
                    <a:pt x="2710" y="260"/>
                  </a:cubicBezTo>
                  <a:cubicBezTo>
                    <a:pt x="2654" y="270"/>
                    <a:pt x="2608" y="309"/>
                    <a:pt x="2601" y="330"/>
                  </a:cubicBezTo>
                  <a:cubicBezTo>
                    <a:pt x="2601" y="340"/>
                    <a:pt x="2615" y="365"/>
                    <a:pt x="2661" y="396"/>
                  </a:cubicBezTo>
                  <a:cubicBezTo>
                    <a:pt x="2857" y="526"/>
                    <a:pt x="3060" y="1160"/>
                    <a:pt x="3025" y="1289"/>
                  </a:cubicBezTo>
                  <a:cubicBezTo>
                    <a:pt x="3018" y="1328"/>
                    <a:pt x="2984" y="1352"/>
                    <a:pt x="2945" y="1352"/>
                  </a:cubicBezTo>
                  <a:cubicBezTo>
                    <a:pt x="2943" y="1352"/>
                    <a:pt x="2940" y="1352"/>
                    <a:pt x="2937" y="1352"/>
                  </a:cubicBezTo>
                  <a:cubicBezTo>
                    <a:pt x="2797" y="1342"/>
                    <a:pt x="2314" y="841"/>
                    <a:pt x="2290" y="589"/>
                  </a:cubicBezTo>
                  <a:cubicBezTo>
                    <a:pt x="2276" y="438"/>
                    <a:pt x="2157" y="312"/>
                    <a:pt x="2080" y="302"/>
                  </a:cubicBezTo>
                  <a:cubicBezTo>
                    <a:pt x="2066" y="302"/>
                    <a:pt x="2052" y="302"/>
                    <a:pt x="2041" y="330"/>
                  </a:cubicBezTo>
                  <a:cubicBezTo>
                    <a:pt x="2010" y="403"/>
                    <a:pt x="1964" y="466"/>
                    <a:pt x="1908" y="522"/>
                  </a:cubicBezTo>
                  <a:cubicBezTo>
                    <a:pt x="1838" y="606"/>
                    <a:pt x="1803" y="648"/>
                    <a:pt x="1828" y="722"/>
                  </a:cubicBezTo>
                  <a:cubicBezTo>
                    <a:pt x="1859" y="799"/>
                    <a:pt x="1842" y="886"/>
                    <a:pt x="1782" y="946"/>
                  </a:cubicBezTo>
                  <a:cubicBezTo>
                    <a:pt x="1755" y="974"/>
                    <a:pt x="1721" y="987"/>
                    <a:pt x="1687" y="987"/>
                  </a:cubicBezTo>
                  <a:cubicBezTo>
                    <a:pt x="1615" y="987"/>
                    <a:pt x="1545" y="926"/>
                    <a:pt x="1555" y="837"/>
                  </a:cubicBezTo>
                  <a:cubicBezTo>
                    <a:pt x="1555" y="743"/>
                    <a:pt x="1292" y="585"/>
                    <a:pt x="1198" y="575"/>
                  </a:cubicBezTo>
                  <a:cubicBezTo>
                    <a:pt x="1135" y="568"/>
                    <a:pt x="1124" y="526"/>
                    <a:pt x="1121" y="508"/>
                  </a:cubicBezTo>
                  <a:cubicBezTo>
                    <a:pt x="1117" y="445"/>
                    <a:pt x="1163" y="431"/>
                    <a:pt x="1331" y="382"/>
                  </a:cubicBezTo>
                  <a:cubicBezTo>
                    <a:pt x="1432" y="358"/>
                    <a:pt x="1534" y="326"/>
                    <a:pt x="1632" y="284"/>
                  </a:cubicBezTo>
                  <a:cubicBezTo>
                    <a:pt x="1601" y="271"/>
                    <a:pt x="1553" y="261"/>
                    <a:pt x="1504" y="261"/>
                  </a:cubicBezTo>
                  <a:cubicBezTo>
                    <a:pt x="1462" y="261"/>
                    <a:pt x="1419" y="268"/>
                    <a:pt x="1387" y="288"/>
                  </a:cubicBezTo>
                  <a:cubicBezTo>
                    <a:pt x="1332" y="322"/>
                    <a:pt x="1273" y="332"/>
                    <a:pt x="1217" y="332"/>
                  </a:cubicBezTo>
                  <a:cubicBezTo>
                    <a:pt x="1177" y="332"/>
                    <a:pt x="1138" y="327"/>
                    <a:pt x="1103" y="323"/>
                  </a:cubicBezTo>
                  <a:cubicBezTo>
                    <a:pt x="1068" y="317"/>
                    <a:pt x="1040" y="314"/>
                    <a:pt x="1017" y="314"/>
                  </a:cubicBezTo>
                  <a:cubicBezTo>
                    <a:pt x="982" y="314"/>
                    <a:pt x="960" y="322"/>
                    <a:pt x="945" y="344"/>
                  </a:cubicBezTo>
                  <a:cubicBezTo>
                    <a:pt x="898" y="408"/>
                    <a:pt x="845" y="429"/>
                    <a:pt x="791" y="429"/>
                  </a:cubicBezTo>
                  <a:cubicBezTo>
                    <a:pt x="733" y="429"/>
                    <a:pt x="674" y="404"/>
                    <a:pt x="623" y="382"/>
                  </a:cubicBezTo>
                  <a:cubicBezTo>
                    <a:pt x="581" y="361"/>
                    <a:pt x="536" y="344"/>
                    <a:pt x="490" y="333"/>
                  </a:cubicBezTo>
                  <a:cubicBezTo>
                    <a:pt x="484" y="332"/>
                    <a:pt x="478" y="331"/>
                    <a:pt x="471" y="331"/>
                  </a:cubicBezTo>
                  <a:cubicBezTo>
                    <a:pt x="417" y="331"/>
                    <a:pt x="357" y="381"/>
                    <a:pt x="298" y="428"/>
                  </a:cubicBezTo>
                  <a:cubicBezTo>
                    <a:pt x="236" y="478"/>
                    <a:pt x="170" y="533"/>
                    <a:pt x="97" y="533"/>
                  </a:cubicBezTo>
                  <a:cubicBezTo>
                    <a:pt x="79" y="533"/>
                    <a:pt x="61" y="530"/>
                    <a:pt x="42" y="522"/>
                  </a:cubicBezTo>
                  <a:cubicBezTo>
                    <a:pt x="39" y="522"/>
                    <a:pt x="28" y="536"/>
                    <a:pt x="21" y="568"/>
                  </a:cubicBezTo>
                  <a:cubicBezTo>
                    <a:pt x="0" y="648"/>
                    <a:pt x="14" y="802"/>
                    <a:pt x="123" y="974"/>
                  </a:cubicBezTo>
                  <a:cubicBezTo>
                    <a:pt x="144" y="1009"/>
                    <a:pt x="175" y="1051"/>
                    <a:pt x="210" y="1058"/>
                  </a:cubicBezTo>
                  <a:cubicBezTo>
                    <a:pt x="214" y="1059"/>
                    <a:pt x="217" y="1059"/>
                    <a:pt x="221" y="1059"/>
                  </a:cubicBezTo>
                  <a:cubicBezTo>
                    <a:pt x="257" y="1059"/>
                    <a:pt x="302" y="1027"/>
                    <a:pt x="350" y="995"/>
                  </a:cubicBezTo>
                  <a:cubicBezTo>
                    <a:pt x="419" y="947"/>
                    <a:pt x="501" y="892"/>
                    <a:pt x="599" y="892"/>
                  </a:cubicBezTo>
                  <a:cubicBezTo>
                    <a:pt x="616" y="892"/>
                    <a:pt x="633" y="893"/>
                    <a:pt x="651" y="897"/>
                  </a:cubicBezTo>
                  <a:cubicBezTo>
                    <a:pt x="700" y="900"/>
                    <a:pt x="742" y="935"/>
                    <a:pt x="760" y="981"/>
                  </a:cubicBezTo>
                  <a:cubicBezTo>
                    <a:pt x="784" y="1065"/>
                    <a:pt x="707" y="1142"/>
                    <a:pt x="599" y="1247"/>
                  </a:cubicBezTo>
                  <a:cubicBezTo>
                    <a:pt x="515" y="1328"/>
                    <a:pt x="410" y="1429"/>
                    <a:pt x="385" y="1513"/>
                  </a:cubicBezTo>
                  <a:cubicBezTo>
                    <a:pt x="347" y="1636"/>
                    <a:pt x="550" y="1783"/>
                    <a:pt x="714" y="1902"/>
                  </a:cubicBezTo>
                  <a:cubicBezTo>
                    <a:pt x="784" y="1947"/>
                    <a:pt x="847" y="2000"/>
                    <a:pt x="910" y="2056"/>
                  </a:cubicBezTo>
                  <a:cubicBezTo>
                    <a:pt x="992" y="2130"/>
                    <a:pt x="1143" y="2162"/>
                    <a:pt x="1288" y="2162"/>
                  </a:cubicBezTo>
                  <a:cubicBezTo>
                    <a:pt x="1416" y="2162"/>
                    <a:pt x="1540" y="2137"/>
                    <a:pt x="1607" y="2094"/>
                  </a:cubicBezTo>
                  <a:cubicBezTo>
                    <a:pt x="1656" y="2066"/>
                    <a:pt x="1681" y="1989"/>
                    <a:pt x="1705" y="1916"/>
                  </a:cubicBezTo>
                  <a:cubicBezTo>
                    <a:pt x="1743" y="1806"/>
                    <a:pt x="1790" y="1660"/>
                    <a:pt x="1950" y="1660"/>
                  </a:cubicBezTo>
                  <a:cubicBezTo>
                    <a:pt x="1953" y="1660"/>
                    <a:pt x="1957" y="1660"/>
                    <a:pt x="1961" y="1660"/>
                  </a:cubicBezTo>
                  <a:cubicBezTo>
                    <a:pt x="1968" y="1661"/>
                    <a:pt x="1974" y="1661"/>
                    <a:pt x="1980" y="1661"/>
                  </a:cubicBezTo>
                  <a:cubicBezTo>
                    <a:pt x="2025" y="1661"/>
                    <a:pt x="2030" y="1647"/>
                    <a:pt x="2048" y="1597"/>
                  </a:cubicBezTo>
                  <a:cubicBezTo>
                    <a:pt x="2069" y="1517"/>
                    <a:pt x="2125" y="1450"/>
                    <a:pt x="2202" y="1422"/>
                  </a:cubicBezTo>
                  <a:cubicBezTo>
                    <a:pt x="2229" y="1412"/>
                    <a:pt x="2254" y="1407"/>
                    <a:pt x="2278" y="1407"/>
                  </a:cubicBezTo>
                  <a:cubicBezTo>
                    <a:pt x="2331" y="1407"/>
                    <a:pt x="2375" y="1430"/>
                    <a:pt x="2402" y="1471"/>
                  </a:cubicBezTo>
                  <a:cubicBezTo>
                    <a:pt x="2465" y="1562"/>
                    <a:pt x="2433" y="1727"/>
                    <a:pt x="2325" y="1853"/>
                  </a:cubicBezTo>
                  <a:lnTo>
                    <a:pt x="2318" y="1863"/>
                  </a:lnTo>
                  <a:cubicBezTo>
                    <a:pt x="2325" y="1864"/>
                    <a:pt x="2334" y="1865"/>
                    <a:pt x="2344" y="1865"/>
                  </a:cubicBezTo>
                  <a:cubicBezTo>
                    <a:pt x="2424" y="1865"/>
                    <a:pt x="2584" y="1825"/>
                    <a:pt x="2703" y="1716"/>
                  </a:cubicBezTo>
                  <a:cubicBezTo>
                    <a:pt x="2776" y="1645"/>
                    <a:pt x="2843" y="1608"/>
                    <a:pt x="2901" y="1608"/>
                  </a:cubicBezTo>
                  <a:cubicBezTo>
                    <a:pt x="2925" y="1608"/>
                    <a:pt x="2948" y="1615"/>
                    <a:pt x="2969" y="1629"/>
                  </a:cubicBezTo>
                  <a:cubicBezTo>
                    <a:pt x="3060" y="1681"/>
                    <a:pt x="3060" y="1835"/>
                    <a:pt x="3028" y="1961"/>
                  </a:cubicBezTo>
                  <a:cubicBezTo>
                    <a:pt x="2993" y="2101"/>
                    <a:pt x="2843" y="2126"/>
                    <a:pt x="2692" y="2154"/>
                  </a:cubicBezTo>
                  <a:cubicBezTo>
                    <a:pt x="2563" y="2175"/>
                    <a:pt x="2426" y="2199"/>
                    <a:pt x="2363" y="2287"/>
                  </a:cubicBezTo>
                  <a:cubicBezTo>
                    <a:pt x="2269" y="2420"/>
                    <a:pt x="2090" y="2434"/>
                    <a:pt x="1919" y="2451"/>
                  </a:cubicBezTo>
                  <a:cubicBezTo>
                    <a:pt x="1758" y="2465"/>
                    <a:pt x="1593" y="2479"/>
                    <a:pt x="1499" y="2584"/>
                  </a:cubicBezTo>
                  <a:cubicBezTo>
                    <a:pt x="1453" y="2633"/>
                    <a:pt x="1453" y="2658"/>
                    <a:pt x="1453" y="2658"/>
                  </a:cubicBezTo>
                  <a:cubicBezTo>
                    <a:pt x="1468" y="2681"/>
                    <a:pt x="1543" y="2698"/>
                    <a:pt x="1656" y="2698"/>
                  </a:cubicBezTo>
                  <a:cubicBezTo>
                    <a:pt x="1734" y="2698"/>
                    <a:pt x="1830" y="2690"/>
                    <a:pt x="1936" y="2668"/>
                  </a:cubicBezTo>
                  <a:cubicBezTo>
                    <a:pt x="2144" y="2627"/>
                    <a:pt x="2469" y="2597"/>
                    <a:pt x="2729" y="2597"/>
                  </a:cubicBezTo>
                  <a:cubicBezTo>
                    <a:pt x="2862" y="2597"/>
                    <a:pt x="2978" y="2605"/>
                    <a:pt x="3053" y="2623"/>
                  </a:cubicBezTo>
                  <a:cubicBezTo>
                    <a:pt x="3084" y="2630"/>
                    <a:pt x="3183" y="2651"/>
                    <a:pt x="3172" y="2728"/>
                  </a:cubicBezTo>
                  <a:cubicBezTo>
                    <a:pt x="3158" y="2857"/>
                    <a:pt x="2727" y="2871"/>
                    <a:pt x="2542" y="2871"/>
                  </a:cubicBezTo>
                  <a:cubicBezTo>
                    <a:pt x="2255" y="2871"/>
                    <a:pt x="2171" y="2945"/>
                    <a:pt x="2150" y="2966"/>
                  </a:cubicBezTo>
                  <a:cubicBezTo>
                    <a:pt x="2139" y="2976"/>
                    <a:pt x="2132" y="2990"/>
                    <a:pt x="2132" y="3004"/>
                  </a:cubicBezTo>
                  <a:cubicBezTo>
                    <a:pt x="2136" y="3032"/>
                    <a:pt x="2129" y="3057"/>
                    <a:pt x="2111" y="3074"/>
                  </a:cubicBezTo>
                  <a:cubicBezTo>
                    <a:pt x="2088" y="3099"/>
                    <a:pt x="2057" y="3107"/>
                    <a:pt x="2015" y="3107"/>
                  </a:cubicBezTo>
                  <a:cubicBezTo>
                    <a:pt x="1980" y="3107"/>
                    <a:pt x="1938" y="3102"/>
                    <a:pt x="1887" y="3095"/>
                  </a:cubicBezTo>
                  <a:cubicBezTo>
                    <a:pt x="1840" y="3090"/>
                    <a:pt x="1780" y="3084"/>
                    <a:pt x="1726" y="3084"/>
                  </a:cubicBezTo>
                  <a:cubicBezTo>
                    <a:pt x="1676" y="3084"/>
                    <a:pt x="1633" y="3089"/>
                    <a:pt x="1611" y="3106"/>
                  </a:cubicBezTo>
                  <a:cubicBezTo>
                    <a:pt x="1604" y="3113"/>
                    <a:pt x="1600" y="3120"/>
                    <a:pt x="1600" y="3130"/>
                  </a:cubicBezTo>
                  <a:cubicBezTo>
                    <a:pt x="1590" y="3215"/>
                    <a:pt x="1751" y="3288"/>
                    <a:pt x="1880" y="3348"/>
                  </a:cubicBezTo>
                  <a:cubicBezTo>
                    <a:pt x="2003" y="3407"/>
                    <a:pt x="2104" y="3456"/>
                    <a:pt x="2139" y="3530"/>
                  </a:cubicBezTo>
                  <a:cubicBezTo>
                    <a:pt x="2149" y="3551"/>
                    <a:pt x="2198" y="3557"/>
                    <a:pt x="2253" y="3557"/>
                  </a:cubicBezTo>
                  <a:cubicBezTo>
                    <a:pt x="2297" y="3557"/>
                    <a:pt x="2344" y="3554"/>
                    <a:pt x="2381" y="3551"/>
                  </a:cubicBezTo>
                  <a:cubicBezTo>
                    <a:pt x="2430" y="3545"/>
                    <a:pt x="2477" y="3541"/>
                    <a:pt x="2520" y="3541"/>
                  </a:cubicBezTo>
                  <a:cubicBezTo>
                    <a:pt x="2564" y="3541"/>
                    <a:pt x="2603" y="3545"/>
                    <a:pt x="2636" y="3558"/>
                  </a:cubicBezTo>
                  <a:cubicBezTo>
                    <a:pt x="2675" y="3565"/>
                    <a:pt x="2706" y="3600"/>
                    <a:pt x="2710" y="3642"/>
                  </a:cubicBezTo>
                  <a:cubicBezTo>
                    <a:pt x="2713" y="3715"/>
                    <a:pt x="2629" y="3754"/>
                    <a:pt x="2514" y="3806"/>
                  </a:cubicBezTo>
                  <a:lnTo>
                    <a:pt x="2454" y="3834"/>
                  </a:lnTo>
                  <a:cubicBezTo>
                    <a:pt x="2482" y="3845"/>
                    <a:pt x="2514" y="3859"/>
                    <a:pt x="2542" y="3869"/>
                  </a:cubicBezTo>
                  <a:cubicBezTo>
                    <a:pt x="2671" y="3922"/>
                    <a:pt x="2804" y="3978"/>
                    <a:pt x="2853" y="4058"/>
                  </a:cubicBezTo>
                  <a:cubicBezTo>
                    <a:pt x="2867" y="4079"/>
                    <a:pt x="2900" y="4090"/>
                    <a:pt x="2939" y="4090"/>
                  </a:cubicBezTo>
                  <a:cubicBezTo>
                    <a:pt x="2960" y="4090"/>
                    <a:pt x="2984" y="4087"/>
                    <a:pt x="3007" y="4079"/>
                  </a:cubicBezTo>
                  <a:cubicBezTo>
                    <a:pt x="3028" y="4072"/>
                    <a:pt x="3102" y="4044"/>
                    <a:pt x="3095" y="3988"/>
                  </a:cubicBezTo>
                  <a:cubicBezTo>
                    <a:pt x="3077" y="3736"/>
                    <a:pt x="3386" y="3078"/>
                    <a:pt x="3771" y="2938"/>
                  </a:cubicBezTo>
                  <a:cubicBezTo>
                    <a:pt x="3963" y="2864"/>
                    <a:pt x="3956" y="2826"/>
                    <a:pt x="3939" y="2724"/>
                  </a:cubicBezTo>
                  <a:cubicBezTo>
                    <a:pt x="3921" y="2658"/>
                    <a:pt x="3921" y="2588"/>
                    <a:pt x="3935" y="2521"/>
                  </a:cubicBezTo>
                  <a:cubicBezTo>
                    <a:pt x="3970" y="2367"/>
                    <a:pt x="4107" y="2360"/>
                    <a:pt x="4180" y="2357"/>
                  </a:cubicBezTo>
                  <a:lnTo>
                    <a:pt x="4191" y="2357"/>
                  </a:lnTo>
                  <a:cubicBezTo>
                    <a:pt x="4086" y="2136"/>
                    <a:pt x="4187" y="2028"/>
                    <a:pt x="4401" y="1825"/>
                  </a:cubicBezTo>
                  <a:cubicBezTo>
                    <a:pt x="4551" y="1685"/>
                    <a:pt x="4674" y="1681"/>
                    <a:pt x="4796" y="1678"/>
                  </a:cubicBezTo>
                  <a:cubicBezTo>
                    <a:pt x="4891" y="1678"/>
                    <a:pt x="4982" y="1657"/>
                    <a:pt x="5069" y="1618"/>
                  </a:cubicBezTo>
                  <a:cubicBezTo>
                    <a:pt x="5140" y="1584"/>
                    <a:pt x="5202" y="1570"/>
                    <a:pt x="5255" y="1570"/>
                  </a:cubicBezTo>
                  <a:cubicBezTo>
                    <a:pt x="5321" y="1570"/>
                    <a:pt x="5371" y="1591"/>
                    <a:pt x="5402" y="1618"/>
                  </a:cubicBezTo>
                  <a:cubicBezTo>
                    <a:pt x="5437" y="1646"/>
                    <a:pt x="5455" y="1695"/>
                    <a:pt x="5437" y="1741"/>
                  </a:cubicBezTo>
                  <a:cubicBezTo>
                    <a:pt x="5427" y="1783"/>
                    <a:pt x="5378" y="1849"/>
                    <a:pt x="5209" y="1863"/>
                  </a:cubicBezTo>
                  <a:cubicBezTo>
                    <a:pt x="5129" y="1870"/>
                    <a:pt x="5125" y="1905"/>
                    <a:pt x="5122" y="1916"/>
                  </a:cubicBezTo>
                  <a:cubicBezTo>
                    <a:pt x="5111" y="1982"/>
                    <a:pt x="5199" y="2105"/>
                    <a:pt x="5315" y="2150"/>
                  </a:cubicBezTo>
                  <a:cubicBezTo>
                    <a:pt x="5451" y="2203"/>
                    <a:pt x="5472" y="2269"/>
                    <a:pt x="5469" y="2332"/>
                  </a:cubicBezTo>
                  <a:cubicBezTo>
                    <a:pt x="5479" y="2336"/>
                    <a:pt x="5486" y="2339"/>
                    <a:pt x="5497" y="2339"/>
                  </a:cubicBezTo>
                  <a:cubicBezTo>
                    <a:pt x="5563" y="2353"/>
                    <a:pt x="5619" y="2402"/>
                    <a:pt x="5640" y="2469"/>
                  </a:cubicBezTo>
                  <a:cubicBezTo>
                    <a:pt x="5682" y="2598"/>
                    <a:pt x="5598" y="2794"/>
                    <a:pt x="5434" y="2973"/>
                  </a:cubicBezTo>
                  <a:cubicBezTo>
                    <a:pt x="5406" y="2994"/>
                    <a:pt x="5388" y="3025"/>
                    <a:pt x="5378" y="3060"/>
                  </a:cubicBezTo>
                  <a:cubicBezTo>
                    <a:pt x="5386" y="3067"/>
                    <a:pt x="5413" y="3073"/>
                    <a:pt x="5457" y="3073"/>
                  </a:cubicBezTo>
                  <a:cubicBezTo>
                    <a:pt x="5538" y="3073"/>
                    <a:pt x="5678" y="3053"/>
                    <a:pt x="5885" y="2976"/>
                  </a:cubicBezTo>
                  <a:cubicBezTo>
                    <a:pt x="5981" y="2940"/>
                    <a:pt x="6052" y="2923"/>
                    <a:pt x="6106" y="2923"/>
                  </a:cubicBezTo>
                  <a:cubicBezTo>
                    <a:pt x="6146" y="2923"/>
                    <a:pt x="6176" y="2932"/>
                    <a:pt x="6200" y="2952"/>
                  </a:cubicBezTo>
                  <a:cubicBezTo>
                    <a:pt x="6256" y="2994"/>
                    <a:pt x="6249" y="3071"/>
                    <a:pt x="6242" y="3137"/>
                  </a:cubicBezTo>
                  <a:cubicBezTo>
                    <a:pt x="6235" y="3200"/>
                    <a:pt x="6232" y="3246"/>
                    <a:pt x="6260" y="3271"/>
                  </a:cubicBezTo>
                  <a:cubicBezTo>
                    <a:pt x="6273" y="3283"/>
                    <a:pt x="6290" y="3291"/>
                    <a:pt x="6307" y="3291"/>
                  </a:cubicBezTo>
                  <a:cubicBezTo>
                    <a:pt x="6314" y="3291"/>
                    <a:pt x="6320" y="3290"/>
                    <a:pt x="6326" y="3288"/>
                  </a:cubicBezTo>
                  <a:cubicBezTo>
                    <a:pt x="6463" y="3285"/>
                    <a:pt x="6697" y="3130"/>
                    <a:pt x="6851" y="2945"/>
                  </a:cubicBezTo>
                  <a:cubicBezTo>
                    <a:pt x="6946" y="2840"/>
                    <a:pt x="7072" y="2763"/>
                    <a:pt x="7208" y="2724"/>
                  </a:cubicBezTo>
                  <a:cubicBezTo>
                    <a:pt x="7247" y="2714"/>
                    <a:pt x="7278" y="2696"/>
                    <a:pt x="7310" y="2679"/>
                  </a:cubicBezTo>
                  <a:cubicBezTo>
                    <a:pt x="7307" y="2658"/>
                    <a:pt x="7292" y="2640"/>
                    <a:pt x="7275" y="2630"/>
                  </a:cubicBezTo>
                  <a:cubicBezTo>
                    <a:pt x="7249" y="2614"/>
                    <a:pt x="7209" y="2604"/>
                    <a:pt x="7163" y="2604"/>
                  </a:cubicBezTo>
                  <a:cubicBezTo>
                    <a:pt x="7117" y="2604"/>
                    <a:pt x="7065" y="2614"/>
                    <a:pt x="7012" y="2637"/>
                  </a:cubicBezTo>
                  <a:cubicBezTo>
                    <a:pt x="6954" y="2662"/>
                    <a:pt x="6865" y="2676"/>
                    <a:pt x="6774" y="2676"/>
                  </a:cubicBezTo>
                  <a:cubicBezTo>
                    <a:pt x="6640" y="2676"/>
                    <a:pt x="6503" y="2646"/>
                    <a:pt x="6459" y="2577"/>
                  </a:cubicBezTo>
                  <a:cubicBezTo>
                    <a:pt x="6449" y="2560"/>
                    <a:pt x="6417" y="2490"/>
                    <a:pt x="6494" y="2420"/>
                  </a:cubicBezTo>
                  <a:cubicBezTo>
                    <a:pt x="6554" y="2364"/>
                    <a:pt x="6564" y="2329"/>
                    <a:pt x="6564" y="2322"/>
                  </a:cubicBezTo>
                  <a:cubicBezTo>
                    <a:pt x="6542" y="2314"/>
                    <a:pt x="6519" y="2310"/>
                    <a:pt x="6497" y="2310"/>
                  </a:cubicBezTo>
                  <a:cubicBezTo>
                    <a:pt x="6481" y="2310"/>
                    <a:pt x="6465" y="2312"/>
                    <a:pt x="6449" y="2315"/>
                  </a:cubicBezTo>
                  <a:cubicBezTo>
                    <a:pt x="6432" y="2316"/>
                    <a:pt x="6411" y="2317"/>
                    <a:pt x="6388" y="2317"/>
                  </a:cubicBezTo>
                  <a:cubicBezTo>
                    <a:pt x="6222" y="2317"/>
                    <a:pt x="5934" y="2271"/>
                    <a:pt x="5906" y="2154"/>
                  </a:cubicBezTo>
                  <a:cubicBezTo>
                    <a:pt x="5899" y="2129"/>
                    <a:pt x="5896" y="2066"/>
                    <a:pt x="5994" y="2031"/>
                  </a:cubicBezTo>
                  <a:cubicBezTo>
                    <a:pt x="5997" y="2028"/>
                    <a:pt x="6004" y="2024"/>
                    <a:pt x="6008" y="2024"/>
                  </a:cubicBezTo>
                  <a:cubicBezTo>
                    <a:pt x="5997" y="2000"/>
                    <a:pt x="5983" y="1979"/>
                    <a:pt x="5962" y="1961"/>
                  </a:cubicBezTo>
                  <a:cubicBezTo>
                    <a:pt x="5898" y="1900"/>
                    <a:pt x="5791" y="1852"/>
                    <a:pt x="5727" y="1852"/>
                  </a:cubicBezTo>
                  <a:cubicBezTo>
                    <a:pt x="5725" y="1852"/>
                    <a:pt x="5723" y="1853"/>
                    <a:pt x="5721" y="1853"/>
                  </a:cubicBezTo>
                  <a:cubicBezTo>
                    <a:pt x="5713" y="1854"/>
                    <a:pt x="5705" y="1854"/>
                    <a:pt x="5698" y="1854"/>
                  </a:cubicBezTo>
                  <a:cubicBezTo>
                    <a:pt x="5653" y="1854"/>
                    <a:pt x="5610" y="1837"/>
                    <a:pt x="5577" y="1804"/>
                  </a:cubicBezTo>
                  <a:cubicBezTo>
                    <a:pt x="5511" y="1737"/>
                    <a:pt x="5525" y="1622"/>
                    <a:pt x="5535" y="1520"/>
                  </a:cubicBezTo>
                  <a:cubicBezTo>
                    <a:pt x="5535" y="1503"/>
                    <a:pt x="5539" y="1485"/>
                    <a:pt x="5542" y="1468"/>
                  </a:cubicBezTo>
                  <a:cubicBezTo>
                    <a:pt x="5521" y="1436"/>
                    <a:pt x="5378" y="1387"/>
                    <a:pt x="5318" y="1366"/>
                  </a:cubicBezTo>
                  <a:cubicBezTo>
                    <a:pt x="5202" y="1328"/>
                    <a:pt x="5146" y="1310"/>
                    <a:pt x="5143" y="1247"/>
                  </a:cubicBezTo>
                  <a:cubicBezTo>
                    <a:pt x="5143" y="1237"/>
                    <a:pt x="5143" y="1226"/>
                    <a:pt x="5146" y="1216"/>
                  </a:cubicBezTo>
                  <a:cubicBezTo>
                    <a:pt x="5111" y="1202"/>
                    <a:pt x="5073" y="1195"/>
                    <a:pt x="5034" y="1195"/>
                  </a:cubicBezTo>
                  <a:cubicBezTo>
                    <a:pt x="5020" y="1195"/>
                    <a:pt x="5006" y="1198"/>
                    <a:pt x="4992" y="1209"/>
                  </a:cubicBezTo>
                  <a:cubicBezTo>
                    <a:pt x="4958" y="1262"/>
                    <a:pt x="4899" y="1291"/>
                    <a:pt x="4837" y="1291"/>
                  </a:cubicBezTo>
                  <a:cubicBezTo>
                    <a:pt x="4818" y="1291"/>
                    <a:pt x="4798" y="1288"/>
                    <a:pt x="4779" y="1282"/>
                  </a:cubicBezTo>
                  <a:cubicBezTo>
                    <a:pt x="4702" y="1254"/>
                    <a:pt x="4653" y="1177"/>
                    <a:pt x="4656" y="1096"/>
                  </a:cubicBezTo>
                  <a:cubicBezTo>
                    <a:pt x="4656" y="1093"/>
                    <a:pt x="4656" y="1093"/>
                    <a:pt x="4653" y="1086"/>
                  </a:cubicBezTo>
                  <a:cubicBezTo>
                    <a:pt x="4622" y="1059"/>
                    <a:pt x="4536" y="1051"/>
                    <a:pt x="4447" y="1051"/>
                  </a:cubicBezTo>
                  <a:cubicBezTo>
                    <a:pt x="4364" y="1051"/>
                    <a:pt x="4279" y="1058"/>
                    <a:pt x="4236" y="1061"/>
                  </a:cubicBezTo>
                  <a:lnTo>
                    <a:pt x="4219" y="1061"/>
                  </a:lnTo>
                  <a:cubicBezTo>
                    <a:pt x="4214" y="1062"/>
                    <a:pt x="4209" y="1062"/>
                    <a:pt x="4205" y="1062"/>
                  </a:cubicBezTo>
                  <a:cubicBezTo>
                    <a:pt x="4084" y="1062"/>
                    <a:pt x="4057" y="928"/>
                    <a:pt x="4037" y="830"/>
                  </a:cubicBezTo>
                  <a:cubicBezTo>
                    <a:pt x="4023" y="753"/>
                    <a:pt x="4005" y="662"/>
                    <a:pt x="3956" y="624"/>
                  </a:cubicBezTo>
                  <a:cubicBezTo>
                    <a:pt x="3948" y="619"/>
                    <a:pt x="3940" y="616"/>
                    <a:pt x="3930" y="616"/>
                  </a:cubicBezTo>
                  <a:cubicBezTo>
                    <a:pt x="3888" y="616"/>
                    <a:pt x="3828" y="662"/>
                    <a:pt x="3760" y="722"/>
                  </a:cubicBezTo>
                  <a:cubicBezTo>
                    <a:pt x="3692" y="780"/>
                    <a:pt x="3627" y="834"/>
                    <a:pt x="3560" y="834"/>
                  </a:cubicBezTo>
                  <a:cubicBezTo>
                    <a:pt x="3551" y="834"/>
                    <a:pt x="3542" y="833"/>
                    <a:pt x="3533" y="830"/>
                  </a:cubicBezTo>
                  <a:cubicBezTo>
                    <a:pt x="3498" y="823"/>
                    <a:pt x="3470" y="802"/>
                    <a:pt x="3456" y="771"/>
                  </a:cubicBezTo>
                  <a:cubicBezTo>
                    <a:pt x="3428" y="701"/>
                    <a:pt x="3480" y="613"/>
                    <a:pt x="3550" y="501"/>
                  </a:cubicBezTo>
                  <a:cubicBezTo>
                    <a:pt x="3582" y="452"/>
                    <a:pt x="3606" y="403"/>
                    <a:pt x="3631" y="354"/>
                  </a:cubicBezTo>
                  <a:cubicBezTo>
                    <a:pt x="3627" y="333"/>
                    <a:pt x="3543" y="267"/>
                    <a:pt x="3396" y="221"/>
                  </a:cubicBezTo>
                  <a:cubicBezTo>
                    <a:pt x="3333" y="204"/>
                    <a:pt x="3282" y="198"/>
                    <a:pt x="3246" y="198"/>
                  </a:cubicBezTo>
                  <a:cubicBezTo>
                    <a:pt x="3210" y="198"/>
                    <a:pt x="3188" y="204"/>
                    <a:pt x="3183" y="211"/>
                  </a:cubicBezTo>
                  <a:cubicBezTo>
                    <a:pt x="3172" y="249"/>
                    <a:pt x="3137" y="277"/>
                    <a:pt x="3095" y="284"/>
                  </a:cubicBezTo>
                  <a:cubicBezTo>
                    <a:pt x="3093" y="284"/>
                    <a:pt x="3091" y="284"/>
                    <a:pt x="3090" y="284"/>
                  </a:cubicBezTo>
                  <a:cubicBezTo>
                    <a:pt x="3023" y="284"/>
                    <a:pt x="2982" y="219"/>
                    <a:pt x="2927" y="134"/>
                  </a:cubicBezTo>
                  <a:cubicBezTo>
                    <a:pt x="2899" y="85"/>
                    <a:pt x="2864" y="43"/>
                    <a:pt x="2829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66" name="Google Shape;6824;p80">
              <a:extLst>
                <a:ext uri="{FF2B5EF4-FFF2-40B4-BE49-F238E27FC236}">
                  <a16:creationId xmlns:a16="http://schemas.microsoft.com/office/drawing/2014/main" id="{C340BE1A-BF62-02F9-3A07-C1704348D480}"/>
                </a:ext>
              </a:extLst>
            </p:cNvPr>
            <p:cNvSpPr/>
            <p:nvPr/>
          </p:nvSpPr>
          <p:spPr>
            <a:xfrm>
              <a:off x="2248883" y="1404961"/>
              <a:ext cx="4331" cy="1914"/>
            </a:xfrm>
            <a:custGeom>
              <a:avLst/>
              <a:gdLst/>
              <a:ahLst/>
              <a:cxnLst/>
              <a:rect l="l" t="t" r="r" b="b"/>
              <a:pathLst>
                <a:path w="319" h="141" extrusionOk="0">
                  <a:moveTo>
                    <a:pt x="0" y="140"/>
                  </a:moveTo>
                  <a:cubicBezTo>
                    <a:pt x="81" y="49"/>
                    <a:pt x="200" y="0"/>
                    <a:pt x="319" y="7"/>
                  </a:cubicBezTo>
                  <a:cubicBezTo>
                    <a:pt x="200" y="0"/>
                    <a:pt x="81" y="49"/>
                    <a:pt x="0" y="140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67" name="Google Shape;6825;p80">
              <a:extLst>
                <a:ext uri="{FF2B5EF4-FFF2-40B4-BE49-F238E27FC236}">
                  <a16:creationId xmlns:a16="http://schemas.microsoft.com/office/drawing/2014/main" id="{5C1E2AE2-AC54-26BB-0379-3396E3741A21}"/>
                </a:ext>
              </a:extLst>
            </p:cNvPr>
            <p:cNvSpPr/>
            <p:nvPr/>
          </p:nvSpPr>
          <p:spPr>
            <a:xfrm>
              <a:off x="2202543" y="1417887"/>
              <a:ext cx="149" cy="163"/>
            </a:xfrm>
            <a:custGeom>
              <a:avLst/>
              <a:gdLst/>
              <a:ahLst/>
              <a:cxnLst/>
              <a:rect l="l" t="t" r="r" b="b"/>
              <a:pathLst>
                <a:path w="11" h="12" extrusionOk="0">
                  <a:moveTo>
                    <a:pt x="11" y="1"/>
                  </a:moveTo>
                  <a:lnTo>
                    <a:pt x="0" y="11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68" name="Google Shape;6826;p80">
              <a:extLst>
                <a:ext uri="{FF2B5EF4-FFF2-40B4-BE49-F238E27FC236}">
                  <a16:creationId xmlns:a16="http://schemas.microsoft.com/office/drawing/2014/main" id="{3A891CC9-4215-57D9-5E50-6CB0A6766ACD}"/>
                </a:ext>
              </a:extLst>
            </p:cNvPr>
            <p:cNvSpPr/>
            <p:nvPr/>
          </p:nvSpPr>
          <p:spPr>
            <a:xfrm>
              <a:off x="2202258" y="1418267"/>
              <a:ext cx="109" cy="109"/>
            </a:xfrm>
            <a:custGeom>
              <a:avLst/>
              <a:gdLst/>
              <a:ahLst/>
              <a:cxnLst/>
              <a:rect l="l" t="t" r="r" b="b"/>
              <a:pathLst>
                <a:path w="8" h="8" extrusionOk="0">
                  <a:moveTo>
                    <a:pt x="7" y="1"/>
                  </a:moveTo>
                  <a:lnTo>
                    <a:pt x="0" y="8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69" name="Google Shape;6827;p80">
              <a:extLst>
                <a:ext uri="{FF2B5EF4-FFF2-40B4-BE49-F238E27FC236}">
                  <a16:creationId xmlns:a16="http://schemas.microsoft.com/office/drawing/2014/main" id="{B4F3E6BE-3982-B352-A238-07353B073B6E}"/>
                </a:ext>
              </a:extLst>
            </p:cNvPr>
            <p:cNvSpPr/>
            <p:nvPr/>
          </p:nvSpPr>
          <p:spPr>
            <a:xfrm>
              <a:off x="2264334" y="1413800"/>
              <a:ext cx="14" cy="258"/>
            </a:xfrm>
            <a:custGeom>
              <a:avLst/>
              <a:gdLst/>
              <a:ahLst/>
              <a:cxnLst/>
              <a:rect l="l" t="t" r="r" b="b"/>
              <a:pathLst>
                <a:path w="1" h="19" extrusionOk="0">
                  <a:moveTo>
                    <a:pt x="0" y="1"/>
                  </a:moveTo>
                  <a:lnTo>
                    <a:pt x="0" y="18"/>
                  </a:lnTo>
                  <a:cubicBezTo>
                    <a:pt x="0" y="15"/>
                    <a:pt x="0" y="8"/>
                    <a:pt x="0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70" name="Google Shape;6828;p80">
              <a:extLst>
                <a:ext uri="{FF2B5EF4-FFF2-40B4-BE49-F238E27FC236}">
                  <a16:creationId xmlns:a16="http://schemas.microsoft.com/office/drawing/2014/main" id="{A19F49D6-79AD-685C-FFE7-C85ED8AF18CA}"/>
                </a:ext>
              </a:extLst>
            </p:cNvPr>
            <p:cNvSpPr/>
            <p:nvPr/>
          </p:nvSpPr>
          <p:spPr>
            <a:xfrm>
              <a:off x="2201688" y="1419082"/>
              <a:ext cx="109" cy="149"/>
            </a:xfrm>
            <a:custGeom>
              <a:avLst/>
              <a:gdLst/>
              <a:ahLst/>
              <a:cxnLst/>
              <a:rect l="l" t="t" r="r" b="b"/>
              <a:pathLst>
                <a:path w="8" h="11" extrusionOk="0">
                  <a:moveTo>
                    <a:pt x="7" y="0"/>
                  </a:moveTo>
                  <a:lnTo>
                    <a:pt x="0" y="11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71" name="Google Shape;6829;p80">
              <a:extLst>
                <a:ext uri="{FF2B5EF4-FFF2-40B4-BE49-F238E27FC236}">
                  <a16:creationId xmlns:a16="http://schemas.microsoft.com/office/drawing/2014/main" id="{F23C1131-E931-802C-E600-848649797400}"/>
                </a:ext>
              </a:extLst>
            </p:cNvPr>
            <p:cNvSpPr/>
            <p:nvPr/>
          </p:nvSpPr>
          <p:spPr>
            <a:xfrm>
              <a:off x="2201973" y="1418647"/>
              <a:ext cx="109" cy="163"/>
            </a:xfrm>
            <a:custGeom>
              <a:avLst/>
              <a:gdLst/>
              <a:ahLst/>
              <a:cxnLst/>
              <a:rect l="l" t="t" r="r" b="b"/>
              <a:pathLst>
                <a:path w="8" h="12" extrusionOk="0">
                  <a:moveTo>
                    <a:pt x="7" y="1"/>
                  </a:moveTo>
                  <a:lnTo>
                    <a:pt x="0" y="11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72" name="Google Shape;6830;p80">
              <a:extLst>
                <a:ext uri="{FF2B5EF4-FFF2-40B4-BE49-F238E27FC236}">
                  <a16:creationId xmlns:a16="http://schemas.microsoft.com/office/drawing/2014/main" id="{EA42A330-FC4D-9041-3C3C-7D19CDF2FA46}"/>
                </a:ext>
              </a:extLst>
            </p:cNvPr>
            <p:cNvSpPr/>
            <p:nvPr/>
          </p:nvSpPr>
          <p:spPr>
            <a:xfrm>
              <a:off x="2206480" y="1416040"/>
              <a:ext cx="14" cy="14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1" y="0"/>
                  </a:move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73" name="Google Shape;6831;p80">
              <a:extLst>
                <a:ext uri="{FF2B5EF4-FFF2-40B4-BE49-F238E27FC236}">
                  <a16:creationId xmlns:a16="http://schemas.microsoft.com/office/drawing/2014/main" id="{5A5E68A5-0883-F7D5-EB06-D79FBAEE2EDC}"/>
                </a:ext>
              </a:extLst>
            </p:cNvPr>
            <p:cNvSpPr/>
            <p:nvPr/>
          </p:nvSpPr>
          <p:spPr>
            <a:xfrm>
              <a:off x="2202923" y="1417561"/>
              <a:ext cx="109" cy="109"/>
            </a:xfrm>
            <a:custGeom>
              <a:avLst/>
              <a:gdLst/>
              <a:ahLst/>
              <a:cxnLst/>
              <a:rect l="l" t="t" r="r" b="b"/>
              <a:pathLst>
                <a:path w="8" h="8" extrusionOk="0">
                  <a:moveTo>
                    <a:pt x="0" y="7"/>
                  </a:moveTo>
                  <a:lnTo>
                    <a:pt x="7" y="0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74" name="Google Shape;6832;p80">
              <a:extLst>
                <a:ext uri="{FF2B5EF4-FFF2-40B4-BE49-F238E27FC236}">
                  <a16:creationId xmlns:a16="http://schemas.microsoft.com/office/drawing/2014/main" id="{9D4AF6A2-384C-F8C4-D45D-120AB244922C}"/>
                </a:ext>
              </a:extLst>
            </p:cNvPr>
            <p:cNvSpPr/>
            <p:nvPr/>
          </p:nvSpPr>
          <p:spPr>
            <a:xfrm>
              <a:off x="2203249" y="1417222"/>
              <a:ext cx="109" cy="109"/>
            </a:xfrm>
            <a:custGeom>
              <a:avLst/>
              <a:gdLst/>
              <a:ahLst/>
              <a:cxnLst/>
              <a:rect l="l" t="t" r="r" b="b"/>
              <a:pathLst>
                <a:path w="8" h="8" extrusionOk="0">
                  <a:moveTo>
                    <a:pt x="8" y="1"/>
                  </a:moveTo>
                  <a:lnTo>
                    <a:pt x="1" y="8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75" name="Google Shape;6833;p80">
              <a:extLst>
                <a:ext uri="{FF2B5EF4-FFF2-40B4-BE49-F238E27FC236}">
                  <a16:creationId xmlns:a16="http://schemas.microsoft.com/office/drawing/2014/main" id="{330C52BA-ADA7-62F7-E07D-AE97616E06C8}"/>
                </a:ext>
              </a:extLst>
            </p:cNvPr>
            <p:cNvSpPr/>
            <p:nvPr/>
          </p:nvSpPr>
          <p:spPr>
            <a:xfrm>
              <a:off x="2205625" y="1416081"/>
              <a:ext cx="204" cy="14"/>
            </a:xfrm>
            <a:custGeom>
              <a:avLst/>
              <a:gdLst/>
              <a:ahLst/>
              <a:cxnLst/>
              <a:rect l="l" t="t" r="r" b="b"/>
              <a:pathLst>
                <a:path w="15" h="1" extrusionOk="0">
                  <a:moveTo>
                    <a:pt x="15" y="1"/>
                  </a:moveTo>
                  <a:lnTo>
                    <a:pt x="1" y="1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76" name="Google Shape;6834;p80">
              <a:extLst>
                <a:ext uri="{FF2B5EF4-FFF2-40B4-BE49-F238E27FC236}">
                  <a16:creationId xmlns:a16="http://schemas.microsoft.com/office/drawing/2014/main" id="{E82F3E39-86F3-356E-8B1B-222ED247240D}"/>
                </a:ext>
              </a:extLst>
            </p:cNvPr>
            <p:cNvSpPr/>
            <p:nvPr/>
          </p:nvSpPr>
          <p:spPr>
            <a:xfrm>
              <a:off x="2206060" y="1416040"/>
              <a:ext cx="204" cy="14"/>
            </a:xfrm>
            <a:custGeom>
              <a:avLst/>
              <a:gdLst/>
              <a:ahLst/>
              <a:cxnLst/>
              <a:rect l="l" t="t" r="r" b="b"/>
              <a:pathLst>
                <a:path w="15" h="1" extrusionOk="0">
                  <a:moveTo>
                    <a:pt x="14" y="0"/>
                  </a:moveTo>
                  <a:lnTo>
                    <a:pt x="0" y="0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77" name="Google Shape;6835;p80">
              <a:extLst>
                <a:ext uri="{FF2B5EF4-FFF2-40B4-BE49-F238E27FC236}">
                  <a16:creationId xmlns:a16="http://schemas.microsoft.com/office/drawing/2014/main" id="{DC56A428-8950-9FA7-600D-911976F85C7F}"/>
                </a:ext>
              </a:extLst>
            </p:cNvPr>
            <p:cNvSpPr/>
            <p:nvPr/>
          </p:nvSpPr>
          <p:spPr>
            <a:xfrm>
              <a:off x="2264334" y="1414520"/>
              <a:ext cx="14" cy="299"/>
            </a:xfrm>
            <a:custGeom>
              <a:avLst/>
              <a:gdLst/>
              <a:ahLst/>
              <a:cxnLst/>
              <a:rect l="l" t="t" r="r" b="b"/>
              <a:pathLst>
                <a:path w="1" h="22" extrusionOk="0">
                  <a:moveTo>
                    <a:pt x="0" y="21"/>
                  </a:moveTo>
                  <a:lnTo>
                    <a:pt x="0" y="0"/>
                  </a:lnTo>
                  <a:cubicBezTo>
                    <a:pt x="0" y="7"/>
                    <a:pt x="0" y="14"/>
                    <a:pt x="0" y="2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78" name="Google Shape;6836;p80">
              <a:extLst>
                <a:ext uri="{FF2B5EF4-FFF2-40B4-BE49-F238E27FC236}">
                  <a16:creationId xmlns:a16="http://schemas.microsoft.com/office/drawing/2014/main" id="{9B211DDE-EFE7-D4A9-4AFB-1A33194CDE70}"/>
                </a:ext>
              </a:extLst>
            </p:cNvPr>
            <p:cNvSpPr/>
            <p:nvPr/>
          </p:nvSpPr>
          <p:spPr>
            <a:xfrm>
              <a:off x="2204104" y="1416706"/>
              <a:ext cx="68" cy="14"/>
            </a:xfrm>
            <a:custGeom>
              <a:avLst/>
              <a:gdLst/>
              <a:ahLst/>
              <a:cxnLst/>
              <a:rect l="l" t="t" r="r" b="b"/>
              <a:pathLst>
                <a:path w="5" h="1" extrusionOk="0">
                  <a:moveTo>
                    <a:pt x="4" y="0"/>
                  </a:moveTo>
                  <a:lnTo>
                    <a:pt x="1" y="0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79" name="Google Shape;6837;p80">
              <a:extLst>
                <a:ext uri="{FF2B5EF4-FFF2-40B4-BE49-F238E27FC236}">
                  <a16:creationId xmlns:a16="http://schemas.microsoft.com/office/drawing/2014/main" id="{76B919C0-59C9-35BD-ADB2-DF166A57203C}"/>
                </a:ext>
              </a:extLst>
            </p:cNvPr>
            <p:cNvSpPr/>
            <p:nvPr/>
          </p:nvSpPr>
          <p:spPr>
            <a:xfrm>
              <a:off x="2264334" y="1413135"/>
              <a:ext cx="14" cy="258"/>
            </a:xfrm>
            <a:custGeom>
              <a:avLst/>
              <a:gdLst/>
              <a:ahLst/>
              <a:cxnLst/>
              <a:rect l="l" t="t" r="r" b="b"/>
              <a:pathLst>
                <a:path w="1" h="19" extrusionOk="0">
                  <a:moveTo>
                    <a:pt x="0" y="18"/>
                  </a:moveTo>
                  <a:lnTo>
                    <a:pt x="0" y="1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80" name="Google Shape;6838;p80">
              <a:extLst>
                <a:ext uri="{FF2B5EF4-FFF2-40B4-BE49-F238E27FC236}">
                  <a16:creationId xmlns:a16="http://schemas.microsoft.com/office/drawing/2014/main" id="{63F9CD8A-FE22-431A-2EB2-0BF1D9A21D07}"/>
                </a:ext>
              </a:extLst>
            </p:cNvPr>
            <p:cNvSpPr/>
            <p:nvPr/>
          </p:nvSpPr>
          <p:spPr>
            <a:xfrm>
              <a:off x="2204865" y="1416271"/>
              <a:ext cx="163" cy="109"/>
            </a:xfrm>
            <a:custGeom>
              <a:avLst/>
              <a:gdLst/>
              <a:ahLst/>
              <a:cxnLst/>
              <a:rect l="l" t="t" r="r" b="b"/>
              <a:pathLst>
                <a:path w="12" h="8" extrusionOk="0">
                  <a:moveTo>
                    <a:pt x="11" y="1"/>
                  </a:moveTo>
                  <a:lnTo>
                    <a:pt x="1" y="8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81" name="Google Shape;6839;p80">
              <a:extLst>
                <a:ext uri="{FF2B5EF4-FFF2-40B4-BE49-F238E27FC236}">
                  <a16:creationId xmlns:a16="http://schemas.microsoft.com/office/drawing/2014/main" id="{EC6C0648-8C19-404E-EA8D-C8B546A6F072}"/>
                </a:ext>
              </a:extLst>
            </p:cNvPr>
            <p:cNvSpPr/>
            <p:nvPr/>
          </p:nvSpPr>
          <p:spPr>
            <a:xfrm>
              <a:off x="2204485" y="1416461"/>
              <a:ext cx="109" cy="68"/>
            </a:xfrm>
            <a:custGeom>
              <a:avLst/>
              <a:gdLst/>
              <a:ahLst/>
              <a:cxnLst/>
              <a:rect l="l" t="t" r="r" b="b"/>
              <a:pathLst>
                <a:path w="8" h="5" extrusionOk="0">
                  <a:moveTo>
                    <a:pt x="8" y="1"/>
                  </a:moveTo>
                  <a:lnTo>
                    <a:pt x="1" y="4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82" name="Google Shape;6840;p80">
              <a:extLst>
                <a:ext uri="{FF2B5EF4-FFF2-40B4-BE49-F238E27FC236}">
                  <a16:creationId xmlns:a16="http://schemas.microsoft.com/office/drawing/2014/main" id="{0931D85D-2CC7-ECF9-4812-ABDA2902DBB5}"/>
                </a:ext>
              </a:extLst>
            </p:cNvPr>
            <p:cNvSpPr/>
            <p:nvPr/>
          </p:nvSpPr>
          <p:spPr>
            <a:xfrm>
              <a:off x="2205245" y="1416176"/>
              <a:ext cx="204" cy="68"/>
            </a:xfrm>
            <a:custGeom>
              <a:avLst/>
              <a:gdLst/>
              <a:ahLst/>
              <a:cxnLst/>
              <a:rect l="l" t="t" r="r" b="b"/>
              <a:pathLst>
                <a:path w="15" h="5" extrusionOk="0">
                  <a:moveTo>
                    <a:pt x="15" y="1"/>
                  </a:moveTo>
                  <a:lnTo>
                    <a:pt x="1" y="4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83" name="Google Shape;6841;p80">
              <a:extLst>
                <a:ext uri="{FF2B5EF4-FFF2-40B4-BE49-F238E27FC236}">
                  <a16:creationId xmlns:a16="http://schemas.microsoft.com/office/drawing/2014/main" id="{C80D36B5-E50F-E982-DEAA-4E49E3F43A52}"/>
                </a:ext>
              </a:extLst>
            </p:cNvPr>
            <p:cNvSpPr/>
            <p:nvPr/>
          </p:nvSpPr>
          <p:spPr>
            <a:xfrm>
              <a:off x="2199162" y="1418932"/>
              <a:ext cx="54" cy="14"/>
            </a:xfrm>
            <a:custGeom>
              <a:avLst/>
              <a:gdLst/>
              <a:ahLst/>
              <a:cxnLst/>
              <a:rect l="l" t="t" r="r" b="b"/>
              <a:pathLst>
                <a:path w="4" h="1" extrusionOk="0">
                  <a:moveTo>
                    <a:pt x="4" y="1"/>
                  </a:moveTo>
                  <a:lnTo>
                    <a:pt x="0" y="1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84" name="Google Shape;6842;p80">
              <a:extLst>
                <a:ext uri="{FF2B5EF4-FFF2-40B4-BE49-F238E27FC236}">
                  <a16:creationId xmlns:a16="http://schemas.microsoft.com/office/drawing/2014/main" id="{CDF7C05F-14B5-D9D3-B78E-BF006F778368}"/>
                </a:ext>
              </a:extLst>
            </p:cNvPr>
            <p:cNvSpPr/>
            <p:nvPr/>
          </p:nvSpPr>
          <p:spPr>
            <a:xfrm>
              <a:off x="2198823" y="1419027"/>
              <a:ext cx="109" cy="14"/>
            </a:xfrm>
            <a:custGeom>
              <a:avLst/>
              <a:gdLst/>
              <a:ahLst/>
              <a:cxnLst/>
              <a:rect l="l" t="t" r="r" b="b"/>
              <a:pathLst>
                <a:path w="8" h="1" extrusionOk="0">
                  <a:moveTo>
                    <a:pt x="8" y="1"/>
                  </a:moveTo>
                  <a:lnTo>
                    <a:pt x="1" y="1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85" name="Google Shape;6843;p80">
              <a:extLst>
                <a:ext uri="{FF2B5EF4-FFF2-40B4-BE49-F238E27FC236}">
                  <a16:creationId xmlns:a16="http://schemas.microsoft.com/office/drawing/2014/main" id="{F25F69FF-4DA7-502B-CB96-C198F7C049BA}"/>
                </a:ext>
              </a:extLst>
            </p:cNvPr>
            <p:cNvSpPr/>
            <p:nvPr/>
          </p:nvSpPr>
          <p:spPr>
            <a:xfrm>
              <a:off x="2150921" y="1464471"/>
              <a:ext cx="4331" cy="8527"/>
            </a:xfrm>
            <a:custGeom>
              <a:avLst/>
              <a:gdLst/>
              <a:ahLst/>
              <a:cxnLst/>
              <a:rect l="l" t="t" r="r" b="b"/>
              <a:pathLst>
                <a:path w="319" h="628" extrusionOk="0">
                  <a:moveTo>
                    <a:pt x="319" y="0"/>
                  </a:moveTo>
                  <a:cubicBezTo>
                    <a:pt x="298" y="193"/>
                    <a:pt x="154" y="414"/>
                    <a:pt x="0" y="627"/>
                  </a:cubicBezTo>
                  <a:cubicBezTo>
                    <a:pt x="154" y="414"/>
                    <a:pt x="298" y="193"/>
                    <a:pt x="319" y="0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86" name="Google Shape;6844;p80">
              <a:extLst>
                <a:ext uri="{FF2B5EF4-FFF2-40B4-BE49-F238E27FC236}">
                  <a16:creationId xmlns:a16="http://schemas.microsoft.com/office/drawing/2014/main" id="{36ED8DC0-DB01-AD30-5519-5F6F7DD19607}"/>
                </a:ext>
              </a:extLst>
            </p:cNvPr>
            <p:cNvSpPr/>
            <p:nvPr/>
          </p:nvSpPr>
          <p:spPr>
            <a:xfrm>
              <a:off x="2200248" y="1418837"/>
              <a:ext cx="163" cy="14"/>
            </a:xfrm>
            <a:custGeom>
              <a:avLst/>
              <a:gdLst/>
              <a:ahLst/>
              <a:cxnLst/>
              <a:rect l="l" t="t" r="r" b="b"/>
              <a:pathLst>
                <a:path w="12" h="1" extrusionOk="0">
                  <a:moveTo>
                    <a:pt x="11" y="1"/>
                  </a:moveTo>
                  <a:lnTo>
                    <a:pt x="1" y="1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87" name="Google Shape;6845;p80">
              <a:extLst>
                <a:ext uri="{FF2B5EF4-FFF2-40B4-BE49-F238E27FC236}">
                  <a16:creationId xmlns:a16="http://schemas.microsoft.com/office/drawing/2014/main" id="{FC34D51B-CC01-8E1C-8766-854A0EDA0480}"/>
                </a:ext>
              </a:extLst>
            </p:cNvPr>
            <p:cNvSpPr/>
            <p:nvPr/>
          </p:nvSpPr>
          <p:spPr>
            <a:xfrm>
              <a:off x="2199488" y="1418837"/>
              <a:ext cx="109" cy="14"/>
            </a:xfrm>
            <a:custGeom>
              <a:avLst/>
              <a:gdLst/>
              <a:ahLst/>
              <a:cxnLst/>
              <a:rect l="l" t="t" r="r" b="b"/>
              <a:pathLst>
                <a:path w="8" h="1" extrusionOk="0">
                  <a:moveTo>
                    <a:pt x="8" y="1"/>
                  </a:moveTo>
                  <a:lnTo>
                    <a:pt x="1" y="1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88" name="Google Shape;6846;p80">
              <a:extLst>
                <a:ext uri="{FF2B5EF4-FFF2-40B4-BE49-F238E27FC236}">
                  <a16:creationId xmlns:a16="http://schemas.microsoft.com/office/drawing/2014/main" id="{31629720-B037-BF74-2F5C-BA414CFF8C23}"/>
                </a:ext>
              </a:extLst>
            </p:cNvPr>
            <p:cNvSpPr/>
            <p:nvPr/>
          </p:nvSpPr>
          <p:spPr>
            <a:xfrm>
              <a:off x="2136556" y="1531015"/>
              <a:ext cx="68" cy="353"/>
            </a:xfrm>
            <a:custGeom>
              <a:avLst/>
              <a:gdLst/>
              <a:ahLst/>
              <a:cxnLst/>
              <a:rect l="l" t="t" r="r" b="b"/>
              <a:pathLst>
                <a:path w="5" h="26" extrusionOk="0">
                  <a:moveTo>
                    <a:pt x="1" y="1"/>
                  </a:moveTo>
                  <a:cubicBezTo>
                    <a:pt x="1" y="8"/>
                    <a:pt x="4" y="18"/>
                    <a:pt x="4" y="25"/>
                  </a:cubicBezTo>
                  <a:cubicBezTo>
                    <a:pt x="4" y="18"/>
                    <a:pt x="1" y="8"/>
                    <a:pt x="1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89" name="Google Shape;6847;p80">
              <a:extLst>
                <a:ext uri="{FF2B5EF4-FFF2-40B4-BE49-F238E27FC236}">
                  <a16:creationId xmlns:a16="http://schemas.microsoft.com/office/drawing/2014/main" id="{D0B9807E-7D23-1632-A799-92C69083B5DA}"/>
                </a:ext>
              </a:extLst>
            </p:cNvPr>
            <p:cNvSpPr/>
            <p:nvPr/>
          </p:nvSpPr>
          <p:spPr>
            <a:xfrm>
              <a:off x="2201158" y="1419082"/>
              <a:ext cx="244" cy="109"/>
            </a:xfrm>
            <a:custGeom>
              <a:avLst/>
              <a:gdLst/>
              <a:ahLst/>
              <a:cxnLst/>
              <a:rect l="l" t="t" r="r" b="b"/>
              <a:pathLst>
                <a:path w="18" h="8" extrusionOk="0">
                  <a:moveTo>
                    <a:pt x="18" y="7"/>
                  </a:moveTo>
                  <a:lnTo>
                    <a:pt x="1" y="0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90" name="Google Shape;6848;p80">
              <a:extLst>
                <a:ext uri="{FF2B5EF4-FFF2-40B4-BE49-F238E27FC236}">
                  <a16:creationId xmlns:a16="http://schemas.microsoft.com/office/drawing/2014/main" id="{E49E0D81-A720-C455-0C6E-A7DCFA76FA7C}"/>
                </a:ext>
              </a:extLst>
            </p:cNvPr>
            <p:cNvSpPr/>
            <p:nvPr/>
          </p:nvSpPr>
          <p:spPr>
            <a:xfrm>
              <a:off x="2188422" y="1425300"/>
              <a:ext cx="4290" cy="1208"/>
            </a:xfrm>
            <a:custGeom>
              <a:avLst/>
              <a:gdLst/>
              <a:ahLst/>
              <a:cxnLst/>
              <a:rect l="l" t="t" r="r" b="b"/>
              <a:pathLst>
                <a:path w="316" h="89" extrusionOk="0">
                  <a:moveTo>
                    <a:pt x="0" y="11"/>
                  </a:moveTo>
                  <a:cubicBezTo>
                    <a:pt x="105" y="8"/>
                    <a:pt x="214" y="1"/>
                    <a:pt x="315" y="88"/>
                  </a:cubicBezTo>
                  <a:cubicBezTo>
                    <a:pt x="214" y="1"/>
                    <a:pt x="105" y="8"/>
                    <a:pt x="0" y="1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91" name="Google Shape;6849;p80">
              <a:extLst>
                <a:ext uri="{FF2B5EF4-FFF2-40B4-BE49-F238E27FC236}">
                  <a16:creationId xmlns:a16="http://schemas.microsoft.com/office/drawing/2014/main" id="{C48D35CC-F8CF-77B6-F948-A16B69B7CE07}"/>
                </a:ext>
              </a:extLst>
            </p:cNvPr>
            <p:cNvSpPr/>
            <p:nvPr/>
          </p:nvSpPr>
          <p:spPr>
            <a:xfrm>
              <a:off x="2199828" y="1418837"/>
              <a:ext cx="14" cy="14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0" y="1"/>
                  </a:move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92" name="Google Shape;6850;p80">
              <a:extLst>
                <a:ext uri="{FF2B5EF4-FFF2-40B4-BE49-F238E27FC236}">
                  <a16:creationId xmlns:a16="http://schemas.microsoft.com/office/drawing/2014/main" id="{B3D76338-3F30-CCA1-C66B-9B965D0883AE}"/>
                </a:ext>
              </a:extLst>
            </p:cNvPr>
            <p:cNvSpPr/>
            <p:nvPr/>
          </p:nvSpPr>
          <p:spPr>
            <a:xfrm>
              <a:off x="2200683" y="1418932"/>
              <a:ext cx="204" cy="68"/>
            </a:xfrm>
            <a:custGeom>
              <a:avLst/>
              <a:gdLst/>
              <a:ahLst/>
              <a:cxnLst/>
              <a:rect l="l" t="t" r="r" b="b"/>
              <a:pathLst>
                <a:path w="15" h="5" extrusionOk="0">
                  <a:moveTo>
                    <a:pt x="15" y="4"/>
                  </a:moveTo>
                  <a:lnTo>
                    <a:pt x="1" y="1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93" name="Google Shape;6851;p80">
              <a:extLst>
                <a:ext uri="{FF2B5EF4-FFF2-40B4-BE49-F238E27FC236}">
                  <a16:creationId xmlns:a16="http://schemas.microsoft.com/office/drawing/2014/main" id="{59548250-0F9B-6889-23D4-A2FBAA797A5A}"/>
                </a:ext>
              </a:extLst>
            </p:cNvPr>
            <p:cNvSpPr/>
            <p:nvPr/>
          </p:nvSpPr>
          <p:spPr>
            <a:xfrm>
              <a:off x="2133705" y="1540573"/>
              <a:ext cx="109" cy="14"/>
            </a:xfrm>
            <a:custGeom>
              <a:avLst/>
              <a:gdLst/>
              <a:ahLst/>
              <a:cxnLst/>
              <a:rect l="l" t="t" r="r" b="b"/>
              <a:pathLst>
                <a:path w="8" h="1" extrusionOk="0">
                  <a:moveTo>
                    <a:pt x="8" y="0"/>
                  </a:moveTo>
                  <a:lnTo>
                    <a:pt x="1" y="0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94" name="Google Shape;6852;p80">
              <a:extLst>
                <a:ext uri="{FF2B5EF4-FFF2-40B4-BE49-F238E27FC236}">
                  <a16:creationId xmlns:a16="http://schemas.microsoft.com/office/drawing/2014/main" id="{C4A235BA-827C-B050-105A-381C02E0A27C}"/>
                </a:ext>
              </a:extLst>
            </p:cNvPr>
            <p:cNvSpPr/>
            <p:nvPr/>
          </p:nvSpPr>
          <p:spPr>
            <a:xfrm>
              <a:off x="2134275" y="1540668"/>
              <a:ext cx="163" cy="54"/>
            </a:xfrm>
            <a:custGeom>
              <a:avLst/>
              <a:gdLst/>
              <a:ahLst/>
              <a:cxnLst/>
              <a:rect l="l" t="t" r="r" b="b"/>
              <a:pathLst>
                <a:path w="12" h="4" extrusionOk="0">
                  <a:moveTo>
                    <a:pt x="11" y="4"/>
                  </a:moveTo>
                  <a:lnTo>
                    <a:pt x="1" y="0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95" name="Google Shape;6853;p80">
              <a:extLst>
                <a:ext uri="{FF2B5EF4-FFF2-40B4-BE49-F238E27FC236}">
                  <a16:creationId xmlns:a16="http://schemas.microsoft.com/office/drawing/2014/main" id="{ABFBCB82-1B0C-EEDD-BCA5-11138CC4B62C}"/>
                </a:ext>
              </a:extLst>
            </p:cNvPr>
            <p:cNvSpPr/>
            <p:nvPr/>
          </p:nvSpPr>
          <p:spPr>
            <a:xfrm>
              <a:off x="3024851" y="1777922"/>
              <a:ext cx="15655" cy="12165"/>
            </a:xfrm>
            <a:custGeom>
              <a:avLst/>
              <a:gdLst/>
              <a:ahLst/>
              <a:cxnLst/>
              <a:rect l="l" t="t" r="r" b="b"/>
              <a:pathLst>
                <a:path w="1153" h="896" extrusionOk="0">
                  <a:moveTo>
                    <a:pt x="939" y="0"/>
                  </a:moveTo>
                  <a:cubicBezTo>
                    <a:pt x="840" y="0"/>
                    <a:pt x="749" y="35"/>
                    <a:pt x="732" y="83"/>
                  </a:cubicBezTo>
                  <a:cubicBezTo>
                    <a:pt x="673" y="244"/>
                    <a:pt x="533" y="248"/>
                    <a:pt x="386" y="251"/>
                  </a:cubicBezTo>
                  <a:cubicBezTo>
                    <a:pt x="312" y="255"/>
                    <a:pt x="239" y="258"/>
                    <a:pt x="165" y="272"/>
                  </a:cubicBezTo>
                  <a:cubicBezTo>
                    <a:pt x="74" y="290"/>
                    <a:pt x="22" y="433"/>
                    <a:pt x="11" y="570"/>
                  </a:cubicBezTo>
                  <a:cubicBezTo>
                    <a:pt x="1" y="731"/>
                    <a:pt x="46" y="857"/>
                    <a:pt x="92" y="871"/>
                  </a:cubicBezTo>
                  <a:cubicBezTo>
                    <a:pt x="140" y="887"/>
                    <a:pt x="177" y="895"/>
                    <a:pt x="205" y="895"/>
                  </a:cubicBezTo>
                  <a:cubicBezTo>
                    <a:pt x="224" y="895"/>
                    <a:pt x="240" y="892"/>
                    <a:pt x="253" y="885"/>
                  </a:cubicBezTo>
                  <a:cubicBezTo>
                    <a:pt x="288" y="857"/>
                    <a:pt x="309" y="818"/>
                    <a:pt x="316" y="773"/>
                  </a:cubicBezTo>
                  <a:cubicBezTo>
                    <a:pt x="340" y="675"/>
                    <a:pt x="410" y="591"/>
                    <a:pt x="505" y="552"/>
                  </a:cubicBezTo>
                  <a:cubicBezTo>
                    <a:pt x="564" y="524"/>
                    <a:pt x="628" y="510"/>
                    <a:pt x="692" y="510"/>
                  </a:cubicBezTo>
                  <a:cubicBezTo>
                    <a:pt x="755" y="510"/>
                    <a:pt x="818" y="524"/>
                    <a:pt x="876" y="552"/>
                  </a:cubicBezTo>
                  <a:cubicBezTo>
                    <a:pt x="879" y="554"/>
                    <a:pt x="887" y="557"/>
                    <a:pt x="900" y="557"/>
                  </a:cubicBezTo>
                  <a:cubicBezTo>
                    <a:pt x="913" y="557"/>
                    <a:pt x="930" y="554"/>
                    <a:pt x="953" y="542"/>
                  </a:cubicBezTo>
                  <a:cubicBezTo>
                    <a:pt x="1058" y="475"/>
                    <a:pt x="1152" y="279"/>
                    <a:pt x="1152" y="125"/>
                  </a:cubicBezTo>
                  <a:cubicBezTo>
                    <a:pt x="1152" y="41"/>
                    <a:pt x="1051" y="13"/>
                    <a:pt x="1009" y="6"/>
                  </a:cubicBezTo>
                  <a:cubicBezTo>
                    <a:pt x="986" y="2"/>
                    <a:pt x="962" y="0"/>
                    <a:pt x="939" y="0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96" name="Google Shape;6854;p80">
              <a:extLst>
                <a:ext uri="{FF2B5EF4-FFF2-40B4-BE49-F238E27FC236}">
                  <a16:creationId xmlns:a16="http://schemas.microsoft.com/office/drawing/2014/main" id="{677903E8-35F9-6F9C-4533-6169ABE380C0}"/>
                </a:ext>
              </a:extLst>
            </p:cNvPr>
            <p:cNvSpPr/>
            <p:nvPr/>
          </p:nvSpPr>
          <p:spPr>
            <a:xfrm>
              <a:off x="3003846" y="1783461"/>
              <a:ext cx="16795" cy="20366"/>
            </a:xfrm>
            <a:custGeom>
              <a:avLst/>
              <a:gdLst/>
              <a:ahLst/>
              <a:cxnLst/>
              <a:rect l="l" t="t" r="r" b="b"/>
              <a:pathLst>
                <a:path w="1237" h="1500" extrusionOk="0">
                  <a:moveTo>
                    <a:pt x="635" y="0"/>
                  </a:moveTo>
                  <a:cubicBezTo>
                    <a:pt x="574" y="0"/>
                    <a:pt x="441" y="49"/>
                    <a:pt x="266" y="176"/>
                  </a:cubicBezTo>
                  <a:lnTo>
                    <a:pt x="200" y="221"/>
                  </a:lnTo>
                  <a:cubicBezTo>
                    <a:pt x="4" y="365"/>
                    <a:pt x="0" y="372"/>
                    <a:pt x="60" y="477"/>
                  </a:cubicBezTo>
                  <a:cubicBezTo>
                    <a:pt x="63" y="487"/>
                    <a:pt x="84" y="522"/>
                    <a:pt x="102" y="522"/>
                  </a:cubicBezTo>
                  <a:cubicBezTo>
                    <a:pt x="133" y="519"/>
                    <a:pt x="203" y="449"/>
                    <a:pt x="245" y="326"/>
                  </a:cubicBezTo>
                  <a:cubicBezTo>
                    <a:pt x="270" y="263"/>
                    <a:pt x="308" y="246"/>
                    <a:pt x="333" y="242"/>
                  </a:cubicBezTo>
                  <a:lnTo>
                    <a:pt x="347" y="242"/>
                  </a:lnTo>
                  <a:cubicBezTo>
                    <a:pt x="382" y="246"/>
                    <a:pt x="413" y="263"/>
                    <a:pt x="434" y="295"/>
                  </a:cubicBezTo>
                  <a:cubicBezTo>
                    <a:pt x="511" y="407"/>
                    <a:pt x="557" y="708"/>
                    <a:pt x="448" y="928"/>
                  </a:cubicBezTo>
                  <a:cubicBezTo>
                    <a:pt x="371" y="1093"/>
                    <a:pt x="385" y="1289"/>
                    <a:pt x="483" y="1439"/>
                  </a:cubicBezTo>
                  <a:cubicBezTo>
                    <a:pt x="503" y="1465"/>
                    <a:pt x="537" y="1500"/>
                    <a:pt x="575" y="1500"/>
                  </a:cubicBezTo>
                  <a:cubicBezTo>
                    <a:pt x="578" y="1500"/>
                    <a:pt x="581" y="1500"/>
                    <a:pt x="585" y="1499"/>
                  </a:cubicBezTo>
                  <a:cubicBezTo>
                    <a:pt x="648" y="1485"/>
                    <a:pt x="774" y="1254"/>
                    <a:pt x="868" y="1082"/>
                  </a:cubicBezTo>
                  <a:cubicBezTo>
                    <a:pt x="952" y="914"/>
                    <a:pt x="1050" y="753"/>
                    <a:pt x="1163" y="599"/>
                  </a:cubicBezTo>
                  <a:cubicBezTo>
                    <a:pt x="1236" y="505"/>
                    <a:pt x="1233" y="477"/>
                    <a:pt x="1233" y="477"/>
                  </a:cubicBezTo>
                  <a:cubicBezTo>
                    <a:pt x="1215" y="466"/>
                    <a:pt x="1198" y="456"/>
                    <a:pt x="1180" y="452"/>
                  </a:cubicBezTo>
                  <a:cubicBezTo>
                    <a:pt x="1124" y="428"/>
                    <a:pt x="1033" y="393"/>
                    <a:pt x="1033" y="284"/>
                  </a:cubicBezTo>
                  <a:cubicBezTo>
                    <a:pt x="1033" y="253"/>
                    <a:pt x="970" y="228"/>
                    <a:pt x="889" y="200"/>
                  </a:cubicBezTo>
                  <a:cubicBezTo>
                    <a:pt x="795" y="169"/>
                    <a:pt x="676" y="130"/>
                    <a:pt x="662" y="18"/>
                  </a:cubicBezTo>
                  <a:cubicBezTo>
                    <a:pt x="662" y="8"/>
                    <a:pt x="658" y="4"/>
                    <a:pt x="658" y="4"/>
                  </a:cubicBezTo>
                  <a:cubicBezTo>
                    <a:pt x="653" y="2"/>
                    <a:pt x="645" y="0"/>
                    <a:pt x="635" y="0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97" name="Google Shape;6855;p80">
              <a:extLst>
                <a:ext uri="{FF2B5EF4-FFF2-40B4-BE49-F238E27FC236}">
                  <a16:creationId xmlns:a16="http://schemas.microsoft.com/office/drawing/2014/main" id="{AD7F5D30-8EBD-24C6-3B6D-A2C72327C63C}"/>
                </a:ext>
              </a:extLst>
            </p:cNvPr>
            <p:cNvSpPr/>
            <p:nvPr/>
          </p:nvSpPr>
          <p:spPr>
            <a:xfrm>
              <a:off x="3013581" y="1718520"/>
              <a:ext cx="82443" cy="64127"/>
            </a:xfrm>
            <a:custGeom>
              <a:avLst/>
              <a:gdLst/>
              <a:ahLst/>
              <a:cxnLst/>
              <a:rect l="l" t="t" r="r" b="b"/>
              <a:pathLst>
                <a:path w="6072" h="4723" extrusionOk="0">
                  <a:moveTo>
                    <a:pt x="5648" y="0"/>
                  </a:moveTo>
                  <a:cubicBezTo>
                    <a:pt x="5557" y="0"/>
                    <a:pt x="5329" y="141"/>
                    <a:pt x="5228" y="204"/>
                  </a:cubicBezTo>
                  <a:cubicBezTo>
                    <a:pt x="5172" y="243"/>
                    <a:pt x="5119" y="275"/>
                    <a:pt x="5084" y="292"/>
                  </a:cubicBezTo>
                  <a:cubicBezTo>
                    <a:pt x="5028" y="320"/>
                    <a:pt x="4955" y="464"/>
                    <a:pt x="4937" y="632"/>
                  </a:cubicBezTo>
                  <a:cubicBezTo>
                    <a:pt x="4923" y="761"/>
                    <a:pt x="4948" y="870"/>
                    <a:pt x="5000" y="912"/>
                  </a:cubicBezTo>
                  <a:cubicBezTo>
                    <a:pt x="5140" y="1027"/>
                    <a:pt x="5025" y="1181"/>
                    <a:pt x="4923" y="1321"/>
                  </a:cubicBezTo>
                  <a:cubicBezTo>
                    <a:pt x="4839" y="1433"/>
                    <a:pt x="4741" y="1563"/>
                    <a:pt x="4748" y="1685"/>
                  </a:cubicBezTo>
                  <a:cubicBezTo>
                    <a:pt x="4759" y="1895"/>
                    <a:pt x="4640" y="1990"/>
                    <a:pt x="4545" y="2063"/>
                  </a:cubicBezTo>
                  <a:cubicBezTo>
                    <a:pt x="4478" y="2116"/>
                    <a:pt x="4422" y="2161"/>
                    <a:pt x="4405" y="2238"/>
                  </a:cubicBezTo>
                  <a:cubicBezTo>
                    <a:pt x="4370" y="2407"/>
                    <a:pt x="4265" y="2456"/>
                    <a:pt x="4142" y="2512"/>
                  </a:cubicBezTo>
                  <a:cubicBezTo>
                    <a:pt x="4051" y="2554"/>
                    <a:pt x="3964" y="2603"/>
                    <a:pt x="3880" y="2666"/>
                  </a:cubicBezTo>
                  <a:cubicBezTo>
                    <a:pt x="3786" y="2738"/>
                    <a:pt x="3707" y="2761"/>
                    <a:pt x="3645" y="2761"/>
                  </a:cubicBezTo>
                  <a:cubicBezTo>
                    <a:pt x="3574" y="2761"/>
                    <a:pt x="3524" y="2732"/>
                    <a:pt x="3498" y="2711"/>
                  </a:cubicBezTo>
                  <a:cubicBezTo>
                    <a:pt x="3428" y="2652"/>
                    <a:pt x="3393" y="2564"/>
                    <a:pt x="3407" y="2477"/>
                  </a:cubicBezTo>
                  <a:lnTo>
                    <a:pt x="3407" y="2477"/>
                  </a:lnTo>
                  <a:cubicBezTo>
                    <a:pt x="3355" y="2501"/>
                    <a:pt x="3309" y="2536"/>
                    <a:pt x="3271" y="2578"/>
                  </a:cubicBezTo>
                  <a:cubicBezTo>
                    <a:pt x="3190" y="2655"/>
                    <a:pt x="3148" y="2760"/>
                    <a:pt x="3148" y="2869"/>
                  </a:cubicBezTo>
                  <a:cubicBezTo>
                    <a:pt x="3159" y="3100"/>
                    <a:pt x="2991" y="3219"/>
                    <a:pt x="2882" y="3296"/>
                  </a:cubicBezTo>
                  <a:cubicBezTo>
                    <a:pt x="2847" y="3320"/>
                    <a:pt x="2795" y="3355"/>
                    <a:pt x="2791" y="3373"/>
                  </a:cubicBezTo>
                  <a:cubicBezTo>
                    <a:pt x="2791" y="3376"/>
                    <a:pt x="2795" y="3380"/>
                    <a:pt x="2795" y="3383"/>
                  </a:cubicBezTo>
                  <a:cubicBezTo>
                    <a:pt x="2837" y="3436"/>
                    <a:pt x="2833" y="3509"/>
                    <a:pt x="2791" y="3562"/>
                  </a:cubicBezTo>
                  <a:cubicBezTo>
                    <a:pt x="2735" y="3631"/>
                    <a:pt x="2614" y="3670"/>
                    <a:pt x="2515" y="3670"/>
                  </a:cubicBezTo>
                  <a:cubicBezTo>
                    <a:pt x="2477" y="3670"/>
                    <a:pt x="2443" y="3664"/>
                    <a:pt x="2416" y="3653"/>
                  </a:cubicBezTo>
                  <a:cubicBezTo>
                    <a:pt x="2364" y="3635"/>
                    <a:pt x="2329" y="3583"/>
                    <a:pt x="2336" y="3527"/>
                  </a:cubicBezTo>
                  <a:cubicBezTo>
                    <a:pt x="2331" y="3525"/>
                    <a:pt x="2320" y="3523"/>
                    <a:pt x="2301" y="3523"/>
                  </a:cubicBezTo>
                  <a:cubicBezTo>
                    <a:pt x="2242" y="3523"/>
                    <a:pt x="2098" y="3545"/>
                    <a:pt x="1762" y="3677"/>
                  </a:cubicBezTo>
                  <a:cubicBezTo>
                    <a:pt x="1678" y="3710"/>
                    <a:pt x="1601" y="3721"/>
                    <a:pt x="1529" y="3721"/>
                  </a:cubicBezTo>
                  <a:cubicBezTo>
                    <a:pt x="1431" y="3721"/>
                    <a:pt x="1343" y="3699"/>
                    <a:pt x="1268" y="3681"/>
                  </a:cubicBezTo>
                  <a:cubicBezTo>
                    <a:pt x="1201" y="3664"/>
                    <a:pt x="1150" y="3653"/>
                    <a:pt x="1107" y="3653"/>
                  </a:cubicBezTo>
                  <a:cubicBezTo>
                    <a:pt x="1058" y="3653"/>
                    <a:pt x="1019" y="3668"/>
                    <a:pt x="978" y="3709"/>
                  </a:cubicBezTo>
                  <a:lnTo>
                    <a:pt x="939" y="3747"/>
                  </a:lnTo>
                  <a:cubicBezTo>
                    <a:pt x="715" y="3971"/>
                    <a:pt x="379" y="4311"/>
                    <a:pt x="102" y="4360"/>
                  </a:cubicBezTo>
                  <a:cubicBezTo>
                    <a:pt x="32" y="4374"/>
                    <a:pt x="1" y="4405"/>
                    <a:pt x="4" y="4458"/>
                  </a:cubicBezTo>
                  <a:cubicBezTo>
                    <a:pt x="8" y="4500"/>
                    <a:pt x="29" y="4535"/>
                    <a:pt x="64" y="4556"/>
                  </a:cubicBezTo>
                  <a:cubicBezTo>
                    <a:pt x="162" y="4507"/>
                    <a:pt x="281" y="4500"/>
                    <a:pt x="386" y="4497"/>
                  </a:cubicBezTo>
                  <a:cubicBezTo>
                    <a:pt x="488" y="4490"/>
                    <a:pt x="600" y="4486"/>
                    <a:pt x="638" y="4430"/>
                  </a:cubicBezTo>
                  <a:cubicBezTo>
                    <a:pt x="764" y="4237"/>
                    <a:pt x="1639" y="4076"/>
                    <a:pt x="2063" y="4062"/>
                  </a:cubicBezTo>
                  <a:lnTo>
                    <a:pt x="2108" y="4062"/>
                  </a:lnTo>
                  <a:cubicBezTo>
                    <a:pt x="2252" y="4062"/>
                    <a:pt x="2336" y="4087"/>
                    <a:pt x="2381" y="4146"/>
                  </a:cubicBezTo>
                  <a:cubicBezTo>
                    <a:pt x="2438" y="4216"/>
                    <a:pt x="2409" y="4307"/>
                    <a:pt x="2385" y="4398"/>
                  </a:cubicBezTo>
                  <a:cubicBezTo>
                    <a:pt x="2364" y="4465"/>
                    <a:pt x="2353" y="4535"/>
                    <a:pt x="2357" y="4605"/>
                  </a:cubicBezTo>
                  <a:cubicBezTo>
                    <a:pt x="2360" y="4658"/>
                    <a:pt x="2395" y="4700"/>
                    <a:pt x="2448" y="4714"/>
                  </a:cubicBezTo>
                  <a:cubicBezTo>
                    <a:pt x="2467" y="4719"/>
                    <a:pt x="2490" y="4722"/>
                    <a:pt x="2514" y="4722"/>
                  </a:cubicBezTo>
                  <a:cubicBezTo>
                    <a:pt x="2627" y="4722"/>
                    <a:pt x="2783" y="4662"/>
                    <a:pt x="2889" y="4539"/>
                  </a:cubicBezTo>
                  <a:cubicBezTo>
                    <a:pt x="2945" y="4472"/>
                    <a:pt x="3012" y="4409"/>
                    <a:pt x="3082" y="4356"/>
                  </a:cubicBezTo>
                  <a:cubicBezTo>
                    <a:pt x="3103" y="4339"/>
                    <a:pt x="3120" y="4325"/>
                    <a:pt x="3138" y="4304"/>
                  </a:cubicBezTo>
                  <a:cubicBezTo>
                    <a:pt x="3124" y="4286"/>
                    <a:pt x="3110" y="4272"/>
                    <a:pt x="3092" y="4258"/>
                  </a:cubicBezTo>
                  <a:cubicBezTo>
                    <a:pt x="2987" y="4174"/>
                    <a:pt x="2994" y="4094"/>
                    <a:pt x="3005" y="4062"/>
                  </a:cubicBezTo>
                  <a:cubicBezTo>
                    <a:pt x="3019" y="4010"/>
                    <a:pt x="3061" y="3971"/>
                    <a:pt x="3117" y="3964"/>
                  </a:cubicBezTo>
                  <a:cubicBezTo>
                    <a:pt x="3125" y="3963"/>
                    <a:pt x="3133" y="3962"/>
                    <a:pt x="3142" y="3962"/>
                  </a:cubicBezTo>
                  <a:cubicBezTo>
                    <a:pt x="3204" y="3962"/>
                    <a:pt x="3287" y="3996"/>
                    <a:pt x="3348" y="4090"/>
                  </a:cubicBezTo>
                  <a:cubicBezTo>
                    <a:pt x="3397" y="4160"/>
                    <a:pt x="3502" y="4206"/>
                    <a:pt x="3614" y="4206"/>
                  </a:cubicBezTo>
                  <a:lnTo>
                    <a:pt x="3621" y="4206"/>
                  </a:lnTo>
                  <a:cubicBezTo>
                    <a:pt x="3624" y="4206"/>
                    <a:pt x="3627" y="4206"/>
                    <a:pt x="3631" y="4206"/>
                  </a:cubicBezTo>
                  <a:cubicBezTo>
                    <a:pt x="3753" y="4206"/>
                    <a:pt x="3868" y="4144"/>
                    <a:pt x="3936" y="4045"/>
                  </a:cubicBezTo>
                  <a:cubicBezTo>
                    <a:pt x="3985" y="3961"/>
                    <a:pt x="4034" y="3919"/>
                    <a:pt x="4090" y="3912"/>
                  </a:cubicBezTo>
                  <a:cubicBezTo>
                    <a:pt x="4097" y="3911"/>
                    <a:pt x="4105" y="3910"/>
                    <a:pt x="4111" y="3910"/>
                  </a:cubicBezTo>
                  <a:cubicBezTo>
                    <a:pt x="4170" y="3910"/>
                    <a:pt x="4214" y="3947"/>
                    <a:pt x="4254" y="3982"/>
                  </a:cubicBezTo>
                  <a:cubicBezTo>
                    <a:pt x="4298" y="4018"/>
                    <a:pt x="4338" y="4049"/>
                    <a:pt x="4381" y="4049"/>
                  </a:cubicBezTo>
                  <a:cubicBezTo>
                    <a:pt x="4383" y="4049"/>
                    <a:pt x="4385" y="4049"/>
                    <a:pt x="4387" y="4048"/>
                  </a:cubicBezTo>
                  <a:cubicBezTo>
                    <a:pt x="4461" y="4041"/>
                    <a:pt x="4542" y="3891"/>
                    <a:pt x="4584" y="3810"/>
                  </a:cubicBezTo>
                  <a:cubicBezTo>
                    <a:pt x="4621" y="3738"/>
                    <a:pt x="4648" y="3686"/>
                    <a:pt x="4696" y="3686"/>
                  </a:cubicBezTo>
                  <a:cubicBezTo>
                    <a:pt x="4701" y="3686"/>
                    <a:pt x="4707" y="3686"/>
                    <a:pt x="4713" y="3688"/>
                  </a:cubicBezTo>
                  <a:cubicBezTo>
                    <a:pt x="4773" y="3698"/>
                    <a:pt x="4780" y="3761"/>
                    <a:pt x="4780" y="3782"/>
                  </a:cubicBezTo>
                  <a:cubicBezTo>
                    <a:pt x="4780" y="3803"/>
                    <a:pt x="4794" y="3821"/>
                    <a:pt x="4815" y="3828"/>
                  </a:cubicBezTo>
                  <a:cubicBezTo>
                    <a:pt x="4828" y="3832"/>
                    <a:pt x="4843" y="3835"/>
                    <a:pt x="4860" y="3835"/>
                  </a:cubicBezTo>
                  <a:cubicBezTo>
                    <a:pt x="4948" y="3835"/>
                    <a:pt x="5083" y="3775"/>
                    <a:pt x="5186" y="3663"/>
                  </a:cubicBezTo>
                  <a:cubicBezTo>
                    <a:pt x="5273" y="3569"/>
                    <a:pt x="5266" y="3425"/>
                    <a:pt x="5263" y="3275"/>
                  </a:cubicBezTo>
                  <a:cubicBezTo>
                    <a:pt x="5259" y="3142"/>
                    <a:pt x="5252" y="3002"/>
                    <a:pt x="5322" y="2897"/>
                  </a:cubicBezTo>
                  <a:cubicBezTo>
                    <a:pt x="5448" y="2708"/>
                    <a:pt x="5564" y="2337"/>
                    <a:pt x="5448" y="2123"/>
                  </a:cubicBezTo>
                  <a:cubicBezTo>
                    <a:pt x="5329" y="1895"/>
                    <a:pt x="5560" y="1738"/>
                    <a:pt x="5763" y="1598"/>
                  </a:cubicBezTo>
                  <a:cubicBezTo>
                    <a:pt x="5833" y="1552"/>
                    <a:pt x="5900" y="1500"/>
                    <a:pt x="5963" y="1447"/>
                  </a:cubicBezTo>
                  <a:cubicBezTo>
                    <a:pt x="6071" y="1349"/>
                    <a:pt x="5917" y="866"/>
                    <a:pt x="5816" y="548"/>
                  </a:cubicBezTo>
                  <a:cubicBezTo>
                    <a:pt x="5749" y="334"/>
                    <a:pt x="5690" y="152"/>
                    <a:pt x="5683" y="43"/>
                  </a:cubicBezTo>
                  <a:cubicBezTo>
                    <a:pt x="5683" y="26"/>
                    <a:pt x="5679" y="8"/>
                    <a:pt x="5672" y="5"/>
                  </a:cubicBezTo>
                  <a:cubicBezTo>
                    <a:pt x="5666" y="2"/>
                    <a:pt x="5658" y="0"/>
                    <a:pt x="5648" y="0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98" name="Google Shape;6856;p80">
              <a:extLst>
                <a:ext uri="{FF2B5EF4-FFF2-40B4-BE49-F238E27FC236}">
                  <a16:creationId xmlns:a16="http://schemas.microsoft.com/office/drawing/2014/main" id="{2D5D7C5D-EC8C-B803-DAB8-6E1C17CF1C76}"/>
                </a:ext>
              </a:extLst>
            </p:cNvPr>
            <p:cNvSpPr/>
            <p:nvPr/>
          </p:nvSpPr>
          <p:spPr>
            <a:xfrm>
              <a:off x="3080939" y="1680503"/>
              <a:ext cx="45973" cy="34283"/>
            </a:xfrm>
            <a:custGeom>
              <a:avLst/>
              <a:gdLst/>
              <a:ahLst/>
              <a:cxnLst/>
              <a:rect l="l" t="t" r="r" b="b"/>
              <a:pathLst>
                <a:path w="3386" h="2525" extrusionOk="0">
                  <a:moveTo>
                    <a:pt x="1100" y="1"/>
                  </a:moveTo>
                  <a:cubicBezTo>
                    <a:pt x="1058" y="4"/>
                    <a:pt x="1019" y="29"/>
                    <a:pt x="1002" y="71"/>
                  </a:cubicBezTo>
                  <a:cubicBezTo>
                    <a:pt x="984" y="109"/>
                    <a:pt x="991" y="158"/>
                    <a:pt x="1023" y="190"/>
                  </a:cubicBezTo>
                  <a:cubicBezTo>
                    <a:pt x="1142" y="344"/>
                    <a:pt x="1100" y="449"/>
                    <a:pt x="1058" y="550"/>
                  </a:cubicBezTo>
                  <a:cubicBezTo>
                    <a:pt x="1023" y="627"/>
                    <a:pt x="1005" y="711"/>
                    <a:pt x="1002" y="795"/>
                  </a:cubicBezTo>
                  <a:cubicBezTo>
                    <a:pt x="1005" y="914"/>
                    <a:pt x="967" y="1030"/>
                    <a:pt x="890" y="1121"/>
                  </a:cubicBezTo>
                  <a:cubicBezTo>
                    <a:pt x="851" y="1174"/>
                    <a:pt x="830" y="1205"/>
                    <a:pt x="841" y="1268"/>
                  </a:cubicBezTo>
                  <a:cubicBezTo>
                    <a:pt x="851" y="1321"/>
                    <a:pt x="841" y="1373"/>
                    <a:pt x="809" y="1415"/>
                  </a:cubicBezTo>
                  <a:cubicBezTo>
                    <a:pt x="743" y="1503"/>
                    <a:pt x="603" y="1513"/>
                    <a:pt x="466" y="1524"/>
                  </a:cubicBezTo>
                  <a:cubicBezTo>
                    <a:pt x="421" y="1527"/>
                    <a:pt x="375" y="1531"/>
                    <a:pt x="333" y="1538"/>
                  </a:cubicBezTo>
                  <a:cubicBezTo>
                    <a:pt x="295" y="1545"/>
                    <a:pt x="295" y="1548"/>
                    <a:pt x="295" y="1608"/>
                  </a:cubicBezTo>
                  <a:cubicBezTo>
                    <a:pt x="295" y="1678"/>
                    <a:pt x="295" y="1797"/>
                    <a:pt x="137" y="1863"/>
                  </a:cubicBezTo>
                  <a:cubicBezTo>
                    <a:pt x="53" y="1898"/>
                    <a:pt x="4" y="1947"/>
                    <a:pt x="1" y="1993"/>
                  </a:cubicBezTo>
                  <a:cubicBezTo>
                    <a:pt x="1" y="2024"/>
                    <a:pt x="18" y="2056"/>
                    <a:pt x="50" y="2070"/>
                  </a:cubicBezTo>
                  <a:cubicBezTo>
                    <a:pt x="186" y="2147"/>
                    <a:pt x="137" y="2332"/>
                    <a:pt x="99" y="2483"/>
                  </a:cubicBezTo>
                  <a:lnTo>
                    <a:pt x="88" y="2525"/>
                  </a:lnTo>
                  <a:cubicBezTo>
                    <a:pt x="144" y="2486"/>
                    <a:pt x="197" y="2441"/>
                    <a:pt x="242" y="2388"/>
                  </a:cubicBezTo>
                  <a:cubicBezTo>
                    <a:pt x="292" y="2331"/>
                    <a:pt x="346" y="2314"/>
                    <a:pt x="393" y="2314"/>
                  </a:cubicBezTo>
                  <a:cubicBezTo>
                    <a:pt x="439" y="2314"/>
                    <a:pt x="479" y="2329"/>
                    <a:pt x="508" y="2339"/>
                  </a:cubicBezTo>
                  <a:lnTo>
                    <a:pt x="519" y="2343"/>
                  </a:lnTo>
                  <a:cubicBezTo>
                    <a:pt x="508" y="2304"/>
                    <a:pt x="445" y="2259"/>
                    <a:pt x="386" y="2217"/>
                  </a:cubicBezTo>
                  <a:cubicBezTo>
                    <a:pt x="291" y="2150"/>
                    <a:pt x="183" y="2077"/>
                    <a:pt x="193" y="1958"/>
                  </a:cubicBezTo>
                  <a:cubicBezTo>
                    <a:pt x="197" y="1919"/>
                    <a:pt x="214" y="1884"/>
                    <a:pt x="246" y="1860"/>
                  </a:cubicBezTo>
                  <a:cubicBezTo>
                    <a:pt x="270" y="1842"/>
                    <a:pt x="299" y="1835"/>
                    <a:pt x="330" y="1835"/>
                  </a:cubicBezTo>
                  <a:cubicBezTo>
                    <a:pt x="365" y="1835"/>
                    <a:pt x="404" y="1843"/>
                    <a:pt x="445" y="1853"/>
                  </a:cubicBezTo>
                  <a:cubicBezTo>
                    <a:pt x="490" y="1863"/>
                    <a:pt x="541" y="1877"/>
                    <a:pt x="591" y="1877"/>
                  </a:cubicBezTo>
                  <a:cubicBezTo>
                    <a:pt x="623" y="1877"/>
                    <a:pt x="655" y="1871"/>
                    <a:pt x="683" y="1856"/>
                  </a:cubicBezTo>
                  <a:cubicBezTo>
                    <a:pt x="747" y="1824"/>
                    <a:pt x="826" y="1810"/>
                    <a:pt x="913" y="1810"/>
                  </a:cubicBezTo>
                  <a:cubicBezTo>
                    <a:pt x="1133" y="1810"/>
                    <a:pt x="1399" y="1904"/>
                    <a:pt x="1579" y="2059"/>
                  </a:cubicBezTo>
                  <a:cubicBezTo>
                    <a:pt x="1695" y="2159"/>
                    <a:pt x="1741" y="2164"/>
                    <a:pt x="1752" y="2164"/>
                  </a:cubicBezTo>
                  <a:cubicBezTo>
                    <a:pt x="1753" y="2164"/>
                    <a:pt x="1754" y="2164"/>
                    <a:pt x="1755" y="2164"/>
                  </a:cubicBezTo>
                  <a:cubicBezTo>
                    <a:pt x="1769" y="2157"/>
                    <a:pt x="1800" y="2126"/>
                    <a:pt x="1828" y="1968"/>
                  </a:cubicBezTo>
                  <a:cubicBezTo>
                    <a:pt x="1884" y="1657"/>
                    <a:pt x="2308" y="1545"/>
                    <a:pt x="2682" y="1545"/>
                  </a:cubicBezTo>
                  <a:cubicBezTo>
                    <a:pt x="2885" y="1545"/>
                    <a:pt x="2955" y="1489"/>
                    <a:pt x="2966" y="1457"/>
                  </a:cubicBezTo>
                  <a:cubicBezTo>
                    <a:pt x="2973" y="1436"/>
                    <a:pt x="2955" y="1415"/>
                    <a:pt x="2938" y="1401"/>
                  </a:cubicBezTo>
                  <a:cubicBezTo>
                    <a:pt x="2913" y="1384"/>
                    <a:pt x="2899" y="1359"/>
                    <a:pt x="2896" y="1331"/>
                  </a:cubicBezTo>
                  <a:cubicBezTo>
                    <a:pt x="2892" y="1247"/>
                    <a:pt x="2987" y="1156"/>
                    <a:pt x="3221" y="953"/>
                  </a:cubicBezTo>
                  <a:cubicBezTo>
                    <a:pt x="3270" y="914"/>
                    <a:pt x="3330" y="858"/>
                    <a:pt x="3386" y="809"/>
                  </a:cubicBezTo>
                  <a:lnTo>
                    <a:pt x="3386" y="809"/>
                  </a:lnTo>
                  <a:cubicBezTo>
                    <a:pt x="3305" y="861"/>
                    <a:pt x="3214" y="913"/>
                    <a:pt x="3136" y="913"/>
                  </a:cubicBezTo>
                  <a:cubicBezTo>
                    <a:pt x="3091" y="913"/>
                    <a:pt x="3051" y="896"/>
                    <a:pt x="3018" y="855"/>
                  </a:cubicBezTo>
                  <a:cubicBezTo>
                    <a:pt x="3007" y="839"/>
                    <a:pt x="2993" y="831"/>
                    <a:pt x="2974" y="831"/>
                  </a:cubicBezTo>
                  <a:cubicBezTo>
                    <a:pt x="2942" y="831"/>
                    <a:pt x="2894" y="853"/>
                    <a:pt x="2808" y="897"/>
                  </a:cubicBezTo>
                  <a:cubicBezTo>
                    <a:pt x="2721" y="946"/>
                    <a:pt x="2630" y="981"/>
                    <a:pt x="2535" y="1006"/>
                  </a:cubicBezTo>
                  <a:cubicBezTo>
                    <a:pt x="2523" y="1008"/>
                    <a:pt x="2510" y="1009"/>
                    <a:pt x="2497" y="1009"/>
                  </a:cubicBezTo>
                  <a:cubicBezTo>
                    <a:pt x="2177" y="1009"/>
                    <a:pt x="1443" y="364"/>
                    <a:pt x="1271" y="106"/>
                  </a:cubicBezTo>
                  <a:cubicBezTo>
                    <a:pt x="1240" y="46"/>
                    <a:pt x="1180" y="4"/>
                    <a:pt x="1114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99" name="Google Shape;6857;p80">
              <a:extLst>
                <a:ext uri="{FF2B5EF4-FFF2-40B4-BE49-F238E27FC236}">
                  <a16:creationId xmlns:a16="http://schemas.microsoft.com/office/drawing/2014/main" id="{9E2F29D5-6491-8D4F-3E6D-B77FB22ED963}"/>
                </a:ext>
              </a:extLst>
            </p:cNvPr>
            <p:cNvSpPr/>
            <p:nvPr/>
          </p:nvSpPr>
          <p:spPr>
            <a:xfrm>
              <a:off x="2932062" y="1853304"/>
              <a:ext cx="13143" cy="22009"/>
            </a:xfrm>
            <a:custGeom>
              <a:avLst/>
              <a:gdLst/>
              <a:ahLst/>
              <a:cxnLst/>
              <a:rect l="l" t="t" r="r" b="b"/>
              <a:pathLst>
                <a:path w="968" h="1621" extrusionOk="0">
                  <a:moveTo>
                    <a:pt x="864" y="0"/>
                  </a:moveTo>
                  <a:cubicBezTo>
                    <a:pt x="846" y="0"/>
                    <a:pt x="827" y="2"/>
                    <a:pt x="806" y="6"/>
                  </a:cubicBezTo>
                  <a:cubicBezTo>
                    <a:pt x="586" y="48"/>
                    <a:pt x="222" y="311"/>
                    <a:pt x="95" y="770"/>
                  </a:cubicBezTo>
                  <a:cubicBezTo>
                    <a:pt x="1" y="1120"/>
                    <a:pt x="92" y="1354"/>
                    <a:pt x="159" y="1463"/>
                  </a:cubicBezTo>
                  <a:cubicBezTo>
                    <a:pt x="194" y="1526"/>
                    <a:pt x="243" y="1578"/>
                    <a:pt x="302" y="1620"/>
                  </a:cubicBezTo>
                  <a:cubicBezTo>
                    <a:pt x="435" y="1477"/>
                    <a:pt x="880" y="577"/>
                    <a:pt x="950" y="164"/>
                  </a:cubicBezTo>
                  <a:cubicBezTo>
                    <a:pt x="967" y="55"/>
                    <a:pt x="950" y="31"/>
                    <a:pt x="950" y="31"/>
                  </a:cubicBezTo>
                  <a:cubicBezTo>
                    <a:pt x="935" y="11"/>
                    <a:pt x="905" y="0"/>
                    <a:pt x="864" y="0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00" name="Google Shape;6858;p80">
              <a:extLst>
                <a:ext uri="{FF2B5EF4-FFF2-40B4-BE49-F238E27FC236}">
                  <a16:creationId xmlns:a16="http://schemas.microsoft.com/office/drawing/2014/main" id="{7E5EDFBA-A2F9-BC6F-85C6-E65D9C97C39B}"/>
                </a:ext>
              </a:extLst>
            </p:cNvPr>
            <p:cNvSpPr/>
            <p:nvPr/>
          </p:nvSpPr>
          <p:spPr>
            <a:xfrm>
              <a:off x="2597485" y="1601971"/>
              <a:ext cx="442776" cy="287924"/>
            </a:xfrm>
            <a:custGeom>
              <a:avLst/>
              <a:gdLst/>
              <a:ahLst/>
              <a:cxnLst/>
              <a:rect l="l" t="t" r="r" b="b"/>
              <a:pathLst>
                <a:path w="32611" h="21206" extrusionOk="0">
                  <a:moveTo>
                    <a:pt x="26155" y="1"/>
                  </a:moveTo>
                  <a:cubicBezTo>
                    <a:pt x="25990" y="1"/>
                    <a:pt x="25773" y="38"/>
                    <a:pt x="25641" y="61"/>
                  </a:cubicBezTo>
                  <a:cubicBezTo>
                    <a:pt x="25585" y="71"/>
                    <a:pt x="25550" y="78"/>
                    <a:pt x="25529" y="82"/>
                  </a:cubicBezTo>
                  <a:lnTo>
                    <a:pt x="25508" y="82"/>
                  </a:lnTo>
                  <a:cubicBezTo>
                    <a:pt x="25501" y="82"/>
                    <a:pt x="25487" y="82"/>
                    <a:pt x="25466" y="78"/>
                  </a:cubicBezTo>
                  <a:cubicBezTo>
                    <a:pt x="25435" y="76"/>
                    <a:pt x="25392" y="72"/>
                    <a:pt x="25341" y="72"/>
                  </a:cubicBezTo>
                  <a:cubicBezTo>
                    <a:pt x="25198" y="72"/>
                    <a:pt x="24996" y="103"/>
                    <a:pt x="24867" y="281"/>
                  </a:cubicBezTo>
                  <a:cubicBezTo>
                    <a:pt x="24787" y="386"/>
                    <a:pt x="24772" y="435"/>
                    <a:pt x="24769" y="456"/>
                  </a:cubicBezTo>
                  <a:cubicBezTo>
                    <a:pt x="24769" y="456"/>
                    <a:pt x="24769" y="460"/>
                    <a:pt x="24769" y="463"/>
                  </a:cubicBezTo>
                  <a:cubicBezTo>
                    <a:pt x="24786" y="466"/>
                    <a:pt x="24805" y="468"/>
                    <a:pt x="24824" y="468"/>
                  </a:cubicBezTo>
                  <a:cubicBezTo>
                    <a:pt x="24831" y="468"/>
                    <a:pt x="24839" y="468"/>
                    <a:pt x="24846" y="467"/>
                  </a:cubicBezTo>
                  <a:lnTo>
                    <a:pt x="24860" y="467"/>
                  </a:lnTo>
                  <a:cubicBezTo>
                    <a:pt x="24997" y="467"/>
                    <a:pt x="25049" y="681"/>
                    <a:pt x="25088" y="912"/>
                  </a:cubicBezTo>
                  <a:cubicBezTo>
                    <a:pt x="25088" y="919"/>
                    <a:pt x="25088" y="929"/>
                    <a:pt x="25088" y="940"/>
                  </a:cubicBezTo>
                  <a:cubicBezTo>
                    <a:pt x="25084" y="1055"/>
                    <a:pt x="24937" y="1185"/>
                    <a:pt x="24843" y="1237"/>
                  </a:cubicBezTo>
                  <a:cubicBezTo>
                    <a:pt x="24829" y="1244"/>
                    <a:pt x="24818" y="1251"/>
                    <a:pt x="24804" y="1258"/>
                  </a:cubicBezTo>
                  <a:cubicBezTo>
                    <a:pt x="24744" y="1290"/>
                    <a:pt x="24534" y="1608"/>
                    <a:pt x="24503" y="1731"/>
                  </a:cubicBezTo>
                  <a:cubicBezTo>
                    <a:pt x="24489" y="1780"/>
                    <a:pt x="24468" y="1825"/>
                    <a:pt x="24440" y="1867"/>
                  </a:cubicBezTo>
                  <a:cubicBezTo>
                    <a:pt x="24422" y="1902"/>
                    <a:pt x="24401" y="1934"/>
                    <a:pt x="24380" y="1972"/>
                  </a:cubicBezTo>
                  <a:cubicBezTo>
                    <a:pt x="24335" y="2042"/>
                    <a:pt x="24296" y="2116"/>
                    <a:pt x="24261" y="2193"/>
                  </a:cubicBezTo>
                  <a:cubicBezTo>
                    <a:pt x="24247" y="2214"/>
                    <a:pt x="24244" y="2238"/>
                    <a:pt x="24244" y="2263"/>
                  </a:cubicBezTo>
                  <a:cubicBezTo>
                    <a:pt x="24258" y="2315"/>
                    <a:pt x="24247" y="2375"/>
                    <a:pt x="24216" y="2420"/>
                  </a:cubicBezTo>
                  <a:cubicBezTo>
                    <a:pt x="24149" y="2508"/>
                    <a:pt x="24055" y="2571"/>
                    <a:pt x="23946" y="2588"/>
                  </a:cubicBezTo>
                  <a:cubicBezTo>
                    <a:pt x="23894" y="2595"/>
                    <a:pt x="23757" y="2680"/>
                    <a:pt x="23656" y="2743"/>
                  </a:cubicBezTo>
                  <a:cubicBezTo>
                    <a:pt x="23589" y="2788"/>
                    <a:pt x="23516" y="2827"/>
                    <a:pt x="23442" y="2862"/>
                  </a:cubicBezTo>
                  <a:cubicBezTo>
                    <a:pt x="23421" y="2869"/>
                    <a:pt x="23388" y="2872"/>
                    <a:pt x="23349" y="2872"/>
                  </a:cubicBezTo>
                  <a:cubicBezTo>
                    <a:pt x="23235" y="2872"/>
                    <a:pt x="23063" y="2842"/>
                    <a:pt x="22945" y="2785"/>
                  </a:cubicBezTo>
                  <a:cubicBezTo>
                    <a:pt x="22893" y="2764"/>
                    <a:pt x="22854" y="2725"/>
                    <a:pt x="22826" y="2680"/>
                  </a:cubicBezTo>
                  <a:cubicBezTo>
                    <a:pt x="22826" y="2676"/>
                    <a:pt x="22823" y="2673"/>
                    <a:pt x="22823" y="2673"/>
                  </a:cubicBezTo>
                  <a:cubicBezTo>
                    <a:pt x="22816" y="2662"/>
                    <a:pt x="22809" y="2655"/>
                    <a:pt x="22805" y="2652"/>
                  </a:cubicBezTo>
                  <a:lnTo>
                    <a:pt x="22399" y="3457"/>
                  </a:lnTo>
                  <a:lnTo>
                    <a:pt x="22360" y="3772"/>
                  </a:lnTo>
                  <a:lnTo>
                    <a:pt x="22318" y="3782"/>
                  </a:lnTo>
                  <a:cubicBezTo>
                    <a:pt x="22283" y="3793"/>
                    <a:pt x="22227" y="3821"/>
                    <a:pt x="22220" y="3849"/>
                  </a:cubicBezTo>
                  <a:cubicBezTo>
                    <a:pt x="22213" y="3873"/>
                    <a:pt x="22234" y="3912"/>
                    <a:pt x="22276" y="3954"/>
                  </a:cubicBezTo>
                  <a:cubicBezTo>
                    <a:pt x="22340" y="4017"/>
                    <a:pt x="22378" y="4039"/>
                    <a:pt x="22419" y="4039"/>
                  </a:cubicBezTo>
                  <a:cubicBezTo>
                    <a:pt x="22447" y="4039"/>
                    <a:pt x="22476" y="4029"/>
                    <a:pt x="22514" y="4017"/>
                  </a:cubicBezTo>
                  <a:cubicBezTo>
                    <a:pt x="22605" y="3985"/>
                    <a:pt x="22700" y="3971"/>
                    <a:pt x="22795" y="3971"/>
                  </a:cubicBezTo>
                  <a:cubicBezTo>
                    <a:pt x="22921" y="3975"/>
                    <a:pt x="23047" y="4006"/>
                    <a:pt x="23159" y="4069"/>
                  </a:cubicBezTo>
                  <a:cubicBezTo>
                    <a:pt x="23187" y="4087"/>
                    <a:pt x="23218" y="4097"/>
                    <a:pt x="23250" y="4104"/>
                  </a:cubicBezTo>
                  <a:cubicBezTo>
                    <a:pt x="23257" y="4097"/>
                    <a:pt x="23260" y="4090"/>
                    <a:pt x="23260" y="4083"/>
                  </a:cubicBezTo>
                  <a:cubicBezTo>
                    <a:pt x="23313" y="3964"/>
                    <a:pt x="23425" y="3880"/>
                    <a:pt x="23554" y="3859"/>
                  </a:cubicBezTo>
                  <a:cubicBezTo>
                    <a:pt x="23574" y="3856"/>
                    <a:pt x="23593" y="3855"/>
                    <a:pt x="23612" y="3855"/>
                  </a:cubicBezTo>
                  <a:cubicBezTo>
                    <a:pt x="23724" y="3855"/>
                    <a:pt x="23829" y="3906"/>
                    <a:pt x="23901" y="3996"/>
                  </a:cubicBezTo>
                  <a:cubicBezTo>
                    <a:pt x="23915" y="4013"/>
                    <a:pt x="23932" y="4034"/>
                    <a:pt x="23953" y="4052"/>
                  </a:cubicBezTo>
                  <a:cubicBezTo>
                    <a:pt x="23992" y="4090"/>
                    <a:pt x="24034" y="4129"/>
                    <a:pt x="24083" y="4167"/>
                  </a:cubicBezTo>
                  <a:lnTo>
                    <a:pt x="24146" y="4220"/>
                  </a:lnTo>
                  <a:lnTo>
                    <a:pt x="24188" y="4255"/>
                  </a:lnTo>
                  <a:cubicBezTo>
                    <a:pt x="24475" y="4496"/>
                    <a:pt x="24646" y="4650"/>
                    <a:pt x="24618" y="4791"/>
                  </a:cubicBezTo>
                  <a:cubicBezTo>
                    <a:pt x="24608" y="4850"/>
                    <a:pt x="24573" y="4899"/>
                    <a:pt x="24520" y="4927"/>
                  </a:cubicBezTo>
                  <a:cubicBezTo>
                    <a:pt x="24463" y="4961"/>
                    <a:pt x="24390" y="4972"/>
                    <a:pt x="24317" y="4972"/>
                  </a:cubicBezTo>
                  <a:cubicBezTo>
                    <a:pt x="24167" y="4972"/>
                    <a:pt x="24013" y="4924"/>
                    <a:pt x="23971" y="4910"/>
                  </a:cubicBezTo>
                  <a:cubicBezTo>
                    <a:pt x="23949" y="4903"/>
                    <a:pt x="23926" y="4900"/>
                    <a:pt x="23901" y="4900"/>
                  </a:cubicBezTo>
                  <a:cubicBezTo>
                    <a:pt x="23845" y="4900"/>
                    <a:pt x="23782" y="4915"/>
                    <a:pt x="23719" y="4934"/>
                  </a:cubicBezTo>
                  <a:cubicBezTo>
                    <a:pt x="23680" y="4948"/>
                    <a:pt x="23642" y="4962"/>
                    <a:pt x="23603" y="4976"/>
                  </a:cubicBezTo>
                  <a:cubicBezTo>
                    <a:pt x="23498" y="5015"/>
                    <a:pt x="23386" y="5057"/>
                    <a:pt x="23288" y="5057"/>
                  </a:cubicBezTo>
                  <a:cubicBezTo>
                    <a:pt x="23284" y="5057"/>
                    <a:pt x="23280" y="5056"/>
                    <a:pt x="23276" y="5056"/>
                  </a:cubicBezTo>
                  <a:cubicBezTo>
                    <a:pt x="23046" y="5056"/>
                    <a:pt x="22827" y="5154"/>
                    <a:pt x="22665" y="5319"/>
                  </a:cubicBezTo>
                  <a:cubicBezTo>
                    <a:pt x="22605" y="5379"/>
                    <a:pt x="22556" y="5445"/>
                    <a:pt x="22518" y="5519"/>
                  </a:cubicBezTo>
                  <a:cubicBezTo>
                    <a:pt x="22441" y="5648"/>
                    <a:pt x="22371" y="5767"/>
                    <a:pt x="22133" y="5795"/>
                  </a:cubicBezTo>
                  <a:cubicBezTo>
                    <a:pt x="22077" y="5802"/>
                    <a:pt x="22024" y="5806"/>
                    <a:pt x="21979" y="5809"/>
                  </a:cubicBezTo>
                  <a:cubicBezTo>
                    <a:pt x="21814" y="5823"/>
                    <a:pt x="21699" y="5830"/>
                    <a:pt x="21534" y="5914"/>
                  </a:cubicBezTo>
                  <a:cubicBezTo>
                    <a:pt x="21471" y="5949"/>
                    <a:pt x="21412" y="5988"/>
                    <a:pt x="21352" y="6030"/>
                  </a:cubicBezTo>
                  <a:cubicBezTo>
                    <a:pt x="21191" y="6140"/>
                    <a:pt x="21004" y="6197"/>
                    <a:pt x="20815" y="6197"/>
                  </a:cubicBezTo>
                  <a:cubicBezTo>
                    <a:pt x="20675" y="6197"/>
                    <a:pt x="20535" y="6166"/>
                    <a:pt x="20403" y="6103"/>
                  </a:cubicBezTo>
                  <a:cubicBezTo>
                    <a:pt x="20379" y="6091"/>
                    <a:pt x="20306" y="6059"/>
                    <a:pt x="20222" y="6059"/>
                  </a:cubicBezTo>
                  <a:cubicBezTo>
                    <a:pt x="20135" y="6059"/>
                    <a:pt x="20035" y="6093"/>
                    <a:pt x="19962" y="6219"/>
                  </a:cubicBezTo>
                  <a:cubicBezTo>
                    <a:pt x="19910" y="6313"/>
                    <a:pt x="19941" y="6373"/>
                    <a:pt x="20004" y="6478"/>
                  </a:cubicBezTo>
                  <a:cubicBezTo>
                    <a:pt x="20060" y="6565"/>
                    <a:pt x="20130" y="6677"/>
                    <a:pt x="20109" y="6828"/>
                  </a:cubicBezTo>
                  <a:cubicBezTo>
                    <a:pt x="20088" y="7017"/>
                    <a:pt x="19948" y="7080"/>
                    <a:pt x="19798" y="7147"/>
                  </a:cubicBezTo>
                  <a:cubicBezTo>
                    <a:pt x="19658" y="7199"/>
                    <a:pt x="19528" y="7283"/>
                    <a:pt x="19427" y="7392"/>
                  </a:cubicBezTo>
                  <a:cubicBezTo>
                    <a:pt x="19167" y="7683"/>
                    <a:pt x="18755" y="7843"/>
                    <a:pt x="18473" y="7843"/>
                  </a:cubicBezTo>
                  <a:cubicBezTo>
                    <a:pt x="18440" y="7843"/>
                    <a:pt x="18409" y="7841"/>
                    <a:pt x="18380" y="7836"/>
                  </a:cubicBezTo>
                  <a:cubicBezTo>
                    <a:pt x="18345" y="7833"/>
                    <a:pt x="18303" y="7826"/>
                    <a:pt x="18257" y="7815"/>
                  </a:cubicBezTo>
                  <a:cubicBezTo>
                    <a:pt x="18118" y="7793"/>
                    <a:pt x="17929" y="7760"/>
                    <a:pt x="17727" y="7760"/>
                  </a:cubicBezTo>
                  <a:cubicBezTo>
                    <a:pt x="17549" y="7760"/>
                    <a:pt x="17360" y="7786"/>
                    <a:pt x="17186" y="7868"/>
                  </a:cubicBezTo>
                  <a:cubicBezTo>
                    <a:pt x="17011" y="7952"/>
                    <a:pt x="16843" y="8046"/>
                    <a:pt x="16682" y="8158"/>
                  </a:cubicBezTo>
                  <a:lnTo>
                    <a:pt x="16623" y="8193"/>
                  </a:lnTo>
                  <a:lnTo>
                    <a:pt x="16609" y="8204"/>
                  </a:lnTo>
                  <a:lnTo>
                    <a:pt x="16556" y="8239"/>
                  </a:lnTo>
                  <a:lnTo>
                    <a:pt x="16546" y="8242"/>
                  </a:lnTo>
                  <a:lnTo>
                    <a:pt x="16493" y="8274"/>
                  </a:lnTo>
                  <a:lnTo>
                    <a:pt x="16486" y="8277"/>
                  </a:lnTo>
                  <a:cubicBezTo>
                    <a:pt x="16469" y="8288"/>
                    <a:pt x="16451" y="8298"/>
                    <a:pt x="16433" y="8309"/>
                  </a:cubicBezTo>
                  <a:cubicBezTo>
                    <a:pt x="16402" y="8326"/>
                    <a:pt x="16367" y="8340"/>
                    <a:pt x="16332" y="8351"/>
                  </a:cubicBezTo>
                  <a:lnTo>
                    <a:pt x="16328" y="8351"/>
                  </a:lnTo>
                  <a:cubicBezTo>
                    <a:pt x="16314" y="8354"/>
                    <a:pt x="16300" y="8358"/>
                    <a:pt x="16283" y="8361"/>
                  </a:cubicBezTo>
                  <a:lnTo>
                    <a:pt x="16279" y="8361"/>
                  </a:lnTo>
                  <a:cubicBezTo>
                    <a:pt x="16265" y="8365"/>
                    <a:pt x="16251" y="8365"/>
                    <a:pt x="16237" y="8365"/>
                  </a:cubicBezTo>
                  <a:lnTo>
                    <a:pt x="16234" y="8365"/>
                  </a:lnTo>
                  <a:cubicBezTo>
                    <a:pt x="16220" y="8365"/>
                    <a:pt x="16206" y="8365"/>
                    <a:pt x="16195" y="8361"/>
                  </a:cubicBezTo>
                  <a:cubicBezTo>
                    <a:pt x="16118" y="8344"/>
                    <a:pt x="16048" y="8298"/>
                    <a:pt x="15999" y="8239"/>
                  </a:cubicBezTo>
                  <a:cubicBezTo>
                    <a:pt x="15955" y="8189"/>
                    <a:pt x="15917" y="8150"/>
                    <a:pt x="15844" y="8150"/>
                  </a:cubicBezTo>
                  <a:cubicBezTo>
                    <a:pt x="15836" y="8150"/>
                    <a:pt x="15827" y="8150"/>
                    <a:pt x="15817" y="8151"/>
                  </a:cubicBezTo>
                  <a:lnTo>
                    <a:pt x="15793" y="8151"/>
                  </a:lnTo>
                  <a:cubicBezTo>
                    <a:pt x="15765" y="8155"/>
                    <a:pt x="15740" y="8158"/>
                    <a:pt x="15716" y="8158"/>
                  </a:cubicBezTo>
                  <a:cubicBezTo>
                    <a:pt x="15700" y="8159"/>
                    <a:pt x="15684" y="8160"/>
                    <a:pt x="15669" y="8160"/>
                  </a:cubicBezTo>
                  <a:cubicBezTo>
                    <a:pt x="15495" y="8160"/>
                    <a:pt x="15372" y="8106"/>
                    <a:pt x="15240" y="8032"/>
                  </a:cubicBezTo>
                  <a:lnTo>
                    <a:pt x="15187" y="8001"/>
                  </a:lnTo>
                  <a:cubicBezTo>
                    <a:pt x="15151" y="7978"/>
                    <a:pt x="15118" y="7972"/>
                    <a:pt x="15081" y="7972"/>
                  </a:cubicBezTo>
                  <a:cubicBezTo>
                    <a:pt x="15060" y="7972"/>
                    <a:pt x="15037" y="7974"/>
                    <a:pt x="15012" y="7976"/>
                  </a:cubicBezTo>
                  <a:cubicBezTo>
                    <a:pt x="14986" y="7980"/>
                    <a:pt x="14960" y="7982"/>
                    <a:pt x="14935" y="7982"/>
                  </a:cubicBezTo>
                  <a:cubicBezTo>
                    <a:pt x="14807" y="7982"/>
                    <a:pt x="14684" y="7939"/>
                    <a:pt x="14585" y="7857"/>
                  </a:cubicBezTo>
                  <a:cubicBezTo>
                    <a:pt x="14389" y="7710"/>
                    <a:pt x="14070" y="7689"/>
                    <a:pt x="13839" y="7675"/>
                  </a:cubicBezTo>
                  <a:cubicBezTo>
                    <a:pt x="13755" y="7672"/>
                    <a:pt x="13685" y="7668"/>
                    <a:pt x="13629" y="7658"/>
                  </a:cubicBezTo>
                  <a:cubicBezTo>
                    <a:pt x="13528" y="7640"/>
                    <a:pt x="13265" y="7640"/>
                    <a:pt x="13017" y="7640"/>
                  </a:cubicBezTo>
                  <a:cubicBezTo>
                    <a:pt x="12751" y="7640"/>
                    <a:pt x="12474" y="7640"/>
                    <a:pt x="12327" y="7623"/>
                  </a:cubicBezTo>
                  <a:cubicBezTo>
                    <a:pt x="12274" y="7617"/>
                    <a:pt x="12221" y="7615"/>
                    <a:pt x="12167" y="7615"/>
                  </a:cubicBezTo>
                  <a:cubicBezTo>
                    <a:pt x="12113" y="7615"/>
                    <a:pt x="12059" y="7617"/>
                    <a:pt x="12005" y="7623"/>
                  </a:cubicBezTo>
                  <a:lnTo>
                    <a:pt x="11931" y="7626"/>
                  </a:lnTo>
                  <a:cubicBezTo>
                    <a:pt x="11900" y="7628"/>
                    <a:pt x="11869" y="7628"/>
                    <a:pt x="11840" y="7628"/>
                  </a:cubicBezTo>
                  <a:cubicBezTo>
                    <a:pt x="11714" y="7628"/>
                    <a:pt x="11615" y="7611"/>
                    <a:pt x="11578" y="7528"/>
                  </a:cubicBezTo>
                  <a:cubicBezTo>
                    <a:pt x="11574" y="7521"/>
                    <a:pt x="11571" y="7514"/>
                    <a:pt x="11571" y="7504"/>
                  </a:cubicBezTo>
                  <a:cubicBezTo>
                    <a:pt x="11550" y="7451"/>
                    <a:pt x="11518" y="7406"/>
                    <a:pt x="11476" y="7364"/>
                  </a:cubicBezTo>
                  <a:cubicBezTo>
                    <a:pt x="11368" y="7245"/>
                    <a:pt x="11291" y="7098"/>
                    <a:pt x="11252" y="6940"/>
                  </a:cubicBezTo>
                  <a:cubicBezTo>
                    <a:pt x="11182" y="6625"/>
                    <a:pt x="11007" y="6555"/>
                    <a:pt x="10881" y="6530"/>
                  </a:cubicBezTo>
                  <a:cubicBezTo>
                    <a:pt x="10790" y="6509"/>
                    <a:pt x="10710" y="6453"/>
                    <a:pt x="10657" y="6380"/>
                  </a:cubicBezTo>
                  <a:cubicBezTo>
                    <a:pt x="10612" y="6327"/>
                    <a:pt x="10580" y="6292"/>
                    <a:pt x="10531" y="6285"/>
                  </a:cubicBezTo>
                  <a:cubicBezTo>
                    <a:pt x="10482" y="6278"/>
                    <a:pt x="10447" y="6240"/>
                    <a:pt x="10409" y="6194"/>
                  </a:cubicBezTo>
                  <a:cubicBezTo>
                    <a:pt x="10346" y="6124"/>
                    <a:pt x="10265" y="6037"/>
                    <a:pt x="10132" y="6037"/>
                  </a:cubicBezTo>
                  <a:cubicBezTo>
                    <a:pt x="9939" y="6037"/>
                    <a:pt x="8994" y="5949"/>
                    <a:pt x="8844" y="5704"/>
                  </a:cubicBezTo>
                  <a:cubicBezTo>
                    <a:pt x="8749" y="5550"/>
                    <a:pt x="8826" y="5452"/>
                    <a:pt x="8882" y="5379"/>
                  </a:cubicBezTo>
                  <a:cubicBezTo>
                    <a:pt x="8924" y="5330"/>
                    <a:pt x="8956" y="5284"/>
                    <a:pt x="8956" y="5221"/>
                  </a:cubicBezTo>
                  <a:cubicBezTo>
                    <a:pt x="8959" y="5134"/>
                    <a:pt x="8973" y="5046"/>
                    <a:pt x="8998" y="4959"/>
                  </a:cubicBezTo>
                  <a:cubicBezTo>
                    <a:pt x="9015" y="4875"/>
                    <a:pt x="9043" y="4749"/>
                    <a:pt x="9015" y="4724"/>
                  </a:cubicBezTo>
                  <a:cubicBezTo>
                    <a:pt x="8917" y="4647"/>
                    <a:pt x="8725" y="4454"/>
                    <a:pt x="8700" y="4269"/>
                  </a:cubicBezTo>
                  <a:cubicBezTo>
                    <a:pt x="8683" y="4143"/>
                    <a:pt x="8441" y="3954"/>
                    <a:pt x="8291" y="3943"/>
                  </a:cubicBezTo>
                  <a:cubicBezTo>
                    <a:pt x="8087" y="3929"/>
                    <a:pt x="7930" y="3807"/>
                    <a:pt x="7758" y="3660"/>
                  </a:cubicBezTo>
                  <a:cubicBezTo>
                    <a:pt x="7723" y="3628"/>
                    <a:pt x="7681" y="3600"/>
                    <a:pt x="7643" y="3576"/>
                  </a:cubicBezTo>
                  <a:cubicBezTo>
                    <a:pt x="7517" y="3495"/>
                    <a:pt x="7401" y="3422"/>
                    <a:pt x="7345" y="3117"/>
                  </a:cubicBezTo>
                  <a:cubicBezTo>
                    <a:pt x="7345" y="3110"/>
                    <a:pt x="7342" y="3107"/>
                    <a:pt x="7342" y="3100"/>
                  </a:cubicBezTo>
                  <a:lnTo>
                    <a:pt x="7286" y="3089"/>
                  </a:lnTo>
                  <a:cubicBezTo>
                    <a:pt x="7258" y="3082"/>
                    <a:pt x="7230" y="3079"/>
                    <a:pt x="7205" y="3075"/>
                  </a:cubicBezTo>
                  <a:lnTo>
                    <a:pt x="7184" y="3075"/>
                  </a:lnTo>
                  <a:cubicBezTo>
                    <a:pt x="7174" y="3075"/>
                    <a:pt x="7167" y="3072"/>
                    <a:pt x="7156" y="3072"/>
                  </a:cubicBezTo>
                  <a:cubicBezTo>
                    <a:pt x="7149" y="3068"/>
                    <a:pt x="7139" y="3068"/>
                    <a:pt x="7132" y="3065"/>
                  </a:cubicBezTo>
                  <a:lnTo>
                    <a:pt x="7128" y="3065"/>
                  </a:lnTo>
                  <a:cubicBezTo>
                    <a:pt x="7121" y="3061"/>
                    <a:pt x="7114" y="3058"/>
                    <a:pt x="7107" y="3054"/>
                  </a:cubicBezTo>
                  <a:lnTo>
                    <a:pt x="7100" y="3054"/>
                  </a:lnTo>
                  <a:lnTo>
                    <a:pt x="7083" y="3044"/>
                  </a:lnTo>
                  <a:lnTo>
                    <a:pt x="7072" y="3040"/>
                  </a:lnTo>
                  <a:lnTo>
                    <a:pt x="7065" y="3033"/>
                  </a:lnTo>
                  <a:cubicBezTo>
                    <a:pt x="7065" y="3037"/>
                    <a:pt x="7062" y="3040"/>
                    <a:pt x="7058" y="3044"/>
                  </a:cubicBezTo>
                  <a:cubicBezTo>
                    <a:pt x="7051" y="3058"/>
                    <a:pt x="7041" y="3072"/>
                    <a:pt x="7034" y="3082"/>
                  </a:cubicBezTo>
                  <a:lnTo>
                    <a:pt x="7023" y="3100"/>
                  </a:lnTo>
                  <a:cubicBezTo>
                    <a:pt x="7013" y="3114"/>
                    <a:pt x="6999" y="3131"/>
                    <a:pt x="6988" y="3145"/>
                  </a:cubicBezTo>
                  <a:cubicBezTo>
                    <a:pt x="6946" y="3198"/>
                    <a:pt x="6915" y="3236"/>
                    <a:pt x="6915" y="3278"/>
                  </a:cubicBezTo>
                  <a:cubicBezTo>
                    <a:pt x="6915" y="3446"/>
                    <a:pt x="6838" y="3646"/>
                    <a:pt x="6617" y="3646"/>
                  </a:cubicBezTo>
                  <a:cubicBezTo>
                    <a:pt x="6488" y="3646"/>
                    <a:pt x="6334" y="3737"/>
                    <a:pt x="6323" y="3996"/>
                  </a:cubicBezTo>
                  <a:cubicBezTo>
                    <a:pt x="6316" y="4080"/>
                    <a:pt x="6337" y="4167"/>
                    <a:pt x="6383" y="4244"/>
                  </a:cubicBezTo>
                  <a:cubicBezTo>
                    <a:pt x="6414" y="4304"/>
                    <a:pt x="6449" y="4370"/>
                    <a:pt x="6393" y="4461"/>
                  </a:cubicBezTo>
                  <a:cubicBezTo>
                    <a:pt x="6316" y="4580"/>
                    <a:pt x="6067" y="4696"/>
                    <a:pt x="5896" y="4696"/>
                  </a:cubicBezTo>
                  <a:cubicBezTo>
                    <a:pt x="5861" y="4696"/>
                    <a:pt x="5822" y="4689"/>
                    <a:pt x="5791" y="4675"/>
                  </a:cubicBezTo>
                  <a:cubicBezTo>
                    <a:pt x="5735" y="4647"/>
                    <a:pt x="5637" y="4647"/>
                    <a:pt x="5528" y="4647"/>
                  </a:cubicBezTo>
                  <a:lnTo>
                    <a:pt x="5472" y="4647"/>
                  </a:lnTo>
                  <a:cubicBezTo>
                    <a:pt x="5420" y="4647"/>
                    <a:pt x="5364" y="4643"/>
                    <a:pt x="5308" y="4636"/>
                  </a:cubicBezTo>
                  <a:cubicBezTo>
                    <a:pt x="5245" y="4626"/>
                    <a:pt x="5185" y="4605"/>
                    <a:pt x="5133" y="4573"/>
                  </a:cubicBezTo>
                  <a:lnTo>
                    <a:pt x="5112" y="4563"/>
                  </a:lnTo>
                  <a:cubicBezTo>
                    <a:pt x="5087" y="4545"/>
                    <a:pt x="5059" y="4531"/>
                    <a:pt x="5031" y="4524"/>
                  </a:cubicBezTo>
                  <a:cubicBezTo>
                    <a:pt x="5021" y="4542"/>
                    <a:pt x="5014" y="4563"/>
                    <a:pt x="5010" y="4587"/>
                  </a:cubicBezTo>
                  <a:cubicBezTo>
                    <a:pt x="4965" y="4735"/>
                    <a:pt x="4912" y="4878"/>
                    <a:pt x="4853" y="5018"/>
                  </a:cubicBezTo>
                  <a:cubicBezTo>
                    <a:pt x="4776" y="5204"/>
                    <a:pt x="4653" y="5508"/>
                    <a:pt x="4660" y="5582"/>
                  </a:cubicBezTo>
                  <a:cubicBezTo>
                    <a:pt x="4737" y="5652"/>
                    <a:pt x="4793" y="5771"/>
                    <a:pt x="4758" y="5858"/>
                  </a:cubicBezTo>
                  <a:cubicBezTo>
                    <a:pt x="4736" y="5913"/>
                    <a:pt x="4684" y="5947"/>
                    <a:pt x="4627" y="5947"/>
                  </a:cubicBezTo>
                  <a:cubicBezTo>
                    <a:pt x="4622" y="5947"/>
                    <a:pt x="4616" y="5946"/>
                    <a:pt x="4611" y="5946"/>
                  </a:cubicBezTo>
                  <a:cubicBezTo>
                    <a:pt x="4394" y="5946"/>
                    <a:pt x="4251" y="5907"/>
                    <a:pt x="4174" y="5827"/>
                  </a:cubicBezTo>
                  <a:cubicBezTo>
                    <a:pt x="4171" y="5825"/>
                    <a:pt x="4167" y="5825"/>
                    <a:pt x="4162" y="5825"/>
                  </a:cubicBezTo>
                  <a:cubicBezTo>
                    <a:pt x="4129" y="5825"/>
                    <a:pt x="4048" y="5854"/>
                    <a:pt x="3998" y="5876"/>
                  </a:cubicBezTo>
                  <a:cubicBezTo>
                    <a:pt x="3908" y="5909"/>
                    <a:pt x="3805" y="5946"/>
                    <a:pt x="3713" y="5946"/>
                  </a:cubicBezTo>
                  <a:cubicBezTo>
                    <a:pt x="3709" y="5946"/>
                    <a:pt x="3705" y="5946"/>
                    <a:pt x="3701" y="5946"/>
                  </a:cubicBezTo>
                  <a:cubicBezTo>
                    <a:pt x="3610" y="5963"/>
                    <a:pt x="3522" y="6002"/>
                    <a:pt x="3449" y="6054"/>
                  </a:cubicBezTo>
                  <a:cubicBezTo>
                    <a:pt x="3561" y="6142"/>
                    <a:pt x="3578" y="6359"/>
                    <a:pt x="3578" y="6565"/>
                  </a:cubicBezTo>
                  <a:cubicBezTo>
                    <a:pt x="3578" y="6604"/>
                    <a:pt x="3631" y="6705"/>
                    <a:pt x="3673" y="6790"/>
                  </a:cubicBezTo>
                  <a:cubicBezTo>
                    <a:pt x="3753" y="6951"/>
                    <a:pt x="3830" y="7101"/>
                    <a:pt x="3792" y="7199"/>
                  </a:cubicBezTo>
                  <a:cubicBezTo>
                    <a:pt x="3757" y="7266"/>
                    <a:pt x="3708" y="7325"/>
                    <a:pt x="3652" y="7374"/>
                  </a:cubicBezTo>
                  <a:cubicBezTo>
                    <a:pt x="3582" y="7441"/>
                    <a:pt x="3505" y="7518"/>
                    <a:pt x="3505" y="7584"/>
                  </a:cubicBezTo>
                  <a:cubicBezTo>
                    <a:pt x="3505" y="7630"/>
                    <a:pt x="3508" y="7668"/>
                    <a:pt x="3512" y="7710"/>
                  </a:cubicBezTo>
                  <a:cubicBezTo>
                    <a:pt x="3512" y="7731"/>
                    <a:pt x="3515" y="7752"/>
                    <a:pt x="3519" y="7773"/>
                  </a:cubicBezTo>
                  <a:lnTo>
                    <a:pt x="3519" y="7805"/>
                  </a:lnTo>
                  <a:lnTo>
                    <a:pt x="3519" y="7945"/>
                  </a:lnTo>
                  <a:lnTo>
                    <a:pt x="3491" y="7924"/>
                  </a:lnTo>
                  <a:cubicBezTo>
                    <a:pt x="3477" y="7952"/>
                    <a:pt x="3456" y="7973"/>
                    <a:pt x="3424" y="7983"/>
                  </a:cubicBezTo>
                  <a:lnTo>
                    <a:pt x="3400" y="7997"/>
                  </a:lnTo>
                  <a:cubicBezTo>
                    <a:pt x="3298" y="8039"/>
                    <a:pt x="3067" y="8134"/>
                    <a:pt x="2952" y="8218"/>
                  </a:cubicBezTo>
                  <a:cubicBezTo>
                    <a:pt x="2892" y="8260"/>
                    <a:pt x="2826" y="8291"/>
                    <a:pt x="2756" y="8312"/>
                  </a:cubicBezTo>
                  <a:cubicBezTo>
                    <a:pt x="2661" y="8344"/>
                    <a:pt x="2581" y="8372"/>
                    <a:pt x="2549" y="8438"/>
                  </a:cubicBezTo>
                  <a:cubicBezTo>
                    <a:pt x="2487" y="8563"/>
                    <a:pt x="2376" y="8721"/>
                    <a:pt x="2118" y="8721"/>
                  </a:cubicBezTo>
                  <a:cubicBezTo>
                    <a:pt x="2100" y="8721"/>
                    <a:pt x="2082" y="8720"/>
                    <a:pt x="2063" y="8718"/>
                  </a:cubicBezTo>
                  <a:lnTo>
                    <a:pt x="2045" y="8718"/>
                  </a:lnTo>
                  <a:lnTo>
                    <a:pt x="1989" y="8711"/>
                  </a:lnTo>
                  <a:cubicBezTo>
                    <a:pt x="1936" y="8705"/>
                    <a:pt x="1892" y="8700"/>
                    <a:pt x="1853" y="8700"/>
                  </a:cubicBezTo>
                  <a:cubicBezTo>
                    <a:pt x="1763" y="8700"/>
                    <a:pt x="1698" y="8729"/>
                    <a:pt x="1607" y="8841"/>
                  </a:cubicBezTo>
                  <a:cubicBezTo>
                    <a:pt x="1499" y="8971"/>
                    <a:pt x="1436" y="8999"/>
                    <a:pt x="1362" y="9020"/>
                  </a:cubicBezTo>
                  <a:cubicBezTo>
                    <a:pt x="1327" y="9030"/>
                    <a:pt x="1296" y="9044"/>
                    <a:pt x="1271" y="9069"/>
                  </a:cubicBezTo>
                  <a:cubicBezTo>
                    <a:pt x="1231" y="9100"/>
                    <a:pt x="1191" y="9112"/>
                    <a:pt x="1154" y="9112"/>
                  </a:cubicBezTo>
                  <a:cubicBezTo>
                    <a:pt x="1073" y="9112"/>
                    <a:pt x="1001" y="9058"/>
                    <a:pt x="946" y="9020"/>
                  </a:cubicBezTo>
                  <a:cubicBezTo>
                    <a:pt x="921" y="8999"/>
                    <a:pt x="893" y="8981"/>
                    <a:pt x="865" y="8967"/>
                  </a:cubicBezTo>
                  <a:cubicBezTo>
                    <a:pt x="863" y="8966"/>
                    <a:pt x="860" y="8966"/>
                    <a:pt x="857" y="8966"/>
                  </a:cubicBezTo>
                  <a:cubicBezTo>
                    <a:pt x="829" y="8966"/>
                    <a:pt x="774" y="8994"/>
                    <a:pt x="736" y="9016"/>
                  </a:cubicBezTo>
                  <a:cubicBezTo>
                    <a:pt x="683" y="9051"/>
                    <a:pt x="624" y="9076"/>
                    <a:pt x="561" y="9083"/>
                  </a:cubicBezTo>
                  <a:cubicBezTo>
                    <a:pt x="536" y="9083"/>
                    <a:pt x="491" y="9121"/>
                    <a:pt x="456" y="9153"/>
                  </a:cubicBezTo>
                  <a:cubicBezTo>
                    <a:pt x="407" y="9205"/>
                    <a:pt x="344" y="9247"/>
                    <a:pt x="277" y="9272"/>
                  </a:cubicBezTo>
                  <a:cubicBezTo>
                    <a:pt x="242" y="9282"/>
                    <a:pt x="207" y="9289"/>
                    <a:pt x="172" y="9293"/>
                  </a:cubicBezTo>
                  <a:cubicBezTo>
                    <a:pt x="81" y="9307"/>
                    <a:pt x="81" y="9310"/>
                    <a:pt x="81" y="9356"/>
                  </a:cubicBezTo>
                  <a:lnTo>
                    <a:pt x="81" y="9384"/>
                  </a:lnTo>
                  <a:lnTo>
                    <a:pt x="81" y="9394"/>
                  </a:lnTo>
                  <a:lnTo>
                    <a:pt x="81" y="9415"/>
                  </a:lnTo>
                  <a:lnTo>
                    <a:pt x="81" y="9429"/>
                  </a:lnTo>
                  <a:cubicBezTo>
                    <a:pt x="81" y="9433"/>
                    <a:pt x="81" y="9443"/>
                    <a:pt x="78" y="9454"/>
                  </a:cubicBezTo>
                  <a:cubicBezTo>
                    <a:pt x="74" y="9461"/>
                    <a:pt x="78" y="9464"/>
                    <a:pt x="74" y="9468"/>
                  </a:cubicBezTo>
                  <a:cubicBezTo>
                    <a:pt x="71" y="9475"/>
                    <a:pt x="71" y="9485"/>
                    <a:pt x="67" y="9492"/>
                  </a:cubicBezTo>
                  <a:cubicBezTo>
                    <a:pt x="67" y="9499"/>
                    <a:pt x="64" y="9503"/>
                    <a:pt x="64" y="9510"/>
                  </a:cubicBezTo>
                  <a:cubicBezTo>
                    <a:pt x="60" y="9517"/>
                    <a:pt x="57" y="9524"/>
                    <a:pt x="57" y="9534"/>
                  </a:cubicBezTo>
                  <a:cubicBezTo>
                    <a:pt x="53" y="9541"/>
                    <a:pt x="50" y="9545"/>
                    <a:pt x="50" y="9552"/>
                  </a:cubicBezTo>
                  <a:cubicBezTo>
                    <a:pt x="46" y="9559"/>
                    <a:pt x="43" y="9566"/>
                    <a:pt x="39" y="9576"/>
                  </a:cubicBezTo>
                  <a:lnTo>
                    <a:pt x="29" y="9594"/>
                  </a:lnTo>
                  <a:cubicBezTo>
                    <a:pt x="25" y="9601"/>
                    <a:pt x="22" y="9608"/>
                    <a:pt x="15" y="9618"/>
                  </a:cubicBezTo>
                  <a:cubicBezTo>
                    <a:pt x="11" y="9625"/>
                    <a:pt x="8" y="9629"/>
                    <a:pt x="4" y="9636"/>
                  </a:cubicBezTo>
                  <a:lnTo>
                    <a:pt x="1" y="9643"/>
                  </a:lnTo>
                  <a:lnTo>
                    <a:pt x="74" y="10052"/>
                  </a:lnTo>
                  <a:cubicBezTo>
                    <a:pt x="106" y="10063"/>
                    <a:pt x="141" y="10077"/>
                    <a:pt x="183" y="10094"/>
                  </a:cubicBezTo>
                  <a:cubicBezTo>
                    <a:pt x="211" y="10105"/>
                    <a:pt x="239" y="10115"/>
                    <a:pt x="267" y="10129"/>
                  </a:cubicBezTo>
                  <a:cubicBezTo>
                    <a:pt x="428" y="10203"/>
                    <a:pt x="606" y="10315"/>
                    <a:pt x="620" y="10441"/>
                  </a:cubicBezTo>
                  <a:lnTo>
                    <a:pt x="624" y="10469"/>
                  </a:lnTo>
                  <a:lnTo>
                    <a:pt x="624" y="10472"/>
                  </a:lnTo>
                  <a:lnTo>
                    <a:pt x="631" y="10511"/>
                  </a:lnTo>
                  <a:cubicBezTo>
                    <a:pt x="659" y="10710"/>
                    <a:pt x="718" y="11092"/>
                    <a:pt x="725" y="11159"/>
                  </a:cubicBezTo>
                  <a:lnTo>
                    <a:pt x="732" y="11162"/>
                  </a:lnTo>
                  <a:lnTo>
                    <a:pt x="809" y="11222"/>
                  </a:lnTo>
                  <a:lnTo>
                    <a:pt x="827" y="11232"/>
                  </a:lnTo>
                  <a:lnTo>
                    <a:pt x="900" y="11288"/>
                  </a:lnTo>
                  <a:cubicBezTo>
                    <a:pt x="1121" y="11446"/>
                    <a:pt x="1201" y="11505"/>
                    <a:pt x="1208" y="11572"/>
                  </a:cubicBezTo>
                  <a:cubicBezTo>
                    <a:pt x="1208" y="11575"/>
                    <a:pt x="1208" y="11582"/>
                    <a:pt x="1208" y="11586"/>
                  </a:cubicBezTo>
                  <a:cubicBezTo>
                    <a:pt x="1212" y="11740"/>
                    <a:pt x="1306" y="11880"/>
                    <a:pt x="1450" y="11939"/>
                  </a:cubicBezTo>
                  <a:lnTo>
                    <a:pt x="1502" y="11964"/>
                  </a:lnTo>
                  <a:lnTo>
                    <a:pt x="1516" y="11971"/>
                  </a:lnTo>
                  <a:lnTo>
                    <a:pt x="1562" y="11992"/>
                  </a:lnTo>
                  <a:lnTo>
                    <a:pt x="1579" y="11999"/>
                  </a:lnTo>
                  <a:lnTo>
                    <a:pt x="1618" y="12020"/>
                  </a:lnTo>
                  <a:lnTo>
                    <a:pt x="1635" y="12027"/>
                  </a:lnTo>
                  <a:lnTo>
                    <a:pt x="1684" y="12055"/>
                  </a:lnTo>
                  <a:lnTo>
                    <a:pt x="1688" y="12055"/>
                  </a:lnTo>
                  <a:lnTo>
                    <a:pt x="1740" y="12083"/>
                  </a:lnTo>
                  <a:lnTo>
                    <a:pt x="1754" y="12090"/>
                  </a:lnTo>
                  <a:lnTo>
                    <a:pt x="1786" y="12107"/>
                  </a:lnTo>
                  <a:lnTo>
                    <a:pt x="1803" y="12118"/>
                  </a:lnTo>
                  <a:lnTo>
                    <a:pt x="1817" y="12125"/>
                  </a:lnTo>
                  <a:lnTo>
                    <a:pt x="1821" y="12111"/>
                  </a:lnTo>
                  <a:lnTo>
                    <a:pt x="2101" y="12083"/>
                  </a:lnTo>
                  <a:lnTo>
                    <a:pt x="2119" y="12093"/>
                  </a:lnTo>
                  <a:lnTo>
                    <a:pt x="2126" y="12100"/>
                  </a:lnTo>
                  <a:cubicBezTo>
                    <a:pt x="2150" y="12114"/>
                    <a:pt x="2171" y="12132"/>
                    <a:pt x="2192" y="12149"/>
                  </a:cubicBezTo>
                  <a:cubicBezTo>
                    <a:pt x="2199" y="12142"/>
                    <a:pt x="2203" y="12135"/>
                    <a:pt x="2210" y="12128"/>
                  </a:cubicBezTo>
                  <a:lnTo>
                    <a:pt x="2217" y="12121"/>
                  </a:lnTo>
                  <a:cubicBezTo>
                    <a:pt x="2252" y="12079"/>
                    <a:pt x="2290" y="12048"/>
                    <a:pt x="2332" y="12016"/>
                  </a:cubicBezTo>
                  <a:cubicBezTo>
                    <a:pt x="2455" y="11929"/>
                    <a:pt x="2591" y="11869"/>
                    <a:pt x="2738" y="11841"/>
                  </a:cubicBezTo>
                  <a:cubicBezTo>
                    <a:pt x="2756" y="11838"/>
                    <a:pt x="2770" y="11838"/>
                    <a:pt x="2784" y="11838"/>
                  </a:cubicBezTo>
                  <a:lnTo>
                    <a:pt x="2787" y="11838"/>
                  </a:lnTo>
                  <a:cubicBezTo>
                    <a:pt x="2794" y="11836"/>
                    <a:pt x="2801" y="11835"/>
                    <a:pt x="2808" y="11835"/>
                  </a:cubicBezTo>
                  <a:cubicBezTo>
                    <a:pt x="2815" y="11835"/>
                    <a:pt x="2822" y="11836"/>
                    <a:pt x="2829" y="11838"/>
                  </a:cubicBezTo>
                  <a:cubicBezTo>
                    <a:pt x="2983" y="11845"/>
                    <a:pt x="3239" y="12013"/>
                    <a:pt x="3393" y="12170"/>
                  </a:cubicBezTo>
                  <a:cubicBezTo>
                    <a:pt x="3424" y="12202"/>
                    <a:pt x="3452" y="12237"/>
                    <a:pt x="3480" y="12275"/>
                  </a:cubicBezTo>
                  <a:cubicBezTo>
                    <a:pt x="3484" y="12282"/>
                    <a:pt x="3491" y="12293"/>
                    <a:pt x="3494" y="12300"/>
                  </a:cubicBezTo>
                  <a:cubicBezTo>
                    <a:pt x="3522" y="12342"/>
                    <a:pt x="3533" y="12394"/>
                    <a:pt x="3519" y="12447"/>
                  </a:cubicBezTo>
                  <a:cubicBezTo>
                    <a:pt x="3470" y="12583"/>
                    <a:pt x="3116" y="13098"/>
                    <a:pt x="2927" y="13144"/>
                  </a:cubicBezTo>
                  <a:lnTo>
                    <a:pt x="2892" y="13151"/>
                  </a:lnTo>
                  <a:lnTo>
                    <a:pt x="2885" y="13151"/>
                  </a:lnTo>
                  <a:lnTo>
                    <a:pt x="2847" y="13154"/>
                  </a:lnTo>
                  <a:lnTo>
                    <a:pt x="2840" y="13154"/>
                  </a:lnTo>
                  <a:lnTo>
                    <a:pt x="2794" y="13158"/>
                  </a:lnTo>
                  <a:lnTo>
                    <a:pt x="2745" y="13161"/>
                  </a:lnTo>
                  <a:lnTo>
                    <a:pt x="2738" y="13161"/>
                  </a:lnTo>
                  <a:lnTo>
                    <a:pt x="2735" y="13182"/>
                  </a:lnTo>
                  <a:cubicBezTo>
                    <a:pt x="2724" y="13221"/>
                    <a:pt x="2717" y="13256"/>
                    <a:pt x="2714" y="13294"/>
                  </a:cubicBezTo>
                  <a:cubicBezTo>
                    <a:pt x="2714" y="13336"/>
                    <a:pt x="2784" y="13424"/>
                    <a:pt x="2843" y="13501"/>
                  </a:cubicBezTo>
                  <a:cubicBezTo>
                    <a:pt x="2903" y="13574"/>
                    <a:pt x="2959" y="13655"/>
                    <a:pt x="3008" y="13739"/>
                  </a:cubicBezTo>
                  <a:cubicBezTo>
                    <a:pt x="3067" y="13830"/>
                    <a:pt x="3046" y="13949"/>
                    <a:pt x="2959" y="14019"/>
                  </a:cubicBezTo>
                  <a:cubicBezTo>
                    <a:pt x="2906" y="14060"/>
                    <a:pt x="2841" y="14081"/>
                    <a:pt x="2775" y="14081"/>
                  </a:cubicBezTo>
                  <a:cubicBezTo>
                    <a:pt x="2708" y="14081"/>
                    <a:pt x="2640" y="14058"/>
                    <a:pt x="2584" y="14012"/>
                  </a:cubicBezTo>
                  <a:cubicBezTo>
                    <a:pt x="2563" y="13994"/>
                    <a:pt x="2553" y="13994"/>
                    <a:pt x="2549" y="13994"/>
                  </a:cubicBezTo>
                  <a:cubicBezTo>
                    <a:pt x="2549" y="13994"/>
                    <a:pt x="2539" y="14005"/>
                    <a:pt x="2532" y="14029"/>
                  </a:cubicBezTo>
                  <a:cubicBezTo>
                    <a:pt x="2518" y="14075"/>
                    <a:pt x="2525" y="14120"/>
                    <a:pt x="2549" y="14162"/>
                  </a:cubicBezTo>
                  <a:cubicBezTo>
                    <a:pt x="2595" y="14218"/>
                    <a:pt x="2609" y="14302"/>
                    <a:pt x="2626" y="14383"/>
                  </a:cubicBezTo>
                  <a:cubicBezTo>
                    <a:pt x="2640" y="14467"/>
                    <a:pt x="2658" y="14565"/>
                    <a:pt x="2703" y="14568"/>
                  </a:cubicBezTo>
                  <a:cubicBezTo>
                    <a:pt x="2794" y="14582"/>
                    <a:pt x="2871" y="14663"/>
                    <a:pt x="2945" y="14743"/>
                  </a:cubicBezTo>
                  <a:cubicBezTo>
                    <a:pt x="3018" y="14824"/>
                    <a:pt x="3081" y="14894"/>
                    <a:pt x="3144" y="14894"/>
                  </a:cubicBezTo>
                  <a:cubicBezTo>
                    <a:pt x="3218" y="14897"/>
                    <a:pt x="3284" y="14925"/>
                    <a:pt x="3337" y="14971"/>
                  </a:cubicBezTo>
                  <a:lnTo>
                    <a:pt x="3344" y="14978"/>
                  </a:lnTo>
                  <a:cubicBezTo>
                    <a:pt x="3358" y="14992"/>
                    <a:pt x="3375" y="15002"/>
                    <a:pt x="3386" y="15020"/>
                  </a:cubicBezTo>
                  <a:lnTo>
                    <a:pt x="3396" y="15030"/>
                  </a:lnTo>
                  <a:lnTo>
                    <a:pt x="3410" y="15044"/>
                  </a:lnTo>
                  <a:cubicBezTo>
                    <a:pt x="3452" y="15090"/>
                    <a:pt x="3487" y="15139"/>
                    <a:pt x="3519" y="15195"/>
                  </a:cubicBezTo>
                  <a:lnTo>
                    <a:pt x="3550" y="15216"/>
                  </a:lnTo>
                  <a:lnTo>
                    <a:pt x="3554" y="15216"/>
                  </a:lnTo>
                  <a:lnTo>
                    <a:pt x="3585" y="15241"/>
                  </a:lnTo>
                  <a:lnTo>
                    <a:pt x="3592" y="15244"/>
                  </a:lnTo>
                  <a:lnTo>
                    <a:pt x="3624" y="15272"/>
                  </a:lnTo>
                  <a:lnTo>
                    <a:pt x="3631" y="15276"/>
                  </a:lnTo>
                  <a:cubicBezTo>
                    <a:pt x="3641" y="15283"/>
                    <a:pt x="3652" y="15293"/>
                    <a:pt x="3662" y="15304"/>
                  </a:cubicBezTo>
                  <a:cubicBezTo>
                    <a:pt x="3673" y="15311"/>
                    <a:pt x="3683" y="15321"/>
                    <a:pt x="3694" y="15332"/>
                  </a:cubicBezTo>
                  <a:lnTo>
                    <a:pt x="3697" y="15335"/>
                  </a:lnTo>
                  <a:cubicBezTo>
                    <a:pt x="3708" y="15346"/>
                    <a:pt x="3715" y="15356"/>
                    <a:pt x="3722" y="15367"/>
                  </a:cubicBezTo>
                  <a:lnTo>
                    <a:pt x="3725" y="15370"/>
                  </a:lnTo>
                  <a:cubicBezTo>
                    <a:pt x="3736" y="15381"/>
                    <a:pt x="3743" y="15391"/>
                    <a:pt x="3746" y="15402"/>
                  </a:cubicBezTo>
                  <a:lnTo>
                    <a:pt x="3750" y="15405"/>
                  </a:lnTo>
                  <a:cubicBezTo>
                    <a:pt x="3757" y="15416"/>
                    <a:pt x="3760" y="15423"/>
                    <a:pt x="3764" y="15433"/>
                  </a:cubicBezTo>
                  <a:lnTo>
                    <a:pt x="3799" y="15430"/>
                  </a:lnTo>
                  <a:lnTo>
                    <a:pt x="3834" y="15426"/>
                  </a:lnTo>
                  <a:lnTo>
                    <a:pt x="3837" y="15426"/>
                  </a:lnTo>
                  <a:lnTo>
                    <a:pt x="3865" y="15423"/>
                  </a:lnTo>
                  <a:lnTo>
                    <a:pt x="3897" y="15419"/>
                  </a:lnTo>
                  <a:lnTo>
                    <a:pt x="3918" y="15412"/>
                  </a:lnTo>
                  <a:lnTo>
                    <a:pt x="3921" y="15412"/>
                  </a:lnTo>
                  <a:lnTo>
                    <a:pt x="3939" y="15405"/>
                  </a:lnTo>
                  <a:lnTo>
                    <a:pt x="3942" y="15405"/>
                  </a:lnTo>
                  <a:cubicBezTo>
                    <a:pt x="3949" y="15405"/>
                    <a:pt x="3953" y="15402"/>
                    <a:pt x="3956" y="15398"/>
                  </a:cubicBezTo>
                  <a:cubicBezTo>
                    <a:pt x="3960" y="15398"/>
                    <a:pt x="3960" y="15395"/>
                    <a:pt x="3963" y="15391"/>
                  </a:cubicBezTo>
                  <a:cubicBezTo>
                    <a:pt x="3981" y="15342"/>
                    <a:pt x="4023" y="15304"/>
                    <a:pt x="4072" y="15297"/>
                  </a:cubicBezTo>
                  <a:cubicBezTo>
                    <a:pt x="4095" y="15290"/>
                    <a:pt x="4120" y="15287"/>
                    <a:pt x="4148" y="15287"/>
                  </a:cubicBezTo>
                  <a:cubicBezTo>
                    <a:pt x="4258" y="15287"/>
                    <a:pt x="4401" y="15338"/>
                    <a:pt x="4510" y="15447"/>
                  </a:cubicBezTo>
                  <a:cubicBezTo>
                    <a:pt x="4604" y="15538"/>
                    <a:pt x="4867" y="15720"/>
                    <a:pt x="5119" y="15895"/>
                  </a:cubicBezTo>
                  <a:cubicBezTo>
                    <a:pt x="5318" y="16032"/>
                    <a:pt x="5511" y="16165"/>
                    <a:pt x="5623" y="16256"/>
                  </a:cubicBezTo>
                  <a:cubicBezTo>
                    <a:pt x="5867" y="16456"/>
                    <a:pt x="6427" y="16666"/>
                    <a:pt x="6622" y="16666"/>
                  </a:cubicBezTo>
                  <a:cubicBezTo>
                    <a:pt x="6625" y="16666"/>
                    <a:pt x="6628" y="16665"/>
                    <a:pt x="6631" y="16665"/>
                  </a:cubicBezTo>
                  <a:cubicBezTo>
                    <a:pt x="6736" y="16665"/>
                    <a:pt x="6841" y="16686"/>
                    <a:pt x="6943" y="16725"/>
                  </a:cubicBezTo>
                  <a:cubicBezTo>
                    <a:pt x="7072" y="16774"/>
                    <a:pt x="7209" y="16798"/>
                    <a:pt x="7349" y="16798"/>
                  </a:cubicBezTo>
                  <a:lnTo>
                    <a:pt x="7450" y="16798"/>
                  </a:lnTo>
                  <a:cubicBezTo>
                    <a:pt x="7471" y="16784"/>
                    <a:pt x="7492" y="16774"/>
                    <a:pt x="7513" y="16763"/>
                  </a:cubicBezTo>
                  <a:cubicBezTo>
                    <a:pt x="7541" y="16749"/>
                    <a:pt x="7569" y="16728"/>
                    <a:pt x="7590" y="16704"/>
                  </a:cubicBezTo>
                  <a:cubicBezTo>
                    <a:pt x="7594" y="16700"/>
                    <a:pt x="7597" y="16697"/>
                    <a:pt x="7601" y="16693"/>
                  </a:cubicBezTo>
                  <a:cubicBezTo>
                    <a:pt x="7611" y="16676"/>
                    <a:pt x="7622" y="16662"/>
                    <a:pt x="7639" y="16651"/>
                  </a:cubicBezTo>
                  <a:cubicBezTo>
                    <a:pt x="7657" y="16637"/>
                    <a:pt x="7678" y="16627"/>
                    <a:pt x="7702" y="16627"/>
                  </a:cubicBezTo>
                  <a:cubicBezTo>
                    <a:pt x="7707" y="16626"/>
                    <a:pt x="7711" y="16626"/>
                    <a:pt x="7716" y="16626"/>
                  </a:cubicBezTo>
                  <a:cubicBezTo>
                    <a:pt x="7730" y="16626"/>
                    <a:pt x="7745" y="16630"/>
                    <a:pt x="7758" y="16637"/>
                  </a:cubicBezTo>
                  <a:cubicBezTo>
                    <a:pt x="7860" y="16679"/>
                    <a:pt x="7930" y="16879"/>
                    <a:pt x="7891" y="17026"/>
                  </a:cubicBezTo>
                  <a:cubicBezTo>
                    <a:pt x="7888" y="17033"/>
                    <a:pt x="7888" y="17043"/>
                    <a:pt x="7884" y="17054"/>
                  </a:cubicBezTo>
                  <a:lnTo>
                    <a:pt x="7884" y="17061"/>
                  </a:lnTo>
                  <a:lnTo>
                    <a:pt x="7884" y="17071"/>
                  </a:lnTo>
                  <a:lnTo>
                    <a:pt x="7888" y="17064"/>
                  </a:lnTo>
                  <a:cubicBezTo>
                    <a:pt x="7898" y="17043"/>
                    <a:pt x="7912" y="17019"/>
                    <a:pt x="7919" y="16994"/>
                  </a:cubicBezTo>
                  <a:cubicBezTo>
                    <a:pt x="7972" y="16847"/>
                    <a:pt x="8091" y="16728"/>
                    <a:pt x="8238" y="16676"/>
                  </a:cubicBezTo>
                  <a:cubicBezTo>
                    <a:pt x="8270" y="16665"/>
                    <a:pt x="8301" y="16648"/>
                    <a:pt x="8329" y="16627"/>
                  </a:cubicBezTo>
                  <a:cubicBezTo>
                    <a:pt x="8340" y="16620"/>
                    <a:pt x="8347" y="16613"/>
                    <a:pt x="8357" y="16606"/>
                  </a:cubicBezTo>
                  <a:cubicBezTo>
                    <a:pt x="8375" y="16595"/>
                    <a:pt x="8396" y="16588"/>
                    <a:pt x="8413" y="16581"/>
                  </a:cubicBezTo>
                  <a:cubicBezTo>
                    <a:pt x="8434" y="16574"/>
                    <a:pt x="8452" y="16571"/>
                    <a:pt x="8473" y="16567"/>
                  </a:cubicBezTo>
                  <a:lnTo>
                    <a:pt x="8501" y="16567"/>
                  </a:lnTo>
                  <a:cubicBezTo>
                    <a:pt x="8602" y="16567"/>
                    <a:pt x="8714" y="16623"/>
                    <a:pt x="8851" y="16693"/>
                  </a:cubicBezTo>
                  <a:cubicBezTo>
                    <a:pt x="8865" y="16704"/>
                    <a:pt x="8879" y="16707"/>
                    <a:pt x="8896" y="16714"/>
                  </a:cubicBezTo>
                  <a:cubicBezTo>
                    <a:pt x="8917" y="16718"/>
                    <a:pt x="8938" y="16721"/>
                    <a:pt x="8959" y="16721"/>
                  </a:cubicBezTo>
                  <a:cubicBezTo>
                    <a:pt x="8984" y="16718"/>
                    <a:pt x="9005" y="16714"/>
                    <a:pt x="9029" y="16711"/>
                  </a:cubicBezTo>
                  <a:lnTo>
                    <a:pt x="9064" y="16707"/>
                  </a:lnTo>
                  <a:lnTo>
                    <a:pt x="9201" y="16707"/>
                  </a:lnTo>
                  <a:lnTo>
                    <a:pt x="9215" y="16711"/>
                  </a:lnTo>
                  <a:lnTo>
                    <a:pt x="9229" y="16714"/>
                  </a:lnTo>
                  <a:lnTo>
                    <a:pt x="9243" y="16718"/>
                  </a:lnTo>
                  <a:lnTo>
                    <a:pt x="9257" y="16725"/>
                  </a:lnTo>
                  <a:lnTo>
                    <a:pt x="9271" y="16728"/>
                  </a:lnTo>
                  <a:lnTo>
                    <a:pt x="9285" y="16735"/>
                  </a:lnTo>
                  <a:lnTo>
                    <a:pt x="9302" y="16742"/>
                  </a:lnTo>
                  <a:lnTo>
                    <a:pt x="9316" y="16749"/>
                  </a:lnTo>
                  <a:lnTo>
                    <a:pt x="9334" y="16760"/>
                  </a:lnTo>
                  <a:lnTo>
                    <a:pt x="9351" y="16767"/>
                  </a:lnTo>
                  <a:lnTo>
                    <a:pt x="9369" y="16781"/>
                  </a:lnTo>
                  <a:lnTo>
                    <a:pt x="9383" y="16788"/>
                  </a:lnTo>
                  <a:lnTo>
                    <a:pt x="9404" y="16802"/>
                  </a:lnTo>
                  <a:lnTo>
                    <a:pt x="9421" y="16816"/>
                  </a:lnTo>
                  <a:lnTo>
                    <a:pt x="9442" y="16830"/>
                  </a:lnTo>
                  <a:lnTo>
                    <a:pt x="9460" y="16847"/>
                  </a:lnTo>
                  <a:lnTo>
                    <a:pt x="9463" y="16847"/>
                  </a:lnTo>
                  <a:lnTo>
                    <a:pt x="9502" y="16833"/>
                  </a:lnTo>
                  <a:lnTo>
                    <a:pt x="9509" y="16830"/>
                  </a:lnTo>
                  <a:lnTo>
                    <a:pt x="9533" y="16823"/>
                  </a:lnTo>
                  <a:cubicBezTo>
                    <a:pt x="9565" y="16805"/>
                    <a:pt x="9603" y="16798"/>
                    <a:pt x="9642" y="16795"/>
                  </a:cubicBezTo>
                  <a:cubicBezTo>
                    <a:pt x="9687" y="16760"/>
                    <a:pt x="9726" y="16721"/>
                    <a:pt x="9761" y="16679"/>
                  </a:cubicBezTo>
                  <a:cubicBezTo>
                    <a:pt x="9789" y="16648"/>
                    <a:pt x="9820" y="16609"/>
                    <a:pt x="9855" y="16578"/>
                  </a:cubicBezTo>
                  <a:cubicBezTo>
                    <a:pt x="9883" y="16546"/>
                    <a:pt x="9908" y="16508"/>
                    <a:pt x="9925" y="16469"/>
                  </a:cubicBezTo>
                  <a:cubicBezTo>
                    <a:pt x="9953" y="16414"/>
                    <a:pt x="9989" y="16339"/>
                    <a:pt x="10086" y="16339"/>
                  </a:cubicBezTo>
                  <a:cubicBezTo>
                    <a:pt x="10099" y="16339"/>
                    <a:pt x="10113" y="16340"/>
                    <a:pt x="10128" y="16343"/>
                  </a:cubicBezTo>
                  <a:cubicBezTo>
                    <a:pt x="10132" y="16344"/>
                    <a:pt x="10135" y="16344"/>
                    <a:pt x="10139" y="16344"/>
                  </a:cubicBezTo>
                  <a:cubicBezTo>
                    <a:pt x="10173" y="16344"/>
                    <a:pt x="10205" y="16313"/>
                    <a:pt x="10272" y="16256"/>
                  </a:cubicBezTo>
                  <a:cubicBezTo>
                    <a:pt x="10360" y="16172"/>
                    <a:pt x="10458" y="16102"/>
                    <a:pt x="10563" y="16046"/>
                  </a:cubicBezTo>
                  <a:cubicBezTo>
                    <a:pt x="10646" y="16000"/>
                    <a:pt x="10726" y="15985"/>
                    <a:pt x="10801" y="15985"/>
                  </a:cubicBezTo>
                  <a:cubicBezTo>
                    <a:pt x="10886" y="15985"/>
                    <a:pt x="10963" y="16004"/>
                    <a:pt x="11028" y="16021"/>
                  </a:cubicBezTo>
                  <a:cubicBezTo>
                    <a:pt x="11083" y="16034"/>
                    <a:pt x="11124" y="16045"/>
                    <a:pt x="11155" y="16045"/>
                  </a:cubicBezTo>
                  <a:cubicBezTo>
                    <a:pt x="11173" y="16045"/>
                    <a:pt x="11188" y="16041"/>
                    <a:pt x="11200" y="16032"/>
                  </a:cubicBezTo>
                  <a:cubicBezTo>
                    <a:pt x="11275" y="15968"/>
                    <a:pt x="11374" y="15911"/>
                    <a:pt x="11457" y="15911"/>
                  </a:cubicBezTo>
                  <a:cubicBezTo>
                    <a:pt x="11479" y="15911"/>
                    <a:pt x="11499" y="15915"/>
                    <a:pt x="11518" y="15923"/>
                  </a:cubicBezTo>
                  <a:cubicBezTo>
                    <a:pt x="11564" y="15944"/>
                    <a:pt x="11588" y="15990"/>
                    <a:pt x="11588" y="16039"/>
                  </a:cubicBezTo>
                  <a:cubicBezTo>
                    <a:pt x="11588" y="16074"/>
                    <a:pt x="11634" y="16137"/>
                    <a:pt x="11679" y="16189"/>
                  </a:cubicBezTo>
                  <a:cubicBezTo>
                    <a:pt x="11728" y="16249"/>
                    <a:pt x="11770" y="16312"/>
                    <a:pt x="11798" y="16385"/>
                  </a:cubicBezTo>
                  <a:cubicBezTo>
                    <a:pt x="11802" y="16389"/>
                    <a:pt x="11802" y="16392"/>
                    <a:pt x="11805" y="16396"/>
                  </a:cubicBezTo>
                  <a:cubicBezTo>
                    <a:pt x="11805" y="16399"/>
                    <a:pt x="11809" y="16403"/>
                    <a:pt x="11812" y="16406"/>
                  </a:cubicBezTo>
                  <a:lnTo>
                    <a:pt x="11823" y="16413"/>
                  </a:lnTo>
                  <a:cubicBezTo>
                    <a:pt x="11865" y="16448"/>
                    <a:pt x="11914" y="16473"/>
                    <a:pt x="11966" y="16487"/>
                  </a:cubicBezTo>
                  <a:lnTo>
                    <a:pt x="11970" y="16487"/>
                  </a:lnTo>
                  <a:lnTo>
                    <a:pt x="11984" y="16490"/>
                  </a:lnTo>
                  <a:cubicBezTo>
                    <a:pt x="12001" y="16494"/>
                    <a:pt x="12019" y="16497"/>
                    <a:pt x="12036" y="16501"/>
                  </a:cubicBezTo>
                  <a:lnTo>
                    <a:pt x="12043" y="16501"/>
                  </a:lnTo>
                  <a:lnTo>
                    <a:pt x="12057" y="16490"/>
                  </a:lnTo>
                  <a:lnTo>
                    <a:pt x="12064" y="16487"/>
                  </a:lnTo>
                  <a:lnTo>
                    <a:pt x="12078" y="16480"/>
                  </a:lnTo>
                  <a:lnTo>
                    <a:pt x="12082" y="16480"/>
                  </a:lnTo>
                  <a:lnTo>
                    <a:pt x="12092" y="16473"/>
                  </a:lnTo>
                  <a:lnTo>
                    <a:pt x="12099" y="16466"/>
                  </a:lnTo>
                  <a:cubicBezTo>
                    <a:pt x="12150" y="16434"/>
                    <a:pt x="12209" y="16417"/>
                    <a:pt x="12268" y="16417"/>
                  </a:cubicBezTo>
                  <a:cubicBezTo>
                    <a:pt x="12319" y="16417"/>
                    <a:pt x="12369" y="16429"/>
                    <a:pt x="12415" y="16455"/>
                  </a:cubicBezTo>
                  <a:cubicBezTo>
                    <a:pt x="12502" y="16494"/>
                    <a:pt x="12562" y="16581"/>
                    <a:pt x="12569" y="16679"/>
                  </a:cubicBezTo>
                  <a:cubicBezTo>
                    <a:pt x="12569" y="16875"/>
                    <a:pt x="12600" y="16914"/>
                    <a:pt x="12625" y="16914"/>
                  </a:cubicBezTo>
                  <a:cubicBezTo>
                    <a:pt x="12768" y="16914"/>
                    <a:pt x="12908" y="16942"/>
                    <a:pt x="12908" y="17247"/>
                  </a:cubicBezTo>
                  <a:cubicBezTo>
                    <a:pt x="12908" y="17306"/>
                    <a:pt x="12912" y="17366"/>
                    <a:pt x="12919" y="17429"/>
                  </a:cubicBezTo>
                  <a:cubicBezTo>
                    <a:pt x="12933" y="17621"/>
                    <a:pt x="12950" y="17835"/>
                    <a:pt x="12821" y="18017"/>
                  </a:cubicBezTo>
                  <a:cubicBezTo>
                    <a:pt x="12800" y="18045"/>
                    <a:pt x="12779" y="18073"/>
                    <a:pt x="12754" y="18094"/>
                  </a:cubicBezTo>
                  <a:cubicBezTo>
                    <a:pt x="12740" y="18111"/>
                    <a:pt x="12723" y="18129"/>
                    <a:pt x="12709" y="18143"/>
                  </a:cubicBezTo>
                  <a:cubicBezTo>
                    <a:pt x="12474" y="18395"/>
                    <a:pt x="12295" y="18724"/>
                    <a:pt x="12320" y="18787"/>
                  </a:cubicBezTo>
                  <a:cubicBezTo>
                    <a:pt x="12341" y="18850"/>
                    <a:pt x="12345" y="18916"/>
                    <a:pt x="12334" y="18979"/>
                  </a:cubicBezTo>
                  <a:cubicBezTo>
                    <a:pt x="12334" y="18993"/>
                    <a:pt x="12331" y="19007"/>
                    <a:pt x="12331" y="19021"/>
                  </a:cubicBezTo>
                  <a:cubicBezTo>
                    <a:pt x="12388" y="18992"/>
                    <a:pt x="12465" y="18979"/>
                    <a:pt x="12544" y="18979"/>
                  </a:cubicBezTo>
                  <a:cubicBezTo>
                    <a:pt x="12689" y="18979"/>
                    <a:pt x="12841" y="19022"/>
                    <a:pt x="12898" y="19081"/>
                  </a:cubicBezTo>
                  <a:cubicBezTo>
                    <a:pt x="12933" y="19116"/>
                    <a:pt x="12940" y="19172"/>
                    <a:pt x="12912" y="19214"/>
                  </a:cubicBezTo>
                  <a:cubicBezTo>
                    <a:pt x="12894" y="19242"/>
                    <a:pt x="12894" y="19375"/>
                    <a:pt x="12947" y="19480"/>
                  </a:cubicBezTo>
                  <a:cubicBezTo>
                    <a:pt x="12975" y="19529"/>
                    <a:pt x="13003" y="19561"/>
                    <a:pt x="13031" y="19561"/>
                  </a:cubicBezTo>
                  <a:cubicBezTo>
                    <a:pt x="13146" y="19571"/>
                    <a:pt x="13230" y="19613"/>
                    <a:pt x="13276" y="19680"/>
                  </a:cubicBezTo>
                  <a:cubicBezTo>
                    <a:pt x="13314" y="19743"/>
                    <a:pt x="13321" y="19823"/>
                    <a:pt x="13293" y="19890"/>
                  </a:cubicBezTo>
                  <a:lnTo>
                    <a:pt x="13283" y="19925"/>
                  </a:lnTo>
                  <a:cubicBezTo>
                    <a:pt x="13262" y="19988"/>
                    <a:pt x="13213" y="20128"/>
                    <a:pt x="13227" y="20166"/>
                  </a:cubicBezTo>
                  <a:lnTo>
                    <a:pt x="13234" y="20166"/>
                  </a:lnTo>
                  <a:cubicBezTo>
                    <a:pt x="13349" y="20166"/>
                    <a:pt x="13496" y="20166"/>
                    <a:pt x="13566" y="20250"/>
                  </a:cubicBezTo>
                  <a:cubicBezTo>
                    <a:pt x="13598" y="20289"/>
                    <a:pt x="13612" y="20341"/>
                    <a:pt x="13601" y="20390"/>
                  </a:cubicBezTo>
                  <a:cubicBezTo>
                    <a:pt x="13591" y="20432"/>
                    <a:pt x="13605" y="20474"/>
                    <a:pt x="13636" y="20502"/>
                  </a:cubicBezTo>
                  <a:cubicBezTo>
                    <a:pt x="13659" y="20519"/>
                    <a:pt x="13688" y="20528"/>
                    <a:pt x="13723" y="20528"/>
                  </a:cubicBezTo>
                  <a:cubicBezTo>
                    <a:pt x="13760" y="20528"/>
                    <a:pt x="13803" y="20519"/>
                    <a:pt x="13850" y="20499"/>
                  </a:cubicBezTo>
                  <a:cubicBezTo>
                    <a:pt x="13881" y="20488"/>
                    <a:pt x="13909" y="20474"/>
                    <a:pt x="13934" y="20464"/>
                  </a:cubicBezTo>
                  <a:lnTo>
                    <a:pt x="13962" y="20453"/>
                  </a:lnTo>
                  <a:lnTo>
                    <a:pt x="13965" y="20453"/>
                  </a:lnTo>
                  <a:cubicBezTo>
                    <a:pt x="14006" y="20435"/>
                    <a:pt x="14047" y="20420"/>
                    <a:pt x="14084" y="20420"/>
                  </a:cubicBezTo>
                  <a:cubicBezTo>
                    <a:pt x="14110" y="20420"/>
                    <a:pt x="14134" y="20427"/>
                    <a:pt x="14154" y="20446"/>
                  </a:cubicBezTo>
                  <a:cubicBezTo>
                    <a:pt x="14214" y="20460"/>
                    <a:pt x="14252" y="20523"/>
                    <a:pt x="14280" y="20572"/>
                  </a:cubicBezTo>
                  <a:cubicBezTo>
                    <a:pt x="14312" y="20632"/>
                    <a:pt x="14343" y="20688"/>
                    <a:pt x="14410" y="20705"/>
                  </a:cubicBezTo>
                  <a:lnTo>
                    <a:pt x="14421" y="20705"/>
                  </a:lnTo>
                  <a:cubicBezTo>
                    <a:pt x="14456" y="20670"/>
                    <a:pt x="14410" y="20425"/>
                    <a:pt x="14368" y="20380"/>
                  </a:cubicBezTo>
                  <a:cubicBezTo>
                    <a:pt x="14284" y="20296"/>
                    <a:pt x="14343" y="20075"/>
                    <a:pt x="14410" y="20012"/>
                  </a:cubicBezTo>
                  <a:cubicBezTo>
                    <a:pt x="14424" y="19995"/>
                    <a:pt x="14449" y="19984"/>
                    <a:pt x="14470" y="19981"/>
                  </a:cubicBezTo>
                  <a:cubicBezTo>
                    <a:pt x="14474" y="19980"/>
                    <a:pt x="14477" y="19980"/>
                    <a:pt x="14481" y="19980"/>
                  </a:cubicBezTo>
                  <a:cubicBezTo>
                    <a:pt x="14508" y="19980"/>
                    <a:pt x="14532" y="19990"/>
                    <a:pt x="14550" y="20009"/>
                  </a:cubicBezTo>
                  <a:lnTo>
                    <a:pt x="14554" y="20009"/>
                  </a:lnTo>
                  <a:cubicBezTo>
                    <a:pt x="14561" y="20012"/>
                    <a:pt x="14571" y="20012"/>
                    <a:pt x="14582" y="20012"/>
                  </a:cubicBezTo>
                  <a:lnTo>
                    <a:pt x="14585" y="20012"/>
                  </a:lnTo>
                  <a:cubicBezTo>
                    <a:pt x="14592" y="20012"/>
                    <a:pt x="14599" y="20012"/>
                    <a:pt x="14606" y="20009"/>
                  </a:cubicBezTo>
                  <a:cubicBezTo>
                    <a:pt x="14617" y="20009"/>
                    <a:pt x="14627" y="20005"/>
                    <a:pt x="14634" y="20002"/>
                  </a:cubicBezTo>
                  <a:lnTo>
                    <a:pt x="14662" y="19991"/>
                  </a:lnTo>
                  <a:lnTo>
                    <a:pt x="14683" y="19984"/>
                  </a:lnTo>
                  <a:lnTo>
                    <a:pt x="14690" y="19981"/>
                  </a:lnTo>
                  <a:cubicBezTo>
                    <a:pt x="14701" y="19974"/>
                    <a:pt x="14711" y="19967"/>
                    <a:pt x="14722" y="19963"/>
                  </a:cubicBezTo>
                  <a:lnTo>
                    <a:pt x="14725" y="19963"/>
                  </a:lnTo>
                  <a:cubicBezTo>
                    <a:pt x="14736" y="19956"/>
                    <a:pt x="14746" y="19949"/>
                    <a:pt x="14753" y="19942"/>
                  </a:cubicBezTo>
                  <a:lnTo>
                    <a:pt x="14757" y="19939"/>
                  </a:lnTo>
                  <a:cubicBezTo>
                    <a:pt x="14764" y="19932"/>
                    <a:pt x="14771" y="19925"/>
                    <a:pt x="14778" y="19921"/>
                  </a:cubicBezTo>
                  <a:cubicBezTo>
                    <a:pt x="14792" y="19907"/>
                    <a:pt x="14802" y="19897"/>
                    <a:pt x="14816" y="19883"/>
                  </a:cubicBezTo>
                  <a:cubicBezTo>
                    <a:pt x="14855" y="19836"/>
                    <a:pt x="14902" y="19820"/>
                    <a:pt x="14949" y="19820"/>
                  </a:cubicBezTo>
                  <a:cubicBezTo>
                    <a:pt x="14986" y="19820"/>
                    <a:pt x="15024" y="19830"/>
                    <a:pt x="15058" y="19841"/>
                  </a:cubicBezTo>
                  <a:lnTo>
                    <a:pt x="15068" y="19841"/>
                  </a:lnTo>
                  <a:lnTo>
                    <a:pt x="15093" y="19851"/>
                  </a:lnTo>
                  <a:cubicBezTo>
                    <a:pt x="15138" y="19865"/>
                    <a:pt x="15166" y="19871"/>
                    <a:pt x="15184" y="19871"/>
                  </a:cubicBezTo>
                  <a:cubicBezTo>
                    <a:pt x="15203" y="19871"/>
                    <a:pt x="15211" y="19864"/>
                    <a:pt x="15219" y="19851"/>
                  </a:cubicBezTo>
                  <a:cubicBezTo>
                    <a:pt x="15243" y="19799"/>
                    <a:pt x="15296" y="19767"/>
                    <a:pt x="15355" y="19767"/>
                  </a:cubicBezTo>
                  <a:cubicBezTo>
                    <a:pt x="15404" y="19774"/>
                    <a:pt x="15450" y="19785"/>
                    <a:pt x="15495" y="19806"/>
                  </a:cubicBezTo>
                  <a:cubicBezTo>
                    <a:pt x="15548" y="19824"/>
                    <a:pt x="15597" y="19844"/>
                    <a:pt x="15644" y="19844"/>
                  </a:cubicBezTo>
                  <a:cubicBezTo>
                    <a:pt x="15670" y="19844"/>
                    <a:pt x="15695" y="19838"/>
                    <a:pt x="15719" y="19823"/>
                  </a:cubicBezTo>
                  <a:cubicBezTo>
                    <a:pt x="15767" y="19796"/>
                    <a:pt x="15822" y="19783"/>
                    <a:pt x="15877" y="19783"/>
                  </a:cubicBezTo>
                  <a:cubicBezTo>
                    <a:pt x="15915" y="19783"/>
                    <a:pt x="15953" y="19789"/>
                    <a:pt x="15989" y="19802"/>
                  </a:cubicBezTo>
                  <a:cubicBezTo>
                    <a:pt x="16010" y="19808"/>
                    <a:pt x="16022" y="19811"/>
                    <a:pt x="16031" y="19811"/>
                  </a:cubicBezTo>
                  <a:cubicBezTo>
                    <a:pt x="16044" y="19811"/>
                    <a:pt x="16048" y="19804"/>
                    <a:pt x="16059" y="19785"/>
                  </a:cubicBezTo>
                  <a:cubicBezTo>
                    <a:pt x="16139" y="19645"/>
                    <a:pt x="16360" y="19480"/>
                    <a:pt x="16490" y="19459"/>
                  </a:cubicBezTo>
                  <a:lnTo>
                    <a:pt x="16525" y="19459"/>
                  </a:lnTo>
                  <a:cubicBezTo>
                    <a:pt x="16549" y="19463"/>
                    <a:pt x="16570" y="19470"/>
                    <a:pt x="16588" y="19484"/>
                  </a:cubicBezTo>
                  <a:lnTo>
                    <a:pt x="16595" y="19491"/>
                  </a:lnTo>
                  <a:cubicBezTo>
                    <a:pt x="16609" y="19505"/>
                    <a:pt x="16619" y="19519"/>
                    <a:pt x="16633" y="19533"/>
                  </a:cubicBezTo>
                  <a:cubicBezTo>
                    <a:pt x="16682" y="19599"/>
                    <a:pt x="16749" y="19676"/>
                    <a:pt x="17011" y="19708"/>
                  </a:cubicBezTo>
                  <a:cubicBezTo>
                    <a:pt x="17039" y="19711"/>
                    <a:pt x="17067" y="19718"/>
                    <a:pt x="17099" y="19725"/>
                  </a:cubicBezTo>
                  <a:cubicBezTo>
                    <a:pt x="17158" y="19736"/>
                    <a:pt x="17214" y="19771"/>
                    <a:pt x="17253" y="19823"/>
                  </a:cubicBezTo>
                  <a:cubicBezTo>
                    <a:pt x="17277" y="19872"/>
                    <a:pt x="17281" y="19932"/>
                    <a:pt x="17256" y="19984"/>
                  </a:cubicBezTo>
                  <a:cubicBezTo>
                    <a:pt x="17253" y="19998"/>
                    <a:pt x="17246" y="20016"/>
                    <a:pt x="17239" y="20030"/>
                  </a:cubicBezTo>
                  <a:cubicBezTo>
                    <a:pt x="17228" y="20051"/>
                    <a:pt x="17221" y="20075"/>
                    <a:pt x="17218" y="20100"/>
                  </a:cubicBezTo>
                  <a:cubicBezTo>
                    <a:pt x="17232" y="20170"/>
                    <a:pt x="17568" y="20425"/>
                    <a:pt x="17701" y="20443"/>
                  </a:cubicBezTo>
                  <a:cubicBezTo>
                    <a:pt x="17708" y="20446"/>
                    <a:pt x="17718" y="20446"/>
                    <a:pt x="17725" y="20450"/>
                  </a:cubicBezTo>
                  <a:lnTo>
                    <a:pt x="17729" y="20450"/>
                  </a:lnTo>
                  <a:cubicBezTo>
                    <a:pt x="17739" y="20453"/>
                    <a:pt x="17746" y="20460"/>
                    <a:pt x="17757" y="20464"/>
                  </a:cubicBezTo>
                  <a:lnTo>
                    <a:pt x="17760" y="20467"/>
                  </a:lnTo>
                  <a:cubicBezTo>
                    <a:pt x="17781" y="20481"/>
                    <a:pt x="17799" y="20499"/>
                    <a:pt x="17820" y="20520"/>
                  </a:cubicBezTo>
                  <a:lnTo>
                    <a:pt x="17823" y="20520"/>
                  </a:lnTo>
                  <a:cubicBezTo>
                    <a:pt x="17854" y="20515"/>
                    <a:pt x="17885" y="20511"/>
                    <a:pt x="17917" y="20511"/>
                  </a:cubicBezTo>
                  <a:cubicBezTo>
                    <a:pt x="17929" y="20511"/>
                    <a:pt x="17941" y="20512"/>
                    <a:pt x="17953" y="20513"/>
                  </a:cubicBezTo>
                  <a:cubicBezTo>
                    <a:pt x="18040" y="20513"/>
                    <a:pt x="18065" y="20509"/>
                    <a:pt x="18075" y="20488"/>
                  </a:cubicBezTo>
                  <a:cubicBezTo>
                    <a:pt x="18093" y="20411"/>
                    <a:pt x="18159" y="20359"/>
                    <a:pt x="18236" y="20348"/>
                  </a:cubicBezTo>
                  <a:cubicBezTo>
                    <a:pt x="18240" y="20348"/>
                    <a:pt x="18243" y="20348"/>
                    <a:pt x="18246" y="20348"/>
                  </a:cubicBezTo>
                  <a:cubicBezTo>
                    <a:pt x="18348" y="20348"/>
                    <a:pt x="18441" y="20400"/>
                    <a:pt x="18492" y="20488"/>
                  </a:cubicBezTo>
                  <a:cubicBezTo>
                    <a:pt x="18516" y="20534"/>
                    <a:pt x="18541" y="20555"/>
                    <a:pt x="18559" y="20558"/>
                  </a:cubicBezTo>
                  <a:cubicBezTo>
                    <a:pt x="18561" y="20559"/>
                    <a:pt x="18563" y="20559"/>
                    <a:pt x="18566" y="20559"/>
                  </a:cubicBezTo>
                  <a:cubicBezTo>
                    <a:pt x="18588" y="20559"/>
                    <a:pt x="18627" y="20543"/>
                    <a:pt x="18706" y="20474"/>
                  </a:cubicBezTo>
                  <a:cubicBezTo>
                    <a:pt x="18741" y="20439"/>
                    <a:pt x="18786" y="20418"/>
                    <a:pt x="18835" y="20418"/>
                  </a:cubicBezTo>
                  <a:cubicBezTo>
                    <a:pt x="18849" y="20418"/>
                    <a:pt x="18863" y="20422"/>
                    <a:pt x="18877" y="20425"/>
                  </a:cubicBezTo>
                  <a:cubicBezTo>
                    <a:pt x="18944" y="20453"/>
                    <a:pt x="18989" y="20513"/>
                    <a:pt x="18996" y="20586"/>
                  </a:cubicBezTo>
                  <a:cubicBezTo>
                    <a:pt x="19017" y="20663"/>
                    <a:pt x="18993" y="20744"/>
                    <a:pt x="18937" y="20800"/>
                  </a:cubicBezTo>
                  <a:cubicBezTo>
                    <a:pt x="18919" y="20817"/>
                    <a:pt x="18912" y="20842"/>
                    <a:pt x="18916" y="20866"/>
                  </a:cubicBezTo>
                  <a:cubicBezTo>
                    <a:pt x="18919" y="20985"/>
                    <a:pt x="18972" y="21097"/>
                    <a:pt x="19063" y="21178"/>
                  </a:cubicBezTo>
                  <a:cubicBezTo>
                    <a:pt x="19070" y="21188"/>
                    <a:pt x="19080" y="21199"/>
                    <a:pt x="19094" y="21206"/>
                  </a:cubicBezTo>
                  <a:cubicBezTo>
                    <a:pt x="19112" y="21139"/>
                    <a:pt x="19115" y="21073"/>
                    <a:pt x="19098" y="21006"/>
                  </a:cubicBezTo>
                  <a:cubicBezTo>
                    <a:pt x="19056" y="20828"/>
                    <a:pt x="19283" y="20677"/>
                    <a:pt x="19910" y="20471"/>
                  </a:cubicBezTo>
                  <a:cubicBezTo>
                    <a:pt x="20403" y="20306"/>
                    <a:pt x="20887" y="19967"/>
                    <a:pt x="20932" y="19893"/>
                  </a:cubicBezTo>
                  <a:cubicBezTo>
                    <a:pt x="20936" y="19872"/>
                    <a:pt x="20950" y="19855"/>
                    <a:pt x="20967" y="19841"/>
                  </a:cubicBezTo>
                  <a:cubicBezTo>
                    <a:pt x="20984" y="19830"/>
                    <a:pt x="21003" y="19825"/>
                    <a:pt x="21025" y="19825"/>
                  </a:cubicBezTo>
                  <a:cubicBezTo>
                    <a:pt x="21060" y="19825"/>
                    <a:pt x="21103" y="19837"/>
                    <a:pt x="21160" y="19855"/>
                  </a:cubicBezTo>
                  <a:cubicBezTo>
                    <a:pt x="21225" y="19875"/>
                    <a:pt x="21313" y="19901"/>
                    <a:pt x="21387" y="19901"/>
                  </a:cubicBezTo>
                  <a:cubicBezTo>
                    <a:pt x="21428" y="19901"/>
                    <a:pt x="21465" y="19893"/>
                    <a:pt x="21492" y="19872"/>
                  </a:cubicBezTo>
                  <a:cubicBezTo>
                    <a:pt x="21643" y="19757"/>
                    <a:pt x="22045" y="19725"/>
                    <a:pt x="22423" y="19708"/>
                  </a:cubicBezTo>
                  <a:lnTo>
                    <a:pt x="22472" y="19704"/>
                  </a:lnTo>
                  <a:cubicBezTo>
                    <a:pt x="22535" y="19704"/>
                    <a:pt x="22556" y="19680"/>
                    <a:pt x="22605" y="19610"/>
                  </a:cubicBezTo>
                  <a:cubicBezTo>
                    <a:pt x="22647" y="19543"/>
                    <a:pt x="22700" y="19487"/>
                    <a:pt x="22760" y="19438"/>
                  </a:cubicBezTo>
                  <a:cubicBezTo>
                    <a:pt x="22802" y="19403"/>
                    <a:pt x="22844" y="19361"/>
                    <a:pt x="22875" y="19319"/>
                  </a:cubicBezTo>
                  <a:cubicBezTo>
                    <a:pt x="22931" y="19242"/>
                    <a:pt x="23012" y="19186"/>
                    <a:pt x="23106" y="19168"/>
                  </a:cubicBezTo>
                  <a:cubicBezTo>
                    <a:pt x="23271" y="19119"/>
                    <a:pt x="23372" y="18965"/>
                    <a:pt x="23372" y="18899"/>
                  </a:cubicBezTo>
                  <a:cubicBezTo>
                    <a:pt x="23372" y="18804"/>
                    <a:pt x="23481" y="18766"/>
                    <a:pt x="23596" y="18724"/>
                  </a:cubicBezTo>
                  <a:cubicBezTo>
                    <a:pt x="23642" y="18706"/>
                    <a:pt x="23726" y="18675"/>
                    <a:pt x="23747" y="18654"/>
                  </a:cubicBezTo>
                  <a:cubicBezTo>
                    <a:pt x="23754" y="18573"/>
                    <a:pt x="23834" y="18528"/>
                    <a:pt x="23908" y="18489"/>
                  </a:cubicBezTo>
                  <a:cubicBezTo>
                    <a:pt x="23957" y="18461"/>
                    <a:pt x="24020" y="18426"/>
                    <a:pt x="24020" y="18398"/>
                  </a:cubicBezTo>
                  <a:cubicBezTo>
                    <a:pt x="24020" y="18279"/>
                    <a:pt x="24114" y="18237"/>
                    <a:pt x="24174" y="18213"/>
                  </a:cubicBezTo>
                  <a:cubicBezTo>
                    <a:pt x="24209" y="18202"/>
                    <a:pt x="24240" y="18181"/>
                    <a:pt x="24268" y="18153"/>
                  </a:cubicBezTo>
                  <a:cubicBezTo>
                    <a:pt x="24286" y="18132"/>
                    <a:pt x="24279" y="18055"/>
                    <a:pt x="24272" y="18003"/>
                  </a:cubicBezTo>
                  <a:cubicBezTo>
                    <a:pt x="24261" y="17894"/>
                    <a:pt x="24251" y="17751"/>
                    <a:pt x="24370" y="17712"/>
                  </a:cubicBezTo>
                  <a:cubicBezTo>
                    <a:pt x="24356" y="17681"/>
                    <a:pt x="24338" y="17653"/>
                    <a:pt x="24317" y="17628"/>
                  </a:cubicBezTo>
                  <a:cubicBezTo>
                    <a:pt x="24293" y="17597"/>
                    <a:pt x="24272" y="17562"/>
                    <a:pt x="24258" y="17527"/>
                  </a:cubicBezTo>
                  <a:cubicBezTo>
                    <a:pt x="24251" y="17502"/>
                    <a:pt x="24251" y="17478"/>
                    <a:pt x="24265" y="17457"/>
                  </a:cubicBezTo>
                  <a:cubicBezTo>
                    <a:pt x="24293" y="17401"/>
                    <a:pt x="24363" y="17380"/>
                    <a:pt x="24461" y="17352"/>
                  </a:cubicBezTo>
                  <a:cubicBezTo>
                    <a:pt x="24531" y="17334"/>
                    <a:pt x="24601" y="17310"/>
                    <a:pt x="24664" y="17275"/>
                  </a:cubicBezTo>
                  <a:cubicBezTo>
                    <a:pt x="24783" y="17198"/>
                    <a:pt x="24864" y="17078"/>
                    <a:pt x="24885" y="16938"/>
                  </a:cubicBezTo>
                  <a:cubicBezTo>
                    <a:pt x="24916" y="16739"/>
                    <a:pt x="25189" y="16592"/>
                    <a:pt x="25284" y="16557"/>
                  </a:cubicBezTo>
                  <a:cubicBezTo>
                    <a:pt x="25340" y="16532"/>
                    <a:pt x="25385" y="16364"/>
                    <a:pt x="25354" y="16186"/>
                  </a:cubicBezTo>
                  <a:cubicBezTo>
                    <a:pt x="25333" y="16105"/>
                    <a:pt x="25368" y="16021"/>
                    <a:pt x="25438" y="15979"/>
                  </a:cubicBezTo>
                  <a:cubicBezTo>
                    <a:pt x="25413" y="15944"/>
                    <a:pt x="25406" y="15902"/>
                    <a:pt x="25413" y="15864"/>
                  </a:cubicBezTo>
                  <a:cubicBezTo>
                    <a:pt x="25431" y="15762"/>
                    <a:pt x="25529" y="15657"/>
                    <a:pt x="25644" y="15601"/>
                  </a:cubicBezTo>
                  <a:cubicBezTo>
                    <a:pt x="25639" y="15601"/>
                    <a:pt x="25634" y="15600"/>
                    <a:pt x="25630" y="15600"/>
                  </a:cubicBezTo>
                  <a:cubicBezTo>
                    <a:pt x="25605" y="15600"/>
                    <a:pt x="25580" y="15607"/>
                    <a:pt x="25557" y="15619"/>
                  </a:cubicBezTo>
                  <a:cubicBezTo>
                    <a:pt x="25531" y="15638"/>
                    <a:pt x="25506" y="15646"/>
                    <a:pt x="25482" y="15646"/>
                  </a:cubicBezTo>
                  <a:cubicBezTo>
                    <a:pt x="25416" y="15646"/>
                    <a:pt x="25356" y="15587"/>
                    <a:pt x="25315" y="15549"/>
                  </a:cubicBezTo>
                  <a:cubicBezTo>
                    <a:pt x="25298" y="15528"/>
                    <a:pt x="25277" y="15510"/>
                    <a:pt x="25256" y="15493"/>
                  </a:cubicBezTo>
                  <a:cubicBezTo>
                    <a:pt x="25222" y="15536"/>
                    <a:pt x="25171" y="15558"/>
                    <a:pt x="25115" y="15558"/>
                  </a:cubicBezTo>
                  <a:cubicBezTo>
                    <a:pt x="25085" y="15558"/>
                    <a:pt x="25053" y="15552"/>
                    <a:pt x="25021" y="15538"/>
                  </a:cubicBezTo>
                  <a:cubicBezTo>
                    <a:pt x="24948" y="15510"/>
                    <a:pt x="24881" y="15451"/>
                    <a:pt x="24885" y="15377"/>
                  </a:cubicBezTo>
                  <a:cubicBezTo>
                    <a:pt x="24885" y="15353"/>
                    <a:pt x="24902" y="15297"/>
                    <a:pt x="24997" y="15276"/>
                  </a:cubicBezTo>
                  <a:cubicBezTo>
                    <a:pt x="25088" y="15255"/>
                    <a:pt x="25224" y="15174"/>
                    <a:pt x="25343" y="15108"/>
                  </a:cubicBezTo>
                  <a:cubicBezTo>
                    <a:pt x="25406" y="15069"/>
                    <a:pt x="25469" y="15034"/>
                    <a:pt x="25539" y="15002"/>
                  </a:cubicBezTo>
                  <a:cubicBezTo>
                    <a:pt x="25498" y="14940"/>
                    <a:pt x="25347" y="14820"/>
                    <a:pt x="25259" y="14820"/>
                  </a:cubicBezTo>
                  <a:cubicBezTo>
                    <a:pt x="25258" y="14820"/>
                    <a:pt x="25257" y="14820"/>
                    <a:pt x="25256" y="14820"/>
                  </a:cubicBezTo>
                  <a:cubicBezTo>
                    <a:pt x="25252" y="14821"/>
                    <a:pt x="25248" y="14821"/>
                    <a:pt x="25245" y="14821"/>
                  </a:cubicBezTo>
                  <a:cubicBezTo>
                    <a:pt x="25141" y="14821"/>
                    <a:pt x="25056" y="14726"/>
                    <a:pt x="24965" y="14624"/>
                  </a:cubicBezTo>
                  <a:cubicBezTo>
                    <a:pt x="24899" y="14554"/>
                    <a:pt x="24818" y="14467"/>
                    <a:pt x="24765" y="14467"/>
                  </a:cubicBezTo>
                  <a:cubicBezTo>
                    <a:pt x="24741" y="14467"/>
                    <a:pt x="24678" y="14467"/>
                    <a:pt x="24657" y="14414"/>
                  </a:cubicBezTo>
                  <a:cubicBezTo>
                    <a:pt x="24646" y="14383"/>
                    <a:pt x="24657" y="14351"/>
                    <a:pt x="24681" y="14334"/>
                  </a:cubicBezTo>
                  <a:cubicBezTo>
                    <a:pt x="24712" y="14305"/>
                    <a:pt x="24798" y="14280"/>
                    <a:pt x="24896" y="14280"/>
                  </a:cubicBezTo>
                  <a:cubicBezTo>
                    <a:pt x="24965" y="14280"/>
                    <a:pt x="25041" y="14293"/>
                    <a:pt x="25105" y="14327"/>
                  </a:cubicBezTo>
                  <a:cubicBezTo>
                    <a:pt x="25290" y="14422"/>
                    <a:pt x="25403" y="14448"/>
                    <a:pt x="25463" y="14448"/>
                  </a:cubicBezTo>
                  <a:cubicBezTo>
                    <a:pt x="25480" y="14448"/>
                    <a:pt x="25492" y="14445"/>
                    <a:pt x="25501" y="14442"/>
                  </a:cubicBezTo>
                  <a:cubicBezTo>
                    <a:pt x="25480" y="14390"/>
                    <a:pt x="25354" y="14246"/>
                    <a:pt x="25060" y="14015"/>
                  </a:cubicBezTo>
                  <a:cubicBezTo>
                    <a:pt x="24948" y="13928"/>
                    <a:pt x="24958" y="13823"/>
                    <a:pt x="24965" y="13753"/>
                  </a:cubicBezTo>
                  <a:cubicBezTo>
                    <a:pt x="24969" y="13718"/>
                    <a:pt x="24972" y="13693"/>
                    <a:pt x="24962" y="13686"/>
                  </a:cubicBezTo>
                  <a:cubicBezTo>
                    <a:pt x="24850" y="13606"/>
                    <a:pt x="24650" y="13158"/>
                    <a:pt x="24590" y="12993"/>
                  </a:cubicBezTo>
                  <a:cubicBezTo>
                    <a:pt x="24562" y="12912"/>
                    <a:pt x="24450" y="12860"/>
                    <a:pt x="24345" y="12818"/>
                  </a:cubicBezTo>
                  <a:cubicBezTo>
                    <a:pt x="24247" y="12772"/>
                    <a:pt x="24160" y="12737"/>
                    <a:pt x="24114" y="12671"/>
                  </a:cubicBezTo>
                  <a:cubicBezTo>
                    <a:pt x="24069" y="12587"/>
                    <a:pt x="24058" y="12489"/>
                    <a:pt x="24093" y="12401"/>
                  </a:cubicBezTo>
                  <a:cubicBezTo>
                    <a:pt x="24139" y="12247"/>
                    <a:pt x="24254" y="12125"/>
                    <a:pt x="24401" y="12062"/>
                  </a:cubicBezTo>
                  <a:cubicBezTo>
                    <a:pt x="24482" y="12034"/>
                    <a:pt x="24538" y="11967"/>
                    <a:pt x="24552" y="11883"/>
                  </a:cubicBezTo>
                  <a:cubicBezTo>
                    <a:pt x="24564" y="11846"/>
                    <a:pt x="24585" y="11764"/>
                    <a:pt x="24667" y="11764"/>
                  </a:cubicBezTo>
                  <a:cubicBezTo>
                    <a:pt x="24676" y="11764"/>
                    <a:pt x="24687" y="11765"/>
                    <a:pt x="24699" y="11768"/>
                  </a:cubicBezTo>
                  <a:cubicBezTo>
                    <a:pt x="24711" y="11770"/>
                    <a:pt x="24724" y="11772"/>
                    <a:pt x="24737" y="11772"/>
                  </a:cubicBezTo>
                  <a:cubicBezTo>
                    <a:pt x="24794" y="11772"/>
                    <a:pt x="24858" y="11738"/>
                    <a:pt x="24927" y="11593"/>
                  </a:cubicBezTo>
                  <a:cubicBezTo>
                    <a:pt x="24993" y="11449"/>
                    <a:pt x="25105" y="11442"/>
                    <a:pt x="25175" y="11435"/>
                  </a:cubicBezTo>
                  <a:cubicBezTo>
                    <a:pt x="25224" y="11432"/>
                    <a:pt x="25249" y="11428"/>
                    <a:pt x="25270" y="11407"/>
                  </a:cubicBezTo>
                  <a:cubicBezTo>
                    <a:pt x="25329" y="11341"/>
                    <a:pt x="25459" y="11320"/>
                    <a:pt x="25609" y="11292"/>
                  </a:cubicBezTo>
                  <a:cubicBezTo>
                    <a:pt x="25721" y="11274"/>
                    <a:pt x="25847" y="11250"/>
                    <a:pt x="25903" y="11211"/>
                  </a:cubicBezTo>
                  <a:cubicBezTo>
                    <a:pt x="25921" y="11201"/>
                    <a:pt x="25910" y="11169"/>
                    <a:pt x="25903" y="11148"/>
                  </a:cubicBezTo>
                  <a:cubicBezTo>
                    <a:pt x="25862" y="11065"/>
                    <a:pt x="25752" y="10977"/>
                    <a:pt x="25669" y="10977"/>
                  </a:cubicBezTo>
                  <a:cubicBezTo>
                    <a:pt x="25660" y="10977"/>
                    <a:pt x="25652" y="10978"/>
                    <a:pt x="25644" y="10980"/>
                  </a:cubicBezTo>
                  <a:cubicBezTo>
                    <a:pt x="25600" y="10991"/>
                    <a:pt x="25556" y="10996"/>
                    <a:pt x="25512" y="10996"/>
                  </a:cubicBezTo>
                  <a:cubicBezTo>
                    <a:pt x="25323" y="10996"/>
                    <a:pt x="25144" y="10900"/>
                    <a:pt x="25039" y="10735"/>
                  </a:cubicBezTo>
                  <a:cubicBezTo>
                    <a:pt x="25032" y="10724"/>
                    <a:pt x="25025" y="10724"/>
                    <a:pt x="25025" y="10724"/>
                  </a:cubicBezTo>
                  <a:cubicBezTo>
                    <a:pt x="25023" y="10724"/>
                    <a:pt x="25022" y="10724"/>
                    <a:pt x="25020" y="10724"/>
                  </a:cubicBezTo>
                  <a:cubicBezTo>
                    <a:pt x="24962" y="10724"/>
                    <a:pt x="24833" y="10856"/>
                    <a:pt x="24737" y="10952"/>
                  </a:cubicBezTo>
                  <a:cubicBezTo>
                    <a:pt x="24622" y="11068"/>
                    <a:pt x="24506" y="11183"/>
                    <a:pt x="24391" y="11236"/>
                  </a:cubicBezTo>
                  <a:cubicBezTo>
                    <a:pt x="24349" y="11257"/>
                    <a:pt x="24304" y="11268"/>
                    <a:pt x="24259" y="11268"/>
                  </a:cubicBezTo>
                  <a:cubicBezTo>
                    <a:pt x="24187" y="11268"/>
                    <a:pt x="24117" y="11240"/>
                    <a:pt x="24065" y="11187"/>
                  </a:cubicBezTo>
                  <a:cubicBezTo>
                    <a:pt x="23943" y="11061"/>
                    <a:pt x="23904" y="10878"/>
                    <a:pt x="23964" y="10717"/>
                  </a:cubicBezTo>
                  <a:cubicBezTo>
                    <a:pt x="23971" y="10700"/>
                    <a:pt x="23981" y="10668"/>
                    <a:pt x="23971" y="10654"/>
                  </a:cubicBezTo>
                  <a:cubicBezTo>
                    <a:pt x="23945" y="10616"/>
                    <a:pt x="23829" y="10606"/>
                    <a:pt x="23700" y="10606"/>
                  </a:cubicBezTo>
                  <a:cubicBezTo>
                    <a:pt x="23620" y="10606"/>
                    <a:pt x="23534" y="10610"/>
                    <a:pt x="23463" y="10612"/>
                  </a:cubicBezTo>
                  <a:cubicBezTo>
                    <a:pt x="23458" y="10613"/>
                    <a:pt x="23453" y="10613"/>
                    <a:pt x="23448" y="10613"/>
                  </a:cubicBezTo>
                  <a:cubicBezTo>
                    <a:pt x="23292" y="10613"/>
                    <a:pt x="23190" y="10509"/>
                    <a:pt x="23173" y="10332"/>
                  </a:cubicBezTo>
                  <a:cubicBezTo>
                    <a:pt x="23152" y="10112"/>
                    <a:pt x="23267" y="9828"/>
                    <a:pt x="23442" y="9804"/>
                  </a:cubicBezTo>
                  <a:cubicBezTo>
                    <a:pt x="23465" y="9802"/>
                    <a:pt x="23489" y="9800"/>
                    <a:pt x="23512" y="9800"/>
                  </a:cubicBezTo>
                  <a:cubicBezTo>
                    <a:pt x="23566" y="9800"/>
                    <a:pt x="23620" y="9807"/>
                    <a:pt x="23673" y="9821"/>
                  </a:cubicBezTo>
                  <a:cubicBezTo>
                    <a:pt x="23733" y="9832"/>
                    <a:pt x="23788" y="9841"/>
                    <a:pt x="23837" y="9841"/>
                  </a:cubicBezTo>
                  <a:cubicBezTo>
                    <a:pt x="23937" y="9841"/>
                    <a:pt x="24014" y="9801"/>
                    <a:pt x="24065" y="9646"/>
                  </a:cubicBezTo>
                  <a:cubicBezTo>
                    <a:pt x="24153" y="9394"/>
                    <a:pt x="24275" y="9377"/>
                    <a:pt x="24391" y="9359"/>
                  </a:cubicBezTo>
                  <a:cubicBezTo>
                    <a:pt x="24489" y="9345"/>
                    <a:pt x="24587" y="9328"/>
                    <a:pt x="24716" y="9177"/>
                  </a:cubicBezTo>
                  <a:cubicBezTo>
                    <a:pt x="24983" y="8869"/>
                    <a:pt x="25243" y="8711"/>
                    <a:pt x="25466" y="8711"/>
                  </a:cubicBezTo>
                  <a:cubicBezTo>
                    <a:pt x="25565" y="8711"/>
                    <a:pt x="25657" y="8742"/>
                    <a:pt x="25739" y="8806"/>
                  </a:cubicBezTo>
                  <a:cubicBezTo>
                    <a:pt x="25795" y="8845"/>
                    <a:pt x="25830" y="8908"/>
                    <a:pt x="25837" y="8978"/>
                  </a:cubicBezTo>
                  <a:cubicBezTo>
                    <a:pt x="25844" y="9128"/>
                    <a:pt x="25700" y="9275"/>
                    <a:pt x="25560" y="9419"/>
                  </a:cubicBezTo>
                  <a:cubicBezTo>
                    <a:pt x="25487" y="9496"/>
                    <a:pt x="25410" y="9573"/>
                    <a:pt x="25385" y="9629"/>
                  </a:cubicBezTo>
                  <a:cubicBezTo>
                    <a:pt x="25361" y="9681"/>
                    <a:pt x="25357" y="9741"/>
                    <a:pt x="25375" y="9800"/>
                  </a:cubicBezTo>
                  <a:cubicBezTo>
                    <a:pt x="25403" y="9898"/>
                    <a:pt x="25371" y="10003"/>
                    <a:pt x="25291" y="10070"/>
                  </a:cubicBezTo>
                  <a:cubicBezTo>
                    <a:pt x="25284" y="10073"/>
                    <a:pt x="25277" y="10080"/>
                    <a:pt x="25273" y="10087"/>
                  </a:cubicBezTo>
                  <a:cubicBezTo>
                    <a:pt x="25326" y="10084"/>
                    <a:pt x="25438" y="10056"/>
                    <a:pt x="25588" y="9958"/>
                  </a:cubicBezTo>
                  <a:cubicBezTo>
                    <a:pt x="25921" y="9744"/>
                    <a:pt x="26302" y="9510"/>
                    <a:pt x="26610" y="9387"/>
                  </a:cubicBezTo>
                  <a:cubicBezTo>
                    <a:pt x="26680" y="9359"/>
                    <a:pt x="26755" y="9345"/>
                    <a:pt x="26830" y="9345"/>
                  </a:cubicBezTo>
                  <a:cubicBezTo>
                    <a:pt x="26839" y="9345"/>
                    <a:pt x="26847" y="9345"/>
                    <a:pt x="26856" y="9345"/>
                  </a:cubicBezTo>
                  <a:lnTo>
                    <a:pt x="26856" y="9342"/>
                  </a:lnTo>
                  <a:lnTo>
                    <a:pt x="26863" y="9324"/>
                  </a:lnTo>
                  <a:cubicBezTo>
                    <a:pt x="26866" y="9314"/>
                    <a:pt x="26873" y="9303"/>
                    <a:pt x="26877" y="9296"/>
                  </a:cubicBezTo>
                  <a:lnTo>
                    <a:pt x="26884" y="9279"/>
                  </a:lnTo>
                  <a:lnTo>
                    <a:pt x="26898" y="9254"/>
                  </a:lnTo>
                  <a:lnTo>
                    <a:pt x="26905" y="9237"/>
                  </a:lnTo>
                  <a:lnTo>
                    <a:pt x="26919" y="9216"/>
                  </a:lnTo>
                  <a:lnTo>
                    <a:pt x="26929" y="9202"/>
                  </a:lnTo>
                  <a:lnTo>
                    <a:pt x="26943" y="9184"/>
                  </a:lnTo>
                  <a:lnTo>
                    <a:pt x="26950" y="9174"/>
                  </a:lnTo>
                  <a:lnTo>
                    <a:pt x="26964" y="9160"/>
                  </a:lnTo>
                  <a:lnTo>
                    <a:pt x="26975" y="9149"/>
                  </a:lnTo>
                  <a:cubicBezTo>
                    <a:pt x="26978" y="9146"/>
                    <a:pt x="26985" y="9142"/>
                    <a:pt x="26989" y="9135"/>
                  </a:cubicBezTo>
                  <a:lnTo>
                    <a:pt x="26999" y="9132"/>
                  </a:lnTo>
                  <a:cubicBezTo>
                    <a:pt x="27006" y="9125"/>
                    <a:pt x="27013" y="9121"/>
                    <a:pt x="27024" y="9114"/>
                  </a:cubicBezTo>
                  <a:cubicBezTo>
                    <a:pt x="27062" y="9097"/>
                    <a:pt x="27118" y="9072"/>
                    <a:pt x="27181" y="9037"/>
                  </a:cubicBezTo>
                  <a:cubicBezTo>
                    <a:pt x="27430" y="8918"/>
                    <a:pt x="27944" y="8673"/>
                    <a:pt x="28021" y="8571"/>
                  </a:cubicBezTo>
                  <a:cubicBezTo>
                    <a:pt x="28046" y="8536"/>
                    <a:pt x="28074" y="8494"/>
                    <a:pt x="28102" y="8449"/>
                  </a:cubicBezTo>
                  <a:cubicBezTo>
                    <a:pt x="28193" y="8305"/>
                    <a:pt x="28284" y="8158"/>
                    <a:pt x="28427" y="8158"/>
                  </a:cubicBezTo>
                  <a:cubicBezTo>
                    <a:pt x="28494" y="8158"/>
                    <a:pt x="28557" y="8186"/>
                    <a:pt x="28602" y="8232"/>
                  </a:cubicBezTo>
                  <a:cubicBezTo>
                    <a:pt x="28648" y="8274"/>
                    <a:pt x="28707" y="8299"/>
                    <a:pt x="28766" y="8299"/>
                  </a:cubicBezTo>
                  <a:cubicBezTo>
                    <a:pt x="28770" y="8299"/>
                    <a:pt x="28773" y="8299"/>
                    <a:pt x="28777" y="8298"/>
                  </a:cubicBezTo>
                  <a:cubicBezTo>
                    <a:pt x="28830" y="8298"/>
                    <a:pt x="28882" y="8302"/>
                    <a:pt x="28935" y="8305"/>
                  </a:cubicBezTo>
                  <a:cubicBezTo>
                    <a:pt x="28964" y="8309"/>
                    <a:pt x="28992" y="8311"/>
                    <a:pt x="29022" y="8311"/>
                  </a:cubicBezTo>
                  <a:cubicBezTo>
                    <a:pt x="29043" y="8311"/>
                    <a:pt x="29064" y="8310"/>
                    <a:pt x="29086" y="8309"/>
                  </a:cubicBezTo>
                  <a:cubicBezTo>
                    <a:pt x="29082" y="8305"/>
                    <a:pt x="29079" y="8298"/>
                    <a:pt x="29075" y="8291"/>
                  </a:cubicBezTo>
                  <a:cubicBezTo>
                    <a:pt x="29065" y="8270"/>
                    <a:pt x="29054" y="8253"/>
                    <a:pt x="29044" y="8235"/>
                  </a:cubicBezTo>
                  <a:cubicBezTo>
                    <a:pt x="29026" y="8204"/>
                    <a:pt x="29019" y="8169"/>
                    <a:pt x="29019" y="8134"/>
                  </a:cubicBezTo>
                  <a:cubicBezTo>
                    <a:pt x="29019" y="8120"/>
                    <a:pt x="29023" y="8106"/>
                    <a:pt x="29030" y="8092"/>
                  </a:cubicBezTo>
                  <a:cubicBezTo>
                    <a:pt x="29054" y="8039"/>
                    <a:pt x="29110" y="8018"/>
                    <a:pt x="29198" y="8004"/>
                  </a:cubicBezTo>
                  <a:cubicBezTo>
                    <a:pt x="29226" y="7997"/>
                    <a:pt x="29261" y="7994"/>
                    <a:pt x="29299" y="7987"/>
                  </a:cubicBezTo>
                  <a:lnTo>
                    <a:pt x="29334" y="7983"/>
                  </a:lnTo>
                  <a:cubicBezTo>
                    <a:pt x="29436" y="7969"/>
                    <a:pt x="29474" y="7913"/>
                    <a:pt x="29516" y="7847"/>
                  </a:cubicBezTo>
                  <a:cubicBezTo>
                    <a:pt x="29558" y="7780"/>
                    <a:pt x="29614" y="7700"/>
                    <a:pt x="29730" y="7700"/>
                  </a:cubicBezTo>
                  <a:cubicBezTo>
                    <a:pt x="29772" y="7700"/>
                    <a:pt x="29800" y="7612"/>
                    <a:pt x="29828" y="7535"/>
                  </a:cubicBezTo>
                  <a:cubicBezTo>
                    <a:pt x="29866" y="7420"/>
                    <a:pt x="29912" y="7280"/>
                    <a:pt x="30045" y="7280"/>
                  </a:cubicBezTo>
                  <a:cubicBezTo>
                    <a:pt x="30146" y="7280"/>
                    <a:pt x="30216" y="7336"/>
                    <a:pt x="30279" y="7388"/>
                  </a:cubicBezTo>
                  <a:cubicBezTo>
                    <a:pt x="30300" y="7409"/>
                    <a:pt x="30328" y="7427"/>
                    <a:pt x="30356" y="7444"/>
                  </a:cubicBezTo>
                  <a:cubicBezTo>
                    <a:pt x="30378" y="7458"/>
                    <a:pt x="30405" y="7467"/>
                    <a:pt x="30432" y="7467"/>
                  </a:cubicBezTo>
                  <a:cubicBezTo>
                    <a:pt x="30439" y="7467"/>
                    <a:pt x="30447" y="7467"/>
                    <a:pt x="30454" y="7465"/>
                  </a:cubicBezTo>
                  <a:cubicBezTo>
                    <a:pt x="30461" y="7465"/>
                    <a:pt x="30468" y="7462"/>
                    <a:pt x="30475" y="7458"/>
                  </a:cubicBezTo>
                  <a:lnTo>
                    <a:pt x="30482" y="7458"/>
                  </a:lnTo>
                  <a:cubicBezTo>
                    <a:pt x="30493" y="7455"/>
                    <a:pt x="30507" y="7451"/>
                    <a:pt x="30521" y="7451"/>
                  </a:cubicBezTo>
                  <a:lnTo>
                    <a:pt x="30563" y="7451"/>
                  </a:lnTo>
                  <a:lnTo>
                    <a:pt x="30580" y="7455"/>
                  </a:lnTo>
                  <a:cubicBezTo>
                    <a:pt x="30591" y="7455"/>
                    <a:pt x="30601" y="7458"/>
                    <a:pt x="30612" y="7462"/>
                  </a:cubicBezTo>
                  <a:lnTo>
                    <a:pt x="30629" y="7465"/>
                  </a:lnTo>
                  <a:lnTo>
                    <a:pt x="30640" y="7469"/>
                  </a:lnTo>
                  <a:cubicBezTo>
                    <a:pt x="30664" y="7451"/>
                    <a:pt x="30692" y="7430"/>
                    <a:pt x="30717" y="7413"/>
                  </a:cubicBezTo>
                  <a:cubicBezTo>
                    <a:pt x="30710" y="7332"/>
                    <a:pt x="30710" y="7259"/>
                    <a:pt x="30710" y="7192"/>
                  </a:cubicBezTo>
                  <a:cubicBezTo>
                    <a:pt x="30710" y="7087"/>
                    <a:pt x="30710" y="6996"/>
                    <a:pt x="30685" y="6947"/>
                  </a:cubicBezTo>
                  <a:cubicBezTo>
                    <a:pt x="30643" y="6839"/>
                    <a:pt x="30633" y="6726"/>
                    <a:pt x="30650" y="6614"/>
                  </a:cubicBezTo>
                  <a:cubicBezTo>
                    <a:pt x="30654" y="6586"/>
                    <a:pt x="30657" y="6565"/>
                    <a:pt x="30657" y="6544"/>
                  </a:cubicBezTo>
                  <a:cubicBezTo>
                    <a:pt x="30657" y="6523"/>
                    <a:pt x="30654" y="6506"/>
                    <a:pt x="30650" y="6485"/>
                  </a:cubicBezTo>
                  <a:cubicBezTo>
                    <a:pt x="30626" y="6397"/>
                    <a:pt x="30598" y="6180"/>
                    <a:pt x="30678" y="6072"/>
                  </a:cubicBezTo>
                  <a:cubicBezTo>
                    <a:pt x="30706" y="6037"/>
                    <a:pt x="30748" y="6016"/>
                    <a:pt x="30794" y="6016"/>
                  </a:cubicBezTo>
                  <a:cubicBezTo>
                    <a:pt x="30822" y="6016"/>
                    <a:pt x="30878" y="5963"/>
                    <a:pt x="30920" y="5925"/>
                  </a:cubicBezTo>
                  <a:cubicBezTo>
                    <a:pt x="30990" y="5860"/>
                    <a:pt x="31080" y="5778"/>
                    <a:pt x="31178" y="5778"/>
                  </a:cubicBezTo>
                  <a:cubicBezTo>
                    <a:pt x="31202" y="5778"/>
                    <a:pt x="31227" y="5783"/>
                    <a:pt x="31253" y="5795"/>
                  </a:cubicBezTo>
                  <a:cubicBezTo>
                    <a:pt x="31263" y="5802"/>
                    <a:pt x="31274" y="5809"/>
                    <a:pt x="31284" y="5816"/>
                  </a:cubicBezTo>
                  <a:cubicBezTo>
                    <a:pt x="31364" y="5871"/>
                    <a:pt x="31483" y="5901"/>
                    <a:pt x="31569" y="5901"/>
                  </a:cubicBezTo>
                  <a:cubicBezTo>
                    <a:pt x="31603" y="5901"/>
                    <a:pt x="31633" y="5896"/>
                    <a:pt x="31652" y="5886"/>
                  </a:cubicBezTo>
                  <a:cubicBezTo>
                    <a:pt x="31666" y="5879"/>
                    <a:pt x="31666" y="5876"/>
                    <a:pt x="31666" y="5869"/>
                  </a:cubicBezTo>
                  <a:cubicBezTo>
                    <a:pt x="31666" y="5767"/>
                    <a:pt x="31739" y="5711"/>
                    <a:pt x="31802" y="5662"/>
                  </a:cubicBezTo>
                  <a:cubicBezTo>
                    <a:pt x="31823" y="5648"/>
                    <a:pt x="31844" y="5631"/>
                    <a:pt x="31865" y="5613"/>
                  </a:cubicBezTo>
                  <a:cubicBezTo>
                    <a:pt x="31897" y="5585"/>
                    <a:pt x="31918" y="5547"/>
                    <a:pt x="31928" y="5501"/>
                  </a:cubicBezTo>
                  <a:cubicBezTo>
                    <a:pt x="31932" y="5473"/>
                    <a:pt x="31939" y="5442"/>
                    <a:pt x="31953" y="5414"/>
                  </a:cubicBezTo>
                  <a:cubicBezTo>
                    <a:pt x="31995" y="5344"/>
                    <a:pt x="32047" y="5284"/>
                    <a:pt x="32114" y="5235"/>
                  </a:cubicBezTo>
                  <a:cubicBezTo>
                    <a:pt x="32180" y="5183"/>
                    <a:pt x="32233" y="5137"/>
                    <a:pt x="32250" y="5074"/>
                  </a:cubicBezTo>
                  <a:cubicBezTo>
                    <a:pt x="32257" y="5050"/>
                    <a:pt x="32264" y="5018"/>
                    <a:pt x="32275" y="4983"/>
                  </a:cubicBezTo>
                  <a:cubicBezTo>
                    <a:pt x="32324" y="4784"/>
                    <a:pt x="32376" y="4598"/>
                    <a:pt x="32450" y="4468"/>
                  </a:cubicBezTo>
                  <a:cubicBezTo>
                    <a:pt x="32478" y="4416"/>
                    <a:pt x="32520" y="4370"/>
                    <a:pt x="32569" y="4339"/>
                  </a:cubicBezTo>
                  <a:cubicBezTo>
                    <a:pt x="32611" y="4314"/>
                    <a:pt x="32611" y="4314"/>
                    <a:pt x="32583" y="4248"/>
                  </a:cubicBezTo>
                  <a:cubicBezTo>
                    <a:pt x="32576" y="4230"/>
                    <a:pt x="32569" y="4213"/>
                    <a:pt x="32558" y="4192"/>
                  </a:cubicBezTo>
                  <a:cubicBezTo>
                    <a:pt x="32530" y="4111"/>
                    <a:pt x="32516" y="4024"/>
                    <a:pt x="32523" y="3940"/>
                  </a:cubicBezTo>
                  <a:cubicBezTo>
                    <a:pt x="32527" y="3905"/>
                    <a:pt x="32520" y="3870"/>
                    <a:pt x="32499" y="3842"/>
                  </a:cubicBezTo>
                  <a:cubicBezTo>
                    <a:pt x="32495" y="3835"/>
                    <a:pt x="32488" y="3831"/>
                    <a:pt x="32481" y="3828"/>
                  </a:cubicBezTo>
                  <a:cubicBezTo>
                    <a:pt x="32463" y="3818"/>
                    <a:pt x="32439" y="3813"/>
                    <a:pt x="32412" y="3813"/>
                  </a:cubicBezTo>
                  <a:cubicBezTo>
                    <a:pt x="32337" y="3813"/>
                    <a:pt x="32240" y="3848"/>
                    <a:pt x="32191" y="3884"/>
                  </a:cubicBezTo>
                  <a:cubicBezTo>
                    <a:pt x="32131" y="3922"/>
                    <a:pt x="32047" y="3933"/>
                    <a:pt x="31960" y="3940"/>
                  </a:cubicBezTo>
                  <a:cubicBezTo>
                    <a:pt x="31844" y="3954"/>
                    <a:pt x="31722" y="3964"/>
                    <a:pt x="31676" y="4052"/>
                  </a:cubicBezTo>
                  <a:cubicBezTo>
                    <a:pt x="31612" y="4182"/>
                    <a:pt x="31520" y="4207"/>
                    <a:pt x="31424" y="4207"/>
                  </a:cubicBezTo>
                  <a:cubicBezTo>
                    <a:pt x="31394" y="4207"/>
                    <a:pt x="31363" y="4205"/>
                    <a:pt x="31333" y="4202"/>
                  </a:cubicBezTo>
                  <a:lnTo>
                    <a:pt x="31288" y="4199"/>
                  </a:lnTo>
                  <a:cubicBezTo>
                    <a:pt x="31267" y="4197"/>
                    <a:pt x="31247" y="4197"/>
                    <a:pt x="31227" y="4197"/>
                  </a:cubicBezTo>
                  <a:cubicBezTo>
                    <a:pt x="31199" y="4197"/>
                    <a:pt x="31171" y="4198"/>
                    <a:pt x="31144" y="4202"/>
                  </a:cubicBezTo>
                  <a:lnTo>
                    <a:pt x="31109" y="4206"/>
                  </a:lnTo>
                  <a:cubicBezTo>
                    <a:pt x="31089" y="4208"/>
                    <a:pt x="31069" y="4208"/>
                    <a:pt x="31047" y="4208"/>
                  </a:cubicBezTo>
                  <a:cubicBezTo>
                    <a:pt x="30887" y="4208"/>
                    <a:pt x="30693" y="4162"/>
                    <a:pt x="30594" y="4069"/>
                  </a:cubicBezTo>
                  <a:cubicBezTo>
                    <a:pt x="30552" y="4031"/>
                    <a:pt x="30528" y="3975"/>
                    <a:pt x="30535" y="3919"/>
                  </a:cubicBezTo>
                  <a:cubicBezTo>
                    <a:pt x="30535" y="3856"/>
                    <a:pt x="30517" y="3793"/>
                    <a:pt x="30486" y="3740"/>
                  </a:cubicBezTo>
                  <a:cubicBezTo>
                    <a:pt x="30479" y="3719"/>
                    <a:pt x="30468" y="3695"/>
                    <a:pt x="30461" y="3674"/>
                  </a:cubicBezTo>
                  <a:cubicBezTo>
                    <a:pt x="30430" y="3604"/>
                    <a:pt x="30416" y="3527"/>
                    <a:pt x="30423" y="3453"/>
                  </a:cubicBezTo>
                  <a:cubicBezTo>
                    <a:pt x="30426" y="3415"/>
                    <a:pt x="30426" y="3408"/>
                    <a:pt x="30318" y="3380"/>
                  </a:cubicBezTo>
                  <a:cubicBezTo>
                    <a:pt x="30220" y="3359"/>
                    <a:pt x="30129" y="3313"/>
                    <a:pt x="30055" y="3247"/>
                  </a:cubicBezTo>
                  <a:cubicBezTo>
                    <a:pt x="29913" y="3107"/>
                    <a:pt x="29660" y="3018"/>
                    <a:pt x="29586" y="3018"/>
                  </a:cubicBezTo>
                  <a:cubicBezTo>
                    <a:pt x="29582" y="3018"/>
                    <a:pt x="29579" y="3019"/>
                    <a:pt x="29576" y="3019"/>
                  </a:cubicBezTo>
                  <a:cubicBezTo>
                    <a:pt x="29563" y="3025"/>
                    <a:pt x="29550" y="3027"/>
                    <a:pt x="29537" y="3027"/>
                  </a:cubicBezTo>
                  <a:cubicBezTo>
                    <a:pt x="29491" y="3027"/>
                    <a:pt x="29441" y="2998"/>
                    <a:pt x="29376" y="2963"/>
                  </a:cubicBezTo>
                  <a:cubicBezTo>
                    <a:pt x="29285" y="2911"/>
                    <a:pt x="29159" y="2837"/>
                    <a:pt x="29012" y="2830"/>
                  </a:cubicBezTo>
                  <a:cubicBezTo>
                    <a:pt x="28998" y="2830"/>
                    <a:pt x="28984" y="2830"/>
                    <a:pt x="28970" y="2827"/>
                  </a:cubicBezTo>
                  <a:cubicBezTo>
                    <a:pt x="28886" y="2823"/>
                    <a:pt x="28812" y="2785"/>
                    <a:pt x="28760" y="2718"/>
                  </a:cubicBezTo>
                  <a:cubicBezTo>
                    <a:pt x="28732" y="2680"/>
                    <a:pt x="28718" y="2631"/>
                    <a:pt x="28721" y="2578"/>
                  </a:cubicBezTo>
                  <a:cubicBezTo>
                    <a:pt x="28721" y="2532"/>
                    <a:pt x="28728" y="2483"/>
                    <a:pt x="28742" y="2438"/>
                  </a:cubicBezTo>
                  <a:cubicBezTo>
                    <a:pt x="28742" y="2417"/>
                    <a:pt x="28739" y="2392"/>
                    <a:pt x="28728" y="2371"/>
                  </a:cubicBezTo>
                  <a:cubicBezTo>
                    <a:pt x="28693" y="2291"/>
                    <a:pt x="28655" y="2214"/>
                    <a:pt x="28613" y="2137"/>
                  </a:cubicBezTo>
                  <a:cubicBezTo>
                    <a:pt x="28567" y="2053"/>
                    <a:pt x="28529" y="1969"/>
                    <a:pt x="28490" y="1885"/>
                  </a:cubicBezTo>
                  <a:cubicBezTo>
                    <a:pt x="28483" y="1860"/>
                    <a:pt x="28473" y="1836"/>
                    <a:pt x="28469" y="1811"/>
                  </a:cubicBezTo>
                  <a:cubicBezTo>
                    <a:pt x="28448" y="1748"/>
                    <a:pt x="28417" y="1696"/>
                    <a:pt x="28371" y="1650"/>
                  </a:cubicBezTo>
                  <a:cubicBezTo>
                    <a:pt x="28291" y="1559"/>
                    <a:pt x="28231" y="1451"/>
                    <a:pt x="28189" y="1339"/>
                  </a:cubicBezTo>
                  <a:cubicBezTo>
                    <a:pt x="28172" y="1279"/>
                    <a:pt x="28154" y="1220"/>
                    <a:pt x="28144" y="1160"/>
                  </a:cubicBezTo>
                  <a:cubicBezTo>
                    <a:pt x="28140" y="1146"/>
                    <a:pt x="28137" y="1136"/>
                    <a:pt x="28137" y="1122"/>
                  </a:cubicBezTo>
                  <a:cubicBezTo>
                    <a:pt x="28130" y="1090"/>
                    <a:pt x="28119" y="1062"/>
                    <a:pt x="28109" y="1031"/>
                  </a:cubicBezTo>
                  <a:cubicBezTo>
                    <a:pt x="28105" y="1020"/>
                    <a:pt x="28102" y="1013"/>
                    <a:pt x="28098" y="1006"/>
                  </a:cubicBezTo>
                  <a:cubicBezTo>
                    <a:pt x="28070" y="943"/>
                    <a:pt x="28028" y="887"/>
                    <a:pt x="27972" y="849"/>
                  </a:cubicBezTo>
                  <a:cubicBezTo>
                    <a:pt x="27958" y="838"/>
                    <a:pt x="27944" y="828"/>
                    <a:pt x="27930" y="817"/>
                  </a:cubicBezTo>
                  <a:cubicBezTo>
                    <a:pt x="27881" y="768"/>
                    <a:pt x="27864" y="695"/>
                    <a:pt x="27888" y="632"/>
                  </a:cubicBezTo>
                  <a:cubicBezTo>
                    <a:pt x="27906" y="555"/>
                    <a:pt x="27822" y="491"/>
                    <a:pt x="27703" y="411"/>
                  </a:cubicBezTo>
                  <a:cubicBezTo>
                    <a:pt x="27640" y="376"/>
                    <a:pt x="27587" y="334"/>
                    <a:pt x="27542" y="281"/>
                  </a:cubicBezTo>
                  <a:cubicBezTo>
                    <a:pt x="27517" y="246"/>
                    <a:pt x="27405" y="229"/>
                    <a:pt x="27307" y="215"/>
                  </a:cubicBezTo>
                  <a:cubicBezTo>
                    <a:pt x="27178" y="197"/>
                    <a:pt x="27031" y="176"/>
                    <a:pt x="26901" y="106"/>
                  </a:cubicBezTo>
                  <a:cubicBezTo>
                    <a:pt x="26816" y="63"/>
                    <a:pt x="26722" y="41"/>
                    <a:pt x="26628" y="41"/>
                  </a:cubicBezTo>
                  <a:cubicBezTo>
                    <a:pt x="26609" y="41"/>
                    <a:pt x="26591" y="42"/>
                    <a:pt x="26572" y="43"/>
                  </a:cubicBezTo>
                  <a:cubicBezTo>
                    <a:pt x="26558" y="44"/>
                    <a:pt x="26543" y="44"/>
                    <a:pt x="26529" y="44"/>
                  </a:cubicBezTo>
                  <a:cubicBezTo>
                    <a:pt x="26452" y="44"/>
                    <a:pt x="26375" y="36"/>
                    <a:pt x="26299" y="15"/>
                  </a:cubicBezTo>
                  <a:cubicBezTo>
                    <a:pt x="26288" y="12"/>
                    <a:pt x="26278" y="8"/>
                    <a:pt x="26267" y="8"/>
                  </a:cubicBezTo>
                  <a:cubicBezTo>
                    <a:pt x="26243" y="5"/>
                    <a:pt x="26218" y="1"/>
                    <a:pt x="26194" y="1"/>
                  </a:cubicBezTo>
                  <a:cubicBezTo>
                    <a:pt x="26181" y="1"/>
                    <a:pt x="26168" y="1"/>
                    <a:pt x="26155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01" name="Google Shape;6859;p80">
              <a:extLst>
                <a:ext uri="{FF2B5EF4-FFF2-40B4-BE49-F238E27FC236}">
                  <a16:creationId xmlns:a16="http://schemas.microsoft.com/office/drawing/2014/main" id="{8094A910-F372-D789-4451-8F13DC7BCE12}"/>
                </a:ext>
              </a:extLst>
            </p:cNvPr>
            <p:cNvSpPr/>
            <p:nvPr/>
          </p:nvSpPr>
          <p:spPr>
            <a:xfrm>
              <a:off x="2846836" y="1894023"/>
              <a:ext cx="15804" cy="11649"/>
            </a:xfrm>
            <a:custGeom>
              <a:avLst/>
              <a:gdLst/>
              <a:ahLst/>
              <a:cxnLst/>
              <a:rect l="l" t="t" r="r" b="b"/>
              <a:pathLst>
                <a:path w="1164" h="858" extrusionOk="0">
                  <a:moveTo>
                    <a:pt x="974" y="1"/>
                  </a:moveTo>
                  <a:cubicBezTo>
                    <a:pt x="894" y="1"/>
                    <a:pt x="792" y="4"/>
                    <a:pt x="729" y="8"/>
                  </a:cubicBezTo>
                  <a:cubicBezTo>
                    <a:pt x="659" y="11"/>
                    <a:pt x="593" y="18"/>
                    <a:pt x="537" y="18"/>
                  </a:cubicBezTo>
                  <a:cubicBezTo>
                    <a:pt x="425" y="18"/>
                    <a:pt x="190" y="130"/>
                    <a:pt x="78" y="302"/>
                  </a:cubicBezTo>
                  <a:cubicBezTo>
                    <a:pt x="8" y="410"/>
                    <a:pt x="1" y="550"/>
                    <a:pt x="60" y="666"/>
                  </a:cubicBezTo>
                  <a:cubicBezTo>
                    <a:pt x="136" y="821"/>
                    <a:pt x="276" y="858"/>
                    <a:pt x="393" y="858"/>
                  </a:cubicBezTo>
                  <a:cubicBezTo>
                    <a:pt x="435" y="858"/>
                    <a:pt x="473" y="853"/>
                    <a:pt x="505" y="848"/>
                  </a:cubicBezTo>
                  <a:cubicBezTo>
                    <a:pt x="715" y="809"/>
                    <a:pt x="855" y="690"/>
                    <a:pt x="859" y="641"/>
                  </a:cubicBezTo>
                  <a:cubicBezTo>
                    <a:pt x="869" y="533"/>
                    <a:pt x="946" y="410"/>
                    <a:pt x="1023" y="291"/>
                  </a:cubicBezTo>
                  <a:cubicBezTo>
                    <a:pt x="1083" y="200"/>
                    <a:pt x="1163" y="74"/>
                    <a:pt x="1153" y="22"/>
                  </a:cubicBezTo>
                  <a:cubicBezTo>
                    <a:pt x="1128" y="4"/>
                    <a:pt x="1058" y="1"/>
                    <a:pt x="974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02" name="Google Shape;6860;p80">
              <a:extLst>
                <a:ext uri="{FF2B5EF4-FFF2-40B4-BE49-F238E27FC236}">
                  <a16:creationId xmlns:a16="http://schemas.microsoft.com/office/drawing/2014/main" id="{63782C1D-F126-2668-4A56-E393369D73BB}"/>
                </a:ext>
              </a:extLst>
            </p:cNvPr>
            <p:cNvSpPr/>
            <p:nvPr/>
          </p:nvSpPr>
          <p:spPr>
            <a:xfrm>
              <a:off x="2648062" y="1810752"/>
              <a:ext cx="244" cy="434"/>
            </a:xfrm>
            <a:custGeom>
              <a:avLst/>
              <a:gdLst/>
              <a:ahLst/>
              <a:cxnLst/>
              <a:rect l="l" t="t" r="r" b="b"/>
              <a:pathLst>
                <a:path w="18" h="32" extrusionOk="0">
                  <a:moveTo>
                    <a:pt x="0" y="0"/>
                  </a:moveTo>
                  <a:cubicBezTo>
                    <a:pt x="7" y="11"/>
                    <a:pt x="14" y="21"/>
                    <a:pt x="18" y="32"/>
                  </a:cubicBezTo>
                  <a:cubicBezTo>
                    <a:pt x="14" y="21"/>
                    <a:pt x="7" y="11"/>
                    <a:pt x="0" y="0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03" name="Google Shape;6861;p80">
              <a:extLst>
                <a:ext uri="{FF2B5EF4-FFF2-40B4-BE49-F238E27FC236}">
                  <a16:creationId xmlns:a16="http://schemas.microsoft.com/office/drawing/2014/main" id="{8BC51BA1-0DFC-CB4D-1107-B49B8845467C}"/>
                </a:ext>
              </a:extLst>
            </p:cNvPr>
            <p:cNvSpPr/>
            <p:nvPr/>
          </p:nvSpPr>
          <p:spPr>
            <a:xfrm>
              <a:off x="2732242" y="1823623"/>
              <a:ext cx="2770" cy="2064"/>
            </a:xfrm>
            <a:custGeom>
              <a:avLst/>
              <a:gdLst/>
              <a:ahLst/>
              <a:cxnLst/>
              <a:rect l="l" t="t" r="r" b="b"/>
              <a:pathLst>
                <a:path w="204" h="152" extrusionOk="0">
                  <a:moveTo>
                    <a:pt x="203" y="22"/>
                  </a:moveTo>
                  <a:cubicBezTo>
                    <a:pt x="74" y="1"/>
                    <a:pt x="32" y="88"/>
                    <a:pt x="0" y="151"/>
                  </a:cubicBezTo>
                  <a:cubicBezTo>
                    <a:pt x="32" y="88"/>
                    <a:pt x="74" y="1"/>
                    <a:pt x="203" y="22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04" name="Google Shape;6862;p80">
              <a:extLst>
                <a:ext uri="{FF2B5EF4-FFF2-40B4-BE49-F238E27FC236}">
                  <a16:creationId xmlns:a16="http://schemas.microsoft.com/office/drawing/2014/main" id="{A72D5535-3A04-40A5-2694-548E0845ADD8}"/>
                </a:ext>
              </a:extLst>
            </p:cNvPr>
            <p:cNvSpPr/>
            <p:nvPr/>
          </p:nvSpPr>
          <p:spPr>
            <a:xfrm>
              <a:off x="2647627" y="1810277"/>
              <a:ext cx="353" cy="434"/>
            </a:xfrm>
            <a:custGeom>
              <a:avLst/>
              <a:gdLst/>
              <a:ahLst/>
              <a:cxnLst/>
              <a:rect l="l" t="t" r="r" b="b"/>
              <a:pathLst>
                <a:path w="26" h="32" extrusionOk="0">
                  <a:moveTo>
                    <a:pt x="1" y="0"/>
                  </a:moveTo>
                  <a:cubicBezTo>
                    <a:pt x="11" y="11"/>
                    <a:pt x="18" y="21"/>
                    <a:pt x="25" y="32"/>
                  </a:cubicBezTo>
                  <a:cubicBezTo>
                    <a:pt x="18" y="21"/>
                    <a:pt x="11" y="11"/>
                    <a:pt x="1" y="0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05" name="Google Shape;6863;p80">
              <a:extLst>
                <a:ext uri="{FF2B5EF4-FFF2-40B4-BE49-F238E27FC236}">
                  <a16:creationId xmlns:a16="http://schemas.microsoft.com/office/drawing/2014/main" id="{FBA339BC-D428-A25E-B7B0-4CB59AB59A42}"/>
                </a:ext>
              </a:extLst>
            </p:cNvPr>
            <p:cNvSpPr/>
            <p:nvPr/>
          </p:nvSpPr>
          <p:spPr>
            <a:xfrm>
              <a:off x="2648347" y="1811227"/>
              <a:ext cx="204" cy="434"/>
            </a:xfrm>
            <a:custGeom>
              <a:avLst/>
              <a:gdLst/>
              <a:ahLst/>
              <a:cxnLst/>
              <a:rect l="l" t="t" r="r" b="b"/>
              <a:pathLst>
                <a:path w="15" h="32" extrusionOk="0">
                  <a:moveTo>
                    <a:pt x="0" y="0"/>
                  </a:moveTo>
                  <a:cubicBezTo>
                    <a:pt x="7" y="11"/>
                    <a:pt x="11" y="21"/>
                    <a:pt x="14" y="32"/>
                  </a:cubicBezTo>
                  <a:cubicBezTo>
                    <a:pt x="11" y="21"/>
                    <a:pt x="7" y="11"/>
                    <a:pt x="0" y="0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06" name="Google Shape;6864;p80">
              <a:extLst>
                <a:ext uri="{FF2B5EF4-FFF2-40B4-BE49-F238E27FC236}">
                  <a16:creationId xmlns:a16="http://schemas.microsoft.com/office/drawing/2014/main" id="{BCA872D8-C3E1-284B-75DA-AA815C2CBB90}"/>
                </a:ext>
              </a:extLst>
            </p:cNvPr>
            <p:cNvSpPr/>
            <p:nvPr/>
          </p:nvSpPr>
          <p:spPr>
            <a:xfrm>
              <a:off x="2698638" y="1829665"/>
              <a:ext cx="815" cy="489"/>
            </a:xfrm>
            <a:custGeom>
              <a:avLst/>
              <a:gdLst/>
              <a:ahLst/>
              <a:cxnLst/>
              <a:rect l="l" t="t" r="r" b="b"/>
              <a:pathLst>
                <a:path w="60" h="36" extrusionOk="0">
                  <a:moveTo>
                    <a:pt x="60" y="0"/>
                  </a:moveTo>
                  <a:lnTo>
                    <a:pt x="60" y="0"/>
                  </a:lnTo>
                  <a:cubicBezTo>
                    <a:pt x="39" y="7"/>
                    <a:pt x="18" y="21"/>
                    <a:pt x="0" y="35"/>
                  </a:cubicBezTo>
                  <a:cubicBezTo>
                    <a:pt x="18" y="21"/>
                    <a:pt x="39" y="11"/>
                    <a:pt x="60" y="0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07" name="Google Shape;6865;p80">
              <a:extLst>
                <a:ext uri="{FF2B5EF4-FFF2-40B4-BE49-F238E27FC236}">
                  <a16:creationId xmlns:a16="http://schemas.microsoft.com/office/drawing/2014/main" id="{F404BDA1-AA8A-D4BC-4BED-E8C06623D899}"/>
                </a:ext>
              </a:extLst>
            </p:cNvPr>
            <p:cNvSpPr/>
            <p:nvPr/>
          </p:nvSpPr>
          <p:spPr>
            <a:xfrm>
              <a:off x="2704530" y="1833752"/>
              <a:ext cx="14" cy="149"/>
            </a:xfrm>
            <a:custGeom>
              <a:avLst/>
              <a:gdLst/>
              <a:ahLst/>
              <a:cxnLst/>
              <a:rect l="l" t="t" r="r" b="b"/>
              <a:pathLst>
                <a:path w="1" h="11" extrusionOk="0">
                  <a:moveTo>
                    <a:pt x="0" y="7"/>
                  </a:moveTo>
                  <a:lnTo>
                    <a:pt x="0" y="0"/>
                  </a:lnTo>
                  <a:lnTo>
                    <a:pt x="0" y="11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08" name="Google Shape;6866;p80">
              <a:extLst>
                <a:ext uri="{FF2B5EF4-FFF2-40B4-BE49-F238E27FC236}">
                  <a16:creationId xmlns:a16="http://schemas.microsoft.com/office/drawing/2014/main" id="{4BADE861-BFBE-E7AC-F711-6183515CED92}"/>
                </a:ext>
              </a:extLst>
            </p:cNvPr>
            <p:cNvSpPr/>
            <p:nvPr/>
          </p:nvSpPr>
          <p:spPr>
            <a:xfrm>
              <a:off x="2645210" y="1808322"/>
              <a:ext cx="434" cy="299"/>
            </a:xfrm>
            <a:custGeom>
              <a:avLst/>
              <a:gdLst/>
              <a:ahLst/>
              <a:cxnLst/>
              <a:rect l="l" t="t" r="r" b="b"/>
              <a:pathLst>
                <a:path w="32" h="22" extrusionOk="0">
                  <a:moveTo>
                    <a:pt x="0" y="1"/>
                  </a:moveTo>
                  <a:lnTo>
                    <a:pt x="32" y="22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09" name="Google Shape;6867;p80">
              <a:extLst>
                <a:ext uri="{FF2B5EF4-FFF2-40B4-BE49-F238E27FC236}">
                  <a16:creationId xmlns:a16="http://schemas.microsoft.com/office/drawing/2014/main" id="{F6C4C23D-6906-F170-95DF-9E8B6C4CCD71}"/>
                </a:ext>
              </a:extLst>
            </p:cNvPr>
            <p:cNvSpPr/>
            <p:nvPr/>
          </p:nvSpPr>
          <p:spPr>
            <a:xfrm>
              <a:off x="2646201" y="1809041"/>
              <a:ext cx="448" cy="339"/>
            </a:xfrm>
            <a:custGeom>
              <a:avLst/>
              <a:gdLst/>
              <a:ahLst/>
              <a:cxnLst/>
              <a:rect l="l" t="t" r="r" b="b"/>
              <a:pathLst>
                <a:path w="33" h="25" extrusionOk="0">
                  <a:moveTo>
                    <a:pt x="1" y="0"/>
                  </a:moveTo>
                  <a:lnTo>
                    <a:pt x="32" y="25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10" name="Google Shape;6868;p80">
              <a:extLst>
                <a:ext uri="{FF2B5EF4-FFF2-40B4-BE49-F238E27FC236}">
                  <a16:creationId xmlns:a16="http://schemas.microsoft.com/office/drawing/2014/main" id="{D2A4FD26-21F0-C2B8-5566-AA64D701F396}"/>
                </a:ext>
              </a:extLst>
            </p:cNvPr>
            <p:cNvSpPr/>
            <p:nvPr/>
          </p:nvSpPr>
          <p:spPr>
            <a:xfrm>
              <a:off x="2645685" y="1808661"/>
              <a:ext cx="434" cy="339"/>
            </a:xfrm>
            <a:custGeom>
              <a:avLst/>
              <a:gdLst/>
              <a:ahLst/>
              <a:cxnLst/>
              <a:rect l="l" t="t" r="r" b="b"/>
              <a:pathLst>
                <a:path w="32" h="25" extrusionOk="0">
                  <a:moveTo>
                    <a:pt x="0" y="0"/>
                  </a:moveTo>
                  <a:lnTo>
                    <a:pt x="32" y="25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11" name="Google Shape;6869;p80">
              <a:extLst>
                <a:ext uri="{FF2B5EF4-FFF2-40B4-BE49-F238E27FC236}">
                  <a16:creationId xmlns:a16="http://schemas.microsoft.com/office/drawing/2014/main" id="{FA415A67-1A1D-6FC4-061D-ECB7FA2CEFA8}"/>
                </a:ext>
              </a:extLst>
            </p:cNvPr>
            <p:cNvSpPr/>
            <p:nvPr/>
          </p:nvSpPr>
          <p:spPr>
            <a:xfrm>
              <a:off x="2757863" y="1824818"/>
              <a:ext cx="149" cy="149"/>
            </a:xfrm>
            <a:custGeom>
              <a:avLst/>
              <a:gdLst/>
              <a:ahLst/>
              <a:cxnLst/>
              <a:rect l="l" t="t" r="r" b="b"/>
              <a:pathLst>
                <a:path w="11" h="11" extrusionOk="0">
                  <a:moveTo>
                    <a:pt x="11" y="11"/>
                  </a:moveTo>
                  <a:lnTo>
                    <a:pt x="0" y="0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12" name="Google Shape;6870;p80">
              <a:extLst>
                <a:ext uri="{FF2B5EF4-FFF2-40B4-BE49-F238E27FC236}">
                  <a16:creationId xmlns:a16="http://schemas.microsoft.com/office/drawing/2014/main" id="{7353223D-61E2-99C4-EFA0-8E6097B51D05}"/>
                </a:ext>
              </a:extLst>
            </p:cNvPr>
            <p:cNvSpPr/>
            <p:nvPr/>
          </p:nvSpPr>
          <p:spPr>
            <a:xfrm>
              <a:off x="2622101" y="1766489"/>
              <a:ext cx="109" cy="258"/>
            </a:xfrm>
            <a:custGeom>
              <a:avLst/>
              <a:gdLst/>
              <a:ahLst/>
              <a:cxnLst/>
              <a:rect l="l" t="t" r="r" b="b"/>
              <a:pathLst>
                <a:path w="8" h="19" extrusionOk="0">
                  <a:moveTo>
                    <a:pt x="8" y="1"/>
                  </a:moveTo>
                  <a:lnTo>
                    <a:pt x="8" y="1"/>
                  </a:lnTo>
                  <a:lnTo>
                    <a:pt x="1" y="18"/>
                  </a:lnTo>
                  <a:lnTo>
                    <a:pt x="1" y="18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13" name="Google Shape;6871;p80">
              <a:extLst>
                <a:ext uri="{FF2B5EF4-FFF2-40B4-BE49-F238E27FC236}">
                  <a16:creationId xmlns:a16="http://schemas.microsoft.com/office/drawing/2014/main" id="{68ED74E7-00BE-C5A7-E256-3AE63CDD848A}"/>
                </a:ext>
              </a:extLst>
            </p:cNvPr>
            <p:cNvSpPr/>
            <p:nvPr/>
          </p:nvSpPr>
          <p:spPr>
            <a:xfrm>
              <a:off x="2646731" y="1809421"/>
              <a:ext cx="434" cy="394"/>
            </a:xfrm>
            <a:custGeom>
              <a:avLst/>
              <a:gdLst/>
              <a:ahLst/>
              <a:cxnLst/>
              <a:rect l="l" t="t" r="r" b="b"/>
              <a:pathLst>
                <a:path w="32" h="29" extrusionOk="0">
                  <a:moveTo>
                    <a:pt x="0" y="0"/>
                  </a:moveTo>
                  <a:cubicBezTo>
                    <a:pt x="11" y="11"/>
                    <a:pt x="21" y="21"/>
                    <a:pt x="32" y="28"/>
                  </a:cubicBezTo>
                  <a:cubicBezTo>
                    <a:pt x="21" y="21"/>
                    <a:pt x="11" y="11"/>
                    <a:pt x="0" y="0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14" name="Google Shape;6872;p80">
              <a:extLst>
                <a:ext uri="{FF2B5EF4-FFF2-40B4-BE49-F238E27FC236}">
                  <a16:creationId xmlns:a16="http://schemas.microsoft.com/office/drawing/2014/main" id="{DE565CD9-0C57-4AB2-FF42-ECEF55A10457}"/>
                </a:ext>
              </a:extLst>
            </p:cNvPr>
            <p:cNvSpPr/>
            <p:nvPr/>
          </p:nvSpPr>
          <p:spPr>
            <a:xfrm>
              <a:off x="2647152" y="1809801"/>
              <a:ext cx="448" cy="394"/>
            </a:xfrm>
            <a:custGeom>
              <a:avLst/>
              <a:gdLst/>
              <a:ahLst/>
              <a:cxnLst/>
              <a:rect l="l" t="t" r="r" b="b"/>
              <a:pathLst>
                <a:path w="33" h="29" extrusionOk="0">
                  <a:moveTo>
                    <a:pt x="1" y="0"/>
                  </a:moveTo>
                  <a:cubicBezTo>
                    <a:pt x="11" y="11"/>
                    <a:pt x="22" y="21"/>
                    <a:pt x="32" y="28"/>
                  </a:cubicBezTo>
                  <a:cubicBezTo>
                    <a:pt x="22" y="21"/>
                    <a:pt x="11" y="11"/>
                    <a:pt x="1" y="0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15" name="Google Shape;6873;p80">
              <a:extLst>
                <a:ext uri="{FF2B5EF4-FFF2-40B4-BE49-F238E27FC236}">
                  <a16:creationId xmlns:a16="http://schemas.microsoft.com/office/drawing/2014/main" id="{AA8C8014-610D-1595-F7EB-41C1257001F1}"/>
                </a:ext>
              </a:extLst>
            </p:cNvPr>
            <p:cNvSpPr/>
            <p:nvPr/>
          </p:nvSpPr>
          <p:spPr>
            <a:xfrm>
              <a:off x="2642685" y="1805321"/>
              <a:ext cx="163" cy="109"/>
            </a:xfrm>
            <a:custGeom>
              <a:avLst/>
              <a:gdLst/>
              <a:ahLst/>
              <a:cxnLst/>
              <a:rect l="l" t="t" r="r" b="b"/>
              <a:pathLst>
                <a:path w="12" h="8" extrusionOk="0">
                  <a:moveTo>
                    <a:pt x="1" y="1"/>
                  </a:moveTo>
                  <a:lnTo>
                    <a:pt x="11" y="8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16" name="Google Shape;6874;p80">
              <a:extLst>
                <a:ext uri="{FF2B5EF4-FFF2-40B4-BE49-F238E27FC236}">
                  <a16:creationId xmlns:a16="http://schemas.microsoft.com/office/drawing/2014/main" id="{9E6CBBE7-2176-E2B4-C5C9-787CEEEF8084}"/>
                </a:ext>
              </a:extLst>
            </p:cNvPr>
            <p:cNvSpPr/>
            <p:nvPr/>
          </p:nvSpPr>
          <p:spPr>
            <a:xfrm>
              <a:off x="2643730" y="1806271"/>
              <a:ext cx="1494" cy="2064"/>
            </a:xfrm>
            <a:custGeom>
              <a:avLst/>
              <a:gdLst/>
              <a:ahLst/>
              <a:cxnLst/>
              <a:rect l="l" t="t" r="r" b="b"/>
              <a:pathLst>
                <a:path w="110" h="152" extrusionOk="0">
                  <a:moveTo>
                    <a:pt x="1" y="1"/>
                  </a:moveTo>
                  <a:cubicBezTo>
                    <a:pt x="43" y="50"/>
                    <a:pt x="78" y="99"/>
                    <a:pt x="109" y="152"/>
                  </a:cubicBezTo>
                  <a:cubicBezTo>
                    <a:pt x="78" y="99"/>
                    <a:pt x="43" y="50"/>
                    <a:pt x="1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17" name="Google Shape;6875;p80">
              <a:extLst>
                <a:ext uri="{FF2B5EF4-FFF2-40B4-BE49-F238E27FC236}">
                  <a16:creationId xmlns:a16="http://schemas.microsoft.com/office/drawing/2014/main" id="{C8F4C25B-B4B5-B247-B611-44967239B535}"/>
                </a:ext>
              </a:extLst>
            </p:cNvPr>
            <p:cNvSpPr/>
            <p:nvPr/>
          </p:nvSpPr>
          <p:spPr>
            <a:xfrm>
              <a:off x="2634280" y="1782606"/>
              <a:ext cx="1765" cy="2770"/>
            </a:xfrm>
            <a:custGeom>
              <a:avLst/>
              <a:gdLst/>
              <a:ahLst/>
              <a:cxnLst/>
              <a:rect l="l" t="t" r="r" b="b"/>
              <a:pathLst>
                <a:path w="130" h="204" extrusionOk="0">
                  <a:moveTo>
                    <a:pt x="0" y="1"/>
                  </a:moveTo>
                  <a:cubicBezTo>
                    <a:pt x="0" y="39"/>
                    <a:pt x="70" y="127"/>
                    <a:pt x="130" y="204"/>
                  </a:cubicBezTo>
                  <a:cubicBezTo>
                    <a:pt x="70" y="127"/>
                    <a:pt x="0" y="39"/>
                    <a:pt x="0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18" name="Google Shape;6876;p80">
              <a:extLst>
                <a:ext uri="{FF2B5EF4-FFF2-40B4-BE49-F238E27FC236}">
                  <a16:creationId xmlns:a16="http://schemas.microsoft.com/office/drawing/2014/main" id="{C5013C69-23D6-6B20-1174-CB09CD6BB38A}"/>
                </a:ext>
              </a:extLst>
            </p:cNvPr>
            <p:cNvSpPr/>
            <p:nvPr/>
          </p:nvSpPr>
          <p:spPr>
            <a:xfrm>
              <a:off x="2643404" y="1805945"/>
              <a:ext cx="149" cy="149"/>
            </a:xfrm>
            <a:custGeom>
              <a:avLst/>
              <a:gdLst/>
              <a:ahLst/>
              <a:cxnLst/>
              <a:rect l="l" t="t" r="r" b="b"/>
              <a:pathLst>
                <a:path w="11" h="11" extrusionOk="0">
                  <a:moveTo>
                    <a:pt x="0" y="0"/>
                  </a:moveTo>
                  <a:lnTo>
                    <a:pt x="11" y="11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19" name="Google Shape;6877;p80">
              <a:extLst>
                <a:ext uri="{FF2B5EF4-FFF2-40B4-BE49-F238E27FC236}">
                  <a16:creationId xmlns:a16="http://schemas.microsoft.com/office/drawing/2014/main" id="{BE56CB50-561C-30A0-5C8A-F07120AE4179}"/>
                </a:ext>
              </a:extLst>
            </p:cNvPr>
            <p:cNvSpPr/>
            <p:nvPr/>
          </p:nvSpPr>
          <p:spPr>
            <a:xfrm>
              <a:off x="2725915" y="1830616"/>
              <a:ext cx="543" cy="204"/>
            </a:xfrm>
            <a:custGeom>
              <a:avLst/>
              <a:gdLst/>
              <a:ahLst/>
              <a:cxnLst/>
              <a:rect l="l" t="t" r="r" b="b"/>
              <a:pathLst>
                <a:path w="40" h="15" extrusionOk="0">
                  <a:moveTo>
                    <a:pt x="39" y="0"/>
                  </a:moveTo>
                  <a:lnTo>
                    <a:pt x="1" y="14"/>
                  </a:lnTo>
                  <a:lnTo>
                    <a:pt x="1" y="14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20" name="Google Shape;6878;p80">
              <a:extLst>
                <a:ext uri="{FF2B5EF4-FFF2-40B4-BE49-F238E27FC236}">
                  <a16:creationId xmlns:a16="http://schemas.microsoft.com/office/drawing/2014/main" id="{BB5023CB-DD98-72AA-84F9-3D1F84597325}"/>
                </a:ext>
              </a:extLst>
            </p:cNvPr>
            <p:cNvSpPr/>
            <p:nvPr/>
          </p:nvSpPr>
          <p:spPr>
            <a:xfrm>
              <a:off x="2701204" y="1827805"/>
              <a:ext cx="815" cy="353"/>
            </a:xfrm>
            <a:custGeom>
              <a:avLst/>
              <a:gdLst/>
              <a:ahLst/>
              <a:cxnLst/>
              <a:rect l="l" t="t" r="r" b="b"/>
              <a:pathLst>
                <a:path w="60" h="26" extrusionOk="0">
                  <a:moveTo>
                    <a:pt x="0" y="25"/>
                  </a:moveTo>
                  <a:cubicBezTo>
                    <a:pt x="18" y="11"/>
                    <a:pt x="39" y="1"/>
                    <a:pt x="60" y="1"/>
                  </a:cubicBezTo>
                  <a:cubicBezTo>
                    <a:pt x="39" y="1"/>
                    <a:pt x="18" y="11"/>
                    <a:pt x="0" y="25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21" name="Google Shape;6879;p80">
              <a:extLst>
                <a:ext uri="{FF2B5EF4-FFF2-40B4-BE49-F238E27FC236}">
                  <a16:creationId xmlns:a16="http://schemas.microsoft.com/office/drawing/2014/main" id="{D329E4B2-F81A-9098-34B3-5424B545C064}"/>
                </a:ext>
              </a:extLst>
            </p:cNvPr>
            <p:cNvSpPr/>
            <p:nvPr/>
          </p:nvSpPr>
          <p:spPr>
            <a:xfrm>
              <a:off x="2757673" y="1824533"/>
              <a:ext cx="109" cy="149"/>
            </a:xfrm>
            <a:custGeom>
              <a:avLst/>
              <a:gdLst/>
              <a:ahLst/>
              <a:cxnLst/>
              <a:rect l="l" t="t" r="r" b="b"/>
              <a:pathLst>
                <a:path w="8" h="11" extrusionOk="0">
                  <a:moveTo>
                    <a:pt x="0" y="0"/>
                  </a:moveTo>
                  <a:cubicBezTo>
                    <a:pt x="0" y="4"/>
                    <a:pt x="4" y="7"/>
                    <a:pt x="7" y="11"/>
                  </a:cubicBezTo>
                  <a:cubicBezTo>
                    <a:pt x="4" y="7"/>
                    <a:pt x="0" y="4"/>
                    <a:pt x="0" y="0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22" name="Google Shape;6880;p80">
              <a:extLst>
                <a:ext uri="{FF2B5EF4-FFF2-40B4-BE49-F238E27FC236}">
                  <a16:creationId xmlns:a16="http://schemas.microsoft.com/office/drawing/2014/main" id="{8112628B-F7C6-C535-6044-49F00B389682}"/>
                </a:ext>
              </a:extLst>
            </p:cNvPr>
            <p:cNvSpPr/>
            <p:nvPr/>
          </p:nvSpPr>
          <p:spPr>
            <a:xfrm>
              <a:off x="2758012" y="1824954"/>
              <a:ext cx="1955" cy="1018"/>
            </a:xfrm>
            <a:custGeom>
              <a:avLst/>
              <a:gdLst/>
              <a:ahLst/>
              <a:cxnLst/>
              <a:rect l="l" t="t" r="r" b="b"/>
              <a:pathLst>
                <a:path w="144" h="75" extrusionOk="0">
                  <a:moveTo>
                    <a:pt x="0" y="1"/>
                  </a:moveTo>
                  <a:lnTo>
                    <a:pt x="0" y="1"/>
                  </a:lnTo>
                  <a:cubicBezTo>
                    <a:pt x="42" y="36"/>
                    <a:pt x="91" y="60"/>
                    <a:pt x="143" y="74"/>
                  </a:cubicBezTo>
                  <a:cubicBezTo>
                    <a:pt x="91" y="57"/>
                    <a:pt x="42" y="36"/>
                    <a:pt x="0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23" name="Google Shape;6881;p80">
              <a:extLst>
                <a:ext uri="{FF2B5EF4-FFF2-40B4-BE49-F238E27FC236}">
                  <a16:creationId xmlns:a16="http://schemas.microsoft.com/office/drawing/2014/main" id="{14994E6D-044D-B795-2BEE-BEF2EC5F3DF5}"/>
                </a:ext>
              </a:extLst>
            </p:cNvPr>
            <p:cNvSpPr/>
            <p:nvPr/>
          </p:nvSpPr>
          <p:spPr>
            <a:xfrm>
              <a:off x="2626338" y="1766353"/>
              <a:ext cx="869" cy="679"/>
            </a:xfrm>
            <a:custGeom>
              <a:avLst/>
              <a:gdLst/>
              <a:ahLst/>
              <a:cxnLst/>
              <a:rect l="l" t="t" r="r" b="b"/>
              <a:pathLst>
                <a:path w="64" h="50" extrusionOk="0">
                  <a:moveTo>
                    <a:pt x="64" y="49"/>
                  </a:moveTo>
                  <a:cubicBezTo>
                    <a:pt x="43" y="32"/>
                    <a:pt x="22" y="14"/>
                    <a:pt x="1" y="0"/>
                  </a:cubicBezTo>
                  <a:cubicBezTo>
                    <a:pt x="22" y="14"/>
                    <a:pt x="43" y="32"/>
                    <a:pt x="64" y="49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24" name="Google Shape;6882;p80">
              <a:extLst>
                <a:ext uri="{FF2B5EF4-FFF2-40B4-BE49-F238E27FC236}">
                  <a16:creationId xmlns:a16="http://schemas.microsoft.com/office/drawing/2014/main" id="{DC118A2C-7ADD-15A2-5318-558FF70B5B6D}"/>
                </a:ext>
              </a:extLst>
            </p:cNvPr>
            <p:cNvSpPr/>
            <p:nvPr/>
          </p:nvSpPr>
          <p:spPr>
            <a:xfrm>
              <a:off x="2757768" y="1824669"/>
              <a:ext cx="109" cy="163"/>
            </a:xfrm>
            <a:custGeom>
              <a:avLst/>
              <a:gdLst/>
              <a:ahLst/>
              <a:cxnLst/>
              <a:rect l="l" t="t" r="r" b="b"/>
              <a:pathLst>
                <a:path w="8" h="12" extrusionOk="0">
                  <a:moveTo>
                    <a:pt x="0" y="1"/>
                  </a:moveTo>
                  <a:cubicBezTo>
                    <a:pt x="0" y="4"/>
                    <a:pt x="4" y="8"/>
                    <a:pt x="7" y="11"/>
                  </a:cubicBezTo>
                  <a:cubicBezTo>
                    <a:pt x="4" y="8"/>
                    <a:pt x="0" y="4"/>
                    <a:pt x="0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25" name="Google Shape;6883;p80">
              <a:extLst>
                <a:ext uri="{FF2B5EF4-FFF2-40B4-BE49-F238E27FC236}">
                  <a16:creationId xmlns:a16="http://schemas.microsoft.com/office/drawing/2014/main" id="{E3326D01-B9B1-5FD2-A7C1-27799D49C3F9}"/>
                </a:ext>
              </a:extLst>
            </p:cNvPr>
            <p:cNvSpPr/>
            <p:nvPr/>
          </p:nvSpPr>
          <p:spPr>
            <a:xfrm>
              <a:off x="2760049" y="1825959"/>
              <a:ext cx="204" cy="54"/>
            </a:xfrm>
            <a:custGeom>
              <a:avLst/>
              <a:gdLst/>
              <a:ahLst/>
              <a:cxnLst/>
              <a:rect l="l" t="t" r="r" b="b"/>
              <a:pathLst>
                <a:path w="15" h="4" extrusionOk="0">
                  <a:moveTo>
                    <a:pt x="0" y="0"/>
                  </a:moveTo>
                  <a:lnTo>
                    <a:pt x="14" y="4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26" name="Google Shape;6884;p80">
              <a:extLst>
                <a:ext uri="{FF2B5EF4-FFF2-40B4-BE49-F238E27FC236}">
                  <a16:creationId xmlns:a16="http://schemas.microsoft.com/office/drawing/2014/main" id="{BA43CC8A-D50B-A0ED-9D6B-0EE69FF03180}"/>
                </a:ext>
              </a:extLst>
            </p:cNvPr>
            <p:cNvSpPr/>
            <p:nvPr/>
          </p:nvSpPr>
          <p:spPr>
            <a:xfrm>
              <a:off x="2704571" y="1833223"/>
              <a:ext cx="68" cy="394"/>
            </a:xfrm>
            <a:custGeom>
              <a:avLst/>
              <a:gdLst/>
              <a:ahLst/>
              <a:cxnLst/>
              <a:rect l="l" t="t" r="r" b="b"/>
              <a:pathLst>
                <a:path w="5" h="29" extrusionOk="0">
                  <a:moveTo>
                    <a:pt x="4" y="1"/>
                  </a:moveTo>
                  <a:cubicBezTo>
                    <a:pt x="1" y="11"/>
                    <a:pt x="1" y="18"/>
                    <a:pt x="1" y="29"/>
                  </a:cubicBezTo>
                  <a:cubicBezTo>
                    <a:pt x="1" y="18"/>
                    <a:pt x="1" y="11"/>
                    <a:pt x="4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27" name="Google Shape;6885;p80">
              <a:extLst>
                <a:ext uri="{FF2B5EF4-FFF2-40B4-BE49-F238E27FC236}">
                  <a16:creationId xmlns:a16="http://schemas.microsoft.com/office/drawing/2014/main" id="{EB9FFA32-7E8B-13C3-0A6B-3D0522473689}"/>
                </a:ext>
              </a:extLst>
            </p:cNvPr>
            <p:cNvSpPr/>
            <p:nvPr/>
          </p:nvSpPr>
          <p:spPr>
            <a:xfrm>
              <a:off x="2634280" y="1780800"/>
              <a:ext cx="339" cy="1819"/>
            </a:xfrm>
            <a:custGeom>
              <a:avLst/>
              <a:gdLst/>
              <a:ahLst/>
              <a:cxnLst/>
              <a:rect l="l" t="t" r="r" b="b"/>
              <a:pathLst>
                <a:path w="25" h="134" extrusionOk="0">
                  <a:moveTo>
                    <a:pt x="25" y="1"/>
                  </a:moveTo>
                  <a:lnTo>
                    <a:pt x="18" y="22"/>
                  </a:lnTo>
                  <a:cubicBezTo>
                    <a:pt x="11" y="57"/>
                    <a:pt x="4" y="95"/>
                    <a:pt x="0" y="134"/>
                  </a:cubicBezTo>
                  <a:cubicBezTo>
                    <a:pt x="4" y="95"/>
                    <a:pt x="11" y="60"/>
                    <a:pt x="18" y="25"/>
                  </a:cubicBezTo>
                  <a:lnTo>
                    <a:pt x="25" y="1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28" name="Google Shape;6886;p80">
              <a:extLst>
                <a:ext uri="{FF2B5EF4-FFF2-40B4-BE49-F238E27FC236}">
                  <a16:creationId xmlns:a16="http://schemas.microsoft.com/office/drawing/2014/main" id="{40D80360-F6F0-6991-B722-AF39FB569EE6}"/>
                </a:ext>
              </a:extLst>
            </p:cNvPr>
            <p:cNvSpPr/>
            <p:nvPr/>
          </p:nvSpPr>
          <p:spPr>
            <a:xfrm>
              <a:off x="2726580" y="1830426"/>
              <a:ext cx="299" cy="149"/>
            </a:xfrm>
            <a:custGeom>
              <a:avLst/>
              <a:gdLst/>
              <a:ahLst/>
              <a:cxnLst/>
              <a:rect l="l" t="t" r="r" b="b"/>
              <a:pathLst>
                <a:path w="22" h="11" extrusionOk="0">
                  <a:moveTo>
                    <a:pt x="1" y="11"/>
                  </a:moveTo>
                  <a:lnTo>
                    <a:pt x="22" y="0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29" name="Google Shape;6887;p80">
              <a:extLst>
                <a:ext uri="{FF2B5EF4-FFF2-40B4-BE49-F238E27FC236}">
                  <a16:creationId xmlns:a16="http://schemas.microsoft.com/office/drawing/2014/main" id="{12FFAFD7-86F1-6F9D-FBD4-809BA1D79E1D}"/>
                </a:ext>
              </a:extLst>
            </p:cNvPr>
            <p:cNvSpPr/>
            <p:nvPr/>
          </p:nvSpPr>
          <p:spPr>
            <a:xfrm>
              <a:off x="2917955" y="1668962"/>
              <a:ext cx="1575" cy="530"/>
            </a:xfrm>
            <a:custGeom>
              <a:avLst/>
              <a:gdLst/>
              <a:ahLst/>
              <a:cxnLst/>
              <a:rect l="l" t="t" r="r" b="b"/>
              <a:pathLst>
                <a:path w="116" h="39" extrusionOk="0">
                  <a:moveTo>
                    <a:pt x="0" y="39"/>
                  </a:moveTo>
                  <a:cubicBezTo>
                    <a:pt x="39" y="25"/>
                    <a:pt x="77" y="11"/>
                    <a:pt x="116" y="0"/>
                  </a:cubicBezTo>
                  <a:cubicBezTo>
                    <a:pt x="77" y="11"/>
                    <a:pt x="39" y="25"/>
                    <a:pt x="0" y="39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30" name="Google Shape;6888;p80">
              <a:extLst>
                <a:ext uri="{FF2B5EF4-FFF2-40B4-BE49-F238E27FC236}">
                  <a16:creationId xmlns:a16="http://schemas.microsoft.com/office/drawing/2014/main" id="{8B8C5F6C-BEC5-D848-9846-B53D0580CF64}"/>
                </a:ext>
              </a:extLst>
            </p:cNvPr>
            <p:cNvSpPr/>
            <p:nvPr/>
          </p:nvSpPr>
          <p:spPr>
            <a:xfrm>
              <a:off x="2754577" y="1704223"/>
              <a:ext cx="14" cy="14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1" y="1"/>
                  </a:move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31" name="Google Shape;6889;p80">
              <a:extLst>
                <a:ext uri="{FF2B5EF4-FFF2-40B4-BE49-F238E27FC236}">
                  <a16:creationId xmlns:a16="http://schemas.microsoft.com/office/drawing/2014/main" id="{D5465A5D-7B50-FE4B-CA18-9530DBBC849E}"/>
                </a:ext>
              </a:extLst>
            </p:cNvPr>
            <p:cNvSpPr/>
            <p:nvPr/>
          </p:nvSpPr>
          <p:spPr>
            <a:xfrm>
              <a:off x="2822125" y="1713781"/>
              <a:ext cx="163" cy="109"/>
            </a:xfrm>
            <a:custGeom>
              <a:avLst/>
              <a:gdLst/>
              <a:ahLst/>
              <a:cxnLst/>
              <a:rect l="l" t="t" r="r" b="b"/>
              <a:pathLst>
                <a:path w="12" h="8" extrusionOk="0">
                  <a:moveTo>
                    <a:pt x="1" y="7"/>
                  </a:moveTo>
                  <a:lnTo>
                    <a:pt x="11" y="0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32" name="Google Shape;6890;p80">
              <a:extLst>
                <a:ext uri="{FF2B5EF4-FFF2-40B4-BE49-F238E27FC236}">
                  <a16:creationId xmlns:a16="http://schemas.microsoft.com/office/drawing/2014/main" id="{E41ED8EA-DBC2-3441-853C-79901C3FE276}"/>
                </a:ext>
              </a:extLst>
            </p:cNvPr>
            <p:cNvSpPr/>
            <p:nvPr/>
          </p:nvSpPr>
          <p:spPr>
            <a:xfrm>
              <a:off x="2821324" y="1714297"/>
              <a:ext cx="95" cy="68"/>
            </a:xfrm>
            <a:custGeom>
              <a:avLst/>
              <a:gdLst/>
              <a:ahLst/>
              <a:cxnLst/>
              <a:rect l="l" t="t" r="r" b="b"/>
              <a:pathLst>
                <a:path w="7" h="5" extrusionOk="0">
                  <a:moveTo>
                    <a:pt x="0" y="4"/>
                  </a:moveTo>
                  <a:lnTo>
                    <a:pt x="7" y="1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33" name="Google Shape;6891;p80">
              <a:extLst>
                <a:ext uri="{FF2B5EF4-FFF2-40B4-BE49-F238E27FC236}">
                  <a16:creationId xmlns:a16="http://schemas.microsoft.com/office/drawing/2014/main" id="{16C465F4-39E8-01F4-9C38-85F8AA38E736}"/>
                </a:ext>
              </a:extLst>
            </p:cNvPr>
            <p:cNvSpPr/>
            <p:nvPr/>
          </p:nvSpPr>
          <p:spPr>
            <a:xfrm>
              <a:off x="2845370" y="1708079"/>
              <a:ext cx="1670" cy="299"/>
            </a:xfrm>
            <a:custGeom>
              <a:avLst/>
              <a:gdLst/>
              <a:ahLst/>
              <a:cxnLst/>
              <a:rect l="l" t="t" r="r" b="b"/>
              <a:pathLst>
                <a:path w="123" h="22" extrusionOk="0">
                  <a:moveTo>
                    <a:pt x="0" y="0"/>
                  </a:moveTo>
                  <a:lnTo>
                    <a:pt x="0" y="0"/>
                  </a:lnTo>
                  <a:cubicBezTo>
                    <a:pt x="46" y="11"/>
                    <a:pt x="88" y="18"/>
                    <a:pt x="123" y="21"/>
                  </a:cubicBezTo>
                  <a:cubicBezTo>
                    <a:pt x="88" y="18"/>
                    <a:pt x="46" y="7"/>
                    <a:pt x="0" y="0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34" name="Google Shape;6892;p80">
              <a:extLst>
                <a:ext uri="{FF2B5EF4-FFF2-40B4-BE49-F238E27FC236}">
                  <a16:creationId xmlns:a16="http://schemas.microsoft.com/office/drawing/2014/main" id="{35165185-372C-560D-D961-16FFB4CFEFD6}"/>
                </a:ext>
              </a:extLst>
            </p:cNvPr>
            <p:cNvSpPr/>
            <p:nvPr/>
          </p:nvSpPr>
          <p:spPr>
            <a:xfrm>
              <a:off x="2819124" y="1715343"/>
              <a:ext cx="109" cy="14"/>
            </a:xfrm>
            <a:custGeom>
              <a:avLst/>
              <a:gdLst/>
              <a:ahLst/>
              <a:cxnLst/>
              <a:rect l="l" t="t" r="r" b="b"/>
              <a:pathLst>
                <a:path w="8" h="1" extrusionOk="0">
                  <a:moveTo>
                    <a:pt x="1" y="1"/>
                  </a:moveTo>
                  <a:lnTo>
                    <a:pt x="8" y="1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35" name="Google Shape;6893;p80">
              <a:extLst>
                <a:ext uri="{FF2B5EF4-FFF2-40B4-BE49-F238E27FC236}">
                  <a16:creationId xmlns:a16="http://schemas.microsoft.com/office/drawing/2014/main" id="{F9A000E2-B031-CDBB-E786-401C96C097B1}"/>
                </a:ext>
              </a:extLst>
            </p:cNvPr>
            <p:cNvSpPr/>
            <p:nvPr/>
          </p:nvSpPr>
          <p:spPr>
            <a:xfrm>
              <a:off x="2822980" y="1713211"/>
              <a:ext cx="204" cy="109"/>
            </a:xfrm>
            <a:custGeom>
              <a:avLst/>
              <a:gdLst/>
              <a:ahLst/>
              <a:cxnLst/>
              <a:rect l="l" t="t" r="r" b="b"/>
              <a:pathLst>
                <a:path w="15" h="8" extrusionOk="0">
                  <a:moveTo>
                    <a:pt x="1" y="7"/>
                  </a:moveTo>
                  <a:lnTo>
                    <a:pt x="15" y="0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36" name="Google Shape;6894;p80">
              <a:extLst>
                <a:ext uri="{FF2B5EF4-FFF2-40B4-BE49-F238E27FC236}">
                  <a16:creationId xmlns:a16="http://schemas.microsoft.com/office/drawing/2014/main" id="{CC7D08E2-307A-004C-FB41-4CA11801649E}"/>
                </a:ext>
              </a:extLst>
            </p:cNvPr>
            <p:cNvSpPr/>
            <p:nvPr/>
          </p:nvSpPr>
          <p:spPr>
            <a:xfrm>
              <a:off x="2924459" y="1658548"/>
              <a:ext cx="869" cy="720"/>
            </a:xfrm>
            <a:custGeom>
              <a:avLst/>
              <a:gdLst/>
              <a:ahLst/>
              <a:cxnLst/>
              <a:rect l="l" t="t" r="r" b="b"/>
              <a:pathLst>
                <a:path w="64" h="53" extrusionOk="0">
                  <a:moveTo>
                    <a:pt x="64" y="53"/>
                  </a:moveTo>
                  <a:lnTo>
                    <a:pt x="1" y="0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37" name="Google Shape;6895;p80">
              <a:extLst>
                <a:ext uri="{FF2B5EF4-FFF2-40B4-BE49-F238E27FC236}">
                  <a16:creationId xmlns:a16="http://schemas.microsoft.com/office/drawing/2014/main" id="{6462B006-D0D2-2D78-2777-E2ABA8C86E53}"/>
                </a:ext>
              </a:extLst>
            </p:cNvPr>
            <p:cNvSpPr/>
            <p:nvPr/>
          </p:nvSpPr>
          <p:spPr>
            <a:xfrm>
              <a:off x="2759424" y="1705363"/>
              <a:ext cx="5390" cy="204"/>
            </a:xfrm>
            <a:custGeom>
              <a:avLst/>
              <a:gdLst/>
              <a:ahLst/>
              <a:cxnLst/>
              <a:rect l="l" t="t" r="r" b="b"/>
              <a:pathLst>
                <a:path w="397" h="15" extrusionOk="0">
                  <a:moveTo>
                    <a:pt x="397" y="11"/>
                  </a:moveTo>
                  <a:cubicBezTo>
                    <a:pt x="288" y="1"/>
                    <a:pt x="179" y="1"/>
                    <a:pt x="74" y="11"/>
                  </a:cubicBezTo>
                  <a:lnTo>
                    <a:pt x="1" y="15"/>
                  </a:lnTo>
                  <a:lnTo>
                    <a:pt x="74" y="11"/>
                  </a:lnTo>
                  <a:cubicBezTo>
                    <a:pt x="179" y="1"/>
                    <a:pt x="288" y="1"/>
                    <a:pt x="397" y="1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38" name="Google Shape;6896;p80">
              <a:extLst>
                <a:ext uri="{FF2B5EF4-FFF2-40B4-BE49-F238E27FC236}">
                  <a16:creationId xmlns:a16="http://schemas.microsoft.com/office/drawing/2014/main" id="{F058E758-6EAD-4090-3318-E04C18EE8D9B}"/>
                </a:ext>
              </a:extLst>
            </p:cNvPr>
            <p:cNvSpPr/>
            <p:nvPr/>
          </p:nvSpPr>
          <p:spPr>
            <a:xfrm>
              <a:off x="2818459" y="1715533"/>
              <a:ext cx="109" cy="14"/>
            </a:xfrm>
            <a:custGeom>
              <a:avLst/>
              <a:gdLst/>
              <a:ahLst/>
              <a:cxnLst/>
              <a:rect l="l" t="t" r="r" b="b"/>
              <a:pathLst>
                <a:path w="8" h="1" extrusionOk="0">
                  <a:moveTo>
                    <a:pt x="1" y="1"/>
                  </a:moveTo>
                  <a:lnTo>
                    <a:pt x="8" y="1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39" name="Google Shape;6897;p80">
              <a:extLst>
                <a:ext uri="{FF2B5EF4-FFF2-40B4-BE49-F238E27FC236}">
                  <a16:creationId xmlns:a16="http://schemas.microsoft.com/office/drawing/2014/main" id="{989C9609-9785-A1F7-AE92-5A38452CEC1C}"/>
                </a:ext>
              </a:extLst>
            </p:cNvPr>
            <p:cNvSpPr/>
            <p:nvPr/>
          </p:nvSpPr>
          <p:spPr>
            <a:xfrm>
              <a:off x="2820550" y="1714773"/>
              <a:ext cx="14" cy="14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1" y="1"/>
                  </a:move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40" name="Google Shape;6898;p80">
              <a:extLst>
                <a:ext uri="{FF2B5EF4-FFF2-40B4-BE49-F238E27FC236}">
                  <a16:creationId xmlns:a16="http://schemas.microsoft.com/office/drawing/2014/main" id="{6CA6A369-52CD-CD60-66FA-8CB7D6948D39}"/>
                </a:ext>
              </a:extLst>
            </p:cNvPr>
            <p:cNvSpPr/>
            <p:nvPr/>
          </p:nvSpPr>
          <p:spPr>
            <a:xfrm>
              <a:off x="2697063" y="1644102"/>
              <a:ext cx="68" cy="244"/>
            </a:xfrm>
            <a:custGeom>
              <a:avLst/>
              <a:gdLst/>
              <a:ahLst/>
              <a:cxnLst/>
              <a:rect l="l" t="t" r="r" b="b"/>
              <a:pathLst>
                <a:path w="5" h="18" extrusionOk="0">
                  <a:moveTo>
                    <a:pt x="1" y="0"/>
                  </a:moveTo>
                  <a:cubicBezTo>
                    <a:pt x="1" y="4"/>
                    <a:pt x="4" y="11"/>
                    <a:pt x="4" y="18"/>
                  </a:cubicBezTo>
                  <a:cubicBezTo>
                    <a:pt x="4" y="11"/>
                    <a:pt x="4" y="4"/>
                    <a:pt x="1" y="0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41" name="Google Shape;6899;p80">
              <a:extLst>
                <a:ext uri="{FF2B5EF4-FFF2-40B4-BE49-F238E27FC236}">
                  <a16:creationId xmlns:a16="http://schemas.microsoft.com/office/drawing/2014/main" id="{8A2C644B-4D2F-6E23-CA22-413EA0D673D5}"/>
                </a:ext>
              </a:extLst>
            </p:cNvPr>
            <p:cNvSpPr/>
            <p:nvPr/>
          </p:nvSpPr>
          <p:spPr>
            <a:xfrm>
              <a:off x="2810815" y="1712641"/>
              <a:ext cx="1385" cy="109"/>
            </a:xfrm>
            <a:custGeom>
              <a:avLst/>
              <a:gdLst/>
              <a:ahLst/>
              <a:cxnLst/>
              <a:rect l="l" t="t" r="r" b="b"/>
              <a:pathLst>
                <a:path w="102" h="8" extrusionOk="0">
                  <a:moveTo>
                    <a:pt x="102" y="0"/>
                  </a:moveTo>
                  <a:lnTo>
                    <a:pt x="81" y="0"/>
                  </a:lnTo>
                  <a:cubicBezTo>
                    <a:pt x="53" y="4"/>
                    <a:pt x="25" y="7"/>
                    <a:pt x="0" y="7"/>
                  </a:cubicBezTo>
                  <a:cubicBezTo>
                    <a:pt x="25" y="7"/>
                    <a:pt x="53" y="4"/>
                    <a:pt x="81" y="0"/>
                  </a:cubicBezTo>
                  <a:cubicBezTo>
                    <a:pt x="88" y="0"/>
                    <a:pt x="95" y="0"/>
                    <a:pt x="102" y="0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42" name="Google Shape;6900;p80">
              <a:extLst>
                <a:ext uri="{FF2B5EF4-FFF2-40B4-BE49-F238E27FC236}">
                  <a16:creationId xmlns:a16="http://schemas.microsoft.com/office/drawing/2014/main" id="{AB39696C-0807-E8B6-9D21-C43BC26A9205}"/>
                </a:ext>
              </a:extLst>
            </p:cNvPr>
            <p:cNvSpPr/>
            <p:nvPr/>
          </p:nvSpPr>
          <p:spPr>
            <a:xfrm>
              <a:off x="2817943" y="1715587"/>
              <a:ext cx="14" cy="14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0" y="0"/>
                  </a:move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43" name="Google Shape;6901;p80">
              <a:extLst>
                <a:ext uri="{FF2B5EF4-FFF2-40B4-BE49-F238E27FC236}">
                  <a16:creationId xmlns:a16="http://schemas.microsoft.com/office/drawing/2014/main" id="{D1FB34F3-D87F-B0E7-074E-D8624BB55BF8}"/>
                </a:ext>
              </a:extLst>
            </p:cNvPr>
            <p:cNvSpPr/>
            <p:nvPr/>
          </p:nvSpPr>
          <p:spPr>
            <a:xfrm>
              <a:off x="2901594" y="1637965"/>
              <a:ext cx="5540" cy="10943"/>
            </a:xfrm>
            <a:custGeom>
              <a:avLst/>
              <a:gdLst/>
              <a:ahLst/>
              <a:cxnLst/>
              <a:rect l="l" t="t" r="r" b="b"/>
              <a:pathLst>
                <a:path w="408" h="806" extrusionOk="0">
                  <a:moveTo>
                    <a:pt x="407" y="1"/>
                  </a:moveTo>
                  <a:lnTo>
                    <a:pt x="1" y="806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44" name="Google Shape;6902;p80">
              <a:extLst>
                <a:ext uri="{FF2B5EF4-FFF2-40B4-BE49-F238E27FC236}">
                  <a16:creationId xmlns:a16="http://schemas.microsoft.com/office/drawing/2014/main" id="{B214CED3-BF47-47E9-AD87-4AC544B4E50C}"/>
                </a:ext>
              </a:extLst>
            </p:cNvPr>
            <p:cNvSpPr/>
            <p:nvPr/>
          </p:nvSpPr>
          <p:spPr>
            <a:xfrm>
              <a:off x="2921988" y="1656213"/>
              <a:ext cx="774" cy="774"/>
            </a:xfrm>
            <a:custGeom>
              <a:avLst/>
              <a:gdLst/>
              <a:ahLst/>
              <a:cxnLst/>
              <a:rect l="l" t="t" r="r" b="b"/>
              <a:pathLst>
                <a:path w="57" h="57" extrusionOk="0">
                  <a:moveTo>
                    <a:pt x="1" y="1"/>
                  </a:moveTo>
                  <a:cubicBezTo>
                    <a:pt x="15" y="18"/>
                    <a:pt x="36" y="36"/>
                    <a:pt x="57" y="57"/>
                  </a:cubicBezTo>
                  <a:cubicBezTo>
                    <a:pt x="36" y="36"/>
                    <a:pt x="18" y="18"/>
                    <a:pt x="1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45" name="Google Shape;6903;p80">
              <a:extLst>
                <a:ext uri="{FF2B5EF4-FFF2-40B4-BE49-F238E27FC236}">
                  <a16:creationId xmlns:a16="http://schemas.microsoft.com/office/drawing/2014/main" id="{8986F247-FB8A-10F6-5221-53FBAF4E2E4F}"/>
                </a:ext>
              </a:extLst>
            </p:cNvPr>
            <p:cNvSpPr/>
            <p:nvPr/>
          </p:nvSpPr>
          <p:spPr>
            <a:xfrm>
              <a:off x="2803687" y="1710645"/>
              <a:ext cx="679" cy="394"/>
            </a:xfrm>
            <a:custGeom>
              <a:avLst/>
              <a:gdLst/>
              <a:ahLst/>
              <a:cxnLst/>
              <a:rect l="l" t="t" r="r" b="b"/>
              <a:pathLst>
                <a:path w="50" h="29" extrusionOk="0">
                  <a:moveTo>
                    <a:pt x="0" y="0"/>
                  </a:moveTo>
                  <a:lnTo>
                    <a:pt x="49" y="28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46" name="Google Shape;6904;p80">
              <a:extLst>
                <a:ext uri="{FF2B5EF4-FFF2-40B4-BE49-F238E27FC236}">
                  <a16:creationId xmlns:a16="http://schemas.microsoft.com/office/drawing/2014/main" id="{FE1922D7-2A5A-8EBC-0595-74E8B9558584}"/>
                </a:ext>
              </a:extLst>
            </p:cNvPr>
            <p:cNvSpPr/>
            <p:nvPr/>
          </p:nvSpPr>
          <p:spPr>
            <a:xfrm>
              <a:off x="2598395" y="1730373"/>
              <a:ext cx="54" cy="244"/>
            </a:xfrm>
            <a:custGeom>
              <a:avLst/>
              <a:gdLst/>
              <a:ahLst/>
              <a:cxnLst/>
              <a:rect l="l" t="t" r="r" b="b"/>
              <a:pathLst>
                <a:path w="4" h="18" extrusionOk="0">
                  <a:moveTo>
                    <a:pt x="4" y="0"/>
                  </a:moveTo>
                  <a:lnTo>
                    <a:pt x="4" y="0"/>
                  </a:lnTo>
                  <a:cubicBezTo>
                    <a:pt x="4" y="7"/>
                    <a:pt x="0" y="11"/>
                    <a:pt x="0" y="18"/>
                  </a:cubicBezTo>
                  <a:cubicBezTo>
                    <a:pt x="4" y="11"/>
                    <a:pt x="4" y="7"/>
                    <a:pt x="4" y="0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47" name="Google Shape;6905;p80">
              <a:extLst>
                <a:ext uri="{FF2B5EF4-FFF2-40B4-BE49-F238E27FC236}">
                  <a16:creationId xmlns:a16="http://schemas.microsoft.com/office/drawing/2014/main" id="{EC3BD6F0-2E06-C9A5-743A-1F9AF78AC610}"/>
                </a:ext>
              </a:extLst>
            </p:cNvPr>
            <p:cNvSpPr/>
            <p:nvPr/>
          </p:nvSpPr>
          <p:spPr>
            <a:xfrm>
              <a:off x="2598531" y="1729463"/>
              <a:ext cx="14" cy="109"/>
            </a:xfrm>
            <a:custGeom>
              <a:avLst/>
              <a:gdLst/>
              <a:ahLst/>
              <a:cxnLst/>
              <a:rect l="l" t="t" r="r" b="b"/>
              <a:pathLst>
                <a:path w="1" h="8" extrusionOk="0">
                  <a:moveTo>
                    <a:pt x="1" y="1"/>
                  </a:moveTo>
                  <a:lnTo>
                    <a:pt x="1" y="8"/>
                  </a:lnTo>
                  <a:cubicBezTo>
                    <a:pt x="1" y="8"/>
                    <a:pt x="1" y="1"/>
                    <a:pt x="1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48" name="Google Shape;6906;p80">
              <a:extLst>
                <a:ext uri="{FF2B5EF4-FFF2-40B4-BE49-F238E27FC236}">
                  <a16:creationId xmlns:a16="http://schemas.microsoft.com/office/drawing/2014/main" id="{350D0685-E7BB-AB75-93CC-EF50EB719400}"/>
                </a:ext>
              </a:extLst>
            </p:cNvPr>
            <p:cNvSpPr/>
            <p:nvPr/>
          </p:nvSpPr>
          <p:spPr>
            <a:xfrm>
              <a:off x="2609176" y="1723815"/>
              <a:ext cx="1113" cy="679"/>
            </a:xfrm>
            <a:custGeom>
              <a:avLst/>
              <a:gdLst/>
              <a:ahLst/>
              <a:cxnLst/>
              <a:rect l="l" t="t" r="r" b="b"/>
              <a:pathLst>
                <a:path w="82" h="50" extrusionOk="0">
                  <a:moveTo>
                    <a:pt x="81" y="49"/>
                  </a:moveTo>
                  <a:cubicBezTo>
                    <a:pt x="57" y="32"/>
                    <a:pt x="29" y="14"/>
                    <a:pt x="1" y="0"/>
                  </a:cubicBezTo>
                  <a:cubicBezTo>
                    <a:pt x="29" y="14"/>
                    <a:pt x="57" y="32"/>
                    <a:pt x="81" y="49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49" name="Google Shape;6907;p80">
              <a:extLst>
                <a:ext uri="{FF2B5EF4-FFF2-40B4-BE49-F238E27FC236}">
                  <a16:creationId xmlns:a16="http://schemas.microsoft.com/office/drawing/2014/main" id="{085ED237-32EC-C919-FAB2-0C23B1F68BF3}"/>
                </a:ext>
              </a:extLst>
            </p:cNvPr>
            <p:cNvSpPr/>
            <p:nvPr/>
          </p:nvSpPr>
          <p:spPr>
            <a:xfrm>
              <a:off x="2597825" y="1732030"/>
              <a:ext cx="109" cy="258"/>
            </a:xfrm>
            <a:custGeom>
              <a:avLst/>
              <a:gdLst/>
              <a:ahLst/>
              <a:cxnLst/>
              <a:rect l="l" t="t" r="r" b="b"/>
              <a:pathLst>
                <a:path w="8" h="19" extrusionOk="0">
                  <a:moveTo>
                    <a:pt x="7" y="1"/>
                  </a:moveTo>
                  <a:lnTo>
                    <a:pt x="0" y="18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50" name="Google Shape;6908;p80">
              <a:extLst>
                <a:ext uri="{FF2B5EF4-FFF2-40B4-BE49-F238E27FC236}">
                  <a16:creationId xmlns:a16="http://schemas.microsoft.com/office/drawing/2014/main" id="{D8C21659-BE6B-7340-4712-EB9129E4EACE}"/>
                </a:ext>
              </a:extLst>
            </p:cNvPr>
            <p:cNvSpPr/>
            <p:nvPr/>
          </p:nvSpPr>
          <p:spPr>
            <a:xfrm>
              <a:off x="2643975" y="1710455"/>
              <a:ext cx="14" cy="14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51" name="Google Shape;6909;p80">
              <a:extLst>
                <a:ext uri="{FF2B5EF4-FFF2-40B4-BE49-F238E27FC236}">
                  <a16:creationId xmlns:a16="http://schemas.microsoft.com/office/drawing/2014/main" id="{B22D647F-D7DF-8D4A-26DE-6A43146DCDED}"/>
                </a:ext>
              </a:extLst>
            </p:cNvPr>
            <p:cNvSpPr/>
            <p:nvPr/>
          </p:nvSpPr>
          <p:spPr>
            <a:xfrm>
              <a:off x="2598490" y="1729898"/>
              <a:ext cx="14" cy="204"/>
            </a:xfrm>
            <a:custGeom>
              <a:avLst/>
              <a:gdLst/>
              <a:ahLst/>
              <a:cxnLst/>
              <a:rect l="l" t="t" r="r" b="b"/>
              <a:pathLst>
                <a:path w="1" h="15" extrusionOk="0">
                  <a:moveTo>
                    <a:pt x="0" y="0"/>
                  </a:moveTo>
                  <a:lnTo>
                    <a:pt x="0" y="14"/>
                  </a:lnTo>
                  <a:cubicBezTo>
                    <a:pt x="0" y="11"/>
                    <a:pt x="0" y="4"/>
                    <a:pt x="0" y="0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52" name="Google Shape;6910;p80">
              <a:extLst>
                <a:ext uri="{FF2B5EF4-FFF2-40B4-BE49-F238E27FC236}">
                  <a16:creationId xmlns:a16="http://schemas.microsoft.com/office/drawing/2014/main" id="{F0C8FB20-8AC3-F3B6-598F-4C0D18B7C225}"/>
                </a:ext>
              </a:extLst>
            </p:cNvPr>
            <p:cNvSpPr/>
            <p:nvPr/>
          </p:nvSpPr>
          <p:spPr>
            <a:xfrm>
              <a:off x="2598056" y="1731459"/>
              <a:ext cx="109" cy="299"/>
            </a:xfrm>
            <a:custGeom>
              <a:avLst/>
              <a:gdLst/>
              <a:ahLst/>
              <a:cxnLst/>
              <a:rect l="l" t="t" r="r" b="b"/>
              <a:pathLst>
                <a:path w="8" h="22" extrusionOk="0">
                  <a:moveTo>
                    <a:pt x="8" y="1"/>
                  </a:moveTo>
                  <a:lnTo>
                    <a:pt x="8" y="1"/>
                  </a:lnTo>
                  <a:cubicBezTo>
                    <a:pt x="4" y="8"/>
                    <a:pt x="4" y="15"/>
                    <a:pt x="1" y="22"/>
                  </a:cubicBezTo>
                  <a:cubicBezTo>
                    <a:pt x="4" y="15"/>
                    <a:pt x="8" y="8"/>
                    <a:pt x="8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53" name="Google Shape;6911;p80">
              <a:extLst>
                <a:ext uri="{FF2B5EF4-FFF2-40B4-BE49-F238E27FC236}">
                  <a16:creationId xmlns:a16="http://schemas.microsoft.com/office/drawing/2014/main" id="{96248132-9AAF-6BED-DA0A-CC30C8C90372}"/>
                </a:ext>
              </a:extLst>
            </p:cNvPr>
            <p:cNvSpPr/>
            <p:nvPr/>
          </p:nvSpPr>
          <p:spPr>
            <a:xfrm>
              <a:off x="2598246" y="1730943"/>
              <a:ext cx="109" cy="244"/>
            </a:xfrm>
            <a:custGeom>
              <a:avLst/>
              <a:gdLst/>
              <a:ahLst/>
              <a:cxnLst/>
              <a:rect l="l" t="t" r="r" b="b"/>
              <a:pathLst>
                <a:path w="8" h="18" extrusionOk="0">
                  <a:moveTo>
                    <a:pt x="8" y="0"/>
                  </a:moveTo>
                  <a:lnTo>
                    <a:pt x="8" y="0"/>
                  </a:lnTo>
                  <a:cubicBezTo>
                    <a:pt x="4" y="4"/>
                    <a:pt x="4" y="11"/>
                    <a:pt x="1" y="18"/>
                  </a:cubicBezTo>
                  <a:cubicBezTo>
                    <a:pt x="4" y="11"/>
                    <a:pt x="8" y="4"/>
                    <a:pt x="8" y="0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54" name="Google Shape;6912;p80">
              <a:extLst>
                <a:ext uri="{FF2B5EF4-FFF2-40B4-BE49-F238E27FC236}">
                  <a16:creationId xmlns:a16="http://schemas.microsoft.com/office/drawing/2014/main" id="{8A075B20-5C4D-845C-9CA4-50779A5D4DE5}"/>
                </a:ext>
              </a:extLst>
            </p:cNvPr>
            <p:cNvSpPr/>
            <p:nvPr/>
          </p:nvSpPr>
          <p:spPr>
            <a:xfrm>
              <a:off x="2597485" y="1732600"/>
              <a:ext cx="163" cy="258"/>
            </a:xfrm>
            <a:custGeom>
              <a:avLst/>
              <a:gdLst/>
              <a:ahLst/>
              <a:cxnLst/>
              <a:rect l="l" t="t" r="r" b="b"/>
              <a:pathLst>
                <a:path w="12" h="19" extrusionOk="0">
                  <a:moveTo>
                    <a:pt x="11" y="1"/>
                  </a:moveTo>
                  <a:cubicBezTo>
                    <a:pt x="8" y="8"/>
                    <a:pt x="4" y="15"/>
                    <a:pt x="1" y="18"/>
                  </a:cubicBezTo>
                  <a:cubicBezTo>
                    <a:pt x="4" y="15"/>
                    <a:pt x="8" y="8"/>
                    <a:pt x="11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55" name="Google Shape;6913;p80">
              <a:extLst>
                <a:ext uri="{FF2B5EF4-FFF2-40B4-BE49-F238E27FC236}">
                  <a16:creationId xmlns:a16="http://schemas.microsoft.com/office/drawing/2014/main" id="{57623C76-D122-ACF2-12A8-88CFB1E07190}"/>
                </a:ext>
              </a:extLst>
            </p:cNvPr>
            <p:cNvSpPr/>
            <p:nvPr/>
          </p:nvSpPr>
          <p:spPr>
            <a:xfrm>
              <a:off x="2645156" y="1707604"/>
              <a:ext cx="14" cy="434"/>
            </a:xfrm>
            <a:custGeom>
              <a:avLst/>
              <a:gdLst/>
              <a:ahLst/>
              <a:cxnLst/>
              <a:rect l="l" t="t" r="r" b="b"/>
              <a:pathLst>
                <a:path w="1" h="32" extrusionOk="0">
                  <a:moveTo>
                    <a:pt x="1" y="32"/>
                  </a:moveTo>
                  <a:lnTo>
                    <a:pt x="1" y="0"/>
                  </a:lnTo>
                  <a:lnTo>
                    <a:pt x="1" y="0"/>
                  </a:lnTo>
                  <a:lnTo>
                    <a:pt x="1" y="28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56" name="Google Shape;6914;p80">
              <a:extLst>
                <a:ext uri="{FF2B5EF4-FFF2-40B4-BE49-F238E27FC236}">
                  <a16:creationId xmlns:a16="http://schemas.microsoft.com/office/drawing/2014/main" id="{08B98628-56DF-1F1C-213D-84D4AAA2090C}"/>
                </a:ext>
              </a:extLst>
            </p:cNvPr>
            <p:cNvSpPr/>
            <p:nvPr/>
          </p:nvSpPr>
          <p:spPr>
            <a:xfrm>
              <a:off x="2625441" y="1716633"/>
              <a:ext cx="6612" cy="4141"/>
            </a:xfrm>
            <a:custGeom>
              <a:avLst/>
              <a:gdLst/>
              <a:ahLst/>
              <a:cxnLst/>
              <a:rect l="l" t="t" r="r" b="b"/>
              <a:pathLst>
                <a:path w="487" h="305" extrusionOk="0">
                  <a:moveTo>
                    <a:pt x="0" y="280"/>
                  </a:moveTo>
                  <a:cubicBezTo>
                    <a:pt x="298" y="305"/>
                    <a:pt x="420" y="133"/>
                    <a:pt x="487" y="0"/>
                  </a:cubicBezTo>
                  <a:cubicBezTo>
                    <a:pt x="420" y="133"/>
                    <a:pt x="298" y="305"/>
                    <a:pt x="0" y="280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57" name="Google Shape;6915;p80">
              <a:extLst>
                <a:ext uri="{FF2B5EF4-FFF2-40B4-BE49-F238E27FC236}">
                  <a16:creationId xmlns:a16="http://schemas.microsoft.com/office/drawing/2014/main" id="{537A3F21-3C1E-0CB0-A0C5-067A07D93E31}"/>
                </a:ext>
              </a:extLst>
            </p:cNvPr>
            <p:cNvSpPr/>
            <p:nvPr/>
          </p:nvSpPr>
          <p:spPr>
            <a:xfrm>
              <a:off x="2627437" y="1766639"/>
              <a:ext cx="109" cy="109"/>
            </a:xfrm>
            <a:custGeom>
              <a:avLst/>
              <a:gdLst/>
              <a:ahLst/>
              <a:cxnLst/>
              <a:rect l="l" t="t" r="r" b="b"/>
              <a:pathLst>
                <a:path w="8" h="8" extrusionOk="0">
                  <a:moveTo>
                    <a:pt x="0" y="7"/>
                  </a:moveTo>
                  <a:lnTo>
                    <a:pt x="7" y="0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58" name="Google Shape;6916;p80">
              <a:extLst>
                <a:ext uri="{FF2B5EF4-FFF2-40B4-BE49-F238E27FC236}">
                  <a16:creationId xmlns:a16="http://schemas.microsoft.com/office/drawing/2014/main" id="{C7FCDF16-2BC2-5D50-D203-FDAEC2E52BF4}"/>
                </a:ext>
              </a:extLst>
            </p:cNvPr>
            <p:cNvSpPr/>
            <p:nvPr/>
          </p:nvSpPr>
          <p:spPr>
            <a:xfrm>
              <a:off x="2629094" y="1765254"/>
              <a:ext cx="14" cy="14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1" y="1"/>
                  </a:move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59" name="Google Shape;6917;p80">
              <a:extLst>
                <a:ext uri="{FF2B5EF4-FFF2-40B4-BE49-F238E27FC236}">
                  <a16:creationId xmlns:a16="http://schemas.microsoft.com/office/drawing/2014/main" id="{65E7F73B-0C07-8B8A-3481-B203106E8E87}"/>
                </a:ext>
              </a:extLst>
            </p:cNvPr>
            <p:cNvSpPr/>
            <p:nvPr/>
          </p:nvSpPr>
          <p:spPr>
            <a:xfrm>
              <a:off x="2635896" y="1762742"/>
              <a:ext cx="7658" cy="4576"/>
            </a:xfrm>
            <a:custGeom>
              <a:avLst/>
              <a:gdLst/>
              <a:ahLst/>
              <a:cxnLst/>
              <a:rect l="l" t="t" r="r" b="b"/>
              <a:pathLst>
                <a:path w="564" h="337" extrusionOk="0">
                  <a:moveTo>
                    <a:pt x="0" y="0"/>
                  </a:moveTo>
                  <a:lnTo>
                    <a:pt x="0" y="0"/>
                  </a:lnTo>
                  <a:cubicBezTo>
                    <a:pt x="158" y="11"/>
                    <a:pt x="410" y="175"/>
                    <a:pt x="564" y="336"/>
                  </a:cubicBezTo>
                  <a:cubicBezTo>
                    <a:pt x="410" y="175"/>
                    <a:pt x="158" y="11"/>
                    <a:pt x="0" y="0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60" name="Google Shape;6918;p80">
              <a:extLst>
                <a:ext uri="{FF2B5EF4-FFF2-40B4-BE49-F238E27FC236}">
                  <a16:creationId xmlns:a16="http://schemas.microsoft.com/office/drawing/2014/main" id="{AFA22650-45BB-D80E-B5C6-AFE7BC3E0460}"/>
                </a:ext>
              </a:extLst>
            </p:cNvPr>
            <p:cNvSpPr/>
            <p:nvPr/>
          </p:nvSpPr>
          <p:spPr>
            <a:xfrm>
              <a:off x="2634701" y="1762837"/>
              <a:ext cx="14" cy="14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1" y="0"/>
                  </a:move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61" name="Google Shape;6919;p80">
              <a:extLst>
                <a:ext uri="{FF2B5EF4-FFF2-40B4-BE49-F238E27FC236}">
                  <a16:creationId xmlns:a16="http://schemas.microsoft.com/office/drawing/2014/main" id="{A2489246-7334-FF63-3F33-247E3007411B}"/>
                </a:ext>
              </a:extLst>
            </p:cNvPr>
            <p:cNvSpPr/>
            <p:nvPr/>
          </p:nvSpPr>
          <p:spPr>
            <a:xfrm>
              <a:off x="2634701" y="1780759"/>
              <a:ext cx="679" cy="54"/>
            </a:xfrm>
            <a:custGeom>
              <a:avLst/>
              <a:gdLst/>
              <a:ahLst/>
              <a:cxnLst/>
              <a:rect l="l" t="t" r="r" b="b"/>
              <a:pathLst>
                <a:path w="50" h="4" extrusionOk="0">
                  <a:moveTo>
                    <a:pt x="50" y="0"/>
                  </a:moveTo>
                  <a:lnTo>
                    <a:pt x="1" y="4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62" name="Google Shape;6920;p80">
              <a:extLst>
                <a:ext uri="{FF2B5EF4-FFF2-40B4-BE49-F238E27FC236}">
                  <a16:creationId xmlns:a16="http://schemas.microsoft.com/office/drawing/2014/main" id="{6FD66F30-5AEC-3AB3-5577-968921BC26AA}"/>
                </a:ext>
              </a:extLst>
            </p:cNvPr>
            <p:cNvSpPr/>
            <p:nvPr/>
          </p:nvSpPr>
          <p:spPr>
            <a:xfrm>
              <a:off x="2644925" y="1769055"/>
              <a:ext cx="530" cy="1969"/>
            </a:xfrm>
            <a:custGeom>
              <a:avLst/>
              <a:gdLst/>
              <a:ahLst/>
              <a:cxnLst/>
              <a:rect l="l" t="t" r="r" b="b"/>
              <a:pathLst>
                <a:path w="39" h="145" extrusionOk="0">
                  <a:moveTo>
                    <a:pt x="25" y="144"/>
                  </a:moveTo>
                  <a:cubicBezTo>
                    <a:pt x="39" y="95"/>
                    <a:pt x="28" y="43"/>
                    <a:pt x="0" y="1"/>
                  </a:cubicBezTo>
                  <a:cubicBezTo>
                    <a:pt x="28" y="43"/>
                    <a:pt x="39" y="95"/>
                    <a:pt x="25" y="144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63" name="Google Shape;6921;p80">
              <a:extLst>
                <a:ext uri="{FF2B5EF4-FFF2-40B4-BE49-F238E27FC236}">
                  <a16:creationId xmlns:a16="http://schemas.microsoft.com/office/drawing/2014/main" id="{8A3FCB21-5D3A-CC72-7382-535FB35F3D92}"/>
                </a:ext>
              </a:extLst>
            </p:cNvPr>
            <p:cNvSpPr/>
            <p:nvPr/>
          </p:nvSpPr>
          <p:spPr>
            <a:xfrm>
              <a:off x="2635421" y="1780705"/>
              <a:ext cx="625" cy="68"/>
            </a:xfrm>
            <a:custGeom>
              <a:avLst/>
              <a:gdLst/>
              <a:ahLst/>
              <a:cxnLst/>
              <a:rect l="l" t="t" r="r" b="b"/>
              <a:pathLst>
                <a:path w="46" h="5" extrusionOk="0">
                  <a:moveTo>
                    <a:pt x="46" y="1"/>
                  </a:moveTo>
                  <a:lnTo>
                    <a:pt x="0" y="4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64" name="Google Shape;6922;p80">
              <a:extLst>
                <a:ext uri="{FF2B5EF4-FFF2-40B4-BE49-F238E27FC236}">
                  <a16:creationId xmlns:a16="http://schemas.microsoft.com/office/drawing/2014/main" id="{CCD43A3A-155E-4A71-2C22-87FADCE05137}"/>
                </a:ext>
              </a:extLst>
            </p:cNvPr>
            <p:cNvSpPr/>
            <p:nvPr/>
          </p:nvSpPr>
          <p:spPr>
            <a:xfrm>
              <a:off x="2636127" y="1780610"/>
              <a:ext cx="543" cy="68"/>
            </a:xfrm>
            <a:custGeom>
              <a:avLst/>
              <a:gdLst/>
              <a:ahLst/>
              <a:cxnLst/>
              <a:rect l="l" t="t" r="r" b="b"/>
              <a:pathLst>
                <a:path w="40" h="5" extrusionOk="0">
                  <a:moveTo>
                    <a:pt x="39" y="1"/>
                  </a:moveTo>
                  <a:lnTo>
                    <a:pt x="1" y="4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65" name="Google Shape;6923;p80">
              <a:extLst>
                <a:ext uri="{FF2B5EF4-FFF2-40B4-BE49-F238E27FC236}">
                  <a16:creationId xmlns:a16="http://schemas.microsoft.com/office/drawing/2014/main" id="{FDEC72EB-A168-C89B-F0A8-A34FA38DCCAA}"/>
                </a:ext>
              </a:extLst>
            </p:cNvPr>
            <p:cNvSpPr/>
            <p:nvPr/>
          </p:nvSpPr>
          <p:spPr>
            <a:xfrm>
              <a:off x="2635272" y="1762742"/>
              <a:ext cx="14" cy="14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1" y="0"/>
                  </a:move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66" name="Google Shape;6924;p80">
              <a:extLst>
                <a:ext uri="{FF2B5EF4-FFF2-40B4-BE49-F238E27FC236}">
                  <a16:creationId xmlns:a16="http://schemas.microsoft.com/office/drawing/2014/main" id="{0FE3F6A5-27F7-105C-0C3D-2A8BCBF6F48D}"/>
                </a:ext>
              </a:extLst>
            </p:cNvPr>
            <p:cNvSpPr/>
            <p:nvPr/>
          </p:nvSpPr>
          <p:spPr>
            <a:xfrm>
              <a:off x="2636751" y="1780474"/>
              <a:ext cx="489" cy="109"/>
            </a:xfrm>
            <a:custGeom>
              <a:avLst/>
              <a:gdLst/>
              <a:ahLst/>
              <a:cxnLst/>
              <a:rect l="l" t="t" r="r" b="b"/>
              <a:pathLst>
                <a:path w="36" h="8" extrusionOk="0">
                  <a:moveTo>
                    <a:pt x="35" y="0"/>
                  </a:moveTo>
                  <a:lnTo>
                    <a:pt x="0" y="7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67" name="Google Shape;6925;p80">
              <a:extLst>
                <a:ext uri="{FF2B5EF4-FFF2-40B4-BE49-F238E27FC236}">
                  <a16:creationId xmlns:a16="http://schemas.microsoft.com/office/drawing/2014/main" id="{CF3F6CE6-F53E-A766-2BF5-72E4864F31BD}"/>
                </a:ext>
              </a:extLst>
            </p:cNvPr>
            <p:cNvSpPr/>
            <p:nvPr/>
          </p:nvSpPr>
          <p:spPr>
            <a:xfrm>
              <a:off x="2963060" y="1726992"/>
              <a:ext cx="109" cy="204"/>
            </a:xfrm>
            <a:custGeom>
              <a:avLst/>
              <a:gdLst/>
              <a:ahLst/>
              <a:cxnLst/>
              <a:rect l="l" t="t" r="r" b="b"/>
              <a:pathLst>
                <a:path w="8" h="15" extrusionOk="0">
                  <a:moveTo>
                    <a:pt x="8" y="1"/>
                  </a:moveTo>
                  <a:lnTo>
                    <a:pt x="1" y="15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68" name="Google Shape;6926;p80">
              <a:extLst>
                <a:ext uri="{FF2B5EF4-FFF2-40B4-BE49-F238E27FC236}">
                  <a16:creationId xmlns:a16="http://schemas.microsoft.com/office/drawing/2014/main" id="{D51C4D07-7CEA-D091-3F49-9B36042526C8}"/>
                </a:ext>
              </a:extLst>
            </p:cNvPr>
            <p:cNvSpPr/>
            <p:nvPr/>
          </p:nvSpPr>
          <p:spPr>
            <a:xfrm>
              <a:off x="2962449" y="1728038"/>
              <a:ext cx="149" cy="258"/>
            </a:xfrm>
            <a:custGeom>
              <a:avLst/>
              <a:gdLst/>
              <a:ahLst/>
              <a:cxnLst/>
              <a:rect l="l" t="t" r="r" b="b"/>
              <a:pathLst>
                <a:path w="11" h="19" extrusionOk="0">
                  <a:moveTo>
                    <a:pt x="11" y="1"/>
                  </a:moveTo>
                  <a:lnTo>
                    <a:pt x="0" y="18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69" name="Google Shape;6927;p80">
              <a:extLst>
                <a:ext uri="{FF2B5EF4-FFF2-40B4-BE49-F238E27FC236}">
                  <a16:creationId xmlns:a16="http://schemas.microsoft.com/office/drawing/2014/main" id="{88D24D7D-AEA8-77E8-695A-3A437E1B8FE5}"/>
                </a:ext>
              </a:extLst>
            </p:cNvPr>
            <p:cNvSpPr/>
            <p:nvPr/>
          </p:nvSpPr>
          <p:spPr>
            <a:xfrm>
              <a:off x="3013201" y="1703272"/>
              <a:ext cx="299" cy="109"/>
            </a:xfrm>
            <a:custGeom>
              <a:avLst/>
              <a:gdLst/>
              <a:ahLst/>
              <a:cxnLst/>
              <a:rect l="l" t="t" r="r" b="b"/>
              <a:pathLst>
                <a:path w="22" h="8" extrusionOk="0">
                  <a:moveTo>
                    <a:pt x="22" y="8"/>
                  </a:moveTo>
                  <a:lnTo>
                    <a:pt x="1" y="1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70" name="Google Shape;6928;p80">
              <a:extLst>
                <a:ext uri="{FF2B5EF4-FFF2-40B4-BE49-F238E27FC236}">
                  <a16:creationId xmlns:a16="http://schemas.microsoft.com/office/drawing/2014/main" id="{FE4D2046-7590-4EC3-6BC3-0696D460E35B}"/>
                </a:ext>
              </a:extLst>
            </p:cNvPr>
            <p:cNvSpPr/>
            <p:nvPr/>
          </p:nvSpPr>
          <p:spPr>
            <a:xfrm>
              <a:off x="2963684" y="1726286"/>
              <a:ext cx="109" cy="149"/>
            </a:xfrm>
            <a:custGeom>
              <a:avLst/>
              <a:gdLst/>
              <a:ahLst/>
              <a:cxnLst/>
              <a:rect l="l" t="t" r="r" b="b"/>
              <a:pathLst>
                <a:path w="8" h="11" extrusionOk="0">
                  <a:moveTo>
                    <a:pt x="0" y="11"/>
                  </a:moveTo>
                  <a:lnTo>
                    <a:pt x="7" y="0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71" name="Google Shape;6929;p80">
              <a:extLst>
                <a:ext uri="{FF2B5EF4-FFF2-40B4-BE49-F238E27FC236}">
                  <a16:creationId xmlns:a16="http://schemas.microsoft.com/office/drawing/2014/main" id="{BDFEFFB7-9CE3-9D3F-6D90-219DB9D88DD9}"/>
                </a:ext>
              </a:extLst>
            </p:cNvPr>
            <p:cNvSpPr/>
            <p:nvPr/>
          </p:nvSpPr>
          <p:spPr>
            <a:xfrm>
              <a:off x="2962204" y="1728662"/>
              <a:ext cx="109" cy="244"/>
            </a:xfrm>
            <a:custGeom>
              <a:avLst/>
              <a:gdLst/>
              <a:ahLst/>
              <a:cxnLst/>
              <a:rect l="l" t="t" r="r" b="b"/>
              <a:pathLst>
                <a:path w="8" h="18" extrusionOk="0">
                  <a:moveTo>
                    <a:pt x="8" y="0"/>
                  </a:moveTo>
                  <a:lnTo>
                    <a:pt x="1" y="18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72" name="Google Shape;6930;p80">
              <a:extLst>
                <a:ext uri="{FF2B5EF4-FFF2-40B4-BE49-F238E27FC236}">
                  <a16:creationId xmlns:a16="http://schemas.microsoft.com/office/drawing/2014/main" id="{77DCE279-6BC4-752D-DA72-ED6CF4A5FD22}"/>
                </a:ext>
              </a:extLst>
            </p:cNvPr>
            <p:cNvSpPr/>
            <p:nvPr/>
          </p:nvSpPr>
          <p:spPr>
            <a:xfrm>
              <a:off x="2962774" y="1727468"/>
              <a:ext cx="109" cy="258"/>
            </a:xfrm>
            <a:custGeom>
              <a:avLst/>
              <a:gdLst/>
              <a:ahLst/>
              <a:cxnLst/>
              <a:rect l="l" t="t" r="r" b="b"/>
              <a:pathLst>
                <a:path w="8" h="19" extrusionOk="0">
                  <a:moveTo>
                    <a:pt x="8" y="1"/>
                  </a:moveTo>
                  <a:lnTo>
                    <a:pt x="1" y="18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73" name="Google Shape;6931;p80">
              <a:extLst>
                <a:ext uri="{FF2B5EF4-FFF2-40B4-BE49-F238E27FC236}">
                  <a16:creationId xmlns:a16="http://schemas.microsoft.com/office/drawing/2014/main" id="{25FB48E9-F74F-029A-4582-1196F0EA762A}"/>
                </a:ext>
              </a:extLst>
            </p:cNvPr>
            <p:cNvSpPr/>
            <p:nvPr/>
          </p:nvSpPr>
          <p:spPr>
            <a:xfrm>
              <a:off x="3012536" y="1703177"/>
              <a:ext cx="258" cy="68"/>
            </a:xfrm>
            <a:custGeom>
              <a:avLst/>
              <a:gdLst/>
              <a:ahLst/>
              <a:cxnLst/>
              <a:rect l="l" t="t" r="r" b="b"/>
              <a:pathLst>
                <a:path w="19" h="5" extrusionOk="0">
                  <a:moveTo>
                    <a:pt x="18" y="4"/>
                  </a:moveTo>
                  <a:lnTo>
                    <a:pt x="1" y="1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74" name="Google Shape;6932;p80">
              <a:extLst>
                <a:ext uri="{FF2B5EF4-FFF2-40B4-BE49-F238E27FC236}">
                  <a16:creationId xmlns:a16="http://schemas.microsoft.com/office/drawing/2014/main" id="{C7CC5A7B-7867-05A9-3304-A4FA49A3FBDA}"/>
                </a:ext>
              </a:extLst>
            </p:cNvPr>
            <p:cNvSpPr/>
            <p:nvPr/>
          </p:nvSpPr>
          <p:spPr>
            <a:xfrm>
              <a:off x="2963345" y="1726612"/>
              <a:ext cx="163" cy="163"/>
            </a:xfrm>
            <a:custGeom>
              <a:avLst/>
              <a:gdLst/>
              <a:ahLst/>
              <a:cxnLst/>
              <a:rect l="l" t="t" r="r" b="b"/>
              <a:pathLst>
                <a:path w="12" h="12" extrusionOk="0">
                  <a:moveTo>
                    <a:pt x="11" y="1"/>
                  </a:moveTo>
                  <a:lnTo>
                    <a:pt x="1" y="11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75" name="Google Shape;6933;p80">
              <a:extLst>
                <a:ext uri="{FF2B5EF4-FFF2-40B4-BE49-F238E27FC236}">
                  <a16:creationId xmlns:a16="http://schemas.microsoft.com/office/drawing/2014/main" id="{559D92B5-B2F6-604D-5E4C-702F6AB12788}"/>
                </a:ext>
              </a:extLst>
            </p:cNvPr>
            <p:cNvSpPr/>
            <p:nvPr/>
          </p:nvSpPr>
          <p:spPr>
            <a:xfrm>
              <a:off x="2964010" y="1726042"/>
              <a:ext cx="109" cy="68"/>
            </a:xfrm>
            <a:custGeom>
              <a:avLst/>
              <a:gdLst/>
              <a:ahLst/>
              <a:cxnLst/>
              <a:rect l="l" t="t" r="r" b="b"/>
              <a:pathLst>
                <a:path w="8" h="5" extrusionOk="0">
                  <a:moveTo>
                    <a:pt x="8" y="1"/>
                  </a:moveTo>
                  <a:lnTo>
                    <a:pt x="1" y="4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76" name="Google Shape;6934;p80">
              <a:extLst>
                <a:ext uri="{FF2B5EF4-FFF2-40B4-BE49-F238E27FC236}">
                  <a16:creationId xmlns:a16="http://schemas.microsoft.com/office/drawing/2014/main" id="{FC6A73AE-E42D-72AB-CB4D-0D639BC4CD66}"/>
                </a:ext>
              </a:extLst>
            </p:cNvPr>
            <p:cNvSpPr/>
            <p:nvPr/>
          </p:nvSpPr>
          <p:spPr>
            <a:xfrm>
              <a:off x="3009685" y="1703082"/>
              <a:ext cx="1344" cy="394"/>
            </a:xfrm>
            <a:custGeom>
              <a:avLst/>
              <a:gdLst/>
              <a:ahLst/>
              <a:cxnLst/>
              <a:rect l="l" t="t" r="r" b="b"/>
              <a:pathLst>
                <a:path w="99" h="29" extrusionOk="0">
                  <a:moveTo>
                    <a:pt x="1" y="1"/>
                  </a:moveTo>
                  <a:cubicBezTo>
                    <a:pt x="32" y="22"/>
                    <a:pt x="67" y="29"/>
                    <a:pt x="99" y="22"/>
                  </a:cubicBezTo>
                  <a:cubicBezTo>
                    <a:pt x="67" y="29"/>
                    <a:pt x="32" y="22"/>
                    <a:pt x="1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77" name="Google Shape;6935;p80">
              <a:extLst>
                <a:ext uri="{FF2B5EF4-FFF2-40B4-BE49-F238E27FC236}">
                  <a16:creationId xmlns:a16="http://schemas.microsoft.com/office/drawing/2014/main" id="{8290561C-4808-DF03-E646-5046A8DBC8FD}"/>
                </a:ext>
              </a:extLst>
            </p:cNvPr>
            <p:cNvSpPr/>
            <p:nvPr/>
          </p:nvSpPr>
          <p:spPr>
            <a:xfrm>
              <a:off x="3011966" y="1703177"/>
              <a:ext cx="14" cy="14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1" y="1"/>
                  </a:move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78" name="Google Shape;6936;p80">
              <a:extLst>
                <a:ext uri="{FF2B5EF4-FFF2-40B4-BE49-F238E27FC236}">
                  <a16:creationId xmlns:a16="http://schemas.microsoft.com/office/drawing/2014/main" id="{38715544-AF4F-C0BB-ED3A-C7A73A672BA3}"/>
                </a:ext>
              </a:extLst>
            </p:cNvPr>
            <p:cNvSpPr/>
            <p:nvPr/>
          </p:nvSpPr>
          <p:spPr>
            <a:xfrm>
              <a:off x="2991532" y="1712492"/>
              <a:ext cx="353" cy="1398"/>
            </a:xfrm>
            <a:custGeom>
              <a:avLst/>
              <a:gdLst/>
              <a:ahLst/>
              <a:cxnLst/>
              <a:rect l="l" t="t" r="r" b="b"/>
              <a:pathLst>
                <a:path w="26" h="103" extrusionOk="0">
                  <a:moveTo>
                    <a:pt x="25" y="102"/>
                  </a:moveTo>
                  <a:cubicBezTo>
                    <a:pt x="11" y="71"/>
                    <a:pt x="1" y="36"/>
                    <a:pt x="1" y="1"/>
                  </a:cubicBezTo>
                  <a:cubicBezTo>
                    <a:pt x="1" y="36"/>
                    <a:pt x="11" y="71"/>
                    <a:pt x="25" y="102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79" name="Google Shape;6937;p80">
              <a:extLst>
                <a:ext uri="{FF2B5EF4-FFF2-40B4-BE49-F238E27FC236}">
                  <a16:creationId xmlns:a16="http://schemas.microsoft.com/office/drawing/2014/main" id="{D00C48AC-CC97-946C-2041-2EAAFE7CC21B}"/>
                </a:ext>
              </a:extLst>
            </p:cNvPr>
            <p:cNvSpPr/>
            <p:nvPr/>
          </p:nvSpPr>
          <p:spPr>
            <a:xfrm>
              <a:off x="3011070" y="1703327"/>
              <a:ext cx="339" cy="54"/>
            </a:xfrm>
            <a:custGeom>
              <a:avLst/>
              <a:gdLst/>
              <a:ahLst/>
              <a:cxnLst/>
              <a:rect l="l" t="t" r="r" b="b"/>
              <a:pathLst>
                <a:path w="25" h="4" extrusionOk="0">
                  <a:moveTo>
                    <a:pt x="25" y="0"/>
                  </a:moveTo>
                  <a:cubicBezTo>
                    <a:pt x="14" y="0"/>
                    <a:pt x="7" y="4"/>
                    <a:pt x="0" y="4"/>
                  </a:cubicBezTo>
                  <a:cubicBezTo>
                    <a:pt x="7" y="4"/>
                    <a:pt x="14" y="0"/>
                    <a:pt x="25" y="0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80" name="Google Shape;6938;p80">
              <a:extLst>
                <a:ext uri="{FF2B5EF4-FFF2-40B4-BE49-F238E27FC236}">
                  <a16:creationId xmlns:a16="http://schemas.microsoft.com/office/drawing/2014/main" id="{44658F2F-6D68-5327-79F5-6F0D1FDE3BE0}"/>
                </a:ext>
              </a:extLst>
            </p:cNvPr>
            <p:cNvSpPr/>
            <p:nvPr/>
          </p:nvSpPr>
          <p:spPr>
            <a:xfrm>
              <a:off x="2650343" y="1811417"/>
              <a:ext cx="14" cy="14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0" y="0"/>
                  </a:move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81" name="Google Shape;6939;p80">
              <a:extLst>
                <a:ext uri="{FF2B5EF4-FFF2-40B4-BE49-F238E27FC236}">
                  <a16:creationId xmlns:a16="http://schemas.microsoft.com/office/drawing/2014/main" id="{7DFB8D63-CC8A-4234-C659-3536A52BBA22}"/>
                </a:ext>
              </a:extLst>
            </p:cNvPr>
            <p:cNvSpPr/>
            <p:nvPr/>
          </p:nvSpPr>
          <p:spPr>
            <a:xfrm>
              <a:off x="2650723" y="1811322"/>
              <a:ext cx="54" cy="14"/>
            </a:xfrm>
            <a:custGeom>
              <a:avLst/>
              <a:gdLst/>
              <a:ahLst/>
              <a:cxnLst/>
              <a:rect l="l" t="t" r="r" b="b"/>
              <a:pathLst>
                <a:path w="4" h="1" extrusionOk="0">
                  <a:moveTo>
                    <a:pt x="0" y="0"/>
                  </a:moveTo>
                  <a:lnTo>
                    <a:pt x="4" y="0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82" name="Google Shape;6940;p80">
              <a:extLst>
                <a:ext uri="{FF2B5EF4-FFF2-40B4-BE49-F238E27FC236}">
                  <a16:creationId xmlns:a16="http://schemas.microsoft.com/office/drawing/2014/main" id="{077F27E1-CB25-AB94-409E-CF8FDB7D3E85}"/>
                </a:ext>
              </a:extLst>
            </p:cNvPr>
            <p:cNvSpPr/>
            <p:nvPr/>
          </p:nvSpPr>
          <p:spPr>
            <a:xfrm>
              <a:off x="2698067" y="1830086"/>
              <a:ext cx="299" cy="14"/>
            </a:xfrm>
            <a:custGeom>
              <a:avLst/>
              <a:gdLst/>
              <a:ahLst/>
              <a:cxnLst/>
              <a:rect l="l" t="t" r="r" b="b"/>
              <a:pathLst>
                <a:path w="22" h="1" extrusionOk="0">
                  <a:moveTo>
                    <a:pt x="0" y="1"/>
                  </a:moveTo>
                  <a:lnTo>
                    <a:pt x="21" y="1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83" name="Google Shape;6941;p80">
              <a:extLst>
                <a:ext uri="{FF2B5EF4-FFF2-40B4-BE49-F238E27FC236}">
                  <a16:creationId xmlns:a16="http://schemas.microsoft.com/office/drawing/2014/main" id="{904E6863-981B-EACC-C71F-9B57A660B782}"/>
                </a:ext>
              </a:extLst>
            </p:cNvPr>
            <p:cNvSpPr/>
            <p:nvPr/>
          </p:nvSpPr>
          <p:spPr>
            <a:xfrm>
              <a:off x="2651008" y="1811227"/>
              <a:ext cx="14" cy="14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84" name="Google Shape;6942;p80">
              <a:extLst>
                <a:ext uri="{FF2B5EF4-FFF2-40B4-BE49-F238E27FC236}">
                  <a16:creationId xmlns:a16="http://schemas.microsoft.com/office/drawing/2014/main" id="{426E7A0B-663D-5D1E-BA1A-F9C4DBE3EACC}"/>
                </a:ext>
              </a:extLst>
            </p:cNvPr>
            <p:cNvSpPr/>
            <p:nvPr/>
          </p:nvSpPr>
          <p:spPr>
            <a:xfrm>
              <a:off x="2651198" y="1811132"/>
              <a:ext cx="14" cy="14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0" y="0"/>
                  </a:move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85" name="Google Shape;6943;p80">
              <a:extLst>
                <a:ext uri="{FF2B5EF4-FFF2-40B4-BE49-F238E27FC236}">
                  <a16:creationId xmlns:a16="http://schemas.microsoft.com/office/drawing/2014/main" id="{36F36E72-9756-7286-DCC0-5BFF3D78A94E}"/>
                </a:ext>
              </a:extLst>
            </p:cNvPr>
            <p:cNvSpPr/>
            <p:nvPr/>
          </p:nvSpPr>
          <p:spPr>
            <a:xfrm>
              <a:off x="2649012" y="1811607"/>
              <a:ext cx="14" cy="14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0" y="0"/>
                  </a:move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86" name="Google Shape;6944;p80">
              <a:extLst>
                <a:ext uri="{FF2B5EF4-FFF2-40B4-BE49-F238E27FC236}">
                  <a16:creationId xmlns:a16="http://schemas.microsoft.com/office/drawing/2014/main" id="{A70E9BEA-3B2C-971F-4610-0320A89C2F59}"/>
                </a:ext>
              </a:extLst>
            </p:cNvPr>
            <p:cNvSpPr/>
            <p:nvPr/>
          </p:nvSpPr>
          <p:spPr>
            <a:xfrm>
              <a:off x="2649487" y="1811553"/>
              <a:ext cx="14" cy="14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0" y="1"/>
                  </a:move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87" name="Google Shape;6945;p80">
              <a:extLst>
                <a:ext uri="{FF2B5EF4-FFF2-40B4-BE49-F238E27FC236}">
                  <a16:creationId xmlns:a16="http://schemas.microsoft.com/office/drawing/2014/main" id="{E22CD35F-E82F-2A6B-0AF9-5A6428598797}"/>
                </a:ext>
              </a:extLst>
            </p:cNvPr>
            <p:cNvSpPr/>
            <p:nvPr/>
          </p:nvSpPr>
          <p:spPr>
            <a:xfrm>
              <a:off x="2649962" y="1811458"/>
              <a:ext cx="14" cy="14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0" y="1"/>
                  </a:move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88" name="Google Shape;6946;p80">
              <a:extLst>
                <a:ext uri="{FF2B5EF4-FFF2-40B4-BE49-F238E27FC236}">
                  <a16:creationId xmlns:a16="http://schemas.microsoft.com/office/drawing/2014/main" id="{5BC45E76-95A1-4BCB-80D0-952036E5D062}"/>
                </a:ext>
              </a:extLst>
            </p:cNvPr>
            <p:cNvSpPr/>
            <p:nvPr/>
          </p:nvSpPr>
          <p:spPr>
            <a:xfrm>
              <a:off x="2787041" y="1879305"/>
              <a:ext cx="2634" cy="421"/>
            </a:xfrm>
            <a:custGeom>
              <a:avLst/>
              <a:gdLst/>
              <a:ahLst/>
              <a:cxnLst/>
              <a:rect l="l" t="t" r="r" b="b"/>
              <a:pathLst>
                <a:path w="194" h="31" extrusionOk="0">
                  <a:moveTo>
                    <a:pt x="119" y="1"/>
                  </a:moveTo>
                  <a:cubicBezTo>
                    <a:pt x="82" y="1"/>
                    <a:pt x="41" y="15"/>
                    <a:pt x="1" y="31"/>
                  </a:cubicBezTo>
                  <a:cubicBezTo>
                    <a:pt x="43" y="15"/>
                    <a:pt x="84" y="1"/>
                    <a:pt x="120" y="1"/>
                  </a:cubicBezTo>
                  <a:lnTo>
                    <a:pt x="120" y="1"/>
                  </a:lnTo>
                  <a:cubicBezTo>
                    <a:pt x="147" y="1"/>
                    <a:pt x="172" y="8"/>
                    <a:pt x="193" y="27"/>
                  </a:cubicBezTo>
                  <a:cubicBezTo>
                    <a:pt x="173" y="8"/>
                    <a:pt x="148" y="1"/>
                    <a:pt x="122" y="1"/>
                  </a:cubicBezTo>
                  <a:cubicBezTo>
                    <a:pt x="121" y="1"/>
                    <a:pt x="121" y="1"/>
                    <a:pt x="120" y="1"/>
                  </a:cubicBezTo>
                  <a:lnTo>
                    <a:pt x="120" y="1"/>
                  </a:lnTo>
                  <a:cubicBezTo>
                    <a:pt x="120" y="1"/>
                    <a:pt x="119" y="1"/>
                    <a:pt x="119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89" name="Google Shape;6947;p80">
              <a:extLst>
                <a:ext uri="{FF2B5EF4-FFF2-40B4-BE49-F238E27FC236}">
                  <a16:creationId xmlns:a16="http://schemas.microsoft.com/office/drawing/2014/main" id="{AC2E5D96-9C47-7DF3-D544-E2E1E2AC5E2B}"/>
                </a:ext>
              </a:extLst>
            </p:cNvPr>
            <p:cNvSpPr/>
            <p:nvPr/>
          </p:nvSpPr>
          <p:spPr>
            <a:xfrm>
              <a:off x="2774414" y="1867642"/>
              <a:ext cx="3326" cy="1629"/>
            </a:xfrm>
            <a:custGeom>
              <a:avLst/>
              <a:gdLst/>
              <a:ahLst/>
              <a:cxnLst/>
              <a:rect l="l" t="t" r="r" b="b"/>
              <a:pathLst>
                <a:path w="245" h="120" extrusionOk="0">
                  <a:moveTo>
                    <a:pt x="0" y="1"/>
                  </a:moveTo>
                  <a:lnTo>
                    <a:pt x="0" y="1"/>
                  </a:lnTo>
                  <a:cubicBezTo>
                    <a:pt x="115" y="11"/>
                    <a:pt x="199" y="53"/>
                    <a:pt x="245" y="120"/>
                  </a:cubicBezTo>
                  <a:cubicBezTo>
                    <a:pt x="203" y="53"/>
                    <a:pt x="115" y="11"/>
                    <a:pt x="0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90" name="Google Shape;6948;p80">
              <a:extLst>
                <a:ext uri="{FF2B5EF4-FFF2-40B4-BE49-F238E27FC236}">
                  <a16:creationId xmlns:a16="http://schemas.microsoft.com/office/drawing/2014/main" id="{90880E4F-9A44-77EB-C9E5-3F4489CC4CC9}"/>
                </a:ext>
              </a:extLst>
            </p:cNvPr>
            <p:cNvSpPr/>
            <p:nvPr/>
          </p:nvSpPr>
          <p:spPr>
            <a:xfrm>
              <a:off x="2764774" y="1848443"/>
              <a:ext cx="5322" cy="8757"/>
            </a:xfrm>
            <a:custGeom>
              <a:avLst/>
              <a:gdLst/>
              <a:ahLst/>
              <a:cxnLst/>
              <a:rect l="l" t="t" r="r" b="b"/>
              <a:pathLst>
                <a:path w="392" h="645" extrusionOk="0">
                  <a:moveTo>
                    <a:pt x="391" y="0"/>
                  </a:moveTo>
                  <a:lnTo>
                    <a:pt x="391" y="0"/>
                  </a:lnTo>
                  <a:cubicBezTo>
                    <a:pt x="171" y="233"/>
                    <a:pt x="0" y="538"/>
                    <a:pt x="0" y="629"/>
                  </a:cubicBezTo>
                  <a:lnTo>
                    <a:pt x="0" y="629"/>
                  </a:lnTo>
                  <a:cubicBezTo>
                    <a:pt x="0" y="538"/>
                    <a:pt x="171" y="237"/>
                    <a:pt x="391" y="0"/>
                  </a:cubicBezTo>
                  <a:close/>
                  <a:moveTo>
                    <a:pt x="0" y="629"/>
                  </a:moveTo>
                  <a:cubicBezTo>
                    <a:pt x="0" y="635"/>
                    <a:pt x="1" y="640"/>
                    <a:pt x="3" y="644"/>
                  </a:cubicBezTo>
                  <a:cubicBezTo>
                    <a:pt x="1" y="640"/>
                    <a:pt x="0" y="635"/>
                    <a:pt x="0" y="629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91" name="Google Shape;6949;p80">
              <a:extLst>
                <a:ext uri="{FF2B5EF4-FFF2-40B4-BE49-F238E27FC236}">
                  <a16:creationId xmlns:a16="http://schemas.microsoft.com/office/drawing/2014/main" id="{D347402D-F431-2475-DE9F-E452688DE743}"/>
                </a:ext>
              </a:extLst>
            </p:cNvPr>
            <p:cNvSpPr/>
            <p:nvPr/>
          </p:nvSpPr>
          <p:spPr>
            <a:xfrm>
              <a:off x="2771603" y="1838694"/>
              <a:ext cx="1765" cy="8051"/>
            </a:xfrm>
            <a:custGeom>
              <a:avLst/>
              <a:gdLst/>
              <a:ahLst/>
              <a:cxnLst/>
              <a:rect l="l" t="t" r="r" b="b"/>
              <a:pathLst>
                <a:path w="130" h="593" extrusionOk="0">
                  <a:moveTo>
                    <a:pt x="0" y="592"/>
                  </a:moveTo>
                  <a:cubicBezTo>
                    <a:pt x="130" y="407"/>
                    <a:pt x="112" y="193"/>
                    <a:pt x="95" y="1"/>
                  </a:cubicBezTo>
                  <a:cubicBezTo>
                    <a:pt x="112" y="193"/>
                    <a:pt x="130" y="407"/>
                    <a:pt x="0" y="592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92" name="Google Shape;6950;p80">
              <a:extLst>
                <a:ext uri="{FF2B5EF4-FFF2-40B4-BE49-F238E27FC236}">
                  <a16:creationId xmlns:a16="http://schemas.microsoft.com/office/drawing/2014/main" id="{BD1CAA54-83EE-FC32-6BEE-9B42B6F7ED2F}"/>
                </a:ext>
              </a:extLst>
            </p:cNvPr>
            <p:cNvSpPr/>
            <p:nvPr/>
          </p:nvSpPr>
          <p:spPr>
            <a:xfrm>
              <a:off x="2786661" y="1879766"/>
              <a:ext cx="394" cy="149"/>
            </a:xfrm>
            <a:custGeom>
              <a:avLst/>
              <a:gdLst/>
              <a:ahLst/>
              <a:cxnLst/>
              <a:rect l="l" t="t" r="r" b="b"/>
              <a:pathLst>
                <a:path w="29" h="11" extrusionOk="0">
                  <a:moveTo>
                    <a:pt x="1" y="11"/>
                  </a:moveTo>
                  <a:lnTo>
                    <a:pt x="29" y="0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93" name="Google Shape;6951;p80">
              <a:extLst>
                <a:ext uri="{FF2B5EF4-FFF2-40B4-BE49-F238E27FC236}">
                  <a16:creationId xmlns:a16="http://schemas.microsoft.com/office/drawing/2014/main" id="{1692D2FE-DA24-FDF2-F20B-C2EFA12EB3A4}"/>
                </a:ext>
              </a:extLst>
            </p:cNvPr>
            <p:cNvSpPr/>
            <p:nvPr/>
          </p:nvSpPr>
          <p:spPr>
            <a:xfrm>
              <a:off x="2761230" y="1825999"/>
              <a:ext cx="109" cy="14"/>
            </a:xfrm>
            <a:custGeom>
              <a:avLst/>
              <a:gdLst/>
              <a:ahLst/>
              <a:cxnLst/>
              <a:rect l="l" t="t" r="r" b="b"/>
              <a:pathLst>
                <a:path w="8" h="1" extrusionOk="0">
                  <a:moveTo>
                    <a:pt x="1" y="1"/>
                  </a:moveTo>
                  <a:lnTo>
                    <a:pt x="8" y="1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94" name="Google Shape;6952;p80">
              <a:extLst>
                <a:ext uri="{FF2B5EF4-FFF2-40B4-BE49-F238E27FC236}">
                  <a16:creationId xmlns:a16="http://schemas.microsoft.com/office/drawing/2014/main" id="{15D28EA6-E5CB-DDA6-367C-A66707995EAC}"/>
                </a:ext>
              </a:extLst>
            </p:cNvPr>
            <p:cNvSpPr/>
            <p:nvPr/>
          </p:nvSpPr>
          <p:spPr>
            <a:xfrm>
              <a:off x="2761474" y="1825864"/>
              <a:ext cx="54" cy="14"/>
            </a:xfrm>
            <a:custGeom>
              <a:avLst/>
              <a:gdLst/>
              <a:ahLst/>
              <a:cxnLst/>
              <a:rect l="l" t="t" r="r" b="b"/>
              <a:pathLst>
                <a:path w="4" h="1" extrusionOk="0">
                  <a:moveTo>
                    <a:pt x="0" y="0"/>
                  </a:moveTo>
                  <a:lnTo>
                    <a:pt x="4" y="0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95" name="Google Shape;6953;p80">
              <a:extLst>
                <a:ext uri="{FF2B5EF4-FFF2-40B4-BE49-F238E27FC236}">
                  <a16:creationId xmlns:a16="http://schemas.microsoft.com/office/drawing/2014/main" id="{ED3CAC0F-D2C9-2C5A-30E1-1884BF13DF01}"/>
                </a:ext>
              </a:extLst>
            </p:cNvPr>
            <p:cNvSpPr/>
            <p:nvPr/>
          </p:nvSpPr>
          <p:spPr>
            <a:xfrm>
              <a:off x="2761705" y="1825769"/>
              <a:ext cx="14" cy="14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1" y="0"/>
                  </a:move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96" name="Google Shape;6954;p80">
              <a:extLst>
                <a:ext uri="{FF2B5EF4-FFF2-40B4-BE49-F238E27FC236}">
                  <a16:creationId xmlns:a16="http://schemas.microsoft.com/office/drawing/2014/main" id="{056286DC-0A14-37F7-755D-55635E99F1B4}"/>
                </a:ext>
              </a:extLst>
            </p:cNvPr>
            <p:cNvSpPr/>
            <p:nvPr/>
          </p:nvSpPr>
          <p:spPr>
            <a:xfrm>
              <a:off x="2760945" y="1826149"/>
              <a:ext cx="68" cy="54"/>
            </a:xfrm>
            <a:custGeom>
              <a:avLst/>
              <a:gdLst/>
              <a:ahLst/>
              <a:cxnLst/>
              <a:rect l="l" t="t" r="r" b="b"/>
              <a:pathLst>
                <a:path w="5" h="4" extrusionOk="0">
                  <a:moveTo>
                    <a:pt x="4" y="0"/>
                  </a:moveTo>
                  <a:lnTo>
                    <a:pt x="1" y="4"/>
                  </a:lnTo>
                  <a:lnTo>
                    <a:pt x="1" y="4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97" name="Google Shape;6955;p80">
              <a:extLst>
                <a:ext uri="{FF2B5EF4-FFF2-40B4-BE49-F238E27FC236}">
                  <a16:creationId xmlns:a16="http://schemas.microsoft.com/office/drawing/2014/main" id="{D4A5FF3F-F03F-10F2-392A-1172628122F0}"/>
                </a:ext>
              </a:extLst>
            </p:cNvPr>
            <p:cNvSpPr/>
            <p:nvPr/>
          </p:nvSpPr>
          <p:spPr>
            <a:xfrm>
              <a:off x="2704530" y="1833793"/>
              <a:ext cx="54" cy="68"/>
            </a:xfrm>
            <a:custGeom>
              <a:avLst/>
              <a:gdLst/>
              <a:ahLst/>
              <a:cxnLst/>
              <a:rect l="l" t="t" r="r" b="b"/>
              <a:pathLst>
                <a:path w="4" h="5" extrusionOk="0">
                  <a:moveTo>
                    <a:pt x="4" y="1"/>
                  </a:moveTo>
                  <a:lnTo>
                    <a:pt x="0" y="4"/>
                  </a:lnTo>
                  <a:lnTo>
                    <a:pt x="0" y="4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98" name="Google Shape;6956;p80">
              <a:extLst>
                <a:ext uri="{FF2B5EF4-FFF2-40B4-BE49-F238E27FC236}">
                  <a16:creationId xmlns:a16="http://schemas.microsoft.com/office/drawing/2014/main" id="{62CE7504-B89E-B7C3-9EFC-F0876532A359}"/>
                </a:ext>
              </a:extLst>
            </p:cNvPr>
            <p:cNvSpPr/>
            <p:nvPr/>
          </p:nvSpPr>
          <p:spPr>
            <a:xfrm>
              <a:off x="2712894" y="1827004"/>
              <a:ext cx="4766" cy="1724"/>
            </a:xfrm>
            <a:custGeom>
              <a:avLst/>
              <a:gdLst/>
              <a:ahLst/>
              <a:cxnLst/>
              <a:rect l="l" t="t" r="r" b="b"/>
              <a:pathLst>
                <a:path w="351" h="127" extrusionOk="0">
                  <a:moveTo>
                    <a:pt x="1" y="0"/>
                  </a:moveTo>
                  <a:cubicBezTo>
                    <a:pt x="102" y="4"/>
                    <a:pt x="214" y="56"/>
                    <a:pt x="351" y="126"/>
                  </a:cubicBezTo>
                  <a:cubicBezTo>
                    <a:pt x="214" y="56"/>
                    <a:pt x="102" y="0"/>
                    <a:pt x="1" y="0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99" name="Google Shape;6957;p80">
              <a:extLst>
                <a:ext uri="{FF2B5EF4-FFF2-40B4-BE49-F238E27FC236}">
                  <a16:creationId xmlns:a16="http://schemas.microsoft.com/office/drawing/2014/main" id="{F2A8FF44-2FD6-7E13-EFA1-DD547CA2BECA}"/>
                </a:ext>
              </a:extLst>
            </p:cNvPr>
            <p:cNvSpPr/>
            <p:nvPr/>
          </p:nvSpPr>
          <p:spPr>
            <a:xfrm>
              <a:off x="2719126" y="1828946"/>
              <a:ext cx="964" cy="163"/>
            </a:xfrm>
            <a:custGeom>
              <a:avLst/>
              <a:gdLst/>
              <a:ahLst/>
              <a:cxnLst/>
              <a:rect l="l" t="t" r="r" b="b"/>
              <a:pathLst>
                <a:path w="71" h="12" extrusionOk="0">
                  <a:moveTo>
                    <a:pt x="70" y="1"/>
                  </a:moveTo>
                  <a:cubicBezTo>
                    <a:pt x="46" y="4"/>
                    <a:pt x="25" y="8"/>
                    <a:pt x="0" y="11"/>
                  </a:cubicBezTo>
                  <a:cubicBezTo>
                    <a:pt x="25" y="8"/>
                    <a:pt x="46" y="4"/>
                    <a:pt x="70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00" name="Google Shape;6958;p80">
              <a:extLst>
                <a:ext uri="{FF2B5EF4-FFF2-40B4-BE49-F238E27FC236}">
                  <a16:creationId xmlns:a16="http://schemas.microsoft.com/office/drawing/2014/main" id="{3624BCE6-1A47-DF28-8862-151B373D28F5}"/>
                </a:ext>
              </a:extLst>
            </p:cNvPr>
            <p:cNvSpPr/>
            <p:nvPr/>
          </p:nvSpPr>
          <p:spPr>
            <a:xfrm>
              <a:off x="2724204" y="1829570"/>
              <a:ext cx="258" cy="149"/>
            </a:xfrm>
            <a:custGeom>
              <a:avLst/>
              <a:gdLst/>
              <a:ahLst/>
              <a:cxnLst/>
              <a:rect l="l" t="t" r="r" b="b"/>
              <a:pathLst>
                <a:path w="19" h="11" extrusionOk="0">
                  <a:moveTo>
                    <a:pt x="1" y="0"/>
                  </a:moveTo>
                  <a:lnTo>
                    <a:pt x="18" y="11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01" name="Google Shape;6959;p80">
              <a:extLst>
                <a:ext uri="{FF2B5EF4-FFF2-40B4-BE49-F238E27FC236}">
                  <a16:creationId xmlns:a16="http://schemas.microsoft.com/office/drawing/2014/main" id="{B84C36BB-451F-D022-B869-CE6B2B16D6BB}"/>
                </a:ext>
              </a:extLst>
            </p:cNvPr>
            <p:cNvSpPr/>
            <p:nvPr/>
          </p:nvSpPr>
          <p:spPr>
            <a:xfrm>
              <a:off x="2722208" y="1828851"/>
              <a:ext cx="204" cy="68"/>
            </a:xfrm>
            <a:custGeom>
              <a:avLst/>
              <a:gdLst/>
              <a:ahLst/>
              <a:cxnLst/>
              <a:rect l="l" t="t" r="r" b="b"/>
              <a:pathLst>
                <a:path w="15" h="5" extrusionOk="0">
                  <a:moveTo>
                    <a:pt x="1" y="1"/>
                  </a:moveTo>
                  <a:lnTo>
                    <a:pt x="15" y="4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02" name="Google Shape;6960;p80">
              <a:extLst>
                <a:ext uri="{FF2B5EF4-FFF2-40B4-BE49-F238E27FC236}">
                  <a16:creationId xmlns:a16="http://schemas.microsoft.com/office/drawing/2014/main" id="{BCEE2AAC-0289-4C4E-AAC7-EF90BA622C82}"/>
                </a:ext>
              </a:extLst>
            </p:cNvPr>
            <p:cNvSpPr/>
            <p:nvPr/>
          </p:nvSpPr>
          <p:spPr>
            <a:xfrm>
              <a:off x="2724679" y="1829855"/>
              <a:ext cx="204" cy="149"/>
            </a:xfrm>
            <a:custGeom>
              <a:avLst/>
              <a:gdLst/>
              <a:ahLst/>
              <a:cxnLst/>
              <a:rect l="l" t="t" r="r" b="b"/>
              <a:pathLst>
                <a:path w="15" h="11" extrusionOk="0">
                  <a:moveTo>
                    <a:pt x="1" y="0"/>
                  </a:moveTo>
                  <a:lnTo>
                    <a:pt x="15" y="11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03" name="Google Shape;6961;p80">
              <a:extLst>
                <a:ext uri="{FF2B5EF4-FFF2-40B4-BE49-F238E27FC236}">
                  <a16:creationId xmlns:a16="http://schemas.microsoft.com/office/drawing/2014/main" id="{3C1E0743-F7AC-9955-7519-67EFCBBB59DC}"/>
                </a:ext>
              </a:extLst>
            </p:cNvPr>
            <p:cNvSpPr/>
            <p:nvPr/>
          </p:nvSpPr>
          <p:spPr>
            <a:xfrm>
              <a:off x="2720593" y="1828905"/>
              <a:ext cx="204" cy="14"/>
            </a:xfrm>
            <a:custGeom>
              <a:avLst/>
              <a:gdLst/>
              <a:ahLst/>
              <a:cxnLst/>
              <a:rect l="l" t="t" r="r" b="b"/>
              <a:pathLst>
                <a:path w="15" h="1" extrusionOk="0">
                  <a:moveTo>
                    <a:pt x="1" y="0"/>
                  </a:moveTo>
                  <a:lnTo>
                    <a:pt x="15" y="0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04" name="Google Shape;6962;p80">
              <a:extLst>
                <a:ext uri="{FF2B5EF4-FFF2-40B4-BE49-F238E27FC236}">
                  <a16:creationId xmlns:a16="http://schemas.microsoft.com/office/drawing/2014/main" id="{E1B2CDD2-7E51-9CBA-77B3-7619526EBE8D}"/>
                </a:ext>
              </a:extLst>
            </p:cNvPr>
            <p:cNvSpPr/>
            <p:nvPr/>
          </p:nvSpPr>
          <p:spPr>
            <a:xfrm>
              <a:off x="2720077" y="1828905"/>
              <a:ext cx="489" cy="54"/>
            </a:xfrm>
            <a:custGeom>
              <a:avLst/>
              <a:gdLst/>
              <a:ahLst/>
              <a:cxnLst/>
              <a:rect l="l" t="t" r="r" b="b"/>
              <a:pathLst>
                <a:path w="36" h="4" extrusionOk="0">
                  <a:moveTo>
                    <a:pt x="0" y="4"/>
                  </a:moveTo>
                  <a:lnTo>
                    <a:pt x="35" y="0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05" name="Google Shape;6963;p80">
              <a:extLst>
                <a:ext uri="{FF2B5EF4-FFF2-40B4-BE49-F238E27FC236}">
                  <a16:creationId xmlns:a16="http://schemas.microsoft.com/office/drawing/2014/main" id="{816AD2D2-7CE1-526D-CDE7-F20322682AF6}"/>
                </a:ext>
              </a:extLst>
            </p:cNvPr>
            <p:cNvSpPr/>
            <p:nvPr/>
          </p:nvSpPr>
          <p:spPr>
            <a:xfrm>
              <a:off x="2722588" y="1828946"/>
              <a:ext cx="204" cy="68"/>
            </a:xfrm>
            <a:custGeom>
              <a:avLst/>
              <a:gdLst/>
              <a:ahLst/>
              <a:cxnLst/>
              <a:rect l="l" t="t" r="r" b="b"/>
              <a:pathLst>
                <a:path w="15" h="5" extrusionOk="0">
                  <a:moveTo>
                    <a:pt x="1" y="1"/>
                  </a:moveTo>
                  <a:lnTo>
                    <a:pt x="15" y="4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06" name="Google Shape;6964;p80">
              <a:extLst>
                <a:ext uri="{FF2B5EF4-FFF2-40B4-BE49-F238E27FC236}">
                  <a16:creationId xmlns:a16="http://schemas.microsoft.com/office/drawing/2014/main" id="{8AF59E2B-7CBC-0267-E05A-EF40065B8D1C}"/>
                </a:ext>
              </a:extLst>
            </p:cNvPr>
            <p:cNvSpPr/>
            <p:nvPr/>
          </p:nvSpPr>
          <p:spPr>
            <a:xfrm>
              <a:off x="2723349" y="1829190"/>
              <a:ext cx="204" cy="54"/>
            </a:xfrm>
            <a:custGeom>
              <a:avLst/>
              <a:gdLst/>
              <a:ahLst/>
              <a:cxnLst/>
              <a:rect l="l" t="t" r="r" b="b"/>
              <a:pathLst>
                <a:path w="15" h="4" extrusionOk="0">
                  <a:moveTo>
                    <a:pt x="1" y="0"/>
                  </a:moveTo>
                  <a:lnTo>
                    <a:pt x="15" y="4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07" name="Google Shape;6965;p80">
              <a:extLst>
                <a:ext uri="{FF2B5EF4-FFF2-40B4-BE49-F238E27FC236}">
                  <a16:creationId xmlns:a16="http://schemas.microsoft.com/office/drawing/2014/main" id="{D9767279-F60F-A341-B2A6-38014D181EEC}"/>
                </a:ext>
              </a:extLst>
            </p:cNvPr>
            <p:cNvSpPr/>
            <p:nvPr/>
          </p:nvSpPr>
          <p:spPr>
            <a:xfrm>
              <a:off x="2722969" y="1829041"/>
              <a:ext cx="204" cy="68"/>
            </a:xfrm>
            <a:custGeom>
              <a:avLst/>
              <a:gdLst/>
              <a:ahLst/>
              <a:cxnLst/>
              <a:rect l="l" t="t" r="r" b="b"/>
              <a:pathLst>
                <a:path w="15" h="5" extrusionOk="0">
                  <a:moveTo>
                    <a:pt x="1" y="1"/>
                  </a:moveTo>
                  <a:lnTo>
                    <a:pt x="15" y="4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08" name="Google Shape;6966;p80">
              <a:extLst>
                <a:ext uri="{FF2B5EF4-FFF2-40B4-BE49-F238E27FC236}">
                  <a16:creationId xmlns:a16="http://schemas.microsoft.com/office/drawing/2014/main" id="{AB28C638-E97C-E7F0-A4A1-F8E28AD1F599}"/>
                </a:ext>
              </a:extLst>
            </p:cNvPr>
            <p:cNvSpPr/>
            <p:nvPr/>
          </p:nvSpPr>
          <p:spPr>
            <a:xfrm>
              <a:off x="2723783" y="1829380"/>
              <a:ext cx="204" cy="109"/>
            </a:xfrm>
            <a:custGeom>
              <a:avLst/>
              <a:gdLst/>
              <a:ahLst/>
              <a:cxnLst/>
              <a:rect l="l" t="t" r="r" b="b"/>
              <a:pathLst>
                <a:path w="15" h="8" extrusionOk="0">
                  <a:moveTo>
                    <a:pt x="0" y="0"/>
                  </a:moveTo>
                  <a:lnTo>
                    <a:pt x="14" y="7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09" name="Google Shape;6967;p80">
              <a:extLst>
                <a:ext uri="{FF2B5EF4-FFF2-40B4-BE49-F238E27FC236}">
                  <a16:creationId xmlns:a16="http://schemas.microsoft.com/office/drawing/2014/main" id="{94D58F4E-1BCE-EF6E-30A0-B28F92B3DFC2}"/>
                </a:ext>
              </a:extLst>
            </p:cNvPr>
            <p:cNvSpPr/>
            <p:nvPr/>
          </p:nvSpPr>
          <p:spPr>
            <a:xfrm>
              <a:off x="2720878" y="1828851"/>
              <a:ext cx="204" cy="14"/>
            </a:xfrm>
            <a:custGeom>
              <a:avLst/>
              <a:gdLst/>
              <a:ahLst/>
              <a:cxnLst/>
              <a:rect l="l" t="t" r="r" b="b"/>
              <a:pathLst>
                <a:path w="15" h="1" extrusionOk="0">
                  <a:moveTo>
                    <a:pt x="1" y="1"/>
                  </a:moveTo>
                  <a:lnTo>
                    <a:pt x="15" y="1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10" name="Google Shape;6968;p80">
              <a:extLst>
                <a:ext uri="{FF2B5EF4-FFF2-40B4-BE49-F238E27FC236}">
                  <a16:creationId xmlns:a16="http://schemas.microsoft.com/office/drawing/2014/main" id="{498442CC-B225-EC3A-6137-945E728028C8}"/>
                </a:ext>
              </a:extLst>
            </p:cNvPr>
            <p:cNvSpPr/>
            <p:nvPr/>
          </p:nvSpPr>
          <p:spPr>
            <a:xfrm>
              <a:off x="2721217" y="1828810"/>
              <a:ext cx="14" cy="14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0" y="0"/>
                  </a:move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11" name="Google Shape;6969;p80">
              <a:extLst>
                <a:ext uri="{FF2B5EF4-FFF2-40B4-BE49-F238E27FC236}">
                  <a16:creationId xmlns:a16="http://schemas.microsoft.com/office/drawing/2014/main" id="{DBA316C5-4EFC-1EFE-20A6-B54E11A48D74}"/>
                </a:ext>
              </a:extLst>
            </p:cNvPr>
            <p:cNvSpPr/>
            <p:nvPr/>
          </p:nvSpPr>
          <p:spPr>
            <a:xfrm>
              <a:off x="2721882" y="1828810"/>
              <a:ext cx="149" cy="14"/>
            </a:xfrm>
            <a:custGeom>
              <a:avLst/>
              <a:gdLst/>
              <a:ahLst/>
              <a:cxnLst/>
              <a:rect l="l" t="t" r="r" b="b"/>
              <a:pathLst>
                <a:path w="11" h="1" extrusionOk="0">
                  <a:moveTo>
                    <a:pt x="0" y="0"/>
                  </a:moveTo>
                  <a:lnTo>
                    <a:pt x="11" y="0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12" name="Google Shape;6970;p80">
              <a:extLst>
                <a:ext uri="{FF2B5EF4-FFF2-40B4-BE49-F238E27FC236}">
                  <a16:creationId xmlns:a16="http://schemas.microsoft.com/office/drawing/2014/main" id="{6D3CED32-EC8E-0722-E219-48926E44AFDF}"/>
                </a:ext>
              </a:extLst>
            </p:cNvPr>
            <p:cNvSpPr/>
            <p:nvPr/>
          </p:nvSpPr>
          <p:spPr>
            <a:xfrm>
              <a:off x="2725155" y="1830181"/>
              <a:ext cx="258" cy="163"/>
            </a:xfrm>
            <a:custGeom>
              <a:avLst/>
              <a:gdLst/>
              <a:ahLst/>
              <a:cxnLst/>
              <a:rect l="l" t="t" r="r" b="b"/>
              <a:pathLst>
                <a:path w="19" h="12" extrusionOk="0">
                  <a:moveTo>
                    <a:pt x="1" y="1"/>
                  </a:moveTo>
                  <a:lnTo>
                    <a:pt x="18" y="11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13" name="Google Shape;6971;p80">
              <a:extLst>
                <a:ext uri="{FF2B5EF4-FFF2-40B4-BE49-F238E27FC236}">
                  <a16:creationId xmlns:a16="http://schemas.microsoft.com/office/drawing/2014/main" id="{98B47491-607A-CA50-ED70-ADAAF26A96CC}"/>
                </a:ext>
              </a:extLst>
            </p:cNvPr>
            <p:cNvSpPr/>
            <p:nvPr/>
          </p:nvSpPr>
          <p:spPr>
            <a:xfrm>
              <a:off x="2721543" y="1828810"/>
              <a:ext cx="14" cy="14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1" y="0"/>
                  </a:move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14" name="Google Shape;6972;p80">
              <a:extLst>
                <a:ext uri="{FF2B5EF4-FFF2-40B4-BE49-F238E27FC236}">
                  <a16:creationId xmlns:a16="http://schemas.microsoft.com/office/drawing/2014/main" id="{C945CA86-55CA-C73A-1F8D-55137C247B5E}"/>
                </a:ext>
              </a:extLst>
            </p:cNvPr>
            <p:cNvSpPr/>
            <p:nvPr/>
          </p:nvSpPr>
          <p:spPr>
            <a:xfrm>
              <a:off x="2725630" y="1830616"/>
              <a:ext cx="258" cy="204"/>
            </a:xfrm>
            <a:custGeom>
              <a:avLst/>
              <a:gdLst/>
              <a:ahLst/>
              <a:cxnLst/>
              <a:rect l="l" t="t" r="r" b="b"/>
              <a:pathLst>
                <a:path w="19" h="15" extrusionOk="0">
                  <a:moveTo>
                    <a:pt x="1" y="0"/>
                  </a:moveTo>
                  <a:lnTo>
                    <a:pt x="18" y="14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15" name="Google Shape;6973;p80">
              <a:extLst>
                <a:ext uri="{FF2B5EF4-FFF2-40B4-BE49-F238E27FC236}">
                  <a16:creationId xmlns:a16="http://schemas.microsoft.com/office/drawing/2014/main" id="{5550BC05-0843-A5F3-5CB7-F0EE31E89C43}"/>
                </a:ext>
              </a:extLst>
            </p:cNvPr>
            <p:cNvSpPr/>
            <p:nvPr/>
          </p:nvSpPr>
          <p:spPr>
            <a:xfrm>
              <a:off x="2704530" y="1833888"/>
              <a:ext cx="14" cy="14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0" y="1"/>
                  </a:move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16" name="Google Shape;6974;p80">
              <a:extLst>
                <a:ext uri="{FF2B5EF4-FFF2-40B4-BE49-F238E27FC236}">
                  <a16:creationId xmlns:a16="http://schemas.microsoft.com/office/drawing/2014/main" id="{98845CA6-307B-B811-D094-4BAB1EEC0664}"/>
                </a:ext>
              </a:extLst>
            </p:cNvPr>
            <p:cNvSpPr/>
            <p:nvPr/>
          </p:nvSpPr>
          <p:spPr>
            <a:xfrm>
              <a:off x="2801976" y="1871403"/>
              <a:ext cx="109" cy="54"/>
            </a:xfrm>
            <a:custGeom>
              <a:avLst/>
              <a:gdLst/>
              <a:ahLst/>
              <a:cxnLst/>
              <a:rect l="l" t="t" r="r" b="b"/>
              <a:pathLst>
                <a:path w="8" h="4" extrusionOk="0">
                  <a:moveTo>
                    <a:pt x="7" y="4"/>
                  </a:moveTo>
                  <a:lnTo>
                    <a:pt x="0" y="0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17" name="Google Shape;6975;p80">
              <a:extLst>
                <a:ext uri="{FF2B5EF4-FFF2-40B4-BE49-F238E27FC236}">
                  <a16:creationId xmlns:a16="http://schemas.microsoft.com/office/drawing/2014/main" id="{681CC3A4-0CB8-37FE-12D2-9907F31B6165}"/>
                </a:ext>
              </a:extLst>
            </p:cNvPr>
            <p:cNvSpPr/>
            <p:nvPr/>
          </p:nvSpPr>
          <p:spPr>
            <a:xfrm>
              <a:off x="2821894" y="1866270"/>
              <a:ext cx="815" cy="339"/>
            </a:xfrm>
            <a:custGeom>
              <a:avLst/>
              <a:gdLst/>
              <a:ahLst/>
              <a:cxnLst/>
              <a:rect l="l" t="t" r="r" b="b"/>
              <a:pathLst>
                <a:path w="60" h="25" extrusionOk="0">
                  <a:moveTo>
                    <a:pt x="60" y="25"/>
                  </a:moveTo>
                  <a:cubicBezTo>
                    <a:pt x="42" y="11"/>
                    <a:pt x="21" y="0"/>
                    <a:pt x="0" y="0"/>
                  </a:cubicBezTo>
                  <a:cubicBezTo>
                    <a:pt x="21" y="0"/>
                    <a:pt x="42" y="11"/>
                    <a:pt x="60" y="25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18" name="Google Shape;6976;p80">
              <a:extLst>
                <a:ext uri="{FF2B5EF4-FFF2-40B4-BE49-F238E27FC236}">
                  <a16:creationId xmlns:a16="http://schemas.microsoft.com/office/drawing/2014/main" id="{BACCE4D7-DD7E-95ED-1920-2D9257846B75}"/>
                </a:ext>
              </a:extLst>
            </p:cNvPr>
            <p:cNvSpPr/>
            <p:nvPr/>
          </p:nvSpPr>
          <p:spPr>
            <a:xfrm>
              <a:off x="2797414" y="1872774"/>
              <a:ext cx="434" cy="299"/>
            </a:xfrm>
            <a:custGeom>
              <a:avLst/>
              <a:gdLst/>
              <a:ahLst/>
              <a:cxnLst/>
              <a:rect l="l" t="t" r="r" b="b"/>
              <a:pathLst>
                <a:path w="32" h="22" extrusionOk="0">
                  <a:moveTo>
                    <a:pt x="32" y="1"/>
                  </a:moveTo>
                  <a:cubicBezTo>
                    <a:pt x="21" y="8"/>
                    <a:pt x="11" y="15"/>
                    <a:pt x="0" y="22"/>
                  </a:cubicBezTo>
                  <a:cubicBezTo>
                    <a:pt x="11" y="18"/>
                    <a:pt x="21" y="11"/>
                    <a:pt x="32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19" name="Google Shape;6977;p80">
              <a:extLst>
                <a:ext uri="{FF2B5EF4-FFF2-40B4-BE49-F238E27FC236}">
                  <a16:creationId xmlns:a16="http://schemas.microsoft.com/office/drawing/2014/main" id="{5B8F3D83-4D38-BC4B-F08D-BEB2F78A2F1F}"/>
                </a:ext>
              </a:extLst>
            </p:cNvPr>
            <p:cNvSpPr/>
            <p:nvPr/>
          </p:nvSpPr>
          <p:spPr>
            <a:xfrm>
              <a:off x="2804108" y="1870452"/>
              <a:ext cx="1874" cy="1100"/>
            </a:xfrm>
            <a:custGeom>
              <a:avLst/>
              <a:gdLst/>
              <a:ahLst/>
              <a:cxnLst/>
              <a:rect l="l" t="t" r="r" b="b"/>
              <a:pathLst>
                <a:path w="138" h="81" extrusionOk="0">
                  <a:moveTo>
                    <a:pt x="1" y="81"/>
                  </a:moveTo>
                  <a:cubicBezTo>
                    <a:pt x="29" y="32"/>
                    <a:pt x="81" y="0"/>
                    <a:pt x="137" y="0"/>
                  </a:cubicBezTo>
                  <a:cubicBezTo>
                    <a:pt x="81" y="0"/>
                    <a:pt x="29" y="32"/>
                    <a:pt x="1" y="8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20" name="Google Shape;6978;p80">
              <a:extLst>
                <a:ext uri="{FF2B5EF4-FFF2-40B4-BE49-F238E27FC236}">
                  <a16:creationId xmlns:a16="http://schemas.microsoft.com/office/drawing/2014/main" id="{F1C0FA1B-0C17-4F09-A06F-94474DFC5E52}"/>
                </a:ext>
              </a:extLst>
            </p:cNvPr>
            <p:cNvSpPr/>
            <p:nvPr/>
          </p:nvSpPr>
          <p:spPr>
            <a:xfrm>
              <a:off x="2837902" y="1879617"/>
              <a:ext cx="353" cy="109"/>
            </a:xfrm>
            <a:custGeom>
              <a:avLst/>
              <a:gdLst/>
              <a:ahLst/>
              <a:cxnLst/>
              <a:rect l="l" t="t" r="r" b="b"/>
              <a:pathLst>
                <a:path w="26" h="8" extrusionOk="0">
                  <a:moveTo>
                    <a:pt x="1" y="1"/>
                  </a:moveTo>
                  <a:cubicBezTo>
                    <a:pt x="8" y="4"/>
                    <a:pt x="18" y="4"/>
                    <a:pt x="25" y="8"/>
                  </a:cubicBezTo>
                  <a:cubicBezTo>
                    <a:pt x="18" y="4"/>
                    <a:pt x="8" y="1"/>
                    <a:pt x="1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21" name="Google Shape;6979;p80">
              <a:extLst>
                <a:ext uri="{FF2B5EF4-FFF2-40B4-BE49-F238E27FC236}">
                  <a16:creationId xmlns:a16="http://schemas.microsoft.com/office/drawing/2014/main" id="{8F43D576-9999-FB19-0CD7-148FD6F1136B}"/>
                </a:ext>
              </a:extLst>
            </p:cNvPr>
            <p:cNvSpPr/>
            <p:nvPr/>
          </p:nvSpPr>
          <p:spPr>
            <a:xfrm>
              <a:off x="2822750" y="1866596"/>
              <a:ext cx="109" cy="109"/>
            </a:xfrm>
            <a:custGeom>
              <a:avLst/>
              <a:gdLst/>
              <a:ahLst/>
              <a:cxnLst/>
              <a:rect l="l" t="t" r="r" b="b"/>
              <a:pathLst>
                <a:path w="8" h="8" extrusionOk="0">
                  <a:moveTo>
                    <a:pt x="7" y="8"/>
                  </a:moveTo>
                  <a:lnTo>
                    <a:pt x="0" y="1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22" name="Google Shape;6980;p80">
              <a:extLst>
                <a:ext uri="{FF2B5EF4-FFF2-40B4-BE49-F238E27FC236}">
                  <a16:creationId xmlns:a16="http://schemas.microsoft.com/office/drawing/2014/main" id="{1E17D797-0548-99E5-A33D-FBED9FEF526F}"/>
                </a:ext>
              </a:extLst>
            </p:cNvPr>
            <p:cNvSpPr/>
            <p:nvPr/>
          </p:nvSpPr>
          <p:spPr>
            <a:xfrm>
              <a:off x="2838282" y="1879712"/>
              <a:ext cx="353" cy="204"/>
            </a:xfrm>
            <a:custGeom>
              <a:avLst/>
              <a:gdLst/>
              <a:ahLst/>
              <a:cxnLst/>
              <a:rect l="l" t="t" r="r" b="b"/>
              <a:pathLst>
                <a:path w="26" h="15" extrusionOk="0">
                  <a:moveTo>
                    <a:pt x="25" y="15"/>
                  </a:moveTo>
                  <a:cubicBezTo>
                    <a:pt x="18" y="8"/>
                    <a:pt x="8" y="4"/>
                    <a:pt x="1" y="1"/>
                  </a:cubicBezTo>
                  <a:cubicBezTo>
                    <a:pt x="8" y="4"/>
                    <a:pt x="18" y="8"/>
                    <a:pt x="25" y="15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23" name="Google Shape;6981;p80">
              <a:extLst>
                <a:ext uri="{FF2B5EF4-FFF2-40B4-BE49-F238E27FC236}">
                  <a16:creationId xmlns:a16="http://schemas.microsoft.com/office/drawing/2014/main" id="{5D32CFD9-8099-7553-B5D2-2979A0DA2C36}"/>
                </a:ext>
              </a:extLst>
            </p:cNvPr>
            <p:cNvSpPr/>
            <p:nvPr/>
          </p:nvSpPr>
          <p:spPr>
            <a:xfrm>
              <a:off x="2796939" y="1873113"/>
              <a:ext cx="434" cy="244"/>
            </a:xfrm>
            <a:custGeom>
              <a:avLst/>
              <a:gdLst/>
              <a:ahLst/>
              <a:cxnLst/>
              <a:rect l="l" t="t" r="r" b="b"/>
              <a:pathLst>
                <a:path w="32" h="18" extrusionOk="0">
                  <a:moveTo>
                    <a:pt x="32" y="0"/>
                  </a:moveTo>
                  <a:lnTo>
                    <a:pt x="7" y="14"/>
                  </a:lnTo>
                  <a:lnTo>
                    <a:pt x="0" y="18"/>
                  </a:lnTo>
                  <a:cubicBezTo>
                    <a:pt x="11" y="14"/>
                    <a:pt x="21" y="7"/>
                    <a:pt x="32" y="0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24" name="Google Shape;6982;p80">
              <a:extLst>
                <a:ext uri="{FF2B5EF4-FFF2-40B4-BE49-F238E27FC236}">
                  <a16:creationId xmlns:a16="http://schemas.microsoft.com/office/drawing/2014/main" id="{172BEAC1-2834-0FFA-C7A5-67614EF2458E}"/>
                </a:ext>
              </a:extLst>
            </p:cNvPr>
            <p:cNvSpPr/>
            <p:nvPr/>
          </p:nvSpPr>
          <p:spPr>
            <a:xfrm>
              <a:off x="2797889" y="1872543"/>
              <a:ext cx="299" cy="244"/>
            </a:xfrm>
            <a:custGeom>
              <a:avLst/>
              <a:gdLst/>
              <a:ahLst/>
              <a:cxnLst/>
              <a:rect l="l" t="t" r="r" b="b"/>
              <a:pathLst>
                <a:path w="22" h="18" extrusionOk="0">
                  <a:moveTo>
                    <a:pt x="21" y="0"/>
                  </a:moveTo>
                  <a:cubicBezTo>
                    <a:pt x="14" y="4"/>
                    <a:pt x="7" y="11"/>
                    <a:pt x="0" y="18"/>
                  </a:cubicBezTo>
                  <a:cubicBezTo>
                    <a:pt x="7" y="11"/>
                    <a:pt x="14" y="4"/>
                    <a:pt x="21" y="0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25" name="Google Shape;6983;p80">
              <a:extLst>
                <a:ext uri="{FF2B5EF4-FFF2-40B4-BE49-F238E27FC236}">
                  <a16:creationId xmlns:a16="http://schemas.microsoft.com/office/drawing/2014/main" id="{DE189164-81E2-B80A-301D-22663085DF5F}"/>
                </a:ext>
              </a:extLst>
            </p:cNvPr>
            <p:cNvSpPr/>
            <p:nvPr/>
          </p:nvSpPr>
          <p:spPr>
            <a:xfrm>
              <a:off x="2838662" y="1879956"/>
              <a:ext cx="828" cy="720"/>
            </a:xfrm>
            <a:custGeom>
              <a:avLst/>
              <a:gdLst/>
              <a:ahLst/>
              <a:cxnLst/>
              <a:rect l="l" t="t" r="r" b="b"/>
              <a:pathLst>
                <a:path w="61" h="53" extrusionOk="0">
                  <a:moveTo>
                    <a:pt x="1" y="0"/>
                  </a:moveTo>
                  <a:cubicBezTo>
                    <a:pt x="22" y="14"/>
                    <a:pt x="43" y="32"/>
                    <a:pt x="60" y="53"/>
                  </a:cubicBezTo>
                  <a:cubicBezTo>
                    <a:pt x="43" y="32"/>
                    <a:pt x="22" y="14"/>
                    <a:pt x="1" y="0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26" name="Google Shape;6984;p80">
              <a:extLst>
                <a:ext uri="{FF2B5EF4-FFF2-40B4-BE49-F238E27FC236}">
                  <a16:creationId xmlns:a16="http://schemas.microsoft.com/office/drawing/2014/main" id="{CFF6B00D-4636-44FB-387A-B591A4A71FE7}"/>
                </a:ext>
              </a:extLst>
            </p:cNvPr>
            <p:cNvSpPr/>
            <p:nvPr/>
          </p:nvSpPr>
          <p:spPr>
            <a:xfrm>
              <a:off x="2796178" y="1873684"/>
              <a:ext cx="14" cy="14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0" y="0"/>
                  </a:move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27" name="Google Shape;6985;p80">
              <a:extLst>
                <a:ext uri="{FF2B5EF4-FFF2-40B4-BE49-F238E27FC236}">
                  <a16:creationId xmlns:a16="http://schemas.microsoft.com/office/drawing/2014/main" id="{8B456571-5635-3CA2-106F-83177F81DB8A}"/>
                </a:ext>
              </a:extLst>
            </p:cNvPr>
            <p:cNvSpPr/>
            <p:nvPr/>
          </p:nvSpPr>
          <p:spPr>
            <a:xfrm>
              <a:off x="2795798" y="1873779"/>
              <a:ext cx="14" cy="14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0" y="0"/>
                  </a:move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28" name="Google Shape;6986;p80">
              <a:extLst>
                <a:ext uri="{FF2B5EF4-FFF2-40B4-BE49-F238E27FC236}">
                  <a16:creationId xmlns:a16="http://schemas.microsoft.com/office/drawing/2014/main" id="{10EB5467-C69B-CAC8-5212-5254D2A641CE}"/>
                </a:ext>
              </a:extLst>
            </p:cNvPr>
            <p:cNvSpPr/>
            <p:nvPr/>
          </p:nvSpPr>
          <p:spPr>
            <a:xfrm>
              <a:off x="2795459" y="1873779"/>
              <a:ext cx="14" cy="14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1" y="0"/>
                  </a:move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29" name="Google Shape;6987;p80">
              <a:extLst>
                <a:ext uri="{FF2B5EF4-FFF2-40B4-BE49-F238E27FC236}">
                  <a16:creationId xmlns:a16="http://schemas.microsoft.com/office/drawing/2014/main" id="{FCD51D22-8E49-FE1F-4B24-887B8EF33AA0}"/>
                </a:ext>
              </a:extLst>
            </p:cNvPr>
            <p:cNvSpPr/>
            <p:nvPr/>
          </p:nvSpPr>
          <p:spPr>
            <a:xfrm>
              <a:off x="2789661" y="1879671"/>
              <a:ext cx="3476" cy="3476"/>
            </a:xfrm>
            <a:custGeom>
              <a:avLst/>
              <a:gdLst/>
              <a:ahLst/>
              <a:cxnLst/>
              <a:rect l="l" t="t" r="r" b="b"/>
              <a:pathLst>
                <a:path w="256" h="256" extrusionOk="0">
                  <a:moveTo>
                    <a:pt x="0" y="0"/>
                  </a:moveTo>
                  <a:cubicBezTo>
                    <a:pt x="21" y="5"/>
                    <a:pt x="40" y="16"/>
                    <a:pt x="56" y="31"/>
                  </a:cubicBezTo>
                  <a:lnTo>
                    <a:pt x="56" y="31"/>
                  </a:lnTo>
                  <a:cubicBezTo>
                    <a:pt x="41" y="17"/>
                    <a:pt x="24" y="6"/>
                    <a:pt x="4" y="0"/>
                  </a:cubicBezTo>
                  <a:close/>
                  <a:moveTo>
                    <a:pt x="56" y="31"/>
                  </a:moveTo>
                  <a:cubicBezTo>
                    <a:pt x="84" y="57"/>
                    <a:pt x="104" y="94"/>
                    <a:pt x="123" y="126"/>
                  </a:cubicBezTo>
                  <a:cubicBezTo>
                    <a:pt x="107" y="95"/>
                    <a:pt x="85" y="57"/>
                    <a:pt x="56" y="31"/>
                  </a:cubicBezTo>
                  <a:close/>
                  <a:moveTo>
                    <a:pt x="123" y="126"/>
                  </a:moveTo>
                  <a:cubicBezTo>
                    <a:pt x="158" y="186"/>
                    <a:pt x="189" y="242"/>
                    <a:pt x="256" y="256"/>
                  </a:cubicBezTo>
                  <a:cubicBezTo>
                    <a:pt x="193" y="242"/>
                    <a:pt x="161" y="186"/>
                    <a:pt x="123" y="126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30" name="Google Shape;6988;p80">
              <a:extLst>
                <a:ext uri="{FF2B5EF4-FFF2-40B4-BE49-F238E27FC236}">
                  <a16:creationId xmlns:a16="http://schemas.microsoft.com/office/drawing/2014/main" id="{3AF5659C-D9DA-BAA6-BECC-CC80AE13733E}"/>
                </a:ext>
              </a:extLst>
            </p:cNvPr>
            <p:cNvSpPr/>
            <p:nvPr/>
          </p:nvSpPr>
          <p:spPr>
            <a:xfrm>
              <a:off x="2796559" y="1873399"/>
              <a:ext cx="299" cy="149"/>
            </a:xfrm>
            <a:custGeom>
              <a:avLst/>
              <a:gdLst/>
              <a:ahLst/>
              <a:cxnLst/>
              <a:rect l="l" t="t" r="r" b="b"/>
              <a:pathLst>
                <a:path w="22" h="11" extrusionOk="0">
                  <a:moveTo>
                    <a:pt x="0" y="11"/>
                  </a:moveTo>
                  <a:lnTo>
                    <a:pt x="21" y="0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31" name="Google Shape;6989;p80">
              <a:extLst>
                <a:ext uri="{FF2B5EF4-FFF2-40B4-BE49-F238E27FC236}">
                  <a16:creationId xmlns:a16="http://schemas.microsoft.com/office/drawing/2014/main" id="{DE25390B-C408-471F-99D2-DB37EF306DD7}"/>
                </a:ext>
              </a:extLst>
            </p:cNvPr>
            <p:cNvSpPr/>
            <p:nvPr/>
          </p:nvSpPr>
          <p:spPr>
            <a:xfrm>
              <a:off x="2794984" y="1873724"/>
              <a:ext cx="68" cy="14"/>
            </a:xfrm>
            <a:custGeom>
              <a:avLst/>
              <a:gdLst/>
              <a:ahLst/>
              <a:cxnLst/>
              <a:rect l="l" t="t" r="r" b="b"/>
              <a:pathLst>
                <a:path w="5" h="1" extrusionOk="0">
                  <a:moveTo>
                    <a:pt x="1" y="1"/>
                  </a:moveTo>
                  <a:lnTo>
                    <a:pt x="4" y="1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32" name="Google Shape;6990;p80">
              <a:extLst>
                <a:ext uri="{FF2B5EF4-FFF2-40B4-BE49-F238E27FC236}">
                  <a16:creationId xmlns:a16="http://schemas.microsoft.com/office/drawing/2014/main" id="{670FB24E-0FCB-AA00-4AA9-DCFDF8EF3D5E}"/>
                </a:ext>
              </a:extLst>
            </p:cNvPr>
            <p:cNvSpPr/>
            <p:nvPr/>
          </p:nvSpPr>
          <p:spPr>
            <a:xfrm>
              <a:off x="2789661" y="1879671"/>
              <a:ext cx="54" cy="14"/>
            </a:xfrm>
            <a:custGeom>
              <a:avLst/>
              <a:gdLst/>
              <a:ahLst/>
              <a:cxnLst/>
              <a:rect l="l" t="t" r="r" b="b"/>
              <a:pathLst>
                <a:path w="4" h="1" extrusionOk="0">
                  <a:moveTo>
                    <a:pt x="4" y="0"/>
                  </a:moveTo>
                  <a:lnTo>
                    <a:pt x="4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33" name="Google Shape;6991;p80">
              <a:extLst>
                <a:ext uri="{FF2B5EF4-FFF2-40B4-BE49-F238E27FC236}">
                  <a16:creationId xmlns:a16="http://schemas.microsoft.com/office/drawing/2014/main" id="{0984FE23-5B8F-3E23-A384-411C9A9CEC00}"/>
                </a:ext>
              </a:extLst>
            </p:cNvPr>
            <p:cNvSpPr/>
            <p:nvPr/>
          </p:nvSpPr>
          <p:spPr>
            <a:xfrm>
              <a:off x="2796980" y="1873303"/>
              <a:ext cx="109" cy="54"/>
            </a:xfrm>
            <a:custGeom>
              <a:avLst/>
              <a:gdLst/>
              <a:ahLst/>
              <a:cxnLst/>
              <a:rect l="l" t="t" r="r" b="b"/>
              <a:pathLst>
                <a:path w="8" h="4" extrusionOk="0">
                  <a:moveTo>
                    <a:pt x="8" y="0"/>
                  </a:moveTo>
                  <a:lnTo>
                    <a:pt x="1" y="4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34" name="Google Shape;6992;p80">
              <a:extLst>
                <a:ext uri="{FF2B5EF4-FFF2-40B4-BE49-F238E27FC236}">
                  <a16:creationId xmlns:a16="http://schemas.microsoft.com/office/drawing/2014/main" id="{36587319-30ED-883F-E842-8147760B490C}"/>
                </a:ext>
              </a:extLst>
            </p:cNvPr>
            <p:cNvSpPr/>
            <p:nvPr/>
          </p:nvSpPr>
          <p:spPr>
            <a:xfrm>
              <a:off x="2959964" y="1971102"/>
              <a:ext cx="4345" cy="3082"/>
            </a:xfrm>
            <a:custGeom>
              <a:avLst/>
              <a:gdLst/>
              <a:ahLst/>
              <a:cxnLst/>
              <a:rect l="l" t="t" r="r" b="b"/>
              <a:pathLst>
                <a:path w="320" h="227" extrusionOk="0">
                  <a:moveTo>
                    <a:pt x="254" y="0"/>
                  </a:moveTo>
                  <a:cubicBezTo>
                    <a:pt x="228" y="0"/>
                    <a:pt x="200" y="11"/>
                    <a:pt x="176" y="23"/>
                  </a:cubicBezTo>
                  <a:cubicBezTo>
                    <a:pt x="71" y="79"/>
                    <a:pt x="1" y="191"/>
                    <a:pt x="11" y="215"/>
                  </a:cubicBezTo>
                  <a:cubicBezTo>
                    <a:pt x="15" y="222"/>
                    <a:pt x="22" y="226"/>
                    <a:pt x="36" y="226"/>
                  </a:cubicBezTo>
                  <a:cubicBezTo>
                    <a:pt x="39" y="226"/>
                    <a:pt x="43" y="226"/>
                    <a:pt x="46" y="226"/>
                  </a:cubicBezTo>
                  <a:cubicBezTo>
                    <a:pt x="134" y="226"/>
                    <a:pt x="268" y="143"/>
                    <a:pt x="302" y="72"/>
                  </a:cubicBezTo>
                  <a:cubicBezTo>
                    <a:pt x="320" y="44"/>
                    <a:pt x="309" y="30"/>
                    <a:pt x="302" y="23"/>
                  </a:cubicBezTo>
                  <a:cubicBezTo>
                    <a:pt x="290" y="6"/>
                    <a:pt x="273" y="0"/>
                    <a:pt x="254" y="0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35" name="Google Shape;6993;p80">
              <a:extLst>
                <a:ext uri="{FF2B5EF4-FFF2-40B4-BE49-F238E27FC236}">
                  <a16:creationId xmlns:a16="http://schemas.microsoft.com/office/drawing/2014/main" id="{75F1BEC4-B472-4234-CE67-B205A461E9F0}"/>
                </a:ext>
              </a:extLst>
            </p:cNvPr>
            <p:cNvSpPr/>
            <p:nvPr/>
          </p:nvSpPr>
          <p:spPr>
            <a:xfrm>
              <a:off x="2945287" y="1972446"/>
              <a:ext cx="34378" cy="30916"/>
            </a:xfrm>
            <a:custGeom>
              <a:avLst/>
              <a:gdLst/>
              <a:ahLst/>
              <a:cxnLst/>
              <a:rect l="l" t="t" r="r" b="b"/>
              <a:pathLst>
                <a:path w="2532" h="2277" extrusionOk="0">
                  <a:moveTo>
                    <a:pt x="2130" y="1"/>
                  </a:moveTo>
                  <a:cubicBezTo>
                    <a:pt x="2090" y="1"/>
                    <a:pt x="2051" y="15"/>
                    <a:pt x="2020" y="43"/>
                  </a:cubicBezTo>
                  <a:cubicBezTo>
                    <a:pt x="2010" y="57"/>
                    <a:pt x="1999" y="81"/>
                    <a:pt x="2024" y="123"/>
                  </a:cubicBezTo>
                  <a:cubicBezTo>
                    <a:pt x="2052" y="169"/>
                    <a:pt x="2083" y="232"/>
                    <a:pt x="2055" y="288"/>
                  </a:cubicBezTo>
                  <a:cubicBezTo>
                    <a:pt x="2027" y="348"/>
                    <a:pt x="1954" y="362"/>
                    <a:pt x="1884" y="369"/>
                  </a:cubicBezTo>
                  <a:cubicBezTo>
                    <a:pt x="1772" y="383"/>
                    <a:pt x="1733" y="400"/>
                    <a:pt x="1726" y="456"/>
                  </a:cubicBezTo>
                  <a:cubicBezTo>
                    <a:pt x="1702" y="638"/>
                    <a:pt x="1555" y="649"/>
                    <a:pt x="1474" y="652"/>
                  </a:cubicBezTo>
                  <a:cubicBezTo>
                    <a:pt x="1450" y="652"/>
                    <a:pt x="1425" y="659"/>
                    <a:pt x="1404" y="666"/>
                  </a:cubicBezTo>
                  <a:cubicBezTo>
                    <a:pt x="1404" y="673"/>
                    <a:pt x="1404" y="677"/>
                    <a:pt x="1404" y="684"/>
                  </a:cubicBezTo>
                  <a:cubicBezTo>
                    <a:pt x="1415" y="740"/>
                    <a:pt x="1390" y="792"/>
                    <a:pt x="1345" y="820"/>
                  </a:cubicBezTo>
                  <a:cubicBezTo>
                    <a:pt x="1323" y="832"/>
                    <a:pt x="1298" y="838"/>
                    <a:pt x="1270" y="838"/>
                  </a:cubicBezTo>
                  <a:cubicBezTo>
                    <a:pt x="1135" y="838"/>
                    <a:pt x="935" y="715"/>
                    <a:pt x="816" y="631"/>
                  </a:cubicBezTo>
                  <a:cubicBezTo>
                    <a:pt x="809" y="627"/>
                    <a:pt x="801" y="625"/>
                    <a:pt x="793" y="625"/>
                  </a:cubicBezTo>
                  <a:cubicBezTo>
                    <a:pt x="740" y="625"/>
                    <a:pt x="656" y="703"/>
                    <a:pt x="574" y="782"/>
                  </a:cubicBezTo>
                  <a:cubicBezTo>
                    <a:pt x="476" y="873"/>
                    <a:pt x="361" y="981"/>
                    <a:pt x="238" y="1013"/>
                  </a:cubicBezTo>
                  <a:cubicBezTo>
                    <a:pt x="158" y="1034"/>
                    <a:pt x="77" y="1135"/>
                    <a:pt x="32" y="1268"/>
                  </a:cubicBezTo>
                  <a:cubicBezTo>
                    <a:pt x="7" y="1324"/>
                    <a:pt x="0" y="1387"/>
                    <a:pt x="11" y="1450"/>
                  </a:cubicBezTo>
                  <a:cubicBezTo>
                    <a:pt x="81" y="1443"/>
                    <a:pt x="140" y="1391"/>
                    <a:pt x="200" y="1335"/>
                  </a:cubicBezTo>
                  <a:cubicBezTo>
                    <a:pt x="275" y="1266"/>
                    <a:pt x="360" y="1190"/>
                    <a:pt x="481" y="1190"/>
                  </a:cubicBezTo>
                  <a:cubicBezTo>
                    <a:pt x="489" y="1190"/>
                    <a:pt x="496" y="1191"/>
                    <a:pt x="504" y="1191"/>
                  </a:cubicBezTo>
                  <a:cubicBezTo>
                    <a:pt x="511" y="1192"/>
                    <a:pt x="517" y="1193"/>
                    <a:pt x="523" y="1193"/>
                  </a:cubicBezTo>
                  <a:cubicBezTo>
                    <a:pt x="562" y="1193"/>
                    <a:pt x="579" y="1173"/>
                    <a:pt x="609" y="1142"/>
                  </a:cubicBezTo>
                  <a:cubicBezTo>
                    <a:pt x="658" y="1076"/>
                    <a:pt x="742" y="1037"/>
                    <a:pt x="826" y="1037"/>
                  </a:cubicBezTo>
                  <a:cubicBezTo>
                    <a:pt x="854" y="1037"/>
                    <a:pt x="886" y="1041"/>
                    <a:pt x="914" y="1048"/>
                  </a:cubicBezTo>
                  <a:cubicBezTo>
                    <a:pt x="1089" y="1076"/>
                    <a:pt x="1117" y="1289"/>
                    <a:pt x="1152" y="1513"/>
                  </a:cubicBezTo>
                  <a:cubicBezTo>
                    <a:pt x="1187" y="1776"/>
                    <a:pt x="1225" y="1961"/>
                    <a:pt x="1366" y="1986"/>
                  </a:cubicBezTo>
                  <a:cubicBezTo>
                    <a:pt x="1523" y="2007"/>
                    <a:pt x="1670" y="2084"/>
                    <a:pt x="1782" y="2196"/>
                  </a:cubicBezTo>
                  <a:cubicBezTo>
                    <a:pt x="1842" y="2248"/>
                    <a:pt x="1870" y="2276"/>
                    <a:pt x="1922" y="2276"/>
                  </a:cubicBezTo>
                  <a:cubicBezTo>
                    <a:pt x="1947" y="2231"/>
                    <a:pt x="1905" y="2042"/>
                    <a:pt x="1884" y="1940"/>
                  </a:cubicBezTo>
                  <a:cubicBezTo>
                    <a:pt x="1856" y="1842"/>
                    <a:pt x="1842" y="1741"/>
                    <a:pt x="1838" y="1639"/>
                  </a:cubicBezTo>
                  <a:cubicBezTo>
                    <a:pt x="1852" y="1499"/>
                    <a:pt x="1992" y="1489"/>
                    <a:pt x="2108" y="1478"/>
                  </a:cubicBezTo>
                  <a:cubicBezTo>
                    <a:pt x="2220" y="1468"/>
                    <a:pt x="2353" y="1457"/>
                    <a:pt x="2437" y="1359"/>
                  </a:cubicBezTo>
                  <a:cubicBezTo>
                    <a:pt x="2531" y="1247"/>
                    <a:pt x="2461" y="981"/>
                    <a:pt x="2391" y="722"/>
                  </a:cubicBezTo>
                  <a:cubicBezTo>
                    <a:pt x="2342" y="540"/>
                    <a:pt x="2293" y="351"/>
                    <a:pt x="2293" y="190"/>
                  </a:cubicBezTo>
                  <a:cubicBezTo>
                    <a:pt x="2293" y="99"/>
                    <a:pt x="2255" y="36"/>
                    <a:pt x="2188" y="11"/>
                  </a:cubicBezTo>
                  <a:cubicBezTo>
                    <a:pt x="2170" y="4"/>
                    <a:pt x="2150" y="1"/>
                    <a:pt x="2130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36" name="Google Shape;6994;p80">
              <a:extLst>
                <a:ext uri="{FF2B5EF4-FFF2-40B4-BE49-F238E27FC236}">
                  <a16:creationId xmlns:a16="http://schemas.microsoft.com/office/drawing/2014/main" id="{D62E1F45-8E80-944F-8B04-D7231503DEC4}"/>
                </a:ext>
              </a:extLst>
            </p:cNvPr>
            <p:cNvSpPr/>
            <p:nvPr/>
          </p:nvSpPr>
          <p:spPr>
            <a:xfrm>
              <a:off x="2934927" y="1945305"/>
              <a:ext cx="6191" cy="6463"/>
            </a:xfrm>
            <a:custGeom>
              <a:avLst/>
              <a:gdLst/>
              <a:ahLst/>
              <a:cxnLst/>
              <a:rect l="l" t="t" r="r" b="b"/>
              <a:pathLst>
                <a:path w="456" h="476" extrusionOk="0">
                  <a:moveTo>
                    <a:pt x="0" y="1"/>
                  </a:moveTo>
                  <a:cubicBezTo>
                    <a:pt x="32" y="144"/>
                    <a:pt x="102" y="372"/>
                    <a:pt x="231" y="449"/>
                  </a:cubicBezTo>
                  <a:cubicBezTo>
                    <a:pt x="263" y="467"/>
                    <a:pt x="299" y="476"/>
                    <a:pt x="335" y="476"/>
                  </a:cubicBezTo>
                  <a:cubicBezTo>
                    <a:pt x="363" y="476"/>
                    <a:pt x="391" y="470"/>
                    <a:pt x="417" y="460"/>
                  </a:cubicBezTo>
                  <a:cubicBezTo>
                    <a:pt x="455" y="449"/>
                    <a:pt x="455" y="435"/>
                    <a:pt x="452" y="425"/>
                  </a:cubicBezTo>
                  <a:cubicBezTo>
                    <a:pt x="438" y="306"/>
                    <a:pt x="144" y="74"/>
                    <a:pt x="0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37" name="Google Shape;6995;p80">
              <a:extLst>
                <a:ext uri="{FF2B5EF4-FFF2-40B4-BE49-F238E27FC236}">
                  <a16:creationId xmlns:a16="http://schemas.microsoft.com/office/drawing/2014/main" id="{B43D3DE7-D279-ECD5-D9A0-62D1E7DC748B}"/>
                </a:ext>
              </a:extLst>
            </p:cNvPr>
            <p:cNvSpPr/>
            <p:nvPr/>
          </p:nvSpPr>
          <p:spPr>
            <a:xfrm>
              <a:off x="2944567" y="1938516"/>
              <a:ext cx="27875" cy="31432"/>
            </a:xfrm>
            <a:custGeom>
              <a:avLst/>
              <a:gdLst/>
              <a:ahLst/>
              <a:cxnLst/>
              <a:rect l="l" t="t" r="r" b="b"/>
              <a:pathLst>
                <a:path w="2053" h="2315" extrusionOk="0">
                  <a:moveTo>
                    <a:pt x="391" y="1"/>
                  </a:moveTo>
                  <a:cubicBezTo>
                    <a:pt x="295" y="1"/>
                    <a:pt x="201" y="20"/>
                    <a:pt x="127" y="63"/>
                  </a:cubicBezTo>
                  <a:cubicBezTo>
                    <a:pt x="88" y="88"/>
                    <a:pt x="46" y="102"/>
                    <a:pt x="1" y="105"/>
                  </a:cubicBezTo>
                  <a:cubicBezTo>
                    <a:pt x="15" y="123"/>
                    <a:pt x="32" y="140"/>
                    <a:pt x="43" y="158"/>
                  </a:cubicBezTo>
                  <a:cubicBezTo>
                    <a:pt x="86" y="204"/>
                    <a:pt x="113" y="236"/>
                    <a:pt x="181" y="236"/>
                  </a:cubicBezTo>
                  <a:cubicBezTo>
                    <a:pt x="196" y="236"/>
                    <a:pt x="213" y="234"/>
                    <a:pt x="232" y="231"/>
                  </a:cubicBezTo>
                  <a:cubicBezTo>
                    <a:pt x="253" y="228"/>
                    <a:pt x="274" y="227"/>
                    <a:pt x="296" y="227"/>
                  </a:cubicBezTo>
                  <a:cubicBezTo>
                    <a:pt x="534" y="227"/>
                    <a:pt x="785" y="412"/>
                    <a:pt x="897" y="557"/>
                  </a:cubicBezTo>
                  <a:cubicBezTo>
                    <a:pt x="974" y="655"/>
                    <a:pt x="995" y="743"/>
                    <a:pt x="967" y="809"/>
                  </a:cubicBezTo>
                  <a:cubicBezTo>
                    <a:pt x="921" y="907"/>
                    <a:pt x="967" y="1180"/>
                    <a:pt x="1019" y="1222"/>
                  </a:cubicBezTo>
                  <a:lnTo>
                    <a:pt x="1023" y="1215"/>
                  </a:lnTo>
                  <a:cubicBezTo>
                    <a:pt x="1068" y="1177"/>
                    <a:pt x="1124" y="1156"/>
                    <a:pt x="1184" y="1156"/>
                  </a:cubicBezTo>
                  <a:cubicBezTo>
                    <a:pt x="1240" y="1156"/>
                    <a:pt x="1293" y="1173"/>
                    <a:pt x="1335" y="1212"/>
                  </a:cubicBezTo>
                  <a:cubicBezTo>
                    <a:pt x="1408" y="1278"/>
                    <a:pt x="1443" y="1408"/>
                    <a:pt x="1349" y="1544"/>
                  </a:cubicBezTo>
                  <a:cubicBezTo>
                    <a:pt x="1296" y="1621"/>
                    <a:pt x="1342" y="1702"/>
                    <a:pt x="1457" y="1852"/>
                  </a:cubicBezTo>
                  <a:cubicBezTo>
                    <a:pt x="1527" y="1947"/>
                    <a:pt x="1611" y="2055"/>
                    <a:pt x="1632" y="2178"/>
                  </a:cubicBezTo>
                  <a:cubicBezTo>
                    <a:pt x="1638" y="2266"/>
                    <a:pt x="1709" y="2315"/>
                    <a:pt x="1780" y="2315"/>
                  </a:cubicBezTo>
                  <a:cubicBezTo>
                    <a:pt x="1836" y="2315"/>
                    <a:pt x="1893" y="2285"/>
                    <a:pt x="1919" y="2220"/>
                  </a:cubicBezTo>
                  <a:cubicBezTo>
                    <a:pt x="1961" y="2111"/>
                    <a:pt x="1874" y="2016"/>
                    <a:pt x="1779" y="2016"/>
                  </a:cubicBezTo>
                  <a:cubicBezTo>
                    <a:pt x="1746" y="2016"/>
                    <a:pt x="1711" y="2028"/>
                    <a:pt x="1681" y="2055"/>
                  </a:cubicBezTo>
                  <a:cubicBezTo>
                    <a:pt x="1650" y="1866"/>
                    <a:pt x="1706" y="1821"/>
                    <a:pt x="1839" y="1737"/>
                  </a:cubicBezTo>
                  <a:cubicBezTo>
                    <a:pt x="1870" y="1719"/>
                    <a:pt x="1909" y="1695"/>
                    <a:pt x="1951" y="1667"/>
                  </a:cubicBezTo>
                  <a:cubicBezTo>
                    <a:pt x="2052" y="1597"/>
                    <a:pt x="2010" y="1499"/>
                    <a:pt x="1884" y="1275"/>
                  </a:cubicBezTo>
                  <a:cubicBezTo>
                    <a:pt x="1849" y="1215"/>
                    <a:pt x="1814" y="1152"/>
                    <a:pt x="1783" y="1086"/>
                  </a:cubicBezTo>
                  <a:cubicBezTo>
                    <a:pt x="1730" y="977"/>
                    <a:pt x="1601" y="939"/>
                    <a:pt x="1475" y="900"/>
                  </a:cubicBezTo>
                  <a:cubicBezTo>
                    <a:pt x="1328" y="855"/>
                    <a:pt x="1159" y="802"/>
                    <a:pt x="1159" y="620"/>
                  </a:cubicBezTo>
                  <a:cubicBezTo>
                    <a:pt x="1159" y="501"/>
                    <a:pt x="1061" y="427"/>
                    <a:pt x="963" y="354"/>
                  </a:cubicBezTo>
                  <a:cubicBezTo>
                    <a:pt x="879" y="291"/>
                    <a:pt x="799" y="231"/>
                    <a:pt x="788" y="144"/>
                  </a:cubicBezTo>
                  <a:cubicBezTo>
                    <a:pt x="788" y="133"/>
                    <a:pt x="767" y="102"/>
                    <a:pt x="701" y="70"/>
                  </a:cubicBezTo>
                  <a:cubicBezTo>
                    <a:pt x="616" y="27"/>
                    <a:pt x="502" y="1"/>
                    <a:pt x="391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38" name="Google Shape;6996;p80">
              <a:extLst>
                <a:ext uri="{FF2B5EF4-FFF2-40B4-BE49-F238E27FC236}">
                  <a16:creationId xmlns:a16="http://schemas.microsoft.com/office/drawing/2014/main" id="{12433C72-9E37-9D58-DA51-D34528FF5622}"/>
                </a:ext>
              </a:extLst>
            </p:cNvPr>
            <p:cNvSpPr/>
            <p:nvPr/>
          </p:nvSpPr>
          <p:spPr>
            <a:xfrm>
              <a:off x="2944187" y="1956588"/>
              <a:ext cx="15030" cy="20258"/>
            </a:xfrm>
            <a:custGeom>
              <a:avLst/>
              <a:gdLst/>
              <a:ahLst/>
              <a:cxnLst/>
              <a:rect l="l" t="t" r="r" b="b"/>
              <a:pathLst>
                <a:path w="1107" h="1492" extrusionOk="0">
                  <a:moveTo>
                    <a:pt x="147" y="1"/>
                  </a:moveTo>
                  <a:cubicBezTo>
                    <a:pt x="139" y="1"/>
                    <a:pt x="131" y="2"/>
                    <a:pt x="123" y="3"/>
                  </a:cubicBezTo>
                  <a:cubicBezTo>
                    <a:pt x="39" y="17"/>
                    <a:pt x="1" y="231"/>
                    <a:pt x="43" y="434"/>
                  </a:cubicBezTo>
                  <a:cubicBezTo>
                    <a:pt x="66" y="563"/>
                    <a:pt x="110" y="616"/>
                    <a:pt x="129" y="616"/>
                  </a:cubicBezTo>
                  <a:cubicBezTo>
                    <a:pt x="129" y="616"/>
                    <a:pt x="130" y="616"/>
                    <a:pt x="130" y="616"/>
                  </a:cubicBezTo>
                  <a:cubicBezTo>
                    <a:pt x="144" y="612"/>
                    <a:pt x="165" y="609"/>
                    <a:pt x="190" y="609"/>
                  </a:cubicBezTo>
                  <a:cubicBezTo>
                    <a:pt x="309" y="595"/>
                    <a:pt x="361" y="577"/>
                    <a:pt x="368" y="511"/>
                  </a:cubicBezTo>
                  <a:cubicBezTo>
                    <a:pt x="375" y="444"/>
                    <a:pt x="407" y="423"/>
                    <a:pt x="435" y="420"/>
                  </a:cubicBezTo>
                  <a:lnTo>
                    <a:pt x="452" y="420"/>
                  </a:lnTo>
                  <a:cubicBezTo>
                    <a:pt x="484" y="420"/>
                    <a:pt x="515" y="441"/>
                    <a:pt x="540" y="490"/>
                  </a:cubicBezTo>
                  <a:cubicBezTo>
                    <a:pt x="589" y="584"/>
                    <a:pt x="662" y="871"/>
                    <a:pt x="529" y="1001"/>
                  </a:cubicBezTo>
                  <a:cubicBezTo>
                    <a:pt x="456" y="1074"/>
                    <a:pt x="424" y="1239"/>
                    <a:pt x="463" y="1365"/>
                  </a:cubicBezTo>
                  <a:cubicBezTo>
                    <a:pt x="473" y="1425"/>
                    <a:pt x="519" y="1474"/>
                    <a:pt x="578" y="1491"/>
                  </a:cubicBezTo>
                  <a:cubicBezTo>
                    <a:pt x="580" y="1492"/>
                    <a:pt x="583" y="1492"/>
                    <a:pt x="586" y="1492"/>
                  </a:cubicBezTo>
                  <a:cubicBezTo>
                    <a:pt x="614" y="1492"/>
                    <a:pt x="674" y="1458"/>
                    <a:pt x="753" y="1372"/>
                  </a:cubicBezTo>
                  <a:cubicBezTo>
                    <a:pt x="953" y="1144"/>
                    <a:pt x="1107" y="773"/>
                    <a:pt x="1086" y="707"/>
                  </a:cubicBezTo>
                  <a:cubicBezTo>
                    <a:pt x="1082" y="703"/>
                    <a:pt x="1082" y="700"/>
                    <a:pt x="1079" y="696"/>
                  </a:cubicBezTo>
                  <a:cubicBezTo>
                    <a:pt x="1058" y="700"/>
                    <a:pt x="1040" y="703"/>
                    <a:pt x="1019" y="714"/>
                  </a:cubicBezTo>
                  <a:cubicBezTo>
                    <a:pt x="1000" y="720"/>
                    <a:pt x="974" y="729"/>
                    <a:pt x="948" y="729"/>
                  </a:cubicBezTo>
                  <a:cubicBezTo>
                    <a:pt x="928" y="729"/>
                    <a:pt x="908" y="724"/>
                    <a:pt x="890" y="707"/>
                  </a:cubicBezTo>
                  <a:cubicBezTo>
                    <a:pt x="844" y="672"/>
                    <a:pt x="862" y="602"/>
                    <a:pt x="869" y="570"/>
                  </a:cubicBezTo>
                  <a:cubicBezTo>
                    <a:pt x="876" y="549"/>
                    <a:pt x="855" y="479"/>
                    <a:pt x="743" y="360"/>
                  </a:cubicBezTo>
                  <a:cubicBezTo>
                    <a:pt x="559" y="167"/>
                    <a:pt x="277" y="1"/>
                    <a:pt x="147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39" name="Google Shape;6997;p80">
              <a:extLst>
                <a:ext uri="{FF2B5EF4-FFF2-40B4-BE49-F238E27FC236}">
                  <a16:creationId xmlns:a16="http://schemas.microsoft.com/office/drawing/2014/main" id="{4A7CA7D9-97AF-F498-1711-3712C010794E}"/>
                </a:ext>
              </a:extLst>
            </p:cNvPr>
            <p:cNvSpPr/>
            <p:nvPr/>
          </p:nvSpPr>
          <p:spPr>
            <a:xfrm>
              <a:off x="2930066" y="1906039"/>
              <a:ext cx="18126" cy="34270"/>
            </a:xfrm>
            <a:custGeom>
              <a:avLst/>
              <a:gdLst/>
              <a:ahLst/>
              <a:cxnLst/>
              <a:rect l="l" t="t" r="r" b="b"/>
              <a:pathLst>
                <a:path w="1335" h="2524" extrusionOk="0">
                  <a:moveTo>
                    <a:pt x="501" y="0"/>
                  </a:moveTo>
                  <a:cubicBezTo>
                    <a:pt x="451" y="0"/>
                    <a:pt x="408" y="8"/>
                    <a:pt x="376" y="29"/>
                  </a:cubicBezTo>
                  <a:cubicBezTo>
                    <a:pt x="277" y="89"/>
                    <a:pt x="302" y="544"/>
                    <a:pt x="313" y="789"/>
                  </a:cubicBezTo>
                  <a:cubicBezTo>
                    <a:pt x="330" y="1136"/>
                    <a:pt x="330" y="1251"/>
                    <a:pt x="270" y="1300"/>
                  </a:cubicBezTo>
                  <a:cubicBezTo>
                    <a:pt x="242" y="1323"/>
                    <a:pt x="214" y="1332"/>
                    <a:pt x="186" y="1332"/>
                  </a:cubicBezTo>
                  <a:cubicBezTo>
                    <a:pt x="123" y="1332"/>
                    <a:pt x="66" y="1284"/>
                    <a:pt x="29" y="1255"/>
                  </a:cubicBezTo>
                  <a:lnTo>
                    <a:pt x="22" y="1248"/>
                  </a:lnTo>
                  <a:lnTo>
                    <a:pt x="22" y="1248"/>
                  </a:lnTo>
                  <a:cubicBezTo>
                    <a:pt x="1" y="1419"/>
                    <a:pt x="60" y="1811"/>
                    <a:pt x="120" y="1864"/>
                  </a:cubicBezTo>
                  <a:cubicBezTo>
                    <a:pt x="190" y="1864"/>
                    <a:pt x="253" y="1899"/>
                    <a:pt x="295" y="1955"/>
                  </a:cubicBezTo>
                  <a:cubicBezTo>
                    <a:pt x="365" y="2053"/>
                    <a:pt x="376" y="2203"/>
                    <a:pt x="323" y="2368"/>
                  </a:cubicBezTo>
                  <a:cubicBezTo>
                    <a:pt x="299" y="2445"/>
                    <a:pt x="327" y="2473"/>
                    <a:pt x="337" y="2480"/>
                  </a:cubicBezTo>
                  <a:cubicBezTo>
                    <a:pt x="366" y="2509"/>
                    <a:pt x="423" y="2523"/>
                    <a:pt x="495" y="2523"/>
                  </a:cubicBezTo>
                  <a:cubicBezTo>
                    <a:pt x="580" y="2523"/>
                    <a:pt x="685" y="2504"/>
                    <a:pt x="789" y="2466"/>
                  </a:cubicBezTo>
                  <a:cubicBezTo>
                    <a:pt x="830" y="2448"/>
                    <a:pt x="875" y="2437"/>
                    <a:pt x="921" y="2437"/>
                  </a:cubicBezTo>
                  <a:cubicBezTo>
                    <a:pt x="938" y="2437"/>
                    <a:pt x="954" y="2439"/>
                    <a:pt x="971" y="2441"/>
                  </a:cubicBezTo>
                  <a:cubicBezTo>
                    <a:pt x="943" y="2382"/>
                    <a:pt x="929" y="2315"/>
                    <a:pt x="929" y="2249"/>
                  </a:cubicBezTo>
                  <a:cubicBezTo>
                    <a:pt x="922" y="2140"/>
                    <a:pt x="911" y="2018"/>
                    <a:pt x="841" y="1941"/>
                  </a:cubicBezTo>
                  <a:cubicBezTo>
                    <a:pt x="631" y="1713"/>
                    <a:pt x="901" y="1419"/>
                    <a:pt x="1118" y="1181"/>
                  </a:cubicBezTo>
                  <a:cubicBezTo>
                    <a:pt x="1149" y="1146"/>
                    <a:pt x="1184" y="1111"/>
                    <a:pt x="1212" y="1076"/>
                  </a:cubicBezTo>
                  <a:cubicBezTo>
                    <a:pt x="1335" y="936"/>
                    <a:pt x="1272" y="719"/>
                    <a:pt x="1216" y="526"/>
                  </a:cubicBezTo>
                  <a:cubicBezTo>
                    <a:pt x="1181" y="407"/>
                    <a:pt x="1153" y="302"/>
                    <a:pt x="1163" y="218"/>
                  </a:cubicBezTo>
                  <a:cubicBezTo>
                    <a:pt x="1174" y="176"/>
                    <a:pt x="1177" y="131"/>
                    <a:pt x="1177" y="85"/>
                  </a:cubicBezTo>
                  <a:lnTo>
                    <a:pt x="1177" y="85"/>
                  </a:lnTo>
                  <a:lnTo>
                    <a:pt x="1167" y="92"/>
                  </a:lnTo>
                  <a:cubicBezTo>
                    <a:pt x="1142" y="106"/>
                    <a:pt x="1113" y="112"/>
                    <a:pt x="1080" y="112"/>
                  </a:cubicBezTo>
                  <a:cubicBezTo>
                    <a:pt x="1015" y="112"/>
                    <a:pt x="934" y="90"/>
                    <a:pt x="834" y="64"/>
                  </a:cubicBezTo>
                  <a:cubicBezTo>
                    <a:pt x="726" y="34"/>
                    <a:pt x="601" y="0"/>
                    <a:pt x="501" y="0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40" name="Google Shape;6998;p80">
              <a:extLst>
                <a:ext uri="{FF2B5EF4-FFF2-40B4-BE49-F238E27FC236}">
                  <a16:creationId xmlns:a16="http://schemas.microsoft.com/office/drawing/2014/main" id="{4AAB35A6-0722-CB8B-A512-923E390C9EE4}"/>
                </a:ext>
              </a:extLst>
            </p:cNvPr>
            <p:cNvSpPr/>
            <p:nvPr/>
          </p:nvSpPr>
          <p:spPr>
            <a:xfrm>
              <a:off x="2911587" y="1962426"/>
              <a:ext cx="15410" cy="19171"/>
            </a:xfrm>
            <a:custGeom>
              <a:avLst/>
              <a:gdLst/>
              <a:ahLst/>
              <a:cxnLst/>
              <a:rect l="l" t="t" r="r" b="b"/>
              <a:pathLst>
                <a:path w="1135" h="1412" extrusionOk="0">
                  <a:moveTo>
                    <a:pt x="1019" y="0"/>
                  </a:moveTo>
                  <a:lnTo>
                    <a:pt x="1019" y="0"/>
                  </a:lnTo>
                  <a:cubicBezTo>
                    <a:pt x="980" y="63"/>
                    <a:pt x="945" y="126"/>
                    <a:pt x="917" y="193"/>
                  </a:cubicBezTo>
                  <a:cubicBezTo>
                    <a:pt x="854" y="333"/>
                    <a:pt x="777" y="469"/>
                    <a:pt x="686" y="595"/>
                  </a:cubicBezTo>
                  <a:cubicBezTo>
                    <a:pt x="609" y="693"/>
                    <a:pt x="508" y="805"/>
                    <a:pt x="396" y="924"/>
                  </a:cubicBezTo>
                  <a:cubicBezTo>
                    <a:pt x="259" y="1075"/>
                    <a:pt x="35" y="1313"/>
                    <a:pt x="0" y="1411"/>
                  </a:cubicBezTo>
                  <a:cubicBezTo>
                    <a:pt x="91" y="1359"/>
                    <a:pt x="294" y="1124"/>
                    <a:pt x="431" y="963"/>
                  </a:cubicBezTo>
                  <a:cubicBezTo>
                    <a:pt x="595" y="774"/>
                    <a:pt x="763" y="574"/>
                    <a:pt x="886" y="487"/>
                  </a:cubicBezTo>
                  <a:cubicBezTo>
                    <a:pt x="1134" y="308"/>
                    <a:pt x="1099" y="172"/>
                    <a:pt x="1019" y="0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41" name="Google Shape;6999;p80">
              <a:extLst>
                <a:ext uri="{FF2B5EF4-FFF2-40B4-BE49-F238E27FC236}">
                  <a16:creationId xmlns:a16="http://schemas.microsoft.com/office/drawing/2014/main" id="{5B5081B7-7612-56F7-0972-731AB6E8EC11}"/>
                </a:ext>
              </a:extLst>
            </p:cNvPr>
            <p:cNvSpPr/>
            <p:nvPr/>
          </p:nvSpPr>
          <p:spPr>
            <a:xfrm>
              <a:off x="3088163" y="2067136"/>
              <a:ext cx="69218" cy="57636"/>
            </a:xfrm>
            <a:custGeom>
              <a:avLst/>
              <a:gdLst/>
              <a:ahLst/>
              <a:cxnLst/>
              <a:rect l="l" t="t" r="r" b="b"/>
              <a:pathLst>
                <a:path w="5098" h="4245" extrusionOk="0">
                  <a:moveTo>
                    <a:pt x="1" y="1"/>
                  </a:moveTo>
                  <a:lnTo>
                    <a:pt x="1" y="3326"/>
                  </a:lnTo>
                  <a:cubicBezTo>
                    <a:pt x="155" y="3424"/>
                    <a:pt x="333" y="3484"/>
                    <a:pt x="519" y="3491"/>
                  </a:cubicBezTo>
                  <a:cubicBezTo>
                    <a:pt x="538" y="3492"/>
                    <a:pt x="556" y="3492"/>
                    <a:pt x="574" y="3492"/>
                  </a:cubicBezTo>
                  <a:cubicBezTo>
                    <a:pt x="975" y="3492"/>
                    <a:pt x="1021" y="3343"/>
                    <a:pt x="1054" y="3242"/>
                  </a:cubicBezTo>
                  <a:cubicBezTo>
                    <a:pt x="1068" y="3190"/>
                    <a:pt x="1093" y="3113"/>
                    <a:pt x="1181" y="3113"/>
                  </a:cubicBezTo>
                  <a:cubicBezTo>
                    <a:pt x="1226" y="3113"/>
                    <a:pt x="1268" y="3032"/>
                    <a:pt x="1317" y="2948"/>
                  </a:cubicBezTo>
                  <a:cubicBezTo>
                    <a:pt x="1356" y="2871"/>
                    <a:pt x="1401" y="2798"/>
                    <a:pt x="1454" y="2731"/>
                  </a:cubicBezTo>
                  <a:cubicBezTo>
                    <a:pt x="1510" y="2663"/>
                    <a:pt x="1615" y="2633"/>
                    <a:pt x="1745" y="2633"/>
                  </a:cubicBezTo>
                  <a:cubicBezTo>
                    <a:pt x="2031" y="2633"/>
                    <a:pt x="2435" y="2780"/>
                    <a:pt x="2693" y="2980"/>
                  </a:cubicBezTo>
                  <a:cubicBezTo>
                    <a:pt x="2833" y="3088"/>
                    <a:pt x="2973" y="3263"/>
                    <a:pt x="3120" y="3449"/>
                  </a:cubicBezTo>
                  <a:cubicBezTo>
                    <a:pt x="3344" y="3729"/>
                    <a:pt x="3593" y="4041"/>
                    <a:pt x="3800" y="4041"/>
                  </a:cubicBezTo>
                  <a:cubicBezTo>
                    <a:pt x="3813" y="4041"/>
                    <a:pt x="3825" y="4040"/>
                    <a:pt x="3838" y="4037"/>
                  </a:cubicBezTo>
                  <a:cubicBezTo>
                    <a:pt x="3887" y="4027"/>
                    <a:pt x="3936" y="4020"/>
                    <a:pt x="3985" y="4020"/>
                  </a:cubicBezTo>
                  <a:cubicBezTo>
                    <a:pt x="4167" y="4020"/>
                    <a:pt x="4345" y="4083"/>
                    <a:pt x="4520" y="4139"/>
                  </a:cubicBezTo>
                  <a:cubicBezTo>
                    <a:pt x="4685" y="4195"/>
                    <a:pt x="4831" y="4244"/>
                    <a:pt x="4970" y="4244"/>
                  </a:cubicBezTo>
                  <a:cubicBezTo>
                    <a:pt x="4979" y="4244"/>
                    <a:pt x="4988" y="4244"/>
                    <a:pt x="4996" y="4244"/>
                  </a:cubicBezTo>
                  <a:cubicBezTo>
                    <a:pt x="5077" y="4240"/>
                    <a:pt x="5094" y="4223"/>
                    <a:pt x="5094" y="4223"/>
                  </a:cubicBezTo>
                  <a:cubicBezTo>
                    <a:pt x="5098" y="4188"/>
                    <a:pt x="4972" y="4065"/>
                    <a:pt x="4891" y="4030"/>
                  </a:cubicBezTo>
                  <a:cubicBezTo>
                    <a:pt x="4832" y="4006"/>
                    <a:pt x="4440" y="3789"/>
                    <a:pt x="4464" y="3592"/>
                  </a:cubicBezTo>
                  <a:cubicBezTo>
                    <a:pt x="4450" y="3571"/>
                    <a:pt x="4356" y="3547"/>
                    <a:pt x="4289" y="3529"/>
                  </a:cubicBezTo>
                  <a:cubicBezTo>
                    <a:pt x="4167" y="3501"/>
                    <a:pt x="4051" y="3459"/>
                    <a:pt x="3943" y="3396"/>
                  </a:cubicBezTo>
                  <a:cubicBezTo>
                    <a:pt x="3813" y="3312"/>
                    <a:pt x="3771" y="3151"/>
                    <a:pt x="3729" y="2997"/>
                  </a:cubicBezTo>
                  <a:cubicBezTo>
                    <a:pt x="3694" y="2854"/>
                    <a:pt x="3659" y="2721"/>
                    <a:pt x="3561" y="2675"/>
                  </a:cubicBezTo>
                  <a:cubicBezTo>
                    <a:pt x="3386" y="2591"/>
                    <a:pt x="3211" y="2374"/>
                    <a:pt x="3250" y="2220"/>
                  </a:cubicBezTo>
                  <a:cubicBezTo>
                    <a:pt x="3260" y="2180"/>
                    <a:pt x="3299" y="2094"/>
                    <a:pt x="3446" y="2094"/>
                  </a:cubicBezTo>
                  <a:cubicBezTo>
                    <a:pt x="3451" y="2094"/>
                    <a:pt x="3457" y="2094"/>
                    <a:pt x="3463" y="2094"/>
                  </a:cubicBezTo>
                  <a:cubicBezTo>
                    <a:pt x="3477" y="2095"/>
                    <a:pt x="3490" y="2095"/>
                    <a:pt x="3503" y="2095"/>
                  </a:cubicBezTo>
                  <a:cubicBezTo>
                    <a:pt x="3595" y="2095"/>
                    <a:pt x="3639" y="2074"/>
                    <a:pt x="3649" y="2052"/>
                  </a:cubicBezTo>
                  <a:cubicBezTo>
                    <a:pt x="3656" y="2028"/>
                    <a:pt x="3645" y="1961"/>
                    <a:pt x="3530" y="1853"/>
                  </a:cubicBezTo>
                  <a:cubicBezTo>
                    <a:pt x="3449" y="1779"/>
                    <a:pt x="3260" y="1716"/>
                    <a:pt x="3081" y="1653"/>
                  </a:cubicBezTo>
                  <a:cubicBezTo>
                    <a:pt x="2770" y="1548"/>
                    <a:pt x="2448" y="1439"/>
                    <a:pt x="2423" y="1215"/>
                  </a:cubicBezTo>
                  <a:cubicBezTo>
                    <a:pt x="2399" y="981"/>
                    <a:pt x="1044" y="253"/>
                    <a:pt x="323" y="92"/>
                  </a:cubicBezTo>
                  <a:cubicBezTo>
                    <a:pt x="235" y="74"/>
                    <a:pt x="130" y="43"/>
                    <a:pt x="1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42" name="Google Shape;7000;p80">
              <a:extLst>
                <a:ext uri="{FF2B5EF4-FFF2-40B4-BE49-F238E27FC236}">
                  <a16:creationId xmlns:a16="http://schemas.microsoft.com/office/drawing/2014/main" id="{73C8B26B-0B40-C090-297A-EEFEFAF18DE4}"/>
                </a:ext>
              </a:extLst>
            </p:cNvPr>
            <p:cNvSpPr/>
            <p:nvPr/>
          </p:nvSpPr>
          <p:spPr>
            <a:xfrm>
              <a:off x="2639603" y="1973302"/>
              <a:ext cx="14229" cy="26680"/>
            </a:xfrm>
            <a:custGeom>
              <a:avLst/>
              <a:gdLst/>
              <a:ahLst/>
              <a:cxnLst/>
              <a:rect l="l" t="t" r="r" b="b"/>
              <a:pathLst>
                <a:path w="1048" h="1965" extrusionOk="0">
                  <a:moveTo>
                    <a:pt x="214" y="1"/>
                  </a:moveTo>
                  <a:cubicBezTo>
                    <a:pt x="172" y="11"/>
                    <a:pt x="154" y="123"/>
                    <a:pt x="137" y="218"/>
                  </a:cubicBezTo>
                  <a:cubicBezTo>
                    <a:pt x="126" y="306"/>
                    <a:pt x="105" y="390"/>
                    <a:pt x="77" y="474"/>
                  </a:cubicBezTo>
                  <a:cubicBezTo>
                    <a:pt x="0" y="670"/>
                    <a:pt x="14" y="869"/>
                    <a:pt x="49" y="1170"/>
                  </a:cubicBezTo>
                  <a:cubicBezTo>
                    <a:pt x="53" y="1223"/>
                    <a:pt x="56" y="1279"/>
                    <a:pt x="60" y="1331"/>
                  </a:cubicBezTo>
                  <a:cubicBezTo>
                    <a:pt x="77" y="1583"/>
                    <a:pt x="91" y="1800"/>
                    <a:pt x="294" y="1930"/>
                  </a:cubicBezTo>
                  <a:cubicBezTo>
                    <a:pt x="332" y="1955"/>
                    <a:pt x="372" y="1965"/>
                    <a:pt x="412" y="1965"/>
                  </a:cubicBezTo>
                  <a:cubicBezTo>
                    <a:pt x="472" y="1965"/>
                    <a:pt x="532" y="1943"/>
                    <a:pt x="578" y="1919"/>
                  </a:cubicBezTo>
                  <a:cubicBezTo>
                    <a:pt x="819" y="1793"/>
                    <a:pt x="1023" y="1475"/>
                    <a:pt x="1033" y="1209"/>
                  </a:cubicBezTo>
                  <a:cubicBezTo>
                    <a:pt x="1047" y="810"/>
                    <a:pt x="350" y="46"/>
                    <a:pt x="214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43" name="Google Shape;7001;p80">
              <a:extLst>
                <a:ext uri="{FF2B5EF4-FFF2-40B4-BE49-F238E27FC236}">
                  <a16:creationId xmlns:a16="http://schemas.microsoft.com/office/drawing/2014/main" id="{D33E4368-E3CA-C484-68E2-B0F222068F37}"/>
                </a:ext>
              </a:extLst>
            </p:cNvPr>
            <p:cNvSpPr/>
            <p:nvPr/>
          </p:nvSpPr>
          <p:spPr>
            <a:xfrm>
              <a:off x="2363531" y="2134820"/>
              <a:ext cx="53061" cy="102877"/>
            </a:xfrm>
            <a:custGeom>
              <a:avLst/>
              <a:gdLst/>
              <a:ahLst/>
              <a:cxnLst/>
              <a:rect l="l" t="t" r="r" b="b"/>
              <a:pathLst>
                <a:path w="3908" h="7577" extrusionOk="0">
                  <a:moveTo>
                    <a:pt x="3295" y="1"/>
                  </a:moveTo>
                  <a:lnTo>
                    <a:pt x="3281" y="32"/>
                  </a:lnTo>
                  <a:cubicBezTo>
                    <a:pt x="3267" y="88"/>
                    <a:pt x="3239" y="137"/>
                    <a:pt x="3207" y="179"/>
                  </a:cubicBezTo>
                  <a:cubicBezTo>
                    <a:pt x="3165" y="221"/>
                    <a:pt x="3127" y="386"/>
                    <a:pt x="3144" y="515"/>
                  </a:cubicBezTo>
                  <a:cubicBezTo>
                    <a:pt x="3148" y="585"/>
                    <a:pt x="3120" y="655"/>
                    <a:pt x="3067" y="704"/>
                  </a:cubicBezTo>
                  <a:cubicBezTo>
                    <a:pt x="2986" y="786"/>
                    <a:pt x="2876" y="831"/>
                    <a:pt x="2758" y="831"/>
                  </a:cubicBezTo>
                  <a:cubicBezTo>
                    <a:pt x="2754" y="831"/>
                    <a:pt x="2749" y="831"/>
                    <a:pt x="2745" y="831"/>
                  </a:cubicBezTo>
                  <a:cubicBezTo>
                    <a:pt x="2734" y="829"/>
                    <a:pt x="2724" y="828"/>
                    <a:pt x="2713" y="828"/>
                  </a:cubicBezTo>
                  <a:cubicBezTo>
                    <a:pt x="2654" y="828"/>
                    <a:pt x="2597" y="852"/>
                    <a:pt x="2553" y="894"/>
                  </a:cubicBezTo>
                  <a:cubicBezTo>
                    <a:pt x="2531" y="922"/>
                    <a:pt x="2528" y="957"/>
                    <a:pt x="2542" y="985"/>
                  </a:cubicBezTo>
                  <a:cubicBezTo>
                    <a:pt x="2588" y="1107"/>
                    <a:pt x="2546" y="1167"/>
                    <a:pt x="2521" y="1205"/>
                  </a:cubicBezTo>
                  <a:cubicBezTo>
                    <a:pt x="2503" y="1230"/>
                    <a:pt x="2500" y="1230"/>
                    <a:pt x="2521" y="1268"/>
                  </a:cubicBezTo>
                  <a:cubicBezTo>
                    <a:pt x="2553" y="1328"/>
                    <a:pt x="2549" y="1398"/>
                    <a:pt x="2514" y="1457"/>
                  </a:cubicBezTo>
                  <a:cubicBezTo>
                    <a:pt x="2447" y="1583"/>
                    <a:pt x="2248" y="1692"/>
                    <a:pt x="2062" y="1706"/>
                  </a:cubicBezTo>
                  <a:cubicBezTo>
                    <a:pt x="1978" y="1709"/>
                    <a:pt x="1866" y="1797"/>
                    <a:pt x="1754" y="1881"/>
                  </a:cubicBezTo>
                  <a:cubicBezTo>
                    <a:pt x="1617" y="1983"/>
                    <a:pt x="1474" y="2094"/>
                    <a:pt x="1330" y="2094"/>
                  </a:cubicBezTo>
                  <a:cubicBezTo>
                    <a:pt x="1316" y="2094"/>
                    <a:pt x="1302" y="2093"/>
                    <a:pt x="1289" y="2091"/>
                  </a:cubicBezTo>
                  <a:cubicBezTo>
                    <a:pt x="1274" y="2089"/>
                    <a:pt x="1259" y="2088"/>
                    <a:pt x="1245" y="2088"/>
                  </a:cubicBezTo>
                  <a:cubicBezTo>
                    <a:pt x="1149" y="2088"/>
                    <a:pt x="1049" y="2124"/>
                    <a:pt x="949" y="2157"/>
                  </a:cubicBezTo>
                  <a:cubicBezTo>
                    <a:pt x="857" y="2189"/>
                    <a:pt x="755" y="2226"/>
                    <a:pt x="655" y="2226"/>
                  </a:cubicBezTo>
                  <a:cubicBezTo>
                    <a:pt x="634" y="2226"/>
                    <a:pt x="613" y="2224"/>
                    <a:pt x="592" y="2220"/>
                  </a:cubicBezTo>
                  <a:lnTo>
                    <a:pt x="582" y="2220"/>
                  </a:lnTo>
                  <a:cubicBezTo>
                    <a:pt x="578" y="2220"/>
                    <a:pt x="575" y="2220"/>
                    <a:pt x="575" y="2224"/>
                  </a:cubicBezTo>
                  <a:cubicBezTo>
                    <a:pt x="547" y="2245"/>
                    <a:pt x="540" y="2364"/>
                    <a:pt x="533" y="2448"/>
                  </a:cubicBezTo>
                  <a:cubicBezTo>
                    <a:pt x="526" y="2595"/>
                    <a:pt x="512" y="2773"/>
                    <a:pt x="434" y="2917"/>
                  </a:cubicBezTo>
                  <a:cubicBezTo>
                    <a:pt x="273" y="3201"/>
                    <a:pt x="378" y="3547"/>
                    <a:pt x="501" y="3845"/>
                  </a:cubicBezTo>
                  <a:cubicBezTo>
                    <a:pt x="645" y="4195"/>
                    <a:pt x="778" y="4524"/>
                    <a:pt x="361" y="5028"/>
                  </a:cubicBezTo>
                  <a:cubicBezTo>
                    <a:pt x="0" y="5466"/>
                    <a:pt x="21" y="5956"/>
                    <a:pt x="161" y="6267"/>
                  </a:cubicBezTo>
                  <a:cubicBezTo>
                    <a:pt x="217" y="6414"/>
                    <a:pt x="263" y="6568"/>
                    <a:pt x="291" y="6726"/>
                  </a:cubicBezTo>
                  <a:cubicBezTo>
                    <a:pt x="343" y="6950"/>
                    <a:pt x="389" y="7164"/>
                    <a:pt x="505" y="7286"/>
                  </a:cubicBezTo>
                  <a:cubicBezTo>
                    <a:pt x="645" y="7437"/>
                    <a:pt x="967" y="7573"/>
                    <a:pt x="1194" y="7577"/>
                  </a:cubicBezTo>
                  <a:cubicBezTo>
                    <a:pt x="1282" y="7577"/>
                    <a:pt x="1345" y="7563"/>
                    <a:pt x="1380" y="7528"/>
                  </a:cubicBezTo>
                  <a:cubicBezTo>
                    <a:pt x="1481" y="7426"/>
                    <a:pt x="1586" y="7426"/>
                    <a:pt x="1681" y="7423"/>
                  </a:cubicBezTo>
                  <a:cubicBezTo>
                    <a:pt x="1772" y="7423"/>
                    <a:pt x="1856" y="7423"/>
                    <a:pt x="1943" y="7321"/>
                  </a:cubicBezTo>
                  <a:cubicBezTo>
                    <a:pt x="2069" y="7174"/>
                    <a:pt x="2269" y="6516"/>
                    <a:pt x="2461" y="5875"/>
                  </a:cubicBezTo>
                  <a:cubicBezTo>
                    <a:pt x="2549" y="5592"/>
                    <a:pt x="2637" y="5298"/>
                    <a:pt x="2721" y="5046"/>
                  </a:cubicBezTo>
                  <a:cubicBezTo>
                    <a:pt x="2927" y="4433"/>
                    <a:pt x="3351" y="3162"/>
                    <a:pt x="3319" y="2942"/>
                  </a:cubicBezTo>
                  <a:cubicBezTo>
                    <a:pt x="3302" y="2823"/>
                    <a:pt x="3344" y="2721"/>
                    <a:pt x="3382" y="2633"/>
                  </a:cubicBezTo>
                  <a:cubicBezTo>
                    <a:pt x="3428" y="2535"/>
                    <a:pt x="3463" y="2448"/>
                    <a:pt x="3421" y="2339"/>
                  </a:cubicBezTo>
                  <a:cubicBezTo>
                    <a:pt x="3344" y="2154"/>
                    <a:pt x="3382" y="1916"/>
                    <a:pt x="3498" y="1860"/>
                  </a:cubicBezTo>
                  <a:cubicBezTo>
                    <a:pt x="3507" y="1854"/>
                    <a:pt x="3527" y="1846"/>
                    <a:pt x="3551" y="1846"/>
                  </a:cubicBezTo>
                  <a:cubicBezTo>
                    <a:pt x="3589" y="1846"/>
                    <a:pt x="3639" y="1865"/>
                    <a:pt x="3683" y="1944"/>
                  </a:cubicBezTo>
                  <a:cubicBezTo>
                    <a:pt x="3727" y="2017"/>
                    <a:pt x="3773" y="2049"/>
                    <a:pt x="3801" y="2049"/>
                  </a:cubicBezTo>
                  <a:cubicBezTo>
                    <a:pt x="3803" y="2049"/>
                    <a:pt x="3804" y="2049"/>
                    <a:pt x="3806" y="2049"/>
                  </a:cubicBezTo>
                  <a:cubicBezTo>
                    <a:pt x="3830" y="2045"/>
                    <a:pt x="3865" y="2003"/>
                    <a:pt x="3883" y="1898"/>
                  </a:cubicBezTo>
                  <a:cubicBezTo>
                    <a:pt x="3907" y="1779"/>
                    <a:pt x="3851" y="1604"/>
                    <a:pt x="3795" y="1422"/>
                  </a:cubicBezTo>
                  <a:cubicBezTo>
                    <a:pt x="3743" y="1240"/>
                    <a:pt x="3683" y="1062"/>
                    <a:pt x="3676" y="880"/>
                  </a:cubicBezTo>
                  <a:cubicBezTo>
                    <a:pt x="3666" y="655"/>
                    <a:pt x="3529" y="428"/>
                    <a:pt x="3421" y="249"/>
                  </a:cubicBezTo>
                  <a:cubicBezTo>
                    <a:pt x="3372" y="172"/>
                    <a:pt x="3326" y="88"/>
                    <a:pt x="3295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44" name="Google Shape;7002;p80">
              <a:extLst>
                <a:ext uri="{FF2B5EF4-FFF2-40B4-BE49-F238E27FC236}">
                  <a16:creationId xmlns:a16="http://schemas.microsoft.com/office/drawing/2014/main" id="{2E949C70-C2CD-BD0D-4F45-5CC7ECFFEFFF}"/>
                </a:ext>
              </a:extLst>
            </p:cNvPr>
            <p:cNvSpPr/>
            <p:nvPr/>
          </p:nvSpPr>
          <p:spPr>
            <a:xfrm>
              <a:off x="2441765" y="1949718"/>
              <a:ext cx="5621" cy="1466"/>
            </a:xfrm>
            <a:custGeom>
              <a:avLst/>
              <a:gdLst/>
              <a:ahLst/>
              <a:cxnLst/>
              <a:rect l="l" t="t" r="r" b="b"/>
              <a:pathLst>
                <a:path w="414" h="108" extrusionOk="0">
                  <a:moveTo>
                    <a:pt x="249" y="0"/>
                  </a:moveTo>
                  <a:cubicBezTo>
                    <a:pt x="143" y="0"/>
                    <a:pt x="34" y="12"/>
                    <a:pt x="1" y="37"/>
                  </a:cubicBezTo>
                  <a:cubicBezTo>
                    <a:pt x="4" y="44"/>
                    <a:pt x="8" y="47"/>
                    <a:pt x="11" y="51"/>
                  </a:cubicBezTo>
                  <a:cubicBezTo>
                    <a:pt x="50" y="87"/>
                    <a:pt x="100" y="107"/>
                    <a:pt x="152" y="107"/>
                  </a:cubicBezTo>
                  <a:cubicBezTo>
                    <a:pt x="166" y="107"/>
                    <a:pt x="180" y="106"/>
                    <a:pt x="193" y="103"/>
                  </a:cubicBezTo>
                  <a:cubicBezTo>
                    <a:pt x="274" y="89"/>
                    <a:pt x="347" y="58"/>
                    <a:pt x="414" y="12"/>
                  </a:cubicBezTo>
                  <a:cubicBezTo>
                    <a:pt x="370" y="4"/>
                    <a:pt x="310" y="0"/>
                    <a:pt x="249" y="0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45" name="Google Shape;7003;p80">
              <a:extLst>
                <a:ext uri="{FF2B5EF4-FFF2-40B4-BE49-F238E27FC236}">
                  <a16:creationId xmlns:a16="http://schemas.microsoft.com/office/drawing/2014/main" id="{3D8670AE-50AA-502B-06EC-CAD8D3878483}"/>
                </a:ext>
              </a:extLst>
            </p:cNvPr>
            <p:cNvSpPr/>
            <p:nvPr/>
          </p:nvSpPr>
          <p:spPr>
            <a:xfrm>
              <a:off x="2361345" y="1900730"/>
              <a:ext cx="77012" cy="46109"/>
            </a:xfrm>
            <a:custGeom>
              <a:avLst/>
              <a:gdLst/>
              <a:ahLst/>
              <a:cxnLst/>
              <a:rect l="l" t="t" r="r" b="b"/>
              <a:pathLst>
                <a:path w="5672" h="3396" extrusionOk="0">
                  <a:moveTo>
                    <a:pt x="5059" y="0"/>
                  </a:moveTo>
                  <a:cubicBezTo>
                    <a:pt x="4825" y="74"/>
                    <a:pt x="4670" y="116"/>
                    <a:pt x="4597" y="137"/>
                  </a:cubicBezTo>
                  <a:lnTo>
                    <a:pt x="4576" y="144"/>
                  </a:lnTo>
                  <a:lnTo>
                    <a:pt x="4569" y="144"/>
                  </a:lnTo>
                  <a:cubicBezTo>
                    <a:pt x="4429" y="168"/>
                    <a:pt x="4285" y="182"/>
                    <a:pt x="4142" y="182"/>
                  </a:cubicBezTo>
                  <a:lnTo>
                    <a:pt x="3900" y="182"/>
                  </a:lnTo>
                  <a:cubicBezTo>
                    <a:pt x="3739" y="182"/>
                    <a:pt x="3540" y="186"/>
                    <a:pt x="3505" y="203"/>
                  </a:cubicBezTo>
                  <a:cubicBezTo>
                    <a:pt x="3414" y="249"/>
                    <a:pt x="2777" y="707"/>
                    <a:pt x="2692" y="903"/>
                  </a:cubicBezTo>
                  <a:cubicBezTo>
                    <a:pt x="2636" y="1033"/>
                    <a:pt x="2559" y="1113"/>
                    <a:pt x="2468" y="1138"/>
                  </a:cubicBezTo>
                  <a:cubicBezTo>
                    <a:pt x="2452" y="1142"/>
                    <a:pt x="2433" y="1145"/>
                    <a:pt x="2411" y="1145"/>
                  </a:cubicBezTo>
                  <a:cubicBezTo>
                    <a:pt x="2358" y="1145"/>
                    <a:pt x="2291" y="1128"/>
                    <a:pt x="2216" y="1068"/>
                  </a:cubicBezTo>
                  <a:cubicBezTo>
                    <a:pt x="2146" y="1015"/>
                    <a:pt x="1898" y="1001"/>
                    <a:pt x="1737" y="991"/>
                  </a:cubicBezTo>
                  <a:cubicBezTo>
                    <a:pt x="1548" y="980"/>
                    <a:pt x="1485" y="973"/>
                    <a:pt x="1450" y="942"/>
                  </a:cubicBezTo>
                  <a:cubicBezTo>
                    <a:pt x="1418" y="931"/>
                    <a:pt x="1387" y="921"/>
                    <a:pt x="1355" y="917"/>
                  </a:cubicBezTo>
                  <a:cubicBezTo>
                    <a:pt x="1236" y="896"/>
                    <a:pt x="1117" y="886"/>
                    <a:pt x="998" y="886"/>
                  </a:cubicBezTo>
                  <a:cubicBezTo>
                    <a:pt x="956" y="886"/>
                    <a:pt x="911" y="886"/>
                    <a:pt x="869" y="889"/>
                  </a:cubicBezTo>
                  <a:lnTo>
                    <a:pt x="830" y="896"/>
                  </a:lnTo>
                  <a:cubicBezTo>
                    <a:pt x="808" y="899"/>
                    <a:pt x="787" y="901"/>
                    <a:pt x="766" y="901"/>
                  </a:cubicBezTo>
                  <a:cubicBezTo>
                    <a:pt x="757" y="901"/>
                    <a:pt x="748" y="901"/>
                    <a:pt x="739" y="900"/>
                  </a:cubicBezTo>
                  <a:cubicBezTo>
                    <a:pt x="666" y="896"/>
                    <a:pt x="595" y="879"/>
                    <a:pt x="529" y="851"/>
                  </a:cubicBezTo>
                  <a:lnTo>
                    <a:pt x="522" y="851"/>
                  </a:lnTo>
                  <a:cubicBezTo>
                    <a:pt x="497" y="837"/>
                    <a:pt x="469" y="830"/>
                    <a:pt x="441" y="830"/>
                  </a:cubicBezTo>
                  <a:lnTo>
                    <a:pt x="434" y="830"/>
                  </a:lnTo>
                  <a:cubicBezTo>
                    <a:pt x="378" y="854"/>
                    <a:pt x="326" y="893"/>
                    <a:pt x="287" y="945"/>
                  </a:cubicBezTo>
                  <a:cubicBezTo>
                    <a:pt x="266" y="963"/>
                    <a:pt x="249" y="987"/>
                    <a:pt x="231" y="1008"/>
                  </a:cubicBezTo>
                  <a:cubicBezTo>
                    <a:pt x="231" y="1047"/>
                    <a:pt x="238" y="1082"/>
                    <a:pt x="249" y="1117"/>
                  </a:cubicBezTo>
                  <a:cubicBezTo>
                    <a:pt x="266" y="1183"/>
                    <a:pt x="280" y="1250"/>
                    <a:pt x="256" y="1295"/>
                  </a:cubicBezTo>
                  <a:lnTo>
                    <a:pt x="252" y="1302"/>
                  </a:lnTo>
                  <a:lnTo>
                    <a:pt x="252" y="1306"/>
                  </a:lnTo>
                  <a:lnTo>
                    <a:pt x="249" y="1309"/>
                  </a:lnTo>
                  <a:lnTo>
                    <a:pt x="245" y="1313"/>
                  </a:lnTo>
                  <a:lnTo>
                    <a:pt x="242" y="1316"/>
                  </a:lnTo>
                  <a:lnTo>
                    <a:pt x="238" y="1320"/>
                  </a:lnTo>
                  <a:lnTo>
                    <a:pt x="235" y="1323"/>
                  </a:lnTo>
                  <a:lnTo>
                    <a:pt x="231" y="1327"/>
                  </a:lnTo>
                  <a:lnTo>
                    <a:pt x="224" y="1330"/>
                  </a:lnTo>
                  <a:lnTo>
                    <a:pt x="217" y="1334"/>
                  </a:lnTo>
                  <a:lnTo>
                    <a:pt x="214" y="1337"/>
                  </a:lnTo>
                  <a:lnTo>
                    <a:pt x="207" y="1344"/>
                  </a:lnTo>
                  <a:lnTo>
                    <a:pt x="196" y="1348"/>
                  </a:lnTo>
                  <a:lnTo>
                    <a:pt x="189" y="1351"/>
                  </a:lnTo>
                  <a:lnTo>
                    <a:pt x="179" y="1358"/>
                  </a:lnTo>
                  <a:lnTo>
                    <a:pt x="172" y="1362"/>
                  </a:lnTo>
                  <a:lnTo>
                    <a:pt x="158" y="1369"/>
                  </a:lnTo>
                  <a:lnTo>
                    <a:pt x="151" y="1373"/>
                  </a:lnTo>
                  <a:lnTo>
                    <a:pt x="77" y="1411"/>
                  </a:lnTo>
                  <a:lnTo>
                    <a:pt x="70" y="1415"/>
                  </a:lnTo>
                  <a:lnTo>
                    <a:pt x="42" y="1429"/>
                  </a:lnTo>
                  <a:lnTo>
                    <a:pt x="35" y="1432"/>
                  </a:lnTo>
                  <a:cubicBezTo>
                    <a:pt x="81" y="1565"/>
                    <a:pt x="91" y="1674"/>
                    <a:pt x="60" y="1758"/>
                  </a:cubicBezTo>
                  <a:cubicBezTo>
                    <a:pt x="0" y="1929"/>
                    <a:pt x="60" y="2349"/>
                    <a:pt x="214" y="2573"/>
                  </a:cubicBezTo>
                  <a:cubicBezTo>
                    <a:pt x="326" y="2734"/>
                    <a:pt x="343" y="2962"/>
                    <a:pt x="361" y="3147"/>
                  </a:cubicBezTo>
                  <a:cubicBezTo>
                    <a:pt x="368" y="3231"/>
                    <a:pt x="375" y="3343"/>
                    <a:pt x="396" y="3364"/>
                  </a:cubicBezTo>
                  <a:cubicBezTo>
                    <a:pt x="419" y="3383"/>
                    <a:pt x="508" y="3396"/>
                    <a:pt x="625" y="3396"/>
                  </a:cubicBezTo>
                  <a:cubicBezTo>
                    <a:pt x="833" y="3396"/>
                    <a:pt x="1131" y="3356"/>
                    <a:pt x="1306" y="3242"/>
                  </a:cubicBezTo>
                  <a:cubicBezTo>
                    <a:pt x="1597" y="3049"/>
                    <a:pt x="1803" y="3011"/>
                    <a:pt x="2045" y="3011"/>
                  </a:cubicBezTo>
                  <a:cubicBezTo>
                    <a:pt x="2241" y="3011"/>
                    <a:pt x="2528" y="2836"/>
                    <a:pt x="2591" y="2748"/>
                  </a:cubicBezTo>
                  <a:cubicBezTo>
                    <a:pt x="2666" y="2648"/>
                    <a:pt x="2896" y="2627"/>
                    <a:pt x="3054" y="2627"/>
                  </a:cubicBezTo>
                  <a:cubicBezTo>
                    <a:pt x="3116" y="2627"/>
                    <a:pt x="3167" y="2630"/>
                    <a:pt x="3193" y="2633"/>
                  </a:cubicBezTo>
                  <a:cubicBezTo>
                    <a:pt x="3198" y="2634"/>
                    <a:pt x="3203" y="2634"/>
                    <a:pt x="3209" y="2634"/>
                  </a:cubicBezTo>
                  <a:cubicBezTo>
                    <a:pt x="3300" y="2634"/>
                    <a:pt x="3410" y="2521"/>
                    <a:pt x="3526" y="2402"/>
                  </a:cubicBezTo>
                  <a:lnTo>
                    <a:pt x="3568" y="2363"/>
                  </a:lnTo>
                  <a:cubicBezTo>
                    <a:pt x="3680" y="2248"/>
                    <a:pt x="3932" y="2185"/>
                    <a:pt x="4250" y="2104"/>
                  </a:cubicBezTo>
                  <a:cubicBezTo>
                    <a:pt x="4401" y="2062"/>
                    <a:pt x="4576" y="2020"/>
                    <a:pt x="4751" y="1964"/>
                  </a:cubicBezTo>
                  <a:cubicBezTo>
                    <a:pt x="5087" y="1859"/>
                    <a:pt x="5126" y="1730"/>
                    <a:pt x="5164" y="1604"/>
                  </a:cubicBezTo>
                  <a:cubicBezTo>
                    <a:pt x="5178" y="1544"/>
                    <a:pt x="5206" y="1485"/>
                    <a:pt x="5245" y="1436"/>
                  </a:cubicBezTo>
                  <a:cubicBezTo>
                    <a:pt x="5322" y="1344"/>
                    <a:pt x="5413" y="1323"/>
                    <a:pt x="5521" y="1306"/>
                  </a:cubicBezTo>
                  <a:cubicBezTo>
                    <a:pt x="5570" y="1295"/>
                    <a:pt x="5623" y="1281"/>
                    <a:pt x="5672" y="1267"/>
                  </a:cubicBezTo>
                  <a:lnTo>
                    <a:pt x="5668" y="1260"/>
                  </a:lnTo>
                  <a:lnTo>
                    <a:pt x="5640" y="1204"/>
                  </a:lnTo>
                  <a:lnTo>
                    <a:pt x="5630" y="1176"/>
                  </a:lnTo>
                  <a:lnTo>
                    <a:pt x="5598" y="1120"/>
                  </a:lnTo>
                  <a:lnTo>
                    <a:pt x="5588" y="1092"/>
                  </a:lnTo>
                  <a:lnTo>
                    <a:pt x="5560" y="1040"/>
                  </a:lnTo>
                  <a:lnTo>
                    <a:pt x="5542" y="1001"/>
                  </a:lnTo>
                  <a:lnTo>
                    <a:pt x="5514" y="945"/>
                  </a:lnTo>
                  <a:lnTo>
                    <a:pt x="5507" y="928"/>
                  </a:lnTo>
                  <a:cubicBezTo>
                    <a:pt x="5346" y="595"/>
                    <a:pt x="5182" y="259"/>
                    <a:pt x="5059" y="0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46" name="Google Shape;7004;p80">
              <a:extLst>
                <a:ext uri="{FF2B5EF4-FFF2-40B4-BE49-F238E27FC236}">
                  <a16:creationId xmlns:a16="http://schemas.microsoft.com/office/drawing/2014/main" id="{20C91A2A-E79B-7B2E-5557-64655A328343}"/>
                </a:ext>
              </a:extLst>
            </p:cNvPr>
            <p:cNvSpPr/>
            <p:nvPr/>
          </p:nvSpPr>
          <p:spPr>
            <a:xfrm>
              <a:off x="2379743" y="1913221"/>
              <a:ext cx="5146" cy="1018"/>
            </a:xfrm>
            <a:custGeom>
              <a:avLst/>
              <a:gdLst/>
              <a:ahLst/>
              <a:cxnLst/>
              <a:rect l="l" t="t" r="r" b="b"/>
              <a:pathLst>
                <a:path w="379" h="75" extrusionOk="0">
                  <a:moveTo>
                    <a:pt x="378" y="74"/>
                  </a:moveTo>
                  <a:cubicBezTo>
                    <a:pt x="193" y="60"/>
                    <a:pt x="130" y="57"/>
                    <a:pt x="95" y="25"/>
                  </a:cubicBezTo>
                  <a:cubicBezTo>
                    <a:pt x="63" y="11"/>
                    <a:pt x="32" y="4"/>
                    <a:pt x="0" y="1"/>
                  </a:cubicBezTo>
                  <a:cubicBezTo>
                    <a:pt x="32" y="4"/>
                    <a:pt x="63" y="11"/>
                    <a:pt x="95" y="25"/>
                  </a:cubicBezTo>
                  <a:cubicBezTo>
                    <a:pt x="130" y="57"/>
                    <a:pt x="193" y="60"/>
                    <a:pt x="378" y="74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47" name="Google Shape;7005;p80">
              <a:extLst>
                <a:ext uri="{FF2B5EF4-FFF2-40B4-BE49-F238E27FC236}">
                  <a16:creationId xmlns:a16="http://schemas.microsoft.com/office/drawing/2014/main" id="{91043918-B7B5-4C9A-E606-867BE9CF22DD}"/>
                </a:ext>
              </a:extLst>
            </p:cNvPr>
            <p:cNvSpPr/>
            <p:nvPr/>
          </p:nvSpPr>
          <p:spPr>
            <a:xfrm>
              <a:off x="2364237" y="1918829"/>
              <a:ext cx="109" cy="68"/>
            </a:xfrm>
            <a:custGeom>
              <a:avLst/>
              <a:gdLst/>
              <a:ahLst/>
              <a:cxnLst/>
              <a:rect l="l" t="t" r="r" b="b"/>
              <a:pathLst>
                <a:path w="8" h="5" extrusionOk="0">
                  <a:moveTo>
                    <a:pt x="1" y="4"/>
                  </a:moveTo>
                  <a:lnTo>
                    <a:pt x="8" y="1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48" name="Google Shape;7006;p80">
              <a:extLst>
                <a:ext uri="{FF2B5EF4-FFF2-40B4-BE49-F238E27FC236}">
                  <a16:creationId xmlns:a16="http://schemas.microsoft.com/office/drawing/2014/main" id="{FB9AF7D4-902C-4DC2-9E8A-341FBC3E0FCC}"/>
                </a:ext>
              </a:extLst>
            </p:cNvPr>
            <p:cNvSpPr/>
            <p:nvPr/>
          </p:nvSpPr>
          <p:spPr>
            <a:xfrm>
              <a:off x="2364713" y="1918503"/>
              <a:ext cx="14" cy="14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1" y="0"/>
                  </a:move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49" name="Google Shape;7007;p80">
              <a:extLst>
                <a:ext uri="{FF2B5EF4-FFF2-40B4-BE49-F238E27FC236}">
                  <a16:creationId xmlns:a16="http://schemas.microsoft.com/office/drawing/2014/main" id="{52EEA148-38FC-6785-4B5A-1E7F7AFF8CCE}"/>
                </a:ext>
              </a:extLst>
            </p:cNvPr>
            <p:cNvSpPr/>
            <p:nvPr/>
          </p:nvSpPr>
          <p:spPr>
            <a:xfrm>
              <a:off x="2364102" y="1918978"/>
              <a:ext cx="109" cy="54"/>
            </a:xfrm>
            <a:custGeom>
              <a:avLst/>
              <a:gdLst/>
              <a:ahLst/>
              <a:cxnLst/>
              <a:rect l="l" t="t" r="r" b="b"/>
              <a:pathLst>
                <a:path w="8" h="4" extrusionOk="0">
                  <a:moveTo>
                    <a:pt x="0" y="4"/>
                  </a:moveTo>
                  <a:lnTo>
                    <a:pt x="7" y="0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50" name="Google Shape;7008;p80">
              <a:extLst>
                <a:ext uri="{FF2B5EF4-FFF2-40B4-BE49-F238E27FC236}">
                  <a16:creationId xmlns:a16="http://schemas.microsoft.com/office/drawing/2014/main" id="{27CCA66F-A124-62F4-A276-48917E4025C6}"/>
                </a:ext>
              </a:extLst>
            </p:cNvPr>
            <p:cNvSpPr/>
            <p:nvPr/>
          </p:nvSpPr>
          <p:spPr>
            <a:xfrm>
              <a:off x="2364672" y="1918544"/>
              <a:ext cx="14" cy="14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0" y="1"/>
                  </a:move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51" name="Google Shape;7009;p80">
              <a:extLst>
                <a:ext uri="{FF2B5EF4-FFF2-40B4-BE49-F238E27FC236}">
                  <a16:creationId xmlns:a16="http://schemas.microsoft.com/office/drawing/2014/main" id="{34BCCD9D-50E6-DEE5-C571-D577DCA6497B}"/>
                </a:ext>
              </a:extLst>
            </p:cNvPr>
            <p:cNvSpPr/>
            <p:nvPr/>
          </p:nvSpPr>
          <p:spPr>
            <a:xfrm>
              <a:off x="2364523" y="1918693"/>
              <a:ext cx="14" cy="14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1" y="0"/>
                  </a:moveTo>
                  <a:lnTo>
                    <a:pt x="1" y="0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52" name="Google Shape;7010;p80">
              <a:extLst>
                <a:ext uri="{FF2B5EF4-FFF2-40B4-BE49-F238E27FC236}">
                  <a16:creationId xmlns:a16="http://schemas.microsoft.com/office/drawing/2014/main" id="{CEACCC52-2AE4-4565-C2E5-58617E1D5219}"/>
                </a:ext>
              </a:extLst>
            </p:cNvPr>
            <p:cNvSpPr/>
            <p:nvPr/>
          </p:nvSpPr>
          <p:spPr>
            <a:xfrm>
              <a:off x="2364387" y="1918734"/>
              <a:ext cx="54" cy="68"/>
            </a:xfrm>
            <a:custGeom>
              <a:avLst/>
              <a:gdLst/>
              <a:ahLst/>
              <a:cxnLst/>
              <a:rect l="l" t="t" r="r" b="b"/>
              <a:pathLst>
                <a:path w="4" h="5" extrusionOk="0">
                  <a:moveTo>
                    <a:pt x="0" y="4"/>
                  </a:moveTo>
                  <a:lnTo>
                    <a:pt x="4" y="1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53" name="Google Shape;7011;p80">
              <a:extLst>
                <a:ext uri="{FF2B5EF4-FFF2-40B4-BE49-F238E27FC236}">
                  <a16:creationId xmlns:a16="http://schemas.microsoft.com/office/drawing/2014/main" id="{0B097AAC-2443-BB6F-F762-40F1AEF7730B}"/>
                </a:ext>
              </a:extLst>
            </p:cNvPr>
            <p:cNvSpPr/>
            <p:nvPr/>
          </p:nvSpPr>
          <p:spPr>
            <a:xfrm>
              <a:off x="2363857" y="1919073"/>
              <a:ext cx="163" cy="54"/>
            </a:xfrm>
            <a:custGeom>
              <a:avLst/>
              <a:gdLst/>
              <a:ahLst/>
              <a:cxnLst/>
              <a:rect l="l" t="t" r="r" b="b"/>
              <a:pathLst>
                <a:path w="12" h="4" extrusionOk="0">
                  <a:moveTo>
                    <a:pt x="1" y="4"/>
                  </a:moveTo>
                  <a:lnTo>
                    <a:pt x="11" y="0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54" name="Google Shape;7012;p80">
              <a:extLst>
                <a:ext uri="{FF2B5EF4-FFF2-40B4-BE49-F238E27FC236}">
                  <a16:creationId xmlns:a16="http://schemas.microsoft.com/office/drawing/2014/main" id="{E2439026-72C9-DA53-556C-E1CE84BD4593}"/>
                </a:ext>
              </a:extLst>
            </p:cNvPr>
            <p:cNvSpPr/>
            <p:nvPr/>
          </p:nvSpPr>
          <p:spPr>
            <a:xfrm>
              <a:off x="2363341" y="1919358"/>
              <a:ext cx="204" cy="109"/>
            </a:xfrm>
            <a:custGeom>
              <a:avLst/>
              <a:gdLst/>
              <a:ahLst/>
              <a:cxnLst/>
              <a:rect l="l" t="t" r="r" b="b"/>
              <a:pathLst>
                <a:path w="15" h="8" extrusionOk="0">
                  <a:moveTo>
                    <a:pt x="0" y="8"/>
                  </a:moveTo>
                  <a:lnTo>
                    <a:pt x="14" y="1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55" name="Google Shape;7013;p80">
              <a:extLst>
                <a:ext uri="{FF2B5EF4-FFF2-40B4-BE49-F238E27FC236}">
                  <a16:creationId xmlns:a16="http://schemas.microsoft.com/office/drawing/2014/main" id="{2600A991-5C88-D393-66B5-87C4CC24853D}"/>
                </a:ext>
              </a:extLst>
            </p:cNvPr>
            <p:cNvSpPr/>
            <p:nvPr/>
          </p:nvSpPr>
          <p:spPr>
            <a:xfrm>
              <a:off x="2362242" y="1919508"/>
              <a:ext cx="1018" cy="530"/>
            </a:xfrm>
            <a:custGeom>
              <a:avLst/>
              <a:gdLst/>
              <a:ahLst/>
              <a:cxnLst/>
              <a:rect l="l" t="t" r="r" b="b"/>
              <a:pathLst>
                <a:path w="75" h="39" extrusionOk="0">
                  <a:moveTo>
                    <a:pt x="74" y="0"/>
                  </a:moveTo>
                  <a:cubicBezTo>
                    <a:pt x="65" y="5"/>
                    <a:pt x="56" y="10"/>
                    <a:pt x="45" y="15"/>
                  </a:cubicBezTo>
                  <a:lnTo>
                    <a:pt x="45" y="15"/>
                  </a:lnTo>
                  <a:lnTo>
                    <a:pt x="74" y="0"/>
                  </a:lnTo>
                  <a:close/>
                  <a:moveTo>
                    <a:pt x="45" y="15"/>
                  </a:moveTo>
                  <a:lnTo>
                    <a:pt x="1" y="39"/>
                  </a:lnTo>
                  <a:cubicBezTo>
                    <a:pt x="17" y="31"/>
                    <a:pt x="32" y="23"/>
                    <a:pt x="45" y="15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56" name="Google Shape;7014;p80">
              <a:extLst>
                <a:ext uri="{FF2B5EF4-FFF2-40B4-BE49-F238E27FC236}">
                  <a16:creationId xmlns:a16="http://schemas.microsoft.com/office/drawing/2014/main" id="{2980D263-134C-63E4-57DB-DC6602857430}"/>
                </a:ext>
              </a:extLst>
            </p:cNvPr>
            <p:cNvSpPr/>
            <p:nvPr/>
          </p:nvSpPr>
          <p:spPr>
            <a:xfrm>
              <a:off x="2363626" y="1919209"/>
              <a:ext cx="149" cy="68"/>
            </a:xfrm>
            <a:custGeom>
              <a:avLst/>
              <a:gdLst/>
              <a:ahLst/>
              <a:cxnLst/>
              <a:rect l="l" t="t" r="r" b="b"/>
              <a:pathLst>
                <a:path w="11" h="5" extrusionOk="0">
                  <a:moveTo>
                    <a:pt x="0" y="5"/>
                  </a:moveTo>
                  <a:lnTo>
                    <a:pt x="11" y="1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57" name="Google Shape;7015;p80">
              <a:extLst>
                <a:ext uri="{FF2B5EF4-FFF2-40B4-BE49-F238E27FC236}">
                  <a16:creationId xmlns:a16="http://schemas.microsoft.com/office/drawing/2014/main" id="{4B5665CA-A728-2B9C-11CE-2F3640A73787}"/>
                </a:ext>
              </a:extLst>
            </p:cNvPr>
            <p:cNvSpPr/>
            <p:nvPr/>
          </p:nvSpPr>
          <p:spPr>
            <a:xfrm>
              <a:off x="2361766" y="1920024"/>
              <a:ext cx="394" cy="204"/>
            </a:xfrm>
            <a:custGeom>
              <a:avLst/>
              <a:gdLst/>
              <a:ahLst/>
              <a:cxnLst/>
              <a:rect l="l" t="t" r="r" b="b"/>
              <a:pathLst>
                <a:path w="29" h="15" extrusionOk="0">
                  <a:moveTo>
                    <a:pt x="1" y="15"/>
                  </a:moveTo>
                  <a:lnTo>
                    <a:pt x="29" y="1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58" name="Google Shape;7016;p80">
              <a:extLst>
                <a:ext uri="{FF2B5EF4-FFF2-40B4-BE49-F238E27FC236}">
                  <a16:creationId xmlns:a16="http://schemas.microsoft.com/office/drawing/2014/main" id="{D6DDCC15-61F2-423C-1599-607DA92DC7BC}"/>
                </a:ext>
              </a:extLst>
            </p:cNvPr>
            <p:cNvSpPr/>
            <p:nvPr/>
          </p:nvSpPr>
          <p:spPr>
            <a:xfrm>
              <a:off x="2423463" y="1902672"/>
              <a:ext cx="163" cy="14"/>
            </a:xfrm>
            <a:custGeom>
              <a:avLst/>
              <a:gdLst/>
              <a:ahLst/>
              <a:cxnLst/>
              <a:rect l="l" t="t" r="r" b="b"/>
              <a:pathLst>
                <a:path w="12" h="1" extrusionOk="0">
                  <a:moveTo>
                    <a:pt x="1" y="1"/>
                  </a:moveTo>
                  <a:lnTo>
                    <a:pt x="11" y="1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59" name="Google Shape;7017;p80">
              <a:extLst>
                <a:ext uri="{FF2B5EF4-FFF2-40B4-BE49-F238E27FC236}">
                  <a16:creationId xmlns:a16="http://schemas.microsoft.com/office/drawing/2014/main" id="{6380C2A1-EFC7-023A-ED6C-75E93156CB66}"/>
                </a:ext>
              </a:extLst>
            </p:cNvPr>
            <p:cNvSpPr/>
            <p:nvPr/>
          </p:nvSpPr>
          <p:spPr>
            <a:xfrm>
              <a:off x="2367333" y="1912040"/>
              <a:ext cx="1100" cy="244"/>
            </a:xfrm>
            <a:custGeom>
              <a:avLst/>
              <a:gdLst/>
              <a:ahLst/>
              <a:cxnLst/>
              <a:rect l="l" t="t" r="r" b="b"/>
              <a:pathLst>
                <a:path w="81" h="18" extrusionOk="0">
                  <a:moveTo>
                    <a:pt x="81" y="18"/>
                  </a:moveTo>
                  <a:cubicBezTo>
                    <a:pt x="56" y="7"/>
                    <a:pt x="28" y="0"/>
                    <a:pt x="0" y="0"/>
                  </a:cubicBezTo>
                  <a:cubicBezTo>
                    <a:pt x="28" y="0"/>
                    <a:pt x="56" y="7"/>
                    <a:pt x="81" y="18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60" name="Google Shape;7018;p80">
              <a:extLst>
                <a:ext uri="{FF2B5EF4-FFF2-40B4-BE49-F238E27FC236}">
                  <a16:creationId xmlns:a16="http://schemas.microsoft.com/office/drawing/2014/main" id="{27482875-9ECC-ED13-755C-E7C26AFE8CA9}"/>
                </a:ext>
              </a:extLst>
            </p:cNvPr>
            <p:cNvSpPr/>
            <p:nvPr/>
          </p:nvSpPr>
          <p:spPr>
            <a:xfrm>
              <a:off x="2364618" y="1918598"/>
              <a:ext cx="14" cy="14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1" y="0"/>
                  </a:move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61" name="Google Shape;7019;p80">
              <a:extLst>
                <a:ext uri="{FF2B5EF4-FFF2-40B4-BE49-F238E27FC236}">
                  <a16:creationId xmlns:a16="http://schemas.microsoft.com/office/drawing/2014/main" id="{829C6B2D-5DEA-524D-37FE-BB231D888136}"/>
                </a:ext>
              </a:extLst>
            </p:cNvPr>
            <p:cNvSpPr/>
            <p:nvPr/>
          </p:nvSpPr>
          <p:spPr>
            <a:xfrm>
              <a:off x="2364767" y="1918408"/>
              <a:ext cx="14" cy="14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0" y="0"/>
                  </a:move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62" name="Google Shape;7020;p80">
              <a:extLst>
                <a:ext uri="{FF2B5EF4-FFF2-40B4-BE49-F238E27FC236}">
                  <a16:creationId xmlns:a16="http://schemas.microsoft.com/office/drawing/2014/main" id="{E4966479-C37D-2EE0-1CF9-BA41AF989790}"/>
                </a:ext>
              </a:extLst>
            </p:cNvPr>
            <p:cNvSpPr/>
            <p:nvPr/>
          </p:nvSpPr>
          <p:spPr>
            <a:xfrm>
              <a:off x="2414298" y="1903201"/>
              <a:ext cx="3286" cy="54"/>
            </a:xfrm>
            <a:custGeom>
              <a:avLst/>
              <a:gdLst/>
              <a:ahLst/>
              <a:cxnLst/>
              <a:rect l="l" t="t" r="r" b="b"/>
              <a:pathLst>
                <a:path w="242" h="4" extrusionOk="0">
                  <a:moveTo>
                    <a:pt x="0" y="4"/>
                  </a:moveTo>
                  <a:cubicBezTo>
                    <a:pt x="81" y="4"/>
                    <a:pt x="161" y="4"/>
                    <a:pt x="242" y="0"/>
                  </a:cubicBezTo>
                  <a:cubicBezTo>
                    <a:pt x="161" y="4"/>
                    <a:pt x="81" y="4"/>
                    <a:pt x="0" y="4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63" name="Google Shape;7021;p80">
              <a:extLst>
                <a:ext uri="{FF2B5EF4-FFF2-40B4-BE49-F238E27FC236}">
                  <a16:creationId xmlns:a16="http://schemas.microsoft.com/office/drawing/2014/main" id="{D56536C7-14C8-553C-6238-AC2A47318FEA}"/>
                </a:ext>
              </a:extLst>
            </p:cNvPr>
            <p:cNvSpPr/>
            <p:nvPr/>
          </p:nvSpPr>
          <p:spPr>
            <a:xfrm>
              <a:off x="2373131" y="1912746"/>
              <a:ext cx="1779" cy="109"/>
            </a:xfrm>
            <a:custGeom>
              <a:avLst/>
              <a:gdLst/>
              <a:ahLst/>
              <a:cxnLst/>
              <a:rect l="l" t="t" r="r" b="b"/>
              <a:pathLst>
                <a:path w="131" h="8" extrusionOk="0">
                  <a:moveTo>
                    <a:pt x="1" y="8"/>
                  </a:moveTo>
                  <a:cubicBezTo>
                    <a:pt x="43" y="4"/>
                    <a:pt x="88" y="1"/>
                    <a:pt x="130" y="4"/>
                  </a:cubicBezTo>
                  <a:cubicBezTo>
                    <a:pt x="88" y="1"/>
                    <a:pt x="43" y="4"/>
                    <a:pt x="1" y="8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64" name="Google Shape;7022;p80">
              <a:extLst>
                <a:ext uri="{FF2B5EF4-FFF2-40B4-BE49-F238E27FC236}">
                  <a16:creationId xmlns:a16="http://schemas.microsoft.com/office/drawing/2014/main" id="{0643CADE-A87F-76F6-D64C-B3C6E6F7AAF8}"/>
                </a:ext>
              </a:extLst>
            </p:cNvPr>
            <p:cNvSpPr/>
            <p:nvPr/>
          </p:nvSpPr>
          <p:spPr>
            <a:xfrm>
              <a:off x="2437773" y="1917172"/>
              <a:ext cx="394" cy="774"/>
            </a:xfrm>
            <a:custGeom>
              <a:avLst/>
              <a:gdLst/>
              <a:ahLst/>
              <a:cxnLst/>
              <a:rect l="l" t="t" r="r" b="b"/>
              <a:pathLst>
                <a:path w="29" h="57" extrusionOk="0">
                  <a:moveTo>
                    <a:pt x="1" y="0"/>
                  </a:moveTo>
                  <a:lnTo>
                    <a:pt x="29" y="56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65" name="Google Shape;7023;p80">
              <a:extLst>
                <a:ext uri="{FF2B5EF4-FFF2-40B4-BE49-F238E27FC236}">
                  <a16:creationId xmlns:a16="http://schemas.microsoft.com/office/drawing/2014/main" id="{AABBA8CD-5312-97C4-2CB5-DD9E1C7E3DEA}"/>
                </a:ext>
              </a:extLst>
            </p:cNvPr>
            <p:cNvSpPr/>
            <p:nvPr/>
          </p:nvSpPr>
          <p:spPr>
            <a:xfrm>
              <a:off x="2437203" y="1916032"/>
              <a:ext cx="448" cy="774"/>
            </a:xfrm>
            <a:custGeom>
              <a:avLst/>
              <a:gdLst/>
              <a:ahLst/>
              <a:cxnLst/>
              <a:rect l="l" t="t" r="r" b="b"/>
              <a:pathLst>
                <a:path w="33" h="57" extrusionOk="0">
                  <a:moveTo>
                    <a:pt x="1" y="0"/>
                  </a:moveTo>
                  <a:lnTo>
                    <a:pt x="32" y="56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66" name="Google Shape;7024;p80">
              <a:extLst>
                <a:ext uri="{FF2B5EF4-FFF2-40B4-BE49-F238E27FC236}">
                  <a16:creationId xmlns:a16="http://schemas.microsoft.com/office/drawing/2014/main" id="{0B6A0535-3804-875C-95EC-C1EA4AF99989}"/>
                </a:ext>
              </a:extLst>
            </p:cNvPr>
            <p:cNvSpPr/>
            <p:nvPr/>
          </p:nvSpPr>
          <p:spPr>
            <a:xfrm>
              <a:off x="2436062" y="1913656"/>
              <a:ext cx="394" cy="774"/>
            </a:xfrm>
            <a:custGeom>
              <a:avLst/>
              <a:gdLst/>
              <a:ahLst/>
              <a:cxnLst/>
              <a:rect l="l" t="t" r="r" b="b"/>
              <a:pathLst>
                <a:path w="29" h="57" extrusionOk="0">
                  <a:moveTo>
                    <a:pt x="1" y="0"/>
                  </a:moveTo>
                  <a:lnTo>
                    <a:pt x="29" y="56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67" name="Google Shape;7025;p80">
              <a:extLst>
                <a:ext uri="{FF2B5EF4-FFF2-40B4-BE49-F238E27FC236}">
                  <a16:creationId xmlns:a16="http://schemas.microsoft.com/office/drawing/2014/main" id="{E83F5F09-37A8-BA60-969E-5267BA9DB7FA}"/>
                </a:ext>
              </a:extLst>
            </p:cNvPr>
            <p:cNvSpPr/>
            <p:nvPr/>
          </p:nvSpPr>
          <p:spPr>
            <a:xfrm>
              <a:off x="2436687" y="1914932"/>
              <a:ext cx="394" cy="733"/>
            </a:xfrm>
            <a:custGeom>
              <a:avLst/>
              <a:gdLst/>
              <a:ahLst/>
              <a:cxnLst/>
              <a:rect l="l" t="t" r="r" b="b"/>
              <a:pathLst>
                <a:path w="29" h="54" extrusionOk="0">
                  <a:moveTo>
                    <a:pt x="0" y="1"/>
                  </a:moveTo>
                  <a:lnTo>
                    <a:pt x="28" y="53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68" name="Google Shape;7026;p80">
              <a:extLst>
                <a:ext uri="{FF2B5EF4-FFF2-40B4-BE49-F238E27FC236}">
                  <a16:creationId xmlns:a16="http://schemas.microsoft.com/office/drawing/2014/main" id="{8D380AB7-8E69-7762-34E0-C03224719CF7}"/>
                </a:ext>
              </a:extLst>
            </p:cNvPr>
            <p:cNvSpPr/>
            <p:nvPr/>
          </p:nvSpPr>
          <p:spPr>
            <a:xfrm>
              <a:off x="2429885" y="1900825"/>
              <a:ext cx="6096" cy="12600"/>
            </a:xfrm>
            <a:custGeom>
              <a:avLst/>
              <a:gdLst/>
              <a:ahLst/>
              <a:cxnLst/>
              <a:rect l="l" t="t" r="r" b="b"/>
              <a:pathLst>
                <a:path w="449" h="928" extrusionOk="0">
                  <a:moveTo>
                    <a:pt x="1" y="0"/>
                  </a:moveTo>
                  <a:lnTo>
                    <a:pt x="1" y="0"/>
                  </a:lnTo>
                  <a:cubicBezTo>
                    <a:pt x="123" y="259"/>
                    <a:pt x="288" y="595"/>
                    <a:pt x="449" y="928"/>
                  </a:cubicBezTo>
                  <a:cubicBezTo>
                    <a:pt x="288" y="595"/>
                    <a:pt x="123" y="259"/>
                    <a:pt x="1" y="0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69" name="Google Shape;7027;p80">
              <a:extLst>
                <a:ext uri="{FF2B5EF4-FFF2-40B4-BE49-F238E27FC236}">
                  <a16:creationId xmlns:a16="http://schemas.microsoft.com/office/drawing/2014/main" id="{FEA7E4A1-0979-E3D1-A792-3564956A6DD9}"/>
                </a:ext>
              </a:extLst>
            </p:cNvPr>
            <p:cNvSpPr/>
            <p:nvPr/>
          </p:nvSpPr>
          <p:spPr>
            <a:xfrm>
              <a:off x="3053662" y="2325828"/>
              <a:ext cx="6762" cy="1426"/>
            </a:xfrm>
            <a:custGeom>
              <a:avLst/>
              <a:gdLst/>
              <a:ahLst/>
              <a:cxnLst/>
              <a:rect l="l" t="t" r="r" b="b"/>
              <a:pathLst>
                <a:path w="498" h="105" extrusionOk="0">
                  <a:moveTo>
                    <a:pt x="425" y="0"/>
                  </a:moveTo>
                  <a:cubicBezTo>
                    <a:pt x="299" y="0"/>
                    <a:pt x="91" y="34"/>
                    <a:pt x="0" y="76"/>
                  </a:cubicBezTo>
                  <a:cubicBezTo>
                    <a:pt x="60" y="94"/>
                    <a:pt x="123" y="104"/>
                    <a:pt x="185" y="104"/>
                  </a:cubicBezTo>
                  <a:cubicBezTo>
                    <a:pt x="232" y="104"/>
                    <a:pt x="279" y="99"/>
                    <a:pt x="326" y="87"/>
                  </a:cubicBezTo>
                  <a:cubicBezTo>
                    <a:pt x="389" y="80"/>
                    <a:pt x="448" y="52"/>
                    <a:pt x="497" y="6"/>
                  </a:cubicBezTo>
                  <a:cubicBezTo>
                    <a:pt x="479" y="2"/>
                    <a:pt x="454" y="0"/>
                    <a:pt x="425" y="0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70" name="Google Shape;7028;p80">
              <a:extLst>
                <a:ext uri="{FF2B5EF4-FFF2-40B4-BE49-F238E27FC236}">
                  <a16:creationId xmlns:a16="http://schemas.microsoft.com/office/drawing/2014/main" id="{30402992-3D24-725D-5BE0-A1DD02D562F4}"/>
                </a:ext>
              </a:extLst>
            </p:cNvPr>
            <p:cNvSpPr/>
            <p:nvPr/>
          </p:nvSpPr>
          <p:spPr>
            <a:xfrm>
              <a:off x="2878838" y="2126931"/>
              <a:ext cx="301597" cy="226799"/>
            </a:xfrm>
            <a:custGeom>
              <a:avLst/>
              <a:gdLst/>
              <a:ahLst/>
              <a:cxnLst/>
              <a:rect l="l" t="t" r="r" b="b"/>
              <a:pathLst>
                <a:path w="22213" h="16704" extrusionOk="0">
                  <a:moveTo>
                    <a:pt x="16170" y="1"/>
                  </a:moveTo>
                  <a:cubicBezTo>
                    <a:pt x="16125" y="22"/>
                    <a:pt x="16086" y="57"/>
                    <a:pt x="16055" y="95"/>
                  </a:cubicBezTo>
                  <a:cubicBezTo>
                    <a:pt x="15974" y="183"/>
                    <a:pt x="15918" y="288"/>
                    <a:pt x="15922" y="340"/>
                  </a:cubicBezTo>
                  <a:cubicBezTo>
                    <a:pt x="15936" y="501"/>
                    <a:pt x="15901" y="715"/>
                    <a:pt x="15768" y="834"/>
                  </a:cubicBezTo>
                  <a:cubicBezTo>
                    <a:pt x="15743" y="855"/>
                    <a:pt x="15757" y="963"/>
                    <a:pt x="15764" y="1040"/>
                  </a:cubicBezTo>
                  <a:cubicBezTo>
                    <a:pt x="15782" y="1180"/>
                    <a:pt x="15799" y="1345"/>
                    <a:pt x="15694" y="1440"/>
                  </a:cubicBezTo>
                  <a:cubicBezTo>
                    <a:pt x="15628" y="1499"/>
                    <a:pt x="15645" y="1744"/>
                    <a:pt x="15663" y="1944"/>
                  </a:cubicBezTo>
                  <a:cubicBezTo>
                    <a:pt x="15677" y="2084"/>
                    <a:pt x="15677" y="2227"/>
                    <a:pt x="15670" y="2367"/>
                  </a:cubicBezTo>
                  <a:cubicBezTo>
                    <a:pt x="15659" y="2437"/>
                    <a:pt x="15656" y="2507"/>
                    <a:pt x="15649" y="2577"/>
                  </a:cubicBezTo>
                  <a:cubicBezTo>
                    <a:pt x="15631" y="2815"/>
                    <a:pt x="15610" y="3060"/>
                    <a:pt x="15488" y="3235"/>
                  </a:cubicBezTo>
                  <a:cubicBezTo>
                    <a:pt x="15442" y="3302"/>
                    <a:pt x="15407" y="3375"/>
                    <a:pt x="15376" y="3449"/>
                  </a:cubicBezTo>
                  <a:cubicBezTo>
                    <a:pt x="15302" y="3621"/>
                    <a:pt x="15218" y="3817"/>
                    <a:pt x="14994" y="3901"/>
                  </a:cubicBezTo>
                  <a:cubicBezTo>
                    <a:pt x="14935" y="3923"/>
                    <a:pt x="14872" y="3933"/>
                    <a:pt x="14809" y="3933"/>
                  </a:cubicBezTo>
                  <a:cubicBezTo>
                    <a:pt x="14649" y="3933"/>
                    <a:pt x="14487" y="3869"/>
                    <a:pt x="14381" y="3789"/>
                  </a:cubicBezTo>
                  <a:cubicBezTo>
                    <a:pt x="14283" y="3715"/>
                    <a:pt x="14234" y="3635"/>
                    <a:pt x="14241" y="3554"/>
                  </a:cubicBezTo>
                  <a:cubicBezTo>
                    <a:pt x="14238" y="3533"/>
                    <a:pt x="14227" y="3512"/>
                    <a:pt x="14210" y="3498"/>
                  </a:cubicBezTo>
                  <a:cubicBezTo>
                    <a:pt x="14142" y="3433"/>
                    <a:pt x="13993" y="3393"/>
                    <a:pt x="13883" y="3393"/>
                  </a:cubicBezTo>
                  <a:cubicBezTo>
                    <a:pt x="13863" y="3393"/>
                    <a:pt x="13845" y="3394"/>
                    <a:pt x="13828" y="3397"/>
                  </a:cubicBezTo>
                  <a:cubicBezTo>
                    <a:pt x="13818" y="3398"/>
                    <a:pt x="13808" y="3398"/>
                    <a:pt x="13799" y="3398"/>
                  </a:cubicBezTo>
                  <a:cubicBezTo>
                    <a:pt x="13678" y="3398"/>
                    <a:pt x="13589" y="3300"/>
                    <a:pt x="13489" y="3190"/>
                  </a:cubicBezTo>
                  <a:cubicBezTo>
                    <a:pt x="13415" y="3106"/>
                    <a:pt x="13335" y="3025"/>
                    <a:pt x="13247" y="2955"/>
                  </a:cubicBezTo>
                  <a:cubicBezTo>
                    <a:pt x="13166" y="2895"/>
                    <a:pt x="13094" y="2881"/>
                    <a:pt x="13026" y="2881"/>
                  </a:cubicBezTo>
                  <a:cubicBezTo>
                    <a:pt x="13000" y="2881"/>
                    <a:pt x="12975" y="2883"/>
                    <a:pt x="12950" y="2885"/>
                  </a:cubicBezTo>
                  <a:cubicBezTo>
                    <a:pt x="12928" y="2888"/>
                    <a:pt x="12904" y="2890"/>
                    <a:pt x="12880" y="2890"/>
                  </a:cubicBezTo>
                  <a:cubicBezTo>
                    <a:pt x="12798" y="2890"/>
                    <a:pt x="12712" y="2864"/>
                    <a:pt x="12666" y="2731"/>
                  </a:cubicBezTo>
                  <a:cubicBezTo>
                    <a:pt x="12596" y="2535"/>
                    <a:pt x="12537" y="2493"/>
                    <a:pt x="12383" y="2392"/>
                  </a:cubicBezTo>
                  <a:lnTo>
                    <a:pt x="12326" y="2353"/>
                  </a:lnTo>
                  <a:cubicBezTo>
                    <a:pt x="12239" y="2294"/>
                    <a:pt x="12179" y="2245"/>
                    <a:pt x="12179" y="2178"/>
                  </a:cubicBezTo>
                  <a:cubicBezTo>
                    <a:pt x="12179" y="2108"/>
                    <a:pt x="12232" y="2077"/>
                    <a:pt x="12312" y="2024"/>
                  </a:cubicBezTo>
                  <a:cubicBezTo>
                    <a:pt x="12330" y="2010"/>
                    <a:pt x="12351" y="1996"/>
                    <a:pt x="12376" y="1979"/>
                  </a:cubicBezTo>
                  <a:cubicBezTo>
                    <a:pt x="12460" y="1916"/>
                    <a:pt x="12540" y="1818"/>
                    <a:pt x="12407" y="1604"/>
                  </a:cubicBezTo>
                  <a:cubicBezTo>
                    <a:pt x="12379" y="1562"/>
                    <a:pt x="12369" y="1510"/>
                    <a:pt x="12383" y="1461"/>
                  </a:cubicBezTo>
                  <a:cubicBezTo>
                    <a:pt x="12404" y="1398"/>
                    <a:pt x="12477" y="1373"/>
                    <a:pt x="12565" y="1345"/>
                  </a:cubicBezTo>
                  <a:cubicBezTo>
                    <a:pt x="12638" y="1324"/>
                    <a:pt x="12712" y="1296"/>
                    <a:pt x="12782" y="1257"/>
                  </a:cubicBezTo>
                  <a:cubicBezTo>
                    <a:pt x="12876" y="1208"/>
                    <a:pt x="12869" y="1170"/>
                    <a:pt x="12862" y="1103"/>
                  </a:cubicBezTo>
                  <a:cubicBezTo>
                    <a:pt x="12852" y="1037"/>
                    <a:pt x="12841" y="942"/>
                    <a:pt x="12971" y="890"/>
                  </a:cubicBezTo>
                  <a:cubicBezTo>
                    <a:pt x="13006" y="879"/>
                    <a:pt x="13027" y="862"/>
                    <a:pt x="13023" y="848"/>
                  </a:cubicBezTo>
                  <a:cubicBezTo>
                    <a:pt x="13020" y="820"/>
                    <a:pt x="12964" y="767"/>
                    <a:pt x="12862" y="746"/>
                  </a:cubicBezTo>
                  <a:cubicBezTo>
                    <a:pt x="12852" y="744"/>
                    <a:pt x="12843" y="743"/>
                    <a:pt x="12835" y="743"/>
                  </a:cubicBezTo>
                  <a:cubicBezTo>
                    <a:pt x="12805" y="743"/>
                    <a:pt x="12795" y="763"/>
                    <a:pt x="12778" y="830"/>
                  </a:cubicBezTo>
                  <a:cubicBezTo>
                    <a:pt x="12764" y="879"/>
                    <a:pt x="12750" y="942"/>
                    <a:pt x="12691" y="963"/>
                  </a:cubicBezTo>
                  <a:cubicBezTo>
                    <a:pt x="12680" y="967"/>
                    <a:pt x="12669" y="969"/>
                    <a:pt x="12659" y="969"/>
                  </a:cubicBezTo>
                  <a:cubicBezTo>
                    <a:pt x="12584" y="969"/>
                    <a:pt x="12538" y="870"/>
                    <a:pt x="12495" y="771"/>
                  </a:cubicBezTo>
                  <a:cubicBezTo>
                    <a:pt x="12484" y="746"/>
                    <a:pt x="12470" y="715"/>
                    <a:pt x="12456" y="690"/>
                  </a:cubicBezTo>
                  <a:lnTo>
                    <a:pt x="12421" y="725"/>
                  </a:lnTo>
                  <a:cubicBezTo>
                    <a:pt x="12346" y="794"/>
                    <a:pt x="12242" y="888"/>
                    <a:pt x="12141" y="888"/>
                  </a:cubicBezTo>
                  <a:cubicBezTo>
                    <a:pt x="12134" y="888"/>
                    <a:pt x="12127" y="887"/>
                    <a:pt x="12120" y="886"/>
                  </a:cubicBezTo>
                  <a:cubicBezTo>
                    <a:pt x="12071" y="883"/>
                    <a:pt x="12029" y="858"/>
                    <a:pt x="12001" y="820"/>
                  </a:cubicBezTo>
                  <a:cubicBezTo>
                    <a:pt x="11910" y="701"/>
                    <a:pt x="11336" y="564"/>
                    <a:pt x="10975" y="515"/>
                  </a:cubicBezTo>
                  <a:cubicBezTo>
                    <a:pt x="10814" y="494"/>
                    <a:pt x="10716" y="386"/>
                    <a:pt x="10636" y="298"/>
                  </a:cubicBezTo>
                  <a:cubicBezTo>
                    <a:pt x="10576" y="232"/>
                    <a:pt x="10541" y="197"/>
                    <a:pt x="10513" y="197"/>
                  </a:cubicBezTo>
                  <a:cubicBezTo>
                    <a:pt x="10508" y="197"/>
                    <a:pt x="10504" y="198"/>
                    <a:pt x="10499" y="200"/>
                  </a:cubicBezTo>
                  <a:lnTo>
                    <a:pt x="10485" y="204"/>
                  </a:lnTo>
                  <a:cubicBezTo>
                    <a:pt x="10520" y="249"/>
                    <a:pt x="10559" y="291"/>
                    <a:pt x="10601" y="330"/>
                  </a:cubicBezTo>
                  <a:cubicBezTo>
                    <a:pt x="10639" y="368"/>
                    <a:pt x="10685" y="410"/>
                    <a:pt x="10730" y="456"/>
                  </a:cubicBezTo>
                  <a:cubicBezTo>
                    <a:pt x="10779" y="501"/>
                    <a:pt x="10790" y="575"/>
                    <a:pt x="10751" y="631"/>
                  </a:cubicBezTo>
                  <a:cubicBezTo>
                    <a:pt x="10664" y="771"/>
                    <a:pt x="10290" y="843"/>
                    <a:pt x="10029" y="843"/>
                  </a:cubicBezTo>
                  <a:cubicBezTo>
                    <a:pt x="9944" y="843"/>
                    <a:pt x="9871" y="835"/>
                    <a:pt x="9823" y="820"/>
                  </a:cubicBezTo>
                  <a:lnTo>
                    <a:pt x="9820" y="820"/>
                  </a:lnTo>
                  <a:cubicBezTo>
                    <a:pt x="9834" y="862"/>
                    <a:pt x="9830" y="907"/>
                    <a:pt x="9806" y="942"/>
                  </a:cubicBezTo>
                  <a:cubicBezTo>
                    <a:pt x="9777" y="969"/>
                    <a:pt x="9740" y="983"/>
                    <a:pt x="9705" y="983"/>
                  </a:cubicBezTo>
                  <a:cubicBezTo>
                    <a:pt x="9698" y="983"/>
                    <a:pt x="9690" y="982"/>
                    <a:pt x="9683" y="981"/>
                  </a:cubicBezTo>
                  <a:cubicBezTo>
                    <a:pt x="9682" y="981"/>
                    <a:pt x="9680" y="981"/>
                    <a:pt x="9679" y="981"/>
                  </a:cubicBezTo>
                  <a:cubicBezTo>
                    <a:pt x="9608" y="981"/>
                    <a:pt x="9566" y="1064"/>
                    <a:pt x="9501" y="1201"/>
                  </a:cubicBezTo>
                  <a:cubicBezTo>
                    <a:pt x="9463" y="1292"/>
                    <a:pt x="9410" y="1380"/>
                    <a:pt x="9347" y="1457"/>
                  </a:cubicBezTo>
                  <a:cubicBezTo>
                    <a:pt x="9298" y="1510"/>
                    <a:pt x="9267" y="1573"/>
                    <a:pt x="9260" y="1643"/>
                  </a:cubicBezTo>
                  <a:cubicBezTo>
                    <a:pt x="9249" y="1734"/>
                    <a:pt x="9193" y="1821"/>
                    <a:pt x="9113" y="1870"/>
                  </a:cubicBezTo>
                  <a:cubicBezTo>
                    <a:pt x="9032" y="1923"/>
                    <a:pt x="9018" y="1958"/>
                    <a:pt x="9015" y="1982"/>
                  </a:cubicBezTo>
                  <a:cubicBezTo>
                    <a:pt x="9008" y="2038"/>
                    <a:pt x="9053" y="2122"/>
                    <a:pt x="9151" y="2231"/>
                  </a:cubicBezTo>
                  <a:cubicBezTo>
                    <a:pt x="9284" y="2381"/>
                    <a:pt x="9232" y="2462"/>
                    <a:pt x="9200" y="2490"/>
                  </a:cubicBezTo>
                  <a:cubicBezTo>
                    <a:pt x="9172" y="2516"/>
                    <a:pt x="9132" y="2528"/>
                    <a:pt x="9087" y="2528"/>
                  </a:cubicBezTo>
                  <a:cubicBezTo>
                    <a:pt x="8991" y="2528"/>
                    <a:pt x="8869" y="2474"/>
                    <a:pt x="8777" y="2381"/>
                  </a:cubicBezTo>
                  <a:cubicBezTo>
                    <a:pt x="8692" y="2296"/>
                    <a:pt x="8623" y="2269"/>
                    <a:pt x="8585" y="2269"/>
                  </a:cubicBezTo>
                  <a:cubicBezTo>
                    <a:pt x="8576" y="2269"/>
                    <a:pt x="8568" y="2270"/>
                    <a:pt x="8563" y="2273"/>
                  </a:cubicBezTo>
                  <a:cubicBezTo>
                    <a:pt x="8546" y="2280"/>
                    <a:pt x="8535" y="2311"/>
                    <a:pt x="8539" y="2357"/>
                  </a:cubicBezTo>
                  <a:cubicBezTo>
                    <a:pt x="8542" y="2465"/>
                    <a:pt x="8497" y="2507"/>
                    <a:pt x="8469" y="2525"/>
                  </a:cubicBezTo>
                  <a:cubicBezTo>
                    <a:pt x="8448" y="2534"/>
                    <a:pt x="8427" y="2538"/>
                    <a:pt x="8405" y="2538"/>
                  </a:cubicBezTo>
                  <a:cubicBezTo>
                    <a:pt x="8375" y="2538"/>
                    <a:pt x="8346" y="2529"/>
                    <a:pt x="8322" y="2511"/>
                  </a:cubicBezTo>
                  <a:cubicBezTo>
                    <a:pt x="8262" y="2469"/>
                    <a:pt x="8202" y="2371"/>
                    <a:pt x="8224" y="2227"/>
                  </a:cubicBezTo>
                  <a:cubicBezTo>
                    <a:pt x="8234" y="2164"/>
                    <a:pt x="8224" y="2154"/>
                    <a:pt x="8118" y="2133"/>
                  </a:cubicBezTo>
                  <a:cubicBezTo>
                    <a:pt x="8048" y="2115"/>
                    <a:pt x="7957" y="2098"/>
                    <a:pt x="7926" y="2007"/>
                  </a:cubicBezTo>
                  <a:cubicBezTo>
                    <a:pt x="7881" y="1890"/>
                    <a:pt x="7658" y="1709"/>
                    <a:pt x="7537" y="1709"/>
                  </a:cubicBezTo>
                  <a:cubicBezTo>
                    <a:pt x="7535" y="1709"/>
                    <a:pt x="7533" y="1709"/>
                    <a:pt x="7530" y="1709"/>
                  </a:cubicBezTo>
                  <a:cubicBezTo>
                    <a:pt x="7481" y="1713"/>
                    <a:pt x="7457" y="1737"/>
                    <a:pt x="7418" y="1783"/>
                  </a:cubicBezTo>
                  <a:cubicBezTo>
                    <a:pt x="7373" y="1849"/>
                    <a:pt x="7296" y="1891"/>
                    <a:pt x="7212" y="1891"/>
                  </a:cubicBezTo>
                  <a:cubicBezTo>
                    <a:pt x="7207" y="1891"/>
                    <a:pt x="7203" y="1890"/>
                    <a:pt x="7199" y="1890"/>
                  </a:cubicBezTo>
                  <a:cubicBezTo>
                    <a:pt x="7169" y="1890"/>
                    <a:pt x="7142" y="1901"/>
                    <a:pt x="7117" y="1919"/>
                  </a:cubicBezTo>
                  <a:cubicBezTo>
                    <a:pt x="7100" y="1940"/>
                    <a:pt x="7096" y="1993"/>
                    <a:pt x="7107" y="2073"/>
                  </a:cubicBezTo>
                  <a:cubicBezTo>
                    <a:pt x="7117" y="2115"/>
                    <a:pt x="7103" y="2161"/>
                    <a:pt x="7072" y="2192"/>
                  </a:cubicBezTo>
                  <a:cubicBezTo>
                    <a:pt x="7048" y="2213"/>
                    <a:pt x="7019" y="2221"/>
                    <a:pt x="6987" y="2221"/>
                  </a:cubicBezTo>
                  <a:cubicBezTo>
                    <a:pt x="6943" y="2221"/>
                    <a:pt x="6892" y="2206"/>
                    <a:pt x="6837" y="2192"/>
                  </a:cubicBezTo>
                  <a:cubicBezTo>
                    <a:pt x="6767" y="2168"/>
                    <a:pt x="6697" y="2157"/>
                    <a:pt x="6624" y="2157"/>
                  </a:cubicBezTo>
                  <a:cubicBezTo>
                    <a:pt x="6617" y="2157"/>
                    <a:pt x="6606" y="2161"/>
                    <a:pt x="6599" y="2168"/>
                  </a:cubicBezTo>
                  <a:cubicBezTo>
                    <a:pt x="6596" y="2189"/>
                    <a:pt x="6599" y="2210"/>
                    <a:pt x="6606" y="2231"/>
                  </a:cubicBezTo>
                  <a:cubicBezTo>
                    <a:pt x="6620" y="2273"/>
                    <a:pt x="6620" y="2322"/>
                    <a:pt x="6596" y="2364"/>
                  </a:cubicBezTo>
                  <a:cubicBezTo>
                    <a:pt x="6582" y="2385"/>
                    <a:pt x="6554" y="2399"/>
                    <a:pt x="6529" y="2402"/>
                  </a:cubicBezTo>
                  <a:cubicBezTo>
                    <a:pt x="6515" y="2402"/>
                    <a:pt x="6498" y="2427"/>
                    <a:pt x="6484" y="2451"/>
                  </a:cubicBezTo>
                  <a:cubicBezTo>
                    <a:pt x="6449" y="2504"/>
                    <a:pt x="6393" y="2584"/>
                    <a:pt x="6267" y="2584"/>
                  </a:cubicBezTo>
                  <a:cubicBezTo>
                    <a:pt x="6256" y="2584"/>
                    <a:pt x="6249" y="2588"/>
                    <a:pt x="6246" y="2595"/>
                  </a:cubicBezTo>
                  <a:cubicBezTo>
                    <a:pt x="6200" y="2644"/>
                    <a:pt x="6190" y="2822"/>
                    <a:pt x="6221" y="3043"/>
                  </a:cubicBezTo>
                  <a:cubicBezTo>
                    <a:pt x="6232" y="3088"/>
                    <a:pt x="6218" y="3134"/>
                    <a:pt x="6183" y="3165"/>
                  </a:cubicBezTo>
                  <a:cubicBezTo>
                    <a:pt x="6165" y="3178"/>
                    <a:pt x="6145" y="3183"/>
                    <a:pt x="6124" y="3183"/>
                  </a:cubicBezTo>
                  <a:cubicBezTo>
                    <a:pt x="6080" y="3183"/>
                    <a:pt x="6031" y="3160"/>
                    <a:pt x="5976" y="3134"/>
                  </a:cubicBezTo>
                  <a:cubicBezTo>
                    <a:pt x="5919" y="3110"/>
                    <a:pt x="5845" y="3075"/>
                    <a:pt x="5797" y="3075"/>
                  </a:cubicBezTo>
                  <a:cubicBezTo>
                    <a:pt x="5790" y="3075"/>
                    <a:pt x="5783" y="3076"/>
                    <a:pt x="5776" y="3078"/>
                  </a:cubicBezTo>
                  <a:cubicBezTo>
                    <a:pt x="5769" y="3081"/>
                    <a:pt x="5766" y="3081"/>
                    <a:pt x="5762" y="3085"/>
                  </a:cubicBezTo>
                  <a:cubicBezTo>
                    <a:pt x="5773" y="3123"/>
                    <a:pt x="5790" y="3158"/>
                    <a:pt x="5811" y="3190"/>
                  </a:cubicBezTo>
                  <a:cubicBezTo>
                    <a:pt x="5850" y="3260"/>
                    <a:pt x="5881" y="3337"/>
                    <a:pt x="5906" y="3414"/>
                  </a:cubicBezTo>
                  <a:cubicBezTo>
                    <a:pt x="5951" y="3610"/>
                    <a:pt x="5853" y="3666"/>
                    <a:pt x="5780" y="3708"/>
                  </a:cubicBezTo>
                  <a:cubicBezTo>
                    <a:pt x="5759" y="3722"/>
                    <a:pt x="5738" y="3736"/>
                    <a:pt x="5717" y="3754"/>
                  </a:cubicBezTo>
                  <a:cubicBezTo>
                    <a:pt x="5696" y="3775"/>
                    <a:pt x="5668" y="3787"/>
                    <a:pt x="5639" y="3787"/>
                  </a:cubicBezTo>
                  <a:cubicBezTo>
                    <a:pt x="5626" y="3787"/>
                    <a:pt x="5612" y="3784"/>
                    <a:pt x="5598" y="3778"/>
                  </a:cubicBezTo>
                  <a:cubicBezTo>
                    <a:pt x="5479" y="3729"/>
                    <a:pt x="5388" y="3449"/>
                    <a:pt x="5388" y="3295"/>
                  </a:cubicBezTo>
                  <a:lnTo>
                    <a:pt x="5388" y="3291"/>
                  </a:lnTo>
                  <a:cubicBezTo>
                    <a:pt x="5353" y="3305"/>
                    <a:pt x="5269" y="3358"/>
                    <a:pt x="5076" y="3561"/>
                  </a:cubicBezTo>
                  <a:cubicBezTo>
                    <a:pt x="4968" y="3673"/>
                    <a:pt x="5017" y="3831"/>
                    <a:pt x="5055" y="3960"/>
                  </a:cubicBezTo>
                  <a:cubicBezTo>
                    <a:pt x="5090" y="4065"/>
                    <a:pt x="5118" y="4163"/>
                    <a:pt x="5038" y="4212"/>
                  </a:cubicBezTo>
                  <a:cubicBezTo>
                    <a:pt x="4957" y="4261"/>
                    <a:pt x="4520" y="4671"/>
                    <a:pt x="4264" y="4975"/>
                  </a:cubicBezTo>
                  <a:cubicBezTo>
                    <a:pt x="4096" y="5178"/>
                    <a:pt x="3819" y="5189"/>
                    <a:pt x="3599" y="5196"/>
                  </a:cubicBezTo>
                  <a:cubicBezTo>
                    <a:pt x="3466" y="5199"/>
                    <a:pt x="3340" y="5203"/>
                    <a:pt x="3287" y="5248"/>
                  </a:cubicBezTo>
                  <a:cubicBezTo>
                    <a:pt x="3186" y="5336"/>
                    <a:pt x="3077" y="5346"/>
                    <a:pt x="2983" y="5353"/>
                  </a:cubicBezTo>
                  <a:cubicBezTo>
                    <a:pt x="2899" y="5360"/>
                    <a:pt x="2829" y="5367"/>
                    <a:pt x="2762" y="5420"/>
                  </a:cubicBezTo>
                  <a:lnTo>
                    <a:pt x="2745" y="5434"/>
                  </a:lnTo>
                  <a:cubicBezTo>
                    <a:pt x="2545" y="5590"/>
                    <a:pt x="2378" y="5715"/>
                    <a:pt x="2262" y="5715"/>
                  </a:cubicBezTo>
                  <a:cubicBezTo>
                    <a:pt x="2246" y="5715"/>
                    <a:pt x="2230" y="5712"/>
                    <a:pt x="2216" y="5707"/>
                  </a:cubicBezTo>
                  <a:cubicBezTo>
                    <a:pt x="2174" y="5693"/>
                    <a:pt x="2146" y="5655"/>
                    <a:pt x="2136" y="5613"/>
                  </a:cubicBezTo>
                  <a:cubicBezTo>
                    <a:pt x="2136" y="5609"/>
                    <a:pt x="2136" y="5602"/>
                    <a:pt x="2111" y="5599"/>
                  </a:cubicBezTo>
                  <a:cubicBezTo>
                    <a:pt x="2096" y="5594"/>
                    <a:pt x="2079" y="5592"/>
                    <a:pt x="2059" y="5592"/>
                  </a:cubicBezTo>
                  <a:cubicBezTo>
                    <a:pt x="1929" y="5592"/>
                    <a:pt x="1706" y="5680"/>
                    <a:pt x="1593" y="5802"/>
                  </a:cubicBezTo>
                  <a:cubicBezTo>
                    <a:pt x="1390" y="6022"/>
                    <a:pt x="1085" y="6187"/>
                    <a:pt x="872" y="6197"/>
                  </a:cubicBezTo>
                  <a:cubicBezTo>
                    <a:pt x="788" y="6204"/>
                    <a:pt x="749" y="6288"/>
                    <a:pt x="707" y="6411"/>
                  </a:cubicBezTo>
                  <a:cubicBezTo>
                    <a:pt x="683" y="6484"/>
                    <a:pt x="662" y="6547"/>
                    <a:pt x="620" y="6582"/>
                  </a:cubicBezTo>
                  <a:cubicBezTo>
                    <a:pt x="602" y="6600"/>
                    <a:pt x="579" y="6609"/>
                    <a:pt x="556" y="6609"/>
                  </a:cubicBezTo>
                  <a:cubicBezTo>
                    <a:pt x="543" y="6609"/>
                    <a:pt x="530" y="6606"/>
                    <a:pt x="518" y="6600"/>
                  </a:cubicBezTo>
                  <a:cubicBezTo>
                    <a:pt x="459" y="6572"/>
                    <a:pt x="445" y="6495"/>
                    <a:pt x="445" y="6323"/>
                  </a:cubicBezTo>
                  <a:cubicBezTo>
                    <a:pt x="382" y="6414"/>
                    <a:pt x="333" y="6512"/>
                    <a:pt x="298" y="6614"/>
                  </a:cubicBezTo>
                  <a:cubicBezTo>
                    <a:pt x="270" y="6705"/>
                    <a:pt x="298" y="6768"/>
                    <a:pt x="333" y="6845"/>
                  </a:cubicBezTo>
                  <a:cubicBezTo>
                    <a:pt x="378" y="6946"/>
                    <a:pt x="434" y="7072"/>
                    <a:pt x="315" y="7251"/>
                  </a:cubicBezTo>
                  <a:cubicBezTo>
                    <a:pt x="116" y="7545"/>
                    <a:pt x="0" y="7759"/>
                    <a:pt x="217" y="8046"/>
                  </a:cubicBezTo>
                  <a:cubicBezTo>
                    <a:pt x="483" y="8406"/>
                    <a:pt x="641" y="8637"/>
                    <a:pt x="536" y="8844"/>
                  </a:cubicBezTo>
                  <a:cubicBezTo>
                    <a:pt x="522" y="8882"/>
                    <a:pt x="483" y="8910"/>
                    <a:pt x="441" y="8914"/>
                  </a:cubicBezTo>
                  <a:cubicBezTo>
                    <a:pt x="420" y="8914"/>
                    <a:pt x="403" y="8910"/>
                    <a:pt x="385" y="8900"/>
                  </a:cubicBezTo>
                  <a:cubicBezTo>
                    <a:pt x="382" y="8921"/>
                    <a:pt x="375" y="8942"/>
                    <a:pt x="364" y="8959"/>
                  </a:cubicBezTo>
                  <a:cubicBezTo>
                    <a:pt x="347" y="8984"/>
                    <a:pt x="319" y="9001"/>
                    <a:pt x="287" y="9001"/>
                  </a:cubicBezTo>
                  <a:lnTo>
                    <a:pt x="284" y="9001"/>
                  </a:lnTo>
                  <a:cubicBezTo>
                    <a:pt x="210" y="9001"/>
                    <a:pt x="147" y="8928"/>
                    <a:pt x="53" y="8809"/>
                  </a:cubicBezTo>
                  <a:lnTo>
                    <a:pt x="42" y="8795"/>
                  </a:lnTo>
                  <a:lnTo>
                    <a:pt x="42" y="8795"/>
                  </a:lnTo>
                  <a:cubicBezTo>
                    <a:pt x="88" y="8879"/>
                    <a:pt x="144" y="8984"/>
                    <a:pt x="196" y="9075"/>
                  </a:cubicBezTo>
                  <a:cubicBezTo>
                    <a:pt x="354" y="9362"/>
                    <a:pt x="536" y="9684"/>
                    <a:pt x="546" y="9863"/>
                  </a:cubicBezTo>
                  <a:cubicBezTo>
                    <a:pt x="550" y="9978"/>
                    <a:pt x="637" y="10101"/>
                    <a:pt x="732" y="10234"/>
                  </a:cubicBezTo>
                  <a:cubicBezTo>
                    <a:pt x="868" y="10419"/>
                    <a:pt x="1019" y="10633"/>
                    <a:pt x="1005" y="10902"/>
                  </a:cubicBezTo>
                  <a:cubicBezTo>
                    <a:pt x="980" y="11350"/>
                    <a:pt x="1474" y="12103"/>
                    <a:pt x="1481" y="12110"/>
                  </a:cubicBezTo>
                  <a:cubicBezTo>
                    <a:pt x="1530" y="12187"/>
                    <a:pt x="1495" y="12285"/>
                    <a:pt x="1449" y="12415"/>
                  </a:cubicBezTo>
                  <a:cubicBezTo>
                    <a:pt x="1404" y="12541"/>
                    <a:pt x="1344" y="12702"/>
                    <a:pt x="1369" y="12863"/>
                  </a:cubicBezTo>
                  <a:cubicBezTo>
                    <a:pt x="1393" y="13038"/>
                    <a:pt x="1369" y="13174"/>
                    <a:pt x="1288" y="13269"/>
                  </a:cubicBezTo>
                  <a:cubicBezTo>
                    <a:pt x="1217" y="13344"/>
                    <a:pt x="1117" y="13389"/>
                    <a:pt x="1011" y="13389"/>
                  </a:cubicBezTo>
                  <a:cubicBezTo>
                    <a:pt x="1003" y="13389"/>
                    <a:pt x="995" y="13388"/>
                    <a:pt x="987" y="13388"/>
                  </a:cubicBezTo>
                  <a:cubicBezTo>
                    <a:pt x="952" y="13388"/>
                    <a:pt x="949" y="13402"/>
                    <a:pt x="949" y="13419"/>
                  </a:cubicBezTo>
                  <a:cubicBezTo>
                    <a:pt x="959" y="13521"/>
                    <a:pt x="1036" y="13605"/>
                    <a:pt x="1141" y="13622"/>
                  </a:cubicBezTo>
                  <a:cubicBezTo>
                    <a:pt x="1299" y="13636"/>
                    <a:pt x="1344" y="13717"/>
                    <a:pt x="1393" y="13791"/>
                  </a:cubicBezTo>
                  <a:cubicBezTo>
                    <a:pt x="1435" y="13868"/>
                    <a:pt x="1495" y="13934"/>
                    <a:pt x="1572" y="13983"/>
                  </a:cubicBezTo>
                  <a:cubicBezTo>
                    <a:pt x="1705" y="14072"/>
                    <a:pt x="1961" y="14092"/>
                    <a:pt x="2187" y="14092"/>
                  </a:cubicBezTo>
                  <a:cubicBezTo>
                    <a:pt x="2289" y="14092"/>
                    <a:pt x="2385" y="14088"/>
                    <a:pt x="2461" y="14085"/>
                  </a:cubicBezTo>
                  <a:cubicBezTo>
                    <a:pt x="2517" y="14085"/>
                    <a:pt x="2566" y="14081"/>
                    <a:pt x="2601" y="14081"/>
                  </a:cubicBezTo>
                  <a:cubicBezTo>
                    <a:pt x="2668" y="14081"/>
                    <a:pt x="2713" y="14036"/>
                    <a:pt x="2783" y="13959"/>
                  </a:cubicBezTo>
                  <a:cubicBezTo>
                    <a:pt x="2867" y="13871"/>
                    <a:pt x="2969" y="13763"/>
                    <a:pt x="3144" y="13756"/>
                  </a:cubicBezTo>
                  <a:cubicBezTo>
                    <a:pt x="3319" y="13748"/>
                    <a:pt x="3347" y="13713"/>
                    <a:pt x="3406" y="13619"/>
                  </a:cubicBezTo>
                  <a:cubicBezTo>
                    <a:pt x="3427" y="13591"/>
                    <a:pt x="3452" y="13552"/>
                    <a:pt x="3483" y="13514"/>
                  </a:cubicBezTo>
                  <a:cubicBezTo>
                    <a:pt x="3570" y="13403"/>
                    <a:pt x="3788" y="13368"/>
                    <a:pt x="4124" y="13368"/>
                  </a:cubicBezTo>
                  <a:cubicBezTo>
                    <a:pt x="4317" y="13368"/>
                    <a:pt x="4551" y="13380"/>
                    <a:pt x="4821" y="13395"/>
                  </a:cubicBezTo>
                  <a:lnTo>
                    <a:pt x="4943" y="13402"/>
                  </a:lnTo>
                  <a:cubicBezTo>
                    <a:pt x="4995" y="13405"/>
                    <a:pt x="5045" y="13407"/>
                    <a:pt x="5094" y="13407"/>
                  </a:cubicBezTo>
                  <a:cubicBezTo>
                    <a:pt x="5536" y="13407"/>
                    <a:pt x="5804" y="13276"/>
                    <a:pt x="5899" y="13020"/>
                  </a:cubicBezTo>
                  <a:cubicBezTo>
                    <a:pt x="5958" y="12859"/>
                    <a:pt x="6148" y="12793"/>
                    <a:pt x="6337" y="12730"/>
                  </a:cubicBezTo>
                  <a:cubicBezTo>
                    <a:pt x="6456" y="12688"/>
                    <a:pt x="6578" y="12646"/>
                    <a:pt x="6641" y="12583"/>
                  </a:cubicBezTo>
                  <a:cubicBezTo>
                    <a:pt x="6799" y="12438"/>
                    <a:pt x="6942" y="12398"/>
                    <a:pt x="7212" y="12398"/>
                  </a:cubicBezTo>
                  <a:cubicBezTo>
                    <a:pt x="7296" y="12398"/>
                    <a:pt x="7391" y="12402"/>
                    <a:pt x="7502" y="12408"/>
                  </a:cubicBezTo>
                  <a:cubicBezTo>
                    <a:pt x="7522" y="12409"/>
                    <a:pt x="7541" y="12409"/>
                    <a:pt x="7560" y="12409"/>
                  </a:cubicBezTo>
                  <a:cubicBezTo>
                    <a:pt x="7902" y="12409"/>
                    <a:pt x="8224" y="12265"/>
                    <a:pt x="8490" y="12149"/>
                  </a:cubicBezTo>
                  <a:cubicBezTo>
                    <a:pt x="8560" y="12117"/>
                    <a:pt x="8626" y="12086"/>
                    <a:pt x="8689" y="12061"/>
                  </a:cubicBezTo>
                  <a:cubicBezTo>
                    <a:pt x="8871" y="11988"/>
                    <a:pt x="9134" y="11974"/>
                    <a:pt x="9386" y="11960"/>
                  </a:cubicBezTo>
                  <a:cubicBezTo>
                    <a:pt x="9540" y="11956"/>
                    <a:pt x="9697" y="11942"/>
                    <a:pt x="9848" y="11911"/>
                  </a:cubicBezTo>
                  <a:cubicBezTo>
                    <a:pt x="9875" y="11904"/>
                    <a:pt x="9901" y="11901"/>
                    <a:pt x="9925" y="11901"/>
                  </a:cubicBezTo>
                  <a:cubicBezTo>
                    <a:pt x="10064" y="11901"/>
                    <a:pt x="10152" y="11995"/>
                    <a:pt x="10233" y="12079"/>
                  </a:cubicBezTo>
                  <a:cubicBezTo>
                    <a:pt x="10312" y="12164"/>
                    <a:pt x="10380" y="12239"/>
                    <a:pt x="10489" y="12239"/>
                  </a:cubicBezTo>
                  <a:cubicBezTo>
                    <a:pt x="10500" y="12239"/>
                    <a:pt x="10512" y="12238"/>
                    <a:pt x="10524" y="12236"/>
                  </a:cubicBezTo>
                  <a:cubicBezTo>
                    <a:pt x="10559" y="12233"/>
                    <a:pt x="10593" y="12231"/>
                    <a:pt x="10628" y="12231"/>
                  </a:cubicBezTo>
                  <a:cubicBezTo>
                    <a:pt x="10749" y="12231"/>
                    <a:pt x="10869" y="12251"/>
                    <a:pt x="10986" y="12289"/>
                  </a:cubicBezTo>
                  <a:cubicBezTo>
                    <a:pt x="11045" y="12310"/>
                    <a:pt x="11108" y="12324"/>
                    <a:pt x="11171" y="12324"/>
                  </a:cubicBezTo>
                  <a:cubicBezTo>
                    <a:pt x="11181" y="12322"/>
                    <a:pt x="11192" y="12322"/>
                    <a:pt x="11202" y="12322"/>
                  </a:cubicBezTo>
                  <a:cubicBezTo>
                    <a:pt x="11272" y="12322"/>
                    <a:pt x="11342" y="12353"/>
                    <a:pt x="11388" y="12411"/>
                  </a:cubicBezTo>
                  <a:cubicBezTo>
                    <a:pt x="11420" y="12446"/>
                    <a:pt x="11458" y="12471"/>
                    <a:pt x="11504" y="12481"/>
                  </a:cubicBezTo>
                  <a:cubicBezTo>
                    <a:pt x="11577" y="12488"/>
                    <a:pt x="11637" y="12537"/>
                    <a:pt x="11668" y="12600"/>
                  </a:cubicBezTo>
                  <a:cubicBezTo>
                    <a:pt x="11700" y="12684"/>
                    <a:pt x="11672" y="12793"/>
                    <a:pt x="11581" y="12922"/>
                  </a:cubicBezTo>
                  <a:cubicBezTo>
                    <a:pt x="11577" y="12926"/>
                    <a:pt x="11577" y="12933"/>
                    <a:pt x="11574" y="12936"/>
                  </a:cubicBezTo>
                  <a:cubicBezTo>
                    <a:pt x="11609" y="12964"/>
                    <a:pt x="11644" y="12985"/>
                    <a:pt x="11682" y="13003"/>
                  </a:cubicBezTo>
                  <a:cubicBezTo>
                    <a:pt x="11833" y="13073"/>
                    <a:pt x="11966" y="13178"/>
                    <a:pt x="12067" y="13311"/>
                  </a:cubicBezTo>
                  <a:cubicBezTo>
                    <a:pt x="12214" y="13510"/>
                    <a:pt x="12197" y="13622"/>
                    <a:pt x="12179" y="13724"/>
                  </a:cubicBezTo>
                  <a:cubicBezTo>
                    <a:pt x="12162" y="13791"/>
                    <a:pt x="12172" y="13864"/>
                    <a:pt x="12204" y="13927"/>
                  </a:cubicBezTo>
                  <a:cubicBezTo>
                    <a:pt x="12256" y="14029"/>
                    <a:pt x="12284" y="14036"/>
                    <a:pt x="12288" y="14036"/>
                  </a:cubicBezTo>
                  <a:cubicBezTo>
                    <a:pt x="12340" y="14036"/>
                    <a:pt x="12484" y="13836"/>
                    <a:pt x="12540" y="13759"/>
                  </a:cubicBezTo>
                  <a:cubicBezTo>
                    <a:pt x="12628" y="13626"/>
                    <a:pt x="12771" y="13535"/>
                    <a:pt x="12929" y="13507"/>
                  </a:cubicBezTo>
                  <a:cubicBezTo>
                    <a:pt x="13027" y="13486"/>
                    <a:pt x="13058" y="13475"/>
                    <a:pt x="13072" y="13377"/>
                  </a:cubicBezTo>
                  <a:cubicBezTo>
                    <a:pt x="13100" y="13160"/>
                    <a:pt x="13247" y="12884"/>
                    <a:pt x="13429" y="12817"/>
                  </a:cubicBezTo>
                  <a:cubicBezTo>
                    <a:pt x="13455" y="12806"/>
                    <a:pt x="13482" y="12800"/>
                    <a:pt x="13509" y="12800"/>
                  </a:cubicBezTo>
                  <a:cubicBezTo>
                    <a:pt x="13557" y="12800"/>
                    <a:pt x="13605" y="12817"/>
                    <a:pt x="13643" y="12849"/>
                  </a:cubicBezTo>
                  <a:cubicBezTo>
                    <a:pt x="13776" y="12961"/>
                    <a:pt x="13709" y="13066"/>
                    <a:pt x="13639" y="13174"/>
                  </a:cubicBezTo>
                  <a:cubicBezTo>
                    <a:pt x="13538" y="13332"/>
                    <a:pt x="13468" y="13507"/>
                    <a:pt x="13433" y="13689"/>
                  </a:cubicBezTo>
                  <a:cubicBezTo>
                    <a:pt x="13366" y="14036"/>
                    <a:pt x="13261" y="14106"/>
                    <a:pt x="13114" y="14109"/>
                  </a:cubicBezTo>
                  <a:lnTo>
                    <a:pt x="13093" y="14109"/>
                  </a:lnTo>
                  <a:lnTo>
                    <a:pt x="13093" y="14116"/>
                  </a:lnTo>
                  <a:cubicBezTo>
                    <a:pt x="13099" y="14138"/>
                    <a:pt x="13181" y="14178"/>
                    <a:pt x="13282" y="14178"/>
                  </a:cubicBezTo>
                  <a:cubicBezTo>
                    <a:pt x="13296" y="14178"/>
                    <a:pt x="13310" y="14177"/>
                    <a:pt x="13324" y="14176"/>
                  </a:cubicBezTo>
                  <a:cubicBezTo>
                    <a:pt x="13394" y="14169"/>
                    <a:pt x="13475" y="14141"/>
                    <a:pt x="13475" y="14053"/>
                  </a:cubicBezTo>
                  <a:cubicBezTo>
                    <a:pt x="13475" y="13843"/>
                    <a:pt x="13520" y="13724"/>
                    <a:pt x="13611" y="13692"/>
                  </a:cubicBezTo>
                  <a:cubicBezTo>
                    <a:pt x="13627" y="13687"/>
                    <a:pt x="13642" y="13684"/>
                    <a:pt x="13658" y="13684"/>
                  </a:cubicBezTo>
                  <a:cubicBezTo>
                    <a:pt x="13766" y="13684"/>
                    <a:pt x="13861" y="13811"/>
                    <a:pt x="13895" y="13854"/>
                  </a:cubicBezTo>
                  <a:cubicBezTo>
                    <a:pt x="14052" y="14057"/>
                    <a:pt x="13951" y="14242"/>
                    <a:pt x="13881" y="14365"/>
                  </a:cubicBezTo>
                  <a:cubicBezTo>
                    <a:pt x="13860" y="14400"/>
                    <a:pt x="13825" y="14463"/>
                    <a:pt x="13832" y="14477"/>
                  </a:cubicBezTo>
                  <a:cubicBezTo>
                    <a:pt x="13836" y="14479"/>
                    <a:pt x="13842" y="14480"/>
                    <a:pt x="13850" y="14480"/>
                  </a:cubicBezTo>
                  <a:cubicBezTo>
                    <a:pt x="13885" y="14480"/>
                    <a:pt x="13948" y="14460"/>
                    <a:pt x="13982" y="14449"/>
                  </a:cubicBezTo>
                  <a:cubicBezTo>
                    <a:pt x="14045" y="14424"/>
                    <a:pt x="14112" y="14410"/>
                    <a:pt x="14178" y="14410"/>
                  </a:cubicBezTo>
                  <a:cubicBezTo>
                    <a:pt x="14315" y="14424"/>
                    <a:pt x="14438" y="14564"/>
                    <a:pt x="14497" y="14645"/>
                  </a:cubicBezTo>
                  <a:cubicBezTo>
                    <a:pt x="14623" y="14809"/>
                    <a:pt x="14732" y="15058"/>
                    <a:pt x="14697" y="15240"/>
                  </a:cubicBezTo>
                  <a:lnTo>
                    <a:pt x="14690" y="15282"/>
                  </a:lnTo>
                  <a:cubicBezTo>
                    <a:pt x="14644" y="15516"/>
                    <a:pt x="14606" y="15702"/>
                    <a:pt x="14952" y="15874"/>
                  </a:cubicBezTo>
                  <a:cubicBezTo>
                    <a:pt x="15057" y="15923"/>
                    <a:pt x="15155" y="15986"/>
                    <a:pt x="15250" y="16056"/>
                  </a:cubicBezTo>
                  <a:cubicBezTo>
                    <a:pt x="15313" y="16105"/>
                    <a:pt x="15320" y="16108"/>
                    <a:pt x="15481" y="16108"/>
                  </a:cubicBezTo>
                  <a:cubicBezTo>
                    <a:pt x="15792" y="16108"/>
                    <a:pt x="16443" y="16353"/>
                    <a:pt x="16626" y="16514"/>
                  </a:cubicBezTo>
                  <a:cubicBezTo>
                    <a:pt x="16649" y="16534"/>
                    <a:pt x="16679" y="16541"/>
                    <a:pt x="16710" y="16541"/>
                  </a:cubicBezTo>
                  <a:cubicBezTo>
                    <a:pt x="16745" y="16541"/>
                    <a:pt x="16780" y="16532"/>
                    <a:pt x="16804" y="16525"/>
                  </a:cubicBezTo>
                  <a:cubicBezTo>
                    <a:pt x="16962" y="16479"/>
                    <a:pt x="17161" y="16318"/>
                    <a:pt x="17210" y="16143"/>
                  </a:cubicBezTo>
                  <a:cubicBezTo>
                    <a:pt x="17259" y="15982"/>
                    <a:pt x="17368" y="15968"/>
                    <a:pt x="17410" y="15968"/>
                  </a:cubicBezTo>
                  <a:cubicBezTo>
                    <a:pt x="17504" y="15975"/>
                    <a:pt x="17588" y="16038"/>
                    <a:pt x="17616" y="16133"/>
                  </a:cubicBezTo>
                  <a:cubicBezTo>
                    <a:pt x="17620" y="16147"/>
                    <a:pt x="17620" y="16164"/>
                    <a:pt x="17620" y="16182"/>
                  </a:cubicBezTo>
                  <a:cubicBezTo>
                    <a:pt x="17634" y="16168"/>
                    <a:pt x="17655" y="16157"/>
                    <a:pt x="17672" y="16157"/>
                  </a:cubicBezTo>
                  <a:lnTo>
                    <a:pt x="17686" y="16157"/>
                  </a:lnTo>
                  <a:cubicBezTo>
                    <a:pt x="17739" y="16157"/>
                    <a:pt x="17781" y="16199"/>
                    <a:pt x="17809" y="16287"/>
                  </a:cubicBezTo>
                  <a:cubicBezTo>
                    <a:pt x="17837" y="16364"/>
                    <a:pt x="17900" y="16399"/>
                    <a:pt x="17973" y="16441"/>
                  </a:cubicBezTo>
                  <a:cubicBezTo>
                    <a:pt x="18054" y="16476"/>
                    <a:pt x="18120" y="16532"/>
                    <a:pt x="18169" y="16602"/>
                  </a:cubicBezTo>
                  <a:cubicBezTo>
                    <a:pt x="18187" y="16637"/>
                    <a:pt x="18208" y="16672"/>
                    <a:pt x="18232" y="16703"/>
                  </a:cubicBezTo>
                  <a:cubicBezTo>
                    <a:pt x="18253" y="16563"/>
                    <a:pt x="18348" y="16465"/>
                    <a:pt x="18512" y="16406"/>
                  </a:cubicBezTo>
                  <a:cubicBezTo>
                    <a:pt x="18653" y="16353"/>
                    <a:pt x="18754" y="16266"/>
                    <a:pt x="18884" y="16154"/>
                  </a:cubicBezTo>
                  <a:cubicBezTo>
                    <a:pt x="18926" y="16115"/>
                    <a:pt x="18968" y="16080"/>
                    <a:pt x="19017" y="16038"/>
                  </a:cubicBezTo>
                  <a:cubicBezTo>
                    <a:pt x="19234" y="15860"/>
                    <a:pt x="20018" y="15825"/>
                    <a:pt x="20172" y="15821"/>
                  </a:cubicBezTo>
                  <a:cubicBezTo>
                    <a:pt x="20210" y="15730"/>
                    <a:pt x="20252" y="15338"/>
                    <a:pt x="20277" y="15100"/>
                  </a:cubicBezTo>
                  <a:cubicBezTo>
                    <a:pt x="20291" y="14981"/>
                    <a:pt x="20301" y="14865"/>
                    <a:pt x="20312" y="14774"/>
                  </a:cubicBezTo>
                  <a:cubicBezTo>
                    <a:pt x="20340" y="14571"/>
                    <a:pt x="20434" y="14452"/>
                    <a:pt x="20529" y="14337"/>
                  </a:cubicBezTo>
                  <a:cubicBezTo>
                    <a:pt x="20620" y="14218"/>
                    <a:pt x="20704" y="14120"/>
                    <a:pt x="20725" y="13934"/>
                  </a:cubicBezTo>
                  <a:cubicBezTo>
                    <a:pt x="20774" y="13549"/>
                    <a:pt x="21198" y="12754"/>
                    <a:pt x="21352" y="12705"/>
                  </a:cubicBezTo>
                  <a:cubicBezTo>
                    <a:pt x="21415" y="12684"/>
                    <a:pt x="21625" y="12597"/>
                    <a:pt x="21635" y="12387"/>
                  </a:cubicBezTo>
                  <a:cubicBezTo>
                    <a:pt x="21642" y="12264"/>
                    <a:pt x="21709" y="12149"/>
                    <a:pt x="21779" y="12023"/>
                  </a:cubicBezTo>
                  <a:cubicBezTo>
                    <a:pt x="21849" y="11897"/>
                    <a:pt x="21926" y="11760"/>
                    <a:pt x="21926" y="11627"/>
                  </a:cubicBezTo>
                  <a:cubicBezTo>
                    <a:pt x="21926" y="11462"/>
                    <a:pt x="21978" y="11287"/>
                    <a:pt x="22017" y="11147"/>
                  </a:cubicBezTo>
                  <a:cubicBezTo>
                    <a:pt x="22038" y="11084"/>
                    <a:pt x="22055" y="11021"/>
                    <a:pt x="22062" y="10955"/>
                  </a:cubicBezTo>
                  <a:lnTo>
                    <a:pt x="22055" y="10937"/>
                  </a:lnTo>
                  <a:cubicBezTo>
                    <a:pt x="22024" y="10832"/>
                    <a:pt x="21943" y="10556"/>
                    <a:pt x="22139" y="10349"/>
                  </a:cubicBezTo>
                  <a:cubicBezTo>
                    <a:pt x="22213" y="10269"/>
                    <a:pt x="22192" y="10188"/>
                    <a:pt x="22153" y="10073"/>
                  </a:cubicBezTo>
                  <a:cubicBezTo>
                    <a:pt x="22129" y="9985"/>
                    <a:pt x="22097" y="9891"/>
                    <a:pt x="22174" y="9831"/>
                  </a:cubicBezTo>
                  <a:cubicBezTo>
                    <a:pt x="22185" y="9800"/>
                    <a:pt x="22185" y="9765"/>
                    <a:pt x="22174" y="9730"/>
                  </a:cubicBezTo>
                  <a:cubicBezTo>
                    <a:pt x="22160" y="9663"/>
                    <a:pt x="22136" y="9604"/>
                    <a:pt x="22097" y="9547"/>
                  </a:cubicBezTo>
                  <a:cubicBezTo>
                    <a:pt x="22088" y="9552"/>
                    <a:pt x="22077" y="9554"/>
                    <a:pt x="22068" y="9554"/>
                  </a:cubicBezTo>
                  <a:cubicBezTo>
                    <a:pt x="22052" y="9554"/>
                    <a:pt x="22038" y="9549"/>
                    <a:pt x="22027" y="9540"/>
                  </a:cubicBezTo>
                  <a:cubicBezTo>
                    <a:pt x="21898" y="9456"/>
                    <a:pt x="21957" y="8735"/>
                    <a:pt x="21992" y="8560"/>
                  </a:cubicBezTo>
                  <a:cubicBezTo>
                    <a:pt x="21999" y="8525"/>
                    <a:pt x="22003" y="8497"/>
                    <a:pt x="22010" y="8473"/>
                  </a:cubicBezTo>
                  <a:lnTo>
                    <a:pt x="22010" y="8473"/>
                  </a:lnTo>
                  <a:lnTo>
                    <a:pt x="21968" y="8511"/>
                  </a:lnTo>
                  <a:cubicBezTo>
                    <a:pt x="21937" y="8545"/>
                    <a:pt x="21894" y="8563"/>
                    <a:pt x="21849" y="8563"/>
                  </a:cubicBezTo>
                  <a:cubicBezTo>
                    <a:pt x="21839" y="8563"/>
                    <a:pt x="21828" y="8562"/>
                    <a:pt x="21817" y="8560"/>
                  </a:cubicBezTo>
                  <a:cubicBezTo>
                    <a:pt x="21635" y="8515"/>
                    <a:pt x="21513" y="8105"/>
                    <a:pt x="21495" y="8060"/>
                  </a:cubicBezTo>
                  <a:cubicBezTo>
                    <a:pt x="21459" y="7940"/>
                    <a:pt x="21313" y="7690"/>
                    <a:pt x="21172" y="7690"/>
                  </a:cubicBezTo>
                  <a:cubicBezTo>
                    <a:pt x="21164" y="7690"/>
                    <a:pt x="21157" y="7690"/>
                    <a:pt x="21149" y="7692"/>
                  </a:cubicBezTo>
                  <a:cubicBezTo>
                    <a:pt x="21134" y="7697"/>
                    <a:pt x="21118" y="7699"/>
                    <a:pt x="21102" y="7699"/>
                  </a:cubicBezTo>
                  <a:cubicBezTo>
                    <a:pt x="21073" y="7699"/>
                    <a:pt x="21044" y="7692"/>
                    <a:pt x="21019" y="7678"/>
                  </a:cubicBezTo>
                  <a:cubicBezTo>
                    <a:pt x="20960" y="7643"/>
                    <a:pt x="20946" y="7573"/>
                    <a:pt x="20932" y="7517"/>
                  </a:cubicBezTo>
                  <a:cubicBezTo>
                    <a:pt x="20915" y="7452"/>
                    <a:pt x="20910" y="7437"/>
                    <a:pt x="20895" y="7437"/>
                  </a:cubicBezTo>
                  <a:cubicBezTo>
                    <a:pt x="20890" y="7437"/>
                    <a:pt x="20885" y="7438"/>
                    <a:pt x="20879" y="7440"/>
                  </a:cubicBezTo>
                  <a:cubicBezTo>
                    <a:pt x="20865" y="7443"/>
                    <a:pt x="20851" y="7445"/>
                    <a:pt x="20836" y="7445"/>
                  </a:cubicBezTo>
                  <a:cubicBezTo>
                    <a:pt x="20787" y="7445"/>
                    <a:pt x="20739" y="7426"/>
                    <a:pt x="20704" y="7391"/>
                  </a:cubicBezTo>
                  <a:cubicBezTo>
                    <a:pt x="20564" y="7258"/>
                    <a:pt x="20588" y="6932"/>
                    <a:pt x="20606" y="6796"/>
                  </a:cubicBezTo>
                  <a:cubicBezTo>
                    <a:pt x="20609" y="6771"/>
                    <a:pt x="20609" y="6743"/>
                    <a:pt x="20609" y="6715"/>
                  </a:cubicBezTo>
                  <a:lnTo>
                    <a:pt x="20609" y="6715"/>
                  </a:lnTo>
                  <a:lnTo>
                    <a:pt x="20592" y="6719"/>
                  </a:lnTo>
                  <a:cubicBezTo>
                    <a:pt x="20576" y="6723"/>
                    <a:pt x="20554" y="6727"/>
                    <a:pt x="20530" y="6727"/>
                  </a:cubicBezTo>
                  <a:cubicBezTo>
                    <a:pt x="20487" y="6727"/>
                    <a:pt x="20438" y="6713"/>
                    <a:pt x="20399" y="6659"/>
                  </a:cubicBezTo>
                  <a:cubicBezTo>
                    <a:pt x="20386" y="6640"/>
                    <a:pt x="20375" y="6630"/>
                    <a:pt x="20356" y="6630"/>
                  </a:cubicBezTo>
                  <a:cubicBezTo>
                    <a:pt x="20337" y="6630"/>
                    <a:pt x="20308" y="6641"/>
                    <a:pt x="20256" y="6666"/>
                  </a:cubicBezTo>
                  <a:cubicBezTo>
                    <a:pt x="20224" y="6684"/>
                    <a:pt x="20193" y="6698"/>
                    <a:pt x="20158" y="6712"/>
                  </a:cubicBezTo>
                  <a:cubicBezTo>
                    <a:pt x="20143" y="6717"/>
                    <a:pt x="20127" y="6720"/>
                    <a:pt x="20111" y="6720"/>
                  </a:cubicBezTo>
                  <a:cubicBezTo>
                    <a:pt x="20076" y="6720"/>
                    <a:pt x="20041" y="6707"/>
                    <a:pt x="20014" y="6680"/>
                  </a:cubicBezTo>
                  <a:cubicBezTo>
                    <a:pt x="19923" y="6593"/>
                    <a:pt x="19906" y="6365"/>
                    <a:pt x="19941" y="6253"/>
                  </a:cubicBezTo>
                  <a:cubicBezTo>
                    <a:pt x="19972" y="6152"/>
                    <a:pt x="19906" y="6033"/>
                    <a:pt x="19759" y="5924"/>
                  </a:cubicBezTo>
                  <a:cubicBezTo>
                    <a:pt x="19549" y="5770"/>
                    <a:pt x="19538" y="5630"/>
                    <a:pt x="19549" y="5473"/>
                  </a:cubicBezTo>
                  <a:cubicBezTo>
                    <a:pt x="19496" y="5339"/>
                    <a:pt x="18589" y="4849"/>
                    <a:pt x="18341" y="4797"/>
                  </a:cubicBezTo>
                  <a:cubicBezTo>
                    <a:pt x="18141" y="4755"/>
                    <a:pt x="18166" y="4594"/>
                    <a:pt x="18176" y="4506"/>
                  </a:cubicBezTo>
                  <a:cubicBezTo>
                    <a:pt x="18183" y="4468"/>
                    <a:pt x="18190" y="4419"/>
                    <a:pt x="18176" y="4405"/>
                  </a:cubicBezTo>
                  <a:cubicBezTo>
                    <a:pt x="18036" y="4282"/>
                    <a:pt x="18022" y="3866"/>
                    <a:pt x="18022" y="3691"/>
                  </a:cubicBezTo>
                  <a:cubicBezTo>
                    <a:pt x="18022" y="3579"/>
                    <a:pt x="17945" y="3505"/>
                    <a:pt x="17865" y="3425"/>
                  </a:cubicBezTo>
                  <a:cubicBezTo>
                    <a:pt x="17781" y="3344"/>
                    <a:pt x="17690" y="3249"/>
                    <a:pt x="17693" y="3116"/>
                  </a:cubicBezTo>
                  <a:cubicBezTo>
                    <a:pt x="17693" y="3022"/>
                    <a:pt x="17683" y="2924"/>
                    <a:pt x="17658" y="2833"/>
                  </a:cubicBezTo>
                  <a:cubicBezTo>
                    <a:pt x="17627" y="2707"/>
                    <a:pt x="17613" y="2577"/>
                    <a:pt x="17623" y="2448"/>
                  </a:cubicBezTo>
                  <a:cubicBezTo>
                    <a:pt x="17630" y="2353"/>
                    <a:pt x="17553" y="2294"/>
                    <a:pt x="17434" y="2220"/>
                  </a:cubicBezTo>
                  <a:cubicBezTo>
                    <a:pt x="17347" y="2164"/>
                    <a:pt x="17266" y="2112"/>
                    <a:pt x="17259" y="2024"/>
                  </a:cubicBezTo>
                  <a:cubicBezTo>
                    <a:pt x="17210" y="2028"/>
                    <a:pt x="17158" y="2038"/>
                    <a:pt x="17112" y="2052"/>
                  </a:cubicBezTo>
                  <a:cubicBezTo>
                    <a:pt x="17046" y="2073"/>
                    <a:pt x="16976" y="2087"/>
                    <a:pt x="16909" y="2098"/>
                  </a:cubicBezTo>
                  <a:cubicBezTo>
                    <a:pt x="16898" y="2099"/>
                    <a:pt x="16888" y="2100"/>
                    <a:pt x="16877" y="2100"/>
                  </a:cubicBezTo>
                  <a:cubicBezTo>
                    <a:pt x="16826" y="2100"/>
                    <a:pt x="16779" y="2080"/>
                    <a:pt x="16741" y="2045"/>
                  </a:cubicBezTo>
                  <a:cubicBezTo>
                    <a:pt x="16636" y="1944"/>
                    <a:pt x="16647" y="1720"/>
                    <a:pt x="16664" y="1482"/>
                  </a:cubicBezTo>
                  <a:cubicBezTo>
                    <a:pt x="16689" y="1219"/>
                    <a:pt x="16584" y="781"/>
                    <a:pt x="16436" y="666"/>
                  </a:cubicBezTo>
                  <a:cubicBezTo>
                    <a:pt x="16317" y="571"/>
                    <a:pt x="16272" y="372"/>
                    <a:pt x="16230" y="197"/>
                  </a:cubicBezTo>
                  <a:cubicBezTo>
                    <a:pt x="16216" y="130"/>
                    <a:pt x="16198" y="64"/>
                    <a:pt x="16170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71" name="Google Shape;7029;p80">
              <a:extLst>
                <a:ext uri="{FF2B5EF4-FFF2-40B4-BE49-F238E27FC236}">
                  <a16:creationId xmlns:a16="http://schemas.microsoft.com/office/drawing/2014/main" id="{03F617D0-B55E-06FC-9612-3DCB8DCA46B4}"/>
                </a:ext>
              </a:extLst>
            </p:cNvPr>
            <p:cNvSpPr/>
            <p:nvPr/>
          </p:nvSpPr>
          <p:spPr>
            <a:xfrm>
              <a:off x="3006548" y="2132321"/>
              <a:ext cx="7861" cy="1765"/>
            </a:xfrm>
            <a:custGeom>
              <a:avLst/>
              <a:gdLst/>
              <a:ahLst/>
              <a:cxnLst/>
              <a:rect l="l" t="t" r="r" b="b"/>
              <a:pathLst>
                <a:path w="579" h="130" extrusionOk="0">
                  <a:moveTo>
                    <a:pt x="463" y="0"/>
                  </a:moveTo>
                  <a:cubicBezTo>
                    <a:pt x="399" y="0"/>
                    <a:pt x="335" y="9"/>
                    <a:pt x="274" y="24"/>
                  </a:cubicBezTo>
                  <a:cubicBezTo>
                    <a:pt x="179" y="34"/>
                    <a:pt x="85" y="66"/>
                    <a:pt x="1" y="115"/>
                  </a:cubicBezTo>
                  <a:cubicBezTo>
                    <a:pt x="23" y="124"/>
                    <a:pt x="64" y="129"/>
                    <a:pt x="117" y="129"/>
                  </a:cubicBezTo>
                  <a:cubicBezTo>
                    <a:pt x="190" y="129"/>
                    <a:pt x="286" y="119"/>
                    <a:pt x="389" y="90"/>
                  </a:cubicBezTo>
                  <a:cubicBezTo>
                    <a:pt x="456" y="76"/>
                    <a:pt x="522" y="48"/>
                    <a:pt x="578" y="10"/>
                  </a:cubicBezTo>
                  <a:cubicBezTo>
                    <a:pt x="540" y="3"/>
                    <a:pt x="501" y="0"/>
                    <a:pt x="463" y="0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72" name="Google Shape;7030;p80">
              <a:extLst>
                <a:ext uri="{FF2B5EF4-FFF2-40B4-BE49-F238E27FC236}">
                  <a16:creationId xmlns:a16="http://schemas.microsoft.com/office/drawing/2014/main" id="{36809BED-26C8-AACD-6007-C231E10A9490}"/>
                </a:ext>
              </a:extLst>
            </p:cNvPr>
            <p:cNvSpPr/>
            <p:nvPr/>
          </p:nvSpPr>
          <p:spPr>
            <a:xfrm>
              <a:off x="3116594" y="2348014"/>
              <a:ext cx="679" cy="1344"/>
            </a:xfrm>
            <a:custGeom>
              <a:avLst/>
              <a:gdLst/>
              <a:ahLst/>
              <a:cxnLst/>
              <a:rect l="l" t="t" r="r" b="b"/>
              <a:pathLst>
                <a:path w="50" h="99" extrusionOk="0">
                  <a:moveTo>
                    <a:pt x="49" y="0"/>
                  </a:moveTo>
                  <a:lnTo>
                    <a:pt x="49" y="0"/>
                  </a:lnTo>
                  <a:cubicBezTo>
                    <a:pt x="42" y="4"/>
                    <a:pt x="35" y="7"/>
                    <a:pt x="28" y="14"/>
                  </a:cubicBezTo>
                  <a:cubicBezTo>
                    <a:pt x="0" y="28"/>
                    <a:pt x="4" y="42"/>
                    <a:pt x="4" y="53"/>
                  </a:cubicBezTo>
                  <a:cubicBezTo>
                    <a:pt x="7" y="70"/>
                    <a:pt x="18" y="84"/>
                    <a:pt x="32" y="98"/>
                  </a:cubicBezTo>
                  <a:cubicBezTo>
                    <a:pt x="35" y="63"/>
                    <a:pt x="39" y="32"/>
                    <a:pt x="49" y="0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73" name="Google Shape;7031;p80">
              <a:extLst>
                <a:ext uri="{FF2B5EF4-FFF2-40B4-BE49-F238E27FC236}">
                  <a16:creationId xmlns:a16="http://schemas.microsoft.com/office/drawing/2014/main" id="{6E0C5DBE-502B-51FA-9545-A94E7FB49313}"/>
                </a:ext>
              </a:extLst>
            </p:cNvPr>
            <p:cNvSpPr/>
            <p:nvPr/>
          </p:nvSpPr>
          <p:spPr>
            <a:xfrm>
              <a:off x="3114883" y="2370254"/>
              <a:ext cx="25675" cy="24575"/>
            </a:xfrm>
            <a:custGeom>
              <a:avLst/>
              <a:gdLst/>
              <a:ahLst/>
              <a:cxnLst/>
              <a:rect l="l" t="t" r="r" b="b"/>
              <a:pathLst>
                <a:path w="1891" h="1810" extrusionOk="0">
                  <a:moveTo>
                    <a:pt x="0" y="1"/>
                  </a:moveTo>
                  <a:lnTo>
                    <a:pt x="0" y="1"/>
                  </a:lnTo>
                  <a:cubicBezTo>
                    <a:pt x="32" y="95"/>
                    <a:pt x="70" y="190"/>
                    <a:pt x="112" y="281"/>
                  </a:cubicBezTo>
                  <a:cubicBezTo>
                    <a:pt x="238" y="575"/>
                    <a:pt x="382" y="907"/>
                    <a:pt x="259" y="1061"/>
                  </a:cubicBezTo>
                  <a:cubicBezTo>
                    <a:pt x="235" y="1093"/>
                    <a:pt x="249" y="1145"/>
                    <a:pt x="263" y="1184"/>
                  </a:cubicBezTo>
                  <a:cubicBezTo>
                    <a:pt x="361" y="1432"/>
                    <a:pt x="791" y="1782"/>
                    <a:pt x="945" y="1807"/>
                  </a:cubicBezTo>
                  <a:cubicBezTo>
                    <a:pt x="957" y="1808"/>
                    <a:pt x="967" y="1809"/>
                    <a:pt x="976" y="1809"/>
                  </a:cubicBezTo>
                  <a:cubicBezTo>
                    <a:pt x="1026" y="1809"/>
                    <a:pt x="1037" y="1783"/>
                    <a:pt x="1061" y="1726"/>
                  </a:cubicBezTo>
                  <a:cubicBezTo>
                    <a:pt x="1085" y="1672"/>
                    <a:pt x="1124" y="1586"/>
                    <a:pt x="1231" y="1586"/>
                  </a:cubicBezTo>
                  <a:cubicBezTo>
                    <a:pt x="1235" y="1586"/>
                    <a:pt x="1239" y="1586"/>
                    <a:pt x="1243" y="1586"/>
                  </a:cubicBezTo>
                  <a:cubicBezTo>
                    <a:pt x="1247" y="1588"/>
                    <a:pt x="1252" y="1589"/>
                    <a:pt x="1256" y="1589"/>
                  </a:cubicBezTo>
                  <a:cubicBezTo>
                    <a:pt x="1262" y="1589"/>
                    <a:pt x="1268" y="1587"/>
                    <a:pt x="1275" y="1583"/>
                  </a:cubicBezTo>
                  <a:cubicBezTo>
                    <a:pt x="1285" y="1551"/>
                    <a:pt x="1289" y="1516"/>
                    <a:pt x="1285" y="1481"/>
                  </a:cubicBezTo>
                  <a:cubicBezTo>
                    <a:pt x="1285" y="1439"/>
                    <a:pt x="1289" y="1401"/>
                    <a:pt x="1296" y="1362"/>
                  </a:cubicBezTo>
                  <a:cubicBezTo>
                    <a:pt x="1299" y="1327"/>
                    <a:pt x="1320" y="1296"/>
                    <a:pt x="1352" y="1282"/>
                  </a:cubicBezTo>
                  <a:cubicBezTo>
                    <a:pt x="1363" y="1277"/>
                    <a:pt x="1375" y="1275"/>
                    <a:pt x="1387" y="1275"/>
                  </a:cubicBezTo>
                  <a:cubicBezTo>
                    <a:pt x="1426" y="1275"/>
                    <a:pt x="1465" y="1299"/>
                    <a:pt x="1506" y="1324"/>
                  </a:cubicBezTo>
                  <a:cubicBezTo>
                    <a:pt x="1546" y="1352"/>
                    <a:pt x="1590" y="1381"/>
                    <a:pt x="1622" y="1381"/>
                  </a:cubicBezTo>
                  <a:cubicBezTo>
                    <a:pt x="1630" y="1381"/>
                    <a:pt x="1636" y="1380"/>
                    <a:pt x="1642" y="1376"/>
                  </a:cubicBezTo>
                  <a:cubicBezTo>
                    <a:pt x="1674" y="1359"/>
                    <a:pt x="1667" y="1215"/>
                    <a:pt x="1667" y="1149"/>
                  </a:cubicBezTo>
                  <a:cubicBezTo>
                    <a:pt x="1667" y="1012"/>
                    <a:pt x="1660" y="883"/>
                    <a:pt x="1730" y="816"/>
                  </a:cubicBezTo>
                  <a:cubicBezTo>
                    <a:pt x="1754" y="788"/>
                    <a:pt x="1793" y="771"/>
                    <a:pt x="1831" y="771"/>
                  </a:cubicBezTo>
                  <a:cubicBezTo>
                    <a:pt x="1835" y="771"/>
                    <a:pt x="1835" y="771"/>
                    <a:pt x="1838" y="767"/>
                  </a:cubicBezTo>
                  <a:cubicBezTo>
                    <a:pt x="1891" y="701"/>
                    <a:pt x="1849" y="372"/>
                    <a:pt x="1744" y="18"/>
                  </a:cubicBezTo>
                  <a:cubicBezTo>
                    <a:pt x="1744" y="15"/>
                    <a:pt x="1744" y="15"/>
                    <a:pt x="1737" y="11"/>
                  </a:cubicBezTo>
                  <a:cubicBezTo>
                    <a:pt x="1730" y="8"/>
                    <a:pt x="1720" y="6"/>
                    <a:pt x="1709" y="6"/>
                  </a:cubicBezTo>
                  <a:cubicBezTo>
                    <a:pt x="1635" y="6"/>
                    <a:pt x="1473" y="71"/>
                    <a:pt x="1352" y="120"/>
                  </a:cubicBezTo>
                  <a:cubicBezTo>
                    <a:pt x="1194" y="183"/>
                    <a:pt x="1033" y="249"/>
                    <a:pt x="893" y="263"/>
                  </a:cubicBezTo>
                  <a:cubicBezTo>
                    <a:pt x="873" y="265"/>
                    <a:pt x="853" y="266"/>
                    <a:pt x="832" y="266"/>
                  </a:cubicBezTo>
                  <a:cubicBezTo>
                    <a:pt x="634" y="266"/>
                    <a:pt x="404" y="167"/>
                    <a:pt x="214" y="85"/>
                  </a:cubicBezTo>
                  <a:cubicBezTo>
                    <a:pt x="144" y="53"/>
                    <a:pt x="74" y="25"/>
                    <a:pt x="0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74" name="Google Shape;7032;p80">
              <a:extLst>
                <a:ext uri="{FF2B5EF4-FFF2-40B4-BE49-F238E27FC236}">
                  <a16:creationId xmlns:a16="http://schemas.microsoft.com/office/drawing/2014/main" id="{CD13A266-980C-5DE8-BEA0-03295F678E03}"/>
                </a:ext>
              </a:extLst>
            </p:cNvPr>
            <p:cNvSpPr/>
            <p:nvPr/>
          </p:nvSpPr>
          <p:spPr>
            <a:xfrm>
              <a:off x="3286190" y="2425120"/>
              <a:ext cx="2770" cy="2322"/>
            </a:xfrm>
            <a:custGeom>
              <a:avLst/>
              <a:gdLst/>
              <a:ahLst/>
              <a:cxnLst/>
              <a:rect l="l" t="t" r="r" b="b"/>
              <a:pathLst>
                <a:path w="204" h="171" extrusionOk="0">
                  <a:moveTo>
                    <a:pt x="118" y="1"/>
                  </a:moveTo>
                  <a:cubicBezTo>
                    <a:pt x="110" y="1"/>
                    <a:pt x="102" y="4"/>
                    <a:pt x="95" y="6"/>
                  </a:cubicBezTo>
                  <a:cubicBezTo>
                    <a:pt x="42" y="27"/>
                    <a:pt x="7" y="80"/>
                    <a:pt x="0" y="136"/>
                  </a:cubicBezTo>
                  <a:cubicBezTo>
                    <a:pt x="0" y="150"/>
                    <a:pt x="7" y="161"/>
                    <a:pt x="28" y="168"/>
                  </a:cubicBezTo>
                  <a:cubicBezTo>
                    <a:pt x="34" y="169"/>
                    <a:pt x="42" y="170"/>
                    <a:pt x="51" y="170"/>
                  </a:cubicBezTo>
                  <a:cubicBezTo>
                    <a:pt x="96" y="170"/>
                    <a:pt x="170" y="150"/>
                    <a:pt x="193" y="115"/>
                  </a:cubicBezTo>
                  <a:cubicBezTo>
                    <a:pt x="203" y="94"/>
                    <a:pt x="196" y="66"/>
                    <a:pt x="165" y="31"/>
                  </a:cubicBezTo>
                  <a:cubicBezTo>
                    <a:pt x="148" y="8"/>
                    <a:pt x="132" y="1"/>
                    <a:pt x="118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75" name="Google Shape;7033;p80">
              <a:extLst>
                <a:ext uri="{FF2B5EF4-FFF2-40B4-BE49-F238E27FC236}">
                  <a16:creationId xmlns:a16="http://schemas.microsoft.com/office/drawing/2014/main" id="{BE56DEAB-B13B-B7B8-D511-ACBFB1097595}"/>
                </a:ext>
              </a:extLst>
            </p:cNvPr>
            <p:cNvSpPr/>
            <p:nvPr/>
          </p:nvSpPr>
          <p:spPr>
            <a:xfrm>
              <a:off x="3278682" y="2370688"/>
              <a:ext cx="55858" cy="52287"/>
            </a:xfrm>
            <a:custGeom>
              <a:avLst/>
              <a:gdLst/>
              <a:ahLst/>
              <a:cxnLst/>
              <a:rect l="l" t="t" r="r" b="b"/>
              <a:pathLst>
                <a:path w="4114" h="3851" extrusionOk="0">
                  <a:moveTo>
                    <a:pt x="3200" y="0"/>
                  </a:moveTo>
                  <a:cubicBezTo>
                    <a:pt x="3179" y="0"/>
                    <a:pt x="3154" y="11"/>
                    <a:pt x="3140" y="28"/>
                  </a:cubicBezTo>
                  <a:cubicBezTo>
                    <a:pt x="3046" y="98"/>
                    <a:pt x="3042" y="144"/>
                    <a:pt x="3032" y="203"/>
                  </a:cubicBezTo>
                  <a:cubicBezTo>
                    <a:pt x="3025" y="277"/>
                    <a:pt x="3011" y="371"/>
                    <a:pt x="2860" y="497"/>
                  </a:cubicBezTo>
                  <a:cubicBezTo>
                    <a:pt x="2766" y="574"/>
                    <a:pt x="2696" y="676"/>
                    <a:pt x="2661" y="791"/>
                  </a:cubicBezTo>
                  <a:cubicBezTo>
                    <a:pt x="2598" y="949"/>
                    <a:pt x="2521" y="1103"/>
                    <a:pt x="2426" y="1246"/>
                  </a:cubicBezTo>
                  <a:cubicBezTo>
                    <a:pt x="2241" y="1533"/>
                    <a:pt x="1821" y="1740"/>
                    <a:pt x="1453" y="1918"/>
                  </a:cubicBezTo>
                  <a:cubicBezTo>
                    <a:pt x="1208" y="2038"/>
                    <a:pt x="980" y="2150"/>
                    <a:pt x="924" y="2241"/>
                  </a:cubicBezTo>
                  <a:cubicBezTo>
                    <a:pt x="840" y="2374"/>
                    <a:pt x="686" y="2482"/>
                    <a:pt x="532" y="2591"/>
                  </a:cubicBezTo>
                  <a:cubicBezTo>
                    <a:pt x="399" y="2689"/>
                    <a:pt x="245" y="2797"/>
                    <a:pt x="242" y="2867"/>
                  </a:cubicBezTo>
                  <a:cubicBezTo>
                    <a:pt x="235" y="2958"/>
                    <a:pt x="182" y="3032"/>
                    <a:pt x="130" y="3102"/>
                  </a:cubicBezTo>
                  <a:cubicBezTo>
                    <a:pt x="42" y="3224"/>
                    <a:pt x="0" y="3298"/>
                    <a:pt x="84" y="3420"/>
                  </a:cubicBezTo>
                  <a:cubicBezTo>
                    <a:pt x="144" y="3508"/>
                    <a:pt x="210" y="3511"/>
                    <a:pt x="298" y="3522"/>
                  </a:cubicBezTo>
                  <a:cubicBezTo>
                    <a:pt x="389" y="3529"/>
                    <a:pt x="483" y="3539"/>
                    <a:pt x="574" y="3630"/>
                  </a:cubicBezTo>
                  <a:cubicBezTo>
                    <a:pt x="620" y="3676"/>
                    <a:pt x="685" y="3701"/>
                    <a:pt x="750" y="3701"/>
                  </a:cubicBezTo>
                  <a:cubicBezTo>
                    <a:pt x="755" y="3701"/>
                    <a:pt x="759" y="3701"/>
                    <a:pt x="763" y="3700"/>
                  </a:cubicBezTo>
                  <a:cubicBezTo>
                    <a:pt x="833" y="3700"/>
                    <a:pt x="921" y="3707"/>
                    <a:pt x="973" y="3802"/>
                  </a:cubicBezTo>
                  <a:cubicBezTo>
                    <a:pt x="977" y="3809"/>
                    <a:pt x="1001" y="3830"/>
                    <a:pt x="1071" y="3844"/>
                  </a:cubicBezTo>
                  <a:cubicBezTo>
                    <a:pt x="1096" y="3848"/>
                    <a:pt x="1125" y="3850"/>
                    <a:pt x="1157" y="3850"/>
                  </a:cubicBezTo>
                  <a:cubicBezTo>
                    <a:pt x="1341" y="3850"/>
                    <a:pt x="1633" y="3776"/>
                    <a:pt x="1877" y="3553"/>
                  </a:cubicBezTo>
                  <a:cubicBezTo>
                    <a:pt x="2104" y="3350"/>
                    <a:pt x="2125" y="3214"/>
                    <a:pt x="2139" y="3116"/>
                  </a:cubicBezTo>
                  <a:cubicBezTo>
                    <a:pt x="2153" y="3046"/>
                    <a:pt x="2164" y="2972"/>
                    <a:pt x="2251" y="2916"/>
                  </a:cubicBezTo>
                  <a:cubicBezTo>
                    <a:pt x="2339" y="2864"/>
                    <a:pt x="2374" y="2734"/>
                    <a:pt x="2416" y="2605"/>
                  </a:cubicBezTo>
                  <a:cubicBezTo>
                    <a:pt x="2440" y="2524"/>
                    <a:pt x="2468" y="2447"/>
                    <a:pt x="2503" y="2374"/>
                  </a:cubicBezTo>
                  <a:lnTo>
                    <a:pt x="2521" y="2339"/>
                  </a:lnTo>
                  <a:cubicBezTo>
                    <a:pt x="2615" y="2164"/>
                    <a:pt x="2720" y="1960"/>
                    <a:pt x="3168" y="1960"/>
                  </a:cubicBezTo>
                  <a:cubicBezTo>
                    <a:pt x="3184" y="1961"/>
                    <a:pt x="3200" y="1962"/>
                    <a:pt x="3216" y="1962"/>
                  </a:cubicBezTo>
                  <a:cubicBezTo>
                    <a:pt x="3264" y="1962"/>
                    <a:pt x="3314" y="1958"/>
                    <a:pt x="3361" y="1950"/>
                  </a:cubicBezTo>
                  <a:cubicBezTo>
                    <a:pt x="3357" y="1939"/>
                    <a:pt x="3350" y="1929"/>
                    <a:pt x="3347" y="1918"/>
                  </a:cubicBezTo>
                  <a:cubicBezTo>
                    <a:pt x="3315" y="1866"/>
                    <a:pt x="3294" y="1806"/>
                    <a:pt x="3284" y="1743"/>
                  </a:cubicBezTo>
                  <a:cubicBezTo>
                    <a:pt x="3270" y="1607"/>
                    <a:pt x="3378" y="1530"/>
                    <a:pt x="3473" y="1460"/>
                  </a:cubicBezTo>
                  <a:cubicBezTo>
                    <a:pt x="3567" y="1393"/>
                    <a:pt x="3648" y="1334"/>
                    <a:pt x="3648" y="1229"/>
                  </a:cubicBezTo>
                  <a:cubicBezTo>
                    <a:pt x="3648" y="1075"/>
                    <a:pt x="3778" y="942"/>
                    <a:pt x="3904" y="816"/>
                  </a:cubicBezTo>
                  <a:cubicBezTo>
                    <a:pt x="4009" y="714"/>
                    <a:pt x="4114" y="609"/>
                    <a:pt x="4079" y="543"/>
                  </a:cubicBezTo>
                  <a:cubicBezTo>
                    <a:pt x="4033" y="452"/>
                    <a:pt x="4026" y="343"/>
                    <a:pt x="4061" y="245"/>
                  </a:cubicBezTo>
                  <a:cubicBezTo>
                    <a:pt x="4079" y="168"/>
                    <a:pt x="4082" y="147"/>
                    <a:pt x="4030" y="112"/>
                  </a:cubicBezTo>
                  <a:cubicBezTo>
                    <a:pt x="4001" y="91"/>
                    <a:pt x="3978" y="80"/>
                    <a:pt x="3955" y="80"/>
                  </a:cubicBezTo>
                  <a:cubicBezTo>
                    <a:pt x="3917" y="80"/>
                    <a:pt x="3879" y="107"/>
                    <a:pt x="3816" y="154"/>
                  </a:cubicBezTo>
                  <a:cubicBezTo>
                    <a:pt x="3767" y="193"/>
                    <a:pt x="3715" y="224"/>
                    <a:pt x="3658" y="252"/>
                  </a:cubicBezTo>
                  <a:cubicBezTo>
                    <a:pt x="3634" y="264"/>
                    <a:pt x="3610" y="269"/>
                    <a:pt x="3588" y="269"/>
                  </a:cubicBezTo>
                  <a:cubicBezTo>
                    <a:pt x="3498" y="269"/>
                    <a:pt x="3423" y="186"/>
                    <a:pt x="3361" y="119"/>
                  </a:cubicBezTo>
                  <a:cubicBezTo>
                    <a:pt x="3284" y="39"/>
                    <a:pt x="3242" y="0"/>
                    <a:pt x="3200" y="0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76" name="Google Shape;7034;p80">
              <a:extLst>
                <a:ext uri="{FF2B5EF4-FFF2-40B4-BE49-F238E27FC236}">
                  <a16:creationId xmlns:a16="http://schemas.microsoft.com/office/drawing/2014/main" id="{28D2E3D9-0218-E81D-C948-A5BBE0966D65}"/>
                </a:ext>
              </a:extLst>
            </p:cNvPr>
            <p:cNvSpPr/>
            <p:nvPr/>
          </p:nvSpPr>
          <p:spPr>
            <a:xfrm>
              <a:off x="3327113" y="2318822"/>
              <a:ext cx="40271" cy="57243"/>
            </a:xfrm>
            <a:custGeom>
              <a:avLst/>
              <a:gdLst/>
              <a:ahLst/>
              <a:cxnLst/>
              <a:rect l="l" t="t" r="r" b="b"/>
              <a:pathLst>
                <a:path w="2966" h="4216" extrusionOk="0">
                  <a:moveTo>
                    <a:pt x="56" y="1"/>
                  </a:moveTo>
                  <a:cubicBezTo>
                    <a:pt x="46" y="1"/>
                    <a:pt x="39" y="1"/>
                    <a:pt x="28" y="4"/>
                  </a:cubicBezTo>
                  <a:cubicBezTo>
                    <a:pt x="0" y="46"/>
                    <a:pt x="116" y="288"/>
                    <a:pt x="274" y="473"/>
                  </a:cubicBezTo>
                  <a:cubicBezTo>
                    <a:pt x="330" y="533"/>
                    <a:pt x="386" y="585"/>
                    <a:pt x="449" y="631"/>
                  </a:cubicBezTo>
                  <a:cubicBezTo>
                    <a:pt x="571" y="729"/>
                    <a:pt x="676" y="809"/>
                    <a:pt x="666" y="911"/>
                  </a:cubicBezTo>
                  <a:cubicBezTo>
                    <a:pt x="659" y="988"/>
                    <a:pt x="827" y="1240"/>
                    <a:pt x="949" y="1278"/>
                  </a:cubicBezTo>
                  <a:cubicBezTo>
                    <a:pt x="1089" y="1327"/>
                    <a:pt x="1044" y="1509"/>
                    <a:pt x="984" y="1723"/>
                  </a:cubicBezTo>
                  <a:cubicBezTo>
                    <a:pt x="942" y="1863"/>
                    <a:pt x="918" y="2007"/>
                    <a:pt x="907" y="2154"/>
                  </a:cubicBezTo>
                  <a:cubicBezTo>
                    <a:pt x="907" y="2406"/>
                    <a:pt x="778" y="2479"/>
                    <a:pt x="645" y="2549"/>
                  </a:cubicBezTo>
                  <a:cubicBezTo>
                    <a:pt x="571" y="2584"/>
                    <a:pt x="501" y="2633"/>
                    <a:pt x="445" y="2696"/>
                  </a:cubicBezTo>
                  <a:cubicBezTo>
                    <a:pt x="431" y="2707"/>
                    <a:pt x="428" y="2724"/>
                    <a:pt x="428" y="2738"/>
                  </a:cubicBezTo>
                  <a:cubicBezTo>
                    <a:pt x="445" y="2826"/>
                    <a:pt x="659" y="2948"/>
                    <a:pt x="830" y="3046"/>
                  </a:cubicBezTo>
                  <a:cubicBezTo>
                    <a:pt x="946" y="3106"/>
                    <a:pt x="1058" y="3179"/>
                    <a:pt x="1163" y="3256"/>
                  </a:cubicBezTo>
                  <a:cubicBezTo>
                    <a:pt x="1373" y="3428"/>
                    <a:pt x="1219" y="3725"/>
                    <a:pt x="1110" y="3943"/>
                  </a:cubicBezTo>
                  <a:cubicBezTo>
                    <a:pt x="1072" y="4016"/>
                    <a:pt x="1023" y="4118"/>
                    <a:pt x="1023" y="4149"/>
                  </a:cubicBezTo>
                  <a:cubicBezTo>
                    <a:pt x="1040" y="4172"/>
                    <a:pt x="1121" y="4216"/>
                    <a:pt x="1257" y="4216"/>
                  </a:cubicBezTo>
                  <a:cubicBezTo>
                    <a:pt x="1310" y="4216"/>
                    <a:pt x="1372" y="4209"/>
                    <a:pt x="1443" y="4191"/>
                  </a:cubicBezTo>
                  <a:cubicBezTo>
                    <a:pt x="1579" y="4153"/>
                    <a:pt x="1691" y="3929"/>
                    <a:pt x="1789" y="3729"/>
                  </a:cubicBezTo>
                  <a:cubicBezTo>
                    <a:pt x="1863" y="3578"/>
                    <a:pt x="1936" y="3431"/>
                    <a:pt x="2024" y="3354"/>
                  </a:cubicBezTo>
                  <a:cubicBezTo>
                    <a:pt x="2111" y="3277"/>
                    <a:pt x="2118" y="3165"/>
                    <a:pt x="2125" y="3050"/>
                  </a:cubicBezTo>
                  <a:cubicBezTo>
                    <a:pt x="2129" y="2962"/>
                    <a:pt x="2132" y="2868"/>
                    <a:pt x="2185" y="2794"/>
                  </a:cubicBezTo>
                  <a:cubicBezTo>
                    <a:pt x="2294" y="2647"/>
                    <a:pt x="2441" y="2647"/>
                    <a:pt x="2570" y="2647"/>
                  </a:cubicBezTo>
                  <a:lnTo>
                    <a:pt x="2598" y="2647"/>
                  </a:lnTo>
                  <a:cubicBezTo>
                    <a:pt x="2616" y="2616"/>
                    <a:pt x="2630" y="2584"/>
                    <a:pt x="2633" y="2549"/>
                  </a:cubicBezTo>
                  <a:cubicBezTo>
                    <a:pt x="2654" y="2458"/>
                    <a:pt x="2689" y="2322"/>
                    <a:pt x="2829" y="2322"/>
                  </a:cubicBezTo>
                  <a:cubicBezTo>
                    <a:pt x="2864" y="2322"/>
                    <a:pt x="2875" y="2315"/>
                    <a:pt x="2889" y="2171"/>
                  </a:cubicBezTo>
                  <a:cubicBezTo>
                    <a:pt x="2896" y="2070"/>
                    <a:pt x="2917" y="1972"/>
                    <a:pt x="2952" y="1877"/>
                  </a:cubicBezTo>
                  <a:cubicBezTo>
                    <a:pt x="2966" y="1835"/>
                    <a:pt x="2955" y="1828"/>
                    <a:pt x="2945" y="1821"/>
                  </a:cubicBezTo>
                  <a:cubicBezTo>
                    <a:pt x="2928" y="1813"/>
                    <a:pt x="2904" y="1809"/>
                    <a:pt x="2876" y="1809"/>
                  </a:cubicBezTo>
                  <a:cubicBezTo>
                    <a:pt x="2763" y="1809"/>
                    <a:pt x="2586" y="1873"/>
                    <a:pt x="2535" y="1958"/>
                  </a:cubicBezTo>
                  <a:cubicBezTo>
                    <a:pt x="2488" y="2034"/>
                    <a:pt x="2427" y="2059"/>
                    <a:pt x="2362" y="2059"/>
                  </a:cubicBezTo>
                  <a:cubicBezTo>
                    <a:pt x="2291" y="2059"/>
                    <a:pt x="2216" y="2029"/>
                    <a:pt x="2153" y="2003"/>
                  </a:cubicBezTo>
                  <a:cubicBezTo>
                    <a:pt x="2087" y="1968"/>
                    <a:pt x="2017" y="1951"/>
                    <a:pt x="1943" y="1944"/>
                  </a:cubicBezTo>
                  <a:cubicBezTo>
                    <a:pt x="1937" y="1944"/>
                    <a:pt x="1932" y="1944"/>
                    <a:pt x="1926" y="1944"/>
                  </a:cubicBezTo>
                  <a:cubicBezTo>
                    <a:pt x="1713" y="1944"/>
                    <a:pt x="1541" y="1763"/>
                    <a:pt x="1551" y="1548"/>
                  </a:cubicBezTo>
                  <a:cubicBezTo>
                    <a:pt x="1551" y="1425"/>
                    <a:pt x="1527" y="1271"/>
                    <a:pt x="1457" y="1205"/>
                  </a:cubicBezTo>
                  <a:cubicBezTo>
                    <a:pt x="1438" y="1187"/>
                    <a:pt x="1415" y="1176"/>
                    <a:pt x="1388" y="1176"/>
                  </a:cubicBezTo>
                  <a:cubicBezTo>
                    <a:pt x="1384" y="1176"/>
                    <a:pt x="1380" y="1176"/>
                    <a:pt x="1376" y="1177"/>
                  </a:cubicBezTo>
                  <a:lnTo>
                    <a:pt x="1369" y="1177"/>
                  </a:lnTo>
                  <a:cubicBezTo>
                    <a:pt x="1376" y="1191"/>
                    <a:pt x="1387" y="1212"/>
                    <a:pt x="1394" y="1226"/>
                  </a:cubicBezTo>
                  <a:cubicBezTo>
                    <a:pt x="1425" y="1289"/>
                    <a:pt x="1471" y="1380"/>
                    <a:pt x="1415" y="1453"/>
                  </a:cubicBezTo>
                  <a:cubicBezTo>
                    <a:pt x="1394" y="1485"/>
                    <a:pt x="1362" y="1502"/>
                    <a:pt x="1327" y="1506"/>
                  </a:cubicBezTo>
                  <a:lnTo>
                    <a:pt x="1324" y="1506"/>
                  </a:lnTo>
                  <a:cubicBezTo>
                    <a:pt x="1268" y="1506"/>
                    <a:pt x="1233" y="1460"/>
                    <a:pt x="1201" y="1425"/>
                  </a:cubicBezTo>
                  <a:cubicBezTo>
                    <a:pt x="1187" y="1408"/>
                    <a:pt x="1159" y="1369"/>
                    <a:pt x="1145" y="1369"/>
                  </a:cubicBezTo>
                  <a:cubicBezTo>
                    <a:pt x="1016" y="1369"/>
                    <a:pt x="872" y="1215"/>
                    <a:pt x="872" y="928"/>
                  </a:cubicBezTo>
                  <a:cubicBezTo>
                    <a:pt x="876" y="858"/>
                    <a:pt x="844" y="792"/>
                    <a:pt x="792" y="743"/>
                  </a:cubicBezTo>
                  <a:cubicBezTo>
                    <a:pt x="711" y="662"/>
                    <a:pt x="666" y="550"/>
                    <a:pt x="669" y="431"/>
                  </a:cubicBezTo>
                  <a:cubicBezTo>
                    <a:pt x="669" y="197"/>
                    <a:pt x="263" y="1"/>
                    <a:pt x="56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77" name="Google Shape;7035;p80">
              <a:extLst>
                <a:ext uri="{FF2B5EF4-FFF2-40B4-BE49-F238E27FC236}">
                  <a16:creationId xmlns:a16="http://schemas.microsoft.com/office/drawing/2014/main" id="{F487819A-C052-B06A-16FA-F7155F44E59D}"/>
                </a:ext>
              </a:extLst>
            </p:cNvPr>
            <p:cNvSpPr/>
            <p:nvPr/>
          </p:nvSpPr>
          <p:spPr>
            <a:xfrm>
              <a:off x="2437868" y="1704617"/>
              <a:ext cx="103542" cy="63855"/>
            </a:xfrm>
            <a:custGeom>
              <a:avLst/>
              <a:gdLst/>
              <a:ahLst/>
              <a:cxnLst/>
              <a:rect l="l" t="t" r="r" b="b"/>
              <a:pathLst>
                <a:path w="7626" h="4703" extrusionOk="0">
                  <a:moveTo>
                    <a:pt x="3221" y="0"/>
                  </a:moveTo>
                  <a:cubicBezTo>
                    <a:pt x="3213" y="0"/>
                    <a:pt x="3206" y="1"/>
                    <a:pt x="3200" y="3"/>
                  </a:cubicBezTo>
                  <a:cubicBezTo>
                    <a:pt x="3141" y="94"/>
                    <a:pt x="3025" y="136"/>
                    <a:pt x="2952" y="143"/>
                  </a:cubicBezTo>
                  <a:lnTo>
                    <a:pt x="2945" y="164"/>
                  </a:lnTo>
                  <a:cubicBezTo>
                    <a:pt x="2922" y="227"/>
                    <a:pt x="2880" y="355"/>
                    <a:pt x="2744" y="355"/>
                  </a:cubicBezTo>
                  <a:cubicBezTo>
                    <a:pt x="2735" y="355"/>
                    <a:pt x="2727" y="354"/>
                    <a:pt x="2717" y="353"/>
                  </a:cubicBezTo>
                  <a:cubicBezTo>
                    <a:pt x="2715" y="353"/>
                    <a:pt x="2712" y="353"/>
                    <a:pt x="2710" y="353"/>
                  </a:cubicBezTo>
                  <a:cubicBezTo>
                    <a:pt x="2647" y="353"/>
                    <a:pt x="2557" y="394"/>
                    <a:pt x="2486" y="458"/>
                  </a:cubicBezTo>
                  <a:cubicBezTo>
                    <a:pt x="2444" y="490"/>
                    <a:pt x="2416" y="532"/>
                    <a:pt x="2402" y="581"/>
                  </a:cubicBezTo>
                  <a:lnTo>
                    <a:pt x="2402" y="602"/>
                  </a:lnTo>
                  <a:cubicBezTo>
                    <a:pt x="2402" y="679"/>
                    <a:pt x="2402" y="784"/>
                    <a:pt x="2332" y="850"/>
                  </a:cubicBezTo>
                  <a:cubicBezTo>
                    <a:pt x="2289" y="888"/>
                    <a:pt x="2231" y="909"/>
                    <a:pt x="2172" y="909"/>
                  </a:cubicBezTo>
                  <a:cubicBezTo>
                    <a:pt x="2160" y="909"/>
                    <a:pt x="2148" y="908"/>
                    <a:pt x="2136" y="906"/>
                  </a:cubicBezTo>
                  <a:lnTo>
                    <a:pt x="2080" y="899"/>
                  </a:lnTo>
                  <a:lnTo>
                    <a:pt x="2063" y="896"/>
                  </a:lnTo>
                  <a:lnTo>
                    <a:pt x="2024" y="892"/>
                  </a:lnTo>
                  <a:lnTo>
                    <a:pt x="2003" y="889"/>
                  </a:lnTo>
                  <a:lnTo>
                    <a:pt x="1972" y="882"/>
                  </a:lnTo>
                  <a:lnTo>
                    <a:pt x="1951" y="878"/>
                  </a:lnTo>
                  <a:lnTo>
                    <a:pt x="1919" y="871"/>
                  </a:lnTo>
                  <a:lnTo>
                    <a:pt x="1902" y="868"/>
                  </a:lnTo>
                  <a:lnTo>
                    <a:pt x="1870" y="861"/>
                  </a:lnTo>
                  <a:lnTo>
                    <a:pt x="1853" y="854"/>
                  </a:lnTo>
                  <a:lnTo>
                    <a:pt x="1825" y="847"/>
                  </a:lnTo>
                  <a:lnTo>
                    <a:pt x="1807" y="840"/>
                  </a:lnTo>
                  <a:lnTo>
                    <a:pt x="1783" y="829"/>
                  </a:lnTo>
                  <a:lnTo>
                    <a:pt x="1765" y="826"/>
                  </a:lnTo>
                  <a:lnTo>
                    <a:pt x="1762" y="826"/>
                  </a:lnTo>
                  <a:cubicBezTo>
                    <a:pt x="1717" y="851"/>
                    <a:pt x="1665" y="867"/>
                    <a:pt x="1612" y="867"/>
                  </a:cubicBezTo>
                  <a:cubicBezTo>
                    <a:pt x="1599" y="867"/>
                    <a:pt x="1586" y="866"/>
                    <a:pt x="1573" y="864"/>
                  </a:cubicBezTo>
                  <a:cubicBezTo>
                    <a:pt x="1513" y="857"/>
                    <a:pt x="1457" y="833"/>
                    <a:pt x="1412" y="794"/>
                  </a:cubicBezTo>
                  <a:cubicBezTo>
                    <a:pt x="1401" y="787"/>
                    <a:pt x="1394" y="777"/>
                    <a:pt x="1384" y="766"/>
                  </a:cubicBezTo>
                  <a:cubicBezTo>
                    <a:pt x="1373" y="759"/>
                    <a:pt x="1366" y="749"/>
                    <a:pt x="1356" y="738"/>
                  </a:cubicBezTo>
                  <a:lnTo>
                    <a:pt x="1352" y="735"/>
                  </a:lnTo>
                  <a:cubicBezTo>
                    <a:pt x="1345" y="724"/>
                    <a:pt x="1335" y="714"/>
                    <a:pt x="1324" y="700"/>
                  </a:cubicBezTo>
                  <a:cubicBezTo>
                    <a:pt x="1124" y="434"/>
                    <a:pt x="844" y="206"/>
                    <a:pt x="708" y="206"/>
                  </a:cubicBezTo>
                  <a:lnTo>
                    <a:pt x="522" y="206"/>
                  </a:lnTo>
                  <a:lnTo>
                    <a:pt x="494" y="210"/>
                  </a:lnTo>
                  <a:lnTo>
                    <a:pt x="477" y="210"/>
                  </a:lnTo>
                  <a:lnTo>
                    <a:pt x="449" y="213"/>
                  </a:lnTo>
                  <a:lnTo>
                    <a:pt x="435" y="213"/>
                  </a:lnTo>
                  <a:lnTo>
                    <a:pt x="400" y="220"/>
                  </a:lnTo>
                  <a:lnTo>
                    <a:pt x="393" y="220"/>
                  </a:lnTo>
                  <a:lnTo>
                    <a:pt x="368" y="224"/>
                  </a:lnTo>
                  <a:lnTo>
                    <a:pt x="354" y="227"/>
                  </a:lnTo>
                  <a:lnTo>
                    <a:pt x="337" y="231"/>
                  </a:lnTo>
                  <a:lnTo>
                    <a:pt x="326" y="234"/>
                  </a:lnTo>
                  <a:lnTo>
                    <a:pt x="312" y="238"/>
                  </a:lnTo>
                  <a:lnTo>
                    <a:pt x="302" y="241"/>
                  </a:lnTo>
                  <a:lnTo>
                    <a:pt x="288" y="248"/>
                  </a:lnTo>
                  <a:lnTo>
                    <a:pt x="281" y="252"/>
                  </a:lnTo>
                  <a:lnTo>
                    <a:pt x="263" y="259"/>
                  </a:lnTo>
                  <a:lnTo>
                    <a:pt x="246" y="269"/>
                  </a:lnTo>
                  <a:lnTo>
                    <a:pt x="242" y="269"/>
                  </a:lnTo>
                  <a:lnTo>
                    <a:pt x="232" y="276"/>
                  </a:lnTo>
                  <a:lnTo>
                    <a:pt x="228" y="280"/>
                  </a:lnTo>
                  <a:lnTo>
                    <a:pt x="225" y="283"/>
                  </a:lnTo>
                  <a:cubicBezTo>
                    <a:pt x="266" y="270"/>
                    <a:pt x="312" y="263"/>
                    <a:pt x="357" y="263"/>
                  </a:cubicBezTo>
                  <a:cubicBezTo>
                    <a:pt x="372" y="263"/>
                    <a:pt x="388" y="264"/>
                    <a:pt x="403" y="266"/>
                  </a:cubicBezTo>
                  <a:cubicBezTo>
                    <a:pt x="676" y="287"/>
                    <a:pt x="722" y="490"/>
                    <a:pt x="750" y="626"/>
                  </a:cubicBezTo>
                  <a:cubicBezTo>
                    <a:pt x="774" y="731"/>
                    <a:pt x="788" y="763"/>
                    <a:pt x="823" y="766"/>
                  </a:cubicBezTo>
                  <a:cubicBezTo>
                    <a:pt x="974" y="777"/>
                    <a:pt x="1138" y="917"/>
                    <a:pt x="1194" y="1032"/>
                  </a:cubicBezTo>
                  <a:cubicBezTo>
                    <a:pt x="1223" y="1074"/>
                    <a:pt x="1223" y="1130"/>
                    <a:pt x="1194" y="1172"/>
                  </a:cubicBezTo>
                  <a:cubicBezTo>
                    <a:pt x="1171" y="1205"/>
                    <a:pt x="1131" y="1223"/>
                    <a:pt x="1090" y="1223"/>
                  </a:cubicBezTo>
                  <a:cubicBezTo>
                    <a:pt x="1083" y="1223"/>
                    <a:pt x="1076" y="1222"/>
                    <a:pt x="1068" y="1221"/>
                  </a:cubicBezTo>
                  <a:cubicBezTo>
                    <a:pt x="1062" y="1221"/>
                    <a:pt x="1055" y="1220"/>
                    <a:pt x="1048" y="1220"/>
                  </a:cubicBezTo>
                  <a:cubicBezTo>
                    <a:pt x="985" y="1220"/>
                    <a:pt x="921" y="1249"/>
                    <a:pt x="851" y="1277"/>
                  </a:cubicBezTo>
                  <a:cubicBezTo>
                    <a:pt x="777" y="1311"/>
                    <a:pt x="693" y="1346"/>
                    <a:pt x="604" y="1346"/>
                  </a:cubicBezTo>
                  <a:cubicBezTo>
                    <a:pt x="572" y="1346"/>
                    <a:pt x="539" y="1341"/>
                    <a:pt x="505" y="1330"/>
                  </a:cubicBezTo>
                  <a:cubicBezTo>
                    <a:pt x="463" y="1316"/>
                    <a:pt x="421" y="1299"/>
                    <a:pt x="382" y="1285"/>
                  </a:cubicBezTo>
                  <a:cubicBezTo>
                    <a:pt x="304" y="1251"/>
                    <a:pt x="220" y="1218"/>
                    <a:pt x="164" y="1218"/>
                  </a:cubicBezTo>
                  <a:cubicBezTo>
                    <a:pt x="149" y="1218"/>
                    <a:pt x="137" y="1220"/>
                    <a:pt x="127" y="1225"/>
                  </a:cubicBezTo>
                  <a:cubicBezTo>
                    <a:pt x="120" y="1228"/>
                    <a:pt x="99" y="1235"/>
                    <a:pt x="85" y="1285"/>
                  </a:cubicBezTo>
                  <a:lnTo>
                    <a:pt x="78" y="1316"/>
                  </a:lnTo>
                  <a:cubicBezTo>
                    <a:pt x="46" y="1428"/>
                    <a:pt x="1" y="1586"/>
                    <a:pt x="39" y="1635"/>
                  </a:cubicBezTo>
                  <a:cubicBezTo>
                    <a:pt x="53" y="1651"/>
                    <a:pt x="82" y="1657"/>
                    <a:pt x="109" y="1657"/>
                  </a:cubicBezTo>
                  <a:cubicBezTo>
                    <a:pt x="116" y="1657"/>
                    <a:pt x="123" y="1656"/>
                    <a:pt x="130" y="1656"/>
                  </a:cubicBezTo>
                  <a:cubicBezTo>
                    <a:pt x="142" y="1655"/>
                    <a:pt x="153" y="1655"/>
                    <a:pt x="163" y="1655"/>
                  </a:cubicBezTo>
                  <a:cubicBezTo>
                    <a:pt x="271" y="1655"/>
                    <a:pt x="340" y="1686"/>
                    <a:pt x="368" y="1750"/>
                  </a:cubicBezTo>
                  <a:cubicBezTo>
                    <a:pt x="414" y="1852"/>
                    <a:pt x="330" y="1978"/>
                    <a:pt x="256" y="2065"/>
                  </a:cubicBezTo>
                  <a:cubicBezTo>
                    <a:pt x="285" y="2062"/>
                    <a:pt x="317" y="2060"/>
                    <a:pt x="349" y="2060"/>
                  </a:cubicBezTo>
                  <a:cubicBezTo>
                    <a:pt x="435" y="2060"/>
                    <a:pt x="522" y="2080"/>
                    <a:pt x="540" y="2177"/>
                  </a:cubicBezTo>
                  <a:cubicBezTo>
                    <a:pt x="550" y="2219"/>
                    <a:pt x="568" y="2258"/>
                    <a:pt x="596" y="2289"/>
                  </a:cubicBezTo>
                  <a:cubicBezTo>
                    <a:pt x="645" y="2363"/>
                    <a:pt x="701" y="2450"/>
                    <a:pt x="652" y="2643"/>
                  </a:cubicBezTo>
                  <a:cubicBezTo>
                    <a:pt x="620" y="2765"/>
                    <a:pt x="634" y="3003"/>
                    <a:pt x="648" y="3213"/>
                  </a:cubicBezTo>
                  <a:cubicBezTo>
                    <a:pt x="648" y="3241"/>
                    <a:pt x="652" y="3266"/>
                    <a:pt x="652" y="3290"/>
                  </a:cubicBezTo>
                  <a:lnTo>
                    <a:pt x="848" y="3290"/>
                  </a:lnTo>
                  <a:lnTo>
                    <a:pt x="862" y="3287"/>
                  </a:lnTo>
                  <a:lnTo>
                    <a:pt x="876" y="3283"/>
                  </a:lnTo>
                  <a:lnTo>
                    <a:pt x="890" y="3283"/>
                  </a:lnTo>
                  <a:lnTo>
                    <a:pt x="904" y="3280"/>
                  </a:lnTo>
                  <a:lnTo>
                    <a:pt x="914" y="3276"/>
                  </a:lnTo>
                  <a:lnTo>
                    <a:pt x="925" y="3273"/>
                  </a:lnTo>
                  <a:lnTo>
                    <a:pt x="932" y="3273"/>
                  </a:lnTo>
                  <a:lnTo>
                    <a:pt x="942" y="3269"/>
                  </a:lnTo>
                  <a:lnTo>
                    <a:pt x="949" y="3266"/>
                  </a:lnTo>
                  <a:lnTo>
                    <a:pt x="956" y="3262"/>
                  </a:lnTo>
                  <a:lnTo>
                    <a:pt x="960" y="3262"/>
                  </a:lnTo>
                  <a:lnTo>
                    <a:pt x="967" y="3259"/>
                  </a:lnTo>
                  <a:lnTo>
                    <a:pt x="981" y="3259"/>
                  </a:lnTo>
                  <a:cubicBezTo>
                    <a:pt x="1058" y="3150"/>
                    <a:pt x="1338" y="2891"/>
                    <a:pt x="1520" y="2891"/>
                  </a:cubicBezTo>
                  <a:cubicBezTo>
                    <a:pt x="1562" y="2895"/>
                    <a:pt x="1604" y="2898"/>
                    <a:pt x="1646" y="2902"/>
                  </a:cubicBezTo>
                  <a:cubicBezTo>
                    <a:pt x="1686" y="2907"/>
                    <a:pt x="1720" y="2911"/>
                    <a:pt x="1749" y="2911"/>
                  </a:cubicBezTo>
                  <a:cubicBezTo>
                    <a:pt x="1797" y="2911"/>
                    <a:pt x="1831" y="2901"/>
                    <a:pt x="1853" y="2870"/>
                  </a:cubicBezTo>
                  <a:cubicBezTo>
                    <a:pt x="1860" y="2863"/>
                    <a:pt x="1867" y="2856"/>
                    <a:pt x="1874" y="2849"/>
                  </a:cubicBezTo>
                  <a:cubicBezTo>
                    <a:pt x="1923" y="2804"/>
                    <a:pt x="2010" y="2776"/>
                    <a:pt x="2140" y="2772"/>
                  </a:cubicBezTo>
                  <a:cubicBezTo>
                    <a:pt x="2148" y="2772"/>
                    <a:pt x="2157" y="2772"/>
                    <a:pt x="2166" y="2772"/>
                  </a:cubicBezTo>
                  <a:cubicBezTo>
                    <a:pt x="2307" y="2772"/>
                    <a:pt x="2519" y="2799"/>
                    <a:pt x="2588" y="2884"/>
                  </a:cubicBezTo>
                  <a:cubicBezTo>
                    <a:pt x="2654" y="2965"/>
                    <a:pt x="2892" y="3038"/>
                    <a:pt x="2941" y="3038"/>
                  </a:cubicBezTo>
                  <a:cubicBezTo>
                    <a:pt x="2987" y="3042"/>
                    <a:pt x="3029" y="3066"/>
                    <a:pt x="3057" y="3105"/>
                  </a:cubicBezTo>
                  <a:cubicBezTo>
                    <a:pt x="3089" y="3140"/>
                    <a:pt x="3117" y="3169"/>
                    <a:pt x="3175" y="3169"/>
                  </a:cubicBezTo>
                  <a:cubicBezTo>
                    <a:pt x="3181" y="3169"/>
                    <a:pt x="3187" y="3169"/>
                    <a:pt x="3193" y="3168"/>
                  </a:cubicBezTo>
                  <a:cubicBezTo>
                    <a:pt x="3212" y="3166"/>
                    <a:pt x="3232" y="3165"/>
                    <a:pt x="3254" y="3165"/>
                  </a:cubicBezTo>
                  <a:cubicBezTo>
                    <a:pt x="3396" y="3165"/>
                    <a:pt x="3602" y="3205"/>
                    <a:pt x="3687" y="3283"/>
                  </a:cubicBezTo>
                  <a:cubicBezTo>
                    <a:pt x="3715" y="3304"/>
                    <a:pt x="3733" y="3336"/>
                    <a:pt x="3736" y="3371"/>
                  </a:cubicBezTo>
                  <a:lnTo>
                    <a:pt x="3736" y="3382"/>
                  </a:lnTo>
                  <a:cubicBezTo>
                    <a:pt x="3736" y="3438"/>
                    <a:pt x="3817" y="3508"/>
                    <a:pt x="3911" y="3508"/>
                  </a:cubicBezTo>
                  <a:cubicBezTo>
                    <a:pt x="4002" y="3508"/>
                    <a:pt x="4076" y="3599"/>
                    <a:pt x="4142" y="3690"/>
                  </a:cubicBezTo>
                  <a:cubicBezTo>
                    <a:pt x="4181" y="3735"/>
                    <a:pt x="4240" y="3816"/>
                    <a:pt x="4272" y="3816"/>
                  </a:cubicBezTo>
                  <a:cubicBezTo>
                    <a:pt x="4321" y="3812"/>
                    <a:pt x="4370" y="3809"/>
                    <a:pt x="4415" y="3809"/>
                  </a:cubicBezTo>
                  <a:cubicBezTo>
                    <a:pt x="4503" y="3809"/>
                    <a:pt x="4611" y="3816"/>
                    <a:pt x="4674" y="3851"/>
                  </a:cubicBezTo>
                  <a:cubicBezTo>
                    <a:pt x="4681" y="3854"/>
                    <a:pt x="4688" y="3861"/>
                    <a:pt x="4695" y="3865"/>
                  </a:cubicBezTo>
                  <a:cubicBezTo>
                    <a:pt x="4720" y="3886"/>
                    <a:pt x="4734" y="3914"/>
                    <a:pt x="4734" y="3945"/>
                  </a:cubicBezTo>
                  <a:lnTo>
                    <a:pt x="4734" y="3963"/>
                  </a:lnTo>
                  <a:lnTo>
                    <a:pt x="4734" y="3970"/>
                  </a:lnTo>
                  <a:lnTo>
                    <a:pt x="4734" y="3984"/>
                  </a:lnTo>
                  <a:lnTo>
                    <a:pt x="4734" y="3994"/>
                  </a:lnTo>
                  <a:lnTo>
                    <a:pt x="4734" y="4012"/>
                  </a:lnTo>
                  <a:lnTo>
                    <a:pt x="4734" y="4026"/>
                  </a:lnTo>
                  <a:lnTo>
                    <a:pt x="4734" y="4043"/>
                  </a:lnTo>
                  <a:lnTo>
                    <a:pt x="4734" y="4057"/>
                  </a:lnTo>
                  <a:lnTo>
                    <a:pt x="4734" y="4082"/>
                  </a:lnTo>
                  <a:lnTo>
                    <a:pt x="4734" y="4096"/>
                  </a:lnTo>
                  <a:lnTo>
                    <a:pt x="4734" y="4120"/>
                  </a:lnTo>
                  <a:lnTo>
                    <a:pt x="4734" y="4138"/>
                  </a:lnTo>
                  <a:lnTo>
                    <a:pt x="4737" y="4162"/>
                  </a:lnTo>
                  <a:lnTo>
                    <a:pt x="4737" y="4180"/>
                  </a:lnTo>
                  <a:cubicBezTo>
                    <a:pt x="4737" y="4190"/>
                    <a:pt x="4737" y="4201"/>
                    <a:pt x="4741" y="4211"/>
                  </a:cubicBezTo>
                  <a:lnTo>
                    <a:pt x="4741" y="4225"/>
                  </a:lnTo>
                  <a:cubicBezTo>
                    <a:pt x="4741" y="4236"/>
                    <a:pt x="4744" y="4250"/>
                    <a:pt x="4744" y="4264"/>
                  </a:cubicBezTo>
                  <a:lnTo>
                    <a:pt x="4744" y="4271"/>
                  </a:lnTo>
                  <a:cubicBezTo>
                    <a:pt x="4748" y="4285"/>
                    <a:pt x="4748" y="4302"/>
                    <a:pt x="4751" y="4320"/>
                  </a:cubicBezTo>
                  <a:lnTo>
                    <a:pt x="4751" y="4327"/>
                  </a:lnTo>
                  <a:lnTo>
                    <a:pt x="4758" y="4365"/>
                  </a:lnTo>
                  <a:lnTo>
                    <a:pt x="4758" y="4379"/>
                  </a:lnTo>
                  <a:cubicBezTo>
                    <a:pt x="4758" y="4390"/>
                    <a:pt x="4765" y="4400"/>
                    <a:pt x="4765" y="4411"/>
                  </a:cubicBezTo>
                  <a:lnTo>
                    <a:pt x="4769" y="4428"/>
                  </a:lnTo>
                  <a:lnTo>
                    <a:pt x="4776" y="4460"/>
                  </a:lnTo>
                  <a:lnTo>
                    <a:pt x="4779" y="4477"/>
                  </a:lnTo>
                  <a:lnTo>
                    <a:pt x="4783" y="4502"/>
                  </a:lnTo>
                  <a:lnTo>
                    <a:pt x="4790" y="4519"/>
                  </a:lnTo>
                  <a:lnTo>
                    <a:pt x="4793" y="4533"/>
                  </a:lnTo>
                  <a:cubicBezTo>
                    <a:pt x="4814" y="4525"/>
                    <a:pt x="4837" y="4521"/>
                    <a:pt x="4861" y="4521"/>
                  </a:cubicBezTo>
                  <a:cubicBezTo>
                    <a:pt x="4869" y="4521"/>
                    <a:pt x="4877" y="4522"/>
                    <a:pt x="4884" y="4523"/>
                  </a:cubicBezTo>
                  <a:cubicBezTo>
                    <a:pt x="4891" y="4526"/>
                    <a:pt x="4898" y="4526"/>
                    <a:pt x="4905" y="4530"/>
                  </a:cubicBezTo>
                  <a:lnTo>
                    <a:pt x="4909" y="4530"/>
                  </a:lnTo>
                  <a:cubicBezTo>
                    <a:pt x="4916" y="4533"/>
                    <a:pt x="4923" y="4537"/>
                    <a:pt x="4930" y="4540"/>
                  </a:cubicBezTo>
                  <a:lnTo>
                    <a:pt x="4933" y="4540"/>
                  </a:lnTo>
                  <a:cubicBezTo>
                    <a:pt x="4954" y="4544"/>
                    <a:pt x="4975" y="4544"/>
                    <a:pt x="4996" y="4544"/>
                  </a:cubicBezTo>
                  <a:lnTo>
                    <a:pt x="5178" y="4544"/>
                  </a:lnTo>
                  <a:lnTo>
                    <a:pt x="5192" y="4547"/>
                  </a:lnTo>
                  <a:lnTo>
                    <a:pt x="5199" y="4547"/>
                  </a:lnTo>
                  <a:lnTo>
                    <a:pt x="5220" y="4551"/>
                  </a:lnTo>
                  <a:lnTo>
                    <a:pt x="5234" y="4558"/>
                  </a:lnTo>
                  <a:lnTo>
                    <a:pt x="5241" y="4561"/>
                  </a:lnTo>
                  <a:lnTo>
                    <a:pt x="5255" y="4565"/>
                  </a:lnTo>
                  <a:lnTo>
                    <a:pt x="5262" y="4568"/>
                  </a:lnTo>
                  <a:lnTo>
                    <a:pt x="5273" y="4575"/>
                  </a:lnTo>
                  <a:lnTo>
                    <a:pt x="5280" y="4582"/>
                  </a:lnTo>
                  <a:lnTo>
                    <a:pt x="5290" y="4589"/>
                  </a:lnTo>
                  <a:lnTo>
                    <a:pt x="5297" y="4596"/>
                  </a:lnTo>
                  <a:lnTo>
                    <a:pt x="5308" y="4603"/>
                  </a:lnTo>
                  <a:lnTo>
                    <a:pt x="5315" y="4610"/>
                  </a:lnTo>
                  <a:lnTo>
                    <a:pt x="5322" y="4624"/>
                  </a:lnTo>
                  <a:lnTo>
                    <a:pt x="5329" y="4631"/>
                  </a:lnTo>
                  <a:cubicBezTo>
                    <a:pt x="5332" y="4635"/>
                    <a:pt x="5332" y="4638"/>
                    <a:pt x="5336" y="4645"/>
                  </a:cubicBezTo>
                  <a:lnTo>
                    <a:pt x="5339" y="4652"/>
                  </a:lnTo>
                  <a:cubicBezTo>
                    <a:pt x="5343" y="4659"/>
                    <a:pt x="5346" y="4666"/>
                    <a:pt x="5350" y="4677"/>
                  </a:cubicBezTo>
                  <a:cubicBezTo>
                    <a:pt x="5353" y="4690"/>
                    <a:pt x="5386" y="4703"/>
                    <a:pt x="5438" y="4703"/>
                  </a:cubicBezTo>
                  <a:cubicBezTo>
                    <a:pt x="5456" y="4703"/>
                    <a:pt x="5476" y="4701"/>
                    <a:pt x="5497" y="4698"/>
                  </a:cubicBezTo>
                  <a:cubicBezTo>
                    <a:pt x="5578" y="4684"/>
                    <a:pt x="5704" y="4624"/>
                    <a:pt x="5693" y="4526"/>
                  </a:cubicBezTo>
                  <a:cubicBezTo>
                    <a:pt x="5679" y="4348"/>
                    <a:pt x="5907" y="4281"/>
                    <a:pt x="6127" y="4215"/>
                  </a:cubicBezTo>
                  <a:cubicBezTo>
                    <a:pt x="6274" y="4169"/>
                    <a:pt x="6453" y="4117"/>
                    <a:pt x="6474" y="4050"/>
                  </a:cubicBezTo>
                  <a:cubicBezTo>
                    <a:pt x="6481" y="4026"/>
                    <a:pt x="6488" y="3998"/>
                    <a:pt x="6498" y="3970"/>
                  </a:cubicBezTo>
                  <a:cubicBezTo>
                    <a:pt x="6554" y="3767"/>
                    <a:pt x="6621" y="3539"/>
                    <a:pt x="6750" y="3473"/>
                  </a:cubicBezTo>
                  <a:cubicBezTo>
                    <a:pt x="6774" y="3461"/>
                    <a:pt x="6800" y="3454"/>
                    <a:pt x="6826" y="3454"/>
                  </a:cubicBezTo>
                  <a:cubicBezTo>
                    <a:pt x="6846" y="3454"/>
                    <a:pt x="6865" y="3458"/>
                    <a:pt x="6883" y="3466"/>
                  </a:cubicBezTo>
                  <a:cubicBezTo>
                    <a:pt x="6890" y="3468"/>
                    <a:pt x="6897" y="3469"/>
                    <a:pt x="6903" y="3469"/>
                  </a:cubicBezTo>
                  <a:cubicBezTo>
                    <a:pt x="6946" y="3469"/>
                    <a:pt x="6991" y="3423"/>
                    <a:pt x="7051" y="3353"/>
                  </a:cubicBezTo>
                  <a:cubicBezTo>
                    <a:pt x="7116" y="3279"/>
                    <a:pt x="7187" y="3201"/>
                    <a:pt x="7281" y="3201"/>
                  </a:cubicBezTo>
                  <a:cubicBezTo>
                    <a:pt x="7288" y="3201"/>
                    <a:pt x="7296" y="3202"/>
                    <a:pt x="7303" y="3203"/>
                  </a:cubicBezTo>
                  <a:cubicBezTo>
                    <a:pt x="7359" y="3213"/>
                    <a:pt x="7415" y="3231"/>
                    <a:pt x="7468" y="3259"/>
                  </a:cubicBezTo>
                  <a:cubicBezTo>
                    <a:pt x="7517" y="3283"/>
                    <a:pt x="7573" y="3301"/>
                    <a:pt x="7626" y="3304"/>
                  </a:cubicBezTo>
                  <a:lnTo>
                    <a:pt x="7598" y="3049"/>
                  </a:lnTo>
                  <a:cubicBezTo>
                    <a:pt x="7463" y="2985"/>
                    <a:pt x="7268" y="2908"/>
                    <a:pt x="7190" y="2908"/>
                  </a:cubicBezTo>
                  <a:cubicBezTo>
                    <a:pt x="7187" y="2908"/>
                    <a:pt x="7184" y="2909"/>
                    <a:pt x="7181" y="2909"/>
                  </a:cubicBezTo>
                  <a:cubicBezTo>
                    <a:pt x="7174" y="2910"/>
                    <a:pt x="7167" y="2910"/>
                    <a:pt x="7161" y="2910"/>
                  </a:cubicBezTo>
                  <a:cubicBezTo>
                    <a:pt x="7072" y="2910"/>
                    <a:pt x="6980" y="2828"/>
                    <a:pt x="6876" y="2737"/>
                  </a:cubicBezTo>
                  <a:cubicBezTo>
                    <a:pt x="6785" y="2660"/>
                    <a:pt x="6684" y="2569"/>
                    <a:pt x="6586" y="2534"/>
                  </a:cubicBezTo>
                  <a:cubicBezTo>
                    <a:pt x="6463" y="2489"/>
                    <a:pt x="6050" y="2331"/>
                    <a:pt x="5921" y="2135"/>
                  </a:cubicBezTo>
                  <a:cubicBezTo>
                    <a:pt x="5882" y="2076"/>
                    <a:pt x="5756" y="2006"/>
                    <a:pt x="5648" y="1943"/>
                  </a:cubicBezTo>
                  <a:cubicBezTo>
                    <a:pt x="5494" y="1855"/>
                    <a:pt x="5396" y="1796"/>
                    <a:pt x="5364" y="1722"/>
                  </a:cubicBezTo>
                  <a:lnTo>
                    <a:pt x="5360" y="1708"/>
                  </a:lnTo>
                  <a:cubicBezTo>
                    <a:pt x="5301" y="1558"/>
                    <a:pt x="5224" y="1418"/>
                    <a:pt x="5133" y="1285"/>
                  </a:cubicBezTo>
                  <a:cubicBezTo>
                    <a:pt x="5084" y="1221"/>
                    <a:pt x="5049" y="1151"/>
                    <a:pt x="5024" y="1074"/>
                  </a:cubicBezTo>
                  <a:cubicBezTo>
                    <a:pt x="4993" y="1001"/>
                    <a:pt x="4975" y="955"/>
                    <a:pt x="4947" y="952"/>
                  </a:cubicBezTo>
                  <a:cubicBezTo>
                    <a:pt x="4923" y="948"/>
                    <a:pt x="4846" y="948"/>
                    <a:pt x="4765" y="945"/>
                  </a:cubicBezTo>
                  <a:cubicBezTo>
                    <a:pt x="4244" y="931"/>
                    <a:pt x="4083" y="906"/>
                    <a:pt x="4083" y="791"/>
                  </a:cubicBezTo>
                  <a:cubicBezTo>
                    <a:pt x="4083" y="616"/>
                    <a:pt x="4009" y="290"/>
                    <a:pt x="3939" y="273"/>
                  </a:cubicBezTo>
                  <a:lnTo>
                    <a:pt x="3880" y="259"/>
                  </a:lnTo>
                  <a:cubicBezTo>
                    <a:pt x="3736" y="231"/>
                    <a:pt x="3572" y="192"/>
                    <a:pt x="3488" y="108"/>
                  </a:cubicBezTo>
                  <a:cubicBezTo>
                    <a:pt x="3429" y="53"/>
                    <a:pt x="3284" y="0"/>
                    <a:pt x="3221" y="0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78" name="Google Shape;7036;p80">
              <a:extLst>
                <a:ext uri="{FF2B5EF4-FFF2-40B4-BE49-F238E27FC236}">
                  <a16:creationId xmlns:a16="http://schemas.microsoft.com/office/drawing/2014/main" id="{CE395E2F-E1A7-1DA5-F2AC-026C59F77346}"/>
                </a:ext>
              </a:extLst>
            </p:cNvPr>
            <p:cNvSpPr/>
            <p:nvPr/>
          </p:nvSpPr>
          <p:spPr>
            <a:xfrm>
              <a:off x="2461928" y="1715967"/>
              <a:ext cx="204" cy="109"/>
            </a:xfrm>
            <a:custGeom>
              <a:avLst/>
              <a:gdLst/>
              <a:ahLst/>
              <a:cxnLst/>
              <a:rect l="l" t="t" r="r" b="b"/>
              <a:pathLst>
                <a:path w="15" h="8" extrusionOk="0">
                  <a:moveTo>
                    <a:pt x="14" y="7"/>
                  </a:moveTo>
                  <a:lnTo>
                    <a:pt x="0" y="0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79" name="Google Shape;7037;p80">
              <a:extLst>
                <a:ext uri="{FF2B5EF4-FFF2-40B4-BE49-F238E27FC236}">
                  <a16:creationId xmlns:a16="http://schemas.microsoft.com/office/drawing/2014/main" id="{3EA3BEF5-20F8-89D2-F143-4F40965C2D3C}"/>
                </a:ext>
              </a:extLst>
            </p:cNvPr>
            <p:cNvSpPr/>
            <p:nvPr/>
          </p:nvSpPr>
          <p:spPr>
            <a:xfrm>
              <a:off x="2465159" y="1716823"/>
              <a:ext cx="244" cy="54"/>
            </a:xfrm>
            <a:custGeom>
              <a:avLst/>
              <a:gdLst/>
              <a:ahLst/>
              <a:cxnLst/>
              <a:rect l="l" t="t" r="r" b="b"/>
              <a:pathLst>
                <a:path w="18" h="4" extrusionOk="0">
                  <a:moveTo>
                    <a:pt x="18" y="4"/>
                  </a:moveTo>
                  <a:lnTo>
                    <a:pt x="0" y="0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80" name="Google Shape;7038;p80">
              <a:extLst>
                <a:ext uri="{FF2B5EF4-FFF2-40B4-BE49-F238E27FC236}">
                  <a16:creationId xmlns:a16="http://schemas.microsoft.com/office/drawing/2014/main" id="{54725696-53B7-88C7-82C8-7DEBE918F46E}"/>
                </a:ext>
              </a:extLst>
            </p:cNvPr>
            <p:cNvSpPr/>
            <p:nvPr/>
          </p:nvSpPr>
          <p:spPr>
            <a:xfrm>
              <a:off x="2462498" y="1716157"/>
              <a:ext cx="244" cy="109"/>
            </a:xfrm>
            <a:custGeom>
              <a:avLst/>
              <a:gdLst/>
              <a:ahLst/>
              <a:cxnLst/>
              <a:rect l="l" t="t" r="r" b="b"/>
              <a:pathLst>
                <a:path w="18" h="8" extrusionOk="0">
                  <a:moveTo>
                    <a:pt x="18" y="7"/>
                  </a:moveTo>
                  <a:lnTo>
                    <a:pt x="0" y="0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81" name="Google Shape;7039;p80">
              <a:extLst>
                <a:ext uri="{FF2B5EF4-FFF2-40B4-BE49-F238E27FC236}">
                  <a16:creationId xmlns:a16="http://schemas.microsoft.com/office/drawing/2014/main" id="{E858E51E-6121-4127-9364-2EA7961D85E9}"/>
                </a:ext>
              </a:extLst>
            </p:cNvPr>
            <p:cNvSpPr/>
            <p:nvPr/>
          </p:nvSpPr>
          <p:spPr>
            <a:xfrm>
              <a:off x="2463733" y="1716538"/>
              <a:ext cx="299" cy="109"/>
            </a:xfrm>
            <a:custGeom>
              <a:avLst/>
              <a:gdLst/>
              <a:ahLst/>
              <a:cxnLst/>
              <a:rect l="l" t="t" r="r" b="b"/>
              <a:pathLst>
                <a:path w="22" h="8" extrusionOk="0">
                  <a:moveTo>
                    <a:pt x="21" y="7"/>
                  </a:moveTo>
                  <a:lnTo>
                    <a:pt x="0" y="0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82" name="Google Shape;7040;p80">
              <a:extLst>
                <a:ext uri="{FF2B5EF4-FFF2-40B4-BE49-F238E27FC236}">
                  <a16:creationId xmlns:a16="http://schemas.microsoft.com/office/drawing/2014/main" id="{626E5184-FD07-3511-FE16-E4105EFFB6B6}"/>
                </a:ext>
              </a:extLst>
            </p:cNvPr>
            <p:cNvSpPr/>
            <p:nvPr/>
          </p:nvSpPr>
          <p:spPr>
            <a:xfrm>
              <a:off x="2463109" y="1716388"/>
              <a:ext cx="258" cy="68"/>
            </a:xfrm>
            <a:custGeom>
              <a:avLst/>
              <a:gdLst/>
              <a:ahLst/>
              <a:cxnLst/>
              <a:rect l="l" t="t" r="r" b="b"/>
              <a:pathLst>
                <a:path w="19" h="5" extrusionOk="0">
                  <a:moveTo>
                    <a:pt x="18" y="4"/>
                  </a:moveTo>
                  <a:lnTo>
                    <a:pt x="1" y="1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83" name="Google Shape;7041;p80">
              <a:extLst>
                <a:ext uri="{FF2B5EF4-FFF2-40B4-BE49-F238E27FC236}">
                  <a16:creationId xmlns:a16="http://schemas.microsoft.com/office/drawing/2014/main" id="{87EAEB36-A68D-808A-E470-490D51E854C0}"/>
                </a:ext>
              </a:extLst>
            </p:cNvPr>
            <p:cNvSpPr/>
            <p:nvPr/>
          </p:nvSpPr>
          <p:spPr>
            <a:xfrm>
              <a:off x="2464399" y="1716728"/>
              <a:ext cx="299" cy="54"/>
            </a:xfrm>
            <a:custGeom>
              <a:avLst/>
              <a:gdLst/>
              <a:ahLst/>
              <a:cxnLst/>
              <a:rect l="l" t="t" r="r" b="b"/>
              <a:pathLst>
                <a:path w="22" h="4" extrusionOk="0">
                  <a:moveTo>
                    <a:pt x="21" y="4"/>
                  </a:moveTo>
                  <a:lnTo>
                    <a:pt x="0" y="0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84" name="Google Shape;7042;p80">
              <a:extLst>
                <a:ext uri="{FF2B5EF4-FFF2-40B4-BE49-F238E27FC236}">
                  <a16:creationId xmlns:a16="http://schemas.microsoft.com/office/drawing/2014/main" id="{BEB2045D-DFD4-9326-D64B-3C9A6C43EEC9}"/>
                </a:ext>
              </a:extLst>
            </p:cNvPr>
            <p:cNvSpPr/>
            <p:nvPr/>
          </p:nvSpPr>
          <p:spPr>
            <a:xfrm>
              <a:off x="2541071" y="1746150"/>
              <a:ext cx="394" cy="3530"/>
            </a:xfrm>
            <a:custGeom>
              <a:avLst/>
              <a:gdLst/>
              <a:ahLst/>
              <a:cxnLst/>
              <a:rect l="l" t="t" r="r" b="b"/>
              <a:pathLst>
                <a:path w="29" h="260" extrusionOk="0">
                  <a:moveTo>
                    <a:pt x="0" y="0"/>
                  </a:moveTo>
                  <a:lnTo>
                    <a:pt x="28" y="259"/>
                  </a:lnTo>
                  <a:lnTo>
                    <a:pt x="28" y="259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85" name="Google Shape;7043;p80">
              <a:extLst>
                <a:ext uri="{FF2B5EF4-FFF2-40B4-BE49-F238E27FC236}">
                  <a16:creationId xmlns:a16="http://schemas.microsoft.com/office/drawing/2014/main" id="{6EAC23FA-09F9-6613-32E6-29CFF64BFFBF}"/>
                </a:ext>
              </a:extLst>
            </p:cNvPr>
            <p:cNvSpPr/>
            <p:nvPr/>
          </p:nvSpPr>
          <p:spPr>
            <a:xfrm>
              <a:off x="2465919" y="1716959"/>
              <a:ext cx="244" cy="14"/>
            </a:xfrm>
            <a:custGeom>
              <a:avLst/>
              <a:gdLst/>
              <a:ahLst/>
              <a:cxnLst/>
              <a:rect l="l" t="t" r="r" b="b"/>
              <a:pathLst>
                <a:path w="18" h="1" extrusionOk="0">
                  <a:moveTo>
                    <a:pt x="18" y="1"/>
                  </a:moveTo>
                  <a:lnTo>
                    <a:pt x="0" y="1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86" name="Google Shape;7044;p80">
              <a:extLst>
                <a:ext uri="{FF2B5EF4-FFF2-40B4-BE49-F238E27FC236}">
                  <a16:creationId xmlns:a16="http://schemas.microsoft.com/office/drawing/2014/main" id="{3250710F-52C1-31BF-39FB-0118EE9830AD}"/>
                </a:ext>
              </a:extLst>
            </p:cNvPr>
            <p:cNvSpPr/>
            <p:nvPr/>
          </p:nvSpPr>
          <p:spPr>
            <a:xfrm>
              <a:off x="2373470" y="1729138"/>
              <a:ext cx="143134" cy="121505"/>
            </a:xfrm>
            <a:custGeom>
              <a:avLst/>
              <a:gdLst/>
              <a:ahLst/>
              <a:cxnLst/>
              <a:rect l="l" t="t" r="r" b="b"/>
              <a:pathLst>
                <a:path w="10542" h="8949" extrusionOk="0">
                  <a:moveTo>
                    <a:pt x="161" y="0"/>
                  </a:moveTo>
                  <a:cubicBezTo>
                    <a:pt x="147" y="0"/>
                    <a:pt x="137" y="7"/>
                    <a:pt x="137" y="98"/>
                  </a:cubicBezTo>
                  <a:cubicBezTo>
                    <a:pt x="137" y="151"/>
                    <a:pt x="133" y="259"/>
                    <a:pt x="46" y="280"/>
                  </a:cubicBezTo>
                  <a:lnTo>
                    <a:pt x="21" y="280"/>
                  </a:lnTo>
                  <a:cubicBezTo>
                    <a:pt x="0" y="336"/>
                    <a:pt x="49" y="557"/>
                    <a:pt x="95" y="641"/>
                  </a:cubicBezTo>
                  <a:cubicBezTo>
                    <a:pt x="119" y="693"/>
                    <a:pt x="109" y="784"/>
                    <a:pt x="91" y="945"/>
                  </a:cubicBezTo>
                  <a:cubicBezTo>
                    <a:pt x="84" y="994"/>
                    <a:pt x="74" y="1061"/>
                    <a:pt x="70" y="1117"/>
                  </a:cubicBezTo>
                  <a:lnTo>
                    <a:pt x="70" y="1120"/>
                  </a:lnTo>
                  <a:lnTo>
                    <a:pt x="70" y="1131"/>
                  </a:lnTo>
                  <a:lnTo>
                    <a:pt x="70" y="1152"/>
                  </a:lnTo>
                  <a:cubicBezTo>
                    <a:pt x="70" y="1166"/>
                    <a:pt x="70" y="1183"/>
                    <a:pt x="70" y="1197"/>
                  </a:cubicBezTo>
                  <a:cubicBezTo>
                    <a:pt x="130" y="1225"/>
                    <a:pt x="193" y="1309"/>
                    <a:pt x="238" y="1383"/>
                  </a:cubicBezTo>
                  <a:cubicBezTo>
                    <a:pt x="252" y="1407"/>
                    <a:pt x="266" y="1428"/>
                    <a:pt x="277" y="1449"/>
                  </a:cubicBezTo>
                  <a:cubicBezTo>
                    <a:pt x="287" y="1470"/>
                    <a:pt x="298" y="1488"/>
                    <a:pt x="305" y="1505"/>
                  </a:cubicBezTo>
                  <a:cubicBezTo>
                    <a:pt x="315" y="1523"/>
                    <a:pt x="322" y="1537"/>
                    <a:pt x="326" y="1547"/>
                  </a:cubicBezTo>
                  <a:cubicBezTo>
                    <a:pt x="333" y="1562"/>
                    <a:pt x="336" y="1576"/>
                    <a:pt x="340" y="1586"/>
                  </a:cubicBezTo>
                  <a:lnTo>
                    <a:pt x="340" y="1590"/>
                  </a:lnTo>
                  <a:cubicBezTo>
                    <a:pt x="347" y="1600"/>
                    <a:pt x="347" y="1611"/>
                    <a:pt x="350" y="1618"/>
                  </a:cubicBezTo>
                  <a:lnTo>
                    <a:pt x="350" y="1621"/>
                  </a:lnTo>
                  <a:cubicBezTo>
                    <a:pt x="354" y="1632"/>
                    <a:pt x="354" y="1639"/>
                    <a:pt x="354" y="1646"/>
                  </a:cubicBezTo>
                  <a:lnTo>
                    <a:pt x="354" y="1649"/>
                  </a:lnTo>
                  <a:cubicBezTo>
                    <a:pt x="354" y="1653"/>
                    <a:pt x="354" y="1660"/>
                    <a:pt x="354" y="1667"/>
                  </a:cubicBezTo>
                  <a:cubicBezTo>
                    <a:pt x="354" y="1670"/>
                    <a:pt x="354" y="1674"/>
                    <a:pt x="354" y="1681"/>
                  </a:cubicBezTo>
                  <a:cubicBezTo>
                    <a:pt x="354" y="1684"/>
                    <a:pt x="354" y="1684"/>
                    <a:pt x="354" y="1688"/>
                  </a:cubicBezTo>
                  <a:cubicBezTo>
                    <a:pt x="368" y="1719"/>
                    <a:pt x="385" y="1747"/>
                    <a:pt x="403" y="1775"/>
                  </a:cubicBezTo>
                  <a:lnTo>
                    <a:pt x="417" y="1800"/>
                  </a:lnTo>
                  <a:cubicBezTo>
                    <a:pt x="480" y="1894"/>
                    <a:pt x="550" y="2006"/>
                    <a:pt x="550" y="2104"/>
                  </a:cubicBezTo>
                  <a:cubicBezTo>
                    <a:pt x="550" y="2223"/>
                    <a:pt x="718" y="2363"/>
                    <a:pt x="784" y="2363"/>
                  </a:cubicBezTo>
                  <a:cubicBezTo>
                    <a:pt x="872" y="2363"/>
                    <a:pt x="984" y="2398"/>
                    <a:pt x="1040" y="2475"/>
                  </a:cubicBezTo>
                  <a:cubicBezTo>
                    <a:pt x="1075" y="2524"/>
                    <a:pt x="1085" y="2587"/>
                    <a:pt x="1064" y="2643"/>
                  </a:cubicBezTo>
                  <a:cubicBezTo>
                    <a:pt x="1054" y="2692"/>
                    <a:pt x="1054" y="2738"/>
                    <a:pt x="1064" y="2787"/>
                  </a:cubicBezTo>
                  <a:cubicBezTo>
                    <a:pt x="1071" y="2857"/>
                    <a:pt x="1078" y="2927"/>
                    <a:pt x="1036" y="2972"/>
                  </a:cubicBezTo>
                  <a:cubicBezTo>
                    <a:pt x="1012" y="3000"/>
                    <a:pt x="973" y="3014"/>
                    <a:pt x="938" y="3014"/>
                  </a:cubicBezTo>
                  <a:cubicBezTo>
                    <a:pt x="917" y="3025"/>
                    <a:pt x="893" y="3126"/>
                    <a:pt x="879" y="3179"/>
                  </a:cubicBezTo>
                  <a:cubicBezTo>
                    <a:pt x="854" y="3287"/>
                    <a:pt x="830" y="3392"/>
                    <a:pt x="756" y="3434"/>
                  </a:cubicBezTo>
                  <a:cubicBezTo>
                    <a:pt x="753" y="3438"/>
                    <a:pt x="739" y="3462"/>
                    <a:pt x="739" y="3525"/>
                  </a:cubicBezTo>
                  <a:cubicBezTo>
                    <a:pt x="739" y="3659"/>
                    <a:pt x="791" y="3799"/>
                    <a:pt x="819" y="3820"/>
                  </a:cubicBezTo>
                  <a:cubicBezTo>
                    <a:pt x="1085" y="3949"/>
                    <a:pt x="1124" y="4093"/>
                    <a:pt x="1110" y="4187"/>
                  </a:cubicBezTo>
                  <a:cubicBezTo>
                    <a:pt x="1113" y="4201"/>
                    <a:pt x="1117" y="4212"/>
                    <a:pt x="1124" y="4222"/>
                  </a:cubicBezTo>
                  <a:cubicBezTo>
                    <a:pt x="1180" y="4285"/>
                    <a:pt x="1243" y="4338"/>
                    <a:pt x="1316" y="4376"/>
                  </a:cubicBezTo>
                  <a:cubicBezTo>
                    <a:pt x="1407" y="4429"/>
                    <a:pt x="1502" y="4474"/>
                    <a:pt x="1600" y="4506"/>
                  </a:cubicBezTo>
                  <a:cubicBezTo>
                    <a:pt x="1621" y="4513"/>
                    <a:pt x="1638" y="4520"/>
                    <a:pt x="1659" y="4523"/>
                  </a:cubicBezTo>
                  <a:cubicBezTo>
                    <a:pt x="1792" y="4541"/>
                    <a:pt x="1845" y="4660"/>
                    <a:pt x="1891" y="4754"/>
                  </a:cubicBezTo>
                  <a:cubicBezTo>
                    <a:pt x="1908" y="4793"/>
                    <a:pt x="1929" y="4831"/>
                    <a:pt x="1957" y="4866"/>
                  </a:cubicBezTo>
                  <a:cubicBezTo>
                    <a:pt x="2038" y="4947"/>
                    <a:pt x="1996" y="5055"/>
                    <a:pt x="1961" y="5143"/>
                  </a:cubicBezTo>
                  <a:cubicBezTo>
                    <a:pt x="1943" y="5181"/>
                    <a:pt x="1933" y="5223"/>
                    <a:pt x="1933" y="5265"/>
                  </a:cubicBezTo>
                  <a:cubicBezTo>
                    <a:pt x="1947" y="5300"/>
                    <a:pt x="1968" y="5332"/>
                    <a:pt x="1999" y="5360"/>
                  </a:cubicBezTo>
                  <a:cubicBezTo>
                    <a:pt x="2059" y="5426"/>
                    <a:pt x="2143" y="5521"/>
                    <a:pt x="2125" y="5654"/>
                  </a:cubicBezTo>
                  <a:cubicBezTo>
                    <a:pt x="2125" y="5657"/>
                    <a:pt x="2125" y="5664"/>
                    <a:pt x="2125" y="5668"/>
                  </a:cubicBezTo>
                  <a:lnTo>
                    <a:pt x="2125" y="5675"/>
                  </a:lnTo>
                  <a:cubicBezTo>
                    <a:pt x="2125" y="5678"/>
                    <a:pt x="2129" y="5682"/>
                    <a:pt x="2129" y="5685"/>
                  </a:cubicBezTo>
                  <a:lnTo>
                    <a:pt x="2132" y="5692"/>
                  </a:lnTo>
                  <a:cubicBezTo>
                    <a:pt x="2132" y="5696"/>
                    <a:pt x="2136" y="5699"/>
                    <a:pt x="2136" y="5703"/>
                  </a:cubicBezTo>
                  <a:lnTo>
                    <a:pt x="2143" y="5710"/>
                  </a:lnTo>
                  <a:lnTo>
                    <a:pt x="2146" y="5724"/>
                  </a:lnTo>
                  <a:lnTo>
                    <a:pt x="2153" y="5731"/>
                  </a:lnTo>
                  <a:lnTo>
                    <a:pt x="2160" y="5745"/>
                  </a:lnTo>
                  <a:lnTo>
                    <a:pt x="2167" y="5756"/>
                  </a:lnTo>
                  <a:lnTo>
                    <a:pt x="2178" y="5766"/>
                  </a:lnTo>
                  <a:lnTo>
                    <a:pt x="2188" y="5780"/>
                  </a:lnTo>
                  <a:lnTo>
                    <a:pt x="2195" y="5791"/>
                  </a:lnTo>
                  <a:lnTo>
                    <a:pt x="2206" y="5805"/>
                  </a:lnTo>
                  <a:lnTo>
                    <a:pt x="2213" y="5815"/>
                  </a:lnTo>
                  <a:lnTo>
                    <a:pt x="2227" y="5833"/>
                  </a:lnTo>
                  <a:lnTo>
                    <a:pt x="2234" y="5840"/>
                  </a:lnTo>
                  <a:lnTo>
                    <a:pt x="2251" y="5857"/>
                  </a:lnTo>
                  <a:lnTo>
                    <a:pt x="2258" y="5864"/>
                  </a:lnTo>
                  <a:lnTo>
                    <a:pt x="2276" y="5885"/>
                  </a:lnTo>
                  <a:lnTo>
                    <a:pt x="2279" y="5889"/>
                  </a:lnTo>
                  <a:lnTo>
                    <a:pt x="2300" y="5913"/>
                  </a:lnTo>
                  <a:cubicBezTo>
                    <a:pt x="2332" y="5945"/>
                    <a:pt x="2360" y="5976"/>
                    <a:pt x="2388" y="6001"/>
                  </a:cubicBezTo>
                  <a:cubicBezTo>
                    <a:pt x="2423" y="5994"/>
                    <a:pt x="2461" y="5987"/>
                    <a:pt x="2500" y="5987"/>
                  </a:cubicBezTo>
                  <a:cubicBezTo>
                    <a:pt x="2531" y="5987"/>
                    <a:pt x="2563" y="5969"/>
                    <a:pt x="2584" y="5941"/>
                  </a:cubicBezTo>
                  <a:cubicBezTo>
                    <a:pt x="2603" y="5922"/>
                    <a:pt x="2637" y="5889"/>
                    <a:pt x="2686" y="5889"/>
                  </a:cubicBezTo>
                  <a:cubicBezTo>
                    <a:pt x="2716" y="5889"/>
                    <a:pt x="2752" y="5901"/>
                    <a:pt x="2794" y="5938"/>
                  </a:cubicBezTo>
                  <a:cubicBezTo>
                    <a:pt x="2814" y="5954"/>
                    <a:pt x="2837" y="5961"/>
                    <a:pt x="2865" y="5961"/>
                  </a:cubicBezTo>
                  <a:cubicBezTo>
                    <a:pt x="2900" y="5961"/>
                    <a:pt x="2944" y="5950"/>
                    <a:pt x="2997" y="5934"/>
                  </a:cubicBezTo>
                  <a:cubicBezTo>
                    <a:pt x="3039" y="5917"/>
                    <a:pt x="3084" y="5910"/>
                    <a:pt x="3130" y="5903"/>
                  </a:cubicBezTo>
                  <a:cubicBezTo>
                    <a:pt x="3133" y="5902"/>
                    <a:pt x="3136" y="5902"/>
                    <a:pt x="3139" y="5902"/>
                  </a:cubicBezTo>
                  <a:cubicBezTo>
                    <a:pt x="3191" y="5902"/>
                    <a:pt x="3337" y="5952"/>
                    <a:pt x="3749" y="6799"/>
                  </a:cubicBezTo>
                  <a:cubicBezTo>
                    <a:pt x="3788" y="6876"/>
                    <a:pt x="3816" y="6939"/>
                    <a:pt x="3837" y="6991"/>
                  </a:cubicBezTo>
                  <a:cubicBezTo>
                    <a:pt x="3897" y="7135"/>
                    <a:pt x="3925" y="7194"/>
                    <a:pt x="4044" y="7271"/>
                  </a:cubicBezTo>
                  <a:cubicBezTo>
                    <a:pt x="4103" y="7310"/>
                    <a:pt x="4173" y="7334"/>
                    <a:pt x="4243" y="7348"/>
                  </a:cubicBezTo>
                  <a:cubicBezTo>
                    <a:pt x="4422" y="7387"/>
                    <a:pt x="4590" y="7478"/>
                    <a:pt x="4716" y="7611"/>
                  </a:cubicBezTo>
                  <a:cubicBezTo>
                    <a:pt x="4964" y="7870"/>
                    <a:pt x="5636" y="8056"/>
                    <a:pt x="5916" y="8070"/>
                  </a:cubicBezTo>
                  <a:cubicBezTo>
                    <a:pt x="5923" y="8070"/>
                    <a:pt x="5929" y="8070"/>
                    <a:pt x="5935" y="8070"/>
                  </a:cubicBezTo>
                  <a:cubicBezTo>
                    <a:pt x="6040" y="8070"/>
                    <a:pt x="6143" y="8014"/>
                    <a:pt x="6246" y="7958"/>
                  </a:cubicBezTo>
                  <a:cubicBezTo>
                    <a:pt x="6375" y="7891"/>
                    <a:pt x="6515" y="7818"/>
                    <a:pt x="6690" y="7818"/>
                  </a:cubicBezTo>
                  <a:cubicBezTo>
                    <a:pt x="6729" y="7818"/>
                    <a:pt x="6767" y="7821"/>
                    <a:pt x="6809" y="7828"/>
                  </a:cubicBezTo>
                  <a:cubicBezTo>
                    <a:pt x="7093" y="7884"/>
                    <a:pt x="7145" y="8136"/>
                    <a:pt x="7191" y="8339"/>
                  </a:cubicBezTo>
                  <a:cubicBezTo>
                    <a:pt x="7208" y="8434"/>
                    <a:pt x="7229" y="8525"/>
                    <a:pt x="7268" y="8570"/>
                  </a:cubicBezTo>
                  <a:cubicBezTo>
                    <a:pt x="7341" y="8661"/>
                    <a:pt x="8122" y="8763"/>
                    <a:pt x="8539" y="8815"/>
                  </a:cubicBezTo>
                  <a:cubicBezTo>
                    <a:pt x="8826" y="8850"/>
                    <a:pt x="9050" y="8878"/>
                    <a:pt x="9141" y="8906"/>
                  </a:cubicBezTo>
                  <a:cubicBezTo>
                    <a:pt x="9302" y="8934"/>
                    <a:pt x="9463" y="8948"/>
                    <a:pt x="9624" y="8948"/>
                  </a:cubicBezTo>
                  <a:lnTo>
                    <a:pt x="9620" y="8920"/>
                  </a:lnTo>
                  <a:lnTo>
                    <a:pt x="9617" y="8885"/>
                  </a:lnTo>
                  <a:cubicBezTo>
                    <a:pt x="9610" y="8801"/>
                    <a:pt x="9624" y="8717"/>
                    <a:pt x="9652" y="8640"/>
                  </a:cubicBezTo>
                  <a:lnTo>
                    <a:pt x="9652" y="8633"/>
                  </a:lnTo>
                  <a:lnTo>
                    <a:pt x="9655" y="8630"/>
                  </a:lnTo>
                  <a:cubicBezTo>
                    <a:pt x="9718" y="8483"/>
                    <a:pt x="9823" y="8360"/>
                    <a:pt x="9963" y="8280"/>
                  </a:cubicBezTo>
                  <a:cubicBezTo>
                    <a:pt x="9974" y="8273"/>
                    <a:pt x="9988" y="8266"/>
                    <a:pt x="9998" y="8262"/>
                  </a:cubicBezTo>
                  <a:cubicBezTo>
                    <a:pt x="10160" y="8178"/>
                    <a:pt x="10338" y="8126"/>
                    <a:pt x="10517" y="8101"/>
                  </a:cubicBezTo>
                  <a:cubicBezTo>
                    <a:pt x="10527" y="8101"/>
                    <a:pt x="10531" y="8101"/>
                    <a:pt x="10531" y="8087"/>
                  </a:cubicBezTo>
                  <a:cubicBezTo>
                    <a:pt x="10541" y="8007"/>
                    <a:pt x="10450" y="7860"/>
                    <a:pt x="10387" y="7825"/>
                  </a:cubicBezTo>
                  <a:cubicBezTo>
                    <a:pt x="10384" y="7821"/>
                    <a:pt x="10380" y="7818"/>
                    <a:pt x="10377" y="7818"/>
                  </a:cubicBezTo>
                  <a:cubicBezTo>
                    <a:pt x="10282" y="7786"/>
                    <a:pt x="10268" y="7670"/>
                    <a:pt x="10258" y="7551"/>
                  </a:cubicBezTo>
                  <a:cubicBezTo>
                    <a:pt x="10244" y="7415"/>
                    <a:pt x="10226" y="7261"/>
                    <a:pt x="10110" y="7212"/>
                  </a:cubicBezTo>
                  <a:cubicBezTo>
                    <a:pt x="9809" y="7086"/>
                    <a:pt x="9585" y="6893"/>
                    <a:pt x="9515" y="6697"/>
                  </a:cubicBezTo>
                  <a:cubicBezTo>
                    <a:pt x="9470" y="6659"/>
                    <a:pt x="9389" y="6582"/>
                    <a:pt x="9316" y="6512"/>
                  </a:cubicBezTo>
                  <a:cubicBezTo>
                    <a:pt x="9284" y="6480"/>
                    <a:pt x="9253" y="6452"/>
                    <a:pt x="9228" y="6424"/>
                  </a:cubicBezTo>
                  <a:lnTo>
                    <a:pt x="9130" y="6337"/>
                  </a:lnTo>
                  <a:lnTo>
                    <a:pt x="9151" y="6337"/>
                  </a:lnTo>
                  <a:lnTo>
                    <a:pt x="9144" y="6319"/>
                  </a:lnTo>
                  <a:lnTo>
                    <a:pt x="9137" y="6309"/>
                  </a:lnTo>
                  <a:cubicBezTo>
                    <a:pt x="9134" y="6302"/>
                    <a:pt x="9130" y="6295"/>
                    <a:pt x="9130" y="6288"/>
                  </a:cubicBezTo>
                  <a:lnTo>
                    <a:pt x="9127" y="6277"/>
                  </a:lnTo>
                  <a:cubicBezTo>
                    <a:pt x="9123" y="6267"/>
                    <a:pt x="9123" y="6260"/>
                    <a:pt x="9123" y="6253"/>
                  </a:cubicBezTo>
                  <a:lnTo>
                    <a:pt x="9123" y="6246"/>
                  </a:lnTo>
                  <a:cubicBezTo>
                    <a:pt x="9120" y="6235"/>
                    <a:pt x="9120" y="6225"/>
                    <a:pt x="9123" y="6214"/>
                  </a:cubicBezTo>
                  <a:cubicBezTo>
                    <a:pt x="9130" y="6158"/>
                    <a:pt x="9190" y="6095"/>
                    <a:pt x="9298" y="5990"/>
                  </a:cubicBezTo>
                  <a:lnTo>
                    <a:pt x="9351" y="5941"/>
                  </a:lnTo>
                  <a:cubicBezTo>
                    <a:pt x="9491" y="5805"/>
                    <a:pt x="9729" y="5577"/>
                    <a:pt x="9690" y="5468"/>
                  </a:cubicBezTo>
                  <a:cubicBezTo>
                    <a:pt x="9652" y="5360"/>
                    <a:pt x="9491" y="5321"/>
                    <a:pt x="9365" y="5293"/>
                  </a:cubicBezTo>
                  <a:cubicBezTo>
                    <a:pt x="9263" y="5272"/>
                    <a:pt x="9183" y="5255"/>
                    <a:pt x="9155" y="5195"/>
                  </a:cubicBezTo>
                  <a:cubicBezTo>
                    <a:pt x="9130" y="5146"/>
                    <a:pt x="9130" y="5080"/>
                    <a:pt x="9130" y="4985"/>
                  </a:cubicBezTo>
                  <a:cubicBezTo>
                    <a:pt x="9130" y="4859"/>
                    <a:pt x="9130" y="4698"/>
                    <a:pt x="9067" y="4565"/>
                  </a:cubicBezTo>
                  <a:cubicBezTo>
                    <a:pt x="8997" y="4418"/>
                    <a:pt x="9032" y="4278"/>
                    <a:pt x="9060" y="4166"/>
                  </a:cubicBezTo>
                  <a:cubicBezTo>
                    <a:pt x="9078" y="4093"/>
                    <a:pt x="9095" y="4026"/>
                    <a:pt x="9071" y="3991"/>
                  </a:cubicBezTo>
                  <a:cubicBezTo>
                    <a:pt x="8983" y="3858"/>
                    <a:pt x="9057" y="3666"/>
                    <a:pt x="9106" y="3532"/>
                  </a:cubicBezTo>
                  <a:cubicBezTo>
                    <a:pt x="9116" y="3504"/>
                    <a:pt x="9123" y="3480"/>
                    <a:pt x="9127" y="3462"/>
                  </a:cubicBezTo>
                  <a:cubicBezTo>
                    <a:pt x="9144" y="3413"/>
                    <a:pt x="9176" y="3368"/>
                    <a:pt x="9211" y="3333"/>
                  </a:cubicBezTo>
                  <a:cubicBezTo>
                    <a:pt x="9277" y="3256"/>
                    <a:pt x="9354" y="3168"/>
                    <a:pt x="9344" y="3053"/>
                  </a:cubicBezTo>
                  <a:cubicBezTo>
                    <a:pt x="9340" y="3032"/>
                    <a:pt x="9340" y="3007"/>
                    <a:pt x="9344" y="2986"/>
                  </a:cubicBezTo>
                  <a:cubicBezTo>
                    <a:pt x="9344" y="2976"/>
                    <a:pt x="9344" y="2969"/>
                    <a:pt x="9347" y="2958"/>
                  </a:cubicBezTo>
                  <a:cubicBezTo>
                    <a:pt x="9347" y="2951"/>
                    <a:pt x="9351" y="2941"/>
                    <a:pt x="9351" y="2930"/>
                  </a:cubicBezTo>
                  <a:cubicBezTo>
                    <a:pt x="9354" y="2920"/>
                    <a:pt x="9351" y="2923"/>
                    <a:pt x="9354" y="2920"/>
                  </a:cubicBezTo>
                  <a:cubicBezTo>
                    <a:pt x="9358" y="2906"/>
                    <a:pt x="9361" y="2895"/>
                    <a:pt x="9368" y="2881"/>
                  </a:cubicBezTo>
                  <a:cubicBezTo>
                    <a:pt x="9386" y="2839"/>
                    <a:pt x="9414" y="2801"/>
                    <a:pt x="9452" y="2769"/>
                  </a:cubicBezTo>
                  <a:cubicBezTo>
                    <a:pt x="9449" y="2762"/>
                    <a:pt x="9449" y="2752"/>
                    <a:pt x="9445" y="2741"/>
                  </a:cubicBezTo>
                  <a:lnTo>
                    <a:pt x="9442" y="2727"/>
                  </a:lnTo>
                  <a:cubicBezTo>
                    <a:pt x="9438" y="2713"/>
                    <a:pt x="9435" y="2699"/>
                    <a:pt x="9431" y="2682"/>
                  </a:cubicBezTo>
                  <a:lnTo>
                    <a:pt x="9428" y="2668"/>
                  </a:lnTo>
                  <a:cubicBezTo>
                    <a:pt x="9424" y="2657"/>
                    <a:pt x="9421" y="2647"/>
                    <a:pt x="9421" y="2633"/>
                  </a:cubicBezTo>
                  <a:lnTo>
                    <a:pt x="9417" y="2615"/>
                  </a:lnTo>
                  <a:lnTo>
                    <a:pt x="9410" y="2587"/>
                  </a:lnTo>
                  <a:lnTo>
                    <a:pt x="9407" y="2563"/>
                  </a:lnTo>
                  <a:lnTo>
                    <a:pt x="9403" y="2538"/>
                  </a:lnTo>
                  <a:lnTo>
                    <a:pt x="9400" y="2514"/>
                  </a:lnTo>
                  <a:lnTo>
                    <a:pt x="9396" y="2489"/>
                  </a:lnTo>
                  <a:lnTo>
                    <a:pt x="9393" y="2465"/>
                  </a:lnTo>
                  <a:lnTo>
                    <a:pt x="9389" y="2440"/>
                  </a:lnTo>
                  <a:lnTo>
                    <a:pt x="9386" y="2416"/>
                  </a:lnTo>
                  <a:lnTo>
                    <a:pt x="9386" y="2395"/>
                  </a:lnTo>
                  <a:lnTo>
                    <a:pt x="9382" y="2370"/>
                  </a:lnTo>
                  <a:lnTo>
                    <a:pt x="9382" y="2349"/>
                  </a:lnTo>
                  <a:lnTo>
                    <a:pt x="9382" y="2328"/>
                  </a:lnTo>
                  <a:lnTo>
                    <a:pt x="9382" y="2307"/>
                  </a:lnTo>
                  <a:lnTo>
                    <a:pt x="9382" y="2286"/>
                  </a:lnTo>
                  <a:lnTo>
                    <a:pt x="9382" y="2269"/>
                  </a:lnTo>
                  <a:lnTo>
                    <a:pt x="9382" y="2248"/>
                  </a:lnTo>
                  <a:lnTo>
                    <a:pt x="9382" y="2234"/>
                  </a:lnTo>
                  <a:lnTo>
                    <a:pt x="9382" y="2216"/>
                  </a:lnTo>
                  <a:lnTo>
                    <a:pt x="9382" y="2202"/>
                  </a:lnTo>
                  <a:lnTo>
                    <a:pt x="9382" y="2188"/>
                  </a:lnTo>
                  <a:lnTo>
                    <a:pt x="9382" y="2178"/>
                  </a:lnTo>
                  <a:lnTo>
                    <a:pt x="9382" y="2167"/>
                  </a:lnTo>
                  <a:lnTo>
                    <a:pt x="9382" y="2146"/>
                  </a:lnTo>
                  <a:cubicBezTo>
                    <a:pt x="9355" y="2133"/>
                    <a:pt x="9287" y="2125"/>
                    <a:pt x="9207" y="2125"/>
                  </a:cubicBezTo>
                  <a:cubicBezTo>
                    <a:pt x="9162" y="2125"/>
                    <a:pt x="9114" y="2127"/>
                    <a:pt x="9067" y="2132"/>
                  </a:cubicBezTo>
                  <a:cubicBezTo>
                    <a:pt x="9060" y="2133"/>
                    <a:pt x="9054" y="2133"/>
                    <a:pt x="9047" y="2133"/>
                  </a:cubicBezTo>
                  <a:cubicBezTo>
                    <a:pt x="8953" y="2133"/>
                    <a:pt x="8884" y="2042"/>
                    <a:pt x="8819" y="1954"/>
                  </a:cubicBezTo>
                  <a:cubicBezTo>
                    <a:pt x="8777" y="1905"/>
                    <a:pt x="8717" y="1824"/>
                    <a:pt x="8686" y="1824"/>
                  </a:cubicBezTo>
                  <a:cubicBezTo>
                    <a:pt x="8528" y="1824"/>
                    <a:pt x="8381" y="1705"/>
                    <a:pt x="8381" y="1572"/>
                  </a:cubicBezTo>
                  <a:cubicBezTo>
                    <a:pt x="8353" y="1534"/>
                    <a:pt x="8175" y="1482"/>
                    <a:pt x="8030" y="1482"/>
                  </a:cubicBezTo>
                  <a:cubicBezTo>
                    <a:pt x="8013" y="1482"/>
                    <a:pt x="7997" y="1483"/>
                    <a:pt x="7982" y="1484"/>
                  </a:cubicBezTo>
                  <a:cubicBezTo>
                    <a:pt x="7972" y="1486"/>
                    <a:pt x="7961" y="1486"/>
                    <a:pt x="7951" y="1486"/>
                  </a:cubicBezTo>
                  <a:cubicBezTo>
                    <a:pt x="7868" y="1486"/>
                    <a:pt x="7790" y="1448"/>
                    <a:pt x="7737" y="1383"/>
                  </a:cubicBezTo>
                  <a:cubicBezTo>
                    <a:pt x="7730" y="1372"/>
                    <a:pt x="7719" y="1365"/>
                    <a:pt x="7712" y="1358"/>
                  </a:cubicBezTo>
                  <a:cubicBezTo>
                    <a:pt x="7625" y="1355"/>
                    <a:pt x="7355" y="1271"/>
                    <a:pt x="7264" y="1155"/>
                  </a:cubicBezTo>
                  <a:cubicBezTo>
                    <a:pt x="7242" y="1129"/>
                    <a:pt x="7111" y="1092"/>
                    <a:pt x="6956" y="1092"/>
                  </a:cubicBezTo>
                  <a:cubicBezTo>
                    <a:pt x="6943" y="1092"/>
                    <a:pt x="6931" y="1092"/>
                    <a:pt x="6918" y="1092"/>
                  </a:cubicBezTo>
                  <a:cubicBezTo>
                    <a:pt x="6806" y="1096"/>
                    <a:pt x="6746" y="1120"/>
                    <a:pt x="6736" y="1134"/>
                  </a:cubicBezTo>
                  <a:cubicBezTo>
                    <a:pt x="6682" y="1212"/>
                    <a:pt x="6604" y="1231"/>
                    <a:pt x="6524" y="1231"/>
                  </a:cubicBezTo>
                  <a:cubicBezTo>
                    <a:pt x="6484" y="1231"/>
                    <a:pt x="6445" y="1227"/>
                    <a:pt x="6407" y="1222"/>
                  </a:cubicBezTo>
                  <a:cubicBezTo>
                    <a:pt x="6368" y="1215"/>
                    <a:pt x="6333" y="1211"/>
                    <a:pt x="6295" y="1211"/>
                  </a:cubicBezTo>
                  <a:cubicBezTo>
                    <a:pt x="6186" y="1211"/>
                    <a:pt x="5948" y="1407"/>
                    <a:pt x="5864" y="1523"/>
                  </a:cubicBezTo>
                  <a:lnTo>
                    <a:pt x="5853" y="1533"/>
                  </a:lnTo>
                  <a:lnTo>
                    <a:pt x="5853" y="1537"/>
                  </a:lnTo>
                  <a:lnTo>
                    <a:pt x="5846" y="1544"/>
                  </a:lnTo>
                  <a:lnTo>
                    <a:pt x="5843" y="1547"/>
                  </a:lnTo>
                  <a:lnTo>
                    <a:pt x="5836" y="1551"/>
                  </a:lnTo>
                  <a:lnTo>
                    <a:pt x="5829" y="1555"/>
                  </a:lnTo>
                  <a:lnTo>
                    <a:pt x="5822" y="1562"/>
                  </a:lnTo>
                  <a:lnTo>
                    <a:pt x="5818" y="1565"/>
                  </a:lnTo>
                  <a:lnTo>
                    <a:pt x="5808" y="1572"/>
                  </a:lnTo>
                  <a:lnTo>
                    <a:pt x="5801" y="1576"/>
                  </a:lnTo>
                  <a:lnTo>
                    <a:pt x="5790" y="1579"/>
                  </a:lnTo>
                  <a:lnTo>
                    <a:pt x="5780" y="1583"/>
                  </a:lnTo>
                  <a:lnTo>
                    <a:pt x="5769" y="1590"/>
                  </a:lnTo>
                  <a:lnTo>
                    <a:pt x="5759" y="1593"/>
                  </a:lnTo>
                  <a:lnTo>
                    <a:pt x="5745" y="1597"/>
                  </a:lnTo>
                  <a:lnTo>
                    <a:pt x="5731" y="1600"/>
                  </a:lnTo>
                  <a:lnTo>
                    <a:pt x="5717" y="1604"/>
                  </a:lnTo>
                  <a:lnTo>
                    <a:pt x="5703" y="1607"/>
                  </a:lnTo>
                  <a:lnTo>
                    <a:pt x="5685" y="1611"/>
                  </a:lnTo>
                  <a:lnTo>
                    <a:pt x="5668" y="1614"/>
                  </a:lnTo>
                  <a:lnTo>
                    <a:pt x="5647" y="1618"/>
                  </a:lnTo>
                  <a:lnTo>
                    <a:pt x="5629" y="1621"/>
                  </a:lnTo>
                  <a:lnTo>
                    <a:pt x="5605" y="1625"/>
                  </a:lnTo>
                  <a:lnTo>
                    <a:pt x="5587" y="1625"/>
                  </a:lnTo>
                  <a:lnTo>
                    <a:pt x="5559" y="1628"/>
                  </a:lnTo>
                  <a:lnTo>
                    <a:pt x="5486" y="1628"/>
                  </a:lnTo>
                  <a:lnTo>
                    <a:pt x="5430" y="1632"/>
                  </a:lnTo>
                  <a:lnTo>
                    <a:pt x="5426" y="1632"/>
                  </a:lnTo>
                  <a:cubicBezTo>
                    <a:pt x="5430" y="1782"/>
                    <a:pt x="5423" y="1849"/>
                    <a:pt x="5395" y="1891"/>
                  </a:cubicBezTo>
                  <a:cubicBezTo>
                    <a:pt x="5276" y="2066"/>
                    <a:pt x="4534" y="2164"/>
                    <a:pt x="4163" y="2178"/>
                  </a:cubicBezTo>
                  <a:cubicBezTo>
                    <a:pt x="4155" y="2178"/>
                    <a:pt x="4147" y="2178"/>
                    <a:pt x="4140" y="2178"/>
                  </a:cubicBezTo>
                  <a:cubicBezTo>
                    <a:pt x="3891" y="2178"/>
                    <a:pt x="3749" y="2012"/>
                    <a:pt x="3623" y="1866"/>
                  </a:cubicBezTo>
                  <a:cubicBezTo>
                    <a:pt x="3497" y="1716"/>
                    <a:pt x="3378" y="1579"/>
                    <a:pt x="3158" y="1579"/>
                  </a:cubicBezTo>
                  <a:cubicBezTo>
                    <a:pt x="2762" y="1579"/>
                    <a:pt x="2475" y="1243"/>
                    <a:pt x="2433" y="914"/>
                  </a:cubicBezTo>
                  <a:lnTo>
                    <a:pt x="2419" y="907"/>
                  </a:lnTo>
                  <a:lnTo>
                    <a:pt x="2409" y="903"/>
                  </a:lnTo>
                  <a:lnTo>
                    <a:pt x="2388" y="893"/>
                  </a:lnTo>
                  <a:lnTo>
                    <a:pt x="2377" y="889"/>
                  </a:lnTo>
                  <a:lnTo>
                    <a:pt x="2353" y="875"/>
                  </a:lnTo>
                  <a:lnTo>
                    <a:pt x="2346" y="875"/>
                  </a:lnTo>
                  <a:cubicBezTo>
                    <a:pt x="2325" y="865"/>
                    <a:pt x="2304" y="854"/>
                    <a:pt x="2283" y="840"/>
                  </a:cubicBezTo>
                  <a:lnTo>
                    <a:pt x="2276" y="837"/>
                  </a:lnTo>
                  <a:lnTo>
                    <a:pt x="2251" y="823"/>
                  </a:lnTo>
                  <a:lnTo>
                    <a:pt x="2241" y="816"/>
                  </a:lnTo>
                  <a:lnTo>
                    <a:pt x="2220" y="805"/>
                  </a:lnTo>
                  <a:lnTo>
                    <a:pt x="2209" y="798"/>
                  </a:lnTo>
                  <a:lnTo>
                    <a:pt x="2192" y="784"/>
                  </a:lnTo>
                  <a:lnTo>
                    <a:pt x="2181" y="777"/>
                  </a:lnTo>
                  <a:lnTo>
                    <a:pt x="2164" y="767"/>
                  </a:lnTo>
                  <a:lnTo>
                    <a:pt x="2153" y="756"/>
                  </a:lnTo>
                  <a:lnTo>
                    <a:pt x="2136" y="746"/>
                  </a:lnTo>
                  <a:lnTo>
                    <a:pt x="2129" y="739"/>
                  </a:lnTo>
                  <a:lnTo>
                    <a:pt x="2115" y="725"/>
                  </a:lnTo>
                  <a:lnTo>
                    <a:pt x="2104" y="718"/>
                  </a:lnTo>
                  <a:lnTo>
                    <a:pt x="2090" y="704"/>
                  </a:lnTo>
                  <a:lnTo>
                    <a:pt x="2083" y="697"/>
                  </a:lnTo>
                  <a:lnTo>
                    <a:pt x="2073" y="683"/>
                  </a:lnTo>
                  <a:lnTo>
                    <a:pt x="2066" y="676"/>
                  </a:lnTo>
                  <a:cubicBezTo>
                    <a:pt x="2062" y="672"/>
                    <a:pt x="2059" y="665"/>
                    <a:pt x="2059" y="662"/>
                  </a:cubicBezTo>
                  <a:lnTo>
                    <a:pt x="2052" y="655"/>
                  </a:lnTo>
                  <a:cubicBezTo>
                    <a:pt x="2048" y="651"/>
                    <a:pt x="2045" y="644"/>
                    <a:pt x="2045" y="637"/>
                  </a:cubicBezTo>
                  <a:cubicBezTo>
                    <a:pt x="2031" y="609"/>
                    <a:pt x="2031" y="581"/>
                    <a:pt x="2045" y="553"/>
                  </a:cubicBezTo>
                  <a:cubicBezTo>
                    <a:pt x="2076" y="483"/>
                    <a:pt x="2125" y="189"/>
                    <a:pt x="2073" y="133"/>
                  </a:cubicBezTo>
                  <a:cubicBezTo>
                    <a:pt x="2071" y="132"/>
                    <a:pt x="2068" y="132"/>
                    <a:pt x="2064" y="132"/>
                  </a:cubicBezTo>
                  <a:cubicBezTo>
                    <a:pt x="2054" y="132"/>
                    <a:pt x="2037" y="136"/>
                    <a:pt x="2024" y="144"/>
                  </a:cubicBezTo>
                  <a:cubicBezTo>
                    <a:pt x="1943" y="189"/>
                    <a:pt x="1870" y="238"/>
                    <a:pt x="1799" y="291"/>
                  </a:cubicBezTo>
                  <a:cubicBezTo>
                    <a:pt x="1684" y="378"/>
                    <a:pt x="1558" y="455"/>
                    <a:pt x="1432" y="522"/>
                  </a:cubicBezTo>
                  <a:lnTo>
                    <a:pt x="1407" y="532"/>
                  </a:lnTo>
                  <a:cubicBezTo>
                    <a:pt x="1379" y="546"/>
                    <a:pt x="1351" y="560"/>
                    <a:pt x="1320" y="571"/>
                  </a:cubicBezTo>
                  <a:lnTo>
                    <a:pt x="1309" y="574"/>
                  </a:lnTo>
                  <a:cubicBezTo>
                    <a:pt x="1225" y="606"/>
                    <a:pt x="1134" y="627"/>
                    <a:pt x="1043" y="630"/>
                  </a:cubicBezTo>
                  <a:lnTo>
                    <a:pt x="1033" y="630"/>
                  </a:lnTo>
                  <a:cubicBezTo>
                    <a:pt x="1019" y="632"/>
                    <a:pt x="1004" y="633"/>
                    <a:pt x="989" y="633"/>
                  </a:cubicBezTo>
                  <a:cubicBezTo>
                    <a:pt x="973" y="633"/>
                    <a:pt x="958" y="632"/>
                    <a:pt x="942" y="630"/>
                  </a:cubicBezTo>
                  <a:lnTo>
                    <a:pt x="910" y="630"/>
                  </a:lnTo>
                  <a:lnTo>
                    <a:pt x="882" y="627"/>
                  </a:lnTo>
                  <a:lnTo>
                    <a:pt x="795" y="613"/>
                  </a:lnTo>
                  <a:cubicBezTo>
                    <a:pt x="637" y="588"/>
                    <a:pt x="567" y="557"/>
                    <a:pt x="557" y="487"/>
                  </a:cubicBezTo>
                  <a:cubicBezTo>
                    <a:pt x="553" y="473"/>
                    <a:pt x="553" y="462"/>
                    <a:pt x="557" y="448"/>
                  </a:cubicBezTo>
                  <a:cubicBezTo>
                    <a:pt x="557" y="445"/>
                    <a:pt x="557" y="441"/>
                    <a:pt x="557" y="438"/>
                  </a:cubicBezTo>
                  <a:cubicBezTo>
                    <a:pt x="539" y="424"/>
                    <a:pt x="518" y="413"/>
                    <a:pt x="497" y="406"/>
                  </a:cubicBezTo>
                  <a:cubicBezTo>
                    <a:pt x="410" y="368"/>
                    <a:pt x="343" y="291"/>
                    <a:pt x="319" y="196"/>
                  </a:cubicBezTo>
                  <a:lnTo>
                    <a:pt x="315" y="189"/>
                  </a:lnTo>
                  <a:cubicBezTo>
                    <a:pt x="312" y="172"/>
                    <a:pt x="305" y="154"/>
                    <a:pt x="301" y="137"/>
                  </a:cubicBezTo>
                  <a:cubicBezTo>
                    <a:pt x="298" y="123"/>
                    <a:pt x="291" y="98"/>
                    <a:pt x="284" y="77"/>
                  </a:cubicBezTo>
                  <a:lnTo>
                    <a:pt x="284" y="74"/>
                  </a:lnTo>
                  <a:cubicBezTo>
                    <a:pt x="284" y="70"/>
                    <a:pt x="280" y="67"/>
                    <a:pt x="280" y="63"/>
                  </a:cubicBezTo>
                  <a:lnTo>
                    <a:pt x="277" y="56"/>
                  </a:lnTo>
                  <a:cubicBezTo>
                    <a:pt x="273" y="53"/>
                    <a:pt x="273" y="49"/>
                    <a:pt x="270" y="46"/>
                  </a:cubicBezTo>
                  <a:lnTo>
                    <a:pt x="270" y="42"/>
                  </a:lnTo>
                  <a:cubicBezTo>
                    <a:pt x="266" y="35"/>
                    <a:pt x="263" y="32"/>
                    <a:pt x="256" y="28"/>
                  </a:cubicBezTo>
                  <a:cubicBezTo>
                    <a:pt x="252" y="25"/>
                    <a:pt x="249" y="21"/>
                    <a:pt x="245" y="18"/>
                  </a:cubicBezTo>
                  <a:lnTo>
                    <a:pt x="238" y="14"/>
                  </a:lnTo>
                  <a:lnTo>
                    <a:pt x="228" y="11"/>
                  </a:lnTo>
                  <a:lnTo>
                    <a:pt x="217" y="7"/>
                  </a:lnTo>
                  <a:cubicBezTo>
                    <a:pt x="210" y="4"/>
                    <a:pt x="203" y="4"/>
                    <a:pt x="196" y="0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87" name="Google Shape;7045;p80">
              <a:extLst>
                <a:ext uri="{FF2B5EF4-FFF2-40B4-BE49-F238E27FC236}">
                  <a16:creationId xmlns:a16="http://schemas.microsoft.com/office/drawing/2014/main" id="{917D83CA-EBCD-C9FD-B5EE-F2AF7B4DD748}"/>
                </a:ext>
              </a:extLst>
            </p:cNvPr>
            <p:cNvSpPr/>
            <p:nvPr/>
          </p:nvSpPr>
          <p:spPr>
            <a:xfrm>
              <a:off x="2377313" y="1749667"/>
              <a:ext cx="299" cy="584"/>
            </a:xfrm>
            <a:custGeom>
              <a:avLst/>
              <a:gdLst/>
              <a:ahLst/>
              <a:cxnLst/>
              <a:rect l="l" t="t" r="r" b="b"/>
              <a:pathLst>
                <a:path w="22" h="43" extrusionOk="0">
                  <a:moveTo>
                    <a:pt x="1" y="0"/>
                  </a:moveTo>
                  <a:cubicBezTo>
                    <a:pt x="11" y="14"/>
                    <a:pt x="18" y="32"/>
                    <a:pt x="22" y="43"/>
                  </a:cubicBezTo>
                  <a:cubicBezTo>
                    <a:pt x="18" y="32"/>
                    <a:pt x="11" y="14"/>
                    <a:pt x="1" y="0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88" name="Google Shape;7046;p80">
              <a:extLst>
                <a:ext uri="{FF2B5EF4-FFF2-40B4-BE49-F238E27FC236}">
                  <a16:creationId xmlns:a16="http://schemas.microsoft.com/office/drawing/2014/main" id="{01F7B986-D498-7FCD-8785-24D15920C38F}"/>
                </a:ext>
              </a:extLst>
            </p:cNvPr>
            <p:cNvSpPr/>
            <p:nvPr/>
          </p:nvSpPr>
          <p:spPr>
            <a:xfrm>
              <a:off x="2378073" y="1751907"/>
              <a:ext cx="14" cy="204"/>
            </a:xfrm>
            <a:custGeom>
              <a:avLst/>
              <a:gdLst/>
              <a:ahLst/>
              <a:cxnLst/>
              <a:rect l="l" t="t" r="r" b="b"/>
              <a:pathLst>
                <a:path w="1" h="15" extrusionOk="0">
                  <a:moveTo>
                    <a:pt x="1" y="0"/>
                  </a:moveTo>
                  <a:cubicBezTo>
                    <a:pt x="1" y="4"/>
                    <a:pt x="1" y="11"/>
                    <a:pt x="1" y="14"/>
                  </a:cubicBezTo>
                  <a:cubicBezTo>
                    <a:pt x="1" y="11"/>
                    <a:pt x="1" y="4"/>
                    <a:pt x="1" y="0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89" name="Google Shape;7047;p80">
              <a:extLst>
                <a:ext uri="{FF2B5EF4-FFF2-40B4-BE49-F238E27FC236}">
                  <a16:creationId xmlns:a16="http://schemas.microsoft.com/office/drawing/2014/main" id="{61BC63AA-A614-7131-B9C8-2A0CDFB9A206}"/>
                </a:ext>
              </a:extLst>
            </p:cNvPr>
            <p:cNvSpPr/>
            <p:nvPr/>
          </p:nvSpPr>
          <p:spPr>
            <a:xfrm>
              <a:off x="2377978" y="1751282"/>
              <a:ext cx="68" cy="353"/>
            </a:xfrm>
            <a:custGeom>
              <a:avLst/>
              <a:gdLst/>
              <a:ahLst/>
              <a:cxnLst/>
              <a:rect l="l" t="t" r="r" b="b"/>
              <a:pathLst>
                <a:path w="5" h="26" extrusionOk="0">
                  <a:moveTo>
                    <a:pt x="1" y="1"/>
                  </a:moveTo>
                  <a:cubicBezTo>
                    <a:pt x="1" y="8"/>
                    <a:pt x="4" y="18"/>
                    <a:pt x="4" y="25"/>
                  </a:cubicBezTo>
                  <a:cubicBezTo>
                    <a:pt x="4" y="18"/>
                    <a:pt x="4" y="8"/>
                    <a:pt x="1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90" name="Google Shape;7048;p80">
              <a:extLst>
                <a:ext uri="{FF2B5EF4-FFF2-40B4-BE49-F238E27FC236}">
                  <a16:creationId xmlns:a16="http://schemas.microsoft.com/office/drawing/2014/main" id="{3A3E29E5-79F7-0FAF-246B-61AA57D9C2A4}"/>
                </a:ext>
              </a:extLst>
            </p:cNvPr>
            <p:cNvSpPr/>
            <p:nvPr/>
          </p:nvSpPr>
          <p:spPr>
            <a:xfrm>
              <a:off x="2373755" y="1729233"/>
              <a:ext cx="1629" cy="3761"/>
            </a:xfrm>
            <a:custGeom>
              <a:avLst/>
              <a:gdLst/>
              <a:ahLst/>
              <a:cxnLst/>
              <a:rect l="l" t="t" r="r" b="b"/>
              <a:pathLst>
                <a:path w="120" h="277" extrusionOk="0">
                  <a:moveTo>
                    <a:pt x="105" y="0"/>
                  </a:moveTo>
                  <a:cubicBezTo>
                    <a:pt x="104" y="3"/>
                    <a:pt x="103" y="5"/>
                    <a:pt x="102" y="8"/>
                  </a:cubicBezTo>
                  <a:lnTo>
                    <a:pt x="102" y="8"/>
                  </a:lnTo>
                  <a:cubicBezTo>
                    <a:pt x="106" y="1"/>
                    <a:pt x="112" y="0"/>
                    <a:pt x="119" y="0"/>
                  </a:cubicBezTo>
                  <a:close/>
                  <a:moveTo>
                    <a:pt x="102" y="8"/>
                  </a:moveTo>
                  <a:lnTo>
                    <a:pt x="102" y="8"/>
                  </a:lnTo>
                  <a:cubicBezTo>
                    <a:pt x="99" y="13"/>
                    <a:pt x="96" y="20"/>
                    <a:pt x="94" y="32"/>
                  </a:cubicBezTo>
                  <a:lnTo>
                    <a:pt x="94" y="32"/>
                  </a:lnTo>
                  <a:cubicBezTo>
                    <a:pt x="96" y="24"/>
                    <a:pt x="99" y="16"/>
                    <a:pt x="102" y="8"/>
                  </a:cubicBezTo>
                  <a:close/>
                  <a:moveTo>
                    <a:pt x="94" y="32"/>
                  </a:moveTo>
                  <a:cubicBezTo>
                    <a:pt x="90" y="53"/>
                    <a:pt x="89" y="74"/>
                    <a:pt x="91" y="95"/>
                  </a:cubicBezTo>
                  <a:cubicBezTo>
                    <a:pt x="91" y="66"/>
                    <a:pt x="92" y="46"/>
                    <a:pt x="94" y="32"/>
                  </a:cubicBezTo>
                  <a:close/>
                  <a:moveTo>
                    <a:pt x="91" y="95"/>
                  </a:moveTo>
                  <a:lnTo>
                    <a:pt x="91" y="95"/>
                  </a:lnTo>
                  <a:cubicBezTo>
                    <a:pt x="91" y="151"/>
                    <a:pt x="87" y="259"/>
                    <a:pt x="0" y="277"/>
                  </a:cubicBezTo>
                  <a:cubicBezTo>
                    <a:pt x="91" y="259"/>
                    <a:pt x="91" y="151"/>
                    <a:pt x="91" y="95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91" name="Google Shape;7049;p80">
              <a:extLst>
                <a:ext uri="{FF2B5EF4-FFF2-40B4-BE49-F238E27FC236}">
                  <a16:creationId xmlns:a16="http://schemas.microsoft.com/office/drawing/2014/main" id="{6DE96A74-0EC1-4059-0093-90AF832C3244}"/>
                </a:ext>
              </a:extLst>
            </p:cNvPr>
            <p:cNvSpPr/>
            <p:nvPr/>
          </p:nvSpPr>
          <p:spPr>
            <a:xfrm>
              <a:off x="2378032" y="1751622"/>
              <a:ext cx="14" cy="299"/>
            </a:xfrm>
            <a:custGeom>
              <a:avLst/>
              <a:gdLst/>
              <a:ahLst/>
              <a:cxnLst/>
              <a:rect l="l" t="t" r="r" b="b"/>
              <a:pathLst>
                <a:path w="1" h="22" extrusionOk="0">
                  <a:moveTo>
                    <a:pt x="0" y="0"/>
                  </a:moveTo>
                  <a:cubicBezTo>
                    <a:pt x="0" y="7"/>
                    <a:pt x="0" y="14"/>
                    <a:pt x="0" y="21"/>
                  </a:cubicBezTo>
                  <a:cubicBezTo>
                    <a:pt x="0" y="14"/>
                    <a:pt x="0" y="7"/>
                    <a:pt x="0" y="0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92" name="Google Shape;7050;p80">
              <a:extLst>
                <a:ext uri="{FF2B5EF4-FFF2-40B4-BE49-F238E27FC236}">
                  <a16:creationId xmlns:a16="http://schemas.microsoft.com/office/drawing/2014/main" id="{135D2F8B-D6F9-031D-A847-230A2617A08F}"/>
                </a:ext>
              </a:extLst>
            </p:cNvPr>
            <p:cNvSpPr/>
            <p:nvPr/>
          </p:nvSpPr>
          <p:spPr>
            <a:xfrm>
              <a:off x="2374135" y="1744385"/>
              <a:ext cx="14" cy="163"/>
            </a:xfrm>
            <a:custGeom>
              <a:avLst/>
              <a:gdLst/>
              <a:ahLst/>
              <a:cxnLst/>
              <a:rect l="l" t="t" r="r" b="b"/>
              <a:pathLst>
                <a:path w="1" h="12" extrusionOk="0">
                  <a:moveTo>
                    <a:pt x="0" y="1"/>
                  </a:moveTo>
                  <a:lnTo>
                    <a:pt x="0" y="11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93" name="Google Shape;7051;p80">
              <a:extLst>
                <a:ext uri="{FF2B5EF4-FFF2-40B4-BE49-F238E27FC236}">
                  <a16:creationId xmlns:a16="http://schemas.microsoft.com/office/drawing/2014/main" id="{F36E396E-9FF0-2274-B449-7F6BCABCAEE5}"/>
                </a:ext>
              </a:extLst>
            </p:cNvPr>
            <p:cNvSpPr/>
            <p:nvPr/>
          </p:nvSpPr>
          <p:spPr>
            <a:xfrm>
              <a:off x="2377842" y="1750862"/>
              <a:ext cx="149" cy="394"/>
            </a:xfrm>
            <a:custGeom>
              <a:avLst/>
              <a:gdLst/>
              <a:ahLst/>
              <a:cxnLst/>
              <a:rect l="l" t="t" r="r" b="b"/>
              <a:pathLst>
                <a:path w="11" h="29" extrusionOk="0">
                  <a:moveTo>
                    <a:pt x="0" y="0"/>
                  </a:moveTo>
                  <a:cubicBezTo>
                    <a:pt x="4" y="11"/>
                    <a:pt x="7" y="21"/>
                    <a:pt x="11" y="28"/>
                  </a:cubicBezTo>
                  <a:cubicBezTo>
                    <a:pt x="7" y="21"/>
                    <a:pt x="4" y="11"/>
                    <a:pt x="0" y="0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94" name="Google Shape;7052;p80">
              <a:extLst>
                <a:ext uri="{FF2B5EF4-FFF2-40B4-BE49-F238E27FC236}">
                  <a16:creationId xmlns:a16="http://schemas.microsoft.com/office/drawing/2014/main" id="{49BF5725-3342-85B0-9610-2F3FE1183C31}"/>
                </a:ext>
              </a:extLst>
            </p:cNvPr>
            <p:cNvSpPr/>
            <p:nvPr/>
          </p:nvSpPr>
          <p:spPr>
            <a:xfrm>
              <a:off x="2373470" y="1733034"/>
              <a:ext cx="244" cy="14"/>
            </a:xfrm>
            <a:custGeom>
              <a:avLst/>
              <a:gdLst/>
              <a:ahLst/>
              <a:cxnLst/>
              <a:rect l="l" t="t" r="r" b="b"/>
              <a:pathLst>
                <a:path w="18" h="1" extrusionOk="0">
                  <a:moveTo>
                    <a:pt x="18" y="0"/>
                  </a:moveTo>
                  <a:cubicBezTo>
                    <a:pt x="11" y="0"/>
                    <a:pt x="7" y="0"/>
                    <a:pt x="0" y="0"/>
                  </a:cubicBezTo>
                  <a:cubicBezTo>
                    <a:pt x="7" y="0"/>
                    <a:pt x="11" y="0"/>
                    <a:pt x="18" y="0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95" name="Google Shape;7053;p80">
              <a:extLst>
                <a:ext uri="{FF2B5EF4-FFF2-40B4-BE49-F238E27FC236}">
                  <a16:creationId xmlns:a16="http://schemas.microsoft.com/office/drawing/2014/main" id="{5900F4DD-DCB0-CC8D-B68A-23A4768CC187}"/>
                </a:ext>
              </a:extLst>
            </p:cNvPr>
            <p:cNvSpPr/>
            <p:nvPr/>
          </p:nvSpPr>
          <p:spPr>
            <a:xfrm>
              <a:off x="2374135" y="1745485"/>
              <a:ext cx="2295" cy="2485"/>
            </a:xfrm>
            <a:custGeom>
              <a:avLst/>
              <a:gdLst/>
              <a:ahLst/>
              <a:cxnLst/>
              <a:rect l="l" t="t" r="r" b="b"/>
              <a:pathLst>
                <a:path w="169" h="183" extrusionOk="0">
                  <a:moveTo>
                    <a:pt x="168" y="182"/>
                  </a:moveTo>
                  <a:cubicBezTo>
                    <a:pt x="123" y="109"/>
                    <a:pt x="60" y="28"/>
                    <a:pt x="0" y="0"/>
                  </a:cubicBezTo>
                  <a:lnTo>
                    <a:pt x="0" y="0"/>
                  </a:lnTo>
                  <a:cubicBezTo>
                    <a:pt x="60" y="28"/>
                    <a:pt x="123" y="109"/>
                    <a:pt x="168" y="182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96" name="Google Shape;7054;p80">
              <a:extLst>
                <a:ext uri="{FF2B5EF4-FFF2-40B4-BE49-F238E27FC236}">
                  <a16:creationId xmlns:a16="http://schemas.microsoft.com/office/drawing/2014/main" id="{2C1AD6E0-93E8-FBDD-FCDA-F8BC5DDDE1FD}"/>
                </a:ext>
              </a:extLst>
            </p:cNvPr>
            <p:cNvSpPr/>
            <p:nvPr/>
          </p:nvSpPr>
          <p:spPr>
            <a:xfrm>
              <a:off x="2377652" y="1750291"/>
              <a:ext cx="204" cy="530"/>
            </a:xfrm>
            <a:custGeom>
              <a:avLst/>
              <a:gdLst/>
              <a:ahLst/>
              <a:cxnLst/>
              <a:rect l="l" t="t" r="r" b="b"/>
              <a:pathLst>
                <a:path w="15" h="39" extrusionOk="0">
                  <a:moveTo>
                    <a:pt x="0" y="0"/>
                  </a:moveTo>
                  <a:cubicBezTo>
                    <a:pt x="4" y="14"/>
                    <a:pt x="11" y="28"/>
                    <a:pt x="14" y="39"/>
                  </a:cubicBezTo>
                  <a:cubicBezTo>
                    <a:pt x="11" y="28"/>
                    <a:pt x="4" y="14"/>
                    <a:pt x="0" y="0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97" name="Google Shape;7055;p80">
              <a:extLst>
                <a:ext uri="{FF2B5EF4-FFF2-40B4-BE49-F238E27FC236}">
                  <a16:creationId xmlns:a16="http://schemas.microsoft.com/office/drawing/2014/main" id="{187039A0-6606-06DF-DC0B-16CB18EC3C13}"/>
                </a:ext>
              </a:extLst>
            </p:cNvPr>
            <p:cNvSpPr/>
            <p:nvPr/>
          </p:nvSpPr>
          <p:spPr>
            <a:xfrm>
              <a:off x="2376932" y="1748852"/>
              <a:ext cx="394" cy="774"/>
            </a:xfrm>
            <a:custGeom>
              <a:avLst/>
              <a:gdLst/>
              <a:ahLst/>
              <a:cxnLst/>
              <a:rect l="l" t="t" r="r" b="b"/>
              <a:pathLst>
                <a:path w="29" h="57" extrusionOk="0">
                  <a:moveTo>
                    <a:pt x="1" y="1"/>
                  </a:moveTo>
                  <a:cubicBezTo>
                    <a:pt x="11" y="22"/>
                    <a:pt x="22" y="39"/>
                    <a:pt x="29" y="57"/>
                  </a:cubicBezTo>
                  <a:cubicBezTo>
                    <a:pt x="22" y="39"/>
                    <a:pt x="11" y="22"/>
                    <a:pt x="1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98" name="Google Shape;7056;p80">
              <a:extLst>
                <a:ext uri="{FF2B5EF4-FFF2-40B4-BE49-F238E27FC236}">
                  <a16:creationId xmlns:a16="http://schemas.microsoft.com/office/drawing/2014/main" id="{E46DB0AE-B8EA-95D9-8FBC-7A9CFB33303C}"/>
                </a:ext>
              </a:extLst>
            </p:cNvPr>
            <p:cNvSpPr/>
            <p:nvPr/>
          </p:nvSpPr>
          <p:spPr>
            <a:xfrm>
              <a:off x="2374135" y="1742063"/>
              <a:ext cx="244" cy="2335"/>
            </a:xfrm>
            <a:custGeom>
              <a:avLst/>
              <a:gdLst/>
              <a:ahLst/>
              <a:cxnLst/>
              <a:rect l="l" t="t" r="r" b="b"/>
              <a:pathLst>
                <a:path w="18" h="172" extrusionOk="0">
                  <a:moveTo>
                    <a:pt x="18" y="0"/>
                  </a:moveTo>
                  <a:cubicBezTo>
                    <a:pt x="14" y="46"/>
                    <a:pt x="4" y="116"/>
                    <a:pt x="0" y="172"/>
                  </a:cubicBezTo>
                  <a:cubicBezTo>
                    <a:pt x="4" y="116"/>
                    <a:pt x="14" y="49"/>
                    <a:pt x="18" y="0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99" name="Google Shape;7057;p80">
              <a:extLst>
                <a:ext uri="{FF2B5EF4-FFF2-40B4-BE49-F238E27FC236}">
                  <a16:creationId xmlns:a16="http://schemas.microsoft.com/office/drawing/2014/main" id="{7C1E7E28-C265-DC0B-8D3E-9E32406D9C75}"/>
                </a:ext>
              </a:extLst>
            </p:cNvPr>
            <p:cNvSpPr/>
            <p:nvPr/>
          </p:nvSpPr>
          <p:spPr>
            <a:xfrm>
              <a:off x="2378073" y="1752138"/>
              <a:ext cx="14" cy="109"/>
            </a:xfrm>
            <a:custGeom>
              <a:avLst/>
              <a:gdLst/>
              <a:ahLst/>
              <a:cxnLst/>
              <a:rect l="l" t="t" r="r" b="b"/>
              <a:pathLst>
                <a:path w="1" h="8" extrusionOk="0">
                  <a:moveTo>
                    <a:pt x="1" y="1"/>
                  </a:moveTo>
                  <a:cubicBezTo>
                    <a:pt x="1" y="1"/>
                    <a:pt x="1" y="4"/>
                    <a:pt x="1" y="8"/>
                  </a:cubicBezTo>
                  <a:cubicBezTo>
                    <a:pt x="1" y="4"/>
                    <a:pt x="1" y="1"/>
                    <a:pt x="1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00" name="Google Shape;7058;p80">
              <a:extLst>
                <a:ext uri="{FF2B5EF4-FFF2-40B4-BE49-F238E27FC236}">
                  <a16:creationId xmlns:a16="http://schemas.microsoft.com/office/drawing/2014/main" id="{60087802-98E1-DBAE-F63C-BD9F32F70217}"/>
                </a:ext>
              </a:extLst>
            </p:cNvPr>
            <p:cNvSpPr/>
            <p:nvPr/>
          </p:nvSpPr>
          <p:spPr>
            <a:xfrm>
              <a:off x="2374135" y="1744820"/>
              <a:ext cx="14" cy="14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0" y="0"/>
                  </a:move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01" name="Google Shape;7059;p80">
              <a:extLst>
                <a:ext uri="{FF2B5EF4-FFF2-40B4-BE49-F238E27FC236}">
                  <a16:creationId xmlns:a16="http://schemas.microsoft.com/office/drawing/2014/main" id="{DA393E04-BC80-7249-DD3E-B195156D9990}"/>
                </a:ext>
              </a:extLst>
            </p:cNvPr>
            <p:cNvSpPr/>
            <p:nvPr/>
          </p:nvSpPr>
          <p:spPr>
            <a:xfrm>
              <a:off x="2402173" y="1806665"/>
              <a:ext cx="109" cy="190"/>
            </a:xfrm>
            <a:custGeom>
              <a:avLst/>
              <a:gdLst/>
              <a:ahLst/>
              <a:cxnLst/>
              <a:rect l="l" t="t" r="r" b="b"/>
              <a:pathLst>
                <a:path w="8" h="14" extrusionOk="0">
                  <a:moveTo>
                    <a:pt x="1" y="0"/>
                  </a:moveTo>
                  <a:lnTo>
                    <a:pt x="1" y="0"/>
                  </a:lnTo>
                  <a:cubicBezTo>
                    <a:pt x="2" y="2"/>
                    <a:pt x="3" y="4"/>
                    <a:pt x="4" y="5"/>
                  </a:cubicBezTo>
                  <a:lnTo>
                    <a:pt x="4" y="5"/>
                  </a:lnTo>
                  <a:cubicBezTo>
                    <a:pt x="3" y="3"/>
                    <a:pt x="2" y="2"/>
                    <a:pt x="1" y="0"/>
                  </a:cubicBezTo>
                  <a:close/>
                  <a:moveTo>
                    <a:pt x="4" y="5"/>
                  </a:moveTo>
                  <a:cubicBezTo>
                    <a:pt x="5" y="7"/>
                    <a:pt x="6" y="10"/>
                    <a:pt x="8" y="14"/>
                  </a:cubicBezTo>
                  <a:cubicBezTo>
                    <a:pt x="8" y="9"/>
                    <a:pt x="6" y="8"/>
                    <a:pt x="4" y="5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02" name="Google Shape;7060;p80">
              <a:extLst>
                <a:ext uri="{FF2B5EF4-FFF2-40B4-BE49-F238E27FC236}">
                  <a16:creationId xmlns:a16="http://schemas.microsoft.com/office/drawing/2014/main" id="{01DE5A31-3723-0BFA-50DE-65BD6861654E}"/>
                </a:ext>
              </a:extLst>
            </p:cNvPr>
            <p:cNvSpPr/>
            <p:nvPr/>
          </p:nvSpPr>
          <p:spPr>
            <a:xfrm>
              <a:off x="2402458" y="1807181"/>
              <a:ext cx="163" cy="204"/>
            </a:xfrm>
            <a:custGeom>
              <a:avLst/>
              <a:gdLst/>
              <a:ahLst/>
              <a:cxnLst/>
              <a:rect l="l" t="t" r="r" b="b"/>
              <a:pathLst>
                <a:path w="12" h="15" extrusionOk="0">
                  <a:moveTo>
                    <a:pt x="11" y="15"/>
                  </a:moveTo>
                  <a:lnTo>
                    <a:pt x="1" y="1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03" name="Google Shape;7061;p80">
              <a:extLst>
                <a:ext uri="{FF2B5EF4-FFF2-40B4-BE49-F238E27FC236}">
                  <a16:creationId xmlns:a16="http://schemas.microsoft.com/office/drawing/2014/main" id="{CF123923-72A6-2C7C-CF15-8DBA8D0CD300}"/>
                </a:ext>
              </a:extLst>
            </p:cNvPr>
            <p:cNvSpPr/>
            <p:nvPr/>
          </p:nvSpPr>
          <p:spPr>
            <a:xfrm>
              <a:off x="2403218" y="1808186"/>
              <a:ext cx="109" cy="149"/>
            </a:xfrm>
            <a:custGeom>
              <a:avLst/>
              <a:gdLst/>
              <a:ahLst/>
              <a:cxnLst/>
              <a:rect l="l" t="t" r="r" b="b"/>
              <a:pathLst>
                <a:path w="8" h="11" extrusionOk="0">
                  <a:moveTo>
                    <a:pt x="8" y="11"/>
                  </a:moveTo>
                  <a:lnTo>
                    <a:pt x="1" y="0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04" name="Google Shape;7062;p80">
              <a:extLst>
                <a:ext uri="{FF2B5EF4-FFF2-40B4-BE49-F238E27FC236}">
                  <a16:creationId xmlns:a16="http://schemas.microsoft.com/office/drawing/2014/main" id="{3BA73ABD-BA36-EC94-674A-16D5B8A8AD57}"/>
                </a:ext>
              </a:extLst>
            </p:cNvPr>
            <p:cNvSpPr/>
            <p:nvPr/>
          </p:nvSpPr>
          <p:spPr>
            <a:xfrm>
              <a:off x="2403504" y="1808566"/>
              <a:ext cx="109" cy="109"/>
            </a:xfrm>
            <a:custGeom>
              <a:avLst/>
              <a:gdLst/>
              <a:ahLst/>
              <a:cxnLst/>
              <a:rect l="l" t="t" r="r" b="b"/>
              <a:pathLst>
                <a:path w="8" h="8" extrusionOk="0">
                  <a:moveTo>
                    <a:pt x="8" y="7"/>
                  </a:moveTo>
                  <a:lnTo>
                    <a:pt x="1" y="0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05" name="Google Shape;7063;p80">
              <a:extLst>
                <a:ext uri="{FF2B5EF4-FFF2-40B4-BE49-F238E27FC236}">
                  <a16:creationId xmlns:a16="http://schemas.microsoft.com/office/drawing/2014/main" id="{2AACCF8E-98CF-A7C7-F311-E3AF86F3EF19}"/>
                </a:ext>
              </a:extLst>
            </p:cNvPr>
            <p:cNvSpPr/>
            <p:nvPr/>
          </p:nvSpPr>
          <p:spPr>
            <a:xfrm>
              <a:off x="2402132" y="1806421"/>
              <a:ext cx="14" cy="149"/>
            </a:xfrm>
            <a:custGeom>
              <a:avLst/>
              <a:gdLst/>
              <a:ahLst/>
              <a:cxnLst/>
              <a:rect l="l" t="t" r="r" b="b"/>
              <a:pathLst>
                <a:path w="1" h="11" extrusionOk="0">
                  <a:moveTo>
                    <a:pt x="0" y="11"/>
                  </a:moveTo>
                  <a:cubicBezTo>
                    <a:pt x="0" y="7"/>
                    <a:pt x="0" y="4"/>
                    <a:pt x="0" y="0"/>
                  </a:cubicBezTo>
                  <a:cubicBezTo>
                    <a:pt x="0" y="4"/>
                    <a:pt x="0" y="7"/>
                    <a:pt x="0" y="1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06" name="Google Shape;7064;p80">
              <a:extLst>
                <a:ext uri="{FF2B5EF4-FFF2-40B4-BE49-F238E27FC236}">
                  <a16:creationId xmlns:a16="http://schemas.microsoft.com/office/drawing/2014/main" id="{EA2259D1-9BF0-64F5-723A-8DE1FADC0A6B}"/>
                </a:ext>
              </a:extLst>
            </p:cNvPr>
            <p:cNvSpPr/>
            <p:nvPr/>
          </p:nvSpPr>
          <p:spPr>
            <a:xfrm>
              <a:off x="2403789" y="1808892"/>
              <a:ext cx="109" cy="109"/>
            </a:xfrm>
            <a:custGeom>
              <a:avLst/>
              <a:gdLst/>
              <a:ahLst/>
              <a:cxnLst/>
              <a:rect l="l" t="t" r="r" b="b"/>
              <a:pathLst>
                <a:path w="8" h="8" extrusionOk="0">
                  <a:moveTo>
                    <a:pt x="8" y="8"/>
                  </a:moveTo>
                  <a:lnTo>
                    <a:pt x="1" y="1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07" name="Google Shape;7065;p80">
              <a:extLst>
                <a:ext uri="{FF2B5EF4-FFF2-40B4-BE49-F238E27FC236}">
                  <a16:creationId xmlns:a16="http://schemas.microsoft.com/office/drawing/2014/main" id="{0D7E54B9-EB44-BDAD-CB68-8EB53B91E85B}"/>
                </a:ext>
              </a:extLst>
            </p:cNvPr>
            <p:cNvSpPr/>
            <p:nvPr/>
          </p:nvSpPr>
          <p:spPr>
            <a:xfrm>
              <a:off x="2402078" y="1806136"/>
              <a:ext cx="14" cy="204"/>
            </a:xfrm>
            <a:custGeom>
              <a:avLst/>
              <a:gdLst/>
              <a:ahLst/>
              <a:cxnLst/>
              <a:rect l="l" t="t" r="r" b="b"/>
              <a:pathLst>
                <a:path w="1" h="15" extrusionOk="0">
                  <a:moveTo>
                    <a:pt x="1" y="14"/>
                  </a:moveTo>
                  <a:cubicBezTo>
                    <a:pt x="1" y="11"/>
                    <a:pt x="1" y="4"/>
                    <a:pt x="1" y="0"/>
                  </a:cubicBezTo>
                  <a:cubicBezTo>
                    <a:pt x="1" y="4"/>
                    <a:pt x="1" y="11"/>
                    <a:pt x="1" y="14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08" name="Google Shape;7066;p80">
              <a:extLst>
                <a:ext uri="{FF2B5EF4-FFF2-40B4-BE49-F238E27FC236}">
                  <a16:creationId xmlns:a16="http://schemas.microsoft.com/office/drawing/2014/main" id="{DD2A3187-61B3-DC08-851D-8D9D4A020B47}"/>
                </a:ext>
              </a:extLst>
            </p:cNvPr>
            <p:cNvSpPr/>
            <p:nvPr/>
          </p:nvSpPr>
          <p:spPr>
            <a:xfrm>
              <a:off x="2404508" y="1809652"/>
              <a:ext cx="14" cy="14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0" y="1"/>
                  </a:move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09" name="Google Shape;7067;p80">
              <a:extLst>
                <a:ext uri="{FF2B5EF4-FFF2-40B4-BE49-F238E27FC236}">
                  <a16:creationId xmlns:a16="http://schemas.microsoft.com/office/drawing/2014/main" id="{3BFFA12A-7364-7BCB-77DD-1AB61B0E38CB}"/>
                </a:ext>
              </a:extLst>
            </p:cNvPr>
            <p:cNvSpPr/>
            <p:nvPr/>
          </p:nvSpPr>
          <p:spPr>
            <a:xfrm>
              <a:off x="2402703" y="1807520"/>
              <a:ext cx="109" cy="149"/>
            </a:xfrm>
            <a:custGeom>
              <a:avLst/>
              <a:gdLst/>
              <a:ahLst/>
              <a:cxnLst/>
              <a:rect l="l" t="t" r="r" b="b"/>
              <a:pathLst>
                <a:path w="8" h="11" extrusionOk="0">
                  <a:moveTo>
                    <a:pt x="7" y="11"/>
                  </a:moveTo>
                  <a:lnTo>
                    <a:pt x="0" y="0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10" name="Google Shape;7068;p80">
              <a:extLst>
                <a:ext uri="{FF2B5EF4-FFF2-40B4-BE49-F238E27FC236}">
                  <a16:creationId xmlns:a16="http://schemas.microsoft.com/office/drawing/2014/main" id="{A0E79836-F3A4-9504-4954-D73F6E13BFC4}"/>
                </a:ext>
              </a:extLst>
            </p:cNvPr>
            <p:cNvSpPr/>
            <p:nvPr/>
          </p:nvSpPr>
          <p:spPr>
            <a:xfrm>
              <a:off x="2402933" y="1807901"/>
              <a:ext cx="109" cy="149"/>
            </a:xfrm>
            <a:custGeom>
              <a:avLst/>
              <a:gdLst/>
              <a:ahLst/>
              <a:cxnLst/>
              <a:rect l="l" t="t" r="r" b="b"/>
              <a:pathLst>
                <a:path w="8" h="11" extrusionOk="0">
                  <a:moveTo>
                    <a:pt x="8" y="11"/>
                  </a:moveTo>
                  <a:lnTo>
                    <a:pt x="1" y="0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11" name="Google Shape;7069;p80">
              <a:extLst>
                <a:ext uri="{FF2B5EF4-FFF2-40B4-BE49-F238E27FC236}">
                  <a16:creationId xmlns:a16="http://schemas.microsoft.com/office/drawing/2014/main" id="{38890960-3908-ECF7-D24E-DDB4C88A629E}"/>
                </a:ext>
              </a:extLst>
            </p:cNvPr>
            <p:cNvSpPr/>
            <p:nvPr/>
          </p:nvSpPr>
          <p:spPr>
            <a:xfrm>
              <a:off x="2404128" y="1809272"/>
              <a:ext cx="54" cy="68"/>
            </a:xfrm>
            <a:custGeom>
              <a:avLst/>
              <a:gdLst/>
              <a:ahLst/>
              <a:cxnLst/>
              <a:rect l="l" t="t" r="r" b="b"/>
              <a:pathLst>
                <a:path w="4" h="5" extrusionOk="0">
                  <a:moveTo>
                    <a:pt x="4" y="4"/>
                  </a:moveTo>
                  <a:lnTo>
                    <a:pt x="0" y="1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12" name="Google Shape;7070;p80">
              <a:extLst>
                <a:ext uri="{FF2B5EF4-FFF2-40B4-BE49-F238E27FC236}">
                  <a16:creationId xmlns:a16="http://schemas.microsoft.com/office/drawing/2014/main" id="{4D37B03E-4451-984F-4C41-E719E47E5CD0}"/>
                </a:ext>
              </a:extLst>
            </p:cNvPr>
            <p:cNvSpPr/>
            <p:nvPr/>
          </p:nvSpPr>
          <p:spPr>
            <a:xfrm>
              <a:off x="2378697" y="1753468"/>
              <a:ext cx="204" cy="299"/>
            </a:xfrm>
            <a:custGeom>
              <a:avLst/>
              <a:gdLst/>
              <a:ahLst/>
              <a:cxnLst/>
              <a:rect l="l" t="t" r="r" b="b"/>
              <a:pathLst>
                <a:path w="15" h="22" extrusionOk="0">
                  <a:moveTo>
                    <a:pt x="14" y="22"/>
                  </a:moveTo>
                  <a:lnTo>
                    <a:pt x="0" y="1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13" name="Google Shape;7071;p80">
              <a:extLst>
                <a:ext uri="{FF2B5EF4-FFF2-40B4-BE49-F238E27FC236}">
                  <a16:creationId xmlns:a16="http://schemas.microsoft.com/office/drawing/2014/main" id="{B51C4B1F-1B46-79F3-59E7-64D8D4FEDDF3}"/>
                </a:ext>
              </a:extLst>
            </p:cNvPr>
            <p:cNvSpPr/>
            <p:nvPr/>
          </p:nvSpPr>
          <p:spPr>
            <a:xfrm>
              <a:off x="2388487" y="1786652"/>
              <a:ext cx="6476" cy="3910"/>
            </a:xfrm>
            <a:custGeom>
              <a:avLst/>
              <a:gdLst/>
              <a:ahLst/>
              <a:cxnLst/>
              <a:rect l="l" t="t" r="r" b="b"/>
              <a:pathLst>
                <a:path w="477" h="288" extrusionOk="0">
                  <a:moveTo>
                    <a:pt x="0" y="0"/>
                  </a:moveTo>
                  <a:cubicBezTo>
                    <a:pt x="53" y="67"/>
                    <a:pt x="119" y="119"/>
                    <a:pt x="193" y="158"/>
                  </a:cubicBezTo>
                  <a:cubicBezTo>
                    <a:pt x="280" y="210"/>
                    <a:pt x="375" y="256"/>
                    <a:pt x="476" y="287"/>
                  </a:cubicBezTo>
                  <a:cubicBezTo>
                    <a:pt x="375" y="256"/>
                    <a:pt x="280" y="210"/>
                    <a:pt x="193" y="158"/>
                  </a:cubicBezTo>
                  <a:cubicBezTo>
                    <a:pt x="119" y="119"/>
                    <a:pt x="53" y="67"/>
                    <a:pt x="0" y="0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14" name="Google Shape;7072;p80">
              <a:extLst>
                <a:ext uri="{FF2B5EF4-FFF2-40B4-BE49-F238E27FC236}">
                  <a16:creationId xmlns:a16="http://schemas.microsoft.com/office/drawing/2014/main" id="{1F5AA776-D598-0266-243E-A1CD00567FE9}"/>
                </a:ext>
              </a:extLst>
            </p:cNvPr>
            <p:cNvSpPr/>
            <p:nvPr/>
          </p:nvSpPr>
          <p:spPr>
            <a:xfrm>
              <a:off x="2378032" y="1752233"/>
              <a:ext cx="14" cy="14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0" y="1"/>
                  </a:move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15" name="Google Shape;7073;p80">
              <a:extLst>
                <a:ext uri="{FF2B5EF4-FFF2-40B4-BE49-F238E27FC236}">
                  <a16:creationId xmlns:a16="http://schemas.microsoft.com/office/drawing/2014/main" id="{C6035657-DB5E-B03E-F304-E54BF55C6E70}"/>
                </a:ext>
              </a:extLst>
            </p:cNvPr>
            <p:cNvSpPr/>
            <p:nvPr/>
          </p:nvSpPr>
          <p:spPr>
            <a:xfrm>
              <a:off x="2402268" y="1806896"/>
              <a:ext cx="109" cy="204"/>
            </a:xfrm>
            <a:custGeom>
              <a:avLst/>
              <a:gdLst/>
              <a:ahLst/>
              <a:cxnLst/>
              <a:rect l="l" t="t" r="r" b="b"/>
              <a:pathLst>
                <a:path w="8" h="15" extrusionOk="0">
                  <a:moveTo>
                    <a:pt x="8" y="15"/>
                  </a:moveTo>
                  <a:lnTo>
                    <a:pt x="1" y="1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16" name="Google Shape;7074;p80">
              <a:extLst>
                <a:ext uri="{FF2B5EF4-FFF2-40B4-BE49-F238E27FC236}">
                  <a16:creationId xmlns:a16="http://schemas.microsoft.com/office/drawing/2014/main" id="{501902EF-A12F-63C2-9079-3E23A3B1EFBD}"/>
                </a:ext>
              </a:extLst>
            </p:cNvPr>
            <p:cNvSpPr/>
            <p:nvPr/>
          </p:nvSpPr>
          <p:spPr>
            <a:xfrm>
              <a:off x="2449043" y="1751187"/>
              <a:ext cx="299" cy="68"/>
            </a:xfrm>
            <a:custGeom>
              <a:avLst/>
              <a:gdLst/>
              <a:ahLst/>
              <a:cxnLst/>
              <a:rect l="l" t="t" r="r" b="b"/>
              <a:pathLst>
                <a:path w="22" h="5" extrusionOk="0">
                  <a:moveTo>
                    <a:pt x="21" y="1"/>
                  </a:moveTo>
                  <a:lnTo>
                    <a:pt x="0" y="4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17" name="Google Shape;7075;p80">
              <a:extLst>
                <a:ext uri="{FF2B5EF4-FFF2-40B4-BE49-F238E27FC236}">
                  <a16:creationId xmlns:a16="http://schemas.microsoft.com/office/drawing/2014/main" id="{8286ECBC-F797-ACE4-C507-F69EC0D12D26}"/>
                </a:ext>
              </a:extLst>
            </p:cNvPr>
            <p:cNvSpPr/>
            <p:nvPr/>
          </p:nvSpPr>
          <p:spPr>
            <a:xfrm>
              <a:off x="2452559" y="1750088"/>
              <a:ext cx="54" cy="68"/>
            </a:xfrm>
            <a:custGeom>
              <a:avLst/>
              <a:gdLst/>
              <a:ahLst/>
              <a:cxnLst/>
              <a:rect l="l" t="t" r="r" b="b"/>
              <a:pathLst>
                <a:path w="4" h="5" extrusionOk="0">
                  <a:moveTo>
                    <a:pt x="4" y="1"/>
                  </a:moveTo>
                  <a:lnTo>
                    <a:pt x="0" y="4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18" name="Google Shape;7076;p80">
              <a:extLst>
                <a:ext uri="{FF2B5EF4-FFF2-40B4-BE49-F238E27FC236}">
                  <a16:creationId xmlns:a16="http://schemas.microsoft.com/office/drawing/2014/main" id="{475769B9-7A17-6E8A-A0DD-04FD4BF2C94C}"/>
                </a:ext>
              </a:extLst>
            </p:cNvPr>
            <p:cNvSpPr/>
            <p:nvPr/>
          </p:nvSpPr>
          <p:spPr>
            <a:xfrm>
              <a:off x="2448418" y="1751242"/>
              <a:ext cx="299" cy="14"/>
            </a:xfrm>
            <a:custGeom>
              <a:avLst/>
              <a:gdLst/>
              <a:ahLst/>
              <a:cxnLst/>
              <a:rect l="l" t="t" r="r" b="b"/>
              <a:pathLst>
                <a:path w="22" h="1" extrusionOk="0">
                  <a:moveTo>
                    <a:pt x="22" y="0"/>
                  </a:moveTo>
                  <a:lnTo>
                    <a:pt x="1" y="0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19" name="Google Shape;7077;p80">
              <a:extLst>
                <a:ext uri="{FF2B5EF4-FFF2-40B4-BE49-F238E27FC236}">
                  <a16:creationId xmlns:a16="http://schemas.microsoft.com/office/drawing/2014/main" id="{1EABF485-E5A0-AB94-60D1-10B17485EB98}"/>
                </a:ext>
              </a:extLst>
            </p:cNvPr>
            <p:cNvSpPr/>
            <p:nvPr/>
          </p:nvSpPr>
          <p:spPr>
            <a:xfrm>
              <a:off x="2451419" y="1750712"/>
              <a:ext cx="149" cy="54"/>
            </a:xfrm>
            <a:custGeom>
              <a:avLst/>
              <a:gdLst/>
              <a:ahLst/>
              <a:cxnLst/>
              <a:rect l="l" t="t" r="r" b="b"/>
              <a:pathLst>
                <a:path w="11" h="4" extrusionOk="0">
                  <a:moveTo>
                    <a:pt x="11" y="1"/>
                  </a:moveTo>
                  <a:lnTo>
                    <a:pt x="0" y="4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20" name="Google Shape;7078;p80">
              <a:extLst>
                <a:ext uri="{FF2B5EF4-FFF2-40B4-BE49-F238E27FC236}">
                  <a16:creationId xmlns:a16="http://schemas.microsoft.com/office/drawing/2014/main" id="{D15E2C7D-77C5-DED0-A5C1-C25B47395F56}"/>
                </a:ext>
              </a:extLst>
            </p:cNvPr>
            <p:cNvSpPr/>
            <p:nvPr/>
          </p:nvSpPr>
          <p:spPr>
            <a:xfrm>
              <a:off x="2451038" y="1750807"/>
              <a:ext cx="204" cy="54"/>
            </a:xfrm>
            <a:custGeom>
              <a:avLst/>
              <a:gdLst/>
              <a:ahLst/>
              <a:cxnLst/>
              <a:rect l="l" t="t" r="r" b="b"/>
              <a:pathLst>
                <a:path w="15" h="4" extrusionOk="0">
                  <a:moveTo>
                    <a:pt x="14" y="1"/>
                  </a:moveTo>
                  <a:lnTo>
                    <a:pt x="0" y="4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21" name="Google Shape;7079;p80">
              <a:extLst>
                <a:ext uri="{FF2B5EF4-FFF2-40B4-BE49-F238E27FC236}">
                  <a16:creationId xmlns:a16="http://schemas.microsoft.com/office/drawing/2014/main" id="{FB4F0650-B27E-034C-190F-A2186CB720D2}"/>
                </a:ext>
              </a:extLst>
            </p:cNvPr>
            <p:cNvSpPr/>
            <p:nvPr/>
          </p:nvSpPr>
          <p:spPr>
            <a:xfrm>
              <a:off x="2452179" y="1750332"/>
              <a:ext cx="109" cy="54"/>
            </a:xfrm>
            <a:custGeom>
              <a:avLst/>
              <a:gdLst/>
              <a:ahLst/>
              <a:cxnLst/>
              <a:rect l="l" t="t" r="r" b="b"/>
              <a:pathLst>
                <a:path w="8" h="4" extrusionOk="0">
                  <a:moveTo>
                    <a:pt x="7" y="1"/>
                  </a:moveTo>
                  <a:lnTo>
                    <a:pt x="0" y="4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22" name="Google Shape;7080;p80">
              <a:extLst>
                <a:ext uri="{FF2B5EF4-FFF2-40B4-BE49-F238E27FC236}">
                  <a16:creationId xmlns:a16="http://schemas.microsoft.com/office/drawing/2014/main" id="{EFF59C11-CD4E-D9DA-D0DE-71D8BE283511}"/>
                </a:ext>
              </a:extLst>
            </p:cNvPr>
            <p:cNvSpPr/>
            <p:nvPr/>
          </p:nvSpPr>
          <p:spPr>
            <a:xfrm>
              <a:off x="2447658" y="1751282"/>
              <a:ext cx="299" cy="14"/>
            </a:xfrm>
            <a:custGeom>
              <a:avLst/>
              <a:gdLst/>
              <a:ahLst/>
              <a:cxnLst/>
              <a:rect l="l" t="t" r="r" b="b"/>
              <a:pathLst>
                <a:path w="22" h="1" extrusionOk="0">
                  <a:moveTo>
                    <a:pt x="22" y="1"/>
                  </a:moveTo>
                  <a:lnTo>
                    <a:pt x="1" y="1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23" name="Google Shape;7081;p80">
              <a:extLst>
                <a:ext uri="{FF2B5EF4-FFF2-40B4-BE49-F238E27FC236}">
                  <a16:creationId xmlns:a16="http://schemas.microsoft.com/office/drawing/2014/main" id="{7F693C0F-32A6-19EA-371C-2EBEEB10AA8B}"/>
                </a:ext>
              </a:extLst>
            </p:cNvPr>
            <p:cNvSpPr/>
            <p:nvPr/>
          </p:nvSpPr>
          <p:spPr>
            <a:xfrm>
              <a:off x="2446857" y="1751337"/>
              <a:ext cx="14" cy="14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0" y="0"/>
                  </a:move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24" name="Google Shape;7082;p80">
              <a:extLst>
                <a:ext uri="{FF2B5EF4-FFF2-40B4-BE49-F238E27FC236}">
                  <a16:creationId xmlns:a16="http://schemas.microsoft.com/office/drawing/2014/main" id="{285DF5CF-B878-1F62-9729-2B1F12D0EC85}"/>
                </a:ext>
              </a:extLst>
            </p:cNvPr>
            <p:cNvSpPr/>
            <p:nvPr/>
          </p:nvSpPr>
          <p:spPr>
            <a:xfrm>
              <a:off x="2500610" y="1758560"/>
              <a:ext cx="14" cy="149"/>
            </a:xfrm>
            <a:custGeom>
              <a:avLst/>
              <a:gdLst/>
              <a:ahLst/>
              <a:cxnLst/>
              <a:rect l="l" t="t" r="r" b="b"/>
              <a:pathLst>
                <a:path w="1" h="11" extrusionOk="0">
                  <a:moveTo>
                    <a:pt x="1" y="11"/>
                  </a:moveTo>
                  <a:lnTo>
                    <a:pt x="1" y="0"/>
                  </a:lnTo>
                  <a:cubicBezTo>
                    <a:pt x="1" y="4"/>
                    <a:pt x="1" y="7"/>
                    <a:pt x="1" y="1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25" name="Google Shape;7083;p80">
              <a:extLst>
                <a:ext uri="{FF2B5EF4-FFF2-40B4-BE49-F238E27FC236}">
                  <a16:creationId xmlns:a16="http://schemas.microsoft.com/office/drawing/2014/main" id="{15A098E9-A218-86BA-F8C5-32D4D407C39E}"/>
                </a:ext>
              </a:extLst>
            </p:cNvPr>
            <p:cNvSpPr/>
            <p:nvPr/>
          </p:nvSpPr>
          <p:spPr>
            <a:xfrm>
              <a:off x="2500610" y="1758886"/>
              <a:ext cx="14" cy="204"/>
            </a:xfrm>
            <a:custGeom>
              <a:avLst/>
              <a:gdLst/>
              <a:ahLst/>
              <a:cxnLst/>
              <a:rect l="l" t="t" r="r" b="b"/>
              <a:pathLst>
                <a:path w="1" h="15" extrusionOk="0">
                  <a:moveTo>
                    <a:pt x="1" y="15"/>
                  </a:moveTo>
                  <a:lnTo>
                    <a:pt x="1" y="1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26" name="Google Shape;7084;p80">
              <a:extLst>
                <a:ext uri="{FF2B5EF4-FFF2-40B4-BE49-F238E27FC236}">
                  <a16:creationId xmlns:a16="http://schemas.microsoft.com/office/drawing/2014/main" id="{FC247EA5-721B-1517-A7B4-5267848EC8C2}"/>
                </a:ext>
              </a:extLst>
            </p:cNvPr>
            <p:cNvSpPr/>
            <p:nvPr/>
          </p:nvSpPr>
          <p:spPr>
            <a:xfrm>
              <a:off x="2450658" y="1750902"/>
              <a:ext cx="204" cy="54"/>
            </a:xfrm>
            <a:custGeom>
              <a:avLst/>
              <a:gdLst/>
              <a:ahLst/>
              <a:cxnLst/>
              <a:rect l="l" t="t" r="r" b="b"/>
              <a:pathLst>
                <a:path w="15" h="4" extrusionOk="0">
                  <a:moveTo>
                    <a:pt x="14" y="1"/>
                  </a:moveTo>
                  <a:lnTo>
                    <a:pt x="0" y="4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27" name="Google Shape;7085;p80">
              <a:extLst>
                <a:ext uri="{FF2B5EF4-FFF2-40B4-BE49-F238E27FC236}">
                  <a16:creationId xmlns:a16="http://schemas.microsoft.com/office/drawing/2014/main" id="{9228DFD7-A8A3-D9CF-ABF8-6D87CD00C268}"/>
                </a:ext>
              </a:extLst>
            </p:cNvPr>
            <p:cNvSpPr/>
            <p:nvPr/>
          </p:nvSpPr>
          <p:spPr>
            <a:xfrm>
              <a:off x="2451989" y="1750481"/>
              <a:ext cx="109" cy="54"/>
            </a:xfrm>
            <a:custGeom>
              <a:avLst/>
              <a:gdLst/>
              <a:ahLst/>
              <a:cxnLst/>
              <a:rect l="l" t="t" r="r" b="b"/>
              <a:pathLst>
                <a:path w="8" h="4" extrusionOk="0">
                  <a:moveTo>
                    <a:pt x="7" y="0"/>
                  </a:moveTo>
                  <a:lnTo>
                    <a:pt x="0" y="4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28" name="Google Shape;7086;p80">
              <a:extLst>
                <a:ext uri="{FF2B5EF4-FFF2-40B4-BE49-F238E27FC236}">
                  <a16:creationId xmlns:a16="http://schemas.microsoft.com/office/drawing/2014/main" id="{122B925B-D9B4-472F-A303-02408D5F1269}"/>
                </a:ext>
              </a:extLst>
            </p:cNvPr>
            <p:cNvSpPr/>
            <p:nvPr/>
          </p:nvSpPr>
          <p:spPr>
            <a:xfrm>
              <a:off x="2449654" y="1751092"/>
              <a:ext cx="258" cy="68"/>
            </a:xfrm>
            <a:custGeom>
              <a:avLst/>
              <a:gdLst/>
              <a:ahLst/>
              <a:cxnLst/>
              <a:rect l="l" t="t" r="r" b="b"/>
              <a:pathLst>
                <a:path w="19" h="5" extrusionOk="0">
                  <a:moveTo>
                    <a:pt x="18" y="1"/>
                  </a:moveTo>
                  <a:lnTo>
                    <a:pt x="1" y="4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29" name="Google Shape;7087;p80">
              <a:extLst>
                <a:ext uri="{FF2B5EF4-FFF2-40B4-BE49-F238E27FC236}">
                  <a16:creationId xmlns:a16="http://schemas.microsoft.com/office/drawing/2014/main" id="{1541386D-4B5F-E165-8FE8-2C9BC74953B1}"/>
                </a:ext>
              </a:extLst>
            </p:cNvPr>
            <p:cNvSpPr/>
            <p:nvPr/>
          </p:nvSpPr>
          <p:spPr>
            <a:xfrm>
              <a:off x="2500664" y="1759266"/>
              <a:ext cx="14" cy="258"/>
            </a:xfrm>
            <a:custGeom>
              <a:avLst/>
              <a:gdLst/>
              <a:ahLst/>
              <a:cxnLst/>
              <a:rect l="l" t="t" r="r" b="b"/>
              <a:pathLst>
                <a:path w="1" h="19" extrusionOk="0">
                  <a:moveTo>
                    <a:pt x="0" y="18"/>
                  </a:moveTo>
                  <a:lnTo>
                    <a:pt x="0" y="1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30" name="Google Shape;7088;p80">
              <a:extLst>
                <a:ext uri="{FF2B5EF4-FFF2-40B4-BE49-F238E27FC236}">
                  <a16:creationId xmlns:a16="http://schemas.microsoft.com/office/drawing/2014/main" id="{DD314E1B-8D55-BD5F-21EF-947318BD2F37}"/>
                </a:ext>
              </a:extLst>
            </p:cNvPr>
            <p:cNvSpPr/>
            <p:nvPr/>
          </p:nvSpPr>
          <p:spPr>
            <a:xfrm>
              <a:off x="2500800" y="1760787"/>
              <a:ext cx="14" cy="299"/>
            </a:xfrm>
            <a:custGeom>
              <a:avLst/>
              <a:gdLst/>
              <a:ahLst/>
              <a:cxnLst/>
              <a:rect l="l" t="t" r="r" b="b"/>
              <a:pathLst>
                <a:path w="1" h="22" extrusionOk="0">
                  <a:moveTo>
                    <a:pt x="1" y="22"/>
                  </a:moveTo>
                  <a:lnTo>
                    <a:pt x="1" y="1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31" name="Google Shape;7089;p80">
              <a:extLst>
                <a:ext uri="{FF2B5EF4-FFF2-40B4-BE49-F238E27FC236}">
                  <a16:creationId xmlns:a16="http://schemas.microsoft.com/office/drawing/2014/main" id="{CE94940D-DCBC-55BA-4A1D-EC0AA8D69C06}"/>
                </a:ext>
              </a:extLst>
            </p:cNvPr>
            <p:cNvSpPr/>
            <p:nvPr/>
          </p:nvSpPr>
          <p:spPr>
            <a:xfrm>
              <a:off x="2500664" y="1759741"/>
              <a:ext cx="54" cy="258"/>
            </a:xfrm>
            <a:custGeom>
              <a:avLst/>
              <a:gdLst/>
              <a:ahLst/>
              <a:cxnLst/>
              <a:rect l="l" t="t" r="r" b="b"/>
              <a:pathLst>
                <a:path w="4" h="19" extrusionOk="0">
                  <a:moveTo>
                    <a:pt x="4" y="1"/>
                  </a:moveTo>
                  <a:cubicBezTo>
                    <a:pt x="0" y="4"/>
                    <a:pt x="4" y="11"/>
                    <a:pt x="4" y="18"/>
                  </a:cubicBezTo>
                  <a:lnTo>
                    <a:pt x="4" y="1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32" name="Google Shape;7090;p80">
              <a:extLst>
                <a:ext uri="{FF2B5EF4-FFF2-40B4-BE49-F238E27FC236}">
                  <a16:creationId xmlns:a16="http://schemas.microsoft.com/office/drawing/2014/main" id="{9CCB112C-D56C-2D1B-3438-CAB9EFF85989}"/>
                </a:ext>
              </a:extLst>
            </p:cNvPr>
            <p:cNvSpPr/>
            <p:nvPr/>
          </p:nvSpPr>
          <p:spPr>
            <a:xfrm>
              <a:off x="2500759" y="1760216"/>
              <a:ext cx="14" cy="353"/>
            </a:xfrm>
            <a:custGeom>
              <a:avLst/>
              <a:gdLst/>
              <a:ahLst/>
              <a:cxnLst/>
              <a:rect l="l" t="t" r="r" b="b"/>
              <a:pathLst>
                <a:path w="1" h="26" extrusionOk="0">
                  <a:moveTo>
                    <a:pt x="0" y="25"/>
                  </a:moveTo>
                  <a:lnTo>
                    <a:pt x="0" y="1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33" name="Google Shape;7091;p80">
              <a:extLst>
                <a:ext uri="{FF2B5EF4-FFF2-40B4-BE49-F238E27FC236}">
                  <a16:creationId xmlns:a16="http://schemas.microsoft.com/office/drawing/2014/main" id="{72ED41E3-EB14-8B73-78AA-DF4A83446B03}"/>
                </a:ext>
              </a:extLst>
            </p:cNvPr>
            <p:cNvSpPr/>
            <p:nvPr/>
          </p:nvSpPr>
          <p:spPr>
            <a:xfrm>
              <a:off x="2451704" y="1750576"/>
              <a:ext cx="149" cy="95"/>
            </a:xfrm>
            <a:custGeom>
              <a:avLst/>
              <a:gdLst/>
              <a:ahLst/>
              <a:cxnLst/>
              <a:rect l="l" t="t" r="r" b="b"/>
              <a:pathLst>
                <a:path w="11" h="7" extrusionOk="0">
                  <a:moveTo>
                    <a:pt x="11" y="0"/>
                  </a:moveTo>
                  <a:lnTo>
                    <a:pt x="0" y="7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34" name="Google Shape;7092;p80">
              <a:extLst>
                <a:ext uri="{FF2B5EF4-FFF2-40B4-BE49-F238E27FC236}">
                  <a16:creationId xmlns:a16="http://schemas.microsoft.com/office/drawing/2014/main" id="{C948D263-87F8-5EF4-E1C4-07F75A9D45EF}"/>
                </a:ext>
              </a:extLst>
            </p:cNvPr>
            <p:cNvSpPr/>
            <p:nvPr/>
          </p:nvSpPr>
          <p:spPr>
            <a:xfrm>
              <a:off x="2450183" y="1750997"/>
              <a:ext cx="204" cy="54"/>
            </a:xfrm>
            <a:custGeom>
              <a:avLst/>
              <a:gdLst/>
              <a:ahLst/>
              <a:cxnLst/>
              <a:rect l="l" t="t" r="r" b="b"/>
              <a:pathLst>
                <a:path w="15" h="4" extrusionOk="0">
                  <a:moveTo>
                    <a:pt x="14" y="1"/>
                  </a:moveTo>
                  <a:lnTo>
                    <a:pt x="0" y="4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35" name="Google Shape;7093;p80">
              <a:extLst>
                <a:ext uri="{FF2B5EF4-FFF2-40B4-BE49-F238E27FC236}">
                  <a16:creationId xmlns:a16="http://schemas.microsoft.com/office/drawing/2014/main" id="{68E31F07-1FFD-D164-3380-59597067448D}"/>
                </a:ext>
              </a:extLst>
            </p:cNvPr>
            <p:cNvSpPr/>
            <p:nvPr/>
          </p:nvSpPr>
          <p:spPr>
            <a:xfrm>
              <a:off x="2452695" y="1749952"/>
              <a:ext cx="14" cy="54"/>
            </a:xfrm>
            <a:custGeom>
              <a:avLst/>
              <a:gdLst/>
              <a:ahLst/>
              <a:cxnLst/>
              <a:rect l="l" t="t" r="r" b="b"/>
              <a:pathLst>
                <a:path w="1" h="4" extrusionOk="0">
                  <a:moveTo>
                    <a:pt x="1" y="0"/>
                  </a:moveTo>
                  <a:lnTo>
                    <a:pt x="1" y="4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36" name="Google Shape;7094;p80">
              <a:extLst>
                <a:ext uri="{FF2B5EF4-FFF2-40B4-BE49-F238E27FC236}">
                  <a16:creationId xmlns:a16="http://schemas.microsoft.com/office/drawing/2014/main" id="{1E48827C-DED5-E450-6BB4-EB97B72D5E86}"/>
                </a:ext>
              </a:extLst>
            </p:cNvPr>
            <p:cNvSpPr/>
            <p:nvPr/>
          </p:nvSpPr>
          <p:spPr>
            <a:xfrm>
              <a:off x="2501044" y="1763312"/>
              <a:ext cx="54" cy="339"/>
            </a:xfrm>
            <a:custGeom>
              <a:avLst/>
              <a:gdLst/>
              <a:ahLst/>
              <a:cxnLst/>
              <a:rect l="l" t="t" r="r" b="b"/>
              <a:pathLst>
                <a:path w="4" h="25" extrusionOk="0">
                  <a:moveTo>
                    <a:pt x="4" y="25"/>
                  </a:moveTo>
                  <a:lnTo>
                    <a:pt x="0" y="0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37" name="Google Shape;7095;p80">
              <a:extLst>
                <a:ext uri="{FF2B5EF4-FFF2-40B4-BE49-F238E27FC236}">
                  <a16:creationId xmlns:a16="http://schemas.microsoft.com/office/drawing/2014/main" id="{97A21293-2365-A275-37D6-0A8B40D17963}"/>
                </a:ext>
              </a:extLst>
            </p:cNvPr>
            <p:cNvSpPr/>
            <p:nvPr/>
          </p:nvSpPr>
          <p:spPr>
            <a:xfrm>
              <a:off x="2501275" y="1764683"/>
              <a:ext cx="68" cy="299"/>
            </a:xfrm>
            <a:custGeom>
              <a:avLst/>
              <a:gdLst/>
              <a:ahLst/>
              <a:cxnLst/>
              <a:rect l="l" t="t" r="r" b="b"/>
              <a:pathLst>
                <a:path w="5" h="22" extrusionOk="0">
                  <a:moveTo>
                    <a:pt x="4" y="22"/>
                  </a:moveTo>
                  <a:lnTo>
                    <a:pt x="1" y="1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38" name="Google Shape;7096;p80">
              <a:extLst>
                <a:ext uri="{FF2B5EF4-FFF2-40B4-BE49-F238E27FC236}">
                  <a16:creationId xmlns:a16="http://schemas.microsoft.com/office/drawing/2014/main" id="{D949ABD0-285D-89ED-3A3A-E7B7149A7246}"/>
                </a:ext>
              </a:extLst>
            </p:cNvPr>
            <p:cNvSpPr/>
            <p:nvPr/>
          </p:nvSpPr>
          <p:spPr>
            <a:xfrm>
              <a:off x="2501180" y="1763977"/>
              <a:ext cx="68" cy="339"/>
            </a:xfrm>
            <a:custGeom>
              <a:avLst/>
              <a:gdLst/>
              <a:ahLst/>
              <a:cxnLst/>
              <a:rect l="l" t="t" r="r" b="b"/>
              <a:pathLst>
                <a:path w="5" h="25" extrusionOk="0">
                  <a:moveTo>
                    <a:pt x="4" y="25"/>
                  </a:moveTo>
                  <a:lnTo>
                    <a:pt x="1" y="0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39" name="Google Shape;7097;p80">
              <a:extLst>
                <a:ext uri="{FF2B5EF4-FFF2-40B4-BE49-F238E27FC236}">
                  <a16:creationId xmlns:a16="http://schemas.microsoft.com/office/drawing/2014/main" id="{E6B0D345-97FF-8559-5C39-FE8C15E75AD1}"/>
                </a:ext>
              </a:extLst>
            </p:cNvPr>
            <p:cNvSpPr/>
            <p:nvPr/>
          </p:nvSpPr>
          <p:spPr>
            <a:xfrm>
              <a:off x="2452369" y="1750237"/>
              <a:ext cx="109" cy="54"/>
            </a:xfrm>
            <a:custGeom>
              <a:avLst/>
              <a:gdLst/>
              <a:ahLst/>
              <a:cxnLst/>
              <a:rect l="l" t="t" r="r" b="b"/>
              <a:pathLst>
                <a:path w="8" h="4" extrusionOk="0">
                  <a:moveTo>
                    <a:pt x="7" y="1"/>
                  </a:moveTo>
                  <a:lnTo>
                    <a:pt x="0" y="4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40" name="Google Shape;7098;p80">
              <a:extLst>
                <a:ext uri="{FF2B5EF4-FFF2-40B4-BE49-F238E27FC236}">
                  <a16:creationId xmlns:a16="http://schemas.microsoft.com/office/drawing/2014/main" id="{B5FFA5E4-F98A-E68A-C8F7-4EB7DEEED3E9}"/>
                </a:ext>
              </a:extLst>
            </p:cNvPr>
            <p:cNvSpPr/>
            <p:nvPr/>
          </p:nvSpPr>
          <p:spPr>
            <a:xfrm>
              <a:off x="2501425" y="1765403"/>
              <a:ext cx="54" cy="244"/>
            </a:xfrm>
            <a:custGeom>
              <a:avLst/>
              <a:gdLst/>
              <a:ahLst/>
              <a:cxnLst/>
              <a:rect l="l" t="t" r="r" b="b"/>
              <a:pathLst>
                <a:path w="4" h="18" extrusionOk="0">
                  <a:moveTo>
                    <a:pt x="4" y="18"/>
                  </a:moveTo>
                  <a:lnTo>
                    <a:pt x="0" y="0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41" name="Google Shape;7099;p80">
              <a:extLst>
                <a:ext uri="{FF2B5EF4-FFF2-40B4-BE49-F238E27FC236}">
                  <a16:creationId xmlns:a16="http://schemas.microsoft.com/office/drawing/2014/main" id="{C824AC63-3A44-36D8-9B86-8039CBACEDF4}"/>
                </a:ext>
              </a:extLst>
            </p:cNvPr>
            <p:cNvSpPr/>
            <p:nvPr/>
          </p:nvSpPr>
          <p:spPr>
            <a:xfrm>
              <a:off x="2500800" y="1761357"/>
              <a:ext cx="68" cy="353"/>
            </a:xfrm>
            <a:custGeom>
              <a:avLst/>
              <a:gdLst/>
              <a:ahLst/>
              <a:cxnLst/>
              <a:rect l="l" t="t" r="r" b="b"/>
              <a:pathLst>
                <a:path w="5" h="26" extrusionOk="0">
                  <a:moveTo>
                    <a:pt x="4" y="25"/>
                  </a:moveTo>
                  <a:lnTo>
                    <a:pt x="1" y="1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42" name="Google Shape;7100;p80">
              <a:extLst>
                <a:ext uri="{FF2B5EF4-FFF2-40B4-BE49-F238E27FC236}">
                  <a16:creationId xmlns:a16="http://schemas.microsoft.com/office/drawing/2014/main" id="{E1FCA17B-7742-3980-9E0C-5D7FBC273FD9}"/>
                </a:ext>
              </a:extLst>
            </p:cNvPr>
            <p:cNvSpPr/>
            <p:nvPr/>
          </p:nvSpPr>
          <p:spPr>
            <a:xfrm>
              <a:off x="2500895" y="1761982"/>
              <a:ext cx="68" cy="339"/>
            </a:xfrm>
            <a:custGeom>
              <a:avLst/>
              <a:gdLst/>
              <a:ahLst/>
              <a:cxnLst/>
              <a:rect l="l" t="t" r="r" b="b"/>
              <a:pathLst>
                <a:path w="5" h="25" extrusionOk="0">
                  <a:moveTo>
                    <a:pt x="4" y="25"/>
                  </a:moveTo>
                  <a:lnTo>
                    <a:pt x="1" y="0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43" name="Google Shape;7101;p80">
              <a:extLst>
                <a:ext uri="{FF2B5EF4-FFF2-40B4-BE49-F238E27FC236}">
                  <a16:creationId xmlns:a16="http://schemas.microsoft.com/office/drawing/2014/main" id="{53B671A1-14C7-B523-337C-77CADF3C5366}"/>
                </a:ext>
              </a:extLst>
            </p:cNvPr>
            <p:cNvSpPr/>
            <p:nvPr/>
          </p:nvSpPr>
          <p:spPr>
            <a:xfrm>
              <a:off x="2500949" y="1762647"/>
              <a:ext cx="54" cy="339"/>
            </a:xfrm>
            <a:custGeom>
              <a:avLst/>
              <a:gdLst/>
              <a:ahLst/>
              <a:cxnLst/>
              <a:rect l="l" t="t" r="r" b="b"/>
              <a:pathLst>
                <a:path w="4" h="25" extrusionOk="0">
                  <a:moveTo>
                    <a:pt x="4" y="25"/>
                  </a:moveTo>
                  <a:lnTo>
                    <a:pt x="0" y="0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44" name="Google Shape;7102;p80">
              <a:extLst>
                <a:ext uri="{FF2B5EF4-FFF2-40B4-BE49-F238E27FC236}">
                  <a16:creationId xmlns:a16="http://schemas.microsoft.com/office/drawing/2014/main" id="{C85247F1-43EA-A29A-A6E8-653F12A5DC4F}"/>
                </a:ext>
              </a:extLst>
            </p:cNvPr>
            <p:cNvSpPr/>
            <p:nvPr/>
          </p:nvSpPr>
          <p:spPr>
            <a:xfrm>
              <a:off x="2501615" y="1766258"/>
              <a:ext cx="54" cy="204"/>
            </a:xfrm>
            <a:custGeom>
              <a:avLst/>
              <a:gdLst/>
              <a:ahLst/>
              <a:cxnLst/>
              <a:rect l="l" t="t" r="r" b="b"/>
              <a:pathLst>
                <a:path w="4" h="15" extrusionOk="0">
                  <a:moveTo>
                    <a:pt x="4" y="14"/>
                  </a:moveTo>
                  <a:lnTo>
                    <a:pt x="0" y="0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45" name="Google Shape;7103;p80">
              <a:extLst>
                <a:ext uri="{FF2B5EF4-FFF2-40B4-BE49-F238E27FC236}">
                  <a16:creationId xmlns:a16="http://schemas.microsoft.com/office/drawing/2014/main" id="{9DD767C1-10B0-E76C-1F44-637D08AC75CB}"/>
                </a:ext>
              </a:extLst>
            </p:cNvPr>
            <p:cNvSpPr/>
            <p:nvPr/>
          </p:nvSpPr>
          <p:spPr>
            <a:xfrm>
              <a:off x="2391759" y="1582202"/>
              <a:ext cx="300144" cy="138721"/>
            </a:xfrm>
            <a:custGeom>
              <a:avLst/>
              <a:gdLst/>
              <a:ahLst/>
              <a:cxnLst/>
              <a:rect l="l" t="t" r="r" b="b"/>
              <a:pathLst>
                <a:path w="22106" h="10217" extrusionOk="0">
                  <a:moveTo>
                    <a:pt x="7610" y="6221"/>
                  </a:moveTo>
                  <a:cubicBezTo>
                    <a:pt x="7825" y="6221"/>
                    <a:pt x="8164" y="6301"/>
                    <a:pt x="8266" y="6411"/>
                  </a:cubicBezTo>
                  <a:cubicBezTo>
                    <a:pt x="8319" y="6457"/>
                    <a:pt x="8326" y="6534"/>
                    <a:pt x="8284" y="6586"/>
                  </a:cubicBezTo>
                  <a:cubicBezTo>
                    <a:pt x="8256" y="6621"/>
                    <a:pt x="8210" y="6639"/>
                    <a:pt x="8133" y="6639"/>
                  </a:cubicBezTo>
                  <a:cubicBezTo>
                    <a:pt x="8105" y="6639"/>
                    <a:pt x="8074" y="6635"/>
                    <a:pt x="8042" y="6632"/>
                  </a:cubicBezTo>
                  <a:cubicBezTo>
                    <a:pt x="7857" y="6607"/>
                    <a:pt x="7468" y="6506"/>
                    <a:pt x="7412" y="6366"/>
                  </a:cubicBezTo>
                  <a:cubicBezTo>
                    <a:pt x="7391" y="6324"/>
                    <a:pt x="7409" y="6271"/>
                    <a:pt x="7451" y="6250"/>
                  </a:cubicBezTo>
                  <a:lnTo>
                    <a:pt x="7447" y="6250"/>
                  </a:lnTo>
                  <a:cubicBezTo>
                    <a:pt x="7478" y="6230"/>
                    <a:pt x="7537" y="6221"/>
                    <a:pt x="7610" y="6221"/>
                  </a:cubicBezTo>
                  <a:close/>
                  <a:moveTo>
                    <a:pt x="17938" y="6158"/>
                  </a:moveTo>
                  <a:cubicBezTo>
                    <a:pt x="17962" y="6158"/>
                    <a:pt x="17981" y="6161"/>
                    <a:pt x="17995" y="6166"/>
                  </a:cubicBezTo>
                  <a:cubicBezTo>
                    <a:pt x="18048" y="6177"/>
                    <a:pt x="18079" y="6222"/>
                    <a:pt x="18072" y="6275"/>
                  </a:cubicBezTo>
                  <a:cubicBezTo>
                    <a:pt x="18055" y="6404"/>
                    <a:pt x="17778" y="6551"/>
                    <a:pt x="17411" y="6551"/>
                  </a:cubicBezTo>
                  <a:cubicBezTo>
                    <a:pt x="17306" y="6551"/>
                    <a:pt x="17180" y="6541"/>
                    <a:pt x="17029" y="6527"/>
                  </a:cubicBezTo>
                  <a:cubicBezTo>
                    <a:pt x="16851" y="6511"/>
                    <a:pt x="16649" y="6494"/>
                    <a:pt x="16450" y="6494"/>
                  </a:cubicBezTo>
                  <a:cubicBezTo>
                    <a:pt x="16112" y="6494"/>
                    <a:pt x="15784" y="6544"/>
                    <a:pt x="15601" y="6740"/>
                  </a:cubicBezTo>
                  <a:cubicBezTo>
                    <a:pt x="15373" y="6985"/>
                    <a:pt x="15380" y="7150"/>
                    <a:pt x="15391" y="7258"/>
                  </a:cubicBezTo>
                  <a:cubicBezTo>
                    <a:pt x="15394" y="7328"/>
                    <a:pt x="15401" y="7433"/>
                    <a:pt x="15272" y="7458"/>
                  </a:cubicBezTo>
                  <a:lnTo>
                    <a:pt x="15247" y="7458"/>
                  </a:lnTo>
                  <a:cubicBezTo>
                    <a:pt x="15205" y="7458"/>
                    <a:pt x="15139" y="7437"/>
                    <a:pt x="15083" y="7335"/>
                  </a:cubicBezTo>
                  <a:cubicBezTo>
                    <a:pt x="14974" y="7125"/>
                    <a:pt x="14953" y="6656"/>
                    <a:pt x="15149" y="6457"/>
                  </a:cubicBezTo>
                  <a:cubicBezTo>
                    <a:pt x="15333" y="6275"/>
                    <a:pt x="15770" y="6180"/>
                    <a:pt x="16168" y="6180"/>
                  </a:cubicBezTo>
                  <a:cubicBezTo>
                    <a:pt x="16332" y="6180"/>
                    <a:pt x="16489" y="6196"/>
                    <a:pt x="16619" y="6229"/>
                  </a:cubicBezTo>
                  <a:cubicBezTo>
                    <a:pt x="16712" y="6252"/>
                    <a:pt x="16822" y="6260"/>
                    <a:pt x="16938" y="6260"/>
                  </a:cubicBezTo>
                  <a:cubicBezTo>
                    <a:pt x="17181" y="6260"/>
                    <a:pt x="17450" y="6222"/>
                    <a:pt x="17649" y="6194"/>
                  </a:cubicBezTo>
                  <a:cubicBezTo>
                    <a:pt x="17794" y="6172"/>
                    <a:pt x="17882" y="6158"/>
                    <a:pt x="17938" y="6158"/>
                  </a:cubicBezTo>
                  <a:close/>
                  <a:moveTo>
                    <a:pt x="12780" y="0"/>
                  </a:moveTo>
                  <a:cubicBezTo>
                    <a:pt x="12609" y="0"/>
                    <a:pt x="12323" y="74"/>
                    <a:pt x="12292" y="131"/>
                  </a:cubicBezTo>
                  <a:cubicBezTo>
                    <a:pt x="12271" y="236"/>
                    <a:pt x="12089" y="292"/>
                    <a:pt x="11666" y="390"/>
                  </a:cubicBezTo>
                  <a:cubicBezTo>
                    <a:pt x="11571" y="407"/>
                    <a:pt x="11484" y="428"/>
                    <a:pt x="11452" y="442"/>
                  </a:cubicBezTo>
                  <a:cubicBezTo>
                    <a:pt x="11323" y="495"/>
                    <a:pt x="10815" y="568"/>
                    <a:pt x="10661" y="589"/>
                  </a:cubicBezTo>
                  <a:cubicBezTo>
                    <a:pt x="10647" y="593"/>
                    <a:pt x="10629" y="596"/>
                    <a:pt x="10615" y="600"/>
                  </a:cubicBezTo>
                  <a:cubicBezTo>
                    <a:pt x="10563" y="617"/>
                    <a:pt x="10510" y="638"/>
                    <a:pt x="10461" y="659"/>
                  </a:cubicBezTo>
                  <a:cubicBezTo>
                    <a:pt x="10377" y="701"/>
                    <a:pt x="10286" y="733"/>
                    <a:pt x="10195" y="750"/>
                  </a:cubicBezTo>
                  <a:cubicBezTo>
                    <a:pt x="10164" y="757"/>
                    <a:pt x="10129" y="761"/>
                    <a:pt x="10094" y="761"/>
                  </a:cubicBezTo>
                  <a:cubicBezTo>
                    <a:pt x="9961" y="761"/>
                    <a:pt x="9502" y="771"/>
                    <a:pt x="9310" y="918"/>
                  </a:cubicBezTo>
                  <a:cubicBezTo>
                    <a:pt x="9215" y="989"/>
                    <a:pt x="9097" y="1006"/>
                    <a:pt x="8986" y="1006"/>
                  </a:cubicBezTo>
                  <a:cubicBezTo>
                    <a:pt x="8933" y="1006"/>
                    <a:pt x="8881" y="1002"/>
                    <a:pt x="8834" y="999"/>
                  </a:cubicBezTo>
                  <a:cubicBezTo>
                    <a:pt x="8800" y="994"/>
                    <a:pt x="8767" y="991"/>
                    <a:pt x="8734" y="991"/>
                  </a:cubicBezTo>
                  <a:cubicBezTo>
                    <a:pt x="8701" y="991"/>
                    <a:pt x="8669" y="994"/>
                    <a:pt x="8637" y="999"/>
                  </a:cubicBezTo>
                  <a:cubicBezTo>
                    <a:pt x="8588" y="1013"/>
                    <a:pt x="8543" y="1020"/>
                    <a:pt x="8494" y="1020"/>
                  </a:cubicBezTo>
                  <a:lnTo>
                    <a:pt x="8420" y="1020"/>
                  </a:lnTo>
                  <a:lnTo>
                    <a:pt x="8347" y="1016"/>
                  </a:lnTo>
                  <a:cubicBezTo>
                    <a:pt x="8321" y="1013"/>
                    <a:pt x="8294" y="1011"/>
                    <a:pt x="8268" y="1011"/>
                  </a:cubicBezTo>
                  <a:cubicBezTo>
                    <a:pt x="8242" y="1011"/>
                    <a:pt x="8216" y="1013"/>
                    <a:pt x="8189" y="1016"/>
                  </a:cubicBezTo>
                  <a:cubicBezTo>
                    <a:pt x="8161" y="1051"/>
                    <a:pt x="8172" y="1286"/>
                    <a:pt x="8235" y="1387"/>
                  </a:cubicBezTo>
                  <a:cubicBezTo>
                    <a:pt x="8263" y="1433"/>
                    <a:pt x="8399" y="1482"/>
                    <a:pt x="8490" y="1510"/>
                  </a:cubicBezTo>
                  <a:cubicBezTo>
                    <a:pt x="8525" y="1520"/>
                    <a:pt x="8553" y="1531"/>
                    <a:pt x="8578" y="1541"/>
                  </a:cubicBezTo>
                  <a:cubicBezTo>
                    <a:pt x="8658" y="1569"/>
                    <a:pt x="8711" y="1597"/>
                    <a:pt x="8725" y="1643"/>
                  </a:cubicBezTo>
                  <a:cubicBezTo>
                    <a:pt x="8728" y="1650"/>
                    <a:pt x="8728" y="1657"/>
                    <a:pt x="8728" y="1664"/>
                  </a:cubicBezTo>
                  <a:cubicBezTo>
                    <a:pt x="8732" y="1681"/>
                    <a:pt x="8725" y="1702"/>
                    <a:pt x="8714" y="1716"/>
                  </a:cubicBezTo>
                  <a:cubicBezTo>
                    <a:pt x="8683" y="1762"/>
                    <a:pt x="8613" y="1783"/>
                    <a:pt x="8459" y="1797"/>
                  </a:cubicBezTo>
                  <a:lnTo>
                    <a:pt x="8420" y="1800"/>
                  </a:lnTo>
                  <a:lnTo>
                    <a:pt x="8333" y="1807"/>
                  </a:lnTo>
                  <a:lnTo>
                    <a:pt x="8284" y="1811"/>
                  </a:lnTo>
                  <a:cubicBezTo>
                    <a:pt x="8210" y="1814"/>
                    <a:pt x="8144" y="1821"/>
                    <a:pt x="8091" y="1828"/>
                  </a:cubicBezTo>
                  <a:lnTo>
                    <a:pt x="8077" y="1828"/>
                  </a:lnTo>
                  <a:cubicBezTo>
                    <a:pt x="8053" y="1832"/>
                    <a:pt x="8035" y="1846"/>
                    <a:pt x="8025" y="1863"/>
                  </a:cubicBezTo>
                  <a:cubicBezTo>
                    <a:pt x="7993" y="1916"/>
                    <a:pt x="8007" y="2011"/>
                    <a:pt x="8035" y="2091"/>
                  </a:cubicBezTo>
                  <a:cubicBezTo>
                    <a:pt x="8039" y="2105"/>
                    <a:pt x="8042" y="2116"/>
                    <a:pt x="8046" y="2126"/>
                  </a:cubicBezTo>
                  <a:cubicBezTo>
                    <a:pt x="8063" y="2168"/>
                    <a:pt x="8060" y="2214"/>
                    <a:pt x="8042" y="2252"/>
                  </a:cubicBezTo>
                  <a:cubicBezTo>
                    <a:pt x="7979" y="2385"/>
                    <a:pt x="7748" y="2476"/>
                    <a:pt x="7678" y="2501"/>
                  </a:cubicBezTo>
                  <a:lnTo>
                    <a:pt x="7668" y="2504"/>
                  </a:lnTo>
                  <a:lnTo>
                    <a:pt x="7657" y="2508"/>
                  </a:lnTo>
                  <a:cubicBezTo>
                    <a:pt x="7654" y="2511"/>
                    <a:pt x="7650" y="2515"/>
                    <a:pt x="7650" y="2532"/>
                  </a:cubicBezTo>
                  <a:cubicBezTo>
                    <a:pt x="7668" y="2592"/>
                    <a:pt x="7710" y="2641"/>
                    <a:pt x="7769" y="2665"/>
                  </a:cubicBezTo>
                  <a:lnTo>
                    <a:pt x="7790" y="2665"/>
                  </a:lnTo>
                  <a:cubicBezTo>
                    <a:pt x="7815" y="2669"/>
                    <a:pt x="7836" y="2669"/>
                    <a:pt x="7857" y="2672"/>
                  </a:cubicBezTo>
                  <a:cubicBezTo>
                    <a:pt x="7920" y="2686"/>
                    <a:pt x="7976" y="2711"/>
                    <a:pt x="8032" y="2739"/>
                  </a:cubicBezTo>
                  <a:cubicBezTo>
                    <a:pt x="8070" y="2756"/>
                    <a:pt x="8105" y="2770"/>
                    <a:pt x="8147" y="2781"/>
                  </a:cubicBezTo>
                  <a:cubicBezTo>
                    <a:pt x="8158" y="2784"/>
                    <a:pt x="8168" y="2788"/>
                    <a:pt x="8179" y="2788"/>
                  </a:cubicBezTo>
                  <a:cubicBezTo>
                    <a:pt x="8364" y="2788"/>
                    <a:pt x="8392" y="3071"/>
                    <a:pt x="8392" y="3239"/>
                  </a:cubicBezTo>
                  <a:cubicBezTo>
                    <a:pt x="8392" y="3358"/>
                    <a:pt x="8322" y="3498"/>
                    <a:pt x="7986" y="3498"/>
                  </a:cubicBezTo>
                  <a:cubicBezTo>
                    <a:pt x="7874" y="3495"/>
                    <a:pt x="7769" y="3456"/>
                    <a:pt x="7678" y="3390"/>
                  </a:cubicBezTo>
                  <a:cubicBezTo>
                    <a:pt x="7643" y="3362"/>
                    <a:pt x="7605" y="3341"/>
                    <a:pt x="7563" y="3327"/>
                  </a:cubicBezTo>
                  <a:cubicBezTo>
                    <a:pt x="7549" y="3334"/>
                    <a:pt x="7535" y="3383"/>
                    <a:pt x="7524" y="3411"/>
                  </a:cubicBezTo>
                  <a:cubicBezTo>
                    <a:pt x="7503" y="3481"/>
                    <a:pt x="7479" y="3558"/>
                    <a:pt x="7409" y="3586"/>
                  </a:cubicBezTo>
                  <a:cubicBezTo>
                    <a:pt x="7388" y="3597"/>
                    <a:pt x="7369" y="3601"/>
                    <a:pt x="7351" y="3601"/>
                  </a:cubicBezTo>
                  <a:cubicBezTo>
                    <a:pt x="7288" y="3601"/>
                    <a:pt x="7243" y="3544"/>
                    <a:pt x="7216" y="3505"/>
                  </a:cubicBezTo>
                  <a:cubicBezTo>
                    <a:pt x="7178" y="3456"/>
                    <a:pt x="7153" y="3425"/>
                    <a:pt x="7115" y="3425"/>
                  </a:cubicBezTo>
                  <a:cubicBezTo>
                    <a:pt x="7027" y="3425"/>
                    <a:pt x="6761" y="3425"/>
                    <a:pt x="6687" y="3211"/>
                  </a:cubicBezTo>
                  <a:cubicBezTo>
                    <a:pt x="6663" y="3173"/>
                    <a:pt x="6624" y="3148"/>
                    <a:pt x="6582" y="3145"/>
                  </a:cubicBezTo>
                  <a:cubicBezTo>
                    <a:pt x="6555" y="3138"/>
                    <a:pt x="6524" y="3134"/>
                    <a:pt x="6492" y="3134"/>
                  </a:cubicBezTo>
                  <a:cubicBezTo>
                    <a:pt x="6408" y="3134"/>
                    <a:pt x="6317" y="3158"/>
                    <a:pt x="6264" y="3211"/>
                  </a:cubicBezTo>
                  <a:cubicBezTo>
                    <a:pt x="6187" y="3288"/>
                    <a:pt x="6127" y="3313"/>
                    <a:pt x="6075" y="3313"/>
                  </a:cubicBezTo>
                  <a:cubicBezTo>
                    <a:pt x="6005" y="3313"/>
                    <a:pt x="5949" y="3267"/>
                    <a:pt x="5900" y="3222"/>
                  </a:cubicBezTo>
                  <a:lnTo>
                    <a:pt x="5861" y="3190"/>
                  </a:lnTo>
                  <a:cubicBezTo>
                    <a:pt x="5849" y="3182"/>
                    <a:pt x="5825" y="3176"/>
                    <a:pt x="5788" y="3176"/>
                  </a:cubicBezTo>
                  <a:cubicBezTo>
                    <a:pt x="5760" y="3176"/>
                    <a:pt x="5723" y="3180"/>
                    <a:pt x="5679" y="3190"/>
                  </a:cubicBezTo>
                  <a:cubicBezTo>
                    <a:pt x="5588" y="3211"/>
                    <a:pt x="5508" y="3257"/>
                    <a:pt x="5441" y="3320"/>
                  </a:cubicBezTo>
                  <a:cubicBezTo>
                    <a:pt x="5438" y="3327"/>
                    <a:pt x="5434" y="3330"/>
                    <a:pt x="5431" y="3337"/>
                  </a:cubicBezTo>
                  <a:cubicBezTo>
                    <a:pt x="5399" y="3404"/>
                    <a:pt x="5336" y="3453"/>
                    <a:pt x="5263" y="3474"/>
                  </a:cubicBezTo>
                  <a:cubicBezTo>
                    <a:pt x="5213" y="3488"/>
                    <a:pt x="5163" y="3495"/>
                    <a:pt x="5112" y="3495"/>
                  </a:cubicBezTo>
                  <a:cubicBezTo>
                    <a:pt x="5012" y="3495"/>
                    <a:pt x="4913" y="3468"/>
                    <a:pt x="4825" y="3414"/>
                  </a:cubicBezTo>
                  <a:cubicBezTo>
                    <a:pt x="4697" y="3334"/>
                    <a:pt x="4645" y="3316"/>
                    <a:pt x="4624" y="3316"/>
                  </a:cubicBezTo>
                  <a:cubicBezTo>
                    <a:pt x="4622" y="3316"/>
                    <a:pt x="4620" y="3316"/>
                    <a:pt x="4619" y="3316"/>
                  </a:cubicBezTo>
                  <a:cubicBezTo>
                    <a:pt x="4611" y="3330"/>
                    <a:pt x="4611" y="3344"/>
                    <a:pt x="4611" y="3358"/>
                  </a:cubicBezTo>
                  <a:cubicBezTo>
                    <a:pt x="4611" y="3390"/>
                    <a:pt x="4608" y="3421"/>
                    <a:pt x="4594" y="3449"/>
                  </a:cubicBezTo>
                  <a:cubicBezTo>
                    <a:pt x="4576" y="3484"/>
                    <a:pt x="4545" y="3502"/>
                    <a:pt x="4506" y="3502"/>
                  </a:cubicBezTo>
                  <a:cubicBezTo>
                    <a:pt x="4419" y="3502"/>
                    <a:pt x="4331" y="3379"/>
                    <a:pt x="4331" y="3285"/>
                  </a:cubicBezTo>
                  <a:cubicBezTo>
                    <a:pt x="4317" y="3225"/>
                    <a:pt x="4058" y="3057"/>
                    <a:pt x="3960" y="2991"/>
                  </a:cubicBezTo>
                  <a:lnTo>
                    <a:pt x="3901" y="2952"/>
                  </a:lnTo>
                  <a:cubicBezTo>
                    <a:pt x="3845" y="2914"/>
                    <a:pt x="3712" y="2893"/>
                    <a:pt x="3593" y="2872"/>
                  </a:cubicBezTo>
                  <a:cubicBezTo>
                    <a:pt x="3404" y="2837"/>
                    <a:pt x="3267" y="2812"/>
                    <a:pt x="3243" y="2721"/>
                  </a:cubicBezTo>
                  <a:cubicBezTo>
                    <a:pt x="3207" y="2686"/>
                    <a:pt x="3160" y="2668"/>
                    <a:pt x="3112" y="2668"/>
                  </a:cubicBezTo>
                  <a:cubicBezTo>
                    <a:pt x="3108" y="2668"/>
                    <a:pt x="3104" y="2668"/>
                    <a:pt x="3099" y="2669"/>
                  </a:cubicBezTo>
                  <a:cubicBezTo>
                    <a:pt x="3094" y="2668"/>
                    <a:pt x="3088" y="2667"/>
                    <a:pt x="3083" y="2667"/>
                  </a:cubicBezTo>
                  <a:cubicBezTo>
                    <a:pt x="3039" y="2667"/>
                    <a:pt x="2999" y="2691"/>
                    <a:pt x="2980" y="2732"/>
                  </a:cubicBezTo>
                  <a:cubicBezTo>
                    <a:pt x="2959" y="2784"/>
                    <a:pt x="2917" y="2830"/>
                    <a:pt x="2865" y="2851"/>
                  </a:cubicBezTo>
                  <a:cubicBezTo>
                    <a:pt x="2849" y="2856"/>
                    <a:pt x="2834" y="2858"/>
                    <a:pt x="2819" y="2858"/>
                  </a:cubicBezTo>
                  <a:cubicBezTo>
                    <a:pt x="2758" y="2858"/>
                    <a:pt x="2698" y="2822"/>
                    <a:pt x="2648" y="2791"/>
                  </a:cubicBezTo>
                  <a:cubicBezTo>
                    <a:pt x="2630" y="2781"/>
                    <a:pt x="2616" y="2770"/>
                    <a:pt x="2599" y="2763"/>
                  </a:cubicBezTo>
                  <a:cubicBezTo>
                    <a:pt x="2591" y="2760"/>
                    <a:pt x="2582" y="2758"/>
                    <a:pt x="2572" y="2758"/>
                  </a:cubicBezTo>
                  <a:cubicBezTo>
                    <a:pt x="2493" y="2758"/>
                    <a:pt x="2332" y="2840"/>
                    <a:pt x="2276" y="2868"/>
                  </a:cubicBezTo>
                  <a:lnTo>
                    <a:pt x="2245" y="2886"/>
                  </a:lnTo>
                  <a:cubicBezTo>
                    <a:pt x="2224" y="2893"/>
                    <a:pt x="2189" y="2914"/>
                    <a:pt x="2150" y="2938"/>
                  </a:cubicBezTo>
                  <a:lnTo>
                    <a:pt x="2122" y="2956"/>
                  </a:lnTo>
                  <a:cubicBezTo>
                    <a:pt x="1975" y="3043"/>
                    <a:pt x="1772" y="3159"/>
                    <a:pt x="1632" y="3159"/>
                  </a:cubicBezTo>
                  <a:cubicBezTo>
                    <a:pt x="1601" y="3159"/>
                    <a:pt x="1594" y="3166"/>
                    <a:pt x="1569" y="3225"/>
                  </a:cubicBezTo>
                  <a:cubicBezTo>
                    <a:pt x="1541" y="3327"/>
                    <a:pt x="1461" y="3404"/>
                    <a:pt x="1356" y="3425"/>
                  </a:cubicBezTo>
                  <a:cubicBezTo>
                    <a:pt x="1317" y="3428"/>
                    <a:pt x="1279" y="3449"/>
                    <a:pt x="1251" y="3481"/>
                  </a:cubicBezTo>
                  <a:cubicBezTo>
                    <a:pt x="1230" y="3516"/>
                    <a:pt x="1244" y="3572"/>
                    <a:pt x="1258" y="3621"/>
                  </a:cubicBezTo>
                  <a:lnTo>
                    <a:pt x="1261" y="3635"/>
                  </a:lnTo>
                  <a:cubicBezTo>
                    <a:pt x="1265" y="3656"/>
                    <a:pt x="1272" y="3673"/>
                    <a:pt x="1282" y="3691"/>
                  </a:cubicBezTo>
                  <a:cubicBezTo>
                    <a:pt x="1307" y="3761"/>
                    <a:pt x="1345" y="3852"/>
                    <a:pt x="1307" y="3936"/>
                  </a:cubicBezTo>
                  <a:cubicBezTo>
                    <a:pt x="1279" y="3992"/>
                    <a:pt x="1230" y="4034"/>
                    <a:pt x="1170" y="4051"/>
                  </a:cubicBezTo>
                  <a:cubicBezTo>
                    <a:pt x="1142" y="4062"/>
                    <a:pt x="1116" y="4067"/>
                    <a:pt x="1092" y="4067"/>
                  </a:cubicBezTo>
                  <a:cubicBezTo>
                    <a:pt x="969" y="4067"/>
                    <a:pt x="887" y="3948"/>
                    <a:pt x="817" y="3848"/>
                  </a:cubicBezTo>
                  <a:cubicBezTo>
                    <a:pt x="778" y="3785"/>
                    <a:pt x="729" y="3729"/>
                    <a:pt x="673" y="3680"/>
                  </a:cubicBezTo>
                  <a:cubicBezTo>
                    <a:pt x="651" y="3659"/>
                    <a:pt x="622" y="3648"/>
                    <a:pt x="593" y="3648"/>
                  </a:cubicBezTo>
                  <a:cubicBezTo>
                    <a:pt x="575" y="3648"/>
                    <a:pt x="557" y="3652"/>
                    <a:pt x="540" y="3659"/>
                  </a:cubicBezTo>
                  <a:cubicBezTo>
                    <a:pt x="495" y="3687"/>
                    <a:pt x="463" y="3736"/>
                    <a:pt x="459" y="3792"/>
                  </a:cubicBezTo>
                  <a:cubicBezTo>
                    <a:pt x="459" y="3803"/>
                    <a:pt x="459" y="3810"/>
                    <a:pt x="459" y="3820"/>
                  </a:cubicBezTo>
                  <a:cubicBezTo>
                    <a:pt x="459" y="3950"/>
                    <a:pt x="372" y="4009"/>
                    <a:pt x="302" y="4058"/>
                  </a:cubicBezTo>
                  <a:cubicBezTo>
                    <a:pt x="242" y="4094"/>
                    <a:pt x="197" y="4136"/>
                    <a:pt x="162" y="4192"/>
                  </a:cubicBezTo>
                  <a:cubicBezTo>
                    <a:pt x="137" y="4230"/>
                    <a:pt x="137" y="4244"/>
                    <a:pt x="232" y="4300"/>
                  </a:cubicBezTo>
                  <a:cubicBezTo>
                    <a:pt x="281" y="4328"/>
                    <a:pt x="340" y="4360"/>
                    <a:pt x="340" y="4426"/>
                  </a:cubicBezTo>
                  <a:cubicBezTo>
                    <a:pt x="340" y="4458"/>
                    <a:pt x="330" y="4486"/>
                    <a:pt x="309" y="4510"/>
                  </a:cubicBezTo>
                  <a:cubicBezTo>
                    <a:pt x="256" y="4573"/>
                    <a:pt x="186" y="4619"/>
                    <a:pt x="113" y="4654"/>
                  </a:cubicBezTo>
                  <a:cubicBezTo>
                    <a:pt x="74" y="4689"/>
                    <a:pt x="1" y="4853"/>
                    <a:pt x="15" y="4899"/>
                  </a:cubicBezTo>
                  <a:lnTo>
                    <a:pt x="22" y="4902"/>
                  </a:lnTo>
                  <a:cubicBezTo>
                    <a:pt x="43" y="4913"/>
                    <a:pt x="64" y="4920"/>
                    <a:pt x="88" y="4923"/>
                  </a:cubicBezTo>
                  <a:lnTo>
                    <a:pt x="99" y="4927"/>
                  </a:lnTo>
                  <a:cubicBezTo>
                    <a:pt x="197" y="4955"/>
                    <a:pt x="361" y="4997"/>
                    <a:pt x="340" y="5161"/>
                  </a:cubicBezTo>
                  <a:cubicBezTo>
                    <a:pt x="330" y="5224"/>
                    <a:pt x="323" y="5287"/>
                    <a:pt x="319" y="5347"/>
                  </a:cubicBezTo>
                  <a:cubicBezTo>
                    <a:pt x="319" y="5357"/>
                    <a:pt x="319" y="5364"/>
                    <a:pt x="319" y="5371"/>
                  </a:cubicBezTo>
                  <a:cubicBezTo>
                    <a:pt x="323" y="5375"/>
                    <a:pt x="323" y="5382"/>
                    <a:pt x="326" y="5389"/>
                  </a:cubicBezTo>
                  <a:cubicBezTo>
                    <a:pt x="333" y="5385"/>
                    <a:pt x="340" y="5385"/>
                    <a:pt x="347" y="5382"/>
                  </a:cubicBezTo>
                  <a:cubicBezTo>
                    <a:pt x="424" y="5360"/>
                    <a:pt x="505" y="5348"/>
                    <a:pt x="586" y="5348"/>
                  </a:cubicBezTo>
                  <a:cubicBezTo>
                    <a:pt x="620" y="5348"/>
                    <a:pt x="653" y="5350"/>
                    <a:pt x="687" y="5354"/>
                  </a:cubicBezTo>
                  <a:lnTo>
                    <a:pt x="757" y="5354"/>
                  </a:lnTo>
                  <a:cubicBezTo>
                    <a:pt x="852" y="5354"/>
                    <a:pt x="915" y="5445"/>
                    <a:pt x="992" y="5560"/>
                  </a:cubicBezTo>
                  <a:cubicBezTo>
                    <a:pt x="1041" y="5630"/>
                    <a:pt x="1090" y="5700"/>
                    <a:pt x="1146" y="5767"/>
                  </a:cubicBezTo>
                  <a:cubicBezTo>
                    <a:pt x="1279" y="5914"/>
                    <a:pt x="1352" y="6008"/>
                    <a:pt x="1328" y="6103"/>
                  </a:cubicBezTo>
                  <a:cubicBezTo>
                    <a:pt x="1303" y="6180"/>
                    <a:pt x="1216" y="6205"/>
                    <a:pt x="1188" y="6212"/>
                  </a:cubicBezTo>
                  <a:cubicBezTo>
                    <a:pt x="1174" y="6215"/>
                    <a:pt x="1160" y="6219"/>
                    <a:pt x="1146" y="6226"/>
                  </a:cubicBezTo>
                  <a:cubicBezTo>
                    <a:pt x="1184" y="6264"/>
                    <a:pt x="1230" y="6292"/>
                    <a:pt x="1279" y="6313"/>
                  </a:cubicBezTo>
                  <a:lnTo>
                    <a:pt x="1317" y="6331"/>
                  </a:lnTo>
                  <a:cubicBezTo>
                    <a:pt x="1370" y="6359"/>
                    <a:pt x="1419" y="6387"/>
                    <a:pt x="1468" y="6418"/>
                  </a:cubicBezTo>
                  <a:cubicBezTo>
                    <a:pt x="1485" y="6404"/>
                    <a:pt x="1503" y="6390"/>
                    <a:pt x="1520" y="6376"/>
                  </a:cubicBezTo>
                  <a:cubicBezTo>
                    <a:pt x="1768" y="6155"/>
                    <a:pt x="2173" y="5963"/>
                    <a:pt x="2526" y="5963"/>
                  </a:cubicBezTo>
                  <a:cubicBezTo>
                    <a:pt x="2597" y="5963"/>
                    <a:pt x="2666" y="5970"/>
                    <a:pt x="2732" y="5987"/>
                  </a:cubicBezTo>
                  <a:cubicBezTo>
                    <a:pt x="2832" y="6010"/>
                    <a:pt x="2938" y="6021"/>
                    <a:pt x="3044" y="6021"/>
                  </a:cubicBezTo>
                  <a:cubicBezTo>
                    <a:pt x="3070" y="6021"/>
                    <a:pt x="3097" y="6020"/>
                    <a:pt x="3124" y="6019"/>
                  </a:cubicBezTo>
                  <a:cubicBezTo>
                    <a:pt x="3151" y="6018"/>
                    <a:pt x="3179" y="6018"/>
                    <a:pt x="3206" y="6018"/>
                  </a:cubicBezTo>
                  <a:cubicBezTo>
                    <a:pt x="3363" y="6018"/>
                    <a:pt x="3508" y="6035"/>
                    <a:pt x="3607" y="6173"/>
                  </a:cubicBezTo>
                  <a:cubicBezTo>
                    <a:pt x="3715" y="6331"/>
                    <a:pt x="3694" y="6548"/>
                    <a:pt x="3677" y="6740"/>
                  </a:cubicBezTo>
                  <a:cubicBezTo>
                    <a:pt x="3666" y="6842"/>
                    <a:pt x="3656" y="6947"/>
                    <a:pt x="3677" y="6996"/>
                  </a:cubicBezTo>
                  <a:cubicBezTo>
                    <a:pt x="3698" y="7045"/>
                    <a:pt x="3691" y="7101"/>
                    <a:pt x="3659" y="7143"/>
                  </a:cubicBezTo>
                  <a:cubicBezTo>
                    <a:pt x="3594" y="7226"/>
                    <a:pt x="3431" y="7245"/>
                    <a:pt x="3294" y="7245"/>
                  </a:cubicBezTo>
                  <a:cubicBezTo>
                    <a:pt x="3187" y="7245"/>
                    <a:pt x="3095" y="7233"/>
                    <a:pt x="3075" y="7230"/>
                  </a:cubicBezTo>
                  <a:cubicBezTo>
                    <a:pt x="3048" y="7227"/>
                    <a:pt x="3020" y="7225"/>
                    <a:pt x="2990" y="7225"/>
                  </a:cubicBezTo>
                  <a:cubicBezTo>
                    <a:pt x="2766" y="7225"/>
                    <a:pt x="2477" y="7322"/>
                    <a:pt x="2462" y="7381"/>
                  </a:cubicBezTo>
                  <a:cubicBezTo>
                    <a:pt x="2465" y="7391"/>
                    <a:pt x="2472" y="7405"/>
                    <a:pt x="2479" y="7419"/>
                  </a:cubicBezTo>
                  <a:cubicBezTo>
                    <a:pt x="2560" y="7594"/>
                    <a:pt x="2613" y="7731"/>
                    <a:pt x="2539" y="7801"/>
                  </a:cubicBezTo>
                  <a:cubicBezTo>
                    <a:pt x="2515" y="7822"/>
                    <a:pt x="2488" y="7830"/>
                    <a:pt x="2458" y="7830"/>
                  </a:cubicBezTo>
                  <a:cubicBezTo>
                    <a:pt x="2403" y="7830"/>
                    <a:pt x="2341" y="7802"/>
                    <a:pt x="2287" y="7773"/>
                  </a:cubicBezTo>
                  <a:cubicBezTo>
                    <a:pt x="2238" y="7744"/>
                    <a:pt x="2191" y="7730"/>
                    <a:pt x="2150" y="7730"/>
                  </a:cubicBezTo>
                  <a:cubicBezTo>
                    <a:pt x="2112" y="7730"/>
                    <a:pt x="2080" y="7742"/>
                    <a:pt x="2056" y="7766"/>
                  </a:cubicBezTo>
                  <a:cubicBezTo>
                    <a:pt x="2038" y="7780"/>
                    <a:pt x="2028" y="7804"/>
                    <a:pt x="2031" y="7825"/>
                  </a:cubicBezTo>
                  <a:lnTo>
                    <a:pt x="2045" y="7825"/>
                  </a:lnTo>
                  <a:cubicBezTo>
                    <a:pt x="2259" y="7825"/>
                    <a:pt x="2532" y="8060"/>
                    <a:pt x="2532" y="8246"/>
                  </a:cubicBezTo>
                  <a:cubicBezTo>
                    <a:pt x="2532" y="8470"/>
                    <a:pt x="2567" y="8578"/>
                    <a:pt x="2602" y="8603"/>
                  </a:cubicBezTo>
                  <a:cubicBezTo>
                    <a:pt x="2604" y="8603"/>
                    <a:pt x="2607" y="8606"/>
                    <a:pt x="2613" y="8606"/>
                  </a:cubicBezTo>
                  <a:cubicBezTo>
                    <a:pt x="2616" y="8606"/>
                    <a:pt x="2621" y="8605"/>
                    <a:pt x="2627" y="8603"/>
                  </a:cubicBezTo>
                  <a:cubicBezTo>
                    <a:pt x="2647" y="8596"/>
                    <a:pt x="2665" y="8593"/>
                    <a:pt x="2683" y="8593"/>
                  </a:cubicBezTo>
                  <a:cubicBezTo>
                    <a:pt x="2768" y="8593"/>
                    <a:pt x="2820" y="8663"/>
                    <a:pt x="2861" y="8718"/>
                  </a:cubicBezTo>
                  <a:cubicBezTo>
                    <a:pt x="2912" y="8785"/>
                    <a:pt x="2946" y="8827"/>
                    <a:pt x="3017" y="8827"/>
                  </a:cubicBezTo>
                  <a:cubicBezTo>
                    <a:pt x="3020" y="8827"/>
                    <a:pt x="3023" y="8827"/>
                    <a:pt x="3026" y="8827"/>
                  </a:cubicBezTo>
                  <a:cubicBezTo>
                    <a:pt x="3047" y="8825"/>
                    <a:pt x="3069" y="8824"/>
                    <a:pt x="3089" y="8824"/>
                  </a:cubicBezTo>
                  <a:cubicBezTo>
                    <a:pt x="3249" y="8824"/>
                    <a:pt x="3363" y="8872"/>
                    <a:pt x="3404" y="8953"/>
                  </a:cubicBezTo>
                  <a:cubicBezTo>
                    <a:pt x="3432" y="9005"/>
                    <a:pt x="3442" y="9089"/>
                    <a:pt x="3341" y="9208"/>
                  </a:cubicBezTo>
                  <a:cubicBezTo>
                    <a:pt x="3299" y="9257"/>
                    <a:pt x="3288" y="9345"/>
                    <a:pt x="3309" y="9457"/>
                  </a:cubicBezTo>
                  <a:cubicBezTo>
                    <a:pt x="3327" y="9562"/>
                    <a:pt x="3365" y="9660"/>
                    <a:pt x="3421" y="9747"/>
                  </a:cubicBezTo>
                  <a:cubicBezTo>
                    <a:pt x="3425" y="9723"/>
                    <a:pt x="3425" y="9698"/>
                    <a:pt x="3428" y="9674"/>
                  </a:cubicBezTo>
                  <a:cubicBezTo>
                    <a:pt x="3428" y="9600"/>
                    <a:pt x="3439" y="9527"/>
                    <a:pt x="3467" y="9457"/>
                  </a:cubicBezTo>
                  <a:lnTo>
                    <a:pt x="3467" y="9450"/>
                  </a:lnTo>
                  <a:cubicBezTo>
                    <a:pt x="3467" y="9446"/>
                    <a:pt x="3463" y="9443"/>
                    <a:pt x="3463" y="9439"/>
                  </a:cubicBezTo>
                  <a:cubicBezTo>
                    <a:pt x="3460" y="9432"/>
                    <a:pt x="3460" y="9425"/>
                    <a:pt x="3456" y="9418"/>
                  </a:cubicBezTo>
                  <a:cubicBezTo>
                    <a:pt x="3456" y="9411"/>
                    <a:pt x="3456" y="9408"/>
                    <a:pt x="3456" y="9404"/>
                  </a:cubicBezTo>
                  <a:lnTo>
                    <a:pt x="3456" y="9387"/>
                  </a:lnTo>
                  <a:lnTo>
                    <a:pt x="3456" y="9376"/>
                  </a:lnTo>
                  <a:lnTo>
                    <a:pt x="3456" y="9359"/>
                  </a:lnTo>
                  <a:lnTo>
                    <a:pt x="3456" y="9348"/>
                  </a:lnTo>
                  <a:cubicBezTo>
                    <a:pt x="3456" y="9345"/>
                    <a:pt x="3456" y="9338"/>
                    <a:pt x="3460" y="9331"/>
                  </a:cubicBezTo>
                  <a:cubicBezTo>
                    <a:pt x="3463" y="9327"/>
                    <a:pt x="3460" y="9327"/>
                    <a:pt x="3460" y="9324"/>
                  </a:cubicBezTo>
                  <a:cubicBezTo>
                    <a:pt x="3460" y="9320"/>
                    <a:pt x="3463" y="9313"/>
                    <a:pt x="3463" y="9310"/>
                  </a:cubicBezTo>
                  <a:lnTo>
                    <a:pt x="3467" y="9299"/>
                  </a:lnTo>
                  <a:cubicBezTo>
                    <a:pt x="3467" y="9296"/>
                    <a:pt x="3470" y="9292"/>
                    <a:pt x="3474" y="9289"/>
                  </a:cubicBezTo>
                  <a:lnTo>
                    <a:pt x="3477" y="9282"/>
                  </a:lnTo>
                  <a:cubicBezTo>
                    <a:pt x="3481" y="9275"/>
                    <a:pt x="3484" y="9271"/>
                    <a:pt x="3488" y="9264"/>
                  </a:cubicBezTo>
                  <a:cubicBezTo>
                    <a:pt x="3586" y="9114"/>
                    <a:pt x="3887" y="9096"/>
                    <a:pt x="4104" y="9096"/>
                  </a:cubicBezTo>
                  <a:cubicBezTo>
                    <a:pt x="4307" y="9096"/>
                    <a:pt x="4629" y="9376"/>
                    <a:pt x="4825" y="9642"/>
                  </a:cubicBezTo>
                  <a:cubicBezTo>
                    <a:pt x="4860" y="9702"/>
                    <a:pt x="4920" y="9744"/>
                    <a:pt x="4990" y="9758"/>
                  </a:cubicBezTo>
                  <a:cubicBezTo>
                    <a:pt x="4995" y="9758"/>
                    <a:pt x="4999" y="9759"/>
                    <a:pt x="5004" y="9759"/>
                  </a:cubicBezTo>
                  <a:cubicBezTo>
                    <a:pt x="5037" y="9759"/>
                    <a:pt x="5067" y="9749"/>
                    <a:pt x="5095" y="9733"/>
                  </a:cubicBezTo>
                  <a:lnTo>
                    <a:pt x="5161" y="7297"/>
                  </a:lnTo>
                  <a:lnTo>
                    <a:pt x="6561" y="6926"/>
                  </a:lnTo>
                  <a:cubicBezTo>
                    <a:pt x="6572" y="6898"/>
                    <a:pt x="6586" y="6873"/>
                    <a:pt x="6600" y="6852"/>
                  </a:cubicBezTo>
                  <a:cubicBezTo>
                    <a:pt x="6649" y="6772"/>
                    <a:pt x="6726" y="6719"/>
                    <a:pt x="6817" y="6702"/>
                  </a:cubicBezTo>
                  <a:cubicBezTo>
                    <a:pt x="6833" y="6699"/>
                    <a:pt x="6850" y="6697"/>
                    <a:pt x="6866" y="6697"/>
                  </a:cubicBezTo>
                  <a:cubicBezTo>
                    <a:pt x="6977" y="6697"/>
                    <a:pt x="7079" y="6765"/>
                    <a:pt x="7146" y="6814"/>
                  </a:cubicBezTo>
                  <a:cubicBezTo>
                    <a:pt x="7170" y="6736"/>
                    <a:pt x="7213" y="6578"/>
                    <a:pt x="7368" y="6578"/>
                  </a:cubicBezTo>
                  <a:cubicBezTo>
                    <a:pt x="7374" y="6578"/>
                    <a:pt x="7381" y="6579"/>
                    <a:pt x="7388" y="6579"/>
                  </a:cubicBezTo>
                  <a:cubicBezTo>
                    <a:pt x="7433" y="6583"/>
                    <a:pt x="7475" y="6600"/>
                    <a:pt x="7503" y="6635"/>
                  </a:cubicBezTo>
                  <a:cubicBezTo>
                    <a:pt x="7549" y="6691"/>
                    <a:pt x="7538" y="6772"/>
                    <a:pt x="7528" y="6838"/>
                  </a:cubicBezTo>
                  <a:cubicBezTo>
                    <a:pt x="7524" y="6859"/>
                    <a:pt x="7524" y="6880"/>
                    <a:pt x="7524" y="6901"/>
                  </a:cubicBezTo>
                  <a:cubicBezTo>
                    <a:pt x="7580" y="6908"/>
                    <a:pt x="7636" y="6950"/>
                    <a:pt x="7699" y="7031"/>
                  </a:cubicBezTo>
                  <a:cubicBezTo>
                    <a:pt x="7815" y="7181"/>
                    <a:pt x="7916" y="7437"/>
                    <a:pt x="7878" y="7661"/>
                  </a:cubicBezTo>
                  <a:lnTo>
                    <a:pt x="7881" y="7664"/>
                  </a:lnTo>
                  <a:lnTo>
                    <a:pt x="7902" y="7682"/>
                  </a:lnTo>
                  <a:lnTo>
                    <a:pt x="7923" y="7703"/>
                  </a:lnTo>
                  <a:lnTo>
                    <a:pt x="7944" y="7724"/>
                  </a:lnTo>
                  <a:lnTo>
                    <a:pt x="7969" y="7745"/>
                  </a:lnTo>
                  <a:lnTo>
                    <a:pt x="7993" y="7766"/>
                  </a:lnTo>
                  <a:lnTo>
                    <a:pt x="8018" y="7790"/>
                  </a:lnTo>
                  <a:lnTo>
                    <a:pt x="8042" y="7811"/>
                  </a:lnTo>
                  <a:lnTo>
                    <a:pt x="8067" y="7839"/>
                  </a:lnTo>
                  <a:lnTo>
                    <a:pt x="8091" y="7860"/>
                  </a:lnTo>
                  <a:lnTo>
                    <a:pt x="8116" y="7888"/>
                  </a:lnTo>
                  <a:lnTo>
                    <a:pt x="8140" y="7913"/>
                  </a:lnTo>
                  <a:lnTo>
                    <a:pt x="8165" y="7941"/>
                  </a:lnTo>
                  <a:lnTo>
                    <a:pt x="8189" y="7965"/>
                  </a:lnTo>
                  <a:lnTo>
                    <a:pt x="8214" y="7993"/>
                  </a:lnTo>
                  <a:lnTo>
                    <a:pt x="8238" y="8018"/>
                  </a:lnTo>
                  <a:lnTo>
                    <a:pt x="8263" y="8042"/>
                  </a:lnTo>
                  <a:lnTo>
                    <a:pt x="8287" y="8070"/>
                  </a:lnTo>
                  <a:lnTo>
                    <a:pt x="8308" y="8095"/>
                  </a:lnTo>
                  <a:lnTo>
                    <a:pt x="8329" y="8119"/>
                  </a:lnTo>
                  <a:lnTo>
                    <a:pt x="8350" y="8144"/>
                  </a:lnTo>
                  <a:lnTo>
                    <a:pt x="8371" y="8168"/>
                  </a:lnTo>
                  <a:lnTo>
                    <a:pt x="8392" y="8193"/>
                  </a:lnTo>
                  <a:lnTo>
                    <a:pt x="8410" y="8214"/>
                  </a:lnTo>
                  <a:lnTo>
                    <a:pt x="8424" y="8235"/>
                  </a:lnTo>
                  <a:lnTo>
                    <a:pt x="8441" y="8256"/>
                  </a:lnTo>
                  <a:lnTo>
                    <a:pt x="8455" y="8277"/>
                  </a:lnTo>
                  <a:lnTo>
                    <a:pt x="8469" y="8295"/>
                  </a:lnTo>
                  <a:lnTo>
                    <a:pt x="8480" y="8312"/>
                  </a:lnTo>
                  <a:lnTo>
                    <a:pt x="8490" y="8330"/>
                  </a:lnTo>
                  <a:cubicBezTo>
                    <a:pt x="8494" y="8337"/>
                    <a:pt x="8494" y="8340"/>
                    <a:pt x="8497" y="8347"/>
                  </a:cubicBezTo>
                  <a:cubicBezTo>
                    <a:pt x="8501" y="8351"/>
                    <a:pt x="8501" y="8354"/>
                    <a:pt x="8504" y="8358"/>
                  </a:cubicBezTo>
                  <a:cubicBezTo>
                    <a:pt x="8512" y="8361"/>
                    <a:pt x="8525" y="8362"/>
                    <a:pt x="8541" y="8362"/>
                  </a:cubicBezTo>
                  <a:cubicBezTo>
                    <a:pt x="8616" y="8362"/>
                    <a:pt x="8764" y="8332"/>
                    <a:pt x="8851" y="8312"/>
                  </a:cubicBezTo>
                  <a:lnTo>
                    <a:pt x="8900" y="8302"/>
                  </a:lnTo>
                  <a:lnTo>
                    <a:pt x="8918" y="8298"/>
                  </a:lnTo>
                  <a:lnTo>
                    <a:pt x="8956" y="8291"/>
                  </a:lnTo>
                  <a:lnTo>
                    <a:pt x="8967" y="8288"/>
                  </a:lnTo>
                  <a:lnTo>
                    <a:pt x="9009" y="8281"/>
                  </a:lnTo>
                  <a:lnTo>
                    <a:pt x="9019" y="8281"/>
                  </a:lnTo>
                  <a:lnTo>
                    <a:pt x="9047" y="8277"/>
                  </a:lnTo>
                  <a:lnTo>
                    <a:pt x="9061" y="8277"/>
                  </a:lnTo>
                  <a:lnTo>
                    <a:pt x="9093" y="8274"/>
                  </a:lnTo>
                  <a:lnTo>
                    <a:pt x="9152" y="8274"/>
                  </a:lnTo>
                  <a:cubicBezTo>
                    <a:pt x="9163" y="8277"/>
                    <a:pt x="9170" y="8277"/>
                    <a:pt x="9180" y="8281"/>
                  </a:cubicBezTo>
                  <a:cubicBezTo>
                    <a:pt x="9222" y="8298"/>
                    <a:pt x="9534" y="8319"/>
                    <a:pt x="10258" y="8319"/>
                  </a:cubicBezTo>
                  <a:cubicBezTo>
                    <a:pt x="10363" y="8319"/>
                    <a:pt x="10444" y="8407"/>
                    <a:pt x="10521" y="8494"/>
                  </a:cubicBezTo>
                  <a:cubicBezTo>
                    <a:pt x="10580" y="8561"/>
                    <a:pt x="10640" y="8631"/>
                    <a:pt x="10706" y="8648"/>
                  </a:cubicBezTo>
                  <a:cubicBezTo>
                    <a:pt x="10882" y="8690"/>
                    <a:pt x="10882" y="8897"/>
                    <a:pt x="10882" y="9061"/>
                  </a:cubicBezTo>
                  <a:cubicBezTo>
                    <a:pt x="10878" y="9114"/>
                    <a:pt x="10878" y="9170"/>
                    <a:pt x="10885" y="9222"/>
                  </a:cubicBezTo>
                  <a:cubicBezTo>
                    <a:pt x="10892" y="9303"/>
                    <a:pt x="10962" y="9397"/>
                    <a:pt x="11029" y="9488"/>
                  </a:cubicBezTo>
                  <a:cubicBezTo>
                    <a:pt x="11106" y="9586"/>
                    <a:pt x="11176" y="9681"/>
                    <a:pt x="11186" y="9782"/>
                  </a:cubicBezTo>
                  <a:cubicBezTo>
                    <a:pt x="11193" y="9831"/>
                    <a:pt x="11249" y="9838"/>
                    <a:pt x="11400" y="9838"/>
                  </a:cubicBezTo>
                  <a:cubicBezTo>
                    <a:pt x="11473" y="9838"/>
                    <a:pt x="11543" y="9842"/>
                    <a:pt x="11613" y="9856"/>
                  </a:cubicBezTo>
                  <a:cubicBezTo>
                    <a:pt x="11802" y="9905"/>
                    <a:pt x="12086" y="9975"/>
                    <a:pt x="12114" y="10192"/>
                  </a:cubicBezTo>
                  <a:cubicBezTo>
                    <a:pt x="12114" y="10202"/>
                    <a:pt x="12117" y="10209"/>
                    <a:pt x="12121" y="10216"/>
                  </a:cubicBezTo>
                  <a:cubicBezTo>
                    <a:pt x="12138" y="10216"/>
                    <a:pt x="12152" y="10213"/>
                    <a:pt x="12163" y="10206"/>
                  </a:cubicBezTo>
                  <a:lnTo>
                    <a:pt x="12177" y="10195"/>
                  </a:lnTo>
                  <a:cubicBezTo>
                    <a:pt x="12208" y="10174"/>
                    <a:pt x="12233" y="10139"/>
                    <a:pt x="12243" y="10104"/>
                  </a:cubicBezTo>
                  <a:cubicBezTo>
                    <a:pt x="12271" y="9943"/>
                    <a:pt x="12499" y="9758"/>
                    <a:pt x="12845" y="9621"/>
                  </a:cubicBezTo>
                  <a:cubicBezTo>
                    <a:pt x="12863" y="9614"/>
                    <a:pt x="12884" y="9607"/>
                    <a:pt x="12901" y="9600"/>
                  </a:cubicBezTo>
                  <a:lnTo>
                    <a:pt x="12915" y="9597"/>
                  </a:lnTo>
                  <a:cubicBezTo>
                    <a:pt x="12930" y="9593"/>
                    <a:pt x="12944" y="9586"/>
                    <a:pt x="12958" y="9583"/>
                  </a:cubicBezTo>
                  <a:lnTo>
                    <a:pt x="12965" y="9583"/>
                  </a:lnTo>
                  <a:cubicBezTo>
                    <a:pt x="12982" y="9579"/>
                    <a:pt x="12996" y="9579"/>
                    <a:pt x="13010" y="9576"/>
                  </a:cubicBezTo>
                  <a:lnTo>
                    <a:pt x="13031" y="9572"/>
                  </a:lnTo>
                  <a:lnTo>
                    <a:pt x="13049" y="9572"/>
                  </a:lnTo>
                  <a:cubicBezTo>
                    <a:pt x="13058" y="9571"/>
                    <a:pt x="13067" y="9571"/>
                    <a:pt x="13076" y="9571"/>
                  </a:cubicBezTo>
                  <a:cubicBezTo>
                    <a:pt x="13098" y="9571"/>
                    <a:pt x="13121" y="9573"/>
                    <a:pt x="13143" y="9576"/>
                  </a:cubicBezTo>
                  <a:cubicBezTo>
                    <a:pt x="13161" y="9534"/>
                    <a:pt x="13178" y="9495"/>
                    <a:pt x="13192" y="9464"/>
                  </a:cubicBezTo>
                  <a:lnTo>
                    <a:pt x="13196" y="9457"/>
                  </a:lnTo>
                  <a:lnTo>
                    <a:pt x="13206" y="9432"/>
                  </a:lnTo>
                  <a:lnTo>
                    <a:pt x="13213" y="9425"/>
                  </a:lnTo>
                  <a:lnTo>
                    <a:pt x="13220" y="9408"/>
                  </a:lnTo>
                  <a:lnTo>
                    <a:pt x="13227" y="9397"/>
                  </a:lnTo>
                  <a:lnTo>
                    <a:pt x="13234" y="9383"/>
                  </a:lnTo>
                  <a:lnTo>
                    <a:pt x="13238" y="9376"/>
                  </a:lnTo>
                  <a:lnTo>
                    <a:pt x="13245" y="9366"/>
                  </a:lnTo>
                  <a:lnTo>
                    <a:pt x="13252" y="9359"/>
                  </a:lnTo>
                  <a:lnTo>
                    <a:pt x="13255" y="9348"/>
                  </a:lnTo>
                  <a:lnTo>
                    <a:pt x="13262" y="9345"/>
                  </a:lnTo>
                  <a:lnTo>
                    <a:pt x="13266" y="9334"/>
                  </a:lnTo>
                  <a:lnTo>
                    <a:pt x="13273" y="9331"/>
                  </a:lnTo>
                  <a:lnTo>
                    <a:pt x="13276" y="9324"/>
                  </a:lnTo>
                  <a:lnTo>
                    <a:pt x="13280" y="9320"/>
                  </a:lnTo>
                  <a:lnTo>
                    <a:pt x="13287" y="9313"/>
                  </a:lnTo>
                  <a:lnTo>
                    <a:pt x="13290" y="9313"/>
                  </a:lnTo>
                  <a:lnTo>
                    <a:pt x="13294" y="9306"/>
                  </a:lnTo>
                  <a:lnTo>
                    <a:pt x="13297" y="9306"/>
                  </a:lnTo>
                  <a:lnTo>
                    <a:pt x="13304" y="9303"/>
                  </a:lnTo>
                  <a:lnTo>
                    <a:pt x="13308" y="9303"/>
                  </a:lnTo>
                  <a:lnTo>
                    <a:pt x="13311" y="9299"/>
                  </a:lnTo>
                  <a:lnTo>
                    <a:pt x="13318" y="9296"/>
                  </a:lnTo>
                  <a:cubicBezTo>
                    <a:pt x="13416" y="9250"/>
                    <a:pt x="13605" y="9107"/>
                    <a:pt x="13619" y="8977"/>
                  </a:cubicBezTo>
                  <a:cubicBezTo>
                    <a:pt x="13626" y="8918"/>
                    <a:pt x="13665" y="8869"/>
                    <a:pt x="13717" y="8844"/>
                  </a:cubicBezTo>
                  <a:cubicBezTo>
                    <a:pt x="13778" y="8810"/>
                    <a:pt x="13867" y="8794"/>
                    <a:pt x="13966" y="8794"/>
                  </a:cubicBezTo>
                  <a:cubicBezTo>
                    <a:pt x="14124" y="8794"/>
                    <a:pt x="14309" y="8834"/>
                    <a:pt x="14459" y="8907"/>
                  </a:cubicBezTo>
                  <a:cubicBezTo>
                    <a:pt x="14608" y="8983"/>
                    <a:pt x="14696" y="9003"/>
                    <a:pt x="14747" y="9003"/>
                  </a:cubicBezTo>
                  <a:cubicBezTo>
                    <a:pt x="14774" y="9003"/>
                    <a:pt x="14792" y="8997"/>
                    <a:pt x="14802" y="8991"/>
                  </a:cubicBezTo>
                  <a:cubicBezTo>
                    <a:pt x="14834" y="8974"/>
                    <a:pt x="14848" y="8939"/>
                    <a:pt x="14851" y="8883"/>
                  </a:cubicBezTo>
                  <a:cubicBezTo>
                    <a:pt x="14862" y="8785"/>
                    <a:pt x="14921" y="8697"/>
                    <a:pt x="15013" y="8655"/>
                  </a:cubicBezTo>
                  <a:cubicBezTo>
                    <a:pt x="15106" y="8602"/>
                    <a:pt x="15236" y="8572"/>
                    <a:pt x="15348" y="8572"/>
                  </a:cubicBezTo>
                  <a:cubicBezTo>
                    <a:pt x="15412" y="8572"/>
                    <a:pt x="15471" y="8582"/>
                    <a:pt x="15513" y="8603"/>
                  </a:cubicBezTo>
                  <a:lnTo>
                    <a:pt x="15555" y="8624"/>
                  </a:lnTo>
                  <a:cubicBezTo>
                    <a:pt x="15669" y="8683"/>
                    <a:pt x="15941" y="8822"/>
                    <a:pt x="16109" y="8822"/>
                  </a:cubicBezTo>
                  <a:cubicBezTo>
                    <a:pt x="16138" y="8822"/>
                    <a:pt x="16164" y="8818"/>
                    <a:pt x="16185" y="8809"/>
                  </a:cubicBezTo>
                  <a:cubicBezTo>
                    <a:pt x="16245" y="8785"/>
                    <a:pt x="16364" y="8775"/>
                    <a:pt x="16510" y="8775"/>
                  </a:cubicBezTo>
                  <a:cubicBezTo>
                    <a:pt x="16891" y="8775"/>
                    <a:pt x="17455" y="8842"/>
                    <a:pt x="17635" y="8890"/>
                  </a:cubicBezTo>
                  <a:cubicBezTo>
                    <a:pt x="17671" y="8898"/>
                    <a:pt x="17709" y="8903"/>
                    <a:pt x="17747" y="8903"/>
                  </a:cubicBezTo>
                  <a:cubicBezTo>
                    <a:pt x="17772" y="8903"/>
                    <a:pt x="17797" y="8901"/>
                    <a:pt x="17820" y="8897"/>
                  </a:cubicBezTo>
                  <a:cubicBezTo>
                    <a:pt x="17845" y="8893"/>
                    <a:pt x="17866" y="8893"/>
                    <a:pt x="17890" y="8893"/>
                  </a:cubicBezTo>
                  <a:cubicBezTo>
                    <a:pt x="17985" y="8893"/>
                    <a:pt x="18065" y="8918"/>
                    <a:pt x="18184" y="9054"/>
                  </a:cubicBezTo>
                  <a:cubicBezTo>
                    <a:pt x="18240" y="9117"/>
                    <a:pt x="18279" y="9135"/>
                    <a:pt x="18321" y="9138"/>
                  </a:cubicBezTo>
                  <a:lnTo>
                    <a:pt x="18464" y="9138"/>
                  </a:lnTo>
                  <a:lnTo>
                    <a:pt x="18482" y="9142"/>
                  </a:lnTo>
                  <a:cubicBezTo>
                    <a:pt x="18489" y="9142"/>
                    <a:pt x="18499" y="9149"/>
                    <a:pt x="18506" y="9149"/>
                  </a:cubicBezTo>
                  <a:lnTo>
                    <a:pt x="18517" y="9152"/>
                  </a:lnTo>
                  <a:lnTo>
                    <a:pt x="18517" y="9128"/>
                  </a:lnTo>
                  <a:lnTo>
                    <a:pt x="18517" y="9117"/>
                  </a:lnTo>
                  <a:cubicBezTo>
                    <a:pt x="18517" y="9093"/>
                    <a:pt x="18517" y="9072"/>
                    <a:pt x="18517" y="9047"/>
                  </a:cubicBezTo>
                  <a:cubicBezTo>
                    <a:pt x="18517" y="8928"/>
                    <a:pt x="18615" y="8830"/>
                    <a:pt x="18699" y="8743"/>
                  </a:cubicBezTo>
                  <a:cubicBezTo>
                    <a:pt x="18744" y="8704"/>
                    <a:pt x="18779" y="8662"/>
                    <a:pt x="18811" y="8610"/>
                  </a:cubicBezTo>
                  <a:cubicBezTo>
                    <a:pt x="18828" y="8568"/>
                    <a:pt x="18741" y="8400"/>
                    <a:pt x="18695" y="8309"/>
                  </a:cubicBezTo>
                  <a:cubicBezTo>
                    <a:pt x="18629" y="8179"/>
                    <a:pt x="18587" y="8095"/>
                    <a:pt x="18587" y="8028"/>
                  </a:cubicBezTo>
                  <a:lnTo>
                    <a:pt x="18587" y="7972"/>
                  </a:lnTo>
                  <a:cubicBezTo>
                    <a:pt x="18583" y="7710"/>
                    <a:pt x="18538" y="7633"/>
                    <a:pt x="18503" y="7615"/>
                  </a:cubicBezTo>
                  <a:cubicBezTo>
                    <a:pt x="18457" y="7598"/>
                    <a:pt x="18433" y="7549"/>
                    <a:pt x="18443" y="7500"/>
                  </a:cubicBezTo>
                  <a:cubicBezTo>
                    <a:pt x="18474" y="7386"/>
                    <a:pt x="18757" y="7276"/>
                    <a:pt x="18845" y="7276"/>
                  </a:cubicBezTo>
                  <a:cubicBezTo>
                    <a:pt x="18847" y="7276"/>
                    <a:pt x="18848" y="7276"/>
                    <a:pt x="18849" y="7276"/>
                  </a:cubicBezTo>
                  <a:cubicBezTo>
                    <a:pt x="18853" y="7276"/>
                    <a:pt x="18856" y="7276"/>
                    <a:pt x="18859" y="7276"/>
                  </a:cubicBezTo>
                  <a:cubicBezTo>
                    <a:pt x="18928" y="7276"/>
                    <a:pt x="19018" y="7243"/>
                    <a:pt x="19094" y="7213"/>
                  </a:cubicBezTo>
                  <a:cubicBezTo>
                    <a:pt x="19170" y="7185"/>
                    <a:pt x="19245" y="7156"/>
                    <a:pt x="19308" y="7156"/>
                  </a:cubicBezTo>
                  <a:cubicBezTo>
                    <a:pt x="19347" y="7156"/>
                    <a:pt x="19382" y="7167"/>
                    <a:pt x="19410" y="7195"/>
                  </a:cubicBezTo>
                  <a:cubicBezTo>
                    <a:pt x="19445" y="7230"/>
                    <a:pt x="19525" y="7272"/>
                    <a:pt x="19714" y="7276"/>
                  </a:cubicBezTo>
                  <a:lnTo>
                    <a:pt x="19753" y="7276"/>
                  </a:lnTo>
                  <a:cubicBezTo>
                    <a:pt x="19763" y="7276"/>
                    <a:pt x="19774" y="7276"/>
                    <a:pt x="19781" y="7272"/>
                  </a:cubicBezTo>
                  <a:cubicBezTo>
                    <a:pt x="19788" y="7258"/>
                    <a:pt x="19767" y="7185"/>
                    <a:pt x="19711" y="7132"/>
                  </a:cubicBezTo>
                  <a:cubicBezTo>
                    <a:pt x="19627" y="7062"/>
                    <a:pt x="19690" y="6884"/>
                    <a:pt x="19875" y="6429"/>
                  </a:cubicBezTo>
                  <a:cubicBezTo>
                    <a:pt x="19931" y="6296"/>
                    <a:pt x="19984" y="6159"/>
                    <a:pt x="20026" y="6019"/>
                  </a:cubicBezTo>
                  <a:cubicBezTo>
                    <a:pt x="20036" y="5963"/>
                    <a:pt x="20061" y="5889"/>
                    <a:pt x="20124" y="5861"/>
                  </a:cubicBezTo>
                  <a:cubicBezTo>
                    <a:pt x="20138" y="5854"/>
                    <a:pt x="20155" y="5851"/>
                    <a:pt x="20173" y="5851"/>
                  </a:cubicBezTo>
                  <a:cubicBezTo>
                    <a:pt x="20225" y="5858"/>
                    <a:pt x="20278" y="5875"/>
                    <a:pt x="20323" y="5907"/>
                  </a:cubicBezTo>
                  <a:cubicBezTo>
                    <a:pt x="20355" y="5928"/>
                    <a:pt x="20393" y="5945"/>
                    <a:pt x="20428" y="5959"/>
                  </a:cubicBezTo>
                  <a:cubicBezTo>
                    <a:pt x="20442" y="5963"/>
                    <a:pt x="20453" y="5966"/>
                    <a:pt x="20467" y="5966"/>
                  </a:cubicBezTo>
                  <a:cubicBezTo>
                    <a:pt x="20533" y="5973"/>
                    <a:pt x="20603" y="5977"/>
                    <a:pt x="20670" y="5977"/>
                  </a:cubicBezTo>
                  <a:cubicBezTo>
                    <a:pt x="20792" y="5977"/>
                    <a:pt x="20908" y="5977"/>
                    <a:pt x="20992" y="6019"/>
                  </a:cubicBezTo>
                  <a:cubicBezTo>
                    <a:pt x="21002" y="6024"/>
                    <a:pt x="21017" y="6026"/>
                    <a:pt x="21035" y="6026"/>
                  </a:cubicBezTo>
                  <a:cubicBezTo>
                    <a:pt x="21143" y="6026"/>
                    <a:pt x="21365" y="5941"/>
                    <a:pt x="21423" y="5851"/>
                  </a:cubicBezTo>
                  <a:cubicBezTo>
                    <a:pt x="21437" y="5826"/>
                    <a:pt x="21437" y="5819"/>
                    <a:pt x="21409" y="5763"/>
                  </a:cubicBezTo>
                  <a:cubicBezTo>
                    <a:pt x="21353" y="5669"/>
                    <a:pt x="21325" y="5560"/>
                    <a:pt x="21332" y="5452"/>
                  </a:cubicBezTo>
                  <a:cubicBezTo>
                    <a:pt x="21346" y="5119"/>
                    <a:pt x="21556" y="4972"/>
                    <a:pt x="21755" y="4972"/>
                  </a:cubicBezTo>
                  <a:cubicBezTo>
                    <a:pt x="21913" y="4972"/>
                    <a:pt x="21927" y="4794"/>
                    <a:pt x="21927" y="4738"/>
                  </a:cubicBezTo>
                  <a:cubicBezTo>
                    <a:pt x="21927" y="4650"/>
                    <a:pt x="21976" y="4587"/>
                    <a:pt x="22025" y="4524"/>
                  </a:cubicBezTo>
                  <a:lnTo>
                    <a:pt x="22049" y="4493"/>
                  </a:lnTo>
                  <a:lnTo>
                    <a:pt x="22056" y="4482"/>
                  </a:lnTo>
                  <a:lnTo>
                    <a:pt x="22074" y="4458"/>
                  </a:lnTo>
                  <a:lnTo>
                    <a:pt x="22084" y="4444"/>
                  </a:lnTo>
                  <a:cubicBezTo>
                    <a:pt x="22088" y="4437"/>
                    <a:pt x="22091" y="4426"/>
                    <a:pt x="22098" y="4419"/>
                  </a:cubicBezTo>
                  <a:lnTo>
                    <a:pt x="22105" y="4405"/>
                  </a:lnTo>
                  <a:cubicBezTo>
                    <a:pt x="22105" y="4402"/>
                    <a:pt x="22105" y="4402"/>
                    <a:pt x="22105" y="4398"/>
                  </a:cubicBezTo>
                  <a:cubicBezTo>
                    <a:pt x="22053" y="4339"/>
                    <a:pt x="22018" y="4265"/>
                    <a:pt x="22000" y="4188"/>
                  </a:cubicBezTo>
                  <a:cubicBezTo>
                    <a:pt x="22000" y="4185"/>
                    <a:pt x="22000" y="4181"/>
                    <a:pt x="21997" y="4178"/>
                  </a:cubicBezTo>
                  <a:cubicBezTo>
                    <a:pt x="21965" y="4188"/>
                    <a:pt x="21934" y="4202"/>
                    <a:pt x="21906" y="4220"/>
                  </a:cubicBezTo>
                  <a:cubicBezTo>
                    <a:pt x="21818" y="4272"/>
                    <a:pt x="21594" y="4304"/>
                    <a:pt x="21479" y="4307"/>
                  </a:cubicBezTo>
                  <a:lnTo>
                    <a:pt x="21433" y="4307"/>
                  </a:lnTo>
                  <a:cubicBezTo>
                    <a:pt x="21311" y="4307"/>
                    <a:pt x="21093" y="4160"/>
                    <a:pt x="21093" y="4016"/>
                  </a:cubicBezTo>
                  <a:cubicBezTo>
                    <a:pt x="21093" y="3964"/>
                    <a:pt x="21086" y="3876"/>
                    <a:pt x="21041" y="3876"/>
                  </a:cubicBezTo>
                  <a:cubicBezTo>
                    <a:pt x="20943" y="3876"/>
                    <a:pt x="20757" y="3834"/>
                    <a:pt x="20642" y="3558"/>
                  </a:cubicBezTo>
                  <a:cubicBezTo>
                    <a:pt x="20603" y="3449"/>
                    <a:pt x="20516" y="3369"/>
                    <a:pt x="20407" y="3337"/>
                  </a:cubicBezTo>
                  <a:cubicBezTo>
                    <a:pt x="20376" y="3327"/>
                    <a:pt x="20348" y="3313"/>
                    <a:pt x="20320" y="3299"/>
                  </a:cubicBezTo>
                  <a:cubicBezTo>
                    <a:pt x="20316" y="3295"/>
                    <a:pt x="20313" y="3295"/>
                    <a:pt x="20309" y="3295"/>
                  </a:cubicBezTo>
                  <a:cubicBezTo>
                    <a:pt x="20306" y="3294"/>
                    <a:pt x="20303" y="3293"/>
                    <a:pt x="20301" y="3293"/>
                  </a:cubicBezTo>
                  <a:cubicBezTo>
                    <a:pt x="20298" y="3293"/>
                    <a:pt x="20295" y="3294"/>
                    <a:pt x="20292" y="3295"/>
                  </a:cubicBezTo>
                  <a:cubicBezTo>
                    <a:pt x="20215" y="3295"/>
                    <a:pt x="20043" y="3369"/>
                    <a:pt x="19952" y="3407"/>
                  </a:cubicBezTo>
                  <a:cubicBezTo>
                    <a:pt x="19903" y="3428"/>
                    <a:pt x="19861" y="3449"/>
                    <a:pt x="19826" y="3460"/>
                  </a:cubicBezTo>
                  <a:cubicBezTo>
                    <a:pt x="19792" y="3473"/>
                    <a:pt x="19754" y="3478"/>
                    <a:pt x="19715" y="3478"/>
                  </a:cubicBezTo>
                  <a:cubicBezTo>
                    <a:pt x="19637" y="3478"/>
                    <a:pt x="19550" y="3457"/>
                    <a:pt x="19462" y="3432"/>
                  </a:cubicBezTo>
                  <a:lnTo>
                    <a:pt x="19399" y="3418"/>
                  </a:lnTo>
                  <a:cubicBezTo>
                    <a:pt x="19350" y="3400"/>
                    <a:pt x="19301" y="3390"/>
                    <a:pt x="19259" y="3379"/>
                  </a:cubicBezTo>
                  <a:cubicBezTo>
                    <a:pt x="19203" y="3365"/>
                    <a:pt x="19154" y="3337"/>
                    <a:pt x="19115" y="3295"/>
                  </a:cubicBezTo>
                  <a:cubicBezTo>
                    <a:pt x="19080" y="3264"/>
                    <a:pt x="19049" y="3232"/>
                    <a:pt x="19021" y="3197"/>
                  </a:cubicBezTo>
                  <a:cubicBezTo>
                    <a:pt x="18958" y="3125"/>
                    <a:pt x="18914" y="3074"/>
                    <a:pt x="18875" y="3074"/>
                  </a:cubicBezTo>
                  <a:cubicBezTo>
                    <a:pt x="18872" y="3074"/>
                    <a:pt x="18869" y="3074"/>
                    <a:pt x="18867" y="3075"/>
                  </a:cubicBezTo>
                  <a:lnTo>
                    <a:pt x="18863" y="3075"/>
                  </a:lnTo>
                  <a:cubicBezTo>
                    <a:pt x="18818" y="3085"/>
                    <a:pt x="18779" y="3148"/>
                    <a:pt x="18744" y="3211"/>
                  </a:cubicBezTo>
                  <a:lnTo>
                    <a:pt x="18730" y="3239"/>
                  </a:lnTo>
                  <a:cubicBezTo>
                    <a:pt x="18681" y="3334"/>
                    <a:pt x="18629" y="3428"/>
                    <a:pt x="18531" y="3428"/>
                  </a:cubicBezTo>
                  <a:cubicBezTo>
                    <a:pt x="18426" y="3428"/>
                    <a:pt x="18342" y="3264"/>
                    <a:pt x="18177" y="2924"/>
                  </a:cubicBezTo>
                  <a:lnTo>
                    <a:pt x="18146" y="2861"/>
                  </a:lnTo>
                  <a:cubicBezTo>
                    <a:pt x="18076" y="2707"/>
                    <a:pt x="17995" y="2560"/>
                    <a:pt x="17908" y="2417"/>
                  </a:cubicBezTo>
                  <a:cubicBezTo>
                    <a:pt x="17880" y="2371"/>
                    <a:pt x="17848" y="2329"/>
                    <a:pt x="17817" y="2277"/>
                  </a:cubicBezTo>
                  <a:cubicBezTo>
                    <a:pt x="17582" y="1912"/>
                    <a:pt x="17232" y="1363"/>
                    <a:pt x="16931" y="1254"/>
                  </a:cubicBezTo>
                  <a:cubicBezTo>
                    <a:pt x="16861" y="1230"/>
                    <a:pt x="16791" y="1191"/>
                    <a:pt x="16731" y="1146"/>
                  </a:cubicBezTo>
                  <a:cubicBezTo>
                    <a:pt x="16686" y="1111"/>
                    <a:pt x="16658" y="1062"/>
                    <a:pt x="16644" y="1006"/>
                  </a:cubicBezTo>
                  <a:cubicBezTo>
                    <a:pt x="16626" y="925"/>
                    <a:pt x="16654" y="845"/>
                    <a:pt x="16728" y="761"/>
                  </a:cubicBezTo>
                  <a:cubicBezTo>
                    <a:pt x="16706" y="758"/>
                    <a:pt x="16684" y="757"/>
                    <a:pt x="16663" y="757"/>
                  </a:cubicBezTo>
                  <a:cubicBezTo>
                    <a:pt x="16595" y="757"/>
                    <a:pt x="16530" y="770"/>
                    <a:pt x="16469" y="799"/>
                  </a:cubicBezTo>
                  <a:cubicBezTo>
                    <a:pt x="16423" y="824"/>
                    <a:pt x="16381" y="855"/>
                    <a:pt x="16332" y="887"/>
                  </a:cubicBezTo>
                  <a:cubicBezTo>
                    <a:pt x="16217" y="967"/>
                    <a:pt x="16084" y="1058"/>
                    <a:pt x="15951" y="1086"/>
                  </a:cubicBezTo>
                  <a:cubicBezTo>
                    <a:pt x="15944" y="1086"/>
                    <a:pt x="15937" y="1090"/>
                    <a:pt x="15930" y="1093"/>
                  </a:cubicBezTo>
                  <a:cubicBezTo>
                    <a:pt x="15895" y="1104"/>
                    <a:pt x="15860" y="1121"/>
                    <a:pt x="15828" y="1142"/>
                  </a:cubicBezTo>
                  <a:cubicBezTo>
                    <a:pt x="15804" y="1156"/>
                    <a:pt x="15776" y="1174"/>
                    <a:pt x="15751" y="1191"/>
                  </a:cubicBezTo>
                  <a:cubicBezTo>
                    <a:pt x="15639" y="1263"/>
                    <a:pt x="15518" y="1340"/>
                    <a:pt x="15400" y="1340"/>
                  </a:cubicBezTo>
                  <a:cubicBezTo>
                    <a:pt x="15375" y="1340"/>
                    <a:pt x="15349" y="1336"/>
                    <a:pt x="15324" y="1328"/>
                  </a:cubicBezTo>
                  <a:cubicBezTo>
                    <a:pt x="15313" y="1324"/>
                    <a:pt x="15303" y="1323"/>
                    <a:pt x="15294" y="1323"/>
                  </a:cubicBezTo>
                  <a:cubicBezTo>
                    <a:pt x="15256" y="1323"/>
                    <a:pt x="15224" y="1348"/>
                    <a:pt x="15174" y="1384"/>
                  </a:cubicBezTo>
                  <a:cubicBezTo>
                    <a:pt x="15153" y="1401"/>
                    <a:pt x="15128" y="1419"/>
                    <a:pt x="15104" y="1433"/>
                  </a:cubicBezTo>
                  <a:cubicBezTo>
                    <a:pt x="15076" y="1450"/>
                    <a:pt x="15044" y="1461"/>
                    <a:pt x="15013" y="1461"/>
                  </a:cubicBezTo>
                  <a:cubicBezTo>
                    <a:pt x="14967" y="1461"/>
                    <a:pt x="14921" y="1443"/>
                    <a:pt x="14886" y="1408"/>
                  </a:cubicBezTo>
                  <a:cubicBezTo>
                    <a:pt x="14858" y="1387"/>
                    <a:pt x="14841" y="1356"/>
                    <a:pt x="14834" y="1321"/>
                  </a:cubicBezTo>
                  <a:cubicBezTo>
                    <a:pt x="14830" y="1310"/>
                    <a:pt x="14830" y="1300"/>
                    <a:pt x="14830" y="1289"/>
                  </a:cubicBezTo>
                  <a:cubicBezTo>
                    <a:pt x="14830" y="1272"/>
                    <a:pt x="14834" y="1251"/>
                    <a:pt x="14844" y="1233"/>
                  </a:cubicBezTo>
                  <a:cubicBezTo>
                    <a:pt x="14876" y="1181"/>
                    <a:pt x="14918" y="1135"/>
                    <a:pt x="14970" y="1100"/>
                  </a:cubicBezTo>
                  <a:cubicBezTo>
                    <a:pt x="14984" y="1090"/>
                    <a:pt x="15013" y="1069"/>
                    <a:pt x="15030" y="1051"/>
                  </a:cubicBezTo>
                  <a:cubicBezTo>
                    <a:pt x="15037" y="1044"/>
                    <a:pt x="15044" y="1037"/>
                    <a:pt x="15048" y="1034"/>
                  </a:cubicBezTo>
                  <a:cubicBezTo>
                    <a:pt x="15034" y="1034"/>
                    <a:pt x="15016" y="1041"/>
                    <a:pt x="15006" y="1041"/>
                  </a:cubicBezTo>
                  <a:cubicBezTo>
                    <a:pt x="14969" y="1050"/>
                    <a:pt x="14928" y="1060"/>
                    <a:pt x="14889" y="1060"/>
                  </a:cubicBezTo>
                  <a:cubicBezTo>
                    <a:pt x="14850" y="1060"/>
                    <a:pt x="14813" y="1050"/>
                    <a:pt x="14785" y="1016"/>
                  </a:cubicBezTo>
                  <a:cubicBezTo>
                    <a:pt x="14746" y="978"/>
                    <a:pt x="14697" y="957"/>
                    <a:pt x="14645" y="946"/>
                  </a:cubicBezTo>
                  <a:cubicBezTo>
                    <a:pt x="14645" y="978"/>
                    <a:pt x="14634" y="1006"/>
                    <a:pt x="14613" y="1030"/>
                  </a:cubicBezTo>
                  <a:cubicBezTo>
                    <a:pt x="14589" y="1051"/>
                    <a:pt x="14561" y="1062"/>
                    <a:pt x="14529" y="1062"/>
                  </a:cubicBezTo>
                  <a:cubicBezTo>
                    <a:pt x="14438" y="1062"/>
                    <a:pt x="14365" y="992"/>
                    <a:pt x="14358" y="901"/>
                  </a:cubicBezTo>
                  <a:cubicBezTo>
                    <a:pt x="14354" y="859"/>
                    <a:pt x="14330" y="820"/>
                    <a:pt x="14295" y="799"/>
                  </a:cubicBezTo>
                  <a:cubicBezTo>
                    <a:pt x="14293" y="799"/>
                    <a:pt x="14291" y="798"/>
                    <a:pt x="14289" y="798"/>
                  </a:cubicBezTo>
                  <a:cubicBezTo>
                    <a:pt x="14284" y="798"/>
                    <a:pt x="14277" y="801"/>
                    <a:pt x="14267" y="813"/>
                  </a:cubicBezTo>
                  <a:cubicBezTo>
                    <a:pt x="14185" y="902"/>
                    <a:pt x="14002" y="957"/>
                    <a:pt x="13863" y="957"/>
                  </a:cubicBezTo>
                  <a:cubicBezTo>
                    <a:pt x="13859" y="957"/>
                    <a:pt x="13854" y="957"/>
                    <a:pt x="13850" y="957"/>
                  </a:cubicBezTo>
                  <a:cubicBezTo>
                    <a:pt x="13833" y="957"/>
                    <a:pt x="13812" y="957"/>
                    <a:pt x="13791" y="953"/>
                  </a:cubicBezTo>
                  <a:cubicBezTo>
                    <a:pt x="13745" y="950"/>
                    <a:pt x="13703" y="929"/>
                    <a:pt x="13672" y="894"/>
                  </a:cubicBezTo>
                  <a:cubicBezTo>
                    <a:pt x="13633" y="855"/>
                    <a:pt x="13619" y="799"/>
                    <a:pt x="13644" y="750"/>
                  </a:cubicBezTo>
                  <a:cubicBezTo>
                    <a:pt x="13651" y="729"/>
                    <a:pt x="13665" y="708"/>
                    <a:pt x="13679" y="691"/>
                  </a:cubicBezTo>
                  <a:cubicBezTo>
                    <a:pt x="13696" y="670"/>
                    <a:pt x="13710" y="642"/>
                    <a:pt x="13717" y="614"/>
                  </a:cubicBezTo>
                  <a:cubicBezTo>
                    <a:pt x="13710" y="568"/>
                    <a:pt x="13696" y="523"/>
                    <a:pt x="13675" y="481"/>
                  </a:cubicBezTo>
                  <a:cubicBezTo>
                    <a:pt x="13640" y="404"/>
                    <a:pt x="13602" y="313"/>
                    <a:pt x="13619" y="222"/>
                  </a:cubicBezTo>
                  <a:cubicBezTo>
                    <a:pt x="13619" y="218"/>
                    <a:pt x="13619" y="211"/>
                    <a:pt x="13619" y="204"/>
                  </a:cubicBezTo>
                  <a:cubicBezTo>
                    <a:pt x="13609" y="180"/>
                    <a:pt x="13591" y="155"/>
                    <a:pt x="13570" y="141"/>
                  </a:cubicBezTo>
                  <a:cubicBezTo>
                    <a:pt x="13521" y="103"/>
                    <a:pt x="13462" y="78"/>
                    <a:pt x="13399" y="71"/>
                  </a:cubicBezTo>
                  <a:cubicBezTo>
                    <a:pt x="13385" y="71"/>
                    <a:pt x="13371" y="71"/>
                    <a:pt x="13357" y="78"/>
                  </a:cubicBezTo>
                  <a:cubicBezTo>
                    <a:pt x="13314" y="95"/>
                    <a:pt x="13267" y="103"/>
                    <a:pt x="13219" y="103"/>
                  </a:cubicBezTo>
                  <a:cubicBezTo>
                    <a:pt x="13102" y="103"/>
                    <a:pt x="12977" y="60"/>
                    <a:pt x="12880" y="15"/>
                  </a:cubicBezTo>
                  <a:cubicBezTo>
                    <a:pt x="12858" y="5"/>
                    <a:pt x="12822" y="0"/>
                    <a:pt x="12780" y="0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46" name="Google Shape;7104;p80">
              <a:extLst>
                <a:ext uri="{FF2B5EF4-FFF2-40B4-BE49-F238E27FC236}">
                  <a16:creationId xmlns:a16="http://schemas.microsoft.com/office/drawing/2014/main" id="{CD5E8284-D3D9-BC26-336F-F2F9D285838A}"/>
                </a:ext>
              </a:extLst>
            </p:cNvPr>
            <p:cNvSpPr/>
            <p:nvPr/>
          </p:nvSpPr>
          <p:spPr>
            <a:xfrm>
              <a:off x="2571159" y="1710115"/>
              <a:ext cx="54" cy="163"/>
            </a:xfrm>
            <a:custGeom>
              <a:avLst/>
              <a:gdLst/>
              <a:ahLst/>
              <a:cxnLst/>
              <a:rect l="l" t="t" r="r" b="b"/>
              <a:pathLst>
                <a:path w="4" h="12" extrusionOk="0">
                  <a:moveTo>
                    <a:pt x="0" y="11"/>
                  </a:moveTo>
                  <a:lnTo>
                    <a:pt x="4" y="1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47" name="Google Shape;7105;p80">
              <a:extLst>
                <a:ext uri="{FF2B5EF4-FFF2-40B4-BE49-F238E27FC236}">
                  <a16:creationId xmlns:a16="http://schemas.microsoft.com/office/drawing/2014/main" id="{A3099E47-5500-1D57-70F8-08E67F3857D8}"/>
                </a:ext>
              </a:extLst>
            </p:cNvPr>
            <p:cNvSpPr/>
            <p:nvPr/>
          </p:nvSpPr>
          <p:spPr>
            <a:xfrm>
              <a:off x="2571960" y="1708839"/>
              <a:ext cx="109" cy="109"/>
            </a:xfrm>
            <a:custGeom>
              <a:avLst/>
              <a:gdLst/>
              <a:ahLst/>
              <a:cxnLst/>
              <a:rect l="l" t="t" r="r" b="b"/>
              <a:pathLst>
                <a:path w="8" h="8" extrusionOk="0">
                  <a:moveTo>
                    <a:pt x="1" y="7"/>
                  </a:moveTo>
                  <a:lnTo>
                    <a:pt x="8" y="0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48" name="Google Shape;7106;p80">
              <a:extLst>
                <a:ext uri="{FF2B5EF4-FFF2-40B4-BE49-F238E27FC236}">
                  <a16:creationId xmlns:a16="http://schemas.microsoft.com/office/drawing/2014/main" id="{A1589789-8212-58BE-21AF-0A367C0FB121}"/>
                </a:ext>
              </a:extLst>
            </p:cNvPr>
            <p:cNvSpPr/>
            <p:nvPr/>
          </p:nvSpPr>
          <p:spPr>
            <a:xfrm>
              <a:off x="2572340" y="1708500"/>
              <a:ext cx="68" cy="14"/>
            </a:xfrm>
            <a:custGeom>
              <a:avLst/>
              <a:gdLst/>
              <a:ahLst/>
              <a:cxnLst/>
              <a:rect l="l" t="t" r="r" b="b"/>
              <a:pathLst>
                <a:path w="5" h="1" extrusionOk="0">
                  <a:moveTo>
                    <a:pt x="1" y="1"/>
                  </a:moveTo>
                  <a:lnTo>
                    <a:pt x="4" y="1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49" name="Google Shape;7107;p80">
              <a:extLst>
                <a:ext uri="{FF2B5EF4-FFF2-40B4-BE49-F238E27FC236}">
                  <a16:creationId xmlns:a16="http://schemas.microsoft.com/office/drawing/2014/main" id="{749E87B6-3774-62C0-6306-B323EC2D87B3}"/>
                </a:ext>
              </a:extLst>
            </p:cNvPr>
            <p:cNvSpPr/>
            <p:nvPr/>
          </p:nvSpPr>
          <p:spPr>
            <a:xfrm>
              <a:off x="2572245" y="1708595"/>
              <a:ext cx="68" cy="68"/>
            </a:xfrm>
            <a:custGeom>
              <a:avLst/>
              <a:gdLst/>
              <a:ahLst/>
              <a:cxnLst/>
              <a:rect l="l" t="t" r="r" b="b"/>
              <a:pathLst>
                <a:path w="5" h="5" extrusionOk="0">
                  <a:moveTo>
                    <a:pt x="1" y="4"/>
                  </a:moveTo>
                  <a:lnTo>
                    <a:pt x="4" y="1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50" name="Google Shape;7108;p80">
              <a:extLst>
                <a:ext uri="{FF2B5EF4-FFF2-40B4-BE49-F238E27FC236}">
                  <a16:creationId xmlns:a16="http://schemas.microsoft.com/office/drawing/2014/main" id="{C049701A-291E-5229-571B-1E667897445D}"/>
                </a:ext>
              </a:extLst>
            </p:cNvPr>
            <p:cNvSpPr/>
            <p:nvPr/>
          </p:nvSpPr>
          <p:spPr>
            <a:xfrm>
              <a:off x="2571539" y="1709505"/>
              <a:ext cx="54" cy="109"/>
            </a:xfrm>
            <a:custGeom>
              <a:avLst/>
              <a:gdLst/>
              <a:ahLst/>
              <a:cxnLst/>
              <a:rect l="l" t="t" r="r" b="b"/>
              <a:pathLst>
                <a:path w="4" h="8" extrusionOk="0">
                  <a:moveTo>
                    <a:pt x="0" y="7"/>
                  </a:moveTo>
                  <a:lnTo>
                    <a:pt x="4" y="0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51" name="Google Shape;7109;p80">
              <a:extLst>
                <a:ext uri="{FF2B5EF4-FFF2-40B4-BE49-F238E27FC236}">
                  <a16:creationId xmlns:a16="http://schemas.microsoft.com/office/drawing/2014/main" id="{B5BD3B4A-07CC-D35F-4061-EF5C498CD16F}"/>
                </a:ext>
              </a:extLst>
            </p:cNvPr>
            <p:cNvSpPr/>
            <p:nvPr/>
          </p:nvSpPr>
          <p:spPr>
            <a:xfrm>
              <a:off x="2571729" y="1709219"/>
              <a:ext cx="54" cy="109"/>
            </a:xfrm>
            <a:custGeom>
              <a:avLst/>
              <a:gdLst/>
              <a:ahLst/>
              <a:cxnLst/>
              <a:rect l="l" t="t" r="r" b="b"/>
              <a:pathLst>
                <a:path w="4" h="8" extrusionOk="0">
                  <a:moveTo>
                    <a:pt x="0" y="7"/>
                  </a:moveTo>
                  <a:lnTo>
                    <a:pt x="4" y="0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52" name="Google Shape;7110;p80">
              <a:extLst>
                <a:ext uri="{FF2B5EF4-FFF2-40B4-BE49-F238E27FC236}">
                  <a16:creationId xmlns:a16="http://schemas.microsoft.com/office/drawing/2014/main" id="{BF1F2BCC-E30B-81D0-BC2C-F309D45D30B1}"/>
                </a:ext>
              </a:extLst>
            </p:cNvPr>
            <p:cNvSpPr/>
            <p:nvPr/>
          </p:nvSpPr>
          <p:spPr>
            <a:xfrm>
              <a:off x="2571349" y="1709790"/>
              <a:ext cx="54" cy="109"/>
            </a:xfrm>
            <a:custGeom>
              <a:avLst/>
              <a:gdLst/>
              <a:ahLst/>
              <a:cxnLst/>
              <a:rect l="l" t="t" r="r" b="b"/>
              <a:pathLst>
                <a:path w="4" h="8" extrusionOk="0">
                  <a:moveTo>
                    <a:pt x="0" y="7"/>
                  </a:moveTo>
                  <a:lnTo>
                    <a:pt x="4" y="0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53" name="Google Shape;7111;p80">
              <a:extLst>
                <a:ext uri="{FF2B5EF4-FFF2-40B4-BE49-F238E27FC236}">
                  <a16:creationId xmlns:a16="http://schemas.microsoft.com/office/drawing/2014/main" id="{C1A51599-5C94-5B97-BF4B-74CF2D738488}"/>
                </a:ext>
              </a:extLst>
            </p:cNvPr>
            <p:cNvSpPr/>
            <p:nvPr/>
          </p:nvSpPr>
          <p:spPr>
            <a:xfrm>
              <a:off x="2572109" y="1708690"/>
              <a:ext cx="54" cy="68"/>
            </a:xfrm>
            <a:custGeom>
              <a:avLst/>
              <a:gdLst/>
              <a:ahLst/>
              <a:cxnLst/>
              <a:rect l="l" t="t" r="r" b="b"/>
              <a:pathLst>
                <a:path w="4" h="5" extrusionOk="0">
                  <a:moveTo>
                    <a:pt x="0" y="4"/>
                  </a:moveTo>
                  <a:lnTo>
                    <a:pt x="4" y="1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54" name="Google Shape;7112;p80">
              <a:extLst>
                <a:ext uri="{FF2B5EF4-FFF2-40B4-BE49-F238E27FC236}">
                  <a16:creationId xmlns:a16="http://schemas.microsoft.com/office/drawing/2014/main" id="{28DF0CD4-39C0-6802-5A48-B8E12B23B0F4}"/>
                </a:ext>
              </a:extLst>
            </p:cNvPr>
            <p:cNvSpPr/>
            <p:nvPr/>
          </p:nvSpPr>
          <p:spPr>
            <a:xfrm>
              <a:off x="2570968" y="1710550"/>
              <a:ext cx="54" cy="109"/>
            </a:xfrm>
            <a:custGeom>
              <a:avLst/>
              <a:gdLst/>
              <a:ahLst/>
              <a:cxnLst/>
              <a:rect l="l" t="t" r="r" b="b"/>
              <a:pathLst>
                <a:path w="4" h="8" extrusionOk="0">
                  <a:moveTo>
                    <a:pt x="0" y="7"/>
                  </a:moveTo>
                  <a:lnTo>
                    <a:pt x="4" y="0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55" name="Google Shape;7113;p80">
              <a:extLst>
                <a:ext uri="{FF2B5EF4-FFF2-40B4-BE49-F238E27FC236}">
                  <a16:creationId xmlns:a16="http://schemas.microsoft.com/office/drawing/2014/main" id="{D6DC5943-404E-5B14-3F4D-AE42E5FDF9E0}"/>
                </a:ext>
              </a:extLst>
            </p:cNvPr>
            <p:cNvSpPr/>
            <p:nvPr/>
          </p:nvSpPr>
          <p:spPr>
            <a:xfrm>
              <a:off x="2641218" y="1706178"/>
              <a:ext cx="14" cy="14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0" y="0"/>
                  </a:move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56" name="Google Shape;7114;p80">
              <a:extLst>
                <a:ext uri="{FF2B5EF4-FFF2-40B4-BE49-F238E27FC236}">
                  <a16:creationId xmlns:a16="http://schemas.microsoft.com/office/drawing/2014/main" id="{DD28F742-6CDE-4E3D-76BD-1372E01B6729}"/>
                </a:ext>
              </a:extLst>
            </p:cNvPr>
            <p:cNvSpPr/>
            <p:nvPr/>
          </p:nvSpPr>
          <p:spPr>
            <a:xfrm>
              <a:off x="2572584" y="1708364"/>
              <a:ext cx="14" cy="14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0" y="0"/>
                  </a:move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57" name="Google Shape;7115;p80">
              <a:extLst>
                <a:ext uri="{FF2B5EF4-FFF2-40B4-BE49-F238E27FC236}">
                  <a16:creationId xmlns:a16="http://schemas.microsoft.com/office/drawing/2014/main" id="{815FD220-D77D-7185-9AE0-31529429C0E2}"/>
                </a:ext>
              </a:extLst>
            </p:cNvPr>
            <p:cNvSpPr/>
            <p:nvPr/>
          </p:nvSpPr>
          <p:spPr>
            <a:xfrm>
              <a:off x="2641829" y="1706178"/>
              <a:ext cx="204" cy="14"/>
            </a:xfrm>
            <a:custGeom>
              <a:avLst/>
              <a:gdLst/>
              <a:ahLst/>
              <a:cxnLst/>
              <a:rect l="l" t="t" r="r" b="b"/>
              <a:pathLst>
                <a:path w="15" h="1" extrusionOk="0">
                  <a:moveTo>
                    <a:pt x="1" y="0"/>
                  </a:moveTo>
                  <a:lnTo>
                    <a:pt x="15" y="0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58" name="Google Shape;7116;p80">
              <a:extLst>
                <a:ext uri="{FF2B5EF4-FFF2-40B4-BE49-F238E27FC236}">
                  <a16:creationId xmlns:a16="http://schemas.microsoft.com/office/drawing/2014/main" id="{8764FE1F-3E3A-521B-F3EE-05EA5A719B90}"/>
                </a:ext>
              </a:extLst>
            </p:cNvPr>
            <p:cNvSpPr/>
            <p:nvPr/>
          </p:nvSpPr>
          <p:spPr>
            <a:xfrm>
              <a:off x="2571824" y="1709029"/>
              <a:ext cx="109" cy="109"/>
            </a:xfrm>
            <a:custGeom>
              <a:avLst/>
              <a:gdLst/>
              <a:ahLst/>
              <a:cxnLst/>
              <a:rect l="l" t="t" r="r" b="b"/>
              <a:pathLst>
                <a:path w="8" h="8" extrusionOk="0">
                  <a:moveTo>
                    <a:pt x="0" y="7"/>
                  </a:moveTo>
                  <a:lnTo>
                    <a:pt x="7" y="0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59" name="Google Shape;7117;p80">
              <a:extLst>
                <a:ext uri="{FF2B5EF4-FFF2-40B4-BE49-F238E27FC236}">
                  <a16:creationId xmlns:a16="http://schemas.microsoft.com/office/drawing/2014/main" id="{B65E474A-5575-9966-C684-85EC13843052}"/>
                </a:ext>
              </a:extLst>
            </p:cNvPr>
            <p:cNvSpPr/>
            <p:nvPr/>
          </p:nvSpPr>
          <p:spPr>
            <a:xfrm>
              <a:off x="2642305" y="1706219"/>
              <a:ext cx="258" cy="68"/>
            </a:xfrm>
            <a:custGeom>
              <a:avLst/>
              <a:gdLst/>
              <a:ahLst/>
              <a:cxnLst/>
              <a:rect l="l" t="t" r="r" b="b"/>
              <a:pathLst>
                <a:path w="19" h="5" extrusionOk="0">
                  <a:moveTo>
                    <a:pt x="1" y="1"/>
                  </a:moveTo>
                  <a:lnTo>
                    <a:pt x="18" y="4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60" name="Google Shape;7118;p80">
              <a:extLst>
                <a:ext uri="{FF2B5EF4-FFF2-40B4-BE49-F238E27FC236}">
                  <a16:creationId xmlns:a16="http://schemas.microsoft.com/office/drawing/2014/main" id="{01B1E06C-A3ED-2672-3033-6DA62CF0A38B}"/>
                </a:ext>
              </a:extLst>
            </p:cNvPr>
            <p:cNvSpPr/>
            <p:nvPr/>
          </p:nvSpPr>
          <p:spPr>
            <a:xfrm>
              <a:off x="2642780" y="1706273"/>
              <a:ext cx="353" cy="149"/>
            </a:xfrm>
            <a:custGeom>
              <a:avLst/>
              <a:gdLst/>
              <a:ahLst/>
              <a:cxnLst/>
              <a:rect l="l" t="t" r="r" b="b"/>
              <a:pathLst>
                <a:path w="26" h="11" extrusionOk="0">
                  <a:moveTo>
                    <a:pt x="1" y="0"/>
                  </a:moveTo>
                  <a:cubicBezTo>
                    <a:pt x="8" y="4"/>
                    <a:pt x="18" y="7"/>
                    <a:pt x="25" y="11"/>
                  </a:cubicBezTo>
                  <a:cubicBezTo>
                    <a:pt x="18" y="7"/>
                    <a:pt x="8" y="0"/>
                    <a:pt x="1" y="0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61" name="Google Shape;7119;p80">
              <a:extLst>
                <a:ext uri="{FF2B5EF4-FFF2-40B4-BE49-F238E27FC236}">
                  <a16:creationId xmlns:a16="http://schemas.microsoft.com/office/drawing/2014/main" id="{116970DC-6B9E-C095-D2CC-D7C2E7E71433}"/>
                </a:ext>
              </a:extLst>
            </p:cNvPr>
            <p:cNvSpPr/>
            <p:nvPr/>
          </p:nvSpPr>
          <p:spPr>
            <a:xfrm>
              <a:off x="2634756" y="1702852"/>
              <a:ext cx="4005" cy="2200"/>
            </a:xfrm>
            <a:custGeom>
              <a:avLst/>
              <a:gdLst/>
              <a:ahLst/>
              <a:cxnLst/>
              <a:rect l="l" t="t" r="r" b="b"/>
              <a:pathLst>
                <a:path w="295" h="162" extrusionOk="0">
                  <a:moveTo>
                    <a:pt x="0" y="0"/>
                  </a:moveTo>
                  <a:cubicBezTo>
                    <a:pt x="91" y="0"/>
                    <a:pt x="175" y="28"/>
                    <a:pt x="294" y="161"/>
                  </a:cubicBezTo>
                  <a:cubicBezTo>
                    <a:pt x="175" y="28"/>
                    <a:pt x="95" y="0"/>
                    <a:pt x="0" y="0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62" name="Google Shape;7120;p80">
              <a:extLst>
                <a:ext uri="{FF2B5EF4-FFF2-40B4-BE49-F238E27FC236}">
                  <a16:creationId xmlns:a16="http://schemas.microsoft.com/office/drawing/2014/main" id="{EC566B00-55D4-7134-6648-8C9D0B92F238}"/>
                </a:ext>
              </a:extLst>
            </p:cNvPr>
            <p:cNvSpPr/>
            <p:nvPr/>
          </p:nvSpPr>
          <p:spPr>
            <a:xfrm>
              <a:off x="2572489" y="1708459"/>
              <a:ext cx="54" cy="14"/>
            </a:xfrm>
            <a:custGeom>
              <a:avLst/>
              <a:gdLst/>
              <a:ahLst/>
              <a:cxnLst/>
              <a:rect l="l" t="t" r="r" b="b"/>
              <a:pathLst>
                <a:path w="4" h="1" extrusionOk="0">
                  <a:moveTo>
                    <a:pt x="0" y="0"/>
                  </a:moveTo>
                  <a:lnTo>
                    <a:pt x="4" y="0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63" name="Google Shape;7121;p80">
              <a:extLst>
                <a:ext uri="{FF2B5EF4-FFF2-40B4-BE49-F238E27FC236}">
                  <a16:creationId xmlns:a16="http://schemas.microsoft.com/office/drawing/2014/main" id="{2BBC0468-7CEC-4412-163A-C35BAAC0ED84}"/>
                </a:ext>
              </a:extLst>
            </p:cNvPr>
            <p:cNvSpPr/>
            <p:nvPr/>
          </p:nvSpPr>
          <p:spPr>
            <a:xfrm>
              <a:off x="2506177" y="1694053"/>
              <a:ext cx="244" cy="299"/>
            </a:xfrm>
            <a:custGeom>
              <a:avLst/>
              <a:gdLst/>
              <a:ahLst/>
              <a:cxnLst/>
              <a:rect l="l" t="t" r="r" b="b"/>
              <a:pathLst>
                <a:path w="18" h="22" extrusionOk="0">
                  <a:moveTo>
                    <a:pt x="0" y="1"/>
                  </a:moveTo>
                  <a:lnTo>
                    <a:pt x="18" y="22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64" name="Google Shape;7122;p80">
              <a:extLst>
                <a:ext uri="{FF2B5EF4-FFF2-40B4-BE49-F238E27FC236}">
                  <a16:creationId xmlns:a16="http://schemas.microsoft.com/office/drawing/2014/main" id="{87887EDB-482E-C5B6-A6D2-755F0FF24E50}"/>
                </a:ext>
              </a:extLst>
            </p:cNvPr>
            <p:cNvSpPr/>
            <p:nvPr/>
          </p:nvSpPr>
          <p:spPr>
            <a:xfrm>
              <a:off x="2504602" y="1692152"/>
              <a:ext cx="299" cy="339"/>
            </a:xfrm>
            <a:custGeom>
              <a:avLst/>
              <a:gdLst/>
              <a:ahLst/>
              <a:cxnLst/>
              <a:rect l="l" t="t" r="r" b="b"/>
              <a:pathLst>
                <a:path w="22" h="25" extrusionOk="0">
                  <a:moveTo>
                    <a:pt x="1" y="0"/>
                  </a:moveTo>
                  <a:lnTo>
                    <a:pt x="22" y="25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65" name="Google Shape;7123;p80">
              <a:extLst>
                <a:ext uri="{FF2B5EF4-FFF2-40B4-BE49-F238E27FC236}">
                  <a16:creationId xmlns:a16="http://schemas.microsoft.com/office/drawing/2014/main" id="{FD8D60C8-BE0D-14C6-1BFE-6E06B273671F}"/>
                </a:ext>
              </a:extLst>
            </p:cNvPr>
            <p:cNvSpPr/>
            <p:nvPr/>
          </p:nvSpPr>
          <p:spPr>
            <a:xfrm>
              <a:off x="2505172" y="1692818"/>
              <a:ext cx="299" cy="339"/>
            </a:xfrm>
            <a:custGeom>
              <a:avLst/>
              <a:gdLst/>
              <a:ahLst/>
              <a:cxnLst/>
              <a:rect l="l" t="t" r="r" b="b"/>
              <a:pathLst>
                <a:path w="22" h="25" extrusionOk="0">
                  <a:moveTo>
                    <a:pt x="1" y="0"/>
                  </a:moveTo>
                  <a:lnTo>
                    <a:pt x="22" y="25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66" name="Google Shape;7124;p80">
              <a:extLst>
                <a:ext uri="{FF2B5EF4-FFF2-40B4-BE49-F238E27FC236}">
                  <a16:creationId xmlns:a16="http://schemas.microsoft.com/office/drawing/2014/main" id="{AC8AA606-7DD5-8318-BA45-A2B011663B29}"/>
                </a:ext>
              </a:extLst>
            </p:cNvPr>
            <p:cNvSpPr/>
            <p:nvPr/>
          </p:nvSpPr>
          <p:spPr>
            <a:xfrm>
              <a:off x="2503325" y="1690768"/>
              <a:ext cx="339" cy="353"/>
            </a:xfrm>
            <a:custGeom>
              <a:avLst/>
              <a:gdLst/>
              <a:ahLst/>
              <a:cxnLst/>
              <a:rect l="l" t="t" r="r" b="b"/>
              <a:pathLst>
                <a:path w="25" h="26" extrusionOk="0">
                  <a:moveTo>
                    <a:pt x="0" y="1"/>
                  </a:moveTo>
                  <a:lnTo>
                    <a:pt x="25" y="25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67" name="Google Shape;7125;p80">
              <a:extLst>
                <a:ext uri="{FF2B5EF4-FFF2-40B4-BE49-F238E27FC236}">
                  <a16:creationId xmlns:a16="http://schemas.microsoft.com/office/drawing/2014/main" id="{FB3432ED-F16A-3E11-6341-BDE1D6E207A7}"/>
                </a:ext>
              </a:extLst>
            </p:cNvPr>
            <p:cNvSpPr/>
            <p:nvPr/>
          </p:nvSpPr>
          <p:spPr>
            <a:xfrm>
              <a:off x="2568497" y="1712166"/>
              <a:ext cx="244" cy="54"/>
            </a:xfrm>
            <a:custGeom>
              <a:avLst/>
              <a:gdLst/>
              <a:ahLst/>
              <a:cxnLst/>
              <a:rect l="l" t="t" r="r" b="b"/>
              <a:pathLst>
                <a:path w="18" h="4" extrusionOk="0">
                  <a:moveTo>
                    <a:pt x="0" y="4"/>
                  </a:moveTo>
                  <a:lnTo>
                    <a:pt x="18" y="0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68" name="Google Shape;7126;p80">
              <a:extLst>
                <a:ext uri="{FF2B5EF4-FFF2-40B4-BE49-F238E27FC236}">
                  <a16:creationId xmlns:a16="http://schemas.microsoft.com/office/drawing/2014/main" id="{A091B892-95B5-6ED2-5CBE-D9CBC07C7E84}"/>
                </a:ext>
              </a:extLst>
            </p:cNvPr>
            <p:cNvSpPr/>
            <p:nvPr/>
          </p:nvSpPr>
          <p:spPr>
            <a:xfrm>
              <a:off x="2567778" y="1712356"/>
              <a:ext cx="109" cy="14"/>
            </a:xfrm>
            <a:custGeom>
              <a:avLst/>
              <a:gdLst/>
              <a:ahLst/>
              <a:cxnLst/>
              <a:rect l="l" t="t" r="r" b="b"/>
              <a:pathLst>
                <a:path w="8" h="1" extrusionOk="0">
                  <a:moveTo>
                    <a:pt x="1" y="0"/>
                  </a:moveTo>
                  <a:lnTo>
                    <a:pt x="8" y="0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69" name="Google Shape;7127;p80">
              <a:extLst>
                <a:ext uri="{FF2B5EF4-FFF2-40B4-BE49-F238E27FC236}">
                  <a16:creationId xmlns:a16="http://schemas.microsoft.com/office/drawing/2014/main" id="{04E1013C-C1D0-0877-F612-B33EC3F146E4}"/>
                </a:ext>
              </a:extLst>
            </p:cNvPr>
            <p:cNvSpPr/>
            <p:nvPr/>
          </p:nvSpPr>
          <p:spPr>
            <a:xfrm>
              <a:off x="2461873" y="1676280"/>
              <a:ext cx="19022" cy="5051"/>
            </a:xfrm>
            <a:custGeom>
              <a:avLst/>
              <a:gdLst/>
              <a:ahLst/>
              <a:cxnLst/>
              <a:rect l="l" t="t" r="r" b="b"/>
              <a:pathLst>
                <a:path w="1401" h="372" extrusionOk="0">
                  <a:moveTo>
                    <a:pt x="1401" y="0"/>
                  </a:moveTo>
                  <a:lnTo>
                    <a:pt x="1" y="371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70" name="Google Shape;7128;p80">
              <a:extLst>
                <a:ext uri="{FF2B5EF4-FFF2-40B4-BE49-F238E27FC236}">
                  <a16:creationId xmlns:a16="http://schemas.microsoft.com/office/drawing/2014/main" id="{175E346C-5B94-1AB7-39C2-7C1DC9A4D19A}"/>
                </a:ext>
              </a:extLst>
            </p:cNvPr>
            <p:cNvSpPr/>
            <p:nvPr/>
          </p:nvSpPr>
          <p:spPr>
            <a:xfrm>
              <a:off x="2516061" y="1694583"/>
              <a:ext cx="394" cy="95"/>
            </a:xfrm>
            <a:custGeom>
              <a:avLst/>
              <a:gdLst/>
              <a:ahLst/>
              <a:cxnLst/>
              <a:rect l="l" t="t" r="r" b="b"/>
              <a:pathLst>
                <a:path w="29" h="7" extrusionOk="0">
                  <a:moveTo>
                    <a:pt x="1" y="0"/>
                  </a:moveTo>
                  <a:cubicBezTo>
                    <a:pt x="11" y="0"/>
                    <a:pt x="18" y="4"/>
                    <a:pt x="29" y="7"/>
                  </a:cubicBezTo>
                  <a:cubicBezTo>
                    <a:pt x="18" y="4"/>
                    <a:pt x="11" y="0"/>
                    <a:pt x="1" y="0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71" name="Google Shape;7129;p80">
              <a:extLst>
                <a:ext uri="{FF2B5EF4-FFF2-40B4-BE49-F238E27FC236}">
                  <a16:creationId xmlns:a16="http://schemas.microsoft.com/office/drawing/2014/main" id="{966D74E9-F1B1-25F0-03B2-E03FB1434192}"/>
                </a:ext>
              </a:extLst>
            </p:cNvPr>
            <p:cNvSpPr/>
            <p:nvPr/>
          </p:nvSpPr>
          <p:spPr>
            <a:xfrm>
              <a:off x="2515260" y="1694529"/>
              <a:ext cx="14" cy="14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0" y="1"/>
                  </a:move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72" name="Google Shape;7130;p80">
              <a:extLst>
                <a:ext uri="{FF2B5EF4-FFF2-40B4-BE49-F238E27FC236}">
                  <a16:creationId xmlns:a16="http://schemas.microsoft.com/office/drawing/2014/main" id="{91B8CB30-4BC8-469C-4ABC-6028D09CE7B8}"/>
                </a:ext>
              </a:extLst>
            </p:cNvPr>
            <p:cNvSpPr/>
            <p:nvPr/>
          </p:nvSpPr>
          <p:spPr>
            <a:xfrm>
              <a:off x="2514690" y="1694624"/>
              <a:ext cx="149" cy="14"/>
            </a:xfrm>
            <a:custGeom>
              <a:avLst/>
              <a:gdLst/>
              <a:ahLst/>
              <a:cxnLst/>
              <a:rect l="l" t="t" r="r" b="b"/>
              <a:pathLst>
                <a:path w="11" h="1" extrusionOk="0">
                  <a:moveTo>
                    <a:pt x="0" y="1"/>
                  </a:moveTo>
                  <a:lnTo>
                    <a:pt x="11" y="1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73" name="Google Shape;7131;p80">
              <a:extLst>
                <a:ext uri="{FF2B5EF4-FFF2-40B4-BE49-F238E27FC236}">
                  <a16:creationId xmlns:a16="http://schemas.microsoft.com/office/drawing/2014/main" id="{6A91DD68-8493-3BFD-33A0-920080564DBC}"/>
                </a:ext>
              </a:extLst>
            </p:cNvPr>
            <p:cNvSpPr/>
            <p:nvPr/>
          </p:nvSpPr>
          <p:spPr>
            <a:xfrm>
              <a:off x="2514119" y="1694678"/>
              <a:ext cx="149" cy="0"/>
            </a:xfrm>
            <a:custGeom>
              <a:avLst/>
              <a:gdLst/>
              <a:ahLst/>
              <a:cxnLst/>
              <a:rect l="l" t="t" r="r" b="b"/>
              <a:pathLst>
                <a:path w="11" extrusionOk="0">
                  <a:moveTo>
                    <a:pt x="0" y="0"/>
                  </a:moveTo>
                  <a:lnTo>
                    <a:pt x="11" y="0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74" name="Google Shape;7132;p80">
              <a:extLst>
                <a:ext uri="{FF2B5EF4-FFF2-40B4-BE49-F238E27FC236}">
                  <a16:creationId xmlns:a16="http://schemas.microsoft.com/office/drawing/2014/main" id="{C6D9A214-E097-DF80-CD6F-20093472EA6A}"/>
                </a:ext>
              </a:extLst>
            </p:cNvPr>
            <p:cNvSpPr/>
            <p:nvPr/>
          </p:nvSpPr>
          <p:spPr>
            <a:xfrm>
              <a:off x="2499374" y="1686830"/>
              <a:ext cx="299" cy="299"/>
            </a:xfrm>
            <a:custGeom>
              <a:avLst/>
              <a:gdLst/>
              <a:ahLst/>
              <a:cxnLst/>
              <a:rect l="l" t="t" r="r" b="b"/>
              <a:pathLst>
                <a:path w="22" h="22" extrusionOk="0">
                  <a:moveTo>
                    <a:pt x="1" y="0"/>
                  </a:moveTo>
                  <a:lnTo>
                    <a:pt x="22" y="21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75" name="Google Shape;7133;p80">
              <a:extLst>
                <a:ext uri="{FF2B5EF4-FFF2-40B4-BE49-F238E27FC236}">
                  <a16:creationId xmlns:a16="http://schemas.microsoft.com/office/drawing/2014/main" id="{62A39A90-4C13-C2B7-49A7-46E31D11BBBE}"/>
                </a:ext>
              </a:extLst>
            </p:cNvPr>
            <p:cNvSpPr/>
            <p:nvPr/>
          </p:nvSpPr>
          <p:spPr>
            <a:xfrm>
              <a:off x="2505742" y="1693483"/>
              <a:ext cx="258" cy="299"/>
            </a:xfrm>
            <a:custGeom>
              <a:avLst/>
              <a:gdLst/>
              <a:ahLst/>
              <a:cxnLst/>
              <a:rect l="l" t="t" r="r" b="b"/>
              <a:pathLst>
                <a:path w="19" h="22" extrusionOk="0">
                  <a:moveTo>
                    <a:pt x="1" y="0"/>
                  </a:moveTo>
                  <a:lnTo>
                    <a:pt x="18" y="21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76" name="Google Shape;7134;p80">
              <a:extLst>
                <a:ext uri="{FF2B5EF4-FFF2-40B4-BE49-F238E27FC236}">
                  <a16:creationId xmlns:a16="http://schemas.microsoft.com/office/drawing/2014/main" id="{7DBAF703-A1E4-5F9B-8231-E39B4D62596D}"/>
                </a:ext>
              </a:extLst>
            </p:cNvPr>
            <p:cNvSpPr/>
            <p:nvPr/>
          </p:nvSpPr>
          <p:spPr>
            <a:xfrm>
              <a:off x="2498804" y="1686301"/>
              <a:ext cx="258" cy="258"/>
            </a:xfrm>
            <a:custGeom>
              <a:avLst/>
              <a:gdLst/>
              <a:ahLst/>
              <a:cxnLst/>
              <a:rect l="l" t="t" r="r" b="b"/>
              <a:pathLst>
                <a:path w="19" h="19" extrusionOk="0">
                  <a:moveTo>
                    <a:pt x="1" y="1"/>
                  </a:moveTo>
                  <a:lnTo>
                    <a:pt x="18" y="18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77" name="Google Shape;7135;p80">
              <a:extLst>
                <a:ext uri="{FF2B5EF4-FFF2-40B4-BE49-F238E27FC236}">
                  <a16:creationId xmlns:a16="http://schemas.microsoft.com/office/drawing/2014/main" id="{25C360A1-BFD0-3369-A1D1-30B0386E478F}"/>
                </a:ext>
              </a:extLst>
            </p:cNvPr>
            <p:cNvSpPr/>
            <p:nvPr/>
          </p:nvSpPr>
          <p:spPr>
            <a:xfrm>
              <a:off x="2507168" y="1695574"/>
              <a:ext cx="109" cy="163"/>
            </a:xfrm>
            <a:custGeom>
              <a:avLst/>
              <a:gdLst/>
              <a:ahLst/>
              <a:cxnLst/>
              <a:rect l="l" t="t" r="r" b="b"/>
              <a:pathLst>
                <a:path w="8" h="12" extrusionOk="0">
                  <a:moveTo>
                    <a:pt x="1" y="1"/>
                  </a:moveTo>
                  <a:cubicBezTo>
                    <a:pt x="1" y="4"/>
                    <a:pt x="4" y="8"/>
                    <a:pt x="8" y="11"/>
                  </a:cubicBezTo>
                  <a:cubicBezTo>
                    <a:pt x="8" y="8"/>
                    <a:pt x="4" y="4"/>
                    <a:pt x="1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78" name="Google Shape;7136;p80">
              <a:extLst>
                <a:ext uri="{FF2B5EF4-FFF2-40B4-BE49-F238E27FC236}">
                  <a16:creationId xmlns:a16="http://schemas.microsoft.com/office/drawing/2014/main" id="{24A5F333-BAC1-BEF0-031C-8429BD260659}"/>
                </a:ext>
              </a:extLst>
            </p:cNvPr>
            <p:cNvSpPr/>
            <p:nvPr/>
          </p:nvSpPr>
          <p:spPr>
            <a:xfrm>
              <a:off x="2501329" y="1688677"/>
              <a:ext cx="339" cy="353"/>
            </a:xfrm>
            <a:custGeom>
              <a:avLst/>
              <a:gdLst/>
              <a:ahLst/>
              <a:cxnLst/>
              <a:rect l="l" t="t" r="r" b="b"/>
              <a:pathLst>
                <a:path w="25" h="26" extrusionOk="0">
                  <a:moveTo>
                    <a:pt x="0" y="1"/>
                  </a:moveTo>
                  <a:lnTo>
                    <a:pt x="25" y="25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79" name="Google Shape;7137;p80">
              <a:extLst>
                <a:ext uri="{FF2B5EF4-FFF2-40B4-BE49-F238E27FC236}">
                  <a16:creationId xmlns:a16="http://schemas.microsoft.com/office/drawing/2014/main" id="{03BB0B58-EB1E-7999-2D4F-C36324D60815}"/>
                </a:ext>
              </a:extLst>
            </p:cNvPr>
            <p:cNvSpPr/>
            <p:nvPr/>
          </p:nvSpPr>
          <p:spPr>
            <a:xfrm>
              <a:off x="2557133" y="1719389"/>
              <a:ext cx="910" cy="1249"/>
            </a:xfrm>
            <a:custGeom>
              <a:avLst/>
              <a:gdLst/>
              <a:ahLst/>
              <a:cxnLst/>
              <a:rect l="l" t="t" r="r" b="b"/>
              <a:pathLst>
                <a:path w="67" h="92" extrusionOk="0">
                  <a:moveTo>
                    <a:pt x="67" y="0"/>
                  </a:moveTo>
                  <a:cubicBezTo>
                    <a:pt x="56" y="39"/>
                    <a:pt x="32" y="70"/>
                    <a:pt x="0" y="91"/>
                  </a:cubicBezTo>
                  <a:cubicBezTo>
                    <a:pt x="32" y="70"/>
                    <a:pt x="56" y="39"/>
                    <a:pt x="67" y="0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80" name="Google Shape;7138;p80">
              <a:extLst>
                <a:ext uri="{FF2B5EF4-FFF2-40B4-BE49-F238E27FC236}">
                  <a16:creationId xmlns:a16="http://schemas.microsoft.com/office/drawing/2014/main" id="{FAF55CCB-832B-A851-EC2C-8E0AC5A20954}"/>
                </a:ext>
              </a:extLst>
            </p:cNvPr>
            <p:cNvSpPr/>
            <p:nvPr/>
          </p:nvSpPr>
          <p:spPr>
            <a:xfrm>
              <a:off x="2501995" y="1689342"/>
              <a:ext cx="339" cy="353"/>
            </a:xfrm>
            <a:custGeom>
              <a:avLst/>
              <a:gdLst/>
              <a:ahLst/>
              <a:cxnLst/>
              <a:rect l="l" t="t" r="r" b="b"/>
              <a:pathLst>
                <a:path w="25" h="26" extrusionOk="0">
                  <a:moveTo>
                    <a:pt x="0" y="1"/>
                  </a:moveTo>
                  <a:lnTo>
                    <a:pt x="25" y="25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81" name="Google Shape;7139;p80">
              <a:extLst>
                <a:ext uri="{FF2B5EF4-FFF2-40B4-BE49-F238E27FC236}">
                  <a16:creationId xmlns:a16="http://schemas.microsoft.com/office/drawing/2014/main" id="{3C0511BD-3AC2-46B6-4C94-E08B5712D74B}"/>
                </a:ext>
              </a:extLst>
            </p:cNvPr>
            <p:cNvSpPr/>
            <p:nvPr/>
          </p:nvSpPr>
          <p:spPr>
            <a:xfrm>
              <a:off x="2500664" y="1688011"/>
              <a:ext cx="299" cy="299"/>
            </a:xfrm>
            <a:custGeom>
              <a:avLst/>
              <a:gdLst/>
              <a:ahLst/>
              <a:cxnLst/>
              <a:rect l="l" t="t" r="r" b="b"/>
              <a:pathLst>
                <a:path w="22" h="22" extrusionOk="0">
                  <a:moveTo>
                    <a:pt x="0" y="1"/>
                  </a:moveTo>
                  <a:lnTo>
                    <a:pt x="21" y="22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82" name="Google Shape;7140;p80">
              <a:extLst>
                <a:ext uri="{FF2B5EF4-FFF2-40B4-BE49-F238E27FC236}">
                  <a16:creationId xmlns:a16="http://schemas.microsoft.com/office/drawing/2014/main" id="{4FEF32C7-ED7D-B574-F9F7-BF291940E57D}"/>
                </a:ext>
              </a:extLst>
            </p:cNvPr>
            <p:cNvSpPr/>
            <p:nvPr/>
          </p:nvSpPr>
          <p:spPr>
            <a:xfrm>
              <a:off x="2506937" y="1695153"/>
              <a:ext cx="149" cy="204"/>
            </a:xfrm>
            <a:custGeom>
              <a:avLst/>
              <a:gdLst/>
              <a:ahLst/>
              <a:cxnLst/>
              <a:rect l="l" t="t" r="r" b="b"/>
              <a:pathLst>
                <a:path w="11" h="15" extrusionOk="0">
                  <a:moveTo>
                    <a:pt x="0" y="0"/>
                  </a:moveTo>
                  <a:lnTo>
                    <a:pt x="11" y="14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83" name="Google Shape;7141;p80">
              <a:extLst>
                <a:ext uri="{FF2B5EF4-FFF2-40B4-BE49-F238E27FC236}">
                  <a16:creationId xmlns:a16="http://schemas.microsoft.com/office/drawing/2014/main" id="{FE7706F6-F2ED-3B5C-BFE6-A0F22B8698A2}"/>
                </a:ext>
              </a:extLst>
            </p:cNvPr>
            <p:cNvSpPr/>
            <p:nvPr/>
          </p:nvSpPr>
          <p:spPr>
            <a:xfrm>
              <a:off x="2503991" y="1691487"/>
              <a:ext cx="299" cy="339"/>
            </a:xfrm>
            <a:custGeom>
              <a:avLst/>
              <a:gdLst/>
              <a:ahLst/>
              <a:cxnLst/>
              <a:rect l="l" t="t" r="r" b="b"/>
              <a:pathLst>
                <a:path w="22" h="25" extrusionOk="0">
                  <a:moveTo>
                    <a:pt x="0" y="0"/>
                  </a:moveTo>
                  <a:lnTo>
                    <a:pt x="21" y="25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84" name="Google Shape;7142;p80">
              <a:extLst>
                <a:ext uri="{FF2B5EF4-FFF2-40B4-BE49-F238E27FC236}">
                  <a16:creationId xmlns:a16="http://schemas.microsoft.com/office/drawing/2014/main" id="{C7B01729-1AB0-7FC0-D719-90B28A0BB28A}"/>
                </a:ext>
              </a:extLst>
            </p:cNvPr>
            <p:cNvSpPr/>
            <p:nvPr/>
          </p:nvSpPr>
          <p:spPr>
            <a:xfrm>
              <a:off x="2506598" y="1694624"/>
              <a:ext cx="204" cy="258"/>
            </a:xfrm>
            <a:custGeom>
              <a:avLst/>
              <a:gdLst/>
              <a:ahLst/>
              <a:cxnLst/>
              <a:rect l="l" t="t" r="r" b="b"/>
              <a:pathLst>
                <a:path w="15" h="19" extrusionOk="0">
                  <a:moveTo>
                    <a:pt x="1" y="1"/>
                  </a:moveTo>
                  <a:lnTo>
                    <a:pt x="15" y="18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85" name="Google Shape;7143;p80">
              <a:extLst>
                <a:ext uri="{FF2B5EF4-FFF2-40B4-BE49-F238E27FC236}">
                  <a16:creationId xmlns:a16="http://schemas.microsoft.com/office/drawing/2014/main" id="{84E6F492-F36E-13A7-7911-D28FADBC892C}"/>
                </a:ext>
              </a:extLst>
            </p:cNvPr>
            <p:cNvSpPr/>
            <p:nvPr/>
          </p:nvSpPr>
          <p:spPr>
            <a:xfrm>
              <a:off x="2515640" y="1694529"/>
              <a:ext cx="299" cy="14"/>
            </a:xfrm>
            <a:custGeom>
              <a:avLst/>
              <a:gdLst/>
              <a:ahLst/>
              <a:cxnLst/>
              <a:rect l="l" t="t" r="r" b="b"/>
              <a:pathLst>
                <a:path w="22" h="1" extrusionOk="0">
                  <a:moveTo>
                    <a:pt x="0" y="1"/>
                  </a:moveTo>
                  <a:lnTo>
                    <a:pt x="21" y="1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86" name="Google Shape;7144;p80">
              <a:extLst>
                <a:ext uri="{FF2B5EF4-FFF2-40B4-BE49-F238E27FC236}">
                  <a16:creationId xmlns:a16="http://schemas.microsoft.com/office/drawing/2014/main" id="{C69F90FA-FDB3-735D-2747-C51DCB10AF59}"/>
                </a:ext>
              </a:extLst>
            </p:cNvPr>
            <p:cNvSpPr/>
            <p:nvPr/>
          </p:nvSpPr>
          <p:spPr>
            <a:xfrm>
              <a:off x="2568973" y="1712111"/>
              <a:ext cx="1344" cy="109"/>
            </a:xfrm>
            <a:custGeom>
              <a:avLst/>
              <a:gdLst/>
              <a:ahLst/>
              <a:cxnLst/>
              <a:rect l="l" t="t" r="r" b="b"/>
              <a:pathLst>
                <a:path w="99" h="8" extrusionOk="0">
                  <a:moveTo>
                    <a:pt x="98" y="8"/>
                  </a:moveTo>
                  <a:lnTo>
                    <a:pt x="98" y="8"/>
                  </a:lnTo>
                  <a:cubicBezTo>
                    <a:pt x="67" y="1"/>
                    <a:pt x="35" y="1"/>
                    <a:pt x="0" y="4"/>
                  </a:cubicBezTo>
                  <a:cubicBezTo>
                    <a:pt x="35" y="1"/>
                    <a:pt x="67" y="1"/>
                    <a:pt x="98" y="8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87" name="Google Shape;7145;p80">
              <a:extLst>
                <a:ext uri="{FF2B5EF4-FFF2-40B4-BE49-F238E27FC236}">
                  <a16:creationId xmlns:a16="http://schemas.microsoft.com/office/drawing/2014/main" id="{EABF874F-0431-BD93-CB70-8C034C370541}"/>
                </a:ext>
              </a:extLst>
            </p:cNvPr>
            <p:cNvSpPr/>
            <p:nvPr/>
          </p:nvSpPr>
          <p:spPr>
            <a:xfrm>
              <a:off x="2512640" y="1694909"/>
              <a:ext cx="258" cy="68"/>
            </a:xfrm>
            <a:custGeom>
              <a:avLst/>
              <a:gdLst/>
              <a:ahLst/>
              <a:cxnLst/>
              <a:rect l="l" t="t" r="r" b="b"/>
              <a:pathLst>
                <a:path w="19" h="5" extrusionOk="0">
                  <a:moveTo>
                    <a:pt x="1" y="4"/>
                  </a:moveTo>
                  <a:lnTo>
                    <a:pt x="18" y="1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88" name="Google Shape;7146;p80">
              <a:extLst>
                <a:ext uri="{FF2B5EF4-FFF2-40B4-BE49-F238E27FC236}">
                  <a16:creationId xmlns:a16="http://schemas.microsoft.com/office/drawing/2014/main" id="{D3C8674E-E6B3-A835-CD55-00AEDC0FB1A9}"/>
                </a:ext>
              </a:extLst>
            </p:cNvPr>
            <p:cNvSpPr/>
            <p:nvPr/>
          </p:nvSpPr>
          <p:spPr>
            <a:xfrm>
              <a:off x="2499999" y="1687400"/>
              <a:ext cx="299" cy="299"/>
            </a:xfrm>
            <a:custGeom>
              <a:avLst/>
              <a:gdLst/>
              <a:ahLst/>
              <a:cxnLst/>
              <a:rect l="l" t="t" r="r" b="b"/>
              <a:pathLst>
                <a:path w="22" h="22" extrusionOk="0">
                  <a:moveTo>
                    <a:pt x="0" y="0"/>
                  </a:moveTo>
                  <a:lnTo>
                    <a:pt x="21" y="21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89" name="Google Shape;7147;p80">
              <a:extLst>
                <a:ext uri="{FF2B5EF4-FFF2-40B4-BE49-F238E27FC236}">
                  <a16:creationId xmlns:a16="http://schemas.microsoft.com/office/drawing/2014/main" id="{CA4810AC-547B-1366-FA45-7E5577F5DE42}"/>
                </a:ext>
              </a:extLst>
            </p:cNvPr>
            <p:cNvSpPr/>
            <p:nvPr/>
          </p:nvSpPr>
          <p:spPr>
            <a:xfrm>
              <a:off x="2513400" y="1694773"/>
              <a:ext cx="163" cy="54"/>
            </a:xfrm>
            <a:custGeom>
              <a:avLst/>
              <a:gdLst/>
              <a:ahLst/>
              <a:cxnLst/>
              <a:rect l="l" t="t" r="r" b="b"/>
              <a:pathLst>
                <a:path w="12" h="4" extrusionOk="0">
                  <a:moveTo>
                    <a:pt x="1" y="4"/>
                  </a:moveTo>
                  <a:lnTo>
                    <a:pt x="11" y="0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90" name="Google Shape;7148;p80">
              <a:extLst>
                <a:ext uri="{FF2B5EF4-FFF2-40B4-BE49-F238E27FC236}">
                  <a16:creationId xmlns:a16="http://schemas.microsoft.com/office/drawing/2014/main" id="{3E85C927-6D1A-8274-843E-588B6E5B63C1}"/>
                </a:ext>
              </a:extLst>
            </p:cNvPr>
            <p:cNvSpPr/>
            <p:nvPr/>
          </p:nvSpPr>
          <p:spPr>
            <a:xfrm>
              <a:off x="2566963" y="1712546"/>
              <a:ext cx="163" cy="54"/>
            </a:xfrm>
            <a:custGeom>
              <a:avLst/>
              <a:gdLst/>
              <a:ahLst/>
              <a:cxnLst/>
              <a:rect l="l" t="t" r="r" b="b"/>
              <a:pathLst>
                <a:path w="12" h="4" extrusionOk="0">
                  <a:moveTo>
                    <a:pt x="1" y="4"/>
                  </a:moveTo>
                  <a:lnTo>
                    <a:pt x="11" y="0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91" name="Google Shape;7149;p80">
              <a:extLst>
                <a:ext uri="{FF2B5EF4-FFF2-40B4-BE49-F238E27FC236}">
                  <a16:creationId xmlns:a16="http://schemas.microsoft.com/office/drawing/2014/main" id="{C9089D61-8BE5-15B3-2269-F64FBE10565B}"/>
                </a:ext>
              </a:extLst>
            </p:cNvPr>
            <p:cNvSpPr/>
            <p:nvPr/>
          </p:nvSpPr>
          <p:spPr>
            <a:xfrm>
              <a:off x="2502660" y="1690062"/>
              <a:ext cx="339" cy="339"/>
            </a:xfrm>
            <a:custGeom>
              <a:avLst/>
              <a:gdLst/>
              <a:ahLst/>
              <a:cxnLst/>
              <a:rect l="l" t="t" r="r" b="b"/>
              <a:pathLst>
                <a:path w="25" h="25" extrusionOk="0">
                  <a:moveTo>
                    <a:pt x="0" y="0"/>
                  </a:moveTo>
                  <a:lnTo>
                    <a:pt x="25" y="25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92" name="Google Shape;7150;p80">
              <a:extLst>
                <a:ext uri="{FF2B5EF4-FFF2-40B4-BE49-F238E27FC236}">
                  <a16:creationId xmlns:a16="http://schemas.microsoft.com/office/drawing/2014/main" id="{DDF86A39-8EFD-575D-444E-5D97C1A413D4}"/>
                </a:ext>
              </a:extLst>
            </p:cNvPr>
            <p:cNvSpPr/>
            <p:nvPr/>
          </p:nvSpPr>
          <p:spPr>
            <a:xfrm>
              <a:off x="2690844" y="1643097"/>
              <a:ext cx="339" cy="489"/>
            </a:xfrm>
            <a:custGeom>
              <a:avLst/>
              <a:gdLst/>
              <a:ahLst/>
              <a:cxnLst/>
              <a:rect l="l" t="t" r="r" b="b"/>
              <a:pathLst>
                <a:path w="25" h="36" extrusionOk="0">
                  <a:moveTo>
                    <a:pt x="25" y="1"/>
                  </a:moveTo>
                  <a:lnTo>
                    <a:pt x="0" y="36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93" name="Google Shape;7151;p80">
              <a:extLst>
                <a:ext uri="{FF2B5EF4-FFF2-40B4-BE49-F238E27FC236}">
                  <a16:creationId xmlns:a16="http://schemas.microsoft.com/office/drawing/2014/main" id="{5B3AB80C-344A-6972-AB93-4C5FEDD493FF}"/>
                </a:ext>
              </a:extLst>
            </p:cNvPr>
            <p:cNvSpPr/>
            <p:nvPr/>
          </p:nvSpPr>
          <p:spPr>
            <a:xfrm>
              <a:off x="2691319" y="1642622"/>
              <a:ext cx="244" cy="353"/>
            </a:xfrm>
            <a:custGeom>
              <a:avLst/>
              <a:gdLst/>
              <a:ahLst/>
              <a:cxnLst/>
              <a:rect l="l" t="t" r="r" b="b"/>
              <a:pathLst>
                <a:path w="18" h="26" extrusionOk="0">
                  <a:moveTo>
                    <a:pt x="18" y="1"/>
                  </a:moveTo>
                  <a:lnTo>
                    <a:pt x="0" y="25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94" name="Google Shape;7152;p80">
              <a:extLst>
                <a:ext uri="{FF2B5EF4-FFF2-40B4-BE49-F238E27FC236}">
                  <a16:creationId xmlns:a16="http://schemas.microsoft.com/office/drawing/2014/main" id="{2B50710A-B50F-8FED-BB2C-A616C1FF813C}"/>
                </a:ext>
              </a:extLst>
            </p:cNvPr>
            <p:cNvSpPr/>
            <p:nvPr/>
          </p:nvSpPr>
          <p:spPr>
            <a:xfrm>
              <a:off x="2691645" y="1642147"/>
              <a:ext cx="204" cy="353"/>
            </a:xfrm>
            <a:custGeom>
              <a:avLst/>
              <a:gdLst/>
              <a:ahLst/>
              <a:cxnLst/>
              <a:rect l="l" t="t" r="r" b="b"/>
              <a:pathLst>
                <a:path w="15" h="26" extrusionOk="0">
                  <a:moveTo>
                    <a:pt x="15" y="1"/>
                  </a:moveTo>
                  <a:cubicBezTo>
                    <a:pt x="11" y="8"/>
                    <a:pt x="4" y="15"/>
                    <a:pt x="1" y="25"/>
                  </a:cubicBezTo>
                  <a:cubicBezTo>
                    <a:pt x="8" y="15"/>
                    <a:pt x="11" y="8"/>
                    <a:pt x="15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95" name="Google Shape;7153;p80">
              <a:extLst>
                <a:ext uri="{FF2B5EF4-FFF2-40B4-BE49-F238E27FC236}">
                  <a16:creationId xmlns:a16="http://schemas.microsoft.com/office/drawing/2014/main" id="{F7FE0136-C633-8C04-3032-B57BA8463C15}"/>
                </a:ext>
              </a:extLst>
            </p:cNvPr>
            <p:cNvSpPr/>
            <p:nvPr/>
          </p:nvSpPr>
          <p:spPr>
            <a:xfrm>
              <a:off x="2655339" y="1679838"/>
              <a:ext cx="4141" cy="1113"/>
            </a:xfrm>
            <a:custGeom>
              <a:avLst/>
              <a:gdLst/>
              <a:ahLst/>
              <a:cxnLst/>
              <a:rect l="l" t="t" r="r" b="b"/>
              <a:pathLst>
                <a:path w="305" h="82" extrusionOk="0">
                  <a:moveTo>
                    <a:pt x="305" y="81"/>
                  </a:moveTo>
                  <a:cubicBezTo>
                    <a:pt x="116" y="78"/>
                    <a:pt x="35" y="36"/>
                    <a:pt x="0" y="1"/>
                  </a:cubicBezTo>
                  <a:cubicBezTo>
                    <a:pt x="35" y="36"/>
                    <a:pt x="116" y="78"/>
                    <a:pt x="305" y="8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96" name="Google Shape;7154;p80">
              <a:extLst>
                <a:ext uri="{FF2B5EF4-FFF2-40B4-BE49-F238E27FC236}">
                  <a16:creationId xmlns:a16="http://schemas.microsoft.com/office/drawing/2014/main" id="{15264E54-99DB-F3D4-9678-4A5A61870F57}"/>
                </a:ext>
              </a:extLst>
            </p:cNvPr>
            <p:cNvSpPr/>
            <p:nvPr/>
          </p:nvSpPr>
          <p:spPr>
            <a:xfrm>
              <a:off x="2691930" y="1641861"/>
              <a:ext cx="68" cy="109"/>
            </a:xfrm>
            <a:custGeom>
              <a:avLst/>
              <a:gdLst/>
              <a:ahLst/>
              <a:cxnLst/>
              <a:rect l="l" t="t" r="r" b="b"/>
              <a:pathLst>
                <a:path w="5" h="8" extrusionOk="0">
                  <a:moveTo>
                    <a:pt x="4" y="1"/>
                  </a:moveTo>
                  <a:lnTo>
                    <a:pt x="1" y="8"/>
                  </a:lnTo>
                  <a:cubicBezTo>
                    <a:pt x="4" y="4"/>
                    <a:pt x="4" y="4"/>
                    <a:pt x="4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97" name="Google Shape;7155;p80">
              <a:extLst>
                <a:ext uri="{FF2B5EF4-FFF2-40B4-BE49-F238E27FC236}">
                  <a16:creationId xmlns:a16="http://schemas.microsoft.com/office/drawing/2014/main" id="{830E6D88-A60B-AA19-2749-C66771D4CF12}"/>
                </a:ext>
              </a:extLst>
            </p:cNvPr>
            <p:cNvSpPr/>
            <p:nvPr/>
          </p:nvSpPr>
          <p:spPr>
            <a:xfrm>
              <a:off x="2643255" y="1705934"/>
              <a:ext cx="14" cy="163"/>
            </a:xfrm>
            <a:custGeom>
              <a:avLst/>
              <a:gdLst/>
              <a:ahLst/>
              <a:cxnLst/>
              <a:rect l="l" t="t" r="r" b="b"/>
              <a:pathLst>
                <a:path w="1" h="12" extrusionOk="0">
                  <a:moveTo>
                    <a:pt x="1" y="1"/>
                  </a:moveTo>
                  <a:lnTo>
                    <a:pt x="1" y="11"/>
                  </a:lnTo>
                  <a:cubicBezTo>
                    <a:pt x="1" y="8"/>
                    <a:pt x="1" y="4"/>
                    <a:pt x="1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98" name="Google Shape;7156;p80">
              <a:extLst>
                <a:ext uri="{FF2B5EF4-FFF2-40B4-BE49-F238E27FC236}">
                  <a16:creationId xmlns:a16="http://schemas.microsoft.com/office/drawing/2014/main" id="{2C51DAA9-5E78-AB88-7AE3-C2017704FFD5}"/>
                </a:ext>
              </a:extLst>
            </p:cNvPr>
            <p:cNvSpPr/>
            <p:nvPr/>
          </p:nvSpPr>
          <p:spPr>
            <a:xfrm>
              <a:off x="2438968" y="1708269"/>
              <a:ext cx="54" cy="109"/>
            </a:xfrm>
            <a:custGeom>
              <a:avLst/>
              <a:gdLst/>
              <a:ahLst/>
              <a:cxnLst/>
              <a:rect l="l" t="t" r="r" b="b"/>
              <a:pathLst>
                <a:path w="4" h="8" extrusionOk="0">
                  <a:moveTo>
                    <a:pt x="0" y="7"/>
                  </a:moveTo>
                  <a:lnTo>
                    <a:pt x="4" y="0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99" name="Google Shape;7157;p80">
              <a:extLst>
                <a:ext uri="{FF2B5EF4-FFF2-40B4-BE49-F238E27FC236}">
                  <a16:creationId xmlns:a16="http://schemas.microsoft.com/office/drawing/2014/main" id="{C291BE6D-2722-8D0D-050B-296B66E6A243}"/>
                </a:ext>
              </a:extLst>
            </p:cNvPr>
            <p:cNvSpPr/>
            <p:nvPr/>
          </p:nvSpPr>
          <p:spPr>
            <a:xfrm>
              <a:off x="2438873" y="1708554"/>
              <a:ext cx="14" cy="109"/>
            </a:xfrm>
            <a:custGeom>
              <a:avLst/>
              <a:gdLst/>
              <a:ahLst/>
              <a:cxnLst/>
              <a:rect l="l" t="t" r="r" b="b"/>
              <a:pathLst>
                <a:path w="1" h="8" extrusionOk="0">
                  <a:moveTo>
                    <a:pt x="0" y="7"/>
                  </a:moveTo>
                  <a:lnTo>
                    <a:pt x="0" y="0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00" name="Google Shape;7158;p80">
              <a:extLst>
                <a:ext uri="{FF2B5EF4-FFF2-40B4-BE49-F238E27FC236}">
                  <a16:creationId xmlns:a16="http://schemas.microsoft.com/office/drawing/2014/main" id="{E8398E6E-4337-4CCB-5A4B-4C440B8B5349}"/>
                </a:ext>
              </a:extLst>
            </p:cNvPr>
            <p:cNvSpPr/>
            <p:nvPr/>
          </p:nvSpPr>
          <p:spPr>
            <a:xfrm>
              <a:off x="2438819" y="1710401"/>
              <a:ext cx="68" cy="204"/>
            </a:xfrm>
            <a:custGeom>
              <a:avLst/>
              <a:gdLst/>
              <a:ahLst/>
              <a:cxnLst/>
              <a:rect l="l" t="t" r="r" b="b"/>
              <a:pathLst>
                <a:path w="5" h="15" extrusionOk="0">
                  <a:moveTo>
                    <a:pt x="1" y="1"/>
                  </a:moveTo>
                  <a:cubicBezTo>
                    <a:pt x="1" y="4"/>
                    <a:pt x="1" y="8"/>
                    <a:pt x="4" y="15"/>
                  </a:cubicBezTo>
                  <a:cubicBezTo>
                    <a:pt x="4" y="8"/>
                    <a:pt x="1" y="4"/>
                    <a:pt x="1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01" name="Google Shape;7159;p80">
              <a:extLst>
                <a:ext uri="{FF2B5EF4-FFF2-40B4-BE49-F238E27FC236}">
                  <a16:creationId xmlns:a16="http://schemas.microsoft.com/office/drawing/2014/main" id="{E96AF1F5-1AEA-F5D6-0594-DBCE051F4156}"/>
                </a:ext>
              </a:extLst>
            </p:cNvPr>
            <p:cNvSpPr/>
            <p:nvPr/>
          </p:nvSpPr>
          <p:spPr>
            <a:xfrm>
              <a:off x="2438683" y="1709545"/>
              <a:ext cx="14" cy="163"/>
            </a:xfrm>
            <a:custGeom>
              <a:avLst/>
              <a:gdLst/>
              <a:ahLst/>
              <a:cxnLst/>
              <a:rect l="l" t="t" r="r" b="b"/>
              <a:pathLst>
                <a:path w="1" h="12" extrusionOk="0">
                  <a:moveTo>
                    <a:pt x="0" y="11"/>
                  </a:moveTo>
                  <a:lnTo>
                    <a:pt x="0" y="1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02" name="Google Shape;7160;p80">
              <a:extLst>
                <a:ext uri="{FF2B5EF4-FFF2-40B4-BE49-F238E27FC236}">
                  <a16:creationId xmlns:a16="http://schemas.microsoft.com/office/drawing/2014/main" id="{E4069971-AC3C-659C-F3E4-7562B4835CF3}"/>
                </a:ext>
              </a:extLst>
            </p:cNvPr>
            <p:cNvSpPr/>
            <p:nvPr/>
          </p:nvSpPr>
          <p:spPr>
            <a:xfrm>
              <a:off x="2438778" y="1708785"/>
              <a:ext cx="14" cy="204"/>
            </a:xfrm>
            <a:custGeom>
              <a:avLst/>
              <a:gdLst/>
              <a:ahLst/>
              <a:cxnLst/>
              <a:rect l="l" t="t" r="r" b="b"/>
              <a:pathLst>
                <a:path w="1" h="15" extrusionOk="0">
                  <a:moveTo>
                    <a:pt x="0" y="15"/>
                  </a:moveTo>
                  <a:lnTo>
                    <a:pt x="0" y="4"/>
                  </a:lnTo>
                  <a:cubicBezTo>
                    <a:pt x="0" y="1"/>
                    <a:pt x="0" y="11"/>
                    <a:pt x="0" y="15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03" name="Google Shape;7161;p80">
              <a:extLst>
                <a:ext uri="{FF2B5EF4-FFF2-40B4-BE49-F238E27FC236}">
                  <a16:creationId xmlns:a16="http://schemas.microsoft.com/office/drawing/2014/main" id="{C7BFB966-8631-3435-C24B-573FDE0B353A}"/>
                </a:ext>
              </a:extLst>
            </p:cNvPr>
            <p:cNvSpPr/>
            <p:nvPr/>
          </p:nvSpPr>
          <p:spPr>
            <a:xfrm>
              <a:off x="2438724" y="1709165"/>
              <a:ext cx="14" cy="163"/>
            </a:xfrm>
            <a:custGeom>
              <a:avLst/>
              <a:gdLst/>
              <a:ahLst/>
              <a:cxnLst/>
              <a:rect l="l" t="t" r="r" b="b"/>
              <a:pathLst>
                <a:path w="1" h="12" extrusionOk="0">
                  <a:moveTo>
                    <a:pt x="1" y="11"/>
                  </a:moveTo>
                  <a:lnTo>
                    <a:pt x="1" y="1"/>
                  </a:lnTo>
                  <a:cubicBezTo>
                    <a:pt x="1" y="4"/>
                    <a:pt x="1" y="8"/>
                    <a:pt x="1" y="1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04" name="Google Shape;7162;p80">
              <a:extLst>
                <a:ext uri="{FF2B5EF4-FFF2-40B4-BE49-F238E27FC236}">
                  <a16:creationId xmlns:a16="http://schemas.microsoft.com/office/drawing/2014/main" id="{1030194B-BAF2-50C6-138B-6FBCFE87D179}"/>
                </a:ext>
              </a:extLst>
            </p:cNvPr>
            <p:cNvSpPr/>
            <p:nvPr/>
          </p:nvSpPr>
          <p:spPr>
            <a:xfrm>
              <a:off x="2438724" y="1709925"/>
              <a:ext cx="14" cy="204"/>
            </a:xfrm>
            <a:custGeom>
              <a:avLst/>
              <a:gdLst/>
              <a:ahLst/>
              <a:cxnLst/>
              <a:rect l="l" t="t" r="r" b="b"/>
              <a:pathLst>
                <a:path w="1" h="15" extrusionOk="0">
                  <a:moveTo>
                    <a:pt x="1" y="15"/>
                  </a:moveTo>
                  <a:lnTo>
                    <a:pt x="1" y="1"/>
                  </a:lnTo>
                  <a:cubicBezTo>
                    <a:pt x="1" y="8"/>
                    <a:pt x="1" y="11"/>
                    <a:pt x="1" y="15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05" name="Google Shape;7163;p80">
              <a:extLst>
                <a:ext uri="{FF2B5EF4-FFF2-40B4-BE49-F238E27FC236}">
                  <a16:creationId xmlns:a16="http://schemas.microsoft.com/office/drawing/2014/main" id="{8D8B69C7-F639-8E5D-91F7-580ED31864E3}"/>
                </a:ext>
              </a:extLst>
            </p:cNvPr>
            <p:cNvSpPr/>
            <p:nvPr/>
          </p:nvSpPr>
          <p:spPr>
            <a:xfrm>
              <a:off x="3083315" y="1349877"/>
              <a:ext cx="6436" cy="2648"/>
            </a:xfrm>
            <a:custGeom>
              <a:avLst/>
              <a:gdLst/>
              <a:ahLst/>
              <a:cxnLst/>
              <a:rect l="l" t="t" r="r" b="b"/>
              <a:pathLst>
                <a:path w="474" h="195" extrusionOk="0">
                  <a:moveTo>
                    <a:pt x="391" y="0"/>
                  </a:moveTo>
                  <a:cubicBezTo>
                    <a:pt x="242" y="0"/>
                    <a:pt x="32" y="100"/>
                    <a:pt x="1" y="150"/>
                  </a:cubicBezTo>
                  <a:cubicBezTo>
                    <a:pt x="11" y="157"/>
                    <a:pt x="25" y="164"/>
                    <a:pt x="39" y="168"/>
                  </a:cubicBezTo>
                  <a:cubicBezTo>
                    <a:pt x="88" y="185"/>
                    <a:pt x="146" y="194"/>
                    <a:pt x="205" y="194"/>
                  </a:cubicBezTo>
                  <a:cubicBezTo>
                    <a:pt x="282" y="194"/>
                    <a:pt x="359" y="178"/>
                    <a:pt x="410" y="140"/>
                  </a:cubicBezTo>
                  <a:cubicBezTo>
                    <a:pt x="449" y="115"/>
                    <a:pt x="473" y="66"/>
                    <a:pt x="470" y="21"/>
                  </a:cubicBezTo>
                  <a:cubicBezTo>
                    <a:pt x="470" y="17"/>
                    <a:pt x="470" y="7"/>
                    <a:pt x="435" y="3"/>
                  </a:cubicBezTo>
                  <a:cubicBezTo>
                    <a:pt x="421" y="1"/>
                    <a:pt x="406" y="0"/>
                    <a:pt x="391" y="0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06" name="Google Shape;7164;p80">
              <a:extLst>
                <a:ext uri="{FF2B5EF4-FFF2-40B4-BE49-F238E27FC236}">
                  <a16:creationId xmlns:a16="http://schemas.microsoft.com/office/drawing/2014/main" id="{34B3737B-0324-8878-CA5E-3C9DE3835014}"/>
                </a:ext>
              </a:extLst>
            </p:cNvPr>
            <p:cNvSpPr/>
            <p:nvPr/>
          </p:nvSpPr>
          <p:spPr>
            <a:xfrm>
              <a:off x="2740470" y="1256152"/>
              <a:ext cx="41452" cy="20869"/>
            </a:xfrm>
            <a:custGeom>
              <a:avLst/>
              <a:gdLst/>
              <a:ahLst/>
              <a:cxnLst/>
              <a:rect l="l" t="t" r="r" b="b"/>
              <a:pathLst>
                <a:path w="3053" h="1537" extrusionOk="0">
                  <a:moveTo>
                    <a:pt x="1655" y="0"/>
                  </a:moveTo>
                  <a:cubicBezTo>
                    <a:pt x="1574" y="0"/>
                    <a:pt x="1454" y="9"/>
                    <a:pt x="1281" y="38"/>
                  </a:cubicBezTo>
                  <a:cubicBezTo>
                    <a:pt x="809" y="115"/>
                    <a:pt x="445" y="255"/>
                    <a:pt x="399" y="318"/>
                  </a:cubicBezTo>
                  <a:cubicBezTo>
                    <a:pt x="392" y="426"/>
                    <a:pt x="273" y="517"/>
                    <a:pt x="154" y="605"/>
                  </a:cubicBezTo>
                  <a:cubicBezTo>
                    <a:pt x="102" y="643"/>
                    <a:pt x="11" y="710"/>
                    <a:pt x="0" y="741"/>
                  </a:cubicBezTo>
                  <a:lnTo>
                    <a:pt x="4" y="745"/>
                  </a:lnTo>
                  <a:cubicBezTo>
                    <a:pt x="81" y="811"/>
                    <a:pt x="147" y="815"/>
                    <a:pt x="238" y="825"/>
                  </a:cubicBezTo>
                  <a:cubicBezTo>
                    <a:pt x="287" y="829"/>
                    <a:pt x="333" y="832"/>
                    <a:pt x="378" y="843"/>
                  </a:cubicBezTo>
                  <a:cubicBezTo>
                    <a:pt x="466" y="860"/>
                    <a:pt x="525" y="941"/>
                    <a:pt x="588" y="1025"/>
                  </a:cubicBezTo>
                  <a:cubicBezTo>
                    <a:pt x="673" y="1140"/>
                    <a:pt x="739" y="1220"/>
                    <a:pt x="836" y="1220"/>
                  </a:cubicBezTo>
                  <a:cubicBezTo>
                    <a:pt x="852" y="1220"/>
                    <a:pt x="868" y="1218"/>
                    <a:pt x="886" y="1214"/>
                  </a:cubicBezTo>
                  <a:cubicBezTo>
                    <a:pt x="914" y="1207"/>
                    <a:pt x="945" y="1207"/>
                    <a:pt x="977" y="1207"/>
                  </a:cubicBezTo>
                  <a:cubicBezTo>
                    <a:pt x="1141" y="1207"/>
                    <a:pt x="1379" y="1277"/>
                    <a:pt x="1645" y="1358"/>
                  </a:cubicBezTo>
                  <a:cubicBezTo>
                    <a:pt x="1933" y="1445"/>
                    <a:pt x="2230" y="1536"/>
                    <a:pt x="2451" y="1536"/>
                  </a:cubicBezTo>
                  <a:cubicBezTo>
                    <a:pt x="2720" y="1536"/>
                    <a:pt x="2825" y="1400"/>
                    <a:pt x="2829" y="1309"/>
                  </a:cubicBezTo>
                  <a:cubicBezTo>
                    <a:pt x="2829" y="1284"/>
                    <a:pt x="2825" y="1263"/>
                    <a:pt x="2815" y="1263"/>
                  </a:cubicBezTo>
                  <a:cubicBezTo>
                    <a:pt x="2769" y="1263"/>
                    <a:pt x="2727" y="1235"/>
                    <a:pt x="2710" y="1193"/>
                  </a:cubicBezTo>
                  <a:cubicBezTo>
                    <a:pt x="2664" y="1095"/>
                    <a:pt x="2734" y="944"/>
                    <a:pt x="3011" y="545"/>
                  </a:cubicBezTo>
                  <a:cubicBezTo>
                    <a:pt x="3053" y="500"/>
                    <a:pt x="3053" y="433"/>
                    <a:pt x="3011" y="388"/>
                  </a:cubicBezTo>
                  <a:cubicBezTo>
                    <a:pt x="2916" y="261"/>
                    <a:pt x="2647" y="172"/>
                    <a:pt x="2469" y="172"/>
                  </a:cubicBezTo>
                  <a:cubicBezTo>
                    <a:pt x="2431" y="172"/>
                    <a:pt x="2397" y="176"/>
                    <a:pt x="2370" y="185"/>
                  </a:cubicBezTo>
                  <a:cubicBezTo>
                    <a:pt x="2325" y="202"/>
                    <a:pt x="2325" y="220"/>
                    <a:pt x="2325" y="230"/>
                  </a:cubicBezTo>
                  <a:cubicBezTo>
                    <a:pt x="2325" y="353"/>
                    <a:pt x="2276" y="391"/>
                    <a:pt x="2230" y="402"/>
                  </a:cubicBezTo>
                  <a:cubicBezTo>
                    <a:pt x="2221" y="404"/>
                    <a:pt x="2212" y="405"/>
                    <a:pt x="2202" y="405"/>
                  </a:cubicBezTo>
                  <a:cubicBezTo>
                    <a:pt x="2047" y="405"/>
                    <a:pt x="1842" y="96"/>
                    <a:pt x="1800" y="20"/>
                  </a:cubicBezTo>
                  <a:cubicBezTo>
                    <a:pt x="1787" y="11"/>
                    <a:pt x="1744" y="0"/>
                    <a:pt x="1655" y="0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07" name="Google Shape;7165;p80">
              <a:extLst>
                <a:ext uri="{FF2B5EF4-FFF2-40B4-BE49-F238E27FC236}">
                  <a16:creationId xmlns:a16="http://schemas.microsoft.com/office/drawing/2014/main" id="{D817EBFE-AB2E-293E-BB63-1CF71808A7FD}"/>
                </a:ext>
              </a:extLst>
            </p:cNvPr>
            <p:cNvSpPr/>
            <p:nvPr/>
          </p:nvSpPr>
          <p:spPr>
            <a:xfrm>
              <a:off x="2779112" y="1267720"/>
              <a:ext cx="44453" cy="23136"/>
            </a:xfrm>
            <a:custGeom>
              <a:avLst/>
              <a:gdLst/>
              <a:ahLst/>
              <a:cxnLst/>
              <a:rect l="l" t="t" r="r" b="b"/>
              <a:pathLst>
                <a:path w="3274" h="1704" extrusionOk="0">
                  <a:moveTo>
                    <a:pt x="1671" y="1"/>
                  </a:moveTo>
                  <a:cubicBezTo>
                    <a:pt x="1656" y="1"/>
                    <a:pt x="1640" y="3"/>
                    <a:pt x="1625" y="8"/>
                  </a:cubicBezTo>
                  <a:cubicBezTo>
                    <a:pt x="1611" y="169"/>
                    <a:pt x="1415" y="176"/>
                    <a:pt x="1257" y="183"/>
                  </a:cubicBezTo>
                  <a:cubicBezTo>
                    <a:pt x="1191" y="187"/>
                    <a:pt x="1061" y="194"/>
                    <a:pt x="1044" y="215"/>
                  </a:cubicBezTo>
                  <a:cubicBezTo>
                    <a:pt x="1044" y="327"/>
                    <a:pt x="984" y="404"/>
                    <a:pt x="931" y="471"/>
                  </a:cubicBezTo>
                  <a:cubicBezTo>
                    <a:pt x="879" y="537"/>
                    <a:pt x="844" y="586"/>
                    <a:pt x="851" y="649"/>
                  </a:cubicBezTo>
                  <a:cubicBezTo>
                    <a:pt x="854" y="684"/>
                    <a:pt x="844" y="719"/>
                    <a:pt x="819" y="747"/>
                  </a:cubicBezTo>
                  <a:cubicBezTo>
                    <a:pt x="781" y="789"/>
                    <a:pt x="718" y="789"/>
                    <a:pt x="655" y="789"/>
                  </a:cubicBezTo>
                  <a:cubicBezTo>
                    <a:pt x="651" y="789"/>
                    <a:pt x="646" y="789"/>
                    <a:pt x="642" y="789"/>
                  </a:cubicBezTo>
                  <a:cubicBezTo>
                    <a:pt x="533" y="789"/>
                    <a:pt x="452" y="792"/>
                    <a:pt x="445" y="964"/>
                  </a:cubicBezTo>
                  <a:cubicBezTo>
                    <a:pt x="438" y="1195"/>
                    <a:pt x="263" y="1370"/>
                    <a:pt x="133" y="1500"/>
                  </a:cubicBezTo>
                  <a:cubicBezTo>
                    <a:pt x="84" y="1552"/>
                    <a:pt x="0" y="1636"/>
                    <a:pt x="4" y="1664"/>
                  </a:cubicBezTo>
                  <a:cubicBezTo>
                    <a:pt x="11" y="1671"/>
                    <a:pt x="18" y="1675"/>
                    <a:pt x="25" y="1678"/>
                  </a:cubicBezTo>
                  <a:cubicBezTo>
                    <a:pt x="56" y="1696"/>
                    <a:pt x="102" y="1703"/>
                    <a:pt x="159" y="1703"/>
                  </a:cubicBezTo>
                  <a:cubicBezTo>
                    <a:pt x="296" y="1703"/>
                    <a:pt x="495" y="1662"/>
                    <a:pt x="690" y="1622"/>
                  </a:cubicBezTo>
                  <a:cubicBezTo>
                    <a:pt x="930" y="1573"/>
                    <a:pt x="1179" y="1524"/>
                    <a:pt x="1391" y="1524"/>
                  </a:cubicBezTo>
                  <a:cubicBezTo>
                    <a:pt x="1405" y="1524"/>
                    <a:pt x="1419" y="1524"/>
                    <a:pt x="1432" y="1524"/>
                  </a:cubicBezTo>
                  <a:cubicBezTo>
                    <a:pt x="1441" y="1525"/>
                    <a:pt x="1450" y="1525"/>
                    <a:pt x="1459" y="1525"/>
                  </a:cubicBezTo>
                  <a:cubicBezTo>
                    <a:pt x="1986" y="1525"/>
                    <a:pt x="3225" y="1132"/>
                    <a:pt x="3260" y="947"/>
                  </a:cubicBezTo>
                  <a:cubicBezTo>
                    <a:pt x="3274" y="863"/>
                    <a:pt x="3179" y="821"/>
                    <a:pt x="2972" y="751"/>
                  </a:cubicBezTo>
                  <a:cubicBezTo>
                    <a:pt x="2829" y="702"/>
                    <a:pt x="2668" y="642"/>
                    <a:pt x="2563" y="534"/>
                  </a:cubicBezTo>
                  <a:cubicBezTo>
                    <a:pt x="2506" y="471"/>
                    <a:pt x="2425" y="453"/>
                    <a:pt x="2354" y="453"/>
                  </a:cubicBezTo>
                  <a:cubicBezTo>
                    <a:pt x="2334" y="453"/>
                    <a:pt x="2315" y="454"/>
                    <a:pt x="2297" y="457"/>
                  </a:cubicBezTo>
                  <a:cubicBezTo>
                    <a:pt x="2111" y="478"/>
                    <a:pt x="1929" y="590"/>
                    <a:pt x="1877" y="684"/>
                  </a:cubicBezTo>
                  <a:cubicBezTo>
                    <a:pt x="1820" y="779"/>
                    <a:pt x="1763" y="797"/>
                    <a:pt x="1729" y="797"/>
                  </a:cubicBezTo>
                  <a:cubicBezTo>
                    <a:pt x="1726" y="797"/>
                    <a:pt x="1722" y="796"/>
                    <a:pt x="1719" y="796"/>
                  </a:cubicBezTo>
                  <a:cubicBezTo>
                    <a:pt x="1681" y="793"/>
                    <a:pt x="1646" y="768"/>
                    <a:pt x="1635" y="730"/>
                  </a:cubicBezTo>
                  <a:cubicBezTo>
                    <a:pt x="1600" y="635"/>
                    <a:pt x="1677" y="474"/>
                    <a:pt x="1838" y="313"/>
                  </a:cubicBezTo>
                  <a:cubicBezTo>
                    <a:pt x="1891" y="260"/>
                    <a:pt x="1912" y="208"/>
                    <a:pt x="1901" y="159"/>
                  </a:cubicBezTo>
                  <a:cubicBezTo>
                    <a:pt x="1880" y="89"/>
                    <a:pt x="1793" y="29"/>
                    <a:pt x="1716" y="8"/>
                  </a:cubicBezTo>
                  <a:cubicBezTo>
                    <a:pt x="1702" y="3"/>
                    <a:pt x="1687" y="1"/>
                    <a:pt x="1671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08" name="Google Shape;7166;p80">
              <a:extLst>
                <a:ext uri="{FF2B5EF4-FFF2-40B4-BE49-F238E27FC236}">
                  <a16:creationId xmlns:a16="http://schemas.microsoft.com/office/drawing/2014/main" id="{69D590B6-7F14-A2C9-CD71-034F56E2397F}"/>
                </a:ext>
              </a:extLst>
            </p:cNvPr>
            <p:cNvSpPr/>
            <p:nvPr/>
          </p:nvSpPr>
          <p:spPr>
            <a:xfrm>
              <a:off x="3087022" y="1356164"/>
              <a:ext cx="21412" cy="7834"/>
            </a:xfrm>
            <a:custGeom>
              <a:avLst/>
              <a:gdLst/>
              <a:ahLst/>
              <a:cxnLst/>
              <a:rect l="l" t="t" r="r" b="b"/>
              <a:pathLst>
                <a:path w="1577" h="577" extrusionOk="0">
                  <a:moveTo>
                    <a:pt x="714" y="0"/>
                  </a:moveTo>
                  <a:cubicBezTo>
                    <a:pt x="345" y="0"/>
                    <a:pt x="36" y="259"/>
                    <a:pt x="1" y="339"/>
                  </a:cubicBezTo>
                  <a:cubicBezTo>
                    <a:pt x="129" y="473"/>
                    <a:pt x="886" y="576"/>
                    <a:pt x="1312" y="576"/>
                  </a:cubicBezTo>
                  <a:cubicBezTo>
                    <a:pt x="1409" y="576"/>
                    <a:pt x="1490" y="571"/>
                    <a:pt x="1541" y="559"/>
                  </a:cubicBezTo>
                  <a:cubicBezTo>
                    <a:pt x="1576" y="552"/>
                    <a:pt x="1576" y="542"/>
                    <a:pt x="1576" y="531"/>
                  </a:cubicBezTo>
                  <a:cubicBezTo>
                    <a:pt x="1573" y="402"/>
                    <a:pt x="1219" y="73"/>
                    <a:pt x="834" y="10"/>
                  </a:cubicBezTo>
                  <a:cubicBezTo>
                    <a:pt x="794" y="3"/>
                    <a:pt x="754" y="0"/>
                    <a:pt x="714" y="0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09" name="Google Shape;7167;p80">
              <a:extLst>
                <a:ext uri="{FF2B5EF4-FFF2-40B4-BE49-F238E27FC236}">
                  <a16:creationId xmlns:a16="http://schemas.microsoft.com/office/drawing/2014/main" id="{13779504-CE31-311B-3AF8-66CD938E36D9}"/>
                </a:ext>
              </a:extLst>
            </p:cNvPr>
            <p:cNvSpPr/>
            <p:nvPr/>
          </p:nvSpPr>
          <p:spPr>
            <a:xfrm>
              <a:off x="2249874" y="1296871"/>
              <a:ext cx="1208533" cy="418540"/>
            </a:xfrm>
            <a:custGeom>
              <a:avLst/>
              <a:gdLst/>
              <a:ahLst/>
              <a:cxnLst/>
              <a:rect l="l" t="t" r="r" b="b"/>
              <a:pathLst>
                <a:path w="89010" h="30826" extrusionOk="0">
                  <a:moveTo>
                    <a:pt x="44495" y="20619"/>
                  </a:moveTo>
                  <a:cubicBezTo>
                    <a:pt x="44507" y="20619"/>
                    <a:pt x="44519" y="20620"/>
                    <a:pt x="44532" y="20624"/>
                  </a:cubicBezTo>
                  <a:cubicBezTo>
                    <a:pt x="44577" y="20641"/>
                    <a:pt x="44609" y="20683"/>
                    <a:pt x="44612" y="20732"/>
                  </a:cubicBezTo>
                  <a:cubicBezTo>
                    <a:pt x="44686" y="21048"/>
                    <a:pt x="44371" y="22301"/>
                    <a:pt x="43950" y="22675"/>
                  </a:cubicBezTo>
                  <a:cubicBezTo>
                    <a:pt x="43733" y="22871"/>
                    <a:pt x="43425" y="22994"/>
                    <a:pt x="43156" y="23106"/>
                  </a:cubicBezTo>
                  <a:cubicBezTo>
                    <a:pt x="42865" y="23222"/>
                    <a:pt x="42589" y="23334"/>
                    <a:pt x="42589" y="23477"/>
                  </a:cubicBezTo>
                  <a:cubicBezTo>
                    <a:pt x="42589" y="23680"/>
                    <a:pt x="42326" y="23803"/>
                    <a:pt x="42106" y="23869"/>
                  </a:cubicBezTo>
                  <a:cubicBezTo>
                    <a:pt x="41920" y="23925"/>
                    <a:pt x="41727" y="23953"/>
                    <a:pt x="41531" y="23960"/>
                  </a:cubicBezTo>
                  <a:cubicBezTo>
                    <a:pt x="41402" y="23960"/>
                    <a:pt x="41293" y="23939"/>
                    <a:pt x="41255" y="23876"/>
                  </a:cubicBezTo>
                  <a:cubicBezTo>
                    <a:pt x="41237" y="23852"/>
                    <a:pt x="41234" y="23820"/>
                    <a:pt x="41244" y="23792"/>
                  </a:cubicBezTo>
                  <a:cubicBezTo>
                    <a:pt x="41265" y="23722"/>
                    <a:pt x="41360" y="23694"/>
                    <a:pt x="41531" y="23638"/>
                  </a:cubicBezTo>
                  <a:cubicBezTo>
                    <a:pt x="41783" y="23558"/>
                    <a:pt x="42169" y="23432"/>
                    <a:pt x="42295" y="23159"/>
                  </a:cubicBezTo>
                  <a:cubicBezTo>
                    <a:pt x="42407" y="22903"/>
                    <a:pt x="42673" y="22714"/>
                    <a:pt x="42953" y="22511"/>
                  </a:cubicBezTo>
                  <a:cubicBezTo>
                    <a:pt x="43247" y="22304"/>
                    <a:pt x="43551" y="22087"/>
                    <a:pt x="43754" y="21769"/>
                  </a:cubicBezTo>
                  <a:cubicBezTo>
                    <a:pt x="43856" y="21604"/>
                    <a:pt x="43950" y="21415"/>
                    <a:pt x="44045" y="21230"/>
                  </a:cubicBezTo>
                  <a:cubicBezTo>
                    <a:pt x="44226" y="20865"/>
                    <a:pt x="44350" y="20619"/>
                    <a:pt x="44495" y="20619"/>
                  </a:cubicBezTo>
                  <a:close/>
                  <a:moveTo>
                    <a:pt x="41372" y="0"/>
                  </a:moveTo>
                  <a:cubicBezTo>
                    <a:pt x="41295" y="0"/>
                    <a:pt x="41205" y="24"/>
                    <a:pt x="41087" y="56"/>
                  </a:cubicBezTo>
                  <a:cubicBezTo>
                    <a:pt x="40982" y="84"/>
                    <a:pt x="40852" y="123"/>
                    <a:pt x="40684" y="154"/>
                  </a:cubicBezTo>
                  <a:cubicBezTo>
                    <a:pt x="40474" y="193"/>
                    <a:pt x="40383" y="305"/>
                    <a:pt x="40299" y="417"/>
                  </a:cubicBezTo>
                  <a:cubicBezTo>
                    <a:pt x="40240" y="491"/>
                    <a:pt x="40184" y="561"/>
                    <a:pt x="40093" y="603"/>
                  </a:cubicBezTo>
                  <a:cubicBezTo>
                    <a:pt x="39945" y="669"/>
                    <a:pt x="39746" y="879"/>
                    <a:pt x="39721" y="956"/>
                  </a:cubicBezTo>
                  <a:cubicBezTo>
                    <a:pt x="39875" y="995"/>
                    <a:pt x="39868" y="1103"/>
                    <a:pt x="39861" y="1166"/>
                  </a:cubicBezTo>
                  <a:cubicBezTo>
                    <a:pt x="39858" y="1191"/>
                    <a:pt x="39858" y="1215"/>
                    <a:pt x="39861" y="1240"/>
                  </a:cubicBezTo>
                  <a:cubicBezTo>
                    <a:pt x="39875" y="1285"/>
                    <a:pt x="39861" y="1334"/>
                    <a:pt x="39830" y="1369"/>
                  </a:cubicBezTo>
                  <a:cubicBezTo>
                    <a:pt x="39786" y="1415"/>
                    <a:pt x="39712" y="1430"/>
                    <a:pt x="39635" y="1430"/>
                  </a:cubicBezTo>
                  <a:cubicBezTo>
                    <a:pt x="39582" y="1430"/>
                    <a:pt x="39528" y="1423"/>
                    <a:pt x="39480" y="1415"/>
                  </a:cubicBezTo>
                  <a:cubicBezTo>
                    <a:pt x="39421" y="1404"/>
                    <a:pt x="39336" y="1399"/>
                    <a:pt x="39244" y="1399"/>
                  </a:cubicBezTo>
                  <a:cubicBezTo>
                    <a:pt x="39031" y="1399"/>
                    <a:pt x="38779" y="1426"/>
                    <a:pt x="38727" y="1467"/>
                  </a:cubicBezTo>
                  <a:cubicBezTo>
                    <a:pt x="38741" y="1506"/>
                    <a:pt x="38853" y="1555"/>
                    <a:pt x="38906" y="1579"/>
                  </a:cubicBezTo>
                  <a:cubicBezTo>
                    <a:pt x="39004" y="1625"/>
                    <a:pt x="39105" y="1670"/>
                    <a:pt x="39077" y="1758"/>
                  </a:cubicBezTo>
                  <a:cubicBezTo>
                    <a:pt x="39067" y="1789"/>
                    <a:pt x="39042" y="1810"/>
                    <a:pt x="39014" y="1821"/>
                  </a:cubicBezTo>
                  <a:cubicBezTo>
                    <a:pt x="38996" y="1828"/>
                    <a:pt x="38973" y="1832"/>
                    <a:pt x="38947" y="1832"/>
                  </a:cubicBezTo>
                  <a:cubicBezTo>
                    <a:pt x="38829" y="1832"/>
                    <a:pt x="38653" y="1762"/>
                    <a:pt x="38570" y="1716"/>
                  </a:cubicBezTo>
                  <a:cubicBezTo>
                    <a:pt x="38537" y="1697"/>
                    <a:pt x="38487" y="1688"/>
                    <a:pt x="38434" y="1688"/>
                  </a:cubicBezTo>
                  <a:cubicBezTo>
                    <a:pt x="38386" y="1688"/>
                    <a:pt x="38334" y="1696"/>
                    <a:pt x="38290" y="1712"/>
                  </a:cubicBezTo>
                  <a:cubicBezTo>
                    <a:pt x="38248" y="1723"/>
                    <a:pt x="38209" y="1751"/>
                    <a:pt x="38185" y="1789"/>
                  </a:cubicBezTo>
                  <a:cubicBezTo>
                    <a:pt x="38164" y="1842"/>
                    <a:pt x="38118" y="1884"/>
                    <a:pt x="38062" y="1905"/>
                  </a:cubicBezTo>
                  <a:cubicBezTo>
                    <a:pt x="38014" y="1921"/>
                    <a:pt x="37965" y="1929"/>
                    <a:pt x="37916" y="1929"/>
                  </a:cubicBezTo>
                  <a:cubicBezTo>
                    <a:pt x="37857" y="1929"/>
                    <a:pt x="37799" y="1917"/>
                    <a:pt x="37743" y="1894"/>
                  </a:cubicBezTo>
                  <a:cubicBezTo>
                    <a:pt x="37708" y="1894"/>
                    <a:pt x="37673" y="1901"/>
                    <a:pt x="37642" y="1912"/>
                  </a:cubicBezTo>
                  <a:cubicBezTo>
                    <a:pt x="37594" y="1923"/>
                    <a:pt x="37539" y="1936"/>
                    <a:pt x="37484" y="1936"/>
                  </a:cubicBezTo>
                  <a:cubicBezTo>
                    <a:pt x="37453" y="1936"/>
                    <a:pt x="37423" y="1932"/>
                    <a:pt x="37393" y="1922"/>
                  </a:cubicBezTo>
                  <a:cubicBezTo>
                    <a:pt x="37358" y="1912"/>
                    <a:pt x="37334" y="1887"/>
                    <a:pt x="37323" y="1852"/>
                  </a:cubicBezTo>
                  <a:cubicBezTo>
                    <a:pt x="37313" y="1789"/>
                    <a:pt x="37365" y="1740"/>
                    <a:pt x="37428" y="1681"/>
                  </a:cubicBezTo>
                  <a:cubicBezTo>
                    <a:pt x="37460" y="1656"/>
                    <a:pt x="37488" y="1625"/>
                    <a:pt x="37512" y="1593"/>
                  </a:cubicBezTo>
                  <a:cubicBezTo>
                    <a:pt x="37481" y="1586"/>
                    <a:pt x="37448" y="1582"/>
                    <a:pt x="37416" y="1582"/>
                  </a:cubicBezTo>
                  <a:cubicBezTo>
                    <a:pt x="37374" y="1582"/>
                    <a:pt x="37332" y="1588"/>
                    <a:pt x="37292" y="1600"/>
                  </a:cubicBezTo>
                  <a:cubicBezTo>
                    <a:pt x="37187" y="1628"/>
                    <a:pt x="37124" y="1677"/>
                    <a:pt x="37113" y="1709"/>
                  </a:cubicBezTo>
                  <a:cubicBezTo>
                    <a:pt x="37106" y="1747"/>
                    <a:pt x="37078" y="1779"/>
                    <a:pt x="37043" y="1793"/>
                  </a:cubicBezTo>
                  <a:cubicBezTo>
                    <a:pt x="37028" y="1800"/>
                    <a:pt x="37011" y="1802"/>
                    <a:pt x="36994" y="1802"/>
                  </a:cubicBezTo>
                  <a:cubicBezTo>
                    <a:pt x="36940" y="1802"/>
                    <a:pt x="36882" y="1772"/>
                    <a:pt x="36826" y="1740"/>
                  </a:cubicBezTo>
                  <a:cubicBezTo>
                    <a:pt x="36791" y="1719"/>
                    <a:pt x="36756" y="1705"/>
                    <a:pt x="36718" y="1695"/>
                  </a:cubicBezTo>
                  <a:lnTo>
                    <a:pt x="36683" y="1712"/>
                  </a:lnTo>
                  <a:cubicBezTo>
                    <a:pt x="36578" y="1772"/>
                    <a:pt x="36469" y="1824"/>
                    <a:pt x="36357" y="1873"/>
                  </a:cubicBezTo>
                  <a:cubicBezTo>
                    <a:pt x="36313" y="1892"/>
                    <a:pt x="36263" y="1898"/>
                    <a:pt x="36213" y="1898"/>
                  </a:cubicBezTo>
                  <a:cubicBezTo>
                    <a:pt x="36158" y="1898"/>
                    <a:pt x="36103" y="1891"/>
                    <a:pt x="36053" y="1884"/>
                  </a:cubicBezTo>
                  <a:cubicBezTo>
                    <a:pt x="36012" y="1878"/>
                    <a:pt x="35967" y="1872"/>
                    <a:pt x="35931" y="1872"/>
                  </a:cubicBezTo>
                  <a:cubicBezTo>
                    <a:pt x="35901" y="1872"/>
                    <a:pt x="35878" y="1876"/>
                    <a:pt x="35871" y="1887"/>
                  </a:cubicBezTo>
                  <a:cubicBezTo>
                    <a:pt x="35892" y="1915"/>
                    <a:pt x="35993" y="1947"/>
                    <a:pt x="36035" y="1964"/>
                  </a:cubicBezTo>
                  <a:cubicBezTo>
                    <a:pt x="36133" y="1996"/>
                    <a:pt x="36196" y="2017"/>
                    <a:pt x="36207" y="2076"/>
                  </a:cubicBezTo>
                  <a:cubicBezTo>
                    <a:pt x="36210" y="2097"/>
                    <a:pt x="36203" y="2118"/>
                    <a:pt x="36189" y="2132"/>
                  </a:cubicBezTo>
                  <a:cubicBezTo>
                    <a:pt x="36158" y="2174"/>
                    <a:pt x="36088" y="2181"/>
                    <a:pt x="35772" y="2206"/>
                  </a:cubicBezTo>
                  <a:cubicBezTo>
                    <a:pt x="35615" y="2216"/>
                    <a:pt x="35356" y="2234"/>
                    <a:pt x="35293" y="2262"/>
                  </a:cubicBezTo>
                  <a:cubicBezTo>
                    <a:pt x="35244" y="2367"/>
                    <a:pt x="35044" y="2378"/>
                    <a:pt x="34621" y="2385"/>
                  </a:cubicBezTo>
                  <a:lnTo>
                    <a:pt x="34551" y="2385"/>
                  </a:lnTo>
                  <a:cubicBezTo>
                    <a:pt x="34379" y="2392"/>
                    <a:pt x="34348" y="2430"/>
                    <a:pt x="34306" y="2479"/>
                  </a:cubicBezTo>
                  <a:cubicBezTo>
                    <a:pt x="34243" y="2563"/>
                    <a:pt x="34152" y="2616"/>
                    <a:pt x="34050" y="2626"/>
                  </a:cubicBezTo>
                  <a:lnTo>
                    <a:pt x="33959" y="2644"/>
                  </a:lnTo>
                  <a:cubicBezTo>
                    <a:pt x="33738" y="2686"/>
                    <a:pt x="33647" y="2703"/>
                    <a:pt x="33577" y="2808"/>
                  </a:cubicBezTo>
                  <a:cubicBezTo>
                    <a:pt x="33514" y="2903"/>
                    <a:pt x="33409" y="2962"/>
                    <a:pt x="33297" y="2966"/>
                  </a:cubicBezTo>
                  <a:cubicBezTo>
                    <a:pt x="33286" y="2967"/>
                    <a:pt x="33275" y="2968"/>
                    <a:pt x="33265" y="2968"/>
                  </a:cubicBezTo>
                  <a:cubicBezTo>
                    <a:pt x="33183" y="2968"/>
                    <a:pt x="33108" y="2933"/>
                    <a:pt x="33052" y="2871"/>
                  </a:cubicBezTo>
                  <a:cubicBezTo>
                    <a:pt x="33041" y="2863"/>
                    <a:pt x="33027" y="2856"/>
                    <a:pt x="33013" y="2856"/>
                  </a:cubicBezTo>
                  <a:cubicBezTo>
                    <a:pt x="33010" y="2856"/>
                    <a:pt x="33006" y="2857"/>
                    <a:pt x="33003" y="2857"/>
                  </a:cubicBezTo>
                  <a:cubicBezTo>
                    <a:pt x="32993" y="2857"/>
                    <a:pt x="32979" y="2861"/>
                    <a:pt x="32965" y="2864"/>
                  </a:cubicBezTo>
                  <a:cubicBezTo>
                    <a:pt x="32986" y="2875"/>
                    <a:pt x="33000" y="2892"/>
                    <a:pt x="33007" y="2913"/>
                  </a:cubicBezTo>
                  <a:cubicBezTo>
                    <a:pt x="33021" y="2962"/>
                    <a:pt x="33003" y="3011"/>
                    <a:pt x="32965" y="3043"/>
                  </a:cubicBezTo>
                  <a:cubicBezTo>
                    <a:pt x="32931" y="3082"/>
                    <a:pt x="32881" y="3102"/>
                    <a:pt x="32830" y="3102"/>
                  </a:cubicBezTo>
                  <a:cubicBezTo>
                    <a:pt x="32813" y="3102"/>
                    <a:pt x="32796" y="3100"/>
                    <a:pt x="32779" y="3095"/>
                  </a:cubicBezTo>
                  <a:cubicBezTo>
                    <a:pt x="32755" y="3095"/>
                    <a:pt x="32730" y="3102"/>
                    <a:pt x="32706" y="3116"/>
                  </a:cubicBezTo>
                  <a:cubicBezTo>
                    <a:pt x="32755" y="3130"/>
                    <a:pt x="32793" y="3162"/>
                    <a:pt x="32818" y="3207"/>
                  </a:cubicBezTo>
                  <a:cubicBezTo>
                    <a:pt x="32853" y="3270"/>
                    <a:pt x="32846" y="3351"/>
                    <a:pt x="32797" y="3407"/>
                  </a:cubicBezTo>
                  <a:cubicBezTo>
                    <a:pt x="32771" y="3436"/>
                    <a:pt x="32737" y="3453"/>
                    <a:pt x="32699" y="3453"/>
                  </a:cubicBezTo>
                  <a:cubicBezTo>
                    <a:pt x="32695" y="3453"/>
                    <a:pt x="32692" y="3453"/>
                    <a:pt x="32688" y="3452"/>
                  </a:cubicBezTo>
                  <a:lnTo>
                    <a:pt x="32688" y="3452"/>
                  </a:lnTo>
                  <a:cubicBezTo>
                    <a:pt x="32793" y="3487"/>
                    <a:pt x="32870" y="3578"/>
                    <a:pt x="32884" y="3687"/>
                  </a:cubicBezTo>
                  <a:cubicBezTo>
                    <a:pt x="32888" y="3715"/>
                    <a:pt x="32881" y="3746"/>
                    <a:pt x="32856" y="3767"/>
                  </a:cubicBezTo>
                  <a:cubicBezTo>
                    <a:pt x="32834" y="3790"/>
                    <a:pt x="32805" y="3798"/>
                    <a:pt x="32770" y="3798"/>
                  </a:cubicBezTo>
                  <a:cubicBezTo>
                    <a:pt x="32733" y="3798"/>
                    <a:pt x="32688" y="3789"/>
                    <a:pt x="32636" y="3778"/>
                  </a:cubicBezTo>
                  <a:cubicBezTo>
                    <a:pt x="32600" y="3770"/>
                    <a:pt x="32535" y="3759"/>
                    <a:pt x="32494" y="3759"/>
                  </a:cubicBezTo>
                  <a:cubicBezTo>
                    <a:pt x="32479" y="3759"/>
                    <a:pt x="32467" y="3760"/>
                    <a:pt x="32461" y="3764"/>
                  </a:cubicBezTo>
                  <a:cubicBezTo>
                    <a:pt x="32513" y="3785"/>
                    <a:pt x="32569" y="3799"/>
                    <a:pt x="32625" y="3799"/>
                  </a:cubicBezTo>
                  <a:cubicBezTo>
                    <a:pt x="32734" y="3813"/>
                    <a:pt x="32762" y="3848"/>
                    <a:pt x="32779" y="3914"/>
                  </a:cubicBezTo>
                  <a:cubicBezTo>
                    <a:pt x="32786" y="3953"/>
                    <a:pt x="32807" y="3988"/>
                    <a:pt x="32839" y="4009"/>
                  </a:cubicBezTo>
                  <a:cubicBezTo>
                    <a:pt x="32849" y="4019"/>
                    <a:pt x="32860" y="4030"/>
                    <a:pt x="32870" y="4044"/>
                  </a:cubicBezTo>
                  <a:cubicBezTo>
                    <a:pt x="32954" y="4142"/>
                    <a:pt x="32888" y="4222"/>
                    <a:pt x="32856" y="4257"/>
                  </a:cubicBezTo>
                  <a:cubicBezTo>
                    <a:pt x="32839" y="4282"/>
                    <a:pt x="32825" y="4296"/>
                    <a:pt x="32828" y="4306"/>
                  </a:cubicBezTo>
                  <a:cubicBezTo>
                    <a:pt x="32839" y="4366"/>
                    <a:pt x="32814" y="4422"/>
                    <a:pt x="32765" y="4454"/>
                  </a:cubicBezTo>
                  <a:cubicBezTo>
                    <a:pt x="32737" y="4475"/>
                    <a:pt x="32703" y="4486"/>
                    <a:pt x="32669" y="4486"/>
                  </a:cubicBezTo>
                  <a:cubicBezTo>
                    <a:pt x="32648" y="4486"/>
                    <a:pt x="32627" y="4482"/>
                    <a:pt x="32608" y="4475"/>
                  </a:cubicBezTo>
                  <a:cubicBezTo>
                    <a:pt x="32573" y="4454"/>
                    <a:pt x="32548" y="4419"/>
                    <a:pt x="32545" y="4380"/>
                  </a:cubicBezTo>
                  <a:cubicBezTo>
                    <a:pt x="32486" y="4355"/>
                    <a:pt x="32422" y="4343"/>
                    <a:pt x="32359" y="4343"/>
                  </a:cubicBezTo>
                  <a:cubicBezTo>
                    <a:pt x="32344" y="4343"/>
                    <a:pt x="32329" y="4344"/>
                    <a:pt x="32314" y="4345"/>
                  </a:cubicBezTo>
                  <a:cubicBezTo>
                    <a:pt x="32212" y="4345"/>
                    <a:pt x="32156" y="4370"/>
                    <a:pt x="32142" y="4384"/>
                  </a:cubicBezTo>
                  <a:lnTo>
                    <a:pt x="32139" y="4391"/>
                  </a:lnTo>
                  <a:cubicBezTo>
                    <a:pt x="32076" y="4464"/>
                    <a:pt x="32016" y="4534"/>
                    <a:pt x="31932" y="4541"/>
                  </a:cubicBezTo>
                  <a:cubicBezTo>
                    <a:pt x="31880" y="4541"/>
                    <a:pt x="31827" y="4520"/>
                    <a:pt x="31789" y="4478"/>
                  </a:cubicBezTo>
                  <a:cubicBezTo>
                    <a:pt x="31774" y="4465"/>
                    <a:pt x="31744" y="4460"/>
                    <a:pt x="31703" y="4460"/>
                  </a:cubicBezTo>
                  <a:cubicBezTo>
                    <a:pt x="31638" y="4460"/>
                    <a:pt x="31546" y="4473"/>
                    <a:pt x="31452" y="4489"/>
                  </a:cubicBezTo>
                  <a:cubicBezTo>
                    <a:pt x="31312" y="4513"/>
                    <a:pt x="31169" y="4531"/>
                    <a:pt x="31029" y="4538"/>
                  </a:cubicBezTo>
                  <a:lnTo>
                    <a:pt x="31015" y="4538"/>
                  </a:lnTo>
                  <a:cubicBezTo>
                    <a:pt x="30626" y="4555"/>
                    <a:pt x="29825" y="4587"/>
                    <a:pt x="29632" y="4653"/>
                  </a:cubicBezTo>
                  <a:cubicBezTo>
                    <a:pt x="29527" y="4695"/>
                    <a:pt x="29443" y="4786"/>
                    <a:pt x="29415" y="4898"/>
                  </a:cubicBezTo>
                  <a:cubicBezTo>
                    <a:pt x="29397" y="4965"/>
                    <a:pt x="29418" y="5038"/>
                    <a:pt x="29467" y="5087"/>
                  </a:cubicBezTo>
                  <a:cubicBezTo>
                    <a:pt x="29629" y="5248"/>
                    <a:pt x="29565" y="5367"/>
                    <a:pt x="29527" y="5444"/>
                  </a:cubicBezTo>
                  <a:cubicBezTo>
                    <a:pt x="29509" y="5469"/>
                    <a:pt x="29499" y="5493"/>
                    <a:pt x="29495" y="5521"/>
                  </a:cubicBezTo>
                  <a:cubicBezTo>
                    <a:pt x="29516" y="5598"/>
                    <a:pt x="29937" y="5829"/>
                    <a:pt x="30182" y="5854"/>
                  </a:cubicBezTo>
                  <a:cubicBezTo>
                    <a:pt x="30357" y="5875"/>
                    <a:pt x="30504" y="5987"/>
                    <a:pt x="30574" y="6148"/>
                  </a:cubicBezTo>
                  <a:cubicBezTo>
                    <a:pt x="30630" y="6260"/>
                    <a:pt x="30616" y="6393"/>
                    <a:pt x="30542" y="6495"/>
                  </a:cubicBezTo>
                  <a:cubicBezTo>
                    <a:pt x="30490" y="6561"/>
                    <a:pt x="30414" y="6588"/>
                    <a:pt x="30326" y="6588"/>
                  </a:cubicBezTo>
                  <a:cubicBezTo>
                    <a:pt x="30078" y="6588"/>
                    <a:pt x="29729" y="6372"/>
                    <a:pt x="29520" y="6204"/>
                  </a:cubicBezTo>
                  <a:cubicBezTo>
                    <a:pt x="29254" y="5996"/>
                    <a:pt x="28639" y="5894"/>
                    <a:pt x="28370" y="5894"/>
                  </a:cubicBezTo>
                  <a:cubicBezTo>
                    <a:pt x="28348" y="5894"/>
                    <a:pt x="28329" y="5895"/>
                    <a:pt x="28312" y="5896"/>
                  </a:cubicBezTo>
                  <a:cubicBezTo>
                    <a:pt x="28303" y="5897"/>
                    <a:pt x="28293" y="5897"/>
                    <a:pt x="28285" y="5897"/>
                  </a:cubicBezTo>
                  <a:cubicBezTo>
                    <a:pt x="28153" y="5897"/>
                    <a:pt x="28111" y="5826"/>
                    <a:pt x="28081" y="5773"/>
                  </a:cubicBezTo>
                  <a:cubicBezTo>
                    <a:pt x="28048" y="5720"/>
                    <a:pt x="28034" y="5693"/>
                    <a:pt x="27932" y="5693"/>
                  </a:cubicBezTo>
                  <a:cubicBezTo>
                    <a:pt x="27926" y="5693"/>
                    <a:pt x="27920" y="5693"/>
                    <a:pt x="27913" y="5693"/>
                  </a:cubicBezTo>
                  <a:cubicBezTo>
                    <a:pt x="27784" y="5696"/>
                    <a:pt x="27661" y="5749"/>
                    <a:pt x="27570" y="5836"/>
                  </a:cubicBezTo>
                  <a:lnTo>
                    <a:pt x="27637" y="5836"/>
                  </a:lnTo>
                  <a:cubicBezTo>
                    <a:pt x="27650" y="5836"/>
                    <a:pt x="27663" y="5836"/>
                    <a:pt x="27676" y="5836"/>
                  </a:cubicBezTo>
                  <a:cubicBezTo>
                    <a:pt x="27795" y="5836"/>
                    <a:pt x="27863" y="5839"/>
                    <a:pt x="27885" y="5899"/>
                  </a:cubicBezTo>
                  <a:cubicBezTo>
                    <a:pt x="27899" y="5941"/>
                    <a:pt x="27885" y="5987"/>
                    <a:pt x="27850" y="6015"/>
                  </a:cubicBezTo>
                  <a:lnTo>
                    <a:pt x="27885" y="6022"/>
                  </a:lnTo>
                  <a:cubicBezTo>
                    <a:pt x="27966" y="6043"/>
                    <a:pt x="28039" y="6071"/>
                    <a:pt x="28113" y="6102"/>
                  </a:cubicBezTo>
                  <a:cubicBezTo>
                    <a:pt x="28183" y="6130"/>
                    <a:pt x="28221" y="6172"/>
                    <a:pt x="28225" y="6221"/>
                  </a:cubicBezTo>
                  <a:cubicBezTo>
                    <a:pt x="28225" y="6270"/>
                    <a:pt x="28193" y="6316"/>
                    <a:pt x="28148" y="6337"/>
                  </a:cubicBezTo>
                  <a:cubicBezTo>
                    <a:pt x="28096" y="6365"/>
                    <a:pt x="28010" y="6386"/>
                    <a:pt x="27915" y="6386"/>
                  </a:cubicBezTo>
                  <a:cubicBezTo>
                    <a:pt x="27810" y="6386"/>
                    <a:pt x="27693" y="6361"/>
                    <a:pt x="27598" y="6295"/>
                  </a:cubicBezTo>
                  <a:cubicBezTo>
                    <a:pt x="27539" y="6254"/>
                    <a:pt x="27472" y="6234"/>
                    <a:pt x="27403" y="6234"/>
                  </a:cubicBezTo>
                  <a:cubicBezTo>
                    <a:pt x="27377" y="6234"/>
                    <a:pt x="27351" y="6237"/>
                    <a:pt x="27325" y="6242"/>
                  </a:cubicBezTo>
                  <a:cubicBezTo>
                    <a:pt x="27234" y="6263"/>
                    <a:pt x="27153" y="6319"/>
                    <a:pt x="27101" y="6396"/>
                  </a:cubicBezTo>
                  <a:cubicBezTo>
                    <a:pt x="27101" y="6396"/>
                    <a:pt x="27097" y="6414"/>
                    <a:pt x="27115" y="6449"/>
                  </a:cubicBezTo>
                  <a:cubicBezTo>
                    <a:pt x="27181" y="6589"/>
                    <a:pt x="27458" y="6817"/>
                    <a:pt x="27780" y="6866"/>
                  </a:cubicBezTo>
                  <a:cubicBezTo>
                    <a:pt x="28057" y="6904"/>
                    <a:pt x="28127" y="6974"/>
                    <a:pt x="28186" y="7062"/>
                  </a:cubicBezTo>
                  <a:cubicBezTo>
                    <a:pt x="28211" y="7100"/>
                    <a:pt x="28246" y="7128"/>
                    <a:pt x="28288" y="7142"/>
                  </a:cubicBezTo>
                  <a:cubicBezTo>
                    <a:pt x="28393" y="7181"/>
                    <a:pt x="28438" y="7230"/>
                    <a:pt x="28431" y="7296"/>
                  </a:cubicBezTo>
                  <a:cubicBezTo>
                    <a:pt x="28417" y="7394"/>
                    <a:pt x="28270" y="7426"/>
                    <a:pt x="28190" y="7433"/>
                  </a:cubicBezTo>
                  <a:cubicBezTo>
                    <a:pt x="28188" y="7433"/>
                    <a:pt x="28185" y="7433"/>
                    <a:pt x="28183" y="7433"/>
                  </a:cubicBezTo>
                  <a:cubicBezTo>
                    <a:pt x="28069" y="7433"/>
                    <a:pt x="27924" y="7343"/>
                    <a:pt x="27749" y="7233"/>
                  </a:cubicBezTo>
                  <a:cubicBezTo>
                    <a:pt x="27672" y="7188"/>
                    <a:pt x="27595" y="7139"/>
                    <a:pt x="27524" y="7104"/>
                  </a:cubicBezTo>
                  <a:cubicBezTo>
                    <a:pt x="27472" y="7075"/>
                    <a:pt x="27384" y="7067"/>
                    <a:pt x="27286" y="7067"/>
                  </a:cubicBezTo>
                  <a:cubicBezTo>
                    <a:pt x="27216" y="7067"/>
                    <a:pt x="27140" y="7071"/>
                    <a:pt x="27069" y="7076"/>
                  </a:cubicBezTo>
                  <a:cubicBezTo>
                    <a:pt x="26997" y="7079"/>
                    <a:pt x="26928" y="7083"/>
                    <a:pt x="26866" y="7083"/>
                  </a:cubicBezTo>
                  <a:cubicBezTo>
                    <a:pt x="26736" y="7083"/>
                    <a:pt x="26632" y="7068"/>
                    <a:pt x="26576" y="7009"/>
                  </a:cubicBezTo>
                  <a:cubicBezTo>
                    <a:pt x="26488" y="6915"/>
                    <a:pt x="26523" y="6813"/>
                    <a:pt x="26544" y="6747"/>
                  </a:cubicBezTo>
                  <a:cubicBezTo>
                    <a:pt x="26569" y="6680"/>
                    <a:pt x="26565" y="6673"/>
                    <a:pt x="26548" y="6659"/>
                  </a:cubicBezTo>
                  <a:cubicBezTo>
                    <a:pt x="26383" y="6516"/>
                    <a:pt x="26537" y="6232"/>
                    <a:pt x="26667" y="6032"/>
                  </a:cubicBezTo>
                  <a:cubicBezTo>
                    <a:pt x="26719" y="5948"/>
                    <a:pt x="26723" y="5822"/>
                    <a:pt x="26677" y="5696"/>
                  </a:cubicBezTo>
                  <a:cubicBezTo>
                    <a:pt x="26632" y="5570"/>
                    <a:pt x="26548" y="5476"/>
                    <a:pt x="26467" y="5451"/>
                  </a:cubicBezTo>
                  <a:cubicBezTo>
                    <a:pt x="26454" y="5447"/>
                    <a:pt x="26433" y="5440"/>
                    <a:pt x="26414" y="5440"/>
                  </a:cubicBezTo>
                  <a:cubicBezTo>
                    <a:pt x="26403" y="5440"/>
                    <a:pt x="26392" y="5443"/>
                    <a:pt x="26387" y="5451"/>
                  </a:cubicBezTo>
                  <a:cubicBezTo>
                    <a:pt x="26373" y="5490"/>
                    <a:pt x="26373" y="5532"/>
                    <a:pt x="26394" y="5567"/>
                  </a:cubicBezTo>
                  <a:cubicBezTo>
                    <a:pt x="26464" y="5661"/>
                    <a:pt x="26432" y="6001"/>
                    <a:pt x="26254" y="6221"/>
                  </a:cubicBezTo>
                  <a:cubicBezTo>
                    <a:pt x="26159" y="6344"/>
                    <a:pt x="25981" y="6396"/>
                    <a:pt x="25823" y="6442"/>
                  </a:cubicBezTo>
                  <a:cubicBezTo>
                    <a:pt x="25746" y="6463"/>
                    <a:pt x="25634" y="6498"/>
                    <a:pt x="25613" y="6523"/>
                  </a:cubicBezTo>
                  <a:cubicBezTo>
                    <a:pt x="25613" y="6617"/>
                    <a:pt x="25526" y="6684"/>
                    <a:pt x="25456" y="6743"/>
                  </a:cubicBezTo>
                  <a:cubicBezTo>
                    <a:pt x="25427" y="6764"/>
                    <a:pt x="25399" y="6785"/>
                    <a:pt x="25378" y="6813"/>
                  </a:cubicBezTo>
                  <a:cubicBezTo>
                    <a:pt x="25501" y="6922"/>
                    <a:pt x="25946" y="7419"/>
                    <a:pt x="26016" y="7583"/>
                  </a:cubicBezTo>
                  <a:cubicBezTo>
                    <a:pt x="26054" y="7685"/>
                    <a:pt x="25977" y="7821"/>
                    <a:pt x="25876" y="8000"/>
                  </a:cubicBezTo>
                  <a:cubicBezTo>
                    <a:pt x="25778" y="8175"/>
                    <a:pt x="25659" y="8385"/>
                    <a:pt x="25694" y="8515"/>
                  </a:cubicBezTo>
                  <a:cubicBezTo>
                    <a:pt x="25725" y="8634"/>
                    <a:pt x="25725" y="8756"/>
                    <a:pt x="25701" y="8879"/>
                  </a:cubicBezTo>
                  <a:cubicBezTo>
                    <a:pt x="25687" y="8959"/>
                    <a:pt x="25680" y="9001"/>
                    <a:pt x="25708" y="9047"/>
                  </a:cubicBezTo>
                  <a:cubicBezTo>
                    <a:pt x="25728" y="9076"/>
                    <a:pt x="25754" y="9085"/>
                    <a:pt x="25795" y="9085"/>
                  </a:cubicBezTo>
                  <a:cubicBezTo>
                    <a:pt x="25819" y="9085"/>
                    <a:pt x="25847" y="9082"/>
                    <a:pt x="25883" y="9078"/>
                  </a:cubicBezTo>
                  <a:cubicBezTo>
                    <a:pt x="25908" y="9073"/>
                    <a:pt x="25933" y="9071"/>
                    <a:pt x="25958" y="9071"/>
                  </a:cubicBezTo>
                  <a:cubicBezTo>
                    <a:pt x="26006" y="9071"/>
                    <a:pt x="26054" y="9080"/>
                    <a:pt x="26100" y="9096"/>
                  </a:cubicBezTo>
                  <a:cubicBezTo>
                    <a:pt x="26112" y="9101"/>
                    <a:pt x="26126" y="9104"/>
                    <a:pt x="26143" y="9104"/>
                  </a:cubicBezTo>
                  <a:cubicBezTo>
                    <a:pt x="26201" y="9104"/>
                    <a:pt x="26284" y="9076"/>
                    <a:pt x="26373" y="9043"/>
                  </a:cubicBezTo>
                  <a:cubicBezTo>
                    <a:pt x="26481" y="9005"/>
                    <a:pt x="26590" y="8973"/>
                    <a:pt x="26698" y="8952"/>
                  </a:cubicBezTo>
                  <a:cubicBezTo>
                    <a:pt x="26726" y="8947"/>
                    <a:pt x="26756" y="8944"/>
                    <a:pt x="26787" y="8944"/>
                  </a:cubicBezTo>
                  <a:cubicBezTo>
                    <a:pt x="27065" y="8944"/>
                    <a:pt x="27446" y="9141"/>
                    <a:pt x="27686" y="9260"/>
                  </a:cubicBezTo>
                  <a:cubicBezTo>
                    <a:pt x="27728" y="9281"/>
                    <a:pt x="27763" y="9299"/>
                    <a:pt x="27791" y="9313"/>
                  </a:cubicBezTo>
                  <a:cubicBezTo>
                    <a:pt x="27945" y="9386"/>
                    <a:pt x="27959" y="9502"/>
                    <a:pt x="27973" y="9593"/>
                  </a:cubicBezTo>
                  <a:cubicBezTo>
                    <a:pt x="27976" y="9649"/>
                    <a:pt x="27990" y="9705"/>
                    <a:pt x="28022" y="9754"/>
                  </a:cubicBezTo>
                  <a:cubicBezTo>
                    <a:pt x="28109" y="9890"/>
                    <a:pt x="27990" y="9971"/>
                    <a:pt x="27920" y="10016"/>
                  </a:cubicBezTo>
                  <a:cubicBezTo>
                    <a:pt x="27836" y="10072"/>
                    <a:pt x="27784" y="10118"/>
                    <a:pt x="27780" y="10198"/>
                  </a:cubicBezTo>
                  <a:cubicBezTo>
                    <a:pt x="27777" y="10314"/>
                    <a:pt x="28036" y="10408"/>
                    <a:pt x="28190" y="10468"/>
                  </a:cubicBezTo>
                  <a:cubicBezTo>
                    <a:pt x="28323" y="10517"/>
                    <a:pt x="28389" y="10541"/>
                    <a:pt x="28407" y="10598"/>
                  </a:cubicBezTo>
                  <a:cubicBezTo>
                    <a:pt x="28417" y="10629"/>
                    <a:pt x="28410" y="10661"/>
                    <a:pt x="28386" y="10682"/>
                  </a:cubicBezTo>
                  <a:cubicBezTo>
                    <a:pt x="28357" y="10709"/>
                    <a:pt x="28296" y="10719"/>
                    <a:pt x="28220" y="10719"/>
                  </a:cubicBezTo>
                  <a:cubicBezTo>
                    <a:pt x="28043" y="10719"/>
                    <a:pt x="27788" y="10662"/>
                    <a:pt x="27707" y="10633"/>
                  </a:cubicBezTo>
                  <a:cubicBezTo>
                    <a:pt x="27563" y="10580"/>
                    <a:pt x="27507" y="10436"/>
                    <a:pt x="27468" y="10342"/>
                  </a:cubicBezTo>
                  <a:cubicBezTo>
                    <a:pt x="27461" y="10317"/>
                    <a:pt x="27451" y="10293"/>
                    <a:pt x="27437" y="10272"/>
                  </a:cubicBezTo>
                  <a:cubicBezTo>
                    <a:pt x="27367" y="10212"/>
                    <a:pt x="27416" y="10118"/>
                    <a:pt x="27468" y="10020"/>
                  </a:cubicBezTo>
                  <a:cubicBezTo>
                    <a:pt x="27507" y="9957"/>
                    <a:pt x="27535" y="9890"/>
                    <a:pt x="27553" y="9820"/>
                  </a:cubicBezTo>
                  <a:cubicBezTo>
                    <a:pt x="27560" y="9754"/>
                    <a:pt x="27482" y="9694"/>
                    <a:pt x="27412" y="9635"/>
                  </a:cubicBezTo>
                  <a:cubicBezTo>
                    <a:pt x="27367" y="9600"/>
                    <a:pt x="27325" y="9561"/>
                    <a:pt x="27290" y="9516"/>
                  </a:cubicBezTo>
                  <a:cubicBezTo>
                    <a:pt x="27222" y="9422"/>
                    <a:pt x="27128" y="9314"/>
                    <a:pt x="27034" y="9314"/>
                  </a:cubicBezTo>
                  <a:cubicBezTo>
                    <a:pt x="27026" y="9314"/>
                    <a:pt x="27018" y="9315"/>
                    <a:pt x="27010" y="9316"/>
                  </a:cubicBezTo>
                  <a:cubicBezTo>
                    <a:pt x="26975" y="9323"/>
                    <a:pt x="26922" y="9334"/>
                    <a:pt x="26859" y="9341"/>
                  </a:cubicBezTo>
                  <a:cubicBezTo>
                    <a:pt x="26667" y="9372"/>
                    <a:pt x="26310" y="9428"/>
                    <a:pt x="26198" y="9526"/>
                  </a:cubicBezTo>
                  <a:cubicBezTo>
                    <a:pt x="26075" y="9638"/>
                    <a:pt x="26247" y="10034"/>
                    <a:pt x="26324" y="10202"/>
                  </a:cubicBezTo>
                  <a:lnTo>
                    <a:pt x="26327" y="10212"/>
                  </a:lnTo>
                  <a:cubicBezTo>
                    <a:pt x="26397" y="10370"/>
                    <a:pt x="26222" y="10527"/>
                    <a:pt x="26068" y="10668"/>
                  </a:cubicBezTo>
                  <a:cubicBezTo>
                    <a:pt x="25995" y="10731"/>
                    <a:pt x="25876" y="10843"/>
                    <a:pt x="25879" y="10878"/>
                  </a:cubicBezTo>
                  <a:cubicBezTo>
                    <a:pt x="25900" y="11067"/>
                    <a:pt x="25732" y="11151"/>
                    <a:pt x="25519" y="11263"/>
                  </a:cubicBezTo>
                  <a:lnTo>
                    <a:pt x="25431" y="11305"/>
                  </a:lnTo>
                  <a:cubicBezTo>
                    <a:pt x="25396" y="11326"/>
                    <a:pt x="25357" y="11343"/>
                    <a:pt x="25322" y="11364"/>
                  </a:cubicBezTo>
                  <a:cubicBezTo>
                    <a:pt x="25126" y="11462"/>
                    <a:pt x="24962" y="11546"/>
                    <a:pt x="24965" y="11683"/>
                  </a:cubicBezTo>
                  <a:cubicBezTo>
                    <a:pt x="24972" y="11746"/>
                    <a:pt x="24941" y="11805"/>
                    <a:pt x="24888" y="11840"/>
                  </a:cubicBezTo>
                  <a:cubicBezTo>
                    <a:pt x="24855" y="11860"/>
                    <a:pt x="24814" y="11868"/>
                    <a:pt x="24770" y="11868"/>
                  </a:cubicBezTo>
                  <a:cubicBezTo>
                    <a:pt x="24600" y="11868"/>
                    <a:pt x="24385" y="11748"/>
                    <a:pt x="24374" y="11742"/>
                  </a:cubicBezTo>
                  <a:cubicBezTo>
                    <a:pt x="24344" y="11725"/>
                    <a:pt x="24311" y="11718"/>
                    <a:pt x="24275" y="11718"/>
                  </a:cubicBezTo>
                  <a:cubicBezTo>
                    <a:pt x="24217" y="11718"/>
                    <a:pt x="24151" y="11735"/>
                    <a:pt x="24080" y="11753"/>
                  </a:cubicBezTo>
                  <a:cubicBezTo>
                    <a:pt x="23978" y="11781"/>
                    <a:pt x="23877" y="11795"/>
                    <a:pt x="23772" y="11798"/>
                  </a:cubicBezTo>
                  <a:cubicBezTo>
                    <a:pt x="23674" y="11795"/>
                    <a:pt x="23579" y="11756"/>
                    <a:pt x="23506" y="11690"/>
                  </a:cubicBezTo>
                  <a:cubicBezTo>
                    <a:pt x="23469" y="11661"/>
                    <a:pt x="23447" y="11644"/>
                    <a:pt x="23414" y="11644"/>
                  </a:cubicBezTo>
                  <a:cubicBezTo>
                    <a:pt x="23399" y="11644"/>
                    <a:pt x="23383" y="11647"/>
                    <a:pt x="23362" y="11655"/>
                  </a:cubicBezTo>
                  <a:cubicBezTo>
                    <a:pt x="23326" y="11671"/>
                    <a:pt x="23289" y="11679"/>
                    <a:pt x="23252" y="11679"/>
                  </a:cubicBezTo>
                  <a:cubicBezTo>
                    <a:pt x="23184" y="11679"/>
                    <a:pt x="23117" y="11652"/>
                    <a:pt x="23064" y="11602"/>
                  </a:cubicBezTo>
                  <a:cubicBezTo>
                    <a:pt x="22994" y="11532"/>
                    <a:pt x="22973" y="11427"/>
                    <a:pt x="23008" y="11336"/>
                  </a:cubicBezTo>
                  <a:cubicBezTo>
                    <a:pt x="23034" y="11267"/>
                    <a:pt x="23099" y="11223"/>
                    <a:pt x="23171" y="11223"/>
                  </a:cubicBezTo>
                  <a:cubicBezTo>
                    <a:pt x="23179" y="11223"/>
                    <a:pt x="23186" y="11223"/>
                    <a:pt x="23194" y="11224"/>
                  </a:cubicBezTo>
                  <a:cubicBezTo>
                    <a:pt x="23292" y="11235"/>
                    <a:pt x="23411" y="11319"/>
                    <a:pt x="23429" y="11420"/>
                  </a:cubicBezTo>
                  <a:cubicBezTo>
                    <a:pt x="23425" y="11424"/>
                    <a:pt x="23425" y="11424"/>
                    <a:pt x="23429" y="11427"/>
                  </a:cubicBezTo>
                  <a:cubicBezTo>
                    <a:pt x="23439" y="11427"/>
                    <a:pt x="23488" y="11427"/>
                    <a:pt x="23646" y="11343"/>
                  </a:cubicBezTo>
                  <a:cubicBezTo>
                    <a:pt x="23686" y="11321"/>
                    <a:pt x="23719" y="11312"/>
                    <a:pt x="23747" y="11312"/>
                  </a:cubicBezTo>
                  <a:cubicBezTo>
                    <a:pt x="23802" y="11312"/>
                    <a:pt x="23835" y="11348"/>
                    <a:pt x="23863" y="11385"/>
                  </a:cubicBezTo>
                  <a:cubicBezTo>
                    <a:pt x="23887" y="11434"/>
                    <a:pt x="23940" y="11462"/>
                    <a:pt x="23996" y="11462"/>
                  </a:cubicBezTo>
                  <a:cubicBezTo>
                    <a:pt x="24011" y="11463"/>
                    <a:pt x="24024" y="11464"/>
                    <a:pt x="24035" y="11464"/>
                  </a:cubicBezTo>
                  <a:cubicBezTo>
                    <a:pt x="24086" y="11464"/>
                    <a:pt x="24093" y="11451"/>
                    <a:pt x="24104" y="11434"/>
                  </a:cubicBezTo>
                  <a:cubicBezTo>
                    <a:pt x="24126" y="11396"/>
                    <a:pt x="24160" y="11356"/>
                    <a:pt x="24251" y="11356"/>
                  </a:cubicBezTo>
                  <a:cubicBezTo>
                    <a:pt x="24261" y="11356"/>
                    <a:pt x="24271" y="11356"/>
                    <a:pt x="24283" y="11357"/>
                  </a:cubicBezTo>
                  <a:cubicBezTo>
                    <a:pt x="24295" y="11359"/>
                    <a:pt x="24309" y="11360"/>
                    <a:pt x="24323" y="11360"/>
                  </a:cubicBezTo>
                  <a:cubicBezTo>
                    <a:pt x="24338" y="11360"/>
                    <a:pt x="24353" y="11359"/>
                    <a:pt x="24367" y="11357"/>
                  </a:cubicBezTo>
                  <a:cubicBezTo>
                    <a:pt x="24360" y="11347"/>
                    <a:pt x="24356" y="11336"/>
                    <a:pt x="24349" y="11329"/>
                  </a:cubicBezTo>
                  <a:cubicBezTo>
                    <a:pt x="24328" y="11298"/>
                    <a:pt x="24321" y="11259"/>
                    <a:pt x="24335" y="11224"/>
                  </a:cubicBezTo>
                  <a:cubicBezTo>
                    <a:pt x="24360" y="11140"/>
                    <a:pt x="24475" y="11091"/>
                    <a:pt x="24584" y="11046"/>
                  </a:cubicBezTo>
                  <a:lnTo>
                    <a:pt x="24622" y="11032"/>
                  </a:lnTo>
                  <a:cubicBezTo>
                    <a:pt x="24654" y="11018"/>
                    <a:pt x="24664" y="10986"/>
                    <a:pt x="24678" y="10923"/>
                  </a:cubicBezTo>
                  <a:cubicBezTo>
                    <a:pt x="24692" y="10857"/>
                    <a:pt x="24710" y="10783"/>
                    <a:pt x="24787" y="10741"/>
                  </a:cubicBezTo>
                  <a:cubicBezTo>
                    <a:pt x="24808" y="10731"/>
                    <a:pt x="24811" y="10717"/>
                    <a:pt x="24822" y="10682"/>
                  </a:cubicBezTo>
                  <a:cubicBezTo>
                    <a:pt x="24829" y="10612"/>
                    <a:pt x="24885" y="10559"/>
                    <a:pt x="24958" y="10555"/>
                  </a:cubicBezTo>
                  <a:cubicBezTo>
                    <a:pt x="24986" y="10555"/>
                    <a:pt x="25018" y="10520"/>
                    <a:pt x="25049" y="10485"/>
                  </a:cubicBezTo>
                  <a:cubicBezTo>
                    <a:pt x="25095" y="10436"/>
                    <a:pt x="25147" y="10377"/>
                    <a:pt x="25228" y="10377"/>
                  </a:cubicBezTo>
                  <a:cubicBezTo>
                    <a:pt x="25252" y="10377"/>
                    <a:pt x="25270" y="10349"/>
                    <a:pt x="25273" y="10342"/>
                  </a:cubicBezTo>
                  <a:cubicBezTo>
                    <a:pt x="25291" y="10303"/>
                    <a:pt x="25291" y="10261"/>
                    <a:pt x="25273" y="10223"/>
                  </a:cubicBezTo>
                  <a:cubicBezTo>
                    <a:pt x="25221" y="10153"/>
                    <a:pt x="25242" y="10048"/>
                    <a:pt x="25259" y="9992"/>
                  </a:cubicBezTo>
                  <a:cubicBezTo>
                    <a:pt x="25291" y="9904"/>
                    <a:pt x="25357" y="9789"/>
                    <a:pt x="25452" y="9757"/>
                  </a:cubicBezTo>
                  <a:cubicBezTo>
                    <a:pt x="25473" y="9754"/>
                    <a:pt x="25487" y="9743"/>
                    <a:pt x="25491" y="9733"/>
                  </a:cubicBezTo>
                  <a:cubicBezTo>
                    <a:pt x="25491" y="9722"/>
                    <a:pt x="25480" y="9694"/>
                    <a:pt x="25448" y="9673"/>
                  </a:cubicBezTo>
                  <a:lnTo>
                    <a:pt x="25417" y="9649"/>
                  </a:lnTo>
                  <a:cubicBezTo>
                    <a:pt x="25182" y="9477"/>
                    <a:pt x="24969" y="9299"/>
                    <a:pt x="24993" y="9141"/>
                  </a:cubicBezTo>
                  <a:cubicBezTo>
                    <a:pt x="25000" y="9061"/>
                    <a:pt x="24993" y="8977"/>
                    <a:pt x="24979" y="8896"/>
                  </a:cubicBezTo>
                  <a:cubicBezTo>
                    <a:pt x="24965" y="8770"/>
                    <a:pt x="24948" y="8651"/>
                    <a:pt x="24979" y="8567"/>
                  </a:cubicBezTo>
                  <a:cubicBezTo>
                    <a:pt x="25014" y="8479"/>
                    <a:pt x="24990" y="8276"/>
                    <a:pt x="24976" y="8143"/>
                  </a:cubicBezTo>
                  <a:cubicBezTo>
                    <a:pt x="24972" y="8122"/>
                    <a:pt x="24969" y="8101"/>
                    <a:pt x="24969" y="8084"/>
                  </a:cubicBezTo>
                  <a:cubicBezTo>
                    <a:pt x="24958" y="7986"/>
                    <a:pt x="24990" y="7891"/>
                    <a:pt x="25025" y="7779"/>
                  </a:cubicBezTo>
                  <a:cubicBezTo>
                    <a:pt x="25060" y="7685"/>
                    <a:pt x="25088" y="7587"/>
                    <a:pt x="25105" y="7489"/>
                  </a:cubicBezTo>
                  <a:cubicBezTo>
                    <a:pt x="25147" y="7272"/>
                    <a:pt x="24857" y="7009"/>
                    <a:pt x="24699" y="6939"/>
                  </a:cubicBezTo>
                  <a:cubicBezTo>
                    <a:pt x="24640" y="6918"/>
                    <a:pt x="24594" y="6866"/>
                    <a:pt x="24584" y="6803"/>
                  </a:cubicBezTo>
                  <a:cubicBezTo>
                    <a:pt x="24570" y="6705"/>
                    <a:pt x="24650" y="6589"/>
                    <a:pt x="24860" y="6418"/>
                  </a:cubicBezTo>
                  <a:cubicBezTo>
                    <a:pt x="25060" y="6253"/>
                    <a:pt x="25091" y="5693"/>
                    <a:pt x="25074" y="5546"/>
                  </a:cubicBezTo>
                  <a:cubicBezTo>
                    <a:pt x="25051" y="5483"/>
                    <a:pt x="24699" y="5373"/>
                    <a:pt x="24498" y="5373"/>
                  </a:cubicBezTo>
                  <a:cubicBezTo>
                    <a:pt x="24486" y="5373"/>
                    <a:pt x="24475" y="5373"/>
                    <a:pt x="24465" y="5374"/>
                  </a:cubicBezTo>
                  <a:cubicBezTo>
                    <a:pt x="24427" y="5378"/>
                    <a:pt x="24370" y="5379"/>
                    <a:pt x="24301" y="5379"/>
                  </a:cubicBezTo>
                  <a:cubicBezTo>
                    <a:pt x="24020" y="5379"/>
                    <a:pt x="23545" y="5353"/>
                    <a:pt x="23404" y="5325"/>
                  </a:cubicBezTo>
                  <a:cubicBezTo>
                    <a:pt x="23395" y="5323"/>
                    <a:pt x="23387" y="5323"/>
                    <a:pt x="23379" y="5323"/>
                  </a:cubicBezTo>
                  <a:cubicBezTo>
                    <a:pt x="23307" y="5323"/>
                    <a:pt x="23264" y="5394"/>
                    <a:pt x="23197" y="5535"/>
                  </a:cubicBezTo>
                  <a:cubicBezTo>
                    <a:pt x="23187" y="5556"/>
                    <a:pt x="23180" y="5577"/>
                    <a:pt x="23166" y="5598"/>
                  </a:cubicBezTo>
                  <a:cubicBezTo>
                    <a:pt x="23145" y="5640"/>
                    <a:pt x="23120" y="5686"/>
                    <a:pt x="23089" y="5742"/>
                  </a:cubicBezTo>
                  <a:cubicBezTo>
                    <a:pt x="22970" y="5938"/>
                    <a:pt x="22875" y="6144"/>
                    <a:pt x="22809" y="6365"/>
                  </a:cubicBezTo>
                  <a:cubicBezTo>
                    <a:pt x="22707" y="6712"/>
                    <a:pt x="22343" y="6848"/>
                    <a:pt x="22126" y="6932"/>
                  </a:cubicBezTo>
                  <a:cubicBezTo>
                    <a:pt x="22095" y="6943"/>
                    <a:pt x="22067" y="6957"/>
                    <a:pt x="22042" y="6967"/>
                  </a:cubicBezTo>
                  <a:cubicBezTo>
                    <a:pt x="21944" y="7013"/>
                    <a:pt x="21871" y="7100"/>
                    <a:pt x="21839" y="7205"/>
                  </a:cubicBezTo>
                  <a:cubicBezTo>
                    <a:pt x="21822" y="7251"/>
                    <a:pt x="21822" y="7300"/>
                    <a:pt x="21846" y="7345"/>
                  </a:cubicBezTo>
                  <a:cubicBezTo>
                    <a:pt x="21866" y="7375"/>
                    <a:pt x="21888" y="7384"/>
                    <a:pt x="21922" y="7384"/>
                  </a:cubicBezTo>
                  <a:cubicBezTo>
                    <a:pt x="21937" y="7384"/>
                    <a:pt x="21953" y="7382"/>
                    <a:pt x="21972" y="7380"/>
                  </a:cubicBezTo>
                  <a:cubicBezTo>
                    <a:pt x="21990" y="7377"/>
                    <a:pt x="22009" y="7375"/>
                    <a:pt x="22027" y="7375"/>
                  </a:cubicBezTo>
                  <a:cubicBezTo>
                    <a:pt x="22063" y="7375"/>
                    <a:pt x="22098" y="7382"/>
                    <a:pt x="22130" y="7398"/>
                  </a:cubicBezTo>
                  <a:cubicBezTo>
                    <a:pt x="22172" y="7422"/>
                    <a:pt x="22200" y="7471"/>
                    <a:pt x="22200" y="7520"/>
                  </a:cubicBezTo>
                  <a:cubicBezTo>
                    <a:pt x="22210" y="7639"/>
                    <a:pt x="22151" y="7856"/>
                    <a:pt x="22088" y="7930"/>
                  </a:cubicBezTo>
                  <a:cubicBezTo>
                    <a:pt x="22091" y="7937"/>
                    <a:pt x="22095" y="7947"/>
                    <a:pt x="22098" y="7954"/>
                  </a:cubicBezTo>
                  <a:cubicBezTo>
                    <a:pt x="22119" y="8007"/>
                    <a:pt x="22165" y="8122"/>
                    <a:pt x="22035" y="8206"/>
                  </a:cubicBezTo>
                  <a:cubicBezTo>
                    <a:pt x="21948" y="8262"/>
                    <a:pt x="21867" y="8364"/>
                    <a:pt x="21857" y="8434"/>
                  </a:cubicBezTo>
                  <a:cubicBezTo>
                    <a:pt x="21853" y="8448"/>
                    <a:pt x="21857" y="8465"/>
                    <a:pt x="21867" y="8479"/>
                  </a:cubicBezTo>
                  <a:cubicBezTo>
                    <a:pt x="21899" y="8515"/>
                    <a:pt x="22049" y="8560"/>
                    <a:pt x="22161" y="8588"/>
                  </a:cubicBezTo>
                  <a:cubicBezTo>
                    <a:pt x="22277" y="8616"/>
                    <a:pt x="22389" y="8655"/>
                    <a:pt x="22494" y="8707"/>
                  </a:cubicBezTo>
                  <a:cubicBezTo>
                    <a:pt x="22616" y="8774"/>
                    <a:pt x="22641" y="8882"/>
                    <a:pt x="22665" y="8973"/>
                  </a:cubicBezTo>
                  <a:cubicBezTo>
                    <a:pt x="22679" y="9043"/>
                    <a:pt x="22707" y="9110"/>
                    <a:pt x="22749" y="9169"/>
                  </a:cubicBezTo>
                  <a:cubicBezTo>
                    <a:pt x="22788" y="9222"/>
                    <a:pt x="22851" y="9253"/>
                    <a:pt x="22914" y="9257"/>
                  </a:cubicBezTo>
                  <a:cubicBezTo>
                    <a:pt x="22917" y="9257"/>
                    <a:pt x="22920" y="9256"/>
                    <a:pt x="22923" y="9256"/>
                  </a:cubicBezTo>
                  <a:cubicBezTo>
                    <a:pt x="22990" y="9256"/>
                    <a:pt x="23049" y="9291"/>
                    <a:pt x="23085" y="9344"/>
                  </a:cubicBezTo>
                  <a:cubicBezTo>
                    <a:pt x="23117" y="9393"/>
                    <a:pt x="23106" y="9470"/>
                    <a:pt x="23061" y="9572"/>
                  </a:cubicBezTo>
                  <a:cubicBezTo>
                    <a:pt x="22998" y="9705"/>
                    <a:pt x="22819" y="9967"/>
                    <a:pt x="22697" y="9985"/>
                  </a:cubicBezTo>
                  <a:cubicBezTo>
                    <a:pt x="22693" y="9985"/>
                    <a:pt x="22688" y="9986"/>
                    <a:pt x="22684" y="9986"/>
                  </a:cubicBezTo>
                  <a:cubicBezTo>
                    <a:pt x="22597" y="9986"/>
                    <a:pt x="22468" y="9883"/>
                    <a:pt x="22165" y="9603"/>
                  </a:cubicBezTo>
                  <a:cubicBezTo>
                    <a:pt x="22091" y="9537"/>
                    <a:pt x="22025" y="9474"/>
                    <a:pt x="21986" y="9446"/>
                  </a:cubicBezTo>
                  <a:cubicBezTo>
                    <a:pt x="21923" y="9397"/>
                    <a:pt x="21738" y="9327"/>
                    <a:pt x="21559" y="9257"/>
                  </a:cubicBezTo>
                  <a:cubicBezTo>
                    <a:pt x="21398" y="9197"/>
                    <a:pt x="21230" y="9131"/>
                    <a:pt x="21114" y="9071"/>
                  </a:cubicBezTo>
                  <a:cubicBezTo>
                    <a:pt x="21023" y="9026"/>
                    <a:pt x="20925" y="8991"/>
                    <a:pt x="20827" y="8963"/>
                  </a:cubicBezTo>
                  <a:cubicBezTo>
                    <a:pt x="20666" y="8924"/>
                    <a:pt x="20516" y="8858"/>
                    <a:pt x="20379" y="8767"/>
                  </a:cubicBezTo>
                  <a:cubicBezTo>
                    <a:pt x="20126" y="8598"/>
                    <a:pt x="19913" y="8511"/>
                    <a:pt x="19459" y="8511"/>
                  </a:cubicBezTo>
                  <a:cubicBezTo>
                    <a:pt x="19442" y="8511"/>
                    <a:pt x="19424" y="8511"/>
                    <a:pt x="19406" y="8511"/>
                  </a:cubicBezTo>
                  <a:cubicBezTo>
                    <a:pt x="19171" y="8511"/>
                    <a:pt x="18937" y="8490"/>
                    <a:pt x="18706" y="8448"/>
                  </a:cubicBezTo>
                  <a:cubicBezTo>
                    <a:pt x="18623" y="8430"/>
                    <a:pt x="18538" y="8419"/>
                    <a:pt x="18453" y="8419"/>
                  </a:cubicBezTo>
                  <a:cubicBezTo>
                    <a:pt x="18440" y="8419"/>
                    <a:pt x="18428" y="8420"/>
                    <a:pt x="18415" y="8420"/>
                  </a:cubicBezTo>
                  <a:cubicBezTo>
                    <a:pt x="18402" y="8422"/>
                    <a:pt x="18390" y="8423"/>
                    <a:pt x="18379" y="8423"/>
                  </a:cubicBezTo>
                  <a:cubicBezTo>
                    <a:pt x="18283" y="8423"/>
                    <a:pt x="18243" y="8361"/>
                    <a:pt x="18205" y="8304"/>
                  </a:cubicBezTo>
                  <a:cubicBezTo>
                    <a:pt x="18149" y="8220"/>
                    <a:pt x="18072" y="8154"/>
                    <a:pt x="17978" y="8115"/>
                  </a:cubicBezTo>
                  <a:cubicBezTo>
                    <a:pt x="17887" y="8077"/>
                    <a:pt x="17806" y="8035"/>
                    <a:pt x="17736" y="7996"/>
                  </a:cubicBezTo>
                  <a:cubicBezTo>
                    <a:pt x="17605" y="7925"/>
                    <a:pt x="17513" y="7878"/>
                    <a:pt x="17440" y="7878"/>
                  </a:cubicBezTo>
                  <a:cubicBezTo>
                    <a:pt x="17415" y="7878"/>
                    <a:pt x="17393" y="7883"/>
                    <a:pt x="17372" y="7895"/>
                  </a:cubicBezTo>
                  <a:cubicBezTo>
                    <a:pt x="17323" y="7926"/>
                    <a:pt x="17299" y="7986"/>
                    <a:pt x="17313" y="8038"/>
                  </a:cubicBezTo>
                  <a:cubicBezTo>
                    <a:pt x="17330" y="8136"/>
                    <a:pt x="17407" y="8210"/>
                    <a:pt x="17505" y="8224"/>
                  </a:cubicBezTo>
                  <a:cubicBezTo>
                    <a:pt x="17649" y="8248"/>
                    <a:pt x="17698" y="8301"/>
                    <a:pt x="17733" y="8339"/>
                  </a:cubicBezTo>
                  <a:cubicBezTo>
                    <a:pt x="17762" y="8372"/>
                    <a:pt x="17774" y="8387"/>
                    <a:pt x="17845" y="8387"/>
                  </a:cubicBezTo>
                  <a:cubicBezTo>
                    <a:pt x="17859" y="8387"/>
                    <a:pt x="17875" y="8386"/>
                    <a:pt x="17894" y="8385"/>
                  </a:cubicBezTo>
                  <a:cubicBezTo>
                    <a:pt x="17916" y="8384"/>
                    <a:pt x="17936" y="8383"/>
                    <a:pt x="17957" y="8383"/>
                  </a:cubicBezTo>
                  <a:cubicBezTo>
                    <a:pt x="18085" y="8383"/>
                    <a:pt x="18179" y="8412"/>
                    <a:pt x="18237" y="8472"/>
                  </a:cubicBezTo>
                  <a:cubicBezTo>
                    <a:pt x="18296" y="8536"/>
                    <a:pt x="18321" y="8620"/>
                    <a:pt x="18310" y="8704"/>
                  </a:cubicBezTo>
                  <a:cubicBezTo>
                    <a:pt x="18303" y="8861"/>
                    <a:pt x="18450" y="9022"/>
                    <a:pt x="18541" y="9106"/>
                  </a:cubicBezTo>
                  <a:cubicBezTo>
                    <a:pt x="18615" y="9169"/>
                    <a:pt x="18639" y="9271"/>
                    <a:pt x="18604" y="9358"/>
                  </a:cubicBezTo>
                  <a:cubicBezTo>
                    <a:pt x="18566" y="9456"/>
                    <a:pt x="18457" y="9519"/>
                    <a:pt x="18328" y="9519"/>
                  </a:cubicBezTo>
                  <a:cubicBezTo>
                    <a:pt x="18034" y="9519"/>
                    <a:pt x="17999" y="9575"/>
                    <a:pt x="17999" y="9575"/>
                  </a:cubicBezTo>
                  <a:cubicBezTo>
                    <a:pt x="17999" y="9579"/>
                    <a:pt x="17999" y="9586"/>
                    <a:pt x="18009" y="9603"/>
                  </a:cubicBezTo>
                  <a:cubicBezTo>
                    <a:pt x="18076" y="9708"/>
                    <a:pt x="18044" y="9771"/>
                    <a:pt x="18023" y="9799"/>
                  </a:cubicBezTo>
                  <a:cubicBezTo>
                    <a:pt x="17991" y="9839"/>
                    <a:pt x="17936" y="9859"/>
                    <a:pt x="17865" y="9859"/>
                  </a:cubicBezTo>
                  <a:cubicBezTo>
                    <a:pt x="17803" y="9859"/>
                    <a:pt x="17730" y="9844"/>
                    <a:pt x="17649" y="9813"/>
                  </a:cubicBezTo>
                  <a:cubicBezTo>
                    <a:pt x="17558" y="9782"/>
                    <a:pt x="17505" y="9729"/>
                    <a:pt x="17491" y="9663"/>
                  </a:cubicBezTo>
                  <a:cubicBezTo>
                    <a:pt x="17467" y="9561"/>
                    <a:pt x="17544" y="9463"/>
                    <a:pt x="17617" y="9390"/>
                  </a:cubicBezTo>
                  <a:cubicBezTo>
                    <a:pt x="17596" y="9365"/>
                    <a:pt x="17519" y="9313"/>
                    <a:pt x="17320" y="9239"/>
                  </a:cubicBezTo>
                  <a:cubicBezTo>
                    <a:pt x="17316" y="9238"/>
                    <a:pt x="17313" y="9238"/>
                    <a:pt x="17309" y="9238"/>
                  </a:cubicBezTo>
                  <a:cubicBezTo>
                    <a:pt x="17220" y="9238"/>
                    <a:pt x="16928" y="9422"/>
                    <a:pt x="16780" y="9512"/>
                  </a:cubicBezTo>
                  <a:cubicBezTo>
                    <a:pt x="16700" y="9565"/>
                    <a:pt x="16612" y="9614"/>
                    <a:pt x="16525" y="9659"/>
                  </a:cubicBezTo>
                  <a:cubicBezTo>
                    <a:pt x="16488" y="9675"/>
                    <a:pt x="16445" y="9681"/>
                    <a:pt x="16397" y="9681"/>
                  </a:cubicBezTo>
                  <a:cubicBezTo>
                    <a:pt x="16335" y="9681"/>
                    <a:pt x="16264" y="9671"/>
                    <a:pt x="16182" y="9659"/>
                  </a:cubicBezTo>
                  <a:cubicBezTo>
                    <a:pt x="16085" y="9647"/>
                    <a:pt x="15974" y="9633"/>
                    <a:pt x="15857" y="9633"/>
                  </a:cubicBezTo>
                  <a:cubicBezTo>
                    <a:pt x="15772" y="9633"/>
                    <a:pt x="15683" y="9641"/>
                    <a:pt x="15594" y="9663"/>
                  </a:cubicBezTo>
                  <a:cubicBezTo>
                    <a:pt x="15454" y="9694"/>
                    <a:pt x="15331" y="9782"/>
                    <a:pt x="15258" y="9908"/>
                  </a:cubicBezTo>
                  <a:cubicBezTo>
                    <a:pt x="15218" y="9969"/>
                    <a:pt x="15173" y="10038"/>
                    <a:pt x="15092" y="10038"/>
                  </a:cubicBezTo>
                  <a:cubicBezTo>
                    <a:pt x="15080" y="10038"/>
                    <a:pt x="15068" y="10037"/>
                    <a:pt x="15054" y="10034"/>
                  </a:cubicBezTo>
                  <a:cubicBezTo>
                    <a:pt x="15005" y="10030"/>
                    <a:pt x="14956" y="10027"/>
                    <a:pt x="14908" y="10027"/>
                  </a:cubicBezTo>
                  <a:cubicBezTo>
                    <a:pt x="14877" y="10027"/>
                    <a:pt x="14847" y="10028"/>
                    <a:pt x="14816" y="10030"/>
                  </a:cubicBezTo>
                  <a:cubicBezTo>
                    <a:pt x="14769" y="10031"/>
                    <a:pt x="14719" y="10032"/>
                    <a:pt x="14670" y="10032"/>
                  </a:cubicBezTo>
                  <a:cubicBezTo>
                    <a:pt x="14528" y="10032"/>
                    <a:pt x="14387" y="10023"/>
                    <a:pt x="14298" y="9971"/>
                  </a:cubicBezTo>
                  <a:cubicBezTo>
                    <a:pt x="14214" y="9918"/>
                    <a:pt x="14179" y="9862"/>
                    <a:pt x="14197" y="9806"/>
                  </a:cubicBezTo>
                  <a:cubicBezTo>
                    <a:pt x="14224" y="9715"/>
                    <a:pt x="14357" y="9700"/>
                    <a:pt x="14440" y="9700"/>
                  </a:cubicBezTo>
                  <a:cubicBezTo>
                    <a:pt x="14452" y="9700"/>
                    <a:pt x="14464" y="9701"/>
                    <a:pt x="14473" y="9701"/>
                  </a:cubicBezTo>
                  <a:cubicBezTo>
                    <a:pt x="14486" y="9704"/>
                    <a:pt x="14498" y="9705"/>
                    <a:pt x="14511" y="9705"/>
                  </a:cubicBezTo>
                  <a:cubicBezTo>
                    <a:pt x="14533" y="9705"/>
                    <a:pt x="14556" y="9701"/>
                    <a:pt x="14578" y="9694"/>
                  </a:cubicBezTo>
                  <a:cubicBezTo>
                    <a:pt x="14571" y="9677"/>
                    <a:pt x="14561" y="9663"/>
                    <a:pt x="14550" y="9649"/>
                  </a:cubicBezTo>
                  <a:cubicBezTo>
                    <a:pt x="14456" y="9540"/>
                    <a:pt x="14547" y="9407"/>
                    <a:pt x="14606" y="9323"/>
                  </a:cubicBezTo>
                  <a:cubicBezTo>
                    <a:pt x="14613" y="9309"/>
                    <a:pt x="14620" y="9299"/>
                    <a:pt x="14631" y="9285"/>
                  </a:cubicBezTo>
                  <a:lnTo>
                    <a:pt x="14631" y="9285"/>
                  </a:lnTo>
                  <a:cubicBezTo>
                    <a:pt x="14473" y="9309"/>
                    <a:pt x="14095" y="9439"/>
                    <a:pt x="14018" y="9505"/>
                  </a:cubicBezTo>
                  <a:cubicBezTo>
                    <a:pt x="13990" y="9526"/>
                    <a:pt x="13990" y="9561"/>
                    <a:pt x="13990" y="9617"/>
                  </a:cubicBezTo>
                  <a:cubicBezTo>
                    <a:pt x="13994" y="9673"/>
                    <a:pt x="13994" y="9771"/>
                    <a:pt x="13899" y="9820"/>
                  </a:cubicBezTo>
                  <a:cubicBezTo>
                    <a:pt x="13871" y="9834"/>
                    <a:pt x="13847" y="9840"/>
                    <a:pt x="13825" y="9840"/>
                  </a:cubicBezTo>
                  <a:cubicBezTo>
                    <a:pt x="13759" y="9840"/>
                    <a:pt x="13719" y="9788"/>
                    <a:pt x="13693" y="9754"/>
                  </a:cubicBezTo>
                  <a:cubicBezTo>
                    <a:pt x="13672" y="9719"/>
                    <a:pt x="13640" y="9694"/>
                    <a:pt x="13605" y="9677"/>
                  </a:cubicBezTo>
                  <a:cubicBezTo>
                    <a:pt x="13597" y="9674"/>
                    <a:pt x="13584" y="9673"/>
                    <a:pt x="13568" y="9673"/>
                  </a:cubicBezTo>
                  <a:cubicBezTo>
                    <a:pt x="13364" y="9673"/>
                    <a:pt x="12568" y="9865"/>
                    <a:pt x="12422" y="10030"/>
                  </a:cubicBezTo>
                  <a:cubicBezTo>
                    <a:pt x="12317" y="10149"/>
                    <a:pt x="12170" y="10205"/>
                    <a:pt x="12051" y="10251"/>
                  </a:cubicBezTo>
                  <a:cubicBezTo>
                    <a:pt x="12002" y="10265"/>
                    <a:pt x="11956" y="10286"/>
                    <a:pt x="11914" y="10314"/>
                  </a:cubicBezTo>
                  <a:cubicBezTo>
                    <a:pt x="11911" y="10436"/>
                    <a:pt x="11743" y="10461"/>
                    <a:pt x="11550" y="10492"/>
                  </a:cubicBezTo>
                  <a:cubicBezTo>
                    <a:pt x="11456" y="10503"/>
                    <a:pt x="11365" y="10524"/>
                    <a:pt x="11277" y="10555"/>
                  </a:cubicBezTo>
                  <a:cubicBezTo>
                    <a:pt x="11211" y="10587"/>
                    <a:pt x="11214" y="10710"/>
                    <a:pt x="11214" y="10832"/>
                  </a:cubicBezTo>
                  <a:cubicBezTo>
                    <a:pt x="11225" y="10920"/>
                    <a:pt x="11214" y="11007"/>
                    <a:pt x="11190" y="11095"/>
                  </a:cubicBezTo>
                  <a:cubicBezTo>
                    <a:pt x="11135" y="11231"/>
                    <a:pt x="10878" y="11257"/>
                    <a:pt x="10533" y="11257"/>
                  </a:cubicBezTo>
                  <a:cubicBezTo>
                    <a:pt x="10479" y="11257"/>
                    <a:pt x="10424" y="11257"/>
                    <a:pt x="10367" y="11256"/>
                  </a:cubicBezTo>
                  <a:lnTo>
                    <a:pt x="10199" y="11256"/>
                  </a:lnTo>
                  <a:cubicBezTo>
                    <a:pt x="10195" y="11256"/>
                    <a:pt x="10192" y="11256"/>
                    <a:pt x="10188" y="11256"/>
                  </a:cubicBezTo>
                  <a:cubicBezTo>
                    <a:pt x="10051" y="11256"/>
                    <a:pt x="9966" y="11123"/>
                    <a:pt x="9894" y="11007"/>
                  </a:cubicBezTo>
                  <a:cubicBezTo>
                    <a:pt x="9849" y="10934"/>
                    <a:pt x="9796" y="10850"/>
                    <a:pt x="9754" y="10843"/>
                  </a:cubicBezTo>
                  <a:cubicBezTo>
                    <a:pt x="9702" y="10839"/>
                    <a:pt x="9653" y="10808"/>
                    <a:pt x="9628" y="10759"/>
                  </a:cubicBezTo>
                  <a:cubicBezTo>
                    <a:pt x="9586" y="10682"/>
                    <a:pt x="9607" y="10562"/>
                    <a:pt x="9688" y="10401"/>
                  </a:cubicBezTo>
                  <a:cubicBezTo>
                    <a:pt x="9726" y="10324"/>
                    <a:pt x="9800" y="10314"/>
                    <a:pt x="9863" y="10307"/>
                  </a:cubicBezTo>
                  <a:cubicBezTo>
                    <a:pt x="9943" y="10300"/>
                    <a:pt x="10024" y="10275"/>
                    <a:pt x="10090" y="10230"/>
                  </a:cubicBezTo>
                  <a:cubicBezTo>
                    <a:pt x="10156" y="10188"/>
                    <a:pt x="10223" y="10174"/>
                    <a:pt x="10284" y="10174"/>
                  </a:cubicBezTo>
                  <a:cubicBezTo>
                    <a:pt x="10350" y="10174"/>
                    <a:pt x="10411" y="10189"/>
                    <a:pt x="10461" y="10202"/>
                  </a:cubicBezTo>
                  <a:cubicBezTo>
                    <a:pt x="10489" y="10212"/>
                    <a:pt x="10521" y="10216"/>
                    <a:pt x="10549" y="10219"/>
                  </a:cubicBezTo>
                  <a:cubicBezTo>
                    <a:pt x="10514" y="10174"/>
                    <a:pt x="10479" y="10128"/>
                    <a:pt x="10437" y="10090"/>
                  </a:cubicBezTo>
                  <a:cubicBezTo>
                    <a:pt x="10339" y="9985"/>
                    <a:pt x="10227" y="9869"/>
                    <a:pt x="10213" y="9747"/>
                  </a:cubicBezTo>
                  <a:cubicBezTo>
                    <a:pt x="10206" y="9712"/>
                    <a:pt x="10185" y="9684"/>
                    <a:pt x="10153" y="9666"/>
                  </a:cubicBezTo>
                  <a:cubicBezTo>
                    <a:pt x="10070" y="9610"/>
                    <a:pt x="9930" y="9584"/>
                    <a:pt x="9798" y="9584"/>
                  </a:cubicBezTo>
                  <a:cubicBezTo>
                    <a:pt x="9726" y="9584"/>
                    <a:pt x="9656" y="9592"/>
                    <a:pt x="9600" y="9607"/>
                  </a:cubicBezTo>
                  <a:cubicBezTo>
                    <a:pt x="9516" y="9626"/>
                    <a:pt x="9430" y="9636"/>
                    <a:pt x="9344" y="9636"/>
                  </a:cubicBezTo>
                  <a:cubicBezTo>
                    <a:pt x="9182" y="9636"/>
                    <a:pt x="9022" y="9601"/>
                    <a:pt x="8876" y="9530"/>
                  </a:cubicBezTo>
                  <a:lnTo>
                    <a:pt x="8869" y="9526"/>
                  </a:lnTo>
                  <a:lnTo>
                    <a:pt x="8869" y="9526"/>
                  </a:lnTo>
                  <a:cubicBezTo>
                    <a:pt x="8904" y="9575"/>
                    <a:pt x="8956" y="9607"/>
                    <a:pt x="9016" y="9617"/>
                  </a:cubicBezTo>
                  <a:cubicBezTo>
                    <a:pt x="9243" y="9677"/>
                    <a:pt x="9229" y="9841"/>
                    <a:pt x="9222" y="9939"/>
                  </a:cubicBezTo>
                  <a:cubicBezTo>
                    <a:pt x="9215" y="9974"/>
                    <a:pt x="9215" y="10006"/>
                    <a:pt x="9222" y="10041"/>
                  </a:cubicBezTo>
                  <a:cubicBezTo>
                    <a:pt x="9275" y="10195"/>
                    <a:pt x="9152" y="10492"/>
                    <a:pt x="9002" y="10706"/>
                  </a:cubicBezTo>
                  <a:cubicBezTo>
                    <a:pt x="8984" y="10734"/>
                    <a:pt x="8967" y="10762"/>
                    <a:pt x="8953" y="10797"/>
                  </a:cubicBezTo>
                  <a:cubicBezTo>
                    <a:pt x="8979" y="10799"/>
                    <a:pt x="9005" y="10800"/>
                    <a:pt x="9032" y="10800"/>
                  </a:cubicBezTo>
                  <a:cubicBezTo>
                    <a:pt x="9058" y="10800"/>
                    <a:pt x="9086" y="10799"/>
                    <a:pt x="9114" y="10797"/>
                  </a:cubicBezTo>
                  <a:lnTo>
                    <a:pt x="9124" y="10797"/>
                  </a:lnTo>
                  <a:cubicBezTo>
                    <a:pt x="9131" y="10796"/>
                    <a:pt x="9138" y="10796"/>
                    <a:pt x="9146" y="10796"/>
                  </a:cubicBezTo>
                  <a:cubicBezTo>
                    <a:pt x="9201" y="10796"/>
                    <a:pt x="9255" y="10819"/>
                    <a:pt x="9296" y="10857"/>
                  </a:cubicBezTo>
                  <a:cubicBezTo>
                    <a:pt x="9397" y="10955"/>
                    <a:pt x="9397" y="11144"/>
                    <a:pt x="9397" y="11308"/>
                  </a:cubicBezTo>
                  <a:lnTo>
                    <a:pt x="9397" y="11347"/>
                  </a:lnTo>
                  <a:cubicBezTo>
                    <a:pt x="9394" y="11452"/>
                    <a:pt x="9355" y="11553"/>
                    <a:pt x="9289" y="11630"/>
                  </a:cubicBezTo>
                  <a:cubicBezTo>
                    <a:pt x="9254" y="11669"/>
                    <a:pt x="9233" y="11718"/>
                    <a:pt x="9226" y="11767"/>
                  </a:cubicBezTo>
                  <a:cubicBezTo>
                    <a:pt x="9233" y="11809"/>
                    <a:pt x="9212" y="11851"/>
                    <a:pt x="9177" y="11875"/>
                  </a:cubicBezTo>
                  <a:cubicBezTo>
                    <a:pt x="9161" y="11884"/>
                    <a:pt x="9145" y="11888"/>
                    <a:pt x="9130" y="11888"/>
                  </a:cubicBezTo>
                  <a:cubicBezTo>
                    <a:pt x="9089" y="11888"/>
                    <a:pt x="9050" y="11864"/>
                    <a:pt x="9012" y="11844"/>
                  </a:cubicBezTo>
                  <a:cubicBezTo>
                    <a:pt x="8998" y="11833"/>
                    <a:pt x="8981" y="11823"/>
                    <a:pt x="8963" y="11816"/>
                  </a:cubicBezTo>
                  <a:cubicBezTo>
                    <a:pt x="8941" y="11835"/>
                    <a:pt x="8912" y="11846"/>
                    <a:pt x="8883" y="11846"/>
                  </a:cubicBezTo>
                  <a:cubicBezTo>
                    <a:pt x="8876" y="11846"/>
                    <a:pt x="8869" y="11845"/>
                    <a:pt x="8862" y="11844"/>
                  </a:cubicBezTo>
                  <a:cubicBezTo>
                    <a:pt x="8760" y="11819"/>
                    <a:pt x="8711" y="11662"/>
                    <a:pt x="8700" y="11613"/>
                  </a:cubicBezTo>
                  <a:cubicBezTo>
                    <a:pt x="8693" y="11581"/>
                    <a:pt x="8536" y="11581"/>
                    <a:pt x="8459" y="11578"/>
                  </a:cubicBezTo>
                  <a:cubicBezTo>
                    <a:pt x="8444" y="11578"/>
                    <a:pt x="8430" y="11579"/>
                    <a:pt x="8415" y="11579"/>
                  </a:cubicBezTo>
                  <a:cubicBezTo>
                    <a:pt x="8342" y="11579"/>
                    <a:pt x="8269" y="11571"/>
                    <a:pt x="8196" y="11557"/>
                  </a:cubicBezTo>
                  <a:cubicBezTo>
                    <a:pt x="8164" y="11548"/>
                    <a:pt x="8137" y="11544"/>
                    <a:pt x="8113" y="11544"/>
                  </a:cubicBezTo>
                  <a:cubicBezTo>
                    <a:pt x="8030" y="11544"/>
                    <a:pt x="7986" y="11596"/>
                    <a:pt x="7923" y="11697"/>
                  </a:cubicBezTo>
                  <a:cubicBezTo>
                    <a:pt x="7808" y="11875"/>
                    <a:pt x="7486" y="11928"/>
                    <a:pt x="7388" y="11938"/>
                  </a:cubicBezTo>
                  <a:cubicBezTo>
                    <a:pt x="7311" y="11945"/>
                    <a:pt x="7178" y="12064"/>
                    <a:pt x="7073" y="12155"/>
                  </a:cubicBezTo>
                  <a:cubicBezTo>
                    <a:pt x="7017" y="12211"/>
                    <a:pt x="6957" y="12260"/>
                    <a:pt x="6891" y="12306"/>
                  </a:cubicBezTo>
                  <a:cubicBezTo>
                    <a:pt x="6845" y="12334"/>
                    <a:pt x="6814" y="12383"/>
                    <a:pt x="6807" y="12435"/>
                  </a:cubicBezTo>
                  <a:cubicBezTo>
                    <a:pt x="6800" y="12509"/>
                    <a:pt x="6845" y="12596"/>
                    <a:pt x="6933" y="12681"/>
                  </a:cubicBezTo>
                  <a:cubicBezTo>
                    <a:pt x="7125" y="12863"/>
                    <a:pt x="7202" y="13017"/>
                    <a:pt x="7178" y="13167"/>
                  </a:cubicBezTo>
                  <a:cubicBezTo>
                    <a:pt x="7171" y="13216"/>
                    <a:pt x="7132" y="13251"/>
                    <a:pt x="7062" y="13269"/>
                  </a:cubicBezTo>
                  <a:cubicBezTo>
                    <a:pt x="7018" y="13281"/>
                    <a:pt x="6955" y="13287"/>
                    <a:pt x="6883" y="13287"/>
                  </a:cubicBezTo>
                  <a:cubicBezTo>
                    <a:pt x="6704" y="13287"/>
                    <a:pt x="6478" y="13247"/>
                    <a:pt x="6407" y="13157"/>
                  </a:cubicBezTo>
                  <a:cubicBezTo>
                    <a:pt x="6355" y="13090"/>
                    <a:pt x="6130" y="13045"/>
                    <a:pt x="5985" y="13045"/>
                  </a:cubicBezTo>
                  <a:cubicBezTo>
                    <a:pt x="5955" y="13045"/>
                    <a:pt x="5928" y="13047"/>
                    <a:pt x="5907" y="13052"/>
                  </a:cubicBezTo>
                  <a:cubicBezTo>
                    <a:pt x="5898" y="13053"/>
                    <a:pt x="5890" y="13054"/>
                    <a:pt x="5882" y="13054"/>
                  </a:cubicBezTo>
                  <a:cubicBezTo>
                    <a:pt x="5800" y="13054"/>
                    <a:pt x="5706" y="12980"/>
                    <a:pt x="5564" y="12870"/>
                  </a:cubicBezTo>
                  <a:cubicBezTo>
                    <a:pt x="5462" y="12786"/>
                    <a:pt x="5333" y="12684"/>
                    <a:pt x="5270" y="12681"/>
                  </a:cubicBezTo>
                  <a:cubicBezTo>
                    <a:pt x="5267" y="12680"/>
                    <a:pt x="5265" y="12680"/>
                    <a:pt x="5263" y="12680"/>
                  </a:cubicBezTo>
                  <a:cubicBezTo>
                    <a:pt x="5143" y="12680"/>
                    <a:pt x="5052" y="12850"/>
                    <a:pt x="5007" y="12940"/>
                  </a:cubicBezTo>
                  <a:lnTo>
                    <a:pt x="5000" y="12954"/>
                  </a:lnTo>
                  <a:cubicBezTo>
                    <a:pt x="4990" y="12971"/>
                    <a:pt x="4986" y="12975"/>
                    <a:pt x="5039" y="13031"/>
                  </a:cubicBezTo>
                  <a:cubicBezTo>
                    <a:pt x="5091" y="13083"/>
                    <a:pt x="5133" y="13146"/>
                    <a:pt x="5161" y="13209"/>
                  </a:cubicBezTo>
                  <a:cubicBezTo>
                    <a:pt x="5231" y="13356"/>
                    <a:pt x="5536" y="13356"/>
                    <a:pt x="5637" y="13356"/>
                  </a:cubicBezTo>
                  <a:cubicBezTo>
                    <a:pt x="5693" y="13356"/>
                    <a:pt x="5742" y="13384"/>
                    <a:pt x="5774" y="13430"/>
                  </a:cubicBezTo>
                  <a:cubicBezTo>
                    <a:pt x="5840" y="13538"/>
                    <a:pt x="5774" y="13720"/>
                    <a:pt x="5742" y="13783"/>
                  </a:cubicBezTo>
                  <a:cubicBezTo>
                    <a:pt x="5700" y="13871"/>
                    <a:pt x="5564" y="13923"/>
                    <a:pt x="5455" y="13934"/>
                  </a:cubicBezTo>
                  <a:cubicBezTo>
                    <a:pt x="5440" y="13935"/>
                    <a:pt x="5426" y="13936"/>
                    <a:pt x="5412" y="13936"/>
                  </a:cubicBezTo>
                  <a:cubicBezTo>
                    <a:pt x="5325" y="13936"/>
                    <a:pt x="5260" y="13909"/>
                    <a:pt x="5221" y="13860"/>
                  </a:cubicBezTo>
                  <a:cubicBezTo>
                    <a:pt x="5203" y="13836"/>
                    <a:pt x="5105" y="13832"/>
                    <a:pt x="5046" y="13829"/>
                  </a:cubicBezTo>
                  <a:cubicBezTo>
                    <a:pt x="4937" y="13825"/>
                    <a:pt x="4787" y="13822"/>
                    <a:pt x="4780" y="13692"/>
                  </a:cubicBezTo>
                  <a:cubicBezTo>
                    <a:pt x="4766" y="13643"/>
                    <a:pt x="4734" y="13598"/>
                    <a:pt x="4689" y="13566"/>
                  </a:cubicBezTo>
                  <a:cubicBezTo>
                    <a:pt x="4608" y="13503"/>
                    <a:pt x="4509" y="13469"/>
                    <a:pt x="4405" y="13469"/>
                  </a:cubicBezTo>
                  <a:cubicBezTo>
                    <a:pt x="4388" y="13469"/>
                    <a:pt x="4370" y="13470"/>
                    <a:pt x="4352" y="13472"/>
                  </a:cubicBezTo>
                  <a:cubicBezTo>
                    <a:pt x="4324" y="13476"/>
                    <a:pt x="4297" y="13478"/>
                    <a:pt x="4272" y="13478"/>
                  </a:cubicBezTo>
                  <a:cubicBezTo>
                    <a:pt x="4193" y="13478"/>
                    <a:pt x="4127" y="13457"/>
                    <a:pt x="4079" y="13412"/>
                  </a:cubicBezTo>
                  <a:cubicBezTo>
                    <a:pt x="4009" y="13346"/>
                    <a:pt x="3981" y="13241"/>
                    <a:pt x="3992" y="13087"/>
                  </a:cubicBezTo>
                  <a:cubicBezTo>
                    <a:pt x="3995" y="13003"/>
                    <a:pt x="3967" y="12919"/>
                    <a:pt x="3918" y="12852"/>
                  </a:cubicBezTo>
                  <a:cubicBezTo>
                    <a:pt x="3883" y="12807"/>
                    <a:pt x="3866" y="12747"/>
                    <a:pt x="3862" y="12691"/>
                  </a:cubicBezTo>
                  <a:cubicBezTo>
                    <a:pt x="3862" y="12663"/>
                    <a:pt x="3855" y="12635"/>
                    <a:pt x="3845" y="12607"/>
                  </a:cubicBezTo>
                  <a:cubicBezTo>
                    <a:pt x="3820" y="12512"/>
                    <a:pt x="3782" y="12372"/>
                    <a:pt x="3908" y="12285"/>
                  </a:cubicBezTo>
                  <a:cubicBezTo>
                    <a:pt x="3957" y="12253"/>
                    <a:pt x="3950" y="12218"/>
                    <a:pt x="3936" y="12124"/>
                  </a:cubicBezTo>
                  <a:cubicBezTo>
                    <a:pt x="3925" y="12078"/>
                    <a:pt x="3918" y="12033"/>
                    <a:pt x="3918" y="11987"/>
                  </a:cubicBezTo>
                  <a:cubicBezTo>
                    <a:pt x="3915" y="11952"/>
                    <a:pt x="3897" y="11917"/>
                    <a:pt x="3866" y="11893"/>
                  </a:cubicBezTo>
                  <a:cubicBezTo>
                    <a:pt x="3789" y="11809"/>
                    <a:pt x="3680" y="11756"/>
                    <a:pt x="3565" y="11749"/>
                  </a:cubicBezTo>
                  <a:cubicBezTo>
                    <a:pt x="3418" y="11749"/>
                    <a:pt x="3362" y="11662"/>
                    <a:pt x="3323" y="11599"/>
                  </a:cubicBezTo>
                  <a:cubicBezTo>
                    <a:pt x="3288" y="11546"/>
                    <a:pt x="3267" y="11518"/>
                    <a:pt x="3218" y="11508"/>
                  </a:cubicBezTo>
                  <a:cubicBezTo>
                    <a:pt x="3033" y="11462"/>
                    <a:pt x="2665" y="11168"/>
                    <a:pt x="2634" y="11011"/>
                  </a:cubicBezTo>
                  <a:cubicBezTo>
                    <a:pt x="2630" y="10979"/>
                    <a:pt x="2556" y="10948"/>
                    <a:pt x="2518" y="10934"/>
                  </a:cubicBezTo>
                  <a:cubicBezTo>
                    <a:pt x="2469" y="10909"/>
                    <a:pt x="2420" y="10892"/>
                    <a:pt x="2420" y="10836"/>
                  </a:cubicBezTo>
                  <a:cubicBezTo>
                    <a:pt x="2423" y="10801"/>
                    <a:pt x="2444" y="10769"/>
                    <a:pt x="2479" y="10759"/>
                  </a:cubicBezTo>
                  <a:cubicBezTo>
                    <a:pt x="2507" y="10746"/>
                    <a:pt x="2540" y="10740"/>
                    <a:pt x="2576" y="10740"/>
                  </a:cubicBezTo>
                  <a:cubicBezTo>
                    <a:pt x="2702" y="10740"/>
                    <a:pt x="2867" y="10814"/>
                    <a:pt x="2987" y="10934"/>
                  </a:cubicBezTo>
                  <a:cubicBezTo>
                    <a:pt x="3152" y="11098"/>
                    <a:pt x="3393" y="11196"/>
                    <a:pt x="3712" y="11242"/>
                  </a:cubicBezTo>
                  <a:cubicBezTo>
                    <a:pt x="3880" y="11266"/>
                    <a:pt x="4044" y="11315"/>
                    <a:pt x="4198" y="11389"/>
                  </a:cubicBezTo>
                  <a:cubicBezTo>
                    <a:pt x="4345" y="11459"/>
                    <a:pt x="4506" y="11511"/>
                    <a:pt x="4667" y="11539"/>
                  </a:cubicBezTo>
                  <a:lnTo>
                    <a:pt x="4899" y="11581"/>
                  </a:lnTo>
                  <a:cubicBezTo>
                    <a:pt x="5200" y="11634"/>
                    <a:pt x="5455" y="11679"/>
                    <a:pt x="5942" y="11749"/>
                  </a:cubicBezTo>
                  <a:cubicBezTo>
                    <a:pt x="5979" y="11755"/>
                    <a:pt x="6018" y="11757"/>
                    <a:pt x="6057" y="11757"/>
                  </a:cubicBezTo>
                  <a:cubicBezTo>
                    <a:pt x="6608" y="11757"/>
                    <a:pt x="7312" y="11237"/>
                    <a:pt x="7472" y="11074"/>
                  </a:cubicBezTo>
                  <a:cubicBezTo>
                    <a:pt x="7559" y="10986"/>
                    <a:pt x="7500" y="10808"/>
                    <a:pt x="7451" y="10664"/>
                  </a:cubicBezTo>
                  <a:cubicBezTo>
                    <a:pt x="7426" y="10601"/>
                    <a:pt x="7412" y="10538"/>
                    <a:pt x="7405" y="10471"/>
                  </a:cubicBezTo>
                  <a:cubicBezTo>
                    <a:pt x="7405" y="10443"/>
                    <a:pt x="7328" y="10412"/>
                    <a:pt x="7272" y="10387"/>
                  </a:cubicBezTo>
                  <a:cubicBezTo>
                    <a:pt x="7199" y="10356"/>
                    <a:pt x="7122" y="10324"/>
                    <a:pt x="7094" y="10258"/>
                  </a:cubicBezTo>
                  <a:cubicBezTo>
                    <a:pt x="7010" y="10118"/>
                    <a:pt x="6863" y="10027"/>
                    <a:pt x="6698" y="10023"/>
                  </a:cubicBezTo>
                  <a:cubicBezTo>
                    <a:pt x="6547" y="10023"/>
                    <a:pt x="6467" y="9936"/>
                    <a:pt x="6400" y="9862"/>
                  </a:cubicBezTo>
                  <a:cubicBezTo>
                    <a:pt x="6344" y="9806"/>
                    <a:pt x="6309" y="9771"/>
                    <a:pt x="6260" y="9771"/>
                  </a:cubicBezTo>
                  <a:cubicBezTo>
                    <a:pt x="6258" y="9771"/>
                    <a:pt x="6256" y="9771"/>
                    <a:pt x="6253" y="9771"/>
                  </a:cubicBezTo>
                  <a:cubicBezTo>
                    <a:pt x="6238" y="9773"/>
                    <a:pt x="6223" y="9773"/>
                    <a:pt x="6208" y="9773"/>
                  </a:cubicBezTo>
                  <a:cubicBezTo>
                    <a:pt x="6034" y="9773"/>
                    <a:pt x="5885" y="9676"/>
                    <a:pt x="5508" y="9421"/>
                  </a:cubicBezTo>
                  <a:lnTo>
                    <a:pt x="5410" y="9358"/>
                  </a:lnTo>
                  <a:cubicBezTo>
                    <a:pt x="4939" y="9043"/>
                    <a:pt x="4368" y="8858"/>
                    <a:pt x="4221" y="8858"/>
                  </a:cubicBezTo>
                  <a:cubicBezTo>
                    <a:pt x="4210" y="8858"/>
                    <a:pt x="4201" y="8859"/>
                    <a:pt x="4195" y="8861"/>
                  </a:cubicBezTo>
                  <a:cubicBezTo>
                    <a:pt x="4140" y="8888"/>
                    <a:pt x="4077" y="8917"/>
                    <a:pt x="4013" y="8917"/>
                  </a:cubicBezTo>
                  <a:cubicBezTo>
                    <a:pt x="3950" y="8917"/>
                    <a:pt x="3888" y="8890"/>
                    <a:pt x="3831" y="8805"/>
                  </a:cubicBezTo>
                  <a:cubicBezTo>
                    <a:pt x="3810" y="8777"/>
                    <a:pt x="3778" y="8756"/>
                    <a:pt x="3743" y="8753"/>
                  </a:cubicBezTo>
                  <a:cubicBezTo>
                    <a:pt x="3731" y="8751"/>
                    <a:pt x="3719" y="8750"/>
                    <a:pt x="3708" y="8750"/>
                  </a:cubicBezTo>
                  <a:cubicBezTo>
                    <a:pt x="3643" y="8750"/>
                    <a:pt x="3580" y="8774"/>
                    <a:pt x="3530" y="8812"/>
                  </a:cubicBezTo>
                  <a:cubicBezTo>
                    <a:pt x="3487" y="8844"/>
                    <a:pt x="3445" y="8854"/>
                    <a:pt x="3404" y="8854"/>
                  </a:cubicBezTo>
                  <a:cubicBezTo>
                    <a:pt x="3353" y="8854"/>
                    <a:pt x="3305" y="8838"/>
                    <a:pt x="3260" y="8823"/>
                  </a:cubicBezTo>
                  <a:cubicBezTo>
                    <a:pt x="3203" y="8798"/>
                    <a:pt x="3140" y="8785"/>
                    <a:pt x="3077" y="8785"/>
                  </a:cubicBezTo>
                  <a:cubicBezTo>
                    <a:pt x="3051" y="8785"/>
                    <a:pt x="3026" y="8787"/>
                    <a:pt x="3001" y="8791"/>
                  </a:cubicBezTo>
                  <a:cubicBezTo>
                    <a:pt x="2961" y="8801"/>
                    <a:pt x="2923" y="8805"/>
                    <a:pt x="2887" y="8805"/>
                  </a:cubicBezTo>
                  <a:cubicBezTo>
                    <a:pt x="2759" y="8805"/>
                    <a:pt x="2664" y="8748"/>
                    <a:pt x="2623" y="8679"/>
                  </a:cubicBezTo>
                  <a:cubicBezTo>
                    <a:pt x="2588" y="8627"/>
                    <a:pt x="2591" y="8557"/>
                    <a:pt x="2630" y="8508"/>
                  </a:cubicBezTo>
                  <a:cubicBezTo>
                    <a:pt x="2676" y="8455"/>
                    <a:pt x="2763" y="8448"/>
                    <a:pt x="2865" y="8441"/>
                  </a:cubicBezTo>
                  <a:cubicBezTo>
                    <a:pt x="2914" y="8441"/>
                    <a:pt x="2959" y="8434"/>
                    <a:pt x="3005" y="8423"/>
                  </a:cubicBezTo>
                  <a:lnTo>
                    <a:pt x="2980" y="8423"/>
                  </a:lnTo>
                  <a:cubicBezTo>
                    <a:pt x="2879" y="8420"/>
                    <a:pt x="2781" y="8385"/>
                    <a:pt x="2700" y="8329"/>
                  </a:cubicBezTo>
                  <a:cubicBezTo>
                    <a:pt x="2637" y="8285"/>
                    <a:pt x="2580" y="8265"/>
                    <a:pt x="2535" y="8265"/>
                  </a:cubicBezTo>
                  <a:cubicBezTo>
                    <a:pt x="2523" y="8265"/>
                    <a:pt x="2511" y="8266"/>
                    <a:pt x="2500" y="8269"/>
                  </a:cubicBezTo>
                  <a:cubicBezTo>
                    <a:pt x="2455" y="8287"/>
                    <a:pt x="2423" y="8325"/>
                    <a:pt x="2406" y="8371"/>
                  </a:cubicBezTo>
                  <a:cubicBezTo>
                    <a:pt x="2385" y="8427"/>
                    <a:pt x="2336" y="8469"/>
                    <a:pt x="2276" y="8483"/>
                  </a:cubicBezTo>
                  <a:cubicBezTo>
                    <a:pt x="2259" y="8486"/>
                    <a:pt x="2242" y="8487"/>
                    <a:pt x="2225" y="8487"/>
                  </a:cubicBezTo>
                  <a:cubicBezTo>
                    <a:pt x="2148" y="8487"/>
                    <a:pt x="2074" y="8462"/>
                    <a:pt x="2014" y="8413"/>
                  </a:cubicBezTo>
                  <a:lnTo>
                    <a:pt x="2014" y="8416"/>
                  </a:lnTo>
                  <a:cubicBezTo>
                    <a:pt x="2010" y="8427"/>
                    <a:pt x="2003" y="8437"/>
                    <a:pt x="1996" y="8448"/>
                  </a:cubicBezTo>
                  <a:lnTo>
                    <a:pt x="1993" y="8455"/>
                  </a:lnTo>
                  <a:cubicBezTo>
                    <a:pt x="1989" y="8462"/>
                    <a:pt x="1982" y="8472"/>
                    <a:pt x="1975" y="8479"/>
                  </a:cubicBezTo>
                  <a:lnTo>
                    <a:pt x="1968" y="8486"/>
                  </a:lnTo>
                  <a:cubicBezTo>
                    <a:pt x="1965" y="8494"/>
                    <a:pt x="1958" y="8501"/>
                    <a:pt x="1954" y="8508"/>
                  </a:cubicBezTo>
                  <a:lnTo>
                    <a:pt x="1947" y="8515"/>
                  </a:lnTo>
                  <a:cubicBezTo>
                    <a:pt x="1937" y="8522"/>
                    <a:pt x="1930" y="8529"/>
                    <a:pt x="1919" y="8536"/>
                  </a:cubicBezTo>
                  <a:cubicBezTo>
                    <a:pt x="1874" y="8562"/>
                    <a:pt x="1824" y="8575"/>
                    <a:pt x="1773" y="8575"/>
                  </a:cubicBezTo>
                  <a:cubicBezTo>
                    <a:pt x="1744" y="8575"/>
                    <a:pt x="1716" y="8571"/>
                    <a:pt x="1688" y="8564"/>
                  </a:cubicBezTo>
                  <a:cubicBezTo>
                    <a:pt x="1684" y="8563"/>
                    <a:pt x="1679" y="8562"/>
                    <a:pt x="1674" y="8562"/>
                  </a:cubicBezTo>
                  <a:cubicBezTo>
                    <a:pt x="1628" y="8562"/>
                    <a:pt x="1570" y="8607"/>
                    <a:pt x="1513" y="8651"/>
                  </a:cubicBezTo>
                  <a:cubicBezTo>
                    <a:pt x="1436" y="8707"/>
                    <a:pt x="1349" y="8774"/>
                    <a:pt x="1251" y="8774"/>
                  </a:cubicBezTo>
                  <a:cubicBezTo>
                    <a:pt x="1170" y="8784"/>
                    <a:pt x="1097" y="8819"/>
                    <a:pt x="1044" y="8879"/>
                  </a:cubicBezTo>
                  <a:cubicBezTo>
                    <a:pt x="999" y="8921"/>
                    <a:pt x="964" y="8970"/>
                    <a:pt x="943" y="9029"/>
                  </a:cubicBezTo>
                  <a:cubicBezTo>
                    <a:pt x="939" y="9036"/>
                    <a:pt x="939" y="9040"/>
                    <a:pt x="936" y="9047"/>
                  </a:cubicBezTo>
                  <a:cubicBezTo>
                    <a:pt x="922" y="9127"/>
                    <a:pt x="859" y="9183"/>
                    <a:pt x="778" y="9194"/>
                  </a:cubicBezTo>
                  <a:lnTo>
                    <a:pt x="757" y="9201"/>
                  </a:lnTo>
                  <a:lnTo>
                    <a:pt x="729" y="9208"/>
                  </a:lnTo>
                  <a:cubicBezTo>
                    <a:pt x="729" y="9306"/>
                    <a:pt x="726" y="9418"/>
                    <a:pt x="631" y="9530"/>
                  </a:cubicBezTo>
                  <a:cubicBezTo>
                    <a:pt x="607" y="9561"/>
                    <a:pt x="603" y="9565"/>
                    <a:pt x="656" y="9652"/>
                  </a:cubicBezTo>
                  <a:cubicBezTo>
                    <a:pt x="677" y="9680"/>
                    <a:pt x="698" y="9719"/>
                    <a:pt x="722" y="9764"/>
                  </a:cubicBezTo>
                  <a:cubicBezTo>
                    <a:pt x="733" y="9785"/>
                    <a:pt x="743" y="9803"/>
                    <a:pt x="761" y="9817"/>
                  </a:cubicBezTo>
                  <a:cubicBezTo>
                    <a:pt x="806" y="9855"/>
                    <a:pt x="862" y="9880"/>
                    <a:pt x="922" y="9890"/>
                  </a:cubicBezTo>
                  <a:cubicBezTo>
                    <a:pt x="953" y="9897"/>
                    <a:pt x="981" y="9908"/>
                    <a:pt x="1009" y="9918"/>
                  </a:cubicBezTo>
                  <a:cubicBezTo>
                    <a:pt x="1020" y="9922"/>
                    <a:pt x="1027" y="9925"/>
                    <a:pt x="1037" y="9932"/>
                  </a:cubicBezTo>
                  <a:cubicBezTo>
                    <a:pt x="1069" y="9950"/>
                    <a:pt x="1457" y="10237"/>
                    <a:pt x="1457" y="10394"/>
                  </a:cubicBezTo>
                  <a:cubicBezTo>
                    <a:pt x="1457" y="10538"/>
                    <a:pt x="1160" y="10804"/>
                    <a:pt x="1086" y="10853"/>
                  </a:cubicBezTo>
                  <a:cubicBezTo>
                    <a:pt x="1020" y="10899"/>
                    <a:pt x="967" y="10965"/>
                    <a:pt x="939" y="11042"/>
                  </a:cubicBezTo>
                  <a:cubicBezTo>
                    <a:pt x="936" y="11056"/>
                    <a:pt x="936" y="11070"/>
                    <a:pt x="943" y="11084"/>
                  </a:cubicBezTo>
                  <a:lnTo>
                    <a:pt x="964" y="11116"/>
                  </a:lnTo>
                  <a:lnTo>
                    <a:pt x="1006" y="11179"/>
                  </a:lnTo>
                  <a:cubicBezTo>
                    <a:pt x="1118" y="11343"/>
                    <a:pt x="1321" y="11655"/>
                    <a:pt x="1464" y="11914"/>
                  </a:cubicBezTo>
                  <a:cubicBezTo>
                    <a:pt x="1531" y="12036"/>
                    <a:pt x="1552" y="12110"/>
                    <a:pt x="1524" y="12166"/>
                  </a:cubicBezTo>
                  <a:cubicBezTo>
                    <a:pt x="1503" y="12211"/>
                    <a:pt x="1457" y="12239"/>
                    <a:pt x="1408" y="12246"/>
                  </a:cubicBezTo>
                  <a:lnTo>
                    <a:pt x="1391" y="12253"/>
                  </a:lnTo>
                  <a:cubicBezTo>
                    <a:pt x="1349" y="12257"/>
                    <a:pt x="1310" y="12278"/>
                    <a:pt x="1279" y="12309"/>
                  </a:cubicBezTo>
                  <a:cubicBezTo>
                    <a:pt x="1261" y="12334"/>
                    <a:pt x="1251" y="12365"/>
                    <a:pt x="1254" y="12397"/>
                  </a:cubicBezTo>
                  <a:cubicBezTo>
                    <a:pt x="1268" y="12460"/>
                    <a:pt x="1289" y="12519"/>
                    <a:pt x="1324" y="12572"/>
                  </a:cubicBezTo>
                  <a:cubicBezTo>
                    <a:pt x="1342" y="12603"/>
                    <a:pt x="1359" y="12635"/>
                    <a:pt x="1370" y="12670"/>
                  </a:cubicBezTo>
                  <a:cubicBezTo>
                    <a:pt x="1408" y="12779"/>
                    <a:pt x="1310" y="12824"/>
                    <a:pt x="1272" y="12842"/>
                  </a:cubicBezTo>
                  <a:lnTo>
                    <a:pt x="1258" y="12849"/>
                  </a:lnTo>
                  <a:cubicBezTo>
                    <a:pt x="1289" y="12863"/>
                    <a:pt x="1321" y="12880"/>
                    <a:pt x="1356" y="12891"/>
                  </a:cubicBezTo>
                  <a:cubicBezTo>
                    <a:pt x="1433" y="12922"/>
                    <a:pt x="1503" y="12950"/>
                    <a:pt x="1520" y="13013"/>
                  </a:cubicBezTo>
                  <a:cubicBezTo>
                    <a:pt x="1520" y="13020"/>
                    <a:pt x="1520" y="13027"/>
                    <a:pt x="1520" y="13034"/>
                  </a:cubicBezTo>
                  <a:cubicBezTo>
                    <a:pt x="1520" y="13080"/>
                    <a:pt x="1499" y="13122"/>
                    <a:pt x="1464" y="13153"/>
                  </a:cubicBezTo>
                  <a:cubicBezTo>
                    <a:pt x="1443" y="13174"/>
                    <a:pt x="1426" y="13202"/>
                    <a:pt x="1419" y="13234"/>
                  </a:cubicBezTo>
                  <a:cubicBezTo>
                    <a:pt x="1419" y="13237"/>
                    <a:pt x="1419" y="13241"/>
                    <a:pt x="1419" y="13244"/>
                  </a:cubicBezTo>
                  <a:cubicBezTo>
                    <a:pt x="1422" y="13255"/>
                    <a:pt x="1426" y="13262"/>
                    <a:pt x="1429" y="13269"/>
                  </a:cubicBezTo>
                  <a:cubicBezTo>
                    <a:pt x="1461" y="13311"/>
                    <a:pt x="1503" y="13342"/>
                    <a:pt x="1548" y="13363"/>
                  </a:cubicBezTo>
                  <a:cubicBezTo>
                    <a:pt x="1625" y="13409"/>
                    <a:pt x="1716" y="13461"/>
                    <a:pt x="1730" y="13587"/>
                  </a:cubicBezTo>
                  <a:cubicBezTo>
                    <a:pt x="1734" y="13619"/>
                    <a:pt x="1730" y="13650"/>
                    <a:pt x="1716" y="13675"/>
                  </a:cubicBezTo>
                  <a:cubicBezTo>
                    <a:pt x="1678" y="13752"/>
                    <a:pt x="1583" y="13794"/>
                    <a:pt x="1510" y="13829"/>
                  </a:cubicBezTo>
                  <a:cubicBezTo>
                    <a:pt x="1478" y="13839"/>
                    <a:pt x="1450" y="13857"/>
                    <a:pt x="1422" y="13871"/>
                  </a:cubicBezTo>
                  <a:cubicBezTo>
                    <a:pt x="1408" y="13878"/>
                    <a:pt x="1398" y="13885"/>
                    <a:pt x="1391" y="13899"/>
                  </a:cubicBezTo>
                  <a:cubicBezTo>
                    <a:pt x="1391" y="13899"/>
                    <a:pt x="1391" y="13902"/>
                    <a:pt x="1394" y="13906"/>
                  </a:cubicBezTo>
                  <a:cubicBezTo>
                    <a:pt x="1419" y="13944"/>
                    <a:pt x="1548" y="14021"/>
                    <a:pt x="1636" y="14074"/>
                  </a:cubicBezTo>
                  <a:cubicBezTo>
                    <a:pt x="1692" y="14105"/>
                    <a:pt x="1751" y="14144"/>
                    <a:pt x="1811" y="14179"/>
                  </a:cubicBezTo>
                  <a:cubicBezTo>
                    <a:pt x="1909" y="14238"/>
                    <a:pt x="1996" y="14312"/>
                    <a:pt x="2070" y="14396"/>
                  </a:cubicBezTo>
                  <a:cubicBezTo>
                    <a:pt x="2182" y="14522"/>
                    <a:pt x="2234" y="14606"/>
                    <a:pt x="2255" y="14679"/>
                  </a:cubicBezTo>
                  <a:cubicBezTo>
                    <a:pt x="2259" y="14697"/>
                    <a:pt x="2262" y="14718"/>
                    <a:pt x="2262" y="14736"/>
                  </a:cubicBezTo>
                  <a:cubicBezTo>
                    <a:pt x="2262" y="14792"/>
                    <a:pt x="2252" y="14844"/>
                    <a:pt x="2227" y="14897"/>
                  </a:cubicBezTo>
                  <a:cubicBezTo>
                    <a:pt x="2185" y="15016"/>
                    <a:pt x="2063" y="15121"/>
                    <a:pt x="1919" y="15226"/>
                  </a:cubicBezTo>
                  <a:cubicBezTo>
                    <a:pt x="1888" y="15250"/>
                    <a:pt x="1853" y="15275"/>
                    <a:pt x="1818" y="15299"/>
                  </a:cubicBezTo>
                  <a:cubicBezTo>
                    <a:pt x="1727" y="15362"/>
                    <a:pt x="1643" y="15429"/>
                    <a:pt x="1559" y="15502"/>
                  </a:cubicBezTo>
                  <a:cubicBezTo>
                    <a:pt x="1503" y="15548"/>
                    <a:pt x="1454" y="15607"/>
                    <a:pt x="1419" y="15677"/>
                  </a:cubicBezTo>
                  <a:cubicBezTo>
                    <a:pt x="1370" y="15779"/>
                    <a:pt x="1296" y="15866"/>
                    <a:pt x="1205" y="15933"/>
                  </a:cubicBezTo>
                  <a:cubicBezTo>
                    <a:pt x="1107" y="16006"/>
                    <a:pt x="1006" y="16076"/>
                    <a:pt x="901" y="16136"/>
                  </a:cubicBezTo>
                  <a:cubicBezTo>
                    <a:pt x="792" y="16199"/>
                    <a:pt x="691" y="16265"/>
                    <a:pt x="596" y="16342"/>
                  </a:cubicBezTo>
                  <a:cubicBezTo>
                    <a:pt x="586" y="16353"/>
                    <a:pt x="575" y="16363"/>
                    <a:pt x="565" y="16374"/>
                  </a:cubicBezTo>
                  <a:cubicBezTo>
                    <a:pt x="554" y="16384"/>
                    <a:pt x="544" y="16395"/>
                    <a:pt x="533" y="16409"/>
                  </a:cubicBezTo>
                  <a:lnTo>
                    <a:pt x="526" y="16416"/>
                  </a:lnTo>
                  <a:lnTo>
                    <a:pt x="498" y="16444"/>
                  </a:lnTo>
                  <a:lnTo>
                    <a:pt x="494" y="16451"/>
                  </a:lnTo>
                  <a:cubicBezTo>
                    <a:pt x="473" y="16475"/>
                    <a:pt x="452" y="16503"/>
                    <a:pt x="428" y="16535"/>
                  </a:cubicBezTo>
                  <a:lnTo>
                    <a:pt x="456" y="16521"/>
                  </a:lnTo>
                  <a:cubicBezTo>
                    <a:pt x="479" y="16509"/>
                    <a:pt x="501" y="16504"/>
                    <a:pt x="521" y="16504"/>
                  </a:cubicBezTo>
                  <a:cubicBezTo>
                    <a:pt x="620" y="16504"/>
                    <a:pt x="693" y="16622"/>
                    <a:pt x="754" y="16720"/>
                  </a:cubicBezTo>
                  <a:cubicBezTo>
                    <a:pt x="785" y="16780"/>
                    <a:pt x="827" y="16836"/>
                    <a:pt x="873" y="16885"/>
                  </a:cubicBezTo>
                  <a:cubicBezTo>
                    <a:pt x="922" y="16924"/>
                    <a:pt x="1009" y="16924"/>
                    <a:pt x="1093" y="16924"/>
                  </a:cubicBezTo>
                  <a:cubicBezTo>
                    <a:pt x="1195" y="16924"/>
                    <a:pt x="1296" y="16924"/>
                    <a:pt x="1359" y="16997"/>
                  </a:cubicBezTo>
                  <a:cubicBezTo>
                    <a:pt x="1415" y="17057"/>
                    <a:pt x="1401" y="17106"/>
                    <a:pt x="1391" y="17130"/>
                  </a:cubicBezTo>
                  <a:cubicBezTo>
                    <a:pt x="1380" y="17148"/>
                    <a:pt x="1356" y="17194"/>
                    <a:pt x="1220" y="17194"/>
                  </a:cubicBezTo>
                  <a:cubicBezTo>
                    <a:pt x="1174" y="17194"/>
                    <a:pt x="1116" y="17189"/>
                    <a:pt x="1041" y="17176"/>
                  </a:cubicBezTo>
                  <a:cubicBezTo>
                    <a:pt x="1024" y="17173"/>
                    <a:pt x="1009" y="17172"/>
                    <a:pt x="995" y="17172"/>
                  </a:cubicBezTo>
                  <a:cubicBezTo>
                    <a:pt x="933" y="17172"/>
                    <a:pt x="887" y="17195"/>
                    <a:pt x="813" y="17235"/>
                  </a:cubicBezTo>
                  <a:cubicBezTo>
                    <a:pt x="729" y="17281"/>
                    <a:pt x="638" y="17323"/>
                    <a:pt x="547" y="17351"/>
                  </a:cubicBezTo>
                  <a:cubicBezTo>
                    <a:pt x="414" y="17396"/>
                    <a:pt x="389" y="17435"/>
                    <a:pt x="361" y="17477"/>
                  </a:cubicBezTo>
                  <a:cubicBezTo>
                    <a:pt x="354" y="17487"/>
                    <a:pt x="347" y="17498"/>
                    <a:pt x="340" y="17508"/>
                  </a:cubicBezTo>
                  <a:lnTo>
                    <a:pt x="344" y="17519"/>
                  </a:lnTo>
                  <a:lnTo>
                    <a:pt x="347" y="17529"/>
                  </a:lnTo>
                  <a:lnTo>
                    <a:pt x="354" y="17547"/>
                  </a:lnTo>
                  <a:lnTo>
                    <a:pt x="358" y="17557"/>
                  </a:lnTo>
                  <a:cubicBezTo>
                    <a:pt x="358" y="17561"/>
                    <a:pt x="361" y="17568"/>
                    <a:pt x="361" y="17571"/>
                  </a:cubicBezTo>
                  <a:cubicBezTo>
                    <a:pt x="365" y="17575"/>
                    <a:pt x="361" y="17578"/>
                    <a:pt x="365" y="17582"/>
                  </a:cubicBezTo>
                  <a:cubicBezTo>
                    <a:pt x="368" y="17585"/>
                    <a:pt x="365" y="17592"/>
                    <a:pt x="368" y="17596"/>
                  </a:cubicBezTo>
                  <a:cubicBezTo>
                    <a:pt x="372" y="17603"/>
                    <a:pt x="368" y="17603"/>
                    <a:pt x="368" y="17603"/>
                  </a:cubicBezTo>
                  <a:cubicBezTo>
                    <a:pt x="368" y="17610"/>
                    <a:pt x="368" y="17617"/>
                    <a:pt x="368" y="17624"/>
                  </a:cubicBezTo>
                  <a:cubicBezTo>
                    <a:pt x="368" y="17631"/>
                    <a:pt x="368" y="17638"/>
                    <a:pt x="368" y="17645"/>
                  </a:cubicBezTo>
                  <a:lnTo>
                    <a:pt x="368" y="17652"/>
                  </a:lnTo>
                  <a:cubicBezTo>
                    <a:pt x="368" y="17652"/>
                    <a:pt x="368" y="17659"/>
                    <a:pt x="365" y="17666"/>
                  </a:cubicBezTo>
                  <a:lnTo>
                    <a:pt x="361" y="17673"/>
                  </a:lnTo>
                  <a:cubicBezTo>
                    <a:pt x="361" y="17676"/>
                    <a:pt x="361" y="17680"/>
                    <a:pt x="358" y="17683"/>
                  </a:cubicBezTo>
                  <a:lnTo>
                    <a:pt x="354" y="17690"/>
                  </a:lnTo>
                  <a:lnTo>
                    <a:pt x="351" y="17701"/>
                  </a:lnTo>
                  <a:lnTo>
                    <a:pt x="347" y="17708"/>
                  </a:lnTo>
                  <a:lnTo>
                    <a:pt x="340" y="17718"/>
                  </a:lnTo>
                  <a:lnTo>
                    <a:pt x="337" y="17722"/>
                  </a:lnTo>
                  <a:lnTo>
                    <a:pt x="330" y="17732"/>
                  </a:lnTo>
                  <a:lnTo>
                    <a:pt x="326" y="17739"/>
                  </a:lnTo>
                  <a:lnTo>
                    <a:pt x="319" y="17746"/>
                  </a:lnTo>
                  <a:lnTo>
                    <a:pt x="316" y="17753"/>
                  </a:lnTo>
                  <a:lnTo>
                    <a:pt x="305" y="17760"/>
                  </a:lnTo>
                  <a:lnTo>
                    <a:pt x="302" y="17767"/>
                  </a:lnTo>
                  <a:lnTo>
                    <a:pt x="295" y="17774"/>
                  </a:lnTo>
                  <a:lnTo>
                    <a:pt x="291" y="17778"/>
                  </a:lnTo>
                  <a:lnTo>
                    <a:pt x="281" y="17792"/>
                  </a:lnTo>
                  <a:cubicBezTo>
                    <a:pt x="260" y="17809"/>
                    <a:pt x="242" y="17830"/>
                    <a:pt x="225" y="17855"/>
                  </a:cubicBezTo>
                  <a:lnTo>
                    <a:pt x="221" y="17858"/>
                  </a:lnTo>
                  <a:lnTo>
                    <a:pt x="221" y="17862"/>
                  </a:lnTo>
                  <a:cubicBezTo>
                    <a:pt x="218" y="17869"/>
                    <a:pt x="211" y="17876"/>
                    <a:pt x="207" y="17886"/>
                  </a:cubicBezTo>
                  <a:cubicBezTo>
                    <a:pt x="200" y="17907"/>
                    <a:pt x="190" y="17925"/>
                    <a:pt x="176" y="17946"/>
                  </a:cubicBezTo>
                  <a:cubicBezTo>
                    <a:pt x="151" y="17988"/>
                    <a:pt x="120" y="18026"/>
                    <a:pt x="85" y="18061"/>
                  </a:cubicBezTo>
                  <a:cubicBezTo>
                    <a:pt x="50" y="18100"/>
                    <a:pt x="36" y="18117"/>
                    <a:pt x="32" y="18145"/>
                  </a:cubicBezTo>
                  <a:cubicBezTo>
                    <a:pt x="29" y="18194"/>
                    <a:pt x="32" y="18243"/>
                    <a:pt x="46" y="18289"/>
                  </a:cubicBezTo>
                  <a:cubicBezTo>
                    <a:pt x="57" y="18341"/>
                    <a:pt x="64" y="18394"/>
                    <a:pt x="71" y="18446"/>
                  </a:cubicBezTo>
                  <a:cubicBezTo>
                    <a:pt x="78" y="18565"/>
                    <a:pt x="92" y="18583"/>
                    <a:pt x="158" y="18681"/>
                  </a:cubicBezTo>
                  <a:lnTo>
                    <a:pt x="179" y="18705"/>
                  </a:lnTo>
                  <a:cubicBezTo>
                    <a:pt x="200" y="18733"/>
                    <a:pt x="214" y="18768"/>
                    <a:pt x="214" y="18803"/>
                  </a:cubicBezTo>
                  <a:cubicBezTo>
                    <a:pt x="214" y="18814"/>
                    <a:pt x="214" y="18824"/>
                    <a:pt x="211" y="18835"/>
                  </a:cubicBezTo>
                  <a:cubicBezTo>
                    <a:pt x="193" y="18898"/>
                    <a:pt x="137" y="18923"/>
                    <a:pt x="85" y="18944"/>
                  </a:cubicBezTo>
                  <a:cubicBezTo>
                    <a:pt x="64" y="18951"/>
                    <a:pt x="43" y="18961"/>
                    <a:pt x="22" y="18975"/>
                  </a:cubicBezTo>
                  <a:cubicBezTo>
                    <a:pt x="1" y="18993"/>
                    <a:pt x="15" y="19035"/>
                    <a:pt x="22" y="19056"/>
                  </a:cubicBezTo>
                  <a:cubicBezTo>
                    <a:pt x="29" y="19073"/>
                    <a:pt x="39" y="19094"/>
                    <a:pt x="50" y="19112"/>
                  </a:cubicBezTo>
                  <a:lnTo>
                    <a:pt x="53" y="19115"/>
                  </a:lnTo>
                  <a:cubicBezTo>
                    <a:pt x="57" y="19122"/>
                    <a:pt x="64" y="19129"/>
                    <a:pt x="71" y="19136"/>
                  </a:cubicBezTo>
                  <a:lnTo>
                    <a:pt x="74" y="19147"/>
                  </a:lnTo>
                  <a:cubicBezTo>
                    <a:pt x="81" y="19154"/>
                    <a:pt x="88" y="19161"/>
                    <a:pt x="99" y="19171"/>
                  </a:cubicBezTo>
                  <a:cubicBezTo>
                    <a:pt x="200" y="19266"/>
                    <a:pt x="228" y="19416"/>
                    <a:pt x="172" y="19546"/>
                  </a:cubicBezTo>
                  <a:cubicBezTo>
                    <a:pt x="162" y="19570"/>
                    <a:pt x="204" y="19661"/>
                    <a:pt x="330" y="19787"/>
                  </a:cubicBezTo>
                  <a:cubicBezTo>
                    <a:pt x="386" y="19847"/>
                    <a:pt x="407" y="19934"/>
                    <a:pt x="424" y="20022"/>
                  </a:cubicBezTo>
                  <a:cubicBezTo>
                    <a:pt x="431" y="20064"/>
                    <a:pt x="445" y="20102"/>
                    <a:pt x="459" y="20141"/>
                  </a:cubicBezTo>
                  <a:cubicBezTo>
                    <a:pt x="463" y="20148"/>
                    <a:pt x="466" y="20155"/>
                    <a:pt x="470" y="20158"/>
                  </a:cubicBezTo>
                  <a:cubicBezTo>
                    <a:pt x="523" y="20203"/>
                    <a:pt x="573" y="20240"/>
                    <a:pt x="642" y="20240"/>
                  </a:cubicBezTo>
                  <a:cubicBezTo>
                    <a:pt x="660" y="20240"/>
                    <a:pt x="680" y="20238"/>
                    <a:pt x="701" y="20232"/>
                  </a:cubicBezTo>
                  <a:cubicBezTo>
                    <a:pt x="733" y="20223"/>
                    <a:pt x="764" y="20218"/>
                    <a:pt x="794" y="20218"/>
                  </a:cubicBezTo>
                  <a:cubicBezTo>
                    <a:pt x="901" y="20218"/>
                    <a:pt x="989" y="20278"/>
                    <a:pt x="1055" y="20396"/>
                  </a:cubicBezTo>
                  <a:cubicBezTo>
                    <a:pt x="1066" y="20416"/>
                    <a:pt x="1076" y="20427"/>
                    <a:pt x="1098" y="20427"/>
                  </a:cubicBezTo>
                  <a:cubicBezTo>
                    <a:pt x="1124" y="20427"/>
                    <a:pt x="1167" y="20411"/>
                    <a:pt x="1251" y="20375"/>
                  </a:cubicBezTo>
                  <a:lnTo>
                    <a:pt x="1261" y="20368"/>
                  </a:lnTo>
                  <a:cubicBezTo>
                    <a:pt x="1290" y="20355"/>
                    <a:pt x="1324" y="20349"/>
                    <a:pt x="1360" y="20349"/>
                  </a:cubicBezTo>
                  <a:cubicBezTo>
                    <a:pt x="1487" y="20349"/>
                    <a:pt x="1650" y="20422"/>
                    <a:pt x="1800" y="20501"/>
                  </a:cubicBezTo>
                  <a:lnTo>
                    <a:pt x="1828" y="20515"/>
                  </a:lnTo>
                  <a:cubicBezTo>
                    <a:pt x="1916" y="20557"/>
                    <a:pt x="1912" y="20683"/>
                    <a:pt x="1909" y="20813"/>
                  </a:cubicBezTo>
                  <a:lnTo>
                    <a:pt x="1909" y="20946"/>
                  </a:lnTo>
                  <a:cubicBezTo>
                    <a:pt x="1912" y="20992"/>
                    <a:pt x="1909" y="21041"/>
                    <a:pt x="1902" y="21090"/>
                  </a:cubicBezTo>
                  <a:cubicBezTo>
                    <a:pt x="1888" y="21198"/>
                    <a:pt x="1888" y="21251"/>
                    <a:pt x="1940" y="21282"/>
                  </a:cubicBezTo>
                  <a:cubicBezTo>
                    <a:pt x="2000" y="21324"/>
                    <a:pt x="2045" y="21387"/>
                    <a:pt x="2070" y="21454"/>
                  </a:cubicBezTo>
                  <a:lnTo>
                    <a:pt x="2077" y="21478"/>
                  </a:lnTo>
                  <a:cubicBezTo>
                    <a:pt x="2091" y="21510"/>
                    <a:pt x="2105" y="21538"/>
                    <a:pt x="2122" y="21566"/>
                  </a:cubicBezTo>
                  <a:cubicBezTo>
                    <a:pt x="2136" y="21590"/>
                    <a:pt x="2157" y="21608"/>
                    <a:pt x="2185" y="21615"/>
                  </a:cubicBezTo>
                  <a:cubicBezTo>
                    <a:pt x="2255" y="21646"/>
                    <a:pt x="2318" y="21699"/>
                    <a:pt x="2364" y="21765"/>
                  </a:cubicBezTo>
                  <a:cubicBezTo>
                    <a:pt x="2378" y="21783"/>
                    <a:pt x="2392" y="21804"/>
                    <a:pt x="2409" y="21821"/>
                  </a:cubicBezTo>
                  <a:cubicBezTo>
                    <a:pt x="2427" y="21853"/>
                    <a:pt x="2451" y="21881"/>
                    <a:pt x="2476" y="21905"/>
                  </a:cubicBezTo>
                  <a:cubicBezTo>
                    <a:pt x="2479" y="21909"/>
                    <a:pt x="2486" y="21916"/>
                    <a:pt x="2493" y="21916"/>
                  </a:cubicBezTo>
                  <a:cubicBezTo>
                    <a:pt x="2606" y="21944"/>
                    <a:pt x="2812" y="22105"/>
                    <a:pt x="2844" y="22245"/>
                  </a:cubicBezTo>
                  <a:cubicBezTo>
                    <a:pt x="2882" y="22416"/>
                    <a:pt x="2613" y="22535"/>
                    <a:pt x="2525" y="22574"/>
                  </a:cubicBezTo>
                  <a:cubicBezTo>
                    <a:pt x="2518" y="22577"/>
                    <a:pt x="2507" y="22581"/>
                    <a:pt x="2497" y="22584"/>
                  </a:cubicBezTo>
                  <a:cubicBezTo>
                    <a:pt x="2486" y="22584"/>
                    <a:pt x="2476" y="22588"/>
                    <a:pt x="2465" y="22588"/>
                  </a:cubicBezTo>
                  <a:lnTo>
                    <a:pt x="2434" y="22588"/>
                  </a:lnTo>
                  <a:cubicBezTo>
                    <a:pt x="2381" y="22577"/>
                    <a:pt x="2325" y="22560"/>
                    <a:pt x="2276" y="22535"/>
                  </a:cubicBezTo>
                  <a:lnTo>
                    <a:pt x="2245" y="22521"/>
                  </a:lnTo>
                  <a:cubicBezTo>
                    <a:pt x="2220" y="22511"/>
                    <a:pt x="2196" y="22504"/>
                    <a:pt x="2168" y="22497"/>
                  </a:cubicBezTo>
                  <a:lnTo>
                    <a:pt x="2161" y="22497"/>
                  </a:lnTo>
                  <a:cubicBezTo>
                    <a:pt x="2136" y="22525"/>
                    <a:pt x="2164" y="22609"/>
                    <a:pt x="2196" y="22717"/>
                  </a:cubicBezTo>
                  <a:cubicBezTo>
                    <a:pt x="2217" y="22784"/>
                    <a:pt x="2241" y="22861"/>
                    <a:pt x="2262" y="22948"/>
                  </a:cubicBezTo>
                  <a:cubicBezTo>
                    <a:pt x="2273" y="23022"/>
                    <a:pt x="2297" y="23092"/>
                    <a:pt x="2332" y="23155"/>
                  </a:cubicBezTo>
                  <a:cubicBezTo>
                    <a:pt x="2350" y="23180"/>
                    <a:pt x="2367" y="23190"/>
                    <a:pt x="2427" y="23190"/>
                  </a:cubicBezTo>
                  <a:cubicBezTo>
                    <a:pt x="2479" y="23187"/>
                    <a:pt x="2532" y="23162"/>
                    <a:pt x="2567" y="23124"/>
                  </a:cubicBezTo>
                  <a:cubicBezTo>
                    <a:pt x="2591" y="23103"/>
                    <a:pt x="2620" y="23082"/>
                    <a:pt x="2648" y="23064"/>
                  </a:cubicBezTo>
                  <a:cubicBezTo>
                    <a:pt x="2665" y="23054"/>
                    <a:pt x="2683" y="23050"/>
                    <a:pt x="2700" y="23047"/>
                  </a:cubicBezTo>
                  <a:cubicBezTo>
                    <a:pt x="2725" y="23041"/>
                    <a:pt x="2750" y="23039"/>
                    <a:pt x="2775" y="23039"/>
                  </a:cubicBezTo>
                  <a:cubicBezTo>
                    <a:pt x="2801" y="23039"/>
                    <a:pt x="2826" y="23041"/>
                    <a:pt x="2851" y="23047"/>
                  </a:cubicBezTo>
                  <a:lnTo>
                    <a:pt x="2882" y="23047"/>
                  </a:lnTo>
                  <a:cubicBezTo>
                    <a:pt x="2905" y="23052"/>
                    <a:pt x="2928" y="23054"/>
                    <a:pt x="2950" y="23054"/>
                  </a:cubicBezTo>
                  <a:cubicBezTo>
                    <a:pt x="2973" y="23054"/>
                    <a:pt x="2996" y="23052"/>
                    <a:pt x="3019" y="23047"/>
                  </a:cubicBezTo>
                  <a:lnTo>
                    <a:pt x="3040" y="23040"/>
                  </a:lnTo>
                  <a:cubicBezTo>
                    <a:pt x="3106" y="23022"/>
                    <a:pt x="3176" y="23015"/>
                    <a:pt x="3246" y="23015"/>
                  </a:cubicBezTo>
                  <a:cubicBezTo>
                    <a:pt x="3369" y="23015"/>
                    <a:pt x="3498" y="23043"/>
                    <a:pt x="3551" y="23124"/>
                  </a:cubicBezTo>
                  <a:cubicBezTo>
                    <a:pt x="3558" y="23138"/>
                    <a:pt x="3568" y="23152"/>
                    <a:pt x="3575" y="23166"/>
                  </a:cubicBezTo>
                  <a:cubicBezTo>
                    <a:pt x="3621" y="23267"/>
                    <a:pt x="3649" y="23379"/>
                    <a:pt x="3649" y="23491"/>
                  </a:cubicBezTo>
                  <a:cubicBezTo>
                    <a:pt x="3649" y="23530"/>
                    <a:pt x="3642" y="23568"/>
                    <a:pt x="3624" y="23600"/>
                  </a:cubicBezTo>
                  <a:cubicBezTo>
                    <a:pt x="3610" y="23624"/>
                    <a:pt x="3645" y="23677"/>
                    <a:pt x="3680" y="23733"/>
                  </a:cubicBezTo>
                  <a:cubicBezTo>
                    <a:pt x="3705" y="23768"/>
                    <a:pt x="3726" y="23803"/>
                    <a:pt x="3747" y="23841"/>
                  </a:cubicBezTo>
                  <a:cubicBezTo>
                    <a:pt x="3768" y="23887"/>
                    <a:pt x="3876" y="23887"/>
                    <a:pt x="3953" y="23887"/>
                  </a:cubicBezTo>
                  <a:lnTo>
                    <a:pt x="3999" y="23887"/>
                  </a:lnTo>
                  <a:cubicBezTo>
                    <a:pt x="4037" y="23887"/>
                    <a:pt x="4079" y="23894"/>
                    <a:pt x="4114" y="23908"/>
                  </a:cubicBezTo>
                  <a:cubicBezTo>
                    <a:pt x="4191" y="23939"/>
                    <a:pt x="4317" y="24090"/>
                    <a:pt x="4373" y="24233"/>
                  </a:cubicBezTo>
                  <a:cubicBezTo>
                    <a:pt x="4377" y="24247"/>
                    <a:pt x="4380" y="24258"/>
                    <a:pt x="4387" y="24272"/>
                  </a:cubicBezTo>
                  <a:cubicBezTo>
                    <a:pt x="4394" y="24296"/>
                    <a:pt x="4398" y="24321"/>
                    <a:pt x="4401" y="24345"/>
                  </a:cubicBezTo>
                  <a:cubicBezTo>
                    <a:pt x="4401" y="24356"/>
                    <a:pt x="4401" y="24370"/>
                    <a:pt x="4401" y="24380"/>
                  </a:cubicBezTo>
                  <a:cubicBezTo>
                    <a:pt x="4398" y="24391"/>
                    <a:pt x="4398" y="24401"/>
                    <a:pt x="4394" y="24412"/>
                  </a:cubicBezTo>
                  <a:cubicBezTo>
                    <a:pt x="4387" y="24429"/>
                    <a:pt x="4394" y="24433"/>
                    <a:pt x="4394" y="24436"/>
                  </a:cubicBezTo>
                  <a:cubicBezTo>
                    <a:pt x="4414" y="24446"/>
                    <a:pt x="4436" y="24451"/>
                    <a:pt x="4458" y="24451"/>
                  </a:cubicBezTo>
                  <a:cubicBezTo>
                    <a:pt x="4476" y="24451"/>
                    <a:pt x="4494" y="24448"/>
                    <a:pt x="4510" y="24440"/>
                  </a:cubicBezTo>
                  <a:cubicBezTo>
                    <a:pt x="4532" y="24430"/>
                    <a:pt x="4554" y="24426"/>
                    <a:pt x="4575" y="24426"/>
                  </a:cubicBezTo>
                  <a:cubicBezTo>
                    <a:pt x="4647" y="24426"/>
                    <a:pt x="4713" y="24474"/>
                    <a:pt x="4773" y="24520"/>
                  </a:cubicBezTo>
                  <a:cubicBezTo>
                    <a:pt x="4794" y="24534"/>
                    <a:pt x="4815" y="24552"/>
                    <a:pt x="4839" y="24566"/>
                  </a:cubicBezTo>
                  <a:cubicBezTo>
                    <a:pt x="4860" y="24580"/>
                    <a:pt x="4885" y="24590"/>
                    <a:pt x="4909" y="24590"/>
                  </a:cubicBezTo>
                  <a:cubicBezTo>
                    <a:pt x="4958" y="24590"/>
                    <a:pt x="5007" y="24573"/>
                    <a:pt x="5046" y="24541"/>
                  </a:cubicBezTo>
                  <a:cubicBezTo>
                    <a:pt x="5111" y="24501"/>
                    <a:pt x="5205" y="24461"/>
                    <a:pt x="5289" y="24461"/>
                  </a:cubicBezTo>
                  <a:cubicBezTo>
                    <a:pt x="5308" y="24461"/>
                    <a:pt x="5326" y="24463"/>
                    <a:pt x="5343" y="24468"/>
                  </a:cubicBezTo>
                  <a:cubicBezTo>
                    <a:pt x="5354" y="24471"/>
                    <a:pt x="5364" y="24475"/>
                    <a:pt x="5375" y="24478"/>
                  </a:cubicBezTo>
                  <a:cubicBezTo>
                    <a:pt x="5403" y="24492"/>
                    <a:pt x="5427" y="24513"/>
                    <a:pt x="5441" y="24541"/>
                  </a:cubicBezTo>
                  <a:cubicBezTo>
                    <a:pt x="5466" y="24576"/>
                    <a:pt x="5494" y="24608"/>
                    <a:pt x="5522" y="24636"/>
                  </a:cubicBezTo>
                  <a:lnTo>
                    <a:pt x="5557" y="24674"/>
                  </a:lnTo>
                  <a:cubicBezTo>
                    <a:pt x="5606" y="24716"/>
                    <a:pt x="5648" y="24765"/>
                    <a:pt x="5683" y="24821"/>
                  </a:cubicBezTo>
                  <a:cubicBezTo>
                    <a:pt x="5707" y="24825"/>
                    <a:pt x="5746" y="24825"/>
                    <a:pt x="5774" y="24825"/>
                  </a:cubicBezTo>
                  <a:cubicBezTo>
                    <a:pt x="5882" y="24828"/>
                    <a:pt x="6015" y="24832"/>
                    <a:pt x="6106" y="24881"/>
                  </a:cubicBezTo>
                  <a:cubicBezTo>
                    <a:pt x="6166" y="24905"/>
                    <a:pt x="6232" y="24923"/>
                    <a:pt x="6299" y="24926"/>
                  </a:cubicBezTo>
                  <a:lnTo>
                    <a:pt x="6362" y="24937"/>
                  </a:lnTo>
                  <a:cubicBezTo>
                    <a:pt x="6435" y="24947"/>
                    <a:pt x="6505" y="24968"/>
                    <a:pt x="6568" y="25000"/>
                  </a:cubicBezTo>
                  <a:cubicBezTo>
                    <a:pt x="6603" y="25021"/>
                    <a:pt x="6638" y="25035"/>
                    <a:pt x="6673" y="25052"/>
                  </a:cubicBezTo>
                  <a:lnTo>
                    <a:pt x="6708" y="25063"/>
                  </a:lnTo>
                  <a:cubicBezTo>
                    <a:pt x="6733" y="25073"/>
                    <a:pt x="6758" y="25084"/>
                    <a:pt x="6782" y="25095"/>
                  </a:cubicBezTo>
                  <a:cubicBezTo>
                    <a:pt x="6852" y="25126"/>
                    <a:pt x="6908" y="25168"/>
                    <a:pt x="6915" y="25245"/>
                  </a:cubicBezTo>
                  <a:cubicBezTo>
                    <a:pt x="6922" y="25284"/>
                    <a:pt x="6912" y="25322"/>
                    <a:pt x="6891" y="25354"/>
                  </a:cubicBezTo>
                  <a:cubicBezTo>
                    <a:pt x="6866" y="25392"/>
                    <a:pt x="6835" y="25427"/>
                    <a:pt x="6796" y="25459"/>
                  </a:cubicBezTo>
                  <a:lnTo>
                    <a:pt x="6772" y="25480"/>
                  </a:lnTo>
                  <a:lnTo>
                    <a:pt x="6789" y="25494"/>
                  </a:lnTo>
                  <a:cubicBezTo>
                    <a:pt x="6831" y="25525"/>
                    <a:pt x="6894" y="25567"/>
                    <a:pt x="6894" y="25641"/>
                  </a:cubicBezTo>
                  <a:cubicBezTo>
                    <a:pt x="6894" y="25728"/>
                    <a:pt x="6807" y="25760"/>
                    <a:pt x="6750" y="25777"/>
                  </a:cubicBezTo>
                  <a:cubicBezTo>
                    <a:pt x="6733" y="25784"/>
                    <a:pt x="6715" y="25791"/>
                    <a:pt x="6698" y="25798"/>
                  </a:cubicBezTo>
                  <a:cubicBezTo>
                    <a:pt x="6715" y="25823"/>
                    <a:pt x="6729" y="25844"/>
                    <a:pt x="6747" y="25861"/>
                  </a:cubicBezTo>
                  <a:cubicBezTo>
                    <a:pt x="6775" y="25889"/>
                    <a:pt x="6800" y="25921"/>
                    <a:pt x="6817" y="25956"/>
                  </a:cubicBezTo>
                  <a:cubicBezTo>
                    <a:pt x="6838" y="26012"/>
                    <a:pt x="6810" y="26089"/>
                    <a:pt x="6761" y="26204"/>
                  </a:cubicBezTo>
                  <a:cubicBezTo>
                    <a:pt x="6747" y="26239"/>
                    <a:pt x="6733" y="26274"/>
                    <a:pt x="6722" y="26309"/>
                  </a:cubicBezTo>
                  <a:cubicBezTo>
                    <a:pt x="6722" y="26334"/>
                    <a:pt x="6712" y="26355"/>
                    <a:pt x="6694" y="26369"/>
                  </a:cubicBezTo>
                  <a:cubicBezTo>
                    <a:pt x="6672" y="26389"/>
                    <a:pt x="6638" y="26398"/>
                    <a:pt x="6579" y="26398"/>
                  </a:cubicBezTo>
                  <a:cubicBezTo>
                    <a:pt x="6546" y="26398"/>
                    <a:pt x="6505" y="26395"/>
                    <a:pt x="6453" y="26390"/>
                  </a:cubicBezTo>
                  <a:lnTo>
                    <a:pt x="6446" y="26390"/>
                  </a:lnTo>
                  <a:lnTo>
                    <a:pt x="6334" y="26376"/>
                  </a:lnTo>
                  <a:cubicBezTo>
                    <a:pt x="6281" y="26369"/>
                    <a:pt x="6229" y="26362"/>
                    <a:pt x="6208" y="26362"/>
                  </a:cubicBezTo>
                  <a:cubicBezTo>
                    <a:pt x="6187" y="26362"/>
                    <a:pt x="6085" y="26449"/>
                    <a:pt x="6026" y="26498"/>
                  </a:cubicBezTo>
                  <a:cubicBezTo>
                    <a:pt x="5928" y="26582"/>
                    <a:pt x="5861" y="26635"/>
                    <a:pt x="5809" y="26649"/>
                  </a:cubicBezTo>
                  <a:cubicBezTo>
                    <a:pt x="5809" y="26656"/>
                    <a:pt x="5809" y="26659"/>
                    <a:pt x="5809" y="26663"/>
                  </a:cubicBezTo>
                  <a:lnTo>
                    <a:pt x="5809" y="26670"/>
                  </a:lnTo>
                  <a:lnTo>
                    <a:pt x="5809" y="26680"/>
                  </a:lnTo>
                  <a:lnTo>
                    <a:pt x="5809" y="26687"/>
                  </a:lnTo>
                  <a:cubicBezTo>
                    <a:pt x="5809" y="26691"/>
                    <a:pt x="5809" y="26698"/>
                    <a:pt x="5812" y="26705"/>
                  </a:cubicBezTo>
                  <a:lnTo>
                    <a:pt x="5812" y="26712"/>
                  </a:lnTo>
                  <a:lnTo>
                    <a:pt x="5812" y="26726"/>
                  </a:lnTo>
                  <a:lnTo>
                    <a:pt x="5812" y="26733"/>
                  </a:lnTo>
                  <a:lnTo>
                    <a:pt x="5812" y="26747"/>
                  </a:lnTo>
                  <a:lnTo>
                    <a:pt x="5816" y="26761"/>
                  </a:lnTo>
                  <a:lnTo>
                    <a:pt x="5819" y="26771"/>
                  </a:lnTo>
                  <a:cubicBezTo>
                    <a:pt x="5975" y="26744"/>
                    <a:pt x="6087" y="26734"/>
                    <a:pt x="6167" y="26734"/>
                  </a:cubicBezTo>
                  <a:cubicBezTo>
                    <a:pt x="6348" y="26734"/>
                    <a:pt x="6373" y="26785"/>
                    <a:pt x="6383" y="26806"/>
                  </a:cubicBezTo>
                  <a:cubicBezTo>
                    <a:pt x="6397" y="26831"/>
                    <a:pt x="6397" y="26859"/>
                    <a:pt x="6383" y="26883"/>
                  </a:cubicBezTo>
                  <a:cubicBezTo>
                    <a:pt x="6330" y="27023"/>
                    <a:pt x="5858" y="27216"/>
                    <a:pt x="5711" y="27276"/>
                  </a:cubicBezTo>
                  <a:cubicBezTo>
                    <a:pt x="5728" y="27293"/>
                    <a:pt x="5749" y="27311"/>
                    <a:pt x="5767" y="27328"/>
                  </a:cubicBezTo>
                  <a:cubicBezTo>
                    <a:pt x="5851" y="27398"/>
                    <a:pt x="5928" y="27465"/>
                    <a:pt x="5921" y="27545"/>
                  </a:cubicBezTo>
                  <a:cubicBezTo>
                    <a:pt x="5914" y="27622"/>
                    <a:pt x="5837" y="27657"/>
                    <a:pt x="5756" y="27696"/>
                  </a:cubicBezTo>
                  <a:cubicBezTo>
                    <a:pt x="5637" y="27752"/>
                    <a:pt x="5588" y="27783"/>
                    <a:pt x="5595" y="27843"/>
                  </a:cubicBezTo>
                  <a:cubicBezTo>
                    <a:pt x="5613" y="27916"/>
                    <a:pt x="5599" y="27993"/>
                    <a:pt x="5553" y="28053"/>
                  </a:cubicBezTo>
                  <a:cubicBezTo>
                    <a:pt x="5480" y="28140"/>
                    <a:pt x="5343" y="28154"/>
                    <a:pt x="5235" y="28154"/>
                  </a:cubicBezTo>
                  <a:cubicBezTo>
                    <a:pt x="5203" y="28154"/>
                    <a:pt x="5172" y="28158"/>
                    <a:pt x="5140" y="28168"/>
                  </a:cubicBezTo>
                  <a:cubicBezTo>
                    <a:pt x="5175" y="28193"/>
                    <a:pt x="5203" y="28228"/>
                    <a:pt x="5221" y="28263"/>
                  </a:cubicBezTo>
                  <a:cubicBezTo>
                    <a:pt x="5284" y="28389"/>
                    <a:pt x="5399" y="28473"/>
                    <a:pt x="5532" y="28501"/>
                  </a:cubicBezTo>
                  <a:cubicBezTo>
                    <a:pt x="5840" y="28578"/>
                    <a:pt x="6194" y="28833"/>
                    <a:pt x="6582" y="29257"/>
                  </a:cubicBezTo>
                  <a:cubicBezTo>
                    <a:pt x="6614" y="29285"/>
                    <a:pt x="6645" y="29313"/>
                    <a:pt x="6680" y="29334"/>
                  </a:cubicBezTo>
                  <a:lnTo>
                    <a:pt x="6684" y="29331"/>
                  </a:lnTo>
                  <a:lnTo>
                    <a:pt x="6705" y="29320"/>
                  </a:lnTo>
                  <a:lnTo>
                    <a:pt x="6726" y="29310"/>
                  </a:lnTo>
                  <a:lnTo>
                    <a:pt x="6743" y="29299"/>
                  </a:lnTo>
                  <a:lnTo>
                    <a:pt x="6761" y="29292"/>
                  </a:lnTo>
                  <a:lnTo>
                    <a:pt x="6775" y="29285"/>
                  </a:lnTo>
                  <a:lnTo>
                    <a:pt x="6793" y="29278"/>
                  </a:lnTo>
                  <a:lnTo>
                    <a:pt x="6803" y="29271"/>
                  </a:lnTo>
                  <a:lnTo>
                    <a:pt x="6817" y="29268"/>
                  </a:lnTo>
                  <a:lnTo>
                    <a:pt x="6828" y="29264"/>
                  </a:lnTo>
                  <a:lnTo>
                    <a:pt x="6838" y="29261"/>
                  </a:lnTo>
                  <a:lnTo>
                    <a:pt x="6845" y="29257"/>
                  </a:lnTo>
                  <a:lnTo>
                    <a:pt x="6856" y="29254"/>
                  </a:lnTo>
                  <a:lnTo>
                    <a:pt x="6873" y="29254"/>
                  </a:lnTo>
                  <a:cubicBezTo>
                    <a:pt x="6895" y="29250"/>
                    <a:pt x="6918" y="29249"/>
                    <a:pt x="6943" y="29249"/>
                  </a:cubicBezTo>
                  <a:cubicBezTo>
                    <a:pt x="7132" y="29249"/>
                    <a:pt x="7406" y="29339"/>
                    <a:pt x="7577" y="29457"/>
                  </a:cubicBezTo>
                  <a:cubicBezTo>
                    <a:pt x="7618" y="29488"/>
                    <a:pt x="7712" y="29497"/>
                    <a:pt x="7816" y="29497"/>
                  </a:cubicBezTo>
                  <a:cubicBezTo>
                    <a:pt x="7887" y="29497"/>
                    <a:pt x="7963" y="29492"/>
                    <a:pt x="8028" y="29488"/>
                  </a:cubicBezTo>
                  <a:cubicBezTo>
                    <a:pt x="8100" y="29485"/>
                    <a:pt x="8161" y="29482"/>
                    <a:pt x="8213" y="29482"/>
                  </a:cubicBezTo>
                  <a:cubicBezTo>
                    <a:pt x="8331" y="29482"/>
                    <a:pt x="8401" y="29495"/>
                    <a:pt x="8438" y="29544"/>
                  </a:cubicBezTo>
                  <a:cubicBezTo>
                    <a:pt x="8487" y="29607"/>
                    <a:pt x="8546" y="29660"/>
                    <a:pt x="8613" y="29702"/>
                  </a:cubicBezTo>
                  <a:cubicBezTo>
                    <a:pt x="8648" y="29723"/>
                    <a:pt x="8686" y="29733"/>
                    <a:pt x="8725" y="29737"/>
                  </a:cubicBezTo>
                  <a:cubicBezTo>
                    <a:pt x="8805" y="29737"/>
                    <a:pt x="8872" y="29796"/>
                    <a:pt x="8932" y="29852"/>
                  </a:cubicBezTo>
                  <a:cubicBezTo>
                    <a:pt x="8960" y="29877"/>
                    <a:pt x="8988" y="29901"/>
                    <a:pt x="9019" y="29919"/>
                  </a:cubicBezTo>
                  <a:lnTo>
                    <a:pt x="9026" y="29919"/>
                  </a:lnTo>
                  <a:cubicBezTo>
                    <a:pt x="9037" y="29912"/>
                    <a:pt x="9051" y="29905"/>
                    <a:pt x="9061" y="29898"/>
                  </a:cubicBezTo>
                  <a:cubicBezTo>
                    <a:pt x="9156" y="29852"/>
                    <a:pt x="9338" y="29831"/>
                    <a:pt x="9625" y="29831"/>
                  </a:cubicBezTo>
                  <a:cubicBezTo>
                    <a:pt x="9674" y="29831"/>
                    <a:pt x="9723" y="29849"/>
                    <a:pt x="9761" y="29880"/>
                  </a:cubicBezTo>
                  <a:cubicBezTo>
                    <a:pt x="9775" y="29898"/>
                    <a:pt x="9796" y="29905"/>
                    <a:pt x="9817" y="29905"/>
                  </a:cubicBezTo>
                  <a:cubicBezTo>
                    <a:pt x="9922" y="29905"/>
                    <a:pt x="9954" y="30038"/>
                    <a:pt x="9978" y="30150"/>
                  </a:cubicBezTo>
                  <a:cubicBezTo>
                    <a:pt x="9985" y="30167"/>
                    <a:pt x="9992" y="30195"/>
                    <a:pt x="9999" y="30216"/>
                  </a:cubicBezTo>
                  <a:lnTo>
                    <a:pt x="9999" y="30223"/>
                  </a:lnTo>
                  <a:cubicBezTo>
                    <a:pt x="9999" y="30230"/>
                    <a:pt x="10003" y="30234"/>
                    <a:pt x="10003" y="30241"/>
                  </a:cubicBezTo>
                  <a:lnTo>
                    <a:pt x="10003" y="30244"/>
                  </a:lnTo>
                  <a:cubicBezTo>
                    <a:pt x="10024" y="30244"/>
                    <a:pt x="10045" y="30251"/>
                    <a:pt x="10062" y="30258"/>
                  </a:cubicBezTo>
                  <a:cubicBezTo>
                    <a:pt x="10122" y="30286"/>
                    <a:pt x="10178" y="30314"/>
                    <a:pt x="10230" y="30349"/>
                  </a:cubicBezTo>
                  <a:cubicBezTo>
                    <a:pt x="10269" y="30377"/>
                    <a:pt x="10311" y="30402"/>
                    <a:pt x="10353" y="30426"/>
                  </a:cubicBezTo>
                  <a:cubicBezTo>
                    <a:pt x="10395" y="30451"/>
                    <a:pt x="10437" y="30468"/>
                    <a:pt x="10482" y="30482"/>
                  </a:cubicBezTo>
                  <a:cubicBezTo>
                    <a:pt x="10489" y="30482"/>
                    <a:pt x="10496" y="30486"/>
                    <a:pt x="10500" y="30486"/>
                  </a:cubicBezTo>
                  <a:cubicBezTo>
                    <a:pt x="10601" y="30500"/>
                    <a:pt x="10692" y="30584"/>
                    <a:pt x="10769" y="30661"/>
                  </a:cubicBezTo>
                  <a:lnTo>
                    <a:pt x="10801" y="30692"/>
                  </a:lnTo>
                  <a:cubicBezTo>
                    <a:pt x="10832" y="30724"/>
                    <a:pt x="10860" y="30752"/>
                    <a:pt x="10895" y="30780"/>
                  </a:cubicBezTo>
                  <a:cubicBezTo>
                    <a:pt x="10902" y="30776"/>
                    <a:pt x="10913" y="30776"/>
                    <a:pt x="10920" y="30776"/>
                  </a:cubicBezTo>
                  <a:lnTo>
                    <a:pt x="10924" y="30776"/>
                  </a:lnTo>
                  <a:cubicBezTo>
                    <a:pt x="10934" y="30776"/>
                    <a:pt x="10941" y="30776"/>
                    <a:pt x="10948" y="30780"/>
                  </a:cubicBezTo>
                  <a:lnTo>
                    <a:pt x="10952" y="30780"/>
                  </a:lnTo>
                  <a:cubicBezTo>
                    <a:pt x="10959" y="30780"/>
                    <a:pt x="10969" y="30783"/>
                    <a:pt x="10976" y="30787"/>
                  </a:cubicBezTo>
                  <a:lnTo>
                    <a:pt x="10980" y="30787"/>
                  </a:lnTo>
                  <a:lnTo>
                    <a:pt x="11004" y="30794"/>
                  </a:lnTo>
                  <a:lnTo>
                    <a:pt x="11008" y="30794"/>
                  </a:lnTo>
                  <a:lnTo>
                    <a:pt x="11029" y="30804"/>
                  </a:lnTo>
                  <a:cubicBezTo>
                    <a:pt x="11043" y="30808"/>
                    <a:pt x="11057" y="30818"/>
                    <a:pt x="11071" y="30822"/>
                  </a:cubicBezTo>
                  <a:lnTo>
                    <a:pt x="11081" y="30825"/>
                  </a:lnTo>
                  <a:cubicBezTo>
                    <a:pt x="11081" y="30822"/>
                    <a:pt x="11085" y="30818"/>
                    <a:pt x="11085" y="30818"/>
                  </a:cubicBezTo>
                  <a:cubicBezTo>
                    <a:pt x="11116" y="30738"/>
                    <a:pt x="11193" y="30713"/>
                    <a:pt x="11263" y="30692"/>
                  </a:cubicBezTo>
                  <a:lnTo>
                    <a:pt x="11291" y="30682"/>
                  </a:lnTo>
                  <a:lnTo>
                    <a:pt x="11302" y="30678"/>
                  </a:lnTo>
                  <a:lnTo>
                    <a:pt x="11319" y="30671"/>
                  </a:lnTo>
                  <a:lnTo>
                    <a:pt x="11330" y="30668"/>
                  </a:lnTo>
                  <a:lnTo>
                    <a:pt x="11347" y="30661"/>
                  </a:lnTo>
                  <a:lnTo>
                    <a:pt x="11354" y="30654"/>
                  </a:lnTo>
                  <a:lnTo>
                    <a:pt x="11368" y="30647"/>
                  </a:lnTo>
                  <a:lnTo>
                    <a:pt x="11375" y="30643"/>
                  </a:lnTo>
                  <a:lnTo>
                    <a:pt x="11389" y="30633"/>
                  </a:lnTo>
                  <a:lnTo>
                    <a:pt x="11396" y="30629"/>
                  </a:lnTo>
                  <a:cubicBezTo>
                    <a:pt x="11403" y="30622"/>
                    <a:pt x="11407" y="30619"/>
                    <a:pt x="11410" y="30612"/>
                  </a:cubicBezTo>
                  <a:lnTo>
                    <a:pt x="11414" y="30608"/>
                  </a:lnTo>
                  <a:cubicBezTo>
                    <a:pt x="11417" y="30601"/>
                    <a:pt x="11421" y="30598"/>
                    <a:pt x="11424" y="30594"/>
                  </a:cubicBezTo>
                  <a:cubicBezTo>
                    <a:pt x="11025" y="30104"/>
                    <a:pt x="10797" y="29786"/>
                    <a:pt x="10804" y="29625"/>
                  </a:cubicBezTo>
                  <a:cubicBezTo>
                    <a:pt x="10808" y="29569"/>
                    <a:pt x="10815" y="29520"/>
                    <a:pt x="10822" y="29471"/>
                  </a:cubicBezTo>
                  <a:cubicBezTo>
                    <a:pt x="10850" y="29275"/>
                    <a:pt x="10867" y="29148"/>
                    <a:pt x="10619" y="28935"/>
                  </a:cubicBezTo>
                  <a:cubicBezTo>
                    <a:pt x="10517" y="28847"/>
                    <a:pt x="10465" y="28760"/>
                    <a:pt x="10461" y="28665"/>
                  </a:cubicBezTo>
                  <a:cubicBezTo>
                    <a:pt x="10451" y="28511"/>
                    <a:pt x="10580" y="28382"/>
                    <a:pt x="10713" y="28242"/>
                  </a:cubicBezTo>
                  <a:cubicBezTo>
                    <a:pt x="10773" y="28182"/>
                    <a:pt x="10832" y="28119"/>
                    <a:pt x="10885" y="28053"/>
                  </a:cubicBezTo>
                  <a:cubicBezTo>
                    <a:pt x="11032" y="27864"/>
                    <a:pt x="11277" y="27748"/>
                    <a:pt x="11512" y="27636"/>
                  </a:cubicBezTo>
                  <a:cubicBezTo>
                    <a:pt x="11606" y="27591"/>
                    <a:pt x="11701" y="27549"/>
                    <a:pt x="11785" y="27500"/>
                  </a:cubicBezTo>
                  <a:cubicBezTo>
                    <a:pt x="11757" y="27486"/>
                    <a:pt x="11729" y="27468"/>
                    <a:pt x="11701" y="27458"/>
                  </a:cubicBezTo>
                  <a:cubicBezTo>
                    <a:pt x="11680" y="27447"/>
                    <a:pt x="11659" y="27437"/>
                    <a:pt x="11641" y="27426"/>
                  </a:cubicBezTo>
                  <a:cubicBezTo>
                    <a:pt x="11505" y="27360"/>
                    <a:pt x="11442" y="27293"/>
                    <a:pt x="11449" y="27220"/>
                  </a:cubicBezTo>
                  <a:cubicBezTo>
                    <a:pt x="11449" y="27213"/>
                    <a:pt x="11449" y="27206"/>
                    <a:pt x="11452" y="27199"/>
                  </a:cubicBezTo>
                  <a:cubicBezTo>
                    <a:pt x="11466" y="27149"/>
                    <a:pt x="11512" y="27111"/>
                    <a:pt x="11589" y="27090"/>
                  </a:cubicBezTo>
                  <a:cubicBezTo>
                    <a:pt x="11606" y="27086"/>
                    <a:pt x="11620" y="27079"/>
                    <a:pt x="11634" y="27072"/>
                  </a:cubicBezTo>
                  <a:cubicBezTo>
                    <a:pt x="11634" y="27069"/>
                    <a:pt x="11638" y="27069"/>
                    <a:pt x="11638" y="27069"/>
                  </a:cubicBezTo>
                  <a:cubicBezTo>
                    <a:pt x="11641" y="27037"/>
                    <a:pt x="11536" y="26915"/>
                    <a:pt x="11484" y="26859"/>
                  </a:cubicBezTo>
                  <a:cubicBezTo>
                    <a:pt x="11424" y="26789"/>
                    <a:pt x="11372" y="26715"/>
                    <a:pt x="11323" y="26638"/>
                  </a:cubicBezTo>
                  <a:lnTo>
                    <a:pt x="11305" y="26614"/>
                  </a:lnTo>
                  <a:cubicBezTo>
                    <a:pt x="11263" y="26554"/>
                    <a:pt x="11218" y="26491"/>
                    <a:pt x="11193" y="26491"/>
                  </a:cubicBezTo>
                  <a:cubicBezTo>
                    <a:pt x="11172" y="26491"/>
                    <a:pt x="11144" y="26491"/>
                    <a:pt x="11116" y="26488"/>
                  </a:cubicBezTo>
                  <a:cubicBezTo>
                    <a:pt x="11087" y="26485"/>
                    <a:pt x="11059" y="26483"/>
                    <a:pt x="11030" y="26483"/>
                  </a:cubicBezTo>
                  <a:cubicBezTo>
                    <a:pt x="10961" y="26483"/>
                    <a:pt x="10892" y="26493"/>
                    <a:pt x="10825" y="26512"/>
                  </a:cubicBezTo>
                  <a:cubicBezTo>
                    <a:pt x="10807" y="26520"/>
                    <a:pt x="10787" y="26524"/>
                    <a:pt x="10767" y="26524"/>
                  </a:cubicBezTo>
                  <a:cubicBezTo>
                    <a:pt x="10735" y="26524"/>
                    <a:pt x="10704" y="26514"/>
                    <a:pt x="10678" y="26495"/>
                  </a:cubicBezTo>
                  <a:cubicBezTo>
                    <a:pt x="10605" y="26432"/>
                    <a:pt x="10622" y="26302"/>
                    <a:pt x="10643" y="26148"/>
                  </a:cubicBezTo>
                  <a:cubicBezTo>
                    <a:pt x="10650" y="26110"/>
                    <a:pt x="10619" y="26089"/>
                    <a:pt x="10500" y="26057"/>
                  </a:cubicBezTo>
                  <a:cubicBezTo>
                    <a:pt x="10433" y="26040"/>
                    <a:pt x="10370" y="26022"/>
                    <a:pt x="10339" y="25977"/>
                  </a:cubicBezTo>
                  <a:cubicBezTo>
                    <a:pt x="10311" y="25938"/>
                    <a:pt x="10311" y="25882"/>
                    <a:pt x="10328" y="25809"/>
                  </a:cubicBezTo>
                  <a:cubicBezTo>
                    <a:pt x="10353" y="25721"/>
                    <a:pt x="10423" y="25574"/>
                    <a:pt x="10486" y="25543"/>
                  </a:cubicBezTo>
                  <a:cubicBezTo>
                    <a:pt x="10591" y="25490"/>
                    <a:pt x="10626" y="25455"/>
                    <a:pt x="10636" y="25441"/>
                  </a:cubicBezTo>
                  <a:cubicBezTo>
                    <a:pt x="10626" y="25434"/>
                    <a:pt x="10612" y="25424"/>
                    <a:pt x="10601" y="25417"/>
                  </a:cubicBezTo>
                  <a:cubicBezTo>
                    <a:pt x="10549" y="25389"/>
                    <a:pt x="10440" y="25326"/>
                    <a:pt x="10451" y="25217"/>
                  </a:cubicBezTo>
                  <a:cubicBezTo>
                    <a:pt x="10454" y="25186"/>
                    <a:pt x="10465" y="25158"/>
                    <a:pt x="10482" y="25130"/>
                  </a:cubicBezTo>
                  <a:cubicBezTo>
                    <a:pt x="10524" y="25059"/>
                    <a:pt x="10587" y="25000"/>
                    <a:pt x="10661" y="24954"/>
                  </a:cubicBezTo>
                  <a:cubicBezTo>
                    <a:pt x="10731" y="24905"/>
                    <a:pt x="10762" y="24884"/>
                    <a:pt x="10762" y="24825"/>
                  </a:cubicBezTo>
                  <a:cubicBezTo>
                    <a:pt x="10762" y="24797"/>
                    <a:pt x="10766" y="24765"/>
                    <a:pt x="10773" y="24737"/>
                  </a:cubicBezTo>
                  <a:cubicBezTo>
                    <a:pt x="10794" y="24657"/>
                    <a:pt x="10843" y="24587"/>
                    <a:pt x="10917" y="24545"/>
                  </a:cubicBezTo>
                  <a:cubicBezTo>
                    <a:pt x="10924" y="24541"/>
                    <a:pt x="10931" y="24541"/>
                    <a:pt x="10938" y="24538"/>
                  </a:cubicBezTo>
                  <a:cubicBezTo>
                    <a:pt x="10966" y="24527"/>
                    <a:pt x="10995" y="24522"/>
                    <a:pt x="11024" y="24522"/>
                  </a:cubicBezTo>
                  <a:cubicBezTo>
                    <a:pt x="11081" y="24522"/>
                    <a:pt x="11136" y="24542"/>
                    <a:pt x="11183" y="24576"/>
                  </a:cubicBezTo>
                  <a:cubicBezTo>
                    <a:pt x="11200" y="24590"/>
                    <a:pt x="11218" y="24604"/>
                    <a:pt x="11235" y="24622"/>
                  </a:cubicBezTo>
                  <a:cubicBezTo>
                    <a:pt x="11281" y="24671"/>
                    <a:pt x="11323" y="24723"/>
                    <a:pt x="11361" y="24779"/>
                  </a:cubicBezTo>
                  <a:cubicBezTo>
                    <a:pt x="11424" y="24874"/>
                    <a:pt x="11466" y="24930"/>
                    <a:pt x="11512" y="24940"/>
                  </a:cubicBezTo>
                  <a:cubicBezTo>
                    <a:pt x="11515" y="24941"/>
                    <a:pt x="11519" y="24942"/>
                    <a:pt x="11524" y="24942"/>
                  </a:cubicBezTo>
                  <a:cubicBezTo>
                    <a:pt x="11535" y="24942"/>
                    <a:pt x="11547" y="24939"/>
                    <a:pt x="11557" y="24933"/>
                  </a:cubicBezTo>
                  <a:cubicBezTo>
                    <a:pt x="11582" y="24930"/>
                    <a:pt x="11606" y="24912"/>
                    <a:pt x="11620" y="24891"/>
                  </a:cubicBezTo>
                  <a:cubicBezTo>
                    <a:pt x="11634" y="24856"/>
                    <a:pt x="11610" y="24797"/>
                    <a:pt x="11592" y="24748"/>
                  </a:cubicBezTo>
                  <a:cubicBezTo>
                    <a:pt x="11582" y="24723"/>
                    <a:pt x="11571" y="24699"/>
                    <a:pt x="11568" y="24674"/>
                  </a:cubicBezTo>
                  <a:lnTo>
                    <a:pt x="11564" y="24660"/>
                  </a:lnTo>
                  <a:cubicBezTo>
                    <a:pt x="11547" y="24590"/>
                    <a:pt x="11522" y="24499"/>
                    <a:pt x="11571" y="24419"/>
                  </a:cubicBezTo>
                  <a:cubicBezTo>
                    <a:pt x="11617" y="24356"/>
                    <a:pt x="11687" y="24314"/>
                    <a:pt x="11760" y="24303"/>
                  </a:cubicBezTo>
                  <a:cubicBezTo>
                    <a:pt x="11813" y="24293"/>
                    <a:pt x="11858" y="24258"/>
                    <a:pt x="11872" y="24205"/>
                  </a:cubicBezTo>
                  <a:lnTo>
                    <a:pt x="11883" y="24184"/>
                  </a:lnTo>
                  <a:cubicBezTo>
                    <a:pt x="11904" y="24125"/>
                    <a:pt x="11942" y="24034"/>
                    <a:pt x="12068" y="24034"/>
                  </a:cubicBezTo>
                  <a:cubicBezTo>
                    <a:pt x="12180" y="24034"/>
                    <a:pt x="12401" y="23901"/>
                    <a:pt x="12516" y="23831"/>
                  </a:cubicBezTo>
                  <a:cubicBezTo>
                    <a:pt x="12562" y="23806"/>
                    <a:pt x="12593" y="23785"/>
                    <a:pt x="12618" y="23775"/>
                  </a:cubicBezTo>
                  <a:lnTo>
                    <a:pt x="12649" y="23761"/>
                  </a:lnTo>
                  <a:cubicBezTo>
                    <a:pt x="12740" y="23708"/>
                    <a:pt x="12842" y="23666"/>
                    <a:pt x="12947" y="23642"/>
                  </a:cubicBezTo>
                  <a:cubicBezTo>
                    <a:pt x="12965" y="23637"/>
                    <a:pt x="12983" y="23634"/>
                    <a:pt x="13001" y="23634"/>
                  </a:cubicBezTo>
                  <a:cubicBezTo>
                    <a:pt x="13032" y="23634"/>
                    <a:pt x="13062" y="23641"/>
                    <a:pt x="13091" y="23652"/>
                  </a:cubicBezTo>
                  <a:cubicBezTo>
                    <a:pt x="13112" y="23663"/>
                    <a:pt x="13129" y="23673"/>
                    <a:pt x="13150" y="23687"/>
                  </a:cubicBezTo>
                  <a:cubicBezTo>
                    <a:pt x="13178" y="23705"/>
                    <a:pt x="13206" y="23719"/>
                    <a:pt x="13238" y="23729"/>
                  </a:cubicBezTo>
                  <a:cubicBezTo>
                    <a:pt x="13241" y="23731"/>
                    <a:pt x="13245" y="23732"/>
                    <a:pt x="13248" y="23732"/>
                  </a:cubicBezTo>
                  <a:cubicBezTo>
                    <a:pt x="13252" y="23732"/>
                    <a:pt x="13255" y="23731"/>
                    <a:pt x="13259" y="23729"/>
                  </a:cubicBezTo>
                  <a:cubicBezTo>
                    <a:pt x="13269" y="23726"/>
                    <a:pt x="13283" y="23708"/>
                    <a:pt x="13294" y="23684"/>
                  </a:cubicBezTo>
                  <a:cubicBezTo>
                    <a:pt x="13332" y="23594"/>
                    <a:pt x="13420" y="23542"/>
                    <a:pt x="13532" y="23542"/>
                  </a:cubicBezTo>
                  <a:cubicBezTo>
                    <a:pt x="13542" y="23542"/>
                    <a:pt x="13553" y="23543"/>
                    <a:pt x="13563" y="23544"/>
                  </a:cubicBezTo>
                  <a:cubicBezTo>
                    <a:pt x="13588" y="23547"/>
                    <a:pt x="13612" y="23551"/>
                    <a:pt x="13637" y="23558"/>
                  </a:cubicBezTo>
                  <a:cubicBezTo>
                    <a:pt x="13714" y="23579"/>
                    <a:pt x="13784" y="23624"/>
                    <a:pt x="13801" y="23687"/>
                  </a:cubicBezTo>
                  <a:cubicBezTo>
                    <a:pt x="13833" y="23708"/>
                    <a:pt x="13962" y="23733"/>
                    <a:pt x="14050" y="23747"/>
                  </a:cubicBezTo>
                  <a:cubicBezTo>
                    <a:pt x="14148" y="23761"/>
                    <a:pt x="14246" y="23785"/>
                    <a:pt x="14337" y="23813"/>
                  </a:cubicBezTo>
                  <a:cubicBezTo>
                    <a:pt x="14361" y="23824"/>
                    <a:pt x="14386" y="23834"/>
                    <a:pt x="14407" y="23848"/>
                  </a:cubicBezTo>
                  <a:lnTo>
                    <a:pt x="14466" y="23887"/>
                  </a:lnTo>
                  <a:cubicBezTo>
                    <a:pt x="14760" y="24079"/>
                    <a:pt x="14900" y="24188"/>
                    <a:pt x="14900" y="24293"/>
                  </a:cubicBezTo>
                  <a:cubicBezTo>
                    <a:pt x="14900" y="24307"/>
                    <a:pt x="14904" y="24324"/>
                    <a:pt x="14914" y="24335"/>
                  </a:cubicBezTo>
                  <a:cubicBezTo>
                    <a:pt x="14914" y="24282"/>
                    <a:pt x="14939" y="24233"/>
                    <a:pt x="14984" y="24205"/>
                  </a:cubicBezTo>
                  <a:cubicBezTo>
                    <a:pt x="15005" y="24194"/>
                    <a:pt x="15027" y="24188"/>
                    <a:pt x="15051" y="24188"/>
                  </a:cubicBezTo>
                  <a:cubicBezTo>
                    <a:pt x="15121" y="24188"/>
                    <a:pt x="15208" y="24234"/>
                    <a:pt x="15328" y="24307"/>
                  </a:cubicBezTo>
                  <a:cubicBezTo>
                    <a:pt x="15394" y="24348"/>
                    <a:pt x="15469" y="24369"/>
                    <a:pt x="15543" y="24369"/>
                  </a:cubicBezTo>
                  <a:cubicBezTo>
                    <a:pt x="15581" y="24369"/>
                    <a:pt x="15620" y="24363"/>
                    <a:pt x="15657" y="24352"/>
                  </a:cubicBezTo>
                  <a:cubicBezTo>
                    <a:pt x="15692" y="24345"/>
                    <a:pt x="15727" y="24324"/>
                    <a:pt x="15744" y="24293"/>
                  </a:cubicBezTo>
                  <a:cubicBezTo>
                    <a:pt x="15786" y="24188"/>
                    <a:pt x="15947" y="24104"/>
                    <a:pt x="16080" y="24069"/>
                  </a:cubicBezTo>
                  <a:cubicBezTo>
                    <a:pt x="16118" y="24058"/>
                    <a:pt x="16170" y="24048"/>
                    <a:pt x="16224" y="24048"/>
                  </a:cubicBezTo>
                  <a:cubicBezTo>
                    <a:pt x="16279" y="24048"/>
                    <a:pt x="16337" y="24059"/>
                    <a:pt x="16381" y="24093"/>
                  </a:cubicBezTo>
                  <a:lnTo>
                    <a:pt x="16416" y="24125"/>
                  </a:lnTo>
                  <a:cubicBezTo>
                    <a:pt x="16465" y="24165"/>
                    <a:pt x="16491" y="24187"/>
                    <a:pt x="16518" y="24187"/>
                  </a:cubicBezTo>
                  <a:cubicBezTo>
                    <a:pt x="16542" y="24187"/>
                    <a:pt x="16567" y="24167"/>
                    <a:pt x="16609" y="24125"/>
                  </a:cubicBezTo>
                  <a:cubicBezTo>
                    <a:pt x="16693" y="24050"/>
                    <a:pt x="16802" y="24008"/>
                    <a:pt x="16915" y="24008"/>
                  </a:cubicBezTo>
                  <a:cubicBezTo>
                    <a:pt x="16924" y="24008"/>
                    <a:pt x="16933" y="24009"/>
                    <a:pt x="16941" y="24009"/>
                  </a:cubicBezTo>
                  <a:cubicBezTo>
                    <a:pt x="16962" y="24009"/>
                    <a:pt x="16983" y="24013"/>
                    <a:pt x="17004" y="24013"/>
                  </a:cubicBezTo>
                  <a:cubicBezTo>
                    <a:pt x="17022" y="24013"/>
                    <a:pt x="17036" y="24020"/>
                    <a:pt x="17050" y="24023"/>
                  </a:cubicBezTo>
                  <a:cubicBezTo>
                    <a:pt x="17155" y="24048"/>
                    <a:pt x="17225" y="24100"/>
                    <a:pt x="17250" y="24174"/>
                  </a:cubicBezTo>
                  <a:cubicBezTo>
                    <a:pt x="17274" y="24233"/>
                    <a:pt x="17323" y="24275"/>
                    <a:pt x="17386" y="24282"/>
                  </a:cubicBezTo>
                  <a:cubicBezTo>
                    <a:pt x="17432" y="24294"/>
                    <a:pt x="17476" y="24301"/>
                    <a:pt x="17522" y="24301"/>
                  </a:cubicBezTo>
                  <a:cubicBezTo>
                    <a:pt x="17531" y="24301"/>
                    <a:pt x="17541" y="24300"/>
                    <a:pt x="17551" y="24300"/>
                  </a:cubicBezTo>
                  <a:cubicBezTo>
                    <a:pt x="17659" y="24300"/>
                    <a:pt x="17719" y="24380"/>
                    <a:pt x="17757" y="24433"/>
                  </a:cubicBezTo>
                  <a:cubicBezTo>
                    <a:pt x="17768" y="24447"/>
                    <a:pt x="17782" y="24461"/>
                    <a:pt x="17792" y="24475"/>
                  </a:cubicBezTo>
                  <a:cubicBezTo>
                    <a:pt x="17813" y="24447"/>
                    <a:pt x="17827" y="24412"/>
                    <a:pt x="17838" y="24377"/>
                  </a:cubicBezTo>
                  <a:cubicBezTo>
                    <a:pt x="17857" y="24310"/>
                    <a:pt x="17893" y="24202"/>
                    <a:pt x="17995" y="24202"/>
                  </a:cubicBezTo>
                  <a:cubicBezTo>
                    <a:pt x="18005" y="24202"/>
                    <a:pt x="18016" y="24203"/>
                    <a:pt x="18027" y="24205"/>
                  </a:cubicBezTo>
                  <a:cubicBezTo>
                    <a:pt x="18083" y="24223"/>
                    <a:pt x="18139" y="24247"/>
                    <a:pt x="18188" y="24286"/>
                  </a:cubicBezTo>
                  <a:lnTo>
                    <a:pt x="18216" y="24300"/>
                  </a:lnTo>
                  <a:cubicBezTo>
                    <a:pt x="18275" y="24345"/>
                    <a:pt x="18349" y="24370"/>
                    <a:pt x="18426" y="24373"/>
                  </a:cubicBezTo>
                  <a:cubicBezTo>
                    <a:pt x="18699" y="24373"/>
                    <a:pt x="18699" y="24279"/>
                    <a:pt x="18699" y="24247"/>
                  </a:cubicBezTo>
                  <a:cubicBezTo>
                    <a:pt x="18699" y="24037"/>
                    <a:pt x="18653" y="23925"/>
                    <a:pt x="18618" y="23925"/>
                  </a:cubicBezTo>
                  <a:cubicBezTo>
                    <a:pt x="18548" y="23918"/>
                    <a:pt x="18478" y="23897"/>
                    <a:pt x="18415" y="23862"/>
                  </a:cubicBezTo>
                  <a:cubicBezTo>
                    <a:pt x="18359" y="23827"/>
                    <a:pt x="18296" y="23810"/>
                    <a:pt x="18230" y="23803"/>
                  </a:cubicBezTo>
                  <a:cubicBezTo>
                    <a:pt x="18188" y="23803"/>
                    <a:pt x="18149" y="23792"/>
                    <a:pt x="18114" y="23771"/>
                  </a:cubicBezTo>
                  <a:cubicBezTo>
                    <a:pt x="18037" y="23726"/>
                    <a:pt x="17981" y="23649"/>
                    <a:pt x="17960" y="23558"/>
                  </a:cubicBezTo>
                  <a:cubicBezTo>
                    <a:pt x="17960" y="23547"/>
                    <a:pt x="17960" y="23533"/>
                    <a:pt x="17960" y="23523"/>
                  </a:cubicBezTo>
                  <a:cubicBezTo>
                    <a:pt x="17964" y="23502"/>
                    <a:pt x="17967" y="23481"/>
                    <a:pt x="17974" y="23463"/>
                  </a:cubicBezTo>
                  <a:cubicBezTo>
                    <a:pt x="17992" y="23425"/>
                    <a:pt x="18027" y="23397"/>
                    <a:pt x="18065" y="23383"/>
                  </a:cubicBezTo>
                  <a:cubicBezTo>
                    <a:pt x="18160" y="23355"/>
                    <a:pt x="18247" y="23309"/>
                    <a:pt x="18328" y="23246"/>
                  </a:cubicBezTo>
                  <a:cubicBezTo>
                    <a:pt x="18342" y="23236"/>
                    <a:pt x="18352" y="23222"/>
                    <a:pt x="18363" y="23204"/>
                  </a:cubicBezTo>
                  <a:cubicBezTo>
                    <a:pt x="18366" y="23197"/>
                    <a:pt x="18370" y="23190"/>
                    <a:pt x="18366" y="23183"/>
                  </a:cubicBezTo>
                  <a:cubicBezTo>
                    <a:pt x="18338" y="23113"/>
                    <a:pt x="18321" y="23040"/>
                    <a:pt x="18317" y="22966"/>
                  </a:cubicBezTo>
                  <a:cubicBezTo>
                    <a:pt x="18314" y="22910"/>
                    <a:pt x="18324" y="22854"/>
                    <a:pt x="18352" y="22805"/>
                  </a:cubicBezTo>
                  <a:cubicBezTo>
                    <a:pt x="18387" y="22745"/>
                    <a:pt x="18447" y="22710"/>
                    <a:pt x="18517" y="22703"/>
                  </a:cubicBezTo>
                  <a:lnTo>
                    <a:pt x="18566" y="22700"/>
                  </a:lnTo>
                  <a:cubicBezTo>
                    <a:pt x="18611" y="22693"/>
                    <a:pt x="18664" y="22689"/>
                    <a:pt x="18716" y="22686"/>
                  </a:cubicBezTo>
                  <a:cubicBezTo>
                    <a:pt x="18769" y="22682"/>
                    <a:pt x="18839" y="22679"/>
                    <a:pt x="18902" y="22672"/>
                  </a:cubicBezTo>
                  <a:lnTo>
                    <a:pt x="18961" y="22665"/>
                  </a:lnTo>
                  <a:lnTo>
                    <a:pt x="18895" y="22644"/>
                  </a:lnTo>
                  <a:cubicBezTo>
                    <a:pt x="18758" y="22598"/>
                    <a:pt x="18618" y="22553"/>
                    <a:pt x="18566" y="22462"/>
                  </a:cubicBezTo>
                  <a:cubicBezTo>
                    <a:pt x="18489" y="22336"/>
                    <a:pt x="18436" y="21996"/>
                    <a:pt x="18559" y="21916"/>
                  </a:cubicBezTo>
                  <a:cubicBezTo>
                    <a:pt x="18599" y="21894"/>
                    <a:pt x="18641" y="21884"/>
                    <a:pt x="18684" y="21884"/>
                  </a:cubicBezTo>
                  <a:cubicBezTo>
                    <a:pt x="18690" y="21884"/>
                    <a:pt x="18696" y="21884"/>
                    <a:pt x="18702" y="21884"/>
                  </a:cubicBezTo>
                  <a:cubicBezTo>
                    <a:pt x="18730" y="21884"/>
                    <a:pt x="18762" y="21888"/>
                    <a:pt x="18797" y="21891"/>
                  </a:cubicBezTo>
                  <a:cubicBezTo>
                    <a:pt x="18827" y="21895"/>
                    <a:pt x="18857" y="21897"/>
                    <a:pt x="18887" y="21897"/>
                  </a:cubicBezTo>
                  <a:cubicBezTo>
                    <a:pt x="18937" y="21897"/>
                    <a:pt x="18987" y="21892"/>
                    <a:pt x="19035" y="21881"/>
                  </a:cubicBezTo>
                  <a:cubicBezTo>
                    <a:pt x="19084" y="21871"/>
                    <a:pt x="19133" y="21865"/>
                    <a:pt x="19181" y="21865"/>
                  </a:cubicBezTo>
                  <a:cubicBezTo>
                    <a:pt x="19216" y="21865"/>
                    <a:pt x="19250" y="21868"/>
                    <a:pt x="19284" y="21874"/>
                  </a:cubicBezTo>
                  <a:cubicBezTo>
                    <a:pt x="19331" y="21877"/>
                    <a:pt x="19380" y="21881"/>
                    <a:pt x="19428" y="21881"/>
                  </a:cubicBezTo>
                  <a:cubicBezTo>
                    <a:pt x="19518" y="21881"/>
                    <a:pt x="19606" y="21868"/>
                    <a:pt x="19672" y="21818"/>
                  </a:cubicBezTo>
                  <a:cubicBezTo>
                    <a:pt x="19893" y="21653"/>
                    <a:pt x="20351" y="21636"/>
                    <a:pt x="20537" y="21636"/>
                  </a:cubicBezTo>
                  <a:cubicBezTo>
                    <a:pt x="20649" y="21636"/>
                    <a:pt x="20750" y="21594"/>
                    <a:pt x="20848" y="21548"/>
                  </a:cubicBezTo>
                  <a:cubicBezTo>
                    <a:pt x="20925" y="21510"/>
                    <a:pt x="21002" y="21485"/>
                    <a:pt x="21086" y="21468"/>
                  </a:cubicBezTo>
                  <a:cubicBezTo>
                    <a:pt x="21377" y="21426"/>
                    <a:pt x="21752" y="21366"/>
                    <a:pt x="21846" y="21328"/>
                  </a:cubicBezTo>
                  <a:cubicBezTo>
                    <a:pt x="21923" y="21303"/>
                    <a:pt x="22000" y="21282"/>
                    <a:pt x="22077" y="21268"/>
                  </a:cubicBezTo>
                  <a:cubicBezTo>
                    <a:pt x="22112" y="21261"/>
                    <a:pt x="22161" y="21251"/>
                    <a:pt x="22214" y="21237"/>
                  </a:cubicBezTo>
                  <a:lnTo>
                    <a:pt x="22298" y="21216"/>
                  </a:lnTo>
                  <a:cubicBezTo>
                    <a:pt x="22434" y="21181"/>
                    <a:pt x="22578" y="21139"/>
                    <a:pt x="22609" y="21104"/>
                  </a:cubicBezTo>
                  <a:cubicBezTo>
                    <a:pt x="22623" y="21058"/>
                    <a:pt x="22655" y="21020"/>
                    <a:pt x="22700" y="20999"/>
                  </a:cubicBezTo>
                  <a:lnTo>
                    <a:pt x="22721" y="20985"/>
                  </a:lnTo>
                  <a:cubicBezTo>
                    <a:pt x="22841" y="20925"/>
                    <a:pt x="23056" y="20879"/>
                    <a:pt x="23218" y="20879"/>
                  </a:cubicBezTo>
                  <a:cubicBezTo>
                    <a:pt x="23284" y="20879"/>
                    <a:pt x="23341" y="20887"/>
                    <a:pt x="23380" y="20904"/>
                  </a:cubicBezTo>
                  <a:cubicBezTo>
                    <a:pt x="23487" y="20953"/>
                    <a:pt x="23586" y="20978"/>
                    <a:pt x="23663" y="20978"/>
                  </a:cubicBezTo>
                  <a:cubicBezTo>
                    <a:pt x="23697" y="20978"/>
                    <a:pt x="23726" y="20973"/>
                    <a:pt x="23751" y="20964"/>
                  </a:cubicBezTo>
                  <a:cubicBezTo>
                    <a:pt x="23778" y="20952"/>
                    <a:pt x="23807" y="20947"/>
                    <a:pt x="23838" y="20947"/>
                  </a:cubicBezTo>
                  <a:cubicBezTo>
                    <a:pt x="23930" y="20947"/>
                    <a:pt x="24032" y="20992"/>
                    <a:pt x="24097" y="21048"/>
                  </a:cubicBezTo>
                  <a:cubicBezTo>
                    <a:pt x="24171" y="21111"/>
                    <a:pt x="24206" y="21184"/>
                    <a:pt x="24192" y="21254"/>
                  </a:cubicBezTo>
                  <a:cubicBezTo>
                    <a:pt x="24185" y="21307"/>
                    <a:pt x="24213" y="21373"/>
                    <a:pt x="24241" y="21436"/>
                  </a:cubicBezTo>
                  <a:cubicBezTo>
                    <a:pt x="24276" y="21499"/>
                    <a:pt x="24293" y="21566"/>
                    <a:pt x="24290" y="21639"/>
                  </a:cubicBezTo>
                  <a:cubicBezTo>
                    <a:pt x="24283" y="21688"/>
                    <a:pt x="24262" y="21737"/>
                    <a:pt x="24230" y="21776"/>
                  </a:cubicBezTo>
                  <a:cubicBezTo>
                    <a:pt x="24220" y="21786"/>
                    <a:pt x="24213" y="21797"/>
                    <a:pt x="24209" y="21811"/>
                  </a:cubicBezTo>
                  <a:lnTo>
                    <a:pt x="24209" y="21814"/>
                  </a:lnTo>
                  <a:lnTo>
                    <a:pt x="24216" y="21818"/>
                  </a:lnTo>
                  <a:cubicBezTo>
                    <a:pt x="24237" y="21829"/>
                    <a:pt x="24259" y="21836"/>
                    <a:pt x="24284" y="21836"/>
                  </a:cubicBezTo>
                  <a:cubicBezTo>
                    <a:pt x="24290" y="21836"/>
                    <a:pt x="24295" y="21836"/>
                    <a:pt x="24300" y="21835"/>
                  </a:cubicBezTo>
                  <a:cubicBezTo>
                    <a:pt x="24416" y="21835"/>
                    <a:pt x="24563" y="21786"/>
                    <a:pt x="24615" y="21734"/>
                  </a:cubicBezTo>
                  <a:cubicBezTo>
                    <a:pt x="24643" y="21696"/>
                    <a:pt x="24687" y="21674"/>
                    <a:pt x="24733" y="21674"/>
                  </a:cubicBezTo>
                  <a:cubicBezTo>
                    <a:pt x="24751" y="21674"/>
                    <a:pt x="24769" y="21678"/>
                    <a:pt x="24787" y="21685"/>
                  </a:cubicBezTo>
                  <a:cubicBezTo>
                    <a:pt x="24874" y="21727"/>
                    <a:pt x="24930" y="21814"/>
                    <a:pt x="24934" y="21909"/>
                  </a:cubicBezTo>
                  <a:cubicBezTo>
                    <a:pt x="24937" y="21916"/>
                    <a:pt x="24941" y="21923"/>
                    <a:pt x="24944" y="21926"/>
                  </a:cubicBezTo>
                  <a:cubicBezTo>
                    <a:pt x="24948" y="21930"/>
                    <a:pt x="24955" y="21933"/>
                    <a:pt x="24962" y="21937"/>
                  </a:cubicBezTo>
                  <a:cubicBezTo>
                    <a:pt x="24962" y="21891"/>
                    <a:pt x="24993" y="21849"/>
                    <a:pt x="25035" y="21832"/>
                  </a:cubicBezTo>
                  <a:cubicBezTo>
                    <a:pt x="25049" y="21828"/>
                    <a:pt x="25060" y="21828"/>
                    <a:pt x="25074" y="21825"/>
                  </a:cubicBezTo>
                  <a:lnTo>
                    <a:pt x="25091" y="21825"/>
                  </a:lnTo>
                  <a:cubicBezTo>
                    <a:pt x="25105" y="21825"/>
                    <a:pt x="25119" y="21828"/>
                    <a:pt x="25133" y="21828"/>
                  </a:cubicBezTo>
                  <a:cubicBezTo>
                    <a:pt x="25207" y="21846"/>
                    <a:pt x="25277" y="21884"/>
                    <a:pt x="25329" y="21937"/>
                  </a:cubicBezTo>
                  <a:lnTo>
                    <a:pt x="25336" y="21937"/>
                  </a:lnTo>
                  <a:cubicBezTo>
                    <a:pt x="25364" y="21933"/>
                    <a:pt x="25389" y="21930"/>
                    <a:pt x="25417" y="21923"/>
                  </a:cubicBezTo>
                  <a:cubicBezTo>
                    <a:pt x="25452" y="21913"/>
                    <a:pt x="25488" y="21905"/>
                    <a:pt x="25520" y="21905"/>
                  </a:cubicBezTo>
                  <a:cubicBezTo>
                    <a:pt x="25549" y="21905"/>
                    <a:pt x="25576" y="21912"/>
                    <a:pt x="25599" y="21930"/>
                  </a:cubicBezTo>
                  <a:cubicBezTo>
                    <a:pt x="25624" y="21951"/>
                    <a:pt x="25638" y="21982"/>
                    <a:pt x="25638" y="22017"/>
                  </a:cubicBezTo>
                  <a:cubicBezTo>
                    <a:pt x="25638" y="22098"/>
                    <a:pt x="25568" y="22154"/>
                    <a:pt x="25498" y="22210"/>
                  </a:cubicBezTo>
                  <a:cubicBezTo>
                    <a:pt x="25473" y="22227"/>
                    <a:pt x="25452" y="22248"/>
                    <a:pt x="25427" y="22269"/>
                  </a:cubicBezTo>
                  <a:cubicBezTo>
                    <a:pt x="25417" y="22276"/>
                    <a:pt x="25410" y="22287"/>
                    <a:pt x="25406" y="22301"/>
                  </a:cubicBezTo>
                  <a:cubicBezTo>
                    <a:pt x="25410" y="22304"/>
                    <a:pt x="25410" y="22308"/>
                    <a:pt x="25413" y="22311"/>
                  </a:cubicBezTo>
                  <a:lnTo>
                    <a:pt x="25420" y="22318"/>
                  </a:lnTo>
                  <a:cubicBezTo>
                    <a:pt x="25434" y="22330"/>
                    <a:pt x="25443" y="22338"/>
                    <a:pt x="25454" y="22338"/>
                  </a:cubicBezTo>
                  <a:cubicBezTo>
                    <a:pt x="25471" y="22338"/>
                    <a:pt x="25493" y="22323"/>
                    <a:pt x="25540" y="22287"/>
                  </a:cubicBezTo>
                  <a:cubicBezTo>
                    <a:pt x="25589" y="22248"/>
                    <a:pt x="25654" y="22197"/>
                    <a:pt x="25737" y="22197"/>
                  </a:cubicBezTo>
                  <a:cubicBezTo>
                    <a:pt x="25759" y="22197"/>
                    <a:pt x="25784" y="22201"/>
                    <a:pt x="25809" y="22210"/>
                  </a:cubicBezTo>
                  <a:cubicBezTo>
                    <a:pt x="25825" y="22213"/>
                    <a:pt x="25840" y="22215"/>
                    <a:pt x="25854" y="22215"/>
                  </a:cubicBezTo>
                  <a:cubicBezTo>
                    <a:pt x="25869" y="22215"/>
                    <a:pt x="25883" y="22213"/>
                    <a:pt x="25897" y="22210"/>
                  </a:cubicBezTo>
                  <a:lnTo>
                    <a:pt x="25904" y="22210"/>
                  </a:lnTo>
                  <a:lnTo>
                    <a:pt x="25918" y="22203"/>
                  </a:lnTo>
                  <a:cubicBezTo>
                    <a:pt x="25960" y="22189"/>
                    <a:pt x="26002" y="22168"/>
                    <a:pt x="26037" y="22147"/>
                  </a:cubicBezTo>
                  <a:cubicBezTo>
                    <a:pt x="26068" y="22129"/>
                    <a:pt x="26096" y="22108"/>
                    <a:pt x="26124" y="22091"/>
                  </a:cubicBezTo>
                  <a:cubicBezTo>
                    <a:pt x="26201" y="22038"/>
                    <a:pt x="26282" y="21996"/>
                    <a:pt x="26369" y="21968"/>
                  </a:cubicBezTo>
                  <a:cubicBezTo>
                    <a:pt x="26478" y="21944"/>
                    <a:pt x="26597" y="21863"/>
                    <a:pt x="26705" y="21790"/>
                  </a:cubicBezTo>
                  <a:cubicBezTo>
                    <a:pt x="26754" y="21755"/>
                    <a:pt x="26803" y="21723"/>
                    <a:pt x="26849" y="21695"/>
                  </a:cubicBezTo>
                  <a:cubicBezTo>
                    <a:pt x="26916" y="21655"/>
                    <a:pt x="27018" y="21633"/>
                    <a:pt x="27111" y="21633"/>
                  </a:cubicBezTo>
                  <a:cubicBezTo>
                    <a:pt x="27198" y="21633"/>
                    <a:pt x="27277" y="21653"/>
                    <a:pt x="27311" y="21695"/>
                  </a:cubicBezTo>
                  <a:cubicBezTo>
                    <a:pt x="27342" y="21741"/>
                    <a:pt x="27335" y="21800"/>
                    <a:pt x="27293" y="21832"/>
                  </a:cubicBezTo>
                  <a:cubicBezTo>
                    <a:pt x="27258" y="21867"/>
                    <a:pt x="27206" y="21930"/>
                    <a:pt x="27220" y="21986"/>
                  </a:cubicBezTo>
                  <a:cubicBezTo>
                    <a:pt x="27234" y="22042"/>
                    <a:pt x="27307" y="22094"/>
                    <a:pt x="27426" y="22136"/>
                  </a:cubicBezTo>
                  <a:cubicBezTo>
                    <a:pt x="27549" y="22192"/>
                    <a:pt x="27658" y="22269"/>
                    <a:pt x="27749" y="22367"/>
                  </a:cubicBezTo>
                  <a:cubicBezTo>
                    <a:pt x="27983" y="22602"/>
                    <a:pt x="28207" y="22952"/>
                    <a:pt x="28375" y="23215"/>
                  </a:cubicBezTo>
                  <a:cubicBezTo>
                    <a:pt x="28407" y="23264"/>
                    <a:pt x="28438" y="23309"/>
                    <a:pt x="28463" y="23351"/>
                  </a:cubicBezTo>
                  <a:cubicBezTo>
                    <a:pt x="28568" y="23523"/>
                    <a:pt x="28659" y="23698"/>
                    <a:pt x="28743" y="23876"/>
                  </a:cubicBezTo>
                  <a:cubicBezTo>
                    <a:pt x="28820" y="24044"/>
                    <a:pt x="28932" y="24272"/>
                    <a:pt x="28981" y="24303"/>
                  </a:cubicBezTo>
                  <a:cubicBezTo>
                    <a:pt x="29016" y="24272"/>
                    <a:pt x="29040" y="24230"/>
                    <a:pt x="29058" y="24188"/>
                  </a:cubicBezTo>
                  <a:cubicBezTo>
                    <a:pt x="29110" y="24090"/>
                    <a:pt x="29166" y="23981"/>
                    <a:pt x="29278" y="23957"/>
                  </a:cubicBezTo>
                  <a:cubicBezTo>
                    <a:pt x="29293" y="23953"/>
                    <a:pt x="29306" y="23952"/>
                    <a:pt x="29320" y="23952"/>
                  </a:cubicBezTo>
                  <a:cubicBezTo>
                    <a:pt x="29421" y="23952"/>
                    <a:pt x="29497" y="24040"/>
                    <a:pt x="29565" y="24118"/>
                  </a:cubicBezTo>
                  <a:cubicBezTo>
                    <a:pt x="29618" y="24181"/>
                    <a:pt x="29674" y="24247"/>
                    <a:pt x="29730" y="24258"/>
                  </a:cubicBezTo>
                  <a:cubicBezTo>
                    <a:pt x="29779" y="24268"/>
                    <a:pt x="29828" y="24282"/>
                    <a:pt x="29884" y="24300"/>
                  </a:cubicBezTo>
                  <a:cubicBezTo>
                    <a:pt x="29980" y="24326"/>
                    <a:pt x="30083" y="24355"/>
                    <a:pt x="30162" y="24355"/>
                  </a:cubicBezTo>
                  <a:cubicBezTo>
                    <a:pt x="30186" y="24355"/>
                    <a:pt x="30209" y="24352"/>
                    <a:pt x="30227" y="24345"/>
                  </a:cubicBezTo>
                  <a:cubicBezTo>
                    <a:pt x="30259" y="24335"/>
                    <a:pt x="30301" y="24317"/>
                    <a:pt x="30346" y="24296"/>
                  </a:cubicBezTo>
                  <a:cubicBezTo>
                    <a:pt x="30501" y="24227"/>
                    <a:pt x="30633" y="24172"/>
                    <a:pt x="30732" y="24172"/>
                  </a:cubicBezTo>
                  <a:cubicBezTo>
                    <a:pt x="30768" y="24172"/>
                    <a:pt x="30799" y="24179"/>
                    <a:pt x="30826" y="24195"/>
                  </a:cubicBezTo>
                  <a:cubicBezTo>
                    <a:pt x="30850" y="24205"/>
                    <a:pt x="30875" y="24216"/>
                    <a:pt x="30899" y="24226"/>
                  </a:cubicBezTo>
                  <a:cubicBezTo>
                    <a:pt x="31043" y="24272"/>
                    <a:pt x="31155" y="24377"/>
                    <a:pt x="31207" y="24517"/>
                  </a:cubicBezTo>
                  <a:cubicBezTo>
                    <a:pt x="31295" y="24723"/>
                    <a:pt x="31417" y="24755"/>
                    <a:pt x="31484" y="24755"/>
                  </a:cubicBezTo>
                  <a:cubicBezTo>
                    <a:pt x="31550" y="24755"/>
                    <a:pt x="31669" y="24790"/>
                    <a:pt x="31669" y="25028"/>
                  </a:cubicBezTo>
                  <a:cubicBezTo>
                    <a:pt x="31669" y="25080"/>
                    <a:pt x="31810" y="25189"/>
                    <a:pt x="31876" y="25189"/>
                  </a:cubicBezTo>
                  <a:cubicBezTo>
                    <a:pt x="31981" y="25189"/>
                    <a:pt x="32219" y="25154"/>
                    <a:pt x="32279" y="25116"/>
                  </a:cubicBezTo>
                  <a:cubicBezTo>
                    <a:pt x="32336" y="25084"/>
                    <a:pt x="32393" y="25055"/>
                    <a:pt x="32446" y="25055"/>
                  </a:cubicBezTo>
                  <a:cubicBezTo>
                    <a:pt x="32464" y="25055"/>
                    <a:pt x="32482" y="25058"/>
                    <a:pt x="32499" y="25066"/>
                  </a:cubicBezTo>
                  <a:cubicBezTo>
                    <a:pt x="32534" y="25084"/>
                    <a:pt x="32559" y="25116"/>
                    <a:pt x="32566" y="25154"/>
                  </a:cubicBezTo>
                  <a:lnTo>
                    <a:pt x="32566" y="25158"/>
                  </a:lnTo>
                  <a:cubicBezTo>
                    <a:pt x="32566" y="25161"/>
                    <a:pt x="32569" y="25172"/>
                    <a:pt x="32569" y="25179"/>
                  </a:cubicBezTo>
                  <a:cubicBezTo>
                    <a:pt x="32587" y="25242"/>
                    <a:pt x="32622" y="25301"/>
                    <a:pt x="32667" y="25347"/>
                  </a:cubicBezTo>
                  <a:cubicBezTo>
                    <a:pt x="32692" y="25375"/>
                    <a:pt x="32723" y="25399"/>
                    <a:pt x="32755" y="25413"/>
                  </a:cubicBezTo>
                  <a:lnTo>
                    <a:pt x="32797" y="25413"/>
                  </a:lnTo>
                  <a:cubicBezTo>
                    <a:pt x="32828" y="25413"/>
                    <a:pt x="32860" y="25420"/>
                    <a:pt x="32891" y="25427"/>
                  </a:cubicBezTo>
                  <a:cubicBezTo>
                    <a:pt x="32923" y="25434"/>
                    <a:pt x="32951" y="25441"/>
                    <a:pt x="32979" y="25445"/>
                  </a:cubicBezTo>
                  <a:lnTo>
                    <a:pt x="33010" y="25445"/>
                  </a:lnTo>
                  <a:lnTo>
                    <a:pt x="33010" y="25438"/>
                  </a:lnTo>
                  <a:lnTo>
                    <a:pt x="33010" y="25434"/>
                  </a:lnTo>
                  <a:lnTo>
                    <a:pt x="33014" y="25427"/>
                  </a:lnTo>
                  <a:lnTo>
                    <a:pt x="33017" y="25420"/>
                  </a:lnTo>
                  <a:lnTo>
                    <a:pt x="33021" y="25417"/>
                  </a:lnTo>
                  <a:lnTo>
                    <a:pt x="33024" y="25410"/>
                  </a:lnTo>
                  <a:lnTo>
                    <a:pt x="33031" y="25403"/>
                  </a:lnTo>
                  <a:lnTo>
                    <a:pt x="33035" y="25399"/>
                  </a:lnTo>
                  <a:lnTo>
                    <a:pt x="33042" y="25392"/>
                  </a:lnTo>
                  <a:lnTo>
                    <a:pt x="33049" y="25385"/>
                  </a:lnTo>
                  <a:lnTo>
                    <a:pt x="33052" y="25382"/>
                  </a:lnTo>
                  <a:lnTo>
                    <a:pt x="33063" y="25375"/>
                  </a:lnTo>
                  <a:lnTo>
                    <a:pt x="33070" y="25371"/>
                  </a:lnTo>
                  <a:lnTo>
                    <a:pt x="33084" y="25364"/>
                  </a:lnTo>
                  <a:lnTo>
                    <a:pt x="33087" y="25361"/>
                  </a:lnTo>
                  <a:lnTo>
                    <a:pt x="33105" y="25350"/>
                  </a:lnTo>
                  <a:lnTo>
                    <a:pt x="33108" y="25347"/>
                  </a:lnTo>
                  <a:lnTo>
                    <a:pt x="33129" y="25340"/>
                  </a:lnTo>
                  <a:lnTo>
                    <a:pt x="33133" y="25340"/>
                  </a:lnTo>
                  <a:lnTo>
                    <a:pt x="33157" y="25329"/>
                  </a:lnTo>
                  <a:lnTo>
                    <a:pt x="33161" y="25329"/>
                  </a:lnTo>
                  <a:cubicBezTo>
                    <a:pt x="33248" y="25301"/>
                    <a:pt x="33336" y="25280"/>
                    <a:pt x="33427" y="25266"/>
                  </a:cubicBezTo>
                  <a:cubicBezTo>
                    <a:pt x="33668" y="25224"/>
                    <a:pt x="33847" y="25151"/>
                    <a:pt x="33879" y="25077"/>
                  </a:cubicBezTo>
                  <a:cubicBezTo>
                    <a:pt x="33928" y="24968"/>
                    <a:pt x="34050" y="24926"/>
                    <a:pt x="34159" y="24888"/>
                  </a:cubicBezTo>
                  <a:cubicBezTo>
                    <a:pt x="34222" y="24867"/>
                    <a:pt x="34285" y="24846"/>
                    <a:pt x="34309" y="24818"/>
                  </a:cubicBezTo>
                  <a:cubicBezTo>
                    <a:pt x="34316" y="24811"/>
                    <a:pt x="34323" y="24804"/>
                    <a:pt x="34327" y="24797"/>
                  </a:cubicBezTo>
                  <a:cubicBezTo>
                    <a:pt x="34383" y="24755"/>
                    <a:pt x="34442" y="24716"/>
                    <a:pt x="34505" y="24688"/>
                  </a:cubicBezTo>
                  <a:cubicBezTo>
                    <a:pt x="34565" y="24657"/>
                    <a:pt x="34642" y="24622"/>
                    <a:pt x="34656" y="24590"/>
                  </a:cubicBezTo>
                  <a:cubicBezTo>
                    <a:pt x="34698" y="24510"/>
                    <a:pt x="34803" y="24489"/>
                    <a:pt x="34904" y="24464"/>
                  </a:cubicBezTo>
                  <a:cubicBezTo>
                    <a:pt x="34946" y="24457"/>
                    <a:pt x="34988" y="24447"/>
                    <a:pt x="35030" y="24426"/>
                  </a:cubicBezTo>
                  <a:cubicBezTo>
                    <a:pt x="35055" y="24366"/>
                    <a:pt x="35132" y="24335"/>
                    <a:pt x="35216" y="24321"/>
                  </a:cubicBezTo>
                  <a:cubicBezTo>
                    <a:pt x="35256" y="24314"/>
                    <a:pt x="35296" y="24311"/>
                    <a:pt x="35336" y="24311"/>
                  </a:cubicBezTo>
                  <a:cubicBezTo>
                    <a:pt x="35382" y="24311"/>
                    <a:pt x="35427" y="24315"/>
                    <a:pt x="35471" y="24324"/>
                  </a:cubicBezTo>
                  <a:lnTo>
                    <a:pt x="35492" y="24328"/>
                  </a:lnTo>
                  <a:cubicBezTo>
                    <a:pt x="35621" y="24365"/>
                    <a:pt x="36122" y="24458"/>
                    <a:pt x="36216" y="24458"/>
                  </a:cubicBezTo>
                  <a:cubicBezTo>
                    <a:pt x="36219" y="24458"/>
                    <a:pt x="36222" y="24458"/>
                    <a:pt x="36224" y="24457"/>
                  </a:cubicBezTo>
                  <a:cubicBezTo>
                    <a:pt x="36231" y="24456"/>
                    <a:pt x="36238" y="24456"/>
                    <a:pt x="36244" y="24456"/>
                  </a:cubicBezTo>
                  <a:cubicBezTo>
                    <a:pt x="36327" y="24456"/>
                    <a:pt x="36359" y="24559"/>
                    <a:pt x="36389" y="24650"/>
                  </a:cubicBezTo>
                  <a:cubicBezTo>
                    <a:pt x="36399" y="24692"/>
                    <a:pt x="36413" y="24730"/>
                    <a:pt x="36434" y="24765"/>
                  </a:cubicBezTo>
                  <a:cubicBezTo>
                    <a:pt x="36487" y="24786"/>
                    <a:pt x="36539" y="24811"/>
                    <a:pt x="36585" y="24842"/>
                  </a:cubicBezTo>
                  <a:cubicBezTo>
                    <a:pt x="36651" y="24881"/>
                    <a:pt x="36784" y="24954"/>
                    <a:pt x="36826" y="24954"/>
                  </a:cubicBezTo>
                  <a:cubicBezTo>
                    <a:pt x="36885" y="24906"/>
                    <a:pt x="36994" y="24859"/>
                    <a:pt x="37114" y="24859"/>
                  </a:cubicBezTo>
                  <a:cubicBezTo>
                    <a:pt x="37186" y="24859"/>
                    <a:pt x="37262" y="24876"/>
                    <a:pt x="37334" y="24919"/>
                  </a:cubicBezTo>
                  <a:cubicBezTo>
                    <a:pt x="37358" y="24933"/>
                    <a:pt x="37383" y="24947"/>
                    <a:pt x="37407" y="24965"/>
                  </a:cubicBezTo>
                  <a:cubicBezTo>
                    <a:pt x="37474" y="25003"/>
                    <a:pt x="37558" y="25059"/>
                    <a:pt x="37603" y="25066"/>
                  </a:cubicBezTo>
                  <a:lnTo>
                    <a:pt x="37621" y="25066"/>
                  </a:lnTo>
                  <a:cubicBezTo>
                    <a:pt x="37621" y="25066"/>
                    <a:pt x="37624" y="25066"/>
                    <a:pt x="37631" y="25056"/>
                  </a:cubicBezTo>
                  <a:cubicBezTo>
                    <a:pt x="37673" y="24979"/>
                    <a:pt x="37782" y="24933"/>
                    <a:pt x="37897" y="24895"/>
                  </a:cubicBezTo>
                  <a:lnTo>
                    <a:pt x="37947" y="24877"/>
                  </a:lnTo>
                  <a:cubicBezTo>
                    <a:pt x="37996" y="24863"/>
                    <a:pt x="38045" y="24846"/>
                    <a:pt x="38090" y="24821"/>
                  </a:cubicBezTo>
                  <a:cubicBezTo>
                    <a:pt x="38125" y="24772"/>
                    <a:pt x="38157" y="24622"/>
                    <a:pt x="38115" y="24590"/>
                  </a:cubicBezTo>
                  <a:cubicBezTo>
                    <a:pt x="38020" y="24513"/>
                    <a:pt x="37943" y="24268"/>
                    <a:pt x="37911" y="24146"/>
                  </a:cubicBezTo>
                  <a:cubicBezTo>
                    <a:pt x="37904" y="24128"/>
                    <a:pt x="37901" y="24114"/>
                    <a:pt x="37897" y="24100"/>
                  </a:cubicBezTo>
                  <a:cubicBezTo>
                    <a:pt x="37869" y="23985"/>
                    <a:pt x="37968" y="23918"/>
                    <a:pt x="38038" y="23873"/>
                  </a:cubicBezTo>
                  <a:cubicBezTo>
                    <a:pt x="38076" y="23848"/>
                    <a:pt x="38118" y="23820"/>
                    <a:pt x="38125" y="23792"/>
                  </a:cubicBezTo>
                  <a:cubicBezTo>
                    <a:pt x="38153" y="23691"/>
                    <a:pt x="38255" y="23652"/>
                    <a:pt x="38339" y="23617"/>
                  </a:cubicBezTo>
                  <a:cubicBezTo>
                    <a:pt x="38370" y="23607"/>
                    <a:pt x="38402" y="23589"/>
                    <a:pt x="38433" y="23572"/>
                  </a:cubicBezTo>
                  <a:cubicBezTo>
                    <a:pt x="38447" y="23551"/>
                    <a:pt x="38461" y="23530"/>
                    <a:pt x="38472" y="23505"/>
                  </a:cubicBezTo>
                  <a:cubicBezTo>
                    <a:pt x="38502" y="23454"/>
                    <a:pt x="38548" y="23369"/>
                    <a:pt x="38643" y="23369"/>
                  </a:cubicBezTo>
                  <a:cubicBezTo>
                    <a:pt x="38658" y="23369"/>
                    <a:pt x="38674" y="23371"/>
                    <a:pt x="38692" y="23376"/>
                  </a:cubicBezTo>
                  <a:cubicBezTo>
                    <a:pt x="38706" y="23379"/>
                    <a:pt x="39049" y="23477"/>
                    <a:pt x="39123" y="23554"/>
                  </a:cubicBezTo>
                  <a:cubicBezTo>
                    <a:pt x="39151" y="23579"/>
                    <a:pt x="39298" y="23614"/>
                    <a:pt x="39417" y="23614"/>
                  </a:cubicBezTo>
                  <a:cubicBezTo>
                    <a:pt x="39536" y="23614"/>
                    <a:pt x="39707" y="23701"/>
                    <a:pt x="39854" y="23785"/>
                  </a:cubicBezTo>
                  <a:cubicBezTo>
                    <a:pt x="39921" y="23813"/>
                    <a:pt x="39991" y="23827"/>
                    <a:pt x="40065" y="23838"/>
                  </a:cubicBezTo>
                  <a:cubicBezTo>
                    <a:pt x="40215" y="23862"/>
                    <a:pt x="40359" y="23887"/>
                    <a:pt x="40411" y="23967"/>
                  </a:cubicBezTo>
                  <a:cubicBezTo>
                    <a:pt x="40453" y="24030"/>
                    <a:pt x="40450" y="24125"/>
                    <a:pt x="40446" y="24226"/>
                  </a:cubicBezTo>
                  <a:cubicBezTo>
                    <a:pt x="40446" y="24303"/>
                    <a:pt x="40443" y="24401"/>
                    <a:pt x="40471" y="24433"/>
                  </a:cubicBezTo>
                  <a:cubicBezTo>
                    <a:pt x="40583" y="24562"/>
                    <a:pt x="40688" y="24660"/>
                    <a:pt x="40733" y="24671"/>
                  </a:cubicBezTo>
                  <a:cubicBezTo>
                    <a:pt x="40749" y="24662"/>
                    <a:pt x="40767" y="24658"/>
                    <a:pt x="40787" y="24658"/>
                  </a:cubicBezTo>
                  <a:cubicBezTo>
                    <a:pt x="40848" y="24658"/>
                    <a:pt x="40927" y="24693"/>
                    <a:pt x="41024" y="24737"/>
                  </a:cubicBezTo>
                  <a:cubicBezTo>
                    <a:pt x="41087" y="24769"/>
                    <a:pt x="41153" y="24793"/>
                    <a:pt x="41220" y="24811"/>
                  </a:cubicBezTo>
                  <a:cubicBezTo>
                    <a:pt x="41223" y="24813"/>
                    <a:pt x="41227" y="24814"/>
                    <a:pt x="41230" y="24814"/>
                  </a:cubicBezTo>
                  <a:cubicBezTo>
                    <a:pt x="41233" y="24814"/>
                    <a:pt x="41236" y="24813"/>
                    <a:pt x="41237" y="24811"/>
                  </a:cubicBezTo>
                  <a:cubicBezTo>
                    <a:pt x="41290" y="24797"/>
                    <a:pt x="41339" y="24769"/>
                    <a:pt x="41384" y="24737"/>
                  </a:cubicBezTo>
                  <a:lnTo>
                    <a:pt x="41405" y="24723"/>
                  </a:lnTo>
                  <a:cubicBezTo>
                    <a:pt x="41489" y="24667"/>
                    <a:pt x="41566" y="24618"/>
                    <a:pt x="41636" y="24618"/>
                  </a:cubicBezTo>
                  <a:cubicBezTo>
                    <a:pt x="41699" y="24611"/>
                    <a:pt x="41762" y="24601"/>
                    <a:pt x="41825" y="24590"/>
                  </a:cubicBezTo>
                  <a:cubicBezTo>
                    <a:pt x="41913" y="24569"/>
                    <a:pt x="42004" y="24559"/>
                    <a:pt x="42092" y="24552"/>
                  </a:cubicBezTo>
                  <a:cubicBezTo>
                    <a:pt x="42109" y="24552"/>
                    <a:pt x="42130" y="24552"/>
                    <a:pt x="42148" y="24555"/>
                  </a:cubicBezTo>
                  <a:cubicBezTo>
                    <a:pt x="42197" y="24566"/>
                    <a:pt x="42246" y="24576"/>
                    <a:pt x="42295" y="24594"/>
                  </a:cubicBezTo>
                  <a:lnTo>
                    <a:pt x="42323" y="24601"/>
                  </a:lnTo>
                  <a:cubicBezTo>
                    <a:pt x="42407" y="24625"/>
                    <a:pt x="42557" y="24671"/>
                    <a:pt x="42605" y="24671"/>
                  </a:cubicBezTo>
                  <a:cubicBezTo>
                    <a:pt x="42607" y="24671"/>
                    <a:pt x="42608" y="24671"/>
                    <a:pt x="42610" y="24671"/>
                  </a:cubicBezTo>
                  <a:cubicBezTo>
                    <a:pt x="42633" y="24660"/>
                    <a:pt x="42665" y="24656"/>
                    <a:pt x="42700" y="24656"/>
                  </a:cubicBezTo>
                  <a:cubicBezTo>
                    <a:pt x="42788" y="24656"/>
                    <a:pt x="42892" y="24682"/>
                    <a:pt x="42897" y="24685"/>
                  </a:cubicBezTo>
                  <a:cubicBezTo>
                    <a:pt x="43016" y="24716"/>
                    <a:pt x="43089" y="24758"/>
                    <a:pt x="43117" y="24814"/>
                  </a:cubicBezTo>
                  <a:cubicBezTo>
                    <a:pt x="43135" y="24835"/>
                    <a:pt x="43233" y="24860"/>
                    <a:pt x="43296" y="24874"/>
                  </a:cubicBezTo>
                  <a:cubicBezTo>
                    <a:pt x="43432" y="24909"/>
                    <a:pt x="43576" y="24944"/>
                    <a:pt x="43576" y="25056"/>
                  </a:cubicBezTo>
                  <a:cubicBezTo>
                    <a:pt x="43576" y="25080"/>
                    <a:pt x="43635" y="25126"/>
                    <a:pt x="43684" y="25161"/>
                  </a:cubicBezTo>
                  <a:cubicBezTo>
                    <a:pt x="43758" y="25203"/>
                    <a:pt x="43817" y="25263"/>
                    <a:pt x="43859" y="25336"/>
                  </a:cubicBezTo>
                  <a:cubicBezTo>
                    <a:pt x="43884" y="25371"/>
                    <a:pt x="44069" y="25378"/>
                    <a:pt x="44178" y="25382"/>
                  </a:cubicBezTo>
                  <a:lnTo>
                    <a:pt x="44196" y="25382"/>
                  </a:lnTo>
                  <a:cubicBezTo>
                    <a:pt x="44371" y="25389"/>
                    <a:pt x="44483" y="25396"/>
                    <a:pt x="44539" y="25441"/>
                  </a:cubicBezTo>
                  <a:cubicBezTo>
                    <a:pt x="44574" y="25459"/>
                    <a:pt x="44612" y="25469"/>
                    <a:pt x="44654" y="25473"/>
                  </a:cubicBezTo>
                  <a:cubicBezTo>
                    <a:pt x="44720" y="25480"/>
                    <a:pt x="44787" y="25483"/>
                    <a:pt x="44853" y="25483"/>
                  </a:cubicBezTo>
                  <a:cubicBezTo>
                    <a:pt x="44951" y="25483"/>
                    <a:pt x="45050" y="25475"/>
                    <a:pt x="45148" y="25459"/>
                  </a:cubicBezTo>
                  <a:cubicBezTo>
                    <a:pt x="45155" y="25459"/>
                    <a:pt x="45165" y="25455"/>
                    <a:pt x="45172" y="25455"/>
                  </a:cubicBezTo>
                  <a:cubicBezTo>
                    <a:pt x="45176" y="25445"/>
                    <a:pt x="45186" y="25434"/>
                    <a:pt x="45197" y="25427"/>
                  </a:cubicBezTo>
                  <a:cubicBezTo>
                    <a:pt x="45207" y="25420"/>
                    <a:pt x="45221" y="25413"/>
                    <a:pt x="45235" y="25406"/>
                  </a:cubicBezTo>
                  <a:cubicBezTo>
                    <a:pt x="45333" y="25378"/>
                    <a:pt x="45431" y="25357"/>
                    <a:pt x="45533" y="25347"/>
                  </a:cubicBezTo>
                  <a:cubicBezTo>
                    <a:pt x="45627" y="25329"/>
                    <a:pt x="45743" y="25312"/>
                    <a:pt x="45820" y="25291"/>
                  </a:cubicBezTo>
                  <a:cubicBezTo>
                    <a:pt x="45848" y="25287"/>
                    <a:pt x="45876" y="25277"/>
                    <a:pt x="45897" y="25263"/>
                  </a:cubicBezTo>
                  <a:cubicBezTo>
                    <a:pt x="45960" y="25217"/>
                    <a:pt x="46051" y="25203"/>
                    <a:pt x="46138" y="25189"/>
                  </a:cubicBezTo>
                  <a:cubicBezTo>
                    <a:pt x="46194" y="25179"/>
                    <a:pt x="46293" y="25165"/>
                    <a:pt x="46310" y="25144"/>
                  </a:cubicBezTo>
                  <a:cubicBezTo>
                    <a:pt x="46324" y="25038"/>
                    <a:pt x="46457" y="24972"/>
                    <a:pt x="46597" y="24905"/>
                  </a:cubicBezTo>
                  <a:cubicBezTo>
                    <a:pt x="46657" y="24877"/>
                    <a:pt x="46716" y="24846"/>
                    <a:pt x="46772" y="24811"/>
                  </a:cubicBezTo>
                  <a:cubicBezTo>
                    <a:pt x="46844" y="24756"/>
                    <a:pt x="46990" y="24733"/>
                    <a:pt x="47132" y="24733"/>
                  </a:cubicBezTo>
                  <a:cubicBezTo>
                    <a:pt x="47245" y="24733"/>
                    <a:pt x="47356" y="24748"/>
                    <a:pt x="47427" y="24772"/>
                  </a:cubicBezTo>
                  <a:cubicBezTo>
                    <a:pt x="47500" y="24797"/>
                    <a:pt x="47542" y="24828"/>
                    <a:pt x="47553" y="24877"/>
                  </a:cubicBezTo>
                  <a:cubicBezTo>
                    <a:pt x="47556" y="24877"/>
                    <a:pt x="47556" y="24881"/>
                    <a:pt x="47556" y="24881"/>
                  </a:cubicBezTo>
                  <a:cubicBezTo>
                    <a:pt x="47567" y="24891"/>
                    <a:pt x="47577" y="24902"/>
                    <a:pt x="47591" y="24905"/>
                  </a:cubicBezTo>
                  <a:cubicBezTo>
                    <a:pt x="47657" y="24934"/>
                    <a:pt x="47726" y="24948"/>
                    <a:pt x="47796" y="24948"/>
                  </a:cubicBezTo>
                  <a:cubicBezTo>
                    <a:pt x="47803" y="24948"/>
                    <a:pt x="47811" y="24948"/>
                    <a:pt x="47819" y="24947"/>
                  </a:cubicBezTo>
                  <a:cubicBezTo>
                    <a:pt x="47857" y="24947"/>
                    <a:pt x="47899" y="24940"/>
                    <a:pt x="47938" y="24930"/>
                  </a:cubicBezTo>
                  <a:cubicBezTo>
                    <a:pt x="47952" y="24926"/>
                    <a:pt x="47966" y="24923"/>
                    <a:pt x="47980" y="24919"/>
                  </a:cubicBezTo>
                  <a:lnTo>
                    <a:pt x="47990" y="24919"/>
                  </a:lnTo>
                  <a:cubicBezTo>
                    <a:pt x="48004" y="24916"/>
                    <a:pt x="48018" y="24912"/>
                    <a:pt x="48032" y="24912"/>
                  </a:cubicBezTo>
                  <a:cubicBezTo>
                    <a:pt x="48044" y="24912"/>
                    <a:pt x="48056" y="24912"/>
                    <a:pt x="48068" y="24912"/>
                  </a:cubicBezTo>
                  <a:cubicBezTo>
                    <a:pt x="48154" y="24912"/>
                    <a:pt x="48240" y="24923"/>
                    <a:pt x="48323" y="24951"/>
                  </a:cubicBezTo>
                  <a:lnTo>
                    <a:pt x="48344" y="24958"/>
                  </a:lnTo>
                  <a:cubicBezTo>
                    <a:pt x="48365" y="24965"/>
                    <a:pt x="48386" y="24975"/>
                    <a:pt x="48404" y="24982"/>
                  </a:cubicBezTo>
                  <a:lnTo>
                    <a:pt x="48442" y="25000"/>
                  </a:lnTo>
                  <a:lnTo>
                    <a:pt x="48442" y="25003"/>
                  </a:lnTo>
                  <a:lnTo>
                    <a:pt x="48449" y="25007"/>
                  </a:lnTo>
                  <a:lnTo>
                    <a:pt x="48467" y="25017"/>
                  </a:lnTo>
                  <a:lnTo>
                    <a:pt x="48474" y="25021"/>
                  </a:lnTo>
                  <a:cubicBezTo>
                    <a:pt x="48491" y="25035"/>
                    <a:pt x="48509" y="25052"/>
                    <a:pt x="48519" y="25070"/>
                  </a:cubicBezTo>
                  <a:cubicBezTo>
                    <a:pt x="48526" y="25077"/>
                    <a:pt x="48533" y="25087"/>
                    <a:pt x="48537" y="25095"/>
                  </a:cubicBezTo>
                  <a:cubicBezTo>
                    <a:pt x="48560" y="25151"/>
                    <a:pt x="48809" y="25213"/>
                    <a:pt x="48935" y="25213"/>
                  </a:cubicBezTo>
                  <a:cubicBezTo>
                    <a:pt x="48957" y="25213"/>
                    <a:pt x="48976" y="25211"/>
                    <a:pt x="48988" y="25207"/>
                  </a:cubicBezTo>
                  <a:lnTo>
                    <a:pt x="49002" y="25200"/>
                  </a:lnTo>
                  <a:cubicBezTo>
                    <a:pt x="49041" y="25182"/>
                    <a:pt x="49111" y="25140"/>
                    <a:pt x="49177" y="25098"/>
                  </a:cubicBezTo>
                  <a:cubicBezTo>
                    <a:pt x="49335" y="25003"/>
                    <a:pt x="49443" y="24937"/>
                    <a:pt x="49517" y="24926"/>
                  </a:cubicBezTo>
                  <a:cubicBezTo>
                    <a:pt x="49587" y="24916"/>
                    <a:pt x="49650" y="24877"/>
                    <a:pt x="49692" y="24821"/>
                  </a:cubicBezTo>
                  <a:cubicBezTo>
                    <a:pt x="49699" y="24814"/>
                    <a:pt x="49702" y="24807"/>
                    <a:pt x="49702" y="24797"/>
                  </a:cubicBezTo>
                  <a:cubicBezTo>
                    <a:pt x="49706" y="24790"/>
                    <a:pt x="49706" y="24779"/>
                    <a:pt x="49702" y="24769"/>
                  </a:cubicBezTo>
                  <a:cubicBezTo>
                    <a:pt x="49678" y="24681"/>
                    <a:pt x="49744" y="24559"/>
                    <a:pt x="49856" y="24373"/>
                  </a:cubicBezTo>
                  <a:cubicBezTo>
                    <a:pt x="49891" y="24314"/>
                    <a:pt x="49926" y="24254"/>
                    <a:pt x="49947" y="24209"/>
                  </a:cubicBezTo>
                  <a:cubicBezTo>
                    <a:pt x="49954" y="24195"/>
                    <a:pt x="49958" y="24184"/>
                    <a:pt x="49961" y="24170"/>
                  </a:cubicBezTo>
                  <a:cubicBezTo>
                    <a:pt x="49993" y="24048"/>
                    <a:pt x="50175" y="23743"/>
                    <a:pt x="50294" y="23638"/>
                  </a:cubicBezTo>
                  <a:cubicBezTo>
                    <a:pt x="50308" y="23624"/>
                    <a:pt x="50322" y="23614"/>
                    <a:pt x="50339" y="23607"/>
                  </a:cubicBezTo>
                  <a:cubicBezTo>
                    <a:pt x="50424" y="23572"/>
                    <a:pt x="50550" y="23446"/>
                    <a:pt x="50543" y="23404"/>
                  </a:cubicBezTo>
                  <a:cubicBezTo>
                    <a:pt x="50532" y="23316"/>
                    <a:pt x="50511" y="23232"/>
                    <a:pt x="50483" y="23148"/>
                  </a:cubicBezTo>
                  <a:cubicBezTo>
                    <a:pt x="50476" y="23117"/>
                    <a:pt x="50462" y="23092"/>
                    <a:pt x="50441" y="23071"/>
                  </a:cubicBezTo>
                  <a:lnTo>
                    <a:pt x="50434" y="23071"/>
                  </a:lnTo>
                  <a:cubicBezTo>
                    <a:pt x="50371" y="23071"/>
                    <a:pt x="50276" y="23071"/>
                    <a:pt x="50234" y="22994"/>
                  </a:cubicBezTo>
                  <a:cubicBezTo>
                    <a:pt x="50196" y="22917"/>
                    <a:pt x="50231" y="22826"/>
                    <a:pt x="50346" y="22675"/>
                  </a:cubicBezTo>
                  <a:cubicBezTo>
                    <a:pt x="50511" y="22451"/>
                    <a:pt x="50758" y="22412"/>
                    <a:pt x="50926" y="22412"/>
                  </a:cubicBezTo>
                  <a:cubicBezTo>
                    <a:pt x="50984" y="22412"/>
                    <a:pt x="51032" y="22416"/>
                    <a:pt x="51064" y="22420"/>
                  </a:cubicBezTo>
                  <a:lnTo>
                    <a:pt x="51092" y="22420"/>
                  </a:lnTo>
                  <a:cubicBezTo>
                    <a:pt x="51099" y="22420"/>
                    <a:pt x="51159" y="22413"/>
                    <a:pt x="51204" y="22402"/>
                  </a:cubicBezTo>
                  <a:cubicBezTo>
                    <a:pt x="51344" y="22377"/>
                    <a:pt x="51556" y="22338"/>
                    <a:pt x="51731" y="22338"/>
                  </a:cubicBezTo>
                  <a:cubicBezTo>
                    <a:pt x="51802" y="22338"/>
                    <a:pt x="51866" y="22344"/>
                    <a:pt x="51918" y="22360"/>
                  </a:cubicBezTo>
                  <a:cubicBezTo>
                    <a:pt x="51978" y="22374"/>
                    <a:pt x="52037" y="22381"/>
                    <a:pt x="52097" y="22381"/>
                  </a:cubicBezTo>
                  <a:lnTo>
                    <a:pt x="52153" y="22381"/>
                  </a:lnTo>
                  <a:cubicBezTo>
                    <a:pt x="52166" y="22381"/>
                    <a:pt x="52179" y="22380"/>
                    <a:pt x="52193" y="22380"/>
                  </a:cubicBezTo>
                  <a:cubicBezTo>
                    <a:pt x="52257" y="22380"/>
                    <a:pt x="52323" y="22387"/>
                    <a:pt x="52384" y="22399"/>
                  </a:cubicBezTo>
                  <a:lnTo>
                    <a:pt x="52412" y="22406"/>
                  </a:lnTo>
                  <a:lnTo>
                    <a:pt x="52436" y="22413"/>
                  </a:lnTo>
                  <a:cubicBezTo>
                    <a:pt x="52450" y="22420"/>
                    <a:pt x="52468" y="22427"/>
                    <a:pt x="52486" y="22434"/>
                  </a:cubicBezTo>
                  <a:lnTo>
                    <a:pt x="52489" y="22434"/>
                  </a:lnTo>
                  <a:cubicBezTo>
                    <a:pt x="52507" y="22441"/>
                    <a:pt x="52528" y="22451"/>
                    <a:pt x="52545" y="22462"/>
                  </a:cubicBezTo>
                  <a:cubicBezTo>
                    <a:pt x="52654" y="22518"/>
                    <a:pt x="52790" y="22539"/>
                    <a:pt x="52909" y="22556"/>
                  </a:cubicBezTo>
                  <a:cubicBezTo>
                    <a:pt x="53053" y="22577"/>
                    <a:pt x="53172" y="22595"/>
                    <a:pt x="53231" y="22675"/>
                  </a:cubicBezTo>
                  <a:cubicBezTo>
                    <a:pt x="53270" y="22714"/>
                    <a:pt x="53312" y="22745"/>
                    <a:pt x="53357" y="22773"/>
                  </a:cubicBezTo>
                  <a:cubicBezTo>
                    <a:pt x="53469" y="22847"/>
                    <a:pt x="53620" y="22948"/>
                    <a:pt x="53602" y="23103"/>
                  </a:cubicBezTo>
                  <a:cubicBezTo>
                    <a:pt x="53602" y="23113"/>
                    <a:pt x="53599" y="23124"/>
                    <a:pt x="53599" y="23134"/>
                  </a:cubicBezTo>
                  <a:cubicBezTo>
                    <a:pt x="53595" y="23141"/>
                    <a:pt x="53595" y="23152"/>
                    <a:pt x="53592" y="23159"/>
                  </a:cubicBezTo>
                  <a:cubicBezTo>
                    <a:pt x="53592" y="23180"/>
                    <a:pt x="53599" y="23187"/>
                    <a:pt x="53637" y="23215"/>
                  </a:cubicBezTo>
                  <a:cubicBezTo>
                    <a:pt x="53704" y="23267"/>
                    <a:pt x="53809" y="23348"/>
                    <a:pt x="53858" y="23607"/>
                  </a:cubicBezTo>
                  <a:cubicBezTo>
                    <a:pt x="53882" y="23764"/>
                    <a:pt x="53952" y="23915"/>
                    <a:pt x="54057" y="24037"/>
                  </a:cubicBezTo>
                  <a:cubicBezTo>
                    <a:pt x="54117" y="24097"/>
                    <a:pt x="54155" y="24170"/>
                    <a:pt x="54180" y="24247"/>
                  </a:cubicBezTo>
                  <a:cubicBezTo>
                    <a:pt x="54183" y="24258"/>
                    <a:pt x="54187" y="24268"/>
                    <a:pt x="54190" y="24279"/>
                  </a:cubicBezTo>
                  <a:cubicBezTo>
                    <a:pt x="54225" y="24370"/>
                    <a:pt x="54267" y="24461"/>
                    <a:pt x="54316" y="24545"/>
                  </a:cubicBezTo>
                  <a:cubicBezTo>
                    <a:pt x="54404" y="24713"/>
                    <a:pt x="54463" y="24828"/>
                    <a:pt x="54460" y="24912"/>
                  </a:cubicBezTo>
                  <a:cubicBezTo>
                    <a:pt x="54460" y="24923"/>
                    <a:pt x="54460" y="24933"/>
                    <a:pt x="54456" y="24944"/>
                  </a:cubicBezTo>
                  <a:cubicBezTo>
                    <a:pt x="54442" y="24982"/>
                    <a:pt x="54439" y="25021"/>
                    <a:pt x="54435" y="25056"/>
                  </a:cubicBezTo>
                  <a:cubicBezTo>
                    <a:pt x="54435" y="25063"/>
                    <a:pt x="54439" y="25070"/>
                    <a:pt x="54439" y="25077"/>
                  </a:cubicBezTo>
                  <a:cubicBezTo>
                    <a:pt x="54442" y="25091"/>
                    <a:pt x="54446" y="25105"/>
                    <a:pt x="54453" y="25116"/>
                  </a:cubicBezTo>
                  <a:cubicBezTo>
                    <a:pt x="54481" y="25154"/>
                    <a:pt x="54551" y="25168"/>
                    <a:pt x="54607" y="25168"/>
                  </a:cubicBezTo>
                  <a:cubicBezTo>
                    <a:pt x="54782" y="25179"/>
                    <a:pt x="54929" y="25263"/>
                    <a:pt x="55027" y="25319"/>
                  </a:cubicBezTo>
                  <a:cubicBezTo>
                    <a:pt x="55055" y="25336"/>
                    <a:pt x="55080" y="25350"/>
                    <a:pt x="55108" y="25364"/>
                  </a:cubicBezTo>
                  <a:lnTo>
                    <a:pt x="55118" y="25368"/>
                  </a:lnTo>
                  <a:cubicBezTo>
                    <a:pt x="55133" y="25362"/>
                    <a:pt x="55150" y="25360"/>
                    <a:pt x="55171" y="25360"/>
                  </a:cubicBezTo>
                  <a:cubicBezTo>
                    <a:pt x="55316" y="25360"/>
                    <a:pt x="55589" y="25485"/>
                    <a:pt x="55731" y="25627"/>
                  </a:cubicBezTo>
                  <a:cubicBezTo>
                    <a:pt x="55769" y="25662"/>
                    <a:pt x="55815" y="25686"/>
                    <a:pt x="55867" y="25700"/>
                  </a:cubicBezTo>
                  <a:cubicBezTo>
                    <a:pt x="55899" y="25711"/>
                    <a:pt x="55927" y="25721"/>
                    <a:pt x="55958" y="25728"/>
                  </a:cubicBezTo>
                  <a:cubicBezTo>
                    <a:pt x="55983" y="25735"/>
                    <a:pt x="56004" y="25742"/>
                    <a:pt x="56028" y="25749"/>
                  </a:cubicBezTo>
                  <a:cubicBezTo>
                    <a:pt x="56102" y="25777"/>
                    <a:pt x="56172" y="25823"/>
                    <a:pt x="56161" y="25942"/>
                  </a:cubicBezTo>
                  <a:cubicBezTo>
                    <a:pt x="56161" y="26019"/>
                    <a:pt x="56182" y="26096"/>
                    <a:pt x="56217" y="26166"/>
                  </a:cubicBezTo>
                  <a:cubicBezTo>
                    <a:pt x="56256" y="26239"/>
                    <a:pt x="56277" y="26327"/>
                    <a:pt x="56273" y="26411"/>
                  </a:cubicBezTo>
                  <a:cubicBezTo>
                    <a:pt x="56277" y="26428"/>
                    <a:pt x="56284" y="26442"/>
                    <a:pt x="56298" y="26453"/>
                  </a:cubicBezTo>
                  <a:cubicBezTo>
                    <a:pt x="56305" y="26463"/>
                    <a:pt x="56319" y="26470"/>
                    <a:pt x="56329" y="26477"/>
                  </a:cubicBezTo>
                  <a:cubicBezTo>
                    <a:pt x="56427" y="26529"/>
                    <a:pt x="56531" y="26555"/>
                    <a:pt x="56639" y="26555"/>
                  </a:cubicBezTo>
                  <a:cubicBezTo>
                    <a:pt x="56663" y="26555"/>
                    <a:pt x="56687" y="26553"/>
                    <a:pt x="56711" y="26551"/>
                  </a:cubicBezTo>
                  <a:lnTo>
                    <a:pt x="56736" y="26551"/>
                  </a:lnTo>
                  <a:cubicBezTo>
                    <a:pt x="56771" y="26546"/>
                    <a:pt x="56806" y="26543"/>
                    <a:pt x="56843" y="26543"/>
                  </a:cubicBezTo>
                  <a:cubicBezTo>
                    <a:pt x="56879" y="26543"/>
                    <a:pt x="56916" y="26546"/>
                    <a:pt x="56953" y="26551"/>
                  </a:cubicBezTo>
                  <a:cubicBezTo>
                    <a:pt x="56984" y="26551"/>
                    <a:pt x="57012" y="26554"/>
                    <a:pt x="57037" y="26554"/>
                  </a:cubicBezTo>
                  <a:cubicBezTo>
                    <a:pt x="57042" y="26555"/>
                    <a:pt x="57047" y="26555"/>
                    <a:pt x="57052" y="26555"/>
                  </a:cubicBezTo>
                  <a:cubicBezTo>
                    <a:pt x="57103" y="26555"/>
                    <a:pt x="57151" y="26525"/>
                    <a:pt x="57170" y="26474"/>
                  </a:cubicBezTo>
                  <a:cubicBezTo>
                    <a:pt x="57229" y="26358"/>
                    <a:pt x="57341" y="26320"/>
                    <a:pt x="57450" y="26302"/>
                  </a:cubicBezTo>
                  <a:cubicBezTo>
                    <a:pt x="57488" y="26295"/>
                    <a:pt x="57523" y="26292"/>
                    <a:pt x="57558" y="26288"/>
                  </a:cubicBezTo>
                  <a:cubicBezTo>
                    <a:pt x="57618" y="26288"/>
                    <a:pt x="57674" y="26278"/>
                    <a:pt x="57723" y="26257"/>
                  </a:cubicBezTo>
                  <a:lnTo>
                    <a:pt x="57740" y="26243"/>
                  </a:lnTo>
                  <a:cubicBezTo>
                    <a:pt x="57824" y="26194"/>
                    <a:pt x="57915" y="26166"/>
                    <a:pt x="58013" y="26159"/>
                  </a:cubicBezTo>
                  <a:cubicBezTo>
                    <a:pt x="58062" y="26159"/>
                    <a:pt x="58111" y="26169"/>
                    <a:pt x="58157" y="26190"/>
                  </a:cubicBezTo>
                  <a:cubicBezTo>
                    <a:pt x="58209" y="26222"/>
                    <a:pt x="58272" y="26285"/>
                    <a:pt x="58265" y="26425"/>
                  </a:cubicBezTo>
                  <a:cubicBezTo>
                    <a:pt x="58262" y="26512"/>
                    <a:pt x="58276" y="26600"/>
                    <a:pt x="58314" y="26677"/>
                  </a:cubicBezTo>
                  <a:cubicBezTo>
                    <a:pt x="58321" y="26691"/>
                    <a:pt x="58328" y="26705"/>
                    <a:pt x="58332" y="26719"/>
                  </a:cubicBezTo>
                  <a:cubicBezTo>
                    <a:pt x="58335" y="26729"/>
                    <a:pt x="58339" y="26740"/>
                    <a:pt x="58342" y="26750"/>
                  </a:cubicBezTo>
                  <a:cubicBezTo>
                    <a:pt x="58342" y="26764"/>
                    <a:pt x="58346" y="26775"/>
                    <a:pt x="58346" y="26785"/>
                  </a:cubicBezTo>
                  <a:cubicBezTo>
                    <a:pt x="58346" y="26834"/>
                    <a:pt x="58325" y="26883"/>
                    <a:pt x="58248" y="26929"/>
                  </a:cubicBezTo>
                  <a:cubicBezTo>
                    <a:pt x="58136" y="26999"/>
                    <a:pt x="58055" y="27321"/>
                    <a:pt x="58013" y="27493"/>
                  </a:cubicBezTo>
                  <a:cubicBezTo>
                    <a:pt x="58003" y="27528"/>
                    <a:pt x="57996" y="27559"/>
                    <a:pt x="57989" y="27587"/>
                  </a:cubicBezTo>
                  <a:cubicBezTo>
                    <a:pt x="57961" y="27692"/>
                    <a:pt x="57880" y="27759"/>
                    <a:pt x="57810" y="27815"/>
                  </a:cubicBezTo>
                  <a:cubicBezTo>
                    <a:pt x="57740" y="27874"/>
                    <a:pt x="57677" y="27923"/>
                    <a:pt x="57667" y="28000"/>
                  </a:cubicBezTo>
                  <a:cubicBezTo>
                    <a:pt x="57646" y="28126"/>
                    <a:pt x="57562" y="28193"/>
                    <a:pt x="57492" y="28242"/>
                  </a:cubicBezTo>
                  <a:cubicBezTo>
                    <a:pt x="57432" y="28287"/>
                    <a:pt x="57408" y="28312"/>
                    <a:pt x="57408" y="28347"/>
                  </a:cubicBezTo>
                  <a:cubicBezTo>
                    <a:pt x="57408" y="28403"/>
                    <a:pt x="57373" y="28455"/>
                    <a:pt x="57324" y="28480"/>
                  </a:cubicBezTo>
                  <a:cubicBezTo>
                    <a:pt x="57284" y="28500"/>
                    <a:pt x="57234" y="28509"/>
                    <a:pt x="57180" y="28509"/>
                  </a:cubicBezTo>
                  <a:cubicBezTo>
                    <a:pt x="57056" y="28509"/>
                    <a:pt x="56910" y="28463"/>
                    <a:pt x="56820" y="28399"/>
                  </a:cubicBezTo>
                  <a:cubicBezTo>
                    <a:pt x="56809" y="28392"/>
                    <a:pt x="56797" y="28388"/>
                    <a:pt x="56785" y="28388"/>
                  </a:cubicBezTo>
                  <a:cubicBezTo>
                    <a:pt x="56746" y="28388"/>
                    <a:pt x="56696" y="28425"/>
                    <a:pt x="56617" y="28497"/>
                  </a:cubicBezTo>
                  <a:cubicBezTo>
                    <a:pt x="56546" y="28560"/>
                    <a:pt x="56480" y="28623"/>
                    <a:pt x="56403" y="28623"/>
                  </a:cubicBezTo>
                  <a:cubicBezTo>
                    <a:pt x="56399" y="28623"/>
                    <a:pt x="56396" y="28623"/>
                    <a:pt x="56392" y="28630"/>
                  </a:cubicBezTo>
                  <a:cubicBezTo>
                    <a:pt x="56357" y="28676"/>
                    <a:pt x="56357" y="28830"/>
                    <a:pt x="56385" y="28928"/>
                  </a:cubicBezTo>
                  <a:cubicBezTo>
                    <a:pt x="56392" y="28956"/>
                    <a:pt x="56396" y="28984"/>
                    <a:pt x="56396" y="29015"/>
                  </a:cubicBezTo>
                  <a:cubicBezTo>
                    <a:pt x="56396" y="29043"/>
                    <a:pt x="56392" y="29071"/>
                    <a:pt x="56389" y="29103"/>
                  </a:cubicBezTo>
                  <a:cubicBezTo>
                    <a:pt x="56389" y="29124"/>
                    <a:pt x="56385" y="29145"/>
                    <a:pt x="56385" y="29166"/>
                  </a:cubicBezTo>
                  <a:lnTo>
                    <a:pt x="56385" y="29197"/>
                  </a:lnTo>
                  <a:cubicBezTo>
                    <a:pt x="56382" y="29257"/>
                    <a:pt x="56396" y="29317"/>
                    <a:pt x="56417" y="29373"/>
                  </a:cubicBezTo>
                  <a:cubicBezTo>
                    <a:pt x="56448" y="29446"/>
                    <a:pt x="56448" y="29551"/>
                    <a:pt x="56452" y="29670"/>
                  </a:cubicBezTo>
                  <a:cubicBezTo>
                    <a:pt x="56452" y="29712"/>
                    <a:pt x="56452" y="29754"/>
                    <a:pt x="56452" y="29800"/>
                  </a:cubicBezTo>
                  <a:cubicBezTo>
                    <a:pt x="56641" y="29674"/>
                    <a:pt x="56774" y="29607"/>
                    <a:pt x="56851" y="29607"/>
                  </a:cubicBezTo>
                  <a:cubicBezTo>
                    <a:pt x="56974" y="29607"/>
                    <a:pt x="57086" y="29702"/>
                    <a:pt x="57194" y="29793"/>
                  </a:cubicBezTo>
                  <a:cubicBezTo>
                    <a:pt x="57289" y="29877"/>
                    <a:pt x="57390" y="29961"/>
                    <a:pt x="57481" y="29964"/>
                  </a:cubicBezTo>
                  <a:lnTo>
                    <a:pt x="57485" y="29964"/>
                  </a:lnTo>
                  <a:cubicBezTo>
                    <a:pt x="57674" y="29964"/>
                    <a:pt x="58605" y="29359"/>
                    <a:pt x="58678" y="29222"/>
                  </a:cubicBezTo>
                  <a:cubicBezTo>
                    <a:pt x="58693" y="29127"/>
                    <a:pt x="58868" y="28935"/>
                    <a:pt x="59333" y="28466"/>
                  </a:cubicBezTo>
                  <a:cubicBezTo>
                    <a:pt x="59424" y="28368"/>
                    <a:pt x="59515" y="28277"/>
                    <a:pt x="59585" y="28207"/>
                  </a:cubicBezTo>
                  <a:cubicBezTo>
                    <a:pt x="59813" y="27962"/>
                    <a:pt x="60219" y="27507"/>
                    <a:pt x="60373" y="27149"/>
                  </a:cubicBezTo>
                  <a:cubicBezTo>
                    <a:pt x="60429" y="27016"/>
                    <a:pt x="60597" y="26817"/>
                    <a:pt x="60744" y="26638"/>
                  </a:cubicBezTo>
                  <a:cubicBezTo>
                    <a:pt x="60821" y="26551"/>
                    <a:pt x="60891" y="26460"/>
                    <a:pt x="60958" y="26365"/>
                  </a:cubicBezTo>
                  <a:cubicBezTo>
                    <a:pt x="60986" y="26320"/>
                    <a:pt x="61017" y="26274"/>
                    <a:pt x="61052" y="26229"/>
                  </a:cubicBezTo>
                  <a:cubicBezTo>
                    <a:pt x="61150" y="26103"/>
                    <a:pt x="61231" y="25963"/>
                    <a:pt x="61294" y="25812"/>
                  </a:cubicBezTo>
                  <a:cubicBezTo>
                    <a:pt x="61399" y="25585"/>
                    <a:pt x="61441" y="25098"/>
                    <a:pt x="61469" y="24776"/>
                  </a:cubicBezTo>
                  <a:cubicBezTo>
                    <a:pt x="61497" y="24471"/>
                    <a:pt x="61504" y="24394"/>
                    <a:pt x="61539" y="24359"/>
                  </a:cubicBezTo>
                  <a:cubicBezTo>
                    <a:pt x="61553" y="24324"/>
                    <a:pt x="61560" y="24289"/>
                    <a:pt x="61563" y="24254"/>
                  </a:cubicBezTo>
                  <a:cubicBezTo>
                    <a:pt x="61567" y="24170"/>
                    <a:pt x="61595" y="24090"/>
                    <a:pt x="61640" y="24023"/>
                  </a:cubicBezTo>
                  <a:cubicBezTo>
                    <a:pt x="61665" y="23985"/>
                    <a:pt x="61679" y="23946"/>
                    <a:pt x="61689" y="23904"/>
                  </a:cubicBezTo>
                  <a:cubicBezTo>
                    <a:pt x="61710" y="23796"/>
                    <a:pt x="61766" y="23698"/>
                    <a:pt x="61850" y="23624"/>
                  </a:cubicBezTo>
                  <a:cubicBezTo>
                    <a:pt x="61980" y="23516"/>
                    <a:pt x="61962" y="23435"/>
                    <a:pt x="61924" y="23334"/>
                  </a:cubicBezTo>
                  <a:cubicBezTo>
                    <a:pt x="61899" y="23253"/>
                    <a:pt x="61892" y="23173"/>
                    <a:pt x="61903" y="23089"/>
                  </a:cubicBezTo>
                  <a:cubicBezTo>
                    <a:pt x="61906" y="23036"/>
                    <a:pt x="61903" y="22983"/>
                    <a:pt x="61892" y="22927"/>
                  </a:cubicBezTo>
                  <a:cubicBezTo>
                    <a:pt x="61826" y="22808"/>
                    <a:pt x="61878" y="22742"/>
                    <a:pt x="61976" y="22682"/>
                  </a:cubicBezTo>
                  <a:cubicBezTo>
                    <a:pt x="61927" y="22616"/>
                    <a:pt x="61864" y="22560"/>
                    <a:pt x="61787" y="22528"/>
                  </a:cubicBezTo>
                  <a:lnTo>
                    <a:pt x="61731" y="22504"/>
                  </a:lnTo>
                  <a:cubicBezTo>
                    <a:pt x="61598" y="22444"/>
                    <a:pt x="61437" y="22371"/>
                    <a:pt x="61416" y="22199"/>
                  </a:cubicBezTo>
                  <a:cubicBezTo>
                    <a:pt x="61406" y="22092"/>
                    <a:pt x="61222" y="21936"/>
                    <a:pt x="61077" y="21936"/>
                  </a:cubicBezTo>
                  <a:cubicBezTo>
                    <a:pt x="61071" y="21936"/>
                    <a:pt x="61065" y="21936"/>
                    <a:pt x="61059" y="21937"/>
                  </a:cubicBezTo>
                  <a:cubicBezTo>
                    <a:pt x="61045" y="21937"/>
                    <a:pt x="61031" y="21938"/>
                    <a:pt x="61017" y="21938"/>
                  </a:cubicBezTo>
                  <a:cubicBezTo>
                    <a:pt x="60946" y="21938"/>
                    <a:pt x="60874" y="21930"/>
                    <a:pt x="60804" y="21916"/>
                  </a:cubicBezTo>
                  <a:cubicBezTo>
                    <a:pt x="60758" y="21912"/>
                    <a:pt x="60695" y="21902"/>
                    <a:pt x="60656" y="21902"/>
                  </a:cubicBezTo>
                  <a:cubicBezTo>
                    <a:pt x="60674" y="21968"/>
                    <a:pt x="60660" y="22042"/>
                    <a:pt x="60614" y="22094"/>
                  </a:cubicBezTo>
                  <a:cubicBezTo>
                    <a:pt x="60585" y="22127"/>
                    <a:pt x="60542" y="22145"/>
                    <a:pt x="60501" y="22145"/>
                  </a:cubicBezTo>
                  <a:cubicBezTo>
                    <a:pt x="60488" y="22145"/>
                    <a:pt x="60476" y="22143"/>
                    <a:pt x="60464" y="22140"/>
                  </a:cubicBezTo>
                  <a:cubicBezTo>
                    <a:pt x="60459" y="22138"/>
                    <a:pt x="60455" y="22137"/>
                    <a:pt x="60450" y="22137"/>
                  </a:cubicBezTo>
                  <a:cubicBezTo>
                    <a:pt x="60423" y="22137"/>
                    <a:pt x="60398" y="22170"/>
                    <a:pt x="60317" y="22294"/>
                  </a:cubicBezTo>
                  <a:lnTo>
                    <a:pt x="60299" y="22322"/>
                  </a:lnTo>
                  <a:cubicBezTo>
                    <a:pt x="60228" y="22431"/>
                    <a:pt x="60073" y="22482"/>
                    <a:pt x="59973" y="22482"/>
                  </a:cubicBezTo>
                  <a:cubicBezTo>
                    <a:pt x="59961" y="22482"/>
                    <a:pt x="59949" y="22481"/>
                    <a:pt x="59939" y="22479"/>
                  </a:cubicBezTo>
                  <a:cubicBezTo>
                    <a:pt x="59890" y="22479"/>
                    <a:pt x="59848" y="22448"/>
                    <a:pt x="59834" y="22402"/>
                  </a:cubicBezTo>
                  <a:cubicBezTo>
                    <a:pt x="59820" y="22360"/>
                    <a:pt x="59841" y="22311"/>
                    <a:pt x="59893" y="22259"/>
                  </a:cubicBezTo>
                  <a:cubicBezTo>
                    <a:pt x="59935" y="22224"/>
                    <a:pt x="59939" y="22210"/>
                    <a:pt x="59939" y="22210"/>
                  </a:cubicBezTo>
                  <a:cubicBezTo>
                    <a:pt x="59932" y="22196"/>
                    <a:pt x="59925" y="22185"/>
                    <a:pt x="59914" y="22175"/>
                  </a:cubicBezTo>
                  <a:cubicBezTo>
                    <a:pt x="59862" y="22122"/>
                    <a:pt x="59837" y="22045"/>
                    <a:pt x="59851" y="21972"/>
                  </a:cubicBezTo>
                  <a:cubicBezTo>
                    <a:pt x="59858" y="21933"/>
                    <a:pt x="59872" y="21895"/>
                    <a:pt x="59886" y="21856"/>
                  </a:cubicBezTo>
                  <a:lnTo>
                    <a:pt x="59886" y="21856"/>
                  </a:lnTo>
                  <a:cubicBezTo>
                    <a:pt x="59841" y="21905"/>
                    <a:pt x="59806" y="21958"/>
                    <a:pt x="59778" y="22017"/>
                  </a:cubicBezTo>
                  <a:cubicBezTo>
                    <a:pt x="59732" y="22105"/>
                    <a:pt x="59683" y="22196"/>
                    <a:pt x="59575" y="22220"/>
                  </a:cubicBezTo>
                  <a:cubicBezTo>
                    <a:pt x="59565" y="22223"/>
                    <a:pt x="59555" y="22224"/>
                    <a:pt x="59545" y="22224"/>
                  </a:cubicBezTo>
                  <a:cubicBezTo>
                    <a:pt x="59510" y="22224"/>
                    <a:pt x="59477" y="22209"/>
                    <a:pt x="59452" y="22182"/>
                  </a:cubicBezTo>
                  <a:cubicBezTo>
                    <a:pt x="59354" y="22070"/>
                    <a:pt x="59396" y="21737"/>
                    <a:pt x="59424" y="21611"/>
                  </a:cubicBezTo>
                  <a:cubicBezTo>
                    <a:pt x="59389" y="21611"/>
                    <a:pt x="59333" y="21618"/>
                    <a:pt x="59284" y="21625"/>
                  </a:cubicBezTo>
                  <a:cubicBezTo>
                    <a:pt x="59182" y="21641"/>
                    <a:pt x="59077" y="21649"/>
                    <a:pt x="58973" y="21649"/>
                  </a:cubicBezTo>
                  <a:cubicBezTo>
                    <a:pt x="58938" y="21649"/>
                    <a:pt x="58903" y="21648"/>
                    <a:pt x="58868" y="21646"/>
                  </a:cubicBezTo>
                  <a:cubicBezTo>
                    <a:pt x="58664" y="21632"/>
                    <a:pt x="58605" y="21548"/>
                    <a:pt x="58591" y="21482"/>
                  </a:cubicBezTo>
                  <a:cubicBezTo>
                    <a:pt x="58566" y="21363"/>
                    <a:pt x="58675" y="21223"/>
                    <a:pt x="58868" y="21121"/>
                  </a:cubicBezTo>
                  <a:cubicBezTo>
                    <a:pt x="58962" y="21076"/>
                    <a:pt x="59039" y="21006"/>
                    <a:pt x="59092" y="20914"/>
                  </a:cubicBezTo>
                  <a:cubicBezTo>
                    <a:pt x="59123" y="20855"/>
                    <a:pt x="59176" y="20806"/>
                    <a:pt x="59235" y="20778"/>
                  </a:cubicBezTo>
                  <a:cubicBezTo>
                    <a:pt x="59386" y="20701"/>
                    <a:pt x="59533" y="20617"/>
                    <a:pt x="59673" y="20526"/>
                  </a:cubicBezTo>
                  <a:cubicBezTo>
                    <a:pt x="59771" y="20466"/>
                    <a:pt x="59858" y="20410"/>
                    <a:pt x="59935" y="20368"/>
                  </a:cubicBezTo>
                  <a:cubicBezTo>
                    <a:pt x="60114" y="20263"/>
                    <a:pt x="60152" y="20155"/>
                    <a:pt x="60198" y="20025"/>
                  </a:cubicBezTo>
                  <a:lnTo>
                    <a:pt x="60201" y="20008"/>
                  </a:lnTo>
                  <a:cubicBezTo>
                    <a:pt x="60236" y="19910"/>
                    <a:pt x="60376" y="19819"/>
                    <a:pt x="60576" y="19693"/>
                  </a:cubicBezTo>
                  <a:cubicBezTo>
                    <a:pt x="60726" y="19598"/>
                    <a:pt x="60870" y="19497"/>
                    <a:pt x="61007" y="19388"/>
                  </a:cubicBezTo>
                  <a:cubicBezTo>
                    <a:pt x="61332" y="19126"/>
                    <a:pt x="61511" y="18961"/>
                    <a:pt x="61588" y="18796"/>
                  </a:cubicBezTo>
                  <a:cubicBezTo>
                    <a:pt x="61637" y="18695"/>
                    <a:pt x="61784" y="18604"/>
                    <a:pt x="61938" y="18502"/>
                  </a:cubicBezTo>
                  <a:cubicBezTo>
                    <a:pt x="62029" y="18446"/>
                    <a:pt x="62179" y="18348"/>
                    <a:pt x="62190" y="18310"/>
                  </a:cubicBezTo>
                  <a:cubicBezTo>
                    <a:pt x="62200" y="18117"/>
                    <a:pt x="62880" y="17795"/>
                    <a:pt x="63268" y="17718"/>
                  </a:cubicBezTo>
                  <a:cubicBezTo>
                    <a:pt x="63372" y="17698"/>
                    <a:pt x="63495" y="17688"/>
                    <a:pt x="63622" y="17688"/>
                  </a:cubicBezTo>
                  <a:cubicBezTo>
                    <a:pt x="63992" y="17688"/>
                    <a:pt x="64403" y="17767"/>
                    <a:pt x="64518" y="17879"/>
                  </a:cubicBezTo>
                  <a:cubicBezTo>
                    <a:pt x="64538" y="17917"/>
                    <a:pt x="64575" y="17935"/>
                    <a:pt x="64611" y="17935"/>
                  </a:cubicBezTo>
                  <a:cubicBezTo>
                    <a:pt x="64648" y="17935"/>
                    <a:pt x="64686" y="17915"/>
                    <a:pt x="64703" y="17876"/>
                  </a:cubicBezTo>
                  <a:cubicBezTo>
                    <a:pt x="64750" y="17824"/>
                    <a:pt x="64813" y="17807"/>
                    <a:pt x="64896" y="17807"/>
                  </a:cubicBezTo>
                  <a:cubicBezTo>
                    <a:pt x="64964" y="17807"/>
                    <a:pt x="65044" y="17818"/>
                    <a:pt x="65138" y="17830"/>
                  </a:cubicBezTo>
                  <a:cubicBezTo>
                    <a:pt x="65180" y="17834"/>
                    <a:pt x="65222" y="17841"/>
                    <a:pt x="65271" y="17844"/>
                  </a:cubicBezTo>
                  <a:cubicBezTo>
                    <a:pt x="65292" y="17847"/>
                    <a:pt x="65313" y="17849"/>
                    <a:pt x="65334" y="17849"/>
                  </a:cubicBezTo>
                  <a:cubicBezTo>
                    <a:pt x="65403" y="17849"/>
                    <a:pt x="65472" y="17832"/>
                    <a:pt x="65537" y="17802"/>
                  </a:cubicBezTo>
                  <a:cubicBezTo>
                    <a:pt x="65590" y="17781"/>
                    <a:pt x="65644" y="17759"/>
                    <a:pt x="65710" y="17759"/>
                  </a:cubicBezTo>
                  <a:cubicBezTo>
                    <a:pt x="65739" y="17759"/>
                    <a:pt x="65771" y="17763"/>
                    <a:pt x="65806" y="17774"/>
                  </a:cubicBezTo>
                  <a:cubicBezTo>
                    <a:pt x="65884" y="17798"/>
                    <a:pt x="65946" y="17814"/>
                    <a:pt x="65998" y="17814"/>
                  </a:cubicBezTo>
                  <a:cubicBezTo>
                    <a:pt x="66076" y="17814"/>
                    <a:pt x="66130" y="17777"/>
                    <a:pt x="66181" y="17676"/>
                  </a:cubicBezTo>
                  <a:cubicBezTo>
                    <a:pt x="66226" y="17596"/>
                    <a:pt x="66317" y="17536"/>
                    <a:pt x="66443" y="17501"/>
                  </a:cubicBezTo>
                  <a:cubicBezTo>
                    <a:pt x="66508" y="17487"/>
                    <a:pt x="66580" y="17480"/>
                    <a:pt x="66653" y="17480"/>
                  </a:cubicBezTo>
                  <a:cubicBezTo>
                    <a:pt x="66812" y="17480"/>
                    <a:pt x="66971" y="17511"/>
                    <a:pt x="67046" y="17564"/>
                  </a:cubicBezTo>
                  <a:cubicBezTo>
                    <a:pt x="67063" y="17578"/>
                    <a:pt x="67081" y="17589"/>
                    <a:pt x="67095" y="17603"/>
                  </a:cubicBezTo>
                  <a:cubicBezTo>
                    <a:pt x="67158" y="17653"/>
                    <a:pt x="67205" y="17690"/>
                    <a:pt x="67262" y="17690"/>
                  </a:cubicBezTo>
                  <a:cubicBezTo>
                    <a:pt x="67296" y="17690"/>
                    <a:pt x="67334" y="17676"/>
                    <a:pt x="67382" y="17645"/>
                  </a:cubicBezTo>
                  <a:cubicBezTo>
                    <a:pt x="67429" y="17613"/>
                    <a:pt x="67470" y="17601"/>
                    <a:pt x="67506" y="17601"/>
                  </a:cubicBezTo>
                  <a:cubicBezTo>
                    <a:pt x="67594" y="17601"/>
                    <a:pt x="67649" y="17675"/>
                    <a:pt x="67686" y="17725"/>
                  </a:cubicBezTo>
                  <a:cubicBezTo>
                    <a:pt x="67728" y="17785"/>
                    <a:pt x="67760" y="17820"/>
                    <a:pt x="67809" y="17827"/>
                  </a:cubicBezTo>
                  <a:cubicBezTo>
                    <a:pt x="67963" y="17848"/>
                    <a:pt x="67959" y="17949"/>
                    <a:pt x="67959" y="17970"/>
                  </a:cubicBezTo>
                  <a:cubicBezTo>
                    <a:pt x="67946" y="18059"/>
                    <a:pt x="67838" y="18129"/>
                    <a:pt x="67721" y="18129"/>
                  </a:cubicBezTo>
                  <a:cubicBezTo>
                    <a:pt x="67713" y="18129"/>
                    <a:pt x="67705" y="18128"/>
                    <a:pt x="67697" y="18128"/>
                  </a:cubicBezTo>
                  <a:cubicBezTo>
                    <a:pt x="67684" y="18126"/>
                    <a:pt x="67672" y="18126"/>
                    <a:pt x="67660" y="18126"/>
                  </a:cubicBezTo>
                  <a:cubicBezTo>
                    <a:pt x="67611" y="18126"/>
                    <a:pt x="67564" y="18138"/>
                    <a:pt x="67522" y="18163"/>
                  </a:cubicBezTo>
                  <a:cubicBezTo>
                    <a:pt x="67532" y="18177"/>
                    <a:pt x="67543" y="18184"/>
                    <a:pt x="67557" y="18191"/>
                  </a:cubicBezTo>
                  <a:cubicBezTo>
                    <a:pt x="67585" y="18207"/>
                    <a:pt x="67615" y="18213"/>
                    <a:pt x="67646" y="18213"/>
                  </a:cubicBezTo>
                  <a:cubicBezTo>
                    <a:pt x="67712" y="18213"/>
                    <a:pt x="67783" y="18184"/>
                    <a:pt x="67854" y="18156"/>
                  </a:cubicBezTo>
                  <a:cubicBezTo>
                    <a:pt x="67924" y="18129"/>
                    <a:pt x="67988" y="18101"/>
                    <a:pt x="68052" y="18101"/>
                  </a:cubicBezTo>
                  <a:cubicBezTo>
                    <a:pt x="68062" y="18101"/>
                    <a:pt x="68072" y="18102"/>
                    <a:pt x="68082" y="18103"/>
                  </a:cubicBezTo>
                  <a:cubicBezTo>
                    <a:pt x="68133" y="18109"/>
                    <a:pt x="68186" y="18113"/>
                    <a:pt x="68240" y="18113"/>
                  </a:cubicBezTo>
                  <a:cubicBezTo>
                    <a:pt x="68365" y="18113"/>
                    <a:pt x="68494" y="18091"/>
                    <a:pt x="68614" y="18016"/>
                  </a:cubicBezTo>
                  <a:cubicBezTo>
                    <a:pt x="68660" y="17981"/>
                    <a:pt x="68715" y="17963"/>
                    <a:pt x="68770" y="17963"/>
                  </a:cubicBezTo>
                  <a:cubicBezTo>
                    <a:pt x="68819" y="17963"/>
                    <a:pt x="68868" y="17977"/>
                    <a:pt x="68911" y="18005"/>
                  </a:cubicBezTo>
                  <a:cubicBezTo>
                    <a:pt x="68940" y="18020"/>
                    <a:pt x="68954" y="18027"/>
                    <a:pt x="68964" y="18027"/>
                  </a:cubicBezTo>
                  <a:cubicBezTo>
                    <a:pt x="68974" y="18027"/>
                    <a:pt x="68981" y="18022"/>
                    <a:pt x="68992" y="18012"/>
                  </a:cubicBezTo>
                  <a:cubicBezTo>
                    <a:pt x="69125" y="17897"/>
                    <a:pt x="69381" y="17858"/>
                    <a:pt x="69549" y="17858"/>
                  </a:cubicBezTo>
                  <a:cubicBezTo>
                    <a:pt x="69496" y="17830"/>
                    <a:pt x="69440" y="17820"/>
                    <a:pt x="69384" y="17820"/>
                  </a:cubicBezTo>
                  <a:cubicBezTo>
                    <a:pt x="69311" y="17820"/>
                    <a:pt x="69206" y="17809"/>
                    <a:pt x="69157" y="17729"/>
                  </a:cubicBezTo>
                  <a:cubicBezTo>
                    <a:pt x="69097" y="17624"/>
                    <a:pt x="69164" y="17473"/>
                    <a:pt x="69286" y="17260"/>
                  </a:cubicBezTo>
                  <a:cubicBezTo>
                    <a:pt x="69430" y="17018"/>
                    <a:pt x="69661" y="16854"/>
                    <a:pt x="69864" y="16710"/>
                  </a:cubicBezTo>
                  <a:cubicBezTo>
                    <a:pt x="69951" y="16650"/>
                    <a:pt x="70032" y="16591"/>
                    <a:pt x="70102" y="16531"/>
                  </a:cubicBezTo>
                  <a:cubicBezTo>
                    <a:pt x="70193" y="16451"/>
                    <a:pt x="70305" y="16395"/>
                    <a:pt x="70427" y="16370"/>
                  </a:cubicBezTo>
                  <a:cubicBezTo>
                    <a:pt x="70445" y="16367"/>
                    <a:pt x="70466" y="16363"/>
                    <a:pt x="70483" y="16356"/>
                  </a:cubicBezTo>
                  <a:lnTo>
                    <a:pt x="70483" y="16346"/>
                  </a:lnTo>
                  <a:cubicBezTo>
                    <a:pt x="70483" y="16206"/>
                    <a:pt x="70606" y="15789"/>
                    <a:pt x="70837" y="15782"/>
                  </a:cubicBezTo>
                  <a:cubicBezTo>
                    <a:pt x="70851" y="15781"/>
                    <a:pt x="70867" y="15781"/>
                    <a:pt x="70883" y="15781"/>
                  </a:cubicBezTo>
                  <a:cubicBezTo>
                    <a:pt x="70923" y="15781"/>
                    <a:pt x="70969" y="15783"/>
                    <a:pt x="71019" y="15786"/>
                  </a:cubicBezTo>
                  <a:cubicBezTo>
                    <a:pt x="71091" y="15789"/>
                    <a:pt x="71173" y="15794"/>
                    <a:pt x="71256" y="15794"/>
                  </a:cubicBezTo>
                  <a:cubicBezTo>
                    <a:pt x="71415" y="15794"/>
                    <a:pt x="71581" y="15778"/>
                    <a:pt x="71705" y="15709"/>
                  </a:cubicBezTo>
                  <a:cubicBezTo>
                    <a:pt x="71777" y="15668"/>
                    <a:pt x="71835" y="15652"/>
                    <a:pt x="71882" y="15652"/>
                  </a:cubicBezTo>
                  <a:cubicBezTo>
                    <a:pt x="71993" y="15652"/>
                    <a:pt x="72044" y="15740"/>
                    <a:pt x="72076" y="15796"/>
                  </a:cubicBezTo>
                  <a:cubicBezTo>
                    <a:pt x="72090" y="15821"/>
                    <a:pt x="72108" y="15852"/>
                    <a:pt x="72125" y="15859"/>
                  </a:cubicBezTo>
                  <a:cubicBezTo>
                    <a:pt x="72126" y="15859"/>
                    <a:pt x="72126" y="15859"/>
                    <a:pt x="72127" y="15859"/>
                  </a:cubicBezTo>
                  <a:cubicBezTo>
                    <a:pt x="72144" y="15859"/>
                    <a:pt x="72207" y="15813"/>
                    <a:pt x="72237" y="15789"/>
                  </a:cubicBezTo>
                  <a:cubicBezTo>
                    <a:pt x="72294" y="15743"/>
                    <a:pt x="72367" y="15686"/>
                    <a:pt x="72445" y="15686"/>
                  </a:cubicBezTo>
                  <a:cubicBezTo>
                    <a:pt x="72473" y="15686"/>
                    <a:pt x="72502" y="15693"/>
                    <a:pt x="72531" y="15712"/>
                  </a:cubicBezTo>
                  <a:cubicBezTo>
                    <a:pt x="72566" y="15730"/>
                    <a:pt x="72587" y="15761"/>
                    <a:pt x="72594" y="15800"/>
                  </a:cubicBezTo>
                  <a:cubicBezTo>
                    <a:pt x="72605" y="15873"/>
                    <a:pt x="72542" y="15947"/>
                    <a:pt x="72465" y="16038"/>
                  </a:cubicBezTo>
                  <a:cubicBezTo>
                    <a:pt x="72398" y="16118"/>
                    <a:pt x="72321" y="16206"/>
                    <a:pt x="72293" y="16297"/>
                  </a:cubicBezTo>
                  <a:cubicBezTo>
                    <a:pt x="72279" y="16339"/>
                    <a:pt x="72283" y="16363"/>
                    <a:pt x="72286" y="16367"/>
                  </a:cubicBezTo>
                  <a:cubicBezTo>
                    <a:pt x="72297" y="16381"/>
                    <a:pt x="72356" y="16388"/>
                    <a:pt x="72395" y="16391"/>
                  </a:cubicBezTo>
                  <a:cubicBezTo>
                    <a:pt x="72454" y="16395"/>
                    <a:pt x="72514" y="16405"/>
                    <a:pt x="72566" y="16430"/>
                  </a:cubicBezTo>
                  <a:cubicBezTo>
                    <a:pt x="72605" y="16444"/>
                    <a:pt x="72633" y="16479"/>
                    <a:pt x="72640" y="16517"/>
                  </a:cubicBezTo>
                  <a:cubicBezTo>
                    <a:pt x="72643" y="16587"/>
                    <a:pt x="72580" y="16629"/>
                    <a:pt x="72517" y="16675"/>
                  </a:cubicBezTo>
                  <a:lnTo>
                    <a:pt x="72507" y="16682"/>
                  </a:lnTo>
                  <a:cubicBezTo>
                    <a:pt x="72598" y="16671"/>
                    <a:pt x="72780" y="16605"/>
                    <a:pt x="73011" y="16374"/>
                  </a:cubicBezTo>
                  <a:cubicBezTo>
                    <a:pt x="73390" y="15995"/>
                    <a:pt x="73712" y="15922"/>
                    <a:pt x="73901" y="15922"/>
                  </a:cubicBezTo>
                  <a:cubicBezTo>
                    <a:pt x="73926" y="15922"/>
                    <a:pt x="73950" y="15924"/>
                    <a:pt x="73970" y="15926"/>
                  </a:cubicBezTo>
                  <a:cubicBezTo>
                    <a:pt x="73981" y="15928"/>
                    <a:pt x="73990" y="15929"/>
                    <a:pt x="73997" y="15929"/>
                  </a:cubicBezTo>
                  <a:cubicBezTo>
                    <a:pt x="74013" y="15929"/>
                    <a:pt x="74020" y="15925"/>
                    <a:pt x="74023" y="15922"/>
                  </a:cubicBezTo>
                  <a:cubicBezTo>
                    <a:pt x="74040" y="15908"/>
                    <a:pt x="74030" y="15817"/>
                    <a:pt x="74023" y="15747"/>
                  </a:cubicBezTo>
                  <a:cubicBezTo>
                    <a:pt x="74012" y="15653"/>
                    <a:pt x="74005" y="15555"/>
                    <a:pt x="74009" y="15457"/>
                  </a:cubicBezTo>
                  <a:cubicBezTo>
                    <a:pt x="74016" y="15345"/>
                    <a:pt x="74082" y="15247"/>
                    <a:pt x="74201" y="15170"/>
                  </a:cubicBezTo>
                  <a:cubicBezTo>
                    <a:pt x="74357" y="15073"/>
                    <a:pt x="74583" y="15027"/>
                    <a:pt x="74774" y="15027"/>
                  </a:cubicBezTo>
                  <a:cubicBezTo>
                    <a:pt x="74879" y="15027"/>
                    <a:pt x="74973" y="15041"/>
                    <a:pt x="75038" y="15068"/>
                  </a:cubicBezTo>
                  <a:cubicBezTo>
                    <a:pt x="75195" y="15135"/>
                    <a:pt x="75262" y="15205"/>
                    <a:pt x="75237" y="15275"/>
                  </a:cubicBezTo>
                  <a:cubicBezTo>
                    <a:pt x="75222" y="15319"/>
                    <a:pt x="75182" y="15341"/>
                    <a:pt x="75119" y="15341"/>
                  </a:cubicBezTo>
                  <a:cubicBezTo>
                    <a:pt x="75083" y="15341"/>
                    <a:pt x="75040" y="15334"/>
                    <a:pt x="74989" y="15320"/>
                  </a:cubicBezTo>
                  <a:cubicBezTo>
                    <a:pt x="74968" y="15314"/>
                    <a:pt x="74947" y="15311"/>
                    <a:pt x="74926" y="15311"/>
                  </a:cubicBezTo>
                  <a:cubicBezTo>
                    <a:pt x="74873" y="15311"/>
                    <a:pt x="74822" y="15330"/>
                    <a:pt x="74782" y="15362"/>
                  </a:cubicBezTo>
                  <a:cubicBezTo>
                    <a:pt x="74695" y="15439"/>
                    <a:pt x="74649" y="15551"/>
                    <a:pt x="74660" y="15663"/>
                  </a:cubicBezTo>
                  <a:cubicBezTo>
                    <a:pt x="74660" y="15779"/>
                    <a:pt x="74632" y="15894"/>
                    <a:pt x="74572" y="15992"/>
                  </a:cubicBezTo>
                  <a:cubicBezTo>
                    <a:pt x="74530" y="16069"/>
                    <a:pt x="74534" y="16073"/>
                    <a:pt x="74551" y="16090"/>
                  </a:cubicBezTo>
                  <a:cubicBezTo>
                    <a:pt x="74579" y="16115"/>
                    <a:pt x="74597" y="16153"/>
                    <a:pt x="74593" y="16195"/>
                  </a:cubicBezTo>
                  <a:cubicBezTo>
                    <a:pt x="74586" y="16255"/>
                    <a:pt x="74530" y="16290"/>
                    <a:pt x="74481" y="16321"/>
                  </a:cubicBezTo>
                  <a:cubicBezTo>
                    <a:pt x="74453" y="16335"/>
                    <a:pt x="74408" y="16363"/>
                    <a:pt x="74408" y="16381"/>
                  </a:cubicBezTo>
                  <a:lnTo>
                    <a:pt x="74408" y="16405"/>
                  </a:lnTo>
                  <a:cubicBezTo>
                    <a:pt x="74401" y="16514"/>
                    <a:pt x="74394" y="16633"/>
                    <a:pt x="74201" y="16689"/>
                  </a:cubicBezTo>
                  <a:cubicBezTo>
                    <a:pt x="74163" y="16703"/>
                    <a:pt x="74110" y="16713"/>
                    <a:pt x="74051" y="16724"/>
                  </a:cubicBezTo>
                  <a:cubicBezTo>
                    <a:pt x="73883" y="16759"/>
                    <a:pt x="73536" y="16833"/>
                    <a:pt x="73529" y="16948"/>
                  </a:cubicBezTo>
                  <a:cubicBezTo>
                    <a:pt x="73515" y="17088"/>
                    <a:pt x="73410" y="17162"/>
                    <a:pt x="73309" y="17235"/>
                  </a:cubicBezTo>
                  <a:cubicBezTo>
                    <a:pt x="73221" y="17295"/>
                    <a:pt x="73133" y="17358"/>
                    <a:pt x="73074" y="17466"/>
                  </a:cubicBezTo>
                  <a:cubicBezTo>
                    <a:pt x="73007" y="17592"/>
                    <a:pt x="72867" y="17690"/>
                    <a:pt x="72703" y="17806"/>
                  </a:cubicBezTo>
                  <a:cubicBezTo>
                    <a:pt x="72500" y="17946"/>
                    <a:pt x="72251" y="18121"/>
                    <a:pt x="72062" y="18401"/>
                  </a:cubicBezTo>
                  <a:cubicBezTo>
                    <a:pt x="71817" y="18765"/>
                    <a:pt x="71471" y="18888"/>
                    <a:pt x="71285" y="18954"/>
                  </a:cubicBezTo>
                  <a:cubicBezTo>
                    <a:pt x="71247" y="18968"/>
                    <a:pt x="71212" y="18982"/>
                    <a:pt x="71173" y="19000"/>
                  </a:cubicBezTo>
                  <a:cubicBezTo>
                    <a:pt x="71152" y="19119"/>
                    <a:pt x="70945" y="19129"/>
                    <a:pt x="70725" y="19143"/>
                  </a:cubicBezTo>
                  <a:cubicBezTo>
                    <a:pt x="70686" y="19143"/>
                    <a:pt x="70651" y="19147"/>
                    <a:pt x="70627" y="19147"/>
                  </a:cubicBezTo>
                  <a:cubicBezTo>
                    <a:pt x="70627" y="19164"/>
                    <a:pt x="70630" y="19192"/>
                    <a:pt x="70630" y="19210"/>
                  </a:cubicBezTo>
                  <a:cubicBezTo>
                    <a:pt x="70648" y="19343"/>
                    <a:pt x="70676" y="19567"/>
                    <a:pt x="70462" y="19794"/>
                  </a:cubicBezTo>
                  <a:cubicBezTo>
                    <a:pt x="70151" y="20127"/>
                    <a:pt x="69972" y="20582"/>
                    <a:pt x="69979" y="21002"/>
                  </a:cubicBezTo>
                  <a:cubicBezTo>
                    <a:pt x="69986" y="21471"/>
                    <a:pt x="70140" y="22770"/>
                    <a:pt x="70270" y="22990"/>
                  </a:cubicBezTo>
                  <a:cubicBezTo>
                    <a:pt x="70347" y="23124"/>
                    <a:pt x="70361" y="23341"/>
                    <a:pt x="70371" y="23547"/>
                  </a:cubicBezTo>
                  <a:cubicBezTo>
                    <a:pt x="70382" y="23691"/>
                    <a:pt x="70392" y="23866"/>
                    <a:pt x="70431" y="23908"/>
                  </a:cubicBezTo>
                  <a:cubicBezTo>
                    <a:pt x="70504" y="23988"/>
                    <a:pt x="70522" y="24097"/>
                    <a:pt x="70539" y="24181"/>
                  </a:cubicBezTo>
                  <a:cubicBezTo>
                    <a:pt x="70543" y="24216"/>
                    <a:pt x="70550" y="24251"/>
                    <a:pt x="70564" y="24286"/>
                  </a:cubicBezTo>
                  <a:cubicBezTo>
                    <a:pt x="70616" y="24254"/>
                    <a:pt x="70739" y="24128"/>
                    <a:pt x="70819" y="24041"/>
                  </a:cubicBezTo>
                  <a:cubicBezTo>
                    <a:pt x="70893" y="23960"/>
                    <a:pt x="70973" y="23880"/>
                    <a:pt x="71057" y="23806"/>
                  </a:cubicBezTo>
                  <a:cubicBezTo>
                    <a:pt x="71120" y="23757"/>
                    <a:pt x="71173" y="23698"/>
                    <a:pt x="71208" y="23631"/>
                  </a:cubicBezTo>
                  <a:cubicBezTo>
                    <a:pt x="71240" y="23572"/>
                    <a:pt x="71285" y="23523"/>
                    <a:pt x="71341" y="23488"/>
                  </a:cubicBezTo>
                  <a:cubicBezTo>
                    <a:pt x="71401" y="23446"/>
                    <a:pt x="71408" y="23271"/>
                    <a:pt x="71411" y="23155"/>
                  </a:cubicBezTo>
                  <a:cubicBezTo>
                    <a:pt x="71411" y="23089"/>
                    <a:pt x="71418" y="23022"/>
                    <a:pt x="71436" y="22959"/>
                  </a:cubicBezTo>
                  <a:cubicBezTo>
                    <a:pt x="71467" y="22885"/>
                    <a:pt x="71555" y="22843"/>
                    <a:pt x="71649" y="22798"/>
                  </a:cubicBezTo>
                  <a:cubicBezTo>
                    <a:pt x="71716" y="22766"/>
                    <a:pt x="71789" y="22731"/>
                    <a:pt x="71817" y="22693"/>
                  </a:cubicBezTo>
                  <a:cubicBezTo>
                    <a:pt x="71887" y="22602"/>
                    <a:pt x="72006" y="22602"/>
                    <a:pt x="72115" y="22602"/>
                  </a:cubicBezTo>
                  <a:cubicBezTo>
                    <a:pt x="72126" y="22603"/>
                    <a:pt x="72137" y="22603"/>
                    <a:pt x="72149" y="22603"/>
                  </a:cubicBezTo>
                  <a:cubicBezTo>
                    <a:pt x="72183" y="22603"/>
                    <a:pt x="72217" y="22599"/>
                    <a:pt x="72251" y="22591"/>
                  </a:cubicBezTo>
                  <a:cubicBezTo>
                    <a:pt x="72272" y="22560"/>
                    <a:pt x="72220" y="22395"/>
                    <a:pt x="72199" y="22325"/>
                  </a:cubicBezTo>
                  <a:cubicBezTo>
                    <a:pt x="72185" y="22280"/>
                    <a:pt x="72171" y="22241"/>
                    <a:pt x="72160" y="22206"/>
                  </a:cubicBezTo>
                  <a:cubicBezTo>
                    <a:pt x="72118" y="22035"/>
                    <a:pt x="72374" y="21863"/>
                    <a:pt x="72598" y="21713"/>
                  </a:cubicBezTo>
                  <a:cubicBezTo>
                    <a:pt x="72640" y="21685"/>
                    <a:pt x="72678" y="21660"/>
                    <a:pt x="72713" y="21636"/>
                  </a:cubicBezTo>
                  <a:cubicBezTo>
                    <a:pt x="72779" y="21589"/>
                    <a:pt x="72849" y="21576"/>
                    <a:pt x="72917" y="21576"/>
                  </a:cubicBezTo>
                  <a:cubicBezTo>
                    <a:pt x="72961" y="21576"/>
                    <a:pt x="73005" y="21581"/>
                    <a:pt x="73046" y="21587"/>
                  </a:cubicBezTo>
                  <a:cubicBezTo>
                    <a:pt x="73091" y="21593"/>
                    <a:pt x="73134" y="21600"/>
                    <a:pt x="73174" y="21600"/>
                  </a:cubicBezTo>
                  <a:cubicBezTo>
                    <a:pt x="73240" y="21600"/>
                    <a:pt x="73300" y="21583"/>
                    <a:pt x="73361" y="21527"/>
                  </a:cubicBezTo>
                  <a:cubicBezTo>
                    <a:pt x="73501" y="21398"/>
                    <a:pt x="73403" y="21258"/>
                    <a:pt x="73284" y="21111"/>
                  </a:cubicBezTo>
                  <a:lnTo>
                    <a:pt x="73256" y="21076"/>
                  </a:lnTo>
                  <a:cubicBezTo>
                    <a:pt x="73221" y="21030"/>
                    <a:pt x="73221" y="20960"/>
                    <a:pt x="73253" y="20862"/>
                  </a:cubicBezTo>
                  <a:cubicBezTo>
                    <a:pt x="73316" y="20669"/>
                    <a:pt x="73515" y="20354"/>
                    <a:pt x="73680" y="20309"/>
                  </a:cubicBezTo>
                  <a:cubicBezTo>
                    <a:pt x="73708" y="20302"/>
                    <a:pt x="73737" y="20298"/>
                    <a:pt x="73767" y="20298"/>
                  </a:cubicBezTo>
                  <a:cubicBezTo>
                    <a:pt x="73811" y="20298"/>
                    <a:pt x="73855" y="20306"/>
                    <a:pt x="73897" y="20323"/>
                  </a:cubicBezTo>
                  <a:cubicBezTo>
                    <a:pt x="73929" y="20334"/>
                    <a:pt x="73954" y="20342"/>
                    <a:pt x="73979" y="20342"/>
                  </a:cubicBezTo>
                  <a:cubicBezTo>
                    <a:pt x="74008" y="20342"/>
                    <a:pt x="74036" y="20331"/>
                    <a:pt x="74072" y="20298"/>
                  </a:cubicBezTo>
                  <a:cubicBezTo>
                    <a:pt x="74100" y="20277"/>
                    <a:pt x="74107" y="20239"/>
                    <a:pt x="74086" y="20211"/>
                  </a:cubicBezTo>
                  <a:cubicBezTo>
                    <a:pt x="74045" y="20118"/>
                    <a:pt x="73910" y="20046"/>
                    <a:pt x="73871" y="20046"/>
                  </a:cubicBezTo>
                  <a:cubicBezTo>
                    <a:pt x="73870" y="20046"/>
                    <a:pt x="73869" y="20046"/>
                    <a:pt x="73869" y="20046"/>
                  </a:cubicBezTo>
                  <a:cubicBezTo>
                    <a:pt x="73865" y="20047"/>
                    <a:pt x="73859" y="20048"/>
                    <a:pt x="73852" y="20048"/>
                  </a:cubicBezTo>
                  <a:cubicBezTo>
                    <a:pt x="73822" y="20048"/>
                    <a:pt x="73766" y="20035"/>
                    <a:pt x="73732" y="19952"/>
                  </a:cubicBezTo>
                  <a:cubicBezTo>
                    <a:pt x="73669" y="19801"/>
                    <a:pt x="73704" y="19486"/>
                    <a:pt x="73932" y="19315"/>
                  </a:cubicBezTo>
                  <a:cubicBezTo>
                    <a:pt x="74037" y="19238"/>
                    <a:pt x="74061" y="19199"/>
                    <a:pt x="74065" y="19185"/>
                  </a:cubicBezTo>
                  <a:cubicBezTo>
                    <a:pt x="74026" y="19164"/>
                    <a:pt x="73981" y="19150"/>
                    <a:pt x="73939" y="19140"/>
                  </a:cubicBezTo>
                  <a:cubicBezTo>
                    <a:pt x="73907" y="19129"/>
                    <a:pt x="73874" y="19124"/>
                    <a:pt x="73841" y="19124"/>
                  </a:cubicBezTo>
                  <a:cubicBezTo>
                    <a:pt x="73807" y="19124"/>
                    <a:pt x="73774" y="19129"/>
                    <a:pt x="73743" y="19140"/>
                  </a:cubicBezTo>
                  <a:cubicBezTo>
                    <a:pt x="73701" y="19154"/>
                    <a:pt x="73659" y="19161"/>
                    <a:pt x="73613" y="19164"/>
                  </a:cubicBezTo>
                  <a:cubicBezTo>
                    <a:pt x="73611" y="19164"/>
                    <a:pt x="73608" y="19164"/>
                    <a:pt x="73605" y="19164"/>
                  </a:cubicBezTo>
                  <a:cubicBezTo>
                    <a:pt x="73531" y="19164"/>
                    <a:pt x="73461" y="19116"/>
                    <a:pt x="73417" y="19031"/>
                  </a:cubicBezTo>
                  <a:cubicBezTo>
                    <a:pt x="73354" y="18916"/>
                    <a:pt x="73337" y="18702"/>
                    <a:pt x="73491" y="18492"/>
                  </a:cubicBezTo>
                  <a:cubicBezTo>
                    <a:pt x="73568" y="18387"/>
                    <a:pt x="73666" y="18299"/>
                    <a:pt x="73778" y="18229"/>
                  </a:cubicBezTo>
                  <a:cubicBezTo>
                    <a:pt x="73865" y="18170"/>
                    <a:pt x="73918" y="18131"/>
                    <a:pt x="73942" y="18030"/>
                  </a:cubicBezTo>
                  <a:cubicBezTo>
                    <a:pt x="73981" y="17844"/>
                    <a:pt x="74145" y="17620"/>
                    <a:pt x="74268" y="17456"/>
                  </a:cubicBezTo>
                  <a:cubicBezTo>
                    <a:pt x="74306" y="17400"/>
                    <a:pt x="74345" y="17354"/>
                    <a:pt x="74362" y="17323"/>
                  </a:cubicBezTo>
                  <a:cubicBezTo>
                    <a:pt x="74401" y="17256"/>
                    <a:pt x="74473" y="17237"/>
                    <a:pt x="74553" y="17237"/>
                  </a:cubicBezTo>
                  <a:cubicBezTo>
                    <a:pt x="74612" y="17237"/>
                    <a:pt x="74676" y="17247"/>
                    <a:pt x="74733" y="17256"/>
                  </a:cubicBezTo>
                  <a:cubicBezTo>
                    <a:pt x="74779" y="17267"/>
                    <a:pt x="74831" y="17270"/>
                    <a:pt x="74880" y="17270"/>
                  </a:cubicBezTo>
                  <a:cubicBezTo>
                    <a:pt x="74893" y="17267"/>
                    <a:pt x="74904" y="17266"/>
                    <a:pt x="74914" y="17266"/>
                  </a:cubicBezTo>
                  <a:cubicBezTo>
                    <a:pt x="74992" y="17266"/>
                    <a:pt x="75026" y="17338"/>
                    <a:pt x="75041" y="17375"/>
                  </a:cubicBezTo>
                  <a:lnTo>
                    <a:pt x="75048" y="17389"/>
                  </a:lnTo>
                  <a:lnTo>
                    <a:pt x="75062" y="17382"/>
                  </a:lnTo>
                  <a:cubicBezTo>
                    <a:pt x="75115" y="17326"/>
                    <a:pt x="75164" y="17267"/>
                    <a:pt x="75209" y="17207"/>
                  </a:cubicBezTo>
                  <a:cubicBezTo>
                    <a:pt x="75343" y="17032"/>
                    <a:pt x="75497" y="16840"/>
                    <a:pt x="75654" y="16840"/>
                  </a:cubicBezTo>
                  <a:cubicBezTo>
                    <a:pt x="75658" y="16839"/>
                    <a:pt x="75662" y="16839"/>
                    <a:pt x="75666" y="16839"/>
                  </a:cubicBezTo>
                  <a:cubicBezTo>
                    <a:pt x="75707" y="16839"/>
                    <a:pt x="75748" y="16856"/>
                    <a:pt x="75777" y="16885"/>
                  </a:cubicBezTo>
                  <a:cubicBezTo>
                    <a:pt x="75836" y="16952"/>
                    <a:pt x="75829" y="17053"/>
                    <a:pt x="75826" y="17165"/>
                  </a:cubicBezTo>
                  <a:cubicBezTo>
                    <a:pt x="75819" y="17232"/>
                    <a:pt x="75819" y="17298"/>
                    <a:pt x="75833" y="17365"/>
                  </a:cubicBezTo>
                  <a:lnTo>
                    <a:pt x="75833" y="17368"/>
                  </a:lnTo>
                  <a:cubicBezTo>
                    <a:pt x="75857" y="17351"/>
                    <a:pt x="75892" y="17316"/>
                    <a:pt x="75927" y="17288"/>
                  </a:cubicBezTo>
                  <a:cubicBezTo>
                    <a:pt x="76025" y="17197"/>
                    <a:pt x="76130" y="17113"/>
                    <a:pt x="76239" y="17036"/>
                  </a:cubicBezTo>
                  <a:cubicBezTo>
                    <a:pt x="76449" y="16893"/>
                    <a:pt x="76793" y="16838"/>
                    <a:pt x="77098" y="16838"/>
                  </a:cubicBezTo>
                  <a:cubicBezTo>
                    <a:pt x="77341" y="16838"/>
                    <a:pt x="77560" y="16873"/>
                    <a:pt x="77671" y="16927"/>
                  </a:cubicBezTo>
                  <a:cubicBezTo>
                    <a:pt x="77779" y="16983"/>
                    <a:pt x="77870" y="17071"/>
                    <a:pt x="77937" y="17176"/>
                  </a:cubicBezTo>
                  <a:cubicBezTo>
                    <a:pt x="77980" y="17233"/>
                    <a:pt x="78008" y="17270"/>
                    <a:pt x="78028" y="17270"/>
                  </a:cubicBezTo>
                  <a:cubicBezTo>
                    <a:pt x="78029" y="17270"/>
                    <a:pt x="78030" y="17270"/>
                    <a:pt x="78031" y="17270"/>
                  </a:cubicBezTo>
                  <a:cubicBezTo>
                    <a:pt x="78084" y="17256"/>
                    <a:pt x="78087" y="17235"/>
                    <a:pt x="78094" y="17165"/>
                  </a:cubicBezTo>
                  <a:cubicBezTo>
                    <a:pt x="78105" y="17095"/>
                    <a:pt x="78115" y="16987"/>
                    <a:pt x="78255" y="16948"/>
                  </a:cubicBezTo>
                  <a:cubicBezTo>
                    <a:pt x="78448" y="16892"/>
                    <a:pt x="78791" y="16685"/>
                    <a:pt x="79029" y="16510"/>
                  </a:cubicBezTo>
                  <a:cubicBezTo>
                    <a:pt x="79158" y="16416"/>
                    <a:pt x="79211" y="16398"/>
                    <a:pt x="79246" y="16388"/>
                  </a:cubicBezTo>
                  <a:cubicBezTo>
                    <a:pt x="79267" y="16381"/>
                    <a:pt x="79277" y="16377"/>
                    <a:pt x="79333" y="16304"/>
                  </a:cubicBezTo>
                  <a:cubicBezTo>
                    <a:pt x="79393" y="16230"/>
                    <a:pt x="79477" y="16178"/>
                    <a:pt x="79572" y="16153"/>
                  </a:cubicBezTo>
                  <a:cubicBezTo>
                    <a:pt x="79624" y="16139"/>
                    <a:pt x="79631" y="16132"/>
                    <a:pt x="79638" y="16115"/>
                  </a:cubicBezTo>
                  <a:cubicBezTo>
                    <a:pt x="79698" y="15943"/>
                    <a:pt x="80174" y="15758"/>
                    <a:pt x="80608" y="15660"/>
                  </a:cubicBezTo>
                  <a:cubicBezTo>
                    <a:pt x="81080" y="15555"/>
                    <a:pt x="81634" y="15268"/>
                    <a:pt x="81697" y="15170"/>
                  </a:cubicBezTo>
                  <a:cubicBezTo>
                    <a:pt x="81690" y="15128"/>
                    <a:pt x="81704" y="15086"/>
                    <a:pt x="81732" y="15054"/>
                  </a:cubicBezTo>
                  <a:cubicBezTo>
                    <a:pt x="81773" y="15015"/>
                    <a:pt x="81828" y="14994"/>
                    <a:pt x="81884" y="14994"/>
                  </a:cubicBezTo>
                  <a:cubicBezTo>
                    <a:pt x="81903" y="14994"/>
                    <a:pt x="81923" y="14996"/>
                    <a:pt x="81942" y="15002"/>
                  </a:cubicBezTo>
                  <a:cubicBezTo>
                    <a:pt x="81994" y="15012"/>
                    <a:pt x="82033" y="15054"/>
                    <a:pt x="82043" y="15103"/>
                  </a:cubicBezTo>
                  <a:cubicBezTo>
                    <a:pt x="82050" y="15124"/>
                    <a:pt x="82145" y="15135"/>
                    <a:pt x="82215" y="15138"/>
                  </a:cubicBezTo>
                  <a:cubicBezTo>
                    <a:pt x="82306" y="15145"/>
                    <a:pt x="82393" y="15159"/>
                    <a:pt x="82477" y="15177"/>
                  </a:cubicBezTo>
                  <a:cubicBezTo>
                    <a:pt x="82537" y="15187"/>
                    <a:pt x="82589" y="15201"/>
                    <a:pt x="82631" y="15215"/>
                  </a:cubicBezTo>
                  <a:cubicBezTo>
                    <a:pt x="82706" y="15235"/>
                    <a:pt x="82763" y="15251"/>
                    <a:pt x="82814" y="15251"/>
                  </a:cubicBezTo>
                  <a:cubicBezTo>
                    <a:pt x="82881" y="15251"/>
                    <a:pt x="82939" y="15224"/>
                    <a:pt x="83016" y="15145"/>
                  </a:cubicBezTo>
                  <a:cubicBezTo>
                    <a:pt x="83114" y="15047"/>
                    <a:pt x="83093" y="15009"/>
                    <a:pt x="83044" y="14932"/>
                  </a:cubicBezTo>
                  <a:cubicBezTo>
                    <a:pt x="83006" y="14876"/>
                    <a:pt x="82981" y="14809"/>
                    <a:pt x="82981" y="14743"/>
                  </a:cubicBezTo>
                  <a:cubicBezTo>
                    <a:pt x="82985" y="14697"/>
                    <a:pt x="82908" y="14620"/>
                    <a:pt x="82845" y="14560"/>
                  </a:cubicBezTo>
                  <a:cubicBezTo>
                    <a:pt x="82747" y="14466"/>
                    <a:pt x="82631" y="14354"/>
                    <a:pt x="82670" y="14228"/>
                  </a:cubicBezTo>
                  <a:cubicBezTo>
                    <a:pt x="82684" y="14182"/>
                    <a:pt x="82649" y="14067"/>
                    <a:pt x="82558" y="13934"/>
                  </a:cubicBezTo>
                  <a:cubicBezTo>
                    <a:pt x="82488" y="13829"/>
                    <a:pt x="82425" y="13776"/>
                    <a:pt x="82397" y="13766"/>
                  </a:cubicBezTo>
                  <a:cubicBezTo>
                    <a:pt x="82363" y="13790"/>
                    <a:pt x="82322" y="13803"/>
                    <a:pt x="82282" y="13803"/>
                  </a:cubicBezTo>
                  <a:cubicBezTo>
                    <a:pt x="82248" y="13803"/>
                    <a:pt x="82214" y="13794"/>
                    <a:pt x="82183" y="13776"/>
                  </a:cubicBezTo>
                  <a:cubicBezTo>
                    <a:pt x="82082" y="13734"/>
                    <a:pt x="81973" y="13622"/>
                    <a:pt x="81973" y="13510"/>
                  </a:cubicBezTo>
                  <a:cubicBezTo>
                    <a:pt x="81973" y="13384"/>
                    <a:pt x="81956" y="13360"/>
                    <a:pt x="81949" y="13356"/>
                  </a:cubicBezTo>
                  <a:cubicBezTo>
                    <a:pt x="81935" y="13360"/>
                    <a:pt x="81917" y="13367"/>
                    <a:pt x="81903" y="13377"/>
                  </a:cubicBezTo>
                  <a:cubicBezTo>
                    <a:pt x="81833" y="13418"/>
                    <a:pt x="81755" y="13439"/>
                    <a:pt x="81676" y="13439"/>
                  </a:cubicBezTo>
                  <a:cubicBezTo>
                    <a:pt x="81625" y="13439"/>
                    <a:pt x="81574" y="13430"/>
                    <a:pt x="81525" y="13412"/>
                  </a:cubicBezTo>
                  <a:cubicBezTo>
                    <a:pt x="81444" y="13388"/>
                    <a:pt x="81378" y="13328"/>
                    <a:pt x="81346" y="13248"/>
                  </a:cubicBezTo>
                  <a:cubicBezTo>
                    <a:pt x="81325" y="13185"/>
                    <a:pt x="81346" y="13118"/>
                    <a:pt x="81395" y="13076"/>
                  </a:cubicBezTo>
                  <a:cubicBezTo>
                    <a:pt x="81467" y="13007"/>
                    <a:pt x="81599" y="12970"/>
                    <a:pt x="81734" y="12970"/>
                  </a:cubicBezTo>
                  <a:cubicBezTo>
                    <a:pt x="81817" y="12970"/>
                    <a:pt x="81901" y="12984"/>
                    <a:pt x="81973" y="13013"/>
                  </a:cubicBezTo>
                  <a:cubicBezTo>
                    <a:pt x="82141" y="13080"/>
                    <a:pt x="82183" y="13153"/>
                    <a:pt x="82215" y="13213"/>
                  </a:cubicBezTo>
                  <a:cubicBezTo>
                    <a:pt x="82225" y="13241"/>
                    <a:pt x="82246" y="13265"/>
                    <a:pt x="82274" y="13283"/>
                  </a:cubicBezTo>
                  <a:cubicBezTo>
                    <a:pt x="82310" y="13304"/>
                    <a:pt x="82378" y="13314"/>
                    <a:pt x="82456" y="13314"/>
                  </a:cubicBezTo>
                  <a:cubicBezTo>
                    <a:pt x="82581" y="13314"/>
                    <a:pt x="82735" y="13288"/>
                    <a:pt x="82834" y="13241"/>
                  </a:cubicBezTo>
                  <a:cubicBezTo>
                    <a:pt x="82883" y="13216"/>
                    <a:pt x="82946" y="13192"/>
                    <a:pt x="83023" y="13160"/>
                  </a:cubicBezTo>
                  <a:cubicBezTo>
                    <a:pt x="83198" y="13090"/>
                    <a:pt x="83485" y="12975"/>
                    <a:pt x="83534" y="12894"/>
                  </a:cubicBezTo>
                  <a:cubicBezTo>
                    <a:pt x="83555" y="12859"/>
                    <a:pt x="83566" y="12821"/>
                    <a:pt x="83569" y="12786"/>
                  </a:cubicBezTo>
                  <a:cubicBezTo>
                    <a:pt x="83580" y="12709"/>
                    <a:pt x="83597" y="12646"/>
                    <a:pt x="83717" y="12586"/>
                  </a:cubicBezTo>
                  <a:cubicBezTo>
                    <a:pt x="83755" y="12565"/>
                    <a:pt x="83755" y="12544"/>
                    <a:pt x="83755" y="12537"/>
                  </a:cubicBezTo>
                  <a:cubicBezTo>
                    <a:pt x="83755" y="12491"/>
                    <a:pt x="83692" y="12418"/>
                    <a:pt x="83619" y="12379"/>
                  </a:cubicBezTo>
                  <a:cubicBezTo>
                    <a:pt x="83527" y="12330"/>
                    <a:pt x="83478" y="12229"/>
                    <a:pt x="83499" y="12131"/>
                  </a:cubicBezTo>
                  <a:cubicBezTo>
                    <a:pt x="83520" y="12046"/>
                    <a:pt x="83597" y="11987"/>
                    <a:pt x="83681" y="11987"/>
                  </a:cubicBezTo>
                  <a:cubicBezTo>
                    <a:pt x="83684" y="11987"/>
                    <a:pt x="83686" y="11987"/>
                    <a:pt x="83689" y="11987"/>
                  </a:cubicBezTo>
                  <a:cubicBezTo>
                    <a:pt x="83724" y="11987"/>
                    <a:pt x="83731" y="11977"/>
                    <a:pt x="83755" y="11924"/>
                  </a:cubicBezTo>
                  <a:cubicBezTo>
                    <a:pt x="83773" y="11882"/>
                    <a:pt x="83804" y="11816"/>
                    <a:pt x="83885" y="11809"/>
                  </a:cubicBezTo>
                  <a:cubicBezTo>
                    <a:pt x="83891" y="11808"/>
                    <a:pt x="83898" y="11808"/>
                    <a:pt x="83904" y="11808"/>
                  </a:cubicBezTo>
                  <a:cubicBezTo>
                    <a:pt x="83935" y="11808"/>
                    <a:pt x="83964" y="11815"/>
                    <a:pt x="83993" y="11826"/>
                  </a:cubicBezTo>
                  <a:cubicBezTo>
                    <a:pt x="84008" y="11831"/>
                    <a:pt x="84022" y="11835"/>
                    <a:pt x="84040" y="11835"/>
                  </a:cubicBezTo>
                  <a:cubicBezTo>
                    <a:pt x="84066" y="11835"/>
                    <a:pt x="84099" y="11827"/>
                    <a:pt x="84154" y="11798"/>
                  </a:cubicBezTo>
                  <a:cubicBezTo>
                    <a:pt x="84171" y="11790"/>
                    <a:pt x="84206" y="11773"/>
                    <a:pt x="84241" y="11773"/>
                  </a:cubicBezTo>
                  <a:cubicBezTo>
                    <a:pt x="84263" y="11773"/>
                    <a:pt x="84286" y="11779"/>
                    <a:pt x="84305" y="11798"/>
                  </a:cubicBezTo>
                  <a:cubicBezTo>
                    <a:pt x="84350" y="11851"/>
                    <a:pt x="84308" y="11938"/>
                    <a:pt x="84228" y="12075"/>
                  </a:cubicBezTo>
                  <a:cubicBezTo>
                    <a:pt x="84207" y="12110"/>
                    <a:pt x="84186" y="12148"/>
                    <a:pt x="84168" y="12180"/>
                  </a:cubicBezTo>
                  <a:cubicBezTo>
                    <a:pt x="84140" y="12236"/>
                    <a:pt x="84193" y="12295"/>
                    <a:pt x="84266" y="12372"/>
                  </a:cubicBezTo>
                  <a:cubicBezTo>
                    <a:pt x="84308" y="12407"/>
                    <a:pt x="84343" y="12453"/>
                    <a:pt x="84364" y="12502"/>
                  </a:cubicBezTo>
                  <a:cubicBezTo>
                    <a:pt x="84388" y="12524"/>
                    <a:pt x="84469" y="12541"/>
                    <a:pt x="84565" y="12541"/>
                  </a:cubicBezTo>
                  <a:cubicBezTo>
                    <a:pt x="84655" y="12541"/>
                    <a:pt x="84758" y="12525"/>
                    <a:pt x="84837" y="12484"/>
                  </a:cubicBezTo>
                  <a:cubicBezTo>
                    <a:pt x="84882" y="12460"/>
                    <a:pt x="84940" y="12450"/>
                    <a:pt x="85004" y="12450"/>
                  </a:cubicBezTo>
                  <a:cubicBezTo>
                    <a:pt x="85167" y="12450"/>
                    <a:pt x="85366" y="12515"/>
                    <a:pt x="85484" y="12565"/>
                  </a:cubicBezTo>
                  <a:cubicBezTo>
                    <a:pt x="85610" y="12617"/>
                    <a:pt x="85765" y="12705"/>
                    <a:pt x="85789" y="12807"/>
                  </a:cubicBezTo>
                  <a:cubicBezTo>
                    <a:pt x="85835" y="12996"/>
                    <a:pt x="85968" y="13153"/>
                    <a:pt x="86146" y="13234"/>
                  </a:cubicBezTo>
                  <a:cubicBezTo>
                    <a:pt x="86244" y="13279"/>
                    <a:pt x="86346" y="13311"/>
                    <a:pt x="86454" y="13325"/>
                  </a:cubicBezTo>
                  <a:cubicBezTo>
                    <a:pt x="86573" y="13346"/>
                    <a:pt x="86678" y="13363"/>
                    <a:pt x="86717" y="13465"/>
                  </a:cubicBezTo>
                  <a:cubicBezTo>
                    <a:pt x="86736" y="13538"/>
                    <a:pt x="86806" y="13586"/>
                    <a:pt x="86879" y="13586"/>
                  </a:cubicBezTo>
                  <a:cubicBezTo>
                    <a:pt x="86897" y="13586"/>
                    <a:pt x="86916" y="13583"/>
                    <a:pt x="86934" y="13577"/>
                  </a:cubicBezTo>
                  <a:cubicBezTo>
                    <a:pt x="86952" y="13573"/>
                    <a:pt x="86970" y="13571"/>
                    <a:pt x="86988" y="13571"/>
                  </a:cubicBezTo>
                  <a:cubicBezTo>
                    <a:pt x="87042" y="13571"/>
                    <a:pt x="87097" y="13587"/>
                    <a:pt x="87144" y="13615"/>
                  </a:cubicBezTo>
                  <a:cubicBezTo>
                    <a:pt x="87176" y="13632"/>
                    <a:pt x="87194" y="13639"/>
                    <a:pt x="87206" y="13639"/>
                  </a:cubicBezTo>
                  <a:cubicBezTo>
                    <a:pt x="87218" y="13639"/>
                    <a:pt x="87225" y="13634"/>
                    <a:pt x="87235" y="13626"/>
                  </a:cubicBezTo>
                  <a:cubicBezTo>
                    <a:pt x="87269" y="13592"/>
                    <a:pt x="87315" y="13573"/>
                    <a:pt x="87362" y="13573"/>
                  </a:cubicBezTo>
                  <a:cubicBezTo>
                    <a:pt x="87383" y="13573"/>
                    <a:pt x="87404" y="13576"/>
                    <a:pt x="87424" y="13584"/>
                  </a:cubicBezTo>
                  <a:cubicBezTo>
                    <a:pt x="87436" y="13589"/>
                    <a:pt x="87450" y="13592"/>
                    <a:pt x="87463" y="13592"/>
                  </a:cubicBezTo>
                  <a:cubicBezTo>
                    <a:pt x="87490" y="13592"/>
                    <a:pt x="87517" y="13580"/>
                    <a:pt x="87536" y="13559"/>
                  </a:cubicBezTo>
                  <a:cubicBezTo>
                    <a:pt x="87501" y="13535"/>
                    <a:pt x="87466" y="13510"/>
                    <a:pt x="87427" y="13493"/>
                  </a:cubicBezTo>
                  <a:cubicBezTo>
                    <a:pt x="87350" y="13451"/>
                    <a:pt x="87284" y="13416"/>
                    <a:pt x="87270" y="13353"/>
                  </a:cubicBezTo>
                  <a:cubicBezTo>
                    <a:pt x="87259" y="13328"/>
                    <a:pt x="87266" y="13300"/>
                    <a:pt x="87280" y="13276"/>
                  </a:cubicBezTo>
                  <a:cubicBezTo>
                    <a:pt x="87294" y="13248"/>
                    <a:pt x="87322" y="13223"/>
                    <a:pt x="87354" y="13216"/>
                  </a:cubicBezTo>
                  <a:cubicBezTo>
                    <a:pt x="87362" y="13215"/>
                    <a:pt x="87369" y="13214"/>
                    <a:pt x="87376" y="13214"/>
                  </a:cubicBezTo>
                  <a:cubicBezTo>
                    <a:pt x="87420" y="13214"/>
                    <a:pt x="87458" y="13238"/>
                    <a:pt x="87494" y="13265"/>
                  </a:cubicBezTo>
                  <a:cubicBezTo>
                    <a:pt x="87522" y="13283"/>
                    <a:pt x="87553" y="13300"/>
                    <a:pt x="87585" y="13307"/>
                  </a:cubicBezTo>
                  <a:cubicBezTo>
                    <a:pt x="87585" y="13286"/>
                    <a:pt x="87581" y="13265"/>
                    <a:pt x="87574" y="13248"/>
                  </a:cubicBezTo>
                  <a:cubicBezTo>
                    <a:pt x="87564" y="13188"/>
                    <a:pt x="87543" y="13083"/>
                    <a:pt x="87627" y="13048"/>
                  </a:cubicBezTo>
                  <a:cubicBezTo>
                    <a:pt x="87655" y="12975"/>
                    <a:pt x="87602" y="12670"/>
                    <a:pt x="87553" y="12624"/>
                  </a:cubicBezTo>
                  <a:cubicBezTo>
                    <a:pt x="87508" y="12610"/>
                    <a:pt x="87476" y="12572"/>
                    <a:pt x="87473" y="12523"/>
                  </a:cubicBezTo>
                  <a:cubicBezTo>
                    <a:pt x="87466" y="12474"/>
                    <a:pt x="87494" y="12425"/>
                    <a:pt x="87539" y="12400"/>
                  </a:cubicBezTo>
                  <a:cubicBezTo>
                    <a:pt x="87554" y="12392"/>
                    <a:pt x="87581" y="12381"/>
                    <a:pt x="87619" y="12381"/>
                  </a:cubicBezTo>
                  <a:cubicBezTo>
                    <a:pt x="87662" y="12381"/>
                    <a:pt x="87719" y="12396"/>
                    <a:pt x="87788" y="12446"/>
                  </a:cubicBezTo>
                  <a:cubicBezTo>
                    <a:pt x="87928" y="12551"/>
                    <a:pt x="88149" y="12561"/>
                    <a:pt x="88292" y="12561"/>
                  </a:cubicBezTo>
                  <a:cubicBezTo>
                    <a:pt x="88268" y="12551"/>
                    <a:pt x="88247" y="12544"/>
                    <a:pt x="88222" y="12537"/>
                  </a:cubicBezTo>
                  <a:cubicBezTo>
                    <a:pt x="88138" y="12523"/>
                    <a:pt x="88121" y="12477"/>
                    <a:pt x="88114" y="12449"/>
                  </a:cubicBezTo>
                  <a:cubicBezTo>
                    <a:pt x="88110" y="12407"/>
                    <a:pt x="88135" y="12365"/>
                    <a:pt x="88177" y="12344"/>
                  </a:cubicBezTo>
                  <a:cubicBezTo>
                    <a:pt x="88205" y="12331"/>
                    <a:pt x="88235" y="12324"/>
                    <a:pt x="88265" y="12324"/>
                  </a:cubicBezTo>
                  <a:cubicBezTo>
                    <a:pt x="88313" y="12324"/>
                    <a:pt x="88361" y="12341"/>
                    <a:pt x="88397" y="12376"/>
                  </a:cubicBezTo>
                  <a:cubicBezTo>
                    <a:pt x="88452" y="12426"/>
                    <a:pt x="88529" y="12447"/>
                    <a:pt x="88568" y="12447"/>
                  </a:cubicBezTo>
                  <a:cubicBezTo>
                    <a:pt x="88578" y="12447"/>
                    <a:pt x="88586" y="12445"/>
                    <a:pt x="88590" y="12442"/>
                  </a:cubicBezTo>
                  <a:cubicBezTo>
                    <a:pt x="88607" y="12333"/>
                    <a:pt x="88718" y="12092"/>
                    <a:pt x="88927" y="12092"/>
                  </a:cubicBezTo>
                  <a:cubicBezTo>
                    <a:pt x="88931" y="12092"/>
                    <a:pt x="88935" y="12092"/>
                    <a:pt x="88940" y="12092"/>
                  </a:cubicBezTo>
                  <a:cubicBezTo>
                    <a:pt x="88964" y="12092"/>
                    <a:pt x="88989" y="12092"/>
                    <a:pt x="89010" y="12085"/>
                  </a:cubicBezTo>
                  <a:cubicBezTo>
                    <a:pt x="89003" y="12082"/>
                    <a:pt x="88992" y="12078"/>
                    <a:pt x="88982" y="12075"/>
                  </a:cubicBezTo>
                  <a:cubicBezTo>
                    <a:pt x="88807" y="12012"/>
                    <a:pt x="88282" y="11676"/>
                    <a:pt x="88138" y="11476"/>
                  </a:cubicBezTo>
                  <a:cubicBezTo>
                    <a:pt x="88058" y="11360"/>
                    <a:pt x="87710" y="11286"/>
                    <a:pt x="87557" y="11286"/>
                  </a:cubicBezTo>
                  <a:cubicBezTo>
                    <a:pt x="87535" y="11286"/>
                    <a:pt x="87517" y="11288"/>
                    <a:pt x="87504" y="11291"/>
                  </a:cubicBezTo>
                  <a:cubicBezTo>
                    <a:pt x="87494" y="11326"/>
                    <a:pt x="87466" y="11350"/>
                    <a:pt x="87431" y="11357"/>
                  </a:cubicBezTo>
                  <a:cubicBezTo>
                    <a:pt x="87424" y="11359"/>
                    <a:pt x="87416" y="11360"/>
                    <a:pt x="87408" y="11360"/>
                  </a:cubicBezTo>
                  <a:cubicBezTo>
                    <a:pt x="87315" y="11360"/>
                    <a:pt x="87178" y="11255"/>
                    <a:pt x="87133" y="11165"/>
                  </a:cubicBezTo>
                  <a:cubicBezTo>
                    <a:pt x="87094" y="11130"/>
                    <a:pt x="86931" y="11110"/>
                    <a:pt x="86783" y="11110"/>
                  </a:cubicBezTo>
                  <a:cubicBezTo>
                    <a:pt x="86680" y="11110"/>
                    <a:pt x="86584" y="11120"/>
                    <a:pt x="86545" y="11140"/>
                  </a:cubicBezTo>
                  <a:cubicBezTo>
                    <a:pt x="86552" y="11154"/>
                    <a:pt x="86570" y="11168"/>
                    <a:pt x="86619" y="11200"/>
                  </a:cubicBezTo>
                  <a:cubicBezTo>
                    <a:pt x="86682" y="11231"/>
                    <a:pt x="86738" y="11280"/>
                    <a:pt x="86783" y="11333"/>
                  </a:cubicBezTo>
                  <a:cubicBezTo>
                    <a:pt x="86864" y="11441"/>
                    <a:pt x="86794" y="11532"/>
                    <a:pt x="86755" y="11588"/>
                  </a:cubicBezTo>
                  <a:cubicBezTo>
                    <a:pt x="86713" y="11644"/>
                    <a:pt x="86699" y="11669"/>
                    <a:pt x="86710" y="11700"/>
                  </a:cubicBezTo>
                  <a:cubicBezTo>
                    <a:pt x="86734" y="11770"/>
                    <a:pt x="86703" y="11805"/>
                    <a:pt x="86685" y="11819"/>
                  </a:cubicBezTo>
                  <a:cubicBezTo>
                    <a:pt x="86671" y="11830"/>
                    <a:pt x="86654" y="11837"/>
                    <a:pt x="86633" y="11837"/>
                  </a:cubicBezTo>
                  <a:cubicBezTo>
                    <a:pt x="86573" y="11837"/>
                    <a:pt x="86474" y="11783"/>
                    <a:pt x="86262" y="11620"/>
                  </a:cubicBezTo>
                  <a:cubicBezTo>
                    <a:pt x="86223" y="11592"/>
                    <a:pt x="86111" y="11504"/>
                    <a:pt x="86213" y="10997"/>
                  </a:cubicBezTo>
                  <a:cubicBezTo>
                    <a:pt x="86220" y="10962"/>
                    <a:pt x="86213" y="10955"/>
                    <a:pt x="86150" y="10916"/>
                  </a:cubicBezTo>
                  <a:cubicBezTo>
                    <a:pt x="86090" y="10878"/>
                    <a:pt x="86020" y="10836"/>
                    <a:pt x="86003" y="10727"/>
                  </a:cubicBezTo>
                  <a:cubicBezTo>
                    <a:pt x="85985" y="10650"/>
                    <a:pt x="85600" y="10415"/>
                    <a:pt x="84980" y="10156"/>
                  </a:cubicBezTo>
                  <a:cubicBezTo>
                    <a:pt x="84910" y="10125"/>
                    <a:pt x="84830" y="10097"/>
                    <a:pt x="84753" y="10065"/>
                  </a:cubicBezTo>
                  <a:cubicBezTo>
                    <a:pt x="84487" y="9964"/>
                    <a:pt x="84235" y="9869"/>
                    <a:pt x="84144" y="9726"/>
                  </a:cubicBezTo>
                  <a:cubicBezTo>
                    <a:pt x="84109" y="9670"/>
                    <a:pt x="83958" y="9628"/>
                    <a:pt x="83811" y="9586"/>
                  </a:cubicBezTo>
                  <a:cubicBezTo>
                    <a:pt x="83622" y="9530"/>
                    <a:pt x="83408" y="9467"/>
                    <a:pt x="83286" y="9341"/>
                  </a:cubicBezTo>
                  <a:cubicBezTo>
                    <a:pt x="83100" y="9145"/>
                    <a:pt x="82194" y="8753"/>
                    <a:pt x="81802" y="8728"/>
                  </a:cubicBezTo>
                  <a:cubicBezTo>
                    <a:pt x="81553" y="8714"/>
                    <a:pt x="81469" y="8623"/>
                    <a:pt x="81413" y="8564"/>
                  </a:cubicBezTo>
                  <a:cubicBezTo>
                    <a:pt x="81382" y="8529"/>
                    <a:pt x="81369" y="8516"/>
                    <a:pt x="81339" y="8516"/>
                  </a:cubicBezTo>
                  <a:cubicBezTo>
                    <a:pt x="81332" y="8516"/>
                    <a:pt x="81324" y="8517"/>
                    <a:pt x="81315" y="8518"/>
                  </a:cubicBezTo>
                  <a:cubicBezTo>
                    <a:pt x="81261" y="8527"/>
                    <a:pt x="81163" y="8531"/>
                    <a:pt x="81044" y="8531"/>
                  </a:cubicBezTo>
                  <a:cubicBezTo>
                    <a:pt x="80707" y="8531"/>
                    <a:pt x="80198" y="8500"/>
                    <a:pt x="80009" y="8469"/>
                  </a:cubicBezTo>
                  <a:cubicBezTo>
                    <a:pt x="79990" y="8466"/>
                    <a:pt x="79971" y="8464"/>
                    <a:pt x="79953" y="8464"/>
                  </a:cubicBezTo>
                  <a:cubicBezTo>
                    <a:pt x="79888" y="8464"/>
                    <a:pt x="79825" y="8483"/>
                    <a:pt x="79771" y="8518"/>
                  </a:cubicBezTo>
                  <a:cubicBezTo>
                    <a:pt x="79722" y="8542"/>
                    <a:pt x="79667" y="8568"/>
                    <a:pt x="79601" y="8568"/>
                  </a:cubicBezTo>
                  <a:cubicBezTo>
                    <a:pt x="79569" y="8568"/>
                    <a:pt x="79533" y="8562"/>
                    <a:pt x="79495" y="8546"/>
                  </a:cubicBezTo>
                  <a:cubicBezTo>
                    <a:pt x="79074" y="8384"/>
                    <a:pt x="78547" y="8231"/>
                    <a:pt x="78362" y="8231"/>
                  </a:cubicBezTo>
                  <a:cubicBezTo>
                    <a:pt x="78335" y="8231"/>
                    <a:pt x="78315" y="8234"/>
                    <a:pt x="78304" y="8241"/>
                  </a:cubicBezTo>
                  <a:cubicBezTo>
                    <a:pt x="78266" y="8290"/>
                    <a:pt x="78238" y="8350"/>
                    <a:pt x="78231" y="8416"/>
                  </a:cubicBezTo>
                  <a:cubicBezTo>
                    <a:pt x="78210" y="8494"/>
                    <a:pt x="78189" y="8581"/>
                    <a:pt x="78098" y="8613"/>
                  </a:cubicBezTo>
                  <a:cubicBezTo>
                    <a:pt x="78108" y="8641"/>
                    <a:pt x="78154" y="8728"/>
                    <a:pt x="78385" y="8938"/>
                  </a:cubicBezTo>
                  <a:cubicBezTo>
                    <a:pt x="78507" y="9050"/>
                    <a:pt x="78560" y="9162"/>
                    <a:pt x="78539" y="9271"/>
                  </a:cubicBezTo>
                  <a:cubicBezTo>
                    <a:pt x="78521" y="9393"/>
                    <a:pt x="78413" y="9502"/>
                    <a:pt x="78227" y="9579"/>
                  </a:cubicBezTo>
                  <a:cubicBezTo>
                    <a:pt x="78172" y="9603"/>
                    <a:pt x="78111" y="9614"/>
                    <a:pt x="78048" y="9614"/>
                  </a:cubicBezTo>
                  <a:cubicBezTo>
                    <a:pt x="77793" y="9614"/>
                    <a:pt x="77501" y="9437"/>
                    <a:pt x="77398" y="9274"/>
                  </a:cubicBezTo>
                  <a:cubicBezTo>
                    <a:pt x="77352" y="9211"/>
                    <a:pt x="77271" y="9187"/>
                    <a:pt x="77184" y="9159"/>
                  </a:cubicBezTo>
                  <a:cubicBezTo>
                    <a:pt x="77054" y="9120"/>
                    <a:pt x="76911" y="9078"/>
                    <a:pt x="76855" y="8910"/>
                  </a:cubicBezTo>
                  <a:cubicBezTo>
                    <a:pt x="76799" y="8735"/>
                    <a:pt x="76862" y="8658"/>
                    <a:pt x="76904" y="8630"/>
                  </a:cubicBezTo>
                  <a:cubicBezTo>
                    <a:pt x="76932" y="8611"/>
                    <a:pt x="76965" y="8601"/>
                    <a:pt x="77001" y="8601"/>
                  </a:cubicBezTo>
                  <a:cubicBezTo>
                    <a:pt x="77069" y="8601"/>
                    <a:pt x="77148" y="8635"/>
                    <a:pt x="77219" y="8697"/>
                  </a:cubicBezTo>
                  <a:cubicBezTo>
                    <a:pt x="77252" y="8725"/>
                    <a:pt x="77294" y="8740"/>
                    <a:pt x="77336" y="8740"/>
                  </a:cubicBezTo>
                  <a:cubicBezTo>
                    <a:pt x="77357" y="8740"/>
                    <a:pt x="77378" y="8736"/>
                    <a:pt x="77398" y="8728"/>
                  </a:cubicBezTo>
                  <a:cubicBezTo>
                    <a:pt x="77461" y="8704"/>
                    <a:pt x="77506" y="8648"/>
                    <a:pt x="77517" y="8585"/>
                  </a:cubicBezTo>
                  <a:cubicBezTo>
                    <a:pt x="77517" y="8578"/>
                    <a:pt x="77520" y="8564"/>
                    <a:pt x="77496" y="8539"/>
                  </a:cubicBezTo>
                  <a:cubicBezTo>
                    <a:pt x="77407" y="8444"/>
                    <a:pt x="77125" y="8373"/>
                    <a:pt x="76937" y="8373"/>
                  </a:cubicBezTo>
                  <a:cubicBezTo>
                    <a:pt x="76925" y="8373"/>
                    <a:pt x="76912" y="8374"/>
                    <a:pt x="76900" y="8374"/>
                  </a:cubicBezTo>
                  <a:cubicBezTo>
                    <a:pt x="76781" y="8385"/>
                    <a:pt x="76687" y="8490"/>
                    <a:pt x="76578" y="8609"/>
                  </a:cubicBezTo>
                  <a:cubicBezTo>
                    <a:pt x="76494" y="8714"/>
                    <a:pt x="76393" y="8805"/>
                    <a:pt x="76281" y="8879"/>
                  </a:cubicBezTo>
                  <a:cubicBezTo>
                    <a:pt x="76209" y="8918"/>
                    <a:pt x="76085" y="8934"/>
                    <a:pt x="75939" y="8934"/>
                  </a:cubicBezTo>
                  <a:cubicBezTo>
                    <a:pt x="75529" y="8934"/>
                    <a:pt x="74944" y="8808"/>
                    <a:pt x="74838" y="8718"/>
                  </a:cubicBezTo>
                  <a:cubicBezTo>
                    <a:pt x="74806" y="8701"/>
                    <a:pt x="74697" y="8694"/>
                    <a:pt x="74551" y="8694"/>
                  </a:cubicBezTo>
                  <a:cubicBezTo>
                    <a:pt x="74121" y="8694"/>
                    <a:pt x="73364" y="8756"/>
                    <a:pt x="73270" y="8819"/>
                  </a:cubicBezTo>
                  <a:cubicBezTo>
                    <a:pt x="73214" y="8854"/>
                    <a:pt x="73214" y="9001"/>
                    <a:pt x="73214" y="9099"/>
                  </a:cubicBezTo>
                  <a:cubicBezTo>
                    <a:pt x="73214" y="9211"/>
                    <a:pt x="73214" y="9302"/>
                    <a:pt x="73147" y="9334"/>
                  </a:cubicBezTo>
                  <a:cubicBezTo>
                    <a:pt x="73136" y="9338"/>
                    <a:pt x="73125" y="9340"/>
                    <a:pt x="73113" y="9340"/>
                  </a:cubicBezTo>
                  <a:cubicBezTo>
                    <a:pt x="73096" y="9340"/>
                    <a:pt x="73078" y="9335"/>
                    <a:pt x="73063" y="9327"/>
                  </a:cubicBezTo>
                  <a:cubicBezTo>
                    <a:pt x="72948" y="9250"/>
                    <a:pt x="72909" y="8753"/>
                    <a:pt x="72909" y="8746"/>
                  </a:cubicBezTo>
                  <a:cubicBezTo>
                    <a:pt x="72909" y="8728"/>
                    <a:pt x="72815" y="8658"/>
                    <a:pt x="72552" y="8658"/>
                  </a:cubicBezTo>
                  <a:cubicBezTo>
                    <a:pt x="72311" y="8658"/>
                    <a:pt x="72202" y="8651"/>
                    <a:pt x="72167" y="8571"/>
                  </a:cubicBezTo>
                  <a:cubicBezTo>
                    <a:pt x="72150" y="8529"/>
                    <a:pt x="72167" y="8483"/>
                    <a:pt x="72216" y="8434"/>
                  </a:cubicBezTo>
                  <a:cubicBezTo>
                    <a:pt x="72234" y="8416"/>
                    <a:pt x="72234" y="8406"/>
                    <a:pt x="72220" y="8357"/>
                  </a:cubicBezTo>
                  <a:cubicBezTo>
                    <a:pt x="72202" y="8290"/>
                    <a:pt x="72174" y="8182"/>
                    <a:pt x="72321" y="8077"/>
                  </a:cubicBezTo>
                  <a:cubicBezTo>
                    <a:pt x="72332" y="8073"/>
                    <a:pt x="72335" y="8063"/>
                    <a:pt x="72332" y="8052"/>
                  </a:cubicBezTo>
                  <a:cubicBezTo>
                    <a:pt x="72318" y="7916"/>
                    <a:pt x="71905" y="7597"/>
                    <a:pt x="71446" y="7415"/>
                  </a:cubicBezTo>
                  <a:cubicBezTo>
                    <a:pt x="71238" y="7335"/>
                    <a:pt x="70923" y="7306"/>
                    <a:pt x="70601" y="7306"/>
                  </a:cubicBezTo>
                  <a:cubicBezTo>
                    <a:pt x="70109" y="7306"/>
                    <a:pt x="69599" y="7373"/>
                    <a:pt x="69419" y="7426"/>
                  </a:cubicBezTo>
                  <a:cubicBezTo>
                    <a:pt x="69206" y="7489"/>
                    <a:pt x="68864" y="7500"/>
                    <a:pt x="68566" y="7500"/>
                  </a:cubicBezTo>
                  <a:cubicBezTo>
                    <a:pt x="68502" y="7500"/>
                    <a:pt x="68441" y="7500"/>
                    <a:pt x="68383" y="7499"/>
                  </a:cubicBezTo>
                  <a:lnTo>
                    <a:pt x="68124" y="7499"/>
                  </a:lnTo>
                  <a:cubicBezTo>
                    <a:pt x="68110" y="7500"/>
                    <a:pt x="68097" y="7500"/>
                    <a:pt x="68085" y="7500"/>
                  </a:cubicBezTo>
                  <a:cubicBezTo>
                    <a:pt x="68006" y="7500"/>
                    <a:pt x="67947" y="7489"/>
                    <a:pt x="67917" y="7447"/>
                  </a:cubicBezTo>
                  <a:cubicBezTo>
                    <a:pt x="67893" y="7401"/>
                    <a:pt x="67893" y="7352"/>
                    <a:pt x="67917" y="7307"/>
                  </a:cubicBezTo>
                  <a:cubicBezTo>
                    <a:pt x="67931" y="7265"/>
                    <a:pt x="67938" y="7233"/>
                    <a:pt x="67921" y="7202"/>
                  </a:cubicBezTo>
                  <a:cubicBezTo>
                    <a:pt x="67879" y="7135"/>
                    <a:pt x="67662" y="7027"/>
                    <a:pt x="67473" y="6999"/>
                  </a:cubicBezTo>
                  <a:cubicBezTo>
                    <a:pt x="67445" y="6994"/>
                    <a:pt x="67422" y="6993"/>
                    <a:pt x="67404" y="6993"/>
                  </a:cubicBezTo>
                  <a:cubicBezTo>
                    <a:pt x="67366" y="6993"/>
                    <a:pt x="67348" y="7000"/>
                    <a:pt x="67343" y="7002"/>
                  </a:cubicBezTo>
                  <a:cubicBezTo>
                    <a:pt x="67317" y="7054"/>
                    <a:pt x="67264" y="7084"/>
                    <a:pt x="67207" y="7084"/>
                  </a:cubicBezTo>
                  <a:cubicBezTo>
                    <a:pt x="67194" y="7084"/>
                    <a:pt x="67181" y="7082"/>
                    <a:pt x="67168" y="7079"/>
                  </a:cubicBezTo>
                  <a:cubicBezTo>
                    <a:pt x="67084" y="7051"/>
                    <a:pt x="67025" y="6978"/>
                    <a:pt x="67014" y="6890"/>
                  </a:cubicBezTo>
                  <a:cubicBezTo>
                    <a:pt x="66963" y="6833"/>
                    <a:pt x="66639" y="6711"/>
                    <a:pt x="66458" y="6711"/>
                  </a:cubicBezTo>
                  <a:cubicBezTo>
                    <a:pt x="66438" y="6711"/>
                    <a:pt x="66420" y="6712"/>
                    <a:pt x="66405" y="6715"/>
                  </a:cubicBezTo>
                  <a:cubicBezTo>
                    <a:pt x="66386" y="6720"/>
                    <a:pt x="66366" y="6722"/>
                    <a:pt x="66347" y="6722"/>
                  </a:cubicBezTo>
                  <a:cubicBezTo>
                    <a:pt x="66279" y="6722"/>
                    <a:pt x="66213" y="6693"/>
                    <a:pt x="66167" y="6642"/>
                  </a:cubicBezTo>
                  <a:cubicBezTo>
                    <a:pt x="66132" y="6600"/>
                    <a:pt x="66125" y="6544"/>
                    <a:pt x="66149" y="6495"/>
                  </a:cubicBezTo>
                  <a:cubicBezTo>
                    <a:pt x="66163" y="6463"/>
                    <a:pt x="66209" y="6407"/>
                    <a:pt x="66335" y="6407"/>
                  </a:cubicBezTo>
                  <a:lnTo>
                    <a:pt x="66433" y="6407"/>
                  </a:lnTo>
                  <a:cubicBezTo>
                    <a:pt x="66458" y="6408"/>
                    <a:pt x="66494" y="6409"/>
                    <a:pt x="66532" y="6409"/>
                  </a:cubicBezTo>
                  <a:cubicBezTo>
                    <a:pt x="66626" y="6409"/>
                    <a:pt x="66738" y="6403"/>
                    <a:pt x="66755" y="6375"/>
                  </a:cubicBezTo>
                  <a:cubicBezTo>
                    <a:pt x="66755" y="6368"/>
                    <a:pt x="66755" y="6347"/>
                    <a:pt x="66723" y="6298"/>
                  </a:cubicBezTo>
                  <a:cubicBezTo>
                    <a:pt x="66606" y="6116"/>
                    <a:pt x="65583" y="6022"/>
                    <a:pt x="65187" y="6022"/>
                  </a:cubicBezTo>
                  <a:cubicBezTo>
                    <a:pt x="65112" y="6022"/>
                    <a:pt x="65060" y="6026"/>
                    <a:pt x="65040" y="6032"/>
                  </a:cubicBezTo>
                  <a:cubicBezTo>
                    <a:pt x="65019" y="6039"/>
                    <a:pt x="65012" y="6046"/>
                    <a:pt x="64994" y="6116"/>
                  </a:cubicBezTo>
                  <a:cubicBezTo>
                    <a:pt x="64970" y="6214"/>
                    <a:pt x="64935" y="6365"/>
                    <a:pt x="64738" y="6551"/>
                  </a:cubicBezTo>
                  <a:cubicBezTo>
                    <a:pt x="64603" y="6677"/>
                    <a:pt x="64468" y="6724"/>
                    <a:pt x="64354" y="6724"/>
                  </a:cubicBezTo>
                  <a:cubicBezTo>
                    <a:pt x="64280" y="6724"/>
                    <a:pt x="64214" y="6704"/>
                    <a:pt x="64164" y="6673"/>
                  </a:cubicBezTo>
                  <a:cubicBezTo>
                    <a:pt x="64070" y="6617"/>
                    <a:pt x="64024" y="6523"/>
                    <a:pt x="64045" y="6439"/>
                  </a:cubicBezTo>
                  <a:cubicBezTo>
                    <a:pt x="64077" y="6333"/>
                    <a:pt x="64203" y="6295"/>
                    <a:pt x="64315" y="6263"/>
                  </a:cubicBezTo>
                  <a:cubicBezTo>
                    <a:pt x="64364" y="6249"/>
                    <a:pt x="64462" y="6218"/>
                    <a:pt x="64472" y="6193"/>
                  </a:cubicBezTo>
                  <a:cubicBezTo>
                    <a:pt x="64441" y="6172"/>
                    <a:pt x="64308" y="6158"/>
                    <a:pt x="64227" y="6151"/>
                  </a:cubicBezTo>
                  <a:cubicBezTo>
                    <a:pt x="64066" y="6137"/>
                    <a:pt x="63923" y="6123"/>
                    <a:pt x="63870" y="6039"/>
                  </a:cubicBezTo>
                  <a:cubicBezTo>
                    <a:pt x="63828" y="5990"/>
                    <a:pt x="63828" y="5917"/>
                    <a:pt x="63867" y="5864"/>
                  </a:cubicBezTo>
                  <a:cubicBezTo>
                    <a:pt x="63910" y="5805"/>
                    <a:pt x="64000" y="5773"/>
                    <a:pt x="64101" y="5773"/>
                  </a:cubicBezTo>
                  <a:cubicBezTo>
                    <a:pt x="64149" y="5773"/>
                    <a:pt x="64199" y="5780"/>
                    <a:pt x="64248" y="5794"/>
                  </a:cubicBezTo>
                  <a:cubicBezTo>
                    <a:pt x="64366" y="5830"/>
                    <a:pt x="64488" y="5845"/>
                    <a:pt x="64611" y="5845"/>
                  </a:cubicBezTo>
                  <a:cubicBezTo>
                    <a:pt x="64635" y="5845"/>
                    <a:pt x="64659" y="5844"/>
                    <a:pt x="64682" y="5843"/>
                  </a:cubicBezTo>
                  <a:cubicBezTo>
                    <a:pt x="64591" y="5819"/>
                    <a:pt x="64497" y="5798"/>
                    <a:pt x="64402" y="5787"/>
                  </a:cubicBezTo>
                  <a:lnTo>
                    <a:pt x="64245" y="5759"/>
                  </a:lnTo>
                  <a:cubicBezTo>
                    <a:pt x="64178" y="5749"/>
                    <a:pt x="64094" y="5731"/>
                    <a:pt x="64000" y="5714"/>
                  </a:cubicBezTo>
                  <a:cubicBezTo>
                    <a:pt x="63670" y="5649"/>
                    <a:pt x="63193" y="5554"/>
                    <a:pt x="62866" y="5554"/>
                  </a:cubicBezTo>
                  <a:cubicBezTo>
                    <a:pt x="62822" y="5554"/>
                    <a:pt x="62781" y="5556"/>
                    <a:pt x="62743" y="5560"/>
                  </a:cubicBezTo>
                  <a:cubicBezTo>
                    <a:pt x="62704" y="5563"/>
                    <a:pt x="62667" y="5565"/>
                    <a:pt x="62632" y="5565"/>
                  </a:cubicBezTo>
                  <a:cubicBezTo>
                    <a:pt x="62416" y="5565"/>
                    <a:pt x="62264" y="5506"/>
                    <a:pt x="62137" y="5455"/>
                  </a:cubicBezTo>
                  <a:cubicBezTo>
                    <a:pt x="62064" y="5420"/>
                    <a:pt x="61987" y="5399"/>
                    <a:pt x="61906" y="5388"/>
                  </a:cubicBezTo>
                  <a:cubicBezTo>
                    <a:pt x="61893" y="5387"/>
                    <a:pt x="61882" y="5387"/>
                    <a:pt x="61871" y="5387"/>
                  </a:cubicBezTo>
                  <a:cubicBezTo>
                    <a:pt x="61816" y="5387"/>
                    <a:pt x="61794" y="5400"/>
                    <a:pt x="61791" y="5409"/>
                  </a:cubicBezTo>
                  <a:cubicBezTo>
                    <a:pt x="61784" y="5420"/>
                    <a:pt x="61791" y="5469"/>
                    <a:pt x="61840" y="5532"/>
                  </a:cubicBezTo>
                  <a:cubicBezTo>
                    <a:pt x="61878" y="5574"/>
                    <a:pt x="61885" y="5633"/>
                    <a:pt x="61857" y="5682"/>
                  </a:cubicBezTo>
                  <a:cubicBezTo>
                    <a:pt x="61806" y="5777"/>
                    <a:pt x="61628" y="5819"/>
                    <a:pt x="61449" y="5819"/>
                  </a:cubicBezTo>
                  <a:cubicBezTo>
                    <a:pt x="61396" y="5819"/>
                    <a:pt x="61343" y="5816"/>
                    <a:pt x="61294" y="5808"/>
                  </a:cubicBezTo>
                  <a:cubicBezTo>
                    <a:pt x="61271" y="5805"/>
                    <a:pt x="61247" y="5803"/>
                    <a:pt x="61223" y="5803"/>
                  </a:cubicBezTo>
                  <a:cubicBezTo>
                    <a:pt x="61062" y="5803"/>
                    <a:pt x="60891" y="5880"/>
                    <a:pt x="60846" y="5959"/>
                  </a:cubicBezTo>
                  <a:cubicBezTo>
                    <a:pt x="60828" y="5983"/>
                    <a:pt x="60832" y="6018"/>
                    <a:pt x="60853" y="6043"/>
                  </a:cubicBezTo>
                  <a:cubicBezTo>
                    <a:pt x="60882" y="6078"/>
                    <a:pt x="60908" y="6092"/>
                    <a:pt x="60937" y="6092"/>
                  </a:cubicBezTo>
                  <a:cubicBezTo>
                    <a:pt x="60966" y="6092"/>
                    <a:pt x="61000" y="6078"/>
                    <a:pt x="61045" y="6057"/>
                  </a:cubicBezTo>
                  <a:cubicBezTo>
                    <a:pt x="61088" y="6038"/>
                    <a:pt x="61139" y="6015"/>
                    <a:pt x="61193" y="6015"/>
                  </a:cubicBezTo>
                  <a:cubicBezTo>
                    <a:pt x="61218" y="6015"/>
                    <a:pt x="61244" y="6020"/>
                    <a:pt x="61269" y="6032"/>
                  </a:cubicBezTo>
                  <a:cubicBezTo>
                    <a:pt x="61301" y="6046"/>
                    <a:pt x="61325" y="6078"/>
                    <a:pt x="61329" y="6113"/>
                  </a:cubicBezTo>
                  <a:cubicBezTo>
                    <a:pt x="61332" y="6176"/>
                    <a:pt x="61269" y="6218"/>
                    <a:pt x="61199" y="6267"/>
                  </a:cubicBezTo>
                  <a:cubicBezTo>
                    <a:pt x="61175" y="6284"/>
                    <a:pt x="61147" y="6302"/>
                    <a:pt x="61122" y="6323"/>
                  </a:cubicBezTo>
                  <a:cubicBezTo>
                    <a:pt x="61322" y="6418"/>
                    <a:pt x="61325" y="6596"/>
                    <a:pt x="61325" y="6701"/>
                  </a:cubicBezTo>
                  <a:lnTo>
                    <a:pt x="61325" y="6750"/>
                  </a:lnTo>
                  <a:cubicBezTo>
                    <a:pt x="61325" y="6775"/>
                    <a:pt x="61322" y="6841"/>
                    <a:pt x="61224" y="6883"/>
                  </a:cubicBezTo>
                  <a:cubicBezTo>
                    <a:pt x="61179" y="6901"/>
                    <a:pt x="61120" y="6912"/>
                    <a:pt x="61058" y="6912"/>
                  </a:cubicBezTo>
                  <a:cubicBezTo>
                    <a:pt x="60952" y="6912"/>
                    <a:pt x="60836" y="6880"/>
                    <a:pt x="60765" y="6796"/>
                  </a:cubicBezTo>
                  <a:cubicBezTo>
                    <a:pt x="60737" y="6761"/>
                    <a:pt x="60705" y="6749"/>
                    <a:pt x="60659" y="6749"/>
                  </a:cubicBezTo>
                  <a:cubicBezTo>
                    <a:pt x="60627" y="6749"/>
                    <a:pt x="60587" y="6755"/>
                    <a:pt x="60537" y="6764"/>
                  </a:cubicBezTo>
                  <a:cubicBezTo>
                    <a:pt x="60470" y="6779"/>
                    <a:pt x="60403" y="6786"/>
                    <a:pt x="60334" y="6786"/>
                  </a:cubicBezTo>
                  <a:cubicBezTo>
                    <a:pt x="60320" y="6786"/>
                    <a:pt x="60306" y="6786"/>
                    <a:pt x="60292" y="6785"/>
                  </a:cubicBezTo>
                  <a:lnTo>
                    <a:pt x="60205" y="6785"/>
                  </a:lnTo>
                  <a:cubicBezTo>
                    <a:pt x="60341" y="6817"/>
                    <a:pt x="60425" y="6883"/>
                    <a:pt x="60425" y="6960"/>
                  </a:cubicBezTo>
                  <a:cubicBezTo>
                    <a:pt x="60425" y="7023"/>
                    <a:pt x="60376" y="7104"/>
                    <a:pt x="60152" y="7125"/>
                  </a:cubicBezTo>
                  <a:cubicBezTo>
                    <a:pt x="60134" y="7127"/>
                    <a:pt x="60116" y="7128"/>
                    <a:pt x="60099" y="7128"/>
                  </a:cubicBezTo>
                  <a:cubicBezTo>
                    <a:pt x="59917" y="7128"/>
                    <a:pt x="59854" y="7013"/>
                    <a:pt x="59809" y="6936"/>
                  </a:cubicBezTo>
                  <a:cubicBezTo>
                    <a:pt x="59773" y="6877"/>
                    <a:pt x="59761" y="6863"/>
                    <a:pt x="59741" y="6863"/>
                  </a:cubicBezTo>
                  <a:cubicBezTo>
                    <a:pt x="59735" y="6863"/>
                    <a:pt x="59729" y="6864"/>
                    <a:pt x="59722" y="6866"/>
                  </a:cubicBezTo>
                  <a:cubicBezTo>
                    <a:pt x="59699" y="6870"/>
                    <a:pt x="59674" y="6872"/>
                    <a:pt x="59647" y="6872"/>
                  </a:cubicBezTo>
                  <a:cubicBezTo>
                    <a:pt x="59536" y="6872"/>
                    <a:pt x="59396" y="6835"/>
                    <a:pt x="59249" y="6796"/>
                  </a:cubicBezTo>
                  <a:cubicBezTo>
                    <a:pt x="59115" y="6759"/>
                    <a:pt x="58978" y="6722"/>
                    <a:pt x="58883" y="6722"/>
                  </a:cubicBezTo>
                  <a:cubicBezTo>
                    <a:pt x="58879" y="6722"/>
                    <a:pt x="58875" y="6722"/>
                    <a:pt x="58871" y="6722"/>
                  </a:cubicBezTo>
                  <a:cubicBezTo>
                    <a:pt x="58784" y="6729"/>
                    <a:pt x="58700" y="6757"/>
                    <a:pt x="58622" y="6806"/>
                  </a:cubicBezTo>
                  <a:cubicBezTo>
                    <a:pt x="58507" y="6876"/>
                    <a:pt x="58377" y="6918"/>
                    <a:pt x="58244" y="6932"/>
                  </a:cubicBezTo>
                  <a:cubicBezTo>
                    <a:pt x="58225" y="6934"/>
                    <a:pt x="58206" y="6934"/>
                    <a:pt x="58186" y="6934"/>
                  </a:cubicBezTo>
                  <a:cubicBezTo>
                    <a:pt x="57867" y="6934"/>
                    <a:pt x="57484" y="6754"/>
                    <a:pt x="57362" y="6589"/>
                  </a:cubicBezTo>
                  <a:cubicBezTo>
                    <a:pt x="57327" y="6544"/>
                    <a:pt x="57275" y="6474"/>
                    <a:pt x="57254" y="6470"/>
                  </a:cubicBezTo>
                  <a:cubicBezTo>
                    <a:pt x="57254" y="6470"/>
                    <a:pt x="57229" y="6474"/>
                    <a:pt x="57159" y="6565"/>
                  </a:cubicBezTo>
                  <a:cubicBezTo>
                    <a:pt x="57100" y="6652"/>
                    <a:pt x="57058" y="6747"/>
                    <a:pt x="57033" y="6848"/>
                  </a:cubicBezTo>
                  <a:cubicBezTo>
                    <a:pt x="56984" y="6995"/>
                    <a:pt x="56939" y="7135"/>
                    <a:pt x="56816" y="7156"/>
                  </a:cubicBezTo>
                  <a:cubicBezTo>
                    <a:pt x="56771" y="7163"/>
                    <a:pt x="56722" y="7251"/>
                    <a:pt x="56680" y="7331"/>
                  </a:cubicBezTo>
                  <a:cubicBezTo>
                    <a:pt x="56631" y="7426"/>
                    <a:pt x="56574" y="7524"/>
                    <a:pt x="56490" y="7569"/>
                  </a:cubicBezTo>
                  <a:cubicBezTo>
                    <a:pt x="56455" y="7590"/>
                    <a:pt x="56424" y="7598"/>
                    <a:pt x="56396" y="7598"/>
                  </a:cubicBezTo>
                  <a:cubicBezTo>
                    <a:pt x="56334" y="7598"/>
                    <a:pt x="56290" y="7557"/>
                    <a:pt x="56256" y="7531"/>
                  </a:cubicBezTo>
                  <a:cubicBezTo>
                    <a:pt x="56227" y="7492"/>
                    <a:pt x="56183" y="7474"/>
                    <a:pt x="56139" y="7474"/>
                  </a:cubicBezTo>
                  <a:cubicBezTo>
                    <a:pt x="56134" y="7474"/>
                    <a:pt x="56130" y="7474"/>
                    <a:pt x="56126" y="7475"/>
                  </a:cubicBezTo>
                  <a:lnTo>
                    <a:pt x="56112" y="7475"/>
                  </a:lnTo>
                  <a:cubicBezTo>
                    <a:pt x="55874" y="7475"/>
                    <a:pt x="55272" y="6866"/>
                    <a:pt x="55237" y="6687"/>
                  </a:cubicBezTo>
                  <a:cubicBezTo>
                    <a:pt x="55213" y="6547"/>
                    <a:pt x="54873" y="6242"/>
                    <a:pt x="54765" y="6169"/>
                  </a:cubicBezTo>
                  <a:cubicBezTo>
                    <a:pt x="54730" y="6151"/>
                    <a:pt x="54709" y="6113"/>
                    <a:pt x="54712" y="6074"/>
                  </a:cubicBezTo>
                  <a:cubicBezTo>
                    <a:pt x="54716" y="6039"/>
                    <a:pt x="54740" y="6011"/>
                    <a:pt x="54772" y="6001"/>
                  </a:cubicBezTo>
                  <a:cubicBezTo>
                    <a:pt x="54791" y="5993"/>
                    <a:pt x="54815" y="5989"/>
                    <a:pt x="54841" y="5989"/>
                  </a:cubicBezTo>
                  <a:cubicBezTo>
                    <a:pt x="54910" y="5989"/>
                    <a:pt x="54996" y="6016"/>
                    <a:pt x="55062" y="6074"/>
                  </a:cubicBezTo>
                  <a:cubicBezTo>
                    <a:pt x="55115" y="6119"/>
                    <a:pt x="55181" y="6143"/>
                    <a:pt x="55248" y="6143"/>
                  </a:cubicBezTo>
                  <a:cubicBezTo>
                    <a:pt x="55296" y="6143"/>
                    <a:pt x="55344" y="6131"/>
                    <a:pt x="55388" y="6106"/>
                  </a:cubicBezTo>
                  <a:cubicBezTo>
                    <a:pt x="55416" y="6088"/>
                    <a:pt x="55437" y="6025"/>
                    <a:pt x="55423" y="5959"/>
                  </a:cubicBezTo>
                  <a:cubicBezTo>
                    <a:pt x="55416" y="5903"/>
                    <a:pt x="55367" y="5861"/>
                    <a:pt x="55311" y="5857"/>
                  </a:cubicBezTo>
                  <a:cubicBezTo>
                    <a:pt x="55150" y="5850"/>
                    <a:pt x="55122" y="5763"/>
                    <a:pt x="55115" y="5724"/>
                  </a:cubicBezTo>
                  <a:cubicBezTo>
                    <a:pt x="55111" y="5640"/>
                    <a:pt x="55157" y="5563"/>
                    <a:pt x="55234" y="5525"/>
                  </a:cubicBezTo>
                  <a:cubicBezTo>
                    <a:pt x="55220" y="5497"/>
                    <a:pt x="55192" y="5458"/>
                    <a:pt x="55174" y="5430"/>
                  </a:cubicBezTo>
                  <a:cubicBezTo>
                    <a:pt x="55115" y="5339"/>
                    <a:pt x="55062" y="5259"/>
                    <a:pt x="55087" y="5189"/>
                  </a:cubicBezTo>
                  <a:cubicBezTo>
                    <a:pt x="55101" y="5161"/>
                    <a:pt x="55129" y="5136"/>
                    <a:pt x="55160" y="5129"/>
                  </a:cubicBezTo>
                  <a:cubicBezTo>
                    <a:pt x="55167" y="5129"/>
                    <a:pt x="55174" y="5126"/>
                    <a:pt x="55181" y="5122"/>
                  </a:cubicBezTo>
                  <a:cubicBezTo>
                    <a:pt x="55174" y="5108"/>
                    <a:pt x="55139" y="5073"/>
                    <a:pt x="55062" y="5063"/>
                  </a:cubicBezTo>
                  <a:cubicBezTo>
                    <a:pt x="54873" y="5038"/>
                    <a:pt x="54670" y="4895"/>
                    <a:pt x="54639" y="4769"/>
                  </a:cubicBezTo>
                  <a:cubicBezTo>
                    <a:pt x="54585" y="4745"/>
                    <a:pt x="54432" y="4731"/>
                    <a:pt x="54291" y="4731"/>
                  </a:cubicBezTo>
                  <a:cubicBezTo>
                    <a:pt x="54182" y="4731"/>
                    <a:pt x="54080" y="4740"/>
                    <a:pt x="54040" y="4758"/>
                  </a:cubicBezTo>
                  <a:cubicBezTo>
                    <a:pt x="54043" y="4800"/>
                    <a:pt x="54022" y="4846"/>
                    <a:pt x="53987" y="4870"/>
                  </a:cubicBezTo>
                  <a:cubicBezTo>
                    <a:pt x="53955" y="4886"/>
                    <a:pt x="53920" y="4895"/>
                    <a:pt x="53885" y="4895"/>
                  </a:cubicBezTo>
                  <a:cubicBezTo>
                    <a:pt x="53837" y="4895"/>
                    <a:pt x="53790" y="4879"/>
                    <a:pt x="53749" y="4849"/>
                  </a:cubicBezTo>
                  <a:cubicBezTo>
                    <a:pt x="53714" y="4821"/>
                    <a:pt x="53697" y="4776"/>
                    <a:pt x="53704" y="4730"/>
                  </a:cubicBezTo>
                  <a:cubicBezTo>
                    <a:pt x="53644" y="4716"/>
                    <a:pt x="53585" y="4706"/>
                    <a:pt x="53525" y="4699"/>
                  </a:cubicBezTo>
                  <a:cubicBezTo>
                    <a:pt x="53392" y="4685"/>
                    <a:pt x="53259" y="4660"/>
                    <a:pt x="53130" y="4625"/>
                  </a:cubicBezTo>
                  <a:cubicBezTo>
                    <a:pt x="52965" y="4583"/>
                    <a:pt x="52818" y="4482"/>
                    <a:pt x="52727" y="4338"/>
                  </a:cubicBezTo>
                  <a:cubicBezTo>
                    <a:pt x="52710" y="4310"/>
                    <a:pt x="52685" y="4285"/>
                    <a:pt x="52661" y="4264"/>
                  </a:cubicBezTo>
                  <a:cubicBezTo>
                    <a:pt x="52647" y="4292"/>
                    <a:pt x="52636" y="4320"/>
                    <a:pt x="52626" y="4349"/>
                  </a:cubicBezTo>
                  <a:cubicBezTo>
                    <a:pt x="52605" y="4419"/>
                    <a:pt x="52577" y="4499"/>
                    <a:pt x="52507" y="4531"/>
                  </a:cubicBezTo>
                  <a:cubicBezTo>
                    <a:pt x="52488" y="4538"/>
                    <a:pt x="52469" y="4542"/>
                    <a:pt x="52450" y="4542"/>
                  </a:cubicBezTo>
                  <a:cubicBezTo>
                    <a:pt x="52424" y="4542"/>
                    <a:pt x="52399" y="4535"/>
                    <a:pt x="52377" y="4524"/>
                  </a:cubicBezTo>
                  <a:cubicBezTo>
                    <a:pt x="52356" y="4513"/>
                    <a:pt x="52333" y="4508"/>
                    <a:pt x="52310" y="4508"/>
                  </a:cubicBezTo>
                  <a:cubicBezTo>
                    <a:pt x="52272" y="4508"/>
                    <a:pt x="52234" y="4522"/>
                    <a:pt x="52205" y="4548"/>
                  </a:cubicBezTo>
                  <a:cubicBezTo>
                    <a:pt x="52163" y="4597"/>
                    <a:pt x="52156" y="4667"/>
                    <a:pt x="52188" y="4720"/>
                  </a:cubicBezTo>
                  <a:cubicBezTo>
                    <a:pt x="52265" y="4884"/>
                    <a:pt x="52240" y="4965"/>
                    <a:pt x="52212" y="5049"/>
                  </a:cubicBezTo>
                  <a:cubicBezTo>
                    <a:pt x="52202" y="5087"/>
                    <a:pt x="52191" y="5126"/>
                    <a:pt x="52188" y="5168"/>
                  </a:cubicBezTo>
                  <a:cubicBezTo>
                    <a:pt x="52188" y="5224"/>
                    <a:pt x="52160" y="5276"/>
                    <a:pt x="52118" y="5311"/>
                  </a:cubicBezTo>
                  <a:cubicBezTo>
                    <a:pt x="52096" y="5324"/>
                    <a:pt x="52073" y="5330"/>
                    <a:pt x="52048" y="5330"/>
                  </a:cubicBezTo>
                  <a:cubicBezTo>
                    <a:pt x="51999" y="5330"/>
                    <a:pt x="51943" y="5308"/>
                    <a:pt x="51873" y="5280"/>
                  </a:cubicBezTo>
                  <a:cubicBezTo>
                    <a:pt x="51841" y="5269"/>
                    <a:pt x="51810" y="5259"/>
                    <a:pt x="51775" y="5245"/>
                  </a:cubicBezTo>
                  <a:cubicBezTo>
                    <a:pt x="51757" y="5238"/>
                    <a:pt x="51741" y="5235"/>
                    <a:pt x="51726" y="5235"/>
                  </a:cubicBezTo>
                  <a:cubicBezTo>
                    <a:pt x="51693" y="5235"/>
                    <a:pt x="51666" y="5250"/>
                    <a:pt x="51624" y="5269"/>
                  </a:cubicBezTo>
                  <a:cubicBezTo>
                    <a:pt x="51562" y="5303"/>
                    <a:pt x="51482" y="5345"/>
                    <a:pt x="51345" y="5345"/>
                  </a:cubicBezTo>
                  <a:cubicBezTo>
                    <a:pt x="51283" y="5345"/>
                    <a:pt x="51209" y="5337"/>
                    <a:pt x="51120" y="5315"/>
                  </a:cubicBezTo>
                  <a:cubicBezTo>
                    <a:pt x="50966" y="5276"/>
                    <a:pt x="50812" y="5259"/>
                    <a:pt x="50655" y="5259"/>
                  </a:cubicBezTo>
                  <a:cubicBezTo>
                    <a:pt x="50515" y="5259"/>
                    <a:pt x="50403" y="5255"/>
                    <a:pt x="50343" y="5147"/>
                  </a:cubicBezTo>
                  <a:cubicBezTo>
                    <a:pt x="50307" y="5082"/>
                    <a:pt x="50262" y="5059"/>
                    <a:pt x="50245" y="5059"/>
                  </a:cubicBezTo>
                  <a:cubicBezTo>
                    <a:pt x="50244" y="5059"/>
                    <a:pt x="50242" y="5059"/>
                    <a:pt x="50241" y="5059"/>
                  </a:cubicBezTo>
                  <a:cubicBezTo>
                    <a:pt x="50234" y="5059"/>
                    <a:pt x="50231" y="5073"/>
                    <a:pt x="50231" y="5080"/>
                  </a:cubicBezTo>
                  <a:cubicBezTo>
                    <a:pt x="50217" y="5185"/>
                    <a:pt x="50066" y="5199"/>
                    <a:pt x="50017" y="5203"/>
                  </a:cubicBezTo>
                  <a:cubicBezTo>
                    <a:pt x="49996" y="5204"/>
                    <a:pt x="49972" y="5205"/>
                    <a:pt x="49944" y="5205"/>
                  </a:cubicBezTo>
                  <a:cubicBezTo>
                    <a:pt x="49740" y="5205"/>
                    <a:pt x="49387" y="5156"/>
                    <a:pt x="49335" y="4989"/>
                  </a:cubicBezTo>
                  <a:cubicBezTo>
                    <a:pt x="49279" y="4807"/>
                    <a:pt x="49401" y="4730"/>
                    <a:pt x="49499" y="4688"/>
                  </a:cubicBezTo>
                  <a:cubicBezTo>
                    <a:pt x="49425" y="4677"/>
                    <a:pt x="49349" y="4672"/>
                    <a:pt x="49273" y="4672"/>
                  </a:cubicBezTo>
                  <a:cubicBezTo>
                    <a:pt x="49227" y="4672"/>
                    <a:pt x="49181" y="4674"/>
                    <a:pt x="49135" y="4678"/>
                  </a:cubicBezTo>
                  <a:cubicBezTo>
                    <a:pt x="49112" y="4679"/>
                    <a:pt x="49089" y="4680"/>
                    <a:pt x="49067" y="4680"/>
                  </a:cubicBezTo>
                  <a:cubicBezTo>
                    <a:pt x="48901" y="4680"/>
                    <a:pt x="48760" y="4637"/>
                    <a:pt x="48624" y="4597"/>
                  </a:cubicBezTo>
                  <a:cubicBezTo>
                    <a:pt x="48495" y="4559"/>
                    <a:pt x="48364" y="4519"/>
                    <a:pt x="48216" y="4519"/>
                  </a:cubicBezTo>
                  <a:cubicBezTo>
                    <a:pt x="48187" y="4519"/>
                    <a:pt x="48157" y="4520"/>
                    <a:pt x="48127" y="4524"/>
                  </a:cubicBezTo>
                  <a:lnTo>
                    <a:pt x="47938" y="4541"/>
                  </a:lnTo>
                  <a:cubicBezTo>
                    <a:pt x="47563" y="4580"/>
                    <a:pt x="46870" y="4650"/>
                    <a:pt x="46772" y="4695"/>
                  </a:cubicBezTo>
                  <a:cubicBezTo>
                    <a:pt x="46776" y="4716"/>
                    <a:pt x="46783" y="4741"/>
                    <a:pt x="46790" y="4762"/>
                  </a:cubicBezTo>
                  <a:cubicBezTo>
                    <a:pt x="46807" y="4814"/>
                    <a:pt x="46828" y="4881"/>
                    <a:pt x="46793" y="4937"/>
                  </a:cubicBezTo>
                  <a:cubicBezTo>
                    <a:pt x="46761" y="4975"/>
                    <a:pt x="46713" y="4994"/>
                    <a:pt x="46666" y="4994"/>
                  </a:cubicBezTo>
                  <a:cubicBezTo>
                    <a:pt x="46626" y="4994"/>
                    <a:pt x="46587" y="4981"/>
                    <a:pt x="46555" y="4954"/>
                  </a:cubicBezTo>
                  <a:cubicBezTo>
                    <a:pt x="46489" y="4884"/>
                    <a:pt x="46499" y="4755"/>
                    <a:pt x="46513" y="4615"/>
                  </a:cubicBezTo>
                  <a:cubicBezTo>
                    <a:pt x="46524" y="4545"/>
                    <a:pt x="46524" y="4475"/>
                    <a:pt x="46517" y="4408"/>
                  </a:cubicBezTo>
                  <a:cubicBezTo>
                    <a:pt x="46510" y="4366"/>
                    <a:pt x="46478" y="4334"/>
                    <a:pt x="46440" y="4320"/>
                  </a:cubicBezTo>
                  <a:cubicBezTo>
                    <a:pt x="46424" y="4313"/>
                    <a:pt x="46406" y="4309"/>
                    <a:pt x="46388" y="4309"/>
                  </a:cubicBezTo>
                  <a:cubicBezTo>
                    <a:pt x="46382" y="4309"/>
                    <a:pt x="46376" y="4309"/>
                    <a:pt x="46370" y="4310"/>
                  </a:cubicBezTo>
                  <a:cubicBezTo>
                    <a:pt x="46387" y="4373"/>
                    <a:pt x="46359" y="4436"/>
                    <a:pt x="46303" y="4464"/>
                  </a:cubicBezTo>
                  <a:cubicBezTo>
                    <a:pt x="46233" y="4509"/>
                    <a:pt x="46106" y="4535"/>
                    <a:pt x="45984" y="4535"/>
                  </a:cubicBezTo>
                  <a:cubicBezTo>
                    <a:pt x="45868" y="4535"/>
                    <a:pt x="45755" y="4512"/>
                    <a:pt x="45697" y="4461"/>
                  </a:cubicBezTo>
                  <a:cubicBezTo>
                    <a:pt x="45526" y="4310"/>
                    <a:pt x="45316" y="4205"/>
                    <a:pt x="45095" y="4152"/>
                  </a:cubicBezTo>
                  <a:cubicBezTo>
                    <a:pt x="45066" y="4145"/>
                    <a:pt x="45037" y="4141"/>
                    <a:pt x="45007" y="4141"/>
                  </a:cubicBezTo>
                  <a:cubicBezTo>
                    <a:pt x="44875" y="4141"/>
                    <a:pt x="44740" y="4210"/>
                    <a:pt x="44654" y="4278"/>
                  </a:cubicBezTo>
                  <a:cubicBezTo>
                    <a:pt x="44609" y="4310"/>
                    <a:pt x="44574" y="4352"/>
                    <a:pt x="44549" y="4405"/>
                  </a:cubicBezTo>
                  <a:cubicBezTo>
                    <a:pt x="44584" y="4433"/>
                    <a:pt x="44658" y="4433"/>
                    <a:pt x="44714" y="4436"/>
                  </a:cubicBezTo>
                  <a:cubicBezTo>
                    <a:pt x="44791" y="4436"/>
                    <a:pt x="44882" y="4440"/>
                    <a:pt x="44892" y="4524"/>
                  </a:cubicBezTo>
                  <a:cubicBezTo>
                    <a:pt x="44896" y="4548"/>
                    <a:pt x="44889" y="4576"/>
                    <a:pt x="44871" y="4597"/>
                  </a:cubicBezTo>
                  <a:cubicBezTo>
                    <a:pt x="44819" y="4664"/>
                    <a:pt x="44689" y="4681"/>
                    <a:pt x="44483" y="4702"/>
                  </a:cubicBezTo>
                  <a:cubicBezTo>
                    <a:pt x="44395" y="4709"/>
                    <a:pt x="44308" y="4723"/>
                    <a:pt x="44220" y="4748"/>
                  </a:cubicBezTo>
                  <a:cubicBezTo>
                    <a:pt x="44210" y="4807"/>
                    <a:pt x="44139" y="4874"/>
                    <a:pt x="43831" y="4968"/>
                  </a:cubicBezTo>
                  <a:cubicBezTo>
                    <a:pt x="43667" y="5017"/>
                    <a:pt x="43502" y="5056"/>
                    <a:pt x="43331" y="5084"/>
                  </a:cubicBezTo>
                  <a:lnTo>
                    <a:pt x="43208" y="5098"/>
                  </a:lnTo>
                  <a:cubicBezTo>
                    <a:pt x="42785" y="5150"/>
                    <a:pt x="42683" y="5161"/>
                    <a:pt x="42470" y="5343"/>
                  </a:cubicBezTo>
                  <a:cubicBezTo>
                    <a:pt x="42437" y="5368"/>
                    <a:pt x="42377" y="5419"/>
                    <a:pt x="42322" y="5419"/>
                  </a:cubicBezTo>
                  <a:cubicBezTo>
                    <a:pt x="42301" y="5419"/>
                    <a:pt x="42281" y="5411"/>
                    <a:pt x="42263" y="5392"/>
                  </a:cubicBezTo>
                  <a:cubicBezTo>
                    <a:pt x="42162" y="5276"/>
                    <a:pt x="42470" y="4912"/>
                    <a:pt x="42519" y="4867"/>
                  </a:cubicBezTo>
                  <a:cubicBezTo>
                    <a:pt x="42606" y="4779"/>
                    <a:pt x="42718" y="4723"/>
                    <a:pt x="42841" y="4699"/>
                  </a:cubicBezTo>
                  <a:cubicBezTo>
                    <a:pt x="42921" y="4678"/>
                    <a:pt x="42981" y="4664"/>
                    <a:pt x="43019" y="4608"/>
                  </a:cubicBezTo>
                  <a:cubicBezTo>
                    <a:pt x="43124" y="4464"/>
                    <a:pt x="43275" y="4447"/>
                    <a:pt x="43481" y="4419"/>
                  </a:cubicBezTo>
                  <a:cubicBezTo>
                    <a:pt x="43537" y="4412"/>
                    <a:pt x="43597" y="4405"/>
                    <a:pt x="43660" y="4394"/>
                  </a:cubicBezTo>
                  <a:cubicBezTo>
                    <a:pt x="43772" y="4387"/>
                    <a:pt x="43873" y="4327"/>
                    <a:pt x="43936" y="4233"/>
                  </a:cubicBezTo>
                  <a:cubicBezTo>
                    <a:pt x="43971" y="4180"/>
                    <a:pt x="44024" y="4138"/>
                    <a:pt x="44080" y="4110"/>
                  </a:cubicBezTo>
                  <a:lnTo>
                    <a:pt x="44139" y="4082"/>
                  </a:lnTo>
                  <a:cubicBezTo>
                    <a:pt x="44276" y="4023"/>
                    <a:pt x="44567" y="3900"/>
                    <a:pt x="44612" y="3795"/>
                  </a:cubicBezTo>
                  <a:cubicBezTo>
                    <a:pt x="44695" y="3612"/>
                    <a:pt x="45434" y="3375"/>
                    <a:pt x="45606" y="3375"/>
                  </a:cubicBezTo>
                  <a:cubicBezTo>
                    <a:pt x="45609" y="3375"/>
                    <a:pt x="45611" y="3375"/>
                    <a:pt x="45613" y="3375"/>
                  </a:cubicBezTo>
                  <a:cubicBezTo>
                    <a:pt x="45614" y="3375"/>
                    <a:pt x="45615" y="3375"/>
                    <a:pt x="45616" y="3375"/>
                  </a:cubicBezTo>
                  <a:cubicBezTo>
                    <a:pt x="45657" y="3375"/>
                    <a:pt x="45694" y="3294"/>
                    <a:pt x="45722" y="3235"/>
                  </a:cubicBezTo>
                  <a:cubicBezTo>
                    <a:pt x="45760" y="3158"/>
                    <a:pt x="45795" y="3085"/>
                    <a:pt x="45869" y="3085"/>
                  </a:cubicBezTo>
                  <a:cubicBezTo>
                    <a:pt x="45907" y="3085"/>
                    <a:pt x="46096" y="3015"/>
                    <a:pt x="46506" y="2833"/>
                  </a:cubicBezTo>
                  <a:cubicBezTo>
                    <a:pt x="46618" y="2780"/>
                    <a:pt x="46699" y="2679"/>
                    <a:pt x="46720" y="2556"/>
                  </a:cubicBezTo>
                  <a:cubicBezTo>
                    <a:pt x="46695" y="2542"/>
                    <a:pt x="46671" y="2532"/>
                    <a:pt x="46643" y="2521"/>
                  </a:cubicBezTo>
                  <a:cubicBezTo>
                    <a:pt x="46580" y="2500"/>
                    <a:pt x="46496" y="2469"/>
                    <a:pt x="46478" y="2392"/>
                  </a:cubicBezTo>
                  <a:cubicBezTo>
                    <a:pt x="46468" y="2360"/>
                    <a:pt x="46471" y="2325"/>
                    <a:pt x="46492" y="2294"/>
                  </a:cubicBezTo>
                  <a:cubicBezTo>
                    <a:pt x="46520" y="2255"/>
                    <a:pt x="46573" y="2251"/>
                    <a:pt x="46625" y="2248"/>
                  </a:cubicBezTo>
                  <a:cubicBezTo>
                    <a:pt x="46681" y="2244"/>
                    <a:pt x="46737" y="2234"/>
                    <a:pt x="46793" y="2216"/>
                  </a:cubicBezTo>
                  <a:cubicBezTo>
                    <a:pt x="46821" y="2206"/>
                    <a:pt x="46825" y="2192"/>
                    <a:pt x="46818" y="2171"/>
                  </a:cubicBezTo>
                  <a:cubicBezTo>
                    <a:pt x="46805" y="2130"/>
                    <a:pt x="46753" y="2089"/>
                    <a:pt x="46712" y="2089"/>
                  </a:cubicBezTo>
                  <a:cubicBezTo>
                    <a:pt x="46707" y="2089"/>
                    <a:pt x="46703" y="2089"/>
                    <a:pt x="46699" y="2090"/>
                  </a:cubicBezTo>
                  <a:cubicBezTo>
                    <a:pt x="46684" y="2097"/>
                    <a:pt x="46669" y="2100"/>
                    <a:pt x="46653" y="2100"/>
                  </a:cubicBezTo>
                  <a:cubicBezTo>
                    <a:pt x="46628" y="2100"/>
                    <a:pt x="46603" y="2092"/>
                    <a:pt x="46583" y="2076"/>
                  </a:cubicBezTo>
                  <a:cubicBezTo>
                    <a:pt x="46548" y="2038"/>
                    <a:pt x="46566" y="1992"/>
                    <a:pt x="46580" y="1957"/>
                  </a:cubicBezTo>
                  <a:cubicBezTo>
                    <a:pt x="46604" y="1898"/>
                    <a:pt x="46618" y="1852"/>
                    <a:pt x="46580" y="1803"/>
                  </a:cubicBezTo>
                  <a:cubicBezTo>
                    <a:pt x="46564" y="1783"/>
                    <a:pt x="46544" y="1775"/>
                    <a:pt x="46521" y="1775"/>
                  </a:cubicBezTo>
                  <a:cubicBezTo>
                    <a:pt x="46492" y="1775"/>
                    <a:pt x="46457" y="1786"/>
                    <a:pt x="46415" y="1800"/>
                  </a:cubicBezTo>
                  <a:cubicBezTo>
                    <a:pt x="46381" y="1808"/>
                    <a:pt x="46348" y="1817"/>
                    <a:pt x="46316" y="1817"/>
                  </a:cubicBezTo>
                  <a:cubicBezTo>
                    <a:pt x="46291" y="1817"/>
                    <a:pt x="46268" y="1812"/>
                    <a:pt x="46247" y="1796"/>
                  </a:cubicBezTo>
                  <a:cubicBezTo>
                    <a:pt x="46219" y="1772"/>
                    <a:pt x="46205" y="1733"/>
                    <a:pt x="46208" y="1695"/>
                  </a:cubicBezTo>
                  <a:cubicBezTo>
                    <a:pt x="46219" y="1555"/>
                    <a:pt x="46198" y="1380"/>
                    <a:pt x="46117" y="1299"/>
                  </a:cubicBezTo>
                  <a:cubicBezTo>
                    <a:pt x="46116" y="1298"/>
                    <a:pt x="46114" y="1298"/>
                    <a:pt x="46111" y="1298"/>
                  </a:cubicBezTo>
                  <a:cubicBezTo>
                    <a:pt x="46094" y="1298"/>
                    <a:pt x="46053" y="1315"/>
                    <a:pt x="46023" y="1327"/>
                  </a:cubicBezTo>
                  <a:cubicBezTo>
                    <a:pt x="45970" y="1354"/>
                    <a:pt x="45900" y="1385"/>
                    <a:pt x="45822" y="1385"/>
                  </a:cubicBezTo>
                  <a:cubicBezTo>
                    <a:pt x="45766" y="1385"/>
                    <a:pt x="45706" y="1369"/>
                    <a:pt x="45645" y="1324"/>
                  </a:cubicBezTo>
                  <a:cubicBezTo>
                    <a:pt x="45496" y="1208"/>
                    <a:pt x="45105" y="1127"/>
                    <a:pt x="44967" y="1127"/>
                  </a:cubicBezTo>
                  <a:cubicBezTo>
                    <a:pt x="44958" y="1127"/>
                    <a:pt x="44951" y="1127"/>
                    <a:pt x="44945" y="1128"/>
                  </a:cubicBezTo>
                  <a:cubicBezTo>
                    <a:pt x="44941" y="1138"/>
                    <a:pt x="44934" y="1142"/>
                    <a:pt x="44927" y="1149"/>
                  </a:cubicBezTo>
                  <a:cubicBezTo>
                    <a:pt x="44910" y="1161"/>
                    <a:pt x="44891" y="1166"/>
                    <a:pt x="44870" y="1166"/>
                  </a:cubicBezTo>
                  <a:cubicBezTo>
                    <a:pt x="44835" y="1166"/>
                    <a:pt x="44793" y="1152"/>
                    <a:pt x="44738" y="1135"/>
                  </a:cubicBezTo>
                  <a:cubicBezTo>
                    <a:pt x="44693" y="1117"/>
                    <a:pt x="44647" y="1107"/>
                    <a:pt x="44598" y="1103"/>
                  </a:cubicBezTo>
                  <a:cubicBezTo>
                    <a:pt x="44544" y="1150"/>
                    <a:pt x="44399" y="1166"/>
                    <a:pt x="44251" y="1166"/>
                  </a:cubicBezTo>
                  <a:cubicBezTo>
                    <a:pt x="44090" y="1166"/>
                    <a:pt x="43925" y="1148"/>
                    <a:pt x="43866" y="1131"/>
                  </a:cubicBezTo>
                  <a:cubicBezTo>
                    <a:pt x="43848" y="1128"/>
                    <a:pt x="43829" y="1126"/>
                    <a:pt x="43811" y="1126"/>
                  </a:cubicBezTo>
                  <a:cubicBezTo>
                    <a:pt x="43756" y="1126"/>
                    <a:pt x="43701" y="1142"/>
                    <a:pt x="43656" y="1173"/>
                  </a:cubicBezTo>
                  <a:cubicBezTo>
                    <a:pt x="43621" y="1198"/>
                    <a:pt x="43600" y="1233"/>
                    <a:pt x="43593" y="1275"/>
                  </a:cubicBezTo>
                  <a:cubicBezTo>
                    <a:pt x="43590" y="1313"/>
                    <a:pt x="43572" y="1348"/>
                    <a:pt x="43541" y="1369"/>
                  </a:cubicBezTo>
                  <a:cubicBezTo>
                    <a:pt x="43475" y="1419"/>
                    <a:pt x="43344" y="1433"/>
                    <a:pt x="43212" y="1433"/>
                  </a:cubicBezTo>
                  <a:cubicBezTo>
                    <a:pt x="43034" y="1433"/>
                    <a:pt x="42855" y="1407"/>
                    <a:pt x="42827" y="1401"/>
                  </a:cubicBezTo>
                  <a:cubicBezTo>
                    <a:pt x="42795" y="1394"/>
                    <a:pt x="42771" y="1373"/>
                    <a:pt x="42764" y="1341"/>
                  </a:cubicBezTo>
                  <a:cubicBezTo>
                    <a:pt x="42743" y="1275"/>
                    <a:pt x="42806" y="1198"/>
                    <a:pt x="43002" y="1002"/>
                  </a:cubicBezTo>
                  <a:cubicBezTo>
                    <a:pt x="43044" y="960"/>
                    <a:pt x="43096" y="904"/>
                    <a:pt x="43131" y="862"/>
                  </a:cubicBezTo>
                  <a:cubicBezTo>
                    <a:pt x="43106" y="860"/>
                    <a:pt x="43074" y="860"/>
                    <a:pt x="43040" y="860"/>
                  </a:cubicBezTo>
                  <a:cubicBezTo>
                    <a:pt x="42971" y="860"/>
                    <a:pt x="42891" y="862"/>
                    <a:pt x="42823" y="862"/>
                  </a:cubicBezTo>
                  <a:cubicBezTo>
                    <a:pt x="42748" y="863"/>
                    <a:pt x="42684" y="864"/>
                    <a:pt x="42628" y="864"/>
                  </a:cubicBezTo>
                  <a:cubicBezTo>
                    <a:pt x="42391" y="864"/>
                    <a:pt x="42312" y="849"/>
                    <a:pt x="42281" y="795"/>
                  </a:cubicBezTo>
                  <a:cubicBezTo>
                    <a:pt x="42247" y="761"/>
                    <a:pt x="41994" y="730"/>
                    <a:pt x="41779" y="730"/>
                  </a:cubicBezTo>
                  <a:cubicBezTo>
                    <a:pt x="41749" y="730"/>
                    <a:pt x="41720" y="731"/>
                    <a:pt x="41692" y="732"/>
                  </a:cubicBezTo>
                  <a:cubicBezTo>
                    <a:pt x="41688" y="732"/>
                    <a:pt x="41682" y="732"/>
                    <a:pt x="41677" y="732"/>
                  </a:cubicBezTo>
                  <a:cubicBezTo>
                    <a:pt x="41622" y="732"/>
                    <a:pt x="41552" y="729"/>
                    <a:pt x="41545" y="662"/>
                  </a:cubicBezTo>
                  <a:cubicBezTo>
                    <a:pt x="41545" y="634"/>
                    <a:pt x="41538" y="564"/>
                    <a:pt x="41846" y="536"/>
                  </a:cubicBezTo>
                  <a:cubicBezTo>
                    <a:pt x="41927" y="519"/>
                    <a:pt x="42007" y="491"/>
                    <a:pt x="42078" y="449"/>
                  </a:cubicBezTo>
                  <a:cubicBezTo>
                    <a:pt x="42165" y="400"/>
                    <a:pt x="42256" y="365"/>
                    <a:pt x="42351" y="340"/>
                  </a:cubicBezTo>
                  <a:cubicBezTo>
                    <a:pt x="42379" y="340"/>
                    <a:pt x="42403" y="333"/>
                    <a:pt x="42428" y="319"/>
                  </a:cubicBezTo>
                  <a:cubicBezTo>
                    <a:pt x="42414" y="291"/>
                    <a:pt x="42396" y="260"/>
                    <a:pt x="42375" y="232"/>
                  </a:cubicBezTo>
                  <a:cubicBezTo>
                    <a:pt x="42344" y="193"/>
                    <a:pt x="42281" y="186"/>
                    <a:pt x="42176" y="179"/>
                  </a:cubicBezTo>
                  <a:cubicBezTo>
                    <a:pt x="42099" y="175"/>
                    <a:pt x="42021" y="165"/>
                    <a:pt x="41948" y="144"/>
                  </a:cubicBezTo>
                  <a:lnTo>
                    <a:pt x="41839" y="112"/>
                  </a:lnTo>
                  <a:cubicBezTo>
                    <a:pt x="41685" y="63"/>
                    <a:pt x="41514" y="7"/>
                    <a:pt x="41388" y="0"/>
                  </a:cubicBezTo>
                  <a:cubicBezTo>
                    <a:pt x="41383" y="0"/>
                    <a:pt x="41378" y="0"/>
                    <a:pt x="41372" y="0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10" name="Google Shape;7168;p80">
              <a:extLst>
                <a:ext uri="{FF2B5EF4-FFF2-40B4-BE49-F238E27FC236}">
                  <a16:creationId xmlns:a16="http://schemas.microsoft.com/office/drawing/2014/main" id="{AF2891F9-20BA-9EBB-12F3-E3B3623EBACA}"/>
                </a:ext>
              </a:extLst>
            </p:cNvPr>
            <p:cNvSpPr/>
            <p:nvPr/>
          </p:nvSpPr>
          <p:spPr>
            <a:xfrm>
              <a:off x="2192984" y="1581360"/>
              <a:ext cx="21262" cy="7753"/>
            </a:xfrm>
            <a:custGeom>
              <a:avLst/>
              <a:gdLst/>
              <a:ahLst/>
              <a:cxnLst/>
              <a:rect l="l" t="t" r="r" b="b"/>
              <a:pathLst>
                <a:path w="1566" h="571" extrusionOk="0">
                  <a:moveTo>
                    <a:pt x="813" y="0"/>
                  </a:moveTo>
                  <a:cubicBezTo>
                    <a:pt x="876" y="116"/>
                    <a:pt x="753" y="186"/>
                    <a:pt x="694" y="217"/>
                  </a:cubicBezTo>
                  <a:cubicBezTo>
                    <a:pt x="669" y="231"/>
                    <a:pt x="624" y="259"/>
                    <a:pt x="620" y="273"/>
                  </a:cubicBezTo>
                  <a:cubicBezTo>
                    <a:pt x="620" y="277"/>
                    <a:pt x="624" y="284"/>
                    <a:pt x="627" y="287"/>
                  </a:cubicBezTo>
                  <a:cubicBezTo>
                    <a:pt x="669" y="333"/>
                    <a:pt x="676" y="396"/>
                    <a:pt x="641" y="448"/>
                  </a:cubicBezTo>
                  <a:cubicBezTo>
                    <a:pt x="609" y="492"/>
                    <a:pt x="547" y="510"/>
                    <a:pt x="485" y="510"/>
                  </a:cubicBezTo>
                  <a:cubicBezTo>
                    <a:pt x="453" y="510"/>
                    <a:pt x="421" y="505"/>
                    <a:pt x="392" y="497"/>
                  </a:cubicBezTo>
                  <a:cubicBezTo>
                    <a:pt x="312" y="480"/>
                    <a:pt x="252" y="410"/>
                    <a:pt x="252" y="326"/>
                  </a:cubicBezTo>
                  <a:cubicBezTo>
                    <a:pt x="252" y="322"/>
                    <a:pt x="252" y="315"/>
                    <a:pt x="224" y="308"/>
                  </a:cubicBezTo>
                  <a:cubicBezTo>
                    <a:pt x="206" y="305"/>
                    <a:pt x="187" y="303"/>
                    <a:pt x="169" y="303"/>
                  </a:cubicBezTo>
                  <a:cubicBezTo>
                    <a:pt x="113" y="303"/>
                    <a:pt x="58" y="319"/>
                    <a:pt x="11" y="350"/>
                  </a:cubicBezTo>
                  <a:cubicBezTo>
                    <a:pt x="14" y="382"/>
                    <a:pt x="11" y="413"/>
                    <a:pt x="0" y="445"/>
                  </a:cubicBezTo>
                  <a:lnTo>
                    <a:pt x="49" y="462"/>
                  </a:lnTo>
                  <a:lnTo>
                    <a:pt x="53" y="462"/>
                  </a:lnTo>
                  <a:lnTo>
                    <a:pt x="81" y="473"/>
                  </a:lnTo>
                  <a:lnTo>
                    <a:pt x="95" y="476"/>
                  </a:lnTo>
                  <a:lnTo>
                    <a:pt x="123" y="487"/>
                  </a:lnTo>
                  <a:lnTo>
                    <a:pt x="140" y="494"/>
                  </a:lnTo>
                  <a:lnTo>
                    <a:pt x="154" y="497"/>
                  </a:lnTo>
                  <a:lnTo>
                    <a:pt x="168" y="504"/>
                  </a:lnTo>
                  <a:lnTo>
                    <a:pt x="182" y="508"/>
                  </a:lnTo>
                  <a:lnTo>
                    <a:pt x="193" y="511"/>
                  </a:lnTo>
                  <a:lnTo>
                    <a:pt x="214" y="522"/>
                  </a:lnTo>
                  <a:lnTo>
                    <a:pt x="280" y="522"/>
                  </a:lnTo>
                  <a:lnTo>
                    <a:pt x="294" y="525"/>
                  </a:lnTo>
                  <a:lnTo>
                    <a:pt x="305" y="525"/>
                  </a:lnTo>
                  <a:lnTo>
                    <a:pt x="322" y="529"/>
                  </a:lnTo>
                  <a:lnTo>
                    <a:pt x="368" y="529"/>
                  </a:lnTo>
                  <a:lnTo>
                    <a:pt x="389" y="532"/>
                  </a:lnTo>
                  <a:lnTo>
                    <a:pt x="466" y="532"/>
                  </a:lnTo>
                  <a:lnTo>
                    <a:pt x="490" y="536"/>
                  </a:lnTo>
                  <a:lnTo>
                    <a:pt x="508" y="536"/>
                  </a:lnTo>
                  <a:lnTo>
                    <a:pt x="536" y="539"/>
                  </a:lnTo>
                  <a:lnTo>
                    <a:pt x="553" y="539"/>
                  </a:lnTo>
                  <a:lnTo>
                    <a:pt x="585" y="543"/>
                  </a:lnTo>
                  <a:lnTo>
                    <a:pt x="599" y="543"/>
                  </a:lnTo>
                  <a:lnTo>
                    <a:pt x="638" y="546"/>
                  </a:lnTo>
                  <a:lnTo>
                    <a:pt x="648" y="546"/>
                  </a:lnTo>
                  <a:lnTo>
                    <a:pt x="694" y="550"/>
                  </a:lnTo>
                  <a:lnTo>
                    <a:pt x="697" y="550"/>
                  </a:lnTo>
                  <a:cubicBezTo>
                    <a:pt x="837" y="560"/>
                    <a:pt x="991" y="567"/>
                    <a:pt x="1135" y="571"/>
                  </a:cubicBezTo>
                  <a:lnTo>
                    <a:pt x="1509" y="571"/>
                  </a:lnTo>
                  <a:lnTo>
                    <a:pt x="1530" y="567"/>
                  </a:lnTo>
                  <a:lnTo>
                    <a:pt x="1537" y="567"/>
                  </a:lnTo>
                  <a:cubicBezTo>
                    <a:pt x="1541" y="508"/>
                    <a:pt x="1544" y="448"/>
                    <a:pt x="1555" y="385"/>
                  </a:cubicBezTo>
                  <a:cubicBezTo>
                    <a:pt x="1558" y="336"/>
                    <a:pt x="1565" y="291"/>
                    <a:pt x="1565" y="266"/>
                  </a:cubicBezTo>
                  <a:cubicBezTo>
                    <a:pt x="1565" y="263"/>
                    <a:pt x="1555" y="235"/>
                    <a:pt x="1506" y="203"/>
                  </a:cubicBezTo>
                  <a:cubicBezTo>
                    <a:pt x="1495" y="196"/>
                    <a:pt x="1488" y="193"/>
                    <a:pt x="1481" y="186"/>
                  </a:cubicBezTo>
                  <a:lnTo>
                    <a:pt x="1464" y="179"/>
                  </a:lnTo>
                  <a:lnTo>
                    <a:pt x="1457" y="172"/>
                  </a:lnTo>
                  <a:lnTo>
                    <a:pt x="1439" y="165"/>
                  </a:lnTo>
                  <a:lnTo>
                    <a:pt x="1432" y="161"/>
                  </a:lnTo>
                  <a:lnTo>
                    <a:pt x="1418" y="158"/>
                  </a:lnTo>
                  <a:lnTo>
                    <a:pt x="1411" y="154"/>
                  </a:lnTo>
                  <a:lnTo>
                    <a:pt x="1401" y="151"/>
                  </a:lnTo>
                  <a:lnTo>
                    <a:pt x="1355" y="151"/>
                  </a:lnTo>
                  <a:lnTo>
                    <a:pt x="1348" y="154"/>
                  </a:lnTo>
                  <a:cubicBezTo>
                    <a:pt x="1328" y="162"/>
                    <a:pt x="1305" y="166"/>
                    <a:pt x="1279" y="166"/>
                  </a:cubicBezTo>
                  <a:cubicBezTo>
                    <a:pt x="1164" y="166"/>
                    <a:pt x="1006" y="90"/>
                    <a:pt x="946" y="7"/>
                  </a:cubicBezTo>
                  <a:cubicBezTo>
                    <a:pt x="946" y="4"/>
                    <a:pt x="942" y="4"/>
                    <a:pt x="942" y="0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11" name="Google Shape;7169;p80">
              <a:extLst>
                <a:ext uri="{FF2B5EF4-FFF2-40B4-BE49-F238E27FC236}">
                  <a16:creationId xmlns:a16="http://schemas.microsoft.com/office/drawing/2014/main" id="{CA218ADB-67B1-262B-2E8F-852075C7656B}"/>
                </a:ext>
              </a:extLst>
            </p:cNvPr>
            <p:cNvSpPr/>
            <p:nvPr/>
          </p:nvSpPr>
          <p:spPr>
            <a:xfrm>
              <a:off x="2688889" y="1342735"/>
              <a:ext cx="3394" cy="828"/>
            </a:xfrm>
            <a:custGeom>
              <a:avLst/>
              <a:gdLst/>
              <a:ahLst/>
              <a:cxnLst/>
              <a:rect l="l" t="t" r="r" b="b"/>
              <a:pathLst>
                <a:path w="250" h="61" extrusionOk="0">
                  <a:moveTo>
                    <a:pt x="1" y="1"/>
                  </a:moveTo>
                  <a:lnTo>
                    <a:pt x="1" y="1"/>
                  </a:lnTo>
                  <a:cubicBezTo>
                    <a:pt x="62" y="40"/>
                    <a:pt x="136" y="61"/>
                    <a:pt x="211" y="61"/>
                  </a:cubicBezTo>
                  <a:cubicBezTo>
                    <a:pt x="217" y="61"/>
                    <a:pt x="222" y="61"/>
                    <a:pt x="228" y="60"/>
                  </a:cubicBezTo>
                  <a:lnTo>
                    <a:pt x="249" y="60"/>
                  </a:lnTo>
                  <a:cubicBezTo>
                    <a:pt x="218" y="53"/>
                    <a:pt x="186" y="46"/>
                    <a:pt x="151" y="36"/>
                  </a:cubicBezTo>
                  <a:cubicBezTo>
                    <a:pt x="102" y="18"/>
                    <a:pt x="50" y="8"/>
                    <a:pt x="1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12" name="Google Shape;7170;p80">
              <a:extLst>
                <a:ext uri="{FF2B5EF4-FFF2-40B4-BE49-F238E27FC236}">
                  <a16:creationId xmlns:a16="http://schemas.microsoft.com/office/drawing/2014/main" id="{97B3AA0B-CEB7-B049-0A4B-3688D2AEEBE3}"/>
                </a:ext>
              </a:extLst>
            </p:cNvPr>
            <p:cNvSpPr/>
            <p:nvPr/>
          </p:nvSpPr>
          <p:spPr>
            <a:xfrm>
              <a:off x="3095345" y="1594612"/>
              <a:ext cx="18737" cy="78777"/>
            </a:xfrm>
            <a:custGeom>
              <a:avLst/>
              <a:gdLst/>
              <a:ahLst/>
              <a:cxnLst/>
              <a:rect l="l" t="t" r="r" b="b"/>
              <a:pathLst>
                <a:path w="1380" h="5802" extrusionOk="0">
                  <a:moveTo>
                    <a:pt x="417" y="1"/>
                  </a:moveTo>
                  <a:cubicBezTo>
                    <a:pt x="382" y="32"/>
                    <a:pt x="375" y="116"/>
                    <a:pt x="371" y="197"/>
                  </a:cubicBezTo>
                  <a:cubicBezTo>
                    <a:pt x="357" y="344"/>
                    <a:pt x="340" y="540"/>
                    <a:pt x="144" y="564"/>
                  </a:cubicBezTo>
                  <a:cubicBezTo>
                    <a:pt x="98" y="571"/>
                    <a:pt x="84" y="582"/>
                    <a:pt x="81" y="585"/>
                  </a:cubicBezTo>
                  <a:cubicBezTo>
                    <a:pt x="70" y="603"/>
                    <a:pt x="77" y="666"/>
                    <a:pt x="88" y="722"/>
                  </a:cubicBezTo>
                  <a:cubicBezTo>
                    <a:pt x="119" y="855"/>
                    <a:pt x="116" y="988"/>
                    <a:pt x="84" y="1118"/>
                  </a:cubicBezTo>
                  <a:cubicBezTo>
                    <a:pt x="0" y="1398"/>
                    <a:pt x="119" y="1835"/>
                    <a:pt x="259" y="2154"/>
                  </a:cubicBezTo>
                  <a:cubicBezTo>
                    <a:pt x="333" y="2315"/>
                    <a:pt x="287" y="2770"/>
                    <a:pt x="238" y="3257"/>
                  </a:cubicBezTo>
                  <a:cubicBezTo>
                    <a:pt x="200" y="3670"/>
                    <a:pt x="151" y="4139"/>
                    <a:pt x="210" y="4251"/>
                  </a:cubicBezTo>
                  <a:cubicBezTo>
                    <a:pt x="284" y="4398"/>
                    <a:pt x="238" y="4709"/>
                    <a:pt x="165" y="5168"/>
                  </a:cubicBezTo>
                  <a:cubicBezTo>
                    <a:pt x="126" y="5399"/>
                    <a:pt x="74" y="5721"/>
                    <a:pt x="105" y="5777"/>
                  </a:cubicBezTo>
                  <a:lnTo>
                    <a:pt x="116" y="5788"/>
                  </a:lnTo>
                  <a:cubicBezTo>
                    <a:pt x="119" y="5770"/>
                    <a:pt x="126" y="5753"/>
                    <a:pt x="130" y="5735"/>
                  </a:cubicBezTo>
                  <a:cubicBezTo>
                    <a:pt x="158" y="5620"/>
                    <a:pt x="207" y="5427"/>
                    <a:pt x="399" y="5399"/>
                  </a:cubicBezTo>
                  <a:cubicBezTo>
                    <a:pt x="420" y="5396"/>
                    <a:pt x="438" y="5392"/>
                    <a:pt x="459" y="5392"/>
                  </a:cubicBezTo>
                  <a:cubicBezTo>
                    <a:pt x="638" y="5392"/>
                    <a:pt x="718" y="5539"/>
                    <a:pt x="781" y="5648"/>
                  </a:cubicBezTo>
                  <a:cubicBezTo>
                    <a:pt x="816" y="5714"/>
                    <a:pt x="851" y="5781"/>
                    <a:pt x="900" y="5802"/>
                  </a:cubicBezTo>
                  <a:cubicBezTo>
                    <a:pt x="911" y="5714"/>
                    <a:pt x="897" y="5620"/>
                    <a:pt x="858" y="5539"/>
                  </a:cubicBezTo>
                  <a:cubicBezTo>
                    <a:pt x="827" y="5466"/>
                    <a:pt x="799" y="5448"/>
                    <a:pt x="795" y="5445"/>
                  </a:cubicBezTo>
                  <a:cubicBezTo>
                    <a:pt x="783" y="5447"/>
                    <a:pt x="772" y="5448"/>
                    <a:pt x="761" y="5448"/>
                  </a:cubicBezTo>
                  <a:cubicBezTo>
                    <a:pt x="582" y="5448"/>
                    <a:pt x="469" y="5138"/>
                    <a:pt x="350" y="4765"/>
                  </a:cubicBezTo>
                  <a:lnTo>
                    <a:pt x="347" y="4755"/>
                  </a:lnTo>
                  <a:cubicBezTo>
                    <a:pt x="298" y="4590"/>
                    <a:pt x="354" y="4422"/>
                    <a:pt x="413" y="4244"/>
                  </a:cubicBezTo>
                  <a:cubicBezTo>
                    <a:pt x="459" y="4114"/>
                    <a:pt x="504" y="3978"/>
                    <a:pt x="504" y="3845"/>
                  </a:cubicBezTo>
                  <a:cubicBezTo>
                    <a:pt x="504" y="3712"/>
                    <a:pt x="568" y="3607"/>
                    <a:pt x="680" y="3561"/>
                  </a:cubicBezTo>
                  <a:cubicBezTo>
                    <a:pt x="723" y="3543"/>
                    <a:pt x="771" y="3535"/>
                    <a:pt x="822" y="3535"/>
                  </a:cubicBezTo>
                  <a:cubicBezTo>
                    <a:pt x="971" y="3535"/>
                    <a:pt x="1139" y="3608"/>
                    <a:pt x="1264" y="3736"/>
                  </a:cubicBezTo>
                  <a:cubicBezTo>
                    <a:pt x="1299" y="3771"/>
                    <a:pt x="1338" y="3803"/>
                    <a:pt x="1380" y="3831"/>
                  </a:cubicBezTo>
                  <a:cubicBezTo>
                    <a:pt x="1373" y="3789"/>
                    <a:pt x="1359" y="3750"/>
                    <a:pt x="1338" y="3719"/>
                  </a:cubicBezTo>
                  <a:cubicBezTo>
                    <a:pt x="1285" y="3621"/>
                    <a:pt x="1187" y="3264"/>
                    <a:pt x="1072" y="2847"/>
                  </a:cubicBezTo>
                  <a:cubicBezTo>
                    <a:pt x="963" y="2451"/>
                    <a:pt x="841" y="2000"/>
                    <a:pt x="753" y="1769"/>
                  </a:cubicBezTo>
                  <a:cubicBezTo>
                    <a:pt x="666" y="1534"/>
                    <a:pt x="715" y="1307"/>
                    <a:pt x="760" y="1107"/>
                  </a:cubicBezTo>
                  <a:cubicBezTo>
                    <a:pt x="816" y="869"/>
                    <a:pt x="841" y="732"/>
                    <a:pt x="708" y="634"/>
                  </a:cubicBezTo>
                  <a:cubicBezTo>
                    <a:pt x="508" y="484"/>
                    <a:pt x="466" y="249"/>
                    <a:pt x="438" y="95"/>
                  </a:cubicBezTo>
                  <a:cubicBezTo>
                    <a:pt x="431" y="64"/>
                    <a:pt x="424" y="25"/>
                    <a:pt x="417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13" name="Google Shape;7171;p80">
              <a:extLst>
                <a:ext uri="{FF2B5EF4-FFF2-40B4-BE49-F238E27FC236}">
                  <a16:creationId xmlns:a16="http://schemas.microsoft.com/office/drawing/2014/main" id="{B36D6645-F0CA-5ED0-A19B-0E1FA1A1F4DF}"/>
                </a:ext>
              </a:extLst>
            </p:cNvPr>
            <p:cNvSpPr/>
            <p:nvPr/>
          </p:nvSpPr>
          <p:spPr>
            <a:xfrm>
              <a:off x="2726485" y="1235772"/>
              <a:ext cx="39185" cy="27603"/>
            </a:xfrm>
            <a:custGeom>
              <a:avLst/>
              <a:gdLst/>
              <a:ahLst/>
              <a:cxnLst/>
              <a:rect l="l" t="t" r="r" b="b"/>
              <a:pathLst>
                <a:path w="2886" h="2033" extrusionOk="0">
                  <a:moveTo>
                    <a:pt x="2063" y="0"/>
                  </a:moveTo>
                  <a:cubicBezTo>
                    <a:pt x="2044" y="0"/>
                    <a:pt x="2016" y="18"/>
                    <a:pt x="1947" y="61"/>
                  </a:cubicBezTo>
                  <a:cubicBezTo>
                    <a:pt x="1769" y="184"/>
                    <a:pt x="1569" y="268"/>
                    <a:pt x="1359" y="306"/>
                  </a:cubicBezTo>
                  <a:cubicBezTo>
                    <a:pt x="887" y="401"/>
                    <a:pt x="740" y="495"/>
                    <a:pt x="718" y="527"/>
                  </a:cubicBezTo>
                  <a:cubicBezTo>
                    <a:pt x="732" y="537"/>
                    <a:pt x="747" y="544"/>
                    <a:pt x="761" y="551"/>
                  </a:cubicBezTo>
                  <a:cubicBezTo>
                    <a:pt x="866" y="604"/>
                    <a:pt x="911" y="695"/>
                    <a:pt x="883" y="797"/>
                  </a:cubicBezTo>
                  <a:cubicBezTo>
                    <a:pt x="850" y="920"/>
                    <a:pt x="693" y="1050"/>
                    <a:pt x="511" y="1050"/>
                  </a:cubicBezTo>
                  <a:cubicBezTo>
                    <a:pt x="502" y="1050"/>
                    <a:pt x="493" y="1049"/>
                    <a:pt x="484" y="1049"/>
                  </a:cubicBezTo>
                  <a:cubicBezTo>
                    <a:pt x="479" y="1048"/>
                    <a:pt x="474" y="1048"/>
                    <a:pt x="470" y="1048"/>
                  </a:cubicBezTo>
                  <a:cubicBezTo>
                    <a:pt x="411" y="1048"/>
                    <a:pt x="368" y="1069"/>
                    <a:pt x="358" y="1108"/>
                  </a:cubicBezTo>
                  <a:cubicBezTo>
                    <a:pt x="347" y="1161"/>
                    <a:pt x="396" y="1241"/>
                    <a:pt x="533" y="1297"/>
                  </a:cubicBezTo>
                  <a:cubicBezTo>
                    <a:pt x="645" y="1343"/>
                    <a:pt x="771" y="1409"/>
                    <a:pt x="750" y="1507"/>
                  </a:cubicBezTo>
                  <a:cubicBezTo>
                    <a:pt x="732" y="1595"/>
                    <a:pt x="620" y="1633"/>
                    <a:pt x="375" y="1633"/>
                  </a:cubicBezTo>
                  <a:cubicBezTo>
                    <a:pt x="366" y="1633"/>
                    <a:pt x="357" y="1633"/>
                    <a:pt x="348" y="1633"/>
                  </a:cubicBezTo>
                  <a:cubicBezTo>
                    <a:pt x="231" y="1633"/>
                    <a:pt x="111" y="1654"/>
                    <a:pt x="1" y="1696"/>
                  </a:cubicBezTo>
                  <a:lnTo>
                    <a:pt x="11" y="1700"/>
                  </a:lnTo>
                  <a:cubicBezTo>
                    <a:pt x="78" y="1731"/>
                    <a:pt x="134" y="1777"/>
                    <a:pt x="176" y="1833"/>
                  </a:cubicBezTo>
                  <a:cubicBezTo>
                    <a:pt x="253" y="1931"/>
                    <a:pt x="365" y="2001"/>
                    <a:pt x="487" y="2022"/>
                  </a:cubicBezTo>
                  <a:cubicBezTo>
                    <a:pt x="524" y="2029"/>
                    <a:pt x="560" y="2033"/>
                    <a:pt x="597" y="2033"/>
                  </a:cubicBezTo>
                  <a:cubicBezTo>
                    <a:pt x="731" y="2033"/>
                    <a:pt x="861" y="1983"/>
                    <a:pt x="964" y="1889"/>
                  </a:cubicBezTo>
                  <a:cubicBezTo>
                    <a:pt x="1027" y="1829"/>
                    <a:pt x="1065" y="1759"/>
                    <a:pt x="1055" y="1707"/>
                  </a:cubicBezTo>
                  <a:cubicBezTo>
                    <a:pt x="1023" y="1528"/>
                    <a:pt x="1405" y="1420"/>
                    <a:pt x="2273" y="1252"/>
                  </a:cubicBezTo>
                  <a:cubicBezTo>
                    <a:pt x="2413" y="1224"/>
                    <a:pt x="2535" y="1199"/>
                    <a:pt x="2609" y="1182"/>
                  </a:cubicBezTo>
                  <a:cubicBezTo>
                    <a:pt x="2644" y="1171"/>
                    <a:pt x="2661" y="1161"/>
                    <a:pt x="2665" y="1154"/>
                  </a:cubicBezTo>
                  <a:cubicBezTo>
                    <a:pt x="2675" y="1133"/>
                    <a:pt x="2647" y="1070"/>
                    <a:pt x="2626" y="1031"/>
                  </a:cubicBezTo>
                  <a:cubicBezTo>
                    <a:pt x="2591" y="961"/>
                    <a:pt x="2553" y="881"/>
                    <a:pt x="2591" y="814"/>
                  </a:cubicBezTo>
                  <a:cubicBezTo>
                    <a:pt x="2619" y="765"/>
                    <a:pt x="2675" y="737"/>
                    <a:pt x="2763" y="730"/>
                  </a:cubicBezTo>
                  <a:cubicBezTo>
                    <a:pt x="2805" y="727"/>
                    <a:pt x="2847" y="720"/>
                    <a:pt x="2886" y="706"/>
                  </a:cubicBezTo>
                  <a:cubicBezTo>
                    <a:pt x="2844" y="678"/>
                    <a:pt x="2731" y="629"/>
                    <a:pt x="2532" y="601"/>
                  </a:cubicBezTo>
                  <a:cubicBezTo>
                    <a:pt x="2203" y="551"/>
                    <a:pt x="2171" y="338"/>
                    <a:pt x="2147" y="180"/>
                  </a:cubicBezTo>
                  <a:cubicBezTo>
                    <a:pt x="2136" y="110"/>
                    <a:pt x="2129" y="47"/>
                    <a:pt x="2094" y="19"/>
                  </a:cubicBezTo>
                  <a:cubicBezTo>
                    <a:pt x="2082" y="7"/>
                    <a:pt x="2074" y="0"/>
                    <a:pt x="2063" y="0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14" name="Google Shape;7172;p80">
              <a:extLst>
                <a:ext uri="{FF2B5EF4-FFF2-40B4-BE49-F238E27FC236}">
                  <a16:creationId xmlns:a16="http://schemas.microsoft.com/office/drawing/2014/main" id="{C8FC2C2F-CC6E-3585-E402-ABF9DC8EE021}"/>
                </a:ext>
              </a:extLst>
            </p:cNvPr>
            <p:cNvSpPr/>
            <p:nvPr/>
          </p:nvSpPr>
          <p:spPr>
            <a:xfrm>
              <a:off x="2452749" y="1237876"/>
              <a:ext cx="24249" cy="7875"/>
            </a:xfrm>
            <a:custGeom>
              <a:avLst/>
              <a:gdLst/>
              <a:ahLst/>
              <a:cxnLst/>
              <a:rect l="l" t="t" r="r" b="b"/>
              <a:pathLst>
                <a:path w="1786" h="580" extrusionOk="0">
                  <a:moveTo>
                    <a:pt x="477" y="1"/>
                  </a:moveTo>
                  <a:cubicBezTo>
                    <a:pt x="501" y="32"/>
                    <a:pt x="529" y="60"/>
                    <a:pt x="561" y="88"/>
                  </a:cubicBezTo>
                  <a:cubicBezTo>
                    <a:pt x="589" y="109"/>
                    <a:pt x="603" y="144"/>
                    <a:pt x="596" y="179"/>
                  </a:cubicBezTo>
                  <a:cubicBezTo>
                    <a:pt x="578" y="256"/>
                    <a:pt x="477" y="291"/>
                    <a:pt x="263" y="354"/>
                  </a:cubicBezTo>
                  <a:cubicBezTo>
                    <a:pt x="176" y="379"/>
                    <a:pt x="88" y="407"/>
                    <a:pt x="0" y="446"/>
                  </a:cubicBezTo>
                  <a:cubicBezTo>
                    <a:pt x="117" y="538"/>
                    <a:pt x="380" y="580"/>
                    <a:pt x="671" y="580"/>
                  </a:cubicBezTo>
                  <a:cubicBezTo>
                    <a:pt x="965" y="580"/>
                    <a:pt x="1288" y="537"/>
                    <a:pt x="1516" y="460"/>
                  </a:cubicBezTo>
                  <a:cubicBezTo>
                    <a:pt x="1698" y="400"/>
                    <a:pt x="1772" y="330"/>
                    <a:pt x="1779" y="288"/>
                  </a:cubicBezTo>
                  <a:cubicBezTo>
                    <a:pt x="1786" y="263"/>
                    <a:pt x="1782" y="235"/>
                    <a:pt x="1768" y="214"/>
                  </a:cubicBezTo>
                  <a:cubicBezTo>
                    <a:pt x="1745" y="186"/>
                    <a:pt x="1678" y="180"/>
                    <a:pt x="1598" y="180"/>
                  </a:cubicBezTo>
                  <a:cubicBezTo>
                    <a:pt x="1558" y="180"/>
                    <a:pt x="1514" y="182"/>
                    <a:pt x="1471" y="183"/>
                  </a:cubicBezTo>
                  <a:cubicBezTo>
                    <a:pt x="1421" y="185"/>
                    <a:pt x="1368" y="187"/>
                    <a:pt x="1313" y="187"/>
                  </a:cubicBezTo>
                  <a:cubicBezTo>
                    <a:pt x="1173" y="187"/>
                    <a:pt x="1020" y="174"/>
                    <a:pt x="879" y="116"/>
                  </a:cubicBezTo>
                  <a:cubicBezTo>
                    <a:pt x="666" y="25"/>
                    <a:pt x="533" y="1"/>
                    <a:pt x="477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15" name="Google Shape;7173;p80">
              <a:extLst>
                <a:ext uri="{FF2B5EF4-FFF2-40B4-BE49-F238E27FC236}">
                  <a16:creationId xmlns:a16="http://schemas.microsoft.com/office/drawing/2014/main" id="{2932394A-04FA-55CD-E94C-4FC8F41A7DDC}"/>
                </a:ext>
              </a:extLst>
            </p:cNvPr>
            <p:cNvSpPr/>
            <p:nvPr/>
          </p:nvSpPr>
          <p:spPr>
            <a:xfrm>
              <a:off x="2405554" y="1415592"/>
              <a:ext cx="14406" cy="8065"/>
            </a:xfrm>
            <a:custGeom>
              <a:avLst/>
              <a:gdLst/>
              <a:ahLst/>
              <a:cxnLst/>
              <a:rect l="l" t="t" r="r" b="b"/>
              <a:pathLst>
                <a:path w="1061" h="594" extrusionOk="0">
                  <a:moveTo>
                    <a:pt x="489" y="1"/>
                  </a:moveTo>
                  <a:cubicBezTo>
                    <a:pt x="483" y="1"/>
                    <a:pt x="476" y="1"/>
                    <a:pt x="469" y="2"/>
                  </a:cubicBezTo>
                  <a:cubicBezTo>
                    <a:pt x="294" y="2"/>
                    <a:pt x="112" y="100"/>
                    <a:pt x="49" y="215"/>
                  </a:cubicBezTo>
                  <a:cubicBezTo>
                    <a:pt x="0" y="303"/>
                    <a:pt x="21" y="387"/>
                    <a:pt x="109" y="467"/>
                  </a:cubicBezTo>
                  <a:cubicBezTo>
                    <a:pt x="206" y="558"/>
                    <a:pt x="299" y="593"/>
                    <a:pt x="388" y="593"/>
                  </a:cubicBezTo>
                  <a:cubicBezTo>
                    <a:pt x="544" y="593"/>
                    <a:pt x="688" y="485"/>
                    <a:pt x="819" y="387"/>
                  </a:cubicBezTo>
                  <a:cubicBezTo>
                    <a:pt x="910" y="317"/>
                    <a:pt x="987" y="261"/>
                    <a:pt x="1061" y="243"/>
                  </a:cubicBezTo>
                  <a:cubicBezTo>
                    <a:pt x="1001" y="187"/>
                    <a:pt x="812" y="79"/>
                    <a:pt x="581" y="16"/>
                  </a:cubicBezTo>
                  <a:cubicBezTo>
                    <a:pt x="550" y="7"/>
                    <a:pt x="520" y="1"/>
                    <a:pt x="489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16" name="Google Shape;7174;p80">
              <a:extLst>
                <a:ext uri="{FF2B5EF4-FFF2-40B4-BE49-F238E27FC236}">
                  <a16:creationId xmlns:a16="http://schemas.microsoft.com/office/drawing/2014/main" id="{D5C80082-CF6A-315D-D78A-CDA3B860670A}"/>
                </a:ext>
              </a:extLst>
            </p:cNvPr>
            <p:cNvSpPr/>
            <p:nvPr/>
          </p:nvSpPr>
          <p:spPr>
            <a:xfrm>
              <a:off x="2399471" y="1241556"/>
              <a:ext cx="30047" cy="12613"/>
            </a:xfrm>
            <a:custGeom>
              <a:avLst/>
              <a:gdLst/>
              <a:ahLst/>
              <a:cxnLst/>
              <a:rect l="l" t="t" r="r" b="b"/>
              <a:pathLst>
                <a:path w="2213" h="929" extrusionOk="0">
                  <a:moveTo>
                    <a:pt x="1672" y="0"/>
                  </a:moveTo>
                  <a:cubicBezTo>
                    <a:pt x="1466" y="0"/>
                    <a:pt x="1275" y="85"/>
                    <a:pt x="1229" y="168"/>
                  </a:cubicBezTo>
                  <a:cubicBezTo>
                    <a:pt x="1218" y="185"/>
                    <a:pt x="1215" y="196"/>
                    <a:pt x="1246" y="220"/>
                  </a:cubicBezTo>
                  <a:cubicBezTo>
                    <a:pt x="1299" y="255"/>
                    <a:pt x="1320" y="297"/>
                    <a:pt x="1309" y="343"/>
                  </a:cubicBezTo>
                  <a:cubicBezTo>
                    <a:pt x="1285" y="427"/>
                    <a:pt x="1152" y="448"/>
                    <a:pt x="928" y="476"/>
                  </a:cubicBezTo>
                  <a:cubicBezTo>
                    <a:pt x="788" y="497"/>
                    <a:pt x="553" y="528"/>
                    <a:pt x="518" y="581"/>
                  </a:cubicBezTo>
                  <a:cubicBezTo>
                    <a:pt x="452" y="675"/>
                    <a:pt x="308" y="707"/>
                    <a:pt x="182" y="735"/>
                  </a:cubicBezTo>
                  <a:cubicBezTo>
                    <a:pt x="119" y="749"/>
                    <a:pt x="18" y="770"/>
                    <a:pt x="0" y="794"/>
                  </a:cubicBezTo>
                  <a:cubicBezTo>
                    <a:pt x="0" y="794"/>
                    <a:pt x="0" y="798"/>
                    <a:pt x="4" y="805"/>
                  </a:cubicBezTo>
                  <a:cubicBezTo>
                    <a:pt x="28" y="850"/>
                    <a:pt x="158" y="906"/>
                    <a:pt x="364" y="924"/>
                  </a:cubicBezTo>
                  <a:cubicBezTo>
                    <a:pt x="407" y="927"/>
                    <a:pt x="448" y="928"/>
                    <a:pt x="486" y="928"/>
                  </a:cubicBezTo>
                  <a:cubicBezTo>
                    <a:pt x="651" y="928"/>
                    <a:pt x="761" y="901"/>
                    <a:pt x="784" y="878"/>
                  </a:cubicBezTo>
                  <a:cubicBezTo>
                    <a:pt x="791" y="738"/>
                    <a:pt x="959" y="735"/>
                    <a:pt x="1071" y="731"/>
                  </a:cubicBezTo>
                  <a:cubicBezTo>
                    <a:pt x="1120" y="731"/>
                    <a:pt x="1208" y="731"/>
                    <a:pt x="1225" y="714"/>
                  </a:cubicBezTo>
                  <a:cubicBezTo>
                    <a:pt x="1232" y="633"/>
                    <a:pt x="1313" y="364"/>
                    <a:pt x="1929" y="318"/>
                  </a:cubicBezTo>
                  <a:cubicBezTo>
                    <a:pt x="2181" y="301"/>
                    <a:pt x="2213" y="248"/>
                    <a:pt x="2213" y="248"/>
                  </a:cubicBezTo>
                  <a:cubicBezTo>
                    <a:pt x="2213" y="248"/>
                    <a:pt x="2202" y="178"/>
                    <a:pt x="1939" y="55"/>
                  </a:cubicBezTo>
                  <a:cubicBezTo>
                    <a:pt x="1854" y="16"/>
                    <a:pt x="1762" y="0"/>
                    <a:pt x="1672" y="0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17" name="Google Shape;7175;p80">
              <a:extLst>
                <a:ext uri="{FF2B5EF4-FFF2-40B4-BE49-F238E27FC236}">
                  <a16:creationId xmlns:a16="http://schemas.microsoft.com/office/drawing/2014/main" id="{A8784FE1-CC12-B3BD-F9D3-4EF1BAAF8503}"/>
                </a:ext>
              </a:extLst>
            </p:cNvPr>
            <p:cNvSpPr/>
            <p:nvPr/>
          </p:nvSpPr>
          <p:spPr>
            <a:xfrm>
              <a:off x="2429179" y="1308887"/>
              <a:ext cx="131865" cy="90535"/>
            </a:xfrm>
            <a:custGeom>
              <a:avLst/>
              <a:gdLst/>
              <a:ahLst/>
              <a:cxnLst/>
              <a:rect l="l" t="t" r="r" b="b"/>
              <a:pathLst>
                <a:path w="9712" h="6668" extrusionOk="0">
                  <a:moveTo>
                    <a:pt x="9297" y="0"/>
                  </a:moveTo>
                  <a:cubicBezTo>
                    <a:pt x="8855" y="0"/>
                    <a:pt x="8218" y="261"/>
                    <a:pt x="8034" y="411"/>
                  </a:cubicBezTo>
                  <a:cubicBezTo>
                    <a:pt x="7873" y="540"/>
                    <a:pt x="7688" y="551"/>
                    <a:pt x="7506" y="558"/>
                  </a:cubicBezTo>
                  <a:cubicBezTo>
                    <a:pt x="7369" y="565"/>
                    <a:pt x="7240" y="568"/>
                    <a:pt x="7135" y="628"/>
                  </a:cubicBezTo>
                  <a:cubicBezTo>
                    <a:pt x="6953" y="731"/>
                    <a:pt x="6653" y="818"/>
                    <a:pt x="6383" y="818"/>
                  </a:cubicBezTo>
                  <a:cubicBezTo>
                    <a:pt x="6231" y="818"/>
                    <a:pt x="6089" y="790"/>
                    <a:pt x="5983" y="722"/>
                  </a:cubicBezTo>
                  <a:cubicBezTo>
                    <a:pt x="5945" y="697"/>
                    <a:pt x="5904" y="687"/>
                    <a:pt x="5861" y="687"/>
                  </a:cubicBezTo>
                  <a:cubicBezTo>
                    <a:pt x="5756" y="687"/>
                    <a:pt x="5640" y="750"/>
                    <a:pt x="5528" y="810"/>
                  </a:cubicBezTo>
                  <a:cubicBezTo>
                    <a:pt x="5422" y="869"/>
                    <a:pt x="5319" y="926"/>
                    <a:pt x="5222" y="926"/>
                  </a:cubicBezTo>
                  <a:cubicBezTo>
                    <a:pt x="5217" y="926"/>
                    <a:pt x="5211" y="926"/>
                    <a:pt x="5206" y="925"/>
                  </a:cubicBezTo>
                  <a:cubicBezTo>
                    <a:pt x="5200" y="925"/>
                    <a:pt x="5194" y="925"/>
                    <a:pt x="5188" y="925"/>
                  </a:cubicBezTo>
                  <a:cubicBezTo>
                    <a:pt x="5105" y="925"/>
                    <a:pt x="5013" y="967"/>
                    <a:pt x="4912" y="1013"/>
                  </a:cubicBezTo>
                  <a:cubicBezTo>
                    <a:pt x="4796" y="1065"/>
                    <a:pt x="4679" y="1119"/>
                    <a:pt x="4558" y="1119"/>
                  </a:cubicBezTo>
                  <a:cubicBezTo>
                    <a:pt x="4547" y="1119"/>
                    <a:pt x="4537" y="1119"/>
                    <a:pt x="4527" y="1118"/>
                  </a:cubicBezTo>
                  <a:cubicBezTo>
                    <a:pt x="4519" y="1117"/>
                    <a:pt x="4511" y="1117"/>
                    <a:pt x="4503" y="1117"/>
                  </a:cubicBezTo>
                  <a:cubicBezTo>
                    <a:pt x="4282" y="1117"/>
                    <a:pt x="3903" y="1299"/>
                    <a:pt x="3886" y="1377"/>
                  </a:cubicBezTo>
                  <a:cubicBezTo>
                    <a:pt x="3861" y="1472"/>
                    <a:pt x="3746" y="1503"/>
                    <a:pt x="3637" y="1535"/>
                  </a:cubicBezTo>
                  <a:cubicBezTo>
                    <a:pt x="3564" y="1556"/>
                    <a:pt x="3466" y="1580"/>
                    <a:pt x="3466" y="1619"/>
                  </a:cubicBezTo>
                  <a:cubicBezTo>
                    <a:pt x="3466" y="1717"/>
                    <a:pt x="3389" y="1815"/>
                    <a:pt x="3266" y="1867"/>
                  </a:cubicBezTo>
                  <a:cubicBezTo>
                    <a:pt x="3216" y="1890"/>
                    <a:pt x="3155" y="1906"/>
                    <a:pt x="3093" y="1906"/>
                  </a:cubicBezTo>
                  <a:cubicBezTo>
                    <a:pt x="3021" y="1906"/>
                    <a:pt x="2948" y="1885"/>
                    <a:pt x="2888" y="1829"/>
                  </a:cubicBezTo>
                  <a:cubicBezTo>
                    <a:pt x="2876" y="1815"/>
                    <a:pt x="2859" y="1808"/>
                    <a:pt x="2843" y="1808"/>
                  </a:cubicBezTo>
                  <a:cubicBezTo>
                    <a:pt x="2827" y="1808"/>
                    <a:pt x="2811" y="1815"/>
                    <a:pt x="2801" y="1829"/>
                  </a:cubicBezTo>
                  <a:cubicBezTo>
                    <a:pt x="2752" y="1878"/>
                    <a:pt x="2734" y="2000"/>
                    <a:pt x="2846" y="2102"/>
                  </a:cubicBezTo>
                  <a:cubicBezTo>
                    <a:pt x="2899" y="2154"/>
                    <a:pt x="2923" y="2207"/>
                    <a:pt x="2913" y="2259"/>
                  </a:cubicBezTo>
                  <a:cubicBezTo>
                    <a:pt x="2892" y="2354"/>
                    <a:pt x="2776" y="2396"/>
                    <a:pt x="2664" y="2438"/>
                  </a:cubicBezTo>
                  <a:cubicBezTo>
                    <a:pt x="2626" y="2452"/>
                    <a:pt x="2591" y="2466"/>
                    <a:pt x="2556" y="2483"/>
                  </a:cubicBezTo>
                  <a:cubicBezTo>
                    <a:pt x="2573" y="2508"/>
                    <a:pt x="2584" y="2536"/>
                    <a:pt x="2580" y="2567"/>
                  </a:cubicBezTo>
                  <a:cubicBezTo>
                    <a:pt x="2577" y="2637"/>
                    <a:pt x="2517" y="2683"/>
                    <a:pt x="2465" y="2732"/>
                  </a:cubicBezTo>
                  <a:cubicBezTo>
                    <a:pt x="2395" y="2788"/>
                    <a:pt x="2377" y="2812"/>
                    <a:pt x="2388" y="2830"/>
                  </a:cubicBezTo>
                  <a:cubicBezTo>
                    <a:pt x="2412" y="2872"/>
                    <a:pt x="2416" y="2921"/>
                    <a:pt x="2398" y="2963"/>
                  </a:cubicBezTo>
                  <a:cubicBezTo>
                    <a:pt x="2346" y="3078"/>
                    <a:pt x="2139" y="3117"/>
                    <a:pt x="1926" y="3159"/>
                  </a:cubicBezTo>
                  <a:lnTo>
                    <a:pt x="1873" y="3169"/>
                  </a:lnTo>
                  <a:cubicBezTo>
                    <a:pt x="1761" y="3190"/>
                    <a:pt x="1677" y="3292"/>
                    <a:pt x="1684" y="3362"/>
                  </a:cubicBezTo>
                  <a:cubicBezTo>
                    <a:pt x="1687" y="3411"/>
                    <a:pt x="1750" y="3425"/>
                    <a:pt x="1799" y="3428"/>
                  </a:cubicBezTo>
                  <a:cubicBezTo>
                    <a:pt x="1880" y="3432"/>
                    <a:pt x="1950" y="3435"/>
                    <a:pt x="1964" y="3499"/>
                  </a:cubicBezTo>
                  <a:cubicBezTo>
                    <a:pt x="1978" y="3558"/>
                    <a:pt x="1926" y="3583"/>
                    <a:pt x="1877" y="3611"/>
                  </a:cubicBezTo>
                  <a:cubicBezTo>
                    <a:pt x="1789" y="3656"/>
                    <a:pt x="1705" y="3712"/>
                    <a:pt x="1715" y="3793"/>
                  </a:cubicBezTo>
                  <a:cubicBezTo>
                    <a:pt x="1726" y="3838"/>
                    <a:pt x="1712" y="3887"/>
                    <a:pt x="1684" y="3926"/>
                  </a:cubicBezTo>
                  <a:cubicBezTo>
                    <a:pt x="1621" y="4003"/>
                    <a:pt x="1498" y="4013"/>
                    <a:pt x="1379" y="4020"/>
                  </a:cubicBezTo>
                  <a:cubicBezTo>
                    <a:pt x="1330" y="4020"/>
                    <a:pt x="1281" y="4027"/>
                    <a:pt x="1232" y="4041"/>
                  </a:cubicBezTo>
                  <a:cubicBezTo>
                    <a:pt x="1243" y="4122"/>
                    <a:pt x="1218" y="4199"/>
                    <a:pt x="1166" y="4262"/>
                  </a:cubicBezTo>
                  <a:cubicBezTo>
                    <a:pt x="1092" y="4342"/>
                    <a:pt x="966" y="4381"/>
                    <a:pt x="777" y="4381"/>
                  </a:cubicBezTo>
                  <a:lnTo>
                    <a:pt x="819" y="4416"/>
                  </a:lnTo>
                  <a:cubicBezTo>
                    <a:pt x="907" y="4493"/>
                    <a:pt x="1001" y="4577"/>
                    <a:pt x="1019" y="4675"/>
                  </a:cubicBezTo>
                  <a:cubicBezTo>
                    <a:pt x="1047" y="4815"/>
                    <a:pt x="924" y="4850"/>
                    <a:pt x="854" y="4871"/>
                  </a:cubicBezTo>
                  <a:cubicBezTo>
                    <a:pt x="756" y="4895"/>
                    <a:pt x="704" y="4916"/>
                    <a:pt x="697" y="5014"/>
                  </a:cubicBezTo>
                  <a:cubicBezTo>
                    <a:pt x="686" y="5203"/>
                    <a:pt x="501" y="5214"/>
                    <a:pt x="347" y="5221"/>
                  </a:cubicBezTo>
                  <a:cubicBezTo>
                    <a:pt x="161" y="5235"/>
                    <a:pt x="46" y="5249"/>
                    <a:pt x="14" y="5382"/>
                  </a:cubicBezTo>
                  <a:cubicBezTo>
                    <a:pt x="0" y="5455"/>
                    <a:pt x="4" y="5508"/>
                    <a:pt x="32" y="5543"/>
                  </a:cubicBezTo>
                  <a:cubicBezTo>
                    <a:pt x="91" y="5613"/>
                    <a:pt x="252" y="5617"/>
                    <a:pt x="396" y="5624"/>
                  </a:cubicBezTo>
                  <a:cubicBezTo>
                    <a:pt x="434" y="5624"/>
                    <a:pt x="473" y="5624"/>
                    <a:pt x="511" y="5627"/>
                  </a:cubicBezTo>
                  <a:cubicBezTo>
                    <a:pt x="515" y="5627"/>
                    <a:pt x="518" y="5627"/>
                    <a:pt x="522" y="5627"/>
                  </a:cubicBezTo>
                  <a:cubicBezTo>
                    <a:pt x="573" y="5627"/>
                    <a:pt x="618" y="5651"/>
                    <a:pt x="651" y="5694"/>
                  </a:cubicBezTo>
                  <a:cubicBezTo>
                    <a:pt x="686" y="5750"/>
                    <a:pt x="662" y="5816"/>
                    <a:pt x="637" y="5872"/>
                  </a:cubicBezTo>
                  <a:cubicBezTo>
                    <a:pt x="599" y="5974"/>
                    <a:pt x="595" y="6009"/>
                    <a:pt x="641" y="6044"/>
                  </a:cubicBezTo>
                  <a:cubicBezTo>
                    <a:pt x="712" y="6097"/>
                    <a:pt x="762" y="6112"/>
                    <a:pt x="784" y="6112"/>
                  </a:cubicBezTo>
                  <a:cubicBezTo>
                    <a:pt x="789" y="6112"/>
                    <a:pt x="793" y="6111"/>
                    <a:pt x="795" y="6110"/>
                  </a:cubicBezTo>
                  <a:cubicBezTo>
                    <a:pt x="795" y="6110"/>
                    <a:pt x="812" y="6072"/>
                    <a:pt x="753" y="5946"/>
                  </a:cubicBezTo>
                  <a:cubicBezTo>
                    <a:pt x="700" y="5834"/>
                    <a:pt x="763" y="5785"/>
                    <a:pt x="784" y="5774"/>
                  </a:cubicBezTo>
                  <a:cubicBezTo>
                    <a:pt x="809" y="5760"/>
                    <a:pt x="833" y="5757"/>
                    <a:pt x="861" y="5757"/>
                  </a:cubicBezTo>
                  <a:cubicBezTo>
                    <a:pt x="1001" y="5757"/>
                    <a:pt x="1222" y="5879"/>
                    <a:pt x="1313" y="6005"/>
                  </a:cubicBezTo>
                  <a:cubicBezTo>
                    <a:pt x="1383" y="6103"/>
                    <a:pt x="1376" y="6205"/>
                    <a:pt x="1292" y="6275"/>
                  </a:cubicBezTo>
                  <a:cubicBezTo>
                    <a:pt x="1274" y="6289"/>
                    <a:pt x="1257" y="6310"/>
                    <a:pt x="1260" y="6327"/>
                  </a:cubicBezTo>
                  <a:cubicBezTo>
                    <a:pt x="1292" y="6415"/>
                    <a:pt x="1656" y="6534"/>
                    <a:pt x="1947" y="6548"/>
                  </a:cubicBezTo>
                  <a:cubicBezTo>
                    <a:pt x="2027" y="6551"/>
                    <a:pt x="2150" y="6569"/>
                    <a:pt x="2293" y="6593"/>
                  </a:cubicBezTo>
                  <a:cubicBezTo>
                    <a:pt x="2511" y="6623"/>
                    <a:pt x="2824" y="6667"/>
                    <a:pt x="3047" y="6667"/>
                  </a:cubicBezTo>
                  <a:cubicBezTo>
                    <a:pt x="3161" y="6667"/>
                    <a:pt x="3250" y="6656"/>
                    <a:pt x="3291" y="6625"/>
                  </a:cubicBezTo>
                  <a:cubicBezTo>
                    <a:pt x="3301" y="6618"/>
                    <a:pt x="3301" y="6611"/>
                    <a:pt x="3301" y="6611"/>
                  </a:cubicBezTo>
                  <a:cubicBezTo>
                    <a:pt x="3305" y="6558"/>
                    <a:pt x="3175" y="6471"/>
                    <a:pt x="3049" y="6383"/>
                  </a:cubicBezTo>
                  <a:cubicBezTo>
                    <a:pt x="2878" y="6271"/>
                    <a:pt x="2720" y="6142"/>
                    <a:pt x="2577" y="5998"/>
                  </a:cubicBezTo>
                  <a:cubicBezTo>
                    <a:pt x="2363" y="5774"/>
                    <a:pt x="2129" y="5396"/>
                    <a:pt x="2171" y="5067"/>
                  </a:cubicBezTo>
                  <a:cubicBezTo>
                    <a:pt x="2185" y="4923"/>
                    <a:pt x="2269" y="4794"/>
                    <a:pt x="2395" y="4717"/>
                  </a:cubicBezTo>
                  <a:cubicBezTo>
                    <a:pt x="2563" y="4612"/>
                    <a:pt x="2570" y="4545"/>
                    <a:pt x="2584" y="4461"/>
                  </a:cubicBezTo>
                  <a:cubicBezTo>
                    <a:pt x="2594" y="4363"/>
                    <a:pt x="2612" y="4244"/>
                    <a:pt x="2829" y="4090"/>
                  </a:cubicBezTo>
                  <a:cubicBezTo>
                    <a:pt x="2948" y="4013"/>
                    <a:pt x="3035" y="3891"/>
                    <a:pt x="3070" y="3751"/>
                  </a:cubicBezTo>
                  <a:cubicBezTo>
                    <a:pt x="3102" y="3646"/>
                    <a:pt x="3137" y="3534"/>
                    <a:pt x="3343" y="3513"/>
                  </a:cubicBezTo>
                  <a:cubicBezTo>
                    <a:pt x="3441" y="3502"/>
                    <a:pt x="3438" y="3485"/>
                    <a:pt x="3431" y="3404"/>
                  </a:cubicBezTo>
                  <a:cubicBezTo>
                    <a:pt x="3424" y="3323"/>
                    <a:pt x="3410" y="3173"/>
                    <a:pt x="3634" y="3141"/>
                  </a:cubicBezTo>
                  <a:cubicBezTo>
                    <a:pt x="3732" y="3127"/>
                    <a:pt x="3823" y="3068"/>
                    <a:pt x="3872" y="2980"/>
                  </a:cubicBezTo>
                  <a:cubicBezTo>
                    <a:pt x="3924" y="2893"/>
                    <a:pt x="3942" y="2791"/>
                    <a:pt x="3921" y="2697"/>
                  </a:cubicBezTo>
                  <a:cubicBezTo>
                    <a:pt x="3907" y="2665"/>
                    <a:pt x="3910" y="2627"/>
                    <a:pt x="3928" y="2599"/>
                  </a:cubicBezTo>
                  <a:cubicBezTo>
                    <a:pt x="3963" y="2550"/>
                    <a:pt x="4030" y="2546"/>
                    <a:pt x="4124" y="2543"/>
                  </a:cubicBezTo>
                  <a:cubicBezTo>
                    <a:pt x="4236" y="2539"/>
                    <a:pt x="4373" y="2536"/>
                    <a:pt x="4450" y="2452"/>
                  </a:cubicBezTo>
                  <a:cubicBezTo>
                    <a:pt x="4544" y="2347"/>
                    <a:pt x="4688" y="2322"/>
                    <a:pt x="4824" y="2298"/>
                  </a:cubicBezTo>
                  <a:cubicBezTo>
                    <a:pt x="4978" y="2273"/>
                    <a:pt x="5111" y="2249"/>
                    <a:pt x="5167" y="2126"/>
                  </a:cubicBezTo>
                  <a:cubicBezTo>
                    <a:pt x="5321" y="1804"/>
                    <a:pt x="7278" y="1167"/>
                    <a:pt x="8252" y="943"/>
                  </a:cubicBezTo>
                  <a:cubicBezTo>
                    <a:pt x="9148" y="736"/>
                    <a:pt x="9662" y="428"/>
                    <a:pt x="9704" y="232"/>
                  </a:cubicBezTo>
                  <a:cubicBezTo>
                    <a:pt x="9711" y="201"/>
                    <a:pt x="9711" y="148"/>
                    <a:pt x="9634" y="89"/>
                  </a:cubicBezTo>
                  <a:cubicBezTo>
                    <a:pt x="9554" y="26"/>
                    <a:pt x="9435" y="0"/>
                    <a:pt x="9297" y="0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18" name="Google Shape;7176;p80">
              <a:extLst>
                <a:ext uri="{FF2B5EF4-FFF2-40B4-BE49-F238E27FC236}">
                  <a16:creationId xmlns:a16="http://schemas.microsoft.com/office/drawing/2014/main" id="{29956DDF-97A8-1FA5-BDF3-9C0ADE9079E5}"/>
                </a:ext>
              </a:extLst>
            </p:cNvPr>
            <p:cNvSpPr/>
            <p:nvPr/>
          </p:nvSpPr>
          <p:spPr>
            <a:xfrm>
              <a:off x="2439104" y="1251861"/>
              <a:ext cx="6857" cy="1833"/>
            </a:xfrm>
            <a:custGeom>
              <a:avLst/>
              <a:gdLst/>
              <a:ahLst/>
              <a:cxnLst/>
              <a:rect l="l" t="t" r="r" b="b"/>
              <a:pathLst>
                <a:path w="505" h="135" extrusionOk="0">
                  <a:moveTo>
                    <a:pt x="386" y="0"/>
                  </a:moveTo>
                  <a:cubicBezTo>
                    <a:pt x="266" y="0"/>
                    <a:pt x="98" y="47"/>
                    <a:pt x="1" y="88"/>
                  </a:cubicBezTo>
                  <a:cubicBezTo>
                    <a:pt x="104" y="115"/>
                    <a:pt x="223" y="134"/>
                    <a:pt x="320" y="134"/>
                  </a:cubicBezTo>
                  <a:cubicBezTo>
                    <a:pt x="387" y="134"/>
                    <a:pt x="444" y="125"/>
                    <a:pt x="477" y="102"/>
                  </a:cubicBezTo>
                  <a:cubicBezTo>
                    <a:pt x="494" y="88"/>
                    <a:pt x="505" y="67"/>
                    <a:pt x="501" y="42"/>
                  </a:cubicBezTo>
                  <a:cubicBezTo>
                    <a:pt x="501" y="35"/>
                    <a:pt x="501" y="25"/>
                    <a:pt x="477" y="14"/>
                  </a:cubicBezTo>
                  <a:cubicBezTo>
                    <a:pt x="453" y="5"/>
                    <a:pt x="421" y="0"/>
                    <a:pt x="386" y="0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19" name="Google Shape;7177;p80">
              <a:extLst>
                <a:ext uri="{FF2B5EF4-FFF2-40B4-BE49-F238E27FC236}">
                  <a16:creationId xmlns:a16="http://schemas.microsoft.com/office/drawing/2014/main" id="{AB450164-C338-C4C9-084F-065EEED1B021}"/>
                </a:ext>
              </a:extLst>
            </p:cNvPr>
            <p:cNvSpPr/>
            <p:nvPr/>
          </p:nvSpPr>
          <p:spPr>
            <a:xfrm>
              <a:off x="2870271" y="1345763"/>
              <a:ext cx="11758" cy="4576"/>
            </a:xfrm>
            <a:custGeom>
              <a:avLst/>
              <a:gdLst/>
              <a:ahLst/>
              <a:cxnLst/>
              <a:rect l="l" t="t" r="r" b="b"/>
              <a:pathLst>
                <a:path w="866" h="337" extrusionOk="0">
                  <a:moveTo>
                    <a:pt x="583" y="0"/>
                  </a:moveTo>
                  <a:cubicBezTo>
                    <a:pt x="457" y="0"/>
                    <a:pt x="342" y="35"/>
                    <a:pt x="323" y="61"/>
                  </a:cubicBezTo>
                  <a:cubicBezTo>
                    <a:pt x="284" y="142"/>
                    <a:pt x="183" y="180"/>
                    <a:pt x="95" y="215"/>
                  </a:cubicBezTo>
                  <a:cubicBezTo>
                    <a:pt x="60" y="229"/>
                    <a:pt x="29" y="243"/>
                    <a:pt x="1" y="261"/>
                  </a:cubicBezTo>
                  <a:cubicBezTo>
                    <a:pt x="46" y="310"/>
                    <a:pt x="164" y="336"/>
                    <a:pt x="302" y="336"/>
                  </a:cubicBezTo>
                  <a:cubicBezTo>
                    <a:pt x="408" y="336"/>
                    <a:pt x="526" y="321"/>
                    <a:pt x="631" y="289"/>
                  </a:cubicBezTo>
                  <a:cubicBezTo>
                    <a:pt x="768" y="247"/>
                    <a:pt x="859" y="184"/>
                    <a:pt x="862" y="128"/>
                  </a:cubicBezTo>
                  <a:cubicBezTo>
                    <a:pt x="862" y="110"/>
                    <a:pt x="866" y="58"/>
                    <a:pt x="757" y="26"/>
                  </a:cubicBezTo>
                  <a:cubicBezTo>
                    <a:pt x="702" y="8"/>
                    <a:pt x="641" y="0"/>
                    <a:pt x="583" y="0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20" name="Google Shape;7178;p80">
              <a:extLst>
                <a:ext uri="{FF2B5EF4-FFF2-40B4-BE49-F238E27FC236}">
                  <a16:creationId xmlns:a16="http://schemas.microsoft.com/office/drawing/2014/main" id="{5D51ABCD-6AE3-7B82-5896-B383118CE8F0}"/>
                </a:ext>
              </a:extLst>
            </p:cNvPr>
            <p:cNvSpPr/>
            <p:nvPr/>
          </p:nvSpPr>
          <p:spPr>
            <a:xfrm>
              <a:off x="2384020" y="1243620"/>
              <a:ext cx="22783" cy="4983"/>
            </a:xfrm>
            <a:custGeom>
              <a:avLst/>
              <a:gdLst/>
              <a:ahLst/>
              <a:cxnLst/>
              <a:rect l="l" t="t" r="r" b="b"/>
              <a:pathLst>
                <a:path w="1678" h="367" extrusionOk="0">
                  <a:moveTo>
                    <a:pt x="1256" y="0"/>
                  </a:moveTo>
                  <a:cubicBezTo>
                    <a:pt x="1089" y="0"/>
                    <a:pt x="915" y="22"/>
                    <a:pt x="809" y="79"/>
                  </a:cubicBezTo>
                  <a:cubicBezTo>
                    <a:pt x="669" y="152"/>
                    <a:pt x="462" y="163"/>
                    <a:pt x="280" y="173"/>
                  </a:cubicBezTo>
                  <a:cubicBezTo>
                    <a:pt x="182" y="180"/>
                    <a:pt x="42" y="187"/>
                    <a:pt x="0" y="208"/>
                  </a:cubicBezTo>
                  <a:cubicBezTo>
                    <a:pt x="74" y="285"/>
                    <a:pt x="168" y="334"/>
                    <a:pt x="273" y="352"/>
                  </a:cubicBezTo>
                  <a:cubicBezTo>
                    <a:pt x="316" y="361"/>
                    <a:pt x="359" y="366"/>
                    <a:pt x="402" y="366"/>
                  </a:cubicBezTo>
                  <a:cubicBezTo>
                    <a:pt x="542" y="366"/>
                    <a:pt x="680" y="314"/>
                    <a:pt x="784" y="215"/>
                  </a:cubicBezTo>
                  <a:cubicBezTo>
                    <a:pt x="939" y="69"/>
                    <a:pt x="1115" y="34"/>
                    <a:pt x="1273" y="34"/>
                  </a:cubicBezTo>
                  <a:cubicBezTo>
                    <a:pt x="1361" y="34"/>
                    <a:pt x="1443" y="45"/>
                    <a:pt x="1513" y="54"/>
                  </a:cubicBezTo>
                  <a:cubicBezTo>
                    <a:pt x="1552" y="62"/>
                    <a:pt x="1593" y="66"/>
                    <a:pt x="1635" y="66"/>
                  </a:cubicBezTo>
                  <a:cubicBezTo>
                    <a:pt x="1649" y="66"/>
                    <a:pt x="1663" y="65"/>
                    <a:pt x="1677" y="65"/>
                  </a:cubicBezTo>
                  <a:cubicBezTo>
                    <a:pt x="1628" y="29"/>
                    <a:pt x="1448" y="0"/>
                    <a:pt x="1256" y="0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21" name="Google Shape;7179;p80">
              <a:extLst>
                <a:ext uri="{FF2B5EF4-FFF2-40B4-BE49-F238E27FC236}">
                  <a16:creationId xmlns:a16="http://schemas.microsoft.com/office/drawing/2014/main" id="{F7BE3E2D-1EDA-A263-6706-2773A495CA76}"/>
                </a:ext>
              </a:extLst>
            </p:cNvPr>
            <p:cNvSpPr/>
            <p:nvPr/>
          </p:nvSpPr>
          <p:spPr>
            <a:xfrm>
              <a:off x="2517202" y="1238691"/>
              <a:ext cx="17406" cy="5404"/>
            </a:xfrm>
            <a:custGeom>
              <a:avLst/>
              <a:gdLst/>
              <a:ahLst/>
              <a:cxnLst/>
              <a:rect l="l" t="t" r="r" b="b"/>
              <a:pathLst>
                <a:path w="1282" h="398" extrusionOk="0">
                  <a:moveTo>
                    <a:pt x="1023" y="1"/>
                  </a:moveTo>
                  <a:cubicBezTo>
                    <a:pt x="919" y="1"/>
                    <a:pt x="860" y="48"/>
                    <a:pt x="799" y="98"/>
                  </a:cubicBezTo>
                  <a:cubicBezTo>
                    <a:pt x="748" y="140"/>
                    <a:pt x="688" y="187"/>
                    <a:pt x="609" y="187"/>
                  </a:cubicBezTo>
                  <a:cubicBezTo>
                    <a:pt x="601" y="187"/>
                    <a:pt x="593" y="187"/>
                    <a:pt x="585" y="186"/>
                  </a:cubicBezTo>
                  <a:cubicBezTo>
                    <a:pt x="573" y="184"/>
                    <a:pt x="559" y="184"/>
                    <a:pt x="543" y="184"/>
                  </a:cubicBezTo>
                  <a:cubicBezTo>
                    <a:pt x="376" y="184"/>
                    <a:pt x="55" y="265"/>
                    <a:pt x="1" y="322"/>
                  </a:cubicBezTo>
                  <a:cubicBezTo>
                    <a:pt x="56" y="379"/>
                    <a:pt x="171" y="397"/>
                    <a:pt x="306" y="397"/>
                  </a:cubicBezTo>
                  <a:cubicBezTo>
                    <a:pt x="437" y="397"/>
                    <a:pt x="585" y="380"/>
                    <a:pt x="711" y="365"/>
                  </a:cubicBezTo>
                  <a:lnTo>
                    <a:pt x="844" y="351"/>
                  </a:lnTo>
                  <a:cubicBezTo>
                    <a:pt x="1138" y="319"/>
                    <a:pt x="1275" y="217"/>
                    <a:pt x="1282" y="140"/>
                  </a:cubicBezTo>
                  <a:cubicBezTo>
                    <a:pt x="1282" y="84"/>
                    <a:pt x="1215" y="32"/>
                    <a:pt x="1114" y="11"/>
                  </a:cubicBezTo>
                  <a:cubicBezTo>
                    <a:pt x="1080" y="4"/>
                    <a:pt x="1050" y="1"/>
                    <a:pt x="1023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22" name="Google Shape;7180;p80">
              <a:extLst>
                <a:ext uri="{FF2B5EF4-FFF2-40B4-BE49-F238E27FC236}">
                  <a16:creationId xmlns:a16="http://schemas.microsoft.com/office/drawing/2014/main" id="{C07D357E-D48B-E043-B962-755A71572A88}"/>
                </a:ext>
              </a:extLst>
            </p:cNvPr>
            <p:cNvSpPr/>
            <p:nvPr/>
          </p:nvSpPr>
          <p:spPr>
            <a:xfrm>
              <a:off x="2718026" y="1237646"/>
              <a:ext cx="8757" cy="2403"/>
            </a:xfrm>
            <a:custGeom>
              <a:avLst/>
              <a:gdLst/>
              <a:ahLst/>
              <a:cxnLst/>
              <a:rect l="l" t="t" r="r" b="b"/>
              <a:pathLst>
                <a:path w="645" h="177" extrusionOk="0">
                  <a:moveTo>
                    <a:pt x="400" y="0"/>
                  </a:moveTo>
                  <a:cubicBezTo>
                    <a:pt x="179" y="0"/>
                    <a:pt x="11" y="60"/>
                    <a:pt x="1" y="95"/>
                  </a:cubicBezTo>
                  <a:cubicBezTo>
                    <a:pt x="1" y="95"/>
                    <a:pt x="8" y="105"/>
                    <a:pt x="22" y="119"/>
                  </a:cubicBezTo>
                  <a:cubicBezTo>
                    <a:pt x="55" y="145"/>
                    <a:pt x="193" y="176"/>
                    <a:pt x="334" y="176"/>
                  </a:cubicBezTo>
                  <a:cubicBezTo>
                    <a:pt x="401" y="176"/>
                    <a:pt x="469" y="169"/>
                    <a:pt x="526" y="151"/>
                  </a:cubicBezTo>
                  <a:cubicBezTo>
                    <a:pt x="596" y="130"/>
                    <a:pt x="634" y="98"/>
                    <a:pt x="645" y="53"/>
                  </a:cubicBezTo>
                  <a:cubicBezTo>
                    <a:pt x="645" y="53"/>
                    <a:pt x="645" y="53"/>
                    <a:pt x="645" y="49"/>
                  </a:cubicBezTo>
                  <a:cubicBezTo>
                    <a:pt x="641" y="39"/>
                    <a:pt x="575" y="0"/>
                    <a:pt x="407" y="0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23" name="Google Shape;7181;p80">
              <a:extLst>
                <a:ext uri="{FF2B5EF4-FFF2-40B4-BE49-F238E27FC236}">
                  <a16:creationId xmlns:a16="http://schemas.microsoft.com/office/drawing/2014/main" id="{BABEDDD5-B03D-5A21-98BE-046EC047DA6B}"/>
                </a:ext>
              </a:extLst>
            </p:cNvPr>
            <p:cNvSpPr/>
            <p:nvPr/>
          </p:nvSpPr>
          <p:spPr>
            <a:xfrm>
              <a:off x="2570534" y="1361377"/>
              <a:ext cx="11229" cy="4209"/>
            </a:xfrm>
            <a:custGeom>
              <a:avLst/>
              <a:gdLst/>
              <a:ahLst/>
              <a:cxnLst/>
              <a:rect l="l" t="t" r="r" b="b"/>
              <a:pathLst>
                <a:path w="827" h="310" extrusionOk="0">
                  <a:moveTo>
                    <a:pt x="284" y="0"/>
                  </a:moveTo>
                  <a:cubicBezTo>
                    <a:pt x="78" y="0"/>
                    <a:pt x="11" y="140"/>
                    <a:pt x="4" y="214"/>
                  </a:cubicBezTo>
                  <a:cubicBezTo>
                    <a:pt x="4" y="221"/>
                    <a:pt x="1" y="298"/>
                    <a:pt x="50" y="305"/>
                  </a:cubicBezTo>
                  <a:cubicBezTo>
                    <a:pt x="73" y="308"/>
                    <a:pt x="101" y="310"/>
                    <a:pt x="131" y="310"/>
                  </a:cubicBezTo>
                  <a:cubicBezTo>
                    <a:pt x="371" y="310"/>
                    <a:pt x="783" y="209"/>
                    <a:pt x="827" y="144"/>
                  </a:cubicBezTo>
                  <a:cubicBezTo>
                    <a:pt x="816" y="102"/>
                    <a:pt x="617" y="0"/>
                    <a:pt x="284" y="0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24" name="Google Shape;7182;p80">
              <a:extLst>
                <a:ext uri="{FF2B5EF4-FFF2-40B4-BE49-F238E27FC236}">
                  <a16:creationId xmlns:a16="http://schemas.microsoft.com/office/drawing/2014/main" id="{BC1C1ACE-FB52-31FA-C537-13F2CAF3A93C}"/>
                </a:ext>
              </a:extLst>
            </p:cNvPr>
            <p:cNvSpPr/>
            <p:nvPr/>
          </p:nvSpPr>
          <p:spPr>
            <a:xfrm>
              <a:off x="2635516" y="1366890"/>
              <a:ext cx="4616" cy="2865"/>
            </a:xfrm>
            <a:custGeom>
              <a:avLst/>
              <a:gdLst/>
              <a:ahLst/>
              <a:cxnLst/>
              <a:rect l="l" t="t" r="r" b="b"/>
              <a:pathLst>
                <a:path w="340" h="211" extrusionOk="0">
                  <a:moveTo>
                    <a:pt x="277" y="0"/>
                  </a:moveTo>
                  <a:cubicBezTo>
                    <a:pt x="165" y="0"/>
                    <a:pt x="18" y="102"/>
                    <a:pt x="0" y="144"/>
                  </a:cubicBezTo>
                  <a:lnTo>
                    <a:pt x="7" y="147"/>
                  </a:lnTo>
                  <a:cubicBezTo>
                    <a:pt x="90" y="189"/>
                    <a:pt x="167" y="211"/>
                    <a:pt x="224" y="211"/>
                  </a:cubicBezTo>
                  <a:cubicBezTo>
                    <a:pt x="254" y="211"/>
                    <a:pt x="278" y="205"/>
                    <a:pt x="294" y="193"/>
                  </a:cubicBezTo>
                  <a:cubicBezTo>
                    <a:pt x="340" y="161"/>
                    <a:pt x="340" y="91"/>
                    <a:pt x="333" y="39"/>
                  </a:cubicBezTo>
                  <a:cubicBezTo>
                    <a:pt x="333" y="21"/>
                    <a:pt x="329" y="0"/>
                    <a:pt x="277" y="0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25" name="Google Shape;7183;p80">
              <a:extLst>
                <a:ext uri="{FF2B5EF4-FFF2-40B4-BE49-F238E27FC236}">
                  <a16:creationId xmlns:a16="http://schemas.microsoft.com/office/drawing/2014/main" id="{B4CF215F-9A3B-B116-829F-1E255CCB8F0E}"/>
                </a:ext>
              </a:extLst>
            </p:cNvPr>
            <p:cNvSpPr/>
            <p:nvPr/>
          </p:nvSpPr>
          <p:spPr>
            <a:xfrm>
              <a:off x="2491961" y="1240701"/>
              <a:ext cx="20176" cy="8119"/>
            </a:xfrm>
            <a:custGeom>
              <a:avLst/>
              <a:gdLst/>
              <a:ahLst/>
              <a:cxnLst/>
              <a:rect l="l" t="t" r="r" b="b"/>
              <a:pathLst>
                <a:path w="1486" h="598" extrusionOk="0">
                  <a:moveTo>
                    <a:pt x="750" y="1"/>
                  </a:moveTo>
                  <a:cubicBezTo>
                    <a:pt x="588" y="1"/>
                    <a:pt x="493" y="24"/>
                    <a:pt x="463" y="41"/>
                  </a:cubicBezTo>
                  <a:cubicBezTo>
                    <a:pt x="480" y="153"/>
                    <a:pt x="347" y="234"/>
                    <a:pt x="204" y="322"/>
                  </a:cubicBezTo>
                  <a:cubicBezTo>
                    <a:pt x="134" y="367"/>
                    <a:pt x="4" y="441"/>
                    <a:pt x="1" y="479"/>
                  </a:cubicBezTo>
                  <a:cubicBezTo>
                    <a:pt x="4" y="483"/>
                    <a:pt x="11" y="486"/>
                    <a:pt x="15" y="490"/>
                  </a:cubicBezTo>
                  <a:cubicBezTo>
                    <a:pt x="105" y="562"/>
                    <a:pt x="245" y="598"/>
                    <a:pt x="425" y="598"/>
                  </a:cubicBezTo>
                  <a:cubicBezTo>
                    <a:pt x="490" y="598"/>
                    <a:pt x="560" y="593"/>
                    <a:pt x="634" y="584"/>
                  </a:cubicBezTo>
                  <a:cubicBezTo>
                    <a:pt x="1033" y="535"/>
                    <a:pt x="1422" y="374"/>
                    <a:pt x="1475" y="308"/>
                  </a:cubicBezTo>
                  <a:cubicBezTo>
                    <a:pt x="1478" y="304"/>
                    <a:pt x="1482" y="301"/>
                    <a:pt x="1485" y="294"/>
                  </a:cubicBezTo>
                  <a:cubicBezTo>
                    <a:pt x="1461" y="276"/>
                    <a:pt x="1433" y="262"/>
                    <a:pt x="1408" y="252"/>
                  </a:cubicBezTo>
                  <a:cubicBezTo>
                    <a:pt x="1334" y="213"/>
                    <a:pt x="1243" y="171"/>
                    <a:pt x="1222" y="76"/>
                  </a:cubicBezTo>
                  <a:cubicBezTo>
                    <a:pt x="1194" y="52"/>
                    <a:pt x="1061" y="10"/>
                    <a:pt x="841" y="3"/>
                  </a:cubicBezTo>
                  <a:cubicBezTo>
                    <a:pt x="808" y="1"/>
                    <a:pt x="778" y="1"/>
                    <a:pt x="750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26" name="Google Shape;7184;p80">
              <a:extLst>
                <a:ext uri="{FF2B5EF4-FFF2-40B4-BE49-F238E27FC236}">
                  <a16:creationId xmlns:a16="http://schemas.microsoft.com/office/drawing/2014/main" id="{9EEFC734-60B9-1CD4-09D7-E560436B986F}"/>
                </a:ext>
              </a:extLst>
            </p:cNvPr>
            <p:cNvSpPr/>
            <p:nvPr/>
          </p:nvSpPr>
          <p:spPr>
            <a:xfrm>
              <a:off x="2465159" y="1249621"/>
              <a:ext cx="23394" cy="6734"/>
            </a:xfrm>
            <a:custGeom>
              <a:avLst/>
              <a:gdLst/>
              <a:ahLst/>
              <a:cxnLst/>
              <a:rect l="l" t="t" r="r" b="b"/>
              <a:pathLst>
                <a:path w="1723" h="496" extrusionOk="0">
                  <a:moveTo>
                    <a:pt x="993" y="0"/>
                  </a:moveTo>
                  <a:cubicBezTo>
                    <a:pt x="912" y="0"/>
                    <a:pt x="846" y="5"/>
                    <a:pt x="809" y="15"/>
                  </a:cubicBezTo>
                  <a:cubicBezTo>
                    <a:pt x="816" y="50"/>
                    <a:pt x="809" y="88"/>
                    <a:pt x="788" y="120"/>
                  </a:cubicBezTo>
                  <a:cubicBezTo>
                    <a:pt x="735" y="197"/>
                    <a:pt x="609" y="211"/>
                    <a:pt x="333" y="211"/>
                  </a:cubicBezTo>
                  <a:cubicBezTo>
                    <a:pt x="151" y="211"/>
                    <a:pt x="32" y="274"/>
                    <a:pt x="11" y="330"/>
                  </a:cubicBezTo>
                  <a:cubicBezTo>
                    <a:pt x="0" y="358"/>
                    <a:pt x="14" y="386"/>
                    <a:pt x="49" y="417"/>
                  </a:cubicBezTo>
                  <a:cubicBezTo>
                    <a:pt x="109" y="467"/>
                    <a:pt x="265" y="495"/>
                    <a:pt x="453" y="495"/>
                  </a:cubicBezTo>
                  <a:cubicBezTo>
                    <a:pt x="530" y="495"/>
                    <a:pt x="613" y="490"/>
                    <a:pt x="697" y="480"/>
                  </a:cubicBezTo>
                  <a:cubicBezTo>
                    <a:pt x="956" y="452"/>
                    <a:pt x="1113" y="386"/>
                    <a:pt x="1152" y="333"/>
                  </a:cubicBezTo>
                  <a:cubicBezTo>
                    <a:pt x="1243" y="211"/>
                    <a:pt x="1397" y="200"/>
                    <a:pt x="1520" y="193"/>
                  </a:cubicBezTo>
                  <a:cubicBezTo>
                    <a:pt x="1642" y="186"/>
                    <a:pt x="1702" y="176"/>
                    <a:pt x="1723" y="134"/>
                  </a:cubicBezTo>
                  <a:cubicBezTo>
                    <a:pt x="1709" y="123"/>
                    <a:pt x="1670" y="95"/>
                    <a:pt x="1548" y="64"/>
                  </a:cubicBezTo>
                  <a:cubicBezTo>
                    <a:pt x="1374" y="20"/>
                    <a:pt x="1154" y="0"/>
                    <a:pt x="993" y="0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27" name="Google Shape;7185;p80">
              <a:extLst>
                <a:ext uri="{FF2B5EF4-FFF2-40B4-BE49-F238E27FC236}">
                  <a16:creationId xmlns:a16="http://schemas.microsoft.com/office/drawing/2014/main" id="{97D232D7-D186-5AB9-2A36-8C4D5FDF7D1A}"/>
                </a:ext>
              </a:extLst>
            </p:cNvPr>
            <p:cNvSpPr/>
            <p:nvPr/>
          </p:nvSpPr>
          <p:spPr>
            <a:xfrm>
              <a:off x="2466530" y="1232500"/>
              <a:ext cx="20597" cy="4358"/>
            </a:xfrm>
            <a:custGeom>
              <a:avLst/>
              <a:gdLst/>
              <a:ahLst/>
              <a:cxnLst/>
              <a:rect l="l" t="t" r="r" b="b"/>
              <a:pathLst>
                <a:path w="1517" h="321" extrusionOk="0">
                  <a:moveTo>
                    <a:pt x="1106" y="0"/>
                  </a:moveTo>
                  <a:cubicBezTo>
                    <a:pt x="908" y="0"/>
                    <a:pt x="721" y="29"/>
                    <a:pt x="655" y="57"/>
                  </a:cubicBezTo>
                  <a:cubicBezTo>
                    <a:pt x="662" y="78"/>
                    <a:pt x="659" y="99"/>
                    <a:pt x="652" y="120"/>
                  </a:cubicBezTo>
                  <a:cubicBezTo>
                    <a:pt x="613" y="197"/>
                    <a:pt x="480" y="215"/>
                    <a:pt x="102" y="229"/>
                  </a:cubicBezTo>
                  <a:lnTo>
                    <a:pt x="1" y="232"/>
                  </a:lnTo>
                  <a:cubicBezTo>
                    <a:pt x="160" y="290"/>
                    <a:pt x="330" y="321"/>
                    <a:pt x="502" y="321"/>
                  </a:cubicBezTo>
                  <a:cubicBezTo>
                    <a:pt x="519" y="321"/>
                    <a:pt x="537" y="321"/>
                    <a:pt x="554" y="320"/>
                  </a:cubicBezTo>
                  <a:cubicBezTo>
                    <a:pt x="732" y="320"/>
                    <a:pt x="781" y="267"/>
                    <a:pt x="834" y="211"/>
                  </a:cubicBezTo>
                  <a:cubicBezTo>
                    <a:pt x="883" y="145"/>
                    <a:pt x="961" y="104"/>
                    <a:pt x="1044" y="104"/>
                  </a:cubicBezTo>
                  <a:cubicBezTo>
                    <a:pt x="1061" y="104"/>
                    <a:pt x="1079" y="106"/>
                    <a:pt x="1096" y="110"/>
                  </a:cubicBezTo>
                  <a:cubicBezTo>
                    <a:pt x="1171" y="119"/>
                    <a:pt x="1239" y="123"/>
                    <a:pt x="1297" y="123"/>
                  </a:cubicBezTo>
                  <a:cubicBezTo>
                    <a:pt x="1414" y="123"/>
                    <a:pt x="1493" y="107"/>
                    <a:pt x="1517" y="89"/>
                  </a:cubicBezTo>
                  <a:cubicBezTo>
                    <a:pt x="1513" y="82"/>
                    <a:pt x="1510" y="78"/>
                    <a:pt x="1503" y="71"/>
                  </a:cubicBezTo>
                  <a:cubicBezTo>
                    <a:pt x="1489" y="54"/>
                    <a:pt x="1415" y="19"/>
                    <a:pt x="1240" y="5"/>
                  </a:cubicBezTo>
                  <a:cubicBezTo>
                    <a:pt x="1196" y="2"/>
                    <a:pt x="1151" y="0"/>
                    <a:pt x="1106" y="0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28" name="Google Shape;7186;p80">
              <a:extLst>
                <a:ext uri="{FF2B5EF4-FFF2-40B4-BE49-F238E27FC236}">
                  <a16:creationId xmlns:a16="http://schemas.microsoft.com/office/drawing/2014/main" id="{46950A7D-6B68-3920-C35E-42F7D56B93B0}"/>
                </a:ext>
              </a:extLst>
            </p:cNvPr>
            <p:cNvSpPr/>
            <p:nvPr/>
          </p:nvSpPr>
          <p:spPr>
            <a:xfrm>
              <a:off x="2698353" y="1642147"/>
              <a:ext cx="54" cy="109"/>
            </a:xfrm>
            <a:custGeom>
              <a:avLst/>
              <a:gdLst/>
              <a:ahLst/>
              <a:cxnLst/>
              <a:rect l="l" t="t" r="r" b="b"/>
              <a:pathLst>
                <a:path w="4" h="8" extrusionOk="0">
                  <a:moveTo>
                    <a:pt x="0" y="8"/>
                  </a:moveTo>
                  <a:lnTo>
                    <a:pt x="4" y="1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29" name="Google Shape;7187;p80">
              <a:extLst>
                <a:ext uri="{FF2B5EF4-FFF2-40B4-BE49-F238E27FC236}">
                  <a16:creationId xmlns:a16="http://schemas.microsoft.com/office/drawing/2014/main" id="{D1D0D3B4-3BF5-F3ED-B236-5E1E203F1233}"/>
                </a:ext>
              </a:extLst>
            </p:cNvPr>
            <p:cNvSpPr/>
            <p:nvPr/>
          </p:nvSpPr>
          <p:spPr>
            <a:xfrm>
              <a:off x="2818038" y="1630266"/>
              <a:ext cx="3625" cy="530"/>
            </a:xfrm>
            <a:custGeom>
              <a:avLst/>
              <a:gdLst/>
              <a:ahLst/>
              <a:cxnLst/>
              <a:rect l="l" t="t" r="r" b="b"/>
              <a:pathLst>
                <a:path w="267" h="39" extrusionOk="0">
                  <a:moveTo>
                    <a:pt x="0" y="39"/>
                  </a:moveTo>
                  <a:cubicBezTo>
                    <a:pt x="88" y="21"/>
                    <a:pt x="179" y="7"/>
                    <a:pt x="267" y="0"/>
                  </a:cubicBezTo>
                  <a:cubicBezTo>
                    <a:pt x="179" y="7"/>
                    <a:pt x="88" y="21"/>
                    <a:pt x="0" y="39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30" name="Google Shape;7188;p80">
              <a:extLst>
                <a:ext uri="{FF2B5EF4-FFF2-40B4-BE49-F238E27FC236}">
                  <a16:creationId xmlns:a16="http://schemas.microsoft.com/office/drawing/2014/main" id="{DEF82347-6EB0-D1DC-94ED-5C71C7394163}"/>
                </a:ext>
              </a:extLst>
            </p:cNvPr>
            <p:cNvSpPr/>
            <p:nvPr/>
          </p:nvSpPr>
          <p:spPr>
            <a:xfrm>
              <a:off x="2835580" y="1633878"/>
              <a:ext cx="2430" cy="815"/>
            </a:xfrm>
            <a:custGeom>
              <a:avLst/>
              <a:gdLst/>
              <a:ahLst/>
              <a:cxnLst/>
              <a:rect l="l" t="t" r="r" b="b"/>
              <a:pathLst>
                <a:path w="179" h="60" extrusionOk="0">
                  <a:moveTo>
                    <a:pt x="0" y="0"/>
                  </a:moveTo>
                  <a:cubicBezTo>
                    <a:pt x="18" y="18"/>
                    <a:pt x="119" y="42"/>
                    <a:pt x="179" y="60"/>
                  </a:cubicBezTo>
                  <a:cubicBezTo>
                    <a:pt x="119" y="42"/>
                    <a:pt x="18" y="18"/>
                    <a:pt x="0" y="0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31" name="Google Shape;7189;p80">
              <a:extLst>
                <a:ext uri="{FF2B5EF4-FFF2-40B4-BE49-F238E27FC236}">
                  <a16:creationId xmlns:a16="http://schemas.microsoft.com/office/drawing/2014/main" id="{7F559F83-D711-CC75-F36A-DEFC4662D1D6}"/>
                </a:ext>
              </a:extLst>
            </p:cNvPr>
            <p:cNvSpPr/>
            <p:nvPr/>
          </p:nvSpPr>
          <p:spPr>
            <a:xfrm>
              <a:off x="2863808" y="1641861"/>
              <a:ext cx="584" cy="299"/>
            </a:xfrm>
            <a:custGeom>
              <a:avLst/>
              <a:gdLst/>
              <a:ahLst/>
              <a:cxnLst/>
              <a:rect l="l" t="t" r="r" b="b"/>
              <a:pathLst>
                <a:path w="43" h="22" extrusionOk="0">
                  <a:moveTo>
                    <a:pt x="1" y="22"/>
                  </a:moveTo>
                  <a:cubicBezTo>
                    <a:pt x="15" y="15"/>
                    <a:pt x="25" y="8"/>
                    <a:pt x="43" y="1"/>
                  </a:cubicBezTo>
                  <a:cubicBezTo>
                    <a:pt x="25" y="8"/>
                    <a:pt x="15" y="15"/>
                    <a:pt x="1" y="22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32" name="Google Shape;7190;p80">
              <a:extLst>
                <a:ext uri="{FF2B5EF4-FFF2-40B4-BE49-F238E27FC236}">
                  <a16:creationId xmlns:a16="http://schemas.microsoft.com/office/drawing/2014/main" id="{6BA88490-539A-C00B-DC98-5B031A42C3ED}"/>
                </a:ext>
              </a:extLst>
            </p:cNvPr>
            <p:cNvSpPr/>
            <p:nvPr/>
          </p:nvSpPr>
          <p:spPr>
            <a:xfrm>
              <a:off x="2807149" y="1632778"/>
              <a:ext cx="2729" cy="1059"/>
            </a:xfrm>
            <a:custGeom>
              <a:avLst/>
              <a:gdLst/>
              <a:ahLst/>
              <a:cxnLst/>
              <a:rect l="l" t="t" r="r" b="b"/>
              <a:pathLst>
                <a:path w="201" h="78" extrusionOk="0">
                  <a:moveTo>
                    <a:pt x="1" y="1"/>
                  </a:moveTo>
                  <a:cubicBezTo>
                    <a:pt x="64" y="32"/>
                    <a:pt x="130" y="60"/>
                    <a:pt x="200" y="78"/>
                  </a:cubicBezTo>
                  <a:cubicBezTo>
                    <a:pt x="130" y="60"/>
                    <a:pt x="64" y="32"/>
                    <a:pt x="1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33" name="Google Shape;7191;p80">
              <a:extLst>
                <a:ext uri="{FF2B5EF4-FFF2-40B4-BE49-F238E27FC236}">
                  <a16:creationId xmlns:a16="http://schemas.microsoft.com/office/drawing/2014/main" id="{81AD4291-798F-18AC-5DE4-99AD749E417F}"/>
                </a:ext>
              </a:extLst>
            </p:cNvPr>
            <p:cNvSpPr/>
            <p:nvPr/>
          </p:nvSpPr>
          <p:spPr>
            <a:xfrm>
              <a:off x="2901553" y="1635249"/>
              <a:ext cx="204" cy="14"/>
            </a:xfrm>
            <a:custGeom>
              <a:avLst/>
              <a:gdLst/>
              <a:ahLst/>
              <a:cxnLst/>
              <a:rect l="l" t="t" r="r" b="b"/>
              <a:pathLst>
                <a:path w="15" h="1" extrusionOk="0">
                  <a:moveTo>
                    <a:pt x="0" y="1"/>
                  </a:moveTo>
                  <a:lnTo>
                    <a:pt x="14" y="1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34" name="Google Shape;7192;p80">
              <a:extLst>
                <a:ext uri="{FF2B5EF4-FFF2-40B4-BE49-F238E27FC236}">
                  <a16:creationId xmlns:a16="http://schemas.microsoft.com/office/drawing/2014/main" id="{54F1DEC1-63E4-4235-393F-7CB6AB69C8EF}"/>
                </a:ext>
              </a:extLst>
            </p:cNvPr>
            <p:cNvSpPr/>
            <p:nvPr/>
          </p:nvSpPr>
          <p:spPr>
            <a:xfrm>
              <a:off x="2907351" y="1636064"/>
              <a:ext cx="584" cy="299"/>
            </a:xfrm>
            <a:custGeom>
              <a:avLst/>
              <a:gdLst/>
              <a:ahLst/>
              <a:cxnLst/>
              <a:rect l="l" t="t" r="r" b="b"/>
              <a:pathLst>
                <a:path w="43" h="22" extrusionOk="0">
                  <a:moveTo>
                    <a:pt x="1" y="0"/>
                  </a:moveTo>
                  <a:cubicBezTo>
                    <a:pt x="15" y="7"/>
                    <a:pt x="29" y="14"/>
                    <a:pt x="39" y="21"/>
                  </a:cubicBezTo>
                  <a:lnTo>
                    <a:pt x="43" y="18"/>
                  </a:lnTo>
                  <a:lnTo>
                    <a:pt x="1" y="0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35" name="Google Shape;7193;p80">
              <a:extLst>
                <a:ext uri="{FF2B5EF4-FFF2-40B4-BE49-F238E27FC236}">
                  <a16:creationId xmlns:a16="http://schemas.microsoft.com/office/drawing/2014/main" id="{E469013C-942A-7943-F082-83FAB407954F}"/>
                </a:ext>
              </a:extLst>
            </p:cNvPr>
            <p:cNvSpPr/>
            <p:nvPr/>
          </p:nvSpPr>
          <p:spPr>
            <a:xfrm>
              <a:off x="2902355" y="1635154"/>
              <a:ext cx="14" cy="14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1" y="1"/>
                  </a:move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36" name="Google Shape;7194;p80">
              <a:extLst>
                <a:ext uri="{FF2B5EF4-FFF2-40B4-BE49-F238E27FC236}">
                  <a16:creationId xmlns:a16="http://schemas.microsoft.com/office/drawing/2014/main" id="{B17E8DFD-6EEC-5B7D-4AC0-D368F4A8A574}"/>
                </a:ext>
              </a:extLst>
            </p:cNvPr>
            <p:cNvSpPr/>
            <p:nvPr/>
          </p:nvSpPr>
          <p:spPr>
            <a:xfrm>
              <a:off x="2873367" y="1638915"/>
              <a:ext cx="3286" cy="1018"/>
            </a:xfrm>
            <a:custGeom>
              <a:avLst/>
              <a:gdLst/>
              <a:ahLst/>
              <a:cxnLst/>
              <a:rect l="l" t="t" r="r" b="b"/>
              <a:pathLst>
                <a:path w="242" h="75" extrusionOk="0">
                  <a:moveTo>
                    <a:pt x="242" y="1"/>
                  </a:moveTo>
                  <a:lnTo>
                    <a:pt x="242" y="1"/>
                  </a:lnTo>
                  <a:cubicBezTo>
                    <a:pt x="151" y="15"/>
                    <a:pt x="60" y="29"/>
                    <a:pt x="0" y="74"/>
                  </a:cubicBezTo>
                  <a:cubicBezTo>
                    <a:pt x="60" y="29"/>
                    <a:pt x="154" y="15"/>
                    <a:pt x="242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37" name="Google Shape;7195;p80">
              <a:extLst>
                <a:ext uri="{FF2B5EF4-FFF2-40B4-BE49-F238E27FC236}">
                  <a16:creationId xmlns:a16="http://schemas.microsoft.com/office/drawing/2014/main" id="{BFEE300F-A1EE-915C-8D1E-AEF1D9952022}"/>
                </a:ext>
              </a:extLst>
            </p:cNvPr>
            <p:cNvSpPr/>
            <p:nvPr/>
          </p:nvSpPr>
          <p:spPr>
            <a:xfrm>
              <a:off x="2746879" y="1634258"/>
              <a:ext cx="3299" cy="1494"/>
            </a:xfrm>
            <a:custGeom>
              <a:avLst/>
              <a:gdLst/>
              <a:ahLst/>
              <a:cxnLst/>
              <a:rect l="l" t="t" r="r" b="b"/>
              <a:pathLst>
                <a:path w="243" h="110" extrusionOk="0">
                  <a:moveTo>
                    <a:pt x="1" y="1"/>
                  </a:moveTo>
                  <a:cubicBezTo>
                    <a:pt x="66" y="35"/>
                    <a:pt x="191" y="109"/>
                    <a:pt x="239" y="109"/>
                  </a:cubicBezTo>
                  <a:cubicBezTo>
                    <a:pt x="239" y="109"/>
                    <a:pt x="239" y="109"/>
                    <a:pt x="239" y="109"/>
                  </a:cubicBezTo>
                  <a:lnTo>
                    <a:pt x="239" y="109"/>
                  </a:lnTo>
                  <a:cubicBezTo>
                    <a:pt x="194" y="109"/>
                    <a:pt x="66" y="35"/>
                    <a:pt x="1" y="1"/>
                  </a:cubicBezTo>
                  <a:close/>
                  <a:moveTo>
                    <a:pt x="242" y="109"/>
                  </a:moveTo>
                  <a:cubicBezTo>
                    <a:pt x="241" y="109"/>
                    <a:pt x="240" y="109"/>
                    <a:pt x="239" y="109"/>
                  </a:cubicBezTo>
                  <a:lnTo>
                    <a:pt x="239" y="109"/>
                  </a:lnTo>
                  <a:cubicBezTo>
                    <a:pt x="239" y="109"/>
                    <a:pt x="239" y="109"/>
                    <a:pt x="239" y="109"/>
                  </a:cubicBezTo>
                  <a:cubicBezTo>
                    <a:pt x="240" y="109"/>
                    <a:pt x="241" y="109"/>
                    <a:pt x="242" y="109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38" name="Google Shape;7196;p80">
              <a:extLst>
                <a:ext uri="{FF2B5EF4-FFF2-40B4-BE49-F238E27FC236}">
                  <a16:creationId xmlns:a16="http://schemas.microsoft.com/office/drawing/2014/main" id="{A323B26E-B174-0D1D-C383-1DF121DB893C}"/>
                </a:ext>
              </a:extLst>
            </p:cNvPr>
            <p:cNvSpPr/>
            <p:nvPr/>
          </p:nvSpPr>
          <p:spPr>
            <a:xfrm>
              <a:off x="2716221" y="1632113"/>
              <a:ext cx="2444" cy="1534"/>
            </a:xfrm>
            <a:custGeom>
              <a:avLst/>
              <a:gdLst/>
              <a:ahLst/>
              <a:cxnLst/>
              <a:rect l="l" t="t" r="r" b="b"/>
              <a:pathLst>
                <a:path w="180" h="113" extrusionOk="0">
                  <a:moveTo>
                    <a:pt x="1" y="113"/>
                  </a:moveTo>
                  <a:cubicBezTo>
                    <a:pt x="57" y="67"/>
                    <a:pt x="116" y="29"/>
                    <a:pt x="179" y="1"/>
                  </a:cubicBezTo>
                  <a:cubicBezTo>
                    <a:pt x="116" y="29"/>
                    <a:pt x="57" y="67"/>
                    <a:pt x="1" y="113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39" name="Google Shape;7197;p80">
              <a:extLst>
                <a:ext uri="{FF2B5EF4-FFF2-40B4-BE49-F238E27FC236}">
                  <a16:creationId xmlns:a16="http://schemas.microsoft.com/office/drawing/2014/main" id="{0F701885-5AED-D247-CB0F-C5D8F2A1D22F}"/>
                </a:ext>
              </a:extLst>
            </p:cNvPr>
            <p:cNvSpPr/>
            <p:nvPr/>
          </p:nvSpPr>
          <p:spPr>
            <a:xfrm>
              <a:off x="2699059" y="1641440"/>
              <a:ext cx="109" cy="54"/>
            </a:xfrm>
            <a:custGeom>
              <a:avLst/>
              <a:gdLst/>
              <a:ahLst/>
              <a:cxnLst/>
              <a:rect l="l" t="t" r="r" b="b"/>
              <a:pathLst>
                <a:path w="8" h="4" extrusionOk="0">
                  <a:moveTo>
                    <a:pt x="1" y="4"/>
                  </a:moveTo>
                  <a:lnTo>
                    <a:pt x="8" y="0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40" name="Google Shape;7198;p80">
              <a:extLst>
                <a:ext uri="{FF2B5EF4-FFF2-40B4-BE49-F238E27FC236}">
                  <a16:creationId xmlns:a16="http://schemas.microsoft.com/office/drawing/2014/main" id="{4E2FA782-4616-EA54-5558-7C8E3980FF07}"/>
                </a:ext>
              </a:extLst>
            </p:cNvPr>
            <p:cNvSpPr/>
            <p:nvPr/>
          </p:nvSpPr>
          <p:spPr>
            <a:xfrm>
              <a:off x="2698869" y="1641576"/>
              <a:ext cx="68" cy="109"/>
            </a:xfrm>
            <a:custGeom>
              <a:avLst/>
              <a:gdLst/>
              <a:ahLst/>
              <a:cxnLst/>
              <a:rect l="l" t="t" r="r" b="b"/>
              <a:pathLst>
                <a:path w="5" h="8" extrusionOk="0">
                  <a:moveTo>
                    <a:pt x="1" y="8"/>
                  </a:moveTo>
                  <a:lnTo>
                    <a:pt x="4" y="1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41" name="Google Shape;7199;p80">
              <a:extLst>
                <a:ext uri="{FF2B5EF4-FFF2-40B4-BE49-F238E27FC236}">
                  <a16:creationId xmlns:a16="http://schemas.microsoft.com/office/drawing/2014/main" id="{18294344-99CA-C80B-72D0-B1E809247EC1}"/>
                </a:ext>
              </a:extLst>
            </p:cNvPr>
            <p:cNvSpPr/>
            <p:nvPr/>
          </p:nvSpPr>
          <p:spPr>
            <a:xfrm>
              <a:off x="2698678" y="1641726"/>
              <a:ext cx="68" cy="109"/>
            </a:xfrm>
            <a:custGeom>
              <a:avLst/>
              <a:gdLst/>
              <a:ahLst/>
              <a:cxnLst/>
              <a:rect l="l" t="t" r="r" b="b"/>
              <a:pathLst>
                <a:path w="5" h="8" extrusionOk="0">
                  <a:moveTo>
                    <a:pt x="1" y="7"/>
                  </a:moveTo>
                  <a:lnTo>
                    <a:pt x="4" y="0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42" name="Google Shape;7200;p80">
              <a:extLst>
                <a:ext uri="{FF2B5EF4-FFF2-40B4-BE49-F238E27FC236}">
                  <a16:creationId xmlns:a16="http://schemas.microsoft.com/office/drawing/2014/main" id="{67C2273A-54D6-04A8-A833-C0CF95F1C973}"/>
                </a:ext>
              </a:extLst>
            </p:cNvPr>
            <p:cNvSpPr/>
            <p:nvPr/>
          </p:nvSpPr>
          <p:spPr>
            <a:xfrm>
              <a:off x="2698543" y="1641916"/>
              <a:ext cx="54" cy="54"/>
            </a:xfrm>
            <a:custGeom>
              <a:avLst/>
              <a:gdLst/>
              <a:ahLst/>
              <a:cxnLst/>
              <a:rect l="l" t="t" r="r" b="b"/>
              <a:pathLst>
                <a:path w="4" h="4" extrusionOk="0">
                  <a:moveTo>
                    <a:pt x="0" y="4"/>
                  </a:moveTo>
                  <a:lnTo>
                    <a:pt x="4" y="0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43" name="Google Shape;7201;p80">
              <a:extLst>
                <a:ext uri="{FF2B5EF4-FFF2-40B4-BE49-F238E27FC236}">
                  <a16:creationId xmlns:a16="http://schemas.microsoft.com/office/drawing/2014/main" id="{6F5319C0-E009-00B4-5F2C-AF248529F3C2}"/>
                </a:ext>
              </a:extLst>
            </p:cNvPr>
            <p:cNvSpPr/>
            <p:nvPr/>
          </p:nvSpPr>
          <p:spPr>
            <a:xfrm>
              <a:off x="2700348" y="1640870"/>
              <a:ext cx="54" cy="14"/>
            </a:xfrm>
            <a:custGeom>
              <a:avLst/>
              <a:gdLst/>
              <a:ahLst/>
              <a:cxnLst/>
              <a:rect l="l" t="t" r="r" b="b"/>
              <a:pathLst>
                <a:path w="4" h="1" extrusionOk="0">
                  <a:moveTo>
                    <a:pt x="0" y="0"/>
                  </a:moveTo>
                  <a:lnTo>
                    <a:pt x="4" y="0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44" name="Google Shape;7202;p80">
              <a:extLst>
                <a:ext uri="{FF2B5EF4-FFF2-40B4-BE49-F238E27FC236}">
                  <a16:creationId xmlns:a16="http://schemas.microsoft.com/office/drawing/2014/main" id="{74510132-E3A9-98EA-DCBE-E67364C80785}"/>
                </a:ext>
              </a:extLst>
            </p:cNvPr>
            <p:cNvSpPr/>
            <p:nvPr/>
          </p:nvSpPr>
          <p:spPr>
            <a:xfrm>
              <a:off x="2699629" y="1641155"/>
              <a:ext cx="68" cy="14"/>
            </a:xfrm>
            <a:custGeom>
              <a:avLst/>
              <a:gdLst/>
              <a:ahLst/>
              <a:cxnLst/>
              <a:rect l="l" t="t" r="r" b="b"/>
              <a:pathLst>
                <a:path w="5" h="1" extrusionOk="0">
                  <a:moveTo>
                    <a:pt x="1" y="0"/>
                  </a:moveTo>
                  <a:lnTo>
                    <a:pt x="4" y="0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45" name="Google Shape;7203;p80">
              <a:extLst>
                <a:ext uri="{FF2B5EF4-FFF2-40B4-BE49-F238E27FC236}">
                  <a16:creationId xmlns:a16="http://schemas.microsoft.com/office/drawing/2014/main" id="{52235DCC-9F54-6E3E-0A5A-0A7A4B8D2BF2}"/>
                </a:ext>
              </a:extLst>
            </p:cNvPr>
            <p:cNvSpPr/>
            <p:nvPr/>
          </p:nvSpPr>
          <p:spPr>
            <a:xfrm>
              <a:off x="2698448" y="1642051"/>
              <a:ext cx="54" cy="68"/>
            </a:xfrm>
            <a:custGeom>
              <a:avLst/>
              <a:gdLst/>
              <a:ahLst/>
              <a:cxnLst/>
              <a:rect l="l" t="t" r="r" b="b"/>
              <a:pathLst>
                <a:path w="4" h="5" extrusionOk="0">
                  <a:moveTo>
                    <a:pt x="0" y="4"/>
                  </a:moveTo>
                  <a:lnTo>
                    <a:pt x="4" y="1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46" name="Google Shape;7204;p80">
              <a:extLst>
                <a:ext uri="{FF2B5EF4-FFF2-40B4-BE49-F238E27FC236}">
                  <a16:creationId xmlns:a16="http://schemas.microsoft.com/office/drawing/2014/main" id="{F11C2F19-DEA4-468C-43EF-4634CE5E8113}"/>
                </a:ext>
              </a:extLst>
            </p:cNvPr>
            <p:cNvSpPr/>
            <p:nvPr/>
          </p:nvSpPr>
          <p:spPr>
            <a:xfrm>
              <a:off x="2699968" y="1641006"/>
              <a:ext cx="54" cy="14"/>
            </a:xfrm>
            <a:custGeom>
              <a:avLst/>
              <a:gdLst/>
              <a:ahLst/>
              <a:cxnLst/>
              <a:rect l="l" t="t" r="r" b="b"/>
              <a:pathLst>
                <a:path w="4" h="1" extrusionOk="0">
                  <a:moveTo>
                    <a:pt x="0" y="1"/>
                  </a:moveTo>
                  <a:lnTo>
                    <a:pt x="4" y="1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47" name="Google Shape;7205;p80">
              <a:extLst>
                <a:ext uri="{FF2B5EF4-FFF2-40B4-BE49-F238E27FC236}">
                  <a16:creationId xmlns:a16="http://schemas.microsoft.com/office/drawing/2014/main" id="{72CC2DF5-CBCE-6AFA-05A1-99419F9156C1}"/>
                </a:ext>
              </a:extLst>
            </p:cNvPr>
            <p:cNvSpPr/>
            <p:nvPr/>
          </p:nvSpPr>
          <p:spPr>
            <a:xfrm>
              <a:off x="2699303" y="1641291"/>
              <a:ext cx="109" cy="68"/>
            </a:xfrm>
            <a:custGeom>
              <a:avLst/>
              <a:gdLst/>
              <a:ahLst/>
              <a:cxnLst/>
              <a:rect l="l" t="t" r="r" b="b"/>
              <a:pathLst>
                <a:path w="8" h="5" extrusionOk="0">
                  <a:moveTo>
                    <a:pt x="0" y="4"/>
                  </a:moveTo>
                  <a:lnTo>
                    <a:pt x="7" y="1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48" name="Google Shape;7206;p80">
              <a:extLst>
                <a:ext uri="{FF2B5EF4-FFF2-40B4-BE49-F238E27FC236}">
                  <a16:creationId xmlns:a16="http://schemas.microsoft.com/office/drawing/2014/main" id="{142B72DE-974C-DD65-04F6-1D5737CA886F}"/>
                </a:ext>
              </a:extLst>
            </p:cNvPr>
            <p:cNvSpPr/>
            <p:nvPr/>
          </p:nvSpPr>
          <p:spPr>
            <a:xfrm>
              <a:off x="2750164" y="1633688"/>
              <a:ext cx="6952" cy="2050"/>
            </a:xfrm>
            <a:custGeom>
              <a:avLst/>
              <a:gdLst/>
              <a:ahLst/>
              <a:cxnLst/>
              <a:rect l="l" t="t" r="r" b="b"/>
              <a:pathLst>
                <a:path w="512" h="151" extrusionOk="0">
                  <a:moveTo>
                    <a:pt x="511" y="116"/>
                  </a:moveTo>
                  <a:cubicBezTo>
                    <a:pt x="319" y="0"/>
                    <a:pt x="98" y="74"/>
                    <a:pt x="0" y="151"/>
                  </a:cubicBezTo>
                  <a:lnTo>
                    <a:pt x="0" y="151"/>
                  </a:lnTo>
                  <a:cubicBezTo>
                    <a:pt x="98" y="74"/>
                    <a:pt x="319" y="0"/>
                    <a:pt x="511" y="116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49" name="Google Shape;7207;p80">
              <a:extLst>
                <a:ext uri="{FF2B5EF4-FFF2-40B4-BE49-F238E27FC236}">
                  <a16:creationId xmlns:a16="http://schemas.microsoft.com/office/drawing/2014/main" id="{E14DDE1F-01BF-CE34-3EB7-FA55FB456D52}"/>
                </a:ext>
              </a:extLst>
            </p:cNvPr>
            <p:cNvSpPr/>
            <p:nvPr/>
          </p:nvSpPr>
          <p:spPr>
            <a:xfrm>
              <a:off x="2757102" y="1635249"/>
              <a:ext cx="3666" cy="2009"/>
            </a:xfrm>
            <a:custGeom>
              <a:avLst/>
              <a:gdLst/>
              <a:ahLst/>
              <a:cxnLst/>
              <a:rect l="l" t="t" r="r" b="b"/>
              <a:pathLst>
                <a:path w="270" h="148" extrusionOk="0">
                  <a:moveTo>
                    <a:pt x="270" y="148"/>
                  </a:moveTo>
                  <a:cubicBezTo>
                    <a:pt x="224" y="141"/>
                    <a:pt x="137" y="88"/>
                    <a:pt x="74" y="46"/>
                  </a:cubicBezTo>
                  <a:cubicBezTo>
                    <a:pt x="49" y="32"/>
                    <a:pt x="25" y="15"/>
                    <a:pt x="0" y="1"/>
                  </a:cubicBezTo>
                  <a:cubicBezTo>
                    <a:pt x="25" y="15"/>
                    <a:pt x="49" y="32"/>
                    <a:pt x="74" y="46"/>
                  </a:cubicBezTo>
                  <a:cubicBezTo>
                    <a:pt x="137" y="88"/>
                    <a:pt x="224" y="141"/>
                    <a:pt x="270" y="148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50" name="Google Shape;7208;p80">
              <a:extLst>
                <a:ext uri="{FF2B5EF4-FFF2-40B4-BE49-F238E27FC236}">
                  <a16:creationId xmlns:a16="http://schemas.microsoft.com/office/drawing/2014/main" id="{098739F7-555F-92CD-68E5-9D83DD1DE424}"/>
                </a:ext>
              </a:extLst>
            </p:cNvPr>
            <p:cNvSpPr/>
            <p:nvPr/>
          </p:nvSpPr>
          <p:spPr>
            <a:xfrm>
              <a:off x="2728291" y="1626980"/>
              <a:ext cx="3489" cy="204"/>
            </a:xfrm>
            <a:custGeom>
              <a:avLst/>
              <a:gdLst/>
              <a:ahLst/>
              <a:cxnLst/>
              <a:rect l="l" t="t" r="r" b="b"/>
              <a:pathLst>
                <a:path w="257" h="15" extrusionOk="0">
                  <a:moveTo>
                    <a:pt x="256" y="15"/>
                  </a:moveTo>
                  <a:cubicBezTo>
                    <a:pt x="172" y="1"/>
                    <a:pt x="85" y="1"/>
                    <a:pt x="1" y="11"/>
                  </a:cubicBezTo>
                  <a:cubicBezTo>
                    <a:pt x="85" y="1"/>
                    <a:pt x="172" y="1"/>
                    <a:pt x="256" y="15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51" name="Google Shape;7209;p80">
              <a:extLst>
                <a:ext uri="{FF2B5EF4-FFF2-40B4-BE49-F238E27FC236}">
                  <a16:creationId xmlns:a16="http://schemas.microsoft.com/office/drawing/2014/main" id="{F99F94E5-E0DB-C106-9A49-3099D14A0D1B}"/>
                </a:ext>
              </a:extLst>
            </p:cNvPr>
            <p:cNvSpPr/>
            <p:nvPr/>
          </p:nvSpPr>
          <p:spPr>
            <a:xfrm>
              <a:off x="2720688" y="1629126"/>
              <a:ext cx="3340" cy="1670"/>
            </a:xfrm>
            <a:custGeom>
              <a:avLst/>
              <a:gdLst/>
              <a:ahLst/>
              <a:cxnLst/>
              <a:rect l="l" t="t" r="r" b="b"/>
              <a:pathLst>
                <a:path w="246" h="123" extrusionOk="0">
                  <a:moveTo>
                    <a:pt x="246" y="0"/>
                  </a:moveTo>
                  <a:cubicBezTo>
                    <a:pt x="144" y="21"/>
                    <a:pt x="39" y="42"/>
                    <a:pt x="1" y="123"/>
                  </a:cubicBezTo>
                  <a:cubicBezTo>
                    <a:pt x="39" y="46"/>
                    <a:pt x="144" y="21"/>
                    <a:pt x="246" y="0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52" name="Google Shape;7210;p80">
              <a:extLst>
                <a:ext uri="{FF2B5EF4-FFF2-40B4-BE49-F238E27FC236}">
                  <a16:creationId xmlns:a16="http://schemas.microsoft.com/office/drawing/2014/main" id="{7E1DCEB6-4196-87F7-C024-C13C2B2E8BFA}"/>
                </a:ext>
              </a:extLst>
            </p:cNvPr>
            <p:cNvSpPr/>
            <p:nvPr/>
          </p:nvSpPr>
          <p:spPr>
            <a:xfrm>
              <a:off x="2697877" y="1642337"/>
              <a:ext cx="434" cy="109"/>
            </a:xfrm>
            <a:custGeom>
              <a:avLst/>
              <a:gdLst/>
              <a:ahLst/>
              <a:cxnLst/>
              <a:rect l="l" t="t" r="r" b="b"/>
              <a:pathLst>
                <a:path w="32" h="8" extrusionOk="0">
                  <a:moveTo>
                    <a:pt x="25" y="8"/>
                  </a:moveTo>
                  <a:lnTo>
                    <a:pt x="32" y="8"/>
                  </a:lnTo>
                  <a:lnTo>
                    <a:pt x="32" y="1"/>
                  </a:lnTo>
                  <a:lnTo>
                    <a:pt x="32" y="8"/>
                  </a:lnTo>
                  <a:cubicBezTo>
                    <a:pt x="21" y="8"/>
                    <a:pt x="11" y="8"/>
                    <a:pt x="0" y="8"/>
                  </a:cubicBezTo>
                  <a:lnTo>
                    <a:pt x="0" y="8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53" name="Google Shape;7211;p80">
              <a:extLst>
                <a:ext uri="{FF2B5EF4-FFF2-40B4-BE49-F238E27FC236}">
                  <a16:creationId xmlns:a16="http://schemas.microsoft.com/office/drawing/2014/main" id="{291B7B38-F844-BF34-7CD6-68D204677BE8}"/>
                </a:ext>
              </a:extLst>
            </p:cNvPr>
            <p:cNvSpPr/>
            <p:nvPr/>
          </p:nvSpPr>
          <p:spPr>
            <a:xfrm>
              <a:off x="2761094" y="1634923"/>
              <a:ext cx="3666" cy="2200"/>
            </a:xfrm>
            <a:custGeom>
              <a:avLst/>
              <a:gdLst/>
              <a:ahLst/>
              <a:cxnLst/>
              <a:rect l="l" t="t" r="r" b="b"/>
              <a:pathLst>
                <a:path w="270" h="162" extrusionOk="0">
                  <a:moveTo>
                    <a:pt x="270" y="0"/>
                  </a:moveTo>
                  <a:cubicBezTo>
                    <a:pt x="154" y="42"/>
                    <a:pt x="46" y="84"/>
                    <a:pt x="0" y="161"/>
                  </a:cubicBezTo>
                  <a:cubicBezTo>
                    <a:pt x="46" y="84"/>
                    <a:pt x="154" y="42"/>
                    <a:pt x="270" y="0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54" name="Google Shape;7212;p80">
              <a:extLst>
                <a:ext uri="{FF2B5EF4-FFF2-40B4-BE49-F238E27FC236}">
                  <a16:creationId xmlns:a16="http://schemas.microsoft.com/office/drawing/2014/main" id="{363562AE-7C16-ED26-7848-D6E1407662F8}"/>
                </a:ext>
              </a:extLst>
            </p:cNvPr>
            <p:cNvSpPr/>
            <p:nvPr/>
          </p:nvSpPr>
          <p:spPr>
            <a:xfrm>
              <a:off x="2741991" y="1628963"/>
              <a:ext cx="2240" cy="2688"/>
            </a:xfrm>
            <a:custGeom>
              <a:avLst/>
              <a:gdLst/>
              <a:ahLst/>
              <a:cxnLst/>
              <a:rect l="l" t="t" r="r" b="b"/>
              <a:pathLst>
                <a:path w="165" h="198" extrusionOk="0">
                  <a:moveTo>
                    <a:pt x="20" y="0"/>
                  </a:moveTo>
                  <a:cubicBezTo>
                    <a:pt x="14" y="0"/>
                    <a:pt x="7" y="1"/>
                    <a:pt x="0" y="2"/>
                  </a:cubicBezTo>
                  <a:lnTo>
                    <a:pt x="0" y="2"/>
                  </a:lnTo>
                  <a:cubicBezTo>
                    <a:pt x="7" y="1"/>
                    <a:pt x="13" y="0"/>
                    <a:pt x="19" y="0"/>
                  </a:cubicBezTo>
                  <a:cubicBezTo>
                    <a:pt x="67" y="0"/>
                    <a:pt x="99" y="35"/>
                    <a:pt x="122" y="82"/>
                  </a:cubicBezTo>
                  <a:lnTo>
                    <a:pt x="122" y="82"/>
                  </a:lnTo>
                  <a:cubicBezTo>
                    <a:pt x="99" y="34"/>
                    <a:pt x="68" y="0"/>
                    <a:pt x="20" y="0"/>
                  </a:cubicBezTo>
                  <a:close/>
                  <a:moveTo>
                    <a:pt x="122" y="82"/>
                  </a:moveTo>
                  <a:cubicBezTo>
                    <a:pt x="139" y="116"/>
                    <a:pt x="152" y="158"/>
                    <a:pt x="165" y="198"/>
                  </a:cubicBezTo>
                  <a:cubicBezTo>
                    <a:pt x="153" y="160"/>
                    <a:pt x="140" y="117"/>
                    <a:pt x="122" y="82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55" name="Google Shape;7213;p80">
              <a:extLst>
                <a:ext uri="{FF2B5EF4-FFF2-40B4-BE49-F238E27FC236}">
                  <a16:creationId xmlns:a16="http://schemas.microsoft.com/office/drawing/2014/main" id="{9E7E3C65-D992-A9D5-3C91-A223CEBFBB30}"/>
                </a:ext>
              </a:extLst>
            </p:cNvPr>
            <p:cNvSpPr/>
            <p:nvPr/>
          </p:nvSpPr>
          <p:spPr>
            <a:xfrm>
              <a:off x="2895851" y="1634774"/>
              <a:ext cx="3571" cy="964"/>
            </a:xfrm>
            <a:custGeom>
              <a:avLst/>
              <a:gdLst/>
              <a:ahLst/>
              <a:cxnLst/>
              <a:rect l="l" t="t" r="r" b="b"/>
              <a:pathLst>
                <a:path w="263" h="71" extrusionOk="0">
                  <a:moveTo>
                    <a:pt x="35" y="25"/>
                  </a:moveTo>
                  <a:cubicBezTo>
                    <a:pt x="105" y="57"/>
                    <a:pt x="182" y="71"/>
                    <a:pt x="263" y="67"/>
                  </a:cubicBezTo>
                  <a:cubicBezTo>
                    <a:pt x="182" y="71"/>
                    <a:pt x="105" y="57"/>
                    <a:pt x="35" y="25"/>
                  </a:cubicBezTo>
                  <a:cubicBezTo>
                    <a:pt x="21" y="18"/>
                    <a:pt x="7" y="11"/>
                    <a:pt x="0" y="1"/>
                  </a:cubicBezTo>
                  <a:cubicBezTo>
                    <a:pt x="7" y="11"/>
                    <a:pt x="21" y="18"/>
                    <a:pt x="35" y="25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56" name="Google Shape;7214;p80">
              <a:extLst>
                <a:ext uri="{FF2B5EF4-FFF2-40B4-BE49-F238E27FC236}">
                  <a16:creationId xmlns:a16="http://schemas.microsoft.com/office/drawing/2014/main" id="{3876F6FA-0401-4FB2-AAD4-C10435D94561}"/>
                </a:ext>
              </a:extLst>
            </p:cNvPr>
            <p:cNvSpPr/>
            <p:nvPr/>
          </p:nvSpPr>
          <p:spPr>
            <a:xfrm>
              <a:off x="2850271" y="1641576"/>
              <a:ext cx="6191" cy="1208"/>
            </a:xfrm>
            <a:custGeom>
              <a:avLst/>
              <a:gdLst/>
              <a:ahLst/>
              <a:cxnLst/>
              <a:rect l="l" t="t" r="r" b="b"/>
              <a:pathLst>
                <a:path w="456" h="89" extrusionOk="0">
                  <a:moveTo>
                    <a:pt x="455" y="88"/>
                  </a:moveTo>
                  <a:cubicBezTo>
                    <a:pt x="417" y="85"/>
                    <a:pt x="378" y="78"/>
                    <a:pt x="343" y="60"/>
                  </a:cubicBezTo>
                  <a:cubicBezTo>
                    <a:pt x="284" y="11"/>
                    <a:pt x="175" y="4"/>
                    <a:pt x="0" y="1"/>
                  </a:cubicBezTo>
                  <a:cubicBezTo>
                    <a:pt x="175" y="4"/>
                    <a:pt x="284" y="11"/>
                    <a:pt x="343" y="60"/>
                  </a:cubicBezTo>
                  <a:cubicBezTo>
                    <a:pt x="378" y="78"/>
                    <a:pt x="417" y="85"/>
                    <a:pt x="455" y="88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57" name="Google Shape;7215;p80">
              <a:extLst>
                <a:ext uri="{FF2B5EF4-FFF2-40B4-BE49-F238E27FC236}">
                  <a16:creationId xmlns:a16="http://schemas.microsoft.com/office/drawing/2014/main" id="{7C423FB7-8B0C-09CC-F846-B984618A5437}"/>
                </a:ext>
              </a:extLst>
            </p:cNvPr>
            <p:cNvSpPr/>
            <p:nvPr/>
          </p:nvSpPr>
          <p:spPr>
            <a:xfrm>
              <a:off x="2868370" y="1640300"/>
              <a:ext cx="3965" cy="774"/>
            </a:xfrm>
            <a:custGeom>
              <a:avLst/>
              <a:gdLst/>
              <a:ahLst/>
              <a:cxnLst/>
              <a:rect l="l" t="t" r="r" b="b"/>
              <a:pathLst>
                <a:path w="292" h="57" extrusionOk="0">
                  <a:moveTo>
                    <a:pt x="291" y="0"/>
                  </a:moveTo>
                  <a:cubicBezTo>
                    <a:pt x="211" y="21"/>
                    <a:pt x="95" y="39"/>
                    <a:pt x="1" y="56"/>
                  </a:cubicBezTo>
                  <a:cubicBezTo>
                    <a:pt x="95" y="42"/>
                    <a:pt x="211" y="21"/>
                    <a:pt x="291" y="0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58" name="Google Shape;7216;p80">
              <a:extLst>
                <a:ext uri="{FF2B5EF4-FFF2-40B4-BE49-F238E27FC236}">
                  <a16:creationId xmlns:a16="http://schemas.microsoft.com/office/drawing/2014/main" id="{43BA0390-7099-06C4-43E9-07CA4D3F7C9B}"/>
                </a:ext>
              </a:extLst>
            </p:cNvPr>
            <p:cNvSpPr/>
            <p:nvPr/>
          </p:nvSpPr>
          <p:spPr>
            <a:xfrm>
              <a:off x="2799315" y="1625840"/>
              <a:ext cx="394" cy="2824"/>
            </a:xfrm>
            <a:custGeom>
              <a:avLst/>
              <a:gdLst/>
              <a:ahLst/>
              <a:cxnLst/>
              <a:rect l="l" t="t" r="r" b="b"/>
              <a:pathLst>
                <a:path w="29" h="208" extrusionOk="0">
                  <a:moveTo>
                    <a:pt x="28" y="207"/>
                  </a:moveTo>
                  <a:cubicBezTo>
                    <a:pt x="0" y="176"/>
                    <a:pt x="4" y="78"/>
                    <a:pt x="4" y="1"/>
                  </a:cubicBezTo>
                  <a:cubicBezTo>
                    <a:pt x="4" y="78"/>
                    <a:pt x="0" y="176"/>
                    <a:pt x="28" y="207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59" name="Google Shape;7217;p80">
              <a:extLst>
                <a:ext uri="{FF2B5EF4-FFF2-40B4-BE49-F238E27FC236}">
                  <a16:creationId xmlns:a16="http://schemas.microsoft.com/office/drawing/2014/main" id="{9DA074FD-4DCD-7257-7B04-6BDF03C59023}"/>
                </a:ext>
              </a:extLst>
            </p:cNvPr>
            <p:cNvSpPr/>
            <p:nvPr/>
          </p:nvSpPr>
          <p:spPr>
            <a:xfrm>
              <a:off x="2845696" y="1640911"/>
              <a:ext cx="4290" cy="638"/>
            </a:xfrm>
            <a:custGeom>
              <a:avLst/>
              <a:gdLst/>
              <a:ahLst/>
              <a:cxnLst/>
              <a:rect l="l" t="t" r="r" b="b"/>
              <a:pathLst>
                <a:path w="316" h="47" extrusionOk="0">
                  <a:moveTo>
                    <a:pt x="316" y="46"/>
                  </a:moveTo>
                  <a:cubicBezTo>
                    <a:pt x="211" y="43"/>
                    <a:pt x="22" y="36"/>
                    <a:pt x="1" y="1"/>
                  </a:cubicBezTo>
                  <a:cubicBezTo>
                    <a:pt x="22" y="36"/>
                    <a:pt x="211" y="43"/>
                    <a:pt x="316" y="46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60" name="Google Shape;7218;p80">
              <a:extLst>
                <a:ext uri="{FF2B5EF4-FFF2-40B4-BE49-F238E27FC236}">
                  <a16:creationId xmlns:a16="http://schemas.microsoft.com/office/drawing/2014/main" id="{38D9B3DB-A4B4-6556-99DF-672731255E04}"/>
                </a:ext>
              </a:extLst>
            </p:cNvPr>
            <p:cNvSpPr/>
            <p:nvPr/>
          </p:nvSpPr>
          <p:spPr>
            <a:xfrm>
              <a:off x="2342147" y="1694393"/>
              <a:ext cx="190" cy="54"/>
            </a:xfrm>
            <a:custGeom>
              <a:avLst/>
              <a:gdLst/>
              <a:ahLst/>
              <a:cxnLst/>
              <a:rect l="l" t="t" r="r" b="b"/>
              <a:pathLst>
                <a:path w="14" h="4" extrusionOk="0">
                  <a:moveTo>
                    <a:pt x="0" y="4"/>
                  </a:moveTo>
                  <a:lnTo>
                    <a:pt x="14" y="0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61" name="Google Shape;7219;p80">
              <a:extLst>
                <a:ext uri="{FF2B5EF4-FFF2-40B4-BE49-F238E27FC236}">
                  <a16:creationId xmlns:a16="http://schemas.microsoft.com/office/drawing/2014/main" id="{59C89C69-CD79-28E1-BFEB-CDE6881B3A2C}"/>
                </a:ext>
              </a:extLst>
            </p:cNvPr>
            <p:cNvSpPr/>
            <p:nvPr/>
          </p:nvSpPr>
          <p:spPr>
            <a:xfrm>
              <a:off x="2342527" y="1694243"/>
              <a:ext cx="109" cy="54"/>
            </a:xfrm>
            <a:custGeom>
              <a:avLst/>
              <a:gdLst/>
              <a:ahLst/>
              <a:cxnLst/>
              <a:rect l="l" t="t" r="r" b="b"/>
              <a:pathLst>
                <a:path w="8" h="4" extrusionOk="0">
                  <a:moveTo>
                    <a:pt x="0" y="4"/>
                  </a:moveTo>
                  <a:lnTo>
                    <a:pt x="7" y="1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62" name="Google Shape;7220;p80">
              <a:extLst>
                <a:ext uri="{FF2B5EF4-FFF2-40B4-BE49-F238E27FC236}">
                  <a16:creationId xmlns:a16="http://schemas.microsoft.com/office/drawing/2014/main" id="{17C581C5-723A-EA83-2CAD-A8D0E9A030E1}"/>
                </a:ext>
              </a:extLst>
            </p:cNvPr>
            <p:cNvSpPr/>
            <p:nvPr/>
          </p:nvSpPr>
          <p:spPr>
            <a:xfrm>
              <a:off x="2342812" y="1694148"/>
              <a:ext cx="109" cy="54"/>
            </a:xfrm>
            <a:custGeom>
              <a:avLst/>
              <a:gdLst/>
              <a:ahLst/>
              <a:cxnLst/>
              <a:rect l="l" t="t" r="r" b="b"/>
              <a:pathLst>
                <a:path w="8" h="4" extrusionOk="0">
                  <a:moveTo>
                    <a:pt x="0" y="4"/>
                  </a:moveTo>
                  <a:lnTo>
                    <a:pt x="7" y="1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63" name="Google Shape;7221;p80">
              <a:extLst>
                <a:ext uri="{FF2B5EF4-FFF2-40B4-BE49-F238E27FC236}">
                  <a16:creationId xmlns:a16="http://schemas.microsoft.com/office/drawing/2014/main" id="{4DDE30F7-ACDE-5B7B-A2F9-A1FBB6DCD2E6}"/>
                </a:ext>
              </a:extLst>
            </p:cNvPr>
            <p:cNvSpPr/>
            <p:nvPr/>
          </p:nvSpPr>
          <p:spPr>
            <a:xfrm>
              <a:off x="2341767" y="1694529"/>
              <a:ext cx="190" cy="109"/>
            </a:xfrm>
            <a:custGeom>
              <a:avLst/>
              <a:gdLst/>
              <a:ahLst/>
              <a:cxnLst/>
              <a:rect l="l" t="t" r="r" b="b"/>
              <a:pathLst>
                <a:path w="14" h="8" extrusionOk="0">
                  <a:moveTo>
                    <a:pt x="0" y="8"/>
                  </a:moveTo>
                  <a:lnTo>
                    <a:pt x="14" y="1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64" name="Google Shape;7222;p80">
              <a:extLst>
                <a:ext uri="{FF2B5EF4-FFF2-40B4-BE49-F238E27FC236}">
                  <a16:creationId xmlns:a16="http://schemas.microsoft.com/office/drawing/2014/main" id="{E5822CED-F1A5-2F57-0D11-3C89C1698C70}"/>
                </a:ext>
              </a:extLst>
            </p:cNvPr>
            <p:cNvSpPr/>
            <p:nvPr/>
          </p:nvSpPr>
          <p:spPr>
            <a:xfrm>
              <a:off x="2341278" y="1694773"/>
              <a:ext cx="258" cy="109"/>
            </a:xfrm>
            <a:custGeom>
              <a:avLst/>
              <a:gdLst/>
              <a:ahLst/>
              <a:cxnLst/>
              <a:rect l="l" t="t" r="r" b="b"/>
              <a:pathLst>
                <a:path w="19" h="8" extrusionOk="0">
                  <a:moveTo>
                    <a:pt x="1" y="7"/>
                  </a:moveTo>
                  <a:lnTo>
                    <a:pt x="18" y="0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65" name="Google Shape;7223;p80">
              <a:extLst>
                <a:ext uri="{FF2B5EF4-FFF2-40B4-BE49-F238E27FC236}">
                  <a16:creationId xmlns:a16="http://schemas.microsoft.com/office/drawing/2014/main" id="{8214B6D4-E2A0-AD38-12A2-E1E70752BAEE}"/>
                </a:ext>
              </a:extLst>
            </p:cNvPr>
            <p:cNvSpPr/>
            <p:nvPr/>
          </p:nvSpPr>
          <p:spPr>
            <a:xfrm>
              <a:off x="2371230" y="1702227"/>
              <a:ext cx="1208" cy="923"/>
            </a:xfrm>
            <a:custGeom>
              <a:avLst/>
              <a:gdLst/>
              <a:ahLst/>
              <a:cxnLst/>
              <a:rect l="l" t="t" r="r" b="b"/>
              <a:pathLst>
                <a:path w="89" h="68" extrusionOk="0">
                  <a:moveTo>
                    <a:pt x="1" y="1"/>
                  </a:moveTo>
                  <a:cubicBezTo>
                    <a:pt x="29" y="25"/>
                    <a:pt x="57" y="50"/>
                    <a:pt x="88" y="67"/>
                  </a:cubicBezTo>
                  <a:cubicBezTo>
                    <a:pt x="57" y="50"/>
                    <a:pt x="29" y="25"/>
                    <a:pt x="1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66" name="Google Shape;7224;p80">
              <a:extLst>
                <a:ext uri="{FF2B5EF4-FFF2-40B4-BE49-F238E27FC236}">
                  <a16:creationId xmlns:a16="http://schemas.microsoft.com/office/drawing/2014/main" id="{CF71969F-793A-8D62-7254-EEA1F11B4E06}"/>
                </a:ext>
              </a:extLst>
            </p:cNvPr>
            <p:cNvSpPr/>
            <p:nvPr/>
          </p:nvSpPr>
          <p:spPr>
            <a:xfrm>
              <a:off x="2343043" y="1694148"/>
              <a:ext cx="68" cy="14"/>
            </a:xfrm>
            <a:custGeom>
              <a:avLst/>
              <a:gdLst/>
              <a:ahLst/>
              <a:cxnLst/>
              <a:rect l="l" t="t" r="r" b="b"/>
              <a:pathLst>
                <a:path w="5" h="1" extrusionOk="0">
                  <a:moveTo>
                    <a:pt x="1" y="1"/>
                  </a:moveTo>
                  <a:lnTo>
                    <a:pt x="4" y="1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67" name="Google Shape;7225;p80">
              <a:extLst>
                <a:ext uri="{FF2B5EF4-FFF2-40B4-BE49-F238E27FC236}">
                  <a16:creationId xmlns:a16="http://schemas.microsoft.com/office/drawing/2014/main" id="{39E42E29-776A-7258-3CAB-44D81B9AB1CE}"/>
                </a:ext>
              </a:extLst>
            </p:cNvPr>
            <p:cNvSpPr/>
            <p:nvPr/>
          </p:nvSpPr>
          <p:spPr>
            <a:xfrm>
              <a:off x="2385676" y="1707223"/>
              <a:ext cx="14" cy="54"/>
            </a:xfrm>
            <a:custGeom>
              <a:avLst/>
              <a:gdLst/>
              <a:ahLst/>
              <a:cxnLst/>
              <a:rect l="l" t="t" r="r" b="b"/>
              <a:pathLst>
                <a:path w="1" h="4" extrusionOk="0">
                  <a:moveTo>
                    <a:pt x="1" y="0"/>
                  </a:moveTo>
                  <a:lnTo>
                    <a:pt x="1" y="4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68" name="Google Shape;7226;p80">
              <a:extLst>
                <a:ext uri="{FF2B5EF4-FFF2-40B4-BE49-F238E27FC236}">
                  <a16:creationId xmlns:a16="http://schemas.microsoft.com/office/drawing/2014/main" id="{CD2D744F-B08C-6232-F731-A56084675AF5}"/>
                </a:ext>
              </a:extLst>
            </p:cNvPr>
            <p:cNvSpPr/>
            <p:nvPr/>
          </p:nvSpPr>
          <p:spPr>
            <a:xfrm>
              <a:off x="2340708" y="1695058"/>
              <a:ext cx="299" cy="149"/>
            </a:xfrm>
            <a:custGeom>
              <a:avLst/>
              <a:gdLst/>
              <a:ahLst/>
              <a:cxnLst/>
              <a:rect l="l" t="t" r="r" b="b"/>
              <a:pathLst>
                <a:path w="22" h="11" extrusionOk="0">
                  <a:moveTo>
                    <a:pt x="1" y="11"/>
                  </a:moveTo>
                  <a:lnTo>
                    <a:pt x="22" y="0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69" name="Google Shape;7227;p80">
              <a:extLst>
                <a:ext uri="{FF2B5EF4-FFF2-40B4-BE49-F238E27FC236}">
                  <a16:creationId xmlns:a16="http://schemas.microsoft.com/office/drawing/2014/main" id="{F3BAE9B0-4D9A-34DC-C368-56F3E51CA469}"/>
                </a:ext>
              </a:extLst>
            </p:cNvPr>
            <p:cNvSpPr/>
            <p:nvPr/>
          </p:nvSpPr>
          <p:spPr>
            <a:xfrm>
              <a:off x="2372520" y="1702892"/>
              <a:ext cx="489" cy="299"/>
            </a:xfrm>
            <a:custGeom>
              <a:avLst/>
              <a:gdLst/>
              <a:ahLst/>
              <a:cxnLst/>
              <a:rect l="l" t="t" r="r" b="b"/>
              <a:pathLst>
                <a:path w="36" h="22" extrusionOk="0">
                  <a:moveTo>
                    <a:pt x="0" y="22"/>
                  </a:moveTo>
                  <a:cubicBezTo>
                    <a:pt x="11" y="11"/>
                    <a:pt x="21" y="4"/>
                    <a:pt x="35" y="1"/>
                  </a:cubicBezTo>
                  <a:cubicBezTo>
                    <a:pt x="21" y="4"/>
                    <a:pt x="11" y="11"/>
                    <a:pt x="0" y="22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70" name="Google Shape;7228;p80">
              <a:extLst>
                <a:ext uri="{FF2B5EF4-FFF2-40B4-BE49-F238E27FC236}">
                  <a16:creationId xmlns:a16="http://schemas.microsoft.com/office/drawing/2014/main" id="{20909AF3-84B0-4F61-ADB5-4A51CA9F9FC9}"/>
                </a:ext>
              </a:extLst>
            </p:cNvPr>
            <p:cNvSpPr/>
            <p:nvPr/>
          </p:nvSpPr>
          <p:spPr>
            <a:xfrm>
              <a:off x="2372995" y="1701942"/>
              <a:ext cx="7617" cy="923"/>
            </a:xfrm>
            <a:custGeom>
              <a:avLst/>
              <a:gdLst/>
              <a:ahLst/>
              <a:cxnLst/>
              <a:rect l="l" t="t" r="r" b="b"/>
              <a:pathLst>
                <a:path w="561" h="68" extrusionOk="0">
                  <a:moveTo>
                    <a:pt x="560" y="1"/>
                  </a:moveTo>
                  <a:cubicBezTo>
                    <a:pt x="273" y="1"/>
                    <a:pt x="91" y="25"/>
                    <a:pt x="0" y="67"/>
                  </a:cubicBezTo>
                  <a:cubicBezTo>
                    <a:pt x="91" y="25"/>
                    <a:pt x="273" y="4"/>
                    <a:pt x="560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71" name="Google Shape;7229;p80">
              <a:extLst>
                <a:ext uri="{FF2B5EF4-FFF2-40B4-BE49-F238E27FC236}">
                  <a16:creationId xmlns:a16="http://schemas.microsoft.com/office/drawing/2014/main" id="{047BE114-23CC-9987-28D4-5C59205144A5}"/>
                </a:ext>
              </a:extLst>
            </p:cNvPr>
            <p:cNvSpPr/>
            <p:nvPr/>
          </p:nvSpPr>
          <p:spPr>
            <a:xfrm>
              <a:off x="2343287" y="1694040"/>
              <a:ext cx="9518" cy="2878"/>
            </a:xfrm>
            <a:custGeom>
              <a:avLst/>
              <a:gdLst/>
              <a:ahLst/>
              <a:cxnLst/>
              <a:rect l="l" t="t" r="r" b="b"/>
              <a:pathLst>
                <a:path w="701" h="212" extrusionOk="0">
                  <a:moveTo>
                    <a:pt x="69" y="0"/>
                  </a:moveTo>
                  <a:cubicBezTo>
                    <a:pt x="44" y="0"/>
                    <a:pt x="21" y="2"/>
                    <a:pt x="0" y="5"/>
                  </a:cubicBezTo>
                  <a:cubicBezTo>
                    <a:pt x="19" y="2"/>
                    <a:pt x="41" y="1"/>
                    <a:pt x="63" y="1"/>
                  </a:cubicBezTo>
                  <a:cubicBezTo>
                    <a:pt x="251" y="1"/>
                    <a:pt x="531" y="90"/>
                    <a:pt x="700" y="212"/>
                  </a:cubicBezTo>
                  <a:cubicBezTo>
                    <a:pt x="533" y="91"/>
                    <a:pt x="256" y="0"/>
                    <a:pt x="69" y="0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72" name="Google Shape;7230;p80">
              <a:extLst>
                <a:ext uri="{FF2B5EF4-FFF2-40B4-BE49-F238E27FC236}">
                  <a16:creationId xmlns:a16="http://schemas.microsoft.com/office/drawing/2014/main" id="{CC389E45-F5F7-975B-3F7B-B7513E9D16F9}"/>
                </a:ext>
              </a:extLst>
            </p:cNvPr>
            <p:cNvSpPr/>
            <p:nvPr/>
          </p:nvSpPr>
          <p:spPr>
            <a:xfrm>
              <a:off x="2385771" y="1707509"/>
              <a:ext cx="14" cy="54"/>
            </a:xfrm>
            <a:custGeom>
              <a:avLst/>
              <a:gdLst/>
              <a:ahLst/>
              <a:cxnLst/>
              <a:rect l="l" t="t" r="r" b="b"/>
              <a:pathLst>
                <a:path w="1" h="4" extrusionOk="0">
                  <a:moveTo>
                    <a:pt x="1" y="4"/>
                  </a:moveTo>
                  <a:lnTo>
                    <a:pt x="1" y="0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73" name="Google Shape;7231;p80">
              <a:extLst>
                <a:ext uri="{FF2B5EF4-FFF2-40B4-BE49-F238E27FC236}">
                  <a16:creationId xmlns:a16="http://schemas.microsoft.com/office/drawing/2014/main" id="{50B4C999-D37D-384A-A141-32F6444EBDAF}"/>
                </a:ext>
              </a:extLst>
            </p:cNvPr>
            <p:cNvSpPr/>
            <p:nvPr/>
          </p:nvSpPr>
          <p:spPr>
            <a:xfrm>
              <a:off x="2386667" y="1707807"/>
              <a:ext cx="3870" cy="2227"/>
            </a:xfrm>
            <a:custGeom>
              <a:avLst/>
              <a:gdLst/>
              <a:ahLst/>
              <a:cxnLst/>
              <a:rect l="l" t="t" r="r" b="b"/>
              <a:pathLst>
                <a:path w="285" h="164" extrusionOk="0">
                  <a:moveTo>
                    <a:pt x="1" y="1"/>
                  </a:moveTo>
                  <a:lnTo>
                    <a:pt x="1" y="1"/>
                  </a:lnTo>
                  <a:cubicBezTo>
                    <a:pt x="56" y="25"/>
                    <a:pt x="111" y="56"/>
                    <a:pt x="159" y="90"/>
                  </a:cubicBezTo>
                  <a:cubicBezTo>
                    <a:pt x="187" y="108"/>
                    <a:pt x="215" y="125"/>
                    <a:pt x="243" y="143"/>
                  </a:cubicBezTo>
                  <a:lnTo>
                    <a:pt x="285" y="164"/>
                  </a:lnTo>
                  <a:cubicBezTo>
                    <a:pt x="243" y="143"/>
                    <a:pt x="204" y="115"/>
                    <a:pt x="162" y="90"/>
                  </a:cubicBezTo>
                  <a:cubicBezTo>
                    <a:pt x="111" y="56"/>
                    <a:pt x="56" y="25"/>
                    <a:pt x="1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74" name="Google Shape;7232;p80">
              <a:extLst>
                <a:ext uri="{FF2B5EF4-FFF2-40B4-BE49-F238E27FC236}">
                  <a16:creationId xmlns:a16="http://schemas.microsoft.com/office/drawing/2014/main" id="{70E25554-FAA8-D703-95A6-2AE9C95E0364}"/>
                </a:ext>
              </a:extLst>
            </p:cNvPr>
            <p:cNvSpPr/>
            <p:nvPr/>
          </p:nvSpPr>
          <p:spPr>
            <a:xfrm>
              <a:off x="2210472" y="1589344"/>
              <a:ext cx="14" cy="14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1" y="0"/>
                  </a:move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75" name="Google Shape;7233;p80">
              <a:extLst>
                <a:ext uri="{FF2B5EF4-FFF2-40B4-BE49-F238E27FC236}">
                  <a16:creationId xmlns:a16="http://schemas.microsoft.com/office/drawing/2014/main" id="{450DA0AE-08A3-12AD-0BF7-C7F92EB14234}"/>
                </a:ext>
              </a:extLst>
            </p:cNvPr>
            <p:cNvSpPr/>
            <p:nvPr/>
          </p:nvSpPr>
          <p:spPr>
            <a:xfrm>
              <a:off x="2211138" y="1589344"/>
              <a:ext cx="14" cy="14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1" y="0"/>
                  </a:move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76" name="Google Shape;7234;p80">
              <a:extLst>
                <a:ext uri="{FF2B5EF4-FFF2-40B4-BE49-F238E27FC236}">
                  <a16:creationId xmlns:a16="http://schemas.microsoft.com/office/drawing/2014/main" id="{B61C5324-59E8-087C-71F9-A34D4B199FF0}"/>
                </a:ext>
              </a:extLst>
            </p:cNvPr>
            <p:cNvSpPr/>
            <p:nvPr/>
          </p:nvSpPr>
          <p:spPr>
            <a:xfrm>
              <a:off x="2198728" y="1588678"/>
              <a:ext cx="353" cy="54"/>
            </a:xfrm>
            <a:custGeom>
              <a:avLst/>
              <a:gdLst/>
              <a:ahLst/>
              <a:cxnLst/>
              <a:rect l="l" t="t" r="r" b="b"/>
              <a:pathLst>
                <a:path w="26" h="4" extrusionOk="0">
                  <a:moveTo>
                    <a:pt x="25" y="4"/>
                  </a:moveTo>
                  <a:lnTo>
                    <a:pt x="1" y="0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77" name="Google Shape;7235;p80">
              <a:extLst>
                <a:ext uri="{FF2B5EF4-FFF2-40B4-BE49-F238E27FC236}">
                  <a16:creationId xmlns:a16="http://schemas.microsoft.com/office/drawing/2014/main" id="{63AF859B-4694-906D-2BC4-927D5C0D1FE1}"/>
                </a:ext>
              </a:extLst>
            </p:cNvPr>
            <p:cNvSpPr/>
            <p:nvPr/>
          </p:nvSpPr>
          <p:spPr>
            <a:xfrm>
              <a:off x="2198253" y="1588678"/>
              <a:ext cx="258" cy="14"/>
            </a:xfrm>
            <a:custGeom>
              <a:avLst/>
              <a:gdLst/>
              <a:ahLst/>
              <a:cxnLst/>
              <a:rect l="l" t="t" r="r" b="b"/>
              <a:pathLst>
                <a:path w="19" h="1" extrusionOk="0">
                  <a:moveTo>
                    <a:pt x="18" y="0"/>
                  </a:moveTo>
                  <a:lnTo>
                    <a:pt x="1" y="0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78" name="Google Shape;7236;p80">
              <a:extLst>
                <a:ext uri="{FF2B5EF4-FFF2-40B4-BE49-F238E27FC236}">
                  <a16:creationId xmlns:a16="http://schemas.microsoft.com/office/drawing/2014/main" id="{151C225B-1822-36DA-54A7-2AB589AB29CB}"/>
                </a:ext>
              </a:extLst>
            </p:cNvPr>
            <p:cNvSpPr/>
            <p:nvPr/>
          </p:nvSpPr>
          <p:spPr>
            <a:xfrm>
              <a:off x="2194071" y="1587579"/>
              <a:ext cx="163" cy="68"/>
            </a:xfrm>
            <a:custGeom>
              <a:avLst/>
              <a:gdLst/>
              <a:ahLst/>
              <a:cxnLst/>
              <a:rect l="l" t="t" r="r" b="b"/>
              <a:pathLst>
                <a:path w="12" h="5" extrusionOk="0">
                  <a:moveTo>
                    <a:pt x="11" y="4"/>
                  </a:moveTo>
                  <a:lnTo>
                    <a:pt x="1" y="1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79" name="Google Shape;7237;p80">
              <a:extLst>
                <a:ext uri="{FF2B5EF4-FFF2-40B4-BE49-F238E27FC236}">
                  <a16:creationId xmlns:a16="http://schemas.microsoft.com/office/drawing/2014/main" id="{A1D7B10C-2D1F-1780-4EE5-6BA2EF074ABE}"/>
                </a:ext>
              </a:extLst>
            </p:cNvPr>
            <p:cNvSpPr/>
            <p:nvPr/>
          </p:nvSpPr>
          <p:spPr>
            <a:xfrm>
              <a:off x="2193650" y="1587443"/>
              <a:ext cx="54" cy="14"/>
            </a:xfrm>
            <a:custGeom>
              <a:avLst/>
              <a:gdLst/>
              <a:ahLst/>
              <a:cxnLst/>
              <a:rect l="l" t="t" r="r" b="b"/>
              <a:pathLst>
                <a:path w="4" h="1" extrusionOk="0">
                  <a:moveTo>
                    <a:pt x="4" y="0"/>
                  </a:moveTo>
                  <a:lnTo>
                    <a:pt x="0" y="0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80" name="Google Shape;7238;p80">
              <a:extLst>
                <a:ext uri="{FF2B5EF4-FFF2-40B4-BE49-F238E27FC236}">
                  <a16:creationId xmlns:a16="http://schemas.microsoft.com/office/drawing/2014/main" id="{9AD4A59F-90F4-629E-2798-F60C28E463C2}"/>
                </a:ext>
              </a:extLst>
            </p:cNvPr>
            <p:cNvSpPr/>
            <p:nvPr/>
          </p:nvSpPr>
          <p:spPr>
            <a:xfrm>
              <a:off x="2197777" y="1588583"/>
              <a:ext cx="204" cy="14"/>
            </a:xfrm>
            <a:custGeom>
              <a:avLst/>
              <a:gdLst/>
              <a:ahLst/>
              <a:cxnLst/>
              <a:rect l="l" t="t" r="r" b="b"/>
              <a:pathLst>
                <a:path w="15" h="1" extrusionOk="0">
                  <a:moveTo>
                    <a:pt x="15" y="0"/>
                  </a:moveTo>
                  <a:lnTo>
                    <a:pt x="1" y="0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81" name="Google Shape;7239;p80">
              <a:extLst>
                <a:ext uri="{FF2B5EF4-FFF2-40B4-BE49-F238E27FC236}">
                  <a16:creationId xmlns:a16="http://schemas.microsoft.com/office/drawing/2014/main" id="{3C18078D-F210-B061-6577-A02D694F062D}"/>
                </a:ext>
              </a:extLst>
            </p:cNvPr>
            <p:cNvSpPr/>
            <p:nvPr/>
          </p:nvSpPr>
          <p:spPr>
            <a:xfrm>
              <a:off x="2209807" y="1589384"/>
              <a:ext cx="14" cy="14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1" y="1"/>
                  </a:move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82" name="Google Shape;7240;p80">
              <a:extLst>
                <a:ext uri="{FF2B5EF4-FFF2-40B4-BE49-F238E27FC236}">
                  <a16:creationId xmlns:a16="http://schemas.microsoft.com/office/drawing/2014/main" id="{A729BD80-4FB6-AF94-392A-73D250F7BB16}"/>
                </a:ext>
              </a:extLst>
            </p:cNvPr>
            <p:cNvSpPr/>
            <p:nvPr/>
          </p:nvSpPr>
          <p:spPr>
            <a:xfrm>
              <a:off x="2199298" y="1588719"/>
              <a:ext cx="353" cy="68"/>
            </a:xfrm>
            <a:custGeom>
              <a:avLst/>
              <a:gdLst/>
              <a:ahLst/>
              <a:cxnLst/>
              <a:rect l="l" t="t" r="r" b="b"/>
              <a:pathLst>
                <a:path w="26" h="5" extrusionOk="0">
                  <a:moveTo>
                    <a:pt x="25" y="4"/>
                  </a:moveTo>
                  <a:lnTo>
                    <a:pt x="1" y="1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83" name="Google Shape;7241;p80">
              <a:extLst>
                <a:ext uri="{FF2B5EF4-FFF2-40B4-BE49-F238E27FC236}">
                  <a16:creationId xmlns:a16="http://schemas.microsoft.com/office/drawing/2014/main" id="{D179625D-8AE8-1473-B7E4-4D36642B04AD}"/>
                </a:ext>
              </a:extLst>
            </p:cNvPr>
            <p:cNvSpPr/>
            <p:nvPr/>
          </p:nvSpPr>
          <p:spPr>
            <a:xfrm>
              <a:off x="2208436" y="1589344"/>
              <a:ext cx="679" cy="14"/>
            </a:xfrm>
            <a:custGeom>
              <a:avLst/>
              <a:gdLst/>
              <a:ahLst/>
              <a:cxnLst/>
              <a:rect l="l" t="t" r="r" b="b"/>
              <a:pathLst>
                <a:path w="50" h="1" extrusionOk="0">
                  <a:moveTo>
                    <a:pt x="49" y="0"/>
                  </a:moveTo>
                  <a:lnTo>
                    <a:pt x="0" y="0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84" name="Google Shape;7242;p80">
              <a:extLst>
                <a:ext uri="{FF2B5EF4-FFF2-40B4-BE49-F238E27FC236}">
                  <a16:creationId xmlns:a16="http://schemas.microsoft.com/office/drawing/2014/main" id="{AD803FA0-A135-41AD-8DA6-FF1B5E2ABBBD}"/>
                </a:ext>
              </a:extLst>
            </p:cNvPr>
            <p:cNvSpPr/>
            <p:nvPr/>
          </p:nvSpPr>
          <p:spPr>
            <a:xfrm>
              <a:off x="2202448" y="1589004"/>
              <a:ext cx="5947" cy="353"/>
            </a:xfrm>
            <a:custGeom>
              <a:avLst/>
              <a:gdLst/>
              <a:ahLst/>
              <a:cxnLst/>
              <a:rect l="l" t="t" r="r" b="b"/>
              <a:pathLst>
                <a:path w="438" h="26" extrusionOk="0">
                  <a:moveTo>
                    <a:pt x="438" y="25"/>
                  </a:moveTo>
                  <a:cubicBezTo>
                    <a:pt x="294" y="22"/>
                    <a:pt x="140" y="11"/>
                    <a:pt x="0" y="1"/>
                  </a:cubicBezTo>
                  <a:cubicBezTo>
                    <a:pt x="140" y="11"/>
                    <a:pt x="294" y="22"/>
                    <a:pt x="438" y="25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85" name="Google Shape;7243;p80">
              <a:extLst>
                <a:ext uri="{FF2B5EF4-FFF2-40B4-BE49-F238E27FC236}">
                  <a16:creationId xmlns:a16="http://schemas.microsoft.com/office/drawing/2014/main" id="{30479F72-5E3B-8136-26CC-2EEB0F83E95D}"/>
                </a:ext>
              </a:extLst>
            </p:cNvPr>
            <p:cNvSpPr/>
            <p:nvPr/>
          </p:nvSpPr>
          <p:spPr>
            <a:xfrm>
              <a:off x="2213228" y="1589194"/>
              <a:ext cx="299" cy="14"/>
            </a:xfrm>
            <a:custGeom>
              <a:avLst/>
              <a:gdLst/>
              <a:ahLst/>
              <a:cxnLst/>
              <a:rect l="l" t="t" r="r" b="b"/>
              <a:pathLst>
                <a:path w="22" h="1" extrusionOk="0">
                  <a:moveTo>
                    <a:pt x="22" y="1"/>
                  </a:moveTo>
                  <a:lnTo>
                    <a:pt x="1" y="1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86" name="Google Shape;7244;p80">
              <a:extLst>
                <a:ext uri="{FF2B5EF4-FFF2-40B4-BE49-F238E27FC236}">
                  <a16:creationId xmlns:a16="http://schemas.microsoft.com/office/drawing/2014/main" id="{20DE9897-E5AC-41C5-9F73-84352CE9969A}"/>
                </a:ext>
              </a:extLst>
            </p:cNvPr>
            <p:cNvSpPr/>
            <p:nvPr/>
          </p:nvSpPr>
          <p:spPr>
            <a:xfrm>
              <a:off x="2212047" y="1589289"/>
              <a:ext cx="339" cy="14"/>
            </a:xfrm>
            <a:custGeom>
              <a:avLst/>
              <a:gdLst/>
              <a:ahLst/>
              <a:cxnLst/>
              <a:rect l="l" t="t" r="r" b="b"/>
              <a:pathLst>
                <a:path w="25" h="1" extrusionOk="0">
                  <a:moveTo>
                    <a:pt x="25" y="1"/>
                  </a:moveTo>
                  <a:lnTo>
                    <a:pt x="0" y="1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87" name="Google Shape;7245;p80">
              <a:extLst>
                <a:ext uri="{FF2B5EF4-FFF2-40B4-BE49-F238E27FC236}">
                  <a16:creationId xmlns:a16="http://schemas.microsoft.com/office/drawing/2014/main" id="{5BE4B2D9-0629-22E4-4A6B-B8BADE01D3F0}"/>
                </a:ext>
              </a:extLst>
            </p:cNvPr>
            <p:cNvSpPr/>
            <p:nvPr/>
          </p:nvSpPr>
          <p:spPr>
            <a:xfrm>
              <a:off x="2211382" y="1589289"/>
              <a:ext cx="394" cy="14"/>
            </a:xfrm>
            <a:custGeom>
              <a:avLst/>
              <a:gdLst/>
              <a:ahLst/>
              <a:cxnLst/>
              <a:rect l="l" t="t" r="r" b="b"/>
              <a:pathLst>
                <a:path w="29" h="1" extrusionOk="0">
                  <a:moveTo>
                    <a:pt x="28" y="1"/>
                  </a:moveTo>
                  <a:lnTo>
                    <a:pt x="0" y="1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88" name="Google Shape;7246;p80">
              <a:extLst>
                <a:ext uri="{FF2B5EF4-FFF2-40B4-BE49-F238E27FC236}">
                  <a16:creationId xmlns:a16="http://schemas.microsoft.com/office/drawing/2014/main" id="{2666751F-2D96-DE43-50D3-17D3B2AF90F8}"/>
                </a:ext>
              </a:extLst>
            </p:cNvPr>
            <p:cNvSpPr/>
            <p:nvPr/>
          </p:nvSpPr>
          <p:spPr>
            <a:xfrm>
              <a:off x="2195876" y="1588244"/>
              <a:ext cx="109" cy="68"/>
            </a:xfrm>
            <a:custGeom>
              <a:avLst/>
              <a:gdLst/>
              <a:ahLst/>
              <a:cxnLst/>
              <a:rect l="l" t="t" r="r" b="b"/>
              <a:pathLst>
                <a:path w="8" h="5" extrusionOk="0">
                  <a:moveTo>
                    <a:pt x="8" y="4"/>
                  </a:moveTo>
                  <a:lnTo>
                    <a:pt x="1" y="1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89" name="Google Shape;7247;p80">
              <a:extLst>
                <a:ext uri="{FF2B5EF4-FFF2-40B4-BE49-F238E27FC236}">
                  <a16:creationId xmlns:a16="http://schemas.microsoft.com/office/drawing/2014/main" id="{BE22791D-E29E-14CE-0D65-414EFA8684CF}"/>
                </a:ext>
              </a:extLst>
            </p:cNvPr>
            <p:cNvSpPr/>
            <p:nvPr/>
          </p:nvSpPr>
          <p:spPr>
            <a:xfrm>
              <a:off x="2195456" y="1588108"/>
              <a:ext cx="149" cy="109"/>
            </a:xfrm>
            <a:custGeom>
              <a:avLst/>
              <a:gdLst/>
              <a:ahLst/>
              <a:cxnLst/>
              <a:rect l="l" t="t" r="r" b="b"/>
              <a:pathLst>
                <a:path w="11" h="8" extrusionOk="0">
                  <a:moveTo>
                    <a:pt x="11" y="7"/>
                  </a:moveTo>
                  <a:lnTo>
                    <a:pt x="0" y="0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90" name="Google Shape;7248;p80">
              <a:extLst>
                <a:ext uri="{FF2B5EF4-FFF2-40B4-BE49-F238E27FC236}">
                  <a16:creationId xmlns:a16="http://schemas.microsoft.com/office/drawing/2014/main" id="{B703D162-9B55-3C6C-7A05-3D8DE648BC49}"/>
                </a:ext>
              </a:extLst>
            </p:cNvPr>
            <p:cNvSpPr/>
            <p:nvPr/>
          </p:nvSpPr>
          <p:spPr>
            <a:xfrm>
              <a:off x="2196067" y="1588339"/>
              <a:ext cx="163" cy="14"/>
            </a:xfrm>
            <a:custGeom>
              <a:avLst/>
              <a:gdLst/>
              <a:ahLst/>
              <a:cxnLst/>
              <a:rect l="l" t="t" r="r" b="b"/>
              <a:pathLst>
                <a:path w="12" h="1" extrusionOk="0">
                  <a:moveTo>
                    <a:pt x="11" y="1"/>
                  </a:moveTo>
                  <a:lnTo>
                    <a:pt x="1" y="1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91" name="Google Shape;7249;p80">
              <a:extLst>
                <a:ext uri="{FF2B5EF4-FFF2-40B4-BE49-F238E27FC236}">
                  <a16:creationId xmlns:a16="http://schemas.microsoft.com/office/drawing/2014/main" id="{CF7B7C9E-4B4F-98AE-F366-9055415D7559}"/>
                </a:ext>
              </a:extLst>
            </p:cNvPr>
            <p:cNvSpPr/>
            <p:nvPr/>
          </p:nvSpPr>
          <p:spPr>
            <a:xfrm>
              <a:off x="2212658" y="1589249"/>
              <a:ext cx="299" cy="14"/>
            </a:xfrm>
            <a:custGeom>
              <a:avLst/>
              <a:gdLst/>
              <a:ahLst/>
              <a:cxnLst/>
              <a:rect l="l" t="t" r="r" b="b"/>
              <a:pathLst>
                <a:path w="22" h="1" extrusionOk="0">
                  <a:moveTo>
                    <a:pt x="22" y="0"/>
                  </a:moveTo>
                  <a:lnTo>
                    <a:pt x="1" y="0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92" name="Google Shape;7250;p80">
              <a:extLst>
                <a:ext uri="{FF2B5EF4-FFF2-40B4-BE49-F238E27FC236}">
                  <a16:creationId xmlns:a16="http://schemas.microsoft.com/office/drawing/2014/main" id="{2BD4562A-63D7-FE1B-6FF3-11C311230647}"/>
                </a:ext>
              </a:extLst>
            </p:cNvPr>
            <p:cNvSpPr/>
            <p:nvPr/>
          </p:nvSpPr>
          <p:spPr>
            <a:xfrm>
              <a:off x="2196352" y="1588393"/>
              <a:ext cx="109" cy="14"/>
            </a:xfrm>
            <a:custGeom>
              <a:avLst/>
              <a:gdLst/>
              <a:ahLst/>
              <a:cxnLst/>
              <a:rect l="l" t="t" r="r" b="b"/>
              <a:pathLst>
                <a:path w="8" h="1" extrusionOk="0">
                  <a:moveTo>
                    <a:pt x="8" y="0"/>
                  </a:moveTo>
                  <a:lnTo>
                    <a:pt x="1" y="0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93" name="Google Shape;7251;p80">
              <a:extLst>
                <a:ext uri="{FF2B5EF4-FFF2-40B4-BE49-F238E27FC236}">
                  <a16:creationId xmlns:a16="http://schemas.microsoft.com/office/drawing/2014/main" id="{FDCE8099-9830-263B-6F8D-4C48C657535E}"/>
                </a:ext>
              </a:extLst>
            </p:cNvPr>
            <p:cNvSpPr/>
            <p:nvPr/>
          </p:nvSpPr>
          <p:spPr>
            <a:xfrm>
              <a:off x="2194641" y="1587769"/>
              <a:ext cx="258" cy="109"/>
            </a:xfrm>
            <a:custGeom>
              <a:avLst/>
              <a:gdLst/>
              <a:ahLst/>
              <a:cxnLst/>
              <a:rect l="l" t="t" r="r" b="b"/>
              <a:pathLst>
                <a:path w="19" h="8" extrusionOk="0">
                  <a:moveTo>
                    <a:pt x="18" y="8"/>
                  </a:moveTo>
                  <a:lnTo>
                    <a:pt x="1" y="1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94" name="Google Shape;7252;p80">
              <a:extLst>
                <a:ext uri="{FF2B5EF4-FFF2-40B4-BE49-F238E27FC236}">
                  <a16:creationId xmlns:a16="http://schemas.microsoft.com/office/drawing/2014/main" id="{ED014D8C-CB96-1C97-4B1C-E7A4F7AEC184}"/>
                </a:ext>
              </a:extLst>
            </p:cNvPr>
            <p:cNvSpPr/>
            <p:nvPr/>
          </p:nvSpPr>
          <p:spPr>
            <a:xfrm>
              <a:off x="2196976" y="1588488"/>
              <a:ext cx="149" cy="14"/>
            </a:xfrm>
            <a:custGeom>
              <a:avLst/>
              <a:gdLst/>
              <a:ahLst/>
              <a:cxnLst/>
              <a:rect l="l" t="t" r="r" b="b"/>
              <a:pathLst>
                <a:path w="11" h="1" extrusionOk="0">
                  <a:moveTo>
                    <a:pt x="11" y="0"/>
                  </a:moveTo>
                  <a:lnTo>
                    <a:pt x="0" y="0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95" name="Google Shape;7253;p80">
              <a:extLst>
                <a:ext uri="{FF2B5EF4-FFF2-40B4-BE49-F238E27FC236}">
                  <a16:creationId xmlns:a16="http://schemas.microsoft.com/office/drawing/2014/main" id="{4055AEA5-FD24-1247-0D81-B83DD9994827}"/>
                </a:ext>
              </a:extLst>
            </p:cNvPr>
            <p:cNvSpPr/>
            <p:nvPr/>
          </p:nvSpPr>
          <p:spPr>
            <a:xfrm>
              <a:off x="2195075" y="1587959"/>
              <a:ext cx="204" cy="68"/>
            </a:xfrm>
            <a:custGeom>
              <a:avLst/>
              <a:gdLst/>
              <a:ahLst/>
              <a:cxnLst/>
              <a:rect l="l" t="t" r="r" b="b"/>
              <a:pathLst>
                <a:path w="15" h="5" extrusionOk="0">
                  <a:moveTo>
                    <a:pt x="14" y="4"/>
                  </a:moveTo>
                  <a:lnTo>
                    <a:pt x="0" y="1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96" name="Google Shape;7254;p80">
              <a:extLst>
                <a:ext uri="{FF2B5EF4-FFF2-40B4-BE49-F238E27FC236}">
                  <a16:creationId xmlns:a16="http://schemas.microsoft.com/office/drawing/2014/main" id="{D2B4FFC9-7AEC-6D2F-C582-422868BCD40A}"/>
                </a:ext>
              </a:extLst>
            </p:cNvPr>
            <p:cNvSpPr/>
            <p:nvPr/>
          </p:nvSpPr>
          <p:spPr>
            <a:xfrm>
              <a:off x="2197356" y="1588529"/>
              <a:ext cx="204" cy="14"/>
            </a:xfrm>
            <a:custGeom>
              <a:avLst/>
              <a:gdLst/>
              <a:ahLst/>
              <a:cxnLst/>
              <a:rect l="l" t="t" r="r" b="b"/>
              <a:pathLst>
                <a:path w="15" h="1" extrusionOk="0">
                  <a:moveTo>
                    <a:pt x="14" y="1"/>
                  </a:moveTo>
                  <a:lnTo>
                    <a:pt x="0" y="1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97" name="Google Shape;7255;p80">
              <a:extLst>
                <a:ext uri="{FF2B5EF4-FFF2-40B4-BE49-F238E27FC236}">
                  <a16:creationId xmlns:a16="http://schemas.microsoft.com/office/drawing/2014/main" id="{65750FAE-C2CE-1E48-D225-78BE803ED2F9}"/>
                </a:ext>
              </a:extLst>
            </p:cNvPr>
            <p:cNvSpPr/>
            <p:nvPr/>
          </p:nvSpPr>
          <p:spPr>
            <a:xfrm>
              <a:off x="2196637" y="1588434"/>
              <a:ext cx="163" cy="14"/>
            </a:xfrm>
            <a:custGeom>
              <a:avLst/>
              <a:gdLst/>
              <a:ahLst/>
              <a:cxnLst/>
              <a:rect l="l" t="t" r="r" b="b"/>
              <a:pathLst>
                <a:path w="12" h="1" extrusionOk="0">
                  <a:moveTo>
                    <a:pt x="11" y="1"/>
                  </a:moveTo>
                  <a:lnTo>
                    <a:pt x="1" y="1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98" name="Google Shape;7256;p80">
              <a:extLst>
                <a:ext uri="{FF2B5EF4-FFF2-40B4-BE49-F238E27FC236}">
                  <a16:creationId xmlns:a16="http://schemas.microsoft.com/office/drawing/2014/main" id="{12218FFF-6A4B-918E-8EF1-4510F1D8055B}"/>
                </a:ext>
              </a:extLst>
            </p:cNvPr>
            <p:cNvSpPr/>
            <p:nvPr/>
          </p:nvSpPr>
          <p:spPr>
            <a:xfrm>
              <a:off x="2201783" y="1588963"/>
              <a:ext cx="625" cy="54"/>
            </a:xfrm>
            <a:custGeom>
              <a:avLst/>
              <a:gdLst/>
              <a:ahLst/>
              <a:cxnLst/>
              <a:rect l="l" t="t" r="r" b="b"/>
              <a:pathLst>
                <a:path w="46" h="4" extrusionOk="0">
                  <a:moveTo>
                    <a:pt x="46" y="4"/>
                  </a:moveTo>
                  <a:lnTo>
                    <a:pt x="0" y="0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99" name="Google Shape;7257;p80">
              <a:extLst>
                <a:ext uri="{FF2B5EF4-FFF2-40B4-BE49-F238E27FC236}">
                  <a16:creationId xmlns:a16="http://schemas.microsoft.com/office/drawing/2014/main" id="{7303D791-FCEE-1731-F78C-EB302DD14703}"/>
                </a:ext>
              </a:extLst>
            </p:cNvPr>
            <p:cNvSpPr/>
            <p:nvPr/>
          </p:nvSpPr>
          <p:spPr>
            <a:xfrm>
              <a:off x="2201117" y="1588909"/>
              <a:ext cx="530" cy="68"/>
            </a:xfrm>
            <a:custGeom>
              <a:avLst/>
              <a:gdLst/>
              <a:ahLst/>
              <a:cxnLst/>
              <a:rect l="l" t="t" r="r" b="b"/>
              <a:pathLst>
                <a:path w="39" h="5" extrusionOk="0">
                  <a:moveTo>
                    <a:pt x="39" y="4"/>
                  </a:moveTo>
                  <a:lnTo>
                    <a:pt x="0" y="1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00" name="Google Shape;7258;p80">
              <a:extLst>
                <a:ext uri="{FF2B5EF4-FFF2-40B4-BE49-F238E27FC236}">
                  <a16:creationId xmlns:a16="http://schemas.microsoft.com/office/drawing/2014/main" id="{41DB735A-398F-5B7F-7E44-54D4E5CCCA61}"/>
                </a:ext>
              </a:extLst>
            </p:cNvPr>
            <p:cNvSpPr/>
            <p:nvPr/>
          </p:nvSpPr>
          <p:spPr>
            <a:xfrm>
              <a:off x="2199868" y="1588814"/>
              <a:ext cx="394" cy="14"/>
            </a:xfrm>
            <a:custGeom>
              <a:avLst/>
              <a:gdLst/>
              <a:ahLst/>
              <a:cxnLst/>
              <a:rect l="l" t="t" r="r" b="b"/>
              <a:pathLst>
                <a:path w="29" h="1" extrusionOk="0">
                  <a:moveTo>
                    <a:pt x="29" y="1"/>
                  </a:moveTo>
                  <a:lnTo>
                    <a:pt x="1" y="1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01" name="Google Shape;7259;p80">
              <a:extLst>
                <a:ext uri="{FF2B5EF4-FFF2-40B4-BE49-F238E27FC236}">
                  <a16:creationId xmlns:a16="http://schemas.microsoft.com/office/drawing/2014/main" id="{C7A68B8F-45C1-0632-3B49-3D30B1C11A9F}"/>
                </a:ext>
              </a:extLst>
            </p:cNvPr>
            <p:cNvSpPr/>
            <p:nvPr/>
          </p:nvSpPr>
          <p:spPr>
            <a:xfrm>
              <a:off x="2200493" y="1588868"/>
              <a:ext cx="489" cy="54"/>
            </a:xfrm>
            <a:custGeom>
              <a:avLst/>
              <a:gdLst/>
              <a:ahLst/>
              <a:cxnLst/>
              <a:rect l="l" t="t" r="r" b="b"/>
              <a:pathLst>
                <a:path w="36" h="4" extrusionOk="0">
                  <a:moveTo>
                    <a:pt x="36" y="4"/>
                  </a:moveTo>
                  <a:lnTo>
                    <a:pt x="0" y="0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02" name="Google Shape;7260;p80">
              <a:extLst>
                <a:ext uri="{FF2B5EF4-FFF2-40B4-BE49-F238E27FC236}">
                  <a16:creationId xmlns:a16="http://schemas.microsoft.com/office/drawing/2014/main" id="{4601E1D8-116E-FC1A-94C2-DAAF051C25F7}"/>
                </a:ext>
              </a:extLst>
            </p:cNvPr>
            <p:cNvSpPr/>
            <p:nvPr/>
          </p:nvSpPr>
          <p:spPr>
            <a:xfrm>
              <a:off x="2213799" y="1589154"/>
              <a:ext cx="68" cy="14"/>
            </a:xfrm>
            <a:custGeom>
              <a:avLst/>
              <a:gdLst/>
              <a:ahLst/>
              <a:cxnLst/>
              <a:rect l="l" t="t" r="r" b="b"/>
              <a:pathLst>
                <a:path w="5" h="1" extrusionOk="0">
                  <a:moveTo>
                    <a:pt x="1" y="0"/>
                  </a:moveTo>
                  <a:lnTo>
                    <a:pt x="4" y="0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03" name="Google Shape;7261;p80">
              <a:extLst>
                <a:ext uri="{FF2B5EF4-FFF2-40B4-BE49-F238E27FC236}">
                  <a16:creationId xmlns:a16="http://schemas.microsoft.com/office/drawing/2014/main" id="{9CEF6123-F0F2-65F3-8469-B029CB8B047E}"/>
                </a:ext>
              </a:extLst>
            </p:cNvPr>
            <p:cNvSpPr/>
            <p:nvPr/>
          </p:nvSpPr>
          <p:spPr>
            <a:xfrm>
              <a:off x="2328882" y="1660259"/>
              <a:ext cx="54" cy="149"/>
            </a:xfrm>
            <a:custGeom>
              <a:avLst/>
              <a:gdLst/>
              <a:ahLst/>
              <a:cxnLst/>
              <a:rect l="l" t="t" r="r" b="b"/>
              <a:pathLst>
                <a:path w="4" h="11" extrusionOk="0">
                  <a:moveTo>
                    <a:pt x="4" y="11"/>
                  </a:moveTo>
                  <a:lnTo>
                    <a:pt x="0" y="0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04" name="Google Shape;7262;p80">
              <a:extLst>
                <a:ext uri="{FF2B5EF4-FFF2-40B4-BE49-F238E27FC236}">
                  <a16:creationId xmlns:a16="http://schemas.microsoft.com/office/drawing/2014/main" id="{ECBF2C80-5833-D4F9-D5A1-6F9E8F0B095F}"/>
                </a:ext>
              </a:extLst>
            </p:cNvPr>
            <p:cNvSpPr/>
            <p:nvPr/>
          </p:nvSpPr>
          <p:spPr>
            <a:xfrm>
              <a:off x="2335860" y="1655032"/>
              <a:ext cx="1534" cy="204"/>
            </a:xfrm>
            <a:custGeom>
              <a:avLst/>
              <a:gdLst/>
              <a:ahLst/>
              <a:cxnLst/>
              <a:rect l="l" t="t" r="r" b="b"/>
              <a:pathLst>
                <a:path w="113" h="15" extrusionOk="0">
                  <a:moveTo>
                    <a:pt x="113" y="14"/>
                  </a:moveTo>
                  <a:lnTo>
                    <a:pt x="1" y="0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05" name="Google Shape;7263;p80">
              <a:extLst>
                <a:ext uri="{FF2B5EF4-FFF2-40B4-BE49-F238E27FC236}">
                  <a16:creationId xmlns:a16="http://schemas.microsoft.com/office/drawing/2014/main" id="{42EB7C41-E8E6-324A-12E3-D26C28E25B6E}"/>
                </a:ext>
              </a:extLst>
            </p:cNvPr>
            <p:cNvSpPr/>
            <p:nvPr/>
          </p:nvSpPr>
          <p:spPr>
            <a:xfrm>
              <a:off x="2341468" y="1648039"/>
              <a:ext cx="964" cy="1344"/>
            </a:xfrm>
            <a:custGeom>
              <a:avLst/>
              <a:gdLst/>
              <a:ahLst/>
              <a:cxnLst/>
              <a:rect l="l" t="t" r="r" b="b"/>
              <a:pathLst>
                <a:path w="71" h="99" extrusionOk="0">
                  <a:moveTo>
                    <a:pt x="1" y="1"/>
                  </a:moveTo>
                  <a:cubicBezTo>
                    <a:pt x="29" y="29"/>
                    <a:pt x="54" y="64"/>
                    <a:pt x="71" y="99"/>
                  </a:cubicBezTo>
                  <a:cubicBezTo>
                    <a:pt x="54" y="64"/>
                    <a:pt x="29" y="29"/>
                    <a:pt x="1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06" name="Google Shape;7264;p80">
              <a:extLst>
                <a:ext uri="{FF2B5EF4-FFF2-40B4-BE49-F238E27FC236}">
                  <a16:creationId xmlns:a16="http://schemas.microsoft.com/office/drawing/2014/main" id="{589DF210-03F7-ECD1-4AFB-6BF03094A2F0}"/>
                </a:ext>
              </a:extLst>
            </p:cNvPr>
            <p:cNvSpPr/>
            <p:nvPr/>
          </p:nvSpPr>
          <p:spPr>
            <a:xfrm>
              <a:off x="2309574" y="1627510"/>
              <a:ext cx="14" cy="434"/>
            </a:xfrm>
            <a:custGeom>
              <a:avLst/>
              <a:gdLst/>
              <a:ahLst/>
              <a:cxnLst/>
              <a:rect l="l" t="t" r="r" b="b"/>
              <a:pathLst>
                <a:path w="1" h="32" extrusionOk="0">
                  <a:moveTo>
                    <a:pt x="1" y="0"/>
                  </a:moveTo>
                  <a:cubicBezTo>
                    <a:pt x="1" y="11"/>
                    <a:pt x="1" y="21"/>
                    <a:pt x="1" y="32"/>
                  </a:cubicBezTo>
                  <a:cubicBezTo>
                    <a:pt x="1" y="21"/>
                    <a:pt x="1" y="11"/>
                    <a:pt x="1" y="0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07" name="Google Shape;7265;p80">
              <a:extLst>
                <a:ext uri="{FF2B5EF4-FFF2-40B4-BE49-F238E27FC236}">
                  <a16:creationId xmlns:a16="http://schemas.microsoft.com/office/drawing/2014/main" id="{933660DE-2C9E-2EE5-1B19-C6B16A826028}"/>
                </a:ext>
              </a:extLst>
            </p:cNvPr>
            <p:cNvSpPr/>
            <p:nvPr/>
          </p:nvSpPr>
          <p:spPr>
            <a:xfrm>
              <a:off x="2281483" y="1611298"/>
              <a:ext cx="1303" cy="475"/>
            </a:xfrm>
            <a:custGeom>
              <a:avLst/>
              <a:gdLst/>
              <a:ahLst/>
              <a:cxnLst/>
              <a:rect l="l" t="t" r="r" b="b"/>
              <a:pathLst>
                <a:path w="96" h="35" extrusionOk="0">
                  <a:moveTo>
                    <a:pt x="1" y="1"/>
                  </a:moveTo>
                  <a:cubicBezTo>
                    <a:pt x="12" y="16"/>
                    <a:pt x="23" y="24"/>
                    <a:pt x="43" y="28"/>
                  </a:cubicBezTo>
                  <a:lnTo>
                    <a:pt x="43" y="28"/>
                  </a:lnTo>
                  <a:cubicBezTo>
                    <a:pt x="31" y="24"/>
                    <a:pt x="19" y="17"/>
                    <a:pt x="8" y="8"/>
                  </a:cubicBezTo>
                  <a:lnTo>
                    <a:pt x="1" y="1"/>
                  </a:lnTo>
                  <a:close/>
                  <a:moveTo>
                    <a:pt x="43" y="28"/>
                  </a:moveTo>
                  <a:cubicBezTo>
                    <a:pt x="54" y="32"/>
                    <a:pt x="65" y="34"/>
                    <a:pt x="76" y="34"/>
                  </a:cubicBezTo>
                  <a:cubicBezTo>
                    <a:pt x="82" y="34"/>
                    <a:pt x="89" y="34"/>
                    <a:pt x="95" y="32"/>
                  </a:cubicBezTo>
                  <a:cubicBezTo>
                    <a:pt x="73" y="32"/>
                    <a:pt x="56" y="31"/>
                    <a:pt x="43" y="28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08" name="Google Shape;7266;p80">
              <a:extLst>
                <a:ext uri="{FF2B5EF4-FFF2-40B4-BE49-F238E27FC236}">
                  <a16:creationId xmlns:a16="http://schemas.microsoft.com/office/drawing/2014/main" id="{5F2E2126-87BC-226C-3CEE-9F868BA23F0A}"/>
                </a:ext>
              </a:extLst>
            </p:cNvPr>
            <p:cNvSpPr/>
            <p:nvPr/>
          </p:nvSpPr>
          <p:spPr>
            <a:xfrm>
              <a:off x="2284714" y="1609778"/>
              <a:ext cx="1833" cy="1113"/>
            </a:xfrm>
            <a:custGeom>
              <a:avLst/>
              <a:gdLst/>
              <a:ahLst/>
              <a:cxnLst/>
              <a:rect l="l" t="t" r="r" b="b"/>
              <a:pathLst>
                <a:path w="135" h="82" extrusionOk="0">
                  <a:moveTo>
                    <a:pt x="134" y="1"/>
                  </a:moveTo>
                  <a:cubicBezTo>
                    <a:pt x="113" y="4"/>
                    <a:pt x="96" y="11"/>
                    <a:pt x="82" y="22"/>
                  </a:cubicBezTo>
                  <a:cubicBezTo>
                    <a:pt x="54" y="39"/>
                    <a:pt x="25" y="57"/>
                    <a:pt x="1" y="81"/>
                  </a:cubicBezTo>
                  <a:cubicBezTo>
                    <a:pt x="25" y="57"/>
                    <a:pt x="54" y="39"/>
                    <a:pt x="82" y="22"/>
                  </a:cubicBezTo>
                  <a:cubicBezTo>
                    <a:pt x="96" y="11"/>
                    <a:pt x="113" y="4"/>
                    <a:pt x="134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09" name="Google Shape;7267;p80">
              <a:extLst>
                <a:ext uri="{FF2B5EF4-FFF2-40B4-BE49-F238E27FC236}">
                  <a16:creationId xmlns:a16="http://schemas.microsoft.com/office/drawing/2014/main" id="{AAB4208C-94BE-137D-AE3D-2E769386E23C}"/>
                </a:ext>
              </a:extLst>
            </p:cNvPr>
            <p:cNvSpPr/>
            <p:nvPr/>
          </p:nvSpPr>
          <p:spPr>
            <a:xfrm>
              <a:off x="2314625" y="1629832"/>
              <a:ext cx="1860" cy="1018"/>
            </a:xfrm>
            <a:custGeom>
              <a:avLst/>
              <a:gdLst/>
              <a:ahLst/>
              <a:cxnLst/>
              <a:rect l="l" t="t" r="r" b="b"/>
              <a:pathLst>
                <a:path w="137" h="75" extrusionOk="0">
                  <a:moveTo>
                    <a:pt x="137" y="74"/>
                  </a:moveTo>
                  <a:cubicBezTo>
                    <a:pt x="112" y="71"/>
                    <a:pt x="88" y="64"/>
                    <a:pt x="67" y="50"/>
                  </a:cubicBezTo>
                  <a:cubicBezTo>
                    <a:pt x="46" y="36"/>
                    <a:pt x="25" y="18"/>
                    <a:pt x="0" y="1"/>
                  </a:cubicBezTo>
                  <a:cubicBezTo>
                    <a:pt x="25" y="18"/>
                    <a:pt x="46" y="36"/>
                    <a:pt x="67" y="50"/>
                  </a:cubicBezTo>
                  <a:cubicBezTo>
                    <a:pt x="88" y="64"/>
                    <a:pt x="112" y="71"/>
                    <a:pt x="137" y="74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10" name="Google Shape;7268;p80">
              <a:extLst>
                <a:ext uri="{FF2B5EF4-FFF2-40B4-BE49-F238E27FC236}">
                  <a16:creationId xmlns:a16="http://schemas.microsoft.com/office/drawing/2014/main" id="{1D0EDEB7-699E-1F0F-5569-A516F5E59150}"/>
                </a:ext>
              </a:extLst>
            </p:cNvPr>
            <p:cNvSpPr/>
            <p:nvPr/>
          </p:nvSpPr>
          <p:spPr>
            <a:xfrm>
              <a:off x="2299079" y="1615860"/>
              <a:ext cx="339" cy="1494"/>
            </a:xfrm>
            <a:custGeom>
              <a:avLst/>
              <a:gdLst/>
              <a:ahLst/>
              <a:cxnLst/>
              <a:rect l="l" t="t" r="r" b="b"/>
              <a:pathLst>
                <a:path w="25" h="110" extrusionOk="0">
                  <a:moveTo>
                    <a:pt x="25" y="1"/>
                  </a:moveTo>
                  <a:cubicBezTo>
                    <a:pt x="25" y="39"/>
                    <a:pt x="14" y="78"/>
                    <a:pt x="0" y="109"/>
                  </a:cubicBezTo>
                  <a:cubicBezTo>
                    <a:pt x="14" y="78"/>
                    <a:pt x="25" y="39"/>
                    <a:pt x="25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11" name="Google Shape;7269;p80">
              <a:extLst>
                <a:ext uri="{FF2B5EF4-FFF2-40B4-BE49-F238E27FC236}">
                  <a16:creationId xmlns:a16="http://schemas.microsoft.com/office/drawing/2014/main" id="{D92AEB6C-62FD-D4B4-1714-3CCA58C85EED}"/>
                </a:ext>
              </a:extLst>
            </p:cNvPr>
            <p:cNvSpPr/>
            <p:nvPr/>
          </p:nvSpPr>
          <p:spPr>
            <a:xfrm>
              <a:off x="2291136" y="1609398"/>
              <a:ext cx="2824" cy="339"/>
            </a:xfrm>
            <a:custGeom>
              <a:avLst/>
              <a:gdLst/>
              <a:ahLst/>
              <a:cxnLst/>
              <a:rect l="l" t="t" r="r" b="b"/>
              <a:pathLst>
                <a:path w="208" h="25" extrusionOk="0">
                  <a:moveTo>
                    <a:pt x="1" y="25"/>
                  </a:moveTo>
                  <a:cubicBezTo>
                    <a:pt x="67" y="8"/>
                    <a:pt x="137" y="1"/>
                    <a:pt x="207" y="1"/>
                  </a:cubicBezTo>
                  <a:cubicBezTo>
                    <a:pt x="137" y="1"/>
                    <a:pt x="67" y="8"/>
                    <a:pt x="1" y="25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12" name="Google Shape;7270;p80">
              <a:extLst>
                <a:ext uri="{FF2B5EF4-FFF2-40B4-BE49-F238E27FC236}">
                  <a16:creationId xmlns:a16="http://schemas.microsoft.com/office/drawing/2014/main" id="{A4E6BB04-F647-B34F-B7A5-5FCABBE90805}"/>
                </a:ext>
              </a:extLst>
            </p:cNvPr>
            <p:cNvSpPr/>
            <p:nvPr/>
          </p:nvSpPr>
          <p:spPr>
            <a:xfrm>
              <a:off x="2341862" y="1642581"/>
              <a:ext cx="339" cy="339"/>
            </a:xfrm>
            <a:custGeom>
              <a:avLst/>
              <a:gdLst/>
              <a:ahLst/>
              <a:cxnLst/>
              <a:rect l="l" t="t" r="r" b="b"/>
              <a:pathLst>
                <a:path w="25" h="25" extrusionOk="0">
                  <a:moveTo>
                    <a:pt x="25" y="0"/>
                  </a:moveTo>
                  <a:lnTo>
                    <a:pt x="0" y="25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13" name="Google Shape;7271;p80">
              <a:extLst>
                <a:ext uri="{FF2B5EF4-FFF2-40B4-BE49-F238E27FC236}">
                  <a16:creationId xmlns:a16="http://schemas.microsoft.com/office/drawing/2014/main" id="{5E0F8D56-2F9E-6C60-CF6D-1200D5DEA015}"/>
                </a:ext>
              </a:extLst>
            </p:cNvPr>
            <p:cNvSpPr/>
            <p:nvPr/>
          </p:nvSpPr>
          <p:spPr>
            <a:xfrm>
              <a:off x="2337476" y="1655222"/>
              <a:ext cx="14" cy="14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1" y="0"/>
                  </a:move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14" name="Google Shape;7272;p80">
              <a:extLst>
                <a:ext uri="{FF2B5EF4-FFF2-40B4-BE49-F238E27FC236}">
                  <a16:creationId xmlns:a16="http://schemas.microsoft.com/office/drawing/2014/main" id="{8F5B8D9B-F712-ECE0-E802-35F4D2FA1141}"/>
                </a:ext>
              </a:extLst>
            </p:cNvPr>
            <p:cNvSpPr/>
            <p:nvPr/>
          </p:nvSpPr>
          <p:spPr>
            <a:xfrm>
              <a:off x="2328692" y="1659023"/>
              <a:ext cx="14" cy="149"/>
            </a:xfrm>
            <a:custGeom>
              <a:avLst/>
              <a:gdLst/>
              <a:ahLst/>
              <a:cxnLst/>
              <a:rect l="l" t="t" r="r" b="b"/>
              <a:pathLst>
                <a:path w="1" h="11" extrusionOk="0">
                  <a:moveTo>
                    <a:pt x="0" y="0"/>
                  </a:moveTo>
                  <a:lnTo>
                    <a:pt x="0" y="11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15" name="Google Shape;7273;p80">
              <a:extLst>
                <a:ext uri="{FF2B5EF4-FFF2-40B4-BE49-F238E27FC236}">
                  <a16:creationId xmlns:a16="http://schemas.microsoft.com/office/drawing/2014/main" id="{1445DB7A-7159-7971-798E-203564816A4B}"/>
                </a:ext>
              </a:extLst>
            </p:cNvPr>
            <p:cNvSpPr/>
            <p:nvPr/>
          </p:nvSpPr>
          <p:spPr>
            <a:xfrm>
              <a:off x="2328787" y="1659594"/>
              <a:ext cx="14" cy="204"/>
            </a:xfrm>
            <a:custGeom>
              <a:avLst/>
              <a:gdLst/>
              <a:ahLst/>
              <a:cxnLst/>
              <a:rect l="l" t="t" r="r" b="b"/>
              <a:pathLst>
                <a:path w="1" h="15" extrusionOk="0">
                  <a:moveTo>
                    <a:pt x="0" y="0"/>
                  </a:moveTo>
                  <a:lnTo>
                    <a:pt x="0" y="14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16" name="Google Shape;7274;p80">
              <a:extLst>
                <a:ext uri="{FF2B5EF4-FFF2-40B4-BE49-F238E27FC236}">
                  <a16:creationId xmlns:a16="http://schemas.microsoft.com/office/drawing/2014/main" id="{AFD47151-CDCF-16DE-2838-2FAC16930441}"/>
                </a:ext>
              </a:extLst>
            </p:cNvPr>
            <p:cNvSpPr/>
            <p:nvPr/>
          </p:nvSpPr>
          <p:spPr>
            <a:xfrm>
              <a:off x="2328692" y="1658779"/>
              <a:ext cx="14" cy="163"/>
            </a:xfrm>
            <a:custGeom>
              <a:avLst/>
              <a:gdLst/>
              <a:ahLst/>
              <a:cxnLst/>
              <a:rect l="l" t="t" r="r" b="b"/>
              <a:pathLst>
                <a:path w="1" h="12" extrusionOk="0">
                  <a:moveTo>
                    <a:pt x="0" y="11"/>
                  </a:moveTo>
                  <a:cubicBezTo>
                    <a:pt x="0" y="8"/>
                    <a:pt x="0" y="4"/>
                    <a:pt x="0" y="1"/>
                  </a:cubicBezTo>
                  <a:cubicBezTo>
                    <a:pt x="0" y="4"/>
                    <a:pt x="0" y="8"/>
                    <a:pt x="0" y="1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17" name="Google Shape;7275;p80">
              <a:extLst>
                <a:ext uri="{FF2B5EF4-FFF2-40B4-BE49-F238E27FC236}">
                  <a16:creationId xmlns:a16="http://schemas.microsoft.com/office/drawing/2014/main" id="{F0818AA4-AC3F-FF31-6D94-737306B13C5C}"/>
                </a:ext>
              </a:extLst>
            </p:cNvPr>
            <p:cNvSpPr/>
            <p:nvPr/>
          </p:nvSpPr>
          <p:spPr>
            <a:xfrm>
              <a:off x="2328827" y="1659919"/>
              <a:ext cx="68" cy="163"/>
            </a:xfrm>
            <a:custGeom>
              <a:avLst/>
              <a:gdLst/>
              <a:ahLst/>
              <a:cxnLst/>
              <a:rect l="l" t="t" r="r" b="b"/>
              <a:pathLst>
                <a:path w="5" h="12" extrusionOk="0">
                  <a:moveTo>
                    <a:pt x="1" y="1"/>
                  </a:moveTo>
                  <a:lnTo>
                    <a:pt x="4" y="11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18" name="Google Shape;7276;p80">
              <a:extLst>
                <a:ext uri="{FF2B5EF4-FFF2-40B4-BE49-F238E27FC236}">
                  <a16:creationId xmlns:a16="http://schemas.microsoft.com/office/drawing/2014/main" id="{76C3B98A-C0D1-6177-8F90-8D48E11ED1A1}"/>
                </a:ext>
              </a:extLst>
            </p:cNvPr>
            <p:cNvSpPr/>
            <p:nvPr/>
          </p:nvSpPr>
          <p:spPr>
            <a:xfrm>
              <a:off x="2328732" y="1659254"/>
              <a:ext cx="14" cy="258"/>
            </a:xfrm>
            <a:custGeom>
              <a:avLst/>
              <a:gdLst/>
              <a:ahLst/>
              <a:cxnLst/>
              <a:rect l="l" t="t" r="r" b="b"/>
              <a:pathLst>
                <a:path w="1" h="19" extrusionOk="0">
                  <a:moveTo>
                    <a:pt x="1" y="1"/>
                  </a:moveTo>
                  <a:cubicBezTo>
                    <a:pt x="1" y="8"/>
                    <a:pt x="1" y="11"/>
                    <a:pt x="1" y="18"/>
                  </a:cubicBezTo>
                  <a:cubicBezTo>
                    <a:pt x="1" y="11"/>
                    <a:pt x="1" y="4"/>
                    <a:pt x="1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19" name="Google Shape;7277;p80">
              <a:extLst>
                <a:ext uri="{FF2B5EF4-FFF2-40B4-BE49-F238E27FC236}">
                  <a16:creationId xmlns:a16="http://schemas.microsoft.com/office/drawing/2014/main" id="{1C201E1F-E990-EB48-C340-097757BCAE5A}"/>
                </a:ext>
              </a:extLst>
            </p:cNvPr>
            <p:cNvSpPr/>
            <p:nvPr/>
          </p:nvSpPr>
          <p:spPr>
            <a:xfrm>
              <a:off x="2341957" y="1637680"/>
              <a:ext cx="1914" cy="3489"/>
            </a:xfrm>
            <a:custGeom>
              <a:avLst/>
              <a:gdLst/>
              <a:ahLst/>
              <a:cxnLst/>
              <a:rect l="l" t="t" r="r" b="b"/>
              <a:pathLst>
                <a:path w="141" h="257" extrusionOk="0">
                  <a:moveTo>
                    <a:pt x="137" y="151"/>
                  </a:moveTo>
                  <a:cubicBezTo>
                    <a:pt x="140" y="186"/>
                    <a:pt x="130" y="225"/>
                    <a:pt x="109" y="256"/>
                  </a:cubicBezTo>
                  <a:cubicBezTo>
                    <a:pt x="130" y="225"/>
                    <a:pt x="140" y="186"/>
                    <a:pt x="137" y="151"/>
                  </a:cubicBezTo>
                  <a:cubicBezTo>
                    <a:pt x="126" y="71"/>
                    <a:pt x="70" y="32"/>
                    <a:pt x="0" y="1"/>
                  </a:cubicBezTo>
                  <a:cubicBezTo>
                    <a:pt x="70" y="32"/>
                    <a:pt x="126" y="71"/>
                    <a:pt x="137" y="15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20" name="Google Shape;7278;p80">
              <a:extLst>
                <a:ext uri="{FF2B5EF4-FFF2-40B4-BE49-F238E27FC236}">
                  <a16:creationId xmlns:a16="http://schemas.microsoft.com/office/drawing/2014/main" id="{1BEE632F-C641-5A45-3263-FD757BCF047B}"/>
                </a:ext>
              </a:extLst>
            </p:cNvPr>
            <p:cNvSpPr/>
            <p:nvPr/>
          </p:nvSpPr>
          <p:spPr>
            <a:xfrm>
              <a:off x="2282908" y="1603600"/>
              <a:ext cx="448" cy="14"/>
            </a:xfrm>
            <a:custGeom>
              <a:avLst/>
              <a:gdLst/>
              <a:ahLst/>
              <a:cxnLst/>
              <a:rect l="l" t="t" r="r" b="b"/>
              <a:pathLst>
                <a:path w="33" h="1" extrusionOk="0">
                  <a:moveTo>
                    <a:pt x="32" y="0"/>
                  </a:moveTo>
                  <a:cubicBezTo>
                    <a:pt x="22" y="0"/>
                    <a:pt x="8" y="0"/>
                    <a:pt x="1" y="0"/>
                  </a:cubicBezTo>
                  <a:cubicBezTo>
                    <a:pt x="8" y="0"/>
                    <a:pt x="22" y="0"/>
                    <a:pt x="32" y="0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21" name="Google Shape;7279;p80">
              <a:extLst>
                <a:ext uri="{FF2B5EF4-FFF2-40B4-BE49-F238E27FC236}">
                  <a16:creationId xmlns:a16="http://schemas.microsoft.com/office/drawing/2014/main" id="{A7AC24BB-345C-51A0-70C0-80AB9EA97D8C}"/>
                </a:ext>
              </a:extLst>
            </p:cNvPr>
            <p:cNvSpPr/>
            <p:nvPr/>
          </p:nvSpPr>
          <p:spPr>
            <a:xfrm>
              <a:off x="2279161" y="1602364"/>
              <a:ext cx="109" cy="14"/>
            </a:xfrm>
            <a:custGeom>
              <a:avLst/>
              <a:gdLst/>
              <a:ahLst/>
              <a:cxnLst/>
              <a:rect l="l" t="t" r="r" b="b"/>
              <a:pathLst>
                <a:path w="8" h="1" extrusionOk="0">
                  <a:moveTo>
                    <a:pt x="0" y="0"/>
                  </a:moveTo>
                  <a:cubicBezTo>
                    <a:pt x="4" y="0"/>
                    <a:pt x="7" y="0"/>
                    <a:pt x="7" y="0"/>
                  </a:cubicBezTo>
                  <a:cubicBezTo>
                    <a:pt x="7" y="0"/>
                    <a:pt x="4" y="0"/>
                    <a:pt x="0" y="0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22" name="Google Shape;7280;p80">
              <a:extLst>
                <a:ext uri="{FF2B5EF4-FFF2-40B4-BE49-F238E27FC236}">
                  <a16:creationId xmlns:a16="http://schemas.microsoft.com/office/drawing/2014/main" id="{C025FAC5-BD50-0328-0DB6-34A01009B471}"/>
                </a:ext>
              </a:extLst>
            </p:cNvPr>
            <p:cNvSpPr/>
            <p:nvPr/>
          </p:nvSpPr>
          <p:spPr>
            <a:xfrm>
              <a:off x="2283438" y="1594327"/>
              <a:ext cx="14" cy="14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0" y="1"/>
                  </a:move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23" name="Google Shape;7281;p80">
              <a:extLst>
                <a:ext uri="{FF2B5EF4-FFF2-40B4-BE49-F238E27FC236}">
                  <a16:creationId xmlns:a16="http://schemas.microsoft.com/office/drawing/2014/main" id="{C1A9ACAF-F092-F31A-9793-F709C62C514F}"/>
                </a:ext>
              </a:extLst>
            </p:cNvPr>
            <p:cNvSpPr/>
            <p:nvPr/>
          </p:nvSpPr>
          <p:spPr>
            <a:xfrm>
              <a:off x="2280342" y="1602690"/>
              <a:ext cx="2580" cy="869"/>
            </a:xfrm>
            <a:custGeom>
              <a:avLst/>
              <a:gdLst/>
              <a:ahLst/>
              <a:cxnLst/>
              <a:rect l="l" t="t" r="r" b="b"/>
              <a:pathLst>
                <a:path w="190" h="64" extrusionOk="0">
                  <a:moveTo>
                    <a:pt x="1" y="1"/>
                  </a:moveTo>
                  <a:lnTo>
                    <a:pt x="32" y="15"/>
                  </a:lnTo>
                  <a:cubicBezTo>
                    <a:pt x="81" y="39"/>
                    <a:pt x="134" y="57"/>
                    <a:pt x="190" y="64"/>
                  </a:cubicBezTo>
                  <a:cubicBezTo>
                    <a:pt x="134" y="57"/>
                    <a:pt x="81" y="39"/>
                    <a:pt x="32" y="15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24" name="Google Shape;7282;p80">
              <a:extLst>
                <a:ext uri="{FF2B5EF4-FFF2-40B4-BE49-F238E27FC236}">
                  <a16:creationId xmlns:a16="http://schemas.microsoft.com/office/drawing/2014/main" id="{504925A8-E5B8-CE8D-4B1D-1E3A293BE425}"/>
                </a:ext>
              </a:extLst>
            </p:cNvPr>
            <p:cNvSpPr/>
            <p:nvPr/>
          </p:nvSpPr>
          <p:spPr>
            <a:xfrm>
              <a:off x="2280532" y="1608488"/>
              <a:ext cx="964" cy="2824"/>
            </a:xfrm>
            <a:custGeom>
              <a:avLst/>
              <a:gdLst/>
              <a:ahLst/>
              <a:cxnLst/>
              <a:rect l="l" t="t" r="r" b="b"/>
              <a:pathLst>
                <a:path w="71" h="208" extrusionOk="0">
                  <a:moveTo>
                    <a:pt x="1" y="1"/>
                  </a:moveTo>
                  <a:cubicBezTo>
                    <a:pt x="7" y="40"/>
                    <a:pt x="17" y="79"/>
                    <a:pt x="31" y="118"/>
                  </a:cubicBezTo>
                  <a:lnTo>
                    <a:pt x="31" y="118"/>
                  </a:lnTo>
                  <a:cubicBezTo>
                    <a:pt x="18" y="79"/>
                    <a:pt x="7" y="40"/>
                    <a:pt x="1" y="1"/>
                  </a:cubicBezTo>
                  <a:close/>
                  <a:moveTo>
                    <a:pt x="31" y="118"/>
                  </a:moveTo>
                  <a:cubicBezTo>
                    <a:pt x="39" y="141"/>
                    <a:pt x="48" y="164"/>
                    <a:pt x="57" y="187"/>
                  </a:cubicBezTo>
                  <a:lnTo>
                    <a:pt x="71" y="208"/>
                  </a:lnTo>
                  <a:cubicBezTo>
                    <a:pt x="55" y="178"/>
                    <a:pt x="42" y="148"/>
                    <a:pt x="31" y="118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25" name="Google Shape;7283;p80">
              <a:extLst>
                <a:ext uri="{FF2B5EF4-FFF2-40B4-BE49-F238E27FC236}">
                  <a16:creationId xmlns:a16="http://schemas.microsoft.com/office/drawing/2014/main" id="{144ED058-A1C5-16FA-4030-5D1877C519D0}"/>
                </a:ext>
              </a:extLst>
            </p:cNvPr>
            <p:cNvSpPr/>
            <p:nvPr/>
          </p:nvSpPr>
          <p:spPr>
            <a:xfrm>
              <a:off x="2278631" y="1589724"/>
              <a:ext cx="869" cy="679"/>
            </a:xfrm>
            <a:custGeom>
              <a:avLst/>
              <a:gdLst/>
              <a:ahLst/>
              <a:cxnLst/>
              <a:rect l="l" t="t" r="r" b="b"/>
              <a:pathLst>
                <a:path w="64" h="50" extrusionOk="0">
                  <a:moveTo>
                    <a:pt x="1" y="0"/>
                  </a:moveTo>
                  <a:lnTo>
                    <a:pt x="1" y="0"/>
                  </a:lnTo>
                  <a:cubicBezTo>
                    <a:pt x="15" y="25"/>
                    <a:pt x="39" y="42"/>
                    <a:pt x="64" y="49"/>
                  </a:cubicBezTo>
                  <a:cubicBezTo>
                    <a:pt x="39" y="42"/>
                    <a:pt x="18" y="25"/>
                    <a:pt x="1" y="0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26" name="Google Shape;7284;p80">
              <a:extLst>
                <a:ext uri="{FF2B5EF4-FFF2-40B4-BE49-F238E27FC236}">
                  <a16:creationId xmlns:a16="http://schemas.microsoft.com/office/drawing/2014/main" id="{B3E2261E-8DEB-A366-0CD8-CAFB5B6E5121}"/>
                </a:ext>
              </a:extLst>
            </p:cNvPr>
            <p:cNvSpPr/>
            <p:nvPr/>
          </p:nvSpPr>
          <p:spPr>
            <a:xfrm>
              <a:off x="2256066" y="1570376"/>
              <a:ext cx="149" cy="244"/>
            </a:xfrm>
            <a:custGeom>
              <a:avLst/>
              <a:gdLst/>
              <a:ahLst/>
              <a:cxnLst/>
              <a:rect l="l" t="t" r="r" b="b"/>
              <a:pathLst>
                <a:path w="11" h="18" extrusionOk="0">
                  <a:moveTo>
                    <a:pt x="0" y="0"/>
                  </a:moveTo>
                  <a:lnTo>
                    <a:pt x="7" y="14"/>
                  </a:lnTo>
                  <a:cubicBezTo>
                    <a:pt x="7" y="14"/>
                    <a:pt x="7" y="18"/>
                    <a:pt x="10" y="18"/>
                  </a:cubicBezTo>
                  <a:cubicBezTo>
                    <a:pt x="7" y="11"/>
                    <a:pt x="3" y="7"/>
                    <a:pt x="0" y="0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27" name="Google Shape;7285;p80">
              <a:extLst>
                <a:ext uri="{FF2B5EF4-FFF2-40B4-BE49-F238E27FC236}">
                  <a16:creationId xmlns:a16="http://schemas.microsoft.com/office/drawing/2014/main" id="{E31A03FD-DE68-AC77-DCA5-DB142B3566F2}"/>
                </a:ext>
              </a:extLst>
            </p:cNvPr>
            <p:cNvSpPr/>
            <p:nvPr/>
          </p:nvSpPr>
          <p:spPr>
            <a:xfrm>
              <a:off x="2276215" y="1585868"/>
              <a:ext cx="1724" cy="2349"/>
            </a:xfrm>
            <a:custGeom>
              <a:avLst/>
              <a:gdLst/>
              <a:ahLst/>
              <a:cxnLst/>
              <a:rect l="l" t="t" r="r" b="b"/>
              <a:pathLst>
                <a:path w="127" h="173" extrusionOk="0">
                  <a:moveTo>
                    <a:pt x="126" y="172"/>
                  </a:moveTo>
                  <a:cubicBezTo>
                    <a:pt x="105" y="102"/>
                    <a:pt x="60" y="43"/>
                    <a:pt x="0" y="1"/>
                  </a:cubicBezTo>
                  <a:cubicBezTo>
                    <a:pt x="60" y="43"/>
                    <a:pt x="105" y="102"/>
                    <a:pt x="126" y="172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28" name="Google Shape;7286;p80">
              <a:extLst>
                <a:ext uri="{FF2B5EF4-FFF2-40B4-BE49-F238E27FC236}">
                  <a16:creationId xmlns:a16="http://schemas.microsoft.com/office/drawing/2014/main" id="{C2A0FB6D-7C2C-EF4E-D2E7-479240031CF8}"/>
                </a:ext>
              </a:extLst>
            </p:cNvPr>
            <p:cNvSpPr/>
            <p:nvPr/>
          </p:nvSpPr>
          <p:spPr>
            <a:xfrm>
              <a:off x="2281293" y="1611013"/>
              <a:ext cx="299" cy="394"/>
            </a:xfrm>
            <a:custGeom>
              <a:avLst/>
              <a:gdLst/>
              <a:ahLst/>
              <a:cxnLst/>
              <a:rect l="l" t="t" r="r" b="b"/>
              <a:pathLst>
                <a:path w="22" h="29" extrusionOk="0">
                  <a:moveTo>
                    <a:pt x="1" y="1"/>
                  </a:moveTo>
                  <a:lnTo>
                    <a:pt x="1" y="1"/>
                  </a:lnTo>
                  <a:cubicBezTo>
                    <a:pt x="8" y="11"/>
                    <a:pt x="15" y="22"/>
                    <a:pt x="22" y="29"/>
                  </a:cubicBezTo>
                  <a:lnTo>
                    <a:pt x="15" y="18"/>
                  </a:lnTo>
                  <a:lnTo>
                    <a:pt x="1" y="1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29" name="Google Shape;7287;p80">
              <a:extLst>
                <a:ext uri="{FF2B5EF4-FFF2-40B4-BE49-F238E27FC236}">
                  <a16:creationId xmlns:a16="http://schemas.microsoft.com/office/drawing/2014/main" id="{F7FD4BBC-4600-3117-F7DC-86789BE0EB4D}"/>
                </a:ext>
              </a:extLst>
            </p:cNvPr>
            <p:cNvSpPr/>
            <p:nvPr/>
          </p:nvSpPr>
          <p:spPr>
            <a:xfrm>
              <a:off x="2250879" y="1556826"/>
              <a:ext cx="299" cy="353"/>
            </a:xfrm>
            <a:custGeom>
              <a:avLst/>
              <a:gdLst/>
              <a:ahLst/>
              <a:cxnLst/>
              <a:rect l="l" t="t" r="r" b="b"/>
              <a:pathLst>
                <a:path w="22" h="26" extrusionOk="0">
                  <a:moveTo>
                    <a:pt x="0" y="1"/>
                  </a:moveTo>
                  <a:cubicBezTo>
                    <a:pt x="4" y="11"/>
                    <a:pt x="14" y="18"/>
                    <a:pt x="21" y="25"/>
                  </a:cubicBezTo>
                  <a:cubicBezTo>
                    <a:pt x="14" y="18"/>
                    <a:pt x="7" y="11"/>
                    <a:pt x="0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30" name="Google Shape;7288;p80">
              <a:extLst>
                <a:ext uri="{FF2B5EF4-FFF2-40B4-BE49-F238E27FC236}">
                  <a16:creationId xmlns:a16="http://schemas.microsoft.com/office/drawing/2014/main" id="{990DE503-1399-98A5-ADB9-FCF46311141D}"/>
                </a:ext>
              </a:extLst>
            </p:cNvPr>
            <p:cNvSpPr/>
            <p:nvPr/>
          </p:nvSpPr>
          <p:spPr>
            <a:xfrm>
              <a:off x="2250539" y="1556445"/>
              <a:ext cx="258" cy="299"/>
            </a:xfrm>
            <a:custGeom>
              <a:avLst/>
              <a:gdLst/>
              <a:ahLst/>
              <a:cxnLst/>
              <a:rect l="l" t="t" r="r" b="b"/>
              <a:pathLst>
                <a:path w="19" h="22" extrusionOk="0">
                  <a:moveTo>
                    <a:pt x="1" y="1"/>
                  </a:moveTo>
                  <a:cubicBezTo>
                    <a:pt x="4" y="8"/>
                    <a:pt x="11" y="15"/>
                    <a:pt x="18" y="22"/>
                  </a:cubicBezTo>
                  <a:cubicBezTo>
                    <a:pt x="11" y="15"/>
                    <a:pt x="4" y="8"/>
                    <a:pt x="1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31" name="Google Shape;7289;p80">
              <a:extLst>
                <a:ext uri="{FF2B5EF4-FFF2-40B4-BE49-F238E27FC236}">
                  <a16:creationId xmlns:a16="http://schemas.microsoft.com/office/drawing/2014/main" id="{F1F8ADFA-F206-27FE-B449-EB0F68CEEA6C}"/>
                </a:ext>
              </a:extLst>
            </p:cNvPr>
            <p:cNvSpPr/>
            <p:nvPr/>
          </p:nvSpPr>
          <p:spPr>
            <a:xfrm>
              <a:off x="2255577" y="1568760"/>
              <a:ext cx="489" cy="1629"/>
            </a:xfrm>
            <a:custGeom>
              <a:avLst/>
              <a:gdLst/>
              <a:ahLst/>
              <a:cxnLst/>
              <a:rect l="l" t="t" r="r" b="b"/>
              <a:pathLst>
                <a:path w="36" h="120" extrusionOk="0">
                  <a:moveTo>
                    <a:pt x="1" y="0"/>
                  </a:moveTo>
                  <a:cubicBezTo>
                    <a:pt x="8" y="42"/>
                    <a:pt x="18" y="81"/>
                    <a:pt x="36" y="119"/>
                  </a:cubicBezTo>
                  <a:lnTo>
                    <a:pt x="29" y="102"/>
                  </a:lnTo>
                  <a:cubicBezTo>
                    <a:pt x="18" y="70"/>
                    <a:pt x="8" y="35"/>
                    <a:pt x="1" y="0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32" name="Google Shape;7290;p80">
              <a:extLst>
                <a:ext uri="{FF2B5EF4-FFF2-40B4-BE49-F238E27FC236}">
                  <a16:creationId xmlns:a16="http://schemas.microsoft.com/office/drawing/2014/main" id="{04A2B7F5-8DA6-4572-831B-D628D767B4A9}"/>
                </a:ext>
              </a:extLst>
            </p:cNvPr>
            <p:cNvSpPr/>
            <p:nvPr/>
          </p:nvSpPr>
          <p:spPr>
            <a:xfrm>
              <a:off x="2250119" y="1555590"/>
              <a:ext cx="394" cy="828"/>
            </a:xfrm>
            <a:custGeom>
              <a:avLst/>
              <a:gdLst/>
              <a:ahLst/>
              <a:cxnLst/>
              <a:rect l="l" t="t" r="r" b="b"/>
              <a:pathLst>
                <a:path w="29" h="61" extrusionOk="0">
                  <a:moveTo>
                    <a:pt x="0" y="1"/>
                  </a:moveTo>
                  <a:lnTo>
                    <a:pt x="4" y="15"/>
                  </a:lnTo>
                  <a:cubicBezTo>
                    <a:pt x="11" y="32"/>
                    <a:pt x="21" y="46"/>
                    <a:pt x="28" y="60"/>
                  </a:cubicBezTo>
                  <a:cubicBezTo>
                    <a:pt x="18" y="39"/>
                    <a:pt x="7" y="22"/>
                    <a:pt x="0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33" name="Google Shape;7291;p80">
              <a:extLst>
                <a:ext uri="{FF2B5EF4-FFF2-40B4-BE49-F238E27FC236}">
                  <a16:creationId xmlns:a16="http://schemas.microsoft.com/office/drawing/2014/main" id="{7038C43B-9470-58CC-8BBB-98068073274D}"/>
                </a:ext>
              </a:extLst>
            </p:cNvPr>
            <p:cNvSpPr/>
            <p:nvPr/>
          </p:nvSpPr>
          <p:spPr>
            <a:xfrm>
              <a:off x="2255957" y="1570131"/>
              <a:ext cx="204" cy="448"/>
            </a:xfrm>
            <a:custGeom>
              <a:avLst/>
              <a:gdLst/>
              <a:ahLst/>
              <a:cxnLst/>
              <a:rect l="l" t="t" r="r" b="b"/>
              <a:pathLst>
                <a:path w="15" h="33" extrusionOk="0">
                  <a:moveTo>
                    <a:pt x="1" y="1"/>
                  </a:moveTo>
                  <a:lnTo>
                    <a:pt x="1" y="1"/>
                  </a:lnTo>
                  <a:cubicBezTo>
                    <a:pt x="4" y="11"/>
                    <a:pt x="8" y="22"/>
                    <a:pt x="15" y="32"/>
                  </a:cubicBezTo>
                  <a:lnTo>
                    <a:pt x="8" y="18"/>
                  </a:lnTo>
                  <a:lnTo>
                    <a:pt x="1" y="1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34" name="Google Shape;7292;p80">
              <a:extLst>
                <a:ext uri="{FF2B5EF4-FFF2-40B4-BE49-F238E27FC236}">
                  <a16:creationId xmlns:a16="http://schemas.microsoft.com/office/drawing/2014/main" id="{5BD4811A-BCBD-AB25-D028-57C0E9A08625}"/>
                </a:ext>
              </a:extLst>
            </p:cNvPr>
            <p:cNvSpPr/>
            <p:nvPr/>
          </p:nvSpPr>
          <p:spPr>
            <a:xfrm>
              <a:off x="2211667" y="1583302"/>
              <a:ext cx="109" cy="14"/>
            </a:xfrm>
            <a:custGeom>
              <a:avLst/>
              <a:gdLst/>
              <a:ahLst/>
              <a:cxnLst/>
              <a:rect l="l" t="t" r="r" b="b"/>
              <a:pathLst>
                <a:path w="8" h="1" extrusionOk="0">
                  <a:moveTo>
                    <a:pt x="0" y="1"/>
                  </a:moveTo>
                  <a:lnTo>
                    <a:pt x="7" y="1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35" name="Google Shape;7293;p80">
              <a:extLst>
                <a:ext uri="{FF2B5EF4-FFF2-40B4-BE49-F238E27FC236}">
                  <a16:creationId xmlns:a16="http://schemas.microsoft.com/office/drawing/2014/main" id="{C1FDD780-6EA5-9127-3C57-3CE77CF315AE}"/>
                </a:ext>
              </a:extLst>
            </p:cNvPr>
            <p:cNvSpPr/>
            <p:nvPr/>
          </p:nvSpPr>
          <p:spPr>
            <a:xfrm>
              <a:off x="2211898" y="1583356"/>
              <a:ext cx="109" cy="14"/>
            </a:xfrm>
            <a:custGeom>
              <a:avLst/>
              <a:gdLst/>
              <a:ahLst/>
              <a:cxnLst/>
              <a:rect l="l" t="t" r="r" b="b"/>
              <a:pathLst>
                <a:path w="8" h="1" extrusionOk="0">
                  <a:moveTo>
                    <a:pt x="1" y="0"/>
                  </a:moveTo>
                  <a:lnTo>
                    <a:pt x="8" y="0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36" name="Google Shape;7294;p80">
              <a:extLst>
                <a:ext uri="{FF2B5EF4-FFF2-40B4-BE49-F238E27FC236}">
                  <a16:creationId xmlns:a16="http://schemas.microsoft.com/office/drawing/2014/main" id="{B7462EAB-FDE6-FB10-70AA-3914CF40E72C}"/>
                </a:ext>
              </a:extLst>
            </p:cNvPr>
            <p:cNvSpPr/>
            <p:nvPr/>
          </p:nvSpPr>
          <p:spPr>
            <a:xfrm>
              <a:off x="2211382" y="1583302"/>
              <a:ext cx="14" cy="14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0" y="1"/>
                  </a:move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37" name="Google Shape;7295;p80">
              <a:extLst>
                <a:ext uri="{FF2B5EF4-FFF2-40B4-BE49-F238E27FC236}">
                  <a16:creationId xmlns:a16="http://schemas.microsoft.com/office/drawing/2014/main" id="{D1019AC8-8163-AAEF-1370-A2365CA57965}"/>
                </a:ext>
              </a:extLst>
            </p:cNvPr>
            <p:cNvSpPr/>
            <p:nvPr/>
          </p:nvSpPr>
          <p:spPr>
            <a:xfrm>
              <a:off x="2211477" y="1583302"/>
              <a:ext cx="109" cy="14"/>
            </a:xfrm>
            <a:custGeom>
              <a:avLst/>
              <a:gdLst/>
              <a:ahLst/>
              <a:cxnLst/>
              <a:rect l="l" t="t" r="r" b="b"/>
              <a:pathLst>
                <a:path w="8" h="1" extrusionOk="0">
                  <a:moveTo>
                    <a:pt x="0" y="1"/>
                  </a:moveTo>
                  <a:lnTo>
                    <a:pt x="7" y="1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38" name="Google Shape;7296;p80">
              <a:extLst>
                <a:ext uri="{FF2B5EF4-FFF2-40B4-BE49-F238E27FC236}">
                  <a16:creationId xmlns:a16="http://schemas.microsoft.com/office/drawing/2014/main" id="{94EA5212-A7C0-933F-6C32-C465C209F881}"/>
                </a:ext>
              </a:extLst>
            </p:cNvPr>
            <p:cNvSpPr/>
            <p:nvPr/>
          </p:nvSpPr>
          <p:spPr>
            <a:xfrm>
              <a:off x="2212753" y="1583736"/>
              <a:ext cx="109" cy="54"/>
            </a:xfrm>
            <a:custGeom>
              <a:avLst/>
              <a:gdLst/>
              <a:ahLst/>
              <a:cxnLst/>
              <a:rect l="l" t="t" r="r" b="b"/>
              <a:pathLst>
                <a:path w="8" h="4" extrusionOk="0">
                  <a:moveTo>
                    <a:pt x="1" y="0"/>
                  </a:moveTo>
                  <a:lnTo>
                    <a:pt x="8" y="4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39" name="Google Shape;7297;p80">
              <a:extLst>
                <a:ext uri="{FF2B5EF4-FFF2-40B4-BE49-F238E27FC236}">
                  <a16:creationId xmlns:a16="http://schemas.microsoft.com/office/drawing/2014/main" id="{13E12738-4840-30E2-D5B3-E5806A28BCFA}"/>
                </a:ext>
              </a:extLst>
            </p:cNvPr>
            <p:cNvSpPr/>
            <p:nvPr/>
          </p:nvSpPr>
          <p:spPr>
            <a:xfrm>
              <a:off x="2212427" y="1583546"/>
              <a:ext cx="109" cy="54"/>
            </a:xfrm>
            <a:custGeom>
              <a:avLst/>
              <a:gdLst/>
              <a:ahLst/>
              <a:cxnLst/>
              <a:rect l="l" t="t" r="r" b="b"/>
              <a:pathLst>
                <a:path w="8" h="4" extrusionOk="0">
                  <a:moveTo>
                    <a:pt x="0" y="0"/>
                  </a:moveTo>
                  <a:lnTo>
                    <a:pt x="7" y="4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40" name="Google Shape;7298;p80">
              <a:extLst>
                <a:ext uri="{FF2B5EF4-FFF2-40B4-BE49-F238E27FC236}">
                  <a16:creationId xmlns:a16="http://schemas.microsoft.com/office/drawing/2014/main" id="{A26F1766-572A-6294-F591-90C404183D57}"/>
                </a:ext>
              </a:extLst>
            </p:cNvPr>
            <p:cNvSpPr/>
            <p:nvPr/>
          </p:nvSpPr>
          <p:spPr>
            <a:xfrm>
              <a:off x="2212142" y="1583451"/>
              <a:ext cx="109" cy="14"/>
            </a:xfrm>
            <a:custGeom>
              <a:avLst/>
              <a:gdLst/>
              <a:ahLst/>
              <a:cxnLst/>
              <a:rect l="l" t="t" r="r" b="b"/>
              <a:pathLst>
                <a:path w="8" h="1" extrusionOk="0">
                  <a:moveTo>
                    <a:pt x="0" y="0"/>
                  </a:moveTo>
                  <a:lnTo>
                    <a:pt x="7" y="0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41" name="Google Shape;7299;p80">
              <a:extLst>
                <a:ext uri="{FF2B5EF4-FFF2-40B4-BE49-F238E27FC236}">
                  <a16:creationId xmlns:a16="http://schemas.microsoft.com/office/drawing/2014/main" id="{AC0CC15C-D933-5094-0D51-DE203E4D011A}"/>
                </a:ext>
              </a:extLst>
            </p:cNvPr>
            <p:cNvSpPr/>
            <p:nvPr/>
          </p:nvSpPr>
          <p:spPr>
            <a:xfrm>
              <a:off x="2213093" y="1583872"/>
              <a:ext cx="339" cy="258"/>
            </a:xfrm>
            <a:custGeom>
              <a:avLst/>
              <a:gdLst/>
              <a:ahLst/>
              <a:cxnLst/>
              <a:rect l="l" t="t" r="r" b="b"/>
              <a:pathLst>
                <a:path w="25" h="19" extrusionOk="0">
                  <a:moveTo>
                    <a:pt x="0" y="1"/>
                  </a:moveTo>
                  <a:lnTo>
                    <a:pt x="0" y="1"/>
                  </a:lnTo>
                  <a:cubicBezTo>
                    <a:pt x="7" y="8"/>
                    <a:pt x="14" y="11"/>
                    <a:pt x="25" y="18"/>
                  </a:cubicBezTo>
                  <a:cubicBezTo>
                    <a:pt x="14" y="11"/>
                    <a:pt x="7" y="4"/>
                    <a:pt x="0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42" name="Google Shape;7300;p80">
              <a:extLst>
                <a:ext uri="{FF2B5EF4-FFF2-40B4-BE49-F238E27FC236}">
                  <a16:creationId xmlns:a16="http://schemas.microsoft.com/office/drawing/2014/main" id="{4E2EC595-F6C2-6592-1362-D52F59E7DF9B}"/>
                </a:ext>
              </a:extLst>
            </p:cNvPr>
            <p:cNvSpPr/>
            <p:nvPr/>
          </p:nvSpPr>
          <p:spPr>
            <a:xfrm>
              <a:off x="2213853" y="1584972"/>
              <a:ext cx="394" cy="4195"/>
            </a:xfrm>
            <a:custGeom>
              <a:avLst/>
              <a:gdLst/>
              <a:ahLst/>
              <a:cxnLst/>
              <a:rect l="l" t="t" r="r" b="b"/>
              <a:pathLst>
                <a:path w="29" h="309" extrusionOk="0">
                  <a:moveTo>
                    <a:pt x="0" y="308"/>
                  </a:moveTo>
                  <a:lnTo>
                    <a:pt x="0" y="308"/>
                  </a:lnTo>
                  <a:cubicBezTo>
                    <a:pt x="4" y="245"/>
                    <a:pt x="7" y="182"/>
                    <a:pt x="18" y="119"/>
                  </a:cubicBezTo>
                  <a:cubicBezTo>
                    <a:pt x="21" y="70"/>
                    <a:pt x="28" y="25"/>
                    <a:pt x="28" y="0"/>
                  </a:cubicBezTo>
                  <a:cubicBezTo>
                    <a:pt x="28" y="25"/>
                    <a:pt x="21" y="70"/>
                    <a:pt x="18" y="119"/>
                  </a:cubicBezTo>
                  <a:cubicBezTo>
                    <a:pt x="7" y="182"/>
                    <a:pt x="4" y="245"/>
                    <a:pt x="0" y="308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43" name="Google Shape;7301;p80">
              <a:extLst>
                <a:ext uri="{FF2B5EF4-FFF2-40B4-BE49-F238E27FC236}">
                  <a16:creationId xmlns:a16="http://schemas.microsoft.com/office/drawing/2014/main" id="{754BE8EB-B341-D998-8E18-6F2E803652CF}"/>
                </a:ext>
              </a:extLst>
            </p:cNvPr>
            <p:cNvSpPr/>
            <p:nvPr/>
          </p:nvSpPr>
          <p:spPr>
            <a:xfrm>
              <a:off x="2204009" y="1581143"/>
              <a:ext cx="774" cy="27"/>
            </a:xfrm>
            <a:custGeom>
              <a:avLst/>
              <a:gdLst/>
              <a:ahLst/>
              <a:cxnLst/>
              <a:rect l="l" t="t" r="r" b="b"/>
              <a:pathLst>
                <a:path w="57" h="2" extrusionOk="0">
                  <a:moveTo>
                    <a:pt x="38" y="0"/>
                  </a:moveTo>
                  <a:cubicBezTo>
                    <a:pt x="25" y="0"/>
                    <a:pt x="12" y="2"/>
                    <a:pt x="1" y="2"/>
                  </a:cubicBezTo>
                  <a:lnTo>
                    <a:pt x="57" y="2"/>
                  </a:lnTo>
                  <a:cubicBezTo>
                    <a:pt x="51" y="1"/>
                    <a:pt x="45" y="0"/>
                    <a:pt x="38" y="0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44" name="Google Shape;7302;p80">
              <a:extLst>
                <a:ext uri="{FF2B5EF4-FFF2-40B4-BE49-F238E27FC236}">
                  <a16:creationId xmlns:a16="http://schemas.microsoft.com/office/drawing/2014/main" id="{CDEA0D3D-FE31-B494-1BD7-22746D9C4468}"/>
                </a:ext>
              </a:extLst>
            </p:cNvPr>
            <p:cNvSpPr/>
            <p:nvPr/>
          </p:nvSpPr>
          <p:spPr>
            <a:xfrm>
              <a:off x="2205815" y="1581360"/>
              <a:ext cx="5485" cy="2172"/>
            </a:xfrm>
            <a:custGeom>
              <a:avLst/>
              <a:gdLst/>
              <a:ahLst/>
              <a:cxnLst/>
              <a:rect l="l" t="t" r="r" b="b"/>
              <a:pathLst>
                <a:path w="404" h="160" extrusionOk="0">
                  <a:moveTo>
                    <a:pt x="1" y="0"/>
                  </a:moveTo>
                  <a:cubicBezTo>
                    <a:pt x="61" y="83"/>
                    <a:pt x="217" y="159"/>
                    <a:pt x="333" y="159"/>
                  </a:cubicBezTo>
                  <a:cubicBezTo>
                    <a:pt x="333" y="159"/>
                    <a:pt x="334" y="159"/>
                    <a:pt x="334" y="159"/>
                  </a:cubicBezTo>
                  <a:lnTo>
                    <a:pt x="334" y="159"/>
                  </a:lnTo>
                  <a:cubicBezTo>
                    <a:pt x="334" y="159"/>
                    <a:pt x="334" y="159"/>
                    <a:pt x="334" y="159"/>
                  </a:cubicBezTo>
                  <a:cubicBezTo>
                    <a:pt x="360" y="159"/>
                    <a:pt x="383" y="155"/>
                    <a:pt x="403" y="147"/>
                  </a:cubicBezTo>
                  <a:lnTo>
                    <a:pt x="403" y="147"/>
                  </a:lnTo>
                  <a:cubicBezTo>
                    <a:pt x="383" y="155"/>
                    <a:pt x="359" y="159"/>
                    <a:pt x="334" y="159"/>
                  </a:cubicBezTo>
                  <a:lnTo>
                    <a:pt x="334" y="159"/>
                  </a:lnTo>
                  <a:cubicBezTo>
                    <a:pt x="219" y="159"/>
                    <a:pt x="61" y="83"/>
                    <a:pt x="1" y="0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45" name="Google Shape;7303;p80">
              <a:extLst>
                <a:ext uri="{FF2B5EF4-FFF2-40B4-BE49-F238E27FC236}">
                  <a16:creationId xmlns:a16="http://schemas.microsoft.com/office/drawing/2014/main" id="{80F5D806-8747-B35D-0431-0BC73AAB117A}"/>
                </a:ext>
              </a:extLst>
            </p:cNvPr>
            <p:cNvSpPr/>
            <p:nvPr/>
          </p:nvSpPr>
          <p:spPr>
            <a:xfrm>
              <a:off x="2204824" y="1581116"/>
              <a:ext cx="14" cy="14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0" y="0"/>
                  </a:move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46" name="Google Shape;7304;p80">
              <a:extLst>
                <a:ext uri="{FF2B5EF4-FFF2-40B4-BE49-F238E27FC236}">
                  <a16:creationId xmlns:a16="http://schemas.microsoft.com/office/drawing/2014/main" id="{F2CA2ADB-FB6C-003A-EDC9-5BF920FDC82F}"/>
                </a:ext>
              </a:extLst>
            </p:cNvPr>
            <p:cNvSpPr/>
            <p:nvPr/>
          </p:nvSpPr>
          <p:spPr>
            <a:xfrm>
              <a:off x="2205720" y="1581265"/>
              <a:ext cx="14" cy="0"/>
            </a:xfrm>
            <a:custGeom>
              <a:avLst/>
              <a:gdLst/>
              <a:ahLst/>
              <a:cxnLst/>
              <a:rect l="l" t="t" r="r" b="b"/>
              <a:pathLst>
                <a:path w="1" extrusionOk="0">
                  <a:moveTo>
                    <a:pt x="1" y="0"/>
                  </a:moveTo>
                  <a:lnTo>
                    <a:pt x="1" y="0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47" name="Google Shape;7305;p80">
              <a:extLst>
                <a:ext uri="{FF2B5EF4-FFF2-40B4-BE49-F238E27FC236}">
                  <a16:creationId xmlns:a16="http://schemas.microsoft.com/office/drawing/2014/main" id="{FE617403-8940-55A1-7EC3-88EE19415F2F}"/>
                </a:ext>
              </a:extLst>
            </p:cNvPr>
            <p:cNvSpPr/>
            <p:nvPr/>
          </p:nvSpPr>
          <p:spPr>
            <a:xfrm>
              <a:off x="2205530" y="1581211"/>
              <a:ext cx="109" cy="14"/>
            </a:xfrm>
            <a:custGeom>
              <a:avLst/>
              <a:gdLst/>
              <a:ahLst/>
              <a:cxnLst/>
              <a:rect l="l" t="t" r="r" b="b"/>
              <a:pathLst>
                <a:path w="8" h="1" extrusionOk="0">
                  <a:moveTo>
                    <a:pt x="1" y="1"/>
                  </a:moveTo>
                  <a:lnTo>
                    <a:pt x="8" y="1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48" name="Google Shape;7306;p80">
              <a:extLst>
                <a:ext uri="{FF2B5EF4-FFF2-40B4-BE49-F238E27FC236}">
                  <a16:creationId xmlns:a16="http://schemas.microsoft.com/office/drawing/2014/main" id="{D6B803AB-88BE-BC56-336F-E1AFE75A8D94}"/>
                </a:ext>
              </a:extLst>
            </p:cNvPr>
            <p:cNvSpPr/>
            <p:nvPr/>
          </p:nvSpPr>
          <p:spPr>
            <a:xfrm>
              <a:off x="2205055" y="1581156"/>
              <a:ext cx="163" cy="14"/>
            </a:xfrm>
            <a:custGeom>
              <a:avLst/>
              <a:gdLst/>
              <a:ahLst/>
              <a:cxnLst/>
              <a:rect l="l" t="t" r="r" b="b"/>
              <a:pathLst>
                <a:path w="12" h="1" extrusionOk="0">
                  <a:moveTo>
                    <a:pt x="1" y="1"/>
                  </a:moveTo>
                  <a:lnTo>
                    <a:pt x="11" y="1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49" name="Google Shape;7307;p80">
              <a:extLst>
                <a:ext uri="{FF2B5EF4-FFF2-40B4-BE49-F238E27FC236}">
                  <a16:creationId xmlns:a16="http://schemas.microsoft.com/office/drawing/2014/main" id="{7C287CB5-7EDD-2D31-6FB9-9372C23A0440}"/>
                </a:ext>
              </a:extLst>
            </p:cNvPr>
            <p:cNvSpPr/>
            <p:nvPr/>
          </p:nvSpPr>
          <p:spPr>
            <a:xfrm>
              <a:off x="2205299" y="1581156"/>
              <a:ext cx="149" cy="14"/>
            </a:xfrm>
            <a:custGeom>
              <a:avLst/>
              <a:gdLst/>
              <a:ahLst/>
              <a:cxnLst/>
              <a:rect l="l" t="t" r="r" b="b"/>
              <a:pathLst>
                <a:path w="11" h="1" extrusionOk="0">
                  <a:moveTo>
                    <a:pt x="0" y="1"/>
                  </a:moveTo>
                  <a:lnTo>
                    <a:pt x="11" y="1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50" name="Google Shape;7308;p80">
              <a:extLst>
                <a:ext uri="{FF2B5EF4-FFF2-40B4-BE49-F238E27FC236}">
                  <a16:creationId xmlns:a16="http://schemas.microsoft.com/office/drawing/2014/main" id="{05A12C49-8CBD-B35A-A187-4F9C6E1A6B84}"/>
                </a:ext>
              </a:extLst>
            </p:cNvPr>
            <p:cNvSpPr/>
            <p:nvPr/>
          </p:nvSpPr>
          <p:spPr>
            <a:xfrm>
              <a:off x="2213894" y="1589154"/>
              <a:ext cx="14" cy="14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1" y="0"/>
                  </a:move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51" name="Google Shape;7309;p80">
              <a:extLst>
                <a:ext uri="{FF2B5EF4-FFF2-40B4-BE49-F238E27FC236}">
                  <a16:creationId xmlns:a16="http://schemas.microsoft.com/office/drawing/2014/main" id="{06C2990D-C606-FBB1-09A3-2D7A7BE440D1}"/>
                </a:ext>
              </a:extLst>
            </p:cNvPr>
            <p:cNvSpPr/>
            <p:nvPr/>
          </p:nvSpPr>
          <p:spPr>
            <a:xfrm>
              <a:off x="2269276" y="1477017"/>
              <a:ext cx="1629" cy="1303"/>
            </a:xfrm>
            <a:custGeom>
              <a:avLst/>
              <a:gdLst/>
              <a:ahLst/>
              <a:cxnLst/>
              <a:rect l="l" t="t" r="r" b="b"/>
              <a:pathLst>
                <a:path w="120" h="96" extrusionOk="0">
                  <a:moveTo>
                    <a:pt x="0" y="1"/>
                  </a:moveTo>
                  <a:cubicBezTo>
                    <a:pt x="32" y="43"/>
                    <a:pt x="74" y="74"/>
                    <a:pt x="119" y="95"/>
                  </a:cubicBezTo>
                  <a:cubicBezTo>
                    <a:pt x="74" y="74"/>
                    <a:pt x="32" y="43"/>
                    <a:pt x="0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52" name="Google Shape;7310;p80">
              <a:extLst>
                <a:ext uri="{FF2B5EF4-FFF2-40B4-BE49-F238E27FC236}">
                  <a16:creationId xmlns:a16="http://schemas.microsoft.com/office/drawing/2014/main" id="{52142181-102A-0470-03D8-6A883869793E}"/>
                </a:ext>
              </a:extLst>
            </p:cNvPr>
            <p:cNvSpPr/>
            <p:nvPr/>
          </p:nvSpPr>
          <p:spPr>
            <a:xfrm>
              <a:off x="2260193" y="1430147"/>
              <a:ext cx="3394" cy="1398"/>
            </a:xfrm>
            <a:custGeom>
              <a:avLst/>
              <a:gdLst/>
              <a:ahLst/>
              <a:cxnLst/>
              <a:rect l="l" t="t" r="r" b="b"/>
              <a:pathLst>
                <a:path w="250" h="103" extrusionOk="0">
                  <a:moveTo>
                    <a:pt x="1" y="1"/>
                  </a:moveTo>
                  <a:cubicBezTo>
                    <a:pt x="46" y="39"/>
                    <a:pt x="102" y="67"/>
                    <a:pt x="162" y="74"/>
                  </a:cubicBezTo>
                  <a:cubicBezTo>
                    <a:pt x="193" y="81"/>
                    <a:pt x="221" y="92"/>
                    <a:pt x="249" y="102"/>
                  </a:cubicBezTo>
                  <a:cubicBezTo>
                    <a:pt x="221" y="92"/>
                    <a:pt x="193" y="81"/>
                    <a:pt x="162" y="74"/>
                  </a:cubicBezTo>
                  <a:cubicBezTo>
                    <a:pt x="102" y="67"/>
                    <a:pt x="46" y="39"/>
                    <a:pt x="1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53" name="Google Shape;7311;p80">
              <a:extLst>
                <a:ext uri="{FF2B5EF4-FFF2-40B4-BE49-F238E27FC236}">
                  <a16:creationId xmlns:a16="http://schemas.microsoft.com/office/drawing/2014/main" id="{E356600F-AE2D-E562-77E1-8022A024970A}"/>
                </a:ext>
              </a:extLst>
            </p:cNvPr>
            <p:cNvSpPr/>
            <p:nvPr/>
          </p:nvSpPr>
          <p:spPr>
            <a:xfrm>
              <a:off x="2262664" y="1417466"/>
              <a:ext cx="1344" cy="2009"/>
            </a:xfrm>
            <a:custGeom>
              <a:avLst/>
              <a:gdLst/>
              <a:ahLst/>
              <a:cxnLst/>
              <a:rect l="l" t="t" r="r" b="b"/>
              <a:pathLst>
                <a:path w="99" h="148" extrusionOk="0">
                  <a:moveTo>
                    <a:pt x="99" y="0"/>
                  </a:moveTo>
                  <a:lnTo>
                    <a:pt x="81" y="18"/>
                  </a:lnTo>
                  <a:cubicBezTo>
                    <a:pt x="46" y="53"/>
                    <a:pt x="18" y="98"/>
                    <a:pt x="1" y="147"/>
                  </a:cubicBezTo>
                  <a:cubicBezTo>
                    <a:pt x="22" y="91"/>
                    <a:pt x="57" y="42"/>
                    <a:pt x="99" y="0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54" name="Google Shape;7312;p80">
              <a:extLst>
                <a:ext uri="{FF2B5EF4-FFF2-40B4-BE49-F238E27FC236}">
                  <a16:creationId xmlns:a16="http://schemas.microsoft.com/office/drawing/2014/main" id="{64D56541-6B0E-6ABE-CF83-451F8791F980}"/>
                </a:ext>
              </a:extLst>
            </p:cNvPr>
            <p:cNvSpPr/>
            <p:nvPr/>
          </p:nvSpPr>
          <p:spPr>
            <a:xfrm>
              <a:off x="2263520" y="1448640"/>
              <a:ext cx="6246" cy="10047"/>
            </a:xfrm>
            <a:custGeom>
              <a:avLst/>
              <a:gdLst/>
              <a:ahLst/>
              <a:cxnLst/>
              <a:rect l="l" t="t" r="r" b="b"/>
              <a:pathLst>
                <a:path w="460" h="740" extrusionOk="0">
                  <a:moveTo>
                    <a:pt x="1" y="1"/>
                  </a:moveTo>
                  <a:lnTo>
                    <a:pt x="1" y="1"/>
                  </a:lnTo>
                  <a:cubicBezTo>
                    <a:pt x="113" y="169"/>
                    <a:pt x="316" y="477"/>
                    <a:pt x="459" y="739"/>
                  </a:cubicBezTo>
                  <a:cubicBezTo>
                    <a:pt x="316" y="477"/>
                    <a:pt x="113" y="165"/>
                    <a:pt x="1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55" name="Google Shape;7313;p80">
              <a:extLst>
                <a:ext uri="{FF2B5EF4-FFF2-40B4-BE49-F238E27FC236}">
                  <a16:creationId xmlns:a16="http://schemas.microsoft.com/office/drawing/2014/main" id="{4812EBA2-E4C0-D05B-3E52-DF120E1DA096}"/>
                </a:ext>
              </a:extLst>
            </p:cNvPr>
            <p:cNvSpPr/>
            <p:nvPr/>
          </p:nvSpPr>
          <p:spPr>
            <a:xfrm>
              <a:off x="2269127" y="1476542"/>
              <a:ext cx="14" cy="163"/>
            </a:xfrm>
            <a:custGeom>
              <a:avLst/>
              <a:gdLst/>
              <a:ahLst/>
              <a:cxnLst/>
              <a:rect l="l" t="t" r="r" b="b"/>
              <a:pathLst>
                <a:path w="1" h="12" extrusionOk="0">
                  <a:moveTo>
                    <a:pt x="1" y="11"/>
                  </a:moveTo>
                  <a:cubicBezTo>
                    <a:pt x="1" y="8"/>
                    <a:pt x="1" y="4"/>
                    <a:pt x="1" y="1"/>
                  </a:cubicBezTo>
                  <a:cubicBezTo>
                    <a:pt x="1" y="4"/>
                    <a:pt x="1" y="8"/>
                    <a:pt x="1" y="1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56" name="Google Shape;7314;p80">
              <a:extLst>
                <a:ext uri="{FF2B5EF4-FFF2-40B4-BE49-F238E27FC236}">
                  <a16:creationId xmlns:a16="http://schemas.microsoft.com/office/drawing/2014/main" id="{4714A5DF-9448-C3B4-0776-66EF2DFD9162}"/>
                </a:ext>
              </a:extLst>
            </p:cNvPr>
            <p:cNvSpPr/>
            <p:nvPr/>
          </p:nvSpPr>
          <p:spPr>
            <a:xfrm>
              <a:off x="2257002" y="1519610"/>
              <a:ext cx="109" cy="149"/>
            </a:xfrm>
            <a:custGeom>
              <a:avLst/>
              <a:gdLst/>
              <a:ahLst/>
              <a:cxnLst/>
              <a:rect l="l" t="t" r="r" b="b"/>
              <a:pathLst>
                <a:path w="8" h="11" extrusionOk="0">
                  <a:moveTo>
                    <a:pt x="1" y="11"/>
                  </a:moveTo>
                  <a:lnTo>
                    <a:pt x="8" y="0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57" name="Google Shape;7315;p80">
              <a:extLst>
                <a:ext uri="{FF2B5EF4-FFF2-40B4-BE49-F238E27FC236}">
                  <a16:creationId xmlns:a16="http://schemas.microsoft.com/office/drawing/2014/main" id="{95CFEA88-BEBB-12CB-94F8-16963C696893}"/>
                </a:ext>
              </a:extLst>
            </p:cNvPr>
            <p:cNvSpPr/>
            <p:nvPr/>
          </p:nvSpPr>
          <p:spPr>
            <a:xfrm>
              <a:off x="2271082" y="1504593"/>
              <a:ext cx="3476" cy="2716"/>
            </a:xfrm>
            <a:custGeom>
              <a:avLst/>
              <a:gdLst/>
              <a:ahLst/>
              <a:cxnLst/>
              <a:rect l="l" t="t" r="r" b="b"/>
              <a:pathLst>
                <a:path w="256" h="200" extrusionOk="0">
                  <a:moveTo>
                    <a:pt x="0" y="200"/>
                  </a:moveTo>
                  <a:cubicBezTo>
                    <a:pt x="81" y="130"/>
                    <a:pt x="168" y="63"/>
                    <a:pt x="256" y="0"/>
                  </a:cubicBezTo>
                  <a:cubicBezTo>
                    <a:pt x="168" y="63"/>
                    <a:pt x="81" y="130"/>
                    <a:pt x="0" y="200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58" name="Google Shape;7316;p80">
              <a:extLst>
                <a:ext uri="{FF2B5EF4-FFF2-40B4-BE49-F238E27FC236}">
                  <a16:creationId xmlns:a16="http://schemas.microsoft.com/office/drawing/2014/main" id="{0F610E98-20CD-6C44-FC0C-E19564CC8C58}"/>
                </a:ext>
              </a:extLst>
            </p:cNvPr>
            <p:cNvSpPr/>
            <p:nvPr/>
          </p:nvSpPr>
          <p:spPr>
            <a:xfrm>
              <a:off x="2268801" y="1485625"/>
              <a:ext cx="3286" cy="2295"/>
            </a:xfrm>
            <a:custGeom>
              <a:avLst/>
              <a:gdLst/>
              <a:ahLst/>
              <a:cxnLst/>
              <a:rect l="l" t="t" r="r" b="b"/>
              <a:pathLst>
                <a:path w="242" h="169" extrusionOk="0">
                  <a:moveTo>
                    <a:pt x="0" y="0"/>
                  </a:moveTo>
                  <a:cubicBezTo>
                    <a:pt x="25" y="39"/>
                    <a:pt x="154" y="116"/>
                    <a:pt x="242" y="168"/>
                  </a:cubicBezTo>
                  <a:cubicBezTo>
                    <a:pt x="154" y="116"/>
                    <a:pt x="25" y="39"/>
                    <a:pt x="0" y="0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59" name="Google Shape;7317;p80">
              <a:extLst>
                <a:ext uri="{FF2B5EF4-FFF2-40B4-BE49-F238E27FC236}">
                  <a16:creationId xmlns:a16="http://schemas.microsoft.com/office/drawing/2014/main" id="{6608647D-5672-995C-1270-E00C7B2AAD2A}"/>
                </a:ext>
              </a:extLst>
            </p:cNvPr>
            <p:cNvSpPr/>
            <p:nvPr/>
          </p:nvSpPr>
          <p:spPr>
            <a:xfrm>
              <a:off x="2257966" y="1513187"/>
              <a:ext cx="8282" cy="5580"/>
            </a:xfrm>
            <a:custGeom>
              <a:avLst/>
              <a:gdLst/>
              <a:ahLst/>
              <a:cxnLst/>
              <a:rect l="l" t="t" r="r" b="b"/>
              <a:pathLst>
                <a:path w="610" h="411" extrusionOk="0">
                  <a:moveTo>
                    <a:pt x="609" y="1"/>
                  </a:moveTo>
                  <a:cubicBezTo>
                    <a:pt x="511" y="74"/>
                    <a:pt x="410" y="141"/>
                    <a:pt x="305" y="204"/>
                  </a:cubicBezTo>
                  <a:cubicBezTo>
                    <a:pt x="196" y="263"/>
                    <a:pt x="95" y="333"/>
                    <a:pt x="0" y="410"/>
                  </a:cubicBezTo>
                  <a:cubicBezTo>
                    <a:pt x="95" y="333"/>
                    <a:pt x="196" y="263"/>
                    <a:pt x="305" y="204"/>
                  </a:cubicBezTo>
                  <a:cubicBezTo>
                    <a:pt x="410" y="141"/>
                    <a:pt x="511" y="74"/>
                    <a:pt x="609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60" name="Google Shape;7318;p80">
              <a:extLst>
                <a:ext uri="{FF2B5EF4-FFF2-40B4-BE49-F238E27FC236}">
                  <a16:creationId xmlns:a16="http://schemas.microsoft.com/office/drawing/2014/main" id="{FFB188E0-5A5D-3074-7A8E-963C82D2D7BE}"/>
                </a:ext>
              </a:extLst>
            </p:cNvPr>
            <p:cNvSpPr/>
            <p:nvPr/>
          </p:nvSpPr>
          <p:spPr>
            <a:xfrm>
              <a:off x="2256581" y="1520126"/>
              <a:ext cx="54" cy="109"/>
            </a:xfrm>
            <a:custGeom>
              <a:avLst/>
              <a:gdLst/>
              <a:ahLst/>
              <a:cxnLst/>
              <a:rect l="l" t="t" r="r" b="b"/>
              <a:pathLst>
                <a:path w="4" h="8" extrusionOk="0">
                  <a:moveTo>
                    <a:pt x="0" y="8"/>
                  </a:moveTo>
                  <a:lnTo>
                    <a:pt x="4" y="1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61" name="Google Shape;7319;p80">
              <a:extLst>
                <a:ext uri="{FF2B5EF4-FFF2-40B4-BE49-F238E27FC236}">
                  <a16:creationId xmlns:a16="http://schemas.microsoft.com/office/drawing/2014/main" id="{5EEF9B42-F155-C624-24A6-35CCA172D377}"/>
                </a:ext>
              </a:extLst>
            </p:cNvPr>
            <p:cNvSpPr/>
            <p:nvPr/>
          </p:nvSpPr>
          <p:spPr>
            <a:xfrm>
              <a:off x="2274449" y="1489372"/>
              <a:ext cx="6056" cy="6816"/>
            </a:xfrm>
            <a:custGeom>
              <a:avLst/>
              <a:gdLst/>
              <a:ahLst/>
              <a:cxnLst/>
              <a:rect l="l" t="t" r="r" b="b"/>
              <a:pathLst>
                <a:path w="446" h="502" extrusionOk="0">
                  <a:moveTo>
                    <a:pt x="1" y="1"/>
                  </a:moveTo>
                  <a:cubicBezTo>
                    <a:pt x="99" y="60"/>
                    <a:pt x="186" y="130"/>
                    <a:pt x="260" y="214"/>
                  </a:cubicBezTo>
                  <a:cubicBezTo>
                    <a:pt x="372" y="340"/>
                    <a:pt x="424" y="428"/>
                    <a:pt x="445" y="501"/>
                  </a:cubicBezTo>
                  <a:cubicBezTo>
                    <a:pt x="424" y="428"/>
                    <a:pt x="372" y="340"/>
                    <a:pt x="260" y="214"/>
                  </a:cubicBezTo>
                  <a:cubicBezTo>
                    <a:pt x="186" y="130"/>
                    <a:pt x="99" y="60"/>
                    <a:pt x="1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62" name="Google Shape;7320;p80">
              <a:extLst>
                <a:ext uri="{FF2B5EF4-FFF2-40B4-BE49-F238E27FC236}">
                  <a16:creationId xmlns:a16="http://schemas.microsoft.com/office/drawing/2014/main" id="{875E2972-C9F1-D05D-AE0F-128BB92D290D}"/>
                </a:ext>
              </a:extLst>
            </p:cNvPr>
            <p:cNvSpPr/>
            <p:nvPr/>
          </p:nvSpPr>
          <p:spPr>
            <a:xfrm>
              <a:off x="2275929" y="1499121"/>
              <a:ext cx="4195" cy="4481"/>
            </a:xfrm>
            <a:custGeom>
              <a:avLst/>
              <a:gdLst/>
              <a:ahLst/>
              <a:cxnLst/>
              <a:rect l="l" t="t" r="r" b="b"/>
              <a:pathLst>
                <a:path w="309" h="330" extrusionOk="0">
                  <a:moveTo>
                    <a:pt x="308" y="1"/>
                  </a:moveTo>
                  <a:lnTo>
                    <a:pt x="308" y="1"/>
                  </a:lnTo>
                  <a:cubicBezTo>
                    <a:pt x="263" y="120"/>
                    <a:pt x="144" y="225"/>
                    <a:pt x="0" y="330"/>
                  </a:cubicBezTo>
                  <a:cubicBezTo>
                    <a:pt x="144" y="225"/>
                    <a:pt x="266" y="120"/>
                    <a:pt x="308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63" name="Google Shape;7321;p80">
              <a:extLst>
                <a:ext uri="{FF2B5EF4-FFF2-40B4-BE49-F238E27FC236}">
                  <a16:creationId xmlns:a16="http://schemas.microsoft.com/office/drawing/2014/main" id="{67980B3C-7FDF-0E32-779F-A0D8CA2F0227}"/>
                </a:ext>
              </a:extLst>
            </p:cNvPr>
            <p:cNvSpPr/>
            <p:nvPr/>
          </p:nvSpPr>
          <p:spPr>
            <a:xfrm>
              <a:off x="2249874" y="1554544"/>
              <a:ext cx="258" cy="1059"/>
            </a:xfrm>
            <a:custGeom>
              <a:avLst/>
              <a:gdLst/>
              <a:ahLst/>
              <a:cxnLst/>
              <a:rect l="l" t="t" r="r" b="b"/>
              <a:pathLst>
                <a:path w="19" h="78" extrusionOk="0">
                  <a:moveTo>
                    <a:pt x="18" y="1"/>
                  </a:moveTo>
                  <a:cubicBezTo>
                    <a:pt x="16" y="2"/>
                    <a:pt x="14" y="5"/>
                    <a:pt x="13" y="7"/>
                  </a:cubicBezTo>
                  <a:lnTo>
                    <a:pt x="13" y="7"/>
                  </a:lnTo>
                  <a:cubicBezTo>
                    <a:pt x="14" y="5"/>
                    <a:pt x="16" y="3"/>
                    <a:pt x="18" y="1"/>
                  </a:cubicBezTo>
                  <a:close/>
                  <a:moveTo>
                    <a:pt x="13" y="7"/>
                  </a:moveTo>
                  <a:lnTo>
                    <a:pt x="13" y="7"/>
                  </a:lnTo>
                  <a:cubicBezTo>
                    <a:pt x="8" y="13"/>
                    <a:pt x="4" y="21"/>
                    <a:pt x="4" y="29"/>
                  </a:cubicBezTo>
                  <a:cubicBezTo>
                    <a:pt x="4" y="39"/>
                    <a:pt x="8" y="50"/>
                    <a:pt x="11" y="60"/>
                  </a:cubicBezTo>
                  <a:lnTo>
                    <a:pt x="18" y="78"/>
                  </a:lnTo>
                  <a:cubicBezTo>
                    <a:pt x="12" y="62"/>
                    <a:pt x="0" y="27"/>
                    <a:pt x="13" y="7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64" name="Google Shape;7322;p80">
              <a:extLst>
                <a:ext uri="{FF2B5EF4-FFF2-40B4-BE49-F238E27FC236}">
                  <a16:creationId xmlns:a16="http://schemas.microsoft.com/office/drawing/2014/main" id="{31C4FB1C-86D8-CE53-B226-B854FF019087}"/>
                </a:ext>
              </a:extLst>
            </p:cNvPr>
            <p:cNvSpPr/>
            <p:nvPr/>
          </p:nvSpPr>
          <p:spPr>
            <a:xfrm>
              <a:off x="2251965" y="1550498"/>
              <a:ext cx="774" cy="1724"/>
            </a:xfrm>
            <a:custGeom>
              <a:avLst/>
              <a:gdLst/>
              <a:ahLst/>
              <a:cxnLst/>
              <a:rect l="l" t="t" r="r" b="b"/>
              <a:pathLst>
                <a:path w="57" h="127" extrusionOk="0">
                  <a:moveTo>
                    <a:pt x="1" y="1"/>
                  </a:moveTo>
                  <a:lnTo>
                    <a:pt x="22" y="29"/>
                  </a:lnTo>
                  <a:cubicBezTo>
                    <a:pt x="43" y="57"/>
                    <a:pt x="57" y="88"/>
                    <a:pt x="57" y="127"/>
                  </a:cubicBezTo>
                  <a:cubicBezTo>
                    <a:pt x="57" y="88"/>
                    <a:pt x="43" y="57"/>
                    <a:pt x="22" y="29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65" name="Google Shape;7323;p80">
              <a:extLst>
                <a:ext uri="{FF2B5EF4-FFF2-40B4-BE49-F238E27FC236}">
                  <a16:creationId xmlns:a16="http://schemas.microsoft.com/office/drawing/2014/main" id="{2C823E34-288E-0434-C63D-9C9C07C80661}"/>
                </a:ext>
              </a:extLst>
            </p:cNvPr>
            <p:cNvSpPr/>
            <p:nvPr/>
          </p:nvSpPr>
          <p:spPr>
            <a:xfrm>
              <a:off x="2254871" y="1536147"/>
              <a:ext cx="14" cy="14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0" y="1"/>
                  </a:moveTo>
                  <a:lnTo>
                    <a:pt x="0" y="1"/>
                  </a:lnTo>
                  <a:cubicBezTo>
                    <a:pt x="0" y="1"/>
                    <a:pt x="0" y="1"/>
                    <a:pt x="0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66" name="Google Shape;7324;p80">
              <a:extLst>
                <a:ext uri="{FF2B5EF4-FFF2-40B4-BE49-F238E27FC236}">
                  <a16:creationId xmlns:a16="http://schemas.microsoft.com/office/drawing/2014/main" id="{D235E9CB-41EE-7086-938A-AEBA62FF1D63}"/>
                </a:ext>
              </a:extLst>
            </p:cNvPr>
            <p:cNvSpPr/>
            <p:nvPr/>
          </p:nvSpPr>
          <p:spPr>
            <a:xfrm>
              <a:off x="2254681" y="1537002"/>
              <a:ext cx="54" cy="109"/>
            </a:xfrm>
            <a:custGeom>
              <a:avLst/>
              <a:gdLst/>
              <a:ahLst/>
              <a:cxnLst/>
              <a:rect l="l" t="t" r="r" b="b"/>
              <a:pathLst>
                <a:path w="4" h="8" extrusionOk="0">
                  <a:moveTo>
                    <a:pt x="0" y="8"/>
                  </a:moveTo>
                  <a:lnTo>
                    <a:pt x="4" y="1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67" name="Google Shape;7325;p80">
              <a:extLst>
                <a:ext uri="{FF2B5EF4-FFF2-40B4-BE49-F238E27FC236}">
                  <a16:creationId xmlns:a16="http://schemas.microsoft.com/office/drawing/2014/main" id="{F6315412-1F13-BAE6-15DC-A07357FEE90A}"/>
                </a:ext>
              </a:extLst>
            </p:cNvPr>
            <p:cNvSpPr/>
            <p:nvPr/>
          </p:nvSpPr>
          <p:spPr>
            <a:xfrm>
              <a:off x="2253961" y="1538048"/>
              <a:ext cx="68" cy="68"/>
            </a:xfrm>
            <a:custGeom>
              <a:avLst/>
              <a:gdLst/>
              <a:ahLst/>
              <a:cxnLst/>
              <a:rect l="l" t="t" r="r" b="b"/>
              <a:pathLst>
                <a:path w="5" h="5" extrusionOk="0">
                  <a:moveTo>
                    <a:pt x="1" y="4"/>
                  </a:moveTo>
                  <a:lnTo>
                    <a:pt x="4" y="1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68" name="Google Shape;7326;p80">
              <a:extLst>
                <a:ext uri="{FF2B5EF4-FFF2-40B4-BE49-F238E27FC236}">
                  <a16:creationId xmlns:a16="http://schemas.microsoft.com/office/drawing/2014/main" id="{32588CBF-5A04-6439-077D-532B4C18C1C9}"/>
                </a:ext>
              </a:extLst>
            </p:cNvPr>
            <p:cNvSpPr/>
            <p:nvPr/>
          </p:nvSpPr>
          <p:spPr>
            <a:xfrm>
              <a:off x="2254110" y="1537858"/>
              <a:ext cx="109" cy="68"/>
            </a:xfrm>
            <a:custGeom>
              <a:avLst/>
              <a:gdLst/>
              <a:ahLst/>
              <a:cxnLst/>
              <a:rect l="l" t="t" r="r" b="b"/>
              <a:pathLst>
                <a:path w="8" h="5" extrusionOk="0">
                  <a:moveTo>
                    <a:pt x="0" y="4"/>
                  </a:moveTo>
                  <a:lnTo>
                    <a:pt x="7" y="1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69" name="Google Shape;7327;p80">
              <a:extLst>
                <a:ext uri="{FF2B5EF4-FFF2-40B4-BE49-F238E27FC236}">
                  <a16:creationId xmlns:a16="http://schemas.microsoft.com/office/drawing/2014/main" id="{8B54A4F5-87F9-AED6-1CCF-684209564442}"/>
                </a:ext>
              </a:extLst>
            </p:cNvPr>
            <p:cNvSpPr/>
            <p:nvPr/>
          </p:nvSpPr>
          <p:spPr>
            <a:xfrm>
              <a:off x="2253825" y="1538238"/>
              <a:ext cx="54" cy="68"/>
            </a:xfrm>
            <a:custGeom>
              <a:avLst/>
              <a:gdLst/>
              <a:ahLst/>
              <a:cxnLst/>
              <a:rect l="l" t="t" r="r" b="b"/>
              <a:pathLst>
                <a:path w="4" h="5" extrusionOk="0">
                  <a:moveTo>
                    <a:pt x="0" y="4"/>
                  </a:moveTo>
                  <a:lnTo>
                    <a:pt x="4" y="1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70" name="Google Shape;7328;p80">
              <a:extLst>
                <a:ext uri="{FF2B5EF4-FFF2-40B4-BE49-F238E27FC236}">
                  <a16:creationId xmlns:a16="http://schemas.microsoft.com/office/drawing/2014/main" id="{6C01526B-EC10-9227-9C99-838DB31BA851}"/>
                </a:ext>
              </a:extLst>
            </p:cNvPr>
            <p:cNvSpPr/>
            <p:nvPr/>
          </p:nvSpPr>
          <p:spPr>
            <a:xfrm>
              <a:off x="2250974" y="1540519"/>
              <a:ext cx="1249" cy="1629"/>
            </a:xfrm>
            <a:custGeom>
              <a:avLst/>
              <a:gdLst/>
              <a:ahLst/>
              <a:cxnLst/>
              <a:rect l="l" t="t" r="r" b="b"/>
              <a:pathLst>
                <a:path w="92" h="120" extrusionOk="0">
                  <a:moveTo>
                    <a:pt x="0" y="120"/>
                  </a:moveTo>
                  <a:cubicBezTo>
                    <a:pt x="35" y="85"/>
                    <a:pt x="67" y="43"/>
                    <a:pt x="91" y="1"/>
                  </a:cubicBezTo>
                  <a:cubicBezTo>
                    <a:pt x="67" y="43"/>
                    <a:pt x="35" y="85"/>
                    <a:pt x="0" y="120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71" name="Google Shape;7329;p80">
              <a:extLst>
                <a:ext uri="{FF2B5EF4-FFF2-40B4-BE49-F238E27FC236}">
                  <a16:creationId xmlns:a16="http://schemas.microsoft.com/office/drawing/2014/main" id="{000E50FE-CE70-21FC-A6D8-B40AB9161F07}"/>
                </a:ext>
              </a:extLst>
            </p:cNvPr>
            <p:cNvSpPr/>
            <p:nvPr/>
          </p:nvSpPr>
          <p:spPr>
            <a:xfrm>
              <a:off x="2252875" y="1538428"/>
              <a:ext cx="774" cy="923"/>
            </a:xfrm>
            <a:custGeom>
              <a:avLst/>
              <a:gdLst/>
              <a:ahLst/>
              <a:cxnLst/>
              <a:rect l="l" t="t" r="r" b="b"/>
              <a:pathLst>
                <a:path w="57" h="68" extrusionOk="0">
                  <a:moveTo>
                    <a:pt x="0" y="67"/>
                  </a:moveTo>
                  <a:cubicBezTo>
                    <a:pt x="18" y="43"/>
                    <a:pt x="35" y="22"/>
                    <a:pt x="56" y="1"/>
                  </a:cubicBezTo>
                  <a:cubicBezTo>
                    <a:pt x="35" y="22"/>
                    <a:pt x="18" y="43"/>
                    <a:pt x="0" y="67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72" name="Google Shape;7330;p80">
              <a:extLst>
                <a:ext uri="{FF2B5EF4-FFF2-40B4-BE49-F238E27FC236}">
                  <a16:creationId xmlns:a16="http://schemas.microsoft.com/office/drawing/2014/main" id="{B66952F2-B480-188D-9A2B-5E5BCC072227}"/>
                </a:ext>
              </a:extLst>
            </p:cNvPr>
            <p:cNvSpPr/>
            <p:nvPr/>
          </p:nvSpPr>
          <p:spPr>
            <a:xfrm>
              <a:off x="2254300" y="1537668"/>
              <a:ext cx="54" cy="68"/>
            </a:xfrm>
            <a:custGeom>
              <a:avLst/>
              <a:gdLst/>
              <a:ahLst/>
              <a:cxnLst/>
              <a:rect l="l" t="t" r="r" b="b"/>
              <a:pathLst>
                <a:path w="4" h="5" extrusionOk="0">
                  <a:moveTo>
                    <a:pt x="0" y="4"/>
                  </a:moveTo>
                  <a:lnTo>
                    <a:pt x="4" y="1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73" name="Google Shape;7331;p80">
              <a:extLst>
                <a:ext uri="{FF2B5EF4-FFF2-40B4-BE49-F238E27FC236}">
                  <a16:creationId xmlns:a16="http://schemas.microsoft.com/office/drawing/2014/main" id="{2107A211-C190-3CA2-2F14-DCCA2A4176E2}"/>
                </a:ext>
              </a:extLst>
            </p:cNvPr>
            <p:cNvSpPr/>
            <p:nvPr/>
          </p:nvSpPr>
          <p:spPr>
            <a:xfrm>
              <a:off x="2252820" y="1539378"/>
              <a:ext cx="14" cy="68"/>
            </a:xfrm>
            <a:custGeom>
              <a:avLst/>
              <a:gdLst/>
              <a:ahLst/>
              <a:cxnLst/>
              <a:rect l="l" t="t" r="r" b="b"/>
              <a:pathLst>
                <a:path w="1" h="5" extrusionOk="0">
                  <a:moveTo>
                    <a:pt x="1" y="4"/>
                  </a:moveTo>
                  <a:lnTo>
                    <a:pt x="1" y="1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74" name="Google Shape;7332;p80">
              <a:extLst>
                <a:ext uri="{FF2B5EF4-FFF2-40B4-BE49-F238E27FC236}">
                  <a16:creationId xmlns:a16="http://schemas.microsoft.com/office/drawing/2014/main" id="{81354EBE-23C9-3773-6993-E12AEE292C95}"/>
                </a:ext>
              </a:extLst>
            </p:cNvPr>
            <p:cNvSpPr/>
            <p:nvPr/>
          </p:nvSpPr>
          <p:spPr>
            <a:xfrm>
              <a:off x="2254531" y="1534721"/>
              <a:ext cx="68" cy="163"/>
            </a:xfrm>
            <a:custGeom>
              <a:avLst/>
              <a:gdLst/>
              <a:ahLst/>
              <a:cxnLst/>
              <a:rect l="l" t="t" r="r" b="b"/>
              <a:pathLst>
                <a:path w="5" h="12" extrusionOk="0">
                  <a:moveTo>
                    <a:pt x="4" y="11"/>
                  </a:moveTo>
                  <a:lnTo>
                    <a:pt x="1" y="1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75" name="Google Shape;7333;p80">
              <a:extLst>
                <a:ext uri="{FF2B5EF4-FFF2-40B4-BE49-F238E27FC236}">
                  <a16:creationId xmlns:a16="http://schemas.microsoft.com/office/drawing/2014/main" id="{B3F446B4-703C-C683-1B0B-06BB65FB481B}"/>
                </a:ext>
              </a:extLst>
            </p:cNvPr>
            <p:cNvSpPr/>
            <p:nvPr/>
          </p:nvSpPr>
          <p:spPr>
            <a:xfrm>
              <a:off x="2254776" y="1535427"/>
              <a:ext cx="54" cy="163"/>
            </a:xfrm>
            <a:custGeom>
              <a:avLst/>
              <a:gdLst/>
              <a:ahLst/>
              <a:cxnLst/>
              <a:rect l="l" t="t" r="r" b="b"/>
              <a:pathLst>
                <a:path w="4" h="12" extrusionOk="0">
                  <a:moveTo>
                    <a:pt x="1" y="0"/>
                  </a:moveTo>
                  <a:cubicBezTo>
                    <a:pt x="1" y="0"/>
                    <a:pt x="0" y="1"/>
                    <a:pt x="0" y="1"/>
                  </a:cubicBezTo>
                  <a:cubicBezTo>
                    <a:pt x="1" y="2"/>
                    <a:pt x="1" y="2"/>
                    <a:pt x="2" y="3"/>
                  </a:cubicBezTo>
                  <a:lnTo>
                    <a:pt x="2" y="3"/>
                  </a:lnTo>
                  <a:cubicBezTo>
                    <a:pt x="1" y="1"/>
                    <a:pt x="1" y="0"/>
                    <a:pt x="1" y="0"/>
                  </a:cubicBezTo>
                  <a:close/>
                  <a:moveTo>
                    <a:pt x="2" y="3"/>
                  </a:moveTo>
                  <a:lnTo>
                    <a:pt x="2" y="3"/>
                  </a:lnTo>
                  <a:cubicBezTo>
                    <a:pt x="3" y="6"/>
                    <a:pt x="4" y="10"/>
                    <a:pt x="4" y="12"/>
                  </a:cubicBezTo>
                  <a:cubicBezTo>
                    <a:pt x="4" y="9"/>
                    <a:pt x="4" y="6"/>
                    <a:pt x="2" y="3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76" name="Google Shape;7334;p80">
              <a:extLst>
                <a:ext uri="{FF2B5EF4-FFF2-40B4-BE49-F238E27FC236}">
                  <a16:creationId xmlns:a16="http://schemas.microsoft.com/office/drawing/2014/main" id="{C8454644-C1D8-780E-9A91-ED91D1C5AAB5}"/>
                </a:ext>
              </a:extLst>
            </p:cNvPr>
            <p:cNvSpPr/>
            <p:nvPr/>
          </p:nvSpPr>
          <p:spPr>
            <a:xfrm>
              <a:off x="2254436" y="1537437"/>
              <a:ext cx="68" cy="109"/>
            </a:xfrm>
            <a:custGeom>
              <a:avLst/>
              <a:gdLst/>
              <a:ahLst/>
              <a:cxnLst/>
              <a:rect l="l" t="t" r="r" b="b"/>
              <a:pathLst>
                <a:path w="5" h="8" extrusionOk="0">
                  <a:moveTo>
                    <a:pt x="1" y="7"/>
                  </a:moveTo>
                  <a:lnTo>
                    <a:pt x="4" y="0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77" name="Google Shape;7335;p80">
              <a:extLst>
                <a:ext uri="{FF2B5EF4-FFF2-40B4-BE49-F238E27FC236}">
                  <a16:creationId xmlns:a16="http://schemas.microsoft.com/office/drawing/2014/main" id="{BA3EADDC-8675-9779-8F80-F8B0A0802CC9}"/>
                </a:ext>
              </a:extLst>
            </p:cNvPr>
            <p:cNvSpPr/>
            <p:nvPr/>
          </p:nvSpPr>
          <p:spPr>
            <a:xfrm>
              <a:off x="2254871" y="1535767"/>
              <a:ext cx="14" cy="163"/>
            </a:xfrm>
            <a:custGeom>
              <a:avLst/>
              <a:gdLst/>
              <a:ahLst/>
              <a:cxnLst/>
              <a:rect l="l" t="t" r="r" b="b"/>
              <a:pathLst>
                <a:path w="1" h="12" extrusionOk="0">
                  <a:moveTo>
                    <a:pt x="0" y="11"/>
                  </a:moveTo>
                  <a:lnTo>
                    <a:pt x="0" y="1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78" name="Google Shape;7336;p80">
              <a:extLst>
                <a:ext uri="{FF2B5EF4-FFF2-40B4-BE49-F238E27FC236}">
                  <a16:creationId xmlns:a16="http://schemas.microsoft.com/office/drawing/2014/main" id="{6169AFF8-21F5-CDA7-62BA-D04655EAFB17}"/>
                </a:ext>
              </a:extLst>
            </p:cNvPr>
            <p:cNvSpPr/>
            <p:nvPr/>
          </p:nvSpPr>
          <p:spPr>
            <a:xfrm>
              <a:off x="2254681" y="1535102"/>
              <a:ext cx="54" cy="163"/>
            </a:xfrm>
            <a:custGeom>
              <a:avLst/>
              <a:gdLst/>
              <a:ahLst/>
              <a:cxnLst/>
              <a:rect l="l" t="t" r="r" b="b"/>
              <a:pathLst>
                <a:path w="4" h="12" extrusionOk="0">
                  <a:moveTo>
                    <a:pt x="4" y="11"/>
                  </a:moveTo>
                  <a:lnTo>
                    <a:pt x="0" y="1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79" name="Google Shape;7337;p80">
              <a:extLst>
                <a:ext uri="{FF2B5EF4-FFF2-40B4-BE49-F238E27FC236}">
                  <a16:creationId xmlns:a16="http://schemas.microsoft.com/office/drawing/2014/main" id="{20E3BB76-584C-71E0-D1E3-750D69E9C4C9}"/>
                </a:ext>
              </a:extLst>
            </p:cNvPr>
            <p:cNvSpPr/>
            <p:nvPr/>
          </p:nvSpPr>
          <p:spPr>
            <a:xfrm>
              <a:off x="2254816" y="1536432"/>
              <a:ext cx="14" cy="109"/>
            </a:xfrm>
            <a:custGeom>
              <a:avLst/>
              <a:gdLst/>
              <a:ahLst/>
              <a:cxnLst/>
              <a:rect l="l" t="t" r="r" b="b"/>
              <a:pathLst>
                <a:path w="1" h="8" extrusionOk="0">
                  <a:moveTo>
                    <a:pt x="1" y="8"/>
                  </a:moveTo>
                  <a:lnTo>
                    <a:pt x="1" y="4"/>
                  </a:lnTo>
                  <a:cubicBezTo>
                    <a:pt x="1" y="1"/>
                    <a:pt x="1" y="8"/>
                    <a:pt x="1" y="8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80" name="Google Shape;7338;p80">
              <a:extLst>
                <a:ext uri="{FF2B5EF4-FFF2-40B4-BE49-F238E27FC236}">
                  <a16:creationId xmlns:a16="http://schemas.microsoft.com/office/drawing/2014/main" id="{D96CFB6D-3F3E-8CC6-6A64-6D007D3F85A8}"/>
                </a:ext>
              </a:extLst>
            </p:cNvPr>
            <p:cNvSpPr/>
            <p:nvPr/>
          </p:nvSpPr>
          <p:spPr>
            <a:xfrm>
              <a:off x="2254531" y="1537192"/>
              <a:ext cx="109" cy="109"/>
            </a:xfrm>
            <a:custGeom>
              <a:avLst/>
              <a:gdLst/>
              <a:ahLst/>
              <a:cxnLst/>
              <a:rect l="l" t="t" r="r" b="b"/>
              <a:pathLst>
                <a:path w="8" h="8" extrusionOk="0">
                  <a:moveTo>
                    <a:pt x="1" y="8"/>
                  </a:moveTo>
                  <a:lnTo>
                    <a:pt x="8" y="1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81" name="Google Shape;7339;p80">
              <a:extLst>
                <a:ext uri="{FF2B5EF4-FFF2-40B4-BE49-F238E27FC236}">
                  <a16:creationId xmlns:a16="http://schemas.microsoft.com/office/drawing/2014/main" id="{5B9712D8-7A74-F9B7-C349-3EDD9C541365}"/>
                </a:ext>
              </a:extLst>
            </p:cNvPr>
            <p:cNvSpPr/>
            <p:nvPr/>
          </p:nvSpPr>
          <p:spPr>
            <a:xfrm>
              <a:off x="2254776" y="1536717"/>
              <a:ext cx="54" cy="109"/>
            </a:xfrm>
            <a:custGeom>
              <a:avLst/>
              <a:gdLst/>
              <a:ahLst/>
              <a:cxnLst/>
              <a:rect l="l" t="t" r="r" b="b"/>
              <a:pathLst>
                <a:path w="4" h="8" extrusionOk="0">
                  <a:moveTo>
                    <a:pt x="0" y="8"/>
                  </a:moveTo>
                  <a:lnTo>
                    <a:pt x="4" y="1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82" name="Google Shape;7340;p80">
              <a:extLst>
                <a:ext uri="{FF2B5EF4-FFF2-40B4-BE49-F238E27FC236}">
                  <a16:creationId xmlns:a16="http://schemas.microsoft.com/office/drawing/2014/main" id="{B9260B7B-05B9-AC89-2EC8-16988A45AC70}"/>
                </a:ext>
              </a:extLst>
            </p:cNvPr>
            <p:cNvSpPr/>
            <p:nvPr/>
          </p:nvSpPr>
          <p:spPr>
            <a:xfrm>
              <a:off x="2250024" y="1555359"/>
              <a:ext cx="149" cy="489"/>
            </a:xfrm>
            <a:custGeom>
              <a:avLst/>
              <a:gdLst/>
              <a:ahLst/>
              <a:cxnLst/>
              <a:rect l="l" t="t" r="r" b="b"/>
              <a:pathLst>
                <a:path w="11" h="36" extrusionOk="0">
                  <a:moveTo>
                    <a:pt x="0" y="0"/>
                  </a:moveTo>
                  <a:cubicBezTo>
                    <a:pt x="4" y="11"/>
                    <a:pt x="7" y="25"/>
                    <a:pt x="11" y="35"/>
                  </a:cubicBezTo>
                  <a:lnTo>
                    <a:pt x="7" y="18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83" name="Google Shape;7341;p80">
              <a:extLst>
                <a:ext uri="{FF2B5EF4-FFF2-40B4-BE49-F238E27FC236}">
                  <a16:creationId xmlns:a16="http://schemas.microsoft.com/office/drawing/2014/main" id="{C8582477-7F28-0422-900A-6C14ADE933EF}"/>
                </a:ext>
              </a:extLst>
            </p:cNvPr>
            <p:cNvSpPr/>
            <p:nvPr/>
          </p:nvSpPr>
          <p:spPr>
            <a:xfrm>
              <a:off x="2263995" y="1416040"/>
              <a:ext cx="2770" cy="1439"/>
            </a:xfrm>
            <a:custGeom>
              <a:avLst/>
              <a:gdLst/>
              <a:ahLst/>
              <a:cxnLst/>
              <a:rect l="l" t="t" r="r" b="b"/>
              <a:pathLst>
                <a:path w="204" h="106" extrusionOk="0">
                  <a:moveTo>
                    <a:pt x="204" y="0"/>
                  </a:moveTo>
                  <a:lnTo>
                    <a:pt x="204" y="0"/>
                  </a:lnTo>
                  <a:cubicBezTo>
                    <a:pt x="127" y="7"/>
                    <a:pt x="53" y="46"/>
                    <a:pt x="1" y="105"/>
                  </a:cubicBezTo>
                  <a:lnTo>
                    <a:pt x="18" y="88"/>
                  </a:lnTo>
                  <a:cubicBezTo>
                    <a:pt x="67" y="39"/>
                    <a:pt x="134" y="7"/>
                    <a:pt x="204" y="0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84" name="Google Shape;7342;p80">
              <a:extLst>
                <a:ext uri="{FF2B5EF4-FFF2-40B4-BE49-F238E27FC236}">
                  <a16:creationId xmlns:a16="http://schemas.microsoft.com/office/drawing/2014/main" id="{6D8C0485-1835-5E88-A582-4687A8399564}"/>
                </a:ext>
              </a:extLst>
            </p:cNvPr>
            <p:cNvSpPr/>
            <p:nvPr/>
          </p:nvSpPr>
          <p:spPr>
            <a:xfrm>
              <a:off x="2276350" y="1412130"/>
              <a:ext cx="258" cy="258"/>
            </a:xfrm>
            <a:custGeom>
              <a:avLst/>
              <a:gdLst/>
              <a:ahLst/>
              <a:cxnLst/>
              <a:rect l="l" t="t" r="r" b="b"/>
              <a:pathLst>
                <a:path w="19" h="19" extrusionOk="0">
                  <a:moveTo>
                    <a:pt x="18" y="1"/>
                  </a:moveTo>
                  <a:cubicBezTo>
                    <a:pt x="11" y="8"/>
                    <a:pt x="4" y="15"/>
                    <a:pt x="1" y="19"/>
                  </a:cubicBezTo>
                  <a:cubicBezTo>
                    <a:pt x="4" y="15"/>
                    <a:pt x="11" y="8"/>
                    <a:pt x="18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85" name="Google Shape;7343;p80">
              <a:extLst>
                <a:ext uri="{FF2B5EF4-FFF2-40B4-BE49-F238E27FC236}">
                  <a16:creationId xmlns:a16="http://schemas.microsoft.com/office/drawing/2014/main" id="{D41F8250-ADD5-6011-DDAD-6EF016C8BA9E}"/>
                </a:ext>
              </a:extLst>
            </p:cNvPr>
            <p:cNvSpPr/>
            <p:nvPr/>
          </p:nvSpPr>
          <p:spPr>
            <a:xfrm>
              <a:off x="2276921" y="1411139"/>
              <a:ext cx="258" cy="489"/>
            </a:xfrm>
            <a:custGeom>
              <a:avLst/>
              <a:gdLst/>
              <a:ahLst/>
              <a:cxnLst/>
              <a:rect l="l" t="t" r="r" b="b"/>
              <a:pathLst>
                <a:path w="19" h="36" extrusionOk="0">
                  <a:moveTo>
                    <a:pt x="1" y="35"/>
                  </a:moveTo>
                  <a:cubicBezTo>
                    <a:pt x="8" y="25"/>
                    <a:pt x="15" y="14"/>
                    <a:pt x="18" y="0"/>
                  </a:cubicBezTo>
                  <a:cubicBezTo>
                    <a:pt x="15" y="14"/>
                    <a:pt x="8" y="25"/>
                    <a:pt x="1" y="35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86" name="Google Shape;7344;p80">
              <a:extLst>
                <a:ext uri="{FF2B5EF4-FFF2-40B4-BE49-F238E27FC236}">
                  <a16:creationId xmlns:a16="http://schemas.microsoft.com/office/drawing/2014/main" id="{AA5D3B18-C347-84F3-1994-087E6CACADE1}"/>
                </a:ext>
              </a:extLst>
            </p:cNvPr>
            <p:cNvSpPr/>
            <p:nvPr/>
          </p:nvSpPr>
          <p:spPr>
            <a:xfrm>
              <a:off x="2275875" y="1412470"/>
              <a:ext cx="394" cy="299"/>
            </a:xfrm>
            <a:custGeom>
              <a:avLst/>
              <a:gdLst/>
              <a:ahLst/>
              <a:cxnLst/>
              <a:rect l="l" t="t" r="r" b="b"/>
              <a:pathLst>
                <a:path w="29" h="22" extrusionOk="0">
                  <a:moveTo>
                    <a:pt x="1" y="22"/>
                  </a:moveTo>
                  <a:cubicBezTo>
                    <a:pt x="11" y="15"/>
                    <a:pt x="18" y="8"/>
                    <a:pt x="29" y="1"/>
                  </a:cubicBezTo>
                  <a:cubicBezTo>
                    <a:pt x="18" y="8"/>
                    <a:pt x="11" y="15"/>
                    <a:pt x="1" y="22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87" name="Google Shape;7345;p80">
              <a:extLst>
                <a:ext uri="{FF2B5EF4-FFF2-40B4-BE49-F238E27FC236}">
                  <a16:creationId xmlns:a16="http://schemas.microsoft.com/office/drawing/2014/main" id="{259F9631-C2AB-C72E-DD1F-9A1D7133C58A}"/>
                </a:ext>
              </a:extLst>
            </p:cNvPr>
            <p:cNvSpPr/>
            <p:nvPr/>
          </p:nvSpPr>
          <p:spPr>
            <a:xfrm>
              <a:off x="2276690" y="1411709"/>
              <a:ext cx="204" cy="339"/>
            </a:xfrm>
            <a:custGeom>
              <a:avLst/>
              <a:gdLst/>
              <a:ahLst/>
              <a:cxnLst/>
              <a:rect l="l" t="t" r="r" b="b"/>
              <a:pathLst>
                <a:path w="15" h="25" extrusionOk="0">
                  <a:moveTo>
                    <a:pt x="0" y="25"/>
                  </a:moveTo>
                  <a:cubicBezTo>
                    <a:pt x="4" y="14"/>
                    <a:pt x="11" y="7"/>
                    <a:pt x="14" y="0"/>
                  </a:cubicBezTo>
                  <a:cubicBezTo>
                    <a:pt x="11" y="7"/>
                    <a:pt x="4" y="14"/>
                    <a:pt x="0" y="25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88" name="Google Shape;7346;p80">
              <a:extLst>
                <a:ext uri="{FF2B5EF4-FFF2-40B4-BE49-F238E27FC236}">
                  <a16:creationId xmlns:a16="http://schemas.microsoft.com/office/drawing/2014/main" id="{A2F66281-79B2-C83D-8D6D-3105DDAF7A1A}"/>
                </a:ext>
              </a:extLst>
            </p:cNvPr>
            <p:cNvSpPr/>
            <p:nvPr/>
          </p:nvSpPr>
          <p:spPr>
            <a:xfrm>
              <a:off x="2263764" y="1417222"/>
              <a:ext cx="434" cy="448"/>
            </a:xfrm>
            <a:custGeom>
              <a:avLst/>
              <a:gdLst/>
              <a:ahLst/>
              <a:cxnLst/>
              <a:rect l="l" t="t" r="r" b="b"/>
              <a:pathLst>
                <a:path w="32" h="33" extrusionOk="0">
                  <a:moveTo>
                    <a:pt x="32" y="1"/>
                  </a:moveTo>
                  <a:lnTo>
                    <a:pt x="18" y="15"/>
                  </a:lnTo>
                  <a:lnTo>
                    <a:pt x="0" y="32"/>
                  </a:lnTo>
                  <a:cubicBezTo>
                    <a:pt x="14" y="22"/>
                    <a:pt x="21" y="11"/>
                    <a:pt x="32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89" name="Google Shape;7347;p80">
              <a:extLst>
                <a:ext uri="{FF2B5EF4-FFF2-40B4-BE49-F238E27FC236}">
                  <a16:creationId xmlns:a16="http://schemas.microsoft.com/office/drawing/2014/main" id="{240FAD7E-2672-7441-E33E-C2B2AB9786AC}"/>
                </a:ext>
              </a:extLst>
            </p:cNvPr>
            <p:cNvSpPr/>
            <p:nvPr/>
          </p:nvSpPr>
          <p:spPr>
            <a:xfrm>
              <a:off x="3015482" y="1689586"/>
              <a:ext cx="163" cy="1195"/>
            </a:xfrm>
            <a:custGeom>
              <a:avLst/>
              <a:gdLst/>
              <a:ahLst/>
              <a:cxnLst/>
              <a:rect l="l" t="t" r="r" b="b"/>
              <a:pathLst>
                <a:path w="12" h="88" extrusionOk="0">
                  <a:moveTo>
                    <a:pt x="1" y="0"/>
                  </a:moveTo>
                  <a:cubicBezTo>
                    <a:pt x="8" y="28"/>
                    <a:pt x="11" y="56"/>
                    <a:pt x="11" y="88"/>
                  </a:cubicBezTo>
                  <a:cubicBezTo>
                    <a:pt x="11" y="56"/>
                    <a:pt x="8" y="28"/>
                    <a:pt x="1" y="0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90" name="Google Shape;7348;p80">
              <a:extLst>
                <a:ext uri="{FF2B5EF4-FFF2-40B4-BE49-F238E27FC236}">
                  <a16:creationId xmlns:a16="http://schemas.microsoft.com/office/drawing/2014/main" id="{A2740638-ED27-D186-92E1-F39325E04101}"/>
                </a:ext>
              </a:extLst>
            </p:cNvPr>
            <p:cNvSpPr/>
            <p:nvPr/>
          </p:nvSpPr>
          <p:spPr>
            <a:xfrm>
              <a:off x="2958307" y="1600694"/>
              <a:ext cx="3150" cy="353"/>
            </a:xfrm>
            <a:custGeom>
              <a:avLst/>
              <a:gdLst/>
              <a:ahLst/>
              <a:cxnLst/>
              <a:rect l="l" t="t" r="r" b="b"/>
              <a:pathLst>
                <a:path w="232" h="26" extrusionOk="0">
                  <a:moveTo>
                    <a:pt x="0" y="8"/>
                  </a:moveTo>
                  <a:cubicBezTo>
                    <a:pt x="77" y="1"/>
                    <a:pt x="154" y="8"/>
                    <a:pt x="231" y="25"/>
                  </a:cubicBezTo>
                  <a:cubicBezTo>
                    <a:pt x="154" y="8"/>
                    <a:pt x="77" y="1"/>
                    <a:pt x="0" y="8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91" name="Google Shape;7349;p80">
              <a:extLst>
                <a:ext uri="{FF2B5EF4-FFF2-40B4-BE49-F238E27FC236}">
                  <a16:creationId xmlns:a16="http://schemas.microsoft.com/office/drawing/2014/main" id="{894A8542-0DB1-A94C-6836-A4152C05593F}"/>
                </a:ext>
              </a:extLst>
            </p:cNvPr>
            <p:cNvSpPr/>
            <p:nvPr/>
          </p:nvSpPr>
          <p:spPr>
            <a:xfrm>
              <a:off x="2924961" y="1625555"/>
              <a:ext cx="3408" cy="7671"/>
            </a:xfrm>
            <a:custGeom>
              <a:avLst/>
              <a:gdLst/>
              <a:ahLst/>
              <a:cxnLst/>
              <a:rect l="l" t="t" r="r" b="b"/>
              <a:pathLst>
                <a:path w="251" h="565" extrusionOk="0">
                  <a:moveTo>
                    <a:pt x="251" y="1"/>
                  </a:moveTo>
                  <a:cubicBezTo>
                    <a:pt x="230" y="46"/>
                    <a:pt x="191" y="109"/>
                    <a:pt x="156" y="169"/>
                  </a:cubicBezTo>
                  <a:cubicBezTo>
                    <a:pt x="195" y="109"/>
                    <a:pt x="230" y="46"/>
                    <a:pt x="251" y="1"/>
                  </a:cubicBezTo>
                  <a:close/>
                  <a:moveTo>
                    <a:pt x="156" y="170"/>
                  </a:moveTo>
                  <a:lnTo>
                    <a:pt x="156" y="170"/>
                  </a:lnTo>
                  <a:cubicBezTo>
                    <a:pt x="63" y="329"/>
                    <a:pt x="1" y="439"/>
                    <a:pt x="1" y="525"/>
                  </a:cubicBezTo>
                  <a:lnTo>
                    <a:pt x="1" y="525"/>
                  </a:lnTo>
                  <a:cubicBezTo>
                    <a:pt x="1" y="441"/>
                    <a:pt x="63" y="329"/>
                    <a:pt x="156" y="170"/>
                  </a:cubicBezTo>
                  <a:close/>
                  <a:moveTo>
                    <a:pt x="1" y="525"/>
                  </a:moveTo>
                  <a:cubicBezTo>
                    <a:pt x="1" y="539"/>
                    <a:pt x="2" y="552"/>
                    <a:pt x="6" y="564"/>
                  </a:cubicBezTo>
                  <a:cubicBezTo>
                    <a:pt x="2" y="552"/>
                    <a:pt x="1" y="539"/>
                    <a:pt x="1" y="525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92" name="Google Shape;7350;p80">
              <a:extLst>
                <a:ext uri="{FF2B5EF4-FFF2-40B4-BE49-F238E27FC236}">
                  <a16:creationId xmlns:a16="http://schemas.microsoft.com/office/drawing/2014/main" id="{79BBEFC2-0E83-6108-75C7-4913E294206D}"/>
                </a:ext>
              </a:extLst>
            </p:cNvPr>
            <p:cNvSpPr/>
            <p:nvPr/>
          </p:nvSpPr>
          <p:spPr>
            <a:xfrm>
              <a:off x="2928546" y="1617856"/>
              <a:ext cx="4535" cy="7196"/>
            </a:xfrm>
            <a:custGeom>
              <a:avLst/>
              <a:gdLst/>
              <a:ahLst/>
              <a:cxnLst/>
              <a:rect l="l" t="t" r="r" b="b"/>
              <a:pathLst>
                <a:path w="334" h="530" extrusionOk="0">
                  <a:moveTo>
                    <a:pt x="1" y="529"/>
                  </a:moveTo>
                  <a:cubicBezTo>
                    <a:pt x="32" y="410"/>
                    <a:pt x="214" y="102"/>
                    <a:pt x="333" y="1"/>
                  </a:cubicBezTo>
                  <a:cubicBezTo>
                    <a:pt x="214" y="102"/>
                    <a:pt x="32" y="410"/>
                    <a:pt x="1" y="529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93" name="Google Shape;7351;p80">
              <a:extLst>
                <a:ext uri="{FF2B5EF4-FFF2-40B4-BE49-F238E27FC236}">
                  <a16:creationId xmlns:a16="http://schemas.microsoft.com/office/drawing/2014/main" id="{D84525D8-A68B-222F-8F79-35E5C411F9DE}"/>
                </a:ext>
              </a:extLst>
            </p:cNvPr>
            <p:cNvSpPr/>
            <p:nvPr/>
          </p:nvSpPr>
          <p:spPr>
            <a:xfrm>
              <a:off x="2906265" y="1635629"/>
              <a:ext cx="339" cy="109"/>
            </a:xfrm>
            <a:custGeom>
              <a:avLst/>
              <a:gdLst/>
              <a:ahLst/>
              <a:cxnLst/>
              <a:rect l="l" t="t" r="r" b="b"/>
              <a:pathLst>
                <a:path w="25" h="8" extrusionOk="0">
                  <a:moveTo>
                    <a:pt x="0" y="1"/>
                  </a:moveTo>
                  <a:lnTo>
                    <a:pt x="0" y="1"/>
                  </a:lnTo>
                  <a:lnTo>
                    <a:pt x="25" y="8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94" name="Google Shape;7352;p80">
              <a:extLst>
                <a:ext uri="{FF2B5EF4-FFF2-40B4-BE49-F238E27FC236}">
                  <a16:creationId xmlns:a16="http://schemas.microsoft.com/office/drawing/2014/main" id="{F9DBE3C0-4134-1778-0F27-CB5B7ADA38AF}"/>
                </a:ext>
              </a:extLst>
            </p:cNvPr>
            <p:cNvSpPr/>
            <p:nvPr/>
          </p:nvSpPr>
          <p:spPr>
            <a:xfrm>
              <a:off x="2908301" y="1636634"/>
              <a:ext cx="638" cy="625"/>
            </a:xfrm>
            <a:custGeom>
              <a:avLst/>
              <a:gdLst/>
              <a:ahLst/>
              <a:cxnLst/>
              <a:rect l="l" t="t" r="r" b="b"/>
              <a:pathLst>
                <a:path w="47" h="46" extrusionOk="0">
                  <a:moveTo>
                    <a:pt x="1" y="1"/>
                  </a:moveTo>
                  <a:cubicBezTo>
                    <a:pt x="18" y="11"/>
                    <a:pt x="32" y="29"/>
                    <a:pt x="46" y="46"/>
                  </a:cubicBezTo>
                  <a:cubicBezTo>
                    <a:pt x="36" y="29"/>
                    <a:pt x="18" y="11"/>
                    <a:pt x="1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95" name="Google Shape;7353;p80">
              <a:extLst>
                <a:ext uri="{FF2B5EF4-FFF2-40B4-BE49-F238E27FC236}">
                  <a16:creationId xmlns:a16="http://schemas.microsoft.com/office/drawing/2014/main" id="{F0F171DB-5367-5E11-704C-997CB19A999C}"/>
                </a:ext>
              </a:extLst>
            </p:cNvPr>
            <p:cNvSpPr/>
            <p:nvPr/>
          </p:nvSpPr>
          <p:spPr>
            <a:xfrm>
              <a:off x="2908967" y="1637299"/>
              <a:ext cx="258" cy="339"/>
            </a:xfrm>
            <a:custGeom>
              <a:avLst/>
              <a:gdLst/>
              <a:ahLst/>
              <a:cxnLst/>
              <a:rect l="l" t="t" r="r" b="b"/>
              <a:pathLst>
                <a:path w="19" h="25" extrusionOk="0">
                  <a:moveTo>
                    <a:pt x="18" y="25"/>
                  </a:moveTo>
                  <a:cubicBezTo>
                    <a:pt x="11" y="14"/>
                    <a:pt x="8" y="7"/>
                    <a:pt x="1" y="0"/>
                  </a:cubicBezTo>
                  <a:cubicBezTo>
                    <a:pt x="8" y="7"/>
                    <a:pt x="11" y="14"/>
                    <a:pt x="18" y="25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96" name="Google Shape;7354;p80">
              <a:extLst>
                <a:ext uri="{FF2B5EF4-FFF2-40B4-BE49-F238E27FC236}">
                  <a16:creationId xmlns:a16="http://schemas.microsoft.com/office/drawing/2014/main" id="{B54A6EDE-BDDA-93FB-10BC-4B5DC140695F}"/>
                </a:ext>
              </a:extLst>
            </p:cNvPr>
            <p:cNvSpPr/>
            <p:nvPr/>
          </p:nvSpPr>
          <p:spPr>
            <a:xfrm>
              <a:off x="2935633" y="1611163"/>
              <a:ext cx="828" cy="3530"/>
            </a:xfrm>
            <a:custGeom>
              <a:avLst/>
              <a:gdLst/>
              <a:ahLst/>
              <a:cxnLst/>
              <a:rect l="l" t="t" r="r" b="b"/>
              <a:pathLst>
                <a:path w="61" h="260" extrusionOk="0">
                  <a:moveTo>
                    <a:pt x="1" y="0"/>
                  </a:moveTo>
                  <a:cubicBezTo>
                    <a:pt x="29" y="84"/>
                    <a:pt x="50" y="172"/>
                    <a:pt x="60" y="259"/>
                  </a:cubicBezTo>
                  <a:cubicBezTo>
                    <a:pt x="50" y="172"/>
                    <a:pt x="29" y="84"/>
                    <a:pt x="1" y="0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97" name="Google Shape;7355;p80">
              <a:extLst>
                <a:ext uri="{FF2B5EF4-FFF2-40B4-BE49-F238E27FC236}">
                  <a16:creationId xmlns:a16="http://schemas.microsoft.com/office/drawing/2014/main" id="{27A8A4F2-F110-B176-1D00-5DE165284E11}"/>
                </a:ext>
              </a:extLst>
            </p:cNvPr>
            <p:cNvSpPr/>
            <p:nvPr/>
          </p:nvSpPr>
          <p:spPr>
            <a:xfrm>
              <a:off x="2907976" y="1636390"/>
              <a:ext cx="244" cy="204"/>
            </a:xfrm>
            <a:custGeom>
              <a:avLst/>
              <a:gdLst/>
              <a:ahLst/>
              <a:cxnLst/>
              <a:rect l="l" t="t" r="r" b="b"/>
              <a:pathLst>
                <a:path w="18" h="15" extrusionOk="0">
                  <a:moveTo>
                    <a:pt x="0" y="1"/>
                  </a:moveTo>
                  <a:lnTo>
                    <a:pt x="18" y="15"/>
                  </a:lnTo>
                  <a:cubicBezTo>
                    <a:pt x="14" y="8"/>
                    <a:pt x="7" y="4"/>
                    <a:pt x="0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98" name="Google Shape;7356;p80">
              <a:extLst>
                <a:ext uri="{FF2B5EF4-FFF2-40B4-BE49-F238E27FC236}">
                  <a16:creationId xmlns:a16="http://schemas.microsoft.com/office/drawing/2014/main" id="{C0DA79E9-5E77-35C5-BAB7-07930237B3EA}"/>
                </a:ext>
              </a:extLst>
            </p:cNvPr>
            <p:cNvSpPr/>
            <p:nvPr/>
          </p:nvSpPr>
          <p:spPr>
            <a:xfrm>
              <a:off x="2695420" y="1641956"/>
              <a:ext cx="2417" cy="448"/>
            </a:xfrm>
            <a:custGeom>
              <a:avLst/>
              <a:gdLst/>
              <a:ahLst/>
              <a:cxnLst/>
              <a:rect l="l" t="t" r="r" b="b"/>
              <a:pathLst>
                <a:path w="178" h="33" extrusionOk="0">
                  <a:moveTo>
                    <a:pt x="1" y="1"/>
                  </a:moveTo>
                  <a:cubicBezTo>
                    <a:pt x="29" y="4"/>
                    <a:pt x="63" y="11"/>
                    <a:pt x="90" y="18"/>
                  </a:cubicBezTo>
                  <a:cubicBezTo>
                    <a:pt x="93" y="18"/>
                    <a:pt x="97" y="19"/>
                    <a:pt x="100" y="19"/>
                  </a:cubicBezTo>
                  <a:lnTo>
                    <a:pt x="100" y="19"/>
                  </a:lnTo>
                  <a:cubicBezTo>
                    <a:pt x="98" y="19"/>
                    <a:pt x="96" y="18"/>
                    <a:pt x="94" y="18"/>
                  </a:cubicBezTo>
                  <a:cubicBezTo>
                    <a:pt x="63" y="11"/>
                    <a:pt x="29" y="4"/>
                    <a:pt x="1" y="1"/>
                  </a:cubicBezTo>
                  <a:close/>
                  <a:moveTo>
                    <a:pt x="100" y="19"/>
                  </a:moveTo>
                  <a:lnTo>
                    <a:pt x="100" y="19"/>
                  </a:lnTo>
                  <a:cubicBezTo>
                    <a:pt x="115" y="22"/>
                    <a:pt x="134" y="25"/>
                    <a:pt x="151" y="28"/>
                  </a:cubicBezTo>
                  <a:lnTo>
                    <a:pt x="151" y="28"/>
                  </a:lnTo>
                  <a:cubicBezTo>
                    <a:pt x="135" y="25"/>
                    <a:pt x="117" y="22"/>
                    <a:pt x="100" y="19"/>
                  </a:cubicBezTo>
                  <a:close/>
                  <a:moveTo>
                    <a:pt x="151" y="28"/>
                  </a:moveTo>
                  <a:cubicBezTo>
                    <a:pt x="160" y="29"/>
                    <a:pt x="169" y="31"/>
                    <a:pt x="178" y="32"/>
                  </a:cubicBezTo>
                  <a:lnTo>
                    <a:pt x="157" y="29"/>
                  </a:lnTo>
                  <a:cubicBezTo>
                    <a:pt x="155" y="28"/>
                    <a:pt x="153" y="28"/>
                    <a:pt x="151" y="28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99" name="Google Shape;7357;p80">
              <a:extLst>
                <a:ext uri="{FF2B5EF4-FFF2-40B4-BE49-F238E27FC236}">
                  <a16:creationId xmlns:a16="http://schemas.microsoft.com/office/drawing/2014/main" id="{7047EFC0-336B-0778-0606-5CC4F1287ABD}"/>
                </a:ext>
              </a:extLst>
            </p:cNvPr>
            <p:cNvSpPr/>
            <p:nvPr/>
          </p:nvSpPr>
          <p:spPr>
            <a:xfrm>
              <a:off x="2693641" y="1641060"/>
              <a:ext cx="1208" cy="869"/>
            </a:xfrm>
            <a:custGeom>
              <a:avLst/>
              <a:gdLst/>
              <a:ahLst/>
              <a:cxnLst/>
              <a:rect l="l" t="t" r="r" b="b"/>
              <a:pathLst>
                <a:path w="89" h="64" extrusionOk="0">
                  <a:moveTo>
                    <a:pt x="1" y="0"/>
                  </a:moveTo>
                  <a:cubicBezTo>
                    <a:pt x="6" y="6"/>
                    <a:pt x="12" y="12"/>
                    <a:pt x="18" y="18"/>
                  </a:cubicBezTo>
                  <a:lnTo>
                    <a:pt x="18" y="18"/>
                  </a:lnTo>
                  <a:cubicBezTo>
                    <a:pt x="16" y="15"/>
                    <a:pt x="13" y="13"/>
                    <a:pt x="11" y="11"/>
                  </a:cubicBezTo>
                  <a:lnTo>
                    <a:pt x="1" y="0"/>
                  </a:lnTo>
                  <a:close/>
                  <a:moveTo>
                    <a:pt x="18" y="18"/>
                  </a:moveTo>
                  <a:cubicBezTo>
                    <a:pt x="37" y="39"/>
                    <a:pt x="60" y="54"/>
                    <a:pt x="88" y="63"/>
                  </a:cubicBezTo>
                  <a:cubicBezTo>
                    <a:pt x="61" y="52"/>
                    <a:pt x="38" y="37"/>
                    <a:pt x="18" y="18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00" name="Google Shape;7358;p80">
              <a:extLst>
                <a:ext uri="{FF2B5EF4-FFF2-40B4-BE49-F238E27FC236}">
                  <a16:creationId xmlns:a16="http://schemas.microsoft.com/office/drawing/2014/main" id="{0A59583A-3114-94F3-5235-954C864A58F8}"/>
                </a:ext>
              </a:extLst>
            </p:cNvPr>
            <p:cNvSpPr/>
            <p:nvPr/>
          </p:nvSpPr>
          <p:spPr>
            <a:xfrm>
              <a:off x="2974655" y="1606071"/>
              <a:ext cx="3584" cy="4481"/>
            </a:xfrm>
            <a:custGeom>
              <a:avLst/>
              <a:gdLst/>
              <a:ahLst/>
              <a:cxnLst/>
              <a:rect l="l" t="t" r="r" b="b"/>
              <a:pathLst>
                <a:path w="264" h="330" extrusionOk="0">
                  <a:moveTo>
                    <a:pt x="1" y="0"/>
                  </a:moveTo>
                  <a:cubicBezTo>
                    <a:pt x="113" y="77"/>
                    <a:pt x="263" y="175"/>
                    <a:pt x="246" y="330"/>
                  </a:cubicBezTo>
                  <a:cubicBezTo>
                    <a:pt x="263" y="175"/>
                    <a:pt x="113" y="77"/>
                    <a:pt x="1" y="0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01" name="Google Shape;7359;p80">
              <a:extLst>
                <a:ext uri="{FF2B5EF4-FFF2-40B4-BE49-F238E27FC236}">
                  <a16:creationId xmlns:a16="http://schemas.microsoft.com/office/drawing/2014/main" id="{9FD39BCD-C487-AF99-C284-BFA44C2A11AC}"/>
                </a:ext>
              </a:extLst>
            </p:cNvPr>
            <p:cNvSpPr/>
            <p:nvPr/>
          </p:nvSpPr>
          <p:spPr>
            <a:xfrm>
              <a:off x="3023194" y="1657313"/>
              <a:ext cx="1100" cy="54"/>
            </a:xfrm>
            <a:custGeom>
              <a:avLst/>
              <a:gdLst/>
              <a:ahLst/>
              <a:cxnLst/>
              <a:rect l="l" t="t" r="r" b="b"/>
              <a:pathLst>
                <a:path w="81" h="4" extrusionOk="0">
                  <a:moveTo>
                    <a:pt x="81" y="4"/>
                  </a:moveTo>
                  <a:cubicBezTo>
                    <a:pt x="56" y="4"/>
                    <a:pt x="32" y="4"/>
                    <a:pt x="0" y="0"/>
                  </a:cubicBezTo>
                  <a:cubicBezTo>
                    <a:pt x="32" y="4"/>
                    <a:pt x="56" y="4"/>
                    <a:pt x="81" y="4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02" name="Google Shape;7360;p80">
              <a:extLst>
                <a:ext uri="{FF2B5EF4-FFF2-40B4-BE49-F238E27FC236}">
                  <a16:creationId xmlns:a16="http://schemas.microsoft.com/office/drawing/2014/main" id="{60D63B7A-2A2A-AD76-48BA-D2F37EA56A00}"/>
                </a:ext>
              </a:extLst>
            </p:cNvPr>
            <p:cNvSpPr/>
            <p:nvPr/>
          </p:nvSpPr>
          <p:spPr>
            <a:xfrm>
              <a:off x="3010594" y="1646478"/>
              <a:ext cx="1874" cy="2620"/>
            </a:xfrm>
            <a:custGeom>
              <a:avLst/>
              <a:gdLst/>
              <a:ahLst/>
              <a:cxnLst/>
              <a:rect l="l" t="t" r="r" b="b"/>
              <a:pathLst>
                <a:path w="138" h="193" extrusionOk="0">
                  <a:moveTo>
                    <a:pt x="0" y="0"/>
                  </a:moveTo>
                  <a:cubicBezTo>
                    <a:pt x="72" y="26"/>
                    <a:pt x="138" y="68"/>
                    <a:pt x="138" y="170"/>
                  </a:cubicBezTo>
                  <a:lnTo>
                    <a:pt x="138" y="170"/>
                  </a:lnTo>
                  <a:cubicBezTo>
                    <a:pt x="138" y="67"/>
                    <a:pt x="72" y="23"/>
                    <a:pt x="0" y="0"/>
                  </a:cubicBezTo>
                  <a:close/>
                  <a:moveTo>
                    <a:pt x="138" y="170"/>
                  </a:moveTo>
                  <a:lnTo>
                    <a:pt x="138" y="170"/>
                  </a:lnTo>
                  <a:cubicBezTo>
                    <a:pt x="138" y="177"/>
                    <a:pt x="138" y="185"/>
                    <a:pt x="137" y="193"/>
                  </a:cubicBezTo>
                  <a:cubicBezTo>
                    <a:pt x="138" y="185"/>
                    <a:pt x="138" y="177"/>
                    <a:pt x="138" y="170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03" name="Google Shape;7361;p80">
              <a:extLst>
                <a:ext uri="{FF2B5EF4-FFF2-40B4-BE49-F238E27FC236}">
                  <a16:creationId xmlns:a16="http://schemas.microsoft.com/office/drawing/2014/main" id="{516A63FE-6979-EB00-94D4-DDACC8B2E6B9}"/>
                </a:ext>
              </a:extLst>
            </p:cNvPr>
            <p:cNvSpPr/>
            <p:nvPr/>
          </p:nvSpPr>
          <p:spPr>
            <a:xfrm>
              <a:off x="3041863" y="1659634"/>
              <a:ext cx="163" cy="448"/>
            </a:xfrm>
            <a:custGeom>
              <a:avLst/>
              <a:gdLst/>
              <a:ahLst/>
              <a:cxnLst/>
              <a:rect l="l" t="t" r="r" b="b"/>
              <a:pathLst>
                <a:path w="12" h="33" extrusionOk="0">
                  <a:moveTo>
                    <a:pt x="11" y="32"/>
                  </a:moveTo>
                  <a:cubicBezTo>
                    <a:pt x="8" y="22"/>
                    <a:pt x="4" y="11"/>
                    <a:pt x="1" y="1"/>
                  </a:cubicBezTo>
                  <a:cubicBezTo>
                    <a:pt x="4" y="11"/>
                    <a:pt x="8" y="22"/>
                    <a:pt x="11" y="32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04" name="Google Shape;7362;p80">
              <a:extLst>
                <a:ext uri="{FF2B5EF4-FFF2-40B4-BE49-F238E27FC236}">
                  <a16:creationId xmlns:a16="http://schemas.microsoft.com/office/drawing/2014/main" id="{EA562CB4-4A98-B542-DC2F-BE2BD8A4FD4A}"/>
                </a:ext>
              </a:extLst>
            </p:cNvPr>
            <p:cNvSpPr/>
            <p:nvPr/>
          </p:nvSpPr>
          <p:spPr>
            <a:xfrm>
              <a:off x="3006888" y="1644862"/>
              <a:ext cx="1534" cy="964"/>
            </a:xfrm>
            <a:custGeom>
              <a:avLst/>
              <a:gdLst/>
              <a:ahLst/>
              <a:cxnLst/>
              <a:rect l="l" t="t" r="r" b="b"/>
              <a:pathLst>
                <a:path w="113" h="71" extrusionOk="0">
                  <a:moveTo>
                    <a:pt x="112" y="70"/>
                  </a:moveTo>
                  <a:cubicBezTo>
                    <a:pt x="70" y="56"/>
                    <a:pt x="32" y="32"/>
                    <a:pt x="0" y="0"/>
                  </a:cubicBezTo>
                  <a:cubicBezTo>
                    <a:pt x="32" y="32"/>
                    <a:pt x="70" y="56"/>
                    <a:pt x="112" y="70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05" name="Google Shape;7363;p80">
              <a:extLst>
                <a:ext uri="{FF2B5EF4-FFF2-40B4-BE49-F238E27FC236}">
                  <a16:creationId xmlns:a16="http://schemas.microsoft.com/office/drawing/2014/main" id="{0F8EF429-3703-1FA8-C76C-FD87FEFCB713}"/>
                </a:ext>
              </a:extLst>
            </p:cNvPr>
            <p:cNvSpPr/>
            <p:nvPr/>
          </p:nvSpPr>
          <p:spPr>
            <a:xfrm>
              <a:off x="3014722" y="1656362"/>
              <a:ext cx="5159" cy="1154"/>
            </a:xfrm>
            <a:custGeom>
              <a:avLst/>
              <a:gdLst/>
              <a:ahLst/>
              <a:cxnLst/>
              <a:rect l="l" t="t" r="r" b="b"/>
              <a:pathLst>
                <a:path w="380" h="85" extrusionOk="0">
                  <a:moveTo>
                    <a:pt x="1" y="0"/>
                  </a:moveTo>
                  <a:cubicBezTo>
                    <a:pt x="116" y="60"/>
                    <a:pt x="249" y="84"/>
                    <a:pt x="379" y="74"/>
                  </a:cubicBezTo>
                  <a:cubicBezTo>
                    <a:pt x="249" y="84"/>
                    <a:pt x="116" y="60"/>
                    <a:pt x="1" y="0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06" name="Google Shape;7364;p80">
              <a:extLst>
                <a:ext uri="{FF2B5EF4-FFF2-40B4-BE49-F238E27FC236}">
                  <a16:creationId xmlns:a16="http://schemas.microsoft.com/office/drawing/2014/main" id="{CB14DBE6-EF2A-66DC-5B05-CDFF5017ED6F}"/>
                </a:ext>
              </a:extLst>
            </p:cNvPr>
            <p:cNvSpPr/>
            <p:nvPr/>
          </p:nvSpPr>
          <p:spPr>
            <a:xfrm>
              <a:off x="3033880" y="1652031"/>
              <a:ext cx="3680" cy="1113"/>
            </a:xfrm>
            <a:custGeom>
              <a:avLst/>
              <a:gdLst/>
              <a:ahLst/>
              <a:cxnLst/>
              <a:rect l="l" t="t" r="r" b="b"/>
              <a:pathLst>
                <a:path w="271" h="82" extrusionOk="0">
                  <a:moveTo>
                    <a:pt x="1" y="81"/>
                  </a:moveTo>
                  <a:cubicBezTo>
                    <a:pt x="81" y="32"/>
                    <a:pt x="176" y="4"/>
                    <a:pt x="270" y="1"/>
                  </a:cubicBezTo>
                  <a:cubicBezTo>
                    <a:pt x="176" y="4"/>
                    <a:pt x="81" y="32"/>
                    <a:pt x="1" y="8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07" name="Google Shape;7365;p80">
              <a:extLst>
                <a:ext uri="{FF2B5EF4-FFF2-40B4-BE49-F238E27FC236}">
                  <a16:creationId xmlns:a16="http://schemas.microsoft.com/office/drawing/2014/main" id="{67EA0113-255F-41DF-B649-2F2F360D9B06}"/>
                </a:ext>
              </a:extLst>
            </p:cNvPr>
            <p:cNvSpPr/>
            <p:nvPr/>
          </p:nvSpPr>
          <p:spPr>
            <a:xfrm>
              <a:off x="3018632" y="1682254"/>
              <a:ext cx="2715" cy="1494"/>
            </a:xfrm>
            <a:custGeom>
              <a:avLst/>
              <a:gdLst/>
              <a:ahLst/>
              <a:cxnLst/>
              <a:rect l="l" t="t" r="r" b="b"/>
              <a:pathLst>
                <a:path w="200" h="110" extrusionOk="0">
                  <a:moveTo>
                    <a:pt x="165" y="1"/>
                  </a:moveTo>
                  <a:cubicBezTo>
                    <a:pt x="127" y="1"/>
                    <a:pt x="80" y="38"/>
                    <a:pt x="0" y="110"/>
                  </a:cubicBezTo>
                  <a:cubicBezTo>
                    <a:pt x="79" y="38"/>
                    <a:pt x="129" y="1"/>
                    <a:pt x="166" y="1"/>
                  </a:cubicBezTo>
                  <a:lnTo>
                    <a:pt x="166" y="1"/>
                  </a:lnTo>
                  <a:cubicBezTo>
                    <a:pt x="178" y="1"/>
                    <a:pt x="189" y="4"/>
                    <a:pt x="200" y="12"/>
                  </a:cubicBezTo>
                  <a:cubicBezTo>
                    <a:pt x="189" y="4"/>
                    <a:pt x="179" y="1"/>
                    <a:pt x="167" y="1"/>
                  </a:cubicBezTo>
                  <a:cubicBezTo>
                    <a:pt x="167" y="1"/>
                    <a:pt x="166" y="1"/>
                    <a:pt x="166" y="1"/>
                  </a:cubicBezTo>
                  <a:lnTo>
                    <a:pt x="166" y="1"/>
                  </a:lnTo>
                  <a:cubicBezTo>
                    <a:pt x="166" y="1"/>
                    <a:pt x="166" y="1"/>
                    <a:pt x="165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08" name="Google Shape;7366;p80">
              <a:extLst>
                <a:ext uri="{FF2B5EF4-FFF2-40B4-BE49-F238E27FC236}">
                  <a16:creationId xmlns:a16="http://schemas.microsoft.com/office/drawing/2014/main" id="{5E816AA6-C1C6-708E-8ACE-10FB4462DFC8}"/>
                </a:ext>
              </a:extLst>
            </p:cNvPr>
            <p:cNvSpPr/>
            <p:nvPr/>
          </p:nvSpPr>
          <p:spPr>
            <a:xfrm>
              <a:off x="2985965" y="1626560"/>
              <a:ext cx="3720" cy="8608"/>
            </a:xfrm>
            <a:custGeom>
              <a:avLst/>
              <a:gdLst/>
              <a:ahLst/>
              <a:cxnLst/>
              <a:rect l="l" t="t" r="r" b="b"/>
              <a:pathLst>
                <a:path w="274" h="634" extrusionOk="0">
                  <a:moveTo>
                    <a:pt x="127" y="266"/>
                  </a:moveTo>
                  <a:cubicBezTo>
                    <a:pt x="78" y="179"/>
                    <a:pt x="36" y="91"/>
                    <a:pt x="1" y="0"/>
                  </a:cubicBezTo>
                  <a:cubicBezTo>
                    <a:pt x="36" y="91"/>
                    <a:pt x="78" y="179"/>
                    <a:pt x="127" y="266"/>
                  </a:cubicBezTo>
                  <a:cubicBezTo>
                    <a:pt x="214" y="434"/>
                    <a:pt x="274" y="550"/>
                    <a:pt x="270" y="634"/>
                  </a:cubicBezTo>
                  <a:cubicBezTo>
                    <a:pt x="274" y="550"/>
                    <a:pt x="214" y="434"/>
                    <a:pt x="127" y="266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09" name="Google Shape;7367;p80">
              <a:extLst>
                <a:ext uri="{FF2B5EF4-FFF2-40B4-BE49-F238E27FC236}">
                  <a16:creationId xmlns:a16="http://schemas.microsoft.com/office/drawing/2014/main" id="{82A5D587-85ED-1494-7AB8-DD5636EC500A}"/>
                </a:ext>
              </a:extLst>
            </p:cNvPr>
            <p:cNvSpPr/>
            <p:nvPr/>
          </p:nvSpPr>
          <p:spPr>
            <a:xfrm>
              <a:off x="2972944" y="1604741"/>
              <a:ext cx="1724" cy="1344"/>
            </a:xfrm>
            <a:custGeom>
              <a:avLst/>
              <a:gdLst/>
              <a:ahLst/>
              <a:cxnLst/>
              <a:rect l="l" t="t" r="r" b="b"/>
              <a:pathLst>
                <a:path w="127" h="99" extrusionOk="0">
                  <a:moveTo>
                    <a:pt x="1" y="0"/>
                  </a:moveTo>
                  <a:cubicBezTo>
                    <a:pt x="39" y="39"/>
                    <a:pt x="81" y="74"/>
                    <a:pt x="127" y="98"/>
                  </a:cubicBezTo>
                  <a:cubicBezTo>
                    <a:pt x="81" y="74"/>
                    <a:pt x="39" y="39"/>
                    <a:pt x="1" y="0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10" name="Google Shape;7368;p80">
              <a:extLst>
                <a:ext uri="{FF2B5EF4-FFF2-40B4-BE49-F238E27FC236}">
                  <a16:creationId xmlns:a16="http://schemas.microsoft.com/office/drawing/2014/main" id="{E817F1D4-7D2B-86DB-6B42-DB63E07E8285}"/>
                </a:ext>
              </a:extLst>
            </p:cNvPr>
            <p:cNvSpPr/>
            <p:nvPr/>
          </p:nvSpPr>
          <p:spPr>
            <a:xfrm>
              <a:off x="3042013" y="1660069"/>
              <a:ext cx="54" cy="434"/>
            </a:xfrm>
            <a:custGeom>
              <a:avLst/>
              <a:gdLst/>
              <a:ahLst/>
              <a:cxnLst/>
              <a:rect l="l" t="t" r="r" b="b"/>
              <a:pathLst>
                <a:path w="4" h="32" extrusionOk="0">
                  <a:moveTo>
                    <a:pt x="0" y="0"/>
                  </a:moveTo>
                  <a:cubicBezTo>
                    <a:pt x="4" y="11"/>
                    <a:pt x="4" y="21"/>
                    <a:pt x="4" y="32"/>
                  </a:cubicBezTo>
                  <a:cubicBezTo>
                    <a:pt x="4" y="21"/>
                    <a:pt x="4" y="11"/>
                    <a:pt x="0" y="0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11" name="Google Shape;7369;p80">
              <a:extLst>
                <a:ext uri="{FF2B5EF4-FFF2-40B4-BE49-F238E27FC236}">
                  <a16:creationId xmlns:a16="http://schemas.microsoft.com/office/drawing/2014/main" id="{44EC1ACA-CB29-A4A0-2ACE-4ED20AB541E2}"/>
                </a:ext>
              </a:extLst>
            </p:cNvPr>
            <p:cNvSpPr/>
            <p:nvPr/>
          </p:nvSpPr>
          <p:spPr>
            <a:xfrm>
              <a:off x="3015876" y="1695628"/>
              <a:ext cx="475" cy="4046"/>
            </a:xfrm>
            <a:custGeom>
              <a:avLst/>
              <a:gdLst/>
              <a:ahLst/>
              <a:cxnLst/>
              <a:rect l="l" t="t" r="r" b="b"/>
              <a:pathLst>
                <a:path w="35" h="298" extrusionOk="0">
                  <a:moveTo>
                    <a:pt x="0" y="1"/>
                  </a:moveTo>
                  <a:lnTo>
                    <a:pt x="0" y="1"/>
                  </a:lnTo>
                  <a:cubicBezTo>
                    <a:pt x="31" y="74"/>
                    <a:pt x="31" y="179"/>
                    <a:pt x="35" y="298"/>
                  </a:cubicBezTo>
                  <a:cubicBezTo>
                    <a:pt x="31" y="175"/>
                    <a:pt x="31" y="74"/>
                    <a:pt x="0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12" name="Google Shape;7370;p80">
              <a:extLst>
                <a:ext uri="{FF2B5EF4-FFF2-40B4-BE49-F238E27FC236}">
                  <a16:creationId xmlns:a16="http://schemas.microsoft.com/office/drawing/2014/main" id="{72F1BBCC-64D1-3FB6-C2EB-DCA5D808A45A}"/>
                </a:ext>
              </a:extLst>
            </p:cNvPr>
            <p:cNvSpPr/>
            <p:nvPr/>
          </p:nvSpPr>
          <p:spPr>
            <a:xfrm>
              <a:off x="2961824" y="1601129"/>
              <a:ext cx="339" cy="109"/>
            </a:xfrm>
            <a:custGeom>
              <a:avLst/>
              <a:gdLst/>
              <a:ahLst/>
              <a:cxnLst/>
              <a:rect l="l" t="t" r="r" b="b"/>
              <a:pathLst>
                <a:path w="25" h="8" extrusionOk="0">
                  <a:moveTo>
                    <a:pt x="25" y="7"/>
                  </a:moveTo>
                  <a:lnTo>
                    <a:pt x="0" y="0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13" name="Google Shape;7371;p80">
              <a:extLst>
                <a:ext uri="{FF2B5EF4-FFF2-40B4-BE49-F238E27FC236}">
                  <a16:creationId xmlns:a16="http://schemas.microsoft.com/office/drawing/2014/main" id="{1B652697-4D0D-5B04-4D22-F3B95BF89622}"/>
                </a:ext>
              </a:extLst>
            </p:cNvPr>
            <p:cNvSpPr/>
            <p:nvPr/>
          </p:nvSpPr>
          <p:spPr>
            <a:xfrm>
              <a:off x="2989291" y="1637109"/>
              <a:ext cx="68" cy="299"/>
            </a:xfrm>
            <a:custGeom>
              <a:avLst/>
              <a:gdLst/>
              <a:ahLst/>
              <a:cxnLst/>
              <a:rect l="l" t="t" r="r" b="b"/>
              <a:pathLst>
                <a:path w="5" h="22" extrusionOk="0">
                  <a:moveTo>
                    <a:pt x="4" y="21"/>
                  </a:moveTo>
                  <a:cubicBezTo>
                    <a:pt x="4" y="14"/>
                    <a:pt x="1" y="7"/>
                    <a:pt x="1" y="0"/>
                  </a:cubicBezTo>
                  <a:cubicBezTo>
                    <a:pt x="1" y="7"/>
                    <a:pt x="4" y="14"/>
                    <a:pt x="4" y="2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14" name="Google Shape;7372;p80">
              <a:extLst>
                <a:ext uri="{FF2B5EF4-FFF2-40B4-BE49-F238E27FC236}">
                  <a16:creationId xmlns:a16="http://schemas.microsoft.com/office/drawing/2014/main" id="{B13317F5-CA36-6614-A826-3191D28885A0}"/>
                </a:ext>
              </a:extLst>
            </p:cNvPr>
            <p:cNvSpPr/>
            <p:nvPr/>
          </p:nvSpPr>
          <p:spPr>
            <a:xfrm>
              <a:off x="2977845" y="1610973"/>
              <a:ext cx="109" cy="394"/>
            </a:xfrm>
            <a:custGeom>
              <a:avLst/>
              <a:gdLst/>
              <a:ahLst/>
              <a:cxnLst/>
              <a:rect l="l" t="t" r="r" b="b"/>
              <a:pathLst>
                <a:path w="8" h="29" extrusionOk="0">
                  <a:moveTo>
                    <a:pt x="0" y="28"/>
                  </a:moveTo>
                  <a:cubicBezTo>
                    <a:pt x="4" y="18"/>
                    <a:pt x="4" y="11"/>
                    <a:pt x="7" y="0"/>
                  </a:cubicBezTo>
                  <a:cubicBezTo>
                    <a:pt x="4" y="11"/>
                    <a:pt x="4" y="18"/>
                    <a:pt x="0" y="28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15" name="Google Shape;7373;p80">
              <a:extLst>
                <a:ext uri="{FF2B5EF4-FFF2-40B4-BE49-F238E27FC236}">
                  <a16:creationId xmlns:a16="http://schemas.microsoft.com/office/drawing/2014/main" id="{A19B7958-7C89-0CBE-2D5B-9D768329E0FC}"/>
                </a:ext>
              </a:extLst>
            </p:cNvPr>
            <p:cNvSpPr/>
            <p:nvPr/>
          </p:nvSpPr>
          <p:spPr>
            <a:xfrm>
              <a:off x="2962829" y="1601509"/>
              <a:ext cx="54" cy="14"/>
            </a:xfrm>
            <a:custGeom>
              <a:avLst/>
              <a:gdLst/>
              <a:ahLst/>
              <a:cxnLst/>
              <a:rect l="l" t="t" r="r" b="b"/>
              <a:pathLst>
                <a:path w="4" h="1" extrusionOk="0">
                  <a:moveTo>
                    <a:pt x="4" y="0"/>
                  </a:moveTo>
                  <a:lnTo>
                    <a:pt x="0" y="0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16" name="Google Shape;7374;p80">
              <a:extLst>
                <a:ext uri="{FF2B5EF4-FFF2-40B4-BE49-F238E27FC236}">
                  <a16:creationId xmlns:a16="http://schemas.microsoft.com/office/drawing/2014/main" id="{42020305-FC9B-57E7-E0B3-587C3CC1CF97}"/>
                </a:ext>
              </a:extLst>
            </p:cNvPr>
            <p:cNvSpPr/>
            <p:nvPr/>
          </p:nvSpPr>
          <p:spPr>
            <a:xfrm>
              <a:off x="2955117" y="1600464"/>
              <a:ext cx="2444" cy="339"/>
            </a:xfrm>
            <a:custGeom>
              <a:avLst/>
              <a:gdLst/>
              <a:ahLst/>
              <a:cxnLst/>
              <a:rect l="l" t="t" r="r" b="b"/>
              <a:pathLst>
                <a:path w="180" h="25" extrusionOk="0">
                  <a:moveTo>
                    <a:pt x="179" y="25"/>
                  </a:moveTo>
                  <a:cubicBezTo>
                    <a:pt x="120" y="25"/>
                    <a:pt x="60" y="18"/>
                    <a:pt x="1" y="0"/>
                  </a:cubicBezTo>
                  <a:cubicBezTo>
                    <a:pt x="60" y="18"/>
                    <a:pt x="120" y="25"/>
                    <a:pt x="179" y="25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17" name="Google Shape;7375;p80">
              <a:extLst>
                <a:ext uri="{FF2B5EF4-FFF2-40B4-BE49-F238E27FC236}">
                  <a16:creationId xmlns:a16="http://schemas.microsoft.com/office/drawing/2014/main" id="{174B123A-619E-292F-13E5-BE615A30D770}"/>
                </a:ext>
              </a:extLst>
            </p:cNvPr>
            <p:cNvSpPr/>
            <p:nvPr/>
          </p:nvSpPr>
          <p:spPr>
            <a:xfrm>
              <a:off x="2998429" y="1641250"/>
              <a:ext cx="149" cy="54"/>
            </a:xfrm>
            <a:custGeom>
              <a:avLst/>
              <a:gdLst/>
              <a:ahLst/>
              <a:cxnLst/>
              <a:rect l="l" t="t" r="r" b="b"/>
              <a:pathLst>
                <a:path w="11" h="4" extrusionOk="0">
                  <a:moveTo>
                    <a:pt x="11" y="4"/>
                  </a:moveTo>
                  <a:lnTo>
                    <a:pt x="11" y="4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18" name="Google Shape;7376;p80">
              <a:extLst>
                <a:ext uri="{FF2B5EF4-FFF2-40B4-BE49-F238E27FC236}">
                  <a16:creationId xmlns:a16="http://schemas.microsoft.com/office/drawing/2014/main" id="{79735624-C228-1585-F139-E9A95DE4344D}"/>
                </a:ext>
              </a:extLst>
            </p:cNvPr>
            <p:cNvSpPr/>
            <p:nvPr/>
          </p:nvSpPr>
          <p:spPr>
            <a:xfrm>
              <a:off x="2694931" y="1641956"/>
              <a:ext cx="434" cy="14"/>
            </a:xfrm>
            <a:custGeom>
              <a:avLst/>
              <a:gdLst/>
              <a:ahLst/>
              <a:cxnLst/>
              <a:rect l="l" t="t" r="r" b="b"/>
              <a:pathLst>
                <a:path w="32" h="1" extrusionOk="0">
                  <a:moveTo>
                    <a:pt x="0" y="1"/>
                  </a:moveTo>
                  <a:lnTo>
                    <a:pt x="32" y="1"/>
                  </a:lnTo>
                  <a:cubicBezTo>
                    <a:pt x="21" y="1"/>
                    <a:pt x="11" y="1"/>
                    <a:pt x="0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19" name="Google Shape;7377;p80">
              <a:extLst>
                <a:ext uri="{FF2B5EF4-FFF2-40B4-BE49-F238E27FC236}">
                  <a16:creationId xmlns:a16="http://schemas.microsoft.com/office/drawing/2014/main" id="{7DA68F25-C7BB-2D84-78B4-2F0D6C15DC84}"/>
                </a:ext>
              </a:extLst>
            </p:cNvPr>
            <p:cNvSpPr/>
            <p:nvPr/>
          </p:nvSpPr>
          <p:spPr>
            <a:xfrm>
              <a:off x="2697538" y="1642337"/>
              <a:ext cx="679" cy="109"/>
            </a:xfrm>
            <a:custGeom>
              <a:avLst/>
              <a:gdLst/>
              <a:ahLst/>
              <a:cxnLst/>
              <a:rect l="l" t="t" r="r" b="b"/>
              <a:pathLst>
                <a:path w="50" h="8" extrusionOk="0">
                  <a:moveTo>
                    <a:pt x="1" y="1"/>
                  </a:moveTo>
                  <a:lnTo>
                    <a:pt x="1" y="1"/>
                  </a:lnTo>
                  <a:cubicBezTo>
                    <a:pt x="15" y="4"/>
                    <a:pt x="32" y="8"/>
                    <a:pt x="50" y="8"/>
                  </a:cubicBezTo>
                  <a:lnTo>
                    <a:pt x="25" y="4"/>
                  </a:lnTo>
                  <a:lnTo>
                    <a:pt x="1" y="1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20" name="Google Shape;7378;p80">
              <a:extLst>
                <a:ext uri="{FF2B5EF4-FFF2-40B4-BE49-F238E27FC236}">
                  <a16:creationId xmlns:a16="http://schemas.microsoft.com/office/drawing/2014/main" id="{F15850A4-292A-BD28-4614-0969B969E19A}"/>
                </a:ext>
              </a:extLst>
            </p:cNvPr>
            <p:cNvSpPr/>
            <p:nvPr/>
          </p:nvSpPr>
          <p:spPr>
            <a:xfrm>
              <a:off x="2409736" y="1625609"/>
              <a:ext cx="1534" cy="1344"/>
            </a:xfrm>
            <a:custGeom>
              <a:avLst/>
              <a:gdLst/>
              <a:ahLst/>
              <a:cxnLst/>
              <a:rect l="l" t="t" r="r" b="b"/>
              <a:pathLst>
                <a:path w="113" h="99" extrusionOk="0">
                  <a:moveTo>
                    <a:pt x="112" y="0"/>
                  </a:moveTo>
                  <a:cubicBezTo>
                    <a:pt x="95" y="53"/>
                    <a:pt x="53" y="88"/>
                    <a:pt x="0" y="98"/>
                  </a:cubicBezTo>
                  <a:cubicBezTo>
                    <a:pt x="53" y="88"/>
                    <a:pt x="95" y="53"/>
                    <a:pt x="112" y="0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21" name="Google Shape;7379;p80">
              <a:extLst>
                <a:ext uri="{FF2B5EF4-FFF2-40B4-BE49-F238E27FC236}">
                  <a16:creationId xmlns:a16="http://schemas.microsoft.com/office/drawing/2014/main" id="{9BB21339-EB87-A13E-92A7-98487F8DCFF6}"/>
                </a:ext>
              </a:extLst>
            </p:cNvPr>
            <p:cNvSpPr/>
            <p:nvPr/>
          </p:nvSpPr>
          <p:spPr>
            <a:xfrm>
              <a:off x="2425798" y="1617761"/>
              <a:ext cx="2824" cy="828"/>
            </a:xfrm>
            <a:custGeom>
              <a:avLst/>
              <a:gdLst/>
              <a:ahLst/>
              <a:cxnLst/>
              <a:rect l="l" t="t" r="r" b="b"/>
              <a:pathLst>
                <a:path w="208" h="61" extrusionOk="0">
                  <a:moveTo>
                    <a:pt x="148" y="25"/>
                  </a:moveTo>
                  <a:cubicBezTo>
                    <a:pt x="165" y="36"/>
                    <a:pt x="186" y="46"/>
                    <a:pt x="207" y="60"/>
                  </a:cubicBezTo>
                  <a:cubicBezTo>
                    <a:pt x="186" y="46"/>
                    <a:pt x="165" y="36"/>
                    <a:pt x="148" y="25"/>
                  </a:cubicBezTo>
                  <a:cubicBezTo>
                    <a:pt x="102" y="4"/>
                    <a:pt x="50" y="1"/>
                    <a:pt x="0" y="11"/>
                  </a:cubicBezTo>
                  <a:cubicBezTo>
                    <a:pt x="50" y="1"/>
                    <a:pt x="102" y="4"/>
                    <a:pt x="148" y="25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22" name="Google Shape;7380;p80">
              <a:extLst>
                <a:ext uri="{FF2B5EF4-FFF2-40B4-BE49-F238E27FC236}">
                  <a16:creationId xmlns:a16="http://schemas.microsoft.com/office/drawing/2014/main" id="{7FC90065-5243-6F03-A3E9-D71FC6E9001B}"/>
                </a:ext>
              </a:extLst>
            </p:cNvPr>
            <p:cNvSpPr/>
            <p:nvPr/>
          </p:nvSpPr>
          <p:spPr>
            <a:xfrm>
              <a:off x="2458167" y="1627035"/>
              <a:ext cx="4440" cy="828"/>
            </a:xfrm>
            <a:custGeom>
              <a:avLst/>
              <a:gdLst/>
              <a:ahLst/>
              <a:cxnLst/>
              <a:rect l="l" t="t" r="r" b="b"/>
              <a:pathLst>
                <a:path w="327" h="61" extrusionOk="0">
                  <a:moveTo>
                    <a:pt x="1" y="0"/>
                  </a:moveTo>
                  <a:cubicBezTo>
                    <a:pt x="65" y="39"/>
                    <a:pt x="138" y="60"/>
                    <a:pt x="211" y="60"/>
                  </a:cubicBezTo>
                  <a:cubicBezTo>
                    <a:pt x="250" y="60"/>
                    <a:pt x="289" y="54"/>
                    <a:pt x="326" y="42"/>
                  </a:cubicBezTo>
                  <a:lnTo>
                    <a:pt x="326" y="42"/>
                  </a:lnTo>
                  <a:cubicBezTo>
                    <a:pt x="289" y="53"/>
                    <a:pt x="250" y="59"/>
                    <a:pt x="211" y="59"/>
                  </a:cubicBezTo>
                  <a:cubicBezTo>
                    <a:pt x="138" y="59"/>
                    <a:pt x="65" y="39"/>
                    <a:pt x="1" y="0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23" name="Google Shape;7381;p80">
              <a:extLst>
                <a:ext uri="{FF2B5EF4-FFF2-40B4-BE49-F238E27FC236}">
                  <a16:creationId xmlns:a16="http://schemas.microsoft.com/office/drawing/2014/main" id="{8DED6B66-71EF-F87D-72AE-0BCA480FA030}"/>
                </a:ext>
              </a:extLst>
            </p:cNvPr>
            <p:cNvSpPr/>
            <p:nvPr/>
          </p:nvSpPr>
          <p:spPr>
            <a:xfrm>
              <a:off x="2567398" y="1580681"/>
              <a:ext cx="5051" cy="1303"/>
            </a:xfrm>
            <a:custGeom>
              <a:avLst/>
              <a:gdLst/>
              <a:ahLst/>
              <a:cxnLst/>
              <a:rect l="l" t="t" r="r" b="b"/>
              <a:pathLst>
                <a:path w="372" h="96" extrusionOk="0">
                  <a:moveTo>
                    <a:pt x="372" y="61"/>
                  </a:moveTo>
                  <a:cubicBezTo>
                    <a:pt x="291" y="96"/>
                    <a:pt x="155" y="71"/>
                    <a:pt x="1" y="1"/>
                  </a:cubicBezTo>
                  <a:cubicBezTo>
                    <a:pt x="155" y="71"/>
                    <a:pt x="291" y="96"/>
                    <a:pt x="372" y="6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24" name="Google Shape;7382;p80">
              <a:extLst>
                <a:ext uri="{FF2B5EF4-FFF2-40B4-BE49-F238E27FC236}">
                  <a16:creationId xmlns:a16="http://schemas.microsoft.com/office/drawing/2014/main" id="{ED69CEE7-8815-B0F0-C035-57344E76F274}"/>
                </a:ext>
              </a:extLst>
            </p:cNvPr>
            <p:cNvSpPr/>
            <p:nvPr/>
          </p:nvSpPr>
          <p:spPr>
            <a:xfrm>
              <a:off x="2468336" y="1623505"/>
              <a:ext cx="4100" cy="638"/>
            </a:xfrm>
            <a:custGeom>
              <a:avLst/>
              <a:gdLst/>
              <a:ahLst/>
              <a:cxnLst/>
              <a:rect l="l" t="t" r="r" b="b"/>
              <a:pathLst>
                <a:path w="302" h="47" extrusionOk="0">
                  <a:moveTo>
                    <a:pt x="146" y="0"/>
                  </a:moveTo>
                  <a:cubicBezTo>
                    <a:pt x="91" y="0"/>
                    <a:pt x="38" y="12"/>
                    <a:pt x="1" y="22"/>
                  </a:cubicBezTo>
                  <a:cubicBezTo>
                    <a:pt x="39" y="12"/>
                    <a:pt x="92" y="0"/>
                    <a:pt x="147" y="0"/>
                  </a:cubicBezTo>
                  <a:lnTo>
                    <a:pt x="147" y="0"/>
                  </a:lnTo>
                  <a:cubicBezTo>
                    <a:pt x="202" y="0"/>
                    <a:pt x="258" y="12"/>
                    <a:pt x="302" y="47"/>
                  </a:cubicBezTo>
                  <a:cubicBezTo>
                    <a:pt x="258" y="12"/>
                    <a:pt x="202" y="0"/>
                    <a:pt x="147" y="0"/>
                  </a:cubicBezTo>
                  <a:cubicBezTo>
                    <a:pt x="147" y="0"/>
                    <a:pt x="147" y="0"/>
                    <a:pt x="147" y="0"/>
                  </a:cubicBezTo>
                  <a:lnTo>
                    <a:pt x="147" y="0"/>
                  </a:lnTo>
                  <a:cubicBezTo>
                    <a:pt x="146" y="0"/>
                    <a:pt x="146" y="0"/>
                    <a:pt x="146" y="0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25" name="Google Shape;7383;p80">
              <a:extLst>
                <a:ext uri="{FF2B5EF4-FFF2-40B4-BE49-F238E27FC236}">
                  <a16:creationId xmlns:a16="http://schemas.microsoft.com/office/drawing/2014/main" id="{3FDEEBFC-84C2-3100-2341-DF1D15CDA966}"/>
                </a:ext>
              </a:extLst>
            </p:cNvPr>
            <p:cNvSpPr/>
            <p:nvPr/>
          </p:nvSpPr>
          <p:spPr>
            <a:xfrm>
              <a:off x="2501995" y="1594001"/>
              <a:ext cx="1914" cy="434"/>
            </a:xfrm>
            <a:custGeom>
              <a:avLst/>
              <a:gdLst/>
              <a:ahLst/>
              <a:cxnLst/>
              <a:rect l="l" t="t" r="r" b="b"/>
              <a:pathLst>
                <a:path w="141" h="32" extrusionOk="0">
                  <a:moveTo>
                    <a:pt x="140" y="4"/>
                  </a:moveTo>
                  <a:cubicBezTo>
                    <a:pt x="91" y="0"/>
                    <a:pt x="42" y="11"/>
                    <a:pt x="0" y="32"/>
                  </a:cubicBezTo>
                  <a:cubicBezTo>
                    <a:pt x="42" y="11"/>
                    <a:pt x="91" y="0"/>
                    <a:pt x="140" y="4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26" name="Google Shape;7384;p80">
              <a:extLst>
                <a:ext uri="{FF2B5EF4-FFF2-40B4-BE49-F238E27FC236}">
                  <a16:creationId xmlns:a16="http://schemas.microsoft.com/office/drawing/2014/main" id="{D6E1BE0F-9A06-CC3B-8971-A051C047B03A}"/>
                </a:ext>
              </a:extLst>
            </p:cNvPr>
            <p:cNvSpPr/>
            <p:nvPr/>
          </p:nvSpPr>
          <p:spPr>
            <a:xfrm>
              <a:off x="2407020" y="1631787"/>
              <a:ext cx="448" cy="1154"/>
            </a:xfrm>
            <a:custGeom>
              <a:avLst/>
              <a:gdLst/>
              <a:ahLst/>
              <a:cxnLst/>
              <a:rect l="l" t="t" r="r" b="b"/>
              <a:pathLst>
                <a:path w="33" h="85" extrusionOk="0">
                  <a:moveTo>
                    <a:pt x="1" y="0"/>
                  </a:moveTo>
                  <a:lnTo>
                    <a:pt x="4" y="14"/>
                  </a:lnTo>
                  <a:cubicBezTo>
                    <a:pt x="11" y="39"/>
                    <a:pt x="22" y="63"/>
                    <a:pt x="32" y="84"/>
                  </a:cubicBezTo>
                  <a:cubicBezTo>
                    <a:pt x="22" y="63"/>
                    <a:pt x="11" y="39"/>
                    <a:pt x="4" y="14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27" name="Google Shape;7385;p80">
              <a:extLst>
                <a:ext uri="{FF2B5EF4-FFF2-40B4-BE49-F238E27FC236}">
                  <a16:creationId xmlns:a16="http://schemas.microsoft.com/office/drawing/2014/main" id="{34A8373B-A62B-9CAD-3D91-6DEF657ECE96}"/>
                </a:ext>
              </a:extLst>
            </p:cNvPr>
            <p:cNvSpPr/>
            <p:nvPr/>
          </p:nvSpPr>
          <p:spPr>
            <a:xfrm>
              <a:off x="2480882" y="1622989"/>
              <a:ext cx="638" cy="109"/>
            </a:xfrm>
            <a:custGeom>
              <a:avLst/>
              <a:gdLst/>
              <a:ahLst/>
              <a:cxnLst/>
              <a:rect l="l" t="t" r="r" b="b"/>
              <a:pathLst>
                <a:path w="47" h="8" extrusionOk="0">
                  <a:moveTo>
                    <a:pt x="1" y="1"/>
                  </a:moveTo>
                  <a:cubicBezTo>
                    <a:pt x="15" y="4"/>
                    <a:pt x="32" y="8"/>
                    <a:pt x="46" y="8"/>
                  </a:cubicBezTo>
                  <a:cubicBezTo>
                    <a:pt x="32" y="4"/>
                    <a:pt x="15" y="1"/>
                    <a:pt x="1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28" name="Google Shape;7386;p80">
              <a:extLst>
                <a:ext uri="{FF2B5EF4-FFF2-40B4-BE49-F238E27FC236}">
                  <a16:creationId xmlns:a16="http://schemas.microsoft.com/office/drawing/2014/main" id="{A45C91FC-F8AD-469A-1AAE-852818437A29}"/>
                </a:ext>
              </a:extLst>
            </p:cNvPr>
            <p:cNvSpPr/>
            <p:nvPr/>
          </p:nvSpPr>
          <p:spPr>
            <a:xfrm>
              <a:off x="2472898" y="1624509"/>
              <a:ext cx="2634" cy="1208"/>
            </a:xfrm>
            <a:custGeom>
              <a:avLst/>
              <a:gdLst/>
              <a:ahLst/>
              <a:cxnLst/>
              <a:rect l="l" t="t" r="r" b="b"/>
              <a:pathLst>
                <a:path w="194" h="89" extrusionOk="0">
                  <a:moveTo>
                    <a:pt x="193" y="1"/>
                  </a:moveTo>
                  <a:cubicBezTo>
                    <a:pt x="106" y="88"/>
                    <a:pt x="95" y="81"/>
                    <a:pt x="1" y="1"/>
                  </a:cubicBezTo>
                  <a:cubicBezTo>
                    <a:pt x="95" y="81"/>
                    <a:pt x="106" y="88"/>
                    <a:pt x="193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29" name="Google Shape;7387;p80">
              <a:extLst>
                <a:ext uri="{FF2B5EF4-FFF2-40B4-BE49-F238E27FC236}">
                  <a16:creationId xmlns:a16="http://schemas.microsoft.com/office/drawing/2014/main" id="{34FCBE39-8BD1-1941-F16D-2862B54506DB}"/>
                </a:ext>
              </a:extLst>
            </p:cNvPr>
            <p:cNvSpPr/>
            <p:nvPr/>
          </p:nvSpPr>
          <p:spPr>
            <a:xfrm>
              <a:off x="2643499" y="1625270"/>
              <a:ext cx="1059" cy="1629"/>
            </a:xfrm>
            <a:custGeom>
              <a:avLst/>
              <a:gdLst/>
              <a:ahLst/>
              <a:cxnLst/>
              <a:rect l="l" t="t" r="r" b="b"/>
              <a:pathLst>
                <a:path w="78" h="120" extrusionOk="0">
                  <a:moveTo>
                    <a:pt x="77" y="1"/>
                  </a:moveTo>
                  <a:cubicBezTo>
                    <a:pt x="56" y="43"/>
                    <a:pt x="32" y="85"/>
                    <a:pt x="0" y="120"/>
                  </a:cubicBezTo>
                  <a:cubicBezTo>
                    <a:pt x="32" y="85"/>
                    <a:pt x="56" y="46"/>
                    <a:pt x="77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30" name="Google Shape;7388;p80">
              <a:extLst>
                <a:ext uri="{FF2B5EF4-FFF2-40B4-BE49-F238E27FC236}">
                  <a16:creationId xmlns:a16="http://schemas.microsoft.com/office/drawing/2014/main" id="{1B76E882-0A32-D918-47F8-6AA3CACF986B}"/>
                </a:ext>
              </a:extLst>
            </p:cNvPr>
            <p:cNvSpPr/>
            <p:nvPr/>
          </p:nvSpPr>
          <p:spPr>
            <a:xfrm>
              <a:off x="2626772" y="1600559"/>
              <a:ext cx="9708" cy="13415"/>
            </a:xfrm>
            <a:custGeom>
              <a:avLst/>
              <a:gdLst/>
              <a:ahLst/>
              <a:cxnLst/>
              <a:rect l="l" t="t" r="r" b="b"/>
              <a:pathLst>
                <a:path w="715" h="988" extrusionOk="0">
                  <a:moveTo>
                    <a:pt x="0" y="0"/>
                  </a:moveTo>
                  <a:cubicBezTo>
                    <a:pt x="235" y="238"/>
                    <a:pt x="462" y="588"/>
                    <a:pt x="627" y="848"/>
                  </a:cubicBezTo>
                  <a:cubicBezTo>
                    <a:pt x="462" y="588"/>
                    <a:pt x="235" y="235"/>
                    <a:pt x="0" y="0"/>
                  </a:cubicBezTo>
                  <a:close/>
                  <a:moveTo>
                    <a:pt x="627" y="848"/>
                  </a:moveTo>
                  <a:cubicBezTo>
                    <a:pt x="655" y="900"/>
                    <a:pt x="686" y="946"/>
                    <a:pt x="714" y="988"/>
                  </a:cubicBezTo>
                  <a:cubicBezTo>
                    <a:pt x="686" y="942"/>
                    <a:pt x="658" y="900"/>
                    <a:pt x="627" y="848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31" name="Google Shape;7389;p80">
              <a:extLst>
                <a:ext uri="{FF2B5EF4-FFF2-40B4-BE49-F238E27FC236}">
                  <a16:creationId xmlns:a16="http://schemas.microsoft.com/office/drawing/2014/main" id="{F53F646A-3711-2D9C-8721-262DDE597274}"/>
                </a:ext>
              </a:extLst>
            </p:cNvPr>
            <p:cNvSpPr/>
            <p:nvPr/>
          </p:nvSpPr>
          <p:spPr>
            <a:xfrm>
              <a:off x="2691319" y="1637245"/>
              <a:ext cx="910" cy="1208"/>
            </a:xfrm>
            <a:custGeom>
              <a:avLst/>
              <a:gdLst/>
              <a:ahLst/>
              <a:cxnLst/>
              <a:rect l="l" t="t" r="r" b="b"/>
              <a:pathLst>
                <a:path w="67" h="89" extrusionOk="0">
                  <a:moveTo>
                    <a:pt x="67" y="89"/>
                  </a:moveTo>
                  <a:cubicBezTo>
                    <a:pt x="60" y="50"/>
                    <a:pt x="35" y="15"/>
                    <a:pt x="0" y="1"/>
                  </a:cubicBezTo>
                  <a:cubicBezTo>
                    <a:pt x="35" y="15"/>
                    <a:pt x="60" y="50"/>
                    <a:pt x="67" y="89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32" name="Google Shape;7390;p80">
              <a:extLst>
                <a:ext uri="{FF2B5EF4-FFF2-40B4-BE49-F238E27FC236}">
                  <a16:creationId xmlns:a16="http://schemas.microsoft.com/office/drawing/2014/main" id="{EC968C41-9C45-9B10-0DD6-2F14E369B12F}"/>
                </a:ext>
              </a:extLst>
            </p:cNvPr>
            <p:cNvSpPr/>
            <p:nvPr/>
          </p:nvSpPr>
          <p:spPr>
            <a:xfrm>
              <a:off x="2692216" y="1638494"/>
              <a:ext cx="1398" cy="2580"/>
            </a:xfrm>
            <a:custGeom>
              <a:avLst/>
              <a:gdLst/>
              <a:ahLst/>
              <a:cxnLst/>
              <a:rect l="l" t="t" r="r" b="b"/>
              <a:pathLst>
                <a:path w="103" h="190" extrusionOk="0">
                  <a:moveTo>
                    <a:pt x="1" y="0"/>
                  </a:moveTo>
                  <a:cubicBezTo>
                    <a:pt x="1" y="7"/>
                    <a:pt x="4" y="14"/>
                    <a:pt x="4" y="21"/>
                  </a:cubicBezTo>
                  <a:cubicBezTo>
                    <a:pt x="18" y="81"/>
                    <a:pt x="50" y="137"/>
                    <a:pt x="95" y="182"/>
                  </a:cubicBezTo>
                  <a:lnTo>
                    <a:pt x="102" y="189"/>
                  </a:lnTo>
                  <a:cubicBezTo>
                    <a:pt x="57" y="140"/>
                    <a:pt x="22" y="84"/>
                    <a:pt x="4" y="18"/>
                  </a:cubicBezTo>
                  <a:cubicBezTo>
                    <a:pt x="4" y="11"/>
                    <a:pt x="1" y="7"/>
                    <a:pt x="1" y="0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33" name="Google Shape;7391;p80">
              <a:extLst>
                <a:ext uri="{FF2B5EF4-FFF2-40B4-BE49-F238E27FC236}">
                  <a16:creationId xmlns:a16="http://schemas.microsoft.com/office/drawing/2014/main" id="{AFCEECA2-148E-C46F-A29F-D6614E544570}"/>
                </a:ext>
              </a:extLst>
            </p:cNvPr>
            <p:cNvSpPr/>
            <p:nvPr/>
          </p:nvSpPr>
          <p:spPr>
            <a:xfrm>
              <a:off x="2584125" y="1590959"/>
              <a:ext cx="2390" cy="1005"/>
            </a:xfrm>
            <a:custGeom>
              <a:avLst/>
              <a:gdLst/>
              <a:ahLst/>
              <a:cxnLst/>
              <a:rect l="l" t="t" r="r" b="b"/>
              <a:pathLst>
                <a:path w="176" h="74" extrusionOk="0">
                  <a:moveTo>
                    <a:pt x="176" y="25"/>
                  </a:moveTo>
                  <a:cubicBezTo>
                    <a:pt x="113" y="0"/>
                    <a:pt x="43" y="21"/>
                    <a:pt x="1" y="74"/>
                  </a:cubicBezTo>
                  <a:cubicBezTo>
                    <a:pt x="43" y="21"/>
                    <a:pt x="113" y="0"/>
                    <a:pt x="176" y="25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34" name="Google Shape;7392;p80">
              <a:extLst>
                <a:ext uri="{FF2B5EF4-FFF2-40B4-BE49-F238E27FC236}">
                  <a16:creationId xmlns:a16="http://schemas.microsoft.com/office/drawing/2014/main" id="{58D9022E-4280-77D9-44CF-5800CBAAA0AF}"/>
                </a:ext>
              </a:extLst>
            </p:cNvPr>
            <p:cNvSpPr/>
            <p:nvPr/>
          </p:nvSpPr>
          <p:spPr>
            <a:xfrm>
              <a:off x="2673723" y="1629737"/>
              <a:ext cx="3815" cy="3245"/>
            </a:xfrm>
            <a:custGeom>
              <a:avLst/>
              <a:gdLst/>
              <a:ahLst/>
              <a:cxnLst/>
              <a:rect l="l" t="t" r="r" b="b"/>
              <a:pathLst>
                <a:path w="281" h="239" extrusionOk="0">
                  <a:moveTo>
                    <a:pt x="1" y="1"/>
                  </a:moveTo>
                  <a:lnTo>
                    <a:pt x="1" y="1"/>
                  </a:lnTo>
                  <a:cubicBezTo>
                    <a:pt x="88" y="211"/>
                    <a:pt x="214" y="239"/>
                    <a:pt x="281" y="239"/>
                  </a:cubicBezTo>
                  <a:cubicBezTo>
                    <a:pt x="214" y="239"/>
                    <a:pt x="88" y="207"/>
                    <a:pt x="1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35" name="Google Shape;7393;p80">
              <a:extLst>
                <a:ext uri="{FF2B5EF4-FFF2-40B4-BE49-F238E27FC236}">
                  <a16:creationId xmlns:a16="http://schemas.microsoft.com/office/drawing/2014/main" id="{3980D828-63DF-41EA-B272-BCC1FC2A4564}"/>
                </a:ext>
              </a:extLst>
            </p:cNvPr>
            <p:cNvSpPr/>
            <p:nvPr/>
          </p:nvSpPr>
          <p:spPr>
            <a:xfrm>
              <a:off x="2619345" y="1593335"/>
              <a:ext cx="1208" cy="2050"/>
            </a:xfrm>
            <a:custGeom>
              <a:avLst/>
              <a:gdLst/>
              <a:ahLst/>
              <a:cxnLst/>
              <a:rect l="l" t="t" r="r" b="b"/>
              <a:pathLst>
                <a:path w="89" h="151" extrusionOk="0">
                  <a:moveTo>
                    <a:pt x="15" y="151"/>
                  </a:moveTo>
                  <a:cubicBezTo>
                    <a:pt x="1" y="98"/>
                    <a:pt x="53" y="35"/>
                    <a:pt x="88" y="0"/>
                  </a:cubicBezTo>
                  <a:cubicBezTo>
                    <a:pt x="53" y="35"/>
                    <a:pt x="1" y="98"/>
                    <a:pt x="15" y="15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36" name="Google Shape;7394;p80">
              <a:extLst>
                <a:ext uri="{FF2B5EF4-FFF2-40B4-BE49-F238E27FC236}">
                  <a16:creationId xmlns:a16="http://schemas.microsoft.com/office/drawing/2014/main" id="{AF577BE6-3FCF-D676-D0F9-F929E1260F2C}"/>
                </a:ext>
              </a:extLst>
            </p:cNvPr>
            <p:cNvSpPr/>
            <p:nvPr/>
          </p:nvSpPr>
          <p:spPr>
            <a:xfrm>
              <a:off x="2593969" y="1594707"/>
              <a:ext cx="14" cy="14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0" y="1"/>
                  </a:move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37" name="Google Shape;7395;p80">
              <a:extLst>
                <a:ext uri="{FF2B5EF4-FFF2-40B4-BE49-F238E27FC236}">
                  <a16:creationId xmlns:a16="http://schemas.microsoft.com/office/drawing/2014/main" id="{C8E04355-24A0-C186-DE79-B2D8BCA6EFD0}"/>
                </a:ext>
              </a:extLst>
            </p:cNvPr>
            <p:cNvSpPr/>
            <p:nvPr/>
          </p:nvSpPr>
          <p:spPr>
            <a:xfrm>
              <a:off x="2594919" y="1599269"/>
              <a:ext cx="299" cy="448"/>
            </a:xfrm>
            <a:custGeom>
              <a:avLst/>
              <a:gdLst/>
              <a:ahLst/>
              <a:cxnLst/>
              <a:rect l="l" t="t" r="r" b="b"/>
              <a:pathLst>
                <a:path w="22" h="33" extrusionOk="0">
                  <a:moveTo>
                    <a:pt x="0" y="32"/>
                  </a:moveTo>
                  <a:cubicBezTo>
                    <a:pt x="4" y="18"/>
                    <a:pt x="11" y="8"/>
                    <a:pt x="21" y="1"/>
                  </a:cubicBezTo>
                  <a:cubicBezTo>
                    <a:pt x="11" y="8"/>
                    <a:pt x="4" y="18"/>
                    <a:pt x="0" y="32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38" name="Google Shape;7396;p80">
              <a:extLst>
                <a:ext uri="{FF2B5EF4-FFF2-40B4-BE49-F238E27FC236}">
                  <a16:creationId xmlns:a16="http://schemas.microsoft.com/office/drawing/2014/main" id="{5C7F4A69-6974-E82B-F75D-80C5C0B9D984}"/>
                </a:ext>
              </a:extLst>
            </p:cNvPr>
            <p:cNvSpPr/>
            <p:nvPr/>
          </p:nvSpPr>
          <p:spPr>
            <a:xfrm>
              <a:off x="2600391" y="1598413"/>
              <a:ext cx="1195" cy="163"/>
            </a:xfrm>
            <a:custGeom>
              <a:avLst/>
              <a:gdLst/>
              <a:ahLst/>
              <a:cxnLst/>
              <a:rect l="l" t="t" r="r" b="b"/>
              <a:pathLst>
                <a:path w="88" h="12" extrusionOk="0">
                  <a:moveTo>
                    <a:pt x="88" y="1"/>
                  </a:moveTo>
                  <a:cubicBezTo>
                    <a:pt x="60" y="11"/>
                    <a:pt x="28" y="11"/>
                    <a:pt x="0" y="1"/>
                  </a:cubicBezTo>
                  <a:cubicBezTo>
                    <a:pt x="28" y="11"/>
                    <a:pt x="60" y="11"/>
                    <a:pt x="88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39" name="Google Shape;7397;p80">
              <a:extLst>
                <a:ext uri="{FF2B5EF4-FFF2-40B4-BE49-F238E27FC236}">
                  <a16:creationId xmlns:a16="http://schemas.microsoft.com/office/drawing/2014/main" id="{C03199A4-28CD-4A42-9D87-D54B606A2EC4}"/>
                </a:ext>
              </a:extLst>
            </p:cNvPr>
            <p:cNvSpPr/>
            <p:nvPr/>
          </p:nvSpPr>
          <p:spPr>
            <a:xfrm>
              <a:off x="2607994" y="1592711"/>
              <a:ext cx="4576" cy="2444"/>
            </a:xfrm>
            <a:custGeom>
              <a:avLst/>
              <a:gdLst/>
              <a:ahLst/>
              <a:cxnLst/>
              <a:rect l="l" t="t" r="r" b="b"/>
              <a:pathLst>
                <a:path w="337" h="180" extrusionOk="0">
                  <a:moveTo>
                    <a:pt x="0" y="179"/>
                  </a:moveTo>
                  <a:cubicBezTo>
                    <a:pt x="109" y="155"/>
                    <a:pt x="228" y="74"/>
                    <a:pt x="336" y="1"/>
                  </a:cubicBezTo>
                  <a:cubicBezTo>
                    <a:pt x="228" y="74"/>
                    <a:pt x="109" y="155"/>
                    <a:pt x="0" y="179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40" name="Google Shape;7398;p80">
              <a:extLst>
                <a:ext uri="{FF2B5EF4-FFF2-40B4-BE49-F238E27FC236}">
                  <a16:creationId xmlns:a16="http://schemas.microsoft.com/office/drawing/2014/main" id="{5623870B-AD2D-9E36-B929-FE92181BF113}"/>
                </a:ext>
              </a:extLst>
            </p:cNvPr>
            <p:cNvSpPr/>
            <p:nvPr/>
          </p:nvSpPr>
          <p:spPr>
            <a:xfrm>
              <a:off x="2408921" y="1669763"/>
              <a:ext cx="1113" cy="638"/>
            </a:xfrm>
            <a:custGeom>
              <a:avLst/>
              <a:gdLst/>
              <a:ahLst/>
              <a:cxnLst/>
              <a:rect l="l" t="t" r="r" b="b"/>
              <a:pathLst>
                <a:path w="82" h="47" extrusionOk="0">
                  <a:moveTo>
                    <a:pt x="1" y="1"/>
                  </a:moveTo>
                  <a:cubicBezTo>
                    <a:pt x="25" y="15"/>
                    <a:pt x="53" y="29"/>
                    <a:pt x="81" y="46"/>
                  </a:cubicBezTo>
                  <a:lnTo>
                    <a:pt x="81" y="46"/>
                  </a:lnTo>
                  <a:cubicBezTo>
                    <a:pt x="53" y="29"/>
                    <a:pt x="25" y="15"/>
                    <a:pt x="1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41" name="Google Shape;7399;p80">
              <a:extLst>
                <a:ext uri="{FF2B5EF4-FFF2-40B4-BE49-F238E27FC236}">
                  <a16:creationId xmlns:a16="http://schemas.microsoft.com/office/drawing/2014/main" id="{39A4F468-3FA9-B8F0-D332-CEF21C06D707}"/>
                </a:ext>
              </a:extLst>
            </p:cNvPr>
            <p:cNvSpPr/>
            <p:nvPr/>
          </p:nvSpPr>
          <p:spPr>
            <a:xfrm>
              <a:off x="2397041" y="1656498"/>
              <a:ext cx="3965" cy="489"/>
            </a:xfrm>
            <a:custGeom>
              <a:avLst/>
              <a:gdLst/>
              <a:ahLst/>
              <a:cxnLst/>
              <a:rect l="l" t="t" r="r" b="b"/>
              <a:pathLst>
                <a:path w="292" h="36" extrusionOk="0">
                  <a:moveTo>
                    <a:pt x="0" y="36"/>
                  </a:moveTo>
                  <a:cubicBezTo>
                    <a:pt x="95" y="8"/>
                    <a:pt x="193" y="1"/>
                    <a:pt x="291" y="11"/>
                  </a:cubicBezTo>
                  <a:cubicBezTo>
                    <a:pt x="193" y="1"/>
                    <a:pt x="95" y="8"/>
                    <a:pt x="0" y="36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42" name="Google Shape;7400;p80">
              <a:extLst>
                <a:ext uri="{FF2B5EF4-FFF2-40B4-BE49-F238E27FC236}">
                  <a16:creationId xmlns:a16="http://schemas.microsoft.com/office/drawing/2014/main" id="{E5390E07-31F8-D680-6F62-9F52BFCF78CC}"/>
                </a:ext>
              </a:extLst>
            </p:cNvPr>
            <p:cNvSpPr/>
            <p:nvPr/>
          </p:nvSpPr>
          <p:spPr>
            <a:xfrm>
              <a:off x="2395045" y="1656742"/>
              <a:ext cx="2009" cy="530"/>
            </a:xfrm>
            <a:custGeom>
              <a:avLst/>
              <a:gdLst/>
              <a:ahLst/>
              <a:cxnLst/>
              <a:rect l="l" t="t" r="r" b="b"/>
              <a:pathLst>
                <a:path w="148" h="39" extrusionOk="0">
                  <a:moveTo>
                    <a:pt x="0" y="0"/>
                  </a:moveTo>
                  <a:cubicBezTo>
                    <a:pt x="42" y="32"/>
                    <a:pt x="98" y="39"/>
                    <a:pt x="147" y="18"/>
                  </a:cubicBezTo>
                  <a:cubicBezTo>
                    <a:pt x="98" y="39"/>
                    <a:pt x="42" y="32"/>
                    <a:pt x="0" y="0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43" name="Google Shape;7401;p80">
              <a:extLst>
                <a:ext uri="{FF2B5EF4-FFF2-40B4-BE49-F238E27FC236}">
                  <a16:creationId xmlns:a16="http://schemas.microsoft.com/office/drawing/2014/main" id="{23AB3F87-03DD-1461-6658-4E2D01FF4CF7}"/>
                </a:ext>
              </a:extLst>
            </p:cNvPr>
            <p:cNvSpPr/>
            <p:nvPr/>
          </p:nvSpPr>
          <p:spPr>
            <a:xfrm>
              <a:off x="2498668" y="1608732"/>
              <a:ext cx="679" cy="2919"/>
            </a:xfrm>
            <a:custGeom>
              <a:avLst/>
              <a:gdLst/>
              <a:ahLst/>
              <a:cxnLst/>
              <a:rect l="l" t="t" r="r" b="b"/>
              <a:pathLst>
                <a:path w="50" h="215" extrusionOk="0">
                  <a:moveTo>
                    <a:pt x="49" y="214"/>
                  </a:moveTo>
                  <a:cubicBezTo>
                    <a:pt x="21" y="148"/>
                    <a:pt x="7" y="74"/>
                    <a:pt x="0" y="0"/>
                  </a:cubicBezTo>
                  <a:cubicBezTo>
                    <a:pt x="7" y="74"/>
                    <a:pt x="21" y="148"/>
                    <a:pt x="49" y="214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44" name="Google Shape;7402;p80">
              <a:extLst>
                <a:ext uri="{FF2B5EF4-FFF2-40B4-BE49-F238E27FC236}">
                  <a16:creationId xmlns:a16="http://schemas.microsoft.com/office/drawing/2014/main" id="{29627E93-3A45-2F5B-EEEE-13704478D548}"/>
                </a:ext>
              </a:extLst>
            </p:cNvPr>
            <p:cNvSpPr/>
            <p:nvPr/>
          </p:nvSpPr>
          <p:spPr>
            <a:xfrm>
              <a:off x="2403748" y="1658684"/>
              <a:ext cx="2240" cy="2960"/>
            </a:xfrm>
            <a:custGeom>
              <a:avLst/>
              <a:gdLst/>
              <a:ahLst/>
              <a:cxnLst/>
              <a:rect l="l" t="t" r="r" b="b"/>
              <a:pathLst>
                <a:path w="165" h="218" extrusionOk="0">
                  <a:moveTo>
                    <a:pt x="165" y="218"/>
                  </a:moveTo>
                  <a:cubicBezTo>
                    <a:pt x="105" y="148"/>
                    <a:pt x="49" y="74"/>
                    <a:pt x="0" y="1"/>
                  </a:cubicBezTo>
                  <a:cubicBezTo>
                    <a:pt x="49" y="74"/>
                    <a:pt x="105" y="148"/>
                    <a:pt x="165" y="218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45" name="Google Shape;7403;p80">
              <a:extLst>
                <a:ext uri="{FF2B5EF4-FFF2-40B4-BE49-F238E27FC236}">
                  <a16:creationId xmlns:a16="http://schemas.microsoft.com/office/drawing/2014/main" id="{B29F3336-DB33-2A80-D46D-71DA18EEE2F0}"/>
                </a:ext>
              </a:extLst>
            </p:cNvPr>
            <p:cNvSpPr/>
            <p:nvPr/>
          </p:nvSpPr>
          <p:spPr>
            <a:xfrm>
              <a:off x="2475519" y="1622853"/>
              <a:ext cx="4521" cy="1670"/>
            </a:xfrm>
            <a:custGeom>
              <a:avLst/>
              <a:gdLst/>
              <a:ahLst/>
              <a:cxnLst/>
              <a:rect l="l" t="t" r="r" b="b"/>
              <a:pathLst>
                <a:path w="333" h="123" extrusionOk="0">
                  <a:moveTo>
                    <a:pt x="0" y="123"/>
                  </a:moveTo>
                  <a:cubicBezTo>
                    <a:pt x="88" y="42"/>
                    <a:pt x="210" y="0"/>
                    <a:pt x="333" y="7"/>
                  </a:cubicBezTo>
                  <a:cubicBezTo>
                    <a:pt x="210" y="0"/>
                    <a:pt x="88" y="42"/>
                    <a:pt x="0" y="123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46" name="Google Shape;7404;p80">
              <a:extLst>
                <a:ext uri="{FF2B5EF4-FFF2-40B4-BE49-F238E27FC236}">
                  <a16:creationId xmlns:a16="http://schemas.microsoft.com/office/drawing/2014/main" id="{324E8FEF-91CC-FD42-8D5C-598C3BD67168}"/>
                </a:ext>
              </a:extLst>
            </p:cNvPr>
            <p:cNvSpPr/>
            <p:nvPr/>
          </p:nvSpPr>
          <p:spPr>
            <a:xfrm>
              <a:off x="2428608" y="1618576"/>
              <a:ext cx="1195" cy="584"/>
            </a:xfrm>
            <a:custGeom>
              <a:avLst/>
              <a:gdLst/>
              <a:ahLst/>
              <a:cxnLst/>
              <a:rect l="l" t="t" r="r" b="b"/>
              <a:pathLst>
                <a:path w="88" h="43" extrusionOk="0">
                  <a:moveTo>
                    <a:pt x="0" y="0"/>
                  </a:moveTo>
                  <a:cubicBezTo>
                    <a:pt x="28" y="18"/>
                    <a:pt x="56" y="32"/>
                    <a:pt x="88" y="42"/>
                  </a:cubicBezTo>
                  <a:cubicBezTo>
                    <a:pt x="56" y="32"/>
                    <a:pt x="28" y="18"/>
                    <a:pt x="0" y="0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47" name="Google Shape;7405;p80">
              <a:extLst>
                <a:ext uri="{FF2B5EF4-FFF2-40B4-BE49-F238E27FC236}">
                  <a16:creationId xmlns:a16="http://schemas.microsoft.com/office/drawing/2014/main" id="{5D85B045-DFC3-B8E5-D4A9-4576D796436C}"/>
                </a:ext>
              </a:extLst>
            </p:cNvPr>
            <p:cNvSpPr/>
            <p:nvPr/>
          </p:nvSpPr>
          <p:spPr>
            <a:xfrm>
              <a:off x="2493862" y="1615480"/>
              <a:ext cx="204" cy="828"/>
            </a:xfrm>
            <a:custGeom>
              <a:avLst/>
              <a:gdLst/>
              <a:ahLst/>
              <a:cxnLst/>
              <a:rect l="l" t="t" r="r" b="b"/>
              <a:pathLst>
                <a:path w="15" h="61" extrusionOk="0">
                  <a:moveTo>
                    <a:pt x="1" y="60"/>
                  </a:moveTo>
                  <a:cubicBezTo>
                    <a:pt x="1" y="39"/>
                    <a:pt x="4" y="22"/>
                    <a:pt x="15" y="1"/>
                  </a:cubicBezTo>
                  <a:cubicBezTo>
                    <a:pt x="4" y="22"/>
                    <a:pt x="1" y="39"/>
                    <a:pt x="1" y="60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48" name="Google Shape;7406;p80">
              <a:extLst>
                <a:ext uri="{FF2B5EF4-FFF2-40B4-BE49-F238E27FC236}">
                  <a16:creationId xmlns:a16="http://schemas.microsoft.com/office/drawing/2014/main" id="{9976ECA1-0233-6A1E-5B9B-5BC3F654240F}"/>
                </a:ext>
              </a:extLst>
            </p:cNvPr>
            <p:cNvSpPr/>
            <p:nvPr/>
          </p:nvSpPr>
          <p:spPr>
            <a:xfrm>
              <a:off x="2578667" y="1593050"/>
              <a:ext cx="1249" cy="339"/>
            </a:xfrm>
            <a:custGeom>
              <a:avLst/>
              <a:gdLst/>
              <a:ahLst/>
              <a:cxnLst/>
              <a:rect l="l" t="t" r="r" b="b"/>
              <a:pathLst>
                <a:path w="92" h="25" extrusionOk="0">
                  <a:moveTo>
                    <a:pt x="91" y="21"/>
                  </a:moveTo>
                  <a:lnTo>
                    <a:pt x="91" y="21"/>
                  </a:lnTo>
                  <a:cubicBezTo>
                    <a:pt x="60" y="25"/>
                    <a:pt x="32" y="21"/>
                    <a:pt x="7" y="7"/>
                  </a:cubicBezTo>
                  <a:lnTo>
                    <a:pt x="0" y="0"/>
                  </a:lnTo>
                  <a:lnTo>
                    <a:pt x="7" y="7"/>
                  </a:lnTo>
                  <a:cubicBezTo>
                    <a:pt x="32" y="21"/>
                    <a:pt x="60" y="25"/>
                    <a:pt x="91" y="2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49" name="Google Shape;7407;p80">
              <a:extLst>
                <a:ext uri="{FF2B5EF4-FFF2-40B4-BE49-F238E27FC236}">
                  <a16:creationId xmlns:a16="http://schemas.microsoft.com/office/drawing/2014/main" id="{642D8ED6-011E-06E4-EDAE-81C718048F18}"/>
                </a:ext>
              </a:extLst>
            </p:cNvPr>
            <p:cNvSpPr/>
            <p:nvPr/>
          </p:nvSpPr>
          <p:spPr>
            <a:xfrm>
              <a:off x="2601667" y="1598318"/>
              <a:ext cx="204" cy="109"/>
            </a:xfrm>
            <a:custGeom>
              <a:avLst/>
              <a:gdLst/>
              <a:ahLst/>
              <a:cxnLst/>
              <a:rect l="l" t="t" r="r" b="b"/>
              <a:pathLst>
                <a:path w="15" h="8" extrusionOk="0">
                  <a:moveTo>
                    <a:pt x="1" y="8"/>
                  </a:moveTo>
                  <a:lnTo>
                    <a:pt x="15" y="1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50" name="Google Shape;7408;p80">
              <a:extLst>
                <a:ext uri="{FF2B5EF4-FFF2-40B4-BE49-F238E27FC236}">
                  <a16:creationId xmlns:a16="http://schemas.microsoft.com/office/drawing/2014/main" id="{25B58EC7-E7F3-1B27-16A7-5306D3F584C8}"/>
                </a:ext>
              </a:extLst>
            </p:cNvPr>
            <p:cNvSpPr/>
            <p:nvPr/>
          </p:nvSpPr>
          <p:spPr>
            <a:xfrm>
              <a:off x="2398561" y="1629913"/>
              <a:ext cx="3340" cy="787"/>
            </a:xfrm>
            <a:custGeom>
              <a:avLst/>
              <a:gdLst/>
              <a:ahLst/>
              <a:cxnLst/>
              <a:rect l="l" t="t" r="r" b="b"/>
              <a:pathLst>
                <a:path w="246" h="58" extrusionOk="0">
                  <a:moveTo>
                    <a:pt x="84" y="0"/>
                  </a:moveTo>
                  <a:cubicBezTo>
                    <a:pt x="56" y="0"/>
                    <a:pt x="27" y="5"/>
                    <a:pt x="1" y="16"/>
                  </a:cubicBezTo>
                  <a:cubicBezTo>
                    <a:pt x="28" y="5"/>
                    <a:pt x="57" y="0"/>
                    <a:pt x="85" y="0"/>
                  </a:cubicBezTo>
                  <a:lnTo>
                    <a:pt x="85" y="0"/>
                  </a:lnTo>
                  <a:cubicBezTo>
                    <a:pt x="142" y="0"/>
                    <a:pt x="199" y="21"/>
                    <a:pt x="246" y="58"/>
                  </a:cubicBezTo>
                  <a:cubicBezTo>
                    <a:pt x="199" y="21"/>
                    <a:pt x="143" y="0"/>
                    <a:pt x="86" y="0"/>
                  </a:cubicBezTo>
                  <a:cubicBezTo>
                    <a:pt x="86" y="0"/>
                    <a:pt x="85" y="0"/>
                    <a:pt x="85" y="0"/>
                  </a:cubicBezTo>
                  <a:lnTo>
                    <a:pt x="85" y="0"/>
                  </a:lnTo>
                  <a:cubicBezTo>
                    <a:pt x="85" y="0"/>
                    <a:pt x="85" y="0"/>
                    <a:pt x="84" y="0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51" name="Google Shape;7409;p80">
              <a:extLst>
                <a:ext uri="{FF2B5EF4-FFF2-40B4-BE49-F238E27FC236}">
                  <a16:creationId xmlns:a16="http://schemas.microsoft.com/office/drawing/2014/main" id="{08B04DB6-2E07-C1BF-3EE4-A34FE4BEFC0C}"/>
                </a:ext>
              </a:extLst>
            </p:cNvPr>
            <p:cNvSpPr/>
            <p:nvPr/>
          </p:nvSpPr>
          <p:spPr>
            <a:xfrm>
              <a:off x="2603473" y="1596798"/>
              <a:ext cx="1208" cy="774"/>
            </a:xfrm>
            <a:custGeom>
              <a:avLst/>
              <a:gdLst/>
              <a:ahLst/>
              <a:cxnLst/>
              <a:rect l="l" t="t" r="r" b="b"/>
              <a:pathLst>
                <a:path w="89" h="57" extrusionOk="0">
                  <a:moveTo>
                    <a:pt x="1" y="57"/>
                  </a:moveTo>
                  <a:cubicBezTo>
                    <a:pt x="32" y="39"/>
                    <a:pt x="60" y="18"/>
                    <a:pt x="88" y="1"/>
                  </a:cubicBezTo>
                  <a:cubicBezTo>
                    <a:pt x="60" y="18"/>
                    <a:pt x="32" y="39"/>
                    <a:pt x="1" y="57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52" name="Google Shape;7410;p80">
              <a:extLst>
                <a:ext uri="{FF2B5EF4-FFF2-40B4-BE49-F238E27FC236}">
                  <a16:creationId xmlns:a16="http://schemas.microsoft.com/office/drawing/2014/main" id="{0B869439-BAFE-5A0A-D51B-2CB59AD56ED4}"/>
                </a:ext>
              </a:extLst>
            </p:cNvPr>
            <p:cNvSpPr/>
            <p:nvPr/>
          </p:nvSpPr>
          <p:spPr>
            <a:xfrm>
              <a:off x="2501370" y="1605066"/>
              <a:ext cx="733" cy="109"/>
            </a:xfrm>
            <a:custGeom>
              <a:avLst/>
              <a:gdLst/>
              <a:ahLst/>
              <a:cxnLst/>
              <a:rect l="l" t="t" r="r" b="b"/>
              <a:pathLst>
                <a:path w="54" h="8" extrusionOk="0">
                  <a:moveTo>
                    <a:pt x="1" y="8"/>
                  </a:moveTo>
                  <a:lnTo>
                    <a:pt x="53" y="1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53" name="Google Shape;7411;p80">
              <a:extLst>
                <a:ext uri="{FF2B5EF4-FFF2-40B4-BE49-F238E27FC236}">
                  <a16:creationId xmlns:a16="http://schemas.microsoft.com/office/drawing/2014/main" id="{3CBCD884-7388-91EE-672E-B105DC9B752C}"/>
                </a:ext>
              </a:extLst>
            </p:cNvPr>
            <p:cNvSpPr/>
            <p:nvPr/>
          </p:nvSpPr>
          <p:spPr>
            <a:xfrm>
              <a:off x="2590398" y="1593240"/>
              <a:ext cx="14" cy="14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1" y="0"/>
                  </a:move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54" name="Google Shape;7412;p80">
              <a:extLst>
                <a:ext uri="{FF2B5EF4-FFF2-40B4-BE49-F238E27FC236}">
                  <a16:creationId xmlns:a16="http://schemas.microsoft.com/office/drawing/2014/main" id="{9ED1C095-A2B9-8EEC-8DD4-B57A86C2DE02}"/>
                </a:ext>
              </a:extLst>
            </p:cNvPr>
            <p:cNvSpPr/>
            <p:nvPr/>
          </p:nvSpPr>
          <p:spPr>
            <a:xfrm>
              <a:off x="2693587" y="1641047"/>
              <a:ext cx="122" cy="122"/>
            </a:xfrm>
            <a:custGeom>
              <a:avLst/>
              <a:gdLst/>
              <a:ahLst/>
              <a:cxnLst/>
              <a:rect l="l" t="t" r="r" b="b"/>
              <a:pathLst>
                <a:path w="9" h="9" extrusionOk="0">
                  <a:moveTo>
                    <a:pt x="1" y="1"/>
                  </a:moveTo>
                  <a:lnTo>
                    <a:pt x="1" y="1"/>
                  </a:lnTo>
                  <a:lnTo>
                    <a:pt x="8" y="8"/>
                  </a:lnTo>
                  <a:lnTo>
                    <a:pt x="1" y="1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55" name="Google Shape;7413;p80">
              <a:extLst>
                <a:ext uri="{FF2B5EF4-FFF2-40B4-BE49-F238E27FC236}">
                  <a16:creationId xmlns:a16="http://schemas.microsoft.com/office/drawing/2014/main" id="{4E870F5B-F72A-85A2-4A92-CDCE6AA0D493}"/>
                </a:ext>
              </a:extLst>
            </p:cNvPr>
            <p:cNvSpPr/>
            <p:nvPr/>
          </p:nvSpPr>
          <p:spPr>
            <a:xfrm>
              <a:off x="2139177" y="2004096"/>
              <a:ext cx="134295" cy="138844"/>
            </a:xfrm>
            <a:custGeom>
              <a:avLst/>
              <a:gdLst/>
              <a:ahLst/>
              <a:cxnLst/>
              <a:rect l="l" t="t" r="r" b="b"/>
              <a:pathLst>
                <a:path w="9891" h="10226" extrusionOk="0">
                  <a:moveTo>
                    <a:pt x="7044" y="1"/>
                  </a:moveTo>
                  <a:cubicBezTo>
                    <a:pt x="7023" y="1"/>
                    <a:pt x="7004" y="3"/>
                    <a:pt x="6988" y="9"/>
                  </a:cubicBezTo>
                  <a:cubicBezTo>
                    <a:pt x="6971" y="12"/>
                    <a:pt x="6957" y="23"/>
                    <a:pt x="6950" y="40"/>
                  </a:cubicBezTo>
                  <a:cubicBezTo>
                    <a:pt x="6891" y="157"/>
                    <a:pt x="6822" y="187"/>
                    <a:pt x="6751" y="187"/>
                  </a:cubicBezTo>
                  <a:cubicBezTo>
                    <a:pt x="6711" y="187"/>
                    <a:pt x="6671" y="178"/>
                    <a:pt x="6631" y="170"/>
                  </a:cubicBezTo>
                  <a:cubicBezTo>
                    <a:pt x="6571" y="156"/>
                    <a:pt x="6512" y="145"/>
                    <a:pt x="6449" y="145"/>
                  </a:cubicBezTo>
                  <a:cubicBezTo>
                    <a:pt x="6232" y="145"/>
                    <a:pt x="6036" y="243"/>
                    <a:pt x="5906" y="306"/>
                  </a:cubicBezTo>
                  <a:cubicBezTo>
                    <a:pt x="5866" y="325"/>
                    <a:pt x="5824" y="332"/>
                    <a:pt x="5781" y="332"/>
                  </a:cubicBezTo>
                  <a:cubicBezTo>
                    <a:pt x="5729" y="332"/>
                    <a:pt x="5677" y="321"/>
                    <a:pt x="5626" y="310"/>
                  </a:cubicBezTo>
                  <a:cubicBezTo>
                    <a:pt x="5587" y="303"/>
                    <a:pt x="5545" y="294"/>
                    <a:pt x="5514" y="294"/>
                  </a:cubicBezTo>
                  <a:cubicBezTo>
                    <a:pt x="5497" y="294"/>
                    <a:pt x="5484" y="297"/>
                    <a:pt x="5476" y="303"/>
                  </a:cubicBezTo>
                  <a:cubicBezTo>
                    <a:pt x="5420" y="338"/>
                    <a:pt x="5360" y="520"/>
                    <a:pt x="5332" y="632"/>
                  </a:cubicBezTo>
                  <a:lnTo>
                    <a:pt x="5318" y="695"/>
                  </a:lnTo>
                  <a:lnTo>
                    <a:pt x="4184" y="478"/>
                  </a:lnTo>
                  <a:lnTo>
                    <a:pt x="4170" y="453"/>
                  </a:lnTo>
                  <a:cubicBezTo>
                    <a:pt x="4117" y="376"/>
                    <a:pt x="3949" y="180"/>
                    <a:pt x="3785" y="180"/>
                  </a:cubicBezTo>
                  <a:cubicBezTo>
                    <a:pt x="3641" y="180"/>
                    <a:pt x="3403" y="415"/>
                    <a:pt x="3277" y="572"/>
                  </a:cubicBezTo>
                  <a:lnTo>
                    <a:pt x="3277" y="912"/>
                  </a:lnTo>
                  <a:cubicBezTo>
                    <a:pt x="3277" y="919"/>
                    <a:pt x="3281" y="926"/>
                    <a:pt x="3281" y="933"/>
                  </a:cubicBezTo>
                  <a:cubicBezTo>
                    <a:pt x="3281" y="943"/>
                    <a:pt x="3281" y="947"/>
                    <a:pt x="3284" y="954"/>
                  </a:cubicBezTo>
                  <a:cubicBezTo>
                    <a:pt x="3288" y="961"/>
                    <a:pt x="3284" y="971"/>
                    <a:pt x="3288" y="978"/>
                  </a:cubicBezTo>
                  <a:cubicBezTo>
                    <a:pt x="3288" y="989"/>
                    <a:pt x="3288" y="992"/>
                    <a:pt x="3288" y="999"/>
                  </a:cubicBezTo>
                  <a:lnTo>
                    <a:pt x="3288" y="1024"/>
                  </a:lnTo>
                  <a:lnTo>
                    <a:pt x="3288" y="1045"/>
                  </a:lnTo>
                  <a:lnTo>
                    <a:pt x="3288" y="1069"/>
                  </a:lnTo>
                  <a:lnTo>
                    <a:pt x="3288" y="1087"/>
                  </a:lnTo>
                  <a:lnTo>
                    <a:pt x="3288" y="1111"/>
                  </a:lnTo>
                  <a:lnTo>
                    <a:pt x="3288" y="1132"/>
                  </a:lnTo>
                  <a:lnTo>
                    <a:pt x="3288" y="1157"/>
                  </a:lnTo>
                  <a:lnTo>
                    <a:pt x="3288" y="1174"/>
                  </a:lnTo>
                  <a:cubicBezTo>
                    <a:pt x="3288" y="1181"/>
                    <a:pt x="3288" y="1188"/>
                    <a:pt x="3284" y="1195"/>
                  </a:cubicBezTo>
                  <a:cubicBezTo>
                    <a:pt x="3281" y="1202"/>
                    <a:pt x="3284" y="1209"/>
                    <a:pt x="3281" y="1216"/>
                  </a:cubicBezTo>
                  <a:cubicBezTo>
                    <a:pt x="3281" y="1223"/>
                    <a:pt x="3281" y="1230"/>
                    <a:pt x="3281" y="1237"/>
                  </a:cubicBezTo>
                  <a:cubicBezTo>
                    <a:pt x="3277" y="1244"/>
                    <a:pt x="3281" y="1251"/>
                    <a:pt x="3277" y="1258"/>
                  </a:cubicBezTo>
                  <a:cubicBezTo>
                    <a:pt x="3274" y="1265"/>
                    <a:pt x="3274" y="1269"/>
                    <a:pt x="3274" y="1276"/>
                  </a:cubicBezTo>
                  <a:cubicBezTo>
                    <a:pt x="3270" y="1283"/>
                    <a:pt x="3270" y="1290"/>
                    <a:pt x="3267" y="1297"/>
                  </a:cubicBezTo>
                  <a:cubicBezTo>
                    <a:pt x="3267" y="1304"/>
                    <a:pt x="3267" y="1307"/>
                    <a:pt x="3263" y="1314"/>
                  </a:cubicBezTo>
                  <a:cubicBezTo>
                    <a:pt x="3263" y="1318"/>
                    <a:pt x="3260" y="1328"/>
                    <a:pt x="3260" y="1335"/>
                  </a:cubicBezTo>
                  <a:lnTo>
                    <a:pt x="3256" y="1349"/>
                  </a:lnTo>
                  <a:cubicBezTo>
                    <a:pt x="3256" y="1356"/>
                    <a:pt x="3249" y="1363"/>
                    <a:pt x="3249" y="1370"/>
                  </a:cubicBezTo>
                  <a:lnTo>
                    <a:pt x="3246" y="1384"/>
                  </a:lnTo>
                  <a:cubicBezTo>
                    <a:pt x="3242" y="1391"/>
                    <a:pt x="3239" y="1398"/>
                    <a:pt x="3239" y="1405"/>
                  </a:cubicBezTo>
                  <a:lnTo>
                    <a:pt x="3235" y="1416"/>
                  </a:lnTo>
                  <a:cubicBezTo>
                    <a:pt x="3232" y="1423"/>
                    <a:pt x="3228" y="1430"/>
                    <a:pt x="3225" y="1437"/>
                  </a:cubicBezTo>
                  <a:lnTo>
                    <a:pt x="3221" y="1447"/>
                  </a:lnTo>
                  <a:lnTo>
                    <a:pt x="3214" y="1465"/>
                  </a:lnTo>
                  <a:lnTo>
                    <a:pt x="3207" y="1475"/>
                  </a:lnTo>
                  <a:lnTo>
                    <a:pt x="3200" y="1493"/>
                  </a:lnTo>
                  <a:cubicBezTo>
                    <a:pt x="3197" y="1503"/>
                    <a:pt x="3190" y="1510"/>
                    <a:pt x="3186" y="1517"/>
                  </a:cubicBezTo>
                  <a:cubicBezTo>
                    <a:pt x="3165" y="1552"/>
                    <a:pt x="3144" y="1580"/>
                    <a:pt x="3127" y="1612"/>
                  </a:cubicBezTo>
                  <a:cubicBezTo>
                    <a:pt x="3050" y="1724"/>
                    <a:pt x="2994" y="1808"/>
                    <a:pt x="2994" y="2060"/>
                  </a:cubicBezTo>
                  <a:cubicBezTo>
                    <a:pt x="2994" y="2253"/>
                    <a:pt x="2878" y="2491"/>
                    <a:pt x="2770" y="2722"/>
                  </a:cubicBezTo>
                  <a:cubicBezTo>
                    <a:pt x="2682" y="2907"/>
                    <a:pt x="2588" y="3096"/>
                    <a:pt x="2588" y="3208"/>
                  </a:cubicBezTo>
                  <a:cubicBezTo>
                    <a:pt x="2588" y="3390"/>
                    <a:pt x="2430" y="3520"/>
                    <a:pt x="2286" y="3635"/>
                  </a:cubicBezTo>
                  <a:cubicBezTo>
                    <a:pt x="2209" y="3695"/>
                    <a:pt x="2115" y="3772"/>
                    <a:pt x="2115" y="3817"/>
                  </a:cubicBezTo>
                  <a:cubicBezTo>
                    <a:pt x="2115" y="3887"/>
                    <a:pt x="2111" y="3992"/>
                    <a:pt x="2104" y="4108"/>
                  </a:cubicBezTo>
                  <a:cubicBezTo>
                    <a:pt x="2094" y="4287"/>
                    <a:pt x="2080" y="4511"/>
                    <a:pt x="2080" y="4728"/>
                  </a:cubicBezTo>
                  <a:cubicBezTo>
                    <a:pt x="2080" y="4931"/>
                    <a:pt x="2020" y="4987"/>
                    <a:pt x="1926" y="5008"/>
                  </a:cubicBezTo>
                  <a:cubicBezTo>
                    <a:pt x="1898" y="5018"/>
                    <a:pt x="1880" y="5022"/>
                    <a:pt x="1880" y="5134"/>
                  </a:cubicBezTo>
                  <a:cubicBezTo>
                    <a:pt x="1880" y="5375"/>
                    <a:pt x="1786" y="5407"/>
                    <a:pt x="1674" y="5421"/>
                  </a:cubicBezTo>
                  <a:cubicBezTo>
                    <a:pt x="1618" y="5424"/>
                    <a:pt x="1562" y="5445"/>
                    <a:pt x="1523" y="5484"/>
                  </a:cubicBezTo>
                  <a:cubicBezTo>
                    <a:pt x="1414" y="5593"/>
                    <a:pt x="1345" y="5650"/>
                    <a:pt x="1286" y="5650"/>
                  </a:cubicBezTo>
                  <a:cubicBezTo>
                    <a:pt x="1272" y="5650"/>
                    <a:pt x="1259" y="5647"/>
                    <a:pt x="1247" y="5641"/>
                  </a:cubicBezTo>
                  <a:cubicBezTo>
                    <a:pt x="1173" y="5613"/>
                    <a:pt x="1173" y="5515"/>
                    <a:pt x="1173" y="5473"/>
                  </a:cubicBezTo>
                  <a:cubicBezTo>
                    <a:pt x="1177" y="5445"/>
                    <a:pt x="1159" y="5417"/>
                    <a:pt x="1131" y="5407"/>
                  </a:cubicBezTo>
                  <a:cubicBezTo>
                    <a:pt x="1114" y="5399"/>
                    <a:pt x="1093" y="5395"/>
                    <a:pt x="1069" y="5395"/>
                  </a:cubicBezTo>
                  <a:cubicBezTo>
                    <a:pt x="1005" y="5395"/>
                    <a:pt x="921" y="5423"/>
                    <a:pt x="841" y="5491"/>
                  </a:cubicBezTo>
                  <a:cubicBezTo>
                    <a:pt x="762" y="5557"/>
                    <a:pt x="696" y="5579"/>
                    <a:pt x="640" y="5579"/>
                  </a:cubicBezTo>
                  <a:cubicBezTo>
                    <a:pt x="563" y="5579"/>
                    <a:pt x="507" y="5535"/>
                    <a:pt x="466" y="5505"/>
                  </a:cubicBezTo>
                  <a:cubicBezTo>
                    <a:pt x="449" y="5491"/>
                    <a:pt x="431" y="5480"/>
                    <a:pt x="414" y="5470"/>
                  </a:cubicBezTo>
                  <a:lnTo>
                    <a:pt x="389" y="5470"/>
                  </a:lnTo>
                  <a:lnTo>
                    <a:pt x="379" y="5473"/>
                  </a:lnTo>
                  <a:lnTo>
                    <a:pt x="372" y="5477"/>
                  </a:lnTo>
                  <a:lnTo>
                    <a:pt x="364" y="5480"/>
                  </a:lnTo>
                  <a:lnTo>
                    <a:pt x="354" y="5484"/>
                  </a:lnTo>
                  <a:lnTo>
                    <a:pt x="347" y="5487"/>
                  </a:lnTo>
                  <a:lnTo>
                    <a:pt x="336" y="5491"/>
                  </a:lnTo>
                  <a:lnTo>
                    <a:pt x="326" y="5498"/>
                  </a:lnTo>
                  <a:lnTo>
                    <a:pt x="312" y="5501"/>
                  </a:lnTo>
                  <a:lnTo>
                    <a:pt x="301" y="5508"/>
                  </a:lnTo>
                  <a:lnTo>
                    <a:pt x="287" y="5515"/>
                  </a:lnTo>
                  <a:lnTo>
                    <a:pt x="273" y="5522"/>
                  </a:lnTo>
                  <a:lnTo>
                    <a:pt x="263" y="5529"/>
                  </a:lnTo>
                  <a:lnTo>
                    <a:pt x="245" y="5536"/>
                  </a:lnTo>
                  <a:lnTo>
                    <a:pt x="231" y="5547"/>
                  </a:lnTo>
                  <a:lnTo>
                    <a:pt x="214" y="5554"/>
                  </a:lnTo>
                  <a:lnTo>
                    <a:pt x="200" y="5564"/>
                  </a:lnTo>
                  <a:lnTo>
                    <a:pt x="182" y="5575"/>
                  </a:lnTo>
                  <a:lnTo>
                    <a:pt x="165" y="5585"/>
                  </a:lnTo>
                  <a:lnTo>
                    <a:pt x="144" y="5599"/>
                  </a:lnTo>
                  <a:lnTo>
                    <a:pt x="126" y="5610"/>
                  </a:lnTo>
                  <a:lnTo>
                    <a:pt x="105" y="5624"/>
                  </a:lnTo>
                  <a:lnTo>
                    <a:pt x="88" y="5634"/>
                  </a:lnTo>
                  <a:lnTo>
                    <a:pt x="63" y="5648"/>
                  </a:lnTo>
                  <a:lnTo>
                    <a:pt x="46" y="5662"/>
                  </a:lnTo>
                  <a:lnTo>
                    <a:pt x="14" y="5683"/>
                  </a:lnTo>
                  <a:lnTo>
                    <a:pt x="0" y="5690"/>
                  </a:lnTo>
                  <a:cubicBezTo>
                    <a:pt x="74" y="5862"/>
                    <a:pt x="130" y="6037"/>
                    <a:pt x="168" y="6219"/>
                  </a:cubicBezTo>
                  <a:lnTo>
                    <a:pt x="172" y="6216"/>
                  </a:lnTo>
                  <a:lnTo>
                    <a:pt x="217" y="6187"/>
                  </a:lnTo>
                  <a:lnTo>
                    <a:pt x="259" y="6163"/>
                  </a:lnTo>
                  <a:lnTo>
                    <a:pt x="266" y="6156"/>
                  </a:lnTo>
                  <a:lnTo>
                    <a:pt x="301" y="6138"/>
                  </a:lnTo>
                  <a:lnTo>
                    <a:pt x="308" y="6135"/>
                  </a:lnTo>
                  <a:lnTo>
                    <a:pt x="336" y="6121"/>
                  </a:lnTo>
                  <a:lnTo>
                    <a:pt x="340" y="6121"/>
                  </a:lnTo>
                  <a:lnTo>
                    <a:pt x="361" y="6114"/>
                  </a:lnTo>
                  <a:lnTo>
                    <a:pt x="364" y="6114"/>
                  </a:lnTo>
                  <a:lnTo>
                    <a:pt x="386" y="6107"/>
                  </a:lnTo>
                  <a:lnTo>
                    <a:pt x="389" y="6107"/>
                  </a:lnTo>
                  <a:lnTo>
                    <a:pt x="407" y="6100"/>
                  </a:lnTo>
                  <a:lnTo>
                    <a:pt x="424" y="6100"/>
                  </a:lnTo>
                  <a:cubicBezTo>
                    <a:pt x="482" y="6091"/>
                    <a:pt x="692" y="6088"/>
                    <a:pt x="949" y="6088"/>
                  </a:cubicBezTo>
                  <a:cubicBezTo>
                    <a:pt x="1462" y="6088"/>
                    <a:pt x="2162" y="6100"/>
                    <a:pt x="2206" y="6100"/>
                  </a:cubicBezTo>
                  <a:lnTo>
                    <a:pt x="2241" y="6100"/>
                  </a:lnTo>
                  <a:lnTo>
                    <a:pt x="2258" y="6128"/>
                  </a:lnTo>
                  <a:cubicBezTo>
                    <a:pt x="2265" y="6142"/>
                    <a:pt x="2419" y="6398"/>
                    <a:pt x="2363" y="6639"/>
                  </a:cubicBezTo>
                  <a:cubicBezTo>
                    <a:pt x="2346" y="6720"/>
                    <a:pt x="2353" y="6723"/>
                    <a:pt x="2398" y="6762"/>
                  </a:cubicBezTo>
                  <a:cubicBezTo>
                    <a:pt x="2483" y="6828"/>
                    <a:pt x="2542" y="6916"/>
                    <a:pt x="2581" y="7010"/>
                  </a:cubicBezTo>
                  <a:cubicBezTo>
                    <a:pt x="2677" y="7245"/>
                    <a:pt x="2746" y="7332"/>
                    <a:pt x="2860" y="7332"/>
                  </a:cubicBezTo>
                  <a:cubicBezTo>
                    <a:pt x="2890" y="7332"/>
                    <a:pt x="2924" y="7326"/>
                    <a:pt x="2962" y="7315"/>
                  </a:cubicBezTo>
                  <a:cubicBezTo>
                    <a:pt x="3152" y="7257"/>
                    <a:pt x="3395" y="7207"/>
                    <a:pt x="3542" y="7207"/>
                  </a:cubicBezTo>
                  <a:cubicBezTo>
                    <a:pt x="3563" y="7207"/>
                    <a:pt x="3583" y="7208"/>
                    <a:pt x="3599" y="7210"/>
                  </a:cubicBezTo>
                  <a:cubicBezTo>
                    <a:pt x="3613" y="7168"/>
                    <a:pt x="3624" y="7126"/>
                    <a:pt x="3634" y="7080"/>
                  </a:cubicBezTo>
                  <a:cubicBezTo>
                    <a:pt x="3662" y="6944"/>
                    <a:pt x="3694" y="6786"/>
                    <a:pt x="3799" y="6734"/>
                  </a:cubicBezTo>
                  <a:cubicBezTo>
                    <a:pt x="3859" y="6704"/>
                    <a:pt x="3936" y="6694"/>
                    <a:pt x="4011" y="6694"/>
                  </a:cubicBezTo>
                  <a:cubicBezTo>
                    <a:pt x="4140" y="6694"/>
                    <a:pt x="4262" y="6723"/>
                    <a:pt x="4282" y="6730"/>
                  </a:cubicBezTo>
                  <a:lnTo>
                    <a:pt x="4320" y="6741"/>
                  </a:lnTo>
                  <a:lnTo>
                    <a:pt x="4331" y="6779"/>
                  </a:lnTo>
                  <a:cubicBezTo>
                    <a:pt x="4331" y="6779"/>
                    <a:pt x="4355" y="6849"/>
                    <a:pt x="4531" y="6849"/>
                  </a:cubicBezTo>
                  <a:cubicBezTo>
                    <a:pt x="4594" y="6849"/>
                    <a:pt x="4657" y="6842"/>
                    <a:pt x="4716" y="6832"/>
                  </a:cubicBezTo>
                  <a:cubicBezTo>
                    <a:pt x="4752" y="6827"/>
                    <a:pt x="4785" y="6822"/>
                    <a:pt x="4815" y="6822"/>
                  </a:cubicBezTo>
                  <a:cubicBezTo>
                    <a:pt x="4853" y="6822"/>
                    <a:pt x="4885" y="6829"/>
                    <a:pt x="4912" y="6853"/>
                  </a:cubicBezTo>
                  <a:cubicBezTo>
                    <a:pt x="4947" y="6888"/>
                    <a:pt x="4965" y="6937"/>
                    <a:pt x="4961" y="6986"/>
                  </a:cubicBezTo>
                  <a:cubicBezTo>
                    <a:pt x="4961" y="7178"/>
                    <a:pt x="4993" y="7329"/>
                    <a:pt x="5038" y="7378"/>
                  </a:cubicBezTo>
                  <a:cubicBezTo>
                    <a:pt x="5094" y="7434"/>
                    <a:pt x="5070" y="7539"/>
                    <a:pt x="5017" y="7759"/>
                  </a:cubicBezTo>
                  <a:cubicBezTo>
                    <a:pt x="4989" y="7871"/>
                    <a:pt x="4930" y="8109"/>
                    <a:pt x="4961" y="8148"/>
                  </a:cubicBezTo>
                  <a:cubicBezTo>
                    <a:pt x="5077" y="8242"/>
                    <a:pt x="5283" y="8484"/>
                    <a:pt x="5252" y="8649"/>
                  </a:cubicBezTo>
                  <a:cubicBezTo>
                    <a:pt x="5248" y="8663"/>
                    <a:pt x="5245" y="8677"/>
                    <a:pt x="5241" y="8694"/>
                  </a:cubicBezTo>
                  <a:cubicBezTo>
                    <a:pt x="5206" y="8869"/>
                    <a:pt x="5192" y="8974"/>
                    <a:pt x="5210" y="9009"/>
                  </a:cubicBezTo>
                  <a:cubicBezTo>
                    <a:pt x="5224" y="8999"/>
                    <a:pt x="5238" y="8988"/>
                    <a:pt x="5248" y="8974"/>
                  </a:cubicBezTo>
                  <a:cubicBezTo>
                    <a:pt x="5304" y="8904"/>
                    <a:pt x="5388" y="8866"/>
                    <a:pt x="5479" y="8862"/>
                  </a:cubicBezTo>
                  <a:lnTo>
                    <a:pt x="5581" y="8862"/>
                  </a:lnTo>
                  <a:cubicBezTo>
                    <a:pt x="5613" y="8863"/>
                    <a:pt x="5645" y="8864"/>
                    <a:pt x="5675" y="8864"/>
                  </a:cubicBezTo>
                  <a:cubicBezTo>
                    <a:pt x="5764" y="8864"/>
                    <a:pt x="5847" y="8856"/>
                    <a:pt x="5938" y="8820"/>
                  </a:cubicBezTo>
                  <a:cubicBezTo>
                    <a:pt x="5964" y="8807"/>
                    <a:pt x="5994" y="8800"/>
                    <a:pt x="6023" y="8800"/>
                  </a:cubicBezTo>
                  <a:cubicBezTo>
                    <a:pt x="6033" y="8800"/>
                    <a:pt x="6043" y="8801"/>
                    <a:pt x="6053" y="8803"/>
                  </a:cubicBezTo>
                  <a:lnTo>
                    <a:pt x="6053" y="8785"/>
                  </a:lnTo>
                  <a:lnTo>
                    <a:pt x="6144" y="8834"/>
                  </a:lnTo>
                  <a:lnTo>
                    <a:pt x="6190" y="8855"/>
                  </a:lnTo>
                  <a:lnTo>
                    <a:pt x="6190" y="8859"/>
                  </a:lnTo>
                  <a:cubicBezTo>
                    <a:pt x="6239" y="8894"/>
                    <a:pt x="6281" y="8939"/>
                    <a:pt x="6316" y="8992"/>
                  </a:cubicBezTo>
                  <a:lnTo>
                    <a:pt x="6319" y="9002"/>
                  </a:lnTo>
                  <a:lnTo>
                    <a:pt x="6326" y="9016"/>
                  </a:lnTo>
                  <a:cubicBezTo>
                    <a:pt x="6333" y="9048"/>
                    <a:pt x="6351" y="9076"/>
                    <a:pt x="6375" y="9097"/>
                  </a:cubicBezTo>
                  <a:lnTo>
                    <a:pt x="6379" y="9097"/>
                  </a:lnTo>
                  <a:cubicBezTo>
                    <a:pt x="6382" y="9097"/>
                    <a:pt x="6552" y="9020"/>
                    <a:pt x="6680" y="9020"/>
                  </a:cubicBezTo>
                  <a:cubicBezTo>
                    <a:pt x="6720" y="9020"/>
                    <a:pt x="6756" y="9028"/>
                    <a:pt x="6782" y="9048"/>
                  </a:cubicBezTo>
                  <a:cubicBezTo>
                    <a:pt x="6810" y="9072"/>
                    <a:pt x="6824" y="9111"/>
                    <a:pt x="6813" y="9149"/>
                  </a:cubicBezTo>
                  <a:cubicBezTo>
                    <a:pt x="6810" y="9202"/>
                    <a:pt x="6824" y="9258"/>
                    <a:pt x="6855" y="9303"/>
                  </a:cubicBezTo>
                  <a:cubicBezTo>
                    <a:pt x="6873" y="9331"/>
                    <a:pt x="6890" y="9342"/>
                    <a:pt x="6894" y="9342"/>
                  </a:cubicBezTo>
                  <a:cubicBezTo>
                    <a:pt x="6914" y="9330"/>
                    <a:pt x="6937" y="9325"/>
                    <a:pt x="6961" y="9325"/>
                  </a:cubicBezTo>
                  <a:cubicBezTo>
                    <a:pt x="7032" y="9325"/>
                    <a:pt x="7116" y="9367"/>
                    <a:pt x="7202" y="9412"/>
                  </a:cubicBezTo>
                  <a:cubicBezTo>
                    <a:pt x="7258" y="9443"/>
                    <a:pt x="7317" y="9468"/>
                    <a:pt x="7380" y="9478"/>
                  </a:cubicBezTo>
                  <a:cubicBezTo>
                    <a:pt x="7394" y="9479"/>
                    <a:pt x="7408" y="9480"/>
                    <a:pt x="7422" y="9480"/>
                  </a:cubicBezTo>
                  <a:cubicBezTo>
                    <a:pt x="7468" y="9480"/>
                    <a:pt x="7512" y="9475"/>
                    <a:pt x="7555" y="9464"/>
                  </a:cubicBezTo>
                  <a:cubicBezTo>
                    <a:pt x="7562" y="9380"/>
                    <a:pt x="7650" y="9296"/>
                    <a:pt x="7727" y="9279"/>
                  </a:cubicBezTo>
                  <a:cubicBezTo>
                    <a:pt x="7737" y="9275"/>
                    <a:pt x="7748" y="9275"/>
                    <a:pt x="7758" y="9275"/>
                  </a:cubicBezTo>
                  <a:lnTo>
                    <a:pt x="7765" y="9275"/>
                  </a:lnTo>
                  <a:cubicBezTo>
                    <a:pt x="7776" y="9275"/>
                    <a:pt x="7786" y="9275"/>
                    <a:pt x="7793" y="9279"/>
                  </a:cubicBezTo>
                  <a:lnTo>
                    <a:pt x="7797" y="9279"/>
                  </a:lnTo>
                  <a:cubicBezTo>
                    <a:pt x="7807" y="9282"/>
                    <a:pt x="7814" y="9286"/>
                    <a:pt x="7825" y="9289"/>
                  </a:cubicBezTo>
                  <a:lnTo>
                    <a:pt x="7828" y="9293"/>
                  </a:lnTo>
                  <a:cubicBezTo>
                    <a:pt x="7835" y="9300"/>
                    <a:pt x="7846" y="9307"/>
                    <a:pt x="7853" y="9314"/>
                  </a:cubicBezTo>
                  <a:lnTo>
                    <a:pt x="7856" y="9317"/>
                  </a:lnTo>
                  <a:cubicBezTo>
                    <a:pt x="7863" y="9328"/>
                    <a:pt x="7870" y="9335"/>
                    <a:pt x="7874" y="9345"/>
                  </a:cubicBezTo>
                  <a:cubicBezTo>
                    <a:pt x="7972" y="9538"/>
                    <a:pt x="8059" y="9625"/>
                    <a:pt x="8105" y="9625"/>
                  </a:cubicBezTo>
                  <a:cubicBezTo>
                    <a:pt x="8121" y="9625"/>
                    <a:pt x="8137" y="9624"/>
                    <a:pt x="8153" y="9624"/>
                  </a:cubicBezTo>
                  <a:cubicBezTo>
                    <a:pt x="8227" y="9624"/>
                    <a:pt x="8298" y="9631"/>
                    <a:pt x="8367" y="9639"/>
                  </a:cubicBezTo>
                  <a:cubicBezTo>
                    <a:pt x="8423" y="9643"/>
                    <a:pt x="8476" y="9657"/>
                    <a:pt x="8521" y="9681"/>
                  </a:cubicBezTo>
                  <a:cubicBezTo>
                    <a:pt x="8528" y="9685"/>
                    <a:pt x="8535" y="9688"/>
                    <a:pt x="8539" y="9695"/>
                  </a:cubicBezTo>
                  <a:lnTo>
                    <a:pt x="8546" y="9699"/>
                  </a:lnTo>
                  <a:cubicBezTo>
                    <a:pt x="8549" y="9702"/>
                    <a:pt x="8556" y="9706"/>
                    <a:pt x="8560" y="9713"/>
                  </a:cubicBezTo>
                  <a:cubicBezTo>
                    <a:pt x="8560" y="9716"/>
                    <a:pt x="8563" y="9720"/>
                    <a:pt x="8563" y="9720"/>
                  </a:cubicBezTo>
                  <a:cubicBezTo>
                    <a:pt x="8567" y="9723"/>
                    <a:pt x="8570" y="9727"/>
                    <a:pt x="8570" y="9730"/>
                  </a:cubicBezTo>
                  <a:cubicBezTo>
                    <a:pt x="8574" y="9734"/>
                    <a:pt x="8574" y="9737"/>
                    <a:pt x="8577" y="9741"/>
                  </a:cubicBezTo>
                  <a:cubicBezTo>
                    <a:pt x="8577" y="9744"/>
                    <a:pt x="8581" y="9748"/>
                    <a:pt x="8581" y="9755"/>
                  </a:cubicBezTo>
                  <a:cubicBezTo>
                    <a:pt x="8581" y="9755"/>
                    <a:pt x="8581" y="9758"/>
                    <a:pt x="8581" y="9762"/>
                  </a:cubicBezTo>
                  <a:cubicBezTo>
                    <a:pt x="8584" y="9769"/>
                    <a:pt x="8584" y="9779"/>
                    <a:pt x="8584" y="9786"/>
                  </a:cubicBezTo>
                  <a:cubicBezTo>
                    <a:pt x="8584" y="9867"/>
                    <a:pt x="8675" y="10115"/>
                    <a:pt x="8777" y="10196"/>
                  </a:cubicBezTo>
                  <a:cubicBezTo>
                    <a:pt x="8804" y="10217"/>
                    <a:pt x="8846" y="10225"/>
                    <a:pt x="8892" y="10225"/>
                  </a:cubicBezTo>
                  <a:cubicBezTo>
                    <a:pt x="8960" y="10225"/>
                    <a:pt x="9038" y="10208"/>
                    <a:pt x="9092" y="10189"/>
                  </a:cubicBezTo>
                  <a:cubicBezTo>
                    <a:pt x="9138" y="10136"/>
                    <a:pt x="9162" y="10070"/>
                    <a:pt x="9159" y="10003"/>
                  </a:cubicBezTo>
                  <a:cubicBezTo>
                    <a:pt x="9159" y="9916"/>
                    <a:pt x="9159" y="9748"/>
                    <a:pt x="9138" y="9688"/>
                  </a:cubicBezTo>
                  <a:cubicBezTo>
                    <a:pt x="9124" y="9695"/>
                    <a:pt x="9106" y="9706"/>
                    <a:pt x="9092" y="9716"/>
                  </a:cubicBezTo>
                  <a:cubicBezTo>
                    <a:pt x="9033" y="9756"/>
                    <a:pt x="8951" y="9811"/>
                    <a:pt x="8848" y="9811"/>
                  </a:cubicBezTo>
                  <a:cubicBezTo>
                    <a:pt x="8823" y="9811"/>
                    <a:pt x="8797" y="9808"/>
                    <a:pt x="8770" y="9800"/>
                  </a:cubicBezTo>
                  <a:cubicBezTo>
                    <a:pt x="8630" y="9762"/>
                    <a:pt x="8539" y="9601"/>
                    <a:pt x="8462" y="9471"/>
                  </a:cubicBezTo>
                  <a:cubicBezTo>
                    <a:pt x="8441" y="9429"/>
                    <a:pt x="8416" y="9391"/>
                    <a:pt x="8385" y="9356"/>
                  </a:cubicBezTo>
                  <a:cubicBezTo>
                    <a:pt x="8301" y="9300"/>
                    <a:pt x="8350" y="9177"/>
                    <a:pt x="8409" y="9020"/>
                  </a:cubicBezTo>
                  <a:cubicBezTo>
                    <a:pt x="8444" y="8946"/>
                    <a:pt x="8465" y="8869"/>
                    <a:pt x="8479" y="8792"/>
                  </a:cubicBezTo>
                  <a:cubicBezTo>
                    <a:pt x="8483" y="8719"/>
                    <a:pt x="8493" y="8645"/>
                    <a:pt x="8507" y="8572"/>
                  </a:cubicBezTo>
                  <a:cubicBezTo>
                    <a:pt x="8521" y="8477"/>
                    <a:pt x="8556" y="8285"/>
                    <a:pt x="8535" y="8239"/>
                  </a:cubicBezTo>
                  <a:cubicBezTo>
                    <a:pt x="8486" y="8214"/>
                    <a:pt x="8458" y="8169"/>
                    <a:pt x="8451" y="8116"/>
                  </a:cubicBezTo>
                  <a:cubicBezTo>
                    <a:pt x="8444" y="8029"/>
                    <a:pt x="8500" y="7920"/>
                    <a:pt x="8602" y="7840"/>
                  </a:cubicBezTo>
                  <a:cubicBezTo>
                    <a:pt x="8630" y="7819"/>
                    <a:pt x="8626" y="7759"/>
                    <a:pt x="8623" y="7703"/>
                  </a:cubicBezTo>
                  <a:cubicBezTo>
                    <a:pt x="8619" y="7633"/>
                    <a:pt x="8616" y="7560"/>
                    <a:pt x="8665" y="7507"/>
                  </a:cubicBezTo>
                  <a:cubicBezTo>
                    <a:pt x="8697" y="7479"/>
                    <a:pt x="8734" y="7465"/>
                    <a:pt x="8774" y="7465"/>
                  </a:cubicBezTo>
                  <a:cubicBezTo>
                    <a:pt x="8778" y="7465"/>
                    <a:pt x="8783" y="7465"/>
                    <a:pt x="8788" y="7465"/>
                  </a:cubicBezTo>
                  <a:lnTo>
                    <a:pt x="8861" y="7465"/>
                  </a:lnTo>
                  <a:cubicBezTo>
                    <a:pt x="8873" y="7465"/>
                    <a:pt x="8886" y="7465"/>
                    <a:pt x="8900" y="7465"/>
                  </a:cubicBezTo>
                  <a:cubicBezTo>
                    <a:pt x="9060" y="7465"/>
                    <a:pt x="9329" y="7462"/>
                    <a:pt x="9397" y="7388"/>
                  </a:cubicBezTo>
                  <a:lnTo>
                    <a:pt x="9411" y="7374"/>
                  </a:lnTo>
                  <a:cubicBezTo>
                    <a:pt x="9418" y="7364"/>
                    <a:pt x="9421" y="7357"/>
                    <a:pt x="9425" y="7346"/>
                  </a:cubicBezTo>
                  <a:lnTo>
                    <a:pt x="9428" y="7336"/>
                  </a:lnTo>
                  <a:lnTo>
                    <a:pt x="9432" y="7332"/>
                  </a:lnTo>
                  <a:cubicBezTo>
                    <a:pt x="9407" y="7294"/>
                    <a:pt x="9386" y="7252"/>
                    <a:pt x="9362" y="7210"/>
                  </a:cubicBezTo>
                  <a:cubicBezTo>
                    <a:pt x="9274" y="7056"/>
                    <a:pt x="9173" y="6877"/>
                    <a:pt x="9075" y="6825"/>
                  </a:cubicBezTo>
                  <a:cubicBezTo>
                    <a:pt x="8798" y="6674"/>
                    <a:pt x="8714" y="5351"/>
                    <a:pt x="8746" y="4927"/>
                  </a:cubicBezTo>
                  <a:cubicBezTo>
                    <a:pt x="8760" y="4766"/>
                    <a:pt x="8784" y="4700"/>
                    <a:pt x="8840" y="4679"/>
                  </a:cubicBezTo>
                  <a:lnTo>
                    <a:pt x="8823" y="4427"/>
                  </a:lnTo>
                  <a:lnTo>
                    <a:pt x="8486" y="4287"/>
                  </a:lnTo>
                  <a:lnTo>
                    <a:pt x="8690" y="4294"/>
                  </a:lnTo>
                  <a:cubicBezTo>
                    <a:pt x="8690" y="4290"/>
                    <a:pt x="8690" y="4287"/>
                    <a:pt x="8686" y="4283"/>
                  </a:cubicBezTo>
                  <a:lnTo>
                    <a:pt x="8686" y="4280"/>
                  </a:lnTo>
                  <a:cubicBezTo>
                    <a:pt x="8686" y="4269"/>
                    <a:pt x="8683" y="4262"/>
                    <a:pt x="8683" y="4252"/>
                  </a:cubicBezTo>
                  <a:lnTo>
                    <a:pt x="8683" y="4245"/>
                  </a:lnTo>
                  <a:cubicBezTo>
                    <a:pt x="8679" y="4231"/>
                    <a:pt x="8679" y="4220"/>
                    <a:pt x="8679" y="4206"/>
                  </a:cubicBezTo>
                  <a:cubicBezTo>
                    <a:pt x="8672" y="4118"/>
                    <a:pt x="8721" y="4038"/>
                    <a:pt x="8798" y="4003"/>
                  </a:cubicBezTo>
                  <a:cubicBezTo>
                    <a:pt x="8798" y="3894"/>
                    <a:pt x="8812" y="3688"/>
                    <a:pt x="8952" y="3635"/>
                  </a:cubicBezTo>
                  <a:cubicBezTo>
                    <a:pt x="8970" y="3628"/>
                    <a:pt x="8984" y="3618"/>
                    <a:pt x="8991" y="3604"/>
                  </a:cubicBezTo>
                  <a:cubicBezTo>
                    <a:pt x="9036" y="3551"/>
                    <a:pt x="9061" y="3446"/>
                    <a:pt x="9068" y="3310"/>
                  </a:cubicBezTo>
                  <a:lnTo>
                    <a:pt x="9068" y="3247"/>
                  </a:lnTo>
                  <a:cubicBezTo>
                    <a:pt x="9068" y="3075"/>
                    <a:pt x="9103" y="2907"/>
                    <a:pt x="9169" y="2750"/>
                  </a:cubicBezTo>
                  <a:cubicBezTo>
                    <a:pt x="9190" y="2697"/>
                    <a:pt x="9204" y="2645"/>
                    <a:pt x="9211" y="2592"/>
                  </a:cubicBezTo>
                  <a:cubicBezTo>
                    <a:pt x="9225" y="2494"/>
                    <a:pt x="9243" y="2393"/>
                    <a:pt x="9323" y="2333"/>
                  </a:cubicBezTo>
                  <a:cubicBezTo>
                    <a:pt x="9355" y="2302"/>
                    <a:pt x="9376" y="2263"/>
                    <a:pt x="9386" y="2218"/>
                  </a:cubicBezTo>
                  <a:cubicBezTo>
                    <a:pt x="9418" y="2144"/>
                    <a:pt x="9453" y="2050"/>
                    <a:pt x="9551" y="2021"/>
                  </a:cubicBezTo>
                  <a:cubicBezTo>
                    <a:pt x="9712" y="1972"/>
                    <a:pt x="9733" y="1927"/>
                    <a:pt x="9733" y="1916"/>
                  </a:cubicBezTo>
                  <a:cubicBezTo>
                    <a:pt x="9750" y="1864"/>
                    <a:pt x="9778" y="1818"/>
                    <a:pt x="9813" y="1780"/>
                  </a:cubicBezTo>
                  <a:cubicBezTo>
                    <a:pt x="9852" y="1738"/>
                    <a:pt x="9890" y="1685"/>
                    <a:pt x="9890" y="1650"/>
                  </a:cubicBezTo>
                  <a:cubicBezTo>
                    <a:pt x="9890" y="1629"/>
                    <a:pt x="9869" y="1612"/>
                    <a:pt x="9831" y="1580"/>
                  </a:cubicBezTo>
                  <a:cubicBezTo>
                    <a:pt x="9778" y="1542"/>
                    <a:pt x="9708" y="1486"/>
                    <a:pt x="9708" y="1384"/>
                  </a:cubicBezTo>
                  <a:lnTo>
                    <a:pt x="9708" y="1356"/>
                  </a:lnTo>
                  <a:lnTo>
                    <a:pt x="9708" y="1349"/>
                  </a:lnTo>
                  <a:lnTo>
                    <a:pt x="9708" y="1328"/>
                  </a:lnTo>
                  <a:lnTo>
                    <a:pt x="9708" y="1314"/>
                  </a:lnTo>
                  <a:lnTo>
                    <a:pt x="9708" y="1297"/>
                  </a:lnTo>
                  <a:lnTo>
                    <a:pt x="9708" y="1283"/>
                  </a:lnTo>
                  <a:lnTo>
                    <a:pt x="9708" y="1262"/>
                  </a:lnTo>
                  <a:lnTo>
                    <a:pt x="9708" y="1248"/>
                  </a:lnTo>
                  <a:lnTo>
                    <a:pt x="9712" y="1220"/>
                  </a:lnTo>
                  <a:lnTo>
                    <a:pt x="9712" y="1213"/>
                  </a:lnTo>
                  <a:cubicBezTo>
                    <a:pt x="9712" y="1199"/>
                    <a:pt x="9715" y="1188"/>
                    <a:pt x="9715" y="1174"/>
                  </a:cubicBezTo>
                  <a:lnTo>
                    <a:pt x="9715" y="1171"/>
                  </a:lnTo>
                  <a:lnTo>
                    <a:pt x="9719" y="1139"/>
                  </a:lnTo>
                  <a:lnTo>
                    <a:pt x="9719" y="1125"/>
                  </a:lnTo>
                  <a:lnTo>
                    <a:pt x="9722" y="1101"/>
                  </a:lnTo>
                  <a:lnTo>
                    <a:pt x="9722" y="1087"/>
                  </a:lnTo>
                  <a:lnTo>
                    <a:pt x="9726" y="1066"/>
                  </a:lnTo>
                  <a:lnTo>
                    <a:pt x="9726" y="1052"/>
                  </a:lnTo>
                  <a:lnTo>
                    <a:pt x="9726" y="1034"/>
                  </a:lnTo>
                  <a:lnTo>
                    <a:pt x="9726" y="1020"/>
                  </a:lnTo>
                  <a:lnTo>
                    <a:pt x="9726" y="1006"/>
                  </a:lnTo>
                  <a:cubicBezTo>
                    <a:pt x="9729" y="971"/>
                    <a:pt x="9733" y="947"/>
                    <a:pt x="9736" y="926"/>
                  </a:cubicBezTo>
                  <a:lnTo>
                    <a:pt x="9729" y="919"/>
                  </a:lnTo>
                  <a:lnTo>
                    <a:pt x="9705" y="898"/>
                  </a:lnTo>
                  <a:lnTo>
                    <a:pt x="9680" y="873"/>
                  </a:lnTo>
                  <a:lnTo>
                    <a:pt x="9656" y="852"/>
                  </a:lnTo>
                  <a:lnTo>
                    <a:pt x="9628" y="831"/>
                  </a:lnTo>
                  <a:lnTo>
                    <a:pt x="9607" y="810"/>
                  </a:lnTo>
                  <a:lnTo>
                    <a:pt x="9579" y="786"/>
                  </a:lnTo>
                  <a:lnTo>
                    <a:pt x="9558" y="768"/>
                  </a:lnTo>
                  <a:lnTo>
                    <a:pt x="9530" y="744"/>
                  </a:lnTo>
                  <a:lnTo>
                    <a:pt x="9512" y="726"/>
                  </a:lnTo>
                  <a:lnTo>
                    <a:pt x="9484" y="702"/>
                  </a:lnTo>
                  <a:lnTo>
                    <a:pt x="9463" y="688"/>
                  </a:lnTo>
                  <a:lnTo>
                    <a:pt x="9435" y="663"/>
                  </a:lnTo>
                  <a:lnTo>
                    <a:pt x="9421" y="649"/>
                  </a:lnTo>
                  <a:lnTo>
                    <a:pt x="9390" y="625"/>
                  </a:lnTo>
                  <a:lnTo>
                    <a:pt x="9376" y="614"/>
                  </a:lnTo>
                  <a:lnTo>
                    <a:pt x="9348" y="590"/>
                  </a:lnTo>
                  <a:lnTo>
                    <a:pt x="9337" y="579"/>
                  </a:lnTo>
                  <a:lnTo>
                    <a:pt x="9309" y="555"/>
                  </a:lnTo>
                  <a:lnTo>
                    <a:pt x="9299" y="548"/>
                  </a:lnTo>
                  <a:lnTo>
                    <a:pt x="9271" y="527"/>
                  </a:lnTo>
                  <a:lnTo>
                    <a:pt x="9264" y="520"/>
                  </a:lnTo>
                  <a:lnTo>
                    <a:pt x="9239" y="499"/>
                  </a:lnTo>
                  <a:lnTo>
                    <a:pt x="9232" y="492"/>
                  </a:lnTo>
                  <a:lnTo>
                    <a:pt x="9211" y="478"/>
                  </a:lnTo>
                  <a:lnTo>
                    <a:pt x="9204" y="471"/>
                  </a:lnTo>
                  <a:lnTo>
                    <a:pt x="9183" y="457"/>
                  </a:lnTo>
                  <a:lnTo>
                    <a:pt x="9180" y="453"/>
                  </a:lnTo>
                  <a:lnTo>
                    <a:pt x="9162" y="443"/>
                  </a:lnTo>
                  <a:lnTo>
                    <a:pt x="9159" y="439"/>
                  </a:lnTo>
                  <a:lnTo>
                    <a:pt x="9145" y="429"/>
                  </a:lnTo>
                  <a:cubicBezTo>
                    <a:pt x="9141" y="425"/>
                    <a:pt x="9134" y="422"/>
                    <a:pt x="9127" y="422"/>
                  </a:cubicBezTo>
                  <a:lnTo>
                    <a:pt x="9099" y="422"/>
                  </a:lnTo>
                  <a:cubicBezTo>
                    <a:pt x="9092" y="422"/>
                    <a:pt x="9085" y="422"/>
                    <a:pt x="9078" y="425"/>
                  </a:cubicBezTo>
                  <a:lnTo>
                    <a:pt x="9075" y="425"/>
                  </a:lnTo>
                  <a:cubicBezTo>
                    <a:pt x="9047" y="432"/>
                    <a:pt x="9022" y="446"/>
                    <a:pt x="8998" y="460"/>
                  </a:cubicBezTo>
                  <a:lnTo>
                    <a:pt x="8973" y="474"/>
                  </a:lnTo>
                  <a:lnTo>
                    <a:pt x="8956" y="492"/>
                  </a:lnTo>
                  <a:lnTo>
                    <a:pt x="8952" y="492"/>
                  </a:lnTo>
                  <a:lnTo>
                    <a:pt x="8907" y="523"/>
                  </a:lnTo>
                  <a:lnTo>
                    <a:pt x="8865" y="481"/>
                  </a:lnTo>
                  <a:cubicBezTo>
                    <a:pt x="8857" y="471"/>
                    <a:pt x="8795" y="414"/>
                    <a:pt x="8730" y="414"/>
                  </a:cubicBezTo>
                  <a:cubicBezTo>
                    <a:pt x="8704" y="414"/>
                    <a:pt x="8678" y="423"/>
                    <a:pt x="8654" y="446"/>
                  </a:cubicBezTo>
                  <a:cubicBezTo>
                    <a:pt x="8602" y="499"/>
                    <a:pt x="8528" y="527"/>
                    <a:pt x="8455" y="527"/>
                  </a:cubicBezTo>
                  <a:cubicBezTo>
                    <a:pt x="8378" y="523"/>
                    <a:pt x="8301" y="499"/>
                    <a:pt x="8234" y="457"/>
                  </a:cubicBezTo>
                  <a:cubicBezTo>
                    <a:pt x="8122" y="383"/>
                    <a:pt x="8028" y="278"/>
                    <a:pt x="7972" y="156"/>
                  </a:cubicBezTo>
                  <a:cubicBezTo>
                    <a:pt x="7972" y="149"/>
                    <a:pt x="7968" y="142"/>
                    <a:pt x="7965" y="135"/>
                  </a:cubicBezTo>
                  <a:lnTo>
                    <a:pt x="7961" y="128"/>
                  </a:lnTo>
                  <a:cubicBezTo>
                    <a:pt x="7958" y="124"/>
                    <a:pt x="7954" y="117"/>
                    <a:pt x="7951" y="114"/>
                  </a:cubicBezTo>
                  <a:lnTo>
                    <a:pt x="7947" y="110"/>
                  </a:lnTo>
                  <a:cubicBezTo>
                    <a:pt x="7944" y="103"/>
                    <a:pt x="7937" y="100"/>
                    <a:pt x="7933" y="93"/>
                  </a:cubicBezTo>
                  <a:lnTo>
                    <a:pt x="7926" y="89"/>
                  </a:lnTo>
                  <a:lnTo>
                    <a:pt x="7912" y="79"/>
                  </a:lnTo>
                  <a:lnTo>
                    <a:pt x="7909" y="75"/>
                  </a:lnTo>
                  <a:lnTo>
                    <a:pt x="7485" y="145"/>
                  </a:lnTo>
                  <a:lnTo>
                    <a:pt x="7464" y="135"/>
                  </a:lnTo>
                  <a:cubicBezTo>
                    <a:pt x="7357" y="78"/>
                    <a:pt x="7166" y="1"/>
                    <a:pt x="7044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56" name="Google Shape;7414;p80">
              <a:extLst>
                <a:ext uri="{FF2B5EF4-FFF2-40B4-BE49-F238E27FC236}">
                  <a16:creationId xmlns:a16="http://schemas.microsoft.com/office/drawing/2014/main" id="{52AE1083-5798-1C6E-83F1-D04D5819B05A}"/>
                </a:ext>
              </a:extLst>
            </p:cNvPr>
            <p:cNvSpPr/>
            <p:nvPr/>
          </p:nvSpPr>
          <p:spPr>
            <a:xfrm>
              <a:off x="2142218" y="2087909"/>
              <a:ext cx="584" cy="339"/>
            </a:xfrm>
            <a:custGeom>
              <a:avLst/>
              <a:gdLst/>
              <a:ahLst/>
              <a:cxnLst/>
              <a:rect l="l" t="t" r="r" b="b"/>
              <a:pathLst>
                <a:path w="43" h="25" extrusionOk="0">
                  <a:moveTo>
                    <a:pt x="42" y="0"/>
                  </a:moveTo>
                  <a:lnTo>
                    <a:pt x="0" y="25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57" name="Google Shape;7415;p80">
              <a:extLst>
                <a:ext uri="{FF2B5EF4-FFF2-40B4-BE49-F238E27FC236}">
                  <a16:creationId xmlns:a16="http://schemas.microsoft.com/office/drawing/2014/main" id="{633347F9-FE2A-254B-A647-CFA2C6A241E7}"/>
                </a:ext>
              </a:extLst>
            </p:cNvPr>
            <p:cNvSpPr/>
            <p:nvPr/>
          </p:nvSpPr>
          <p:spPr>
            <a:xfrm>
              <a:off x="2143834" y="2087244"/>
              <a:ext cx="339" cy="109"/>
            </a:xfrm>
            <a:custGeom>
              <a:avLst/>
              <a:gdLst/>
              <a:ahLst/>
              <a:cxnLst/>
              <a:rect l="l" t="t" r="r" b="b"/>
              <a:pathLst>
                <a:path w="25" h="8" extrusionOk="0">
                  <a:moveTo>
                    <a:pt x="25" y="0"/>
                  </a:moveTo>
                  <a:lnTo>
                    <a:pt x="0" y="7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58" name="Google Shape;7416;p80">
              <a:extLst>
                <a:ext uri="{FF2B5EF4-FFF2-40B4-BE49-F238E27FC236}">
                  <a16:creationId xmlns:a16="http://schemas.microsoft.com/office/drawing/2014/main" id="{10563ABF-2B9B-ABEF-EB82-43DA74041412}"/>
                </a:ext>
              </a:extLst>
            </p:cNvPr>
            <p:cNvSpPr/>
            <p:nvPr/>
          </p:nvSpPr>
          <p:spPr>
            <a:xfrm>
              <a:off x="2143399" y="2087380"/>
              <a:ext cx="448" cy="204"/>
            </a:xfrm>
            <a:custGeom>
              <a:avLst/>
              <a:gdLst/>
              <a:ahLst/>
              <a:cxnLst/>
              <a:rect l="l" t="t" r="r" b="b"/>
              <a:pathLst>
                <a:path w="33" h="15" extrusionOk="0">
                  <a:moveTo>
                    <a:pt x="32" y="1"/>
                  </a:moveTo>
                  <a:lnTo>
                    <a:pt x="1" y="15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59" name="Google Shape;7417;p80">
              <a:extLst>
                <a:ext uri="{FF2B5EF4-FFF2-40B4-BE49-F238E27FC236}">
                  <a16:creationId xmlns:a16="http://schemas.microsoft.com/office/drawing/2014/main" id="{92178333-5E8F-99FD-2E38-941F468510A2}"/>
                </a:ext>
              </a:extLst>
            </p:cNvPr>
            <p:cNvSpPr/>
            <p:nvPr/>
          </p:nvSpPr>
          <p:spPr>
            <a:xfrm>
              <a:off x="2141553" y="2088235"/>
              <a:ext cx="679" cy="448"/>
            </a:xfrm>
            <a:custGeom>
              <a:avLst/>
              <a:gdLst/>
              <a:ahLst/>
              <a:cxnLst/>
              <a:rect l="l" t="t" r="r" b="b"/>
              <a:pathLst>
                <a:path w="50" h="33" extrusionOk="0">
                  <a:moveTo>
                    <a:pt x="49" y="1"/>
                  </a:moveTo>
                  <a:lnTo>
                    <a:pt x="0" y="33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60" name="Google Shape;7418;p80">
              <a:extLst>
                <a:ext uri="{FF2B5EF4-FFF2-40B4-BE49-F238E27FC236}">
                  <a16:creationId xmlns:a16="http://schemas.microsoft.com/office/drawing/2014/main" id="{3935503B-CD96-CDB7-471F-F44737D4860E}"/>
                </a:ext>
              </a:extLst>
            </p:cNvPr>
            <p:cNvSpPr/>
            <p:nvPr/>
          </p:nvSpPr>
          <p:spPr>
            <a:xfrm>
              <a:off x="2142829" y="2087624"/>
              <a:ext cx="489" cy="244"/>
            </a:xfrm>
            <a:custGeom>
              <a:avLst/>
              <a:gdLst/>
              <a:ahLst/>
              <a:cxnLst/>
              <a:rect l="l" t="t" r="r" b="b"/>
              <a:pathLst>
                <a:path w="36" h="18" extrusionOk="0">
                  <a:moveTo>
                    <a:pt x="36" y="0"/>
                  </a:moveTo>
                  <a:lnTo>
                    <a:pt x="1" y="18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61" name="Google Shape;7419;p80">
              <a:extLst>
                <a:ext uri="{FF2B5EF4-FFF2-40B4-BE49-F238E27FC236}">
                  <a16:creationId xmlns:a16="http://schemas.microsoft.com/office/drawing/2014/main" id="{938B84A8-716A-AA0D-C735-EFA428B542EF}"/>
                </a:ext>
              </a:extLst>
            </p:cNvPr>
            <p:cNvSpPr/>
            <p:nvPr/>
          </p:nvSpPr>
          <p:spPr>
            <a:xfrm>
              <a:off x="2144214" y="2087095"/>
              <a:ext cx="299" cy="109"/>
            </a:xfrm>
            <a:custGeom>
              <a:avLst/>
              <a:gdLst/>
              <a:ahLst/>
              <a:cxnLst/>
              <a:rect l="l" t="t" r="r" b="b"/>
              <a:pathLst>
                <a:path w="22" h="8" extrusionOk="0">
                  <a:moveTo>
                    <a:pt x="22" y="1"/>
                  </a:moveTo>
                  <a:lnTo>
                    <a:pt x="1" y="8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62" name="Google Shape;7420;p80">
              <a:extLst>
                <a:ext uri="{FF2B5EF4-FFF2-40B4-BE49-F238E27FC236}">
                  <a16:creationId xmlns:a16="http://schemas.microsoft.com/office/drawing/2014/main" id="{52784515-236D-3664-2729-4B6FFF311ED7}"/>
                </a:ext>
              </a:extLst>
            </p:cNvPr>
            <p:cNvSpPr/>
            <p:nvPr/>
          </p:nvSpPr>
          <p:spPr>
            <a:xfrm>
              <a:off x="2144554" y="2087054"/>
              <a:ext cx="244" cy="54"/>
            </a:xfrm>
            <a:custGeom>
              <a:avLst/>
              <a:gdLst/>
              <a:ahLst/>
              <a:cxnLst/>
              <a:rect l="l" t="t" r="r" b="b"/>
              <a:pathLst>
                <a:path w="18" h="4" extrusionOk="0">
                  <a:moveTo>
                    <a:pt x="18" y="0"/>
                  </a:moveTo>
                  <a:lnTo>
                    <a:pt x="0" y="4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63" name="Google Shape;7421;p80">
              <a:extLst>
                <a:ext uri="{FF2B5EF4-FFF2-40B4-BE49-F238E27FC236}">
                  <a16:creationId xmlns:a16="http://schemas.microsoft.com/office/drawing/2014/main" id="{F05EF2A4-24FC-64F4-971B-CC1739D8D6D3}"/>
                </a:ext>
              </a:extLst>
            </p:cNvPr>
            <p:cNvSpPr/>
            <p:nvPr/>
          </p:nvSpPr>
          <p:spPr>
            <a:xfrm>
              <a:off x="2144839" y="2087000"/>
              <a:ext cx="190" cy="68"/>
            </a:xfrm>
            <a:custGeom>
              <a:avLst/>
              <a:gdLst/>
              <a:ahLst/>
              <a:cxnLst/>
              <a:rect l="l" t="t" r="r" b="b"/>
              <a:pathLst>
                <a:path w="14" h="5" extrusionOk="0">
                  <a:moveTo>
                    <a:pt x="14" y="1"/>
                  </a:moveTo>
                  <a:lnTo>
                    <a:pt x="0" y="4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64" name="Google Shape;7422;p80">
              <a:extLst>
                <a:ext uri="{FF2B5EF4-FFF2-40B4-BE49-F238E27FC236}">
                  <a16:creationId xmlns:a16="http://schemas.microsoft.com/office/drawing/2014/main" id="{A91597C5-2713-F59F-38C3-DAB8476595EE}"/>
                </a:ext>
              </a:extLst>
            </p:cNvPr>
            <p:cNvSpPr/>
            <p:nvPr/>
          </p:nvSpPr>
          <p:spPr>
            <a:xfrm>
              <a:off x="2222597" y="2124039"/>
              <a:ext cx="584" cy="339"/>
            </a:xfrm>
            <a:custGeom>
              <a:avLst/>
              <a:gdLst/>
              <a:ahLst/>
              <a:cxnLst/>
              <a:rect l="l" t="t" r="r" b="b"/>
              <a:pathLst>
                <a:path w="43" h="25" extrusionOk="0">
                  <a:moveTo>
                    <a:pt x="1" y="0"/>
                  </a:moveTo>
                  <a:cubicBezTo>
                    <a:pt x="15" y="7"/>
                    <a:pt x="29" y="14"/>
                    <a:pt x="42" y="25"/>
                  </a:cubicBezTo>
                  <a:lnTo>
                    <a:pt x="42" y="21"/>
                  </a:lnTo>
                  <a:lnTo>
                    <a:pt x="1" y="0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65" name="Google Shape;7423;p80">
              <a:extLst>
                <a:ext uri="{FF2B5EF4-FFF2-40B4-BE49-F238E27FC236}">
                  <a16:creationId xmlns:a16="http://schemas.microsoft.com/office/drawing/2014/main" id="{39CB379B-C477-751E-2D82-21FD259CC6FF}"/>
                </a:ext>
              </a:extLst>
            </p:cNvPr>
            <p:cNvSpPr/>
            <p:nvPr/>
          </p:nvSpPr>
          <p:spPr>
            <a:xfrm>
              <a:off x="2254816" y="2135539"/>
              <a:ext cx="258" cy="204"/>
            </a:xfrm>
            <a:custGeom>
              <a:avLst/>
              <a:gdLst/>
              <a:ahLst/>
              <a:cxnLst/>
              <a:rect l="l" t="t" r="r" b="b"/>
              <a:pathLst>
                <a:path w="19" h="15" extrusionOk="0">
                  <a:moveTo>
                    <a:pt x="1" y="0"/>
                  </a:moveTo>
                  <a:cubicBezTo>
                    <a:pt x="8" y="4"/>
                    <a:pt x="15" y="11"/>
                    <a:pt x="18" y="14"/>
                  </a:cubicBezTo>
                  <a:cubicBezTo>
                    <a:pt x="15" y="11"/>
                    <a:pt x="8" y="4"/>
                    <a:pt x="1" y="0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66" name="Google Shape;7424;p80">
              <a:extLst>
                <a:ext uri="{FF2B5EF4-FFF2-40B4-BE49-F238E27FC236}">
                  <a16:creationId xmlns:a16="http://schemas.microsoft.com/office/drawing/2014/main" id="{76DE1B2E-1E8F-395E-7325-ADC5E585FF35}"/>
                </a:ext>
              </a:extLst>
            </p:cNvPr>
            <p:cNvSpPr/>
            <p:nvPr/>
          </p:nvSpPr>
          <p:spPr>
            <a:xfrm>
              <a:off x="2249168" y="2134725"/>
              <a:ext cx="5621" cy="828"/>
            </a:xfrm>
            <a:custGeom>
              <a:avLst/>
              <a:gdLst/>
              <a:ahLst/>
              <a:cxnLst/>
              <a:rect l="l" t="t" r="r" b="b"/>
              <a:pathLst>
                <a:path w="414" h="61" extrusionOk="0">
                  <a:moveTo>
                    <a:pt x="0" y="1"/>
                  </a:moveTo>
                  <a:cubicBezTo>
                    <a:pt x="88" y="1"/>
                    <a:pt x="175" y="4"/>
                    <a:pt x="263" y="15"/>
                  </a:cubicBezTo>
                  <a:cubicBezTo>
                    <a:pt x="315" y="22"/>
                    <a:pt x="368" y="36"/>
                    <a:pt x="413" y="60"/>
                  </a:cubicBezTo>
                  <a:cubicBezTo>
                    <a:pt x="326" y="8"/>
                    <a:pt x="161" y="1"/>
                    <a:pt x="0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67" name="Google Shape;7425;p80">
              <a:extLst>
                <a:ext uri="{FF2B5EF4-FFF2-40B4-BE49-F238E27FC236}">
                  <a16:creationId xmlns:a16="http://schemas.microsoft.com/office/drawing/2014/main" id="{EFD9FC3D-3401-D7A1-FF85-0B8D022A07E7}"/>
                </a:ext>
              </a:extLst>
            </p:cNvPr>
            <p:cNvSpPr/>
            <p:nvPr/>
          </p:nvSpPr>
          <p:spPr>
            <a:xfrm>
              <a:off x="2245787" y="2130597"/>
              <a:ext cx="258" cy="394"/>
            </a:xfrm>
            <a:custGeom>
              <a:avLst/>
              <a:gdLst/>
              <a:ahLst/>
              <a:cxnLst/>
              <a:rect l="l" t="t" r="r" b="b"/>
              <a:pathLst>
                <a:path w="19" h="29" extrusionOk="0">
                  <a:moveTo>
                    <a:pt x="1" y="0"/>
                  </a:moveTo>
                  <a:cubicBezTo>
                    <a:pt x="8" y="7"/>
                    <a:pt x="15" y="18"/>
                    <a:pt x="18" y="28"/>
                  </a:cubicBezTo>
                  <a:cubicBezTo>
                    <a:pt x="15" y="18"/>
                    <a:pt x="8" y="7"/>
                    <a:pt x="1" y="0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68" name="Google Shape;7426;p80">
              <a:extLst>
                <a:ext uri="{FF2B5EF4-FFF2-40B4-BE49-F238E27FC236}">
                  <a16:creationId xmlns:a16="http://schemas.microsoft.com/office/drawing/2014/main" id="{C03FDF8C-C37E-17CB-1177-6BCFD93C1424}"/>
                </a:ext>
              </a:extLst>
            </p:cNvPr>
            <p:cNvSpPr/>
            <p:nvPr/>
          </p:nvSpPr>
          <p:spPr>
            <a:xfrm>
              <a:off x="2255387" y="2136110"/>
              <a:ext cx="109" cy="109"/>
            </a:xfrm>
            <a:custGeom>
              <a:avLst/>
              <a:gdLst/>
              <a:ahLst/>
              <a:cxnLst/>
              <a:rect l="l" t="t" r="r" b="b"/>
              <a:pathLst>
                <a:path w="8" h="8" extrusionOk="0">
                  <a:moveTo>
                    <a:pt x="1" y="0"/>
                  </a:moveTo>
                  <a:cubicBezTo>
                    <a:pt x="4" y="0"/>
                    <a:pt x="8" y="4"/>
                    <a:pt x="8" y="7"/>
                  </a:cubicBezTo>
                  <a:cubicBezTo>
                    <a:pt x="8" y="4"/>
                    <a:pt x="4" y="0"/>
                    <a:pt x="1" y="0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69" name="Google Shape;7427;p80">
              <a:extLst>
                <a:ext uri="{FF2B5EF4-FFF2-40B4-BE49-F238E27FC236}">
                  <a16:creationId xmlns:a16="http://schemas.microsoft.com/office/drawing/2014/main" id="{56D2214B-EABA-D4EC-60FA-494B208289E3}"/>
                </a:ext>
              </a:extLst>
            </p:cNvPr>
            <p:cNvSpPr/>
            <p:nvPr/>
          </p:nvSpPr>
          <p:spPr>
            <a:xfrm>
              <a:off x="2255577" y="2136340"/>
              <a:ext cx="68" cy="204"/>
            </a:xfrm>
            <a:custGeom>
              <a:avLst/>
              <a:gdLst/>
              <a:ahLst/>
              <a:cxnLst/>
              <a:rect l="l" t="t" r="r" b="b"/>
              <a:pathLst>
                <a:path w="5" h="15" extrusionOk="0">
                  <a:moveTo>
                    <a:pt x="1" y="1"/>
                  </a:moveTo>
                  <a:cubicBezTo>
                    <a:pt x="1" y="4"/>
                    <a:pt x="4" y="8"/>
                    <a:pt x="4" y="15"/>
                  </a:cubicBezTo>
                  <a:cubicBezTo>
                    <a:pt x="4" y="8"/>
                    <a:pt x="1" y="4"/>
                    <a:pt x="1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70" name="Google Shape;7428;p80">
              <a:extLst>
                <a:ext uri="{FF2B5EF4-FFF2-40B4-BE49-F238E27FC236}">
                  <a16:creationId xmlns:a16="http://schemas.microsoft.com/office/drawing/2014/main" id="{D7B49E83-38C4-F360-6A8D-157BAB16D22D}"/>
                </a:ext>
              </a:extLst>
            </p:cNvPr>
            <p:cNvSpPr/>
            <p:nvPr/>
          </p:nvSpPr>
          <p:spPr>
            <a:xfrm>
              <a:off x="2253866" y="2114331"/>
              <a:ext cx="1154" cy="1684"/>
            </a:xfrm>
            <a:custGeom>
              <a:avLst/>
              <a:gdLst/>
              <a:ahLst/>
              <a:cxnLst/>
              <a:rect l="l" t="t" r="r" b="b"/>
              <a:pathLst>
                <a:path w="85" h="124" extrusionOk="0">
                  <a:moveTo>
                    <a:pt x="1" y="1"/>
                  </a:moveTo>
                  <a:cubicBezTo>
                    <a:pt x="8" y="53"/>
                    <a:pt x="36" y="99"/>
                    <a:pt x="85" y="123"/>
                  </a:cubicBezTo>
                  <a:cubicBezTo>
                    <a:pt x="36" y="99"/>
                    <a:pt x="8" y="53"/>
                    <a:pt x="1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71" name="Google Shape;7429;p80">
              <a:extLst>
                <a:ext uri="{FF2B5EF4-FFF2-40B4-BE49-F238E27FC236}">
                  <a16:creationId xmlns:a16="http://schemas.microsoft.com/office/drawing/2014/main" id="{763E57C3-0CD7-8FB3-7C6D-ABA3D65AE2D1}"/>
                </a:ext>
              </a:extLst>
            </p:cNvPr>
            <p:cNvSpPr/>
            <p:nvPr/>
          </p:nvSpPr>
          <p:spPr>
            <a:xfrm>
              <a:off x="2266710" y="2104216"/>
              <a:ext cx="204" cy="204"/>
            </a:xfrm>
            <a:custGeom>
              <a:avLst/>
              <a:gdLst/>
              <a:ahLst/>
              <a:cxnLst/>
              <a:rect l="l" t="t" r="r" b="b"/>
              <a:pathLst>
                <a:path w="15" h="15" extrusionOk="0">
                  <a:moveTo>
                    <a:pt x="14" y="0"/>
                  </a:moveTo>
                  <a:lnTo>
                    <a:pt x="14" y="0"/>
                  </a:lnTo>
                  <a:lnTo>
                    <a:pt x="0" y="14"/>
                  </a:lnTo>
                  <a:lnTo>
                    <a:pt x="11" y="4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72" name="Google Shape;7430;p80">
              <a:extLst>
                <a:ext uri="{FF2B5EF4-FFF2-40B4-BE49-F238E27FC236}">
                  <a16:creationId xmlns:a16="http://schemas.microsoft.com/office/drawing/2014/main" id="{CA590F62-7434-5A12-ADD4-4736C98FBE3B}"/>
                </a:ext>
              </a:extLst>
            </p:cNvPr>
            <p:cNvSpPr/>
            <p:nvPr/>
          </p:nvSpPr>
          <p:spPr>
            <a:xfrm>
              <a:off x="2254246" y="2120468"/>
              <a:ext cx="394" cy="3014"/>
            </a:xfrm>
            <a:custGeom>
              <a:avLst/>
              <a:gdLst/>
              <a:ahLst/>
              <a:cxnLst/>
              <a:rect l="l" t="t" r="r" b="b"/>
              <a:pathLst>
                <a:path w="29" h="222" extrusionOk="0">
                  <a:moveTo>
                    <a:pt x="1" y="221"/>
                  </a:moveTo>
                  <a:cubicBezTo>
                    <a:pt x="4" y="148"/>
                    <a:pt x="15" y="74"/>
                    <a:pt x="29" y="1"/>
                  </a:cubicBezTo>
                  <a:cubicBezTo>
                    <a:pt x="15" y="74"/>
                    <a:pt x="4" y="148"/>
                    <a:pt x="1" y="22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73" name="Google Shape;7431;p80">
              <a:extLst>
                <a:ext uri="{FF2B5EF4-FFF2-40B4-BE49-F238E27FC236}">
                  <a16:creationId xmlns:a16="http://schemas.microsoft.com/office/drawing/2014/main" id="{AD6A763E-F649-6E7E-2514-A7CE01D40074}"/>
                </a:ext>
              </a:extLst>
            </p:cNvPr>
            <p:cNvSpPr/>
            <p:nvPr/>
          </p:nvSpPr>
          <p:spPr>
            <a:xfrm>
              <a:off x="2223167" y="2124365"/>
              <a:ext cx="1724" cy="1819"/>
            </a:xfrm>
            <a:custGeom>
              <a:avLst/>
              <a:gdLst/>
              <a:ahLst/>
              <a:cxnLst/>
              <a:rect l="l" t="t" r="r" b="b"/>
              <a:pathLst>
                <a:path w="127" h="134" extrusionOk="0">
                  <a:moveTo>
                    <a:pt x="126" y="134"/>
                  </a:moveTo>
                  <a:cubicBezTo>
                    <a:pt x="95" y="81"/>
                    <a:pt x="49" y="36"/>
                    <a:pt x="0" y="1"/>
                  </a:cubicBezTo>
                  <a:lnTo>
                    <a:pt x="0" y="1"/>
                  </a:lnTo>
                  <a:cubicBezTo>
                    <a:pt x="49" y="36"/>
                    <a:pt x="95" y="81"/>
                    <a:pt x="126" y="134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74" name="Google Shape;7432;p80">
              <a:extLst>
                <a:ext uri="{FF2B5EF4-FFF2-40B4-BE49-F238E27FC236}">
                  <a16:creationId xmlns:a16="http://schemas.microsoft.com/office/drawing/2014/main" id="{9FCB5146-C435-D316-5EE3-1F5761FAFCC3}"/>
                </a:ext>
              </a:extLst>
            </p:cNvPr>
            <p:cNvSpPr/>
            <p:nvPr/>
          </p:nvSpPr>
          <p:spPr>
            <a:xfrm>
              <a:off x="2232196" y="2130353"/>
              <a:ext cx="489" cy="543"/>
            </a:xfrm>
            <a:custGeom>
              <a:avLst/>
              <a:gdLst/>
              <a:ahLst/>
              <a:cxnLst/>
              <a:rect l="l" t="t" r="r" b="b"/>
              <a:pathLst>
                <a:path w="36" h="40" extrusionOk="0">
                  <a:moveTo>
                    <a:pt x="1" y="1"/>
                  </a:moveTo>
                  <a:lnTo>
                    <a:pt x="1" y="1"/>
                  </a:lnTo>
                  <a:cubicBezTo>
                    <a:pt x="18" y="32"/>
                    <a:pt x="32" y="39"/>
                    <a:pt x="36" y="39"/>
                  </a:cubicBezTo>
                  <a:cubicBezTo>
                    <a:pt x="36" y="39"/>
                    <a:pt x="18" y="32"/>
                    <a:pt x="1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75" name="Google Shape;7433;p80">
              <a:extLst>
                <a:ext uri="{FF2B5EF4-FFF2-40B4-BE49-F238E27FC236}">
                  <a16:creationId xmlns:a16="http://schemas.microsoft.com/office/drawing/2014/main" id="{5F331BE3-E49D-E7CF-F9FA-FAD47B6B1033}"/>
                </a:ext>
              </a:extLst>
            </p:cNvPr>
            <p:cNvSpPr/>
            <p:nvPr/>
          </p:nvSpPr>
          <p:spPr>
            <a:xfrm>
              <a:off x="2255156" y="2135770"/>
              <a:ext cx="204" cy="204"/>
            </a:xfrm>
            <a:custGeom>
              <a:avLst/>
              <a:gdLst/>
              <a:ahLst/>
              <a:cxnLst/>
              <a:rect l="l" t="t" r="r" b="b"/>
              <a:pathLst>
                <a:path w="15" h="15" extrusionOk="0">
                  <a:moveTo>
                    <a:pt x="0" y="1"/>
                  </a:moveTo>
                  <a:cubicBezTo>
                    <a:pt x="4" y="4"/>
                    <a:pt x="11" y="11"/>
                    <a:pt x="14" y="15"/>
                  </a:cubicBezTo>
                  <a:cubicBezTo>
                    <a:pt x="11" y="11"/>
                    <a:pt x="4" y="4"/>
                    <a:pt x="0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76" name="Google Shape;7434;p80">
              <a:extLst>
                <a:ext uri="{FF2B5EF4-FFF2-40B4-BE49-F238E27FC236}">
                  <a16:creationId xmlns:a16="http://schemas.microsoft.com/office/drawing/2014/main" id="{84D311D2-50D2-37F5-708F-0D57EA4D66E9}"/>
                </a:ext>
              </a:extLst>
            </p:cNvPr>
            <p:cNvSpPr/>
            <p:nvPr/>
          </p:nvSpPr>
          <p:spPr>
            <a:xfrm>
              <a:off x="2245027" y="2130068"/>
              <a:ext cx="353" cy="163"/>
            </a:xfrm>
            <a:custGeom>
              <a:avLst/>
              <a:gdLst/>
              <a:ahLst/>
              <a:cxnLst/>
              <a:rect l="l" t="t" r="r" b="b"/>
              <a:pathLst>
                <a:path w="26" h="12" extrusionOk="0">
                  <a:moveTo>
                    <a:pt x="1" y="1"/>
                  </a:moveTo>
                  <a:cubicBezTo>
                    <a:pt x="8" y="1"/>
                    <a:pt x="18" y="4"/>
                    <a:pt x="25" y="11"/>
                  </a:cubicBezTo>
                  <a:cubicBezTo>
                    <a:pt x="18" y="4"/>
                    <a:pt x="8" y="1"/>
                    <a:pt x="1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77" name="Google Shape;7435;p80">
              <a:extLst>
                <a:ext uri="{FF2B5EF4-FFF2-40B4-BE49-F238E27FC236}">
                  <a16:creationId xmlns:a16="http://schemas.microsoft.com/office/drawing/2014/main" id="{13D98859-F43A-B92C-8EFF-F0FFBDB002BA}"/>
                </a:ext>
              </a:extLst>
            </p:cNvPr>
            <p:cNvSpPr/>
            <p:nvPr/>
          </p:nvSpPr>
          <p:spPr>
            <a:xfrm>
              <a:off x="2221497" y="2123510"/>
              <a:ext cx="1208" cy="584"/>
            </a:xfrm>
            <a:custGeom>
              <a:avLst/>
              <a:gdLst/>
              <a:ahLst/>
              <a:cxnLst/>
              <a:rect l="l" t="t" r="r" b="b"/>
              <a:pathLst>
                <a:path w="89" h="43" extrusionOk="0">
                  <a:moveTo>
                    <a:pt x="1" y="1"/>
                  </a:moveTo>
                  <a:lnTo>
                    <a:pt x="1" y="18"/>
                  </a:lnTo>
                  <a:cubicBezTo>
                    <a:pt x="26" y="18"/>
                    <a:pt x="54" y="27"/>
                    <a:pt x="79" y="38"/>
                  </a:cubicBezTo>
                  <a:lnTo>
                    <a:pt x="79" y="38"/>
                  </a:lnTo>
                  <a:lnTo>
                    <a:pt x="1" y="1"/>
                  </a:lnTo>
                  <a:close/>
                  <a:moveTo>
                    <a:pt x="79" y="38"/>
                  </a:moveTo>
                  <a:lnTo>
                    <a:pt x="88" y="43"/>
                  </a:lnTo>
                  <a:cubicBezTo>
                    <a:pt x="85" y="41"/>
                    <a:pt x="82" y="40"/>
                    <a:pt x="79" y="38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78" name="Google Shape;7436;p80">
              <a:extLst>
                <a:ext uri="{FF2B5EF4-FFF2-40B4-BE49-F238E27FC236}">
                  <a16:creationId xmlns:a16="http://schemas.microsoft.com/office/drawing/2014/main" id="{4ECB04AF-9B71-5572-B54F-9990E7F0512E}"/>
                </a:ext>
              </a:extLst>
            </p:cNvPr>
            <p:cNvSpPr/>
            <p:nvPr/>
          </p:nvSpPr>
          <p:spPr>
            <a:xfrm>
              <a:off x="2244552" y="2129973"/>
              <a:ext cx="448" cy="68"/>
            </a:xfrm>
            <a:custGeom>
              <a:avLst/>
              <a:gdLst/>
              <a:ahLst/>
              <a:cxnLst/>
              <a:rect l="l" t="t" r="r" b="b"/>
              <a:pathLst>
                <a:path w="33" h="5" extrusionOk="0">
                  <a:moveTo>
                    <a:pt x="1" y="1"/>
                  </a:moveTo>
                  <a:cubicBezTo>
                    <a:pt x="11" y="1"/>
                    <a:pt x="22" y="4"/>
                    <a:pt x="32" y="4"/>
                  </a:cubicBezTo>
                  <a:cubicBezTo>
                    <a:pt x="22" y="4"/>
                    <a:pt x="11" y="1"/>
                    <a:pt x="1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79" name="Google Shape;7437;p80">
              <a:extLst>
                <a:ext uri="{FF2B5EF4-FFF2-40B4-BE49-F238E27FC236}">
                  <a16:creationId xmlns:a16="http://schemas.microsoft.com/office/drawing/2014/main" id="{03A79360-3741-2599-7770-EDAF1CD72BCE}"/>
                </a:ext>
              </a:extLst>
            </p:cNvPr>
            <p:cNvSpPr/>
            <p:nvPr/>
          </p:nvSpPr>
          <p:spPr>
            <a:xfrm>
              <a:off x="2244036" y="2130027"/>
              <a:ext cx="434" cy="54"/>
            </a:xfrm>
            <a:custGeom>
              <a:avLst/>
              <a:gdLst/>
              <a:ahLst/>
              <a:cxnLst/>
              <a:rect l="l" t="t" r="r" b="b"/>
              <a:pathLst>
                <a:path w="32" h="4" extrusionOk="0">
                  <a:moveTo>
                    <a:pt x="0" y="4"/>
                  </a:moveTo>
                  <a:cubicBezTo>
                    <a:pt x="11" y="0"/>
                    <a:pt x="21" y="0"/>
                    <a:pt x="32" y="0"/>
                  </a:cubicBezTo>
                  <a:cubicBezTo>
                    <a:pt x="21" y="0"/>
                    <a:pt x="11" y="0"/>
                    <a:pt x="0" y="4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80" name="Google Shape;7438;p80">
              <a:extLst>
                <a:ext uri="{FF2B5EF4-FFF2-40B4-BE49-F238E27FC236}">
                  <a16:creationId xmlns:a16="http://schemas.microsoft.com/office/drawing/2014/main" id="{7D306700-C565-DB96-3E61-7B1FE50BEA70}"/>
                </a:ext>
              </a:extLst>
            </p:cNvPr>
            <p:cNvSpPr/>
            <p:nvPr/>
          </p:nvSpPr>
          <p:spPr>
            <a:xfrm>
              <a:off x="2255672" y="2136625"/>
              <a:ext cx="14" cy="353"/>
            </a:xfrm>
            <a:custGeom>
              <a:avLst/>
              <a:gdLst/>
              <a:ahLst/>
              <a:cxnLst/>
              <a:rect l="l" t="t" r="r" b="b"/>
              <a:pathLst>
                <a:path w="1" h="26" extrusionOk="0">
                  <a:moveTo>
                    <a:pt x="1" y="1"/>
                  </a:moveTo>
                  <a:cubicBezTo>
                    <a:pt x="1" y="8"/>
                    <a:pt x="1" y="18"/>
                    <a:pt x="1" y="25"/>
                  </a:cubicBezTo>
                  <a:cubicBezTo>
                    <a:pt x="1" y="18"/>
                    <a:pt x="1" y="8"/>
                    <a:pt x="1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81" name="Google Shape;7439;p80">
              <a:extLst>
                <a:ext uri="{FF2B5EF4-FFF2-40B4-BE49-F238E27FC236}">
                  <a16:creationId xmlns:a16="http://schemas.microsoft.com/office/drawing/2014/main" id="{DEF93851-9BD4-E7F4-9984-0DACA3ABAC3D}"/>
                </a:ext>
              </a:extLst>
            </p:cNvPr>
            <p:cNvSpPr/>
            <p:nvPr/>
          </p:nvSpPr>
          <p:spPr>
            <a:xfrm>
              <a:off x="2245407" y="2130258"/>
              <a:ext cx="353" cy="258"/>
            </a:xfrm>
            <a:custGeom>
              <a:avLst/>
              <a:gdLst/>
              <a:ahLst/>
              <a:cxnLst/>
              <a:rect l="l" t="t" r="r" b="b"/>
              <a:pathLst>
                <a:path w="26" h="19" extrusionOk="0">
                  <a:moveTo>
                    <a:pt x="1" y="1"/>
                  </a:moveTo>
                  <a:cubicBezTo>
                    <a:pt x="11" y="4"/>
                    <a:pt x="18" y="11"/>
                    <a:pt x="25" y="18"/>
                  </a:cubicBezTo>
                  <a:cubicBezTo>
                    <a:pt x="18" y="11"/>
                    <a:pt x="11" y="4"/>
                    <a:pt x="1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82" name="Google Shape;7440;p80">
              <a:extLst>
                <a:ext uri="{FF2B5EF4-FFF2-40B4-BE49-F238E27FC236}">
                  <a16:creationId xmlns:a16="http://schemas.microsoft.com/office/drawing/2014/main" id="{AF0A7C7C-738F-016F-5D71-18D743DF59CF}"/>
                </a:ext>
              </a:extLst>
            </p:cNvPr>
            <p:cNvSpPr/>
            <p:nvPr/>
          </p:nvSpPr>
          <p:spPr>
            <a:xfrm>
              <a:off x="2222638" y="2124039"/>
              <a:ext cx="543" cy="339"/>
            </a:xfrm>
            <a:custGeom>
              <a:avLst/>
              <a:gdLst/>
              <a:ahLst/>
              <a:cxnLst/>
              <a:rect l="l" t="t" r="r" b="b"/>
              <a:pathLst>
                <a:path w="40" h="25" extrusionOk="0">
                  <a:moveTo>
                    <a:pt x="1" y="0"/>
                  </a:moveTo>
                  <a:lnTo>
                    <a:pt x="1" y="0"/>
                  </a:lnTo>
                  <a:cubicBezTo>
                    <a:pt x="15" y="7"/>
                    <a:pt x="29" y="18"/>
                    <a:pt x="39" y="25"/>
                  </a:cubicBezTo>
                  <a:lnTo>
                    <a:pt x="39" y="25"/>
                  </a:lnTo>
                  <a:cubicBezTo>
                    <a:pt x="29" y="18"/>
                    <a:pt x="15" y="7"/>
                    <a:pt x="1" y="0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83" name="Google Shape;7441;p80">
              <a:extLst>
                <a:ext uri="{FF2B5EF4-FFF2-40B4-BE49-F238E27FC236}">
                  <a16:creationId xmlns:a16="http://schemas.microsoft.com/office/drawing/2014/main" id="{CE7819FB-DB63-0D10-FD5D-819F980E6C33}"/>
                </a:ext>
              </a:extLst>
            </p:cNvPr>
            <p:cNvSpPr/>
            <p:nvPr/>
          </p:nvSpPr>
          <p:spPr>
            <a:xfrm>
              <a:off x="2257057" y="2062194"/>
              <a:ext cx="14" cy="68"/>
            </a:xfrm>
            <a:custGeom>
              <a:avLst/>
              <a:gdLst/>
              <a:ahLst/>
              <a:cxnLst/>
              <a:rect l="l" t="t" r="r" b="b"/>
              <a:pathLst>
                <a:path w="1" h="5" extrusionOk="0">
                  <a:moveTo>
                    <a:pt x="1" y="4"/>
                  </a:moveTo>
                  <a:lnTo>
                    <a:pt x="1" y="1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84" name="Google Shape;7442;p80">
              <a:extLst>
                <a:ext uri="{FF2B5EF4-FFF2-40B4-BE49-F238E27FC236}">
                  <a16:creationId xmlns:a16="http://schemas.microsoft.com/office/drawing/2014/main" id="{C685AB89-6C9E-A6BA-4B03-AA07DDC3E41F}"/>
                </a:ext>
              </a:extLst>
            </p:cNvPr>
            <p:cNvSpPr/>
            <p:nvPr/>
          </p:nvSpPr>
          <p:spPr>
            <a:xfrm>
              <a:off x="2256907" y="2061678"/>
              <a:ext cx="14" cy="149"/>
            </a:xfrm>
            <a:custGeom>
              <a:avLst/>
              <a:gdLst/>
              <a:ahLst/>
              <a:cxnLst/>
              <a:rect l="l" t="t" r="r" b="b"/>
              <a:pathLst>
                <a:path w="1" h="11" extrusionOk="0">
                  <a:moveTo>
                    <a:pt x="1" y="11"/>
                  </a:moveTo>
                  <a:lnTo>
                    <a:pt x="1" y="4"/>
                  </a:lnTo>
                  <a:cubicBezTo>
                    <a:pt x="1" y="0"/>
                    <a:pt x="1" y="7"/>
                    <a:pt x="1" y="1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85" name="Google Shape;7443;p80">
              <a:extLst>
                <a:ext uri="{FF2B5EF4-FFF2-40B4-BE49-F238E27FC236}">
                  <a16:creationId xmlns:a16="http://schemas.microsoft.com/office/drawing/2014/main" id="{972C81D1-8723-E547-B7DA-4451D51CF60C}"/>
                </a:ext>
              </a:extLst>
            </p:cNvPr>
            <p:cNvSpPr/>
            <p:nvPr/>
          </p:nvSpPr>
          <p:spPr>
            <a:xfrm>
              <a:off x="2215659" y="2008291"/>
              <a:ext cx="3802" cy="380"/>
            </a:xfrm>
            <a:custGeom>
              <a:avLst/>
              <a:gdLst/>
              <a:ahLst/>
              <a:cxnLst/>
              <a:rect l="l" t="t" r="r" b="b"/>
              <a:pathLst>
                <a:path w="280" h="28" extrusionOk="0">
                  <a:moveTo>
                    <a:pt x="280" y="1"/>
                  </a:moveTo>
                  <a:cubicBezTo>
                    <a:pt x="242" y="20"/>
                    <a:pt x="201" y="28"/>
                    <a:pt x="159" y="28"/>
                  </a:cubicBezTo>
                  <a:lnTo>
                    <a:pt x="159" y="28"/>
                  </a:lnTo>
                  <a:cubicBezTo>
                    <a:pt x="106" y="28"/>
                    <a:pt x="51" y="16"/>
                    <a:pt x="0" y="4"/>
                  </a:cubicBezTo>
                  <a:lnTo>
                    <a:pt x="0" y="4"/>
                  </a:lnTo>
                  <a:cubicBezTo>
                    <a:pt x="49" y="16"/>
                    <a:pt x="104" y="28"/>
                    <a:pt x="158" y="28"/>
                  </a:cubicBezTo>
                  <a:cubicBezTo>
                    <a:pt x="158" y="28"/>
                    <a:pt x="159" y="28"/>
                    <a:pt x="159" y="28"/>
                  </a:cubicBezTo>
                  <a:lnTo>
                    <a:pt x="159" y="28"/>
                  </a:lnTo>
                  <a:cubicBezTo>
                    <a:pt x="159" y="28"/>
                    <a:pt x="159" y="28"/>
                    <a:pt x="159" y="28"/>
                  </a:cubicBezTo>
                  <a:cubicBezTo>
                    <a:pt x="201" y="28"/>
                    <a:pt x="242" y="21"/>
                    <a:pt x="280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86" name="Google Shape;7444;p80">
              <a:extLst>
                <a:ext uri="{FF2B5EF4-FFF2-40B4-BE49-F238E27FC236}">
                  <a16:creationId xmlns:a16="http://schemas.microsoft.com/office/drawing/2014/main" id="{505FCE3C-119B-18C0-5546-3F55CA72BD4C}"/>
                </a:ext>
              </a:extLst>
            </p:cNvPr>
            <p:cNvSpPr/>
            <p:nvPr/>
          </p:nvSpPr>
          <p:spPr>
            <a:xfrm>
              <a:off x="2196121" y="2010572"/>
              <a:ext cx="15601" cy="3014"/>
            </a:xfrm>
            <a:custGeom>
              <a:avLst/>
              <a:gdLst/>
              <a:ahLst/>
              <a:cxnLst/>
              <a:rect l="l" t="t" r="r" b="b"/>
              <a:pathLst>
                <a:path w="1149" h="222" extrusionOk="0">
                  <a:moveTo>
                    <a:pt x="0" y="1"/>
                  </a:moveTo>
                  <a:lnTo>
                    <a:pt x="1135" y="221"/>
                  </a:lnTo>
                  <a:lnTo>
                    <a:pt x="1149" y="158"/>
                  </a:lnTo>
                  <a:lnTo>
                    <a:pt x="1135" y="221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87" name="Google Shape;7445;p80">
              <a:extLst>
                <a:ext uri="{FF2B5EF4-FFF2-40B4-BE49-F238E27FC236}">
                  <a16:creationId xmlns:a16="http://schemas.microsoft.com/office/drawing/2014/main" id="{2ADFF76D-5E16-49D9-D653-25B860D3F5B1}"/>
                </a:ext>
              </a:extLst>
            </p:cNvPr>
            <p:cNvSpPr/>
            <p:nvPr/>
          </p:nvSpPr>
          <p:spPr>
            <a:xfrm>
              <a:off x="2183955" y="2018040"/>
              <a:ext cx="14" cy="299"/>
            </a:xfrm>
            <a:custGeom>
              <a:avLst/>
              <a:gdLst/>
              <a:ahLst/>
              <a:cxnLst/>
              <a:rect l="l" t="t" r="r" b="b"/>
              <a:pathLst>
                <a:path w="1" h="22" extrusionOk="0">
                  <a:moveTo>
                    <a:pt x="0" y="21"/>
                  </a:moveTo>
                  <a:lnTo>
                    <a:pt x="0" y="0"/>
                  </a:lnTo>
                  <a:cubicBezTo>
                    <a:pt x="0" y="7"/>
                    <a:pt x="0" y="14"/>
                    <a:pt x="0" y="2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88" name="Google Shape;7446;p80">
              <a:extLst>
                <a:ext uri="{FF2B5EF4-FFF2-40B4-BE49-F238E27FC236}">
                  <a16:creationId xmlns:a16="http://schemas.microsoft.com/office/drawing/2014/main" id="{7E622E0F-8A74-592D-92B6-9737BFA09309}"/>
                </a:ext>
              </a:extLst>
            </p:cNvPr>
            <p:cNvSpPr/>
            <p:nvPr/>
          </p:nvSpPr>
          <p:spPr>
            <a:xfrm>
              <a:off x="2183806" y="2016845"/>
              <a:ext cx="68" cy="258"/>
            </a:xfrm>
            <a:custGeom>
              <a:avLst/>
              <a:gdLst/>
              <a:ahLst/>
              <a:cxnLst/>
              <a:rect l="l" t="t" r="r" b="b"/>
              <a:pathLst>
                <a:path w="5" h="19" extrusionOk="0">
                  <a:moveTo>
                    <a:pt x="4" y="18"/>
                  </a:moveTo>
                  <a:cubicBezTo>
                    <a:pt x="4" y="11"/>
                    <a:pt x="4" y="4"/>
                    <a:pt x="1" y="1"/>
                  </a:cubicBezTo>
                  <a:cubicBezTo>
                    <a:pt x="4" y="4"/>
                    <a:pt x="4" y="11"/>
                    <a:pt x="4" y="18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89" name="Google Shape;7447;p80">
              <a:extLst>
                <a:ext uri="{FF2B5EF4-FFF2-40B4-BE49-F238E27FC236}">
                  <a16:creationId xmlns:a16="http://schemas.microsoft.com/office/drawing/2014/main" id="{DE38AEFF-E6AA-AD85-64CF-AE0660161949}"/>
                </a:ext>
              </a:extLst>
            </p:cNvPr>
            <p:cNvSpPr/>
            <p:nvPr/>
          </p:nvSpPr>
          <p:spPr>
            <a:xfrm>
              <a:off x="2183901" y="2017469"/>
              <a:ext cx="68" cy="244"/>
            </a:xfrm>
            <a:custGeom>
              <a:avLst/>
              <a:gdLst/>
              <a:ahLst/>
              <a:cxnLst/>
              <a:rect l="l" t="t" r="r" b="b"/>
              <a:pathLst>
                <a:path w="5" h="18" extrusionOk="0">
                  <a:moveTo>
                    <a:pt x="4" y="0"/>
                  </a:moveTo>
                  <a:cubicBezTo>
                    <a:pt x="1" y="4"/>
                    <a:pt x="1" y="11"/>
                    <a:pt x="4" y="18"/>
                  </a:cubicBezTo>
                  <a:lnTo>
                    <a:pt x="4" y="0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90" name="Google Shape;7448;p80">
              <a:extLst>
                <a:ext uri="{FF2B5EF4-FFF2-40B4-BE49-F238E27FC236}">
                  <a16:creationId xmlns:a16="http://schemas.microsoft.com/office/drawing/2014/main" id="{E8A643C5-F09F-3C80-A16A-688A34487EFB}"/>
                </a:ext>
              </a:extLst>
            </p:cNvPr>
            <p:cNvSpPr/>
            <p:nvPr/>
          </p:nvSpPr>
          <p:spPr>
            <a:xfrm>
              <a:off x="2183955" y="2018651"/>
              <a:ext cx="14" cy="299"/>
            </a:xfrm>
            <a:custGeom>
              <a:avLst/>
              <a:gdLst/>
              <a:ahLst/>
              <a:cxnLst/>
              <a:rect l="l" t="t" r="r" b="b"/>
              <a:pathLst>
                <a:path w="1" h="22" extrusionOk="0">
                  <a:moveTo>
                    <a:pt x="0" y="1"/>
                  </a:moveTo>
                  <a:lnTo>
                    <a:pt x="0" y="22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91" name="Google Shape;7449;p80">
              <a:extLst>
                <a:ext uri="{FF2B5EF4-FFF2-40B4-BE49-F238E27FC236}">
                  <a16:creationId xmlns:a16="http://schemas.microsoft.com/office/drawing/2014/main" id="{890F03F0-FF48-49BD-076C-7FA95717BDD5}"/>
                </a:ext>
              </a:extLst>
            </p:cNvPr>
            <p:cNvSpPr/>
            <p:nvPr/>
          </p:nvSpPr>
          <p:spPr>
            <a:xfrm>
              <a:off x="2139218" y="2081542"/>
              <a:ext cx="14" cy="14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1" y="0"/>
                  </a:move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92" name="Google Shape;7450;p80">
              <a:extLst>
                <a:ext uri="{FF2B5EF4-FFF2-40B4-BE49-F238E27FC236}">
                  <a16:creationId xmlns:a16="http://schemas.microsoft.com/office/drawing/2014/main" id="{80BD5FF3-FA55-EF23-5171-87F31C43C87F}"/>
                </a:ext>
              </a:extLst>
            </p:cNvPr>
            <p:cNvSpPr/>
            <p:nvPr/>
          </p:nvSpPr>
          <p:spPr>
            <a:xfrm>
              <a:off x="2144404" y="2078500"/>
              <a:ext cx="109" cy="54"/>
            </a:xfrm>
            <a:custGeom>
              <a:avLst/>
              <a:gdLst/>
              <a:ahLst/>
              <a:cxnLst/>
              <a:rect l="l" t="t" r="r" b="b"/>
              <a:pathLst>
                <a:path w="8" h="4" extrusionOk="0">
                  <a:moveTo>
                    <a:pt x="1" y="4"/>
                  </a:moveTo>
                  <a:lnTo>
                    <a:pt x="8" y="0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93" name="Google Shape;7451;p80">
              <a:extLst>
                <a:ext uri="{FF2B5EF4-FFF2-40B4-BE49-F238E27FC236}">
                  <a16:creationId xmlns:a16="http://schemas.microsoft.com/office/drawing/2014/main" id="{9F5CEABA-A2AE-9AE0-501E-89155E00BE18}"/>
                </a:ext>
              </a:extLst>
            </p:cNvPr>
            <p:cNvSpPr/>
            <p:nvPr/>
          </p:nvSpPr>
          <p:spPr>
            <a:xfrm>
              <a:off x="2143644" y="2078785"/>
              <a:ext cx="204" cy="109"/>
            </a:xfrm>
            <a:custGeom>
              <a:avLst/>
              <a:gdLst/>
              <a:ahLst/>
              <a:cxnLst/>
              <a:rect l="l" t="t" r="r" b="b"/>
              <a:pathLst>
                <a:path w="15" h="8" extrusionOk="0">
                  <a:moveTo>
                    <a:pt x="0" y="7"/>
                  </a:moveTo>
                  <a:lnTo>
                    <a:pt x="14" y="0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94" name="Google Shape;7452;p80">
              <a:extLst>
                <a:ext uri="{FF2B5EF4-FFF2-40B4-BE49-F238E27FC236}">
                  <a16:creationId xmlns:a16="http://schemas.microsoft.com/office/drawing/2014/main" id="{FA72AC28-E6F9-5AAD-AFE9-BC7775D266A2}"/>
                </a:ext>
              </a:extLst>
            </p:cNvPr>
            <p:cNvSpPr/>
            <p:nvPr/>
          </p:nvSpPr>
          <p:spPr>
            <a:xfrm>
              <a:off x="2182910" y="2023783"/>
              <a:ext cx="149" cy="299"/>
            </a:xfrm>
            <a:custGeom>
              <a:avLst/>
              <a:gdLst/>
              <a:ahLst/>
              <a:cxnLst/>
              <a:rect l="l" t="t" r="r" b="b"/>
              <a:pathLst>
                <a:path w="11" h="22" extrusionOk="0">
                  <a:moveTo>
                    <a:pt x="0" y="22"/>
                  </a:moveTo>
                  <a:lnTo>
                    <a:pt x="11" y="1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95" name="Google Shape;7453;p80">
              <a:extLst>
                <a:ext uri="{FF2B5EF4-FFF2-40B4-BE49-F238E27FC236}">
                  <a16:creationId xmlns:a16="http://schemas.microsoft.com/office/drawing/2014/main" id="{06D41A61-D4AC-F560-26DD-EA3793822A1C}"/>
                </a:ext>
              </a:extLst>
            </p:cNvPr>
            <p:cNvSpPr/>
            <p:nvPr/>
          </p:nvSpPr>
          <p:spPr>
            <a:xfrm>
              <a:off x="2143929" y="2078690"/>
              <a:ext cx="149" cy="54"/>
            </a:xfrm>
            <a:custGeom>
              <a:avLst/>
              <a:gdLst/>
              <a:ahLst/>
              <a:cxnLst/>
              <a:rect l="l" t="t" r="r" b="b"/>
              <a:pathLst>
                <a:path w="11" h="4" extrusionOk="0">
                  <a:moveTo>
                    <a:pt x="0" y="4"/>
                  </a:moveTo>
                  <a:lnTo>
                    <a:pt x="11" y="0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96" name="Google Shape;7454;p80">
              <a:extLst>
                <a:ext uri="{FF2B5EF4-FFF2-40B4-BE49-F238E27FC236}">
                  <a16:creationId xmlns:a16="http://schemas.microsoft.com/office/drawing/2014/main" id="{9E744D80-7B8B-1911-9677-DFE0AF9E5327}"/>
                </a:ext>
              </a:extLst>
            </p:cNvPr>
            <p:cNvSpPr/>
            <p:nvPr/>
          </p:nvSpPr>
          <p:spPr>
            <a:xfrm>
              <a:off x="2182720" y="2024163"/>
              <a:ext cx="149" cy="258"/>
            </a:xfrm>
            <a:custGeom>
              <a:avLst/>
              <a:gdLst/>
              <a:ahLst/>
              <a:cxnLst/>
              <a:rect l="l" t="t" r="r" b="b"/>
              <a:pathLst>
                <a:path w="11" h="19" extrusionOk="0">
                  <a:moveTo>
                    <a:pt x="0" y="18"/>
                  </a:moveTo>
                  <a:lnTo>
                    <a:pt x="11" y="1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97" name="Google Shape;7455;p80">
              <a:extLst>
                <a:ext uri="{FF2B5EF4-FFF2-40B4-BE49-F238E27FC236}">
                  <a16:creationId xmlns:a16="http://schemas.microsoft.com/office/drawing/2014/main" id="{DC053DB9-37F2-0587-6DDC-292B7613DE50}"/>
                </a:ext>
              </a:extLst>
            </p:cNvPr>
            <p:cNvSpPr/>
            <p:nvPr/>
          </p:nvSpPr>
          <p:spPr>
            <a:xfrm>
              <a:off x="2183765" y="2020932"/>
              <a:ext cx="54" cy="299"/>
            </a:xfrm>
            <a:custGeom>
              <a:avLst/>
              <a:gdLst/>
              <a:ahLst/>
              <a:cxnLst/>
              <a:rect l="l" t="t" r="r" b="b"/>
              <a:pathLst>
                <a:path w="4" h="22" extrusionOk="0">
                  <a:moveTo>
                    <a:pt x="0" y="22"/>
                  </a:moveTo>
                  <a:cubicBezTo>
                    <a:pt x="0" y="15"/>
                    <a:pt x="4" y="8"/>
                    <a:pt x="4" y="1"/>
                  </a:cubicBezTo>
                  <a:cubicBezTo>
                    <a:pt x="4" y="8"/>
                    <a:pt x="0" y="15"/>
                    <a:pt x="0" y="22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98" name="Google Shape;7456;p80">
              <a:extLst>
                <a:ext uri="{FF2B5EF4-FFF2-40B4-BE49-F238E27FC236}">
                  <a16:creationId xmlns:a16="http://schemas.microsoft.com/office/drawing/2014/main" id="{C78487C0-BD69-546A-1CA1-DF5A862B4191}"/>
                </a:ext>
              </a:extLst>
            </p:cNvPr>
            <p:cNvSpPr/>
            <p:nvPr/>
          </p:nvSpPr>
          <p:spPr>
            <a:xfrm>
              <a:off x="2144839" y="2078405"/>
              <a:ext cx="774" cy="489"/>
            </a:xfrm>
            <a:custGeom>
              <a:avLst/>
              <a:gdLst/>
              <a:ahLst/>
              <a:cxnLst/>
              <a:rect l="l" t="t" r="r" b="b"/>
              <a:pathLst>
                <a:path w="57" h="36" extrusionOk="0">
                  <a:moveTo>
                    <a:pt x="0" y="0"/>
                  </a:moveTo>
                  <a:cubicBezTo>
                    <a:pt x="21" y="11"/>
                    <a:pt x="39" y="21"/>
                    <a:pt x="56" y="35"/>
                  </a:cubicBezTo>
                  <a:cubicBezTo>
                    <a:pt x="39" y="21"/>
                    <a:pt x="21" y="11"/>
                    <a:pt x="0" y="0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99" name="Google Shape;7457;p80">
              <a:extLst>
                <a:ext uri="{FF2B5EF4-FFF2-40B4-BE49-F238E27FC236}">
                  <a16:creationId xmlns:a16="http://schemas.microsoft.com/office/drawing/2014/main" id="{6B773A63-81E4-63A7-565D-38C90EDFD79B}"/>
                </a:ext>
              </a:extLst>
            </p:cNvPr>
            <p:cNvSpPr/>
            <p:nvPr/>
          </p:nvSpPr>
          <p:spPr>
            <a:xfrm>
              <a:off x="2183670" y="2021461"/>
              <a:ext cx="54" cy="299"/>
            </a:xfrm>
            <a:custGeom>
              <a:avLst/>
              <a:gdLst/>
              <a:ahLst/>
              <a:cxnLst/>
              <a:rect l="l" t="t" r="r" b="b"/>
              <a:pathLst>
                <a:path w="4" h="22" extrusionOk="0">
                  <a:moveTo>
                    <a:pt x="0" y="21"/>
                  </a:moveTo>
                  <a:cubicBezTo>
                    <a:pt x="0" y="14"/>
                    <a:pt x="4" y="7"/>
                    <a:pt x="4" y="0"/>
                  </a:cubicBezTo>
                  <a:cubicBezTo>
                    <a:pt x="4" y="7"/>
                    <a:pt x="0" y="14"/>
                    <a:pt x="0" y="2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00" name="Google Shape;7458;p80">
              <a:extLst>
                <a:ext uri="{FF2B5EF4-FFF2-40B4-BE49-F238E27FC236}">
                  <a16:creationId xmlns:a16="http://schemas.microsoft.com/office/drawing/2014/main" id="{9AD6D877-FAF7-BF27-9AA1-911E38B100ED}"/>
                </a:ext>
              </a:extLst>
            </p:cNvPr>
            <p:cNvSpPr/>
            <p:nvPr/>
          </p:nvSpPr>
          <p:spPr>
            <a:xfrm>
              <a:off x="2143359" y="2078975"/>
              <a:ext cx="149" cy="54"/>
            </a:xfrm>
            <a:custGeom>
              <a:avLst/>
              <a:gdLst/>
              <a:ahLst/>
              <a:cxnLst/>
              <a:rect l="l" t="t" r="r" b="b"/>
              <a:pathLst>
                <a:path w="11" h="4" extrusionOk="0">
                  <a:moveTo>
                    <a:pt x="0" y="4"/>
                  </a:moveTo>
                  <a:lnTo>
                    <a:pt x="11" y="0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01" name="Google Shape;7459;p80">
              <a:extLst>
                <a:ext uri="{FF2B5EF4-FFF2-40B4-BE49-F238E27FC236}">
                  <a16:creationId xmlns:a16="http://schemas.microsoft.com/office/drawing/2014/main" id="{9D394FF2-723B-F4CD-2386-FC1C12DEDE97}"/>
                </a:ext>
              </a:extLst>
            </p:cNvPr>
            <p:cNvSpPr/>
            <p:nvPr/>
          </p:nvSpPr>
          <p:spPr>
            <a:xfrm>
              <a:off x="2183236" y="2022928"/>
              <a:ext cx="109" cy="299"/>
            </a:xfrm>
            <a:custGeom>
              <a:avLst/>
              <a:gdLst/>
              <a:ahLst/>
              <a:cxnLst/>
              <a:rect l="l" t="t" r="r" b="b"/>
              <a:pathLst>
                <a:path w="8" h="22" extrusionOk="0">
                  <a:moveTo>
                    <a:pt x="1" y="22"/>
                  </a:moveTo>
                  <a:cubicBezTo>
                    <a:pt x="4" y="15"/>
                    <a:pt x="8" y="8"/>
                    <a:pt x="8" y="1"/>
                  </a:cubicBezTo>
                  <a:cubicBezTo>
                    <a:pt x="8" y="8"/>
                    <a:pt x="4" y="15"/>
                    <a:pt x="1" y="22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02" name="Google Shape;7460;p80">
              <a:extLst>
                <a:ext uri="{FF2B5EF4-FFF2-40B4-BE49-F238E27FC236}">
                  <a16:creationId xmlns:a16="http://schemas.microsoft.com/office/drawing/2014/main" id="{582C5E1E-9B73-36EE-2559-341CFCB1B992}"/>
                </a:ext>
              </a:extLst>
            </p:cNvPr>
            <p:cNvSpPr/>
            <p:nvPr/>
          </p:nvSpPr>
          <p:spPr>
            <a:xfrm>
              <a:off x="2142979" y="2079111"/>
              <a:ext cx="204" cy="109"/>
            </a:xfrm>
            <a:custGeom>
              <a:avLst/>
              <a:gdLst/>
              <a:ahLst/>
              <a:cxnLst/>
              <a:rect l="l" t="t" r="r" b="b"/>
              <a:pathLst>
                <a:path w="15" h="8" extrusionOk="0">
                  <a:moveTo>
                    <a:pt x="0" y="8"/>
                  </a:moveTo>
                  <a:lnTo>
                    <a:pt x="14" y="1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03" name="Google Shape;7461;p80">
              <a:extLst>
                <a:ext uri="{FF2B5EF4-FFF2-40B4-BE49-F238E27FC236}">
                  <a16:creationId xmlns:a16="http://schemas.microsoft.com/office/drawing/2014/main" id="{44588C11-10E0-16C6-0168-27BC7CB81A85}"/>
                </a:ext>
              </a:extLst>
            </p:cNvPr>
            <p:cNvSpPr/>
            <p:nvPr/>
          </p:nvSpPr>
          <p:spPr>
            <a:xfrm>
              <a:off x="2183521" y="2021977"/>
              <a:ext cx="109" cy="299"/>
            </a:xfrm>
            <a:custGeom>
              <a:avLst/>
              <a:gdLst/>
              <a:ahLst/>
              <a:cxnLst/>
              <a:rect l="l" t="t" r="r" b="b"/>
              <a:pathLst>
                <a:path w="8" h="22" extrusionOk="0">
                  <a:moveTo>
                    <a:pt x="8" y="1"/>
                  </a:moveTo>
                  <a:cubicBezTo>
                    <a:pt x="4" y="8"/>
                    <a:pt x="1" y="15"/>
                    <a:pt x="1" y="22"/>
                  </a:cubicBezTo>
                  <a:cubicBezTo>
                    <a:pt x="4" y="15"/>
                    <a:pt x="4" y="8"/>
                    <a:pt x="8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04" name="Google Shape;7462;p80">
              <a:extLst>
                <a:ext uri="{FF2B5EF4-FFF2-40B4-BE49-F238E27FC236}">
                  <a16:creationId xmlns:a16="http://schemas.microsoft.com/office/drawing/2014/main" id="{341944AD-978F-33E5-D40F-90994864709C}"/>
                </a:ext>
              </a:extLst>
            </p:cNvPr>
            <p:cNvSpPr/>
            <p:nvPr/>
          </p:nvSpPr>
          <p:spPr>
            <a:xfrm>
              <a:off x="2183385" y="2022452"/>
              <a:ext cx="109" cy="299"/>
            </a:xfrm>
            <a:custGeom>
              <a:avLst/>
              <a:gdLst/>
              <a:ahLst/>
              <a:cxnLst/>
              <a:rect l="l" t="t" r="r" b="b"/>
              <a:pathLst>
                <a:path w="8" h="22" extrusionOk="0">
                  <a:moveTo>
                    <a:pt x="0" y="22"/>
                  </a:moveTo>
                  <a:cubicBezTo>
                    <a:pt x="4" y="15"/>
                    <a:pt x="7" y="8"/>
                    <a:pt x="7" y="1"/>
                  </a:cubicBezTo>
                  <a:cubicBezTo>
                    <a:pt x="7" y="8"/>
                    <a:pt x="4" y="15"/>
                    <a:pt x="0" y="22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05" name="Google Shape;7463;p80">
              <a:extLst>
                <a:ext uri="{FF2B5EF4-FFF2-40B4-BE49-F238E27FC236}">
                  <a16:creationId xmlns:a16="http://schemas.microsoft.com/office/drawing/2014/main" id="{F289B665-E7CC-65F4-A10F-ABB6945E878F}"/>
                </a:ext>
              </a:extLst>
            </p:cNvPr>
            <p:cNvSpPr/>
            <p:nvPr/>
          </p:nvSpPr>
          <p:spPr>
            <a:xfrm>
              <a:off x="2183100" y="2023362"/>
              <a:ext cx="109" cy="299"/>
            </a:xfrm>
            <a:custGeom>
              <a:avLst/>
              <a:gdLst/>
              <a:ahLst/>
              <a:cxnLst/>
              <a:rect l="l" t="t" r="r" b="b"/>
              <a:pathLst>
                <a:path w="8" h="22" extrusionOk="0">
                  <a:moveTo>
                    <a:pt x="0" y="21"/>
                  </a:moveTo>
                  <a:cubicBezTo>
                    <a:pt x="4" y="14"/>
                    <a:pt x="4" y="7"/>
                    <a:pt x="7" y="0"/>
                  </a:cubicBezTo>
                  <a:cubicBezTo>
                    <a:pt x="4" y="7"/>
                    <a:pt x="4" y="14"/>
                    <a:pt x="0" y="2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06" name="Google Shape;7464;p80">
              <a:extLst>
                <a:ext uri="{FF2B5EF4-FFF2-40B4-BE49-F238E27FC236}">
                  <a16:creationId xmlns:a16="http://schemas.microsoft.com/office/drawing/2014/main" id="{B36DF170-608B-EBF1-E36D-ECCAD1C48ECD}"/>
                </a:ext>
              </a:extLst>
            </p:cNvPr>
            <p:cNvSpPr/>
            <p:nvPr/>
          </p:nvSpPr>
          <p:spPr>
            <a:xfrm>
              <a:off x="2139462" y="2081107"/>
              <a:ext cx="394" cy="299"/>
            </a:xfrm>
            <a:custGeom>
              <a:avLst/>
              <a:gdLst/>
              <a:ahLst/>
              <a:cxnLst/>
              <a:rect l="l" t="t" r="r" b="b"/>
              <a:pathLst>
                <a:path w="29" h="22" extrusionOk="0">
                  <a:moveTo>
                    <a:pt x="0" y="22"/>
                  </a:moveTo>
                  <a:lnTo>
                    <a:pt x="28" y="1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07" name="Google Shape;7465;p80">
              <a:extLst>
                <a:ext uri="{FF2B5EF4-FFF2-40B4-BE49-F238E27FC236}">
                  <a16:creationId xmlns:a16="http://schemas.microsoft.com/office/drawing/2014/main" id="{E6ED25CF-8F16-D6D0-93BD-9057AAB513E7}"/>
                </a:ext>
              </a:extLst>
            </p:cNvPr>
            <p:cNvSpPr/>
            <p:nvPr/>
          </p:nvSpPr>
          <p:spPr>
            <a:xfrm>
              <a:off x="2140127" y="2080727"/>
              <a:ext cx="339" cy="258"/>
            </a:xfrm>
            <a:custGeom>
              <a:avLst/>
              <a:gdLst/>
              <a:ahLst/>
              <a:cxnLst/>
              <a:rect l="l" t="t" r="r" b="b"/>
              <a:pathLst>
                <a:path w="25" h="19" extrusionOk="0">
                  <a:moveTo>
                    <a:pt x="0" y="18"/>
                  </a:moveTo>
                  <a:lnTo>
                    <a:pt x="25" y="1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08" name="Google Shape;7466;p80">
              <a:extLst>
                <a:ext uri="{FF2B5EF4-FFF2-40B4-BE49-F238E27FC236}">
                  <a16:creationId xmlns:a16="http://schemas.microsoft.com/office/drawing/2014/main" id="{ECCFCBD8-906E-F41D-767E-603A47B7977F}"/>
                </a:ext>
              </a:extLst>
            </p:cNvPr>
            <p:cNvSpPr/>
            <p:nvPr/>
          </p:nvSpPr>
          <p:spPr>
            <a:xfrm>
              <a:off x="2140697" y="2080401"/>
              <a:ext cx="299" cy="204"/>
            </a:xfrm>
            <a:custGeom>
              <a:avLst/>
              <a:gdLst/>
              <a:ahLst/>
              <a:cxnLst/>
              <a:rect l="l" t="t" r="r" b="b"/>
              <a:pathLst>
                <a:path w="22" h="15" extrusionOk="0">
                  <a:moveTo>
                    <a:pt x="0" y="14"/>
                  </a:moveTo>
                  <a:lnTo>
                    <a:pt x="21" y="0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09" name="Google Shape;7467;p80">
              <a:extLst>
                <a:ext uri="{FF2B5EF4-FFF2-40B4-BE49-F238E27FC236}">
                  <a16:creationId xmlns:a16="http://schemas.microsoft.com/office/drawing/2014/main" id="{9B35401F-AC85-6B59-6AFA-805787F425AB}"/>
                </a:ext>
              </a:extLst>
            </p:cNvPr>
            <p:cNvSpPr/>
            <p:nvPr/>
          </p:nvSpPr>
          <p:spPr>
            <a:xfrm>
              <a:off x="2183860" y="2020361"/>
              <a:ext cx="14" cy="299"/>
            </a:xfrm>
            <a:custGeom>
              <a:avLst/>
              <a:gdLst/>
              <a:ahLst/>
              <a:cxnLst/>
              <a:rect l="l" t="t" r="r" b="b"/>
              <a:pathLst>
                <a:path w="1" h="22" extrusionOk="0">
                  <a:moveTo>
                    <a:pt x="0" y="22"/>
                  </a:moveTo>
                  <a:cubicBezTo>
                    <a:pt x="0" y="15"/>
                    <a:pt x="0" y="8"/>
                    <a:pt x="0" y="1"/>
                  </a:cubicBezTo>
                  <a:cubicBezTo>
                    <a:pt x="0" y="8"/>
                    <a:pt x="0" y="15"/>
                    <a:pt x="0" y="22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10" name="Google Shape;7468;p80">
              <a:extLst>
                <a:ext uri="{FF2B5EF4-FFF2-40B4-BE49-F238E27FC236}">
                  <a16:creationId xmlns:a16="http://schemas.microsoft.com/office/drawing/2014/main" id="{CAEEF6E4-4ACC-85A8-0C0F-1B33AB85ACBB}"/>
                </a:ext>
              </a:extLst>
            </p:cNvPr>
            <p:cNvSpPr/>
            <p:nvPr/>
          </p:nvSpPr>
          <p:spPr>
            <a:xfrm>
              <a:off x="2141213" y="2080062"/>
              <a:ext cx="299" cy="204"/>
            </a:xfrm>
            <a:custGeom>
              <a:avLst/>
              <a:gdLst/>
              <a:ahLst/>
              <a:cxnLst/>
              <a:rect l="l" t="t" r="r" b="b"/>
              <a:pathLst>
                <a:path w="22" h="15" extrusionOk="0">
                  <a:moveTo>
                    <a:pt x="1" y="15"/>
                  </a:moveTo>
                  <a:lnTo>
                    <a:pt x="22" y="1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11" name="Google Shape;7469;p80">
              <a:extLst>
                <a:ext uri="{FF2B5EF4-FFF2-40B4-BE49-F238E27FC236}">
                  <a16:creationId xmlns:a16="http://schemas.microsoft.com/office/drawing/2014/main" id="{BAFBD02E-58CC-1216-E8D9-6FAFCB3760C5}"/>
                </a:ext>
              </a:extLst>
            </p:cNvPr>
            <p:cNvSpPr/>
            <p:nvPr/>
          </p:nvSpPr>
          <p:spPr>
            <a:xfrm>
              <a:off x="2183955" y="2019275"/>
              <a:ext cx="14" cy="299"/>
            </a:xfrm>
            <a:custGeom>
              <a:avLst/>
              <a:gdLst/>
              <a:ahLst/>
              <a:cxnLst/>
              <a:rect l="l" t="t" r="r" b="b"/>
              <a:pathLst>
                <a:path w="1" h="22" extrusionOk="0">
                  <a:moveTo>
                    <a:pt x="0" y="21"/>
                  </a:moveTo>
                  <a:lnTo>
                    <a:pt x="0" y="0"/>
                  </a:lnTo>
                  <a:cubicBezTo>
                    <a:pt x="0" y="4"/>
                    <a:pt x="0" y="11"/>
                    <a:pt x="0" y="2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12" name="Google Shape;7470;p80">
              <a:extLst>
                <a:ext uri="{FF2B5EF4-FFF2-40B4-BE49-F238E27FC236}">
                  <a16:creationId xmlns:a16="http://schemas.microsoft.com/office/drawing/2014/main" id="{669F3983-EF87-DB48-1998-22B520F750ED}"/>
                </a:ext>
              </a:extLst>
            </p:cNvPr>
            <p:cNvSpPr/>
            <p:nvPr/>
          </p:nvSpPr>
          <p:spPr>
            <a:xfrm>
              <a:off x="2141743" y="2079777"/>
              <a:ext cx="244" cy="204"/>
            </a:xfrm>
            <a:custGeom>
              <a:avLst/>
              <a:gdLst/>
              <a:ahLst/>
              <a:cxnLst/>
              <a:rect l="l" t="t" r="r" b="b"/>
              <a:pathLst>
                <a:path w="18" h="15" extrusionOk="0">
                  <a:moveTo>
                    <a:pt x="0" y="15"/>
                  </a:moveTo>
                  <a:lnTo>
                    <a:pt x="18" y="1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13" name="Google Shape;7471;p80">
              <a:extLst>
                <a:ext uri="{FF2B5EF4-FFF2-40B4-BE49-F238E27FC236}">
                  <a16:creationId xmlns:a16="http://schemas.microsoft.com/office/drawing/2014/main" id="{56D73A37-5444-E0B0-1639-3D7702C0253F}"/>
                </a:ext>
              </a:extLst>
            </p:cNvPr>
            <p:cNvSpPr/>
            <p:nvPr/>
          </p:nvSpPr>
          <p:spPr>
            <a:xfrm>
              <a:off x="2144214" y="2078595"/>
              <a:ext cx="109" cy="54"/>
            </a:xfrm>
            <a:custGeom>
              <a:avLst/>
              <a:gdLst/>
              <a:ahLst/>
              <a:cxnLst/>
              <a:rect l="l" t="t" r="r" b="b"/>
              <a:pathLst>
                <a:path w="8" h="4" extrusionOk="0">
                  <a:moveTo>
                    <a:pt x="1" y="4"/>
                  </a:moveTo>
                  <a:lnTo>
                    <a:pt x="8" y="0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14" name="Google Shape;7472;p80">
              <a:extLst>
                <a:ext uri="{FF2B5EF4-FFF2-40B4-BE49-F238E27FC236}">
                  <a16:creationId xmlns:a16="http://schemas.microsoft.com/office/drawing/2014/main" id="{6F2AE0A5-AC5E-3DC0-BEB2-2A872B093365}"/>
                </a:ext>
              </a:extLst>
            </p:cNvPr>
            <p:cNvSpPr/>
            <p:nvPr/>
          </p:nvSpPr>
          <p:spPr>
            <a:xfrm>
              <a:off x="2142164" y="2079546"/>
              <a:ext cx="258" cy="149"/>
            </a:xfrm>
            <a:custGeom>
              <a:avLst/>
              <a:gdLst/>
              <a:ahLst/>
              <a:cxnLst/>
              <a:rect l="l" t="t" r="r" b="b"/>
              <a:pathLst>
                <a:path w="19" h="11" extrusionOk="0">
                  <a:moveTo>
                    <a:pt x="1" y="11"/>
                  </a:moveTo>
                  <a:lnTo>
                    <a:pt x="18" y="0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15" name="Google Shape;7473;p80">
              <a:extLst>
                <a:ext uri="{FF2B5EF4-FFF2-40B4-BE49-F238E27FC236}">
                  <a16:creationId xmlns:a16="http://schemas.microsoft.com/office/drawing/2014/main" id="{43FC4AB8-89E8-1D5C-FE22-DDF20582B4E9}"/>
                </a:ext>
              </a:extLst>
            </p:cNvPr>
            <p:cNvSpPr/>
            <p:nvPr/>
          </p:nvSpPr>
          <p:spPr>
            <a:xfrm>
              <a:off x="2142598" y="2079301"/>
              <a:ext cx="244" cy="163"/>
            </a:xfrm>
            <a:custGeom>
              <a:avLst/>
              <a:gdLst/>
              <a:ahLst/>
              <a:cxnLst/>
              <a:rect l="l" t="t" r="r" b="b"/>
              <a:pathLst>
                <a:path w="18" h="12" extrusionOk="0">
                  <a:moveTo>
                    <a:pt x="0" y="11"/>
                  </a:moveTo>
                  <a:lnTo>
                    <a:pt x="18" y="1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16" name="Google Shape;7474;p80">
              <a:extLst>
                <a:ext uri="{FF2B5EF4-FFF2-40B4-BE49-F238E27FC236}">
                  <a16:creationId xmlns:a16="http://schemas.microsoft.com/office/drawing/2014/main" id="{57B7D824-9B89-4CE2-2F11-6BA510F75A0B}"/>
                </a:ext>
              </a:extLst>
            </p:cNvPr>
            <p:cNvSpPr/>
            <p:nvPr/>
          </p:nvSpPr>
          <p:spPr>
            <a:xfrm>
              <a:off x="2144594" y="2078500"/>
              <a:ext cx="109" cy="14"/>
            </a:xfrm>
            <a:custGeom>
              <a:avLst/>
              <a:gdLst/>
              <a:ahLst/>
              <a:cxnLst/>
              <a:rect l="l" t="t" r="r" b="b"/>
              <a:pathLst>
                <a:path w="8" h="1" extrusionOk="0">
                  <a:moveTo>
                    <a:pt x="1" y="0"/>
                  </a:moveTo>
                  <a:lnTo>
                    <a:pt x="8" y="0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17" name="Google Shape;7475;p80">
              <a:extLst>
                <a:ext uri="{FF2B5EF4-FFF2-40B4-BE49-F238E27FC236}">
                  <a16:creationId xmlns:a16="http://schemas.microsoft.com/office/drawing/2014/main" id="{5315AAB5-0144-4DEF-775F-CD79E50F9590}"/>
                </a:ext>
              </a:extLst>
            </p:cNvPr>
            <p:cNvSpPr/>
            <p:nvPr/>
          </p:nvSpPr>
          <p:spPr>
            <a:xfrm>
              <a:off x="2144744" y="2078446"/>
              <a:ext cx="95" cy="14"/>
            </a:xfrm>
            <a:custGeom>
              <a:avLst/>
              <a:gdLst/>
              <a:ahLst/>
              <a:cxnLst/>
              <a:rect l="l" t="t" r="r" b="b"/>
              <a:pathLst>
                <a:path w="7" h="1" extrusionOk="0">
                  <a:moveTo>
                    <a:pt x="0" y="1"/>
                  </a:moveTo>
                  <a:lnTo>
                    <a:pt x="7" y="1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18" name="Google Shape;7476;p80">
              <a:extLst>
                <a:ext uri="{FF2B5EF4-FFF2-40B4-BE49-F238E27FC236}">
                  <a16:creationId xmlns:a16="http://schemas.microsoft.com/office/drawing/2014/main" id="{6CCA7A4F-0618-799E-6A45-9221759BA478}"/>
                </a:ext>
              </a:extLst>
            </p:cNvPr>
            <p:cNvSpPr/>
            <p:nvPr/>
          </p:nvSpPr>
          <p:spPr>
            <a:xfrm>
              <a:off x="2183901" y="2019845"/>
              <a:ext cx="14" cy="244"/>
            </a:xfrm>
            <a:custGeom>
              <a:avLst/>
              <a:gdLst/>
              <a:ahLst/>
              <a:cxnLst/>
              <a:rect l="l" t="t" r="r" b="b"/>
              <a:pathLst>
                <a:path w="1" h="18" extrusionOk="0">
                  <a:moveTo>
                    <a:pt x="1" y="18"/>
                  </a:moveTo>
                  <a:lnTo>
                    <a:pt x="1" y="0"/>
                  </a:lnTo>
                  <a:cubicBezTo>
                    <a:pt x="1" y="7"/>
                    <a:pt x="1" y="11"/>
                    <a:pt x="1" y="18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19" name="Google Shape;7477;p80">
              <a:extLst>
                <a:ext uri="{FF2B5EF4-FFF2-40B4-BE49-F238E27FC236}">
                  <a16:creationId xmlns:a16="http://schemas.microsoft.com/office/drawing/2014/main" id="{4035F2D8-0ABC-7AFA-434B-E10B71F9BFF9}"/>
                </a:ext>
              </a:extLst>
            </p:cNvPr>
            <p:cNvSpPr/>
            <p:nvPr/>
          </p:nvSpPr>
          <p:spPr>
            <a:xfrm>
              <a:off x="2246887" y="2005399"/>
              <a:ext cx="109" cy="54"/>
            </a:xfrm>
            <a:custGeom>
              <a:avLst/>
              <a:gdLst/>
              <a:ahLst/>
              <a:cxnLst/>
              <a:rect l="l" t="t" r="r" b="b"/>
              <a:pathLst>
                <a:path w="8" h="4" extrusionOk="0">
                  <a:moveTo>
                    <a:pt x="0" y="0"/>
                  </a:moveTo>
                  <a:lnTo>
                    <a:pt x="7" y="4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20" name="Google Shape;7478;p80">
              <a:extLst>
                <a:ext uri="{FF2B5EF4-FFF2-40B4-BE49-F238E27FC236}">
                  <a16:creationId xmlns:a16="http://schemas.microsoft.com/office/drawing/2014/main" id="{4F3737EE-F9B8-B81E-B673-76C3E05FEE45}"/>
                </a:ext>
              </a:extLst>
            </p:cNvPr>
            <p:cNvSpPr/>
            <p:nvPr/>
          </p:nvSpPr>
          <p:spPr>
            <a:xfrm>
              <a:off x="2263194" y="2009812"/>
              <a:ext cx="14" cy="14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0" y="1"/>
                  </a:move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21" name="Google Shape;7479;p80">
              <a:extLst>
                <a:ext uri="{FF2B5EF4-FFF2-40B4-BE49-F238E27FC236}">
                  <a16:creationId xmlns:a16="http://schemas.microsoft.com/office/drawing/2014/main" id="{7EA6430B-6DF1-BC72-0A1A-1AB85CC9335F}"/>
                </a:ext>
              </a:extLst>
            </p:cNvPr>
            <p:cNvSpPr/>
            <p:nvPr/>
          </p:nvSpPr>
          <p:spPr>
            <a:xfrm>
              <a:off x="2260818" y="2010572"/>
              <a:ext cx="299" cy="258"/>
            </a:xfrm>
            <a:custGeom>
              <a:avLst/>
              <a:gdLst/>
              <a:ahLst/>
              <a:cxnLst/>
              <a:rect l="l" t="t" r="r" b="b"/>
              <a:pathLst>
                <a:path w="22" h="19" extrusionOk="0">
                  <a:moveTo>
                    <a:pt x="0" y="18"/>
                  </a:moveTo>
                  <a:lnTo>
                    <a:pt x="0" y="18"/>
                  </a:lnTo>
                  <a:lnTo>
                    <a:pt x="21" y="1"/>
                  </a:lnTo>
                  <a:lnTo>
                    <a:pt x="0" y="18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22" name="Google Shape;7480;p80">
              <a:extLst>
                <a:ext uri="{FF2B5EF4-FFF2-40B4-BE49-F238E27FC236}">
                  <a16:creationId xmlns:a16="http://schemas.microsoft.com/office/drawing/2014/main" id="{CFDCF353-6BCC-39AF-4268-A2D397CC4609}"/>
                </a:ext>
              </a:extLst>
            </p:cNvPr>
            <p:cNvSpPr/>
            <p:nvPr/>
          </p:nvSpPr>
          <p:spPr>
            <a:xfrm>
              <a:off x="2266235" y="2012093"/>
              <a:ext cx="394" cy="353"/>
            </a:xfrm>
            <a:custGeom>
              <a:avLst/>
              <a:gdLst/>
              <a:ahLst/>
              <a:cxnLst/>
              <a:rect l="l" t="t" r="r" b="b"/>
              <a:pathLst>
                <a:path w="29" h="26" extrusionOk="0">
                  <a:moveTo>
                    <a:pt x="28" y="25"/>
                  </a:moveTo>
                  <a:lnTo>
                    <a:pt x="0" y="1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23" name="Google Shape;7481;p80">
              <a:extLst>
                <a:ext uri="{FF2B5EF4-FFF2-40B4-BE49-F238E27FC236}">
                  <a16:creationId xmlns:a16="http://schemas.microsoft.com/office/drawing/2014/main" id="{9B14EE4C-2588-1DB4-42C2-51DD7C679AAE}"/>
                </a:ext>
              </a:extLst>
            </p:cNvPr>
            <p:cNvSpPr/>
            <p:nvPr/>
          </p:nvSpPr>
          <p:spPr>
            <a:xfrm>
              <a:off x="2265665" y="2011617"/>
              <a:ext cx="394" cy="353"/>
            </a:xfrm>
            <a:custGeom>
              <a:avLst/>
              <a:gdLst/>
              <a:ahLst/>
              <a:cxnLst/>
              <a:rect l="l" t="t" r="r" b="b"/>
              <a:pathLst>
                <a:path w="29" h="26" extrusionOk="0">
                  <a:moveTo>
                    <a:pt x="28" y="25"/>
                  </a:moveTo>
                  <a:lnTo>
                    <a:pt x="0" y="1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24" name="Google Shape;7482;p80">
              <a:extLst>
                <a:ext uri="{FF2B5EF4-FFF2-40B4-BE49-F238E27FC236}">
                  <a16:creationId xmlns:a16="http://schemas.microsoft.com/office/drawing/2014/main" id="{3C1FE0B0-BDBD-157C-2FD4-0BC9973658B3}"/>
                </a:ext>
              </a:extLst>
            </p:cNvPr>
            <p:cNvSpPr/>
            <p:nvPr/>
          </p:nvSpPr>
          <p:spPr>
            <a:xfrm>
              <a:off x="2265190" y="2011197"/>
              <a:ext cx="339" cy="339"/>
            </a:xfrm>
            <a:custGeom>
              <a:avLst/>
              <a:gdLst/>
              <a:ahLst/>
              <a:cxnLst/>
              <a:rect l="l" t="t" r="r" b="b"/>
              <a:pathLst>
                <a:path w="25" h="25" extrusionOk="0">
                  <a:moveTo>
                    <a:pt x="25" y="25"/>
                  </a:moveTo>
                  <a:lnTo>
                    <a:pt x="0" y="0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25" name="Google Shape;7483;p80">
              <a:extLst>
                <a:ext uri="{FF2B5EF4-FFF2-40B4-BE49-F238E27FC236}">
                  <a16:creationId xmlns:a16="http://schemas.microsoft.com/office/drawing/2014/main" id="{AF029430-5F43-47FF-245D-24C8179642EC}"/>
                </a:ext>
              </a:extLst>
            </p:cNvPr>
            <p:cNvSpPr/>
            <p:nvPr/>
          </p:nvSpPr>
          <p:spPr>
            <a:xfrm>
              <a:off x="2246643" y="2005155"/>
              <a:ext cx="68" cy="68"/>
            </a:xfrm>
            <a:custGeom>
              <a:avLst/>
              <a:gdLst/>
              <a:ahLst/>
              <a:cxnLst/>
              <a:rect l="l" t="t" r="r" b="b"/>
              <a:pathLst>
                <a:path w="5" h="5" extrusionOk="0">
                  <a:moveTo>
                    <a:pt x="1" y="1"/>
                  </a:moveTo>
                  <a:lnTo>
                    <a:pt x="4" y="4"/>
                  </a:lnTo>
                  <a:lnTo>
                    <a:pt x="1" y="1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26" name="Google Shape;7484;p80">
              <a:extLst>
                <a:ext uri="{FF2B5EF4-FFF2-40B4-BE49-F238E27FC236}">
                  <a16:creationId xmlns:a16="http://schemas.microsoft.com/office/drawing/2014/main" id="{96250DD3-4CD0-AA1D-D08B-1C0C01AB2276}"/>
                </a:ext>
              </a:extLst>
            </p:cNvPr>
            <p:cNvSpPr/>
            <p:nvPr/>
          </p:nvSpPr>
          <p:spPr>
            <a:xfrm>
              <a:off x="2263995" y="2010287"/>
              <a:ext cx="258" cy="204"/>
            </a:xfrm>
            <a:custGeom>
              <a:avLst/>
              <a:gdLst/>
              <a:ahLst/>
              <a:cxnLst/>
              <a:rect l="l" t="t" r="r" b="b"/>
              <a:pathLst>
                <a:path w="19" h="15" extrusionOk="0">
                  <a:moveTo>
                    <a:pt x="18" y="15"/>
                  </a:moveTo>
                  <a:lnTo>
                    <a:pt x="1" y="1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27" name="Google Shape;7485;p80">
              <a:extLst>
                <a:ext uri="{FF2B5EF4-FFF2-40B4-BE49-F238E27FC236}">
                  <a16:creationId xmlns:a16="http://schemas.microsoft.com/office/drawing/2014/main" id="{81D783E7-5C40-B08E-4278-9B66EDCA0A63}"/>
                </a:ext>
              </a:extLst>
            </p:cNvPr>
            <p:cNvSpPr/>
            <p:nvPr/>
          </p:nvSpPr>
          <p:spPr>
            <a:xfrm>
              <a:off x="2266805" y="2012527"/>
              <a:ext cx="394" cy="394"/>
            </a:xfrm>
            <a:custGeom>
              <a:avLst/>
              <a:gdLst/>
              <a:ahLst/>
              <a:cxnLst/>
              <a:rect l="l" t="t" r="r" b="b"/>
              <a:pathLst>
                <a:path w="29" h="29" extrusionOk="0">
                  <a:moveTo>
                    <a:pt x="28" y="28"/>
                  </a:moveTo>
                  <a:lnTo>
                    <a:pt x="0" y="0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28" name="Google Shape;7486;p80">
              <a:extLst>
                <a:ext uri="{FF2B5EF4-FFF2-40B4-BE49-F238E27FC236}">
                  <a16:creationId xmlns:a16="http://schemas.microsoft.com/office/drawing/2014/main" id="{5A3D4772-6E12-338E-B4CC-405F79EF5C32}"/>
                </a:ext>
              </a:extLst>
            </p:cNvPr>
            <p:cNvSpPr/>
            <p:nvPr/>
          </p:nvSpPr>
          <p:spPr>
            <a:xfrm>
              <a:off x="2263710" y="2010056"/>
              <a:ext cx="258" cy="149"/>
            </a:xfrm>
            <a:custGeom>
              <a:avLst/>
              <a:gdLst/>
              <a:ahLst/>
              <a:cxnLst/>
              <a:rect l="l" t="t" r="r" b="b"/>
              <a:pathLst>
                <a:path w="19" h="11" extrusionOk="0">
                  <a:moveTo>
                    <a:pt x="18" y="11"/>
                  </a:moveTo>
                  <a:lnTo>
                    <a:pt x="1" y="0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29" name="Google Shape;7487;p80">
              <a:extLst>
                <a:ext uri="{FF2B5EF4-FFF2-40B4-BE49-F238E27FC236}">
                  <a16:creationId xmlns:a16="http://schemas.microsoft.com/office/drawing/2014/main" id="{CF343F30-E011-A639-0299-D7976487D432}"/>
                </a:ext>
              </a:extLst>
            </p:cNvPr>
            <p:cNvSpPr/>
            <p:nvPr/>
          </p:nvSpPr>
          <p:spPr>
            <a:xfrm>
              <a:off x="2261429" y="2010341"/>
              <a:ext cx="14" cy="14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1" y="0"/>
                  </a:move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30" name="Google Shape;7488;p80">
              <a:extLst>
                <a:ext uri="{FF2B5EF4-FFF2-40B4-BE49-F238E27FC236}">
                  <a16:creationId xmlns:a16="http://schemas.microsoft.com/office/drawing/2014/main" id="{B241F476-7ECF-2EF5-0AB0-843737D60224}"/>
                </a:ext>
              </a:extLst>
            </p:cNvPr>
            <p:cNvSpPr/>
            <p:nvPr/>
          </p:nvSpPr>
          <p:spPr>
            <a:xfrm>
              <a:off x="2264334" y="2010531"/>
              <a:ext cx="299" cy="244"/>
            </a:xfrm>
            <a:custGeom>
              <a:avLst/>
              <a:gdLst/>
              <a:ahLst/>
              <a:cxnLst/>
              <a:rect l="l" t="t" r="r" b="b"/>
              <a:pathLst>
                <a:path w="22" h="18" extrusionOk="0">
                  <a:moveTo>
                    <a:pt x="21" y="18"/>
                  </a:moveTo>
                  <a:lnTo>
                    <a:pt x="0" y="0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31" name="Google Shape;7489;p80">
              <a:extLst>
                <a:ext uri="{FF2B5EF4-FFF2-40B4-BE49-F238E27FC236}">
                  <a16:creationId xmlns:a16="http://schemas.microsoft.com/office/drawing/2014/main" id="{ADD5A722-8021-5288-F1CB-4BEF4AF929C9}"/>
                </a:ext>
              </a:extLst>
            </p:cNvPr>
            <p:cNvSpPr/>
            <p:nvPr/>
          </p:nvSpPr>
          <p:spPr>
            <a:xfrm>
              <a:off x="2264714" y="2010857"/>
              <a:ext cx="339" cy="258"/>
            </a:xfrm>
            <a:custGeom>
              <a:avLst/>
              <a:gdLst/>
              <a:ahLst/>
              <a:cxnLst/>
              <a:rect l="l" t="t" r="r" b="b"/>
              <a:pathLst>
                <a:path w="25" h="19" extrusionOk="0">
                  <a:moveTo>
                    <a:pt x="25" y="18"/>
                  </a:moveTo>
                  <a:lnTo>
                    <a:pt x="0" y="1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32" name="Google Shape;7490;p80">
              <a:extLst>
                <a:ext uri="{FF2B5EF4-FFF2-40B4-BE49-F238E27FC236}">
                  <a16:creationId xmlns:a16="http://schemas.microsoft.com/office/drawing/2014/main" id="{74A2832B-D030-FE86-7D19-ECBDE573B453}"/>
                </a:ext>
              </a:extLst>
            </p:cNvPr>
            <p:cNvSpPr/>
            <p:nvPr/>
          </p:nvSpPr>
          <p:spPr>
            <a:xfrm>
              <a:off x="2263479" y="2009907"/>
              <a:ext cx="204" cy="163"/>
            </a:xfrm>
            <a:custGeom>
              <a:avLst/>
              <a:gdLst/>
              <a:ahLst/>
              <a:cxnLst/>
              <a:rect l="l" t="t" r="r" b="b"/>
              <a:pathLst>
                <a:path w="15" h="12" extrusionOk="0">
                  <a:moveTo>
                    <a:pt x="14" y="11"/>
                  </a:moveTo>
                  <a:lnTo>
                    <a:pt x="0" y="1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33" name="Google Shape;7491;p80">
              <a:extLst>
                <a:ext uri="{FF2B5EF4-FFF2-40B4-BE49-F238E27FC236}">
                  <a16:creationId xmlns:a16="http://schemas.microsoft.com/office/drawing/2014/main" id="{93D241E4-C400-E572-D6FF-6C3A606A65DB}"/>
                </a:ext>
              </a:extLst>
            </p:cNvPr>
            <p:cNvSpPr/>
            <p:nvPr/>
          </p:nvSpPr>
          <p:spPr>
            <a:xfrm>
              <a:off x="2262528" y="2009866"/>
              <a:ext cx="14" cy="14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34" name="Google Shape;7492;p80">
              <a:extLst>
                <a:ext uri="{FF2B5EF4-FFF2-40B4-BE49-F238E27FC236}">
                  <a16:creationId xmlns:a16="http://schemas.microsoft.com/office/drawing/2014/main" id="{0D35563B-A288-F260-DA0C-D022EFE787E5}"/>
                </a:ext>
              </a:extLst>
            </p:cNvPr>
            <p:cNvSpPr/>
            <p:nvPr/>
          </p:nvSpPr>
          <p:spPr>
            <a:xfrm>
              <a:off x="2262814" y="2009812"/>
              <a:ext cx="109" cy="14"/>
            </a:xfrm>
            <a:custGeom>
              <a:avLst/>
              <a:gdLst/>
              <a:ahLst/>
              <a:cxnLst/>
              <a:rect l="l" t="t" r="r" b="b"/>
              <a:pathLst>
                <a:path w="8" h="1" extrusionOk="0">
                  <a:moveTo>
                    <a:pt x="0" y="1"/>
                  </a:moveTo>
                  <a:lnTo>
                    <a:pt x="7" y="1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35" name="Google Shape;7493;p80">
              <a:extLst>
                <a:ext uri="{FF2B5EF4-FFF2-40B4-BE49-F238E27FC236}">
                  <a16:creationId xmlns:a16="http://schemas.microsoft.com/office/drawing/2014/main" id="{D6ED4049-F002-BE66-B6A2-B633A7FA2D0A}"/>
                </a:ext>
              </a:extLst>
            </p:cNvPr>
            <p:cNvSpPr/>
            <p:nvPr/>
          </p:nvSpPr>
          <p:spPr>
            <a:xfrm>
              <a:off x="2268706" y="2014143"/>
              <a:ext cx="394" cy="339"/>
            </a:xfrm>
            <a:custGeom>
              <a:avLst/>
              <a:gdLst/>
              <a:ahLst/>
              <a:cxnLst/>
              <a:rect l="l" t="t" r="r" b="b"/>
              <a:pathLst>
                <a:path w="29" h="25" extrusionOk="0">
                  <a:moveTo>
                    <a:pt x="28" y="25"/>
                  </a:moveTo>
                  <a:lnTo>
                    <a:pt x="0" y="0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36" name="Google Shape;7494;p80">
              <a:extLst>
                <a:ext uri="{FF2B5EF4-FFF2-40B4-BE49-F238E27FC236}">
                  <a16:creationId xmlns:a16="http://schemas.microsoft.com/office/drawing/2014/main" id="{4326724C-DEC3-74D9-07E6-A0D1856B5DF3}"/>
                </a:ext>
              </a:extLst>
            </p:cNvPr>
            <p:cNvSpPr/>
            <p:nvPr/>
          </p:nvSpPr>
          <p:spPr>
            <a:xfrm>
              <a:off x="2251069" y="2010341"/>
              <a:ext cx="3001" cy="964"/>
            </a:xfrm>
            <a:custGeom>
              <a:avLst/>
              <a:gdLst/>
              <a:ahLst/>
              <a:cxnLst/>
              <a:rect l="l" t="t" r="r" b="b"/>
              <a:pathLst>
                <a:path w="221" h="71" extrusionOk="0">
                  <a:moveTo>
                    <a:pt x="221" y="70"/>
                  </a:moveTo>
                  <a:cubicBezTo>
                    <a:pt x="144" y="67"/>
                    <a:pt x="67" y="42"/>
                    <a:pt x="0" y="0"/>
                  </a:cubicBezTo>
                  <a:cubicBezTo>
                    <a:pt x="67" y="42"/>
                    <a:pt x="144" y="67"/>
                    <a:pt x="221" y="70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37" name="Google Shape;7495;p80">
              <a:extLst>
                <a:ext uri="{FF2B5EF4-FFF2-40B4-BE49-F238E27FC236}">
                  <a16:creationId xmlns:a16="http://schemas.microsoft.com/office/drawing/2014/main" id="{A6312AC4-F4D5-AEC9-9A29-8226685B5A5F}"/>
                </a:ext>
              </a:extLst>
            </p:cNvPr>
            <p:cNvSpPr/>
            <p:nvPr/>
          </p:nvSpPr>
          <p:spPr>
            <a:xfrm>
              <a:off x="2268041" y="2013613"/>
              <a:ext cx="394" cy="353"/>
            </a:xfrm>
            <a:custGeom>
              <a:avLst/>
              <a:gdLst/>
              <a:ahLst/>
              <a:cxnLst/>
              <a:rect l="l" t="t" r="r" b="b"/>
              <a:pathLst>
                <a:path w="29" h="26" extrusionOk="0">
                  <a:moveTo>
                    <a:pt x="28" y="25"/>
                  </a:moveTo>
                  <a:lnTo>
                    <a:pt x="0" y="1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38" name="Google Shape;7496;p80">
              <a:extLst>
                <a:ext uri="{FF2B5EF4-FFF2-40B4-BE49-F238E27FC236}">
                  <a16:creationId xmlns:a16="http://schemas.microsoft.com/office/drawing/2014/main" id="{C19E9B5C-3F15-F413-1E31-FF77E259205A}"/>
                </a:ext>
              </a:extLst>
            </p:cNvPr>
            <p:cNvSpPr/>
            <p:nvPr/>
          </p:nvSpPr>
          <p:spPr>
            <a:xfrm>
              <a:off x="2271367" y="2016560"/>
              <a:ext cx="149" cy="109"/>
            </a:xfrm>
            <a:custGeom>
              <a:avLst/>
              <a:gdLst/>
              <a:ahLst/>
              <a:cxnLst/>
              <a:rect l="l" t="t" r="r" b="b"/>
              <a:pathLst>
                <a:path w="11" h="8" extrusionOk="0">
                  <a:moveTo>
                    <a:pt x="0" y="1"/>
                  </a:moveTo>
                  <a:lnTo>
                    <a:pt x="11" y="8"/>
                  </a:lnTo>
                  <a:lnTo>
                    <a:pt x="11" y="8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39" name="Google Shape;7497;p80">
              <a:extLst>
                <a:ext uri="{FF2B5EF4-FFF2-40B4-BE49-F238E27FC236}">
                  <a16:creationId xmlns:a16="http://schemas.microsoft.com/office/drawing/2014/main" id="{42AAE9ED-7039-A3C7-93C6-82A199B01A5B}"/>
                </a:ext>
              </a:extLst>
            </p:cNvPr>
            <p:cNvSpPr/>
            <p:nvPr/>
          </p:nvSpPr>
          <p:spPr>
            <a:xfrm>
              <a:off x="2269371" y="2014754"/>
              <a:ext cx="339" cy="299"/>
            </a:xfrm>
            <a:custGeom>
              <a:avLst/>
              <a:gdLst/>
              <a:ahLst/>
              <a:cxnLst/>
              <a:rect l="l" t="t" r="r" b="b"/>
              <a:pathLst>
                <a:path w="25" h="22" extrusionOk="0">
                  <a:moveTo>
                    <a:pt x="25" y="22"/>
                  </a:moveTo>
                  <a:lnTo>
                    <a:pt x="0" y="1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40" name="Google Shape;7498;p80">
              <a:extLst>
                <a:ext uri="{FF2B5EF4-FFF2-40B4-BE49-F238E27FC236}">
                  <a16:creationId xmlns:a16="http://schemas.microsoft.com/office/drawing/2014/main" id="{8A377530-4DB7-4645-CA03-336B4B706D8A}"/>
                </a:ext>
              </a:extLst>
            </p:cNvPr>
            <p:cNvSpPr/>
            <p:nvPr/>
          </p:nvSpPr>
          <p:spPr>
            <a:xfrm>
              <a:off x="2270743" y="2015949"/>
              <a:ext cx="353" cy="299"/>
            </a:xfrm>
            <a:custGeom>
              <a:avLst/>
              <a:gdLst/>
              <a:ahLst/>
              <a:cxnLst/>
              <a:rect l="l" t="t" r="r" b="b"/>
              <a:pathLst>
                <a:path w="26" h="22" extrusionOk="0">
                  <a:moveTo>
                    <a:pt x="25" y="21"/>
                  </a:moveTo>
                  <a:lnTo>
                    <a:pt x="1" y="0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41" name="Google Shape;7499;p80">
              <a:extLst>
                <a:ext uri="{FF2B5EF4-FFF2-40B4-BE49-F238E27FC236}">
                  <a16:creationId xmlns:a16="http://schemas.microsoft.com/office/drawing/2014/main" id="{F844DA80-4FAF-794B-0BC8-0A79FECD054C}"/>
                </a:ext>
              </a:extLst>
            </p:cNvPr>
            <p:cNvSpPr/>
            <p:nvPr/>
          </p:nvSpPr>
          <p:spPr>
            <a:xfrm>
              <a:off x="2270037" y="2015324"/>
              <a:ext cx="339" cy="353"/>
            </a:xfrm>
            <a:custGeom>
              <a:avLst/>
              <a:gdLst/>
              <a:ahLst/>
              <a:cxnLst/>
              <a:rect l="l" t="t" r="r" b="b"/>
              <a:pathLst>
                <a:path w="25" h="26" extrusionOk="0">
                  <a:moveTo>
                    <a:pt x="25" y="25"/>
                  </a:moveTo>
                  <a:lnTo>
                    <a:pt x="0" y="1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42" name="Google Shape;7500;p80">
              <a:extLst>
                <a:ext uri="{FF2B5EF4-FFF2-40B4-BE49-F238E27FC236}">
                  <a16:creationId xmlns:a16="http://schemas.microsoft.com/office/drawing/2014/main" id="{EA552254-8E22-D84B-BFD5-D68DF85CC68B}"/>
                </a:ext>
              </a:extLst>
            </p:cNvPr>
            <p:cNvSpPr/>
            <p:nvPr/>
          </p:nvSpPr>
          <p:spPr>
            <a:xfrm>
              <a:off x="2247172" y="2005684"/>
              <a:ext cx="54" cy="54"/>
            </a:xfrm>
            <a:custGeom>
              <a:avLst/>
              <a:gdLst/>
              <a:ahLst/>
              <a:cxnLst/>
              <a:rect l="l" t="t" r="r" b="b"/>
              <a:pathLst>
                <a:path w="4" h="4" extrusionOk="0">
                  <a:moveTo>
                    <a:pt x="4" y="4"/>
                  </a:moveTo>
                  <a:lnTo>
                    <a:pt x="0" y="0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43" name="Google Shape;7501;p80">
              <a:extLst>
                <a:ext uri="{FF2B5EF4-FFF2-40B4-BE49-F238E27FC236}">
                  <a16:creationId xmlns:a16="http://schemas.microsoft.com/office/drawing/2014/main" id="{A5568116-B1B2-EA1C-A0CD-791847C85A7D}"/>
                </a:ext>
              </a:extLst>
            </p:cNvPr>
            <p:cNvSpPr/>
            <p:nvPr/>
          </p:nvSpPr>
          <p:spPr>
            <a:xfrm>
              <a:off x="2267416" y="2013043"/>
              <a:ext cx="394" cy="353"/>
            </a:xfrm>
            <a:custGeom>
              <a:avLst/>
              <a:gdLst/>
              <a:ahLst/>
              <a:cxnLst/>
              <a:rect l="l" t="t" r="r" b="b"/>
              <a:pathLst>
                <a:path w="29" h="26" extrusionOk="0">
                  <a:moveTo>
                    <a:pt x="29" y="25"/>
                  </a:moveTo>
                  <a:lnTo>
                    <a:pt x="1" y="1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44" name="Google Shape;7502;p80">
              <a:extLst>
                <a:ext uri="{FF2B5EF4-FFF2-40B4-BE49-F238E27FC236}">
                  <a16:creationId xmlns:a16="http://schemas.microsoft.com/office/drawing/2014/main" id="{7CFD8DF5-3710-2374-DCC3-11554E3182CA}"/>
                </a:ext>
              </a:extLst>
            </p:cNvPr>
            <p:cNvSpPr/>
            <p:nvPr/>
          </p:nvSpPr>
          <p:spPr>
            <a:xfrm>
              <a:off x="2247362" y="2005915"/>
              <a:ext cx="54" cy="68"/>
            </a:xfrm>
            <a:custGeom>
              <a:avLst/>
              <a:gdLst/>
              <a:ahLst/>
              <a:cxnLst/>
              <a:rect l="l" t="t" r="r" b="b"/>
              <a:pathLst>
                <a:path w="4" h="5" extrusionOk="0">
                  <a:moveTo>
                    <a:pt x="4" y="4"/>
                  </a:moveTo>
                  <a:lnTo>
                    <a:pt x="0" y="1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45" name="Google Shape;7503;p80">
              <a:extLst>
                <a:ext uri="{FF2B5EF4-FFF2-40B4-BE49-F238E27FC236}">
                  <a16:creationId xmlns:a16="http://schemas.microsoft.com/office/drawing/2014/main" id="{472871F9-864D-FFB1-D80D-7150489C8B15}"/>
                </a:ext>
              </a:extLst>
            </p:cNvPr>
            <p:cNvSpPr/>
            <p:nvPr/>
          </p:nvSpPr>
          <p:spPr>
            <a:xfrm>
              <a:off x="2271028" y="2020511"/>
              <a:ext cx="14" cy="149"/>
            </a:xfrm>
            <a:custGeom>
              <a:avLst/>
              <a:gdLst/>
              <a:ahLst/>
              <a:cxnLst/>
              <a:rect l="l" t="t" r="r" b="b"/>
              <a:pathLst>
                <a:path w="1" h="11" extrusionOk="0">
                  <a:moveTo>
                    <a:pt x="1" y="11"/>
                  </a:moveTo>
                  <a:lnTo>
                    <a:pt x="1" y="0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46" name="Google Shape;7504;p80">
              <a:extLst>
                <a:ext uri="{FF2B5EF4-FFF2-40B4-BE49-F238E27FC236}">
                  <a16:creationId xmlns:a16="http://schemas.microsoft.com/office/drawing/2014/main" id="{5A4F17E8-2D96-8D88-05A8-01F0E4199966}"/>
                </a:ext>
              </a:extLst>
            </p:cNvPr>
            <p:cNvSpPr/>
            <p:nvPr/>
          </p:nvSpPr>
          <p:spPr>
            <a:xfrm>
              <a:off x="2271367" y="2016655"/>
              <a:ext cx="149" cy="1059"/>
            </a:xfrm>
            <a:custGeom>
              <a:avLst/>
              <a:gdLst/>
              <a:ahLst/>
              <a:cxnLst/>
              <a:rect l="l" t="t" r="r" b="b"/>
              <a:pathLst>
                <a:path w="11" h="78" extrusionOk="0">
                  <a:moveTo>
                    <a:pt x="11" y="1"/>
                  </a:moveTo>
                  <a:lnTo>
                    <a:pt x="11" y="1"/>
                  </a:lnTo>
                  <a:cubicBezTo>
                    <a:pt x="7" y="18"/>
                    <a:pt x="4" y="43"/>
                    <a:pt x="0" y="78"/>
                  </a:cubicBezTo>
                  <a:cubicBezTo>
                    <a:pt x="4" y="46"/>
                    <a:pt x="7" y="18"/>
                    <a:pt x="11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47" name="Google Shape;7505;p80">
              <a:extLst>
                <a:ext uri="{FF2B5EF4-FFF2-40B4-BE49-F238E27FC236}">
                  <a16:creationId xmlns:a16="http://schemas.microsoft.com/office/drawing/2014/main" id="{C0A8592D-0CD9-F2E3-F382-B8357EFB6E00}"/>
                </a:ext>
              </a:extLst>
            </p:cNvPr>
            <p:cNvSpPr/>
            <p:nvPr/>
          </p:nvSpPr>
          <p:spPr>
            <a:xfrm>
              <a:off x="2270987" y="2020986"/>
              <a:ext cx="14" cy="204"/>
            </a:xfrm>
            <a:custGeom>
              <a:avLst/>
              <a:gdLst/>
              <a:ahLst/>
              <a:cxnLst/>
              <a:rect l="l" t="t" r="r" b="b"/>
              <a:pathLst>
                <a:path w="1" h="15" extrusionOk="0">
                  <a:moveTo>
                    <a:pt x="0" y="14"/>
                  </a:moveTo>
                  <a:lnTo>
                    <a:pt x="0" y="0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48" name="Google Shape;7506;p80">
              <a:extLst>
                <a:ext uri="{FF2B5EF4-FFF2-40B4-BE49-F238E27FC236}">
                  <a16:creationId xmlns:a16="http://schemas.microsoft.com/office/drawing/2014/main" id="{CB7DC887-99AF-38D3-782C-2377B93139B1}"/>
                </a:ext>
              </a:extLst>
            </p:cNvPr>
            <p:cNvSpPr/>
            <p:nvPr/>
          </p:nvSpPr>
          <p:spPr>
            <a:xfrm>
              <a:off x="2271082" y="2019981"/>
              <a:ext cx="14" cy="14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0" y="1"/>
                  </a:move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49" name="Google Shape;7507;p80">
              <a:extLst>
                <a:ext uri="{FF2B5EF4-FFF2-40B4-BE49-F238E27FC236}">
                  <a16:creationId xmlns:a16="http://schemas.microsoft.com/office/drawing/2014/main" id="{F8876EAF-D279-5702-CC2B-31C434EC86B5}"/>
                </a:ext>
              </a:extLst>
            </p:cNvPr>
            <p:cNvSpPr/>
            <p:nvPr/>
          </p:nvSpPr>
          <p:spPr>
            <a:xfrm>
              <a:off x="2271313" y="2017890"/>
              <a:ext cx="14" cy="204"/>
            </a:xfrm>
            <a:custGeom>
              <a:avLst/>
              <a:gdLst/>
              <a:ahLst/>
              <a:cxnLst/>
              <a:rect l="l" t="t" r="r" b="b"/>
              <a:pathLst>
                <a:path w="1" h="15" extrusionOk="0">
                  <a:moveTo>
                    <a:pt x="1" y="15"/>
                  </a:moveTo>
                  <a:lnTo>
                    <a:pt x="1" y="1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50" name="Google Shape;7508;p80">
              <a:extLst>
                <a:ext uri="{FF2B5EF4-FFF2-40B4-BE49-F238E27FC236}">
                  <a16:creationId xmlns:a16="http://schemas.microsoft.com/office/drawing/2014/main" id="{3D17ECD4-EADB-E198-1637-A98A6DFFC9ED}"/>
                </a:ext>
              </a:extLst>
            </p:cNvPr>
            <p:cNvSpPr/>
            <p:nvPr/>
          </p:nvSpPr>
          <p:spPr>
            <a:xfrm>
              <a:off x="2270933" y="2021461"/>
              <a:ext cx="14" cy="204"/>
            </a:xfrm>
            <a:custGeom>
              <a:avLst/>
              <a:gdLst/>
              <a:ahLst/>
              <a:cxnLst/>
              <a:rect l="l" t="t" r="r" b="b"/>
              <a:pathLst>
                <a:path w="1" h="15" extrusionOk="0">
                  <a:moveTo>
                    <a:pt x="1" y="14"/>
                  </a:moveTo>
                  <a:lnTo>
                    <a:pt x="1" y="0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51" name="Google Shape;7509;p80">
              <a:extLst>
                <a:ext uri="{FF2B5EF4-FFF2-40B4-BE49-F238E27FC236}">
                  <a16:creationId xmlns:a16="http://schemas.microsoft.com/office/drawing/2014/main" id="{D7E9B24F-52B3-A307-7598-DB3BB256D2EF}"/>
                </a:ext>
              </a:extLst>
            </p:cNvPr>
            <p:cNvSpPr/>
            <p:nvPr/>
          </p:nvSpPr>
          <p:spPr>
            <a:xfrm>
              <a:off x="2261143" y="2049037"/>
              <a:ext cx="1018" cy="3992"/>
            </a:xfrm>
            <a:custGeom>
              <a:avLst/>
              <a:gdLst/>
              <a:ahLst/>
              <a:cxnLst/>
              <a:rect l="l" t="t" r="r" b="b"/>
              <a:pathLst>
                <a:path w="75" h="294" extrusionOk="0">
                  <a:moveTo>
                    <a:pt x="74" y="0"/>
                  </a:moveTo>
                  <a:cubicBezTo>
                    <a:pt x="67" y="137"/>
                    <a:pt x="39" y="241"/>
                    <a:pt x="1" y="294"/>
                  </a:cubicBezTo>
                  <a:cubicBezTo>
                    <a:pt x="43" y="241"/>
                    <a:pt x="67" y="137"/>
                    <a:pt x="74" y="0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52" name="Google Shape;7510;p80">
              <a:extLst>
                <a:ext uri="{FF2B5EF4-FFF2-40B4-BE49-F238E27FC236}">
                  <a16:creationId xmlns:a16="http://schemas.microsoft.com/office/drawing/2014/main" id="{5B2B3622-A817-6F12-B396-BE190A3C1EE1}"/>
                </a:ext>
              </a:extLst>
            </p:cNvPr>
            <p:cNvSpPr/>
            <p:nvPr/>
          </p:nvSpPr>
          <p:spPr>
            <a:xfrm>
              <a:off x="2271272" y="2018325"/>
              <a:ext cx="14" cy="244"/>
            </a:xfrm>
            <a:custGeom>
              <a:avLst/>
              <a:gdLst/>
              <a:ahLst/>
              <a:cxnLst/>
              <a:rect l="l" t="t" r="r" b="b"/>
              <a:pathLst>
                <a:path w="1" h="18" extrusionOk="0">
                  <a:moveTo>
                    <a:pt x="0" y="18"/>
                  </a:moveTo>
                  <a:lnTo>
                    <a:pt x="0" y="0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53" name="Google Shape;7511;p80">
              <a:extLst>
                <a:ext uri="{FF2B5EF4-FFF2-40B4-BE49-F238E27FC236}">
                  <a16:creationId xmlns:a16="http://schemas.microsoft.com/office/drawing/2014/main" id="{A6D2FA62-BE10-1B22-88A3-B0B8853BFBA0}"/>
                </a:ext>
              </a:extLst>
            </p:cNvPr>
            <p:cNvSpPr/>
            <p:nvPr/>
          </p:nvSpPr>
          <p:spPr>
            <a:xfrm>
              <a:off x="2271123" y="2019370"/>
              <a:ext cx="14" cy="204"/>
            </a:xfrm>
            <a:custGeom>
              <a:avLst/>
              <a:gdLst/>
              <a:ahLst/>
              <a:cxnLst/>
              <a:rect l="l" t="t" r="r" b="b"/>
              <a:pathLst>
                <a:path w="1" h="15" extrusionOk="0">
                  <a:moveTo>
                    <a:pt x="1" y="14"/>
                  </a:moveTo>
                  <a:lnTo>
                    <a:pt x="1" y="0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54" name="Google Shape;7512;p80">
              <a:extLst>
                <a:ext uri="{FF2B5EF4-FFF2-40B4-BE49-F238E27FC236}">
                  <a16:creationId xmlns:a16="http://schemas.microsoft.com/office/drawing/2014/main" id="{4082971C-6EEF-CD44-9DEC-E3BE7650322A}"/>
                </a:ext>
              </a:extLst>
            </p:cNvPr>
            <p:cNvSpPr/>
            <p:nvPr/>
          </p:nvSpPr>
          <p:spPr>
            <a:xfrm>
              <a:off x="2270892" y="2021936"/>
              <a:ext cx="14" cy="149"/>
            </a:xfrm>
            <a:custGeom>
              <a:avLst/>
              <a:gdLst/>
              <a:ahLst/>
              <a:cxnLst/>
              <a:rect l="l" t="t" r="r" b="b"/>
              <a:pathLst>
                <a:path w="1" h="11" extrusionOk="0">
                  <a:moveTo>
                    <a:pt x="0" y="11"/>
                  </a:moveTo>
                  <a:lnTo>
                    <a:pt x="0" y="0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55" name="Google Shape;7513;p80">
              <a:extLst>
                <a:ext uri="{FF2B5EF4-FFF2-40B4-BE49-F238E27FC236}">
                  <a16:creationId xmlns:a16="http://schemas.microsoft.com/office/drawing/2014/main" id="{95B5390C-0584-837B-8927-F20DC8D5B2AC}"/>
                </a:ext>
              </a:extLst>
            </p:cNvPr>
            <p:cNvSpPr/>
            <p:nvPr/>
          </p:nvSpPr>
          <p:spPr>
            <a:xfrm>
              <a:off x="2271177" y="2018800"/>
              <a:ext cx="14" cy="244"/>
            </a:xfrm>
            <a:custGeom>
              <a:avLst/>
              <a:gdLst/>
              <a:ahLst/>
              <a:cxnLst/>
              <a:rect l="l" t="t" r="r" b="b"/>
              <a:pathLst>
                <a:path w="1" h="18" extrusionOk="0">
                  <a:moveTo>
                    <a:pt x="0" y="18"/>
                  </a:moveTo>
                  <a:lnTo>
                    <a:pt x="0" y="0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56" name="Google Shape;7514;p80">
              <a:extLst>
                <a:ext uri="{FF2B5EF4-FFF2-40B4-BE49-F238E27FC236}">
                  <a16:creationId xmlns:a16="http://schemas.microsoft.com/office/drawing/2014/main" id="{AB72C8C3-2F67-9DB5-6DE9-DEB3D53908CA}"/>
                </a:ext>
              </a:extLst>
            </p:cNvPr>
            <p:cNvSpPr/>
            <p:nvPr/>
          </p:nvSpPr>
          <p:spPr>
            <a:xfrm>
              <a:off x="2270892" y="2022357"/>
              <a:ext cx="14" cy="163"/>
            </a:xfrm>
            <a:custGeom>
              <a:avLst/>
              <a:gdLst/>
              <a:ahLst/>
              <a:cxnLst/>
              <a:rect l="l" t="t" r="r" b="b"/>
              <a:pathLst>
                <a:path w="1" h="12" extrusionOk="0">
                  <a:moveTo>
                    <a:pt x="0" y="11"/>
                  </a:moveTo>
                  <a:lnTo>
                    <a:pt x="0" y="1"/>
                  </a:lnTo>
                  <a:cubicBezTo>
                    <a:pt x="0" y="1"/>
                    <a:pt x="0" y="8"/>
                    <a:pt x="0" y="1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57" name="Google Shape;7515;p80">
              <a:extLst>
                <a:ext uri="{FF2B5EF4-FFF2-40B4-BE49-F238E27FC236}">
                  <a16:creationId xmlns:a16="http://schemas.microsoft.com/office/drawing/2014/main" id="{B27DB642-1767-EB39-B3A4-4DACE7D5C4B5}"/>
                </a:ext>
              </a:extLst>
            </p:cNvPr>
            <p:cNvSpPr/>
            <p:nvPr/>
          </p:nvSpPr>
          <p:spPr>
            <a:xfrm>
              <a:off x="2260668" y="2062248"/>
              <a:ext cx="9192" cy="13265"/>
            </a:xfrm>
            <a:custGeom>
              <a:avLst/>
              <a:gdLst/>
              <a:ahLst/>
              <a:cxnLst/>
              <a:rect l="l" t="t" r="r" b="b"/>
              <a:pathLst>
                <a:path w="677" h="977" extrusionOk="0">
                  <a:moveTo>
                    <a:pt x="417" y="0"/>
                  </a:moveTo>
                  <a:cubicBezTo>
                    <a:pt x="417" y="4"/>
                    <a:pt x="414" y="7"/>
                    <a:pt x="410" y="14"/>
                  </a:cubicBezTo>
                  <a:cubicBezTo>
                    <a:pt x="410" y="18"/>
                    <a:pt x="410" y="21"/>
                    <a:pt x="407" y="28"/>
                  </a:cubicBezTo>
                  <a:cubicBezTo>
                    <a:pt x="403" y="32"/>
                    <a:pt x="403" y="35"/>
                    <a:pt x="400" y="42"/>
                  </a:cubicBezTo>
                  <a:cubicBezTo>
                    <a:pt x="400" y="46"/>
                    <a:pt x="400" y="49"/>
                    <a:pt x="396" y="56"/>
                  </a:cubicBezTo>
                  <a:cubicBezTo>
                    <a:pt x="393" y="60"/>
                    <a:pt x="389" y="67"/>
                    <a:pt x="386" y="74"/>
                  </a:cubicBezTo>
                  <a:cubicBezTo>
                    <a:pt x="379" y="81"/>
                    <a:pt x="379" y="81"/>
                    <a:pt x="379" y="84"/>
                  </a:cubicBezTo>
                  <a:cubicBezTo>
                    <a:pt x="372" y="91"/>
                    <a:pt x="365" y="102"/>
                    <a:pt x="354" y="109"/>
                  </a:cubicBezTo>
                  <a:cubicBezTo>
                    <a:pt x="344" y="119"/>
                    <a:pt x="333" y="126"/>
                    <a:pt x="319" y="137"/>
                  </a:cubicBezTo>
                  <a:lnTo>
                    <a:pt x="312" y="140"/>
                  </a:lnTo>
                  <a:cubicBezTo>
                    <a:pt x="302" y="147"/>
                    <a:pt x="291" y="151"/>
                    <a:pt x="277" y="158"/>
                  </a:cubicBezTo>
                  <a:lnTo>
                    <a:pt x="270" y="158"/>
                  </a:lnTo>
                  <a:cubicBezTo>
                    <a:pt x="256" y="165"/>
                    <a:pt x="242" y="168"/>
                    <a:pt x="228" y="168"/>
                  </a:cubicBezTo>
                  <a:lnTo>
                    <a:pt x="214" y="168"/>
                  </a:lnTo>
                  <a:cubicBezTo>
                    <a:pt x="204" y="172"/>
                    <a:pt x="190" y="172"/>
                    <a:pt x="176" y="172"/>
                  </a:cubicBezTo>
                  <a:lnTo>
                    <a:pt x="116" y="172"/>
                  </a:lnTo>
                  <a:cubicBezTo>
                    <a:pt x="99" y="172"/>
                    <a:pt x="81" y="168"/>
                    <a:pt x="64" y="165"/>
                  </a:cubicBezTo>
                  <a:lnTo>
                    <a:pt x="32" y="161"/>
                  </a:lnTo>
                  <a:lnTo>
                    <a:pt x="1" y="161"/>
                  </a:lnTo>
                  <a:lnTo>
                    <a:pt x="22" y="497"/>
                  </a:lnTo>
                  <a:cubicBezTo>
                    <a:pt x="74" y="655"/>
                    <a:pt x="113" y="812"/>
                    <a:pt x="141" y="977"/>
                  </a:cubicBezTo>
                  <a:lnTo>
                    <a:pt x="176" y="952"/>
                  </a:lnTo>
                  <a:lnTo>
                    <a:pt x="179" y="952"/>
                  </a:lnTo>
                  <a:lnTo>
                    <a:pt x="239" y="917"/>
                  </a:lnTo>
                  <a:lnTo>
                    <a:pt x="256" y="907"/>
                  </a:lnTo>
                  <a:lnTo>
                    <a:pt x="284" y="893"/>
                  </a:lnTo>
                  <a:lnTo>
                    <a:pt x="291" y="889"/>
                  </a:lnTo>
                  <a:cubicBezTo>
                    <a:pt x="344" y="872"/>
                    <a:pt x="456" y="711"/>
                    <a:pt x="568" y="525"/>
                  </a:cubicBezTo>
                  <a:lnTo>
                    <a:pt x="596" y="476"/>
                  </a:lnTo>
                  <a:cubicBezTo>
                    <a:pt x="613" y="445"/>
                    <a:pt x="631" y="413"/>
                    <a:pt x="648" y="382"/>
                  </a:cubicBezTo>
                  <a:lnTo>
                    <a:pt x="676" y="333"/>
                  </a:lnTo>
                  <a:lnTo>
                    <a:pt x="554" y="259"/>
                  </a:lnTo>
                  <a:lnTo>
                    <a:pt x="557" y="214"/>
                  </a:lnTo>
                  <a:lnTo>
                    <a:pt x="557" y="210"/>
                  </a:lnTo>
                  <a:lnTo>
                    <a:pt x="557" y="200"/>
                  </a:lnTo>
                  <a:lnTo>
                    <a:pt x="557" y="196"/>
                  </a:lnTo>
                  <a:lnTo>
                    <a:pt x="557" y="182"/>
                  </a:lnTo>
                  <a:lnTo>
                    <a:pt x="557" y="179"/>
                  </a:lnTo>
                  <a:lnTo>
                    <a:pt x="557" y="158"/>
                  </a:lnTo>
                  <a:lnTo>
                    <a:pt x="557" y="130"/>
                  </a:lnTo>
                  <a:lnTo>
                    <a:pt x="557" y="123"/>
                  </a:lnTo>
                  <a:lnTo>
                    <a:pt x="557" y="95"/>
                  </a:lnTo>
                  <a:lnTo>
                    <a:pt x="557" y="88"/>
                  </a:lnTo>
                  <a:cubicBezTo>
                    <a:pt x="557" y="77"/>
                    <a:pt x="557" y="63"/>
                    <a:pt x="554" y="53"/>
                  </a:cubicBezTo>
                  <a:lnTo>
                    <a:pt x="554" y="49"/>
                  </a:lnTo>
                  <a:cubicBezTo>
                    <a:pt x="554" y="35"/>
                    <a:pt x="554" y="21"/>
                    <a:pt x="550" y="11"/>
                  </a:cubicBezTo>
                  <a:cubicBezTo>
                    <a:pt x="512" y="0"/>
                    <a:pt x="459" y="0"/>
                    <a:pt x="417" y="0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58" name="Google Shape;7516;p80">
              <a:extLst>
                <a:ext uri="{FF2B5EF4-FFF2-40B4-BE49-F238E27FC236}">
                  <a16:creationId xmlns:a16="http://schemas.microsoft.com/office/drawing/2014/main" id="{0D59B36A-815F-AAA8-D1E7-A97AFCEEA42B}"/>
                </a:ext>
              </a:extLst>
            </p:cNvPr>
            <p:cNvSpPr/>
            <p:nvPr/>
          </p:nvSpPr>
          <p:spPr>
            <a:xfrm>
              <a:off x="2266140" y="2062628"/>
              <a:ext cx="109" cy="204"/>
            </a:xfrm>
            <a:custGeom>
              <a:avLst/>
              <a:gdLst/>
              <a:ahLst/>
              <a:cxnLst/>
              <a:rect l="l" t="t" r="r" b="b"/>
              <a:pathLst>
                <a:path w="8" h="15" extrusionOk="0">
                  <a:moveTo>
                    <a:pt x="7" y="0"/>
                  </a:moveTo>
                  <a:lnTo>
                    <a:pt x="7" y="0"/>
                  </a:lnTo>
                  <a:cubicBezTo>
                    <a:pt x="4" y="4"/>
                    <a:pt x="0" y="7"/>
                    <a:pt x="0" y="14"/>
                  </a:cubicBezTo>
                  <a:cubicBezTo>
                    <a:pt x="4" y="7"/>
                    <a:pt x="4" y="4"/>
                    <a:pt x="7" y="0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59" name="Google Shape;7517;p80">
              <a:extLst>
                <a:ext uri="{FF2B5EF4-FFF2-40B4-BE49-F238E27FC236}">
                  <a16:creationId xmlns:a16="http://schemas.microsoft.com/office/drawing/2014/main" id="{B7A646B3-5D84-0540-BD1E-9A1FC47E5587}"/>
                </a:ext>
              </a:extLst>
            </p:cNvPr>
            <p:cNvSpPr/>
            <p:nvPr/>
          </p:nvSpPr>
          <p:spPr>
            <a:xfrm>
              <a:off x="2263044" y="2064624"/>
              <a:ext cx="14" cy="14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1" y="0"/>
                  </a:move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60" name="Google Shape;7518;p80">
              <a:extLst>
                <a:ext uri="{FF2B5EF4-FFF2-40B4-BE49-F238E27FC236}">
                  <a16:creationId xmlns:a16="http://schemas.microsoft.com/office/drawing/2014/main" id="{14CCA256-8DF7-5F5B-A736-6200ADA9B925}"/>
                </a:ext>
              </a:extLst>
            </p:cNvPr>
            <p:cNvSpPr/>
            <p:nvPr/>
          </p:nvSpPr>
          <p:spPr>
            <a:xfrm>
              <a:off x="2265515" y="2063388"/>
              <a:ext cx="353" cy="339"/>
            </a:xfrm>
            <a:custGeom>
              <a:avLst/>
              <a:gdLst/>
              <a:ahLst/>
              <a:cxnLst/>
              <a:rect l="l" t="t" r="r" b="b"/>
              <a:pathLst>
                <a:path w="26" h="25" extrusionOk="0">
                  <a:moveTo>
                    <a:pt x="1" y="25"/>
                  </a:moveTo>
                  <a:cubicBezTo>
                    <a:pt x="8" y="18"/>
                    <a:pt x="15" y="7"/>
                    <a:pt x="25" y="0"/>
                  </a:cubicBezTo>
                  <a:cubicBezTo>
                    <a:pt x="15" y="7"/>
                    <a:pt x="8" y="18"/>
                    <a:pt x="1" y="25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61" name="Google Shape;7519;p80">
              <a:extLst>
                <a:ext uri="{FF2B5EF4-FFF2-40B4-BE49-F238E27FC236}">
                  <a16:creationId xmlns:a16="http://schemas.microsoft.com/office/drawing/2014/main" id="{4C118D72-8845-CCBD-D5F8-DAEF85B87704}"/>
                </a:ext>
              </a:extLst>
            </p:cNvPr>
            <p:cNvSpPr/>
            <p:nvPr/>
          </p:nvSpPr>
          <p:spPr>
            <a:xfrm>
              <a:off x="2261103" y="2064380"/>
              <a:ext cx="434" cy="109"/>
            </a:xfrm>
            <a:custGeom>
              <a:avLst/>
              <a:gdLst/>
              <a:ahLst/>
              <a:cxnLst/>
              <a:rect l="l" t="t" r="r" b="b"/>
              <a:pathLst>
                <a:path w="32" h="8" extrusionOk="0">
                  <a:moveTo>
                    <a:pt x="0" y="1"/>
                  </a:moveTo>
                  <a:lnTo>
                    <a:pt x="32" y="8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62" name="Google Shape;7520;p80">
              <a:extLst>
                <a:ext uri="{FF2B5EF4-FFF2-40B4-BE49-F238E27FC236}">
                  <a16:creationId xmlns:a16="http://schemas.microsoft.com/office/drawing/2014/main" id="{3D6486DA-C5C2-87C1-34CA-348B02337F19}"/>
                </a:ext>
              </a:extLst>
            </p:cNvPr>
            <p:cNvSpPr/>
            <p:nvPr/>
          </p:nvSpPr>
          <p:spPr>
            <a:xfrm>
              <a:off x="2264904" y="2064054"/>
              <a:ext cx="149" cy="109"/>
            </a:xfrm>
            <a:custGeom>
              <a:avLst/>
              <a:gdLst/>
              <a:ahLst/>
              <a:cxnLst/>
              <a:rect l="l" t="t" r="r" b="b"/>
              <a:pathLst>
                <a:path w="11" h="8" extrusionOk="0">
                  <a:moveTo>
                    <a:pt x="0" y="7"/>
                  </a:moveTo>
                  <a:lnTo>
                    <a:pt x="11" y="0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63" name="Google Shape;7521;p80">
              <a:extLst>
                <a:ext uri="{FF2B5EF4-FFF2-40B4-BE49-F238E27FC236}">
                  <a16:creationId xmlns:a16="http://schemas.microsoft.com/office/drawing/2014/main" id="{B4C6423E-428F-6025-C657-2F7BB921BB61}"/>
                </a:ext>
              </a:extLst>
            </p:cNvPr>
            <p:cNvSpPr/>
            <p:nvPr/>
          </p:nvSpPr>
          <p:spPr>
            <a:xfrm>
              <a:off x="2264375" y="2064339"/>
              <a:ext cx="109" cy="54"/>
            </a:xfrm>
            <a:custGeom>
              <a:avLst/>
              <a:gdLst/>
              <a:ahLst/>
              <a:cxnLst/>
              <a:rect l="l" t="t" r="r" b="b"/>
              <a:pathLst>
                <a:path w="8" h="4" extrusionOk="0">
                  <a:moveTo>
                    <a:pt x="1" y="4"/>
                  </a:moveTo>
                  <a:lnTo>
                    <a:pt x="8" y="0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64" name="Google Shape;7522;p80">
              <a:extLst>
                <a:ext uri="{FF2B5EF4-FFF2-40B4-BE49-F238E27FC236}">
                  <a16:creationId xmlns:a16="http://schemas.microsoft.com/office/drawing/2014/main" id="{B9353474-7A08-84E1-0AB9-A6EE2694EFCA}"/>
                </a:ext>
              </a:extLst>
            </p:cNvPr>
            <p:cNvSpPr/>
            <p:nvPr/>
          </p:nvSpPr>
          <p:spPr>
            <a:xfrm>
              <a:off x="2262243" y="2064570"/>
              <a:ext cx="204" cy="14"/>
            </a:xfrm>
            <a:custGeom>
              <a:avLst/>
              <a:gdLst/>
              <a:ahLst/>
              <a:cxnLst/>
              <a:rect l="l" t="t" r="r" b="b"/>
              <a:pathLst>
                <a:path w="15" h="1" extrusionOk="0">
                  <a:moveTo>
                    <a:pt x="0" y="1"/>
                  </a:moveTo>
                  <a:lnTo>
                    <a:pt x="14" y="1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65" name="Google Shape;7523;p80">
              <a:extLst>
                <a:ext uri="{FF2B5EF4-FFF2-40B4-BE49-F238E27FC236}">
                  <a16:creationId xmlns:a16="http://schemas.microsoft.com/office/drawing/2014/main" id="{04AF8516-95AF-42F2-1E06-57282C25A6FF}"/>
                </a:ext>
              </a:extLst>
            </p:cNvPr>
            <p:cNvSpPr/>
            <p:nvPr/>
          </p:nvSpPr>
          <p:spPr>
            <a:xfrm>
              <a:off x="2263615" y="2064570"/>
              <a:ext cx="163" cy="14"/>
            </a:xfrm>
            <a:custGeom>
              <a:avLst/>
              <a:gdLst/>
              <a:ahLst/>
              <a:cxnLst/>
              <a:rect l="l" t="t" r="r" b="b"/>
              <a:pathLst>
                <a:path w="12" h="1" extrusionOk="0">
                  <a:moveTo>
                    <a:pt x="1" y="1"/>
                  </a:moveTo>
                  <a:lnTo>
                    <a:pt x="11" y="1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66" name="Google Shape;7524;p80">
              <a:extLst>
                <a:ext uri="{FF2B5EF4-FFF2-40B4-BE49-F238E27FC236}">
                  <a16:creationId xmlns:a16="http://schemas.microsoft.com/office/drawing/2014/main" id="{DD35961E-FB8A-2531-C911-6FBDC528746B}"/>
                </a:ext>
              </a:extLst>
            </p:cNvPr>
            <p:cNvSpPr/>
            <p:nvPr/>
          </p:nvSpPr>
          <p:spPr>
            <a:xfrm>
              <a:off x="2260668" y="2064380"/>
              <a:ext cx="258" cy="14"/>
            </a:xfrm>
            <a:custGeom>
              <a:avLst/>
              <a:gdLst/>
              <a:ahLst/>
              <a:cxnLst/>
              <a:rect l="l" t="t" r="r" b="b"/>
              <a:pathLst>
                <a:path w="19" h="1" extrusionOk="0">
                  <a:moveTo>
                    <a:pt x="18" y="1"/>
                  </a:moveTo>
                  <a:lnTo>
                    <a:pt x="1" y="1"/>
                  </a:lnTo>
                  <a:lnTo>
                    <a:pt x="1" y="1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67" name="Google Shape;7525;p80">
              <a:extLst>
                <a:ext uri="{FF2B5EF4-FFF2-40B4-BE49-F238E27FC236}">
                  <a16:creationId xmlns:a16="http://schemas.microsoft.com/office/drawing/2014/main" id="{7155B46F-F1B6-CF68-E4D3-31504CCFCFD6}"/>
                </a:ext>
              </a:extLst>
            </p:cNvPr>
            <p:cNvSpPr/>
            <p:nvPr/>
          </p:nvSpPr>
          <p:spPr>
            <a:xfrm>
              <a:off x="2265896" y="2063008"/>
              <a:ext cx="163" cy="244"/>
            </a:xfrm>
            <a:custGeom>
              <a:avLst/>
              <a:gdLst/>
              <a:ahLst/>
              <a:cxnLst/>
              <a:rect l="l" t="t" r="r" b="b"/>
              <a:pathLst>
                <a:path w="12" h="18" extrusionOk="0">
                  <a:moveTo>
                    <a:pt x="1" y="18"/>
                  </a:moveTo>
                  <a:cubicBezTo>
                    <a:pt x="4" y="11"/>
                    <a:pt x="11" y="4"/>
                    <a:pt x="11" y="0"/>
                  </a:cubicBezTo>
                  <a:cubicBezTo>
                    <a:pt x="11" y="4"/>
                    <a:pt x="4" y="11"/>
                    <a:pt x="1" y="18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68" name="Google Shape;7526;p80">
              <a:extLst>
                <a:ext uri="{FF2B5EF4-FFF2-40B4-BE49-F238E27FC236}">
                  <a16:creationId xmlns:a16="http://schemas.microsoft.com/office/drawing/2014/main" id="{05520A79-EBB7-CABF-AF7E-6579F84FA86E}"/>
                </a:ext>
              </a:extLst>
            </p:cNvPr>
            <p:cNvSpPr/>
            <p:nvPr/>
          </p:nvSpPr>
          <p:spPr>
            <a:xfrm>
              <a:off x="2266235" y="2062194"/>
              <a:ext cx="2050" cy="258"/>
            </a:xfrm>
            <a:custGeom>
              <a:avLst/>
              <a:gdLst/>
              <a:ahLst/>
              <a:cxnLst/>
              <a:rect l="l" t="t" r="r" b="b"/>
              <a:pathLst>
                <a:path w="151" h="19" extrusionOk="0">
                  <a:moveTo>
                    <a:pt x="151" y="1"/>
                  </a:moveTo>
                  <a:lnTo>
                    <a:pt x="151" y="1"/>
                  </a:lnTo>
                  <a:cubicBezTo>
                    <a:pt x="98" y="4"/>
                    <a:pt x="46" y="4"/>
                    <a:pt x="7" y="4"/>
                  </a:cubicBezTo>
                  <a:cubicBezTo>
                    <a:pt x="49" y="4"/>
                    <a:pt x="98" y="4"/>
                    <a:pt x="151" y="1"/>
                  </a:cubicBezTo>
                  <a:close/>
                  <a:moveTo>
                    <a:pt x="7" y="4"/>
                  </a:moveTo>
                  <a:cubicBezTo>
                    <a:pt x="4" y="8"/>
                    <a:pt x="0" y="15"/>
                    <a:pt x="0" y="18"/>
                  </a:cubicBezTo>
                  <a:cubicBezTo>
                    <a:pt x="4" y="11"/>
                    <a:pt x="7" y="8"/>
                    <a:pt x="7" y="4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69" name="Google Shape;7527;p80">
              <a:extLst>
                <a:ext uri="{FF2B5EF4-FFF2-40B4-BE49-F238E27FC236}">
                  <a16:creationId xmlns:a16="http://schemas.microsoft.com/office/drawing/2014/main" id="{3935ED8B-C804-79D9-7DAB-CE8FA0954F34}"/>
                </a:ext>
              </a:extLst>
            </p:cNvPr>
            <p:cNvSpPr/>
            <p:nvPr/>
          </p:nvSpPr>
          <p:spPr>
            <a:xfrm>
              <a:off x="2260668" y="2064339"/>
              <a:ext cx="353" cy="4616"/>
            </a:xfrm>
            <a:custGeom>
              <a:avLst/>
              <a:gdLst/>
              <a:ahLst/>
              <a:cxnLst/>
              <a:rect l="l" t="t" r="r" b="b"/>
              <a:pathLst>
                <a:path w="26" h="340" extrusionOk="0">
                  <a:moveTo>
                    <a:pt x="1" y="0"/>
                  </a:moveTo>
                  <a:lnTo>
                    <a:pt x="25" y="340"/>
                  </a:lnTo>
                  <a:lnTo>
                    <a:pt x="25" y="340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70" name="Google Shape;7528;p80">
              <a:extLst>
                <a:ext uri="{FF2B5EF4-FFF2-40B4-BE49-F238E27FC236}">
                  <a16:creationId xmlns:a16="http://schemas.microsoft.com/office/drawing/2014/main" id="{DD0F3F55-2474-DA58-2F20-AB24505A8295}"/>
                </a:ext>
              </a:extLst>
            </p:cNvPr>
            <p:cNvSpPr/>
            <p:nvPr/>
          </p:nvSpPr>
          <p:spPr>
            <a:xfrm>
              <a:off x="2267851" y="2123754"/>
              <a:ext cx="76781" cy="124832"/>
            </a:xfrm>
            <a:custGeom>
              <a:avLst/>
              <a:gdLst/>
              <a:ahLst/>
              <a:cxnLst/>
              <a:rect l="l" t="t" r="r" b="b"/>
              <a:pathLst>
                <a:path w="5655" h="9194" extrusionOk="0">
                  <a:moveTo>
                    <a:pt x="5448" y="0"/>
                  </a:moveTo>
                  <a:lnTo>
                    <a:pt x="5402" y="21"/>
                  </a:lnTo>
                  <a:lnTo>
                    <a:pt x="5384" y="28"/>
                  </a:lnTo>
                  <a:lnTo>
                    <a:pt x="5321" y="60"/>
                  </a:lnTo>
                  <a:lnTo>
                    <a:pt x="5265" y="84"/>
                  </a:lnTo>
                  <a:lnTo>
                    <a:pt x="5251" y="91"/>
                  </a:lnTo>
                  <a:lnTo>
                    <a:pt x="5216" y="109"/>
                  </a:lnTo>
                  <a:lnTo>
                    <a:pt x="5202" y="119"/>
                  </a:lnTo>
                  <a:lnTo>
                    <a:pt x="5174" y="133"/>
                  </a:lnTo>
                  <a:lnTo>
                    <a:pt x="5160" y="140"/>
                  </a:lnTo>
                  <a:lnTo>
                    <a:pt x="5136" y="151"/>
                  </a:lnTo>
                  <a:lnTo>
                    <a:pt x="5122" y="158"/>
                  </a:lnTo>
                  <a:lnTo>
                    <a:pt x="5104" y="168"/>
                  </a:lnTo>
                  <a:lnTo>
                    <a:pt x="5094" y="175"/>
                  </a:lnTo>
                  <a:lnTo>
                    <a:pt x="5076" y="182"/>
                  </a:lnTo>
                  <a:lnTo>
                    <a:pt x="5066" y="189"/>
                  </a:lnTo>
                  <a:lnTo>
                    <a:pt x="5055" y="196"/>
                  </a:lnTo>
                  <a:lnTo>
                    <a:pt x="5045" y="200"/>
                  </a:lnTo>
                  <a:lnTo>
                    <a:pt x="5038" y="207"/>
                  </a:lnTo>
                  <a:lnTo>
                    <a:pt x="5031" y="210"/>
                  </a:lnTo>
                  <a:lnTo>
                    <a:pt x="5020" y="217"/>
                  </a:lnTo>
                  <a:lnTo>
                    <a:pt x="5017" y="221"/>
                  </a:lnTo>
                  <a:lnTo>
                    <a:pt x="5010" y="224"/>
                  </a:lnTo>
                  <a:lnTo>
                    <a:pt x="5006" y="228"/>
                  </a:lnTo>
                  <a:lnTo>
                    <a:pt x="4999" y="231"/>
                  </a:lnTo>
                  <a:lnTo>
                    <a:pt x="4996" y="235"/>
                  </a:lnTo>
                  <a:lnTo>
                    <a:pt x="4992" y="238"/>
                  </a:lnTo>
                  <a:lnTo>
                    <a:pt x="4989" y="242"/>
                  </a:lnTo>
                  <a:cubicBezTo>
                    <a:pt x="4954" y="305"/>
                    <a:pt x="4884" y="316"/>
                    <a:pt x="4819" y="316"/>
                  </a:cubicBezTo>
                  <a:cubicBezTo>
                    <a:pt x="4805" y="316"/>
                    <a:pt x="4792" y="316"/>
                    <a:pt x="4779" y="315"/>
                  </a:cubicBezTo>
                  <a:cubicBezTo>
                    <a:pt x="4768" y="315"/>
                    <a:pt x="4757" y="315"/>
                    <a:pt x="4747" y="315"/>
                  </a:cubicBezTo>
                  <a:cubicBezTo>
                    <a:pt x="4683" y="315"/>
                    <a:pt x="4629" y="318"/>
                    <a:pt x="4590" y="354"/>
                  </a:cubicBezTo>
                  <a:cubicBezTo>
                    <a:pt x="4529" y="406"/>
                    <a:pt x="4474" y="423"/>
                    <a:pt x="4425" y="423"/>
                  </a:cubicBezTo>
                  <a:cubicBezTo>
                    <a:pt x="4368" y="423"/>
                    <a:pt x="4318" y="400"/>
                    <a:pt x="4275" y="382"/>
                  </a:cubicBezTo>
                  <a:cubicBezTo>
                    <a:pt x="4254" y="368"/>
                    <a:pt x="4229" y="361"/>
                    <a:pt x="4205" y="350"/>
                  </a:cubicBezTo>
                  <a:cubicBezTo>
                    <a:pt x="4200" y="349"/>
                    <a:pt x="4196" y="348"/>
                    <a:pt x="4192" y="348"/>
                  </a:cubicBezTo>
                  <a:cubicBezTo>
                    <a:pt x="4186" y="348"/>
                    <a:pt x="4181" y="350"/>
                    <a:pt x="4177" y="354"/>
                  </a:cubicBezTo>
                  <a:cubicBezTo>
                    <a:pt x="4149" y="371"/>
                    <a:pt x="4121" y="434"/>
                    <a:pt x="4110" y="508"/>
                  </a:cubicBezTo>
                  <a:cubicBezTo>
                    <a:pt x="4103" y="543"/>
                    <a:pt x="4086" y="571"/>
                    <a:pt x="4058" y="588"/>
                  </a:cubicBezTo>
                  <a:cubicBezTo>
                    <a:pt x="4023" y="613"/>
                    <a:pt x="3976" y="622"/>
                    <a:pt x="3923" y="622"/>
                  </a:cubicBezTo>
                  <a:cubicBezTo>
                    <a:pt x="3859" y="622"/>
                    <a:pt x="3786" y="609"/>
                    <a:pt x="3718" y="595"/>
                  </a:cubicBezTo>
                  <a:lnTo>
                    <a:pt x="3708" y="595"/>
                  </a:lnTo>
                  <a:cubicBezTo>
                    <a:pt x="3638" y="599"/>
                    <a:pt x="3568" y="609"/>
                    <a:pt x="3501" y="627"/>
                  </a:cubicBezTo>
                  <a:cubicBezTo>
                    <a:pt x="3421" y="644"/>
                    <a:pt x="3336" y="658"/>
                    <a:pt x="3252" y="662"/>
                  </a:cubicBezTo>
                  <a:cubicBezTo>
                    <a:pt x="3248" y="662"/>
                    <a:pt x="3243" y="662"/>
                    <a:pt x="3238" y="662"/>
                  </a:cubicBezTo>
                  <a:cubicBezTo>
                    <a:pt x="3174" y="662"/>
                    <a:pt x="3115" y="619"/>
                    <a:pt x="3105" y="553"/>
                  </a:cubicBezTo>
                  <a:cubicBezTo>
                    <a:pt x="3102" y="525"/>
                    <a:pt x="3081" y="504"/>
                    <a:pt x="3053" y="497"/>
                  </a:cubicBezTo>
                  <a:cubicBezTo>
                    <a:pt x="3035" y="492"/>
                    <a:pt x="3019" y="489"/>
                    <a:pt x="3003" y="489"/>
                  </a:cubicBezTo>
                  <a:cubicBezTo>
                    <a:pt x="2957" y="489"/>
                    <a:pt x="2916" y="508"/>
                    <a:pt x="2874" y="529"/>
                  </a:cubicBezTo>
                  <a:cubicBezTo>
                    <a:pt x="2836" y="550"/>
                    <a:pt x="2794" y="564"/>
                    <a:pt x="2748" y="567"/>
                  </a:cubicBezTo>
                  <a:lnTo>
                    <a:pt x="2650" y="567"/>
                  </a:lnTo>
                  <a:lnTo>
                    <a:pt x="2626" y="564"/>
                  </a:lnTo>
                  <a:lnTo>
                    <a:pt x="2601" y="560"/>
                  </a:lnTo>
                  <a:lnTo>
                    <a:pt x="2573" y="557"/>
                  </a:lnTo>
                  <a:lnTo>
                    <a:pt x="2552" y="553"/>
                  </a:lnTo>
                  <a:lnTo>
                    <a:pt x="2531" y="553"/>
                  </a:lnTo>
                  <a:lnTo>
                    <a:pt x="2510" y="550"/>
                  </a:lnTo>
                  <a:lnTo>
                    <a:pt x="2500" y="550"/>
                  </a:lnTo>
                  <a:cubicBezTo>
                    <a:pt x="2496" y="599"/>
                    <a:pt x="2489" y="648"/>
                    <a:pt x="2472" y="693"/>
                  </a:cubicBezTo>
                  <a:cubicBezTo>
                    <a:pt x="2416" y="840"/>
                    <a:pt x="2517" y="1148"/>
                    <a:pt x="2598" y="1393"/>
                  </a:cubicBezTo>
                  <a:cubicBezTo>
                    <a:pt x="2647" y="1523"/>
                    <a:pt x="2685" y="1656"/>
                    <a:pt x="2710" y="1793"/>
                  </a:cubicBezTo>
                  <a:lnTo>
                    <a:pt x="2724" y="1807"/>
                  </a:lnTo>
                  <a:lnTo>
                    <a:pt x="2759" y="1835"/>
                  </a:lnTo>
                  <a:lnTo>
                    <a:pt x="2780" y="1852"/>
                  </a:lnTo>
                  <a:lnTo>
                    <a:pt x="2811" y="1884"/>
                  </a:lnTo>
                  <a:lnTo>
                    <a:pt x="2829" y="1898"/>
                  </a:lnTo>
                  <a:lnTo>
                    <a:pt x="2857" y="1926"/>
                  </a:lnTo>
                  <a:lnTo>
                    <a:pt x="2874" y="1943"/>
                  </a:lnTo>
                  <a:lnTo>
                    <a:pt x="2902" y="1968"/>
                  </a:lnTo>
                  <a:lnTo>
                    <a:pt x="2916" y="1982"/>
                  </a:lnTo>
                  <a:lnTo>
                    <a:pt x="2941" y="2006"/>
                  </a:lnTo>
                  <a:lnTo>
                    <a:pt x="2955" y="2020"/>
                  </a:lnTo>
                  <a:lnTo>
                    <a:pt x="2972" y="2041"/>
                  </a:lnTo>
                  <a:lnTo>
                    <a:pt x="2986" y="2055"/>
                  </a:lnTo>
                  <a:lnTo>
                    <a:pt x="3004" y="2073"/>
                  </a:lnTo>
                  <a:lnTo>
                    <a:pt x="3014" y="2087"/>
                  </a:lnTo>
                  <a:lnTo>
                    <a:pt x="3028" y="2101"/>
                  </a:lnTo>
                  <a:cubicBezTo>
                    <a:pt x="3039" y="2115"/>
                    <a:pt x="3049" y="2129"/>
                    <a:pt x="3056" y="2139"/>
                  </a:cubicBezTo>
                  <a:cubicBezTo>
                    <a:pt x="3098" y="2192"/>
                    <a:pt x="3116" y="2262"/>
                    <a:pt x="3102" y="2328"/>
                  </a:cubicBezTo>
                  <a:cubicBezTo>
                    <a:pt x="3098" y="2346"/>
                    <a:pt x="3095" y="2363"/>
                    <a:pt x="3091" y="2381"/>
                  </a:cubicBezTo>
                  <a:lnTo>
                    <a:pt x="3084" y="2405"/>
                  </a:lnTo>
                  <a:cubicBezTo>
                    <a:pt x="3060" y="2500"/>
                    <a:pt x="3053" y="2594"/>
                    <a:pt x="3060" y="2689"/>
                  </a:cubicBezTo>
                  <a:cubicBezTo>
                    <a:pt x="3070" y="2979"/>
                    <a:pt x="2976" y="3025"/>
                    <a:pt x="2846" y="3049"/>
                  </a:cubicBezTo>
                  <a:cubicBezTo>
                    <a:pt x="2804" y="3053"/>
                    <a:pt x="2762" y="3070"/>
                    <a:pt x="2727" y="3098"/>
                  </a:cubicBezTo>
                  <a:cubicBezTo>
                    <a:pt x="2661" y="3158"/>
                    <a:pt x="2678" y="3291"/>
                    <a:pt x="2696" y="3399"/>
                  </a:cubicBezTo>
                  <a:cubicBezTo>
                    <a:pt x="2706" y="3473"/>
                    <a:pt x="2717" y="3529"/>
                    <a:pt x="2699" y="3574"/>
                  </a:cubicBezTo>
                  <a:cubicBezTo>
                    <a:pt x="2696" y="3581"/>
                    <a:pt x="2692" y="3588"/>
                    <a:pt x="2685" y="3595"/>
                  </a:cubicBezTo>
                  <a:cubicBezTo>
                    <a:pt x="2682" y="3599"/>
                    <a:pt x="2675" y="3606"/>
                    <a:pt x="2671" y="3609"/>
                  </a:cubicBezTo>
                  <a:cubicBezTo>
                    <a:pt x="2664" y="3613"/>
                    <a:pt x="2661" y="3617"/>
                    <a:pt x="2654" y="3617"/>
                  </a:cubicBezTo>
                  <a:lnTo>
                    <a:pt x="2626" y="3617"/>
                  </a:lnTo>
                  <a:cubicBezTo>
                    <a:pt x="2489" y="3613"/>
                    <a:pt x="2094" y="2962"/>
                    <a:pt x="2073" y="2902"/>
                  </a:cubicBezTo>
                  <a:cubicBezTo>
                    <a:pt x="2055" y="2843"/>
                    <a:pt x="2073" y="2766"/>
                    <a:pt x="2118" y="2619"/>
                  </a:cubicBezTo>
                  <a:cubicBezTo>
                    <a:pt x="2160" y="2475"/>
                    <a:pt x="2209" y="2300"/>
                    <a:pt x="2185" y="2181"/>
                  </a:cubicBezTo>
                  <a:cubicBezTo>
                    <a:pt x="2185" y="2157"/>
                    <a:pt x="2171" y="2136"/>
                    <a:pt x="2150" y="2122"/>
                  </a:cubicBezTo>
                  <a:cubicBezTo>
                    <a:pt x="2134" y="2113"/>
                    <a:pt x="2113" y="2109"/>
                    <a:pt x="2090" y="2109"/>
                  </a:cubicBezTo>
                  <a:cubicBezTo>
                    <a:pt x="2032" y="2109"/>
                    <a:pt x="1960" y="2131"/>
                    <a:pt x="1905" y="2146"/>
                  </a:cubicBezTo>
                  <a:cubicBezTo>
                    <a:pt x="1880" y="2157"/>
                    <a:pt x="1852" y="2164"/>
                    <a:pt x="1824" y="2167"/>
                  </a:cubicBezTo>
                  <a:cubicBezTo>
                    <a:pt x="1818" y="2168"/>
                    <a:pt x="1811" y="2169"/>
                    <a:pt x="1804" y="2169"/>
                  </a:cubicBezTo>
                  <a:cubicBezTo>
                    <a:pt x="1726" y="2169"/>
                    <a:pt x="1639" y="2095"/>
                    <a:pt x="1516" y="1985"/>
                  </a:cubicBezTo>
                  <a:lnTo>
                    <a:pt x="1495" y="1968"/>
                  </a:lnTo>
                  <a:lnTo>
                    <a:pt x="1488" y="1957"/>
                  </a:lnTo>
                  <a:lnTo>
                    <a:pt x="1471" y="1947"/>
                  </a:lnTo>
                  <a:lnTo>
                    <a:pt x="1464" y="1936"/>
                  </a:lnTo>
                  <a:lnTo>
                    <a:pt x="1450" y="1929"/>
                  </a:lnTo>
                  <a:lnTo>
                    <a:pt x="1443" y="1922"/>
                  </a:lnTo>
                  <a:lnTo>
                    <a:pt x="1436" y="1915"/>
                  </a:lnTo>
                  <a:cubicBezTo>
                    <a:pt x="1320" y="1947"/>
                    <a:pt x="595" y="2213"/>
                    <a:pt x="56" y="2416"/>
                  </a:cubicBezTo>
                  <a:lnTo>
                    <a:pt x="53" y="2416"/>
                  </a:lnTo>
                  <a:lnTo>
                    <a:pt x="0" y="2433"/>
                  </a:lnTo>
                  <a:lnTo>
                    <a:pt x="119" y="2860"/>
                  </a:lnTo>
                  <a:lnTo>
                    <a:pt x="102" y="2860"/>
                  </a:lnTo>
                  <a:lnTo>
                    <a:pt x="126" y="2913"/>
                  </a:lnTo>
                  <a:cubicBezTo>
                    <a:pt x="252" y="2923"/>
                    <a:pt x="627" y="2962"/>
                    <a:pt x="823" y="3091"/>
                  </a:cubicBezTo>
                  <a:cubicBezTo>
                    <a:pt x="952" y="3179"/>
                    <a:pt x="1131" y="3217"/>
                    <a:pt x="1264" y="3249"/>
                  </a:cubicBezTo>
                  <a:cubicBezTo>
                    <a:pt x="1331" y="3259"/>
                    <a:pt x="1394" y="3280"/>
                    <a:pt x="1453" y="3308"/>
                  </a:cubicBezTo>
                  <a:cubicBezTo>
                    <a:pt x="1520" y="3354"/>
                    <a:pt x="1523" y="3473"/>
                    <a:pt x="1509" y="3809"/>
                  </a:cubicBezTo>
                  <a:cubicBezTo>
                    <a:pt x="1499" y="3942"/>
                    <a:pt x="1499" y="4075"/>
                    <a:pt x="1506" y="4205"/>
                  </a:cubicBezTo>
                  <a:cubicBezTo>
                    <a:pt x="1520" y="4366"/>
                    <a:pt x="1439" y="4464"/>
                    <a:pt x="1376" y="4537"/>
                  </a:cubicBezTo>
                  <a:cubicBezTo>
                    <a:pt x="1310" y="4618"/>
                    <a:pt x="1313" y="4625"/>
                    <a:pt x="1341" y="4649"/>
                  </a:cubicBezTo>
                  <a:cubicBezTo>
                    <a:pt x="1432" y="4744"/>
                    <a:pt x="1450" y="4866"/>
                    <a:pt x="1464" y="4957"/>
                  </a:cubicBezTo>
                  <a:cubicBezTo>
                    <a:pt x="1467" y="4989"/>
                    <a:pt x="1474" y="5017"/>
                    <a:pt x="1485" y="5048"/>
                  </a:cubicBezTo>
                  <a:cubicBezTo>
                    <a:pt x="1520" y="5059"/>
                    <a:pt x="1544" y="5087"/>
                    <a:pt x="1548" y="5122"/>
                  </a:cubicBezTo>
                  <a:cubicBezTo>
                    <a:pt x="1569" y="5248"/>
                    <a:pt x="1310" y="5517"/>
                    <a:pt x="1204" y="5580"/>
                  </a:cubicBezTo>
                  <a:cubicBezTo>
                    <a:pt x="1180" y="5594"/>
                    <a:pt x="1176" y="5664"/>
                    <a:pt x="1173" y="5735"/>
                  </a:cubicBezTo>
                  <a:cubicBezTo>
                    <a:pt x="1173" y="5843"/>
                    <a:pt x="1166" y="5980"/>
                    <a:pt x="1078" y="6095"/>
                  </a:cubicBezTo>
                  <a:cubicBezTo>
                    <a:pt x="1008" y="6190"/>
                    <a:pt x="844" y="6347"/>
                    <a:pt x="686" y="6498"/>
                  </a:cubicBezTo>
                  <a:lnTo>
                    <a:pt x="609" y="6568"/>
                  </a:lnTo>
                  <a:lnTo>
                    <a:pt x="592" y="6585"/>
                  </a:lnTo>
                  <a:lnTo>
                    <a:pt x="560" y="6613"/>
                  </a:lnTo>
                  <a:cubicBezTo>
                    <a:pt x="571" y="6638"/>
                    <a:pt x="578" y="6662"/>
                    <a:pt x="585" y="6687"/>
                  </a:cubicBezTo>
                  <a:lnTo>
                    <a:pt x="592" y="6718"/>
                  </a:lnTo>
                  <a:lnTo>
                    <a:pt x="595" y="6729"/>
                  </a:lnTo>
                  <a:lnTo>
                    <a:pt x="602" y="6760"/>
                  </a:lnTo>
                  <a:lnTo>
                    <a:pt x="606" y="6774"/>
                  </a:lnTo>
                  <a:lnTo>
                    <a:pt x="616" y="6813"/>
                  </a:lnTo>
                  <a:lnTo>
                    <a:pt x="620" y="6823"/>
                  </a:lnTo>
                  <a:lnTo>
                    <a:pt x="630" y="6879"/>
                  </a:lnTo>
                  <a:cubicBezTo>
                    <a:pt x="679" y="7079"/>
                    <a:pt x="791" y="7544"/>
                    <a:pt x="868" y="7586"/>
                  </a:cubicBezTo>
                  <a:cubicBezTo>
                    <a:pt x="1075" y="7709"/>
                    <a:pt x="949" y="8640"/>
                    <a:pt x="949" y="8651"/>
                  </a:cubicBezTo>
                  <a:lnTo>
                    <a:pt x="949" y="8654"/>
                  </a:lnTo>
                  <a:lnTo>
                    <a:pt x="949" y="8714"/>
                  </a:lnTo>
                  <a:lnTo>
                    <a:pt x="949" y="8738"/>
                  </a:lnTo>
                  <a:lnTo>
                    <a:pt x="952" y="8780"/>
                  </a:lnTo>
                  <a:cubicBezTo>
                    <a:pt x="956" y="8857"/>
                    <a:pt x="970" y="8955"/>
                    <a:pt x="984" y="9085"/>
                  </a:cubicBezTo>
                  <a:lnTo>
                    <a:pt x="998" y="9193"/>
                  </a:lnTo>
                  <a:lnTo>
                    <a:pt x="1005" y="9193"/>
                  </a:lnTo>
                  <a:lnTo>
                    <a:pt x="1029" y="9190"/>
                  </a:lnTo>
                  <a:lnTo>
                    <a:pt x="1033" y="9190"/>
                  </a:lnTo>
                  <a:cubicBezTo>
                    <a:pt x="1099" y="9183"/>
                    <a:pt x="1194" y="9176"/>
                    <a:pt x="1289" y="9172"/>
                  </a:cubicBezTo>
                  <a:cubicBezTo>
                    <a:pt x="1296" y="9099"/>
                    <a:pt x="1303" y="9022"/>
                    <a:pt x="1306" y="8962"/>
                  </a:cubicBezTo>
                  <a:cubicBezTo>
                    <a:pt x="1310" y="8938"/>
                    <a:pt x="1310" y="8913"/>
                    <a:pt x="1303" y="8889"/>
                  </a:cubicBezTo>
                  <a:lnTo>
                    <a:pt x="1274" y="8889"/>
                  </a:lnTo>
                  <a:cubicBezTo>
                    <a:pt x="1265" y="8890"/>
                    <a:pt x="1256" y="8891"/>
                    <a:pt x="1247" y="8891"/>
                  </a:cubicBezTo>
                  <a:cubicBezTo>
                    <a:pt x="1177" y="8891"/>
                    <a:pt x="1114" y="8845"/>
                    <a:pt x="1092" y="8777"/>
                  </a:cubicBezTo>
                  <a:cubicBezTo>
                    <a:pt x="1005" y="8532"/>
                    <a:pt x="1597" y="8210"/>
                    <a:pt x="1989" y="8063"/>
                  </a:cubicBezTo>
                  <a:cubicBezTo>
                    <a:pt x="2447" y="7895"/>
                    <a:pt x="2598" y="7804"/>
                    <a:pt x="2636" y="7677"/>
                  </a:cubicBezTo>
                  <a:cubicBezTo>
                    <a:pt x="2654" y="7611"/>
                    <a:pt x="2654" y="7474"/>
                    <a:pt x="2654" y="7341"/>
                  </a:cubicBezTo>
                  <a:cubicBezTo>
                    <a:pt x="2654" y="7166"/>
                    <a:pt x="2654" y="6988"/>
                    <a:pt x="2692" y="6883"/>
                  </a:cubicBezTo>
                  <a:cubicBezTo>
                    <a:pt x="2724" y="6795"/>
                    <a:pt x="2706" y="6732"/>
                    <a:pt x="2671" y="6603"/>
                  </a:cubicBezTo>
                  <a:cubicBezTo>
                    <a:pt x="2636" y="6480"/>
                    <a:pt x="2612" y="6354"/>
                    <a:pt x="2594" y="6225"/>
                  </a:cubicBezTo>
                  <a:cubicBezTo>
                    <a:pt x="2573" y="6064"/>
                    <a:pt x="2521" y="5910"/>
                    <a:pt x="2433" y="5770"/>
                  </a:cubicBezTo>
                  <a:cubicBezTo>
                    <a:pt x="2388" y="5700"/>
                    <a:pt x="2353" y="5622"/>
                    <a:pt x="2328" y="5538"/>
                  </a:cubicBezTo>
                  <a:cubicBezTo>
                    <a:pt x="2290" y="5409"/>
                    <a:pt x="2262" y="5227"/>
                    <a:pt x="2335" y="5118"/>
                  </a:cubicBezTo>
                  <a:cubicBezTo>
                    <a:pt x="2367" y="5073"/>
                    <a:pt x="2419" y="5045"/>
                    <a:pt x="2475" y="5045"/>
                  </a:cubicBezTo>
                  <a:cubicBezTo>
                    <a:pt x="2545" y="5038"/>
                    <a:pt x="2552" y="5031"/>
                    <a:pt x="2619" y="4898"/>
                  </a:cubicBezTo>
                  <a:cubicBezTo>
                    <a:pt x="2633" y="4866"/>
                    <a:pt x="2650" y="4831"/>
                    <a:pt x="2671" y="4789"/>
                  </a:cubicBezTo>
                  <a:cubicBezTo>
                    <a:pt x="2752" y="4635"/>
                    <a:pt x="2843" y="4607"/>
                    <a:pt x="2941" y="4576"/>
                  </a:cubicBezTo>
                  <a:cubicBezTo>
                    <a:pt x="3018" y="4555"/>
                    <a:pt x="3088" y="4520"/>
                    <a:pt x="3154" y="4474"/>
                  </a:cubicBezTo>
                  <a:cubicBezTo>
                    <a:pt x="3231" y="4411"/>
                    <a:pt x="3301" y="4334"/>
                    <a:pt x="3354" y="4247"/>
                  </a:cubicBezTo>
                  <a:cubicBezTo>
                    <a:pt x="3452" y="4093"/>
                    <a:pt x="3578" y="3956"/>
                    <a:pt x="3725" y="3844"/>
                  </a:cubicBezTo>
                  <a:cubicBezTo>
                    <a:pt x="3928" y="3687"/>
                    <a:pt x="4142" y="3624"/>
                    <a:pt x="4348" y="3560"/>
                  </a:cubicBezTo>
                  <a:cubicBezTo>
                    <a:pt x="4506" y="3518"/>
                    <a:pt x="4656" y="3459"/>
                    <a:pt x="4800" y="3378"/>
                  </a:cubicBezTo>
                  <a:cubicBezTo>
                    <a:pt x="5122" y="3189"/>
                    <a:pt x="5654" y="2444"/>
                    <a:pt x="5637" y="2318"/>
                  </a:cubicBezTo>
                  <a:cubicBezTo>
                    <a:pt x="5577" y="2167"/>
                    <a:pt x="5462" y="1505"/>
                    <a:pt x="5497" y="1222"/>
                  </a:cubicBezTo>
                  <a:cubicBezTo>
                    <a:pt x="5514" y="1068"/>
                    <a:pt x="5497" y="756"/>
                    <a:pt x="5472" y="455"/>
                  </a:cubicBezTo>
                  <a:cubicBezTo>
                    <a:pt x="5462" y="287"/>
                    <a:pt x="5451" y="126"/>
                    <a:pt x="5448" y="0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71" name="Google Shape;7529;p80">
              <a:extLst>
                <a:ext uri="{FF2B5EF4-FFF2-40B4-BE49-F238E27FC236}">
                  <a16:creationId xmlns:a16="http://schemas.microsoft.com/office/drawing/2014/main" id="{CBAA1517-3F8F-2F23-EF08-0F58BC09E399}"/>
                </a:ext>
              </a:extLst>
            </p:cNvPr>
            <p:cNvSpPr/>
            <p:nvPr/>
          </p:nvSpPr>
          <p:spPr>
            <a:xfrm>
              <a:off x="2344428" y="2155362"/>
              <a:ext cx="14" cy="14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72" name="Google Shape;7530;p80">
              <a:extLst>
                <a:ext uri="{FF2B5EF4-FFF2-40B4-BE49-F238E27FC236}">
                  <a16:creationId xmlns:a16="http://schemas.microsoft.com/office/drawing/2014/main" id="{47E5B12F-E061-E9A4-4ACD-AA5CF4918AA1}"/>
                </a:ext>
              </a:extLst>
            </p:cNvPr>
            <p:cNvSpPr/>
            <p:nvPr/>
          </p:nvSpPr>
          <p:spPr>
            <a:xfrm>
              <a:off x="2275454" y="2213298"/>
              <a:ext cx="489" cy="448"/>
            </a:xfrm>
            <a:custGeom>
              <a:avLst/>
              <a:gdLst/>
              <a:ahLst/>
              <a:cxnLst/>
              <a:rect l="l" t="t" r="r" b="b"/>
              <a:pathLst>
                <a:path w="36" h="33" extrusionOk="0">
                  <a:moveTo>
                    <a:pt x="35" y="1"/>
                  </a:moveTo>
                  <a:lnTo>
                    <a:pt x="0" y="32"/>
                  </a:lnTo>
                  <a:lnTo>
                    <a:pt x="4" y="32"/>
                  </a:lnTo>
                  <a:lnTo>
                    <a:pt x="35" y="1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73" name="Google Shape;7531;p80">
              <a:extLst>
                <a:ext uri="{FF2B5EF4-FFF2-40B4-BE49-F238E27FC236}">
                  <a16:creationId xmlns:a16="http://schemas.microsoft.com/office/drawing/2014/main" id="{D026EC31-BF46-72C7-3F08-DE57B1FBF6B5}"/>
                </a:ext>
              </a:extLst>
            </p:cNvPr>
            <p:cNvSpPr/>
            <p:nvPr/>
          </p:nvSpPr>
          <p:spPr>
            <a:xfrm>
              <a:off x="2276119" y="2212116"/>
              <a:ext cx="1059" cy="964"/>
            </a:xfrm>
            <a:custGeom>
              <a:avLst/>
              <a:gdLst/>
              <a:ahLst/>
              <a:cxnLst/>
              <a:rect l="l" t="t" r="r" b="b"/>
              <a:pathLst>
                <a:path w="78" h="71" extrusionOk="0">
                  <a:moveTo>
                    <a:pt x="77" y="0"/>
                  </a:moveTo>
                  <a:lnTo>
                    <a:pt x="0" y="70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74" name="Google Shape;7532;p80">
              <a:extLst>
                <a:ext uri="{FF2B5EF4-FFF2-40B4-BE49-F238E27FC236}">
                  <a16:creationId xmlns:a16="http://schemas.microsoft.com/office/drawing/2014/main" id="{0AC50D62-03BE-6D46-BF3C-9B16CA2C2AFE}"/>
                </a:ext>
              </a:extLst>
            </p:cNvPr>
            <p:cNvSpPr/>
            <p:nvPr/>
          </p:nvSpPr>
          <p:spPr>
            <a:xfrm>
              <a:off x="2280777" y="2242204"/>
              <a:ext cx="14" cy="339"/>
            </a:xfrm>
            <a:custGeom>
              <a:avLst/>
              <a:gdLst/>
              <a:ahLst/>
              <a:cxnLst/>
              <a:rect l="l" t="t" r="r" b="b"/>
              <a:pathLst>
                <a:path w="1" h="25" extrusionOk="0">
                  <a:moveTo>
                    <a:pt x="0" y="25"/>
                  </a:moveTo>
                  <a:lnTo>
                    <a:pt x="0" y="0"/>
                  </a:lnTo>
                  <a:lnTo>
                    <a:pt x="0" y="25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75" name="Google Shape;7533;p80">
              <a:extLst>
                <a:ext uri="{FF2B5EF4-FFF2-40B4-BE49-F238E27FC236}">
                  <a16:creationId xmlns:a16="http://schemas.microsoft.com/office/drawing/2014/main" id="{1B95FB75-EA9D-6461-B60A-FE244653FDFB}"/>
                </a:ext>
              </a:extLst>
            </p:cNvPr>
            <p:cNvSpPr/>
            <p:nvPr/>
          </p:nvSpPr>
          <p:spPr>
            <a:xfrm>
              <a:off x="2280817" y="2243155"/>
              <a:ext cx="448" cy="4141"/>
            </a:xfrm>
            <a:custGeom>
              <a:avLst/>
              <a:gdLst/>
              <a:ahLst/>
              <a:cxnLst/>
              <a:rect l="l" t="t" r="r" b="b"/>
              <a:pathLst>
                <a:path w="33" h="305" extrusionOk="0">
                  <a:moveTo>
                    <a:pt x="1" y="0"/>
                  </a:moveTo>
                  <a:lnTo>
                    <a:pt x="1" y="35"/>
                  </a:lnTo>
                  <a:cubicBezTo>
                    <a:pt x="4" y="54"/>
                    <a:pt x="6" y="74"/>
                    <a:pt x="9" y="95"/>
                  </a:cubicBezTo>
                  <a:lnTo>
                    <a:pt x="9" y="95"/>
                  </a:lnTo>
                  <a:cubicBezTo>
                    <a:pt x="5" y="59"/>
                    <a:pt x="2" y="28"/>
                    <a:pt x="1" y="0"/>
                  </a:cubicBezTo>
                  <a:close/>
                  <a:moveTo>
                    <a:pt x="9" y="95"/>
                  </a:moveTo>
                  <a:cubicBezTo>
                    <a:pt x="15" y="155"/>
                    <a:pt x="24" y="226"/>
                    <a:pt x="32" y="305"/>
                  </a:cubicBezTo>
                  <a:cubicBezTo>
                    <a:pt x="25" y="231"/>
                    <a:pt x="17" y="159"/>
                    <a:pt x="9" y="95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76" name="Google Shape;7534;p80">
              <a:extLst>
                <a:ext uri="{FF2B5EF4-FFF2-40B4-BE49-F238E27FC236}">
                  <a16:creationId xmlns:a16="http://schemas.microsoft.com/office/drawing/2014/main" id="{68E089E0-C8F0-D962-A7E6-82E2A3DB87C8}"/>
                </a:ext>
              </a:extLst>
            </p:cNvPr>
            <p:cNvSpPr/>
            <p:nvPr/>
          </p:nvSpPr>
          <p:spPr>
            <a:xfrm>
              <a:off x="2281252" y="2247282"/>
              <a:ext cx="204" cy="1494"/>
            </a:xfrm>
            <a:custGeom>
              <a:avLst/>
              <a:gdLst/>
              <a:ahLst/>
              <a:cxnLst/>
              <a:rect l="l" t="t" r="r" b="b"/>
              <a:pathLst>
                <a:path w="15" h="110" extrusionOk="0">
                  <a:moveTo>
                    <a:pt x="0" y="1"/>
                  </a:moveTo>
                  <a:cubicBezTo>
                    <a:pt x="4" y="36"/>
                    <a:pt x="7" y="71"/>
                    <a:pt x="14" y="109"/>
                  </a:cubicBezTo>
                  <a:lnTo>
                    <a:pt x="0" y="1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77" name="Google Shape;7535;p80">
              <a:extLst>
                <a:ext uri="{FF2B5EF4-FFF2-40B4-BE49-F238E27FC236}">
                  <a16:creationId xmlns:a16="http://schemas.microsoft.com/office/drawing/2014/main" id="{7343F303-5A59-44BA-C440-1B22AD1080B6}"/>
                </a:ext>
              </a:extLst>
            </p:cNvPr>
            <p:cNvSpPr/>
            <p:nvPr/>
          </p:nvSpPr>
          <p:spPr>
            <a:xfrm>
              <a:off x="2276215" y="2216393"/>
              <a:ext cx="54" cy="149"/>
            </a:xfrm>
            <a:custGeom>
              <a:avLst/>
              <a:gdLst/>
              <a:ahLst/>
              <a:cxnLst/>
              <a:rect l="l" t="t" r="r" b="b"/>
              <a:pathLst>
                <a:path w="4" h="11" extrusionOk="0">
                  <a:moveTo>
                    <a:pt x="0" y="0"/>
                  </a:moveTo>
                  <a:lnTo>
                    <a:pt x="4" y="11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78" name="Google Shape;7536;p80">
              <a:extLst>
                <a:ext uri="{FF2B5EF4-FFF2-40B4-BE49-F238E27FC236}">
                  <a16:creationId xmlns:a16="http://schemas.microsoft.com/office/drawing/2014/main" id="{93839E21-4C38-6576-D93B-813A9557FBE3}"/>
                </a:ext>
              </a:extLst>
            </p:cNvPr>
            <p:cNvSpPr/>
            <p:nvPr/>
          </p:nvSpPr>
          <p:spPr>
            <a:xfrm>
              <a:off x="2280722" y="2241389"/>
              <a:ext cx="14" cy="828"/>
            </a:xfrm>
            <a:custGeom>
              <a:avLst/>
              <a:gdLst/>
              <a:ahLst/>
              <a:cxnLst/>
              <a:rect l="l" t="t" r="r" b="b"/>
              <a:pathLst>
                <a:path w="1" h="61" extrusionOk="0">
                  <a:moveTo>
                    <a:pt x="1" y="53"/>
                  </a:moveTo>
                  <a:lnTo>
                    <a:pt x="1" y="53"/>
                  </a:lnTo>
                  <a:lnTo>
                    <a:pt x="1" y="60"/>
                  </a:lnTo>
                  <a:lnTo>
                    <a:pt x="1" y="1"/>
                  </a:lnTo>
                  <a:cubicBezTo>
                    <a:pt x="1" y="18"/>
                    <a:pt x="1" y="36"/>
                    <a:pt x="1" y="53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79" name="Google Shape;7537;p80">
              <a:extLst>
                <a:ext uri="{FF2B5EF4-FFF2-40B4-BE49-F238E27FC236}">
                  <a16:creationId xmlns:a16="http://schemas.microsoft.com/office/drawing/2014/main" id="{78510543-9357-3088-B963-5C5686E76D72}"/>
                </a:ext>
              </a:extLst>
            </p:cNvPr>
            <p:cNvSpPr/>
            <p:nvPr/>
          </p:nvSpPr>
          <p:spPr>
            <a:xfrm>
              <a:off x="2281917" y="2248708"/>
              <a:ext cx="14" cy="14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0" y="1"/>
                  </a:move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80" name="Google Shape;7538;p80">
              <a:extLst>
                <a:ext uri="{FF2B5EF4-FFF2-40B4-BE49-F238E27FC236}">
                  <a16:creationId xmlns:a16="http://schemas.microsoft.com/office/drawing/2014/main" id="{146D4B34-B359-38D6-89CC-31BBEE84AAB0}"/>
                </a:ext>
              </a:extLst>
            </p:cNvPr>
            <p:cNvSpPr/>
            <p:nvPr/>
          </p:nvSpPr>
          <p:spPr>
            <a:xfrm>
              <a:off x="2280777" y="2242530"/>
              <a:ext cx="54" cy="638"/>
            </a:xfrm>
            <a:custGeom>
              <a:avLst/>
              <a:gdLst/>
              <a:ahLst/>
              <a:cxnLst/>
              <a:rect l="l" t="t" r="r" b="b"/>
              <a:pathLst>
                <a:path w="4" h="47" extrusionOk="0">
                  <a:moveTo>
                    <a:pt x="0" y="1"/>
                  </a:moveTo>
                  <a:cubicBezTo>
                    <a:pt x="0" y="15"/>
                    <a:pt x="0" y="32"/>
                    <a:pt x="4" y="46"/>
                  </a:cubicBezTo>
                  <a:lnTo>
                    <a:pt x="0" y="1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81" name="Google Shape;7539;p80">
              <a:extLst>
                <a:ext uri="{FF2B5EF4-FFF2-40B4-BE49-F238E27FC236}">
                  <a16:creationId xmlns:a16="http://schemas.microsoft.com/office/drawing/2014/main" id="{D513FE80-C378-2A73-3B41-0F62F8542FE9}"/>
                </a:ext>
              </a:extLst>
            </p:cNvPr>
            <p:cNvSpPr/>
            <p:nvPr/>
          </p:nvSpPr>
          <p:spPr>
            <a:xfrm>
              <a:off x="2275875" y="2215158"/>
              <a:ext cx="68" cy="109"/>
            </a:xfrm>
            <a:custGeom>
              <a:avLst/>
              <a:gdLst/>
              <a:ahLst/>
              <a:cxnLst/>
              <a:rect l="l" t="t" r="r" b="b"/>
              <a:pathLst>
                <a:path w="5" h="8" extrusionOk="0">
                  <a:moveTo>
                    <a:pt x="1" y="0"/>
                  </a:moveTo>
                  <a:lnTo>
                    <a:pt x="4" y="7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82" name="Google Shape;7540;p80">
              <a:extLst>
                <a:ext uri="{FF2B5EF4-FFF2-40B4-BE49-F238E27FC236}">
                  <a16:creationId xmlns:a16="http://schemas.microsoft.com/office/drawing/2014/main" id="{A23988AB-47F8-E642-A45D-8E33C11AC8CD}"/>
                </a:ext>
              </a:extLst>
            </p:cNvPr>
            <p:cNvSpPr/>
            <p:nvPr/>
          </p:nvSpPr>
          <p:spPr>
            <a:xfrm>
              <a:off x="2275780" y="2214683"/>
              <a:ext cx="14" cy="14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1" y="0"/>
                  </a:move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83" name="Google Shape;7541;p80">
              <a:extLst>
                <a:ext uri="{FF2B5EF4-FFF2-40B4-BE49-F238E27FC236}">
                  <a16:creationId xmlns:a16="http://schemas.microsoft.com/office/drawing/2014/main" id="{33DDC9A5-96CD-942B-3B47-B556D26555E6}"/>
                </a:ext>
              </a:extLst>
            </p:cNvPr>
            <p:cNvSpPr/>
            <p:nvPr/>
          </p:nvSpPr>
          <p:spPr>
            <a:xfrm>
              <a:off x="2276024" y="2215728"/>
              <a:ext cx="54" cy="149"/>
            </a:xfrm>
            <a:custGeom>
              <a:avLst/>
              <a:gdLst/>
              <a:ahLst/>
              <a:cxnLst/>
              <a:rect l="l" t="t" r="r" b="b"/>
              <a:pathLst>
                <a:path w="4" h="11" extrusionOk="0">
                  <a:moveTo>
                    <a:pt x="0" y="0"/>
                  </a:moveTo>
                  <a:lnTo>
                    <a:pt x="4" y="11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84" name="Google Shape;7542;p80">
              <a:extLst>
                <a:ext uri="{FF2B5EF4-FFF2-40B4-BE49-F238E27FC236}">
                  <a16:creationId xmlns:a16="http://schemas.microsoft.com/office/drawing/2014/main" id="{F2A32164-C2D6-27E9-651A-58E044610EC6}"/>
                </a:ext>
              </a:extLst>
            </p:cNvPr>
            <p:cNvSpPr/>
            <p:nvPr/>
          </p:nvSpPr>
          <p:spPr>
            <a:xfrm>
              <a:off x="2280722" y="2242109"/>
              <a:ext cx="163" cy="1534"/>
            </a:xfrm>
            <a:custGeom>
              <a:avLst/>
              <a:gdLst/>
              <a:ahLst/>
              <a:cxnLst/>
              <a:rect l="l" t="t" r="r" b="b"/>
              <a:pathLst>
                <a:path w="12" h="113" extrusionOk="0">
                  <a:moveTo>
                    <a:pt x="1" y="0"/>
                  </a:moveTo>
                  <a:cubicBezTo>
                    <a:pt x="1" y="28"/>
                    <a:pt x="4" y="67"/>
                    <a:pt x="11" y="112"/>
                  </a:cubicBezTo>
                  <a:lnTo>
                    <a:pt x="8" y="77"/>
                  </a:lnTo>
                  <a:cubicBezTo>
                    <a:pt x="8" y="60"/>
                    <a:pt x="4" y="46"/>
                    <a:pt x="4" y="32"/>
                  </a:cubicBezTo>
                  <a:lnTo>
                    <a:pt x="4" y="7"/>
                  </a:lnTo>
                  <a:lnTo>
                    <a:pt x="4" y="0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85" name="Google Shape;7543;p80">
              <a:extLst>
                <a:ext uri="{FF2B5EF4-FFF2-40B4-BE49-F238E27FC236}">
                  <a16:creationId xmlns:a16="http://schemas.microsoft.com/office/drawing/2014/main" id="{1E27E36D-086A-B8C6-7419-3320B80A617A}"/>
                </a:ext>
              </a:extLst>
            </p:cNvPr>
            <p:cNvSpPr/>
            <p:nvPr/>
          </p:nvSpPr>
          <p:spPr>
            <a:xfrm>
              <a:off x="2281252" y="2247296"/>
              <a:ext cx="204" cy="1480"/>
            </a:xfrm>
            <a:custGeom>
              <a:avLst/>
              <a:gdLst/>
              <a:ahLst/>
              <a:cxnLst/>
              <a:rect l="l" t="t" r="r" b="b"/>
              <a:pathLst>
                <a:path w="15" h="109" extrusionOk="0">
                  <a:moveTo>
                    <a:pt x="0" y="0"/>
                  </a:moveTo>
                  <a:lnTo>
                    <a:pt x="0" y="0"/>
                  </a:lnTo>
                  <a:cubicBezTo>
                    <a:pt x="4" y="35"/>
                    <a:pt x="7" y="73"/>
                    <a:pt x="14" y="108"/>
                  </a:cubicBezTo>
                  <a:cubicBezTo>
                    <a:pt x="7" y="70"/>
                    <a:pt x="4" y="35"/>
                    <a:pt x="0" y="0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86" name="Google Shape;7544;p80">
              <a:extLst>
                <a:ext uri="{FF2B5EF4-FFF2-40B4-BE49-F238E27FC236}">
                  <a16:creationId xmlns:a16="http://schemas.microsoft.com/office/drawing/2014/main" id="{E14978EF-55D0-B7A0-21EB-A8C6ABA0ED16}"/>
                </a:ext>
              </a:extLst>
            </p:cNvPr>
            <p:cNvSpPr/>
            <p:nvPr/>
          </p:nvSpPr>
          <p:spPr>
            <a:xfrm>
              <a:off x="2269222" y="2162721"/>
              <a:ext cx="258" cy="68"/>
            </a:xfrm>
            <a:custGeom>
              <a:avLst/>
              <a:gdLst/>
              <a:ahLst/>
              <a:cxnLst/>
              <a:rect l="l" t="t" r="r" b="b"/>
              <a:pathLst>
                <a:path w="19" h="5" extrusionOk="0">
                  <a:moveTo>
                    <a:pt x="1" y="4"/>
                  </a:moveTo>
                  <a:lnTo>
                    <a:pt x="18" y="1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87" name="Google Shape;7545;p80">
              <a:extLst>
                <a:ext uri="{FF2B5EF4-FFF2-40B4-BE49-F238E27FC236}">
                  <a16:creationId xmlns:a16="http://schemas.microsoft.com/office/drawing/2014/main" id="{135F7DAE-A427-F85B-997F-11C3CE88F6D0}"/>
                </a:ext>
              </a:extLst>
            </p:cNvPr>
            <p:cNvSpPr/>
            <p:nvPr/>
          </p:nvSpPr>
          <p:spPr>
            <a:xfrm>
              <a:off x="2268611" y="2149850"/>
              <a:ext cx="18737" cy="6802"/>
            </a:xfrm>
            <a:custGeom>
              <a:avLst/>
              <a:gdLst/>
              <a:ahLst/>
              <a:cxnLst/>
              <a:rect l="l" t="t" r="r" b="b"/>
              <a:pathLst>
                <a:path w="1380" h="501" extrusionOk="0">
                  <a:moveTo>
                    <a:pt x="1380" y="0"/>
                  </a:moveTo>
                  <a:cubicBezTo>
                    <a:pt x="1372" y="2"/>
                    <a:pt x="1363" y="5"/>
                    <a:pt x="1352" y="9"/>
                  </a:cubicBezTo>
                  <a:lnTo>
                    <a:pt x="1352" y="9"/>
                  </a:lnTo>
                  <a:cubicBezTo>
                    <a:pt x="1363" y="5"/>
                    <a:pt x="1372" y="2"/>
                    <a:pt x="1380" y="0"/>
                  </a:cubicBezTo>
                  <a:close/>
                  <a:moveTo>
                    <a:pt x="1352" y="9"/>
                  </a:moveTo>
                  <a:cubicBezTo>
                    <a:pt x="1169" y="68"/>
                    <a:pt x="505" y="313"/>
                    <a:pt x="0" y="501"/>
                  </a:cubicBezTo>
                  <a:cubicBezTo>
                    <a:pt x="507" y="313"/>
                    <a:pt x="1174" y="67"/>
                    <a:pt x="1352" y="9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88" name="Google Shape;7546;p80">
              <a:extLst>
                <a:ext uri="{FF2B5EF4-FFF2-40B4-BE49-F238E27FC236}">
                  <a16:creationId xmlns:a16="http://schemas.microsoft.com/office/drawing/2014/main" id="{D307964D-1E4A-E347-0DF2-928E5F98CABE}"/>
                </a:ext>
              </a:extLst>
            </p:cNvPr>
            <p:cNvSpPr/>
            <p:nvPr/>
          </p:nvSpPr>
          <p:spPr>
            <a:xfrm>
              <a:off x="2267851" y="2156693"/>
              <a:ext cx="720" cy="244"/>
            </a:xfrm>
            <a:custGeom>
              <a:avLst/>
              <a:gdLst/>
              <a:ahLst/>
              <a:cxnLst/>
              <a:rect l="l" t="t" r="r" b="b"/>
              <a:pathLst>
                <a:path w="53" h="18" extrusionOk="0">
                  <a:moveTo>
                    <a:pt x="53" y="0"/>
                  </a:moveTo>
                  <a:lnTo>
                    <a:pt x="0" y="18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89" name="Google Shape;7547;p80">
              <a:extLst>
                <a:ext uri="{FF2B5EF4-FFF2-40B4-BE49-F238E27FC236}">
                  <a16:creationId xmlns:a16="http://schemas.microsoft.com/office/drawing/2014/main" id="{70258C41-3523-3EAD-C928-8739096B9DBF}"/>
                </a:ext>
              </a:extLst>
            </p:cNvPr>
            <p:cNvSpPr/>
            <p:nvPr/>
          </p:nvSpPr>
          <p:spPr>
            <a:xfrm>
              <a:off x="2262854" y="2051169"/>
              <a:ext cx="78532" cy="79768"/>
            </a:xfrm>
            <a:custGeom>
              <a:avLst/>
              <a:gdLst/>
              <a:ahLst/>
              <a:cxnLst/>
              <a:rect l="l" t="t" r="r" b="b"/>
              <a:pathLst>
                <a:path w="5784" h="5875" extrusionOk="0">
                  <a:moveTo>
                    <a:pt x="1121" y="0"/>
                  </a:moveTo>
                  <a:lnTo>
                    <a:pt x="844" y="25"/>
                  </a:lnTo>
                  <a:lnTo>
                    <a:pt x="767" y="28"/>
                  </a:lnTo>
                  <a:cubicBezTo>
                    <a:pt x="750" y="35"/>
                    <a:pt x="673" y="53"/>
                    <a:pt x="585" y="77"/>
                  </a:cubicBezTo>
                  <a:lnTo>
                    <a:pt x="648" y="245"/>
                  </a:lnTo>
                  <a:lnTo>
                    <a:pt x="655" y="256"/>
                  </a:lnTo>
                  <a:cubicBezTo>
                    <a:pt x="704" y="361"/>
                    <a:pt x="736" y="473"/>
                    <a:pt x="743" y="588"/>
                  </a:cubicBezTo>
                  <a:cubicBezTo>
                    <a:pt x="743" y="609"/>
                    <a:pt x="739" y="630"/>
                    <a:pt x="736" y="648"/>
                  </a:cubicBezTo>
                  <a:cubicBezTo>
                    <a:pt x="732" y="659"/>
                    <a:pt x="729" y="669"/>
                    <a:pt x="725" y="680"/>
                  </a:cubicBezTo>
                  <a:cubicBezTo>
                    <a:pt x="725" y="683"/>
                    <a:pt x="722" y="683"/>
                    <a:pt x="722" y="687"/>
                  </a:cubicBezTo>
                  <a:cubicBezTo>
                    <a:pt x="718" y="694"/>
                    <a:pt x="715" y="701"/>
                    <a:pt x="708" y="708"/>
                  </a:cubicBezTo>
                  <a:lnTo>
                    <a:pt x="704" y="715"/>
                  </a:lnTo>
                  <a:cubicBezTo>
                    <a:pt x="697" y="718"/>
                    <a:pt x="694" y="725"/>
                    <a:pt x="687" y="729"/>
                  </a:cubicBezTo>
                  <a:lnTo>
                    <a:pt x="680" y="736"/>
                  </a:lnTo>
                  <a:cubicBezTo>
                    <a:pt x="673" y="739"/>
                    <a:pt x="666" y="746"/>
                    <a:pt x="659" y="750"/>
                  </a:cubicBezTo>
                  <a:lnTo>
                    <a:pt x="655" y="750"/>
                  </a:lnTo>
                  <a:cubicBezTo>
                    <a:pt x="617" y="771"/>
                    <a:pt x="575" y="785"/>
                    <a:pt x="529" y="795"/>
                  </a:cubicBezTo>
                  <a:lnTo>
                    <a:pt x="529" y="802"/>
                  </a:lnTo>
                  <a:lnTo>
                    <a:pt x="529" y="813"/>
                  </a:lnTo>
                  <a:cubicBezTo>
                    <a:pt x="529" y="823"/>
                    <a:pt x="533" y="830"/>
                    <a:pt x="533" y="837"/>
                  </a:cubicBezTo>
                  <a:lnTo>
                    <a:pt x="533" y="848"/>
                  </a:lnTo>
                  <a:cubicBezTo>
                    <a:pt x="533" y="858"/>
                    <a:pt x="533" y="869"/>
                    <a:pt x="536" y="879"/>
                  </a:cubicBezTo>
                  <a:lnTo>
                    <a:pt x="536" y="911"/>
                  </a:lnTo>
                  <a:lnTo>
                    <a:pt x="536" y="918"/>
                  </a:lnTo>
                  <a:lnTo>
                    <a:pt x="536" y="935"/>
                  </a:lnTo>
                  <a:lnTo>
                    <a:pt x="536" y="946"/>
                  </a:lnTo>
                  <a:lnTo>
                    <a:pt x="536" y="963"/>
                  </a:lnTo>
                  <a:lnTo>
                    <a:pt x="536" y="967"/>
                  </a:lnTo>
                  <a:lnTo>
                    <a:pt x="536" y="988"/>
                  </a:lnTo>
                  <a:lnTo>
                    <a:pt x="697" y="1082"/>
                  </a:lnTo>
                  <a:lnTo>
                    <a:pt x="666" y="1138"/>
                  </a:lnTo>
                  <a:cubicBezTo>
                    <a:pt x="592" y="1282"/>
                    <a:pt x="337" y="1751"/>
                    <a:pt x="186" y="1810"/>
                  </a:cubicBezTo>
                  <a:lnTo>
                    <a:pt x="179" y="1814"/>
                  </a:lnTo>
                  <a:lnTo>
                    <a:pt x="172" y="1817"/>
                  </a:lnTo>
                  <a:lnTo>
                    <a:pt x="169" y="1821"/>
                  </a:lnTo>
                  <a:lnTo>
                    <a:pt x="158" y="1824"/>
                  </a:lnTo>
                  <a:lnTo>
                    <a:pt x="151" y="1828"/>
                  </a:lnTo>
                  <a:lnTo>
                    <a:pt x="141" y="1835"/>
                  </a:lnTo>
                  <a:lnTo>
                    <a:pt x="130" y="1842"/>
                  </a:lnTo>
                  <a:lnTo>
                    <a:pt x="116" y="1849"/>
                  </a:lnTo>
                  <a:lnTo>
                    <a:pt x="106" y="1856"/>
                  </a:lnTo>
                  <a:lnTo>
                    <a:pt x="88" y="1866"/>
                  </a:lnTo>
                  <a:lnTo>
                    <a:pt x="71" y="1877"/>
                  </a:lnTo>
                  <a:lnTo>
                    <a:pt x="53" y="1887"/>
                  </a:lnTo>
                  <a:lnTo>
                    <a:pt x="25" y="1905"/>
                  </a:lnTo>
                  <a:lnTo>
                    <a:pt x="11" y="1915"/>
                  </a:lnTo>
                  <a:lnTo>
                    <a:pt x="1" y="1922"/>
                  </a:lnTo>
                  <a:cubicBezTo>
                    <a:pt x="71" y="2272"/>
                    <a:pt x="172" y="2763"/>
                    <a:pt x="309" y="2885"/>
                  </a:cubicBezTo>
                  <a:cubicBezTo>
                    <a:pt x="526" y="3085"/>
                    <a:pt x="561" y="3309"/>
                    <a:pt x="585" y="3473"/>
                  </a:cubicBezTo>
                  <a:cubicBezTo>
                    <a:pt x="592" y="3526"/>
                    <a:pt x="599" y="3578"/>
                    <a:pt x="617" y="3627"/>
                  </a:cubicBezTo>
                  <a:cubicBezTo>
                    <a:pt x="641" y="3683"/>
                    <a:pt x="673" y="3736"/>
                    <a:pt x="708" y="3785"/>
                  </a:cubicBezTo>
                  <a:cubicBezTo>
                    <a:pt x="771" y="3876"/>
                    <a:pt x="830" y="3967"/>
                    <a:pt x="806" y="4047"/>
                  </a:cubicBezTo>
                  <a:cubicBezTo>
                    <a:pt x="799" y="4079"/>
                    <a:pt x="778" y="4107"/>
                    <a:pt x="753" y="4124"/>
                  </a:cubicBezTo>
                  <a:lnTo>
                    <a:pt x="771" y="4124"/>
                  </a:lnTo>
                  <a:lnTo>
                    <a:pt x="792" y="4131"/>
                  </a:lnTo>
                  <a:lnTo>
                    <a:pt x="806" y="4135"/>
                  </a:lnTo>
                  <a:lnTo>
                    <a:pt x="827" y="4142"/>
                  </a:lnTo>
                  <a:lnTo>
                    <a:pt x="844" y="4145"/>
                  </a:lnTo>
                  <a:lnTo>
                    <a:pt x="865" y="4152"/>
                  </a:lnTo>
                  <a:lnTo>
                    <a:pt x="883" y="4159"/>
                  </a:lnTo>
                  <a:lnTo>
                    <a:pt x="904" y="4170"/>
                  </a:lnTo>
                  <a:lnTo>
                    <a:pt x="921" y="4177"/>
                  </a:lnTo>
                  <a:lnTo>
                    <a:pt x="946" y="4187"/>
                  </a:lnTo>
                  <a:lnTo>
                    <a:pt x="960" y="4194"/>
                  </a:lnTo>
                  <a:lnTo>
                    <a:pt x="984" y="4208"/>
                  </a:lnTo>
                  <a:lnTo>
                    <a:pt x="998" y="4215"/>
                  </a:lnTo>
                  <a:lnTo>
                    <a:pt x="1037" y="4233"/>
                  </a:lnTo>
                  <a:cubicBezTo>
                    <a:pt x="1100" y="4268"/>
                    <a:pt x="1166" y="4299"/>
                    <a:pt x="1236" y="4320"/>
                  </a:cubicBezTo>
                  <a:cubicBezTo>
                    <a:pt x="1359" y="4345"/>
                    <a:pt x="1895" y="4544"/>
                    <a:pt x="1979" y="4653"/>
                  </a:cubicBezTo>
                  <a:cubicBezTo>
                    <a:pt x="1982" y="4660"/>
                    <a:pt x="1989" y="4670"/>
                    <a:pt x="1996" y="4677"/>
                  </a:cubicBezTo>
                  <a:lnTo>
                    <a:pt x="2311" y="4677"/>
                  </a:lnTo>
                  <a:cubicBezTo>
                    <a:pt x="2339" y="4660"/>
                    <a:pt x="2374" y="4649"/>
                    <a:pt x="2409" y="4649"/>
                  </a:cubicBezTo>
                  <a:cubicBezTo>
                    <a:pt x="2462" y="4653"/>
                    <a:pt x="2511" y="4677"/>
                    <a:pt x="2542" y="4716"/>
                  </a:cubicBezTo>
                  <a:cubicBezTo>
                    <a:pt x="2717" y="4895"/>
                    <a:pt x="2861" y="5420"/>
                    <a:pt x="2868" y="5766"/>
                  </a:cubicBezTo>
                  <a:lnTo>
                    <a:pt x="2917" y="5773"/>
                  </a:lnTo>
                  <a:lnTo>
                    <a:pt x="2927" y="5773"/>
                  </a:lnTo>
                  <a:lnTo>
                    <a:pt x="2962" y="5777"/>
                  </a:lnTo>
                  <a:lnTo>
                    <a:pt x="2973" y="5777"/>
                  </a:lnTo>
                  <a:lnTo>
                    <a:pt x="3001" y="5780"/>
                  </a:lnTo>
                  <a:lnTo>
                    <a:pt x="3113" y="5780"/>
                  </a:lnTo>
                  <a:cubicBezTo>
                    <a:pt x="3137" y="5773"/>
                    <a:pt x="3162" y="5766"/>
                    <a:pt x="3183" y="5752"/>
                  </a:cubicBezTo>
                  <a:cubicBezTo>
                    <a:pt x="3236" y="5720"/>
                    <a:pt x="3298" y="5703"/>
                    <a:pt x="3361" y="5703"/>
                  </a:cubicBezTo>
                  <a:cubicBezTo>
                    <a:pt x="3394" y="5703"/>
                    <a:pt x="3427" y="5708"/>
                    <a:pt x="3459" y="5717"/>
                  </a:cubicBezTo>
                  <a:cubicBezTo>
                    <a:pt x="3526" y="5735"/>
                    <a:pt x="3578" y="5791"/>
                    <a:pt x="3596" y="5861"/>
                  </a:cubicBezTo>
                  <a:cubicBezTo>
                    <a:pt x="3596" y="5864"/>
                    <a:pt x="3599" y="5871"/>
                    <a:pt x="3599" y="5875"/>
                  </a:cubicBezTo>
                  <a:lnTo>
                    <a:pt x="3613" y="5875"/>
                  </a:lnTo>
                  <a:cubicBezTo>
                    <a:pt x="3690" y="5868"/>
                    <a:pt x="3764" y="5857"/>
                    <a:pt x="3838" y="5840"/>
                  </a:cubicBezTo>
                  <a:cubicBezTo>
                    <a:pt x="3908" y="5826"/>
                    <a:pt x="3981" y="5812"/>
                    <a:pt x="4051" y="5808"/>
                  </a:cubicBezTo>
                  <a:cubicBezTo>
                    <a:pt x="4065" y="5808"/>
                    <a:pt x="4083" y="5808"/>
                    <a:pt x="4097" y="5812"/>
                  </a:cubicBezTo>
                  <a:lnTo>
                    <a:pt x="4104" y="5812"/>
                  </a:lnTo>
                  <a:cubicBezTo>
                    <a:pt x="4195" y="5830"/>
                    <a:pt x="4251" y="5836"/>
                    <a:pt x="4287" y="5836"/>
                  </a:cubicBezTo>
                  <a:cubicBezTo>
                    <a:pt x="4320" y="5836"/>
                    <a:pt x="4335" y="5831"/>
                    <a:pt x="4342" y="5826"/>
                  </a:cubicBezTo>
                  <a:cubicBezTo>
                    <a:pt x="4352" y="5759"/>
                    <a:pt x="4387" y="5640"/>
                    <a:pt x="4468" y="5588"/>
                  </a:cubicBezTo>
                  <a:cubicBezTo>
                    <a:pt x="4492" y="5570"/>
                    <a:pt x="4521" y="5561"/>
                    <a:pt x="4550" y="5561"/>
                  </a:cubicBezTo>
                  <a:cubicBezTo>
                    <a:pt x="4567" y="5561"/>
                    <a:pt x="4584" y="5564"/>
                    <a:pt x="4601" y="5570"/>
                  </a:cubicBezTo>
                  <a:cubicBezTo>
                    <a:pt x="4632" y="5577"/>
                    <a:pt x="4664" y="5591"/>
                    <a:pt x="4692" y="5605"/>
                  </a:cubicBezTo>
                  <a:cubicBezTo>
                    <a:pt x="4713" y="5612"/>
                    <a:pt x="4727" y="5619"/>
                    <a:pt x="4741" y="5626"/>
                  </a:cubicBezTo>
                  <a:cubicBezTo>
                    <a:pt x="4754" y="5632"/>
                    <a:pt x="4769" y="5635"/>
                    <a:pt x="4783" y="5635"/>
                  </a:cubicBezTo>
                  <a:cubicBezTo>
                    <a:pt x="4814" y="5635"/>
                    <a:pt x="4844" y="5622"/>
                    <a:pt x="4863" y="5598"/>
                  </a:cubicBezTo>
                  <a:cubicBezTo>
                    <a:pt x="4933" y="5537"/>
                    <a:pt x="5017" y="5527"/>
                    <a:pt x="5089" y="5527"/>
                  </a:cubicBezTo>
                  <a:cubicBezTo>
                    <a:pt x="5108" y="5527"/>
                    <a:pt x="5127" y="5527"/>
                    <a:pt x="5143" y="5528"/>
                  </a:cubicBezTo>
                  <a:lnTo>
                    <a:pt x="5185" y="5528"/>
                  </a:lnTo>
                  <a:cubicBezTo>
                    <a:pt x="5203" y="5528"/>
                    <a:pt x="5220" y="5528"/>
                    <a:pt x="5238" y="5521"/>
                  </a:cubicBezTo>
                  <a:lnTo>
                    <a:pt x="5238" y="5518"/>
                  </a:lnTo>
                  <a:lnTo>
                    <a:pt x="5238" y="5514"/>
                  </a:lnTo>
                  <a:lnTo>
                    <a:pt x="5238" y="5511"/>
                  </a:lnTo>
                  <a:lnTo>
                    <a:pt x="5241" y="5507"/>
                  </a:lnTo>
                  <a:lnTo>
                    <a:pt x="5245" y="5504"/>
                  </a:lnTo>
                  <a:lnTo>
                    <a:pt x="5248" y="5500"/>
                  </a:lnTo>
                  <a:lnTo>
                    <a:pt x="5255" y="5497"/>
                  </a:lnTo>
                  <a:lnTo>
                    <a:pt x="5262" y="5493"/>
                  </a:lnTo>
                  <a:lnTo>
                    <a:pt x="5266" y="5493"/>
                  </a:lnTo>
                  <a:lnTo>
                    <a:pt x="5269" y="5490"/>
                  </a:lnTo>
                  <a:lnTo>
                    <a:pt x="5273" y="5486"/>
                  </a:lnTo>
                  <a:lnTo>
                    <a:pt x="5280" y="5479"/>
                  </a:lnTo>
                  <a:lnTo>
                    <a:pt x="5283" y="5479"/>
                  </a:lnTo>
                  <a:lnTo>
                    <a:pt x="5294" y="5476"/>
                  </a:lnTo>
                  <a:lnTo>
                    <a:pt x="5297" y="5472"/>
                  </a:lnTo>
                  <a:lnTo>
                    <a:pt x="5304" y="5465"/>
                  </a:lnTo>
                  <a:lnTo>
                    <a:pt x="5311" y="5465"/>
                  </a:lnTo>
                  <a:lnTo>
                    <a:pt x="5322" y="5458"/>
                  </a:lnTo>
                  <a:lnTo>
                    <a:pt x="5325" y="5455"/>
                  </a:lnTo>
                  <a:lnTo>
                    <a:pt x="5336" y="5448"/>
                  </a:lnTo>
                  <a:lnTo>
                    <a:pt x="5343" y="5444"/>
                  </a:lnTo>
                  <a:lnTo>
                    <a:pt x="5353" y="5437"/>
                  </a:lnTo>
                  <a:lnTo>
                    <a:pt x="5360" y="5434"/>
                  </a:lnTo>
                  <a:lnTo>
                    <a:pt x="5374" y="5427"/>
                  </a:lnTo>
                  <a:lnTo>
                    <a:pt x="5381" y="5423"/>
                  </a:lnTo>
                  <a:lnTo>
                    <a:pt x="5395" y="5416"/>
                  </a:lnTo>
                  <a:lnTo>
                    <a:pt x="5402" y="5413"/>
                  </a:lnTo>
                  <a:lnTo>
                    <a:pt x="5420" y="5402"/>
                  </a:lnTo>
                  <a:lnTo>
                    <a:pt x="5427" y="5399"/>
                  </a:lnTo>
                  <a:lnTo>
                    <a:pt x="5444" y="5388"/>
                  </a:lnTo>
                  <a:lnTo>
                    <a:pt x="5451" y="5385"/>
                  </a:lnTo>
                  <a:lnTo>
                    <a:pt x="5472" y="5374"/>
                  </a:lnTo>
                  <a:lnTo>
                    <a:pt x="5479" y="5371"/>
                  </a:lnTo>
                  <a:lnTo>
                    <a:pt x="5504" y="5360"/>
                  </a:lnTo>
                  <a:lnTo>
                    <a:pt x="5511" y="5353"/>
                  </a:lnTo>
                  <a:lnTo>
                    <a:pt x="5535" y="5343"/>
                  </a:lnTo>
                  <a:lnTo>
                    <a:pt x="5546" y="5339"/>
                  </a:lnTo>
                  <a:lnTo>
                    <a:pt x="5570" y="5325"/>
                  </a:lnTo>
                  <a:lnTo>
                    <a:pt x="5581" y="5322"/>
                  </a:lnTo>
                  <a:lnTo>
                    <a:pt x="5605" y="5308"/>
                  </a:lnTo>
                  <a:lnTo>
                    <a:pt x="5619" y="5301"/>
                  </a:lnTo>
                  <a:lnTo>
                    <a:pt x="5647" y="5290"/>
                  </a:lnTo>
                  <a:lnTo>
                    <a:pt x="5658" y="5283"/>
                  </a:lnTo>
                  <a:lnTo>
                    <a:pt x="5689" y="5269"/>
                  </a:lnTo>
                  <a:lnTo>
                    <a:pt x="5700" y="5266"/>
                  </a:lnTo>
                  <a:lnTo>
                    <a:pt x="5735" y="5248"/>
                  </a:lnTo>
                  <a:lnTo>
                    <a:pt x="5745" y="5245"/>
                  </a:lnTo>
                  <a:lnTo>
                    <a:pt x="5784" y="5224"/>
                  </a:lnTo>
                  <a:cubicBezTo>
                    <a:pt x="5766" y="5143"/>
                    <a:pt x="5714" y="5119"/>
                    <a:pt x="5637" y="5080"/>
                  </a:cubicBezTo>
                  <a:cubicBezTo>
                    <a:pt x="5542" y="5038"/>
                    <a:pt x="5413" y="4975"/>
                    <a:pt x="5402" y="4772"/>
                  </a:cubicBezTo>
                  <a:cubicBezTo>
                    <a:pt x="5402" y="4663"/>
                    <a:pt x="5364" y="4558"/>
                    <a:pt x="5294" y="4474"/>
                  </a:cubicBezTo>
                  <a:cubicBezTo>
                    <a:pt x="5231" y="4401"/>
                    <a:pt x="5199" y="4306"/>
                    <a:pt x="5199" y="4208"/>
                  </a:cubicBezTo>
                  <a:lnTo>
                    <a:pt x="5203" y="4145"/>
                  </a:lnTo>
                  <a:cubicBezTo>
                    <a:pt x="5206" y="4030"/>
                    <a:pt x="5213" y="3851"/>
                    <a:pt x="5189" y="3820"/>
                  </a:cubicBezTo>
                  <a:cubicBezTo>
                    <a:pt x="5154" y="3806"/>
                    <a:pt x="5126" y="3781"/>
                    <a:pt x="5115" y="3746"/>
                  </a:cubicBezTo>
                  <a:cubicBezTo>
                    <a:pt x="5073" y="3634"/>
                    <a:pt x="5164" y="3438"/>
                    <a:pt x="5252" y="3309"/>
                  </a:cubicBezTo>
                  <a:cubicBezTo>
                    <a:pt x="5280" y="3263"/>
                    <a:pt x="5283" y="3253"/>
                    <a:pt x="5171" y="3169"/>
                  </a:cubicBezTo>
                  <a:cubicBezTo>
                    <a:pt x="5087" y="3109"/>
                    <a:pt x="4982" y="3032"/>
                    <a:pt x="4951" y="2899"/>
                  </a:cubicBezTo>
                  <a:cubicBezTo>
                    <a:pt x="4940" y="2854"/>
                    <a:pt x="4916" y="2745"/>
                    <a:pt x="5175" y="2076"/>
                  </a:cubicBezTo>
                  <a:cubicBezTo>
                    <a:pt x="4741" y="1775"/>
                    <a:pt x="4303" y="1457"/>
                    <a:pt x="4300" y="1453"/>
                  </a:cubicBezTo>
                  <a:lnTo>
                    <a:pt x="4272" y="1432"/>
                  </a:lnTo>
                  <a:lnTo>
                    <a:pt x="4300" y="1100"/>
                  </a:lnTo>
                  <a:lnTo>
                    <a:pt x="2357" y="70"/>
                  </a:lnTo>
                  <a:cubicBezTo>
                    <a:pt x="2350" y="287"/>
                    <a:pt x="2241" y="462"/>
                    <a:pt x="2094" y="532"/>
                  </a:cubicBezTo>
                  <a:cubicBezTo>
                    <a:pt x="2108" y="564"/>
                    <a:pt x="2126" y="592"/>
                    <a:pt x="2147" y="620"/>
                  </a:cubicBezTo>
                  <a:cubicBezTo>
                    <a:pt x="2189" y="683"/>
                    <a:pt x="2234" y="746"/>
                    <a:pt x="2210" y="809"/>
                  </a:cubicBezTo>
                  <a:cubicBezTo>
                    <a:pt x="2192" y="848"/>
                    <a:pt x="2157" y="876"/>
                    <a:pt x="2115" y="879"/>
                  </a:cubicBezTo>
                  <a:cubicBezTo>
                    <a:pt x="2096" y="883"/>
                    <a:pt x="2074" y="885"/>
                    <a:pt x="2052" y="885"/>
                  </a:cubicBezTo>
                  <a:cubicBezTo>
                    <a:pt x="1978" y="885"/>
                    <a:pt x="1889" y="866"/>
                    <a:pt x="1790" y="844"/>
                  </a:cubicBezTo>
                  <a:cubicBezTo>
                    <a:pt x="1675" y="820"/>
                    <a:pt x="1550" y="793"/>
                    <a:pt x="1433" y="793"/>
                  </a:cubicBezTo>
                  <a:cubicBezTo>
                    <a:pt x="1365" y="793"/>
                    <a:pt x="1299" y="802"/>
                    <a:pt x="1240" y="827"/>
                  </a:cubicBezTo>
                  <a:cubicBezTo>
                    <a:pt x="1221" y="836"/>
                    <a:pt x="1200" y="841"/>
                    <a:pt x="1178" y="841"/>
                  </a:cubicBezTo>
                  <a:cubicBezTo>
                    <a:pt x="1145" y="841"/>
                    <a:pt x="1112" y="829"/>
                    <a:pt x="1086" y="806"/>
                  </a:cubicBezTo>
                  <a:cubicBezTo>
                    <a:pt x="963" y="687"/>
                    <a:pt x="1030" y="291"/>
                    <a:pt x="1121" y="0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90" name="Google Shape;7548;p80">
              <a:extLst>
                <a:ext uri="{FF2B5EF4-FFF2-40B4-BE49-F238E27FC236}">
                  <a16:creationId xmlns:a16="http://schemas.microsoft.com/office/drawing/2014/main" id="{6B8E2A85-938C-B287-DC2B-0A9FBEEC671A}"/>
                </a:ext>
              </a:extLst>
            </p:cNvPr>
            <p:cNvSpPr/>
            <p:nvPr/>
          </p:nvSpPr>
          <p:spPr>
            <a:xfrm>
              <a:off x="2274164" y="2107447"/>
              <a:ext cx="258" cy="54"/>
            </a:xfrm>
            <a:custGeom>
              <a:avLst/>
              <a:gdLst/>
              <a:ahLst/>
              <a:cxnLst/>
              <a:rect l="l" t="t" r="r" b="b"/>
              <a:pathLst>
                <a:path w="19" h="4" extrusionOk="0">
                  <a:moveTo>
                    <a:pt x="1" y="0"/>
                  </a:moveTo>
                  <a:lnTo>
                    <a:pt x="18" y="4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91" name="Google Shape;7549;p80">
              <a:extLst>
                <a:ext uri="{FF2B5EF4-FFF2-40B4-BE49-F238E27FC236}">
                  <a16:creationId xmlns:a16="http://schemas.microsoft.com/office/drawing/2014/main" id="{AA58C8E0-5DAD-65E9-AB41-F70BDE9B433B}"/>
                </a:ext>
              </a:extLst>
            </p:cNvPr>
            <p:cNvSpPr/>
            <p:nvPr/>
          </p:nvSpPr>
          <p:spPr>
            <a:xfrm>
              <a:off x="2273173" y="2107203"/>
              <a:ext cx="204" cy="14"/>
            </a:xfrm>
            <a:custGeom>
              <a:avLst/>
              <a:gdLst/>
              <a:ahLst/>
              <a:cxnLst/>
              <a:rect l="l" t="t" r="r" b="b"/>
              <a:pathLst>
                <a:path w="15" h="1" extrusionOk="0">
                  <a:moveTo>
                    <a:pt x="0" y="1"/>
                  </a:moveTo>
                  <a:lnTo>
                    <a:pt x="14" y="1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92" name="Google Shape;7550;p80">
              <a:extLst>
                <a:ext uri="{FF2B5EF4-FFF2-40B4-BE49-F238E27FC236}">
                  <a16:creationId xmlns:a16="http://schemas.microsoft.com/office/drawing/2014/main" id="{EAB9C4EA-510C-A9D2-1332-6FA294D1E88D}"/>
                </a:ext>
              </a:extLst>
            </p:cNvPr>
            <p:cNvSpPr/>
            <p:nvPr/>
          </p:nvSpPr>
          <p:spPr>
            <a:xfrm>
              <a:off x="2275739" y="2108058"/>
              <a:ext cx="244" cy="109"/>
            </a:xfrm>
            <a:custGeom>
              <a:avLst/>
              <a:gdLst/>
              <a:ahLst/>
              <a:cxnLst/>
              <a:rect l="l" t="t" r="r" b="b"/>
              <a:pathLst>
                <a:path w="18" h="8" extrusionOk="0">
                  <a:moveTo>
                    <a:pt x="0" y="1"/>
                  </a:moveTo>
                  <a:lnTo>
                    <a:pt x="18" y="8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93" name="Google Shape;7551;p80">
              <a:extLst>
                <a:ext uri="{FF2B5EF4-FFF2-40B4-BE49-F238E27FC236}">
                  <a16:creationId xmlns:a16="http://schemas.microsoft.com/office/drawing/2014/main" id="{66AD80BE-EAA3-1689-1E94-5F6A70CB6859}"/>
                </a:ext>
              </a:extLst>
            </p:cNvPr>
            <p:cNvSpPr/>
            <p:nvPr/>
          </p:nvSpPr>
          <p:spPr>
            <a:xfrm>
              <a:off x="2274694" y="2107583"/>
              <a:ext cx="244" cy="109"/>
            </a:xfrm>
            <a:custGeom>
              <a:avLst/>
              <a:gdLst/>
              <a:ahLst/>
              <a:cxnLst/>
              <a:rect l="l" t="t" r="r" b="b"/>
              <a:pathLst>
                <a:path w="18" h="8" extrusionOk="0">
                  <a:moveTo>
                    <a:pt x="0" y="1"/>
                  </a:moveTo>
                  <a:lnTo>
                    <a:pt x="18" y="8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94" name="Google Shape;7552;p80">
              <a:extLst>
                <a:ext uri="{FF2B5EF4-FFF2-40B4-BE49-F238E27FC236}">
                  <a16:creationId xmlns:a16="http://schemas.microsoft.com/office/drawing/2014/main" id="{8F201C26-E865-A762-D722-827B76AED7DA}"/>
                </a:ext>
              </a:extLst>
            </p:cNvPr>
            <p:cNvSpPr/>
            <p:nvPr/>
          </p:nvSpPr>
          <p:spPr>
            <a:xfrm>
              <a:off x="2275210" y="2107828"/>
              <a:ext cx="258" cy="109"/>
            </a:xfrm>
            <a:custGeom>
              <a:avLst/>
              <a:gdLst/>
              <a:ahLst/>
              <a:cxnLst/>
              <a:rect l="l" t="t" r="r" b="b"/>
              <a:pathLst>
                <a:path w="19" h="8" extrusionOk="0">
                  <a:moveTo>
                    <a:pt x="1" y="0"/>
                  </a:moveTo>
                  <a:lnTo>
                    <a:pt x="18" y="7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95" name="Google Shape;7553;p80">
              <a:extLst>
                <a:ext uri="{FF2B5EF4-FFF2-40B4-BE49-F238E27FC236}">
                  <a16:creationId xmlns:a16="http://schemas.microsoft.com/office/drawing/2014/main" id="{82BFCE4C-9A15-5B74-5152-8868984C31CD}"/>
                </a:ext>
              </a:extLst>
            </p:cNvPr>
            <p:cNvSpPr/>
            <p:nvPr/>
          </p:nvSpPr>
          <p:spPr>
            <a:xfrm>
              <a:off x="2273648" y="2107298"/>
              <a:ext cx="244" cy="68"/>
            </a:xfrm>
            <a:custGeom>
              <a:avLst/>
              <a:gdLst/>
              <a:ahLst/>
              <a:cxnLst/>
              <a:rect l="l" t="t" r="r" b="b"/>
              <a:pathLst>
                <a:path w="18" h="5" extrusionOk="0">
                  <a:moveTo>
                    <a:pt x="0" y="1"/>
                  </a:moveTo>
                  <a:lnTo>
                    <a:pt x="18" y="4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96" name="Google Shape;7554;p80">
              <a:extLst>
                <a:ext uri="{FF2B5EF4-FFF2-40B4-BE49-F238E27FC236}">
                  <a16:creationId xmlns:a16="http://schemas.microsoft.com/office/drawing/2014/main" id="{435440DF-5F05-13B6-AD35-FE44B731C0FF}"/>
                </a:ext>
              </a:extLst>
            </p:cNvPr>
            <p:cNvSpPr/>
            <p:nvPr/>
          </p:nvSpPr>
          <p:spPr>
            <a:xfrm>
              <a:off x="2276310" y="2108344"/>
              <a:ext cx="204" cy="68"/>
            </a:xfrm>
            <a:custGeom>
              <a:avLst/>
              <a:gdLst/>
              <a:ahLst/>
              <a:cxnLst/>
              <a:rect l="l" t="t" r="r" b="b"/>
              <a:pathLst>
                <a:path w="15" h="5" extrusionOk="0">
                  <a:moveTo>
                    <a:pt x="0" y="1"/>
                  </a:moveTo>
                  <a:lnTo>
                    <a:pt x="14" y="4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97" name="Google Shape;7555;p80">
              <a:extLst>
                <a:ext uri="{FF2B5EF4-FFF2-40B4-BE49-F238E27FC236}">
                  <a16:creationId xmlns:a16="http://schemas.microsoft.com/office/drawing/2014/main" id="{782F31F3-BE50-FF46-2034-44EE46296739}"/>
                </a:ext>
              </a:extLst>
            </p:cNvPr>
            <p:cNvSpPr/>
            <p:nvPr/>
          </p:nvSpPr>
          <p:spPr>
            <a:xfrm>
              <a:off x="2272168" y="2060822"/>
              <a:ext cx="258" cy="244"/>
            </a:xfrm>
            <a:custGeom>
              <a:avLst/>
              <a:gdLst/>
              <a:ahLst/>
              <a:cxnLst/>
              <a:rect l="l" t="t" r="r" b="b"/>
              <a:pathLst>
                <a:path w="19" h="18" extrusionOk="0">
                  <a:moveTo>
                    <a:pt x="18" y="0"/>
                  </a:moveTo>
                  <a:cubicBezTo>
                    <a:pt x="11" y="7"/>
                    <a:pt x="8" y="14"/>
                    <a:pt x="1" y="18"/>
                  </a:cubicBezTo>
                  <a:cubicBezTo>
                    <a:pt x="8" y="14"/>
                    <a:pt x="11" y="7"/>
                    <a:pt x="18" y="0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98" name="Google Shape;7556;p80">
              <a:extLst>
                <a:ext uri="{FF2B5EF4-FFF2-40B4-BE49-F238E27FC236}">
                  <a16:creationId xmlns:a16="http://schemas.microsoft.com/office/drawing/2014/main" id="{40053DED-7212-0402-CB94-7A22138D970D}"/>
                </a:ext>
              </a:extLst>
            </p:cNvPr>
            <p:cNvSpPr/>
            <p:nvPr/>
          </p:nvSpPr>
          <p:spPr>
            <a:xfrm>
              <a:off x="2272454" y="2060483"/>
              <a:ext cx="204" cy="244"/>
            </a:xfrm>
            <a:custGeom>
              <a:avLst/>
              <a:gdLst/>
              <a:ahLst/>
              <a:cxnLst/>
              <a:rect l="l" t="t" r="r" b="b"/>
              <a:pathLst>
                <a:path w="15" h="18" extrusionOk="0">
                  <a:moveTo>
                    <a:pt x="15" y="1"/>
                  </a:moveTo>
                  <a:cubicBezTo>
                    <a:pt x="11" y="8"/>
                    <a:pt x="8" y="15"/>
                    <a:pt x="1" y="18"/>
                  </a:cubicBezTo>
                  <a:cubicBezTo>
                    <a:pt x="8" y="15"/>
                    <a:pt x="11" y="8"/>
                    <a:pt x="15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99" name="Google Shape;7557;p80">
              <a:extLst>
                <a:ext uri="{FF2B5EF4-FFF2-40B4-BE49-F238E27FC236}">
                  <a16:creationId xmlns:a16="http://schemas.microsoft.com/office/drawing/2014/main" id="{97F9FCEB-1D9F-929A-048D-59B5868C5FC4}"/>
                </a:ext>
              </a:extLst>
            </p:cNvPr>
            <p:cNvSpPr/>
            <p:nvPr/>
          </p:nvSpPr>
          <p:spPr>
            <a:xfrm>
              <a:off x="2271788" y="2061148"/>
              <a:ext cx="299" cy="204"/>
            </a:xfrm>
            <a:custGeom>
              <a:avLst/>
              <a:gdLst/>
              <a:ahLst/>
              <a:cxnLst/>
              <a:rect l="l" t="t" r="r" b="b"/>
              <a:pathLst>
                <a:path w="22" h="15" extrusionOk="0">
                  <a:moveTo>
                    <a:pt x="22" y="1"/>
                  </a:moveTo>
                  <a:cubicBezTo>
                    <a:pt x="15" y="4"/>
                    <a:pt x="8" y="11"/>
                    <a:pt x="1" y="15"/>
                  </a:cubicBezTo>
                  <a:cubicBezTo>
                    <a:pt x="8" y="11"/>
                    <a:pt x="15" y="4"/>
                    <a:pt x="22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00" name="Google Shape;7558;p80">
              <a:extLst>
                <a:ext uri="{FF2B5EF4-FFF2-40B4-BE49-F238E27FC236}">
                  <a16:creationId xmlns:a16="http://schemas.microsoft.com/office/drawing/2014/main" id="{10C448B2-7E61-1041-E691-DAFB51CDF6D4}"/>
                </a:ext>
              </a:extLst>
            </p:cNvPr>
            <p:cNvSpPr/>
            <p:nvPr/>
          </p:nvSpPr>
          <p:spPr>
            <a:xfrm>
              <a:off x="2271693" y="2054590"/>
              <a:ext cx="1208" cy="4576"/>
            </a:xfrm>
            <a:custGeom>
              <a:avLst/>
              <a:gdLst/>
              <a:ahLst/>
              <a:cxnLst/>
              <a:rect l="l" t="t" r="r" b="b"/>
              <a:pathLst>
                <a:path w="89" h="337" extrusionOk="0">
                  <a:moveTo>
                    <a:pt x="1" y="0"/>
                  </a:moveTo>
                  <a:cubicBezTo>
                    <a:pt x="53" y="105"/>
                    <a:pt x="81" y="217"/>
                    <a:pt x="88" y="336"/>
                  </a:cubicBezTo>
                  <a:cubicBezTo>
                    <a:pt x="81" y="217"/>
                    <a:pt x="53" y="105"/>
                    <a:pt x="1" y="0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01" name="Google Shape;7559;p80">
              <a:extLst>
                <a:ext uri="{FF2B5EF4-FFF2-40B4-BE49-F238E27FC236}">
                  <a16:creationId xmlns:a16="http://schemas.microsoft.com/office/drawing/2014/main" id="{67A763EC-7B98-3A22-20B6-83CC85768C53}"/>
                </a:ext>
              </a:extLst>
            </p:cNvPr>
            <p:cNvSpPr/>
            <p:nvPr/>
          </p:nvSpPr>
          <p:spPr>
            <a:xfrm>
              <a:off x="2272698" y="2059953"/>
              <a:ext cx="149" cy="394"/>
            </a:xfrm>
            <a:custGeom>
              <a:avLst/>
              <a:gdLst/>
              <a:ahLst/>
              <a:cxnLst/>
              <a:rect l="l" t="t" r="r" b="b"/>
              <a:pathLst>
                <a:path w="11" h="29" extrusionOk="0">
                  <a:moveTo>
                    <a:pt x="11" y="1"/>
                  </a:moveTo>
                  <a:cubicBezTo>
                    <a:pt x="7" y="12"/>
                    <a:pt x="4" y="19"/>
                    <a:pt x="0" y="29"/>
                  </a:cubicBezTo>
                  <a:cubicBezTo>
                    <a:pt x="4" y="19"/>
                    <a:pt x="7" y="12"/>
                    <a:pt x="11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02" name="Google Shape;7560;p80">
              <a:extLst>
                <a:ext uri="{FF2B5EF4-FFF2-40B4-BE49-F238E27FC236}">
                  <a16:creationId xmlns:a16="http://schemas.microsoft.com/office/drawing/2014/main" id="{024F2D31-F53C-E203-4885-81C7EF0DDDCA}"/>
                </a:ext>
              </a:extLst>
            </p:cNvPr>
            <p:cNvSpPr/>
            <p:nvPr/>
          </p:nvSpPr>
          <p:spPr>
            <a:xfrm>
              <a:off x="2270077" y="2061393"/>
              <a:ext cx="1684" cy="584"/>
            </a:xfrm>
            <a:custGeom>
              <a:avLst/>
              <a:gdLst/>
              <a:ahLst/>
              <a:cxnLst/>
              <a:rect l="l" t="t" r="r" b="b"/>
              <a:pathLst>
                <a:path w="124" h="43" extrusionOk="0">
                  <a:moveTo>
                    <a:pt x="1" y="42"/>
                  </a:moveTo>
                  <a:cubicBezTo>
                    <a:pt x="43" y="35"/>
                    <a:pt x="85" y="21"/>
                    <a:pt x="123" y="0"/>
                  </a:cubicBezTo>
                  <a:cubicBezTo>
                    <a:pt x="85" y="21"/>
                    <a:pt x="43" y="35"/>
                    <a:pt x="1" y="42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03" name="Google Shape;7561;p80">
              <a:extLst>
                <a:ext uri="{FF2B5EF4-FFF2-40B4-BE49-F238E27FC236}">
                  <a16:creationId xmlns:a16="http://schemas.microsoft.com/office/drawing/2014/main" id="{3E0BB617-71E8-54E4-2057-CC4336FD18A4}"/>
                </a:ext>
              </a:extLst>
            </p:cNvPr>
            <p:cNvSpPr/>
            <p:nvPr/>
          </p:nvSpPr>
          <p:spPr>
            <a:xfrm>
              <a:off x="2295223" y="2052024"/>
              <a:ext cx="26354" cy="13985"/>
            </a:xfrm>
            <a:custGeom>
              <a:avLst/>
              <a:gdLst/>
              <a:ahLst/>
              <a:cxnLst/>
              <a:rect l="l" t="t" r="r" b="b"/>
              <a:pathLst>
                <a:path w="1941" h="1030" extrusionOk="0">
                  <a:moveTo>
                    <a:pt x="1" y="0"/>
                  </a:moveTo>
                  <a:lnTo>
                    <a:pt x="1" y="0"/>
                  </a:lnTo>
                  <a:lnTo>
                    <a:pt x="1940" y="1030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04" name="Google Shape;7562;p80">
              <a:extLst>
                <a:ext uri="{FF2B5EF4-FFF2-40B4-BE49-F238E27FC236}">
                  <a16:creationId xmlns:a16="http://schemas.microsoft.com/office/drawing/2014/main" id="{89C48F0A-B637-06DC-915C-DA38C693D059}"/>
                </a:ext>
              </a:extLst>
            </p:cNvPr>
            <p:cNvSpPr/>
            <p:nvPr/>
          </p:nvSpPr>
          <p:spPr>
            <a:xfrm>
              <a:off x="2274259" y="2051169"/>
              <a:ext cx="3775" cy="299"/>
            </a:xfrm>
            <a:custGeom>
              <a:avLst/>
              <a:gdLst/>
              <a:ahLst/>
              <a:cxnLst/>
              <a:rect l="l" t="t" r="r" b="b"/>
              <a:pathLst>
                <a:path w="278" h="22" extrusionOk="0">
                  <a:moveTo>
                    <a:pt x="1" y="21"/>
                  </a:moveTo>
                  <a:lnTo>
                    <a:pt x="277" y="0"/>
                  </a:lnTo>
                  <a:lnTo>
                    <a:pt x="277" y="0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05" name="Google Shape;7563;p80">
              <a:extLst>
                <a:ext uri="{FF2B5EF4-FFF2-40B4-BE49-F238E27FC236}">
                  <a16:creationId xmlns:a16="http://schemas.microsoft.com/office/drawing/2014/main" id="{0DF31AAF-A00E-CDC1-93D2-FC8E61870842}"/>
                </a:ext>
              </a:extLst>
            </p:cNvPr>
            <p:cNvSpPr/>
            <p:nvPr/>
          </p:nvSpPr>
          <p:spPr>
            <a:xfrm>
              <a:off x="2270227" y="2064285"/>
              <a:ext cx="14" cy="109"/>
            </a:xfrm>
            <a:custGeom>
              <a:avLst/>
              <a:gdLst/>
              <a:ahLst/>
              <a:cxnLst/>
              <a:rect l="l" t="t" r="r" b="b"/>
              <a:pathLst>
                <a:path w="1" h="8" extrusionOk="0">
                  <a:moveTo>
                    <a:pt x="0" y="1"/>
                  </a:moveTo>
                  <a:lnTo>
                    <a:pt x="0" y="8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06" name="Google Shape;7564;p80">
              <a:extLst>
                <a:ext uri="{FF2B5EF4-FFF2-40B4-BE49-F238E27FC236}">
                  <a16:creationId xmlns:a16="http://schemas.microsoft.com/office/drawing/2014/main" id="{EC02FB31-6DA1-08E8-8203-B0706A42FFD6}"/>
                </a:ext>
              </a:extLst>
            </p:cNvPr>
            <p:cNvSpPr/>
            <p:nvPr/>
          </p:nvSpPr>
          <p:spPr>
            <a:xfrm>
              <a:off x="2270227" y="2063579"/>
              <a:ext cx="14" cy="109"/>
            </a:xfrm>
            <a:custGeom>
              <a:avLst/>
              <a:gdLst/>
              <a:ahLst/>
              <a:cxnLst/>
              <a:rect l="l" t="t" r="r" b="b"/>
              <a:pathLst>
                <a:path w="1" h="8" extrusionOk="0">
                  <a:moveTo>
                    <a:pt x="0" y="0"/>
                  </a:moveTo>
                  <a:lnTo>
                    <a:pt x="0" y="7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07" name="Google Shape;7565;p80">
              <a:extLst>
                <a:ext uri="{FF2B5EF4-FFF2-40B4-BE49-F238E27FC236}">
                  <a16:creationId xmlns:a16="http://schemas.microsoft.com/office/drawing/2014/main" id="{F816BF29-0A8C-004E-CCD1-5B4135B9C48F}"/>
                </a:ext>
              </a:extLst>
            </p:cNvPr>
            <p:cNvSpPr/>
            <p:nvPr/>
          </p:nvSpPr>
          <p:spPr>
            <a:xfrm>
              <a:off x="2264375" y="2076314"/>
              <a:ext cx="163" cy="109"/>
            </a:xfrm>
            <a:custGeom>
              <a:avLst/>
              <a:gdLst/>
              <a:ahLst/>
              <a:cxnLst/>
              <a:rect l="l" t="t" r="r" b="b"/>
              <a:pathLst>
                <a:path w="12" h="8" extrusionOk="0">
                  <a:moveTo>
                    <a:pt x="11" y="0"/>
                  </a:moveTo>
                  <a:lnTo>
                    <a:pt x="1" y="7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08" name="Google Shape;7566;p80">
              <a:extLst>
                <a:ext uri="{FF2B5EF4-FFF2-40B4-BE49-F238E27FC236}">
                  <a16:creationId xmlns:a16="http://schemas.microsoft.com/office/drawing/2014/main" id="{6555A355-7E80-F0A3-DF8A-F85071FB9894}"/>
                </a:ext>
              </a:extLst>
            </p:cNvPr>
            <p:cNvSpPr/>
            <p:nvPr/>
          </p:nvSpPr>
          <p:spPr>
            <a:xfrm>
              <a:off x="2270227" y="2063904"/>
              <a:ext cx="14" cy="163"/>
            </a:xfrm>
            <a:custGeom>
              <a:avLst/>
              <a:gdLst/>
              <a:ahLst/>
              <a:cxnLst/>
              <a:rect l="l" t="t" r="r" b="b"/>
              <a:pathLst>
                <a:path w="1" h="12" extrusionOk="0">
                  <a:moveTo>
                    <a:pt x="0" y="1"/>
                  </a:moveTo>
                  <a:lnTo>
                    <a:pt x="0" y="11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09" name="Google Shape;7567;p80">
              <a:extLst>
                <a:ext uri="{FF2B5EF4-FFF2-40B4-BE49-F238E27FC236}">
                  <a16:creationId xmlns:a16="http://schemas.microsoft.com/office/drawing/2014/main" id="{4D271BA6-B5BB-F953-E733-2553ADA81CD4}"/>
                </a:ext>
              </a:extLst>
            </p:cNvPr>
            <p:cNvSpPr/>
            <p:nvPr/>
          </p:nvSpPr>
          <p:spPr>
            <a:xfrm>
              <a:off x="2265380" y="2075839"/>
              <a:ext cx="109" cy="54"/>
            </a:xfrm>
            <a:custGeom>
              <a:avLst/>
              <a:gdLst/>
              <a:ahLst/>
              <a:cxnLst/>
              <a:rect l="l" t="t" r="r" b="b"/>
              <a:pathLst>
                <a:path w="8" h="4" extrusionOk="0">
                  <a:moveTo>
                    <a:pt x="7" y="0"/>
                  </a:moveTo>
                  <a:lnTo>
                    <a:pt x="0" y="4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10" name="Google Shape;7568;p80">
              <a:extLst>
                <a:ext uri="{FF2B5EF4-FFF2-40B4-BE49-F238E27FC236}">
                  <a16:creationId xmlns:a16="http://schemas.microsoft.com/office/drawing/2014/main" id="{97E8C15C-B6FF-0B64-E7E4-79A22E278311}"/>
                </a:ext>
              </a:extLst>
            </p:cNvPr>
            <p:cNvSpPr/>
            <p:nvPr/>
          </p:nvSpPr>
          <p:spPr>
            <a:xfrm>
              <a:off x="2265190" y="2075880"/>
              <a:ext cx="109" cy="68"/>
            </a:xfrm>
            <a:custGeom>
              <a:avLst/>
              <a:gdLst/>
              <a:ahLst/>
              <a:cxnLst/>
              <a:rect l="l" t="t" r="r" b="b"/>
              <a:pathLst>
                <a:path w="8" h="5" extrusionOk="0">
                  <a:moveTo>
                    <a:pt x="7" y="1"/>
                  </a:moveTo>
                  <a:lnTo>
                    <a:pt x="0" y="4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11" name="Google Shape;7569;p80">
              <a:extLst>
                <a:ext uri="{FF2B5EF4-FFF2-40B4-BE49-F238E27FC236}">
                  <a16:creationId xmlns:a16="http://schemas.microsoft.com/office/drawing/2014/main" id="{F50B2B86-F0DC-DBA0-6F71-2DADFF4C1DC6}"/>
                </a:ext>
              </a:extLst>
            </p:cNvPr>
            <p:cNvSpPr/>
            <p:nvPr/>
          </p:nvSpPr>
          <p:spPr>
            <a:xfrm>
              <a:off x="2263900" y="2076599"/>
              <a:ext cx="258" cy="109"/>
            </a:xfrm>
            <a:custGeom>
              <a:avLst/>
              <a:gdLst/>
              <a:ahLst/>
              <a:cxnLst/>
              <a:rect l="l" t="t" r="r" b="b"/>
              <a:pathLst>
                <a:path w="19" h="8" extrusionOk="0">
                  <a:moveTo>
                    <a:pt x="18" y="0"/>
                  </a:moveTo>
                  <a:lnTo>
                    <a:pt x="1" y="7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12" name="Google Shape;7570;p80">
              <a:extLst>
                <a:ext uri="{FF2B5EF4-FFF2-40B4-BE49-F238E27FC236}">
                  <a16:creationId xmlns:a16="http://schemas.microsoft.com/office/drawing/2014/main" id="{CF323637-B439-F31C-1E44-193D25701931}"/>
                </a:ext>
              </a:extLst>
            </p:cNvPr>
            <p:cNvSpPr/>
            <p:nvPr/>
          </p:nvSpPr>
          <p:spPr>
            <a:xfrm>
              <a:off x="2265000" y="2075975"/>
              <a:ext cx="109" cy="68"/>
            </a:xfrm>
            <a:custGeom>
              <a:avLst/>
              <a:gdLst/>
              <a:ahLst/>
              <a:cxnLst/>
              <a:rect l="l" t="t" r="r" b="b"/>
              <a:pathLst>
                <a:path w="8" h="5" extrusionOk="0">
                  <a:moveTo>
                    <a:pt x="7" y="1"/>
                  </a:moveTo>
                  <a:lnTo>
                    <a:pt x="0" y="4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13" name="Google Shape;7571;p80">
              <a:extLst>
                <a:ext uri="{FF2B5EF4-FFF2-40B4-BE49-F238E27FC236}">
                  <a16:creationId xmlns:a16="http://schemas.microsoft.com/office/drawing/2014/main" id="{87E986AD-6B56-9286-A678-AA22BDA23D08}"/>
                </a:ext>
              </a:extLst>
            </p:cNvPr>
            <p:cNvSpPr/>
            <p:nvPr/>
          </p:nvSpPr>
          <p:spPr>
            <a:xfrm>
              <a:off x="2264714" y="2076124"/>
              <a:ext cx="149" cy="109"/>
            </a:xfrm>
            <a:custGeom>
              <a:avLst/>
              <a:gdLst/>
              <a:ahLst/>
              <a:cxnLst/>
              <a:rect l="l" t="t" r="r" b="b"/>
              <a:pathLst>
                <a:path w="11" h="8" extrusionOk="0">
                  <a:moveTo>
                    <a:pt x="11" y="0"/>
                  </a:moveTo>
                  <a:lnTo>
                    <a:pt x="0" y="7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14" name="Google Shape;7572;p80">
              <a:extLst>
                <a:ext uri="{FF2B5EF4-FFF2-40B4-BE49-F238E27FC236}">
                  <a16:creationId xmlns:a16="http://schemas.microsoft.com/office/drawing/2014/main" id="{287D9699-C045-1346-DBF9-582D361341D7}"/>
                </a:ext>
              </a:extLst>
            </p:cNvPr>
            <p:cNvSpPr/>
            <p:nvPr/>
          </p:nvSpPr>
          <p:spPr>
            <a:xfrm>
              <a:off x="2262949" y="2077210"/>
              <a:ext cx="163" cy="109"/>
            </a:xfrm>
            <a:custGeom>
              <a:avLst/>
              <a:gdLst/>
              <a:ahLst/>
              <a:cxnLst/>
              <a:rect l="l" t="t" r="r" b="b"/>
              <a:pathLst>
                <a:path w="12" h="8" extrusionOk="0">
                  <a:moveTo>
                    <a:pt x="1" y="8"/>
                  </a:moveTo>
                  <a:lnTo>
                    <a:pt x="11" y="1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15" name="Google Shape;7573;p80">
              <a:extLst>
                <a:ext uri="{FF2B5EF4-FFF2-40B4-BE49-F238E27FC236}">
                  <a16:creationId xmlns:a16="http://schemas.microsoft.com/office/drawing/2014/main" id="{F61EA0A0-1E3C-CAA3-5EF4-4BDBADDF7BF8}"/>
                </a:ext>
              </a:extLst>
            </p:cNvPr>
            <p:cNvSpPr/>
            <p:nvPr/>
          </p:nvSpPr>
          <p:spPr>
            <a:xfrm>
              <a:off x="2270077" y="2062058"/>
              <a:ext cx="14" cy="204"/>
            </a:xfrm>
            <a:custGeom>
              <a:avLst/>
              <a:gdLst/>
              <a:ahLst/>
              <a:cxnLst/>
              <a:rect l="l" t="t" r="r" b="b"/>
              <a:pathLst>
                <a:path w="1" h="15" extrusionOk="0">
                  <a:moveTo>
                    <a:pt x="1" y="0"/>
                  </a:moveTo>
                  <a:lnTo>
                    <a:pt x="1" y="14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16" name="Google Shape;7574;p80">
              <a:extLst>
                <a:ext uri="{FF2B5EF4-FFF2-40B4-BE49-F238E27FC236}">
                  <a16:creationId xmlns:a16="http://schemas.microsoft.com/office/drawing/2014/main" id="{8A109627-06E6-DD07-6137-6323C38BFBA0}"/>
                </a:ext>
              </a:extLst>
            </p:cNvPr>
            <p:cNvSpPr/>
            <p:nvPr/>
          </p:nvSpPr>
          <p:spPr>
            <a:xfrm>
              <a:off x="2270132" y="2062574"/>
              <a:ext cx="14" cy="163"/>
            </a:xfrm>
            <a:custGeom>
              <a:avLst/>
              <a:gdLst/>
              <a:ahLst/>
              <a:cxnLst/>
              <a:rect l="l" t="t" r="r" b="b"/>
              <a:pathLst>
                <a:path w="1" h="12" extrusionOk="0">
                  <a:moveTo>
                    <a:pt x="0" y="1"/>
                  </a:moveTo>
                  <a:lnTo>
                    <a:pt x="0" y="11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17" name="Google Shape;7575;p80">
              <a:extLst>
                <a:ext uri="{FF2B5EF4-FFF2-40B4-BE49-F238E27FC236}">
                  <a16:creationId xmlns:a16="http://schemas.microsoft.com/office/drawing/2014/main" id="{1E6AD5CB-CDD1-C8CD-CEE5-FD8F3BCCF0F5}"/>
                </a:ext>
              </a:extLst>
            </p:cNvPr>
            <p:cNvSpPr/>
            <p:nvPr/>
          </p:nvSpPr>
          <p:spPr>
            <a:xfrm>
              <a:off x="2263289" y="2076830"/>
              <a:ext cx="394" cy="258"/>
            </a:xfrm>
            <a:custGeom>
              <a:avLst/>
              <a:gdLst/>
              <a:ahLst/>
              <a:cxnLst/>
              <a:rect l="l" t="t" r="r" b="b"/>
              <a:pathLst>
                <a:path w="29" h="19" extrusionOk="0">
                  <a:moveTo>
                    <a:pt x="28" y="1"/>
                  </a:moveTo>
                  <a:lnTo>
                    <a:pt x="0" y="18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18" name="Google Shape;7576;p80">
              <a:extLst>
                <a:ext uri="{FF2B5EF4-FFF2-40B4-BE49-F238E27FC236}">
                  <a16:creationId xmlns:a16="http://schemas.microsoft.com/office/drawing/2014/main" id="{D576A457-ACA7-BC9C-C811-E2E54D753D7B}"/>
                </a:ext>
              </a:extLst>
            </p:cNvPr>
            <p:cNvSpPr/>
            <p:nvPr/>
          </p:nvSpPr>
          <p:spPr>
            <a:xfrm>
              <a:off x="2270173" y="2063103"/>
              <a:ext cx="14" cy="14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1" y="0"/>
                  </a:move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19" name="Google Shape;7577;p80">
              <a:extLst>
                <a:ext uri="{FF2B5EF4-FFF2-40B4-BE49-F238E27FC236}">
                  <a16:creationId xmlns:a16="http://schemas.microsoft.com/office/drawing/2014/main" id="{DDB23602-87CF-8F3E-6AAC-CB2A11C675DD}"/>
                </a:ext>
              </a:extLst>
            </p:cNvPr>
            <p:cNvSpPr/>
            <p:nvPr/>
          </p:nvSpPr>
          <p:spPr>
            <a:xfrm>
              <a:off x="2334109" y="2126225"/>
              <a:ext cx="14" cy="14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0" y="0"/>
                  </a:move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20" name="Google Shape;7578;p80">
              <a:extLst>
                <a:ext uri="{FF2B5EF4-FFF2-40B4-BE49-F238E27FC236}">
                  <a16:creationId xmlns:a16="http://schemas.microsoft.com/office/drawing/2014/main" id="{1DCBD5B5-EFF9-DCFF-DB7A-B209F66BF6F9}"/>
                </a:ext>
              </a:extLst>
            </p:cNvPr>
            <p:cNvSpPr/>
            <p:nvPr/>
          </p:nvSpPr>
          <p:spPr>
            <a:xfrm>
              <a:off x="2334204" y="2126076"/>
              <a:ext cx="14" cy="68"/>
            </a:xfrm>
            <a:custGeom>
              <a:avLst/>
              <a:gdLst/>
              <a:ahLst/>
              <a:cxnLst/>
              <a:rect l="l" t="t" r="r" b="b"/>
              <a:pathLst>
                <a:path w="1" h="5" extrusionOk="0">
                  <a:moveTo>
                    <a:pt x="0" y="1"/>
                  </a:moveTo>
                  <a:lnTo>
                    <a:pt x="0" y="4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21" name="Google Shape;7579;p80">
              <a:extLst>
                <a:ext uri="{FF2B5EF4-FFF2-40B4-BE49-F238E27FC236}">
                  <a16:creationId xmlns:a16="http://schemas.microsoft.com/office/drawing/2014/main" id="{FBF63A03-F10B-B745-122F-E3F97CB0B45E}"/>
                </a:ext>
              </a:extLst>
            </p:cNvPr>
            <p:cNvSpPr/>
            <p:nvPr/>
          </p:nvSpPr>
          <p:spPr>
            <a:xfrm>
              <a:off x="2334150" y="2126130"/>
              <a:ext cx="14" cy="14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1" y="0"/>
                  </a:move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22" name="Google Shape;7580;p80">
              <a:extLst>
                <a:ext uri="{FF2B5EF4-FFF2-40B4-BE49-F238E27FC236}">
                  <a16:creationId xmlns:a16="http://schemas.microsoft.com/office/drawing/2014/main" id="{C0C3B9DC-8DE5-7BB8-39D9-8595F24E7DA0}"/>
                </a:ext>
              </a:extLst>
            </p:cNvPr>
            <p:cNvSpPr/>
            <p:nvPr/>
          </p:nvSpPr>
          <p:spPr>
            <a:xfrm>
              <a:off x="2334204" y="2126035"/>
              <a:ext cx="54" cy="54"/>
            </a:xfrm>
            <a:custGeom>
              <a:avLst/>
              <a:gdLst/>
              <a:ahLst/>
              <a:cxnLst/>
              <a:rect l="l" t="t" r="r" b="b"/>
              <a:pathLst>
                <a:path w="4" h="4" extrusionOk="0">
                  <a:moveTo>
                    <a:pt x="4" y="0"/>
                  </a:moveTo>
                  <a:lnTo>
                    <a:pt x="0" y="4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23" name="Google Shape;7581;p80">
              <a:extLst>
                <a:ext uri="{FF2B5EF4-FFF2-40B4-BE49-F238E27FC236}">
                  <a16:creationId xmlns:a16="http://schemas.microsoft.com/office/drawing/2014/main" id="{0E98FD53-88DB-DBAE-1790-0A7C63DC28D2}"/>
                </a:ext>
              </a:extLst>
            </p:cNvPr>
            <p:cNvSpPr/>
            <p:nvPr/>
          </p:nvSpPr>
          <p:spPr>
            <a:xfrm>
              <a:off x="2334055" y="2126320"/>
              <a:ext cx="14" cy="14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1" y="0"/>
                  </a:move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24" name="Google Shape;7582;p80">
              <a:extLst>
                <a:ext uri="{FF2B5EF4-FFF2-40B4-BE49-F238E27FC236}">
                  <a16:creationId xmlns:a16="http://schemas.microsoft.com/office/drawing/2014/main" id="{EEC9DA83-63EF-0D27-5C38-E1BA3ED2020F}"/>
                </a:ext>
              </a:extLst>
            </p:cNvPr>
            <p:cNvSpPr/>
            <p:nvPr/>
          </p:nvSpPr>
          <p:spPr>
            <a:xfrm>
              <a:off x="2334109" y="2126266"/>
              <a:ext cx="14" cy="14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0" y="1"/>
                  </a:move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25" name="Google Shape;7583;p80">
              <a:extLst>
                <a:ext uri="{FF2B5EF4-FFF2-40B4-BE49-F238E27FC236}">
                  <a16:creationId xmlns:a16="http://schemas.microsoft.com/office/drawing/2014/main" id="{CE7E9D55-7574-30E7-7AF9-C2CCF24ED03C}"/>
                </a:ext>
              </a:extLst>
            </p:cNvPr>
            <p:cNvSpPr/>
            <p:nvPr/>
          </p:nvSpPr>
          <p:spPr>
            <a:xfrm>
              <a:off x="2336580" y="2124365"/>
              <a:ext cx="204" cy="163"/>
            </a:xfrm>
            <a:custGeom>
              <a:avLst/>
              <a:gdLst/>
              <a:ahLst/>
              <a:cxnLst/>
              <a:rect l="l" t="t" r="r" b="b"/>
              <a:pathLst>
                <a:path w="15" h="12" extrusionOk="0">
                  <a:moveTo>
                    <a:pt x="14" y="1"/>
                  </a:moveTo>
                  <a:lnTo>
                    <a:pt x="0" y="11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26" name="Google Shape;7584;p80">
              <a:extLst>
                <a:ext uri="{FF2B5EF4-FFF2-40B4-BE49-F238E27FC236}">
                  <a16:creationId xmlns:a16="http://schemas.microsoft.com/office/drawing/2014/main" id="{254716E1-4767-5311-D9FF-EF2F884C0DD9}"/>
                </a:ext>
              </a:extLst>
            </p:cNvPr>
            <p:cNvSpPr/>
            <p:nvPr/>
          </p:nvSpPr>
          <p:spPr>
            <a:xfrm>
              <a:off x="2304306" y="2129782"/>
              <a:ext cx="244" cy="14"/>
            </a:xfrm>
            <a:custGeom>
              <a:avLst/>
              <a:gdLst/>
              <a:ahLst/>
              <a:cxnLst/>
              <a:rect l="l" t="t" r="r" b="b"/>
              <a:pathLst>
                <a:path w="18" h="1" extrusionOk="0">
                  <a:moveTo>
                    <a:pt x="18" y="1"/>
                  </a:moveTo>
                  <a:lnTo>
                    <a:pt x="0" y="1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27" name="Google Shape;7585;p80">
              <a:extLst>
                <a:ext uri="{FF2B5EF4-FFF2-40B4-BE49-F238E27FC236}">
                  <a16:creationId xmlns:a16="http://schemas.microsoft.com/office/drawing/2014/main" id="{9C6975DB-0FA6-C62E-EE3B-FA8162AAFA60}"/>
                </a:ext>
              </a:extLst>
            </p:cNvPr>
            <p:cNvSpPr/>
            <p:nvPr/>
          </p:nvSpPr>
          <p:spPr>
            <a:xfrm>
              <a:off x="2337245" y="2123985"/>
              <a:ext cx="299" cy="163"/>
            </a:xfrm>
            <a:custGeom>
              <a:avLst/>
              <a:gdLst/>
              <a:ahLst/>
              <a:cxnLst/>
              <a:rect l="l" t="t" r="r" b="b"/>
              <a:pathLst>
                <a:path w="22" h="12" extrusionOk="0">
                  <a:moveTo>
                    <a:pt x="21" y="1"/>
                  </a:moveTo>
                  <a:lnTo>
                    <a:pt x="0" y="11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28" name="Google Shape;7586;p80">
              <a:extLst>
                <a:ext uri="{FF2B5EF4-FFF2-40B4-BE49-F238E27FC236}">
                  <a16:creationId xmlns:a16="http://schemas.microsoft.com/office/drawing/2014/main" id="{1B659CA1-6BC9-BC08-7E94-02CEA8C47930}"/>
                </a:ext>
              </a:extLst>
            </p:cNvPr>
            <p:cNvSpPr/>
            <p:nvPr/>
          </p:nvSpPr>
          <p:spPr>
            <a:xfrm>
              <a:off x="2317952" y="2130217"/>
              <a:ext cx="584" cy="54"/>
            </a:xfrm>
            <a:custGeom>
              <a:avLst/>
              <a:gdLst/>
              <a:ahLst/>
              <a:cxnLst/>
              <a:rect l="l" t="t" r="r" b="b"/>
              <a:pathLst>
                <a:path w="43" h="4" extrusionOk="0">
                  <a:moveTo>
                    <a:pt x="0" y="0"/>
                  </a:moveTo>
                  <a:cubicBezTo>
                    <a:pt x="14" y="0"/>
                    <a:pt x="28" y="0"/>
                    <a:pt x="42" y="4"/>
                  </a:cubicBezTo>
                  <a:cubicBezTo>
                    <a:pt x="28" y="0"/>
                    <a:pt x="14" y="0"/>
                    <a:pt x="0" y="0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29" name="Google Shape;7587;p80">
              <a:extLst>
                <a:ext uri="{FF2B5EF4-FFF2-40B4-BE49-F238E27FC236}">
                  <a16:creationId xmlns:a16="http://schemas.microsoft.com/office/drawing/2014/main" id="{A781F2A6-1763-0522-04F6-C247E370B6A8}"/>
                </a:ext>
              </a:extLst>
            </p:cNvPr>
            <p:cNvSpPr/>
            <p:nvPr/>
          </p:nvSpPr>
          <p:spPr>
            <a:xfrm>
              <a:off x="2304687" y="2129782"/>
              <a:ext cx="204" cy="14"/>
            </a:xfrm>
            <a:custGeom>
              <a:avLst/>
              <a:gdLst/>
              <a:ahLst/>
              <a:cxnLst/>
              <a:rect l="l" t="t" r="r" b="b"/>
              <a:pathLst>
                <a:path w="15" h="1" extrusionOk="0">
                  <a:moveTo>
                    <a:pt x="14" y="1"/>
                  </a:moveTo>
                  <a:lnTo>
                    <a:pt x="0" y="1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30" name="Google Shape;7588;p80">
              <a:extLst>
                <a:ext uri="{FF2B5EF4-FFF2-40B4-BE49-F238E27FC236}">
                  <a16:creationId xmlns:a16="http://schemas.microsoft.com/office/drawing/2014/main" id="{347C3C7B-7FA5-F765-9131-38EFD4E72851}"/>
                </a:ext>
              </a:extLst>
            </p:cNvPr>
            <p:cNvSpPr/>
            <p:nvPr/>
          </p:nvSpPr>
          <p:spPr>
            <a:xfrm>
              <a:off x="2318658" y="2130312"/>
              <a:ext cx="3245" cy="312"/>
            </a:xfrm>
            <a:custGeom>
              <a:avLst/>
              <a:gdLst/>
              <a:ahLst/>
              <a:cxnLst/>
              <a:rect l="l" t="t" r="r" b="b"/>
              <a:pathLst>
                <a:path w="239" h="23" extrusionOk="0">
                  <a:moveTo>
                    <a:pt x="1" y="0"/>
                  </a:moveTo>
                  <a:cubicBezTo>
                    <a:pt x="88" y="18"/>
                    <a:pt x="144" y="23"/>
                    <a:pt x="180" y="23"/>
                  </a:cubicBezTo>
                  <a:cubicBezTo>
                    <a:pt x="216" y="23"/>
                    <a:pt x="232" y="18"/>
                    <a:pt x="239" y="14"/>
                  </a:cubicBezTo>
                  <a:lnTo>
                    <a:pt x="239" y="14"/>
                  </a:lnTo>
                  <a:cubicBezTo>
                    <a:pt x="232" y="18"/>
                    <a:pt x="217" y="22"/>
                    <a:pt x="185" y="22"/>
                  </a:cubicBezTo>
                  <a:cubicBezTo>
                    <a:pt x="149" y="22"/>
                    <a:pt x="92" y="17"/>
                    <a:pt x="1" y="0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31" name="Google Shape;7589;p80">
              <a:extLst>
                <a:ext uri="{FF2B5EF4-FFF2-40B4-BE49-F238E27FC236}">
                  <a16:creationId xmlns:a16="http://schemas.microsoft.com/office/drawing/2014/main" id="{F8D7FD1C-F726-19BD-D927-98888DEECD11}"/>
                </a:ext>
              </a:extLst>
            </p:cNvPr>
            <p:cNvSpPr/>
            <p:nvPr/>
          </p:nvSpPr>
          <p:spPr>
            <a:xfrm>
              <a:off x="2336241" y="2124555"/>
              <a:ext cx="258" cy="109"/>
            </a:xfrm>
            <a:custGeom>
              <a:avLst/>
              <a:gdLst/>
              <a:ahLst/>
              <a:cxnLst/>
              <a:rect l="l" t="t" r="r" b="b"/>
              <a:pathLst>
                <a:path w="19" h="8" extrusionOk="0">
                  <a:moveTo>
                    <a:pt x="18" y="1"/>
                  </a:moveTo>
                  <a:lnTo>
                    <a:pt x="1" y="8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32" name="Google Shape;7590;p80">
              <a:extLst>
                <a:ext uri="{FF2B5EF4-FFF2-40B4-BE49-F238E27FC236}">
                  <a16:creationId xmlns:a16="http://schemas.microsoft.com/office/drawing/2014/main" id="{F32DBE51-83D4-37CB-BDDA-552C1CC21C50}"/>
                </a:ext>
              </a:extLst>
            </p:cNvPr>
            <p:cNvSpPr/>
            <p:nvPr/>
          </p:nvSpPr>
          <p:spPr>
            <a:xfrm>
              <a:off x="2336010" y="2124704"/>
              <a:ext cx="204" cy="109"/>
            </a:xfrm>
            <a:custGeom>
              <a:avLst/>
              <a:gdLst/>
              <a:ahLst/>
              <a:cxnLst/>
              <a:rect l="l" t="t" r="r" b="b"/>
              <a:pathLst>
                <a:path w="15" h="8" extrusionOk="0">
                  <a:moveTo>
                    <a:pt x="14" y="0"/>
                  </a:moveTo>
                  <a:lnTo>
                    <a:pt x="0" y="7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33" name="Google Shape;7591;p80">
              <a:extLst>
                <a:ext uri="{FF2B5EF4-FFF2-40B4-BE49-F238E27FC236}">
                  <a16:creationId xmlns:a16="http://schemas.microsoft.com/office/drawing/2014/main" id="{807A41E9-A2B3-4091-D0B0-FDFBF9A12CAF}"/>
                </a:ext>
              </a:extLst>
            </p:cNvPr>
            <p:cNvSpPr/>
            <p:nvPr/>
          </p:nvSpPr>
          <p:spPr>
            <a:xfrm>
              <a:off x="2335725" y="2124895"/>
              <a:ext cx="204" cy="109"/>
            </a:xfrm>
            <a:custGeom>
              <a:avLst/>
              <a:gdLst/>
              <a:ahLst/>
              <a:cxnLst/>
              <a:rect l="l" t="t" r="r" b="b"/>
              <a:pathLst>
                <a:path w="15" h="8" extrusionOk="0">
                  <a:moveTo>
                    <a:pt x="14" y="0"/>
                  </a:moveTo>
                  <a:lnTo>
                    <a:pt x="0" y="7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34" name="Google Shape;7592;p80">
              <a:extLst>
                <a:ext uri="{FF2B5EF4-FFF2-40B4-BE49-F238E27FC236}">
                  <a16:creationId xmlns:a16="http://schemas.microsoft.com/office/drawing/2014/main" id="{5627922D-E0C6-853D-3525-7FF0A7055D27}"/>
                </a:ext>
              </a:extLst>
            </p:cNvPr>
            <p:cNvSpPr/>
            <p:nvPr/>
          </p:nvSpPr>
          <p:spPr>
            <a:xfrm>
              <a:off x="2341237" y="2121989"/>
              <a:ext cx="530" cy="258"/>
            </a:xfrm>
            <a:custGeom>
              <a:avLst/>
              <a:gdLst/>
              <a:ahLst/>
              <a:cxnLst/>
              <a:rect l="l" t="t" r="r" b="b"/>
              <a:pathLst>
                <a:path w="39" h="19" extrusionOk="0">
                  <a:moveTo>
                    <a:pt x="39" y="1"/>
                  </a:moveTo>
                  <a:lnTo>
                    <a:pt x="0" y="18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35" name="Google Shape;7593;p80">
              <a:extLst>
                <a:ext uri="{FF2B5EF4-FFF2-40B4-BE49-F238E27FC236}">
                  <a16:creationId xmlns:a16="http://schemas.microsoft.com/office/drawing/2014/main" id="{DF8AC3AC-FE29-EBCD-E441-953F145AD98C}"/>
                </a:ext>
              </a:extLst>
            </p:cNvPr>
            <p:cNvSpPr/>
            <p:nvPr/>
          </p:nvSpPr>
          <p:spPr>
            <a:xfrm>
              <a:off x="2336865" y="2124229"/>
              <a:ext cx="299" cy="109"/>
            </a:xfrm>
            <a:custGeom>
              <a:avLst/>
              <a:gdLst/>
              <a:ahLst/>
              <a:cxnLst/>
              <a:rect l="l" t="t" r="r" b="b"/>
              <a:pathLst>
                <a:path w="22" h="8" extrusionOk="0">
                  <a:moveTo>
                    <a:pt x="21" y="0"/>
                  </a:moveTo>
                  <a:lnTo>
                    <a:pt x="0" y="7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36" name="Google Shape;7594;p80">
              <a:extLst>
                <a:ext uri="{FF2B5EF4-FFF2-40B4-BE49-F238E27FC236}">
                  <a16:creationId xmlns:a16="http://schemas.microsoft.com/office/drawing/2014/main" id="{8B20DE36-C0A9-72A3-A939-0EA00D30D9FC}"/>
                </a:ext>
              </a:extLst>
            </p:cNvPr>
            <p:cNvSpPr/>
            <p:nvPr/>
          </p:nvSpPr>
          <p:spPr>
            <a:xfrm>
              <a:off x="2339472" y="2122844"/>
              <a:ext cx="448" cy="204"/>
            </a:xfrm>
            <a:custGeom>
              <a:avLst/>
              <a:gdLst/>
              <a:ahLst/>
              <a:cxnLst/>
              <a:rect l="l" t="t" r="r" b="b"/>
              <a:pathLst>
                <a:path w="33" h="15" extrusionOk="0">
                  <a:moveTo>
                    <a:pt x="32" y="1"/>
                  </a:moveTo>
                  <a:lnTo>
                    <a:pt x="1" y="15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37" name="Google Shape;7595;p80">
              <a:extLst>
                <a:ext uri="{FF2B5EF4-FFF2-40B4-BE49-F238E27FC236}">
                  <a16:creationId xmlns:a16="http://schemas.microsoft.com/office/drawing/2014/main" id="{217CBAB9-F44A-D06E-B410-70A924A3BE13}"/>
                </a:ext>
              </a:extLst>
            </p:cNvPr>
            <p:cNvSpPr/>
            <p:nvPr/>
          </p:nvSpPr>
          <p:spPr>
            <a:xfrm>
              <a:off x="2301876" y="2129457"/>
              <a:ext cx="679" cy="109"/>
            </a:xfrm>
            <a:custGeom>
              <a:avLst/>
              <a:gdLst/>
              <a:ahLst/>
              <a:cxnLst/>
              <a:rect l="l" t="t" r="r" b="b"/>
              <a:pathLst>
                <a:path w="50" h="8" extrusionOk="0">
                  <a:moveTo>
                    <a:pt x="1" y="0"/>
                  </a:moveTo>
                  <a:lnTo>
                    <a:pt x="50" y="7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38" name="Google Shape;7596;p80">
              <a:extLst>
                <a:ext uri="{FF2B5EF4-FFF2-40B4-BE49-F238E27FC236}">
                  <a16:creationId xmlns:a16="http://schemas.microsoft.com/office/drawing/2014/main" id="{CCF14981-A4C7-9DE8-C29A-49E144053FD0}"/>
                </a:ext>
              </a:extLst>
            </p:cNvPr>
            <p:cNvSpPr/>
            <p:nvPr/>
          </p:nvSpPr>
          <p:spPr>
            <a:xfrm>
              <a:off x="2340572" y="2122274"/>
              <a:ext cx="530" cy="258"/>
            </a:xfrm>
            <a:custGeom>
              <a:avLst/>
              <a:gdLst/>
              <a:ahLst/>
              <a:cxnLst/>
              <a:rect l="l" t="t" r="r" b="b"/>
              <a:pathLst>
                <a:path w="39" h="19" extrusionOk="0">
                  <a:moveTo>
                    <a:pt x="39" y="1"/>
                  </a:moveTo>
                  <a:lnTo>
                    <a:pt x="0" y="18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39" name="Google Shape;7597;p80">
              <a:extLst>
                <a:ext uri="{FF2B5EF4-FFF2-40B4-BE49-F238E27FC236}">
                  <a16:creationId xmlns:a16="http://schemas.microsoft.com/office/drawing/2014/main" id="{618E8CC9-FE0D-B3B3-7473-DE059C094628}"/>
                </a:ext>
              </a:extLst>
            </p:cNvPr>
            <p:cNvSpPr/>
            <p:nvPr/>
          </p:nvSpPr>
          <p:spPr>
            <a:xfrm>
              <a:off x="2334340" y="2125886"/>
              <a:ext cx="68" cy="68"/>
            </a:xfrm>
            <a:custGeom>
              <a:avLst/>
              <a:gdLst/>
              <a:ahLst/>
              <a:cxnLst/>
              <a:rect l="l" t="t" r="r" b="b"/>
              <a:pathLst>
                <a:path w="5" h="5" extrusionOk="0">
                  <a:moveTo>
                    <a:pt x="1" y="4"/>
                  </a:moveTo>
                  <a:lnTo>
                    <a:pt x="4" y="1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40" name="Google Shape;7598;p80">
              <a:extLst>
                <a:ext uri="{FF2B5EF4-FFF2-40B4-BE49-F238E27FC236}">
                  <a16:creationId xmlns:a16="http://schemas.microsoft.com/office/drawing/2014/main" id="{0697A02D-7D44-E5A0-9CDB-932B4AC4B3FE}"/>
                </a:ext>
              </a:extLst>
            </p:cNvPr>
            <p:cNvSpPr/>
            <p:nvPr/>
          </p:nvSpPr>
          <p:spPr>
            <a:xfrm>
              <a:off x="2338956" y="2123129"/>
              <a:ext cx="394" cy="163"/>
            </a:xfrm>
            <a:custGeom>
              <a:avLst/>
              <a:gdLst/>
              <a:ahLst/>
              <a:cxnLst/>
              <a:rect l="l" t="t" r="r" b="b"/>
              <a:pathLst>
                <a:path w="29" h="12" extrusionOk="0">
                  <a:moveTo>
                    <a:pt x="28" y="1"/>
                  </a:moveTo>
                  <a:lnTo>
                    <a:pt x="0" y="11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41" name="Google Shape;7599;p80">
              <a:extLst>
                <a:ext uri="{FF2B5EF4-FFF2-40B4-BE49-F238E27FC236}">
                  <a16:creationId xmlns:a16="http://schemas.microsoft.com/office/drawing/2014/main" id="{57CFC953-1696-BBCE-78E1-7C8BA4DC5F5D}"/>
                </a:ext>
              </a:extLst>
            </p:cNvPr>
            <p:cNvSpPr/>
            <p:nvPr/>
          </p:nvSpPr>
          <p:spPr>
            <a:xfrm>
              <a:off x="2327307" y="2127406"/>
              <a:ext cx="1684" cy="638"/>
            </a:xfrm>
            <a:custGeom>
              <a:avLst/>
              <a:gdLst/>
              <a:ahLst/>
              <a:cxnLst/>
              <a:rect l="l" t="t" r="r" b="b"/>
              <a:pathLst>
                <a:path w="124" h="47" extrusionOk="0">
                  <a:moveTo>
                    <a:pt x="1" y="29"/>
                  </a:moveTo>
                  <a:cubicBezTo>
                    <a:pt x="43" y="46"/>
                    <a:pt x="95" y="36"/>
                    <a:pt x="123" y="1"/>
                  </a:cubicBezTo>
                  <a:cubicBezTo>
                    <a:pt x="95" y="36"/>
                    <a:pt x="43" y="46"/>
                    <a:pt x="1" y="29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42" name="Google Shape;7600;p80">
              <a:extLst>
                <a:ext uri="{FF2B5EF4-FFF2-40B4-BE49-F238E27FC236}">
                  <a16:creationId xmlns:a16="http://schemas.microsoft.com/office/drawing/2014/main" id="{11F03A02-8B0A-481C-DBE2-1CC1E2071B93}"/>
                </a:ext>
              </a:extLst>
            </p:cNvPr>
            <p:cNvSpPr/>
            <p:nvPr/>
          </p:nvSpPr>
          <p:spPr>
            <a:xfrm>
              <a:off x="2338481" y="2123374"/>
              <a:ext cx="339" cy="149"/>
            </a:xfrm>
            <a:custGeom>
              <a:avLst/>
              <a:gdLst/>
              <a:ahLst/>
              <a:cxnLst/>
              <a:rect l="l" t="t" r="r" b="b"/>
              <a:pathLst>
                <a:path w="25" h="11" extrusionOk="0">
                  <a:moveTo>
                    <a:pt x="25" y="0"/>
                  </a:moveTo>
                  <a:lnTo>
                    <a:pt x="0" y="11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43" name="Google Shape;7601;p80">
              <a:extLst>
                <a:ext uri="{FF2B5EF4-FFF2-40B4-BE49-F238E27FC236}">
                  <a16:creationId xmlns:a16="http://schemas.microsoft.com/office/drawing/2014/main" id="{B7A9DA7F-0F85-EAC9-ED58-9F2CC3DE4DFC}"/>
                </a:ext>
              </a:extLst>
            </p:cNvPr>
            <p:cNvSpPr/>
            <p:nvPr/>
          </p:nvSpPr>
          <p:spPr>
            <a:xfrm>
              <a:off x="2328977" y="2126361"/>
              <a:ext cx="3815" cy="1059"/>
            </a:xfrm>
            <a:custGeom>
              <a:avLst/>
              <a:gdLst/>
              <a:ahLst/>
              <a:cxnLst/>
              <a:rect l="l" t="t" r="r" b="b"/>
              <a:pathLst>
                <a:path w="281" h="78" extrusionOk="0">
                  <a:moveTo>
                    <a:pt x="0" y="78"/>
                  </a:moveTo>
                  <a:cubicBezTo>
                    <a:pt x="88" y="1"/>
                    <a:pt x="200" y="4"/>
                    <a:pt x="280" y="8"/>
                  </a:cubicBezTo>
                  <a:cubicBezTo>
                    <a:pt x="200" y="4"/>
                    <a:pt x="88" y="1"/>
                    <a:pt x="0" y="78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44" name="Google Shape;7602;p80">
              <a:extLst>
                <a:ext uri="{FF2B5EF4-FFF2-40B4-BE49-F238E27FC236}">
                  <a16:creationId xmlns:a16="http://schemas.microsoft.com/office/drawing/2014/main" id="{88576980-AF42-E442-AC36-B96254FD77E6}"/>
                </a:ext>
              </a:extLst>
            </p:cNvPr>
            <p:cNvSpPr/>
            <p:nvPr/>
          </p:nvSpPr>
          <p:spPr>
            <a:xfrm>
              <a:off x="2302691" y="2129592"/>
              <a:ext cx="489" cy="68"/>
            </a:xfrm>
            <a:custGeom>
              <a:avLst/>
              <a:gdLst/>
              <a:ahLst/>
              <a:cxnLst/>
              <a:rect l="l" t="t" r="r" b="b"/>
              <a:pathLst>
                <a:path w="36" h="5" extrusionOk="0">
                  <a:moveTo>
                    <a:pt x="35" y="4"/>
                  </a:moveTo>
                  <a:lnTo>
                    <a:pt x="0" y="1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45" name="Google Shape;7603;p80">
              <a:extLst>
                <a:ext uri="{FF2B5EF4-FFF2-40B4-BE49-F238E27FC236}">
                  <a16:creationId xmlns:a16="http://schemas.microsoft.com/office/drawing/2014/main" id="{E609CB00-3F2B-E8BD-5BA7-86FDB5E5A626}"/>
                </a:ext>
              </a:extLst>
            </p:cNvPr>
            <p:cNvSpPr/>
            <p:nvPr/>
          </p:nvSpPr>
          <p:spPr>
            <a:xfrm>
              <a:off x="2334245" y="2125981"/>
              <a:ext cx="68" cy="68"/>
            </a:xfrm>
            <a:custGeom>
              <a:avLst/>
              <a:gdLst/>
              <a:ahLst/>
              <a:cxnLst/>
              <a:rect l="l" t="t" r="r" b="b"/>
              <a:pathLst>
                <a:path w="5" h="5" extrusionOk="0">
                  <a:moveTo>
                    <a:pt x="4" y="1"/>
                  </a:moveTo>
                  <a:lnTo>
                    <a:pt x="1" y="4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46" name="Google Shape;7604;p80">
              <a:extLst>
                <a:ext uri="{FF2B5EF4-FFF2-40B4-BE49-F238E27FC236}">
                  <a16:creationId xmlns:a16="http://schemas.microsoft.com/office/drawing/2014/main" id="{878C458E-A1E8-3371-ED7A-1084A4E9FC03}"/>
                </a:ext>
              </a:extLst>
            </p:cNvPr>
            <p:cNvSpPr/>
            <p:nvPr/>
          </p:nvSpPr>
          <p:spPr>
            <a:xfrm>
              <a:off x="2334489" y="2125750"/>
              <a:ext cx="54" cy="54"/>
            </a:xfrm>
            <a:custGeom>
              <a:avLst/>
              <a:gdLst/>
              <a:ahLst/>
              <a:cxnLst/>
              <a:rect l="l" t="t" r="r" b="b"/>
              <a:pathLst>
                <a:path w="4" h="4" extrusionOk="0">
                  <a:moveTo>
                    <a:pt x="4" y="0"/>
                  </a:moveTo>
                  <a:lnTo>
                    <a:pt x="0" y="4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47" name="Google Shape;7605;p80">
              <a:extLst>
                <a:ext uri="{FF2B5EF4-FFF2-40B4-BE49-F238E27FC236}">
                  <a16:creationId xmlns:a16="http://schemas.microsoft.com/office/drawing/2014/main" id="{E654F763-C633-208F-5C97-7AD3DD284CA4}"/>
                </a:ext>
              </a:extLst>
            </p:cNvPr>
            <p:cNvSpPr/>
            <p:nvPr/>
          </p:nvSpPr>
          <p:spPr>
            <a:xfrm>
              <a:off x="2303302" y="2129647"/>
              <a:ext cx="394" cy="54"/>
            </a:xfrm>
            <a:custGeom>
              <a:avLst/>
              <a:gdLst/>
              <a:ahLst/>
              <a:cxnLst/>
              <a:rect l="l" t="t" r="r" b="b"/>
              <a:pathLst>
                <a:path w="29" h="4" extrusionOk="0">
                  <a:moveTo>
                    <a:pt x="29" y="4"/>
                  </a:moveTo>
                  <a:lnTo>
                    <a:pt x="1" y="0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48" name="Google Shape;7606;p80">
              <a:extLst>
                <a:ext uri="{FF2B5EF4-FFF2-40B4-BE49-F238E27FC236}">
                  <a16:creationId xmlns:a16="http://schemas.microsoft.com/office/drawing/2014/main" id="{10FDD05A-F1C3-84F4-C0FA-420704C76264}"/>
                </a:ext>
              </a:extLst>
            </p:cNvPr>
            <p:cNvSpPr/>
            <p:nvPr/>
          </p:nvSpPr>
          <p:spPr>
            <a:xfrm>
              <a:off x="2333294" y="2126456"/>
              <a:ext cx="14" cy="14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1" y="1"/>
                  </a:move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49" name="Google Shape;7607;p80">
              <a:extLst>
                <a:ext uri="{FF2B5EF4-FFF2-40B4-BE49-F238E27FC236}">
                  <a16:creationId xmlns:a16="http://schemas.microsoft.com/office/drawing/2014/main" id="{8601DB42-CAA1-0512-FFA5-9F8680D48ACA}"/>
                </a:ext>
              </a:extLst>
            </p:cNvPr>
            <p:cNvSpPr/>
            <p:nvPr/>
          </p:nvSpPr>
          <p:spPr>
            <a:xfrm>
              <a:off x="2334394" y="2125845"/>
              <a:ext cx="54" cy="54"/>
            </a:xfrm>
            <a:custGeom>
              <a:avLst/>
              <a:gdLst/>
              <a:ahLst/>
              <a:cxnLst/>
              <a:rect l="l" t="t" r="r" b="b"/>
              <a:pathLst>
                <a:path w="4" h="4" extrusionOk="0">
                  <a:moveTo>
                    <a:pt x="4" y="0"/>
                  </a:moveTo>
                  <a:lnTo>
                    <a:pt x="0" y="4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50" name="Google Shape;7608;p80">
              <a:extLst>
                <a:ext uri="{FF2B5EF4-FFF2-40B4-BE49-F238E27FC236}">
                  <a16:creationId xmlns:a16="http://schemas.microsoft.com/office/drawing/2014/main" id="{75619E70-1929-E227-032B-E36CC34C655D}"/>
                </a:ext>
              </a:extLst>
            </p:cNvPr>
            <p:cNvSpPr/>
            <p:nvPr/>
          </p:nvSpPr>
          <p:spPr>
            <a:xfrm>
              <a:off x="2340002" y="2122559"/>
              <a:ext cx="489" cy="258"/>
            </a:xfrm>
            <a:custGeom>
              <a:avLst/>
              <a:gdLst/>
              <a:ahLst/>
              <a:cxnLst/>
              <a:rect l="l" t="t" r="r" b="b"/>
              <a:pathLst>
                <a:path w="36" h="19" extrusionOk="0">
                  <a:moveTo>
                    <a:pt x="35" y="1"/>
                  </a:moveTo>
                  <a:lnTo>
                    <a:pt x="0" y="18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51" name="Google Shape;7609;p80">
              <a:extLst>
                <a:ext uri="{FF2B5EF4-FFF2-40B4-BE49-F238E27FC236}">
                  <a16:creationId xmlns:a16="http://schemas.microsoft.com/office/drawing/2014/main" id="{F0C63481-D79B-744D-356F-FD0D6761AE32}"/>
                </a:ext>
              </a:extLst>
            </p:cNvPr>
            <p:cNvSpPr/>
            <p:nvPr/>
          </p:nvSpPr>
          <p:spPr>
            <a:xfrm>
              <a:off x="2334530" y="2125655"/>
              <a:ext cx="109" cy="109"/>
            </a:xfrm>
            <a:custGeom>
              <a:avLst/>
              <a:gdLst/>
              <a:ahLst/>
              <a:cxnLst/>
              <a:rect l="l" t="t" r="r" b="b"/>
              <a:pathLst>
                <a:path w="8" h="8" extrusionOk="0">
                  <a:moveTo>
                    <a:pt x="8" y="0"/>
                  </a:moveTo>
                  <a:lnTo>
                    <a:pt x="1" y="7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52" name="Google Shape;7610;p80">
              <a:extLst>
                <a:ext uri="{FF2B5EF4-FFF2-40B4-BE49-F238E27FC236}">
                  <a16:creationId xmlns:a16="http://schemas.microsoft.com/office/drawing/2014/main" id="{6E11FF19-BB3E-97F7-1305-0C3C4136C93C}"/>
                </a:ext>
              </a:extLst>
            </p:cNvPr>
            <p:cNvSpPr/>
            <p:nvPr/>
          </p:nvSpPr>
          <p:spPr>
            <a:xfrm>
              <a:off x="2305202" y="2129837"/>
              <a:ext cx="14" cy="14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1" y="0"/>
                  </a:move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53" name="Google Shape;7611;p80">
              <a:extLst>
                <a:ext uri="{FF2B5EF4-FFF2-40B4-BE49-F238E27FC236}">
                  <a16:creationId xmlns:a16="http://schemas.microsoft.com/office/drawing/2014/main" id="{1D635C91-9B52-6AC3-20BE-D08EEAD8C61A}"/>
                </a:ext>
              </a:extLst>
            </p:cNvPr>
            <p:cNvSpPr/>
            <p:nvPr/>
          </p:nvSpPr>
          <p:spPr>
            <a:xfrm>
              <a:off x="2335100" y="2125275"/>
              <a:ext cx="163" cy="109"/>
            </a:xfrm>
            <a:custGeom>
              <a:avLst/>
              <a:gdLst/>
              <a:ahLst/>
              <a:cxnLst/>
              <a:rect l="l" t="t" r="r" b="b"/>
              <a:pathLst>
                <a:path w="12" h="8" extrusionOk="0">
                  <a:moveTo>
                    <a:pt x="11" y="0"/>
                  </a:moveTo>
                  <a:lnTo>
                    <a:pt x="1" y="7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54" name="Google Shape;7612;p80">
              <a:extLst>
                <a:ext uri="{FF2B5EF4-FFF2-40B4-BE49-F238E27FC236}">
                  <a16:creationId xmlns:a16="http://schemas.microsoft.com/office/drawing/2014/main" id="{F2D9F114-C738-A7F0-9C17-91119B05F0A3}"/>
                </a:ext>
              </a:extLst>
            </p:cNvPr>
            <p:cNvSpPr/>
            <p:nvPr/>
          </p:nvSpPr>
          <p:spPr>
            <a:xfrm>
              <a:off x="2334964" y="2125370"/>
              <a:ext cx="109" cy="109"/>
            </a:xfrm>
            <a:custGeom>
              <a:avLst/>
              <a:gdLst/>
              <a:ahLst/>
              <a:cxnLst/>
              <a:rect l="l" t="t" r="r" b="b"/>
              <a:pathLst>
                <a:path w="8" h="8" extrusionOk="0">
                  <a:moveTo>
                    <a:pt x="7" y="0"/>
                  </a:moveTo>
                  <a:lnTo>
                    <a:pt x="0" y="7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55" name="Google Shape;7613;p80">
              <a:extLst>
                <a:ext uri="{FF2B5EF4-FFF2-40B4-BE49-F238E27FC236}">
                  <a16:creationId xmlns:a16="http://schemas.microsoft.com/office/drawing/2014/main" id="{4052ADC1-38C5-E45D-FD37-3F22BC6BF809}"/>
                </a:ext>
              </a:extLst>
            </p:cNvPr>
            <p:cNvSpPr/>
            <p:nvPr/>
          </p:nvSpPr>
          <p:spPr>
            <a:xfrm>
              <a:off x="2335535" y="2124990"/>
              <a:ext cx="149" cy="109"/>
            </a:xfrm>
            <a:custGeom>
              <a:avLst/>
              <a:gdLst/>
              <a:ahLst/>
              <a:cxnLst/>
              <a:rect l="l" t="t" r="r" b="b"/>
              <a:pathLst>
                <a:path w="11" h="8" extrusionOk="0">
                  <a:moveTo>
                    <a:pt x="11" y="0"/>
                  </a:moveTo>
                  <a:lnTo>
                    <a:pt x="0" y="7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56" name="Google Shape;7614;p80">
              <a:extLst>
                <a:ext uri="{FF2B5EF4-FFF2-40B4-BE49-F238E27FC236}">
                  <a16:creationId xmlns:a16="http://schemas.microsoft.com/office/drawing/2014/main" id="{C0D391AA-E4EC-0488-7E9D-80C213D5D5FB}"/>
                </a:ext>
              </a:extLst>
            </p:cNvPr>
            <p:cNvSpPr/>
            <p:nvPr/>
          </p:nvSpPr>
          <p:spPr>
            <a:xfrm>
              <a:off x="2338046" y="2123605"/>
              <a:ext cx="299" cy="163"/>
            </a:xfrm>
            <a:custGeom>
              <a:avLst/>
              <a:gdLst/>
              <a:ahLst/>
              <a:cxnLst/>
              <a:rect l="l" t="t" r="r" b="b"/>
              <a:pathLst>
                <a:path w="22" h="12" extrusionOk="0">
                  <a:moveTo>
                    <a:pt x="22" y="1"/>
                  </a:moveTo>
                  <a:lnTo>
                    <a:pt x="1" y="11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57" name="Google Shape;7615;p80">
              <a:extLst>
                <a:ext uri="{FF2B5EF4-FFF2-40B4-BE49-F238E27FC236}">
                  <a16:creationId xmlns:a16="http://schemas.microsoft.com/office/drawing/2014/main" id="{A29BFFCE-6337-F1D5-F96B-F8E05B64953B}"/>
                </a:ext>
              </a:extLst>
            </p:cNvPr>
            <p:cNvSpPr/>
            <p:nvPr/>
          </p:nvSpPr>
          <p:spPr>
            <a:xfrm>
              <a:off x="2303831" y="2129742"/>
              <a:ext cx="299" cy="14"/>
            </a:xfrm>
            <a:custGeom>
              <a:avLst/>
              <a:gdLst/>
              <a:ahLst/>
              <a:cxnLst/>
              <a:rect l="l" t="t" r="r" b="b"/>
              <a:pathLst>
                <a:path w="22" h="1" extrusionOk="0">
                  <a:moveTo>
                    <a:pt x="21" y="0"/>
                  </a:moveTo>
                  <a:lnTo>
                    <a:pt x="0" y="0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58" name="Google Shape;7616;p80">
              <a:extLst>
                <a:ext uri="{FF2B5EF4-FFF2-40B4-BE49-F238E27FC236}">
                  <a16:creationId xmlns:a16="http://schemas.microsoft.com/office/drawing/2014/main" id="{EF9C8938-13B9-5044-F4B1-9BB7BB09FE25}"/>
                </a:ext>
              </a:extLst>
            </p:cNvPr>
            <p:cNvSpPr/>
            <p:nvPr/>
          </p:nvSpPr>
          <p:spPr>
            <a:xfrm>
              <a:off x="2335290" y="2125125"/>
              <a:ext cx="163" cy="109"/>
            </a:xfrm>
            <a:custGeom>
              <a:avLst/>
              <a:gdLst/>
              <a:ahLst/>
              <a:cxnLst/>
              <a:rect l="l" t="t" r="r" b="b"/>
              <a:pathLst>
                <a:path w="12" h="8" extrusionOk="0">
                  <a:moveTo>
                    <a:pt x="11" y="1"/>
                  </a:moveTo>
                  <a:lnTo>
                    <a:pt x="1" y="8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59" name="Google Shape;7617;p80">
              <a:extLst>
                <a:ext uri="{FF2B5EF4-FFF2-40B4-BE49-F238E27FC236}">
                  <a16:creationId xmlns:a16="http://schemas.microsoft.com/office/drawing/2014/main" id="{D19C5B71-BC99-AB12-BA1E-63878467370C}"/>
                </a:ext>
              </a:extLst>
            </p:cNvPr>
            <p:cNvSpPr/>
            <p:nvPr/>
          </p:nvSpPr>
          <p:spPr>
            <a:xfrm>
              <a:off x="2334679" y="2125560"/>
              <a:ext cx="109" cy="109"/>
            </a:xfrm>
            <a:custGeom>
              <a:avLst/>
              <a:gdLst/>
              <a:ahLst/>
              <a:cxnLst/>
              <a:rect l="l" t="t" r="r" b="b"/>
              <a:pathLst>
                <a:path w="8" h="8" extrusionOk="0">
                  <a:moveTo>
                    <a:pt x="7" y="0"/>
                  </a:moveTo>
                  <a:lnTo>
                    <a:pt x="0" y="7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60" name="Google Shape;7618;p80">
              <a:extLst>
                <a:ext uri="{FF2B5EF4-FFF2-40B4-BE49-F238E27FC236}">
                  <a16:creationId xmlns:a16="http://schemas.microsoft.com/office/drawing/2014/main" id="{4D0A113E-6356-D632-793C-701BACB99EAD}"/>
                </a:ext>
              </a:extLst>
            </p:cNvPr>
            <p:cNvSpPr/>
            <p:nvPr/>
          </p:nvSpPr>
          <p:spPr>
            <a:xfrm>
              <a:off x="2337626" y="2123795"/>
              <a:ext cx="299" cy="163"/>
            </a:xfrm>
            <a:custGeom>
              <a:avLst/>
              <a:gdLst/>
              <a:ahLst/>
              <a:cxnLst/>
              <a:rect l="l" t="t" r="r" b="b"/>
              <a:pathLst>
                <a:path w="22" h="12" extrusionOk="0">
                  <a:moveTo>
                    <a:pt x="21" y="1"/>
                  </a:moveTo>
                  <a:lnTo>
                    <a:pt x="0" y="11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61" name="Google Shape;7619;p80">
              <a:extLst>
                <a:ext uri="{FF2B5EF4-FFF2-40B4-BE49-F238E27FC236}">
                  <a16:creationId xmlns:a16="http://schemas.microsoft.com/office/drawing/2014/main" id="{F29FD0F0-5BDA-632A-5823-A4D0DB228B2C}"/>
                </a:ext>
              </a:extLst>
            </p:cNvPr>
            <p:cNvSpPr/>
            <p:nvPr/>
          </p:nvSpPr>
          <p:spPr>
            <a:xfrm>
              <a:off x="2334815" y="2125465"/>
              <a:ext cx="109" cy="109"/>
            </a:xfrm>
            <a:custGeom>
              <a:avLst/>
              <a:gdLst/>
              <a:ahLst/>
              <a:cxnLst/>
              <a:rect l="l" t="t" r="r" b="b"/>
              <a:pathLst>
                <a:path w="8" h="8" extrusionOk="0">
                  <a:moveTo>
                    <a:pt x="8" y="0"/>
                  </a:moveTo>
                  <a:lnTo>
                    <a:pt x="1" y="7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62" name="Google Shape;7620;p80">
              <a:extLst>
                <a:ext uri="{FF2B5EF4-FFF2-40B4-BE49-F238E27FC236}">
                  <a16:creationId xmlns:a16="http://schemas.microsoft.com/office/drawing/2014/main" id="{77C89E60-9DA6-3D19-BF91-9437B6D09C68}"/>
                </a:ext>
              </a:extLst>
            </p:cNvPr>
            <p:cNvSpPr/>
            <p:nvPr/>
          </p:nvSpPr>
          <p:spPr>
            <a:xfrm>
              <a:off x="2286819" y="2116381"/>
              <a:ext cx="21398" cy="53672"/>
            </a:xfrm>
            <a:custGeom>
              <a:avLst/>
              <a:gdLst/>
              <a:ahLst/>
              <a:cxnLst/>
              <a:rect l="l" t="t" r="r" b="b"/>
              <a:pathLst>
                <a:path w="1576" h="3953" extrusionOk="0">
                  <a:moveTo>
                    <a:pt x="308" y="0"/>
                  </a:moveTo>
                  <a:cubicBezTo>
                    <a:pt x="350" y="85"/>
                    <a:pt x="392" y="172"/>
                    <a:pt x="427" y="260"/>
                  </a:cubicBezTo>
                  <a:lnTo>
                    <a:pt x="434" y="281"/>
                  </a:lnTo>
                  <a:lnTo>
                    <a:pt x="441" y="305"/>
                  </a:lnTo>
                  <a:lnTo>
                    <a:pt x="452" y="333"/>
                  </a:lnTo>
                  <a:lnTo>
                    <a:pt x="455" y="344"/>
                  </a:lnTo>
                  <a:cubicBezTo>
                    <a:pt x="462" y="368"/>
                    <a:pt x="469" y="393"/>
                    <a:pt x="476" y="417"/>
                  </a:cubicBezTo>
                  <a:lnTo>
                    <a:pt x="476" y="421"/>
                  </a:lnTo>
                  <a:cubicBezTo>
                    <a:pt x="476" y="431"/>
                    <a:pt x="480" y="438"/>
                    <a:pt x="480" y="449"/>
                  </a:cubicBezTo>
                  <a:lnTo>
                    <a:pt x="480" y="452"/>
                  </a:lnTo>
                  <a:cubicBezTo>
                    <a:pt x="480" y="463"/>
                    <a:pt x="480" y="470"/>
                    <a:pt x="480" y="480"/>
                  </a:cubicBezTo>
                  <a:cubicBezTo>
                    <a:pt x="483" y="512"/>
                    <a:pt x="469" y="543"/>
                    <a:pt x="448" y="568"/>
                  </a:cubicBezTo>
                  <a:cubicBezTo>
                    <a:pt x="423" y="584"/>
                    <a:pt x="394" y="594"/>
                    <a:pt x="364" y="594"/>
                  </a:cubicBezTo>
                  <a:cubicBezTo>
                    <a:pt x="356" y="594"/>
                    <a:pt x="348" y="594"/>
                    <a:pt x="340" y="592"/>
                  </a:cubicBezTo>
                  <a:cubicBezTo>
                    <a:pt x="330" y="591"/>
                    <a:pt x="323" y="591"/>
                    <a:pt x="316" y="591"/>
                  </a:cubicBezTo>
                  <a:cubicBezTo>
                    <a:pt x="292" y="591"/>
                    <a:pt x="288" y="597"/>
                    <a:pt x="280" y="617"/>
                  </a:cubicBezTo>
                  <a:cubicBezTo>
                    <a:pt x="224" y="753"/>
                    <a:pt x="210" y="1359"/>
                    <a:pt x="291" y="1439"/>
                  </a:cubicBezTo>
                  <a:cubicBezTo>
                    <a:pt x="326" y="1467"/>
                    <a:pt x="340" y="1509"/>
                    <a:pt x="329" y="1551"/>
                  </a:cubicBezTo>
                  <a:cubicBezTo>
                    <a:pt x="308" y="1611"/>
                    <a:pt x="245" y="1614"/>
                    <a:pt x="179" y="1621"/>
                  </a:cubicBezTo>
                  <a:lnTo>
                    <a:pt x="154" y="1625"/>
                  </a:lnTo>
                  <a:cubicBezTo>
                    <a:pt x="133" y="1625"/>
                    <a:pt x="109" y="1632"/>
                    <a:pt x="88" y="1639"/>
                  </a:cubicBezTo>
                  <a:cubicBezTo>
                    <a:pt x="88" y="1779"/>
                    <a:pt x="74" y="1919"/>
                    <a:pt x="46" y="2059"/>
                  </a:cubicBezTo>
                  <a:cubicBezTo>
                    <a:pt x="39" y="2094"/>
                    <a:pt x="28" y="2129"/>
                    <a:pt x="14" y="2161"/>
                  </a:cubicBezTo>
                  <a:cubicBezTo>
                    <a:pt x="11" y="2168"/>
                    <a:pt x="4" y="2178"/>
                    <a:pt x="0" y="2185"/>
                  </a:cubicBezTo>
                  <a:cubicBezTo>
                    <a:pt x="7" y="2206"/>
                    <a:pt x="28" y="2245"/>
                    <a:pt x="42" y="2273"/>
                  </a:cubicBezTo>
                  <a:lnTo>
                    <a:pt x="63" y="2311"/>
                  </a:lnTo>
                  <a:lnTo>
                    <a:pt x="70" y="2325"/>
                  </a:lnTo>
                  <a:lnTo>
                    <a:pt x="81" y="2339"/>
                  </a:lnTo>
                  <a:cubicBezTo>
                    <a:pt x="88" y="2343"/>
                    <a:pt x="95" y="2346"/>
                    <a:pt x="102" y="2350"/>
                  </a:cubicBezTo>
                  <a:lnTo>
                    <a:pt x="105" y="2353"/>
                  </a:lnTo>
                  <a:cubicBezTo>
                    <a:pt x="112" y="2360"/>
                    <a:pt x="119" y="2367"/>
                    <a:pt x="130" y="2374"/>
                  </a:cubicBezTo>
                  <a:lnTo>
                    <a:pt x="137" y="2381"/>
                  </a:lnTo>
                  <a:lnTo>
                    <a:pt x="158" y="2399"/>
                  </a:lnTo>
                  <a:lnTo>
                    <a:pt x="168" y="2409"/>
                  </a:lnTo>
                  <a:lnTo>
                    <a:pt x="203" y="2441"/>
                  </a:lnTo>
                  <a:cubicBezTo>
                    <a:pt x="256" y="2486"/>
                    <a:pt x="364" y="2588"/>
                    <a:pt x="403" y="2588"/>
                  </a:cubicBezTo>
                  <a:cubicBezTo>
                    <a:pt x="413" y="2588"/>
                    <a:pt x="441" y="2577"/>
                    <a:pt x="466" y="2570"/>
                  </a:cubicBezTo>
                  <a:lnTo>
                    <a:pt x="511" y="2556"/>
                  </a:lnTo>
                  <a:lnTo>
                    <a:pt x="522" y="2553"/>
                  </a:lnTo>
                  <a:lnTo>
                    <a:pt x="560" y="2542"/>
                  </a:lnTo>
                  <a:lnTo>
                    <a:pt x="578" y="2539"/>
                  </a:lnTo>
                  <a:cubicBezTo>
                    <a:pt x="588" y="2539"/>
                    <a:pt x="602" y="2535"/>
                    <a:pt x="616" y="2532"/>
                  </a:cubicBezTo>
                  <a:lnTo>
                    <a:pt x="630" y="2532"/>
                  </a:lnTo>
                  <a:cubicBezTo>
                    <a:pt x="648" y="2528"/>
                    <a:pt x="665" y="2528"/>
                    <a:pt x="683" y="2528"/>
                  </a:cubicBezTo>
                  <a:lnTo>
                    <a:pt x="735" y="2528"/>
                  </a:lnTo>
                  <a:cubicBezTo>
                    <a:pt x="746" y="2532"/>
                    <a:pt x="753" y="2532"/>
                    <a:pt x="763" y="2535"/>
                  </a:cubicBezTo>
                  <a:lnTo>
                    <a:pt x="774" y="2539"/>
                  </a:lnTo>
                  <a:cubicBezTo>
                    <a:pt x="788" y="2542"/>
                    <a:pt x="802" y="2549"/>
                    <a:pt x="812" y="2556"/>
                  </a:cubicBezTo>
                  <a:cubicBezTo>
                    <a:pt x="865" y="2588"/>
                    <a:pt x="900" y="2644"/>
                    <a:pt x="910" y="2703"/>
                  </a:cubicBezTo>
                  <a:cubicBezTo>
                    <a:pt x="942" y="2850"/>
                    <a:pt x="886" y="3046"/>
                    <a:pt x="840" y="3204"/>
                  </a:cubicBezTo>
                  <a:cubicBezTo>
                    <a:pt x="819" y="3277"/>
                    <a:pt x="788" y="3382"/>
                    <a:pt x="798" y="3407"/>
                  </a:cubicBezTo>
                  <a:cubicBezTo>
                    <a:pt x="819" y="3473"/>
                    <a:pt x="1008" y="3757"/>
                    <a:pt x="1138" y="3921"/>
                  </a:cubicBezTo>
                  <a:lnTo>
                    <a:pt x="1166" y="3953"/>
                  </a:lnTo>
                  <a:cubicBezTo>
                    <a:pt x="1145" y="3823"/>
                    <a:pt x="1120" y="3648"/>
                    <a:pt x="1239" y="3540"/>
                  </a:cubicBezTo>
                  <a:cubicBezTo>
                    <a:pt x="1292" y="3498"/>
                    <a:pt x="1355" y="3470"/>
                    <a:pt x="1421" y="3463"/>
                  </a:cubicBezTo>
                  <a:cubicBezTo>
                    <a:pt x="1498" y="3445"/>
                    <a:pt x="1533" y="3438"/>
                    <a:pt x="1526" y="3239"/>
                  </a:cubicBezTo>
                  <a:cubicBezTo>
                    <a:pt x="1519" y="3120"/>
                    <a:pt x="1530" y="3004"/>
                    <a:pt x="1561" y="2889"/>
                  </a:cubicBezTo>
                  <a:cubicBezTo>
                    <a:pt x="1568" y="2868"/>
                    <a:pt x="1572" y="2847"/>
                    <a:pt x="1575" y="2826"/>
                  </a:cubicBezTo>
                  <a:cubicBezTo>
                    <a:pt x="1575" y="2794"/>
                    <a:pt x="1561" y="2773"/>
                    <a:pt x="1523" y="2728"/>
                  </a:cubicBezTo>
                  <a:lnTo>
                    <a:pt x="1502" y="2703"/>
                  </a:lnTo>
                  <a:lnTo>
                    <a:pt x="1495" y="2693"/>
                  </a:lnTo>
                  <a:lnTo>
                    <a:pt x="1477" y="2672"/>
                  </a:lnTo>
                  <a:lnTo>
                    <a:pt x="1467" y="2665"/>
                  </a:lnTo>
                  <a:lnTo>
                    <a:pt x="1446" y="2640"/>
                  </a:lnTo>
                  <a:lnTo>
                    <a:pt x="1435" y="2630"/>
                  </a:lnTo>
                  <a:lnTo>
                    <a:pt x="1404" y="2598"/>
                  </a:lnTo>
                  <a:lnTo>
                    <a:pt x="1400" y="2595"/>
                  </a:lnTo>
                  <a:lnTo>
                    <a:pt x="1362" y="2556"/>
                  </a:lnTo>
                  <a:lnTo>
                    <a:pt x="1351" y="2549"/>
                  </a:lnTo>
                  <a:lnTo>
                    <a:pt x="1316" y="2518"/>
                  </a:lnTo>
                  <a:lnTo>
                    <a:pt x="1302" y="2504"/>
                  </a:lnTo>
                  <a:lnTo>
                    <a:pt x="1285" y="2490"/>
                  </a:lnTo>
                  <a:lnTo>
                    <a:pt x="1281" y="2497"/>
                  </a:lnTo>
                  <a:cubicBezTo>
                    <a:pt x="1253" y="2539"/>
                    <a:pt x="1208" y="2565"/>
                    <a:pt x="1158" y="2565"/>
                  </a:cubicBezTo>
                  <a:cubicBezTo>
                    <a:pt x="1146" y="2565"/>
                    <a:pt x="1133" y="2563"/>
                    <a:pt x="1120" y="2560"/>
                  </a:cubicBezTo>
                  <a:cubicBezTo>
                    <a:pt x="900" y="2504"/>
                    <a:pt x="609" y="1968"/>
                    <a:pt x="571" y="1628"/>
                  </a:cubicBezTo>
                  <a:cubicBezTo>
                    <a:pt x="546" y="1439"/>
                    <a:pt x="592" y="1292"/>
                    <a:pt x="630" y="1163"/>
                  </a:cubicBezTo>
                  <a:cubicBezTo>
                    <a:pt x="679" y="1005"/>
                    <a:pt x="721" y="869"/>
                    <a:pt x="637" y="680"/>
                  </a:cubicBezTo>
                  <a:cubicBezTo>
                    <a:pt x="462" y="295"/>
                    <a:pt x="441" y="102"/>
                    <a:pt x="462" y="0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63" name="Google Shape;7621;p80">
              <a:extLst>
                <a:ext uri="{FF2B5EF4-FFF2-40B4-BE49-F238E27FC236}">
                  <a16:creationId xmlns:a16="http://schemas.microsoft.com/office/drawing/2014/main" id="{AEF32694-F458-445B-6566-9522F7191CB1}"/>
                </a:ext>
              </a:extLst>
            </p:cNvPr>
            <p:cNvSpPr/>
            <p:nvPr/>
          </p:nvSpPr>
          <p:spPr>
            <a:xfrm>
              <a:off x="2291041" y="2116476"/>
              <a:ext cx="1589" cy="3435"/>
            </a:xfrm>
            <a:custGeom>
              <a:avLst/>
              <a:gdLst/>
              <a:ahLst/>
              <a:cxnLst/>
              <a:rect l="l" t="t" r="r" b="b"/>
              <a:pathLst>
                <a:path w="117" h="253" extrusionOk="0">
                  <a:moveTo>
                    <a:pt x="1" y="1"/>
                  </a:moveTo>
                  <a:lnTo>
                    <a:pt x="1" y="1"/>
                  </a:lnTo>
                  <a:cubicBezTo>
                    <a:pt x="43" y="81"/>
                    <a:pt x="81" y="165"/>
                    <a:pt x="116" y="253"/>
                  </a:cubicBezTo>
                  <a:cubicBezTo>
                    <a:pt x="81" y="165"/>
                    <a:pt x="43" y="81"/>
                    <a:pt x="1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64" name="Google Shape;7622;p80">
              <a:extLst>
                <a:ext uri="{FF2B5EF4-FFF2-40B4-BE49-F238E27FC236}">
                  <a16:creationId xmlns:a16="http://schemas.microsoft.com/office/drawing/2014/main" id="{B2B9EAAA-7F38-5E83-ADCC-9313D4B2D10C}"/>
                </a:ext>
              </a:extLst>
            </p:cNvPr>
            <p:cNvSpPr/>
            <p:nvPr/>
          </p:nvSpPr>
          <p:spPr>
            <a:xfrm>
              <a:off x="2287484" y="2138431"/>
              <a:ext cx="1534" cy="5906"/>
            </a:xfrm>
            <a:custGeom>
              <a:avLst/>
              <a:gdLst/>
              <a:ahLst/>
              <a:cxnLst/>
              <a:rect l="l" t="t" r="r" b="b"/>
              <a:pathLst>
                <a:path w="113" h="435" extrusionOk="0">
                  <a:moveTo>
                    <a:pt x="112" y="1"/>
                  </a:moveTo>
                  <a:cubicBezTo>
                    <a:pt x="88" y="1"/>
                    <a:pt x="63" y="8"/>
                    <a:pt x="42" y="11"/>
                  </a:cubicBezTo>
                  <a:cubicBezTo>
                    <a:pt x="42" y="155"/>
                    <a:pt x="28" y="295"/>
                    <a:pt x="0" y="435"/>
                  </a:cubicBezTo>
                  <a:cubicBezTo>
                    <a:pt x="28" y="295"/>
                    <a:pt x="42" y="155"/>
                    <a:pt x="42" y="11"/>
                  </a:cubicBezTo>
                  <a:cubicBezTo>
                    <a:pt x="63" y="8"/>
                    <a:pt x="88" y="1"/>
                    <a:pt x="112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65" name="Google Shape;7623;p80">
              <a:extLst>
                <a:ext uri="{FF2B5EF4-FFF2-40B4-BE49-F238E27FC236}">
                  <a16:creationId xmlns:a16="http://schemas.microsoft.com/office/drawing/2014/main" id="{0756A630-B7AE-6B0A-834A-A4623B1D7962}"/>
                </a:ext>
              </a:extLst>
            </p:cNvPr>
            <p:cNvSpPr/>
            <p:nvPr/>
          </p:nvSpPr>
          <p:spPr>
            <a:xfrm>
              <a:off x="2292942" y="2120903"/>
              <a:ext cx="68" cy="149"/>
            </a:xfrm>
            <a:custGeom>
              <a:avLst/>
              <a:gdLst/>
              <a:ahLst/>
              <a:cxnLst/>
              <a:rect l="l" t="t" r="r" b="b"/>
              <a:pathLst>
                <a:path w="5" h="11" extrusionOk="0">
                  <a:moveTo>
                    <a:pt x="4" y="11"/>
                  </a:moveTo>
                  <a:lnTo>
                    <a:pt x="1" y="0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66" name="Google Shape;7624;p80">
              <a:extLst>
                <a:ext uri="{FF2B5EF4-FFF2-40B4-BE49-F238E27FC236}">
                  <a16:creationId xmlns:a16="http://schemas.microsoft.com/office/drawing/2014/main" id="{0AFB54F0-A8AA-C354-7233-F6BDA7FB3FAB}"/>
                </a:ext>
              </a:extLst>
            </p:cNvPr>
            <p:cNvSpPr/>
            <p:nvPr/>
          </p:nvSpPr>
          <p:spPr>
            <a:xfrm>
              <a:off x="2292711" y="2120183"/>
              <a:ext cx="109" cy="353"/>
            </a:xfrm>
            <a:custGeom>
              <a:avLst/>
              <a:gdLst/>
              <a:ahLst/>
              <a:cxnLst/>
              <a:rect l="l" t="t" r="r" b="b"/>
              <a:pathLst>
                <a:path w="8" h="26" extrusionOk="0">
                  <a:moveTo>
                    <a:pt x="7" y="25"/>
                  </a:moveTo>
                  <a:lnTo>
                    <a:pt x="0" y="1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67" name="Google Shape;7625;p80">
              <a:extLst>
                <a:ext uri="{FF2B5EF4-FFF2-40B4-BE49-F238E27FC236}">
                  <a16:creationId xmlns:a16="http://schemas.microsoft.com/office/drawing/2014/main" id="{F353532E-E845-5CE7-D9D8-527916545018}"/>
                </a:ext>
              </a:extLst>
            </p:cNvPr>
            <p:cNvSpPr/>
            <p:nvPr/>
          </p:nvSpPr>
          <p:spPr>
            <a:xfrm>
              <a:off x="2293376" y="2122464"/>
              <a:ext cx="14" cy="68"/>
            </a:xfrm>
            <a:custGeom>
              <a:avLst/>
              <a:gdLst/>
              <a:ahLst/>
              <a:cxnLst/>
              <a:rect l="l" t="t" r="r" b="b"/>
              <a:pathLst>
                <a:path w="1" h="5" extrusionOk="0">
                  <a:moveTo>
                    <a:pt x="0" y="4"/>
                  </a:moveTo>
                  <a:lnTo>
                    <a:pt x="0" y="1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68" name="Google Shape;7626;p80">
              <a:extLst>
                <a:ext uri="{FF2B5EF4-FFF2-40B4-BE49-F238E27FC236}">
                  <a16:creationId xmlns:a16="http://schemas.microsoft.com/office/drawing/2014/main" id="{E7640DFD-7ABE-0939-591F-090F91D8668A}"/>
                </a:ext>
              </a:extLst>
            </p:cNvPr>
            <p:cNvSpPr/>
            <p:nvPr/>
          </p:nvSpPr>
          <p:spPr>
            <a:xfrm>
              <a:off x="2287049" y="2144324"/>
              <a:ext cx="448" cy="1398"/>
            </a:xfrm>
            <a:custGeom>
              <a:avLst/>
              <a:gdLst/>
              <a:ahLst/>
              <a:cxnLst/>
              <a:rect l="l" t="t" r="r" b="b"/>
              <a:pathLst>
                <a:path w="33" h="103" extrusionOk="0">
                  <a:moveTo>
                    <a:pt x="1" y="103"/>
                  </a:moveTo>
                  <a:cubicBezTo>
                    <a:pt x="15" y="71"/>
                    <a:pt x="25" y="36"/>
                    <a:pt x="32" y="1"/>
                  </a:cubicBezTo>
                  <a:cubicBezTo>
                    <a:pt x="25" y="36"/>
                    <a:pt x="15" y="71"/>
                    <a:pt x="1" y="103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69" name="Google Shape;7627;p80">
              <a:extLst>
                <a:ext uri="{FF2B5EF4-FFF2-40B4-BE49-F238E27FC236}">
                  <a16:creationId xmlns:a16="http://schemas.microsoft.com/office/drawing/2014/main" id="{98FC9415-4A74-A5D2-D4ED-692A8C5E42E0}"/>
                </a:ext>
              </a:extLst>
            </p:cNvPr>
            <p:cNvSpPr/>
            <p:nvPr/>
          </p:nvSpPr>
          <p:spPr>
            <a:xfrm>
              <a:off x="2293281" y="2122043"/>
              <a:ext cx="14" cy="54"/>
            </a:xfrm>
            <a:custGeom>
              <a:avLst/>
              <a:gdLst/>
              <a:ahLst/>
              <a:cxnLst/>
              <a:rect l="l" t="t" r="r" b="b"/>
              <a:pathLst>
                <a:path w="1" h="4" extrusionOk="0">
                  <a:moveTo>
                    <a:pt x="0" y="4"/>
                  </a:moveTo>
                  <a:lnTo>
                    <a:pt x="0" y="0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70" name="Google Shape;7628;p80">
              <a:extLst>
                <a:ext uri="{FF2B5EF4-FFF2-40B4-BE49-F238E27FC236}">
                  <a16:creationId xmlns:a16="http://schemas.microsoft.com/office/drawing/2014/main" id="{5DA5C7D6-6C27-D450-639A-3A9725F58ED3}"/>
                </a:ext>
              </a:extLst>
            </p:cNvPr>
            <p:cNvSpPr/>
            <p:nvPr/>
          </p:nvSpPr>
          <p:spPr>
            <a:xfrm>
              <a:off x="2287769" y="2147800"/>
              <a:ext cx="54" cy="163"/>
            </a:xfrm>
            <a:custGeom>
              <a:avLst/>
              <a:gdLst/>
              <a:ahLst/>
              <a:cxnLst/>
              <a:rect l="l" t="t" r="r" b="b"/>
              <a:pathLst>
                <a:path w="4" h="12" extrusionOk="0">
                  <a:moveTo>
                    <a:pt x="4" y="11"/>
                  </a:moveTo>
                  <a:lnTo>
                    <a:pt x="0" y="1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71" name="Google Shape;7629;p80">
              <a:extLst>
                <a:ext uri="{FF2B5EF4-FFF2-40B4-BE49-F238E27FC236}">
                  <a16:creationId xmlns:a16="http://schemas.microsoft.com/office/drawing/2014/main" id="{7775A9FA-3EB5-A167-C1C4-BB552E434DD7}"/>
                </a:ext>
              </a:extLst>
            </p:cNvPr>
            <p:cNvSpPr/>
            <p:nvPr/>
          </p:nvSpPr>
          <p:spPr>
            <a:xfrm>
              <a:off x="2288000" y="2148180"/>
              <a:ext cx="258" cy="163"/>
            </a:xfrm>
            <a:custGeom>
              <a:avLst/>
              <a:gdLst/>
              <a:ahLst/>
              <a:cxnLst/>
              <a:rect l="l" t="t" r="r" b="b"/>
              <a:pathLst>
                <a:path w="19" h="12" extrusionOk="0">
                  <a:moveTo>
                    <a:pt x="18" y="11"/>
                  </a:moveTo>
                  <a:cubicBezTo>
                    <a:pt x="11" y="8"/>
                    <a:pt x="8" y="4"/>
                    <a:pt x="1" y="1"/>
                  </a:cubicBezTo>
                  <a:cubicBezTo>
                    <a:pt x="8" y="4"/>
                    <a:pt x="11" y="8"/>
                    <a:pt x="18" y="1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72" name="Google Shape;7630;p80">
              <a:extLst>
                <a:ext uri="{FF2B5EF4-FFF2-40B4-BE49-F238E27FC236}">
                  <a16:creationId xmlns:a16="http://schemas.microsoft.com/office/drawing/2014/main" id="{3D322791-8AD7-D56B-686B-BD6F6C933C05}"/>
                </a:ext>
              </a:extLst>
            </p:cNvPr>
            <p:cNvSpPr/>
            <p:nvPr/>
          </p:nvSpPr>
          <p:spPr>
            <a:xfrm>
              <a:off x="2295467" y="2150705"/>
              <a:ext cx="720" cy="109"/>
            </a:xfrm>
            <a:custGeom>
              <a:avLst/>
              <a:gdLst/>
              <a:ahLst/>
              <a:cxnLst/>
              <a:rect l="l" t="t" r="r" b="b"/>
              <a:pathLst>
                <a:path w="53" h="8" extrusionOk="0">
                  <a:moveTo>
                    <a:pt x="0" y="7"/>
                  </a:moveTo>
                  <a:cubicBezTo>
                    <a:pt x="18" y="4"/>
                    <a:pt x="35" y="0"/>
                    <a:pt x="53" y="0"/>
                  </a:cubicBezTo>
                  <a:cubicBezTo>
                    <a:pt x="35" y="0"/>
                    <a:pt x="18" y="4"/>
                    <a:pt x="0" y="7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73" name="Google Shape;7631;p80">
              <a:extLst>
                <a:ext uri="{FF2B5EF4-FFF2-40B4-BE49-F238E27FC236}">
                  <a16:creationId xmlns:a16="http://schemas.microsoft.com/office/drawing/2014/main" id="{3391F531-E805-5102-C9E4-EC722F6D4B7C}"/>
                </a:ext>
              </a:extLst>
            </p:cNvPr>
            <p:cNvSpPr/>
            <p:nvPr/>
          </p:nvSpPr>
          <p:spPr>
            <a:xfrm>
              <a:off x="2288760" y="2148709"/>
              <a:ext cx="299" cy="299"/>
            </a:xfrm>
            <a:custGeom>
              <a:avLst/>
              <a:gdLst/>
              <a:ahLst/>
              <a:cxnLst/>
              <a:rect l="l" t="t" r="r" b="b"/>
              <a:pathLst>
                <a:path w="22" h="22" extrusionOk="0">
                  <a:moveTo>
                    <a:pt x="22" y="21"/>
                  </a:moveTo>
                  <a:lnTo>
                    <a:pt x="1" y="0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74" name="Google Shape;7632;p80">
              <a:extLst>
                <a:ext uri="{FF2B5EF4-FFF2-40B4-BE49-F238E27FC236}">
                  <a16:creationId xmlns:a16="http://schemas.microsoft.com/office/drawing/2014/main" id="{9A1E38B6-06C0-2CCA-CA6A-7CED57D22715}"/>
                </a:ext>
              </a:extLst>
            </p:cNvPr>
            <p:cNvSpPr/>
            <p:nvPr/>
          </p:nvSpPr>
          <p:spPr>
            <a:xfrm>
              <a:off x="2288285" y="2148370"/>
              <a:ext cx="353" cy="258"/>
            </a:xfrm>
            <a:custGeom>
              <a:avLst/>
              <a:gdLst/>
              <a:ahLst/>
              <a:cxnLst/>
              <a:rect l="l" t="t" r="r" b="b"/>
              <a:pathLst>
                <a:path w="26" h="19" extrusionOk="0">
                  <a:moveTo>
                    <a:pt x="25" y="18"/>
                  </a:moveTo>
                  <a:cubicBezTo>
                    <a:pt x="18" y="11"/>
                    <a:pt x="8" y="8"/>
                    <a:pt x="1" y="1"/>
                  </a:cubicBezTo>
                  <a:cubicBezTo>
                    <a:pt x="8" y="8"/>
                    <a:pt x="18" y="11"/>
                    <a:pt x="25" y="18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75" name="Google Shape;7633;p80">
              <a:extLst>
                <a:ext uri="{FF2B5EF4-FFF2-40B4-BE49-F238E27FC236}">
                  <a16:creationId xmlns:a16="http://schemas.microsoft.com/office/drawing/2014/main" id="{065DB3A8-5A6F-1CF7-ED97-7B6293F4C3EE}"/>
                </a:ext>
              </a:extLst>
            </p:cNvPr>
            <p:cNvSpPr/>
            <p:nvPr/>
          </p:nvSpPr>
          <p:spPr>
            <a:xfrm>
              <a:off x="2294748" y="2150800"/>
              <a:ext cx="543" cy="109"/>
            </a:xfrm>
            <a:custGeom>
              <a:avLst/>
              <a:gdLst/>
              <a:ahLst/>
              <a:cxnLst/>
              <a:rect l="l" t="t" r="r" b="b"/>
              <a:pathLst>
                <a:path w="40" h="8" extrusionOk="0">
                  <a:moveTo>
                    <a:pt x="39" y="0"/>
                  </a:moveTo>
                  <a:cubicBezTo>
                    <a:pt x="25" y="0"/>
                    <a:pt x="11" y="4"/>
                    <a:pt x="1" y="7"/>
                  </a:cubicBezTo>
                  <a:cubicBezTo>
                    <a:pt x="11" y="4"/>
                    <a:pt x="25" y="4"/>
                    <a:pt x="39" y="0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76" name="Google Shape;7634;p80">
              <a:extLst>
                <a:ext uri="{FF2B5EF4-FFF2-40B4-BE49-F238E27FC236}">
                  <a16:creationId xmlns:a16="http://schemas.microsoft.com/office/drawing/2014/main" id="{7DD9F425-E026-FCF1-406D-68521701ACA9}"/>
                </a:ext>
              </a:extLst>
            </p:cNvPr>
            <p:cNvSpPr/>
            <p:nvPr/>
          </p:nvSpPr>
          <p:spPr>
            <a:xfrm>
              <a:off x="2293227" y="2151126"/>
              <a:ext cx="638" cy="204"/>
            </a:xfrm>
            <a:custGeom>
              <a:avLst/>
              <a:gdLst/>
              <a:ahLst/>
              <a:cxnLst/>
              <a:rect l="l" t="t" r="r" b="b"/>
              <a:pathLst>
                <a:path w="47" h="15" extrusionOk="0">
                  <a:moveTo>
                    <a:pt x="46" y="1"/>
                  </a:moveTo>
                  <a:lnTo>
                    <a:pt x="1" y="15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77" name="Google Shape;7635;p80">
              <a:extLst>
                <a:ext uri="{FF2B5EF4-FFF2-40B4-BE49-F238E27FC236}">
                  <a16:creationId xmlns:a16="http://schemas.microsoft.com/office/drawing/2014/main" id="{8623FD20-0757-D80C-F4C7-61E7923C8DA9}"/>
                </a:ext>
              </a:extLst>
            </p:cNvPr>
            <p:cNvSpPr/>
            <p:nvPr/>
          </p:nvSpPr>
          <p:spPr>
            <a:xfrm>
              <a:off x="2296703" y="2150800"/>
              <a:ext cx="204" cy="14"/>
            </a:xfrm>
            <a:custGeom>
              <a:avLst/>
              <a:gdLst/>
              <a:ahLst/>
              <a:cxnLst/>
              <a:rect l="l" t="t" r="r" b="b"/>
              <a:pathLst>
                <a:path w="15" h="1" extrusionOk="0">
                  <a:moveTo>
                    <a:pt x="14" y="0"/>
                  </a:moveTo>
                  <a:lnTo>
                    <a:pt x="0" y="0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78" name="Google Shape;7636;p80">
              <a:extLst>
                <a:ext uri="{FF2B5EF4-FFF2-40B4-BE49-F238E27FC236}">
                  <a16:creationId xmlns:a16="http://schemas.microsoft.com/office/drawing/2014/main" id="{0700E1C9-2CBA-69BA-A547-E0BDA0769229}"/>
                </a:ext>
              </a:extLst>
            </p:cNvPr>
            <p:cNvSpPr/>
            <p:nvPr/>
          </p:nvSpPr>
          <p:spPr>
            <a:xfrm>
              <a:off x="2289195" y="2149130"/>
              <a:ext cx="489" cy="394"/>
            </a:xfrm>
            <a:custGeom>
              <a:avLst/>
              <a:gdLst/>
              <a:ahLst/>
              <a:cxnLst/>
              <a:rect l="l" t="t" r="r" b="b"/>
              <a:pathLst>
                <a:path w="36" h="29" extrusionOk="0">
                  <a:moveTo>
                    <a:pt x="35" y="29"/>
                  </a:moveTo>
                  <a:lnTo>
                    <a:pt x="0" y="1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79" name="Google Shape;7637;p80">
              <a:extLst>
                <a:ext uri="{FF2B5EF4-FFF2-40B4-BE49-F238E27FC236}">
                  <a16:creationId xmlns:a16="http://schemas.microsoft.com/office/drawing/2014/main" id="{C818DB85-DAD7-CC34-F166-CE33E9AA191A}"/>
                </a:ext>
              </a:extLst>
            </p:cNvPr>
            <p:cNvSpPr/>
            <p:nvPr/>
          </p:nvSpPr>
          <p:spPr>
            <a:xfrm>
              <a:off x="2297273" y="2150895"/>
              <a:ext cx="149" cy="54"/>
            </a:xfrm>
            <a:custGeom>
              <a:avLst/>
              <a:gdLst/>
              <a:ahLst/>
              <a:cxnLst/>
              <a:rect l="l" t="t" r="r" b="b"/>
              <a:pathLst>
                <a:path w="11" h="4" extrusionOk="0">
                  <a:moveTo>
                    <a:pt x="11" y="4"/>
                  </a:moveTo>
                  <a:lnTo>
                    <a:pt x="0" y="0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80" name="Google Shape;7638;p80">
              <a:extLst>
                <a:ext uri="{FF2B5EF4-FFF2-40B4-BE49-F238E27FC236}">
                  <a16:creationId xmlns:a16="http://schemas.microsoft.com/office/drawing/2014/main" id="{ECABB610-6963-333E-15E2-FEEF10CA3BAD}"/>
                </a:ext>
              </a:extLst>
            </p:cNvPr>
            <p:cNvSpPr/>
            <p:nvPr/>
          </p:nvSpPr>
          <p:spPr>
            <a:xfrm>
              <a:off x="2293987" y="2150936"/>
              <a:ext cx="543" cy="163"/>
            </a:xfrm>
            <a:custGeom>
              <a:avLst/>
              <a:gdLst/>
              <a:ahLst/>
              <a:cxnLst/>
              <a:rect l="l" t="t" r="r" b="b"/>
              <a:pathLst>
                <a:path w="40" h="12" extrusionOk="0">
                  <a:moveTo>
                    <a:pt x="39" y="1"/>
                  </a:moveTo>
                  <a:lnTo>
                    <a:pt x="1" y="11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81" name="Google Shape;7639;p80">
              <a:extLst>
                <a:ext uri="{FF2B5EF4-FFF2-40B4-BE49-F238E27FC236}">
                  <a16:creationId xmlns:a16="http://schemas.microsoft.com/office/drawing/2014/main" id="{05656E4C-E268-3433-B605-B06F39A3A9F3}"/>
                </a:ext>
              </a:extLst>
            </p:cNvPr>
            <p:cNvSpPr/>
            <p:nvPr/>
          </p:nvSpPr>
          <p:spPr>
            <a:xfrm>
              <a:off x="2306913" y="2152701"/>
              <a:ext cx="258" cy="299"/>
            </a:xfrm>
            <a:custGeom>
              <a:avLst/>
              <a:gdLst/>
              <a:ahLst/>
              <a:cxnLst/>
              <a:rect l="l" t="t" r="r" b="b"/>
              <a:pathLst>
                <a:path w="19" h="22" extrusionOk="0">
                  <a:moveTo>
                    <a:pt x="1" y="0"/>
                  </a:moveTo>
                  <a:lnTo>
                    <a:pt x="18" y="21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82" name="Google Shape;7640;p80">
              <a:extLst>
                <a:ext uri="{FF2B5EF4-FFF2-40B4-BE49-F238E27FC236}">
                  <a16:creationId xmlns:a16="http://schemas.microsoft.com/office/drawing/2014/main" id="{2AE63C5E-70BA-2544-F66A-9290F5C22254}"/>
                </a:ext>
              </a:extLst>
            </p:cNvPr>
            <p:cNvSpPr/>
            <p:nvPr/>
          </p:nvSpPr>
          <p:spPr>
            <a:xfrm>
              <a:off x="2307293" y="2153081"/>
              <a:ext cx="299" cy="339"/>
            </a:xfrm>
            <a:custGeom>
              <a:avLst/>
              <a:gdLst/>
              <a:ahLst/>
              <a:cxnLst/>
              <a:rect l="l" t="t" r="r" b="b"/>
              <a:pathLst>
                <a:path w="22" h="25" extrusionOk="0">
                  <a:moveTo>
                    <a:pt x="1" y="0"/>
                  </a:moveTo>
                  <a:lnTo>
                    <a:pt x="22" y="25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83" name="Google Shape;7641;p80">
              <a:extLst>
                <a:ext uri="{FF2B5EF4-FFF2-40B4-BE49-F238E27FC236}">
                  <a16:creationId xmlns:a16="http://schemas.microsoft.com/office/drawing/2014/main" id="{92389D62-372A-EDCC-C4F0-249A90D8C4A3}"/>
                </a:ext>
              </a:extLst>
            </p:cNvPr>
            <p:cNvSpPr/>
            <p:nvPr/>
          </p:nvSpPr>
          <p:spPr>
            <a:xfrm>
              <a:off x="2305352" y="2151126"/>
              <a:ext cx="530" cy="543"/>
            </a:xfrm>
            <a:custGeom>
              <a:avLst/>
              <a:gdLst/>
              <a:ahLst/>
              <a:cxnLst/>
              <a:rect l="l" t="t" r="r" b="b"/>
              <a:pathLst>
                <a:path w="39" h="40" extrusionOk="0">
                  <a:moveTo>
                    <a:pt x="0" y="1"/>
                  </a:moveTo>
                  <a:lnTo>
                    <a:pt x="39" y="39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84" name="Google Shape;7642;p80">
              <a:extLst>
                <a:ext uri="{FF2B5EF4-FFF2-40B4-BE49-F238E27FC236}">
                  <a16:creationId xmlns:a16="http://schemas.microsoft.com/office/drawing/2014/main" id="{38BE1AEA-A0E1-05BB-47B4-B85275EC9F2F}"/>
                </a:ext>
              </a:extLst>
            </p:cNvPr>
            <p:cNvSpPr/>
            <p:nvPr/>
          </p:nvSpPr>
          <p:spPr>
            <a:xfrm>
              <a:off x="2305922" y="2151697"/>
              <a:ext cx="434" cy="448"/>
            </a:xfrm>
            <a:custGeom>
              <a:avLst/>
              <a:gdLst/>
              <a:ahLst/>
              <a:cxnLst/>
              <a:rect l="l" t="t" r="r" b="b"/>
              <a:pathLst>
                <a:path w="32" h="33" extrusionOk="0">
                  <a:moveTo>
                    <a:pt x="0" y="1"/>
                  </a:moveTo>
                  <a:lnTo>
                    <a:pt x="32" y="32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85" name="Google Shape;7643;p80">
              <a:extLst>
                <a:ext uri="{FF2B5EF4-FFF2-40B4-BE49-F238E27FC236}">
                  <a16:creationId xmlns:a16="http://schemas.microsoft.com/office/drawing/2014/main" id="{742636F0-25AE-80E3-D51F-183C05134539}"/>
                </a:ext>
              </a:extLst>
            </p:cNvPr>
            <p:cNvSpPr/>
            <p:nvPr/>
          </p:nvSpPr>
          <p:spPr>
            <a:xfrm>
              <a:off x="2308108" y="2154792"/>
              <a:ext cx="149" cy="910"/>
            </a:xfrm>
            <a:custGeom>
              <a:avLst/>
              <a:gdLst/>
              <a:ahLst/>
              <a:cxnLst/>
              <a:rect l="l" t="t" r="r" b="b"/>
              <a:pathLst>
                <a:path w="11" h="67" extrusionOk="0">
                  <a:moveTo>
                    <a:pt x="11" y="0"/>
                  </a:moveTo>
                  <a:cubicBezTo>
                    <a:pt x="11" y="21"/>
                    <a:pt x="7" y="42"/>
                    <a:pt x="0" y="67"/>
                  </a:cubicBezTo>
                  <a:cubicBezTo>
                    <a:pt x="7" y="42"/>
                    <a:pt x="11" y="21"/>
                    <a:pt x="11" y="0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86" name="Google Shape;7644;p80">
              <a:extLst>
                <a:ext uri="{FF2B5EF4-FFF2-40B4-BE49-F238E27FC236}">
                  <a16:creationId xmlns:a16="http://schemas.microsoft.com/office/drawing/2014/main" id="{F1A81BD5-8E34-E31B-E849-D17E0F419749}"/>
                </a:ext>
              </a:extLst>
            </p:cNvPr>
            <p:cNvSpPr/>
            <p:nvPr/>
          </p:nvSpPr>
          <p:spPr>
            <a:xfrm>
              <a:off x="2306492" y="2152267"/>
              <a:ext cx="299" cy="299"/>
            </a:xfrm>
            <a:custGeom>
              <a:avLst/>
              <a:gdLst/>
              <a:ahLst/>
              <a:cxnLst/>
              <a:rect l="l" t="t" r="r" b="b"/>
              <a:pathLst>
                <a:path w="22" h="22" extrusionOk="0">
                  <a:moveTo>
                    <a:pt x="0" y="1"/>
                  </a:moveTo>
                  <a:lnTo>
                    <a:pt x="21" y="22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87" name="Google Shape;7645;p80">
              <a:extLst>
                <a:ext uri="{FF2B5EF4-FFF2-40B4-BE49-F238E27FC236}">
                  <a16:creationId xmlns:a16="http://schemas.microsoft.com/office/drawing/2014/main" id="{D09A2949-4847-3EB3-B448-9659A45B332D}"/>
                </a:ext>
              </a:extLst>
            </p:cNvPr>
            <p:cNvSpPr/>
            <p:nvPr/>
          </p:nvSpPr>
          <p:spPr>
            <a:xfrm>
              <a:off x="2297694" y="2162681"/>
              <a:ext cx="4671" cy="7047"/>
            </a:xfrm>
            <a:custGeom>
              <a:avLst/>
              <a:gdLst/>
              <a:ahLst/>
              <a:cxnLst/>
              <a:rect l="l" t="t" r="r" b="b"/>
              <a:pathLst>
                <a:path w="344" h="519" extrusionOk="0">
                  <a:moveTo>
                    <a:pt x="344" y="518"/>
                  </a:moveTo>
                  <a:cubicBezTo>
                    <a:pt x="214" y="354"/>
                    <a:pt x="22" y="70"/>
                    <a:pt x="1" y="0"/>
                  </a:cubicBezTo>
                  <a:cubicBezTo>
                    <a:pt x="22" y="70"/>
                    <a:pt x="214" y="354"/>
                    <a:pt x="344" y="518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88" name="Google Shape;7646;p80">
              <a:extLst>
                <a:ext uri="{FF2B5EF4-FFF2-40B4-BE49-F238E27FC236}">
                  <a16:creationId xmlns:a16="http://schemas.microsoft.com/office/drawing/2014/main" id="{5DC73F66-8820-CF97-759C-88BB78DD3508}"/>
                </a:ext>
              </a:extLst>
            </p:cNvPr>
            <p:cNvSpPr/>
            <p:nvPr/>
          </p:nvSpPr>
          <p:spPr>
            <a:xfrm>
              <a:off x="2304727" y="2150610"/>
              <a:ext cx="489" cy="434"/>
            </a:xfrm>
            <a:custGeom>
              <a:avLst/>
              <a:gdLst/>
              <a:ahLst/>
              <a:cxnLst/>
              <a:rect l="l" t="t" r="r" b="b"/>
              <a:pathLst>
                <a:path w="36" h="32" extrusionOk="0">
                  <a:moveTo>
                    <a:pt x="1" y="0"/>
                  </a:moveTo>
                  <a:lnTo>
                    <a:pt x="36" y="32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89" name="Google Shape;7647;p80">
              <a:extLst>
                <a:ext uri="{FF2B5EF4-FFF2-40B4-BE49-F238E27FC236}">
                  <a16:creationId xmlns:a16="http://schemas.microsoft.com/office/drawing/2014/main" id="{C28DB544-5B10-92D0-CB88-0438C8DA2A87}"/>
                </a:ext>
              </a:extLst>
            </p:cNvPr>
            <p:cNvSpPr/>
            <p:nvPr/>
          </p:nvSpPr>
          <p:spPr>
            <a:xfrm>
              <a:off x="2304347" y="2150271"/>
              <a:ext cx="204" cy="163"/>
            </a:xfrm>
            <a:custGeom>
              <a:avLst/>
              <a:gdLst/>
              <a:ahLst/>
              <a:cxnLst/>
              <a:rect l="l" t="t" r="r" b="b"/>
              <a:pathLst>
                <a:path w="15" h="12" extrusionOk="0">
                  <a:moveTo>
                    <a:pt x="1" y="1"/>
                  </a:moveTo>
                  <a:lnTo>
                    <a:pt x="1" y="1"/>
                  </a:lnTo>
                  <a:lnTo>
                    <a:pt x="15" y="11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90" name="Google Shape;7648;p80">
              <a:extLst>
                <a:ext uri="{FF2B5EF4-FFF2-40B4-BE49-F238E27FC236}">
                  <a16:creationId xmlns:a16="http://schemas.microsoft.com/office/drawing/2014/main" id="{E2F73735-CBE2-793C-69D1-69AC0D98954A}"/>
                </a:ext>
              </a:extLst>
            </p:cNvPr>
            <p:cNvSpPr/>
            <p:nvPr/>
          </p:nvSpPr>
          <p:spPr>
            <a:xfrm>
              <a:off x="2291951" y="2116436"/>
              <a:ext cx="14" cy="0"/>
            </a:xfrm>
            <a:custGeom>
              <a:avLst/>
              <a:gdLst/>
              <a:ahLst/>
              <a:cxnLst/>
              <a:rect l="l" t="t" r="r" b="b"/>
              <a:pathLst>
                <a:path w="1" extrusionOk="0">
                  <a:moveTo>
                    <a:pt x="0" y="0"/>
                  </a:move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91" name="Google Shape;7649;p80">
              <a:extLst>
                <a:ext uri="{FF2B5EF4-FFF2-40B4-BE49-F238E27FC236}">
                  <a16:creationId xmlns:a16="http://schemas.microsoft.com/office/drawing/2014/main" id="{6E479E75-6DD2-EB5A-63AC-66F7ABDCC3CD}"/>
                </a:ext>
              </a:extLst>
            </p:cNvPr>
            <p:cNvSpPr/>
            <p:nvPr/>
          </p:nvSpPr>
          <p:spPr>
            <a:xfrm>
              <a:off x="2292562" y="2116436"/>
              <a:ext cx="14" cy="0"/>
            </a:xfrm>
            <a:custGeom>
              <a:avLst/>
              <a:gdLst/>
              <a:ahLst/>
              <a:cxnLst/>
              <a:rect l="l" t="t" r="r" b="b"/>
              <a:pathLst>
                <a:path w="1" extrusionOk="0">
                  <a:moveTo>
                    <a:pt x="1" y="0"/>
                  </a:move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92" name="Google Shape;7650;p80">
              <a:extLst>
                <a:ext uri="{FF2B5EF4-FFF2-40B4-BE49-F238E27FC236}">
                  <a16:creationId xmlns:a16="http://schemas.microsoft.com/office/drawing/2014/main" id="{2D916A8F-424A-C171-0CCB-3E69382718DF}"/>
                </a:ext>
              </a:extLst>
            </p:cNvPr>
            <p:cNvSpPr/>
            <p:nvPr/>
          </p:nvSpPr>
          <p:spPr>
            <a:xfrm>
              <a:off x="2291095" y="2116476"/>
              <a:ext cx="14" cy="14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0" y="1"/>
                  </a:move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93" name="Google Shape;7651;p80">
              <a:extLst>
                <a:ext uri="{FF2B5EF4-FFF2-40B4-BE49-F238E27FC236}">
                  <a16:creationId xmlns:a16="http://schemas.microsoft.com/office/drawing/2014/main" id="{0F1F18E2-D84F-6547-7FDD-1C6A235011F5}"/>
                </a:ext>
              </a:extLst>
            </p:cNvPr>
            <p:cNvSpPr/>
            <p:nvPr/>
          </p:nvSpPr>
          <p:spPr>
            <a:xfrm>
              <a:off x="2293132" y="2116436"/>
              <a:ext cx="14" cy="0"/>
            </a:xfrm>
            <a:custGeom>
              <a:avLst/>
              <a:gdLst/>
              <a:ahLst/>
              <a:cxnLst/>
              <a:rect l="l" t="t" r="r" b="b"/>
              <a:pathLst>
                <a:path w="1" extrusionOk="0">
                  <a:moveTo>
                    <a:pt x="1" y="0"/>
                  </a:move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94" name="Google Shape;7652;p80">
              <a:extLst>
                <a:ext uri="{FF2B5EF4-FFF2-40B4-BE49-F238E27FC236}">
                  <a16:creationId xmlns:a16="http://schemas.microsoft.com/office/drawing/2014/main" id="{C8B79651-E1FE-0417-DACA-E421839B84E4}"/>
                </a:ext>
              </a:extLst>
            </p:cNvPr>
            <p:cNvSpPr/>
            <p:nvPr/>
          </p:nvSpPr>
          <p:spPr>
            <a:xfrm>
              <a:off x="2291326" y="2116476"/>
              <a:ext cx="448" cy="14"/>
            </a:xfrm>
            <a:custGeom>
              <a:avLst/>
              <a:gdLst/>
              <a:ahLst/>
              <a:cxnLst/>
              <a:rect l="l" t="t" r="r" b="b"/>
              <a:pathLst>
                <a:path w="33" h="1" extrusionOk="0">
                  <a:moveTo>
                    <a:pt x="1" y="1"/>
                  </a:moveTo>
                  <a:lnTo>
                    <a:pt x="32" y="1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95" name="Google Shape;7653;p80">
              <a:extLst>
                <a:ext uri="{FF2B5EF4-FFF2-40B4-BE49-F238E27FC236}">
                  <a16:creationId xmlns:a16="http://schemas.microsoft.com/office/drawing/2014/main" id="{7FE5BC5B-6F35-C625-AF86-D092E99CEC86}"/>
                </a:ext>
              </a:extLst>
            </p:cNvPr>
            <p:cNvSpPr/>
            <p:nvPr/>
          </p:nvSpPr>
          <p:spPr>
            <a:xfrm>
              <a:off x="2550480" y="1720977"/>
              <a:ext cx="54867" cy="35763"/>
            </a:xfrm>
            <a:custGeom>
              <a:avLst/>
              <a:gdLst/>
              <a:ahLst/>
              <a:cxnLst/>
              <a:rect l="l" t="t" r="r" b="b"/>
              <a:pathLst>
                <a:path w="4041" h="2634" extrusionOk="0">
                  <a:moveTo>
                    <a:pt x="1609" y="0"/>
                  </a:moveTo>
                  <a:cubicBezTo>
                    <a:pt x="1562" y="0"/>
                    <a:pt x="1456" y="27"/>
                    <a:pt x="1355" y="104"/>
                  </a:cubicBezTo>
                  <a:cubicBezTo>
                    <a:pt x="1301" y="144"/>
                    <a:pt x="1237" y="154"/>
                    <a:pt x="1176" y="154"/>
                  </a:cubicBezTo>
                  <a:cubicBezTo>
                    <a:pt x="1147" y="154"/>
                    <a:pt x="1119" y="152"/>
                    <a:pt x="1092" y="150"/>
                  </a:cubicBezTo>
                  <a:cubicBezTo>
                    <a:pt x="1063" y="147"/>
                    <a:pt x="1040" y="146"/>
                    <a:pt x="1022" y="146"/>
                  </a:cubicBezTo>
                  <a:cubicBezTo>
                    <a:pt x="978" y="146"/>
                    <a:pt x="964" y="153"/>
                    <a:pt x="959" y="171"/>
                  </a:cubicBezTo>
                  <a:cubicBezTo>
                    <a:pt x="924" y="279"/>
                    <a:pt x="847" y="507"/>
                    <a:pt x="641" y="507"/>
                  </a:cubicBezTo>
                  <a:cubicBezTo>
                    <a:pt x="639" y="505"/>
                    <a:pt x="637" y="504"/>
                    <a:pt x="636" y="504"/>
                  </a:cubicBezTo>
                  <a:cubicBezTo>
                    <a:pt x="634" y="504"/>
                    <a:pt x="632" y="505"/>
                    <a:pt x="630" y="507"/>
                  </a:cubicBezTo>
                  <a:cubicBezTo>
                    <a:pt x="620" y="528"/>
                    <a:pt x="616" y="552"/>
                    <a:pt x="616" y="580"/>
                  </a:cubicBezTo>
                  <a:cubicBezTo>
                    <a:pt x="606" y="650"/>
                    <a:pt x="595" y="759"/>
                    <a:pt x="487" y="804"/>
                  </a:cubicBezTo>
                  <a:cubicBezTo>
                    <a:pt x="417" y="832"/>
                    <a:pt x="343" y="850"/>
                    <a:pt x="270" y="860"/>
                  </a:cubicBezTo>
                  <a:cubicBezTo>
                    <a:pt x="168" y="874"/>
                    <a:pt x="18" y="902"/>
                    <a:pt x="7" y="955"/>
                  </a:cubicBezTo>
                  <a:cubicBezTo>
                    <a:pt x="0" y="979"/>
                    <a:pt x="91" y="1042"/>
                    <a:pt x="137" y="1074"/>
                  </a:cubicBezTo>
                  <a:cubicBezTo>
                    <a:pt x="242" y="1147"/>
                    <a:pt x="371" y="1238"/>
                    <a:pt x="347" y="1371"/>
                  </a:cubicBezTo>
                  <a:cubicBezTo>
                    <a:pt x="336" y="1427"/>
                    <a:pt x="371" y="1497"/>
                    <a:pt x="399" y="1564"/>
                  </a:cubicBezTo>
                  <a:cubicBezTo>
                    <a:pt x="448" y="1665"/>
                    <a:pt x="511" y="1802"/>
                    <a:pt x="389" y="1896"/>
                  </a:cubicBezTo>
                  <a:lnTo>
                    <a:pt x="371" y="1910"/>
                  </a:lnTo>
                  <a:lnTo>
                    <a:pt x="364" y="1914"/>
                  </a:lnTo>
                  <a:lnTo>
                    <a:pt x="354" y="1924"/>
                  </a:lnTo>
                  <a:lnTo>
                    <a:pt x="347" y="1931"/>
                  </a:lnTo>
                  <a:lnTo>
                    <a:pt x="336" y="1942"/>
                  </a:lnTo>
                  <a:lnTo>
                    <a:pt x="329" y="1949"/>
                  </a:lnTo>
                  <a:lnTo>
                    <a:pt x="319" y="1963"/>
                  </a:lnTo>
                  <a:lnTo>
                    <a:pt x="312" y="1970"/>
                  </a:lnTo>
                  <a:lnTo>
                    <a:pt x="301" y="1984"/>
                  </a:lnTo>
                  <a:lnTo>
                    <a:pt x="294" y="1994"/>
                  </a:lnTo>
                  <a:lnTo>
                    <a:pt x="284" y="2005"/>
                  </a:lnTo>
                  <a:lnTo>
                    <a:pt x="277" y="2019"/>
                  </a:lnTo>
                  <a:lnTo>
                    <a:pt x="266" y="2033"/>
                  </a:lnTo>
                  <a:lnTo>
                    <a:pt x="259" y="2043"/>
                  </a:lnTo>
                  <a:lnTo>
                    <a:pt x="252" y="2061"/>
                  </a:lnTo>
                  <a:lnTo>
                    <a:pt x="245" y="2075"/>
                  </a:lnTo>
                  <a:lnTo>
                    <a:pt x="238" y="2089"/>
                  </a:lnTo>
                  <a:lnTo>
                    <a:pt x="231" y="2106"/>
                  </a:lnTo>
                  <a:lnTo>
                    <a:pt x="224" y="2124"/>
                  </a:lnTo>
                  <a:lnTo>
                    <a:pt x="217" y="2141"/>
                  </a:lnTo>
                  <a:cubicBezTo>
                    <a:pt x="217" y="2148"/>
                    <a:pt x="214" y="2156"/>
                    <a:pt x="214" y="2159"/>
                  </a:cubicBezTo>
                  <a:cubicBezTo>
                    <a:pt x="210" y="2166"/>
                    <a:pt x="210" y="2173"/>
                    <a:pt x="207" y="2180"/>
                  </a:cubicBezTo>
                  <a:cubicBezTo>
                    <a:pt x="207" y="2187"/>
                    <a:pt x="203" y="2194"/>
                    <a:pt x="203" y="2201"/>
                  </a:cubicBezTo>
                  <a:cubicBezTo>
                    <a:pt x="200" y="2208"/>
                    <a:pt x="200" y="2215"/>
                    <a:pt x="200" y="2222"/>
                  </a:cubicBezTo>
                  <a:cubicBezTo>
                    <a:pt x="196" y="2229"/>
                    <a:pt x="196" y="2236"/>
                    <a:pt x="196" y="2243"/>
                  </a:cubicBezTo>
                  <a:cubicBezTo>
                    <a:pt x="193" y="2250"/>
                    <a:pt x="196" y="2257"/>
                    <a:pt x="193" y="2268"/>
                  </a:cubicBezTo>
                  <a:cubicBezTo>
                    <a:pt x="189" y="2275"/>
                    <a:pt x="193" y="2282"/>
                    <a:pt x="189" y="2292"/>
                  </a:cubicBezTo>
                  <a:cubicBezTo>
                    <a:pt x="186" y="2299"/>
                    <a:pt x="189" y="2306"/>
                    <a:pt x="189" y="2313"/>
                  </a:cubicBezTo>
                  <a:lnTo>
                    <a:pt x="189" y="2341"/>
                  </a:lnTo>
                  <a:lnTo>
                    <a:pt x="189" y="2366"/>
                  </a:lnTo>
                  <a:lnTo>
                    <a:pt x="189" y="2380"/>
                  </a:lnTo>
                  <a:lnTo>
                    <a:pt x="210" y="2390"/>
                  </a:lnTo>
                  <a:lnTo>
                    <a:pt x="217" y="2394"/>
                  </a:lnTo>
                  <a:lnTo>
                    <a:pt x="228" y="2401"/>
                  </a:lnTo>
                  <a:lnTo>
                    <a:pt x="238" y="2408"/>
                  </a:lnTo>
                  <a:lnTo>
                    <a:pt x="252" y="2415"/>
                  </a:lnTo>
                  <a:lnTo>
                    <a:pt x="266" y="2422"/>
                  </a:lnTo>
                  <a:lnTo>
                    <a:pt x="273" y="2425"/>
                  </a:lnTo>
                  <a:lnTo>
                    <a:pt x="280" y="2425"/>
                  </a:lnTo>
                  <a:lnTo>
                    <a:pt x="291" y="2429"/>
                  </a:lnTo>
                  <a:lnTo>
                    <a:pt x="308" y="2429"/>
                  </a:lnTo>
                  <a:cubicBezTo>
                    <a:pt x="312" y="2429"/>
                    <a:pt x="319" y="2418"/>
                    <a:pt x="319" y="2411"/>
                  </a:cubicBezTo>
                  <a:cubicBezTo>
                    <a:pt x="368" y="2317"/>
                    <a:pt x="476" y="2296"/>
                    <a:pt x="592" y="2292"/>
                  </a:cubicBezTo>
                  <a:lnTo>
                    <a:pt x="707" y="2292"/>
                  </a:lnTo>
                  <a:cubicBezTo>
                    <a:pt x="722" y="2293"/>
                    <a:pt x="737" y="2293"/>
                    <a:pt x="752" y="2293"/>
                  </a:cubicBezTo>
                  <a:cubicBezTo>
                    <a:pt x="793" y="2293"/>
                    <a:pt x="834" y="2290"/>
                    <a:pt x="875" y="2285"/>
                  </a:cubicBezTo>
                  <a:cubicBezTo>
                    <a:pt x="882" y="2159"/>
                    <a:pt x="1036" y="2127"/>
                    <a:pt x="1187" y="2096"/>
                  </a:cubicBezTo>
                  <a:cubicBezTo>
                    <a:pt x="1254" y="2082"/>
                    <a:pt x="1380" y="2057"/>
                    <a:pt x="1394" y="2029"/>
                  </a:cubicBezTo>
                  <a:cubicBezTo>
                    <a:pt x="1394" y="1910"/>
                    <a:pt x="1520" y="1742"/>
                    <a:pt x="1635" y="1634"/>
                  </a:cubicBezTo>
                  <a:lnTo>
                    <a:pt x="1660" y="1613"/>
                  </a:lnTo>
                  <a:lnTo>
                    <a:pt x="1688" y="1592"/>
                  </a:lnTo>
                  <a:lnTo>
                    <a:pt x="1695" y="1588"/>
                  </a:lnTo>
                  <a:lnTo>
                    <a:pt x="1723" y="1567"/>
                  </a:lnTo>
                  <a:lnTo>
                    <a:pt x="1730" y="1564"/>
                  </a:lnTo>
                  <a:lnTo>
                    <a:pt x="1761" y="1543"/>
                  </a:lnTo>
                  <a:lnTo>
                    <a:pt x="1768" y="1539"/>
                  </a:lnTo>
                  <a:cubicBezTo>
                    <a:pt x="1779" y="1536"/>
                    <a:pt x="1789" y="1529"/>
                    <a:pt x="1803" y="1522"/>
                  </a:cubicBezTo>
                  <a:lnTo>
                    <a:pt x="1810" y="1522"/>
                  </a:lnTo>
                  <a:cubicBezTo>
                    <a:pt x="1821" y="1515"/>
                    <a:pt x="1835" y="1511"/>
                    <a:pt x="1845" y="1508"/>
                  </a:cubicBezTo>
                  <a:lnTo>
                    <a:pt x="1852" y="1508"/>
                  </a:lnTo>
                  <a:cubicBezTo>
                    <a:pt x="1863" y="1501"/>
                    <a:pt x="1877" y="1497"/>
                    <a:pt x="1891" y="1497"/>
                  </a:cubicBezTo>
                  <a:lnTo>
                    <a:pt x="1894" y="1497"/>
                  </a:lnTo>
                  <a:cubicBezTo>
                    <a:pt x="1908" y="1494"/>
                    <a:pt x="1922" y="1494"/>
                    <a:pt x="1936" y="1494"/>
                  </a:cubicBezTo>
                  <a:lnTo>
                    <a:pt x="1961" y="1494"/>
                  </a:lnTo>
                  <a:cubicBezTo>
                    <a:pt x="2111" y="1511"/>
                    <a:pt x="2111" y="1648"/>
                    <a:pt x="2111" y="1739"/>
                  </a:cubicBezTo>
                  <a:cubicBezTo>
                    <a:pt x="2111" y="1847"/>
                    <a:pt x="2115" y="1914"/>
                    <a:pt x="2199" y="1952"/>
                  </a:cubicBezTo>
                  <a:cubicBezTo>
                    <a:pt x="2381" y="2036"/>
                    <a:pt x="2318" y="2236"/>
                    <a:pt x="2272" y="2380"/>
                  </a:cubicBezTo>
                  <a:cubicBezTo>
                    <a:pt x="2241" y="2474"/>
                    <a:pt x="2209" y="2576"/>
                    <a:pt x="2241" y="2618"/>
                  </a:cubicBezTo>
                  <a:cubicBezTo>
                    <a:pt x="2251" y="2628"/>
                    <a:pt x="2270" y="2634"/>
                    <a:pt x="2296" y="2634"/>
                  </a:cubicBezTo>
                  <a:cubicBezTo>
                    <a:pt x="2329" y="2634"/>
                    <a:pt x="2376" y="2625"/>
                    <a:pt x="2437" y="2607"/>
                  </a:cubicBezTo>
                  <a:lnTo>
                    <a:pt x="2454" y="2604"/>
                  </a:lnTo>
                  <a:cubicBezTo>
                    <a:pt x="2500" y="2586"/>
                    <a:pt x="2552" y="2572"/>
                    <a:pt x="2605" y="2551"/>
                  </a:cubicBezTo>
                  <a:lnTo>
                    <a:pt x="2706" y="2516"/>
                  </a:lnTo>
                  <a:lnTo>
                    <a:pt x="2731" y="2495"/>
                  </a:lnTo>
                  <a:cubicBezTo>
                    <a:pt x="2787" y="2446"/>
                    <a:pt x="2836" y="2404"/>
                    <a:pt x="2885" y="2362"/>
                  </a:cubicBezTo>
                  <a:lnTo>
                    <a:pt x="2892" y="2355"/>
                  </a:lnTo>
                  <a:lnTo>
                    <a:pt x="2927" y="2327"/>
                  </a:lnTo>
                  <a:lnTo>
                    <a:pt x="2941" y="2313"/>
                  </a:lnTo>
                  <a:lnTo>
                    <a:pt x="2986" y="2282"/>
                  </a:lnTo>
                  <a:lnTo>
                    <a:pt x="2990" y="2278"/>
                  </a:lnTo>
                  <a:cubicBezTo>
                    <a:pt x="3124" y="2171"/>
                    <a:pt x="3227" y="2109"/>
                    <a:pt x="3305" y="2109"/>
                  </a:cubicBezTo>
                  <a:cubicBezTo>
                    <a:pt x="3330" y="2109"/>
                    <a:pt x="3352" y="2115"/>
                    <a:pt x="3372" y="2127"/>
                  </a:cubicBezTo>
                  <a:lnTo>
                    <a:pt x="3396" y="2141"/>
                  </a:lnTo>
                  <a:cubicBezTo>
                    <a:pt x="3431" y="2163"/>
                    <a:pt x="3459" y="2194"/>
                    <a:pt x="3484" y="2229"/>
                  </a:cubicBezTo>
                  <a:lnTo>
                    <a:pt x="3494" y="2240"/>
                  </a:lnTo>
                  <a:cubicBezTo>
                    <a:pt x="3510" y="2266"/>
                    <a:pt x="3514" y="2273"/>
                    <a:pt x="3527" y="2273"/>
                  </a:cubicBezTo>
                  <a:cubicBezTo>
                    <a:pt x="3531" y="2273"/>
                    <a:pt x="3536" y="2272"/>
                    <a:pt x="3543" y="2271"/>
                  </a:cubicBezTo>
                  <a:cubicBezTo>
                    <a:pt x="3554" y="2271"/>
                    <a:pt x="3568" y="2268"/>
                    <a:pt x="3582" y="2268"/>
                  </a:cubicBezTo>
                  <a:lnTo>
                    <a:pt x="3638" y="2268"/>
                  </a:lnTo>
                  <a:lnTo>
                    <a:pt x="3676" y="2275"/>
                  </a:lnTo>
                  <a:lnTo>
                    <a:pt x="3690" y="2275"/>
                  </a:lnTo>
                  <a:lnTo>
                    <a:pt x="3715" y="2282"/>
                  </a:lnTo>
                  <a:cubicBezTo>
                    <a:pt x="3750" y="2289"/>
                    <a:pt x="3785" y="2299"/>
                    <a:pt x="3820" y="2313"/>
                  </a:cubicBezTo>
                  <a:lnTo>
                    <a:pt x="3841" y="2320"/>
                  </a:lnTo>
                  <a:cubicBezTo>
                    <a:pt x="3855" y="2327"/>
                    <a:pt x="3865" y="2334"/>
                    <a:pt x="3876" y="2338"/>
                  </a:cubicBezTo>
                  <a:lnTo>
                    <a:pt x="3946" y="2369"/>
                  </a:lnTo>
                  <a:lnTo>
                    <a:pt x="4040" y="2362"/>
                  </a:lnTo>
                  <a:lnTo>
                    <a:pt x="4023" y="2226"/>
                  </a:lnTo>
                  <a:lnTo>
                    <a:pt x="4023" y="2212"/>
                  </a:lnTo>
                  <a:lnTo>
                    <a:pt x="4019" y="2194"/>
                  </a:lnTo>
                  <a:lnTo>
                    <a:pt x="4016" y="2166"/>
                  </a:lnTo>
                  <a:lnTo>
                    <a:pt x="4016" y="2152"/>
                  </a:lnTo>
                  <a:lnTo>
                    <a:pt x="4009" y="2120"/>
                  </a:lnTo>
                  <a:cubicBezTo>
                    <a:pt x="3984" y="1959"/>
                    <a:pt x="3960" y="1781"/>
                    <a:pt x="3949" y="1693"/>
                  </a:cubicBezTo>
                  <a:cubicBezTo>
                    <a:pt x="3946" y="1690"/>
                    <a:pt x="3946" y="1683"/>
                    <a:pt x="3942" y="1679"/>
                  </a:cubicBezTo>
                  <a:cubicBezTo>
                    <a:pt x="3907" y="1599"/>
                    <a:pt x="3669" y="1476"/>
                    <a:pt x="3452" y="1403"/>
                  </a:cubicBezTo>
                  <a:lnTo>
                    <a:pt x="3417" y="1389"/>
                  </a:lnTo>
                  <a:lnTo>
                    <a:pt x="3333" y="941"/>
                  </a:lnTo>
                  <a:cubicBezTo>
                    <a:pt x="3231" y="955"/>
                    <a:pt x="3028" y="979"/>
                    <a:pt x="2864" y="986"/>
                  </a:cubicBezTo>
                  <a:lnTo>
                    <a:pt x="2706" y="986"/>
                  </a:lnTo>
                  <a:lnTo>
                    <a:pt x="2685" y="983"/>
                  </a:lnTo>
                  <a:lnTo>
                    <a:pt x="2675" y="983"/>
                  </a:lnTo>
                  <a:cubicBezTo>
                    <a:pt x="2664" y="979"/>
                    <a:pt x="2657" y="976"/>
                    <a:pt x="2650" y="976"/>
                  </a:cubicBezTo>
                  <a:cubicBezTo>
                    <a:pt x="2643" y="972"/>
                    <a:pt x="2633" y="969"/>
                    <a:pt x="2626" y="969"/>
                  </a:cubicBezTo>
                  <a:lnTo>
                    <a:pt x="2521" y="969"/>
                  </a:lnTo>
                  <a:cubicBezTo>
                    <a:pt x="2490" y="972"/>
                    <a:pt x="2456" y="975"/>
                    <a:pt x="2421" y="975"/>
                  </a:cubicBezTo>
                  <a:cubicBezTo>
                    <a:pt x="2330" y="975"/>
                    <a:pt x="2233" y="955"/>
                    <a:pt x="2167" y="864"/>
                  </a:cubicBezTo>
                  <a:cubicBezTo>
                    <a:pt x="2157" y="848"/>
                    <a:pt x="2146" y="840"/>
                    <a:pt x="2126" y="840"/>
                  </a:cubicBezTo>
                  <a:cubicBezTo>
                    <a:pt x="2106" y="840"/>
                    <a:pt x="2076" y="849"/>
                    <a:pt x="2027" y="867"/>
                  </a:cubicBezTo>
                  <a:cubicBezTo>
                    <a:pt x="1974" y="885"/>
                    <a:pt x="1912" y="906"/>
                    <a:pt x="1846" y="906"/>
                  </a:cubicBezTo>
                  <a:cubicBezTo>
                    <a:pt x="1795" y="906"/>
                    <a:pt x="1741" y="893"/>
                    <a:pt x="1688" y="857"/>
                  </a:cubicBezTo>
                  <a:cubicBezTo>
                    <a:pt x="1642" y="827"/>
                    <a:pt x="1563" y="818"/>
                    <a:pt x="1476" y="818"/>
                  </a:cubicBezTo>
                  <a:cubicBezTo>
                    <a:pt x="1397" y="818"/>
                    <a:pt x="1313" y="826"/>
                    <a:pt x="1240" y="832"/>
                  </a:cubicBezTo>
                  <a:cubicBezTo>
                    <a:pt x="1173" y="837"/>
                    <a:pt x="1113" y="842"/>
                    <a:pt x="1062" y="842"/>
                  </a:cubicBezTo>
                  <a:cubicBezTo>
                    <a:pt x="962" y="842"/>
                    <a:pt x="896" y="823"/>
                    <a:pt x="882" y="752"/>
                  </a:cubicBezTo>
                  <a:cubicBezTo>
                    <a:pt x="865" y="664"/>
                    <a:pt x="938" y="573"/>
                    <a:pt x="984" y="524"/>
                  </a:cubicBezTo>
                  <a:cubicBezTo>
                    <a:pt x="1071" y="434"/>
                    <a:pt x="1202" y="347"/>
                    <a:pt x="1315" y="347"/>
                  </a:cubicBezTo>
                  <a:cubicBezTo>
                    <a:pt x="1325" y="347"/>
                    <a:pt x="1335" y="348"/>
                    <a:pt x="1345" y="349"/>
                  </a:cubicBezTo>
                  <a:cubicBezTo>
                    <a:pt x="1383" y="356"/>
                    <a:pt x="1425" y="356"/>
                    <a:pt x="1467" y="356"/>
                  </a:cubicBezTo>
                  <a:lnTo>
                    <a:pt x="1471" y="349"/>
                  </a:lnTo>
                  <a:lnTo>
                    <a:pt x="1481" y="328"/>
                  </a:lnTo>
                  <a:lnTo>
                    <a:pt x="1492" y="311"/>
                  </a:lnTo>
                  <a:lnTo>
                    <a:pt x="1502" y="293"/>
                  </a:lnTo>
                  <a:lnTo>
                    <a:pt x="1513" y="272"/>
                  </a:lnTo>
                  <a:lnTo>
                    <a:pt x="1523" y="258"/>
                  </a:lnTo>
                  <a:lnTo>
                    <a:pt x="1534" y="241"/>
                  </a:lnTo>
                  <a:lnTo>
                    <a:pt x="1541" y="223"/>
                  </a:lnTo>
                  <a:lnTo>
                    <a:pt x="1551" y="209"/>
                  </a:lnTo>
                  <a:lnTo>
                    <a:pt x="1558" y="195"/>
                  </a:lnTo>
                  <a:lnTo>
                    <a:pt x="1565" y="178"/>
                  </a:lnTo>
                  <a:lnTo>
                    <a:pt x="1572" y="167"/>
                  </a:lnTo>
                  <a:lnTo>
                    <a:pt x="1579" y="150"/>
                  </a:lnTo>
                  <a:lnTo>
                    <a:pt x="1586" y="139"/>
                  </a:lnTo>
                  <a:lnTo>
                    <a:pt x="1593" y="125"/>
                  </a:lnTo>
                  <a:lnTo>
                    <a:pt x="1597" y="118"/>
                  </a:lnTo>
                  <a:lnTo>
                    <a:pt x="1604" y="104"/>
                  </a:lnTo>
                  <a:lnTo>
                    <a:pt x="1607" y="97"/>
                  </a:lnTo>
                  <a:lnTo>
                    <a:pt x="1611" y="83"/>
                  </a:lnTo>
                  <a:lnTo>
                    <a:pt x="1614" y="76"/>
                  </a:lnTo>
                  <a:lnTo>
                    <a:pt x="1618" y="65"/>
                  </a:lnTo>
                  <a:lnTo>
                    <a:pt x="1621" y="58"/>
                  </a:lnTo>
                  <a:lnTo>
                    <a:pt x="1625" y="51"/>
                  </a:lnTo>
                  <a:lnTo>
                    <a:pt x="1625" y="44"/>
                  </a:lnTo>
                  <a:lnTo>
                    <a:pt x="1628" y="37"/>
                  </a:lnTo>
                  <a:lnTo>
                    <a:pt x="1628" y="30"/>
                  </a:lnTo>
                  <a:lnTo>
                    <a:pt x="1628" y="23"/>
                  </a:lnTo>
                  <a:lnTo>
                    <a:pt x="1628" y="20"/>
                  </a:lnTo>
                  <a:lnTo>
                    <a:pt x="1628" y="13"/>
                  </a:lnTo>
                  <a:lnTo>
                    <a:pt x="1628" y="2"/>
                  </a:lnTo>
                  <a:cubicBezTo>
                    <a:pt x="1624" y="1"/>
                    <a:pt x="1617" y="0"/>
                    <a:pt x="1609" y="0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96" name="Google Shape;7654;p80">
              <a:extLst>
                <a:ext uri="{FF2B5EF4-FFF2-40B4-BE49-F238E27FC236}">
                  <a16:creationId xmlns:a16="http://schemas.microsoft.com/office/drawing/2014/main" id="{30C5D3AF-38EE-0223-3E95-4A52C8CC5627}"/>
                </a:ext>
              </a:extLst>
            </p:cNvPr>
            <p:cNvSpPr/>
            <p:nvPr/>
          </p:nvSpPr>
          <p:spPr>
            <a:xfrm>
              <a:off x="2585741" y="1734080"/>
              <a:ext cx="14" cy="14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1" y="0"/>
                  </a:move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97" name="Google Shape;7655;p80">
              <a:extLst>
                <a:ext uri="{FF2B5EF4-FFF2-40B4-BE49-F238E27FC236}">
                  <a16:creationId xmlns:a16="http://schemas.microsoft.com/office/drawing/2014/main" id="{0B700B46-C5D8-FAC3-9D66-D9F70A952120}"/>
                </a:ext>
              </a:extLst>
            </p:cNvPr>
            <p:cNvSpPr/>
            <p:nvPr/>
          </p:nvSpPr>
          <p:spPr>
            <a:xfrm>
              <a:off x="2587696" y="1734365"/>
              <a:ext cx="299" cy="14"/>
            </a:xfrm>
            <a:custGeom>
              <a:avLst/>
              <a:gdLst/>
              <a:ahLst/>
              <a:cxnLst/>
              <a:rect l="l" t="t" r="r" b="b"/>
              <a:pathLst>
                <a:path w="22" h="1" extrusionOk="0">
                  <a:moveTo>
                    <a:pt x="0" y="0"/>
                  </a:moveTo>
                  <a:lnTo>
                    <a:pt x="21" y="0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98" name="Google Shape;7656;p80">
              <a:extLst>
                <a:ext uri="{FF2B5EF4-FFF2-40B4-BE49-F238E27FC236}">
                  <a16:creationId xmlns:a16="http://schemas.microsoft.com/office/drawing/2014/main" id="{50C4B09B-A56B-BC38-14DF-864259EF9BAB}"/>
                </a:ext>
              </a:extLst>
            </p:cNvPr>
            <p:cNvSpPr/>
            <p:nvPr/>
          </p:nvSpPr>
          <p:spPr>
            <a:xfrm>
              <a:off x="2588782" y="1734365"/>
              <a:ext cx="489" cy="14"/>
            </a:xfrm>
            <a:custGeom>
              <a:avLst/>
              <a:gdLst/>
              <a:ahLst/>
              <a:cxnLst/>
              <a:rect l="l" t="t" r="r" b="b"/>
              <a:pathLst>
                <a:path w="36" h="1" extrusionOk="0">
                  <a:moveTo>
                    <a:pt x="1" y="0"/>
                  </a:moveTo>
                  <a:lnTo>
                    <a:pt x="36" y="0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99" name="Google Shape;7657;p80">
              <a:extLst>
                <a:ext uri="{FF2B5EF4-FFF2-40B4-BE49-F238E27FC236}">
                  <a16:creationId xmlns:a16="http://schemas.microsoft.com/office/drawing/2014/main" id="{CB5B9AEE-222E-33C2-DFF6-6B984BF2CDCF}"/>
                </a:ext>
              </a:extLst>
            </p:cNvPr>
            <p:cNvSpPr/>
            <p:nvPr/>
          </p:nvSpPr>
          <p:spPr>
            <a:xfrm>
              <a:off x="2587221" y="1734365"/>
              <a:ext cx="204" cy="14"/>
            </a:xfrm>
            <a:custGeom>
              <a:avLst/>
              <a:gdLst/>
              <a:ahLst/>
              <a:cxnLst/>
              <a:rect l="l" t="t" r="r" b="b"/>
              <a:pathLst>
                <a:path w="15" h="1" extrusionOk="0">
                  <a:moveTo>
                    <a:pt x="0" y="0"/>
                  </a:moveTo>
                  <a:lnTo>
                    <a:pt x="14" y="0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00" name="Google Shape;7658;p80">
              <a:extLst>
                <a:ext uri="{FF2B5EF4-FFF2-40B4-BE49-F238E27FC236}">
                  <a16:creationId xmlns:a16="http://schemas.microsoft.com/office/drawing/2014/main" id="{00F3FA78-41B8-9D77-3995-A5FDBC05DE5A}"/>
                </a:ext>
              </a:extLst>
            </p:cNvPr>
            <p:cNvSpPr/>
            <p:nvPr/>
          </p:nvSpPr>
          <p:spPr>
            <a:xfrm>
              <a:off x="2586786" y="1734270"/>
              <a:ext cx="163" cy="14"/>
            </a:xfrm>
            <a:custGeom>
              <a:avLst/>
              <a:gdLst/>
              <a:ahLst/>
              <a:cxnLst/>
              <a:rect l="l" t="t" r="r" b="b"/>
              <a:pathLst>
                <a:path w="12" h="1" extrusionOk="0">
                  <a:moveTo>
                    <a:pt x="1" y="0"/>
                  </a:moveTo>
                  <a:lnTo>
                    <a:pt x="11" y="0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01" name="Google Shape;7659;p80">
              <a:extLst>
                <a:ext uri="{FF2B5EF4-FFF2-40B4-BE49-F238E27FC236}">
                  <a16:creationId xmlns:a16="http://schemas.microsoft.com/office/drawing/2014/main" id="{9018F96B-7D85-1906-9B11-770E3183BF22}"/>
                </a:ext>
              </a:extLst>
            </p:cNvPr>
            <p:cNvSpPr/>
            <p:nvPr/>
          </p:nvSpPr>
          <p:spPr>
            <a:xfrm>
              <a:off x="2588646" y="1734365"/>
              <a:ext cx="14" cy="14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0" y="0"/>
                  </a:move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02" name="Google Shape;7660;p80">
              <a:extLst>
                <a:ext uri="{FF2B5EF4-FFF2-40B4-BE49-F238E27FC236}">
                  <a16:creationId xmlns:a16="http://schemas.microsoft.com/office/drawing/2014/main" id="{62B6A961-0722-DF83-6916-2E0E8E5D98F8}"/>
                </a:ext>
              </a:extLst>
            </p:cNvPr>
            <p:cNvSpPr/>
            <p:nvPr/>
          </p:nvSpPr>
          <p:spPr>
            <a:xfrm>
              <a:off x="2589352" y="1733740"/>
              <a:ext cx="6381" cy="638"/>
            </a:xfrm>
            <a:custGeom>
              <a:avLst/>
              <a:gdLst/>
              <a:ahLst/>
              <a:cxnLst/>
              <a:rect l="l" t="t" r="r" b="b"/>
              <a:pathLst>
                <a:path w="470" h="47" extrusionOk="0">
                  <a:moveTo>
                    <a:pt x="470" y="1"/>
                  </a:moveTo>
                  <a:cubicBezTo>
                    <a:pt x="386" y="12"/>
                    <a:pt x="231" y="31"/>
                    <a:pt x="89" y="41"/>
                  </a:cubicBezTo>
                  <a:lnTo>
                    <a:pt x="89" y="41"/>
                  </a:lnTo>
                  <a:cubicBezTo>
                    <a:pt x="224" y="32"/>
                    <a:pt x="373" y="15"/>
                    <a:pt x="470" y="1"/>
                  </a:cubicBezTo>
                  <a:close/>
                  <a:moveTo>
                    <a:pt x="89" y="41"/>
                  </a:moveTo>
                  <a:cubicBezTo>
                    <a:pt x="59" y="43"/>
                    <a:pt x="29" y="45"/>
                    <a:pt x="1" y="46"/>
                  </a:cubicBezTo>
                  <a:cubicBezTo>
                    <a:pt x="29" y="45"/>
                    <a:pt x="59" y="43"/>
                    <a:pt x="89" y="4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03" name="Google Shape;7661;p80">
              <a:extLst>
                <a:ext uri="{FF2B5EF4-FFF2-40B4-BE49-F238E27FC236}">
                  <a16:creationId xmlns:a16="http://schemas.microsoft.com/office/drawing/2014/main" id="{496AEC7D-EEB5-2B91-5A15-464DBAC24692}"/>
                </a:ext>
              </a:extLst>
            </p:cNvPr>
            <p:cNvSpPr/>
            <p:nvPr/>
          </p:nvSpPr>
          <p:spPr>
            <a:xfrm>
              <a:off x="2586121" y="1734080"/>
              <a:ext cx="14" cy="14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1" y="0"/>
                  </a:move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04" name="Google Shape;7662;p80">
              <a:extLst>
                <a:ext uri="{FF2B5EF4-FFF2-40B4-BE49-F238E27FC236}">
                  <a16:creationId xmlns:a16="http://schemas.microsoft.com/office/drawing/2014/main" id="{542A51DF-5533-23F4-8B50-3D2DC67303DE}"/>
                </a:ext>
              </a:extLst>
            </p:cNvPr>
            <p:cNvSpPr/>
            <p:nvPr/>
          </p:nvSpPr>
          <p:spPr>
            <a:xfrm>
              <a:off x="2585075" y="1734080"/>
              <a:ext cx="258" cy="14"/>
            </a:xfrm>
            <a:custGeom>
              <a:avLst/>
              <a:gdLst/>
              <a:ahLst/>
              <a:cxnLst/>
              <a:rect l="l" t="t" r="r" b="b"/>
              <a:pathLst>
                <a:path w="19" h="1" extrusionOk="0">
                  <a:moveTo>
                    <a:pt x="1" y="0"/>
                  </a:moveTo>
                  <a:lnTo>
                    <a:pt x="18" y="0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05" name="Google Shape;7663;p80">
              <a:extLst>
                <a:ext uri="{FF2B5EF4-FFF2-40B4-BE49-F238E27FC236}">
                  <a16:creationId xmlns:a16="http://schemas.microsoft.com/office/drawing/2014/main" id="{C72FA71D-631A-8445-66BD-40217FAE688C}"/>
                </a:ext>
              </a:extLst>
            </p:cNvPr>
            <p:cNvSpPr/>
            <p:nvPr/>
          </p:nvSpPr>
          <p:spPr>
            <a:xfrm>
              <a:off x="2553752" y="1749137"/>
              <a:ext cx="163" cy="204"/>
            </a:xfrm>
            <a:custGeom>
              <a:avLst/>
              <a:gdLst/>
              <a:ahLst/>
              <a:cxnLst/>
              <a:rect l="l" t="t" r="r" b="b"/>
              <a:pathLst>
                <a:path w="12" h="15" extrusionOk="0">
                  <a:moveTo>
                    <a:pt x="11" y="1"/>
                  </a:moveTo>
                  <a:lnTo>
                    <a:pt x="1" y="15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06" name="Google Shape;7664;p80">
              <a:extLst>
                <a:ext uri="{FF2B5EF4-FFF2-40B4-BE49-F238E27FC236}">
                  <a16:creationId xmlns:a16="http://schemas.microsoft.com/office/drawing/2014/main" id="{C2F98E82-A3EB-6103-EBD9-3F18C12E6728}"/>
                </a:ext>
              </a:extLst>
            </p:cNvPr>
            <p:cNvSpPr/>
            <p:nvPr/>
          </p:nvSpPr>
          <p:spPr>
            <a:xfrm>
              <a:off x="2553997" y="1748716"/>
              <a:ext cx="109" cy="244"/>
            </a:xfrm>
            <a:custGeom>
              <a:avLst/>
              <a:gdLst/>
              <a:ahLst/>
              <a:cxnLst/>
              <a:rect l="l" t="t" r="r" b="b"/>
              <a:pathLst>
                <a:path w="8" h="18" extrusionOk="0">
                  <a:moveTo>
                    <a:pt x="7" y="0"/>
                  </a:moveTo>
                  <a:lnTo>
                    <a:pt x="0" y="18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07" name="Google Shape;7665;p80">
              <a:extLst>
                <a:ext uri="{FF2B5EF4-FFF2-40B4-BE49-F238E27FC236}">
                  <a16:creationId xmlns:a16="http://schemas.microsoft.com/office/drawing/2014/main" id="{C8492F9E-F9D6-ECFB-87D6-475250E23418}"/>
                </a:ext>
              </a:extLst>
            </p:cNvPr>
            <p:cNvSpPr/>
            <p:nvPr/>
          </p:nvSpPr>
          <p:spPr>
            <a:xfrm>
              <a:off x="2555612" y="1746720"/>
              <a:ext cx="244" cy="204"/>
            </a:xfrm>
            <a:custGeom>
              <a:avLst/>
              <a:gdLst/>
              <a:ahLst/>
              <a:cxnLst/>
              <a:rect l="l" t="t" r="r" b="b"/>
              <a:pathLst>
                <a:path w="18" h="15" extrusionOk="0">
                  <a:moveTo>
                    <a:pt x="18" y="0"/>
                  </a:moveTo>
                  <a:lnTo>
                    <a:pt x="0" y="14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08" name="Google Shape;7666;p80">
              <a:extLst>
                <a:ext uri="{FF2B5EF4-FFF2-40B4-BE49-F238E27FC236}">
                  <a16:creationId xmlns:a16="http://schemas.microsoft.com/office/drawing/2014/main" id="{41DCED31-B36C-03CF-31A9-163312E36E89}"/>
                </a:ext>
              </a:extLst>
            </p:cNvPr>
            <p:cNvSpPr/>
            <p:nvPr/>
          </p:nvSpPr>
          <p:spPr>
            <a:xfrm>
              <a:off x="2554893" y="1747426"/>
              <a:ext cx="163" cy="204"/>
            </a:xfrm>
            <a:custGeom>
              <a:avLst/>
              <a:gdLst/>
              <a:ahLst/>
              <a:cxnLst/>
              <a:rect l="l" t="t" r="r" b="b"/>
              <a:pathLst>
                <a:path w="12" h="15" extrusionOk="0">
                  <a:moveTo>
                    <a:pt x="11" y="1"/>
                  </a:moveTo>
                  <a:lnTo>
                    <a:pt x="1" y="15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09" name="Google Shape;7667;p80">
              <a:extLst>
                <a:ext uri="{FF2B5EF4-FFF2-40B4-BE49-F238E27FC236}">
                  <a16:creationId xmlns:a16="http://schemas.microsoft.com/office/drawing/2014/main" id="{FF6A5EC2-5F5C-2553-5B1A-D12B5AE5EB90}"/>
                </a:ext>
              </a:extLst>
            </p:cNvPr>
            <p:cNvSpPr/>
            <p:nvPr/>
          </p:nvSpPr>
          <p:spPr>
            <a:xfrm>
              <a:off x="2554187" y="1748377"/>
              <a:ext cx="149" cy="204"/>
            </a:xfrm>
            <a:custGeom>
              <a:avLst/>
              <a:gdLst/>
              <a:ahLst/>
              <a:cxnLst/>
              <a:rect l="l" t="t" r="r" b="b"/>
              <a:pathLst>
                <a:path w="11" h="15" extrusionOk="0">
                  <a:moveTo>
                    <a:pt x="11" y="1"/>
                  </a:moveTo>
                  <a:lnTo>
                    <a:pt x="0" y="15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10" name="Google Shape;7668;p80">
              <a:extLst>
                <a:ext uri="{FF2B5EF4-FFF2-40B4-BE49-F238E27FC236}">
                  <a16:creationId xmlns:a16="http://schemas.microsoft.com/office/drawing/2014/main" id="{F65BD8AC-03DF-04F9-8E58-4B550EED420E}"/>
                </a:ext>
              </a:extLst>
            </p:cNvPr>
            <p:cNvSpPr/>
            <p:nvPr/>
          </p:nvSpPr>
          <p:spPr>
            <a:xfrm>
              <a:off x="2555368" y="1746951"/>
              <a:ext cx="163" cy="204"/>
            </a:xfrm>
            <a:custGeom>
              <a:avLst/>
              <a:gdLst/>
              <a:ahLst/>
              <a:cxnLst/>
              <a:rect l="l" t="t" r="r" b="b"/>
              <a:pathLst>
                <a:path w="12" h="15" extrusionOk="0">
                  <a:moveTo>
                    <a:pt x="11" y="1"/>
                  </a:moveTo>
                  <a:lnTo>
                    <a:pt x="1" y="15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11" name="Google Shape;7669;p80">
              <a:extLst>
                <a:ext uri="{FF2B5EF4-FFF2-40B4-BE49-F238E27FC236}">
                  <a16:creationId xmlns:a16="http://schemas.microsoft.com/office/drawing/2014/main" id="{2C0EEA54-61BC-B84C-3AE4-4A38F196291C}"/>
                </a:ext>
              </a:extLst>
            </p:cNvPr>
            <p:cNvSpPr/>
            <p:nvPr/>
          </p:nvSpPr>
          <p:spPr>
            <a:xfrm>
              <a:off x="2554417" y="1747997"/>
              <a:ext cx="163" cy="204"/>
            </a:xfrm>
            <a:custGeom>
              <a:avLst/>
              <a:gdLst/>
              <a:ahLst/>
              <a:cxnLst/>
              <a:rect l="l" t="t" r="r" b="b"/>
              <a:pathLst>
                <a:path w="12" h="15" extrusionOk="0">
                  <a:moveTo>
                    <a:pt x="11" y="1"/>
                  </a:moveTo>
                  <a:lnTo>
                    <a:pt x="1" y="15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12" name="Google Shape;7670;p80">
              <a:extLst>
                <a:ext uri="{FF2B5EF4-FFF2-40B4-BE49-F238E27FC236}">
                  <a16:creationId xmlns:a16="http://schemas.microsoft.com/office/drawing/2014/main" id="{AEEAF106-0726-7325-DD74-D9A4B6498E1A}"/>
                </a:ext>
              </a:extLst>
            </p:cNvPr>
            <p:cNvSpPr/>
            <p:nvPr/>
          </p:nvSpPr>
          <p:spPr>
            <a:xfrm>
              <a:off x="2553616" y="1749572"/>
              <a:ext cx="109" cy="244"/>
            </a:xfrm>
            <a:custGeom>
              <a:avLst/>
              <a:gdLst/>
              <a:ahLst/>
              <a:cxnLst/>
              <a:rect l="l" t="t" r="r" b="b"/>
              <a:pathLst>
                <a:path w="8" h="18" extrusionOk="0">
                  <a:moveTo>
                    <a:pt x="7" y="0"/>
                  </a:moveTo>
                  <a:lnTo>
                    <a:pt x="0" y="18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13" name="Google Shape;7671;p80">
              <a:extLst>
                <a:ext uri="{FF2B5EF4-FFF2-40B4-BE49-F238E27FC236}">
                  <a16:creationId xmlns:a16="http://schemas.microsoft.com/office/drawing/2014/main" id="{F8B7970A-63AA-819E-9D0B-4168FC662B8E}"/>
                </a:ext>
              </a:extLst>
            </p:cNvPr>
            <p:cNvSpPr/>
            <p:nvPr/>
          </p:nvSpPr>
          <p:spPr>
            <a:xfrm>
              <a:off x="2553141" y="1752423"/>
              <a:ext cx="14" cy="353"/>
            </a:xfrm>
            <a:custGeom>
              <a:avLst/>
              <a:gdLst/>
              <a:ahLst/>
              <a:cxnLst/>
              <a:rect l="l" t="t" r="r" b="b"/>
              <a:pathLst>
                <a:path w="1" h="26" extrusionOk="0">
                  <a:moveTo>
                    <a:pt x="0" y="1"/>
                  </a:moveTo>
                  <a:lnTo>
                    <a:pt x="0" y="25"/>
                  </a:lnTo>
                  <a:cubicBezTo>
                    <a:pt x="0" y="18"/>
                    <a:pt x="0" y="8"/>
                    <a:pt x="0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14" name="Google Shape;7672;p80">
              <a:extLst>
                <a:ext uri="{FF2B5EF4-FFF2-40B4-BE49-F238E27FC236}">
                  <a16:creationId xmlns:a16="http://schemas.microsoft.com/office/drawing/2014/main" id="{D5796941-884A-94A4-138F-474FBDA1BD1F}"/>
                </a:ext>
              </a:extLst>
            </p:cNvPr>
            <p:cNvSpPr/>
            <p:nvPr/>
          </p:nvSpPr>
          <p:spPr>
            <a:xfrm>
              <a:off x="2572679" y="1720950"/>
              <a:ext cx="14" cy="163"/>
            </a:xfrm>
            <a:custGeom>
              <a:avLst/>
              <a:gdLst/>
              <a:ahLst/>
              <a:cxnLst/>
              <a:rect l="l" t="t" r="r" b="b"/>
              <a:pathLst>
                <a:path w="1" h="12" extrusionOk="0">
                  <a:moveTo>
                    <a:pt x="0" y="11"/>
                  </a:moveTo>
                  <a:lnTo>
                    <a:pt x="0" y="4"/>
                  </a:lnTo>
                  <a:cubicBezTo>
                    <a:pt x="0" y="1"/>
                    <a:pt x="0" y="8"/>
                    <a:pt x="0" y="1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15" name="Google Shape;7673;p80">
              <a:extLst>
                <a:ext uri="{FF2B5EF4-FFF2-40B4-BE49-F238E27FC236}">
                  <a16:creationId xmlns:a16="http://schemas.microsoft.com/office/drawing/2014/main" id="{B079A566-B284-CDC3-ABBA-00C8EF2B182C}"/>
                </a:ext>
              </a:extLst>
            </p:cNvPr>
            <p:cNvSpPr/>
            <p:nvPr/>
          </p:nvSpPr>
          <p:spPr>
            <a:xfrm>
              <a:off x="2553087" y="1753143"/>
              <a:ext cx="14" cy="149"/>
            </a:xfrm>
            <a:custGeom>
              <a:avLst/>
              <a:gdLst/>
              <a:ahLst/>
              <a:cxnLst/>
              <a:rect l="l" t="t" r="r" b="b"/>
              <a:pathLst>
                <a:path w="1" h="11" extrusionOk="0">
                  <a:moveTo>
                    <a:pt x="1" y="11"/>
                  </a:moveTo>
                  <a:lnTo>
                    <a:pt x="1" y="0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16" name="Google Shape;7674;p80">
              <a:extLst>
                <a:ext uri="{FF2B5EF4-FFF2-40B4-BE49-F238E27FC236}">
                  <a16:creationId xmlns:a16="http://schemas.microsoft.com/office/drawing/2014/main" id="{1D679699-67E9-1D24-D289-1633AE29F75F}"/>
                </a:ext>
              </a:extLst>
            </p:cNvPr>
            <p:cNvSpPr/>
            <p:nvPr/>
          </p:nvSpPr>
          <p:spPr>
            <a:xfrm>
              <a:off x="2553141" y="1751758"/>
              <a:ext cx="54" cy="353"/>
            </a:xfrm>
            <a:custGeom>
              <a:avLst/>
              <a:gdLst/>
              <a:ahLst/>
              <a:cxnLst/>
              <a:rect l="l" t="t" r="r" b="b"/>
              <a:pathLst>
                <a:path w="4" h="26" extrusionOk="0">
                  <a:moveTo>
                    <a:pt x="4" y="1"/>
                  </a:moveTo>
                  <a:cubicBezTo>
                    <a:pt x="4" y="8"/>
                    <a:pt x="0" y="15"/>
                    <a:pt x="0" y="25"/>
                  </a:cubicBezTo>
                  <a:cubicBezTo>
                    <a:pt x="4" y="15"/>
                    <a:pt x="4" y="8"/>
                    <a:pt x="4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17" name="Google Shape;7675;p80">
              <a:extLst>
                <a:ext uri="{FF2B5EF4-FFF2-40B4-BE49-F238E27FC236}">
                  <a16:creationId xmlns:a16="http://schemas.microsoft.com/office/drawing/2014/main" id="{E5E8DD68-EF48-D174-1DFB-7BD60E186954}"/>
                </a:ext>
              </a:extLst>
            </p:cNvPr>
            <p:cNvSpPr/>
            <p:nvPr/>
          </p:nvSpPr>
          <p:spPr>
            <a:xfrm>
              <a:off x="2555137" y="1747196"/>
              <a:ext cx="149" cy="149"/>
            </a:xfrm>
            <a:custGeom>
              <a:avLst/>
              <a:gdLst/>
              <a:ahLst/>
              <a:cxnLst/>
              <a:rect l="l" t="t" r="r" b="b"/>
              <a:pathLst>
                <a:path w="11" h="11" extrusionOk="0">
                  <a:moveTo>
                    <a:pt x="0" y="11"/>
                  </a:moveTo>
                  <a:lnTo>
                    <a:pt x="11" y="0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18" name="Google Shape;7676;p80">
              <a:extLst>
                <a:ext uri="{FF2B5EF4-FFF2-40B4-BE49-F238E27FC236}">
                  <a16:creationId xmlns:a16="http://schemas.microsoft.com/office/drawing/2014/main" id="{8FA1207C-12E9-5EE8-6093-06F864AACE4E}"/>
                </a:ext>
              </a:extLst>
            </p:cNvPr>
            <p:cNvSpPr/>
            <p:nvPr/>
          </p:nvSpPr>
          <p:spPr>
            <a:xfrm>
              <a:off x="2553467" y="1750047"/>
              <a:ext cx="68" cy="244"/>
            </a:xfrm>
            <a:custGeom>
              <a:avLst/>
              <a:gdLst/>
              <a:ahLst/>
              <a:cxnLst/>
              <a:rect l="l" t="t" r="r" b="b"/>
              <a:pathLst>
                <a:path w="5" h="18" extrusionOk="0">
                  <a:moveTo>
                    <a:pt x="4" y="0"/>
                  </a:moveTo>
                  <a:cubicBezTo>
                    <a:pt x="4" y="7"/>
                    <a:pt x="1" y="15"/>
                    <a:pt x="1" y="18"/>
                  </a:cubicBezTo>
                  <a:cubicBezTo>
                    <a:pt x="1" y="15"/>
                    <a:pt x="4" y="7"/>
                    <a:pt x="4" y="0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19" name="Google Shape;7677;p80">
              <a:extLst>
                <a:ext uri="{FF2B5EF4-FFF2-40B4-BE49-F238E27FC236}">
                  <a16:creationId xmlns:a16="http://schemas.microsoft.com/office/drawing/2014/main" id="{0D0DD629-3E9B-2179-D066-4028421FD821}"/>
                </a:ext>
              </a:extLst>
            </p:cNvPr>
            <p:cNvSpPr/>
            <p:nvPr/>
          </p:nvSpPr>
          <p:spPr>
            <a:xfrm>
              <a:off x="2553236" y="1751147"/>
              <a:ext cx="54" cy="299"/>
            </a:xfrm>
            <a:custGeom>
              <a:avLst/>
              <a:gdLst/>
              <a:ahLst/>
              <a:cxnLst/>
              <a:rect l="l" t="t" r="r" b="b"/>
              <a:pathLst>
                <a:path w="4" h="22" extrusionOk="0">
                  <a:moveTo>
                    <a:pt x="4" y="0"/>
                  </a:moveTo>
                  <a:cubicBezTo>
                    <a:pt x="4" y="7"/>
                    <a:pt x="0" y="14"/>
                    <a:pt x="0" y="21"/>
                  </a:cubicBezTo>
                  <a:cubicBezTo>
                    <a:pt x="4" y="14"/>
                    <a:pt x="4" y="7"/>
                    <a:pt x="4" y="0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20" name="Google Shape;7678;p80">
              <a:extLst>
                <a:ext uri="{FF2B5EF4-FFF2-40B4-BE49-F238E27FC236}">
                  <a16:creationId xmlns:a16="http://schemas.microsoft.com/office/drawing/2014/main" id="{5AD7755A-0789-E828-D6F4-9193F41EC844}"/>
                </a:ext>
              </a:extLst>
            </p:cNvPr>
            <p:cNvSpPr/>
            <p:nvPr/>
          </p:nvSpPr>
          <p:spPr>
            <a:xfrm>
              <a:off x="2553331" y="1750576"/>
              <a:ext cx="54" cy="285"/>
            </a:xfrm>
            <a:custGeom>
              <a:avLst/>
              <a:gdLst/>
              <a:ahLst/>
              <a:cxnLst/>
              <a:rect l="l" t="t" r="r" b="b"/>
              <a:pathLst>
                <a:path w="4" h="21" extrusionOk="0">
                  <a:moveTo>
                    <a:pt x="4" y="0"/>
                  </a:moveTo>
                  <a:cubicBezTo>
                    <a:pt x="4" y="7"/>
                    <a:pt x="0" y="14"/>
                    <a:pt x="0" y="21"/>
                  </a:cubicBezTo>
                  <a:cubicBezTo>
                    <a:pt x="0" y="14"/>
                    <a:pt x="4" y="7"/>
                    <a:pt x="4" y="0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21" name="Google Shape;7679;p80">
              <a:extLst>
                <a:ext uri="{FF2B5EF4-FFF2-40B4-BE49-F238E27FC236}">
                  <a16:creationId xmlns:a16="http://schemas.microsoft.com/office/drawing/2014/main" id="{D5CF7B18-7C28-E1A5-D205-9946EB1CEA0D}"/>
                </a:ext>
              </a:extLst>
            </p:cNvPr>
            <p:cNvSpPr/>
            <p:nvPr/>
          </p:nvSpPr>
          <p:spPr>
            <a:xfrm>
              <a:off x="2570398" y="1725716"/>
              <a:ext cx="54" cy="54"/>
            </a:xfrm>
            <a:custGeom>
              <a:avLst/>
              <a:gdLst/>
              <a:ahLst/>
              <a:cxnLst/>
              <a:rect l="l" t="t" r="r" b="b"/>
              <a:pathLst>
                <a:path w="4" h="4" extrusionOk="0">
                  <a:moveTo>
                    <a:pt x="4" y="0"/>
                  </a:moveTo>
                  <a:lnTo>
                    <a:pt x="0" y="4"/>
                  </a:lnTo>
                  <a:lnTo>
                    <a:pt x="0" y="4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22" name="Google Shape;7680;p80">
              <a:extLst>
                <a:ext uri="{FF2B5EF4-FFF2-40B4-BE49-F238E27FC236}">
                  <a16:creationId xmlns:a16="http://schemas.microsoft.com/office/drawing/2014/main" id="{3DDCB10A-6818-BE47-1481-C7E774449592}"/>
                </a:ext>
              </a:extLst>
            </p:cNvPr>
            <p:cNvSpPr/>
            <p:nvPr/>
          </p:nvSpPr>
          <p:spPr>
            <a:xfrm>
              <a:off x="2554662" y="1747712"/>
              <a:ext cx="149" cy="204"/>
            </a:xfrm>
            <a:custGeom>
              <a:avLst/>
              <a:gdLst/>
              <a:ahLst/>
              <a:cxnLst/>
              <a:rect l="l" t="t" r="r" b="b"/>
              <a:pathLst>
                <a:path w="11" h="15" extrusionOk="0">
                  <a:moveTo>
                    <a:pt x="11" y="1"/>
                  </a:moveTo>
                  <a:lnTo>
                    <a:pt x="0" y="15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23" name="Google Shape;7681;p80">
              <a:extLst>
                <a:ext uri="{FF2B5EF4-FFF2-40B4-BE49-F238E27FC236}">
                  <a16:creationId xmlns:a16="http://schemas.microsoft.com/office/drawing/2014/main" id="{A47B57C7-908E-9A76-627F-8737419A0E03}"/>
                </a:ext>
              </a:extLst>
            </p:cNvPr>
            <p:cNvSpPr/>
            <p:nvPr/>
          </p:nvSpPr>
          <p:spPr>
            <a:xfrm>
              <a:off x="2572014" y="1722675"/>
              <a:ext cx="109" cy="190"/>
            </a:xfrm>
            <a:custGeom>
              <a:avLst/>
              <a:gdLst/>
              <a:ahLst/>
              <a:cxnLst/>
              <a:rect l="l" t="t" r="r" b="b"/>
              <a:pathLst>
                <a:path w="8" h="14" extrusionOk="0">
                  <a:moveTo>
                    <a:pt x="0" y="14"/>
                  </a:moveTo>
                  <a:lnTo>
                    <a:pt x="7" y="0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24" name="Google Shape;7682;p80">
              <a:extLst>
                <a:ext uri="{FF2B5EF4-FFF2-40B4-BE49-F238E27FC236}">
                  <a16:creationId xmlns:a16="http://schemas.microsoft.com/office/drawing/2014/main" id="{018B5CD7-93EF-BB8C-3B33-A58866AEBF04}"/>
                </a:ext>
              </a:extLst>
            </p:cNvPr>
            <p:cNvSpPr/>
            <p:nvPr/>
          </p:nvSpPr>
          <p:spPr>
            <a:xfrm>
              <a:off x="2572489" y="1721616"/>
              <a:ext cx="54" cy="163"/>
            </a:xfrm>
            <a:custGeom>
              <a:avLst/>
              <a:gdLst/>
              <a:ahLst/>
              <a:cxnLst/>
              <a:rect l="l" t="t" r="r" b="b"/>
              <a:pathLst>
                <a:path w="4" h="12" extrusionOk="0">
                  <a:moveTo>
                    <a:pt x="0" y="11"/>
                  </a:moveTo>
                  <a:lnTo>
                    <a:pt x="4" y="1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25" name="Google Shape;7683;p80">
              <a:extLst>
                <a:ext uri="{FF2B5EF4-FFF2-40B4-BE49-F238E27FC236}">
                  <a16:creationId xmlns:a16="http://schemas.microsoft.com/office/drawing/2014/main" id="{274745D7-78B2-798E-55AA-DC453114AA88}"/>
                </a:ext>
              </a:extLst>
            </p:cNvPr>
            <p:cNvSpPr/>
            <p:nvPr/>
          </p:nvSpPr>
          <p:spPr>
            <a:xfrm>
              <a:off x="2572299" y="1722050"/>
              <a:ext cx="54" cy="204"/>
            </a:xfrm>
            <a:custGeom>
              <a:avLst/>
              <a:gdLst/>
              <a:ahLst/>
              <a:cxnLst/>
              <a:rect l="l" t="t" r="r" b="b"/>
              <a:pathLst>
                <a:path w="4" h="15" extrusionOk="0">
                  <a:moveTo>
                    <a:pt x="0" y="15"/>
                  </a:moveTo>
                  <a:lnTo>
                    <a:pt x="4" y="1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26" name="Google Shape;7684;p80">
              <a:extLst>
                <a:ext uri="{FF2B5EF4-FFF2-40B4-BE49-F238E27FC236}">
                  <a16:creationId xmlns:a16="http://schemas.microsoft.com/office/drawing/2014/main" id="{74848EDA-FDDE-54F5-C02B-487A3ED69A7C}"/>
                </a:ext>
              </a:extLst>
            </p:cNvPr>
            <p:cNvSpPr/>
            <p:nvPr/>
          </p:nvSpPr>
          <p:spPr>
            <a:xfrm>
              <a:off x="2571824" y="1723001"/>
              <a:ext cx="109" cy="204"/>
            </a:xfrm>
            <a:custGeom>
              <a:avLst/>
              <a:gdLst/>
              <a:ahLst/>
              <a:cxnLst/>
              <a:rect l="l" t="t" r="r" b="b"/>
              <a:pathLst>
                <a:path w="8" h="15" extrusionOk="0">
                  <a:moveTo>
                    <a:pt x="0" y="15"/>
                  </a:moveTo>
                  <a:lnTo>
                    <a:pt x="7" y="1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27" name="Google Shape;7685;p80">
              <a:extLst>
                <a:ext uri="{FF2B5EF4-FFF2-40B4-BE49-F238E27FC236}">
                  <a16:creationId xmlns:a16="http://schemas.microsoft.com/office/drawing/2014/main" id="{ACC769A2-2B7F-61AD-F785-A6656EEB4FFF}"/>
                </a:ext>
              </a:extLst>
            </p:cNvPr>
            <p:cNvSpPr/>
            <p:nvPr/>
          </p:nvSpPr>
          <p:spPr>
            <a:xfrm>
              <a:off x="2572394" y="1721860"/>
              <a:ext cx="54" cy="109"/>
            </a:xfrm>
            <a:custGeom>
              <a:avLst/>
              <a:gdLst/>
              <a:ahLst/>
              <a:cxnLst/>
              <a:rect l="l" t="t" r="r" b="b"/>
              <a:pathLst>
                <a:path w="4" h="8" extrusionOk="0">
                  <a:moveTo>
                    <a:pt x="0" y="7"/>
                  </a:moveTo>
                  <a:lnTo>
                    <a:pt x="4" y="0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28" name="Google Shape;7686;p80">
              <a:extLst>
                <a:ext uri="{FF2B5EF4-FFF2-40B4-BE49-F238E27FC236}">
                  <a16:creationId xmlns:a16="http://schemas.microsoft.com/office/drawing/2014/main" id="{F249FD77-B539-ADE3-9CC1-D2F10C53F60B}"/>
                </a:ext>
              </a:extLst>
            </p:cNvPr>
            <p:cNvSpPr/>
            <p:nvPr/>
          </p:nvSpPr>
          <p:spPr>
            <a:xfrm>
              <a:off x="2572150" y="1722335"/>
              <a:ext cx="109" cy="204"/>
            </a:xfrm>
            <a:custGeom>
              <a:avLst/>
              <a:gdLst/>
              <a:ahLst/>
              <a:cxnLst/>
              <a:rect l="l" t="t" r="r" b="b"/>
              <a:pathLst>
                <a:path w="8" h="15" extrusionOk="0">
                  <a:moveTo>
                    <a:pt x="1" y="15"/>
                  </a:moveTo>
                  <a:lnTo>
                    <a:pt x="8" y="1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29" name="Google Shape;7687;p80">
              <a:extLst>
                <a:ext uri="{FF2B5EF4-FFF2-40B4-BE49-F238E27FC236}">
                  <a16:creationId xmlns:a16="http://schemas.microsoft.com/office/drawing/2014/main" id="{794A9D97-9DAD-9A7E-4120-51628C2FF853}"/>
                </a:ext>
              </a:extLst>
            </p:cNvPr>
            <p:cNvSpPr/>
            <p:nvPr/>
          </p:nvSpPr>
          <p:spPr>
            <a:xfrm>
              <a:off x="2570914" y="1724671"/>
              <a:ext cx="109" cy="244"/>
            </a:xfrm>
            <a:custGeom>
              <a:avLst/>
              <a:gdLst/>
              <a:ahLst/>
              <a:cxnLst/>
              <a:rect l="l" t="t" r="r" b="b"/>
              <a:pathLst>
                <a:path w="8" h="18" extrusionOk="0">
                  <a:moveTo>
                    <a:pt x="1" y="18"/>
                  </a:moveTo>
                  <a:lnTo>
                    <a:pt x="8" y="0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30" name="Google Shape;7688;p80">
              <a:extLst>
                <a:ext uri="{FF2B5EF4-FFF2-40B4-BE49-F238E27FC236}">
                  <a16:creationId xmlns:a16="http://schemas.microsoft.com/office/drawing/2014/main" id="{3738C7C9-5B2A-2AAE-8E2D-8BCADB65FEDE}"/>
                </a:ext>
              </a:extLst>
            </p:cNvPr>
            <p:cNvSpPr/>
            <p:nvPr/>
          </p:nvSpPr>
          <p:spPr>
            <a:xfrm>
              <a:off x="2570588" y="1725187"/>
              <a:ext cx="149" cy="258"/>
            </a:xfrm>
            <a:custGeom>
              <a:avLst/>
              <a:gdLst/>
              <a:ahLst/>
              <a:cxnLst/>
              <a:rect l="l" t="t" r="r" b="b"/>
              <a:pathLst>
                <a:path w="11" h="19" extrusionOk="0">
                  <a:moveTo>
                    <a:pt x="0" y="18"/>
                  </a:moveTo>
                  <a:lnTo>
                    <a:pt x="11" y="1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31" name="Google Shape;7689;p80">
              <a:extLst>
                <a:ext uri="{FF2B5EF4-FFF2-40B4-BE49-F238E27FC236}">
                  <a16:creationId xmlns:a16="http://schemas.microsoft.com/office/drawing/2014/main" id="{5BDE639F-1491-A061-D997-2C6CE8F01F7F}"/>
                </a:ext>
              </a:extLst>
            </p:cNvPr>
            <p:cNvSpPr/>
            <p:nvPr/>
          </p:nvSpPr>
          <p:spPr>
            <a:xfrm>
              <a:off x="2571634" y="1723381"/>
              <a:ext cx="149" cy="204"/>
            </a:xfrm>
            <a:custGeom>
              <a:avLst/>
              <a:gdLst/>
              <a:ahLst/>
              <a:cxnLst/>
              <a:rect l="l" t="t" r="r" b="b"/>
              <a:pathLst>
                <a:path w="11" h="15" extrusionOk="0">
                  <a:moveTo>
                    <a:pt x="0" y="15"/>
                  </a:moveTo>
                  <a:lnTo>
                    <a:pt x="11" y="1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32" name="Google Shape;7690;p80">
              <a:extLst>
                <a:ext uri="{FF2B5EF4-FFF2-40B4-BE49-F238E27FC236}">
                  <a16:creationId xmlns:a16="http://schemas.microsoft.com/office/drawing/2014/main" id="{521F942B-BC17-772A-3818-FEDF69886E62}"/>
                </a:ext>
              </a:extLst>
            </p:cNvPr>
            <p:cNvSpPr/>
            <p:nvPr/>
          </p:nvSpPr>
          <p:spPr>
            <a:xfrm>
              <a:off x="2571159" y="1724195"/>
              <a:ext cx="149" cy="244"/>
            </a:xfrm>
            <a:custGeom>
              <a:avLst/>
              <a:gdLst/>
              <a:ahLst/>
              <a:cxnLst/>
              <a:rect l="l" t="t" r="r" b="b"/>
              <a:pathLst>
                <a:path w="11" h="18" extrusionOk="0">
                  <a:moveTo>
                    <a:pt x="0" y="18"/>
                  </a:moveTo>
                  <a:lnTo>
                    <a:pt x="11" y="0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33" name="Google Shape;7691;p80">
              <a:extLst>
                <a:ext uri="{FF2B5EF4-FFF2-40B4-BE49-F238E27FC236}">
                  <a16:creationId xmlns:a16="http://schemas.microsoft.com/office/drawing/2014/main" id="{561667AE-E759-0F62-1E39-EB033068B0C8}"/>
                </a:ext>
              </a:extLst>
            </p:cNvPr>
            <p:cNvSpPr/>
            <p:nvPr/>
          </p:nvSpPr>
          <p:spPr>
            <a:xfrm>
              <a:off x="2571389" y="1723761"/>
              <a:ext cx="163" cy="258"/>
            </a:xfrm>
            <a:custGeom>
              <a:avLst/>
              <a:gdLst/>
              <a:ahLst/>
              <a:cxnLst/>
              <a:rect l="l" t="t" r="r" b="b"/>
              <a:pathLst>
                <a:path w="12" h="19" extrusionOk="0">
                  <a:moveTo>
                    <a:pt x="1" y="18"/>
                  </a:moveTo>
                  <a:lnTo>
                    <a:pt x="11" y="1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34" name="Google Shape;7692;p80">
              <a:extLst>
                <a:ext uri="{FF2B5EF4-FFF2-40B4-BE49-F238E27FC236}">
                  <a16:creationId xmlns:a16="http://schemas.microsoft.com/office/drawing/2014/main" id="{4A89FDAB-C638-315C-E6D5-DE7D56DBE672}"/>
                </a:ext>
              </a:extLst>
            </p:cNvPr>
            <p:cNvSpPr/>
            <p:nvPr/>
          </p:nvSpPr>
          <p:spPr>
            <a:xfrm>
              <a:off x="2572679" y="1721140"/>
              <a:ext cx="14" cy="68"/>
            </a:xfrm>
            <a:custGeom>
              <a:avLst/>
              <a:gdLst/>
              <a:ahLst/>
              <a:cxnLst/>
              <a:rect l="l" t="t" r="r" b="b"/>
              <a:pathLst>
                <a:path w="1" h="5" extrusionOk="0">
                  <a:moveTo>
                    <a:pt x="0" y="4"/>
                  </a:moveTo>
                  <a:lnTo>
                    <a:pt x="0" y="1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35" name="Google Shape;7693;p80">
              <a:extLst>
                <a:ext uri="{FF2B5EF4-FFF2-40B4-BE49-F238E27FC236}">
                  <a16:creationId xmlns:a16="http://schemas.microsoft.com/office/drawing/2014/main" id="{B77E7487-25F3-3074-E78D-09658DAEA7AD}"/>
                </a:ext>
              </a:extLst>
            </p:cNvPr>
            <p:cNvSpPr/>
            <p:nvPr/>
          </p:nvSpPr>
          <p:spPr>
            <a:xfrm>
              <a:off x="2572584" y="1721426"/>
              <a:ext cx="14" cy="109"/>
            </a:xfrm>
            <a:custGeom>
              <a:avLst/>
              <a:gdLst/>
              <a:ahLst/>
              <a:cxnLst/>
              <a:rect l="l" t="t" r="r" b="b"/>
              <a:pathLst>
                <a:path w="1" h="8" extrusionOk="0">
                  <a:moveTo>
                    <a:pt x="0" y="8"/>
                  </a:moveTo>
                  <a:lnTo>
                    <a:pt x="0" y="1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36" name="Google Shape;7694;p80">
              <a:extLst>
                <a:ext uri="{FF2B5EF4-FFF2-40B4-BE49-F238E27FC236}">
                  <a16:creationId xmlns:a16="http://schemas.microsoft.com/office/drawing/2014/main" id="{4B4B9DF3-64C0-470C-74CE-5ED9AA838D1D}"/>
                </a:ext>
              </a:extLst>
            </p:cNvPr>
            <p:cNvSpPr/>
            <p:nvPr/>
          </p:nvSpPr>
          <p:spPr>
            <a:xfrm>
              <a:off x="2572625" y="1721235"/>
              <a:ext cx="14" cy="163"/>
            </a:xfrm>
            <a:custGeom>
              <a:avLst/>
              <a:gdLst/>
              <a:ahLst/>
              <a:cxnLst/>
              <a:rect l="l" t="t" r="r" b="b"/>
              <a:pathLst>
                <a:path w="1" h="12" extrusionOk="0">
                  <a:moveTo>
                    <a:pt x="1" y="11"/>
                  </a:moveTo>
                  <a:lnTo>
                    <a:pt x="1" y="1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37" name="Google Shape;7695;p80">
              <a:extLst>
                <a:ext uri="{FF2B5EF4-FFF2-40B4-BE49-F238E27FC236}">
                  <a16:creationId xmlns:a16="http://schemas.microsoft.com/office/drawing/2014/main" id="{F22DF18E-2A4C-A495-1E03-1CF1F636A659}"/>
                </a:ext>
              </a:extLst>
            </p:cNvPr>
            <p:cNvSpPr/>
            <p:nvPr/>
          </p:nvSpPr>
          <p:spPr>
            <a:xfrm>
              <a:off x="2604994" y="1750237"/>
              <a:ext cx="14" cy="149"/>
            </a:xfrm>
            <a:custGeom>
              <a:avLst/>
              <a:gdLst/>
              <a:ahLst/>
              <a:cxnLst/>
              <a:rect l="l" t="t" r="r" b="b"/>
              <a:pathLst>
                <a:path w="1" h="11" extrusionOk="0">
                  <a:moveTo>
                    <a:pt x="1" y="1"/>
                  </a:moveTo>
                  <a:lnTo>
                    <a:pt x="1" y="11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38" name="Google Shape;7696;p80">
              <a:extLst>
                <a:ext uri="{FF2B5EF4-FFF2-40B4-BE49-F238E27FC236}">
                  <a16:creationId xmlns:a16="http://schemas.microsoft.com/office/drawing/2014/main" id="{1F47E8FF-980A-C8CE-0B2A-DC42B16BF761}"/>
                </a:ext>
              </a:extLst>
            </p:cNvPr>
            <p:cNvSpPr/>
            <p:nvPr/>
          </p:nvSpPr>
          <p:spPr>
            <a:xfrm>
              <a:off x="2604003" y="1751242"/>
              <a:ext cx="1439" cy="2105"/>
            </a:xfrm>
            <a:custGeom>
              <a:avLst/>
              <a:gdLst/>
              <a:ahLst/>
              <a:cxnLst/>
              <a:rect l="l" t="t" r="r" b="b"/>
              <a:pathLst>
                <a:path w="106" h="155" extrusionOk="0">
                  <a:moveTo>
                    <a:pt x="84" y="0"/>
                  </a:moveTo>
                  <a:lnTo>
                    <a:pt x="102" y="137"/>
                  </a:lnTo>
                  <a:lnTo>
                    <a:pt x="7" y="144"/>
                  </a:lnTo>
                  <a:lnTo>
                    <a:pt x="0" y="147"/>
                  </a:lnTo>
                  <a:lnTo>
                    <a:pt x="7" y="151"/>
                  </a:lnTo>
                  <a:lnTo>
                    <a:pt x="14" y="154"/>
                  </a:lnTo>
                  <a:cubicBezTo>
                    <a:pt x="46" y="147"/>
                    <a:pt x="74" y="144"/>
                    <a:pt x="98" y="140"/>
                  </a:cubicBezTo>
                  <a:lnTo>
                    <a:pt x="105" y="140"/>
                  </a:lnTo>
                  <a:lnTo>
                    <a:pt x="84" y="0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39" name="Google Shape;7697;p80">
              <a:extLst>
                <a:ext uri="{FF2B5EF4-FFF2-40B4-BE49-F238E27FC236}">
                  <a16:creationId xmlns:a16="http://schemas.microsoft.com/office/drawing/2014/main" id="{10ADF311-4E77-0E72-8AD2-BE3FEE22D213}"/>
                </a:ext>
              </a:extLst>
            </p:cNvPr>
            <p:cNvSpPr/>
            <p:nvPr/>
          </p:nvSpPr>
          <p:spPr>
            <a:xfrm>
              <a:off x="2605048" y="1750807"/>
              <a:ext cx="54" cy="244"/>
            </a:xfrm>
            <a:custGeom>
              <a:avLst/>
              <a:gdLst/>
              <a:ahLst/>
              <a:cxnLst/>
              <a:rect l="l" t="t" r="r" b="b"/>
              <a:pathLst>
                <a:path w="4" h="18" extrusionOk="0">
                  <a:moveTo>
                    <a:pt x="0" y="1"/>
                  </a:moveTo>
                  <a:lnTo>
                    <a:pt x="4" y="18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40" name="Google Shape;7698;p80">
              <a:extLst>
                <a:ext uri="{FF2B5EF4-FFF2-40B4-BE49-F238E27FC236}">
                  <a16:creationId xmlns:a16="http://schemas.microsoft.com/office/drawing/2014/main" id="{C8E0B594-30B0-6E31-91E1-D92BD9BE160E}"/>
                </a:ext>
              </a:extLst>
            </p:cNvPr>
            <p:cNvSpPr/>
            <p:nvPr/>
          </p:nvSpPr>
          <p:spPr>
            <a:xfrm>
              <a:off x="2604003" y="1743774"/>
              <a:ext cx="109" cy="244"/>
            </a:xfrm>
            <a:custGeom>
              <a:avLst/>
              <a:gdLst/>
              <a:ahLst/>
              <a:cxnLst/>
              <a:rect l="l" t="t" r="r" b="b"/>
              <a:pathLst>
                <a:path w="8" h="18" extrusionOk="0">
                  <a:moveTo>
                    <a:pt x="0" y="0"/>
                  </a:moveTo>
                  <a:cubicBezTo>
                    <a:pt x="4" y="7"/>
                    <a:pt x="4" y="11"/>
                    <a:pt x="7" y="18"/>
                  </a:cubicBezTo>
                  <a:cubicBezTo>
                    <a:pt x="4" y="11"/>
                    <a:pt x="4" y="7"/>
                    <a:pt x="0" y="0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41" name="Google Shape;7699;p80">
              <a:extLst>
                <a:ext uri="{FF2B5EF4-FFF2-40B4-BE49-F238E27FC236}">
                  <a16:creationId xmlns:a16="http://schemas.microsoft.com/office/drawing/2014/main" id="{2908C1B4-DA1C-B5C6-E5E8-6D3D45670640}"/>
                </a:ext>
              </a:extLst>
            </p:cNvPr>
            <p:cNvSpPr/>
            <p:nvPr/>
          </p:nvSpPr>
          <p:spPr>
            <a:xfrm>
              <a:off x="2604043" y="1744005"/>
              <a:ext cx="869" cy="5770"/>
            </a:xfrm>
            <a:custGeom>
              <a:avLst/>
              <a:gdLst/>
              <a:ahLst/>
              <a:cxnLst/>
              <a:rect l="l" t="t" r="r" b="b"/>
              <a:pathLst>
                <a:path w="64" h="425" extrusionOk="0">
                  <a:moveTo>
                    <a:pt x="1" y="1"/>
                  </a:moveTo>
                  <a:cubicBezTo>
                    <a:pt x="15" y="88"/>
                    <a:pt x="39" y="267"/>
                    <a:pt x="64" y="424"/>
                  </a:cubicBezTo>
                  <a:cubicBezTo>
                    <a:pt x="39" y="267"/>
                    <a:pt x="15" y="85"/>
                    <a:pt x="1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42" name="Google Shape;7700;p80">
              <a:extLst>
                <a:ext uri="{FF2B5EF4-FFF2-40B4-BE49-F238E27FC236}">
                  <a16:creationId xmlns:a16="http://schemas.microsoft.com/office/drawing/2014/main" id="{260C9569-09A6-5066-4022-69E25D8E284E}"/>
                </a:ext>
              </a:extLst>
            </p:cNvPr>
            <p:cNvSpPr/>
            <p:nvPr/>
          </p:nvSpPr>
          <p:spPr>
            <a:xfrm>
              <a:off x="1464633" y="1859509"/>
              <a:ext cx="1344" cy="2009"/>
            </a:xfrm>
            <a:custGeom>
              <a:avLst/>
              <a:gdLst/>
              <a:ahLst/>
              <a:cxnLst/>
              <a:rect l="l" t="t" r="r" b="b"/>
              <a:pathLst>
                <a:path w="99" h="148" extrusionOk="0">
                  <a:moveTo>
                    <a:pt x="1" y="1"/>
                  </a:moveTo>
                  <a:lnTo>
                    <a:pt x="1" y="1"/>
                  </a:lnTo>
                  <a:cubicBezTo>
                    <a:pt x="18" y="60"/>
                    <a:pt x="53" y="109"/>
                    <a:pt x="99" y="148"/>
                  </a:cubicBezTo>
                  <a:cubicBezTo>
                    <a:pt x="81" y="102"/>
                    <a:pt x="57" y="64"/>
                    <a:pt x="25" y="29"/>
                  </a:cubicBezTo>
                  <a:lnTo>
                    <a:pt x="1" y="1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43" name="Google Shape;7701;p80">
              <a:extLst>
                <a:ext uri="{FF2B5EF4-FFF2-40B4-BE49-F238E27FC236}">
                  <a16:creationId xmlns:a16="http://schemas.microsoft.com/office/drawing/2014/main" id="{69D8F3C6-9504-49E2-9724-A970E51DD8ED}"/>
                </a:ext>
              </a:extLst>
            </p:cNvPr>
            <p:cNvSpPr/>
            <p:nvPr/>
          </p:nvSpPr>
          <p:spPr>
            <a:xfrm>
              <a:off x="1462026" y="1851905"/>
              <a:ext cx="2050" cy="5580"/>
            </a:xfrm>
            <a:custGeom>
              <a:avLst/>
              <a:gdLst/>
              <a:ahLst/>
              <a:cxnLst/>
              <a:rect l="l" t="t" r="r" b="b"/>
              <a:pathLst>
                <a:path w="151" h="411" extrusionOk="0">
                  <a:moveTo>
                    <a:pt x="42" y="1"/>
                  </a:moveTo>
                  <a:cubicBezTo>
                    <a:pt x="14" y="57"/>
                    <a:pt x="0" y="120"/>
                    <a:pt x="7" y="183"/>
                  </a:cubicBezTo>
                  <a:cubicBezTo>
                    <a:pt x="7" y="284"/>
                    <a:pt x="49" y="326"/>
                    <a:pt x="98" y="379"/>
                  </a:cubicBezTo>
                  <a:cubicBezTo>
                    <a:pt x="109" y="389"/>
                    <a:pt x="119" y="400"/>
                    <a:pt x="130" y="410"/>
                  </a:cubicBezTo>
                  <a:cubicBezTo>
                    <a:pt x="130" y="382"/>
                    <a:pt x="130" y="354"/>
                    <a:pt x="133" y="330"/>
                  </a:cubicBezTo>
                  <a:cubicBezTo>
                    <a:pt x="151" y="235"/>
                    <a:pt x="133" y="141"/>
                    <a:pt x="84" y="57"/>
                  </a:cubicBezTo>
                  <a:cubicBezTo>
                    <a:pt x="74" y="36"/>
                    <a:pt x="60" y="18"/>
                    <a:pt x="42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44" name="Google Shape;7702;p80">
              <a:extLst>
                <a:ext uri="{FF2B5EF4-FFF2-40B4-BE49-F238E27FC236}">
                  <a16:creationId xmlns:a16="http://schemas.microsoft.com/office/drawing/2014/main" id="{21DA39A6-63B2-5C8B-2140-DFB1D113D94D}"/>
                </a:ext>
              </a:extLst>
            </p:cNvPr>
            <p:cNvSpPr/>
            <p:nvPr/>
          </p:nvSpPr>
          <p:spPr>
            <a:xfrm>
              <a:off x="1586043" y="1964015"/>
              <a:ext cx="5146" cy="4100"/>
            </a:xfrm>
            <a:custGeom>
              <a:avLst/>
              <a:gdLst/>
              <a:ahLst/>
              <a:cxnLst/>
              <a:rect l="l" t="t" r="r" b="b"/>
              <a:pathLst>
                <a:path w="379" h="302" extrusionOk="0">
                  <a:moveTo>
                    <a:pt x="214" y="1"/>
                  </a:moveTo>
                  <a:cubicBezTo>
                    <a:pt x="201" y="1"/>
                    <a:pt x="188" y="3"/>
                    <a:pt x="175" y="6"/>
                  </a:cubicBezTo>
                  <a:cubicBezTo>
                    <a:pt x="116" y="13"/>
                    <a:pt x="60" y="30"/>
                    <a:pt x="7" y="55"/>
                  </a:cubicBezTo>
                  <a:cubicBezTo>
                    <a:pt x="74" y="118"/>
                    <a:pt x="35" y="205"/>
                    <a:pt x="18" y="251"/>
                  </a:cubicBezTo>
                  <a:cubicBezTo>
                    <a:pt x="11" y="265"/>
                    <a:pt x="4" y="279"/>
                    <a:pt x="0" y="296"/>
                  </a:cubicBezTo>
                  <a:cubicBezTo>
                    <a:pt x="8" y="300"/>
                    <a:pt x="22" y="302"/>
                    <a:pt x="40" y="302"/>
                  </a:cubicBezTo>
                  <a:cubicBezTo>
                    <a:pt x="106" y="302"/>
                    <a:pt x="229" y="277"/>
                    <a:pt x="340" y="230"/>
                  </a:cubicBezTo>
                  <a:cubicBezTo>
                    <a:pt x="361" y="223"/>
                    <a:pt x="375" y="205"/>
                    <a:pt x="375" y="184"/>
                  </a:cubicBezTo>
                  <a:cubicBezTo>
                    <a:pt x="378" y="121"/>
                    <a:pt x="347" y="62"/>
                    <a:pt x="294" y="23"/>
                  </a:cubicBezTo>
                  <a:cubicBezTo>
                    <a:pt x="270" y="9"/>
                    <a:pt x="242" y="1"/>
                    <a:pt x="214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45" name="Google Shape;7703;p80">
              <a:extLst>
                <a:ext uri="{FF2B5EF4-FFF2-40B4-BE49-F238E27FC236}">
                  <a16:creationId xmlns:a16="http://schemas.microsoft.com/office/drawing/2014/main" id="{09596115-F080-2A5F-D280-D2F66042671E}"/>
                </a:ext>
              </a:extLst>
            </p:cNvPr>
            <p:cNvSpPr/>
            <p:nvPr/>
          </p:nvSpPr>
          <p:spPr>
            <a:xfrm>
              <a:off x="2367754" y="1716578"/>
              <a:ext cx="22213" cy="19226"/>
            </a:xfrm>
            <a:custGeom>
              <a:avLst/>
              <a:gdLst/>
              <a:ahLst/>
              <a:cxnLst/>
              <a:rect l="l" t="t" r="r" b="b"/>
              <a:pathLst>
                <a:path w="1636" h="1416" extrusionOk="0">
                  <a:moveTo>
                    <a:pt x="505" y="1"/>
                  </a:moveTo>
                  <a:cubicBezTo>
                    <a:pt x="488" y="1"/>
                    <a:pt x="474" y="1"/>
                    <a:pt x="460" y="4"/>
                  </a:cubicBezTo>
                  <a:cubicBezTo>
                    <a:pt x="362" y="15"/>
                    <a:pt x="264" y="36"/>
                    <a:pt x="166" y="60"/>
                  </a:cubicBezTo>
                  <a:lnTo>
                    <a:pt x="95" y="78"/>
                  </a:lnTo>
                  <a:lnTo>
                    <a:pt x="74" y="85"/>
                  </a:lnTo>
                  <a:lnTo>
                    <a:pt x="15" y="95"/>
                  </a:lnTo>
                  <a:lnTo>
                    <a:pt x="1" y="99"/>
                  </a:lnTo>
                  <a:cubicBezTo>
                    <a:pt x="25" y="148"/>
                    <a:pt x="43" y="200"/>
                    <a:pt x="46" y="253"/>
                  </a:cubicBezTo>
                  <a:cubicBezTo>
                    <a:pt x="50" y="326"/>
                    <a:pt x="67" y="396"/>
                    <a:pt x="95" y="463"/>
                  </a:cubicBezTo>
                  <a:cubicBezTo>
                    <a:pt x="141" y="572"/>
                    <a:pt x="215" y="579"/>
                    <a:pt x="327" y="579"/>
                  </a:cubicBezTo>
                  <a:cubicBezTo>
                    <a:pt x="390" y="579"/>
                    <a:pt x="449" y="579"/>
                    <a:pt x="495" y="614"/>
                  </a:cubicBezTo>
                  <a:lnTo>
                    <a:pt x="505" y="621"/>
                  </a:lnTo>
                  <a:lnTo>
                    <a:pt x="512" y="631"/>
                  </a:lnTo>
                  <a:lnTo>
                    <a:pt x="523" y="645"/>
                  </a:lnTo>
                  <a:lnTo>
                    <a:pt x="523" y="649"/>
                  </a:lnTo>
                  <a:lnTo>
                    <a:pt x="533" y="663"/>
                  </a:lnTo>
                  <a:lnTo>
                    <a:pt x="533" y="666"/>
                  </a:lnTo>
                  <a:cubicBezTo>
                    <a:pt x="537" y="673"/>
                    <a:pt x="540" y="680"/>
                    <a:pt x="544" y="687"/>
                  </a:cubicBezTo>
                  <a:cubicBezTo>
                    <a:pt x="547" y="694"/>
                    <a:pt x="554" y="705"/>
                    <a:pt x="558" y="715"/>
                  </a:cubicBezTo>
                  <a:lnTo>
                    <a:pt x="558" y="719"/>
                  </a:lnTo>
                  <a:cubicBezTo>
                    <a:pt x="561" y="726"/>
                    <a:pt x="565" y="736"/>
                    <a:pt x="572" y="750"/>
                  </a:cubicBezTo>
                  <a:lnTo>
                    <a:pt x="575" y="754"/>
                  </a:lnTo>
                  <a:cubicBezTo>
                    <a:pt x="579" y="768"/>
                    <a:pt x="582" y="778"/>
                    <a:pt x="589" y="792"/>
                  </a:cubicBezTo>
                  <a:lnTo>
                    <a:pt x="589" y="796"/>
                  </a:lnTo>
                  <a:lnTo>
                    <a:pt x="607" y="799"/>
                  </a:lnTo>
                  <a:cubicBezTo>
                    <a:pt x="617" y="799"/>
                    <a:pt x="628" y="803"/>
                    <a:pt x="638" y="806"/>
                  </a:cubicBezTo>
                  <a:lnTo>
                    <a:pt x="649" y="810"/>
                  </a:lnTo>
                  <a:lnTo>
                    <a:pt x="670" y="817"/>
                  </a:lnTo>
                  <a:lnTo>
                    <a:pt x="680" y="820"/>
                  </a:lnTo>
                  <a:lnTo>
                    <a:pt x="698" y="831"/>
                  </a:lnTo>
                  <a:lnTo>
                    <a:pt x="705" y="834"/>
                  </a:lnTo>
                  <a:cubicBezTo>
                    <a:pt x="712" y="838"/>
                    <a:pt x="719" y="845"/>
                    <a:pt x="722" y="848"/>
                  </a:cubicBezTo>
                  <a:lnTo>
                    <a:pt x="736" y="859"/>
                  </a:lnTo>
                  <a:lnTo>
                    <a:pt x="740" y="862"/>
                  </a:lnTo>
                  <a:cubicBezTo>
                    <a:pt x="761" y="883"/>
                    <a:pt x="775" y="904"/>
                    <a:pt x="785" y="929"/>
                  </a:cubicBezTo>
                  <a:lnTo>
                    <a:pt x="806" y="936"/>
                  </a:lnTo>
                  <a:lnTo>
                    <a:pt x="831" y="943"/>
                  </a:lnTo>
                  <a:lnTo>
                    <a:pt x="866" y="960"/>
                  </a:lnTo>
                  <a:lnTo>
                    <a:pt x="887" y="967"/>
                  </a:lnTo>
                  <a:lnTo>
                    <a:pt x="922" y="988"/>
                  </a:lnTo>
                  <a:lnTo>
                    <a:pt x="936" y="995"/>
                  </a:lnTo>
                  <a:lnTo>
                    <a:pt x="981" y="1020"/>
                  </a:lnTo>
                  <a:cubicBezTo>
                    <a:pt x="1002" y="1034"/>
                    <a:pt x="1020" y="1044"/>
                    <a:pt x="1034" y="1048"/>
                  </a:cubicBezTo>
                  <a:cubicBezTo>
                    <a:pt x="1035" y="1049"/>
                    <a:pt x="1037" y="1050"/>
                    <a:pt x="1039" y="1050"/>
                  </a:cubicBezTo>
                  <a:cubicBezTo>
                    <a:pt x="1040" y="1050"/>
                    <a:pt x="1041" y="1049"/>
                    <a:pt x="1041" y="1048"/>
                  </a:cubicBezTo>
                  <a:lnTo>
                    <a:pt x="1062" y="1048"/>
                  </a:lnTo>
                  <a:lnTo>
                    <a:pt x="1083" y="1044"/>
                  </a:lnTo>
                  <a:lnTo>
                    <a:pt x="1132" y="1044"/>
                  </a:lnTo>
                  <a:lnTo>
                    <a:pt x="1149" y="1048"/>
                  </a:lnTo>
                  <a:lnTo>
                    <a:pt x="1153" y="1048"/>
                  </a:lnTo>
                  <a:lnTo>
                    <a:pt x="1174" y="1051"/>
                  </a:lnTo>
                  <a:lnTo>
                    <a:pt x="1177" y="1051"/>
                  </a:lnTo>
                  <a:lnTo>
                    <a:pt x="1195" y="1062"/>
                  </a:lnTo>
                  <a:lnTo>
                    <a:pt x="1202" y="1062"/>
                  </a:lnTo>
                  <a:cubicBezTo>
                    <a:pt x="1209" y="1065"/>
                    <a:pt x="1216" y="1069"/>
                    <a:pt x="1223" y="1072"/>
                  </a:cubicBezTo>
                  <a:lnTo>
                    <a:pt x="1230" y="1076"/>
                  </a:lnTo>
                  <a:cubicBezTo>
                    <a:pt x="1237" y="1083"/>
                    <a:pt x="1244" y="1086"/>
                    <a:pt x="1251" y="1093"/>
                  </a:cubicBezTo>
                  <a:lnTo>
                    <a:pt x="1254" y="1093"/>
                  </a:lnTo>
                  <a:cubicBezTo>
                    <a:pt x="1261" y="1100"/>
                    <a:pt x="1268" y="1107"/>
                    <a:pt x="1279" y="1114"/>
                  </a:cubicBezTo>
                  <a:lnTo>
                    <a:pt x="1286" y="1121"/>
                  </a:lnTo>
                  <a:cubicBezTo>
                    <a:pt x="1293" y="1132"/>
                    <a:pt x="1303" y="1139"/>
                    <a:pt x="1314" y="1149"/>
                  </a:cubicBezTo>
                  <a:lnTo>
                    <a:pt x="1345" y="1188"/>
                  </a:lnTo>
                  <a:lnTo>
                    <a:pt x="1349" y="1195"/>
                  </a:lnTo>
                  <a:cubicBezTo>
                    <a:pt x="1359" y="1205"/>
                    <a:pt x="1366" y="1216"/>
                    <a:pt x="1377" y="1226"/>
                  </a:cubicBezTo>
                  <a:lnTo>
                    <a:pt x="1380" y="1230"/>
                  </a:lnTo>
                  <a:cubicBezTo>
                    <a:pt x="1387" y="1240"/>
                    <a:pt x="1394" y="1247"/>
                    <a:pt x="1398" y="1258"/>
                  </a:cubicBezTo>
                  <a:lnTo>
                    <a:pt x="1401" y="1261"/>
                  </a:lnTo>
                  <a:cubicBezTo>
                    <a:pt x="1408" y="1272"/>
                    <a:pt x="1412" y="1279"/>
                    <a:pt x="1419" y="1289"/>
                  </a:cubicBezTo>
                  <a:lnTo>
                    <a:pt x="1422" y="1296"/>
                  </a:lnTo>
                  <a:cubicBezTo>
                    <a:pt x="1426" y="1303"/>
                    <a:pt x="1429" y="1314"/>
                    <a:pt x="1433" y="1321"/>
                  </a:cubicBezTo>
                  <a:cubicBezTo>
                    <a:pt x="1436" y="1331"/>
                    <a:pt x="1440" y="1338"/>
                    <a:pt x="1440" y="1349"/>
                  </a:cubicBezTo>
                  <a:lnTo>
                    <a:pt x="1440" y="1352"/>
                  </a:lnTo>
                  <a:cubicBezTo>
                    <a:pt x="1443" y="1363"/>
                    <a:pt x="1443" y="1370"/>
                    <a:pt x="1447" y="1380"/>
                  </a:cubicBezTo>
                  <a:lnTo>
                    <a:pt x="1447" y="1387"/>
                  </a:lnTo>
                  <a:lnTo>
                    <a:pt x="1447" y="1412"/>
                  </a:lnTo>
                  <a:lnTo>
                    <a:pt x="1447" y="1415"/>
                  </a:lnTo>
                  <a:cubicBezTo>
                    <a:pt x="1510" y="1408"/>
                    <a:pt x="1573" y="1394"/>
                    <a:pt x="1636" y="1373"/>
                  </a:cubicBezTo>
                  <a:cubicBezTo>
                    <a:pt x="1625" y="1356"/>
                    <a:pt x="1618" y="1342"/>
                    <a:pt x="1611" y="1324"/>
                  </a:cubicBezTo>
                  <a:lnTo>
                    <a:pt x="1608" y="1317"/>
                  </a:lnTo>
                  <a:cubicBezTo>
                    <a:pt x="1601" y="1303"/>
                    <a:pt x="1594" y="1289"/>
                    <a:pt x="1590" y="1279"/>
                  </a:cubicBezTo>
                  <a:lnTo>
                    <a:pt x="1587" y="1272"/>
                  </a:lnTo>
                  <a:cubicBezTo>
                    <a:pt x="1583" y="1258"/>
                    <a:pt x="1580" y="1247"/>
                    <a:pt x="1576" y="1237"/>
                  </a:cubicBezTo>
                  <a:lnTo>
                    <a:pt x="1576" y="1233"/>
                  </a:lnTo>
                  <a:cubicBezTo>
                    <a:pt x="1573" y="1223"/>
                    <a:pt x="1569" y="1216"/>
                    <a:pt x="1566" y="1205"/>
                  </a:cubicBezTo>
                  <a:cubicBezTo>
                    <a:pt x="1562" y="1198"/>
                    <a:pt x="1562" y="1191"/>
                    <a:pt x="1562" y="1184"/>
                  </a:cubicBezTo>
                  <a:lnTo>
                    <a:pt x="1562" y="1181"/>
                  </a:lnTo>
                  <a:cubicBezTo>
                    <a:pt x="1562" y="1174"/>
                    <a:pt x="1562" y="1170"/>
                    <a:pt x="1559" y="1163"/>
                  </a:cubicBezTo>
                  <a:lnTo>
                    <a:pt x="1559" y="1160"/>
                  </a:lnTo>
                  <a:lnTo>
                    <a:pt x="1559" y="1149"/>
                  </a:lnTo>
                  <a:lnTo>
                    <a:pt x="1559" y="1142"/>
                  </a:lnTo>
                  <a:cubicBezTo>
                    <a:pt x="1559" y="1111"/>
                    <a:pt x="1478" y="1051"/>
                    <a:pt x="1426" y="1013"/>
                  </a:cubicBezTo>
                  <a:cubicBezTo>
                    <a:pt x="1328" y="939"/>
                    <a:pt x="1216" y="855"/>
                    <a:pt x="1216" y="736"/>
                  </a:cubicBezTo>
                  <a:cubicBezTo>
                    <a:pt x="1216" y="677"/>
                    <a:pt x="1170" y="614"/>
                    <a:pt x="1121" y="547"/>
                  </a:cubicBezTo>
                  <a:cubicBezTo>
                    <a:pt x="1062" y="467"/>
                    <a:pt x="1002" y="379"/>
                    <a:pt x="1023" y="284"/>
                  </a:cubicBezTo>
                  <a:cubicBezTo>
                    <a:pt x="1034" y="249"/>
                    <a:pt x="978" y="165"/>
                    <a:pt x="936" y="106"/>
                  </a:cubicBezTo>
                  <a:cubicBezTo>
                    <a:pt x="922" y="85"/>
                    <a:pt x="908" y="60"/>
                    <a:pt x="897" y="43"/>
                  </a:cubicBezTo>
                  <a:lnTo>
                    <a:pt x="873" y="36"/>
                  </a:lnTo>
                  <a:lnTo>
                    <a:pt x="841" y="29"/>
                  </a:lnTo>
                  <a:lnTo>
                    <a:pt x="803" y="22"/>
                  </a:lnTo>
                  <a:lnTo>
                    <a:pt x="778" y="18"/>
                  </a:lnTo>
                  <a:lnTo>
                    <a:pt x="740" y="11"/>
                  </a:lnTo>
                  <a:lnTo>
                    <a:pt x="715" y="8"/>
                  </a:lnTo>
                  <a:lnTo>
                    <a:pt x="677" y="4"/>
                  </a:lnTo>
                  <a:lnTo>
                    <a:pt x="659" y="4"/>
                  </a:lnTo>
                  <a:lnTo>
                    <a:pt x="617" y="1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46" name="Google Shape;7704;p80">
              <a:extLst>
                <a:ext uri="{FF2B5EF4-FFF2-40B4-BE49-F238E27FC236}">
                  <a16:creationId xmlns:a16="http://schemas.microsoft.com/office/drawing/2014/main" id="{C4D6EB93-38CA-37DB-872F-E729D7D1E70A}"/>
                </a:ext>
              </a:extLst>
            </p:cNvPr>
            <p:cNvSpPr/>
            <p:nvPr/>
          </p:nvSpPr>
          <p:spPr>
            <a:xfrm>
              <a:off x="2376321" y="1716673"/>
              <a:ext cx="584" cy="68"/>
            </a:xfrm>
            <a:custGeom>
              <a:avLst/>
              <a:gdLst/>
              <a:ahLst/>
              <a:cxnLst/>
              <a:rect l="l" t="t" r="r" b="b"/>
              <a:pathLst>
                <a:path w="43" h="5" extrusionOk="0">
                  <a:moveTo>
                    <a:pt x="0" y="1"/>
                  </a:moveTo>
                  <a:lnTo>
                    <a:pt x="42" y="4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47" name="Google Shape;7705;p80">
              <a:extLst>
                <a:ext uri="{FF2B5EF4-FFF2-40B4-BE49-F238E27FC236}">
                  <a16:creationId xmlns:a16="http://schemas.microsoft.com/office/drawing/2014/main" id="{08ABE9D7-F420-2601-4F97-E6F8522B906D}"/>
                </a:ext>
              </a:extLst>
            </p:cNvPr>
            <p:cNvSpPr/>
            <p:nvPr/>
          </p:nvSpPr>
          <p:spPr>
            <a:xfrm>
              <a:off x="2377122" y="1716728"/>
              <a:ext cx="543" cy="109"/>
            </a:xfrm>
            <a:custGeom>
              <a:avLst/>
              <a:gdLst/>
              <a:ahLst/>
              <a:cxnLst/>
              <a:rect l="l" t="t" r="r" b="b"/>
              <a:pathLst>
                <a:path w="40" h="8" extrusionOk="0">
                  <a:moveTo>
                    <a:pt x="1" y="0"/>
                  </a:moveTo>
                  <a:lnTo>
                    <a:pt x="39" y="7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48" name="Google Shape;7706;p80">
              <a:extLst>
                <a:ext uri="{FF2B5EF4-FFF2-40B4-BE49-F238E27FC236}">
                  <a16:creationId xmlns:a16="http://schemas.microsoft.com/office/drawing/2014/main" id="{FB2FCEAC-8349-E41D-31F6-72E1DCA45778}"/>
                </a:ext>
              </a:extLst>
            </p:cNvPr>
            <p:cNvSpPr/>
            <p:nvPr/>
          </p:nvSpPr>
          <p:spPr>
            <a:xfrm>
              <a:off x="2378833" y="1717013"/>
              <a:ext cx="543" cy="109"/>
            </a:xfrm>
            <a:custGeom>
              <a:avLst/>
              <a:gdLst/>
              <a:ahLst/>
              <a:cxnLst/>
              <a:rect l="l" t="t" r="r" b="b"/>
              <a:pathLst>
                <a:path w="40" h="8" extrusionOk="0">
                  <a:moveTo>
                    <a:pt x="1" y="0"/>
                  </a:moveTo>
                  <a:lnTo>
                    <a:pt x="39" y="7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49" name="Google Shape;7707;p80">
              <a:extLst>
                <a:ext uri="{FF2B5EF4-FFF2-40B4-BE49-F238E27FC236}">
                  <a16:creationId xmlns:a16="http://schemas.microsoft.com/office/drawing/2014/main" id="{36D8451A-5936-573B-2D0B-690F9253C384}"/>
                </a:ext>
              </a:extLst>
            </p:cNvPr>
            <p:cNvSpPr/>
            <p:nvPr/>
          </p:nvSpPr>
          <p:spPr>
            <a:xfrm>
              <a:off x="2377937" y="1716864"/>
              <a:ext cx="584" cy="68"/>
            </a:xfrm>
            <a:custGeom>
              <a:avLst/>
              <a:gdLst/>
              <a:ahLst/>
              <a:cxnLst/>
              <a:rect l="l" t="t" r="r" b="b"/>
              <a:pathLst>
                <a:path w="43" h="5" extrusionOk="0">
                  <a:moveTo>
                    <a:pt x="0" y="1"/>
                  </a:moveTo>
                  <a:lnTo>
                    <a:pt x="42" y="4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50" name="Google Shape;7708;p80">
              <a:extLst>
                <a:ext uri="{FF2B5EF4-FFF2-40B4-BE49-F238E27FC236}">
                  <a16:creationId xmlns:a16="http://schemas.microsoft.com/office/drawing/2014/main" id="{364D0CF4-2893-2706-7691-BFEC3D039FE2}"/>
                </a:ext>
              </a:extLst>
            </p:cNvPr>
            <p:cNvSpPr/>
            <p:nvPr/>
          </p:nvSpPr>
          <p:spPr>
            <a:xfrm>
              <a:off x="2375561" y="1716633"/>
              <a:ext cx="584" cy="14"/>
            </a:xfrm>
            <a:custGeom>
              <a:avLst/>
              <a:gdLst/>
              <a:ahLst/>
              <a:cxnLst/>
              <a:rect l="l" t="t" r="r" b="b"/>
              <a:pathLst>
                <a:path w="43" h="1" extrusionOk="0">
                  <a:moveTo>
                    <a:pt x="0" y="0"/>
                  </a:moveTo>
                  <a:lnTo>
                    <a:pt x="42" y="0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51" name="Google Shape;7709;p80">
              <a:extLst>
                <a:ext uri="{FF2B5EF4-FFF2-40B4-BE49-F238E27FC236}">
                  <a16:creationId xmlns:a16="http://schemas.microsoft.com/office/drawing/2014/main" id="{6AE5A446-58AB-0EA3-7438-1171D6DE3265}"/>
                </a:ext>
              </a:extLst>
            </p:cNvPr>
            <p:cNvSpPr/>
            <p:nvPr/>
          </p:nvSpPr>
          <p:spPr>
            <a:xfrm>
              <a:off x="2379784" y="1717203"/>
              <a:ext cx="299" cy="54"/>
            </a:xfrm>
            <a:custGeom>
              <a:avLst/>
              <a:gdLst/>
              <a:ahLst/>
              <a:cxnLst/>
              <a:rect l="l" t="t" r="r" b="b"/>
              <a:pathLst>
                <a:path w="22" h="4" extrusionOk="0">
                  <a:moveTo>
                    <a:pt x="22" y="4"/>
                  </a:moveTo>
                  <a:lnTo>
                    <a:pt x="1" y="0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52" name="Google Shape;7710;p80">
              <a:extLst>
                <a:ext uri="{FF2B5EF4-FFF2-40B4-BE49-F238E27FC236}">
                  <a16:creationId xmlns:a16="http://schemas.microsoft.com/office/drawing/2014/main" id="{7EA0B0EA-BA2F-E9B1-057D-33CD1F2E4652}"/>
                </a:ext>
              </a:extLst>
            </p:cNvPr>
            <p:cNvSpPr/>
            <p:nvPr/>
          </p:nvSpPr>
          <p:spPr>
            <a:xfrm>
              <a:off x="2368134" y="1717773"/>
              <a:ext cx="828" cy="149"/>
            </a:xfrm>
            <a:custGeom>
              <a:avLst/>
              <a:gdLst/>
              <a:ahLst/>
              <a:cxnLst/>
              <a:rect l="l" t="t" r="r" b="b"/>
              <a:pathLst>
                <a:path w="61" h="11" extrusionOk="0">
                  <a:moveTo>
                    <a:pt x="1" y="11"/>
                  </a:moveTo>
                  <a:lnTo>
                    <a:pt x="60" y="0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53" name="Google Shape;7711;p80">
              <a:extLst>
                <a:ext uri="{FF2B5EF4-FFF2-40B4-BE49-F238E27FC236}">
                  <a16:creationId xmlns:a16="http://schemas.microsoft.com/office/drawing/2014/main" id="{5EEC27B6-1CE9-0407-D9D4-346552DDCFCA}"/>
                </a:ext>
              </a:extLst>
            </p:cNvPr>
            <p:cNvSpPr/>
            <p:nvPr/>
          </p:nvSpPr>
          <p:spPr>
            <a:xfrm>
              <a:off x="2374896" y="1716633"/>
              <a:ext cx="14" cy="14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0" y="0"/>
                  </a:move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54" name="Google Shape;7712;p80">
              <a:extLst>
                <a:ext uri="{FF2B5EF4-FFF2-40B4-BE49-F238E27FC236}">
                  <a16:creationId xmlns:a16="http://schemas.microsoft.com/office/drawing/2014/main" id="{21BCC7F0-B490-FE40-ABF5-14EE95BB0CA6}"/>
                </a:ext>
              </a:extLst>
            </p:cNvPr>
            <p:cNvSpPr/>
            <p:nvPr/>
          </p:nvSpPr>
          <p:spPr>
            <a:xfrm>
              <a:off x="2369234" y="1717488"/>
              <a:ext cx="964" cy="244"/>
            </a:xfrm>
            <a:custGeom>
              <a:avLst/>
              <a:gdLst/>
              <a:ahLst/>
              <a:cxnLst/>
              <a:rect l="l" t="t" r="r" b="b"/>
              <a:pathLst>
                <a:path w="71" h="18" extrusionOk="0">
                  <a:moveTo>
                    <a:pt x="0" y="18"/>
                  </a:moveTo>
                  <a:lnTo>
                    <a:pt x="71" y="0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55" name="Google Shape;7713;p80">
              <a:extLst>
                <a:ext uri="{FF2B5EF4-FFF2-40B4-BE49-F238E27FC236}">
                  <a16:creationId xmlns:a16="http://schemas.microsoft.com/office/drawing/2014/main" id="{5334D26C-45EE-469F-5884-4011D74CC6D6}"/>
                </a:ext>
              </a:extLst>
            </p:cNvPr>
            <p:cNvSpPr/>
            <p:nvPr/>
          </p:nvSpPr>
          <p:spPr>
            <a:xfrm>
              <a:off x="2374176" y="1716633"/>
              <a:ext cx="638" cy="54"/>
            </a:xfrm>
            <a:custGeom>
              <a:avLst/>
              <a:gdLst/>
              <a:ahLst/>
              <a:cxnLst/>
              <a:rect l="l" t="t" r="r" b="b"/>
              <a:pathLst>
                <a:path w="47" h="4" extrusionOk="0">
                  <a:moveTo>
                    <a:pt x="46" y="0"/>
                  </a:moveTo>
                  <a:cubicBezTo>
                    <a:pt x="29" y="0"/>
                    <a:pt x="15" y="0"/>
                    <a:pt x="1" y="4"/>
                  </a:cubicBezTo>
                  <a:cubicBezTo>
                    <a:pt x="15" y="4"/>
                    <a:pt x="29" y="0"/>
                    <a:pt x="46" y="0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56" name="Google Shape;7714;p80">
              <a:extLst>
                <a:ext uri="{FF2B5EF4-FFF2-40B4-BE49-F238E27FC236}">
                  <a16:creationId xmlns:a16="http://schemas.microsoft.com/office/drawing/2014/main" id="{8A26167A-F683-D47D-E40B-C35D81C046DC}"/>
                </a:ext>
              </a:extLst>
            </p:cNvPr>
            <p:cNvSpPr/>
            <p:nvPr/>
          </p:nvSpPr>
          <p:spPr>
            <a:xfrm>
              <a:off x="2374611" y="1725051"/>
              <a:ext cx="149" cy="109"/>
            </a:xfrm>
            <a:custGeom>
              <a:avLst/>
              <a:gdLst/>
              <a:ahLst/>
              <a:cxnLst/>
              <a:rect l="l" t="t" r="r" b="b"/>
              <a:pathLst>
                <a:path w="11" h="8" extrusionOk="0">
                  <a:moveTo>
                    <a:pt x="0" y="0"/>
                  </a:moveTo>
                  <a:lnTo>
                    <a:pt x="11" y="7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57" name="Google Shape;7715;p80">
              <a:extLst>
                <a:ext uri="{FF2B5EF4-FFF2-40B4-BE49-F238E27FC236}">
                  <a16:creationId xmlns:a16="http://schemas.microsoft.com/office/drawing/2014/main" id="{832F7370-8B98-4FF5-E27A-0D759705814F}"/>
                </a:ext>
              </a:extLst>
            </p:cNvPr>
            <p:cNvSpPr/>
            <p:nvPr/>
          </p:nvSpPr>
          <p:spPr>
            <a:xfrm>
              <a:off x="2375656" y="1726857"/>
              <a:ext cx="244" cy="530"/>
            </a:xfrm>
            <a:custGeom>
              <a:avLst/>
              <a:gdLst/>
              <a:ahLst/>
              <a:cxnLst/>
              <a:rect l="l" t="t" r="r" b="b"/>
              <a:pathLst>
                <a:path w="18" h="39" extrusionOk="0">
                  <a:moveTo>
                    <a:pt x="18" y="39"/>
                  </a:moveTo>
                  <a:cubicBezTo>
                    <a:pt x="11" y="25"/>
                    <a:pt x="7" y="14"/>
                    <a:pt x="0" y="0"/>
                  </a:cubicBezTo>
                  <a:cubicBezTo>
                    <a:pt x="7" y="14"/>
                    <a:pt x="11" y="25"/>
                    <a:pt x="18" y="39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58" name="Google Shape;7716;p80">
              <a:extLst>
                <a:ext uri="{FF2B5EF4-FFF2-40B4-BE49-F238E27FC236}">
                  <a16:creationId xmlns:a16="http://schemas.microsoft.com/office/drawing/2014/main" id="{4BD514B2-39AB-CE9B-94A4-95625737D5F2}"/>
                </a:ext>
              </a:extLst>
            </p:cNvPr>
            <p:cNvSpPr/>
            <p:nvPr/>
          </p:nvSpPr>
          <p:spPr>
            <a:xfrm>
              <a:off x="2374461" y="1724901"/>
              <a:ext cx="163" cy="109"/>
            </a:xfrm>
            <a:custGeom>
              <a:avLst/>
              <a:gdLst/>
              <a:ahLst/>
              <a:cxnLst/>
              <a:rect l="l" t="t" r="r" b="b"/>
              <a:pathLst>
                <a:path w="12" h="8" extrusionOk="0">
                  <a:moveTo>
                    <a:pt x="11" y="8"/>
                  </a:moveTo>
                  <a:lnTo>
                    <a:pt x="1" y="1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59" name="Google Shape;7717;p80">
              <a:extLst>
                <a:ext uri="{FF2B5EF4-FFF2-40B4-BE49-F238E27FC236}">
                  <a16:creationId xmlns:a16="http://schemas.microsoft.com/office/drawing/2014/main" id="{454925E2-B60C-6BEF-3F73-950DF8611A2C}"/>
                </a:ext>
              </a:extLst>
            </p:cNvPr>
            <p:cNvSpPr/>
            <p:nvPr/>
          </p:nvSpPr>
          <p:spPr>
            <a:xfrm>
              <a:off x="2374896" y="1725377"/>
              <a:ext cx="149" cy="258"/>
            </a:xfrm>
            <a:custGeom>
              <a:avLst/>
              <a:gdLst/>
              <a:ahLst/>
              <a:cxnLst/>
              <a:rect l="l" t="t" r="r" b="b"/>
              <a:pathLst>
                <a:path w="11" h="19" extrusionOk="0">
                  <a:moveTo>
                    <a:pt x="11" y="18"/>
                  </a:moveTo>
                  <a:lnTo>
                    <a:pt x="0" y="1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60" name="Google Shape;7718;p80">
              <a:extLst>
                <a:ext uri="{FF2B5EF4-FFF2-40B4-BE49-F238E27FC236}">
                  <a16:creationId xmlns:a16="http://schemas.microsoft.com/office/drawing/2014/main" id="{389A323B-338B-5747-C5BA-5A7B5725CD84}"/>
                </a:ext>
              </a:extLst>
            </p:cNvPr>
            <p:cNvSpPr/>
            <p:nvPr/>
          </p:nvSpPr>
          <p:spPr>
            <a:xfrm>
              <a:off x="2374746" y="1725187"/>
              <a:ext cx="163" cy="163"/>
            </a:xfrm>
            <a:custGeom>
              <a:avLst/>
              <a:gdLst/>
              <a:ahLst/>
              <a:cxnLst/>
              <a:rect l="l" t="t" r="r" b="b"/>
              <a:pathLst>
                <a:path w="12" h="12" extrusionOk="0">
                  <a:moveTo>
                    <a:pt x="11" y="11"/>
                  </a:moveTo>
                  <a:lnTo>
                    <a:pt x="1" y="1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61" name="Google Shape;7719;p80">
              <a:extLst>
                <a:ext uri="{FF2B5EF4-FFF2-40B4-BE49-F238E27FC236}">
                  <a16:creationId xmlns:a16="http://schemas.microsoft.com/office/drawing/2014/main" id="{8A9EBFD8-37FD-CC08-4778-8AE423A6EB03}"/>
                </a:ext>
              </a:extLst>
            </p:cNvPr>
            <p:cNvSpPr/>
            <p:nvPr/>
          </p:nvSpPr>
          <p:spPr>
            <a:xfrm>
              <a:off x="2375466" y="1726381"/>
              <a:ext cx="204" cy="434"/>
            </a:xfrm>
            <a:custGeom>
              <a:avLst/>
              <a:gdLst/>
              <a:ahLst/>
              <a:cxnLst/>
              <a:rect l="l" t="t" r="r" b="b"/>
              <a:pathLst>
                <a:path w="15" h="32" extrusionOk="0">
                  <a:moveTo>
                    <a:pt x="14" y="32"/>
                  </a:moveTo>
                  <a:cubicBezTo>
                    <a:pt x="7" y="18"/>
                    <a:pt x="4" y="7"/>
                    <a:pt x="0" y="0"/>
                  </a:cubicBezTo>
                  <a:cubicBezTo>
                    <a:pt x="4" y="7"/>
                    <a:pt x="7" y="18"/>
                    <a:pt x="14" y="32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62" name="Google Shape;7720;p80">
              <a:extLst>
                <a:ext uri="{FF2B5EF4-FFF2-40B4-BE49-F238E27FC236}">
                  <a16:creationId xmlns:a16="http://schemas.microsoft.com/office/drawing/2014/main" id="{5FC7D0AC-F528-1B0A-1487-B0D48E952DF2}"/>
                </a:ext>
              </a:extLst>
            </p:cNvPr>
            <p:cNvSpPr/>
            <p:nvPr/>
          </p:nvSpPr>
          <p:spPr>
            <a:xfrm>
              <a:off x="2375276" y="1725947"/>
              <a:ext cx="149" cy="394"/>
            </a:xfrm>
            <a:custGeom>
              <a:avLst/>
              <a:gdLst/>
              <a:ahLst/>
              <a:cxnLst/>
              <a:rect l="l" t="t" r="r" b="b"/>
              <a:pathLst>
                <a:path w="11" h="29" extrusionOk="0">
                  <a:moveTo>
                    <a:pt x="11" y="29"/>
                  </a:moveTo>
                  <a:cubicBezTo>
                    <a:pt x="7" y="18"/>
                    <a:pt x="4" y="8"/>
                    <a:pt x="0" y="1"/>
                  </a:cubicBezTo>
                  <a:cubicBezTo>
                    <a:pt x="4" y="8"/>
                    <a:pt x="7" y="18"/>
                    <a:pt x="11" y="29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63" name="Google Shape;7721;p80">
              <a:extLst>
                <a:ext uri="{FF2B5EF4-FFF2-40B4-BE49-F238E27FC236}">
                  <a16:creationId xmlns:a16="http://schemas.microsoft.com/office/drawing/2014/main" id="{66CDD7B6-C7E6-7F54-EB77-171D1C5BE76D}"/>
                </a:ext>
              </a:extLst>
            </p:cNvPr>
            <p:cNvSpPr/>
            <p:nvPr/>
          </p:nvSpPr>
          <p:spPr>
            <a:xfrm>
              <a:off x="2375086" y="1725662"/>
              <a:ext cx="149" cy="299"/>
            </a:xfrm>
            <a:custGeom>
              <a:avLst/>
              <a:gdLst/>
              <a:ahLst/>
              <a:cxnLst/>
              <a:rect l="l" t="t" r="r" b="b"/>
              <a:pathLst>
                <a:path w="11" h="22" extrusionOk="0">
                  <a:moveTo>
                    <a:pt x="11" y="22"/>
                  </a:moveTo>
                  <a:cubicBezTo>
                    <a:pt x="7" y="11"/>
                    <a:pt x="4" y="4"/>
                    <a:pt x="0" y="1"/>
                  </a:cubicBezTo>
                  <a:cubicBezTo>
                    <a:pt x="4" y="4"/>
                    <a:pt x="7" y="11"/>
                    <a:pt x="11" y="22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64" name="Google Shape;7722;p80">
              <a:extLst>
                <a:ext uri="{FF2B5EF4-FFF2-40B4-BE49-F238E27FC236}">
                  <a16:creationId xmlns:a16="http://schemas.microsoft.com/office/drawing/2014/main" id="{2D81273B-D2E2-58D3-EF6E-86E404434024}"/>
                </a:ext>
              </a:extLst>
            </p:cNvPr>
            <p:cNvSpPr/>
            <p:nvPr/>
          </p:nvSpPr>
          <p:spPr>
            <a:xfrm>
              <a:off x="2367944" y="1717963"/>
              <a:ext cx="1113" cy="4901"/>
            </a:xfrm>
            <a:custGeom>
              <a:avLst/>
              <a:gdLst/>
              <a:ahLst/>
              <a:cxnLst/>
              <a:rect l="l" t="t" r="r" b="b"/>
              <a:pathLst>
                <a:path w="82" h="361" extrusionOk="0">
                  <a:moveTo>
                    <a:pt x="1" y="0"/>
                  </a:moveTo>
                  <a:cubicBezTo>
                    <a:pt x="18" y="49"/>
                    <a:pt x="32" y="98"/>
                    <a:pt x="32" y="151"/>
                  </a:cubicBezTo>
                  <a:cubicBezTo>
                    <a:pt x="39" y="224"/>
                    <a:pt x="53" y="294"/>
                    <a:pt x="81" y="361"/>
                  </a:cubicBezTo>
                  <a:cubicBezTo>
                    <a:pt x="53" y="294"/>
                    <a:pt x="39" y="224"/>
                    <a:pt x="36" y="151"/>
                  </a:cubicBezTo>
                  <a:cubicBezTo>
                    <a:pt x="32" y="98"/>
                    <a:pt x="22" y="49"/>
                    <a:pt x="1" y="0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65" name="Google Shape;7723;p80">
              <a:extLst>
                <a:ext uri="{FF2B5EF4-FFF2-40B4-BE49-F238E27FC236}">
                  <a16:creationId xmlns:a16="http://schemas.microsoft.com/office/drawing/2014/main" id="{43C7D6E5-4181-6A98-8EC9-49BEDFE6D339}"/>
                </a:ext>
              </a:extLst>
            </p:cNvPr>
            <p:cNvSpPr/>
            <p:nvPr/>
          </p:nvSpPr>
          <p:spPr>
            <a:xfrm>
              <a:off x="2376702" y="1727617"/>
              <a:ext cx="339" cy="109"/>
            </a:xfrm>
            <a:custGeom>
              <a:avLst/>
              <a:gdLst/>
              <a:ahLst/>
              <a:cxnLst/>
              <a:rect l="l" t="t" r="r" b="b"/>
              <a:pathLst>
                <a:path w="25" h="8" extrusionOk="0">
                  <a:moveTo>
                    <a:pt x="25" y="7"/>
                  </a:moveTo>
                  <a:lnTo>
                    <a:pt x="0" y="0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66" name="Google Shape;7724;p80">
              <a:extLst>
                <a:ext uri="{FF2B5EF4-FFF2-40B4-BE49-F238E27FC236}">
                  <a16:creationId xmlns:a16="http://schemas.microsoft.com/office/drawing/2014/main" id="{E1B2600E-4714-76B7-B399-81B2446DAA9B}"/>
                </a:ext>
              </a:extLst>
            </p:cNvPr>
            <p:cNvSpPr/>
            <p:nvPr/>
          </p:nvSpPr>
          <p:spPr>
            <a:xfrm>
              <a:off x="2377177" y="1727753"/>
              <a:ext cx="244" cy="163"/>
            </a:xfrm>
            <a:custGeom>
              <a:avLst/>
              <a:gdLst/>
              <a:ahLst/>
              <a:cxnLst/>
              <a:rect l="l" t="t" r="r" b="b"/>
              <a:pathLst>
                <a:path w="18" h="12" extrusionOk="0">
                  <a:moveTo>
                    <a:pt x="18" y="11"/>
                  </a:moveTo>
                  <a:lnTo>
                    <a:pt x="0" y="1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67" name="Google Shape;7725;p80">
              <a:extLst>
                <a:ext uri="{FF2B5EF4-FFF2-40B4-BE49-F238E27FC236}">
                  <a16:creationId xmlns:a16="http://schemas.microsoft.com/office/drawing/2014/main" id="{1EB91DD9-6B64-B4C3-94DE-95D9FCCFEB20}"/>
                </a:ext>
              </a:extLst>
            </p:cNvPr>
            <p:cNvSpPr/>
            <p:nvPr/>
          </p:nvSpPr>
          <p:spPr>
            <a:xfrm>
              <a:off x="2377462" y="1727943"/>
              <a:ext cx="299" cy="204"/>
            </a:xfrm>
            <a:custGeom>
              <a:avLst/>
              <a:gdLst/>
              <a:ahLst/>
              <a:cxnLst/>
              <a:rect l="l" t="t" r="r" b="b"/>
              <a:pathLst>
                <a:path w="22" h="15" extrusionOk="0">
                  <a:moveTo>
                    <a:pt x="21" y="15"/>
                  </a:moveTo>
                  <a:cubicBezTo>
                    <a:pt x="14" y="11"/>
                    <a:pt x="7" y="8"/>
                    <a:pt x="0" y="1"/>
                  </a:cubicBezTo>
                  <a:cubicBezTo>
                    <a:pt x="7" y="8"/>
                    <a:pt x="14" y="11"/>
                    <a:pt x="21" y="15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68" name="Google Shape;7726;p80">
              <a:extLst>
                <a:ext uri="{FF2B5EF4-FFF2-40B4-BE49-F238E27FC236}">
                  <a16:creationId xmlns:a16="http://schemas.microsoft.com/office/drawing/2014/main" id="{C846DBA6-8783-0F31-CB7E-E0743124D3D4}"/>
                </a:ext>
              </a:extLst>
            </p:cNvPr>
            <p:cNvSpPr/>
            <p:nvPr/>
          </p:nvSpPr>
          <p:spPr>
            <a:xfrm>
              <a:off x="2376131" y="1727468"/>
              <a:ext cx="489" cy="109"/>
            </a:xfrm>
            <a:custGeom>
              <a:avLst/>
              <a:gdLst/>
              <a:ahLst/>
              <a:cxnLst/>
              <a:rect l="l" t="t" r="r" b="b"/>
              <a:pathLst>
                <a:path w="36" h="8" extrusionOk="0">
                  <a:moveTo>
                    <a:pt x="0" y="1"/>
                  </a:moveTo>
                  <a:cubicBezTo>
                    <a:pt x="11" y="1"/>
                    <a:pt x="25" y="4"/>
                    <a:pt x="35" y="8"/>
                  </a:cubicBezTo>
                  <a:cubicBezTo>
                    <a:pt x="25" y="4"/>
                    <a:pt x="11" y="1"/>
                    <a:pt x="0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69" name="Google Shape;7727;p80">
              <a:extLst>
                <a:ext uri="{FF2B5EF4-FFF2-40B4-BE49-F238E27FC236}">
                  <a16:creationId xmlns:a16="http://schemas.microsoft.com/office/drawing/2014/main" id="{8068C42A-8CE2-8D80-50AA-EEE2D9CA61CB}"/>
                </a:ext>
              </a:extLst>
            </p:cNvPr>
            <p:cNvSpPr/>
            <p:nvPr/>
          </p:nvSpPr>
          <p:spPr>
            <a:xfrm>
              <a:off x="2377937" y="1728323"/>
              <a:ext cx="54" cy="14"/>
            </a:xfrm>
            <a:custGeom>
              <a:avLst/>
              <a:gdLst/>
              <a:ahLst/>
              <a:cxnLst/>
              <a:rect l="l" t="t" r="r" b="b"/>
              <a:pathLst>
                <a:path w="4" h="1" extrusionOk="0">
                  <a:moveTo>
                    <a:pt x="0" y="1"/>
                  </a:moveTo>
                  <a:lnTo>
                    <a:pt x="4" y="1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70" name="Google Shape;7728;p80">
              <a:extLst>
                <a:ext uri="{FF2B5EF4-FFF2-40B4-BE49-F238E27FC236}">
                  <a16:creationId xmlns:a16="http://schemas.microsoft.com/office/drawing/2014/main" id="{0869A5FC-5B7E-D09E-0BE1-D3609C6C0C48}"/>
                </a:ext>
              </a:extLst>
            </p:cNvPr>
            <p:cNvSpPr/>
            <p:nvPr/>
          </p:nvSpPr>
          <p:spPr>
            <a:xfrm>
              <a:off x="2381169" y="1711881"/>
              <a:ext cx="32763" cy="27725"/>
            </a:xfrm>
            <a:custGeom>
              <a:avLst/>
              <a:gdLst/>
              <a:ahLst/>
              <a:cxnLst/>
              <a:rect l="l" t="t" r="r" b="b"/>
              <a:pathLst>
                <a:path w="2413" h="2042" extrusionOk="0">
                  <a:moveTo>
                    <a:pt x="676" y="0"/>
                  </a:moveTo>
                  <a:lnTo>
                    <a:pt x="665" y="14"/>
                  </a:lnTo>
                  <a:lnTo>
                    <a:pt x="662" y="21"/>
                  </a:lnTo>
                  <a:lnTo>
                    <a:pt x="648" y="35"/>
                  </a:lnTo>
                  <a:lnTo>
                    <a:pt x="648" y="39"/>
                  </a:lnTo>
                  <a:lnTo>
                    <a:pt x="637" y="56"/>
                  </a:lnTo>
                  <a:lnTo>
                    <a:pt x="634" y="60"/>
                  </a:lnTo>
                  <a:lnTo>
                    <a:pt x="630" y="67"/>
                  </a:lnTo>
                  <a:lnTo>
                    <a:pt x="627" y="70"/>
                  </a:lnTo>
                  <a:lnTo>
                    <a:pt x="623" y="77"/>
                  </a:lnTo>
                  <a:lnTo>
                    <a:pt x="623" y="81"/>
                  </a:lnTo>
                  <a:lnTo>
                    <a:pt x="620" y="88"/>
                  </a:lnTo>
                  <a:lnTo>
                    <a:pt x="620" y="91"/>
                  </a:lnTo>
                  <a:lnTo>
                    <a:pt x="616" y="95"/>
                  </a:lnTo>
                  <a:cubicBezTo>
                    <a:pt x="637" y="116"/>
                    <a:pt x="662" y="137"/>
                    <a:pt x="690" y="154"/>
                  </a:cubicBezTo>
                  <a:cubicBezTo>
                    <a:pt x="749" y="203"/>
                    <a:pt x="812" y="249"/>
                    <a:pt x="816" y="319"/>
                  </a:cubicBezTo>
                  <a:cubicBezTo>
                    <a:pt x="819" y="354"/>
                    <a:pt x="805" y="385"/>
                    <a:pt x="781" y="410"/>
                  </a:cubicBezTo>
                  <a:cubicBezTo>
                    <a:pt x="725" y="466"/>
                    <a:pt x="637" y="476"/>
                    <a:pt x="571" y="476"/>
                  </a:cubicBezTo>
                  <a:cubicBezTo>
                    <a:pt x="469" y="476"/>
                    <a:pt x="336" y="445"/>
                    <a:pt x="266" y="378"/>
                  </a:cubicBezTo>
                  <a:cubicBezTo>
                    <a:pt x="198" y="310"/>
                    <a:pt x="67" y="249"/>
                    <a:pt x="15" y="249"/>
                  </a:cubicBezTo>
                  <a:cubicBezTo>
                    <a:pt x="13" y="249"/>
                    <a:pt x="12" y="249"/>
                    <a:pt x="11" y="249"/>
                  </a:cubicBezTo>
                  <a:lnTo>
                    <a:pt x="0" y="249"/>
                  </a:lnTo>
                  <a:cubicBezTo>
                    <a:pt x="7" y="266"/>
                    <a:pt x="14" y="287"/>
                    <a:pt x="25" y="301"/>
                  </a:cubicBezTo>
                  <a:cubicBezTo>
                    <a:pt x="39" y="326"/>
                    <a:pt x="56" y="354"/>
                    <a:pt x="74" y="382"/>
                  </a:cubicBezTo>
                  <a:cubicBezTo>
                    <a:pt x="137" y="476"/>
                    <a:pt x="207" y="574"/>
                    <a:pt x="182" y="669"/>
                  </a:cubicBezTo>
                  <a:cubicBezTo>
                    <a:pt x="172" y="704"/>
                    <a:pt x="217" y="767"/>
                    <a:pt x="259" y="823"/>
                  </a:cubicBezTo>
                  <a:cubicBezTo>
                    <a:pt x="315" y="900"/>
                    <a:pt x="378" y="988"/>
                    <a:pt x="378" y="1089"/>
                  </a:cubicBezTo>
                  <a:cubicBezTo>
                    <a:pt x="378" y="1142"/>
                    <a:pt x="466" y="1208"/>
                    <a:pt x="536" y="1261"/>
                  </a:cubicBezTo>
                  <a:cubicBezTo>
                    <a:pt x="630" y="1334"/>
                    <a:pt x="718" y="1401"/>
                    <a:pt x="718" y="1495"/>
                  </a:cubicBezTo>
                  <a:cubicBezTo>
                    <a:pt x="718" y="1495"/>
                    <a:pt x="718" y="1499"/>
                    <a:pt x="718" y="1502"/>
                  </a:cubicBezTo>
                  <a:lnTo>
                    <a:pt x="718" y="1506"/>
                  </a:lnTo>
                  <a:lnTo>
                    <a:pt x="718" y="1513"/>
                  </a:lnTo>
                  <a:lnTo>
                    <a:pt x="718" y="1520"/>
                  </a:lnTo>
                  <a:lnTo>
                    <a:pt x="721" y="1530"/>
                  </a:lnTo>
                  <a:lnTo>
                    <a:pt x="721" y="1537"/>
                  </a:lnTo>
                  <a:lnTo>
                    <a:pt x="725" y="1551"/>
                  </a:lnTo>
                  <a:lnTo>
                    <a:pt x="732" y="1562"/>
                  </a:lnTo>
                  <a:lnTo>
                    <a:pt x="739" y="1579"/>
                  </a:lnTo>
                  <a:lnTo>
                    <a:pt x="742" y="1593"/>
                  </a:lnTo>
                  <a:lnTo>
                    <a:pt x="753" y="1618"/>
                  </a:lnTo>
                  <a:lnTo>
                    <a:pt x="760" y="1632"/>
                  </a:lnTo>
                  <a:cubicBezTo>
                    <a:pt x="767" y="1642"/>
                    <a:pt x="770" y="1656"/>
                    <a:pt x="777" y="1667"/>
                  </a:cubicBezTo>
                  <a:lnTo>
                    <a:pt x="784" y="1677"/>
                  </a:lnTo>
                  <a:lnTo>
                    <a:pt x="784" y="1681"/>
                  </a:lnTo>
                  <a:cubicBezTo>
                    <a:pt x="907" y="1618"/>
                    <a:pt x="1026" y="1541"/>
                    <a:pt x="1138" y="1457"/>
                  </a:cubicBezTo>
                  <a:cubicBezTo>
                    <a:pt x="1197" y="1418"/>
                    <a:pt x="1250" y="1380"/>
                    <a:pt x="1303" y="1345"/>
                  </a:cubicBezTo>
                  <a:cubicBezTo>
                    <a:pt x="1331" y="1331"/>
                    <a:pt x="1355" y="1313"/>
                    <a:pt x="1380" y="1303"/>
                  </a:cubicBezTo>
                  <a:cubicBezTo>
                    <a:pt x="1387" y="1299"/>
                    <a:pt x="1394" y="1296"/>
                    <a:pt x="1401" y="1292"/>
                  </a:cubicBezTo>
                  <a:cubicBezTo>
                    <a:pt x="1424" y="1280"/>
                    <a:pt x="1448" y="1274"/>
                    <a:pt x="1473" y="1274"/>
                  </a:cubicBezTo>
                  <a:cubicBezTo>
                    <a:pt x="1511" y="1274"/>
                    <a:pt x="1549" y="1289"/>
                    <a:pt x="1579" y="1317"/>
                  </a:cubicBezTo>
                  <a:cubicBezTo>
                    <a:pt x="1695" y="1432"/>
                    <a:pt x="1621" y="1772"/>
                    <a:pt x="1583" y="1870"/>
                  </a:cubicBezTo>
                  <a:cubicBezTo>
                    <a:pt x="1586" y="1877"/>
                    <a:pt x="1593" y="1880"/>
                    <a:pt x="1597" y="1887"/>
                  </a:cubicBezTo>
                  <a:lnTo>
                    <a:pt x="1604" y="1891"/>
                  </a:lnTo>
                  <a:lnTo>
                    <a:pt x="1618" y="1905"/>
                  </a:lnTo>
                  <a:lnTo>
                    <a:pt x="1628" y="1915"/>
                  </a:lnTo>
                  <a:lnTo>
                    <a:pt x="1649" y="1929"/>
                  </a:lnTo>
                  <a:lnTo>
                    <a:pt x="1660" y="1940"/>
                  </a:lnTo>
                  <a:lnTo>
                    <a:pt x="1688" y="1957"/>
                  </a:lnTo>
                  <a:lnTo>
                    <a:pt x="1702" y="1964"/>
                  </a:lnTo>
                  <a:lnTo>
                    <a:pt x="1740" y="1989"/>
                  </a:lnTo>
                  <a:lnTo>
                    <a:pt x="1747" y="1992"/>
                  </a:lnTo>
                  <a:cubicBezTo>
                    <a:pt x="1761" y="2003"/>
                    <a:pt x="1779" y="2010"/>
                    <a:pt x="1796" y="2020"/>
                  </a:cubicBezTo>
                  <a:lnTo>
                    <a:pt x="1814" y="2027"/>
                  </a:lnTo>
                  <a:lnTo>
                    <a:pt x="1845" y="2041"/>
                  </a:lnTo>
                  <a:cubicBezTo>
                    <a:pt x="1856" y="1943"/>
                    <a:pt x="1891" y="1852"/>
                    <a:pt x="1954" y="1775"/>
                  </a:cubicBezTo>
                  <a:cubicBezTo>
                    <a:pt x="2216" y="1450"/>
                    <a:pt x="2412" y="942"/>
                    <a:pt x="2269" y="683"/>
                  </a:cubicBezTo>
                  <a:cubicBezTo>
                    <a:pt x="2216" y="585"/>
                    <a:pt x="2052" y="382"/>
                    <a:pt x="1877" y="168"/>
                  </a:cubicBezTo>
                  <a:lnTo>
                    <a:pt x="1849" y="137"/>
                  </a:lnTo>
                  <a:lnTo>
                    <a:pt x="1849" y="140"/>
                  </a:lnTo>
                  <a:cubicBezTo>
                    <a:pt x="1842" y="147"/>
                    <a:pt x="1835" y="154"/>
                    <a:pt x="1831" y="158"/>
                  </a:cubicBezTo>
                  <a:lnTo>
                    <a:pt x="1824" y="165"/>
                  </a:lnTo>
                  <a:cubicBezTo>
                    <a:pt x="1817" y="172"/>
                    <a:pt x="1810" y="175"/>
                    <a:pt x="1803" y="182"/>
                  </a:cubicBezTo>
                  <a:lnTo>
                    <a:pt x="1800" y="186"/>
                  </a:lnTo>
                  <a:lnTo>
                    <a:pt x="1779" y="200"/>
                  </a:lnTo>
                  <a:lnTo>
                    <a:pt x="1775" y="200"/>
                  </a:lnTo>
                  <a:lnTo>
                    <a:pt x="1751" y="214"/>
                  </a:lnTo>
                  <a:lnTo>
                    <a:pt x="1747" y="214"/>
                  </a:lnTo>
                  <a:lnTo>
                    <a:pt x="1726" y="224"/>
                  </a:lnTo>
                  <a:lnTo>
                    <a:pt x="1719" y="228"/>
                  </a:lnTo>
                  <a:lnTo>
                    <a:pt x="1695" y="235"/>
                  </a:lnTo>
                  <a:lnTo>
                    <a:pt x="1674" y="245"/>
                  </a:lnTo>
                  <a:lnTo>
                    <a:pt x="1667" y="245"/>
                  </a:lnTo>
                  <a:lnTo>
                    <a:pt x="1646" y="252"/>
                  </a:lnTo>
                  <a:cubicBezTo>
                    <a:pt x="1604" y="266"/>
                    <a:pt x="1558" y="280"/>
                    <a:pt x="1548" y="301"/>
                  </a:cubicBezTo>
                  <a:cubicBezTo>
                    <a:pt x="1537" y="336"/>
                    <a:pt x="1509" y="364"/>
                    <a:pt x="1474" y="382"/>
                  </a:cubicBezTo>
                  <a:cubicBezTo>
                    <a:pt x="1467" y="385"/>
                    <a:pt x="1460" y="385"/>
                    <a:pt x="1453" y="389"/>
                  </a:cubicBezTo>
                  <a:lnTo>
                    <a:pt x="1397" y="389"/>
                  </a:lnTo>
                  <a:cubicBezTo>
                    <a:pt x="1387" y="385"/>
                    <a:pt x="1380" y="385"/>
                    <a:pt x="1373" y="382"/>
                  </a:cubicBezTo>
                  <a:lnTo>
                    <a:pt x="1366" y="382"/>
                  </a:lnTo>
                  <a:lnTo>
                    <a:pt x="1348" y="375"/>
                  </a:lnTo>
                  <a:lnTo>
                    <a:pt x="1338" y="371"/>
                  </a:lnTo>
                  <a:lnTo>
                    <a:pt x="1317" y="361"/>
                  </a:lnTo>
                  <a:lnTo>
                    <a:pt x="1303" y="357"/>
                  </a:lnTo>
                  <a:cubicBezTo>
                    <a:pt x="1292" y="350"/>
                    <a:pt x="1278" y="343"/>
                    <a:pt x="1264" y="343"/>
                  </a:cubicBezTo>
                  <a:cubicBezTo>
                    <a:pt x="1254" y="346"/>
                    <a:pt x="1245" y="348"/>
                    <a:pt x="1236" y="348"/>
                  </a:cubicBezTo>
                  <a:cubicBezTo>
                    <a:pt x="1177" y="348"/>
                    <a:pt x="1123" y="293"/>
                    <a:pt x="1050" y="221"/>
                  </a:cubicBezTo>
                  <a:cubicBezTo>
                    <a:pt x="984" y="151"/>
                    <a:pt x="896" y="63"/>
                    <a:pt x="823" y="53"/>
                  </a:cubicBezTo>
                  <a:cubicBezTo>
                    <a:pt x="812" y="49"/>
                    <a:pt x="798" y="49"/>
                    <a:pt x="788" y="46"/>
                  </a:cubicBezTo>
                  <a:lnTo>
                    <a:pt x="774" y="42"/>
                  </a:lnTo>
                  <a:lnTo>
                    <a:pt x="749" y="35"/>
                  </a:lnTo>
                  <a:lnTo>
                    <a:pt x="721" y="21"/>
                  </a:lnTo>
                  <a:lnTo>
                    <a:pt x="714" y="18"/>
                  </a:lnTo>
                  <a:cubicBezTo>
                    <a:pt x="704" y="14"/>
                    <a:pt x="690" y="7"/>
                    <a:pt x="676" y="0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71" name="Google Shape;7729;p80">
              <a:extLst>
                <a:ext uri="{FF2B5EF4-FFF2-40B4-BE49-F238E27FC236}">
                  <a16:creationId xmlns:a16="http://schemas.microsoft.com/office/drawing/2014/main" id="{F04D6D1D-CEA4-E88F-E469-CE5BBCB542F4}"/>
                </a:ext>
              </a:extLst>
            </p:cNvPr>
            <p:cNvSpPr/>
            <p:nvPr/>
          </p:nvSpPr>
          <p:spPr>
            <a:xfrm>
              <a:off x="2379363" y="1731459"/>
              <a:ext cx="6517" cy="4535"/>
            </a:xfrm>
            <a:custGeom>
              <a:avLst/>
              <a:gdLst/>
              <a:ahLst/>
              <a:cxnLst/>
              <a:rect l="l" t="t" r="r" b="b"/>
              <a:pathLst>
                <a:path w="480" h="334" extrusionOk="0">
                  <a:moveTo>
                    <a:pt x="0" y="1"/>
                  </a:moveTo>
                  <a:cubicBezTo>
                    <a:pt x="0" y="8"/>
                    <a:pt x="4" y="15"/>
                    <a:pt x="7" y="22"/>
                  </a:cubicBezTo>
                  <a:lnTo>
                    <a:pt x="11" y="25"/>
                  </a:lnTo>
                  <a:cubicBezTo>
                    <a:pt x="11" y="32"/>
                    <a:pt x="14" y="36"/>
                    <a:pt x="18" y="43"/>
                  </a:cubicBezTo>
                  <a:lnTo>
                    <a:pt x="21" y="50"/>
                  </a:lnTo>
                  <a:cubicBezTo>
                    <a:pt x="25" y="53"/>
                    <a:pt x="28" y="60"/>
                    <a:pt x="32" y="64"/>
                  </a:cubicBezTo>
                  <a:lnTo>
                    <a:pt x="35" y="67"/>
                  </a:lnTo>
                  <a:cubicBezTo>
                    <a:pt x="39" y="74"/>
                    <a:pt x="46" y="81"/>
                    <a:pt x="53" y="85"/>
                  </a:cubicBezTo>
                  <a:lnTo>
                    <a:pt x="56" y="92"/>
                  </a:lnTo>
                  <a:lnTo>
                    <a:pt x="74" y="102"/>
                  </a:lnTo>
                  <a:lnTo>
                    <a:pt x="81" y="106"/>
                  </a:lnTo>
                  <a:cubicBezTo>
                    <a:pt x="88" y="113"/>
                    <a:pt x="98" y="116"/>
                    <a:pt x="105" y="120"/>
                  </a:cubicBezTo>
                  <a:cubicBezTo>
                    <a:pt x="158" y="137"/>
                    <a:pt x="203" y="176"/>
                    <a:pt x="228" y="225"/>
                  </a:cubicBezTo>
                  <a:cubicBezTo>
                    <a:pt x="238" y="246"/>
                    <a:pt x="242" y="267"/>
                    <a:pt x="238" y="288"/>
                  </a:cubicBezTo>
                  <a:cubicBezTo>
                    <a:pt x="308" y="309"/>
                    <a:pt x="382" y="326"/>
                    <a:pt x="455" y="330"/>
                  </a:cubicBezTo>
                  <a:lnTo>
                    <a:pt x="480" y="333"/>
                  </a:lnTo>
                  <a:cubicBezTo>
                    <a:pt x="480" y="326"/>
                    <a:pt x="476" y="323"/>
                    <a:pt x="476" y="319"/>
                  </a:cubicBezTo>
                  <a:lnTo>
                    <a:pt x="476" y="316"/>
                  </a:lnTo>
                  <a:cubicBezTo>
                    <a:pt x="473" y="302"/>
                    <a:pt x="469" y="291"/>
                    <a:pt x="466" y="281"/>
                  </a:cubicBezTo>
                  <a:lnTo>
                    <a:pt x="466" y="277"/>
                  </a:lnTo>
                  <a:cubicBezTo>
                    <a:pt x="459" y="267"/>
                    <a:pt x="452" y="253"/>
                    <a:pt x="445" y="242"/>
                  </a:cubicBezTo>
                  <a:lnTo>
                    <a:pt x="441" y="239"/>
                  </a:lnTo>
                  <a:cubicBezTo>
                    <a:pt x="431" y="225"/>
                    <a:pt x="420" y="207"/>
                    <a:pt x="403" y="190"/>
                  </a:cubicBezTo>
                  <a:lnTo>
                    <a:pt x="399" y="183"/>
                  </a:lnTo>
                  <a:lnTo>
                    <a:pt x="371" y="155"/>
                  </a:lnTo>
                  <a:cubicBezTo>
                    <a:pt x="316" y="94"/>
                    <a:pt x="287" y="83"/>
                    <a:pt x="261" y="83"/>
                  </a:cubicBezTo>
                  <a:cubicBezTo>
                    <a:pt x="255" y="83"/>
                    <a:pt x="248" y="84"/>
                    <a:pt x="242" y="85"/>
                  </a:cubicBezTo>
                  <a:cubicBezTo>
                    <a:pt x="228" y="89"/>
                    <a:pt x="214" y="91"/>
                    <a:pt x="201" y="91"/>
                  </a:cubicBezTo>
                  <a:cubicBezTo>
                    <a:pt x="180" y="91"/>
                    <a:pt x="159" y="86"/>
                    <a:pt x="140" y="78"/>
                  </a:cubicBezTo>
                  <a:cubicBezTo>
                    <a:pt x="123" y="71"/>
                    <a:pt x="98" y="57"/>
                    <a:pt x="74" y="43"/>
                  </a:cubicBezTo>
                  <a:lnTo>
                    <a:pt x="35" y="22"/>
                  </a:lnTo>
                  <a:lnTo>
                    <a:pt x="25" y="11"/>
                  </a:lnTo>
                  <a:lnTo>
                    <a:pt x="0" y="1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72" name="Google Shape;7730;p80">
              <a:extLst>
                <a:ext uri="{FF2B5EF4-FFF2-40B4-BE49-F238E27FC236}">
                  <a16:creationId xmlns:a16="http://schemas.microsoft.com/office/drawing/2014/main" id="{2F67F57A-EADE-F0DD-7423-23124C5BAB0F}"/>
                </a:ext>
              </a:extLst>
            </p:cNvPr>
            <p:cNvSpPr/>
            <p:nvPr/>
          </p:nvSpPr>
          <p:spPr>
            <a:xfrm>
              <a:off x="2389668" y="1712682"/>
              <a:ext cx="109" cy="109"/>
            </a:xfrm>
            <a:custGeom>
              <a:avLst/>
              <a:gdLst/>
              <a:ahLst/>
              <a:cxnLst/>
              <a:rect l="l" t="t" r="r" b="b"/>
              <a:pathLst>
                <a:path w="8" h="8" extrusionOk="0">
                  <a:moveTo>
                    <a:pt x="1" y="8"/>
                  </a:moveTo>
                  <a:lnTo>
                    <a:pt x="8" y="1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73" name="Google Shape;7731;p80">
              <a:extLst>
                <a:ext uri="{FF2B5EF4-FFF2-40B4-BE49-F238E27FC236}">
                  <a16:creationId xmlns:a16="http://schemas.microsoft.com/office/drawing/2014/main" id="{75CFBA72-F760-4F66-A158-BB07F6F788E8}"/>
                </a:ext>
              </a:extLst>
            </p:cNvPr>
            <p:cNvSpPr/>
            <p:nvPr/>
          </p:nvSpPr>
          <p:spPr>
            <a:xfrm>
              <a:off x="2389953" y="1712111"/>
              <a:ext cx="204" cy="258"/>
            </a:xfrm>
            <a:custGeom>
              <a:avLst/>
              <a:gdLst/>
              <a:ahLst/>
              <a:cxnLst/>
              <a:rect l="l" t="t" r="r" b="b"/>
              <a:pathLst>
                <a:path w="15" h="19" extrusionOk="0">
                  <a:moveTo>
                    <a:pt x="1" y="18"/>
                  </a:moveTo>
                  <a:lnTo>
                    <a:pt x="15" y="1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74" name="Google Shape;7732;p80">
              <a:extLst>
                <a:ext uri="{FF2B5EF4-FFF2-40B4-BE49-F238E27FC236}">
                  <a16:creationId xmlns:a16="http://schemas.microsoft.com/office/drawing/2014/main" id="{4A6088DE-1EB4-8152-CC84-C4546FBB852E}"/>
                </a:ext>
              </a:extLst>
            </p:cNvPr>
            <p:cNvSpPr/>
            <p:nvPr/>
          </p:nvSpPr>
          <p:spPr>
            <a:xfrm>
              <a:off x="2389532" y="1713021"/>
              <a:ext cx="54" cy="54"/>
            </a:xfrm>
            <a:custGeom>
              <a:avLst/>
              <a:gdLst/>
              <a:ahLst/>
              <a:cxnLst/>
              <a:rect l="l" t="t" r="r" b="b"/>
              <a:pathLst>
                <a:path w="4" h="4" extrusionOk="0">
                  <a:moveTo>
                    <a:pt x="0" y="4"/>
                  </a:moveTo>
                  <a:lnTo>
                    <a:pt x="4" y="0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75" name="Google Shape;7733;p80">
              <a:extLst>
                <a:ext uri="{FF2B5EF4-FFF2-40B4-BE49-F238E27FC236}">
                  <a16:creationId xmlns:a16="http://schemas.microsoft.com/office/drawing/2014/main" id="{63A2A87F-E10D-84AA-2EA9-8309829A11B0}"/>
                </a:ext>
              </a:extLst>
            </p:cNvPr>
            <p:cNvSpPr/>
            <p:nvPr/>
          </p:nvSpPr>
          <p:spPr>
            <a:xfrm>
              <a:off x="2389573" y="1712872"/>
              <a:ext cx="68" cy="109"/>
            </a:xfrm>
            <a:custGeom>
              <a:avLst/>
              <a:gdLst/>
              <a:ahLst/>
              <a:cxnLst/>
              <a:rect l="l" t="t" r="r" b="b"/>
              <a:pathLst>
                <a:path w="5" h="8" extrusionOk="0">
                  <a:moveTo>
                    <a:pt x="1" y="8"/>
                  </a:moveTo>
                  <a:lnTo>
                    <a:pt x="4" y="1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76" name="Google Shape;7734;p80">
              <a:extLst>
                <a:ext uri="{FF2B5EF4-FFF2-40B4-BE49-F238E27FC236}">
                  <a16:creationId xmlns:a16="http://schemas.microsoft.com/office/drawing/2014/main" id="{2D4DD711-F12F-C41A-7DBA-311A29E22003}"/>
                </a:ext>
              </a:extLst>
            </p:cNvPr>
            <p:cNvSpPr/>
            <p:nvPr/>
          </p:nvSpPr>
          <p:spPr>
            <a:xfrm>
              <a:off x="2389763" y="1712397"/>
              <a:ext cx="204" cy="258"/>
            </a:xfrm>
            <a:custGeom>
              <a:avLst/>
              <a:gdLst/>
              <a:ahLst/>
              <a:cxnLst/>
              <a:rect l="l" t="t" r="r" b="b"/>
              <a:pathLst>
                <a:path w="15" h="19" extrusionOk="0">
                  <a:moveTo>
                    <a:pt x="1" y="18"/>
                  </a:moveTo>
                  <a:lnTo>
                    <a:pt x="15" y="1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77" name="Google Shape;7735;p80">
              <a:extLst>
                <a:ext uri="{FF2B5EF4-FFF2-40B4-BE49-F238E27FC236}">
                  <a16:creationId xmlns:a16="http://schemas.microsoft.com/office/drawing/2014/main" id="{7B33F415-B920-5ECC-F445-D22AE85371C9}"/>
                </a:ext>
              </a:extLst>
            </p:cNvPr>
            <p:cNvSpPr/>
            <p:nvPr/>
          </p:nvSpPr>
          <p:spPr>
            <a:xfrm>
              <a:off x="2389478" y="1713116"/>
              <a:ext cx="14" cy="54"/>
            </a:xfrm>
            <a:custGeom>
              <a:avLst/>
              <a:gdLst/>
              <a:ahLst/>
              <a:cxnLst/>
              <a:rect l="l" t="t" r="r" b="b"/>
              <a:pathLst>
                <a:path w="1" h="4" extrusionOk="0">
                  <a:moveTo>
                    <a:pt x="1" y="4"/>
                  </a:moveTo>
                  <a:lnTo>
                    <a:pt x="1" y="0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78" name="Google Shape;7736;p80">
              <a:extLst>
                <a:ext uri="{FF2B5EF4-FFF2-40B4-BE49-F238E27FC236}">
                  <a16:creationId xmlns:a16="http://schemas.microsoft.com/office/drawing/2014/main" id="{CE55F990-A725-7105-DDF0-3CC07FB367F3}"/>
                </a:ext>
              </a:extLst>
            </p:cNvPr>
            <p:cNvSpPr/>
            <p:nvPr/>
          </p:nvSpPr>
          <p:spPr>
            <a:xfrm>
              <a:off x="2381114" y="1715248"/>
              <a:ext cx="353" cy="774"/>
            </a:xfrm>
            <a:custGeom>
              <a:avLst/>
              <a:gdLst/>
              <a:ahLst/>
              <a:cxnLst/>
              <a:rect l="l" t="t" r="r" b="b"/>
              <a:pathLst>
                <a:path w="26" h="57" extrusionOk="0">
                  <a:moveTo>
                    <a:pt x="1" y="1"/>
                  </a:moveTo>
                  <a:cubicBezTo>
                    <a:pt x="1" y="11"/>
                    <a:pt x="4" y="22"/>
                    <a:pt x="11" y="32"/>
                  </a:cubicBezTo>
                  <a:lnTo>
                    <a:pt x="13" y="35"/>
                  </a:lnTo>
                  <a:lnTo>
                    <a:pt x="13" y="35"/>
                  </a:lnTo>
                  <a:cubicBezTo>
                    <a:pt x="7" y="25"/>
                    <a:pt x="3" y="13"/>
                    <a:pt x="1" y="1"/>
                  </a:cubicBezTo>
                  <a:close/>
                  <a:moveTo>
                    <a:pt x="13" y="35"/>
                  </a:moveTo>
                  <a:lnTo>
                    <a:pt x="13" y="35"/>
                  </a:lnTo>
                  <a:cubicBezTo>
                    <a:pt x="17" y="43"/>
                    <a:pt x="21" y="50"/>
                    <a:pt x="25" y="57"/>
                  </a:cubicBezTo>
                  <a:lnTo>
                    <a:pt x="13" y="35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79" name="Google Shape;7737;p80">
              <a:extLst>
                <a:ext uri="{FF2B5EF4-FFF2-40B4-BE49-F238E27FC236}">
                  <a16:creationId xmlns:a16="http://schemas.microsoft.com/office/drawing/2014/main" id="{A396CBED-7C88-88F7-A03C-FFFA6F14C336}"/>
                </a:ext>
              </a:extLst>
            </p:cNvPr>
            <p:cNvSpPr/>
            <p:nvPr/>
          </p:nvSpPr>
          <p:spPr>
            <a:xfrm>
              <a:off x="2381114" y="1715248"/>
              <a:ext cx="109" cy="14"/>
            </a:xfrm>
            <a:custGeom>
              <a:avLst/>
              <a:gdLst/>
              <a:ahLst/>
              <a:cxnLst/>
              <a:rect l="l" t="t" r="r" b="b"/>
              <a:pathLst>
                <a:path w="8" h="1" extrusionOk="0">
                  <a:moveTo>
                    <a:pt x="1" y="1"/>
                  </a:moveTo>
                  <a:lnTo>
                    <a:pt x="8" y="1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80" name="Google Shape;7738;p80">
              <a:extLst>
                <a:ext uri="{FF2B5EF4-FFF2-40B4-BE49-F238E27FC236}">
                  <a16:creationId xmlns:a16="http://schemas.microsoft.com/office/drawing/2014/main" id="{2FE03E45-4D22-9581-1D39-63FB41A88E77}"/>
                </a:ext>
              </a:extLst>
            </p:cNvPr>
            <p:cNvSpPr/>
            <p:nvPr/>
          </p:nvSpPr>
          <p:spPr>
            <a:xfrm>
              <a:off x="2381209" y="1715248"/>
              <a:ext cx="3530" cy="1779"/>
            </a:xfrm>
            <a:custGeom>
              <a:avLst/>
              <a:gdLst/>
              <a:ahLst/>
              <a:cxnLst/>
              <a:rect l="l" t="t" r="r" b="b"/>
              <a:pathLst>
                <a:path w="260" h="131" extrusionOk="0">
                  <a:moveTo>
                    <a:pt x="1" y="1"/>
                  </a:moveTo>
                  <a:cubicBezTo>
                    <a:pt x="53" y="1"/>
                    <a:pt x="193" y="64"/>
                    <a:pt x="260" y="130"/>
                  </a:cubicBezTo>
                  <a:cubicBezTo>
                    <a:pt x="193" y="64"/>
                    <a:pt x="53" y="1"/>
                    <a:pt x="1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81" name="Google Shape;7739;p80">
              <a:extLst>
                <a:ext uri="{FF2B5EF4-FFF2-40B4-BE49-F238E27FC236}">
                  <a16:creationId xmlns:a16="http://schemas.microsoft.com/office/drawing/2014/main" id="{DE580107-8F3F-6216-89CF-22E96EE3ADCA}"/>
                </a:ext>
              </a:extLst>
            </p:cNvPr>
            <p:cNvSpPr/>
            <p:nvPr/>
          </p:nvSpPr>
          <p:spPr>
            <a:xfrm>
              <a:off x="2390198" y="1711921"/>
              <a:ext cx="149" cy="163"/>
            </a:xfrm>
            <a:custGeom>
              <a:avLst/>
              <a:gdLst/>
              <a:ahLst/>
              <a:cxnLst/>
              <a:rect l="l" t="t" r="r" b="b"/>
              <a:pathLst>
                <a:path w="11" h="12" extrusionOk="0">
                  <a:moveTo>
                    <a:pt x="11" y="1"/>
                  </a:moveTo>
                  <a:lnTo>
                    <a:pt x="0" y="11"/>
                  </a:lnTo>
                  <a:lnTo>
                    <a:pt x="11" y="1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82" name="Google Shape;7740;p80">
              <a:extLst>
                <a:ext uri="{FF2B5EF4-FFF2-40B4-BE49-F238E27FC236}">
                  <a16:creationId xmlns:a16="http://schemas.microsoft.com/office/drawing/2014/main" id="{BE6AACE3-4749-3FAA-6AD6-90A5A8EC7BA9}"/>
                </a:ext>
              </a:extLst>
            </p:cNvPr>
            <p:cNvSpPr/>
            <p:nvPr/>
          </p:nvSpPr>
          <p:spPr>
            <a:xfrm>
              <a:off x="2379404" y="1731799"/>
              <a:ext cx="163" cy="244"/>
            </a:xfrm>
            <a:custGeom>
              <a:avLst/>
              <a:gdLst/>
              <a:ahLst/>
              <a:cxnLst/>
              <a:rect l="l" t="t" r="r" b="b"/>
              <a:pathLst>
                <a:path w="12" h="18" extrusionOk="0">
                  <a:moveTo>
                    <a:pt x="1" y="0"/>
                  </a:moveTo>
                  <a:cubicBezTo>
                    <a:pt x="4" y="7"/>
                    <a:pt x="8" y="14"/>
                    <a:pt x="11" y="18"/>
                  </a:cubicBezTo>
                  <a:cubicBezTo>
                    <a:pt x="8" y="11"/>
                    <a:pt x="4" y="7"/>
                    <a:pt x="1" y="0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83" name="Google Shape;7741;p80">
              <a:extLst>
                <a:ext uri="{FF2B5EF4-FFF2-40B4-BE49-F238E27FC236}">
                  <a16:creationId xmlns:a16="http://schemas.microsoft.com/office/drawing/2014/main" id="{2081F50E-255C-3DFF-ED2D-6F30544B53F7}"/>
                </a:ext>
              </a:extLst>
            </p:cNvPr>
            <p:cNvSpPr/>
            <p:nvPr/>
          </p:nvSpPr>
          <p:spPr>
            <a:xfrm>
              <a:off x="2379268" y="1731459"/>
              <a:ext cx="149" cy="258"/>
            </a:xfrm>
            <a:custGeom>
              <a:avLst/>
              <a:gdLst/>
              <a:ahLst/>
              <a:cxnLst/>
              <a:rect l="l" t="t" r="r" b="b"/>
              <a:pathLst>
                <a:path w="11" h="19" extrusionOk="0">
                  <a:moveTo>
                    <a:pt x="0" y="1"/>
                  </a:moveTo>
                  <a:cubicBezTo>
                    <a:pt x="4" y="8"/>
                    <a:pt x="7" y="15"/>
                    <a:pt x="11" y="18"/>
                  </a:cubicBezTo>
                  <a:cubicBezTo>
                    <a:pt x="7" y="11"/>
                    <a:pt x="4" y="8"/>
                    <a:pt x="0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84" name="Google Shape;7742;p80">
              <a:extLst>
                <a:ext uri="{FF2B5EF4-FFF2-40B4-BE49-F238E27FC236}">
                  <a16:creationId xmlns:a16="http://schemas.microsoft.com/office/drawing/2014/main" id="{FCDEDDE3-DE23-1E27-897B-912142431B29}"/>
                </a:ext>
              </a:extLst>
            </p:cNvPr>
            <p:cNvSpPr/>
            <p:nvPr/>
          </p:nvSpPr>
          <p:spPr>
            <a:xfrm>
              <a:off x="2403748" y="1738262"/>
              <a:ext cx="339" cy="244"/>
            </a:xfrm>
            <a:custGeom>
              <a:avLst/>
              <a:gdLst/>
              <a:ahLst/>
              <a:cxnLst/>
              <a:rect l="l" t="t" r="r" b="b"/>
              <a:pathLst>
                <a:path w="25" h="18" extrusionOk="0">
                  <a:moveTo>
                    <a:pt x="25" y="18"/>
                  </a:moveTo>
                  <a:lnTo>
                    <a:pt x="0" y="0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85" name="Google Shape;7743;p80">
              <a:extLst>
                <a:ext uri="{FF2B5EF4-FFF2-40B4-BE49-F238E27FC236}">
                  <a16:creationId xmlns:a16="http://schemas.microsoft.com/office/drawing/2014/main" id="{CBFD985D-904D-9427-5337-E5F94C71420E}"/>
                </a:ext>
              </a:extLst>
            </p:cNvPr>
            <p:cNvSpPr/>
            <p:nvPr/>
          </p:nvSpPr>
          <p:spPr>
            <a:xfrm>
              <a:off x="2404888" y="1738968"/>
              <a:ext cx="720" cy="394"/>
            </a:xfrm>
            <a:custGeom>
              <a:avLst/>
              <a:gdLst/>
              <a:ahLst/>
              <a:cxnLst/>
              <a:rect l="l" t="t" r="r" b="b"/>
              <a:pathLst>
                <a:path w="53" h="29" extrusionOk="0">
                  <a:moveTo>
                    <a:pt x="53" y="29"/>
                  </a:moveTo>
                  <a:cubicBezTo>
                    <a:pt x="35" y="18"/>
                    <a:pt x="18" y="11"/>
                    <a:pt x="0" y="1"/>
                  </a:cubicBezTo>
                  <a:cubicBezTo>
                    <a:pt x="18" y="11"/>
                    <a:pt x="35" y="18"/>
                    <a:pt x="53" y="29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86" name="Google Shape;7744;p80">
              <a:extLst>
                <a:ext uri="{FF2B5EF4-FFF2-40B4-BE49-F238E27FC236}">
                  <a16:creationId xmlns:a16="http://schemas.microsoft.com/office/drawing/2014/main" id="{C30B804B-91B5-8DAB-D782-CB8E9DED3C4B}"/>
                </a:ext>
              </a:extLst>
            </p:cNvPr>
            <p:cNvSpPr/>
            <p:nvPr/>
          </p:nvSpPr>
          <p:spPr>
            <a:xfrm>
              <a:off x="2403273" y="1737922"/>
              <a:ext cx="299" cy="204"/>
            </a:xfrm>
            <a:custGeom>
              <a:avLst/>
              <a:gdLst/>
              <a:ahLst/>
              <a:cxnLst/>
              <a:rect l="l" t="t" r="r" b="b"/>
              <a:pathLst>
                <a:path w="22" h="15" extrusionOk="0">
                  <a:moveTo>
                    <a:pt x="21" y="15"/>
                  </a:moveTo>
                  <a:lnTo>
                    <a:pt x="0" y="1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87" name="Google Shape;7745;p80">
              <a:extLst>
                <a:ext uri="{FF2B5EF4-FFF2-40B4-BE49-F238E27FC236}">
                  <a16:creationId xmlns:a16="http://schemas.microsoft.com/office/drawing/2014/main" id="{D09698DA-BD8F-DCFC-D052-4B3E418537A7}"/>
                </a:ext>
              </a:extLst>
            </p:cNvPr>
            <p:cNvSpPr/>
            <p:nvPr/>
          </p:nvSpPr>
          <p:spPr>
            <a:xfrm>
              <a:off x="2398901" y="1729613"/>
              <a:ext cx="1005" cy="584"/>
            </a:xfrm>
            <a:custGeom>
              <a:avLst/>
              <a:gdLst/>
              <a:ahLst/>
              <a:cxnLst/>
              <a:rect l="l" t="t" r="r" b="b"/>
              <a:pathLst>
                <a:path w="74" h="43" extrusionOk="0">
                  <a:moveTo>
                    <a:pt x="73" y="0"/>
                  </a:moveTo>
                  <a:cubicBezTo>
                    <a:pt x="49" y="11"/>
                    <a:pt x="25" y="25"/>
                    <a:pt x="0" y="42"/>
                  </a:cubicBezTo>
                  <a:cubicBezTo>
                    <a:pt x="25" y="28"/>
                    <a:pt x="49" y="11"/>
                    <a:pt x="73" y="0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88" name="Google Shape;7746;p80">
              <a:extLst>
                <a:ext uri="{FF2B5EF4-FFF2-40B4-BE49-F238E27FC236}">
                  <a16:creationId xmlns:a16="http://schemas.microsoft.com/office/drawing/2014/main" id="{8FBF396B-2BCD-51B8-36C7-2BE02DAAE48A}"/>
                </a:ext>
              </a:extLst>
            </p:cNvPr>
            <p:cNvSpPr/>
            <p:nvPr/>
          </p:nvSpPr>
          <p:spPr>
            <a:xfrm>
              <a:off x="2405839" y="1739443"/>
              <a:ext cx="394" cy="204"/>
            </a:xfrm>
            <a:custGeom>
              <a:avLst/>
              <a:gdLst/>
              <a:ahLst/>
              <a:cxnLst/>
              <a:rect l="l" t="t" r="r" b="b"/>
              <a:pathLst>
                <a:path w="29" h="15" extrusionOk="0">
                  <a:moveTo>
                    <a:pt x="28" y="15"/>
                  </a:moveTo>
                  <a:lnTo>
                    <a:pt x="28" y="15"/>
                  </a:lnTo>
                  <a:lnTo>
                    <a:pt x="0" y="1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89" name="Google Shape;7747;p80">
              <a:extLst>
                <a:ext uri="{FF2B5EF4-FFF2-40B4-BE49-F238E27FC236}">
                  <a16:creationId xmlns:a16="http://schemas.microsoft.com/office/drawing/2014/main" id="{16360DB6-5291-E411-FF2B-A04C8CD76520}"/>
                </a:ext>
              </a:extLst>
            </p:cNvPr>
            <p:cNvSpPr/>
            <p:nvPr/>
          </p:nvSpPr>
          <p:spPr>
            <a:xfrm>
              <a:off x="2385486" y="1735981"/>
              <a:ext cx="353" cy="14"/>
            </a:xfrm>
            <a:custGeom>
              <a:avLst/>
              <a:gdLst/>
              <a:ahLst/>
              <a:cxnLst/>
              <a:rect l="l" t="t" r="r" b="b"/>
              <a:pathLst>
                <a:path w="26" h="1" extrusionOk="0">
                  <a:moveTo>
                    <a:pt x="25" y="0"/>
                  </a:moveTo>
                  <a:lnTo>
                    <a:pt x="1" y="0"/>
                  </a:lnTo>
                  <a:lnTo>
                    <a:pt x="25" y="0"/>
                  </a:lnTo>
                  <a:lnTo>
                    <a:pt x="25" y="0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90" name="Google Shape;7748;p80">
              <a:extLst>
                <a:ext uri="{FF2B5EF4-FFF2-40B4-BE49-F238E27FC236}">
                  <a16:creationId xmlns:a16="http://schemas.microsoft.com/office/drawing/2014/main" id="{CCCE2DB4-76C7-5D92-CD35-6258B3DE483C}"/>
                </a:ext>
              </a:extLst>
            </p:cNvPr>
            <p:cNvSpPr/>
            <p:nvPr/>
          </p:nvSpPr>
          <p:spPr>
            <a:xfrm>
              <a:off x="2379784" y="1732369"/>
              <a:ext cx="204" cy="244"/>
            </a:xfrm>
            <a:custGeom>
              <a:avLst/>
              <a:gdLst/>
              <a:ahLst/>
              <a:cxnLst/>
              <a:rect l="l" t="t" r="r" b="b"/>
              <a:pathLst>
                <a:path w="15" h="18" extrusionOk="0">
                  <a:moveTo>
                    <a:pt x="15" y="18"/>
                  </a:moveTo>
                  <a:cubicBezTo>
                    <a:pt x="11" y="14"/>
                    <a:pt x="4" y="7"/>
                    <a:pt x="1" y="0"/>
                  </a:cubicBezTo>
                  <a:cubicBezTo>
                    <a:pt x="4" y="7"/>
                    <a:pt x="11" y="14"/>
                    <a:pt x="15" y="18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91" name="Google Shape;7749;p80">
              <a:extLst>
                <a:ext uri="{FF2B5EF4-FFF2-40B4-BE49-F238E27FC236}">
                  <a16:creationId xmlns:a16="http://schemas.microsoft.com/office/drawing/2014/main" id="{0F00F90C-696A-AEB8-0808-1A9A8B544969}"/>
                </a:ext>
              </a:extLst>
            </p:cNvPr>
            <p:cNvSpPr/>
            <p:nvPr/>
          </p:nvSpPr>
          <p:spPr>
            <a:xfrm>
              <a:off x="2402933" y="1737596"/>
              <a:ext cx="258" cy="204"/>
            </a:xfrm>
            <a:custGeom>
              <a:avLst/>
              <a:gdLst/>
              <a:ahLst/>
              <a:cxnLst/>
              <a:rect l="l" t="t" r="r" b="b"/>
              <a:pathLst>
                <a:path w="19" h="15" extrusionOk="0">
                  <a:moveTo>
                    <a:pt x="18" y="14"/>
                  </a:moveTo>
                  <a:lnTo>
                    <a:pt x="1" y="0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92" name="Google Shape;7750;p80">
              <a:extLst>
                <a:ext uri="{FF2B5EF4-FFF2-40B4-BE49-F238E27FC236}">
                  <a16:creationId xmlns:a16="http://schemas.microsoft.com/office/drawing/2014/main" id="{2EC81457-D952-A06D-AED3-6C749B0DB2D6}"/>
                </a:ext>
              </a:extLst>
            </p:cNvPr>
            <p:cNvSpPr/>
            <p:nvPr/>
          </p:nvSpPr>
          <p:spPr>
            <a:xfrm>
              <a:off x="2379594" y="1732125"/>
              <a:ext cx="163" cy="204"/>
            </a:xfrm>
            <a:custGeom>
              <a:avLst/>
              <a:gdLst/>
              <a:ahLst/>
              <a:cxnLst/>
              <a:rect l="l" t="t" r="r" b="b"/>
              <a:pathLst>
                <a:path w="12" h="15" extrusionOk="0">
                  <a:moveTo>
                    <a:pt x="11" y="15"/>
                  </a:moveTo>
                  <a:cubicBezTo>
                    <a:pt x="8" y="11"/>
                    <a:pt x="4" y="4"/>
                    <a:pt x="1" y="1"/>
                  </a:cubicBezTo>
                  <a:cubicBezTo>
                    <a:pt x="4" y="4"/>
                    <a:pt x="8" y="11"/>
                    <a:pt x="11" y="15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93" name="Google Shape;7751;p80">
              <a:extLst>
                <a:ext uri="{FF2B5EF4-FFF2-40B4-BE49-F238E27FC236}">
                  <a16:creationId xmlns:a16="http://schemas.microsoft.com/office/drawing/2014/main" id="{983045A2-F30E-9772-4194-E7109A7E65DF}"/>
                </a:ext>
              </a:extLst>
            </p:cNvPr>
            <p:cNvSpPr/>
            <p:nvPr/>
          </p:nvSpPr>
          <p:spPr>
            <a:xfrm>
              <a:off x="2380069" y="1732695"/>
              <a:ext cx="204" cy="163"/>
            </a:xfrm>
            <a:custGeom>
              <a:avLst/>
              <a:gdLst/>
              <a:ahLst/>
              <a:cxnLst/>
              <a:rect l="l" t="t" r="r" b="b"/>
              <a:pathLst>
                <a:path w="15" h="12" extrusionOk="0">
                  <a:moveTo>
                    <a:pt x="15" y="11"/>
                  </a:moveTo>
                  <a:lnTo>
                    <a:pt x="1" y="1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94" name="Google Shape;7752;p80">
              <a:extLst>
                <a:ext uri="{FF2B5EF4-FFF2-40B4-BE49-F238E27FC236}">
                  <a16:creationId xmlns:a16="http://schemas.microsoft.com/office/drawing/2014/main" id="{35AA911D-66DB-4CCB-6BD7-D1806857D9FF}"/>
                </a:ext>
              </a:extLst>
            </p:cNvPr>
            <p:cNvSpPr/>
            <p:nvPr/>
          </p:nvSpPr>
          <p:spPr>
            <a:xfrm>
              <a:off x="2402648" y="1737311"/>
              <a:ext cx="204" cy="244"/>
            </a:xfrm>
            <a:custGeom>
              <a:avLst/>
              <a:gdLst/>
              <a:ahLst/>
              <a:cxnLst/>
              <a:rect l="l" t="t" r="r" b="b"/>
              <a:pathLst>
                <a:path w="15" h="18" extrusionOk="0">
                  <a:moveTo>
                    <a:pt x="15" y="18"/>
                  </a:moveTo>
                  <a:cubicBezTo>
                    <a:pt x="11" y="11"/>
                    <a:pt x="8" y="7"/>
                    <a:pt x="1" y="0"/>
                  </a:cubicBezTo>
                  <a:cubicBezTo>
                    <a:pt x="8" y="7"/>
                    <a:pt x="11" y="11"/>
                    <a:pt x="15" y="18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95" name="Google Shape;7753;p80">
              <a:extLst>
                <a:ext uri="{FF2B5EF4-FFF2-40B4-BE49-F238E27FC236}">
                  <a16:creationId xmlns:a16="http://schemas.microsoft.com/office/drawing/2014/main" id="{B2E1BDA3-38FA-E4DC-8FF1-40ABA4E89875}"/>
                </a:ext>
              </a:extLst>
            </p:cNvPr>
            <p:cNvSpPr/>
            <p:nvPr/>
          </p:nvSpPr>
          <p:spPr>
            <a:xfrm>
              <a:off x="2380408" y="1732885"/>
              <a:ext cx="339" cy="204"/>
            </a:xfrm>
            <a:custGeom>
              <a:avLst/>
              <a:gdLst/>
              <a:ahLst/>
              <a:cxnLst/>
              <a:rect l="l" t="t" r="r" b="b"/>
              <a:pathLst>
                <a:path w="25" h="15" extrusionOk="0">
                  <a:moveTo>
                    <a:pt x="25" y="15"/>
                  </a:moveTo>
                  <a:cubicBezTo>
                    <a:pt x="14" y="11"/>
                    <a:pt x="7" y="8"/>
                    <a:pt x="0" y="1"/>
                  </a:cubicBezTo>
                  <a:cubicBezTo>
                    <a:pt x="7" y="8"/>
                    <a:pt x="14" y="11"/>
                    <a:pt x="25" y="15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96" name="Google Shape;7754;p80">
              <a:extLst>
                <a:ext uri="{FF2B5EF4-FFF2-40B4-BE49-F238E27FC236}">
                  <a16:creationId xmlns:a16="http://schemas.microsoft.com/office/drawing/2014/main" id="{FA400780-A28B-D8A0-4CBB-46E905574E0F}"/>
                </a:ext>
              </a:extLst>
            </p:cNvPr>
            <p:cNvSpPr/>
            <p:nvPr/>
          </p:nvSpPr>
          <p:spPr>
            <a:xfrm>
              <a:off x="2404264" y="1738588"/>
              <a:ext cx="543" cy="353"/>
            </a:xfrm>
            <a:custGeom>
              <a:avLst/>
              <a:gdLst/>
              <a:ahLst/>
              <a:cxnLst/>
              <a:rect l="l" t="t" r="r" b="b"/>
              <a:pathLst>
                <a:path w="40" h="26" extrusionOk="0">
                  <a:moveTo>
                    <a:pt x="39" y="25"/>
                  </a:moveTo>
                  <a:lnTo>
                    <a:pt x="1" y="1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97" name="Google Shape;7755;p80">
              <a:extLst>
                <a:ext uri="{FF2B5EF4-FFF2-40B4-BE49-F238E27FC236}">
                  <a16:creationId xmlns:a16="http://schemas.microsoft.com/office/drawing/2014/main" id="{CED32586-E2DD-E645-272E-1C0981632211}"/>
                </a:ext>
              </a:extLst>
            </p:cNvPr>
            <p:cNvSpPr/>
            <p:nvPr/>
          </p:nvSpPr>
          <p:spPr>
            <a:xfrm>
              <a:off x="2392329" y="1712641"/>
              <a:ext cx="3109" cy="2295"/>
            </a:xfrm>
            <a:custGeom>
              <a:avLst/>
              <a:gdLst/>
              <a:ahLst/>
              <a:cxnLst/>
              <a:rect l="l" t="t" r="r" b="b"/>
              <a:pathLst>
                <a:path w="229" h="169" extrusionOk="0">
                  <a:moveTo>
                    <a:pt x="228" y="168"/>
                  </a:moveTo>
                  <a:cubicBezTo>
                    <a:pt x="158" y="98"/>
                    <a:pt x="74" y="11"/>
                    <a:pt x="1" y="0"/>
                  </a:cubicBezTo>
                  <a:cubicBezTo>
                    <a:pt x="74" y="11"/>
                    <a:pt x="158" y="98"/>
                    <a:pt x="228" y="168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98" name="Google Shape;7756;p80">
              <a:extLst>
                <a:ext uri="{FF2B5EF4-FFF2-40B4-BE49-F238E27FC236}">
                  <a16:creationId xmlns:a16="http://schemas.microsoft.com/office/drawing/2014/main" id="{E2AA78EE-51AE-A6DF-6613-071CA90483E7}"/>
                </a:ext>
              </a:extLst>
            </p:cNvPr>
            <p:cNvSpPr/>
            <p:nvPr/>
          </p:nvSpPr>
          <p:spPr>
            <a:xfrm>
              <a:off x="2405364" y="1714447"/>
              <a:ext cx="244" cy="204"/>
            </a:xfrm>
            <a:custGeom>
              <a:avLst/>
              <a:gdLst/>
              <a:ahLst/>
              <a:cxnLst/>
              <a:rect l="l" t="t" r="r" b="b"/>
              <a:pathLst>
                <a:path w="18" h="15" extrusionOk="0">
                  <a:moveTo>
                    <a:pt x="0" y="14"/>
                  </a:moveTo>
                  <a:lnTo>
                    <a:pt x="18" y="0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99" name="Google Shape;7757;p80">
              <a:extLst>
                <a:ext uri="{FF2B5EF4-FFF2-40B4-BE49-F238E27FC236}">
                  <a16:creationId xmlns:a16="http://schemas.microsoft.com/office/drawing/2014/main" id="{35084394-40E0-6A0D-8429-EC0F546E37E9}"/>
                </a:ext>
              </a:extLst>
            </p:cNvPr>
            <p:cNvSpPr/>
            <p:nvPr/>
          </p:nvSpPr>
          <p:spPr>
            <a:xfrm>
              <a:off x="2400612" y="1717298"/>
              <a:ext cx="14" cy="14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0" y="0"/>
                  </a:move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00" name="Google Shape;7758;p80">
              <a:extLst>
                <a:ext uri="{FF2B5EF4-FFF2-40B4-BE49-F238E27FC236}">
                  <a16:creationId xmlns:a16="http://schemas.microsoft.com/office/drawing/2014/main" id="{D61E9249-B23A-BD3D-8B4C-88C089992C08}"/>
                </a:ext>
              </a:extLst>
            </p:cNvPr>
            <p:cNvSpPr/>
            <p:nvPr/>
          </p:nvSpPr>
          <p:spPr>
            <a:xfrm>
              <a:off x="2403884" y="1715153"/>
              <a:ext cx="299" cy="109"/>
            </a:xfrm>
            <a:custGeom>
              <a:avLst/>
              <a:gdLst/>
              <a:ahLst/>
              <a:cxnLst/>
              <a:rect l="l" t="t" r="r" b="b"/>
              <a:pathLst>
                <a:path w="22" h="8" extrusionOk="0">
                  <a:moveTo>
                    <a:pt x="1" y="8"/>
                  </a:moveTo>
                  <a:lnTo>
                    <a:pt x="22" y="1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01" name="Google Shape;7759;p80">
              <a:extLst>
                <a:ext uri="{FF2B5EF4-FFF2-40B4-BE49-F238E27FC236}">
                  <a16:creationId xmlns:a16="http://schemas.microsoft.com/office/drawing/2014/main" id="{37D736FA-89BD-58B0-EBAA-60451912647A}"/>
                </a:ext>
              </a:extLst>
            </p:cNvPr>
            <p:cNvSpPr/>
            <p:nvPr/>
          </p:nvSpPr>
          <p:spPr>
            <a:xfrm>
              <a:off x="2404603" y="1714868"/>
              <a:ext cx="299" cy="109"/>
            </a:xfrm>
            <a:custGeom>
              <a:avLst/>
              <a:gdLst/>
              <a:ahLst/>
              <a:cxnLst/>
              <a:rect l="l" t="t" r="r" b="b"/>
              <a:pathLst>
                <a:path w="22" h="8" extrusionOk="0">
                  <a:moveTo>
                    <a:pt x="0" y="8"/>
                  </a:moveTo>
                  <a:lnTo>
                    <a:pt x="21" y="1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02" name="Google Shape;7760;p80">
              <a:extLst>
                <a:ext uri="{FF2B5EF4-FFF2-40B4-BE49-F238E27FC236}">
                  <a16:creationId xmlns:a16="http://schemas.microsoft.com/office/drawing/2014/main" id="{F6E81394-A306-2754-390D-ED420919F929}"/>
                </a:ext>
              </a:extLst>
            </p:cNvPr>
            <p:cNvSpPr/>
            <p:nvPr/>
          </p:nvSpPr>
          <p:spPr>
            <a:xfrm>
              <a:off x="2403504" y="1715302"/>
              <a:ext cx="299" cy="109"/>
            </a:xfrm>
            <a:custGeom>
              <a:avLst/>
              <a:gdLst/>
              <a:ahLst/>
              <a:cxnLst/>
              <a:rect l="l" t="t" r="r" b="b"/>
              <a:pathLst>
                <a:path w="22" h="8" extrusionOk="0">
                  <a:moveTo>
                    <a:pt x="1" y="7"/>
                  </a:moveTo>
                  <a:lnTo>
                    <a:pt x="22" y="0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03" name="Google Shape;7761;p80">
              <a:extLst>
                <a:ext uri="{FF2B5EF4-FFF2-40B4-BE49-F238E27FC236}">
                  <a16:creationId xmlns:a16="http://schemas.microsoft.com/office/drawing/2014/main" id="{92AF26CE-2B9D-5B6A-DAA7-B2D16A3D9D0C}"/>
                </a:ext>
              </a:extLst>
            </p:cNvPr>
            <p:cNvSpPr/>
            <p:nvPr/>
          </p:nvSpPr>
          <p:spPr>
            <a:xfrm>
              <a:off x="2404929" y="1714637"/>
              <a:ext cx="353" cy="204"/>
            </a:xfrm>
            <a:custGeom>
              <a:avLst/>
              <a:gdLst/>
              <a:ahLst/>
              <a:cxnLst/>
              <a:rect l="l" t="t" r="r" b="b"/>
              <a:pathLst>
                <a:path w="26" h="15" extrusionOk="0">
                  <a:moveTo>
                    <a:pt x="1" y="14"/>
                  </a:moveTo>
                  <a:lnTo>
                    <a:pt x="25" y="0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04" name="Google Shape;7762;p80">
              <a:extLst>
                <a:ext uri="{FF2B5EF4-FFF2-40B4-BE49-F238E27FC236}">
                  <a16:creationId xmlns:a16="http://schemas.microsoft.com/office/drawing/2014/main" id="{F832347A-830E-2718-5309-EDBAE766730D}"/>
                </a:ext>
              </a:extLst>
            </p:cNvPr>
            <p:cNvSpPr/>
            <p:nvPr/>
          </p:nvSpPr>
          <p:spPr>
            <a:xfrm>
              <a:off x="2404223" y="1715017"/>
              <a:ext cx="299" cy="149"/>
            </a:xfrm>
            <a:custGeom>
              <a:avLst/>
              <a:gdLst/>
              <a:ahLst/>
              <a:cxnLst/>
              <a:rect l="l" t="t" r="r" b="b"/>
              <a:pathLst>
                <a:path w="22" h="11" extrusionOk="0">
                  <a:moveTo>
                    <a:pt x="0" y="11"/>
                  </a:moveTo>
                  <a:lnTo>
                    <a:pt x="21" y="0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05" name="Google Shape;7763;p80">
              <a:extLst>
                <a:ext uri="{FF2B5EF4-FFF2-40B4-BE49-F238E27FC236}">
                  <a16:creationId xmlns:a16="http://schemas.microsoft.com/office/drawing/2014/main" id="{34BE9002-E2D1-8BBD-FEF6-DEF8DF835684}"/>
                </a:ext>
              </a:extLst>
            </p:cNvPr>
            <p:cNvSpPr/>
            <p:nvPr/>
          </p:nvSpPr>
          <p:spPr>
            <a:xfrm>
              <a:off x="2390333" y="1711921"/>
              <a:ext cx="543" cy="299"/>
            </a:xfrm>
            <a:custGeom>
              <a:avLst/>
              <a:gdLst/>
              <a:ahLst/>
              <a:cxnLst/>
              <a:rect l="l" t="t" r="r" b="b"/>
              <a:pathLst>
                <a:path w="40" h="22" extrusionOk="0">
                  <a:moveTo>
                    <a:pt x="1" y="1"/>
                  </a:moveTo>
                  <a:cubicBezTo>
                    <a:pt x="11" y="8"/>
                    <a:pt x="25" y="15"/>
                    <a:pt x="39" y="22"/>
                  </a:cubicBezTo>
                  <a:cubicBezTo>
                    <a:pt x="29" y="15"/>
                    <a:pt x="15" y="8"/>
                    <a:pt x="1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06" name="Google Shape;7764;p80">
              <a:extLst>
                <a:ext uri="{FF2B5EF4-FFF2-40B4-BE49-F238E27FC236}">
                  <a16:creationId xmlns:a16="http://schemas.microsoft.com/office/drawing/2014/main" id="{366196D8-CA7B-7B5E-91A8-8072E9863F51}"/>
                </a:ext>
              </a:extLst>
            </p:cNvPr>
            <p:cNvSpPr/>
            <p:nvPr/>
          </p:nvSpPr>
          <p:spPr>
            <a:xfrm>
              <a:off x="2390958" y="1712261"/>
              <a:ext cx="394" cy="149"/>
            </a:xfrm>
            <a:custGeom>
              <a:avLst/>
              <a:gdLst/>
              <a:ahLst/>
              <a:cxnLst/>
              <a:rect l="l" t="t" r="r" b="b"/>
              <a:pathLst>
                <a:path w="29" h="11" extrusionOk="0">
                  <a:moveTo>
                    <a:pt x="0" y="0"/>
                  </a:moveTo>
                  <a:lnTo>
                    <a:pt x="28" y="11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07" name="Google Shape;7765;p80">
              <a:extLst>
                <a:ext uri="{FF2B5EF4-FFF2-40B4-BE49-F238E27FC236}">
                  <a16:creationId xmlns:a16="http://schemas.microsoft.com/office/drawing/2014/main" id="{B68184C9-2092-049C-3EAF-3A3A4A768062}"/>
                </a:ext>
              </a:extLst>
            </p:cNvPr>
            <p:cNvSpPr/>
            <p:nvPr/>
          </p:nvSpPr>
          <p:spPr>
            <a:xfrm>
              <a:off x="2391664" y="1712492"/>
              <a:ext cx="204" cy="68"/>
            </a:xfrm>
            <a:custGeom>
              <a:avLst/>
              <a:gdLst/>
              <a:ahLst/>
              <a:cxnLst/>
              <a:rect l="l" t="t" r="r" b="b"/>
              <a:pathLst>
                <a:path w="15" h="5" extrusionOk="0">
                  <a:moveTo>
                    <a:pt x="1" y="1"/>
                  </a:moveTo>
                  <a:lnTo>
                    <a:pt x="15" y="4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08" name="Google Shape;7766;p80">
              <a:extLst>
                <a:ext uri="{FF2B5EF4-FFF2-40B4-BE49-F238E27FC236}">
                  <a16:creationId xmlns:a16="http://schemas.microsoft.com/office/drawing/2014/main" id="{F4B6FDEE-CA01-2398-69E3-0FB2BDCA3779}"/>
                </a:ext>
              </a:extLst>
            </p:cNvPr>
            <p:cNvSpPr/>
            <p:nvPr/>
          </p:nvSpPr>
          <p:spPr>
            <a:xfrm>
              <a:off x="2400136" y="1717244"/>
              <a:ext cx="109" cy="14"/>
            </a:xfrm>
            <a:custGeom>
              <a:avLst/>
              <a:gdLst/>
              <a:ahLst/>
              <a:cxnLst/>
              <a:rect l="l" t="t" r="r" b="b"/>
              <a:pathLst>
                <a:path w="8" h="1" extrusionOk="0">
                  <a:moveTo>
                    <a:pt x="0" y="1"/>
                  </a:moveTo>
                  <a:lnTo>
                    <a:pt x="7" y="1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09" name="Google Shape;7767;p80">
              <a:extLst>
                <a:ext uri="{FF2B5EF4-FFF2-40B4-BE49-F238E27FC236}">
                  <a16:creationId xmlns:a16="http://schemas.microsoft.com/office/drawing/2014/main" id="{C8DB2345-5E7B-368C-491B-B4AD7197BDD7}"/>
                </a:ext>
              </a:extLst>
            </p:cNvPr>
            <p:cNvSpPr/>
            <p:nvPr/>
          </p:nvSpPr>
          <p:spPr>
            <a:xfrm>
              <a:off x="2406029" y="1713822"/>
              <a:ext cx="244" cy="258"/>
            </a:xfrm>
            <a:custGeom>
              <a:avLst/>
              <a:gdLst/>
              <a:ahLst/>
              <a:cxnLst/>
              <a:rect l="l" t="t" r="r" b="b"/>
              <a:pathLst>
                <a:path w="18" h="19" extrusionOk="0">
                  <a:moveTo>
                    <a:pt x="18" y="1"/>
                  </a:moveTo>
                  <a:cubicBezTo>
                    <a:pt x="11" y="8"/>
                    <a:pt x="4" y="15"/>
                    <a:pt x="0" y="18"/>
                  </a:cubicBezTo>
                  <a:cubicBezTo>
                    <a:pt x="4" y="15"/>
                    <a:pt x="11" y="8"/>
                    <a:pt x="18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10" name="Google Shape;7768;p80">
              <a:extLst>
                <a:ext uri="{FF2B5EF4-FFF2-40B4-BE49-F238E27FC236}">
                  <a16:creationId xmlns:a16="http://schemas.microsoft.com/office/drawing/2014/main" id="{5B5E52D7-A9AE-C4FD-9A5E-06D02894AA03}"/>
                </a:ext>
              </a:extLst>
            </p:cNvPr>
            <p:cNvSpPr/>
            <p:nvPr/>
          </p:nvSpPr>
          <p:spPr>
            <a:xfrm>
              <a:off x="2398331" y="1716578"/>
              <a:ext cx="530" cy="204"/>
            </a:xfrm>
            <a:custGeom>
              <a:avLst/>
              <a:gdLst/>
              <a:ahLst/>
              <a:cxnLst/>
              <a:rect l="l" t="t" r="r" b="b"/>
              <a:pathLst>
                <a:path w="39" h="15" extrusionOk="0">
                  <a:moveTo>
                    <a:pt x="0" y="1"/>
                  </a:moveTo>
                  <a:lnTo>
                    <a:pt x="0" y="1"/>
                  </a:lnTo>
                  <a:cubicBezTo>
                    <a:pt x="14" y="4"/>
                    <a:pt x="28" y="8"/>
                    <a:pt x="39" y="15"/>
                  </a:cubicBezTo>
                  <a:cubicBezTo>
                    <a:pt x="28" y="8"/>
                    <a:pt x="14" y="4"/>
                    <a:pt x="0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11" name="Google Shape;7769;p80">
              <a:extLst>
                <a:ext uri="{FF2B5EF4-FFF2-40B4-BE49-F238E27FC236}">
                  <a16:creationId xmlns:a16="http://schemas.microsoft.com/office/drawing/2014/main" id="{D536895B-4BDC-38CD-E2B5-4275723B9623}"/>
                </a:ext>
              </a:extLst>
            </p:cNvPr>
            <p:cNvSpPr/>
            <p:nvPr/>
          </p:nvSpPr>
          <p:spPr>
            <a:xfrm>
              <a:off x="2399702" y="1717108"/>
              <a:ext cx="109" cy="14"/>
            </a:xfrm>
            <a:custGeom>
              <a:avLst/>
              <a:gdLst/>
              <a:ahLst/>
              <a:cxnLst/>
              <a:rect l="l" t="t" r="r" b="b"/>
              <a:pathLst>
                <a:path w="8" h="1" extrusionOk="0">
                  <a:moveTo>
                    <a:pt x="1" y="0"/>
                  </a:moveTo>
                  <a:lnTo>
                    <a:pt x="8" y="0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12" name="Google Shape;7770;p80">
              <a:extLst>
                <a:ext uri="{FF2B5EF4-FFF2-40B4-BE49-F238E27FC236}">
                  <a16:creationId xmlns:a16="http://schemas.microsoft.com/office/drawing/2014/main" id="{AE92DD53-5A49-3972-37CE-CF83FFC3CD11}"/>
                </a:ext>
              </a:extLst>
            </p:cNvPr>
            <p:cNvSpPr/>
            <p:nvPr/>
          </p:nvSpPr>
          <p:spPr>
            <a:xfrm>
              <a:off x="2405649" y="1714162"/>
              <a:ext cx="339" cy="244"/>
            </a:xfrm>
            <a:custGeom>
              <a:avLst/>
              <a:gdLst/>
              <a:ahLst/>
              <a:cxnLst/>
              <a:rect l="l" t="t" r="r" b="b"/>
              <a:pathLst>
                <a:path w="25" h="18" extrusionOk="0">
                  <a:moveTo>
                    <a:pt x="25" y="0"/>
                  </a:moveTo>
                  <a:cubicBezTo>
                    <a:pt x="14" y="4"/>
                    <a:pt x="7" y="11"/>
                    <a:pt x="0" y="18"/>
                  </a:cubicBezTo>
                  <a:cubicBezTo>
                    <a:pt x="7" y="11"/>
                    <a:pt x="18" y="4"/>
                    <a:pt x="25" y="0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13" name="Google Shape;7771;p80">
              <a:extLst>
                <a:ext uri="{FF2B5EF4-FFF2-40B4-BE49-F238E27FC236}">
                  <a16:creationId xmlns:a16="http://schemas.microsoft.com/office/drawing/2014/main" id="{B458481D-F2D7-4D01-47FD-FB984C9EE3A6}"/>
                </a:ext>
              </a:extLst>
            </p:cNvPr>
            <p:cNvSpPr/>
            <p:nvPr/>
          </p:nvSpPr>
          <p:spPr>
            <a:xfrm>
              <a:off x="2400747" y="1717244"/>
              <a:ext cx="163" cy="14"/>
            </a:xfrm>
            <a:custGeom>
              <a:avLst/>
              <a:gdLst/>
              <a:ahLst/>
              <a:cxnLst/>
              <a:rect l="l" t="t" r="r" b="b"/>
              <a:pathLst>
                <a:path w="12" h="1" extrusionOk="0">
                  <a:moveTo>
                    <a:pt x="1" y="1"/>
                  </a:moveTo>
                  <a:lnTo>
                    <a:pt x="11" y="1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14" name="Google Shape;7772;p80">
              <a:extLst>
                <a:ext uri="{FF2B5EF4-FFF2-40B4-BE49-F238E27FC236}">
                  <a16:creationId xmlns:a16="http://schemas.microsoft.com/office/drawing/2014/main" id="{C2FE90F3-AA9E-1519-5C49-1BC7C8DF2114}"/>
                </a:ext>
              </a:extLst>
            </p:cNvPr>
            <p:cNvSpPr/>
            <p:nvPr/>
          </p:nvSpPr>
          <p:spPr>
            <a:xfrm>
              <a:off x="2399322" y="1716959"/>
              <a:ext cx="109" cy="68"/>
            </a:xfrm>
            <a:custGeom>
              <a:avLst/>
              <a:gdLst/>
              <a:ahLst/>
              <a:cxnLst/>
              <a:rect l="l" t="t" r="r" b="b"/>
              <a:pathLst>
                <a:path w="8" h="5" extrusionOk="0">
                  <a:moveTo>
                    <a:pt x="1" y="1"/>
                  </a:moveTo>
                  <a:lnTo>
                    <a:pt x="8" y="4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15" name="Google Shape;7773;p80">
              <a:extLst>
                <a:ext uri="{FF2B5EF4-FFF2-40B4-BE49-F238E27FC236}">
                  <a16:creationId xmlns:a16="http://schemas.microsoft.com/office/drawing/2014/main" id="{7FF43834-00C0-714D-6564-05353FF3B6E2}"/>
                </a:ext>
              </a:extLst>
            </p:cNvPr>
            <p:cNvSpPr/>
            <p:nvPr/>
          </p:nvSpPr>
          <p:spPr>
            <a:xfrm>
              <a:off x="2381454" y="1716008"/>
              <a:ext cx="2485" cy="5010"/>
            </a:xfrm>
            <a:custGeom>
              <a:avLst/>
              <a:gdLst/>
              <a:ahLst/>
              <a:cxnLst/>
              <a:rect l="l" t="t" r="r" b="b"/>
              <a:pathLst>
                <a:path w="183" h="369" extrusionOk="0">
                  <a:moveTo>
                    <a:pt x="0" y="1"/>
                  </a:moveTo>
                  <a:lnTo>
                    <a:pt x="18" y="32"/>
                  </a:lnTo>
                  <a:cubicBezTo>
                    <a:pt x="28" y="50"/>
                    <a:pt x="39" y="67"/>
                    <a:pt x="49" y="81"/>
                  </a:cubicBezTo>
                  <a:cubicBezTo>
                    <a:pt x="32" y="53"/>
                    <a:pt x="14" y="25"/>
                    <a:pt x="0" y="1"/>
                  </a:cubicBezTo>
                  <a:close/>
                  <a:moveTo>
                    <a:pt x="49" y="82"/>
                  </a:moveTo>
                  <a:cubicBezTo>
                    <a:pt x="112" y="176"/>
                    <a:pt x="179" y="274"/>
                    <a:pt x="154" y="368"/>
                  </a:cubicBezTo>
                  <a:cubicBezTo>
                    <a:pt x="182" y="274"/>
                    <a:pt x="112" y="176"/>
                    <a:pt x="49" y="82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16" name="Google Shape;7774;p80">
              <a:extLst>
                <a:ext uri="{FF2B5EF4-FFF2-40B4-BE49-F238E27FC236}">
                  <a16:creationId xmlns:a16="http://schemas.microsoft.com/office/drawing/2014/main" id="{280A3388-4D06-180F-B4C8-5BB2CA95B343}"/>
                </a:ext>
              </a:extLst>
            </p:cNvPr>
            <p:cNvSpPr/>
            <p:nvPr/>
          </p:nvSpPr>
          <p:spPr>
            <a:xfrm>
              <a:off x="2390863" y="1732315"/>
              <a:ext cx="14" cy="204"/>
            </a:xfrm>
            <a:custGeom>
              <a:avLst/>
              <a:gdLst/>
              <a:ahLst/>
              <a:cxnLst/>
              <a:rect l="l" t="t" r="r" b="b"/>
              <a:pathLst>
                <a:path w="1" h="15" extrusionOk="0">
                  <a:moveTo>
                    <a:pt x="0" y="1"/>
                  </a:moveTo>
                  <a:lnTo>
                    <a:pt x="0" y="11"/>
                  </a:lnTo>
                  <a:cubicBezTo>
                    <a:pt x="0" y="15"/>
                    <a:pt x="0" y="4"/>
                    <a:pt x="0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17" name="Google Shape;7775;p80">
              <a:extLst>
                <a:ext uri="{FF2B5EF4-FFF2-40B4-BE49-F238E27FC236}">
                  <a16:creationId xmlns:a16="http://schemas.microsoft.com/office/drawing/2014/main" id="{9B3E7E38-A49F-8959-BA5B-F64A8C0FFB4B}"/>
                </a:ext>
              </a:extLst>
            </p:cNvPr>
            <p:cNvSpPr/>
            <p:nvPr/>
          </p:nvSpPr>
          <p:spPr>
            <a:xfrm>
              <a:off x="2390958" y="1732790"/>
              <a:ext cx="54" cy="204"/>
            </a:xfrm>
            <a:custGeom>
              <a:avLst/>
              <a:gdLst/>
              <a:ahLst/>
              <a:cxnLst/>
              <a:rect l="l" t="t" r="r" b="b"/>
              <a:pathLst>
                <a:path w="4" h="15" extrusionOk="0">
                  <a:moveTo>
                    <a:pt x="0" y="1"/>
                  </a:moveTo>
                  <a:lnTo>
                    <a:pt x="4" y="15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18" name="Google Shape;7776;p80">
              <a:extLst>
                <a:ext uri="{FF2B5EF4-FFF2-40B4-BE49-F238E27FC236}">
                  <a16:creationId xmlns:a16="http://schemas.microsoft.com/office/drawing/2014/main" id="{8F891CE6-C714-70B3-1F2C-D076E4CE8DDD}"/>
                </a:ext>
              </a:extLst>
            </p:cNvPr>
            <p:cNvSpPr/>
            <p:nvPr/>
          </p:nvSpPr>
          <p:spPr>
            <a:xfrm>
              <a:off x="2390809" y="1732179"/>
              <a:ext cx="68" cy="109"/>
            </a:xfrm>
            <a:custGeom>
              <a:avLst/>
              <a:gdLst/>
              <a:ahLst/>
              <a:cxnLst/>
              <a:rect l="l" t="t" r="r" b="b"/>
              <a:pathLst>
                <a:path w="5" h="8" extrusionOk="0">
                  <a:moveTo>
                    <a:pt x="4" y="0"/>
                  </a:moveTo>
                  <a:cubicBezTo>
                    <a:pt x="1" y="4"/>
                    <a:pt x="1" y="7"/>
                    <a:pt x="4" y="7"/>
                  </a:cubicBezTo>
                  <a:cubicBezTo>
                    <a:pt x="1" y="7"/>
                    <a:pt x="1" y="4"/>
                    <a:pt x="4" y="0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19" name="Google Shape;7777;p80">
              <a:extLst>
                <a:ext uri="{FF2B5EF4-FFF2-40B4-BE49-F238E27FC236}">
                  <a16:creationId xmlns:a16="http://schemas.microsoft.com/office/drawing/2014/main" id="{D69AA990-CA64-E9C3-4015-D2604B7AA765}"/>
                </a:ext>
              </a:extLst>
            </p:cNvPr>
            <p:cNvSpPr/>
            <p:nvPr/>
          </p:nvSpPr>
          <p:spPr>
            <a:xfrm>
              <a:off x="2391243" y="1733550"/>
              <a:ext cx="149" cy="353"/>
            </a:xfrm>
            <a:custGeom>
              <a:avLst/>
              <a:gdLst/>
              <a:ahLst/>
              <a:cxnLst/>
              <a:rect l="l" t="t" r="r" b="b"/>
              <a:pathLst>
                <a:path w="11" h="26" extrusionOk="0">
                  <a:moveTo>
                    <a:pt x="0" y="1"/>
                  </a:moveTo>
                  <a:lnTo>
                    <a:pt x="11" y="25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20" name="Google Shape;7778;p80">
              <a:extLst>
                <a:ext uri="{FF2B5EF4-FFF2-40B4-BE49-F238E27FC236}">
                  <a16:creationId xmlns:a16="http://schemas.microsoft.com/office/drawing/2014/main" id="{B76187B7-6A85-E7FE-1760-0609F79CC998}"/>
                </a:ext>
              </a:extLst>
            </p:cNvPr>
            <p:cNvSpPr/>
            <p:nvPr/>
          </p:nvSpPr>
          <p:spPr>
            <a:xfrm>
              <a:off x="2391813" y="1734691"/>
              <a:ext cx="14" cy="68"/>
            </a:xfrm>
            <a:custGeom>
              <a:avLst/>
              <a:gdLst/>
              <a:ahLst/>
              <a:cxnLst/>
              <a:rect l="l" t="t" r="r" b="b"/>
              <a:pathLst>
                <a:path w="1" h="5" extrusionOk="0">
                  <a:moveTo>
                    <a:pt x="0" y="4"/>
                  </a:moveTo>
                  <a:lnTo>
                    <a:pt x="0" y="1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21" name="Google Shape;7779;p80">
              <a:extLst>
                <a:ext uri="{FF2B5EF4-FFF2-40B4-BE49-F238E27FC236}">
                  <a16:creationId xmlns:a16="http://schemas.microsoft.com/office/drawing/2014/main" id="{2DF1B7D3-D746-0718-033A-44707DA47152}"/>
                </a:ext>
              </a:extLst>
            </p:cNvPr>
            <p:cNvSpPr/>
            <p:nvPr/>
          </p:nvSpPr>
          <p:spPr>
            <a:xfrm>
              <a:off x="2391474" y="1734080"/>
              <a:ext cx="258" cy="489"/>
            </a:xfrm>
            <a:custGeom>
              <a:avLst/>
              <a:gdLst/>
              <a:ahLst/>
              <a:cxnLst/>
              <a:rect l="l" t="t" r="r" b="b"/>
              <a:pathLst>
                <a:path w="19" h="36" extrusionOk="0">
                  <a:moveTo>
                    <a:pt x="1" y="0"/>
                  </a:moveTo>
                  <a:cubicBezTo>
                    <a:pt x="4" y="11"/>
                    <a:pt x="11" y="21"/>
                    <a:pt x="18" y="35"/>
                  </a:cubicBezTo>
                  <a:cubicBezTo>
                    <a:pt x="11" y="21"/>
                    <a:pt x="4" y="11"/>
                    <a:pt x="1" y="0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22" name="Google Shape;7780;p80">
              <a:extLst>
                <a:ext uri="{FF2B5EF4-FFF2-40B4-BE49-F238E27FC236}">
                  <a16:creationId xmlns:a16="http://schemas.microsoft.com/office/drawing/2014/main" id="{AE73DAEF-48B2-F537-25AC-263C53835F8B}"/>
                </a:ext>
              </a:extLst>
            </p:cNvPr>
            <p:cNvSpPr/>
            <p:nvPr/>
          </p:nvSpPr>
          <p:spPr>
            <a:xfrm>
              <a:off x="2390904" y="1732559"/>
              <a:ext cx="14" cy="149"/>
            </a:xfrm>
            <a:custGeom>
              <a:avLst/>
              <a:gdLst/>
              <a:ahLst/>
              <a:cxnLst/>
              <a:rect l="l" t="t" r="r" b="b"/>
              <a:pathLst>
                <a:path w="1" h="11" extrusionOk="0">
                  <a:moveTo>
                    <a:pt x="1" y="0"/>
                  </a:moveTo>
                  <a:lnTo>
                    <a:pt x="1" y="11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23" name="Google Shape;7781;p80">
              <a:extLst>
                <a:ext uri="{FF2B5EF4-FFF2-40B4-BE49-F238E27FC236}">
                  <a16:creationId xmlns:a16="http://schemas.microsoft.com/office/drawing/2014/main" id="{50151116-377E-4415-0026-8500480EA2A3}"/>
                </a:ext>
              </a:extLst>
            </p:cNvPr>
            <p:cNvSpPr/>
            <p:nvPr/>
          </p:nvSpPr>
          <p:spPr>
            <a:xfrm>
              <a:off x="2391094" y="1733170"/>
              <a:ext cx="109" cy="258"/>
            </a:xfrm>
            <a:custGeom>
              <a:avLst/>
              <a:gdLst/>
              <a:ahLst/>
              <a:cxnLst/>
              <a:rect l="l" t="t" r="r" b="b"/>
              <a:pathLst>
                <a:path w="8" h="19" extrusionOk="0">
                  <a:moveTo>
                    <a:pt x="1" y="1"/>
                  </a:moveTo>
                  <a:lnTo>
                    <a:pt x="8" y="18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24" name="Google Shape;7782;p80">
              <a:extLst>
                <a:ext uri="{FF2B5EF4-FFF2-40B4-BE49-F238E27FC236}">
                  <a16:creationId xmlns:a16="http://schemas.microsoft.com/office/drawing/2014/main" id="{F4E31FAF-5014-4126-19A0-C75AB284AE2B}"/>
                </a:ext>
              </a:extLst>
            </p:cNvPr>
            <p:cNvSpPr/>
            <p:nvPr/>
          </p:nvSpPr>
          <p:spPr>
            <a:xfrm>
              <a:off x="2384726" y="1733930"/>
              <a:ext cx="109" cy="109"/>
            </a:xfrm>
            <a:custGeom>
              <a:avLst/>
              <a:gdLst/>
              <a:ahLst/>
              <a:cxnLst/>
              <a:rect l="l" t="t" r="r" b="b"/>
              <a:pathLst>
                <a:path w="8" h="8" extrusionOk="0">
                  <a:moveTo>
                    <a:pt x="8" y="8"/>
                  </a:moveTo>
                  <a:lnTo>
                    <a:pt x="1" y="1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25" name="Google Shape;7783;p80">
              <a:extLst>
                <a:ext uri="{FF2B5EF4-FFF2-40B4-BE49-F238E27FC236}">
                  <a16:creationId xmlns:a16="http://schemas.microsoft.com/office/drawing/2014/main" id="{005C5B9A-8165-917F-DA7C-01D735A887F7}"/>
                </a:ext>
              </a:extLst>
            </p:cNvPr>
            <p:cNvSpPr/>
            <p:nvPr/>
          </p:nvSpPr>
          <p:spPr>
            <a:xfrm>
              <a:off x="2379308" y="1731459"/>
              <a:ext cx="299" cy="163"/>
            </a:xfrm>
            <a:custGeom>
              <a:avLst/>
              <a:gdLst/>
              <a:ahLst/>
              <a:cxnLst/>
              <a:rect l="l" t="t" r="r" b="b"/>
              <a:pathLst>
                <a:path w="22" h="12" extrusionOk="0">
                  <a:moveTo>
                    <a:pt x="1" y="1"/>
                  </a:moveTo>
                  <a:lnTo>
                    <a:pt x="22" y="11"/>
                  </a:lnTo>
                  <a:lnTo>
                    <a:pt x="1" y="1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26" name="Google Shape;7784;p80">
              <a:extLst>
                <a:ext uri="{FF2B5EF4-FFF2-40B4-BE49-F238E27FC236}">
                  <a16:creationId xmlns:a16="http://schemas.microsoft.com/office/drawing/2014/main" id="{691E17D1-75F6-9241-D365-8A671E5C9A76}"/>
                </a:ext>
              </a:extLst>
            </p:cNvPr>
            <p:cNvSpPr/>
            <p:nvPr/>
          </p:nvSpPr>
          <p:spPr>
            <a:xfrm>
              <a:off x="2385350" y="1734691"/>
              <a:ext cx="14" cy="68"/>
            </a:xfrm>
            <a:custGeom>
              <a:avLst/>
              <a:gdLst/>
              <a:ahLst/>
              <a:cxnLst/>
              <a:rect l="l" t="t" r="r" b="b"/>
              <a:pathLst>
                <a:path w="1" h="5" extrusionOk="0">
                  <a:moveTo>
                    <a:pt x="0" y="4"/>
                  </a:moveTo>
                  <a:lnTo>
                    <a:pt x="0" y="1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27" name="Google Shape;7785;p80">
              <a:extLst>
                <a:ext uri="{FF2B5EF4-FFF2-40B4-BE49-F238E27FC236}">
                  <a16:creationId xmlns:a16="http://schemas.microsoft.com/office/drawing/2014/main" id="{54CBFBA8-3845-0AFF-367D-BED4EAFFF5E5}"/>
                </a:ext>
              </a:extLst>
            </p:cNvPr>
            <p:cNvSpPr/>
            <p:nvPr/>
          </p:nvSpPr>
          <p:spPr>
            <a:xfrm>
              <a:off x="2379784" y="1731744"/>
              <a:ext cx="543" cy="299"/>
            </a:xfrm>
            <a:custGeom>
              <a:avLst/>
              <a:gdLst/>
              <a:ahLst/>
              <a:cxnLst/>
              <a:rect l="l" t="t" r="r" b="b"/>
              <a:pathLst>
                <a:path w="40" h="22" extrusionOk="0">
                  <a:moveTo>
                    <a:pt x="39" y="22"/>
                  </a:moveTo>
                  <a:lnTo>
                    <a:pt x="1" y="1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28" name="Google Shape;7786;p80">
              <a:extLst>
                <a:ext uri="{FF2B5EF4-FFF2-40B4-BE49-F238E27FC236}">
                  <a16:creationId xmlns:a16="http://schemas.microsoft.com/office/drawing/2014/main" id="{C9DC293E-188B-BB59-154B-DD988674A2AC}"/>
                </a:ext>
              </a:extLst>
            </p:cNvPr>
            <p:cNvSpPr/>
            <p:nvPr/>
          </p:nvSpPr>
          <p:spPr>
            <a:xfrm>
              <a:off x="2385826" y="1735791"/>
              <a:ext cx="14" cy="14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0" y="0"/>
                  </a:move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29" name="Google Shape;7787;p80">
              <a:extLst>
                <a:ext uri="{FF2B5EF4-FFF2-40B4-BE49-F238E27FC236}">
                  <a16:creationId xmlns:a16="http://schemas.microsoft.com/office/drawing/2014/main" id="{DF3A51B2-8272-8C2A-333D-9379CF3EB7E6}"/>
                </a:ext>
              </a:extLst>
            </p:cNvPr>
            <p:cNvSpPr/>
            <p:nvPr/>
          </p:nvSpPr>
          <p:spPr>
            <a:xfrm>
              <a:off x="2385676" y="1735220"/>
              <a:ext cx="14" cy="54"/>
            </a:xfrm>
            <a:custGeom>
              <a:avLst/>
              <a:gdLst/>
              <a:ahLst/>
              <a:cxnLst/>
              <a:rect l="l" t="t" r="r" b="b"/>
              <a:pathLst>
                <a:path w="1" h="4" extrusionOk="0">
                  <a:moveTo>
                    <a:pt x="1" y="4"/>
                  </a:moveTo>
                  <a:lnTo>
                    <a:pt x="1" y="0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30" name="Google Shape;7788;p80">
              <a:extLst>
                <a:ext uri="{FF2B5EF4-FFF2-40B4-BE49-F238E27FC236}">
                  <a16:creationId xmlns:a16="http://schemas.microsoft.com/office/drawing/2014/main" id="{371EDFC7-CE5B-1989-7DA3-E8C7D047E1CC}"/>
                </a:ext>
              </a:extLst>
            </p:cNvPr>
            <p:cNvSpPr/>
            <p:nvPr/>
          </p:nvSpPr>
          <p:spPr>
            <a:xfrm>
              <a:off x="2381264" y="1715682"/>
              <a:ext cx="434" cy="774"/>
            </a:xfrm>
            <a:custGeom>
              <a:avLst/>
              <a:gdLst/>
              <a:ahLst/>
              <a:cxnLst/>
              <a:rect l="l" t="t" r="r" b="b"/>
              <a:pathLst>
                <a:path w="32" h="57" extrusionOk="0">
                  <a:moveTo>
                    <a:pt x="0" y="0"/>
                  </a:moveTo>
                  <a:cubicBezTo>
                    <a:pt x="7" y="18"/>
                    <a:pt x="21" y="39"/>
                    <a:pt x="32" y="56"/>
                  </a:cubicBezTo>
                  <a:lnTo>
                    <a:pt x="14" y="25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31" name="Google Shape;7789;p80">
              <a:extLst>
                <a:ext uri="{FF2B5EF4-FFF2-40B4-BE49-F238E27FC236}">
                  <a16:creationId xmlns:a16="http://schemas.microsoft.com/office/drawing/2014/main" id="{198BCBF2-C989-5564-5A6B-42A83F8031F7}"/>
                </a:ext>
              </a:extLst>
            </p:cNvPr>
            <p:cNvSpPr/>
            <p:nvPr/>
          </p:nvSpPr>
          <p:spPr>
            <a:xfrm>
              <a:off x="2379404" y="1731324"/>
              <a:ext cx="14" cy="54"/>
            </a:xfrm>
            <a:custGeom>
              <a:avLst/>
              <a:gdLst/>
              <a:ahLst/>
              <a:cxnLst/>
              <a:rect l="l" t="t" r="r" b="b"/>
              <a:pathLst>
                <a:path w="1" h="4" extrusionOk="0">
                  <a:moveTo>
                    <a:pt x="1" y="0"/>
                  </a:moveTo>
                  <a:cubicBezTo>
                    <a:pt x="1" y="4"/>
                    <a:pt x="1" y="4"/>
                    <a:pt x="1" y="4"/>
                  </a:cubicBezTo>
                  <a:cubicBezTo>
                    <a:pt x="1" y="4"/>
                    <a:pt x="1" y="4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32" name="Google Shape;7790;p80">
              <a:extLst>
                <a:ext uri="{FF2B5EF4-FFF2-40B4-BE49-F238E27FC236}">
                  <a16:creationId xmlns:a16="http://schemas.microsoft.com/office/drawing/2014/main" id="{C9F7D1A4-A9C7-9980-71D5-8BB5B4DBA898}"/>
                </a:ext>
              </a:extLst>
            </p:cNvPr>
            <p:cNvSpPr/>
            <p:nvPr/>
          </p:nvSpPr>
          <p:spPr>
            <a:xfrm>
              <a:off x="2385826" y="1735981"/>
              <a:ext cx="14" cy="14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33" name="Google Shape;7791;p80">
              <a:extLst>
                <a:ext uri="{FF2B5EF4-FFF2-40B4-BE49-F238E27FC236}">
                  <a16:creationId xmlns:a16="http://schemas.microsoft.com/office/drawing/2014/main" id="{54961BA3-7CE3-5B80-0B6B-4A026BC13002}"/>
                </a:ext>
              </a:extLst>
            </p:cNvPr>
            <p:cNvSpPr/>
            <p:nvPr/>
          </p:nvSpPr>
          <p:spPr>
            <a:xfrm>
              <a:off x="2497528" y="1743000"/>
              <a:ext cx="87140" cy="73726"/>
            </a:xfrm>
            <a:custGeom>
              <a:avLst/>
              <a:gdLst/>
              <a:ahLst/>
              <a:cxnLst/>
              <a:rect l="l" t="t" r="r" b="b"/>
              <a:pathLst>
                <a:path w="6418" h="5430" extrusionOk="0">
                  <a:moveTo>
                    <a:pt x="5842" y="1"/>
                  </a:moveTo>
                  <a:cubicBezTo>
                    <a:pt x="5789" y="1"/>
                    <a:pt x="5711" y="42"/>
                    <a:pt x="5630" y="113"/>
                  </a:cubicBezTo>
                  <a:cubicBezTo>
                    <a:pt x="5511" y="218"/>
                    <a:pt x="5434" y="351"/>
                    <a:pt x="5434" y="411"/>
                  </a:cubicBezTo>
                  <a:cubicBezTo>
                    <a:pt x="5434" y="537"/>
                    <a:pt x="5273" y="572"/>
                    <a:pt x="5122" y="604"/>
                  </a:cubicBezTo>
                  <a:cubicBezTo>
                    <a:pt x="5052" y="618"/>
                    <a:pt x="4929" y="642"/>
                    <a:pt x="4912" y="670"/>
                  </a:cubicBezTo>
                  <a:cubicBezTo>
                    <a:pt x="4912" y="702"/>
                    <a:pt x="4901" y="733"/>
                    <a:pt x="4877" y="754"/>
                  </a:cubicBezTo>
                  <a:cubicBezTo>
                    <a:pt x="4835" y="796"/>
                    <a:pt x="4765" y="804"/>
                    <a:pt x="4680" y="804"/>
                  </a:cubicBezTo>
                  <a:cubicBezTo>
                    <a:pt x="4658" y="804"/>
                    <a:pt x="4635" y="804"/>
                    <a:pt x="4611" y="803"/>
                  </a:cubicBezTo>
                  <a:cubicBezTo>
                    <a:pt x="4590" y="803"/>
                    <a:pt x="4567" y="803"/>
                    <a:pt x="4543" y="803"/>
                  </a:cubicBezTo>
                  <a:cubicBezTo>
                    <a:pt x="4457" y="803"/>
                    <a:pt x="4367" y="807"/>
                    <a:pt x="4345" y="849"/>
                  </a:cubicBezTo>
                  <a:cubicBezTo>
                    <a:pt x="4341" y="856"/>
                    <a:pt x="4338" y="863"/>
                    <a:pt x="4334" y="870"/>
                  </a:cubicBezTo>
                  <a:cubicBezTo>
                    <a:pt x="4331" y="877"/>
                    <a:pt x="4327" y="880"/>
                    <a:pt x="4324" y="884"/>
                  </a:cubicBezTo>
                  <a:lnTo>
                    <a:pt x="4317" y="894"/>
                  </a:lnTo>
                  <a:lnTo>
                    <a:pt x="4310" y="898"/>
                  </a:lnTo>
                  <a:cubicBezTo>
                    <a:pt x="4296" y="915"/>
                    <a:pt x="4271" y="926"/>
                    <a:pt x="4250" y="933"/>
                  </a:cubicBezTo>
                  <a:cubicBezTo>
                    <a:pt x="4235" y="936"/>
                    <a:pt x="4220" y="937"/>
                    <a:pt x="4205" y="937"/>
                  </a:cubicBezTo>
                  <a:cubicBezTo>
                    <a:pt x="4168" y="937"/>
                    <a:pt x="4132" y="928"/>
                    <a:pt x="4100" y="908"/>
                  </a:cubicBezTo>
                  <a:lnTo>
                    <a:pt x="4100" y="915"/>
                  </a:lnTo>
                  <a:lnTo>
                    <a:pt x="3995" y="849"/>
                  </a:lnTo>
                  <a:lnTo>
                    <a:pt x="3967" y="831"/>
                  </a:lnTo>
                  <a:lnTo>
                    <a:pt x="3939" y="810"/>
                  </a:lnTo>
                  <a:lnTo>
                    <a:pt x="3925" y="803"/>
                  </a:lnTo>
                  <a:lnTo>
                    <a:pt x="3914" y="796"/>
                  </a:lnTo>
                  <a:lnTo>
                    <a:pt x="3907" y="793"/>
                  </a:lnTo>
                  <a:lnTo>
                    <a:pt x="3893" y="786"/>
                  </a:lnTo>
                  <a:lnTo>
                    <a:pt x="3886" y="782"/>
                  </a:lnTo>
                  <a:lnTo>
                    <a:pt x="3872" y="775"/>
                  </a:lnTo>
                  <a:lnTo>
                    <a:pt x="3865" y="775"/>
                  </a:lnTo>
                  <a:lnTo>
                    <a:pt x="3851" y="768"/>
                  </a:lnTo>
                  <a:lnTo>
                    <a:pt x="3844" y="768"/>
                  </a:lnTo>
                  <a:lnTo>
                    <a:pt x="3830" y="765"/>
                  </a:lnTo>
                  <a:lnTo>
                    <a:pt x="3816" y="765"/>
                  </a:lnTo>
                  <a:cubicBezTo>
                    <a:pt x="3732" y="765"/>
                    <a:pt x="3666" y="719"/>
                    <a:pt x="3599" y="677"/>
                  </a:cubicBezTo>
                  <a:cubicBezTo>
                    <a:pt x="3536" y="633"/>
                    <a:pt x="3489" y="603"/>
                    <a:pt x="3434" y="603"/>
                  </a:cubicBezTo>
                  <a:cubicBezTo>
                    <a:pt x="3419" y="603"/>
                    <a:pt x="3403" y="605"/>
                    <a:pt x="3386" y="611"/>
                  </a:cubicBezTo>
                  <a:lnTo>
                    <a:pt x="3347" y="618"/>
                  </a:lnTo>
                  <a:cubicBezTo>
                    <a:pt x="3330" y="625"/>
                    <a:pt x="3312" y="628"/>
                    <a:pt x="3291" y="628"/>
                  </a:cubicBezTo>
                  <a:lnTo>
                    <a:pt x="3260" y="635"/>
                  </a:lnTo>
                  <a:lnTo>
                    <a:pt x="3260" y="632"/>
                  </a:lnTo>
                  <a:cubicBezTo>
                    <a:pt x="3179" y="628"/>
                    <a:pt x="3102" y="607"/>
                    <a:pt x="3032" y="572"/>
                  </a:cubicBezTo>
                  <a:cubicBezTo>
                    <a:pt x="2990" y="551"/>
                    <a:pt x="2948" y="537"/>
                    <a:pt x="2906" y="526"/>
                  </a:cubicBezTo>
                  <a:lnTo>
                    <a:pt x="2899" y="526"/>
                  </a:lnTo>
                  <a:cubicBezTo>
                    <a:pt x="2874" y="526"/>
                    <a:pt x="2836" y="558"/>
                    <a:pt x="2801" y="597"/>
                  </a:cubicBezTo>
                  <a:cubicBezTo>
                    <a:pt x="2790" y="607"/>
                    <a:pt x="2776" y="621"/>
                    <a:pt x="2766" y="635"/>
                  </a:cubicBezTo>
                  <a:cubicBezTo>
                    <a:pt x="2703" y="707"/>
                    <a:pt x="2625" y="796"/>
                    <a:pt x="2524" y="796"/>
                  </a:cubicBezTo>
                  <a:cubicBezTo>
                    <a:pt x="2502" y="796"/>
                    <a:pt x="2479" y="791"/>
                    <a:pt x="2454" y="782"/>
                  </a:cubicBezTo>
                  <a:cubicBezTo>
                    <a:pt x="2451" y="780"/>
                    <a:pt x="2446" y="779"/>
                    <a:pt x="2442" y="779"/>
                  </a:cubicBezTo>
                  <a:cubicBezTo>
                    <a:pt x="2437" y="779"/>
                    <a:pt x="2432" y="780"/>
                    <a:pt x="2426" y="782"/>
                  </a:cubicBezTo>
                  <a:cubicBezTo>
                    <a:pt x="2349" y="824"/>
                    <a:pt x="2279" y="1059"/>
                    <a:pt x="2241" y="1199"/>
                  </a:cubicBezTo>
                  <a:cubicBezTo>
                    <a:pt x="2234" y="1230"/>
                    <a:pt x="2223" y="1255"/>
                    <a:pt x="2216" y="1279"/>
                  </a:cubicBezTo>
                  <a:cubicBezTo>
                    <a:pt x="2178" y="1416"/>
                    <a:pt x="1985" y="1472"/>
                    <a:pt x="1782" y="1535"/>
                  </a:cubicBezTo>
                  <a:cubicBezTo>
                    <a:pt x="1635" y="1577"/>
                    <a:pt x="1436" y="1636"/>
                    <a:pt x="1443" y="1710"/>
                  </a:cubicBezTo>
                  <a:cubicBezTo>
                    <a:pt x="1457" y="1881"/>
                    <a:pt x="1296" y="1990"/>
                    <a:pt x="1135" y="2021"/>
                  </a:cubicBezTo>
                  <a:cubicBezTo>
                    <a:pt x="1121" y="2025"/>
                    <a:pt x="1103" y="2025"/>
                    <a:pt x="1086" y="2028"/>
                  </a:cubicBezTo>
                  <a:lnTo>
                    <a:pt x="1023" y="2028"/>
                  </a:lnTo>
                  <a:cubicBezTo>
                    <a:pt x="1012" y="2025"/>
                    <a:pt x="1002" y="2025"/>
                    <a:pt x="991" y="2021"/>
                  </a:cubicBezTo>
                  <a:lnTo>
                    <a:pt x="981" y="2021"/>
                  </a:lnTo>
                  <a:cubicBezTo>
                    <a:pt x="956" y="2018"/>
                    <a:pt x="931" y="2007"/>
                    <a:pt x="907" y="1993"/>
                  </a:cubicBezTo>
                  <a:lnTo>
                    <a:pt x="900" y="1990"/>
                  </a:lnTo>
                  <a:cubicBezTo>
                    <a:pt x="893" y="1983"/>
                    <a:pt x="886" y="1979"/>
                    <a:pt x="879" y="1972"/>
                  </a:cubicBezTo>
                  <a:lnTo>
                    <a:pt x="872" y="1965"/>
                  </a:lnTo>
                  <a:cubicBezTo>
                    <a:pt x="865" y="1958"/>
                    <a:pt x="861" y="1955"/>
                    <a:pt x="858" y="1948"/>
                  </a:cubicBezTo>
                  <a:cubicBezTo>
                    <a:pt x="858" y="1944"/>
                    <a:pt x="854" y="1941"/>
                    <a:pt x="851" y="1937"/>
                  </a:cubicBezTo>
                  <a:cubicBezTo>
                    <a:pt x="844" y="1927"/>
                    <a:pt x="840" y="1916"/>
                    <a:pt x="837" y="1906"/>
                  </a:cubicBezTo>
                  <a:cubicBezTo>
                    <a:pt x="823" y="1860"/>
                    <a:pt x="742" y="1860"/>
                    <a:pt x="641" y="1860"/>
                  </a:cubicBezTo>
                  <a:cubicBezTo>
                    <a:pt x="571" y="1860"/>
                    <a:pt x="515" y="1860"/>
                    <a:pt x="476" y="1836"/>
                  </a:cubicBezTo>
                  <a:cubicBezTo>
                    <a:pt x="459" y="1836"/>
                    <a:pt x="441" y="1843"/>
                    <a:pt x="427" y="1850"/>
                  </a:cubicBezTo>
                  <a:cubicBezTo>
                    <a:pt x="389" y="1871"/>
                    <a:pt x="357" y="1909"/>
                    <a:pt x="347" y="1951"/>
                  </a:cubicBezTo>
                  <a:lnTo>
                    <a:pt x="347" y="1958"/>
                  </a:lnTo>
                  <a:cubicBezTo>
                    <a:pt x="343" y="1969"/>
                    <a:pt x="343" y="1976"/>
                    <a:pt x="343" y="1986"/>
                  </a:cubicBezTo>
                  <a:lnTo>
                    <a:pt x="343" y="1993"/>
                  </a:lnTo>
                  <a:cubicBezTo>
                    <a:pt x="340" y="2007"/>
                    <a:pt x="340" y="2021"/>
                    <a:pt x="343" y="2035"/>
                  </a:cubicBezTo>
                  <a:cubicBezTo>
                    <a:pt x="350" y="2147"/>
                    <a:pt x="312" y="2256"/>
                    <a:pt x="238" y="2340"/>
                  </a:cubicBezTo>
                  <a:cubicBezTo>
                    <a:pt x="228" y="2354"/>
                    <a:pt x="221" y="2364"/>
                    <a:pt x="210" y="2378"/>
                  </a:cubicBezTo>
                  <a:lnTo>
                    <a:pt x="182" y="2410"/>
                  </a:lnTo>
                  <a:cubicBezTo>
                    <a:pt x="161" y="2434"/>
                    <a:pt x="140" y="2459"/>
                    <a:pt x="126" y="2487"/>
                  </a:cubicBezTo>
                  <a:cubicBezTo>
                    <a:pt x="119" y="2508"/>
                    <a:pt x="109" y="2536"/>
                    <a:pt x="98" y="2567"/>
                  </a:cubicBezTo>
                  <a:cubicBezTo>
                    <a:pt x="63" y="2662"/>
                    <a:pt x="0" y="2834"/>
                    <a:pt x="53" y="2907"/>
                  </a:cubicBezTo>
                  <a:cubicBezTo>
                    <a:pt x="109" y="2991"/>
                    <a:pt x="84" y="3089"/>
                    <a:pt x="60" y="3187"/>
                  </a:cubicBezTo>
                  <a:cubicBezTo>
                    <a:pt x="35" y="3282"/>
                    <a:pt x="7" y="3394"/>
                    <a:pt x="60" y="3502"/>
                  </a:cubicBezTo>
                  <a:cubicBezTo>
                    <a:pt x="130" y="3660"/>
                    <a:pt x="133" y="3842"/>
                    <a:pt x="133" y="3971"/>
                  </a:cubicBezTo>
                  <a:cubicBezTo>
                    <a:pt x="130" y="4024"/>
                    <a:pt x="133" y="4073"/>
                    <a:pt x="144" y="4122"/>
                  </a:cubicBezTo>
                  <a:cubicBezTo>
                    <a:pt x="182" y="4136"/>
                    <a:pt x="224" y="4146"/>
                    <a:pt x="266" y="4153"/>
                  </a:cubicBezTo>
                  <a:cubicBezTo>
                    <a:pt x="413" y="4185"/>
                    <a:pt x="620" y="4230"/>
                    <a:pt x="686" y="4412"/>
                  </a:cubicBezTo>
                  <a:cubicBezTo>
                    <a:pt x="756" y="4601"/>
                    <a:pt x="522" y="4829"/>
                    <a:pt x="312" y="5025"/>
                  </a:cubicBezTo>
                  <a:cubicBezTo>
                    <a:pt x="238" y="5095"/>
                    <a:pt x="137" y="5193"/>
                    <a:pt x="130" y="5225"/>
                  </a:cubicBezTo>
                  <a:cubicBezTo>
                    <a:pt x="126" y="5228"/>
                    <a:pt x="126" y="5232"/>
                    <a:pt x="130" y="5235"/>
                  </a:cubicBezTo>
                  <a:cubicBezTo>
                    <a:pt x="147" y="5270"/>
                    <a:pt x="172" y="5305"/>
                    <a:pt x="200" y="5330"/>
                  </a:cubicBezTo>
                  <a:lnTo>
                    <a:pt x="245" y="5333"/>
                  </a:lnTo>
                  <a:lnTo>
                    <a:pt x="294" y="5337"/>
                  </a:lnTo>
                  <a:lnTo>
                    <a:pt x="350" y="5340"/>
                  </a:lnTo>
                  <a:lnTo>
                    <a:pt x="399" y="5344"/>
                  </a:lnTo>
                  <a:lnTo>
                    <a:pt x="459" y="5347"/>
                  </a:lnTo>
                  <a:lnTo>
                    <a:pt x="508" y="5351"/>
                  </a:lnTo>
                  <a:lnTo>
                    <a:pt x="564" y="5358"/>
                  </a:lnTo>
                  <a:lnTo>
                    <a:pt x="616" y="5361"/>
                  </a:lnTo>
                  <a:lnTo>
                    <a:pt x="672" y="5368"/>
                  </a:lnTo>
                  <a:lnTo>
                    <a:pt x="721" y="5375"/>
                  </a:lnTo>
                  <a:lnTo>
                    <a:pt x="777" y="5382"/>
                  </a:lnTo>
                  <a:lnTo>
                    <a:pt x="826" y="5389"/>
                  </a:lnTo>
                  <a:lnTo>
                    <a:pt x="882" y="5400"/>
                  </a:lnTo>
                  <a:lnTo>
                    <a:pt x="928" y="5403"/>
                  </a:lnTo>
                  <a:lnTo>
                    <a:pt x="1026" y="5421"/>
                  </a:lnTo>
                  <a:cubicBezTo>
                    <a:pt x="1059" y="5427"/>
                    <a:pt x="1106" y="5429"/>
                    <a:pt x="1165" y="5429"/>
                  </a:cubicBezTo>
                  <a:cubicBezTo>
                    <a:pt x="1657" y="5429"/>
                    <a:pt x="2951" y="5237"/>
                    <a:pt x="3155" y="5169"/>
                  </a:cubicBezTo>
                  <a:cubicBezTo>
                    <a:pt x="3148" y="5085"/>
                    <a:pt x="3137" y="5001"/>
                    <a:pt x="3123" y="4917"/>
                  </a:cubicBezTo>
                  <a:cubicBezTo>
                    <a:pt x="3102" y="4777"/>
                    <a:pt x="3092" y="4693"/>
                    <a:pt x="3099" y="4650"/>
                  </a:cubicBezTo>
                  <a:cubicBezTo>
                    <a:pt x="3122" y="4544"/>
                    <a:pt x="3353" y="4338"/>
                    <a:pt x="3575" y="4338"/>
                  </a:cubicBezTo>
                  <a:cubicBezTo>
                    <a:pt x="3585" y="4338"/>
                    <a:pt x="3596" y="4338"/>
                    <a:pt x="3606" y="4339"/>
                  </a:cubicBezTo>
                  <a:lnTo>
                    <a:pt x="3662" y="4342"/>
                  </a:lnTo>
                  <a:cubicBezTo>
                    <a:pt x="3710" y="4348"/>
                    <a:pt x="3764" y="4353"/>
                    <a:pt x="3809" y="4353"/>
                  </a:cubicBezTo>
                  <a:cubicBezTo>
                    <a:pt x="3850" y="4353"/>
                    <a:pt x="3883" y="4349"/>
                    <a:pt x="3897" y="4335"/>
                  </a:cubicBezTo>
                  <a:cubicBezTo>
                    <a:pt x="3897" y="4335"/>
                    <a:pt x="3907" y="4328"/>
                    <a:pt x="3907" y="4307"/>
                  </a:cubicBezTo>
                  <a:cubicBezTo>
                    <a:pt x="3907" y="4146"/>
                    <a:pt x="4208" y="4038"/>
                    <a:pt x="4348" y="4013"/>
                  </a:cubicBezTo>
                  <a:cubicBezTo>
                    <a:pt x="4388" y="4006"/>
                    <a:pt x="4421" y="4002"/>
                    <a:pt x="4450" y="4002"/>
                  </a:cubicBezTo>
                  <a:cubicBezTo>
                    <a:pt x="4556" y="4002"/>
                    <a:pt x="4598" y="4046"/>
                    <a:pt x="4614" y="4090"/>
                  </a:cubicBezTo>
                  <a:cubicBezTo>
                    <a:pt x="4620" y="4105"/>
                    <a:pt x="4628" y="4112"/>
                    <a:pt x="4637" y="4112"/>
                  </a:cubicBezTo>
                  <a:cubicBezTo>
                    <a:pt x="4639" y="4112"/>
                    <a:pt x="4641" y="4112"/>
                    <a:pt x="4642" y="4111"/>
                  </a:cubicBezTo>
                  <a:cubicBezTo>
                    <a:pt x="4677" y="4108"/>
                    <a:pt x="4737" y="4034"/>
                    <a:pt x="4747" y="3866"/>
                  </a:cubicBezTo>
                  <a:cubicBezTo>
                    <a:pt x="4747" y="3814"/>
                    <a:pt x="4751" y="3761"/>
                    <a:pt x="4751" y="3712"/>
                  </a:cubicBezTo>
                  <a:cubicBezTo>
                    <a:pt x="4758" y="3460"/>
                    <a:pt x="4765" y="3240"/>
                    <a:pt x="4985" y="3222"/>
                  </a:cubicBezTo>
                  <a:cubicBezTo>
                    <a:pt x="5118" y="3212"/>
                    <a:pt x="5245" y="3149"/>
                    <a:pt x="5287" y="3096"/>
                  </a:cubicBezTo>
                  <a:cubicBezTo>
                    <a:pt x="5297" y="3082"/>
                    <a:pt x="5297" y="3075"/>
                    <a:pt x="5297" y="3072"/>
                  </a:cubicBezTo>
                  <a:cubicBezTo>
                    <a:pt x="5276" y="3026"/>
                    <a:pt x="5248" y="2984"/>
                    <a:pt x="5217" y="2946"/>
                  </a:cubicBezTo>
                  <a:cubicBezTo>
                    <a:pt x="5143" y="2848"/>
                    <a:pt x="5059" y="2736"/>
                    <a:pt x="5136" y="2659"/>
                  </a:cubicBezTo>
                  <a:cubicBezTo>
                    <a:pt x="5159" y="2636"/>
                    <a:pt x="5190" y="2627"/>
                    <a:pt x="5230" y="2627"/>
                  </a:cubicBezTo>
                  <a:cubicBezTo>
                    <a:pt x="5283" y="2627"/>
                    <a:pt x="5350" y="2642"/>
                    <a:pt x="5434" y="2662"/>
                  </a:cubicBezTo>
                  <a:cubicBezTo>
                    <a:pt x="5559" y="2692"/>
                    <a:pt x="5645" y="2706"/>
                    <a:pt x="5694" y="2706"/>
                  </a:cubicBezTo>
                  <a:cubicBezTo>
                    <a:pt x="5720" y="2706"/>
                    <a:pt x="5734" y="2702"/>
                    <a:pt x="5738" y="2694"/>
                  </a:cubicBezTo>
                  <a:cubicBezTo>
                    <a:pt x="5759" y="2634"/>
                    <a:pt x="5763" y="2571"/>
                    <a:pt x="5752" y="2511"/>
                  </a:cubicBezTo>
                  <a:cubicBezTo>
                    <a:pt x="5745" y="2427"/>
                    <a:pt x="5738" y="2336"/>
                    <a:pt x="5791" y="2249"/>
                  </a:cubicBezTo>
                  <a:cubicBezTo>
                    <a:pt x="5826" y="2196"/>
                    <a:pt x="5868" y="2147"/>
                    <a:pt x="5910" y="2102"/>
                  </a:cubicBezTo>
                  <a:cubicBezTo>
                    <a:pt x="5976" y="2035"/>
                    <a:pt x="6046" y="1958"/>
                    <a:pt x="6043" y="1902"/>
                  </a:cubicBezTo>
                  <a:cubicBezTo>
                    <a:pt x="6039" y="1871"/>
                    <a:pt x="6036" y="1839"/>
                    <a:pt x="6036" y="1811"/>
                  </a:cubicBezTo>
                  <a:cubicBezTo>
                    <a:pt x="6032" y="1731"/>
                    <a:pt x="6032" y="1685"/>
                    <a:pt x="5966" y="1619"/>
                  </a:cubicBezTo>
                  <a:cubicBezTo>
                    <a:pt x="5896" y="1556"/>
                    <a:pt x="5868" y="1461"/>
                    <a:pt x="5892" y="1370"/>
                  </a:cubicBezTo>
                  <a:cubicBezTo>
                    <a:pt x="5924" y="1293"/>
                    <a:pt x="5997" y="1237"/>
                    <a:pt x="6085" y="1234"/>
                  </a:cubicBezTo>
                  <a:cubicBezTo>
                    <a:pt x="6102" y="1227"/>
                    <a:pt x="6123" y="1220"/>
                    <a:pt x="6137" y="1209"/>
                  </a:cubicBezTo>
                  <a:lnTo>
                    <a:pt x="6148" y="1202"/>
                  </a:lnTo>
                  <a:lnTo>
                    <a:pt x="6162" y="1199"/>
                  </a:lnTo>
                  <a:cubicBezTo>
                    <a:pt x="6267" y="1178"/>
                    <a:pt x="6354" y="1157"/>
                    <a:pt x="6417" y="1111"/>
                  </a:cubicBezTo>
                  <a:lnTo>
                    <a:pt x="6372" y="1111"/>
                  </a:lnTo>
                  <a:lnTo>
                    <a:pt x="6340" y="1118"/>
                  </a:lnTo>
                  <a:lnTo>
                    <a:pt x="6326" y="1122"/>
                  </a:lnTo>
                  <a:lnTo>
                    <a:pt x="6298" y="1129"/>
                  </a:lnTo>
                  <a:lnTo>
                    <a:pt x="6284" y="1132"/>
                  </a:lnTo>
                  <a:lnTo>
                    <a:pt x="6253" y="1136"/>
                  </a:lnTo>
                  <a:lnTo>
                    <a:pt x="6246" y="1136"/>
                  </a:lnTo>
                  <a:cubicBezTo>
                    <a:pt x="6232" y="1139"/>
                    <a:pt x="6218" y="1139"/>
                    <a:pt x="6207" y="1139"/>
                  </a:cubicBezTo>
                  <a:cubicBezTo>
                    <a:pt x="6203" y="1139"/>
                    <a:pt x="6198" y="1140"/>
                    <a:pt x="6194" y="1140"/>
                  </a:cubicBezTo>
                  <a:cubicBezTo>
                    <a:pt x="6146" y="1140"/>
                    <a:pt x="6102" y="1123"/>
                    <a:pt x="6067" y="1097"/>
                  </a:cubicBezTo>
                  <a:lnTo>
                    <a:pt x="6057" y="1087"/>
                  </a:lnTo>
                  <a:lnTo>
                    <a:pt x="6050" y="1080"/>
                  </a:lnTo>
                  <a:cubicBezTo>
                    <a:pt x="6018" y="1038"/>
                    <a:pt x="6001" y="985"/>
                    <a:pt x="6004" y="936"/>
                  </a:cubicBezTo>
                  <a:cubicBezTo>
                    <a:pt x="6004" y="912"/>
                    <a:pt x="6008" y="887"/>
                    <a:pt x="6015" y="863"/>
                  </a:cubicBezTo>
                  <a:cubicBezTo>
                    <a:pt x="6015" y="849"/>
                    <a:pt x="6022" y="831"/>
                    <a:pt x="6025" y="817"/>
                  </a:cubicBezTo>
                  <a:cubicBezTo>
                    <a:pt x="6032" y="782"/>
                    <a:pt x="6043" y="751"/>
                    <a:pt x="6053" y="716"/>
                  </a:cubicBezTo>
                  <a:cubicBezTo>
                    <a:pt x="6109" y="544"/>
                    <a:pt x="6116" y="477"/>
                    <a:pt x="6053" y="449"/>
                  </a:cubicBezTo>
                  <a:cubicBezTo>
                    <a:pt x="5889" y="372"/>
                    <a:pt x="5889" y="218"/>
                    <a:pt x="5889" y="113"/>
                  </a:cubicBezTo>
                  <a:cubicBezTo>
                    <a:pt x="5889" y="5"/>
                    <a:pt x="5878" y="1"/>
                    <a:pt x="5854" y="1"/>
                  </a:cubicBezTo>
                  <a:cubicBezTo>
                    <a:pt x="5850" y="1"/>
                    <a:pt x="5846" y="1"/>
                    <a:pt x="5842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34" name="Google Shape;7792;p80">
              <a:extLst>
                <a:ext uri="{FF2B5EF4-FFF2-40B4-BE49-F238E27FC236}">
                  <a16:creationId xmlns:a16="http://schemas.microsoft.com/office/drawing/2014/main" id="{D6F4563D-2EEC-E3D2-53F7-55323C22D016}"/>
                </a:ext>
              </a:extLst>
            </p:cNvPr>
            <p:cNvSpPr/>
            <p:nvPr/>
          </p:nvSpPr>
          <p:spPr>
            <a:xfrm>
              <a:off x="2595449" y="1751378"/>
              <a:ext cx="0" cy="14"/>
            </a:xfrm>
            <a:custGeom>
              <a:avLst/>
              <a:gdLst/>
              <a:ahLst/>
              <a:cxnLst/>
              <a:rect l="l" t="t" r="r" b="b"/>
              <a:pathLst>
                <a:path h="1" extrusionOk="0">
                  <a:moveTo>
                    <a:pt x="0" y="1"/>
                  </a:moveTo>
                  <a:lnTo>
                    <a:pt x="0" y="1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35" name="Google Shape;7793;p80">
              <a:extLst>
                <a:ext uri="{FF2B5EF4-FFF2-40B4-BE49-F238E27FC236}">
                  <a16:creationId xmlns:a16="http://schemas.microsoft.com/office/drawing/2014/main" id="{25C90A3D-614B-DA85-550B-A4969E4B41FD}"/>
                </a:ext>
              </a:extLst>
            </p:cNvPr>
            <p:cNvSpPr/>
            <p:nvPr/>
          </p:nvSpPr>
          <p:spPr>
            <a:xfrm>
              <a:off x="2589692" y="1751432"/>
              <a:ext cx="11134" cy="4046"/>
            </a:xfrm>
            <a:custGeom>
              <a:avLst/>
              <a:gdLst/>
              <a:ahLst/>
              <a:cxnLst/>
              <a:rect l="l" t="t" r="r" b="b"/>
              <a:pathLst>
                <a:path w="820" h="298" extrusionOk="0">
                  <a:moveTo>
                    <a:pt x="420" y="0"/>
                  </a:moveTo>
                  <a:cubicBezTo>
                    <a:pt x="350" y="0"/>
                    <a:pt x="137" y="179"/>
                    <a:pt x="0" y="298"/>
                  </a:cubicBezTo>
                  <a:lnTo>
                    <a:pt x="18" y="294"/>
                  </a:lnTo>
                  <a:lnTo>
                    <a:pt x="42" y="287"/>
                  </a:lnTo>
                  <a:lnTo>
                    <a:pt x="77" y="277"/>
                  </a:lnTo>
                  <a:lnTo>
                    <a:pt x="98" y="270"/>
                  </a:lnTo>
                  <a:lnTo>
                    <a:pt x="133" y="263"/>
                  </a:lnTo>
                  <a:lnTo>
                    <a:pt x="158" y="259"/>
                  </a:lnTo>
                  <a:lnTo>
                    <a:pt x="189" y="252"/>
                  </a:lnTo>
                  <a:lnTo>
                    <a:pt x="210" y="249"/>
                  </a:lnTo>
                  <a:lnTo>
                    <a:pt x="242" y="245"/>
                  </a:lnTo>
                  <a:lnTo>
                    <a:pt x="361" y="245"/>
                  </a:lnTo>
                  <a:lnTo>
                    <a:pt x="382" y="249"/>
                  </a:lnTo>
                  <a:cubicBezTo>
                    <a:pt x="396" y="252"/>
                    <a:pt x="406" y="256"/>
                    <a:pt x="420" y="259"/>
                  </a:cubicBezTo>
                  <a:lnTo>
                    <a:pt x="435" y="266"/>
                  </a:lnTo>
                  <a:lnTo>
                    <a:pt x="582" y="266"/>
                  </a:lnTo>
                  <a:lnTo>
                    <a:pt x="599" y="263"/>
                  </a:lnTo>
                  <a:lnTo>
                    <a:pt x="613" y="263"/>
                  </a:lnTo>
                  <a:lnTo>
                    <a:pt x="631" y="259"/>
                  </a:lnTo>
                  <a:lnTo>
                    <a:pt x="645" y="256"/>
                  </a:lnTo>
                  <a:lnTo>
                    <a:pt x="662" y="249"/>
                  </a:lnTo>
                  <a:lnTo>
                    <a:pt x="676" y="245"/>
                  </a:lnTo>
                  <a:lnTo>
                    <a:pt x="701" y="238"/>
                  </a:lnTo>
                  <a:lnTo>
                    <a:pt x="708" y="235"/>
                  </a:lnTo>
                  <a:lnTo>
                    <a:pt x="739" y="221"/>
                  </a:lnTo>
                  <a:lnTo>
                    <a:pt x="750" y="217"/>
                  </a:lnTo>
                  <a:lnTo>
                    <a:pt x="771" y="207"/>
                  </a:lnTo>
                  <a:lnTo>
                    <a:pt x="785" y="200"/>
                  </a:lnTo>
                  <a:lnTo>
                    <a:pt x="802" y="189"/>
                  </a:lnTo>
                  <a:lnTo>
                    <a:pt x="816" y="182"/>
                  </a:lnTo>
                  <a:lnTo>
                    <a:pt x="820" y="179"/>
                  </a:lnTo>
                  <a:lnTo>
                    <a:pt x="820" y="172"/>
                  </a:lnTo>
                  <a:lnTo>
                    <a:pt x="781" y="165"/>
                  </a:lnTo>
                  <a:lnTo>
                    <a:pt x="771" y="165"/>
                  </a:lnTo>
                  <a:lnTo>
                    <a:pt x="743" y="161"/>
                  </a:lnTo>
                  <a:lnTo>
                    <a:pt x="708" y="161"/>
                  </a:lnTo>
                  <a:cubicBezTo>
                    <a:pt x="702" y="159"/>
                    <a:pt x="697" y="158"/>
                    <a:pt x="692" y="158"/>
                  </a:cubicBezTo>
                  <a:cubicBezTo>
                    <a:pt x="687" y="158"/>
                    <a:pt x="681" y="159"/>
                    <a:pt x="676" y="161"/>
                  </a:cubicBezTo>
                  <a:cubicBezTo>
                    <a:pt x="667" y="162"/>
                    <a:pt x="658" y="163"/>
                    <a:pt x="650" y="163"/>
                  </a:cubicBezTo>
                  <a:cubicBezTo>
                    <a:pt x="589" y="163"/>
                    <a:pt x="532" y="132"/>
                    <a:pt x="501" y="74"/>
                  </a:cubicBezTo>
                  <a:lnTo>
                    <a:pt x="487" y="56"/>
                  </a:lnTo>
                  <a:lnTo>
                    <a:pt x="484" y="53"/>
                  </a:lnTo>
                  <a:cubicBezTo>
                    <a:pt x="480" y="46"/>
                    <a:pt x="477" y="42"/>
                    <a:pt x="473" y="35"/>
                  </a:cubicBezTo>
                  <a:lnTo>
                    <a:pt x="463" y="28"/>
                  </a:lnTo>
                  <a:cubicBezTo>
                    <a:pt x="459" y="25"/>
                    <a:pt x="456" y="21"/>
                    <a:pt x="452" y="18"/>
                  </a:cubicBezTo>
                  <a:lnTo>
                    <a:pt x="438" y="7"/>
                  </a:lnTo>
                  <a:lnTo>
                    <a:pt x="428" y="0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36" name="Google Shape;7794;p80">
              <a:extLst>
                <a:ext uri="{FF2B5EF4-FFF2-40B4-BE49-F238E27FC236}">
                  <a16:creationId xmlns:a16="http://schemas.microsoft.com/office/drawing/2014/main" id="{4A02B16A-7F26-08BA-E111-2C3FC0DB04AA}"/>
                </a:ext>
              </a:extLst>
            </p:cNvPr>
            <p:cNvSpPr/>
            <p:nvPr/>
          </p:nvSpPr>
          <p:spPr>
            <a:xfrm>
              <a:off x="2541736" y="1751432"/>
              <a:ext cx="434" cy="109"/>
            </a:xfrm>
            <a:custGeom>
              <a:avLst/>
              <a:gdLst/>
              <a:ahLst/>
              <a:cxnLst/>
              <a:rect l="l" t="t" r="r" b="b"/>
              <a:pathLst>
                <a:path w="32" h="8" extrusionOk="0">
                  <a:moveTo>
                    <a:pt x="32" y="0"/>
                  </a:moveTo>
                  <a:cubicBezTo>
                    <a:pt x="21" y="0"/>
                    <a:pt x="11" y="4"/>
                    <a:pt x="0" y="4"/>
                  </a:cubicBezTo>
                  <a:lnTo>
                    <a:pt x="0" y="7"/>
                  </a:lnTo>
                  <a:lnTo>
                    <a:pt x="32" y="0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37" name="Google Shape;7795;p80">
              <a:extLst>
                <a:ext uri="{FF2B5EF4-FFF2-40B4-BE49-F238E27FC236}">
                  <a16:creationId xmlns:a16="http://schemas.microsoft.com/office/drawing/2014/main" id="{031AE847-D559-3BD8-8F37-331CE5BA8634}"/>
                </a:ext>
              </a:extLst>
            </p:cNvPr>
            <p:cNvSpPr/>
            <p:nvPr/>
          </p:nvSpPr>
          <p:spPr>
            <a:xfrm>
              <a:off x="2550955" y="1754039"/>
              <a:ext cx="394" cy="258"/>
            </a:xfrm>
            <a:custGeom>
              <a:avLst/>
              <a:gdLst/>
              <a:ahLst/>
              <a:cxnLst/>
              <a:rect l="l" t="t" r="r" b="b"/>
              <a:pathLst>
                <a:path w="29" h="19" extrusionOk="0">
                  <a:moveTo>
                    <a:pt x="0" y="1"/>
                  </a:moveTo>
                  <a:lnTo>
                    <a:pt x="28" y="18"/>
                  </a:lnTo>
                  <a:lnTo>
                    <a:pt x="28" y="18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38" name="Google Shape;7796;p80">
              <a:extLst>
                <a:ext uri="{FF2B5EF4-FFF2-40B4-BE49-F238E27FC236}">
                  <a16:creationId xmlns:a16="http://schemas.microsoft.com/office/drawing/2014/main" id="{91B09C66-21EE-8577-BCA7-22AAE5341526}"/>
                </a:ext>
              </a:extLst>
            </p:cNvPr>
            <p:cNvSpPr/>
            <p:nvPr/>
          </p:nvSpPr>
          <p:spPr>
            <a:xfrm>
              <a:off x="2549950" y="1753523"/>
              <a:ext cx="68" cy="14"/>
            </a:xfrm>
            <a:custGeom>
              <a:avLst/>
              <a:gdLst/>
              <a:ahLst/>
              <a:cxnLst/>
              <a:rect l="l" t="t" r="r" b="b"/>
              <a:pathLst>
                <a:path w="5" h="1" extrusionOk="0">
                  <a:moveTo>
                    <a:pt x="4" y="0"/>
                  </a:moveTo>
                  <a:lnTo>
                    <a:pt x="1" y="0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39" name="Google Shape;7797;p80">
              <a:extLst>
                <a:ext uri="{FF2B5EF4-FFF2-40B4-BE49-F238E27FC236}">
                  <a16:creationId xmlns:a16="http://schemas.microsoft.com/office/drawing/2014/main" id="{BFE1B0B8-F34B-C354-BB37-E326A00599F9}"/>
                </a:ext>
              </a:extLst>
            </p:cNvPr>
            <p:cNvSpPr/>
            <p:nvPr/>
          </p:nvSpPr>
          <p:spPr>
            <a:xfrm>
              <a:off x="2550236" y="1753618"/>
              <a:ext cx="109" cy="54"/>
            </a:xfrm>
            <a:custGeom>
              <a:avLst/>
              <a:gdLst/>
              <a:ahLst/>
              <a:cxnLst/>
              <a:rect l="l" t="t" r="r" b="b"/>
              <a:pathLst>
                <a:path w="8" h="4" extrusionOk="0">
                  <a:moveTo>
                    <a:pt x="8" y="4"/>
                  </a:moveTo>
                  <a:lnTo>
                    <a:pt x="1" y="0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40" name="Google Shape;7798;p80">
              <a:extLst>
                <a:ext uri="{FF2B5EF4-FFF2-40B4-BE49-F238E27FC236}">
                  <a16:creationId xmlns:a16="http://schemas.microsoft.com/office/drawing/2014/main" id="{D6790FB4-1335-0DCC-CC61-E3CBE192A60E}"/>
                </a:ext>
              </a:extLst>
            </p:cNvPr>
            <p:cNvSpPr/>
            <p:nvPr/>
          </p:nvSpPr>
          <p:spPr>
            <a:xfrm>
              <a:off x="2549244" y="1753278"/>
              <a:ext cx="244" cy="14"/>
            </a:xfrm>
            <a:custGeom>
              <a:avLst/>
              <a:gdLst/>
              <a:ahLst/>
              <a:cxnLst/>
              <a:rect l="l" t="t" r="r" b="b"/>
              <a:pathLst>
                <a:path w="18" h="1" extrusionOk="0">
                  <a:moveTo>
                    <a:pt x="18" y="1"/>
                  </a:moveTo>
                  <a:cubicBezTo>
                    <a:pt x="11" y="1"/>
                    <a:pt x="7" y="1"/>
                    <a:pt x="0" y="1"/>
                  </a:cubicBezTo>
                  <a:cubicBezTo>
                    <a:pt x="7" y="1"/>
                    <a:pt x="11" y="1"/>
                    <a:pt x="18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41" name="Google Shape;7799;p80">
              <a:extLst>
                <a:ext uri="{FF2B5EF4-FFF2-40B4-BE49-F238E27FC236}">
                  <a16:creationId xmlns:a16="http://schemas.microsoft.com/office/drawing/2014/main" id="{4A4F0437-9F59-C726-142E-2D9CFED1D3CD}"/>
                </a:ext>
              </a:extLst>
            </p:cNvPr>
            <p:cNvSpPr/>
            <p:nvPr/>
          </p:nvSpPr>
          <p:spPr>
            <a:xfrm>
              <a:off x="2550480" y="1753754"/>
              <a:ext cx="149" cy="68"/>
            </a:xfrm>
            <a:custGeom>
              <a:avLst/>
              <a:gdLst/>
              <a:ahLst/>
              <a:cxnLst/>
              <a:rect l="l" t="t" r="r" b="b"/>
              <a:pathLst>
                <a:path w="11" h="5" extrusionOk="0">
                  <a:moveTo>
                    <a:pt x="11" y="4"/>
                  </a:moveTo>
                  <a:lnTo>
                    <a:pt x="0" y="1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42" name="Google Shape;7800;p80">
              <a:extLst>
                <a:ext uri="{FF2B5EF4-FFF2-40B4-BE49-F238E27FC236}">
                  <a16:creationId xmlns:a16="http://schemas.microsoft.com/office/drawing/2014/main" id="{59EF8AF4-974B-D721-FFCF-3B1AD92CA931}"/>
                </a:ext>
              </a:extLst>
            </p:cNvPr>
            <p:cNvSpPr/>
            <p:nvPr/>
          </p:nvSpPr>
          <p:spPr>
            <a:xfrm>
              <a:off x="2550711" y="1753903"/>
              <a:ext cx="204" cy="109"/>
            </a:xfrm>
            <a:custGeom>
              <a:avLst/>
              <a:gdLst/>
              <a:ahLst/>
              <a:cxnLst/>
              <a:rect l="l" t="t" r="r" b="b"/>
              <a:pathLst>
                <a:path w="15" h="8" extrusionOk="0">
                  <a:moveTo>
                    <a:pt x="15" y="7"/>
                  </a:moveTo>
                  <a:lnTo>
                    <a:pt x="1" y="0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43" name="Google Shape;7801;p80">
              <a:extLst>
                <a:ext uri="{FF2B5EF4-FFF2-40B4-BE49-F238E27FC236}">
                  <a16:creationId xmlns:a16="http://schemas.microsoft.com/office/drawing/2014/main" id="{BB7CC958-FC46-DE00-B991-E00878A6EF5D}"/>
                </a:ext>
              </a:extLst>
            </p:cNvPr>
            <p:cNvSpPr/>
            <p:nvPr/>
          </p:nvSpPr>
          <p:spPr>
            <a:xfrm>
              <a:off x="2549625" y="1753373"/>
              <a:ext cx="109" cy="14"/>
            </a:xfrm>
            <a:custGeom>
              <a:avLst/>
              <a:gdLst/>
              <a:ahLst/>
              <a:cxnLst/>
              <a:rect l="l" t="t" r="r" b="b"/>
              <a:pathLst>
                <a:path w="8" h="1" extrusionOk="0">
                  <a:moveTo>
                    <a:pt x="7" y="1"/>
                  </a:moveTo>
                  <a:lnTo>
                    <a:pt x="0" y="1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44" name="Google Shape;7802;p80">
              <a:extLst>
                <a:ext uri="{FF2B5EF4-FFF2-40B4-BE49-F238E27FC236}">
                  <a16:creationId xmlns:a16="http://schemas.microsoft.com/office/drawing/2014/main" id="{A8C97417-2BAE-51D2-B276-5106481E4A45}"/>
                </a:ext>
              </a:extLst>
            </p:cNvPr>
            <p:cNvSpPr/>
            <p:nvPr/>
          </p:nvSpPr>
          <p:spPr>
            <a:xfrm>
              <a:off x="2551756" y="1754568"/>
              <a:ext cx="1439" cy="910"/>
            </a:xfrm>
            <a:custGeom>
              <a:avLst/>
              <a:gdLst/>
              <a:ahLst/>
              <a:cxnLst/>
              <a:rect l="l" t="t" r="r" b="b"/>
              <a:pathLst>
                <a:path w="106" h="67" extrusionOk="0">
                  <a:moveTo>
                    <a:pt x="1" y="0"/>
                  </a:moveTo>
                  <a:lnTo>
                    <a:pt x="106" y="67"/>
                  </a:lnTo>
                  <a:lnTo>
                    <a:pt x="106" y="60"/>
                  </a:lnTo>
                  <a:lnTo>
                    <a:pt x="88" y="53"/>
                  </a:lnTo>
                  <a:cubicBezTo>
                    <a:pt x="57" y="35"/>
                    <a:pt x="29" y="18"/>
                    <a:pt x="1" y="0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45" name="Google Shape;7803;p80">
              <a:extLst>
                <a:ext uri="{FF2B5EF4-FFF2-40B4-BE49-F238E27FC236}">
                  <a16:creationId xmlns:a16="http://schemas.microsoft.com/office/drawing/2014/main" id="{4F94E679-C544-DAA8-F4F2-51D84EBFAA05}"/>
                </a:ext>
              </a:extLst>
            </p:cNvPr>
            <p:cNvSpPr/>
            <p:nvPr/>
          </p:nvSpPr>
          <p:spPr>
            <a:xfrm>
              <a:off x="2542917" y="1751147"/>
              <a:ext cx="543" cy="149"/>
            </a:xfrm>
            <a:custGeom>
              <a:avLst/>
              <a:gdLst/>
              <a:ahLst/>
              <a:cxnLst/>
              <a:rect l="l" t="t" r="r" b="b"/>
              <a:pathLst>
                <a:path w="40" h="11" extrusionOk="0">
                  <a:moveTo>
                    <a:pt x="36" y="0"/>
                  </a:moveTo>
                  <a:cubicBezTo>
                    <a:pt x="29" y="3"/>
                    <a:pt x="24" y="5"/>
                    <a:pt x="19" y="7"/>
                  </a:cubicBezTo>
                  <a:lnTo>
                    <a:pt x="19" y="7"/>
                  </a:lnTo>
                  <a:lnTo>
                    <a:pt x="39" y="4"/>
                  </a:lnTo>
                  <a:lnTo>
                    <a:pt x="39" y="0"/>
                  </a:lnTo>
                  <a:close/>
                  <a:moveTo>
                    <a:pt x="19" y="7"/>
                  </a:moveTo>
                  <a:lnTo>
                    <a:pt x="1" y="11"/>
                  </a:lnTo>
                  <a:cubicBezTo>
                    <a:pt x="7" y="11"/>
                    <a:pt x="12" y="9"/>
                    <a:pt x="19" y="7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46" name="Google Shape;7804;p80">
              <a:extLst>
                <a:ext uri="{FF2B5EF4-FFF2-40B4-BE49-F238E27FC236}">
                  <a16:creationId xmlns:a16="http://schemas.microsoft.com/office/drawing/2014/main" id="{7A89696B-EDC5-F5D5-AC72-AE1573CB6CA0}"/>
                </a:ext>
              </a:extLst>
            </p:cNvPr>
            <p:cNvSpPr/>
            <p:nvPr/>
          </p:nvSpPr>
          <p:spPr>
            <a:xfrm>
              <a:off x="2508784" y="1768770"/>
              <a:ext cx="204" cy="394"/>
            </a:xfrm>
            <a:custGeom>
              <a:avLst/>
              <a:gdLst/>
              <a:ahLst/>
              <a:cxnLst/>
              <a:rect l="l" t="t" r="r" b="b"/>
              <a:pathLst>
                <a:path w="15" h="29" extrusionOk="0">
                  <a:moveTo>
                    <a:pt x="15" y="29"/>
                  </a:moveTo>
                  <a:cubicBezTo>
                    <a:pt x="11" y="22"/>
                    <a:pt x="4" y="11"/>
                    <a:pt x="1" y="1"/>
                  </a:cubicBezTo>
                  <a:cubicBezTo>
                    <a:pt x="4" y="11"/>
                    <a:pt x="11" y="22"/>
                    <a:pt x="15" y="29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47" name="Google Shape;7805;p80">
              <a:extLst>
                <a:ext uri="{FF2B5EF4-FFF2-40B4-BE49-F238E27FC236}">
                  <a16:creationId xmlns:a16="http://schemas.microsoft.com/office/drawing/2014/main" id="{61F644B6-0CBA-84F8-6338-066CE9BF078E}"/>
                </a:ext>
              </a:extLst>
            </p:cNvPr>
            <p:cNvSpPr/>
            <p:nvPr/>
          </p:nvSpPr>
          <p:spPr>
            <a:xfrm>
              <a:off x="2511499" y="1770440"/>
              <a:ext cx="489" cy="14"/>
            </a:xfrm>
            <a:custGeom>
              <a:avLst/>
              <a:gdLst/>
              <a:ahLst/>
              <a:cxnLst/>
              <a:rect l="l" t="t" r="r" b="b"/>
              <a:pathLst>
                <a:path w="36" h="1" extrusionOk="0">
                  <a:moveTo>
                    <a:pt x="15" y="0"/>
                  </a:moveTo>
                  <a:lnTo>
                    <a:pt x="36" y="0"/>
                  </a:lnTo>
                  <a:lnTo>
                    <a:pt x="1" y="0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48" name="Google Shape;7806;p80">
              <a:extLst>
                <a:ext uri="{FF2B5EF4-FFF2-40B4-BE49-F238E27FC236}">
                  <a16:creationId xmlns:a16="http://schemas.microsoft.com/office/drawing/2014/main" id="{9AA77338-6FEB-4F68-C4DA-15751A7E6E39}"/>
                </a:ext>
              </a:extLst>
            </p:cNvPr>
            <p:cNvSpPr/>
            <p:nvPr/>
          </p:nvSpPr>
          <p:spPr>
            <a:xfrm>
              <a:off x="2509734" y="1769965"/>
              <a:ext cx="1018" cy="394"/>
            </a:xfrm>
            <a:custGeom>
              <a:avLst/>
              <a:gdLst/>
              <a:ahLst/>
              <a:cxnLst/>
              <a:rect l="l" t="t" r="r" b="b"/>
              <a:pathLst>
                <a:path w="75" h="29" extrusionOk="0">
                  <a:moveTo>
                    <a:pt x="74" y="28"/>
                  </a:moveTo>
                  <a:cubicBezTo>
                    <a:pt x="50" y="21"/>
                    <a:pt x="25" y="11"/>
                    <a:pt x="1" y="0"/>
                  </a:cubicBezTo>
                  <a:cubicBezTo>
                    <a:pt x="25" y="11"/>
                    <a:pt x="50" y="21"/>
                    <a:pt x="74" y="28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49" name="Google Shape;7807;p80">
              <a:extLst>
                <a:ext uri="{FF2B5EF4-FFF2-40B4-BE49-F238E27FC236}">
                  <a16:creationId xmlns:a16="http://schemas.microsoft.com/office/drawing/2014/main" id="{CD6C3151-5ACC-97B6-679E-4A36DA8CEEB9}"/>
                </a:ext>
              </a:extLst>
            </p:cNvPr>
            <p:cNvSpPr/>
            <p:nvPr/>
          </p:nvSpPr>
          <p:spPr>
            <a:xfrm>
              <a:off x="2510888" y="1770345"/>
              <a:ext cx="475" cy="54"/>
            </a:xfrm>
            <a:custGeom>
              <a:avLst/>
              <a:gdLst/>
              <a:ahLst/>
              <a:cxnLst/>
              <a:rect l="l" t="t" r="r" b="b"/>
              <a:pathLst>
                <a:path w="35" h="4" extrusionOk="0">
                  <a:moveTo>
                    <a:pt x="35" y="4"/>
                  </a:moveTo>
                  <a:cubicBezTo>
                    <a:pt x="21" y="4"/>
                    <a:pt x="11" y="4"/>
                    <a:pt x="0" y="0"/>
                  </a:cubicBezTo>
                  <a:cubicBezTo>
                    <a:pt x="11" y="4"/>
                    <a:pt x="21" y="4"/>
                    <a:pt x="35" y="4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50" name="Google Shape;7808;p80">
              <a:extLst>
                <a:ext uri="{FF2B5EF4-FFF2-40B4-BE49-F238E27FC236}">
                  <a16:creationId xmlns:a16="http://schemas.microsoft.com/office/drawing/2014/main" id="{280DC413-8223-A624-DA25-5C7AD2F1FE6E}"/>
                </a:ext>
              </a:extLst>
            </p:cNvPr>
            <p:cNvSpPr/>
            <p:nvPr/>
          </p:nvSpPr>
          <p:spPr>
            <a:xfrm>
              <a:off x="2509354" y="1769680"/>
              <a:ext cx="299" cy="204"/>
            </a:xfrm>
            <a:custGeom>
              <a:avLst/>
              <a:gdLst/>
              <a:ahLst/>
              <a:cxnLst/>
              <a:rect l="l" t="t" r="r" b="b"/>
              <a:pathLst>
                <a:path w="22" h="15" extrusionOk="0">
                  <a:moveTo>
                    <a:pt x="22" y="14"/>
                  </a:moveTo>
                  <a:cubicBezTo>
                    <a:pt x="15" y="11"/>
                    <a:pt x="8" y="4"/>
                    <a:pt x="1" y="0"/>
                  </a:cubicBezTo>
                  <a:cubicBezTo>
                    <a:pt x="8" y="4"/>
                    <a:pt x="15" y="11"/>
                    <a:pt x="22" y="14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51" name="Google Shape;7809;p80">
              <a:extLst>
                <a:ext uri="{FF2B5EF4-FFF2-40B4-BE49-F238E27FC236}">
                  <a16:creationId xmlns:a16="http://schemas.microsoft.com/office/drawing/2014/main" id="{D319E845-C160-396C-B145-9F2F16576ADE}"/>
                </a:ext>
              </a:extLst>
            </p:cNvPr>
            <p:cNvSpPr/>
            <p:nvPr/>
          </p:nvSpPr>
          <p:spPr>
            <a:xfrm>
              <a:off x="2509069" y="1769300"/>
              <a:ext cx="204" cy="244"/>
            </a:xfrm>
            <a:custGeom>
              <a:avLst/>
              <a:gdLst/>
              <a:ahLst/>
              <a:cxnLst/>
              <a:rect l="l" t="t" r="r" b="b"/>
              <a:pathLst>
                <a:path w="15" h="18" extrusionOk="0">
                  <a:moveTo>
                    <a:pt x="15" y="18"/>
                  </a:moveTo>
                  <a:cubicBezTo>
                    <a:pt x="8" y="11"/>
                    <a:pt x="4" y="7"/>
                    <a:pt x="1" y="0"/>
                  </a:cubicBezTo>
                  <a:cubicBezTo>
                    <a:pt x="4" y="7"/>
                    <a:pt x="8" y="11"/>
                    <a:pt x="15" y="18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52" name="Google Shape;7810;p80">
              <a:extLst>
                <a:ext uri="{FF2B5EF4-FFF2-40B4-BE49-F238E27FC236}">
                  <a16:creationId xmlns:a16="http://schemas.microsoft.com/office/drawing/2014/main" id="{91E00728-95F7-43FB-0570-BFB10C60193C}"/>
                </a:ext>
              </a:extLst>
            </p:cNvPr>
            <p:cNvSpPr/>
            <p:nvPr/>
          </p:nvSpPr>
          <p:spPr>
            <a:xfrm>
              <a:off x="2534975" y="1750997"/>
              <a:ext cx="489" cy="543"/>
            </a:xfrm>
            <a:custGeom>
              <a:avLst/>
              <a:gdLst/>
              <a:ahLst/>
              <a:cxnLst/>
              <a:rect l="l" t="t" r="r" b="b"/>
              <a:pathLst>
                <a:path w="36" h="40" extrusionOk="0">
                  <a:moveTo>
                    <a:pt x="36" y="1"/>
                  </a:moveTo>
                  <a:cubicBezTo>
                    <a:pt x="25" y="11"/>
                    <a:pt x="11" y="25"/>
                    <a:pt x="1" y="39"/>
                  </a:cubicBezTo>
                  <a:cubicBezTo>
                    <a:pt x="11" y="25"/>
                    <a:pt x="25" y="11"/>
                    <a:pt x="36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53" name="Google Shape;7811;p80">
              <a:extLst>
                <a:ext uri="{FF2B5EF4-FFF2-40B4-BE49-F238E27FC236}">
                  <a16:creationId xmlns:a16="http://schemas.microsoft.com/office/drawing/2014/main" id="{C3DF386E-D0CA-2EE5-27BA-5049B33EFC13}"/>
                </a:ext>
              </a:extLst>
            </p:cNvPr>
            <p:cNvSpPr/>
            <p:nvPr/>
          </p:nvSpPr>
          <p:spPr>
            <a:xfrm>
              <a:off x="2536780" y="1750047"/>
              <a:ext cx="109" cy="14"/>
            </a:xfrm>
            <a:custGeom>
              <a:avLst/>
              <a:gdLst/>
              <a:ahLst/>
              <a:cxnLst/>
              <a:rect l="l" t="t" r="r" b="b"/>
              <a:pathLst>
                <a:path w="8" h="1" extrusionOk="0">
                  <a:moveTo>
                    <a:pt x="1" y="0"/>
                  </a:moveTo>
                  <a:lnTo>
                    <a:pt x="1" y="0"/>
                  </a:lnTo>
                  <a:lnTo>
                    <a:pt x="8" y="0"/>
                  </a:lnTo>
                  <a:lnTo>
                    <a:pt x="1" y="0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54" name="Google Shape;7812;p80">
              <a:extLst>
                <a:ext uri="{FF2B5EF4-FFF2-40B4-BE49-F238E27FC236}">
                  <a16:creationId xmlns:a16="http://schemas.microsoft.com/office/drawing/2014/main" id="{6C893F9A-2A65-D4F8-DAFE-D0D3CC433640}"/>
                </a:ext>
              </a:extLst>
            </p:cNvPr>
            <p:cNvSpPr/>
            <p:nvPr/>
          </p:nvSpPr>
          <p:spPr>
            <a:xfrm>
              <a:off x="2512219" y="1770291"/>
              <a:ext cx="679" cy="109"/>
            </a:xfrm>
            <a:custGeom>
              <a:avLst/>
              <a:gdLst/>
              <a:ahLst/>
              <a:cxnLst/>
              <a:rect l="l" t="t" r="r" b="b"/>
              <a:pathLst>
                <a:path w="50" h="8" extrusionOk="0">
                  <a:moveTo>
                    <a:pt x="49" y="1"/>
                  </a:moveTo>
                  <a:cubicBezTo>
                    <a:pt x="32" y="4"/>
                    <a:pt x="14" y="8"/>
                    <a:pt x="0" y="8"/>
                  </a:cubicBezTo>
                  <a:cubicBezTo>
                    <a:pt x="14" y="8"/>
                    <a:pt x="32" y="4"/>
                    <a:pt x="49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55" name="Google Shape;7813;p80">
              <a:extLst>
                <a:ext uri="{FF2B5EF4-FFF2-40B4-BE49-F238E27FC236}">
                  <a16:creationId xmlns:a16="http://schemas.microsoft.com/office/drawing/2014/main" id="{06C4482C-22C5-915A-60B2-99453311E68D}"/>
                </a:ext>
              </a:extLst>
            </p:cNvPr>
            <p:cNvSpPr/>
            <p:nvPr/>
          </p:nvSpPr>
          <p:spPr>
            <a:xfrm>
              <a:off x="2503230" y="1767779"/>
              <a:ext cx="679" cy="204"/>
            </a:xfrm>
            <a:custGeom>
              <a:avLst/>
              <a:gdLst/>
              <a:ahLst/>
              <a:cxnLst/>
              <a:rect l="l" t="t" r="r" b="b"/>
              <a:pathLst>
                <a:path w="50" h="15" extrusionOk="0">
                  <a:moveTo>
                    <a:pt x="49" y="0"/>
                  </a:moveTo>
                  <a:cubicBezTo>
                    <a:pt x="35" y="0"/>
                    <a:pt x="25" y="4"/>
                    <a:pt x="14" y="7"/>
                  </a:cubicBezTo>
                  <a:lnTo>
                    <a:pt x="0" y="14"/>
                  </a:lnTo>
                  <a:cubicBezTo>
                    <a:pt x="14" y="7"/>
                    <a:pt x="32" y="0"/>
                    <a:pt x="49" y="0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56" name="Google Shape;7814;p80">
              <a:extLst>
                <a:ext uri="{FF2B5EF4-FFF2-40B4-BE49-F238E27FC236}">
                  <a16:creationId xmlns:a16="http://schemas.microsoft.com/office/drawing/2014/main" id="{AA35C685-788D-AF90-8686-79541EB2D2EC}"/>
                </a:ext>
              </a:extLst>
            </p:cNvPr>
            <p:cNvSpPr/>
            <p:nvPr/>
          </p:nvSpPr>
          <p:spPr>
            <a:xfrm>
              <a:off x="2542917" y="1751187"/>
              <a:ext cx="489" cy="109"/>
            </a:xfrm>
            <a:custGeom>
              <a:avLst/>
              <a:gdLst/>
              <a:ahLst/>
              <a:cxnLst/>
              <a:rect l="l" t="t" r="r" b="b"/>
              <a:pathLst>
                <a:path w="36" h="8" extrusionOk="0">
                  <a:moveTo>
                    <a:pt x="36" y="1"/>
                  </a:moveTo>
                  <a:lnTo>
                    <a:pt x="36" y="1"/>
                  </a:lnTo>
                  <a:cubicBezTo>
                    <a:pt x="22" y="4"/>
                    <a:pt x="11" y="4"/>
                    <a:pt x="1" y="8"/>
                  </a:cubicBezTo>
                  <a:cubicBezTo>
                    <a:pt x="11" y="8"/>
                    <a:pt x="22" y="4"/>
                    <a:pt x="36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57" name="Google Shape;7815;p80">
              <a:extLst>
                <a:ext uri="{FF2B5EF4-FFF2-40B4-BE49-F238E27FC236}">
                  <a16:creationId xmlns:a16="http://schemas.microsoft.com/office/drawing/2014/main" id="{41513D94-B670-47F3-A2A4-B529DC95C958}"/>
                </a:ext>
              </a:extLst>
            </p:cNvPr>
            <p:cNvSpPr/>
            <p:nvPr/>
          </p:nvSpPr>
          <p:spPr>
            <a:xfrm>
              <a:off x="2502035" y="1769436"/>
              <a:ext cx="68" cy="394"/>
            </a:xfrm>
            <a:custGeom>
              <a:avLst/>
              <a:gdLst/>
              <a:ahLst/>
              <a:cxnLst/>
              <a:rect l="l" t="t" r="r" b="b"/>
              <a:pathLst>
                <a:path w="5" h="29" extrusionOk="0">
                  <a:moveTo>
                    <a:pt x="1" y="29"/>
                  </a:moveTo>
                  <a:cubicBezTo>
                    <a:pt x="1" y="18"/>
                    <a:pt x="4" y="11"/>
                    <a:pt x="4" y="1"/>
                  </a:cubicBezTo>
                  <a:cubicBezTo>
                    <a:pt x="4" y="11"/>
                    <a:pt x="1" y="18"/>
                    <a:pt x="1" y="29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58" name="Google Shape;7816;p80">
              <a:extLst>
                <a:ext uri="{FF2B5EF4-FFF2-40B4-BE49-F238E27FC236}">
                  <a16:creationId xmlns:a16="http://schemas.microsoft.com/office/drawing/2014/main" id="{BB61E660-2DAB-3F1F-5BCD-7A8609CCE64A}"/>
                </a:ext>
              </a:extLst>
            </p:cNvPr>
            <p:cNvSpPr/>
            <p:nvPr/>
          </p:nvSpPr>
          <p:spPr>
            <a:xfrm>
              <a:off x="2499143" y="1813793"/>
              <a:ext cx="14" cy="204"/>
            </a:xfrm>
            <a:custGeom>
              <a:avLst/>
              <a:gdLst/>
              <a:ahLst/>
              <a:cxnLst/>
              <a:rect l="l" t="t" r="r" b="b"/>
              <a:pathLst>
                <a:path w="1" h="15" extrusionOk="0">
                  <a:moveTo>
                    <a:pt x="0" y="14"/>
                  </a:moveTo>
                  <a:cubicBezTo>
                    <a:pt x="0" y="7"/>
                    <a:pt x="0" y="4"/>
                    <a:pt x="0" y="0"/>
                  </a:cubicBezTo>
                  <a:cubicBezTo>
                    <a:pt x="0" y="4"/>
                    <a:pt x="0" y="7"/>
                    <a:pt x="0" y="14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59" name="Google Shape;7817;p80">
              <a:extLst>
                <a:ext uri="{FF2B5EF4-FFF2-40B4-BE49-F238E27FC236}">
                  <a16:creationId xmlns:a16="http://schemas.microsoft.com/office/drawing/2014/main" id="{E12500E9-3A20-0E10-1B26-0A8DEA2D0E4D}"/>
                </a:ext>
              </a:extLst>
            </p:cNvPr>
            <p:cNvSpPr/>
            <p:nvPr/>
          </p:nvSpPr>
          <p:spPr>
            <a:xfrm>
              <a:off x="2500230" y="1774663"/>
              <a:ext cx="448" cy="489"/>
            </a:xfrm>
            <a:custGeom>
              <a:avLst/>
              <a:gdLst/>
              <a:ahLst/>
              <a:cxnLst/>
              <a:rect l="l" t="t" r="r" b="b"/>
              <a:pathLst>
                <a:path w="33" h="36" extrusionOk="0">
                  <a:moveTo>
                    <a:pt x="32" y="1"/>
                  </a:moveTo>
                  <a:cubicBezTo>
                    <a:pt x="22" y="15"/>
                    <a:pt x="11" y="25"/>
                    <a:pt x="1" y="36"/>
                  </a:cubicBezTo>
                  <a:cubicBezTo>
                    <a:pt x="15" y="25"/>
                    <a:pt x="22" y="15"/>
                    <a:pt x="32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60" name="Google Shape;7818;p80">
              <a:extLst>
                <a:ext uri="{FF2B5EF4-FFF2-40B4-BE49-F238E27FC236}">
                  <a16:creationId xmlns:a16="http://schemas.microsoft.com/office/drawing/2014/main" id="{02016850-7367-6161-69A9-FF288ED7576C}"/>
                </a:ext>
              </a:extLst>
            </p:cNvPr>
            <p:cNvSpPr/>
            <p:nvPr/>
          </p:nvSpPr>
          <p:spPr>
            <a:xfrm>
              <a:off x="2502131" y="1767969"/>
              <a:ext cx="1113" cy="1385"/>
            </a:xfrm>
            <a:custGeom>
              <a:avLst/>
              <a:gdLst/>
              <a:ahLst/>
              <a:cxnLst/>
              <a:rect l="l" t="t" r="r" b="b"/>
              <a:pathLst>
                <a:path w="82" h="102" extrusionOk="0">
                  <a:moveTo>
                    <a:pt x="81" y="0"/>
                  </a:moveTo>
                  <a:cubicBezTo>
                    <a:pt x="76" y="3"/>
                    <a:pt x="70" y="6"/>
                    <a:pt x="65" y="10"/>
                  </a:cubicBezTo>
                  <a:lnTo>
                    <a:pt x="65" y="10"/>
                  </a:lnTo>
                  <a:cubicBezTo>
                    <a:pt x="67" y="9"/>
                    <a:pt x="69" y="8"/>
                    <a:pt x="71" y="7"/>
                  </a:cubicBezTo>
                  <a:lnTo>
                    <a:pt x="81" y="0"/>
                  </a:lnTo>
                  <a:close/>
                  <a:moveTo>
                    <a:pt x="65" y="10"/>
                  </a:moveTo>
                  <a:lnTo>
                    <a:pt x="65" y="10"/>
                  </a:lnTo>
                  <a:cubicBezTo>
                    <a:pt x="62" y="11"/>
                    <a:pt x="59" y="12"/>
                    <a:pt x="57" y="14"/>
                  </a:cubicBezTo>
                  <a:cubicBezTo>
                    <a:pt x="29" y="39"/>
                    <a:pt x="8" y="67"/>
                    <a:pt x="1" y="102"/>
                  </a:cubicBezTo>
                  <a:cubicBezTo>
                    <a:pt x="10" y="66"/>
                    <a:pt x="32" y="32"/>
                    <a:pt x="65" y="10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61" name="Google Shape;7819;p80">
              <a:extLst>
                <a:ext uri="{FF2B5EF4-FFF2-40B4-BE49-F238E27FC236}">
                  <a16:creationId xmlns:a16="http://schemas.microsoft.com/office/drawing/2014/main" id="{95D7F9BA-CA18-6915-AAF3-2E3B03016822}"/>
                </a:ext>
              </a:extLst>
            </p:cNvPr>
            <p:cNvSpPr/>
            <p:nvPr/>
          </p:nvSpPr>
          <p:spPr>
            <a:xfrm>
              <a:off x="2500664" y="1769911"/>
              <a:ext cx="1480" cy="4725"/>
            </a:xfrm>
            <a:custGeom>
              <a:avLst/>
              <a:gdLst/>
              <a:ahLst/>
              <a:cxnLst/>
              <a:rect l="l" t="t" r="r" b="b"/>
              <a:pathLst>
                <a:path w="109" h="348" extrusionOk="0">
                  <a:moveTo>
                    <a:pt x="102" y="43"/>
                  </a:moveTo>
                  <a:cubicBezTo>
                    <a:pt x="102" y="29"/>
                    <a:pt x="102" y="15"/>
                    <a:pt x="102" y="1"/>
                  </a:cubicBezTo>
                  <a:cubicBezTo>
                    <a:pt x="102" y="15"/>
                    <a:pt x="102" y="29"/>
                    <a:pt x="102" y="43"/>
                  </a:cubicBezTo>
                  <a:cubicBezTo>
                    <a:pt x="109" y="155"/>
                    <a:pt x="70" y="263"/>
                    <a:pt x="0" y="347"/>
                  </a:cubicBezTo>
                  <a:cubicBezTo>
                    <a:pt x="70" y="263"/>
                    <a:pt x="109" y="155"/>
                    <a:pt x="102" y="43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62" name="Google Shape;7820;p80">
              <a:extLst>
                <a:ext uri="{FF2B5EF4-FFF2-40B4-BE49-F238E27FC236}">
                  <a16:creationId xmlns:a16="http://schemas.microsoft.com/office/drawing/2014/main" id="{F01EEB5D-563F-662E-E268-2F9C16DED541}"/>
                </a:ext>
              </a:extLst>
            </p:cNvPr>
            <p:cNvSpPr/>
            <p:nvPr/>
          </p:nvSpPr>
          <p:spPr>
            <a:xfrm>
              <a:off x="2503081" y="1767874"/>
              <a:ext cx="353" cy="204"/>
            </a:xfrm>
            <a:custGeom>
              <a:avLst/>
              <a:gdLst/>
              <a:ahLst/>
              <a:cxnLst/>
              <a:rect l="l" t="t" r="r" b="b"/>
              <a:pathLst>
                <a:path w="26" h="15" extrusionOk="0">
                  <a:moveTo>
                    <a:pt x="25" y="0"/>
                  </a:moveTo>
                  <a:cubicBezTo>
                    <a:pt x="15" y="4"/>
                    <a:pt x="8" y="7"/>
                    <a:pt x="1" y="14"/>
                  </a:cubicBezTo>
                  <a:lnTo>
                    <a:pt x="11" y="7"/>
                  </a:lnTo>
                  <a:lnTo>
                    <a:pt x="25" y="0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63" name="Google Shape;7821;p80">
              <a:extLst>
                <a:ext uri="{FF2B5EF4-FFF2-40B4-BE49-F238E27FC236}">
                  <a16:creationId xmlns:a16="http://schemas.microsoft.com/office/drawing/2014/main" id="{33373FE2-EC16-689B-0C0A-C07DA8C6D2B7}"/>
                </a:ext>
              </a:extLst>
            </p:cNvPr>
            <p:cNvSpPr/>
            <p:nvPr/>
          </p:nvSpPr>
          <p:spPr>
            <a:xfrm>
              <a:off x="2579848" y="1757895"/>
              <a:ext cx="68" cy="14"/>
            </a:xfrm>
            <a:custGeom>
              <a:avLst/>
              <a:gdLst/>
              <a:ahLst/>
              <a:cxnLst/>
              <a:rect l="l" t="t" r="r" b="b"/>
              <a:pathLst>
                <a:path w="5" h="1" extrusionOk="0">
                  <a:moveTo>
                    <a:pt x="4" y="0"/>
                  </a:moveTo>
                  <a:lnTo>
                    <a:pt x="1" y="0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64" name="Google Shape;7822;p80">
              <a:extLst>
                <a:ext uri="{FF2B5EF4-FFF2-40B4-BE49-F238E27FC236}">
                  <a16:creationId xmlns:a16="http://schemas.microsoft.com/office/drawing/2014/main" id="{08A1DEEA-FE45-809E-BFC9-98CBF00373FF}"/>
                </a:ext>
              </a:extLst>
            </p:cNvPr>
            <p:cNvSpPr/>
            <p:nvPr/>
          </p:nvSpPr>
          <p:spPr>
            <a:xfrm>
              <a:off x="2583419" y="1758221"/>
              <a:ext cx="204" cy="68"/>
            </a:xfrm>
            <a:custGeom>
              <a:avLst/>
              <a:gdLst/>
              <a:ahLst/>
              <a:cxnLst/>
              <a:rect l="l" t="t" r="r" b="b"/>
              <a:pathLst>
                <a:path w="15" h="5" extrusionOk="0">
                  <a:moveTo>
                    <a:pt x="0" y="4"/>
                  </a:moveTo>
                  <a:lnTo>
                    <a:pt x="14" y="1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65" name="Google Shape;7823;p80">
              <a:extLst>
                <a:ext uri="{FF2B5EF4-FFF2-40B4-BE49-F238E27FC236}">
                  <a16:creationId xmlns:a16="http://schemas.microsoft.com/office/drawing/2014/main" id="{3826FD34-DD96-34A8-EC37-8D7A65219E19}"/>
                </a:ext>
              </a:extLst>
            </p:cNvPr>
            <p:cNvSpPr/>
            <p:nvPr/>
          </p:nvSpPr>
          <p:spPr>
            <a:xfrm>
              <a:off x="2556318" y="1754568"/>
              <a:ext cx="204" cy="244"/>
            </a:xfrm>
            <a:custGeom>
              <a:avLst/>
              <a:gdLst/>
              <a:ahLst/>
              <a:cxnLst/>
              <a:rect l="l" t="t" r="r" b="b"/>
              <a:pathLst>
                <a:path w="15" h="18" extrusionOk="0">
                  <a:moveTo>
                    <a:pt x="1" y="18"/>
                  </a:moveTo>
                  <a:cubicBezTo>
                    <a:pt x="8" y="11"/>
                    <a:pt x="11" y="4"/>
                    <a:pt x="15" y="0"/>
                  </a:cubicBezTo>
                  <a:cubicBezTo>
                    <a:pt x="11" y="4"/>
                    <a:pt x="8" y="11"/>
                    <a:pt x="1" y="18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66" name="Google Shape;7824;p80">
              <a:extLst>
                <a:ext uri="{FF2B5EF4-FFF2-40B4-BE49-F238E27FC236}">
                  <a16:creationId xmlns:a16="http://schemas.microsoft.com/office/drawing/2014/main" id="{F75B4489-D6DF-B230-FF1D-BA5951C04FDB}"/>
                </a:ext>
              </a:extLst>
            </p:cNvPr>
            <p:cNvSpPr/>
            <p:nvPr/>
          </p:nvSpPr>
          <p:spPr>
            <a:xfrm>
              <a:off x="2582319" y="1758465"/>
              <a:ext cx="109" cy="14"/>
            </a:xfrm>
            <a:custGeom>
              <a:avLst/>
              <a:gdLst/>
              <a:ahLst/>
              <a:cxnLst/>
              <a:rect l="l" t="t" r="r" b="b"/>
              <a:pathLst>
                <a:path w="8" h="1" extrusionOk="0">
                  <a:moveTo>
                    <a:pt x="1" y="0"/>
                  </a:moveTo>
                  <a:lnTo>
                    <a:pt x="8" y="0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67" name="Google Shape;7825;p80">
              <a:extLst>
                <a:ext uri="{FF2B5EF4-FFF2-40B4-BE49-F238E27FC236}">
                  <a16:creationId xmlns:a16="http://schemas.microsoft.com/office/drawing/2014/main" id="{25F45721-9434-C01E-8FDA-48AE8A38D8A8}"/>
                </a:ext>
              </a:extLst>
            </p:cNvPr>
            <p:cNvSpPr/>
            <p:nvPr/>
          </p:nvSpPr>
          <p:spPr>
            <a:xfrm>
              <a:off x="2584030" y="1758126"/>
              <a:ext cx="68" cy="14"/>
            </a:xfrm>
            <a:custGeom>
              <a:avLst/>
              <a:gdLst/>
              <a:ahLst/>
              <a:cxnLst/>
              <a:rect l="l" t="t" r="r" b="b"/>
              <a:pathLst>
                <a:path w="5" h="1" extrusionOk="0">
                  <a:moveTo>
                    <a:pt x="4" y="1"/>
                  </a:moveTo>
                  <a:lnTo>
                    <a:pt x="1" y="1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68" name="Google Shape;7826;p80">
              <a:extLst>
                <a:ext uri="{FF2B5EF4-FFF2-40B4-BE49-F238E27FC236}">
                  <a16:creationId xmlns:a16="http://schemas.microsoft.com/office/drawing/2014/main" id="{09F46EEC-101C-BD6F-EDBB-8157DDB7D1FF}"/>
                </a:ext>
              </a:extLst>
            </p:cNvPr>
            <p:cNvSpPr/>
            <p:nvPr/>
          </p:nvSpPr>
          <p:spPr>
            <a:xfrm>
              <a:off x="2551335" y="1754283"/>
              <a:ext cx="394" cy="244"/>
            </a:xfrm>
            <a:custGeom>
              <a:avLst/>
              <a:gdLst/>
              <a:ahLst/>
              <a:cxnLst/>
              <a:rect l="l" t="t" r="r" b="b"/>
              <a:pathLst>
                <a:path w="29" h="18" extrusionOk="0">
                  <a:moveTo>
                    <a:pt x="0" y="0"/>
                  </a:moveTo>
                  <a:lnTo>
                    <a:pt x="28" y="18"/>
                  </a:lnTo>
                  <a:lnTo>
                    <a:pt x="18" y="11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69" name="Google Shape;7827;p80">
              <a:extLst>
                <a:ext uri="{FF2B5EF4-FFF2-40B4-BE49-F238E27FC236}">
                  <a16:creationId xmlns:a16="http://schemas.microsoft.com/office/drawing/2014/main" id="{19258867-93C2-4980-0FB7-DC906C6C1E03}"/>
                </a:ext>
              </a:extLst>
            </p:cNvPr>
            <p:cNvSpPr/>
            <p:nvPr/>
          </p:nvSpPr>
          <p:spPr>
            <a:xfrm>
              <a:off x="2582890" y="1758370"/>
              <a:ext cx="163" cy="54"/>
            </a:xfrm>
            <a:custGeom>
              <a:avLst/>
              <a:gdLst/>
              <a:ahLst/>
              <a:cxnLst/>
              <a:rect l="l" t="t" r="r" b="b"/>
              <a:pathLst>
                <a:path w="12" h="4" extrusionOk="0">
                  <a:moveTo>
                    <a:pt x="1" y="4"/>
                  </a:moveTo>
                  <a:lnTo>
                    <a:pt x="11" y="0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70" name="Google Shape;7828;p80">
              <a:extLst>
                <a:ext uri="{FF2B5EF4-FFF2-40B4-BE49-F238E27FC236}">
                  <a16:creationId xmlns:a16="http://schemas.microsoft.com/office/drawing/2014/main" id="{BDDB8E72-080C-DFE0-ED58-B13D2AC08CB6}"/>
                </a:ext>
              </a:extLst>
            </p:cNvPr>
            <p:cNvSpPr/>
            <p:nvPr/>
          </p:nvSpPr>
          <p:spPr>
            <a:xfrm>
              <a:off x="2581803" y="1758506"/>
              <a:ext cx="14" cy="14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0" y="1"/>
                  </a:move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71" name="Google Shape;7829;p80">
              <a:extLst>
                <a:ext uri="{FF2B5EF4-FFF2-40B4-BE49-F238E27FC236}">
                  <a16:creationId xmlns:a16="http://schemas.microsoft.com/office/drawing/2014/main" id="{F5F2FE4F-B7AE-C78D-B90F-0F325B63F1E2}"/>
                </a:ext>
              </a:extLst>
            </p:cNvPr>
            <p:cNvSpPr/>
            <p:nvPr/>
          </p:nvSpPr>
          <p:spPr>
            <a:xfrm>
              <a:off x="2596494" y="1752423"/>
              <a:ext cx="2811" cy="1344"/>
            </a:xfrm>
            <a:custGeom>
              <a:avLst/>
              <a:gdLst/>
              <a:ahLst/>
              <a:cxnLst/>
              <a:rect l="l" t="t" r="r" b="b"/>
              <a:pathLst>
                <a:path w="207" h="99" extrusionOk="0">
                  <a:moveTo>
                    <a:pt x="175" y="85"/>
                  </a:moveTo>
                  <a:cubicBezTo>
                    <a:pt x="186" y="85"/>
                    <a:pt x="196" y="85"/>
                    <a:pt x="207" y="85"/>
                  </a:cubicBezTo>
                  <a:cubicBezTo>
                    <a:pt x="196" y="85"/>
                    <a:pt x="186" y="85"/>
                    <a:pt x="175" y="85"/>
                  </a:cubicBezTo>
                  <a:cubicBezTo>
                    <a:pt x="105" y="99"/>
                    <a:pt x="35" y="64"/>
                    <a:pt x="0" y="1"/>
                  </a:cubicBezTo>
                  <a:cubicBezTo>
                    <a:pt x="35" y="64"/>
                    <a:pt x="105" y="99"/>
                    <a:pt x="175" y="85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72" name="Google Shape;7830;p80">
              <a:extLst>
                <a:ext uri="{FF2B5EF4-FFF2-40B4-BE49-F238E27FC236}">
                  <a16:creationId xmlns:a16="http://schemas.microsoft.com/office/drawing/2014/main" id="{54C8341E-5C6A-93D7-6433-DB6586EC83D8}"/>
                </a:ext>
              </a:extLst>
            </p:cNvPr>
            <p:cNvSpPr/>
            <p:nvPr/>
          </p:nvSpPr>
          <p:spPr>
            <a:xfrm>
              <a:off x="2600147" y="1753618"/>
              <a:ext cx="163" cy="14"/>
            </a:xfrm>
            <a:custGeom>
              <a:avLst/>
              <a:gdLst/>
              <a:ahLst/>
              <a:cxnLst/>
              <a:rect l="l" t="t" r="r" b="b"/>
              <a:pathLst>
                <a:path w="12" h="1" extrusionOk="0">
                  <a:moveTo>
                    <a:pt x="1" y="0"/>
                  </a:moveTo>
                  <a:lnTo>
                    <a:pt x="11" y="0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73" name="Google Shape;7831;p80">
              <a:extLst>
                <a:ext uri="{FF2B5EF4-FFF2-40B4-BE49-F238E27FC236}">
                  <a16:creationId xmlns:a16="http://schemas.microsoft.com/office/drawing/2014/main" id="{55B51597-D0A8-F707-CF0F-455155728518}"/>
                </a:ext>
              </a:extLst>
            </p:cNvPr>
            <p:cNvSpPr/>
            <p:nvPr/>
          </p:nvSpPr>
          <p:spPr>
            <a:xfrm>
              <a:off x="2596250" y="1752097"/>
              <a:ext cx="54" cy="54"/>
            </a:xfrm>
            <a:custGeom>
              <a:avLst/>
              <a:gdLst/>
              <a:ahLst/>
              <a:cxnLst/>
              <a:rect l="l" t="t" r="r" b="b"/>
              <a:pathLst>
                <a:path w="4" h="4" extrusionOk="0">
                  <a:moveTo>
                    <a:pt x="1" y="0"/>
                  </a:moveTo>
                  <a:lnTo>
                    <a:pt x="4" y="4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74" name="Google Shape;7832;p80">
              <a:extLst>
                <a:ext uri="{FF2B5EF4-FFF2-40B4-BE49-F238E27FC236}">
                  <a16:creationId xmlns:a16="http://schemas.microsoft.com/office/drawing/2014/main" id="{A66F16E6-0095-A92B-C064-F1CD095117F8}"/>
                </a:ext>
              </a:extLst>
            </p:cNvPr>
            <p:cNvSpPr/>
            <p:nvPr/>
          </p:nvSpPr>
          <p:spPr>
            <a:xfrm>
              <a:off x="2599536" y="1753563"/>
              <a:ext cx="244" cy="14"/>
            </a:xfrm>
            <a:custGeom>
              <a:avLst/>
              <a:gdLst/>
              <a:ahLst/>
              <a:cxnLst/>
              <a:rect l="l" t="t" r="r" b="b"/>
              <a:pathLst>
                <a:path w="18" h="1" extrusionOk="0">
                  <a:moveTo>
                    <a:pt x="0" y="1"/>
                  </a:moveTo>
                  <a:lnTo>
                    <a:pt x="18" y="1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75" name="Google Shape;7833;p80">
              <a:extLst>
                <a:ext uri="{FF2B5EF4-FFF2-40B4-BE49-F238E27FC236}">
                  <a16:creationId xmlns:a16="http://schemas.microsoft.com/office/drawing/2014/main" id="{04A27EC7-09C8-AB3B-363E-DC17151F830F}"/>
                </a:ext>
              </a:extLst>
            </p:cNvPr>
            <p:cNvSpPr/>
            <p:nvPr/>
          </p:nvSpPr>
          <p:spPr>
            <a:xfrm>
              <a:off x="2595639" y="1751473"/>
              <a:ext cx="190" cy="163"/>
            </a:xfrm>
            <a:custGeom>
              <a:avLst/>
              <a:gdLst/>
              <a:ahLst/>
              <a:cxnLst/>
              <a:rect l="l" t="t" r="r" b="b"/>
              <a:pathLst>
                <a:path w="14" h="12" extrusionOk="0">
                  <a:moveTo>
                    <a:pt x="0" y="1"/>
                  </a:moveTo>
                  <a:lnTo>
                    <a:pt x="14" y="11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76" name="Google Shape;7834;p80">
              <a:extLst>
                <a:ext uri="{FF2B5EF4-FFF2-40B4-BE49-F238E27FC236}">
                  <a16:creationId xmlns:a16="http://schemas.microsoft.com/office/drawing/2014/main" id="{82283FEA-0FBD-D5B8-966B-0EA8743FD9FC}"/>
                </a:ext>
              </a:extLst>
            </p:cNvPr>
            <p:cNvSpPr/>
            <p:nvPr/>
          </p:nvSpPr>
          <p:spPr>
            <a:xfrm>
              <a:off x="2595965" y="1751758"/>
              <a:ext cx="149" cy="109"/>
            </a:xfrm>
            <a:custGeom>
              <a:avLst/>
              <a:gdLst/>
              <a:ahLst/>
              <a:cxnLst/>
              <a:rect l="l" t="t" r="r" b="b"/>
              <a:pathLst>
                <a:path w="11" h="8" extrusionOk="0">
                  <a:moveTo>
                    <a:pt x="1" y="1"/>
                  </a:moveTo>
                  <a:lnTo>
                    <a:pt x="11" y="8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77" name="Google Shape;7835;p80">
              <a:extLst>
                <a:ext uri="{FF2B5EF4-FFF2-40B4-BE49-F238E27FC236}">
                  <a16:creationId xmlns:a16="http://schemas.microsoft.com/office/drawing/2014/main" id="{DF24F98E-E4A9-5631-B83D-3C087ED171C8}"/>
                </a:ext>
              </a:extLst>
            </p:cNvPr>
            <p:cNvSpPr/>
            <p:nvPr/>
          </p:nvSpPr>
          <p:spPr>
            <a:xfrm>
              <a:off x="2600812" y="1753754"/>
              <a:ext cx="14" cy="14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1" y="1"/>
                  </a:move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78" name="Google Shape;7836;p80">
              <a:extLst>
                <a:ext uri="{FF2B5EF4-FFF2-40B4-BE49-F238E27FC236}">
                  <a16:creationId xmlns:a16="http://schemas.microsoft.com/office/drawing/2014/main" id="{8D7F7075-B245-C340-806E-4F40DC8CCF4E}"/>
                </a:ext>
              </a:extLst>
            </p:cNvPr>
            <p:cNvSpPr/>
            <p:nvPr/>
          </p:nvSpPr>
          <p:spPr>
            <a:xfrm>
              <a:off x="2578952" y="1755709"/>
              <a:ext cx="774" cy="2050"/>
            </a:xfrm>
            <a:custGeom>
              <a:avLst/>
              <a:gdLst/>
              <a:ahLst/>
              <a:cxnLst/>
              <a:rect l="l" t="t" r="r" b="b"/>
              <a:pathLst>
                <a:path w="57" h="151" extrusionOk="0">
                  <a:moveTo>
                    <a:pt x="53" y="144"/>
                  </a:moveTo>
                  <a:lnTo>
                    <a:pt x="56" y="151"/>
                  </a:lnTo>
                  <a:lnTo>
                    <a:pt x="53" y="144"/>
                  </a:lnTo>
                  <a:cubicBezTo>
                    <a:pt x="18" y="105"/>
                    <a:pt x="0" y="53"/>
                    <a:pt x="7" y="0"/>
                  </a:cubicBezTo>
                  <a:cubicBezTo>
                    <a:pt x="0" y="53"/>
                    <a:pt x="18" y="105"/>
                    <a:pt x="53" y="144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79" name="Google Shape;7837;p80">
              <a:extLst>
                <a:ext uri="{FF2B5EF4-FFF2-40B4-BE49-F238E27FC236}">
                  <a16:creationId xmlns:a16="http://schemas.microsoft.com/office/drawing/2014/main" id="{00794799-85E5-3F21-7E7A-410D2F0BAAE6}"/>
                </a:ext>
              </a:extLst>
            </p:cNvPr>
            <p:cNvSpPr/>
            <p:nvPr/>
          </p:nvSpPr>
          <p:spPr>
            <a:xfrm>
              <a:off x="2556183" y="1754853"/>
              <a:ext cx="149" cy="204"/>
            </a:xfrm>
            <a:custGeom>
              <a:avLst/>
              <a:gdLst/>
              <a:ahLst/>
              <a:cxnLst/>
              <a:rect l="l" t="t" r="r" b="b"/>
              <a:pathLst>
                <a:path w="11" h="15" extrusionOk="0">
                  <a:moveTo>
                    <a:pt x="11" y="0"/>
                  </a:moveTo>
                  <a:lnTo>
                    <a:pt x="11" y="0"/>
                  </a:lnTo>
                  <a:cubicBezTo>
                    <a:pt x="7" y="4"/>
                    <a:pt x="4" y="11"/>
                    <a:pt x="0" y="14"/>
                  </a:cubicBezTo>
                  <a:cubicBezTo>
                    <a:pt x="7" y="11"/>
                    <a:pt x="7" y="4"/>
                    <a:pt x="11" y="0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80" name="Google Shape;7838;p80">
              <a:extLst>
                <a:ext uri="{FF2B5EF4-FFF2-40B4-BE49-F238E27FC236}">
                  <a16:creationId xmlns:a16="http://schemas.microsoft.com/office/drawing/2014/main" id="{5F594171-2B31-4EF6-B3C2-6921201A71D8}"/>
                </a:ext>
              </a:extLst>
            </p:cNvPr>
            <p:cNvSpPr/>
            <p:nvPr/>
          </p:nvSpPr>
          <p:spPr>
            <a:xfrm>
              <a:off x="2556033" y="1755138"/>
              <a:ext cx="68" cy="54"/>
            </a:xfrm>
            <a:custGeom>
              <a:avLst/>
              <a:gdLst/>
              <a:ahLst/>
              <a:cxnLst/>
              <a:rect l="l" t="t" r="r" b="b"/>
              <a:pathLst>
                <a:path w="5" h="4" extrusionOk="0">
                  <a:moveTo>
                    <a:pt x="4" y="0"/>
                  </a:moveTo>
                  <a:lnTo>
                    <a:pt x="1" y="4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81" name="Google Shape;7839;p80">
              <a:extLst>
                <a:ext uri="{FF2B5EF4-FFF2-40B4-BE49-F238E27FC236}">
                  <a16:creationId xmlns:a16="http://schemas.microsoft.com/office/drawing/2014/main" id="{EFD74F37-C400-41D1-50FE-529F188EFB6F}"/>
                </a:ext>
              </a:extLst>
            </p:cNvPr>
            <p:cNvSpPr/>
            <p:nvPr/>
          </p:nvSpPr>
          <p:spPr>
            <a:xfrm>
              <a:off x="2589692" y="1751378"/>
              <a:ext cx="5716" cy="4100"/>
            </a:xfrm>
            <a:custGeom>
              <a:avLst/>
              <a:gdLst/>
              <a:ahLst/>
              <a:cxnLst/>
              <a:rect l="l" t="t" r="r" b="b"/>
              <a:pathLst>
                <a:path w="421" h="302" extrusionOk="0">
                  <a:moveTo>
                    <a:pt x="420" y="1"/>
                  </a:moveTo>
                  <a:cubicBezTo>
                    <a:pt x="350" y="1"/>
                    <a:pt x="140" y="179"/>
                    <a:pt x="0" y="302"/>
                  </a:cubicBezTo>
                  <a:cubicBezTo>
                    <a:pt x="144" y="179"/>
                    <a:pt x="354" y="1"/>
                    <a:pt x="420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82" name="Google Shape;7840;p80">
              <a:extLst>
                <a:ext uri="{FF2B5EF4-FFF2-40B4-BE49-F238E27FC236}">
                  <a16:creationId xmlns:a16="http://schemas.microsoft.com/office/drawing/2014/main" id="{C982DC4A-DCCF-F42F-6D2B-CB8A9F85E2AA}"/>
                </a:ext>
              </a:extLst>
            </p:cNvPr>
            <p:cNvSpPr/>
            <p:nvPr/>
          </p:nvSpPr>
          <p:spPr>
            <a:xfrm>
              <a:off x="2552951" y="1755274"/>
              <a:ext cx="204" cy="68"/>
            </a:xfrm>
            <a:custGeom>
              <a:avLst/>
              <a:gdLst/>
              <a:ahLst/>
              <a:cxnLst/>
              <a:rect l="l" t="t" r="r" b="b"/>
              <a:pathLst>
                <a:path w="15" h="5" extrusionOk="0">
                  <a:moveTo>
                    <a:pt x="0" y="1"/>
                  </a:moveTo>
                  <a:lnTo>
                    <a:pt x="14" y="4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83" name="Google Shape;7841;p80">
              <a:extLst>
                <a:ext uri="{FF2B5EF4-FFF2-40B4-BE49-F238E27FC236}">
                  <a16:creationId xmlns:a16="http://schemas.microsoft.com/office/drawing/2014/main" id="{4C4781EF-39E3-F993-A369-17C6491C67FE}"/>
                </a:ext>
              </a:extLst>
            </p:cNvPr>
            <p:cNvSpPr/>
            <p:nvPr/>
          </p:nvSpPr>
          <p:spPr>
            <a:xfrm>
              <a:off x="2551566" y="1754419"/>
              <a:ext cx="1398" cy="828"/>
            </a:xfrm>
            <a:custGeom>
              <a:avLst/>
              <a:gdLst/>
              <a:ahLst/>
              <a:cxnLst/>
              <a:rect l="l" t="t" r="r" b="b"/>
              <a:pathLst>
                <a:path w="103" h="61" extrusionOk="0">
                  <a:moveTo>
                    <a:pt x="1" y="1"/>
                  </a:moveTo>
                  <a:cubicBezTo>
                    <a:pt x="17" y="11"/>
                    <a:pt x="34" y="22"/>
                    <a:pt x="52" y="32"/>
                  </a:cubicBezTo>
                  <a:lnTo>
                    <a:pt x="52" y="32"/>
                  </a:lnTo>
                  <a:cubicBezTo>
                    <a:pt x="38" y="24"/>
                    <a:pt x="26" y="15"/>
                    <a:pt x="15" y="8"/>
                  </a:cubicBezTo>
                  <a:lnTo>
                    <a:pt x="1" y="1"/>
                  </a:lnTo>
                  <a:close/>
                  <a:moveTo>
                    <a:pt x="52" y="32"/>
                  </a:moveTo>
                  <a:lnTo>
                    <a:pt x="52" y="32"/>
                  </a:lnTo>
                  <a:cubicBezTo>
                    <a:pt x="68" y="43"/>
                    <a:pt x="85" y="52"/>
                    <a:pt x="102" y="60"/>
                  </a:cubicBezTo>
                  <a:cubicBezTo>
                    <a:pt x="85" y="52"/>
                    <a:pt x="68" y="42"/>
                    <a:pt x="52" y="32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84" name="Google Shape;7842;p80">
              <a:extLst>
                <a:ext uri="{FF2B5EF4-FFF2-40B4-BE49-F238E27FC236}">
                  <a16:creationId xmlns:a16="http://schemas.microsoft.com/office/drawing/2014/main" id="{7A8036C7-54D4-EEFC-FA89-C01FA282A18E}"/>
                </a:ext>
              </a:extLst>
            </p:cNvPr>
            <p:cNvSpPr/>
            <p:nvPr/>
          </p:nvSpPr>
          <p:spPr>
            <a:xfrm>
              <a:off x="2502185" y="1754514"/>
              <a:ext cx="119265" cy="108620"/>
            </a:xfrm>
            <a:custGeom>
              <a:avLst/>
              <a:gdLst/>
              <a:ahLst/>
              <a:cxnLst/>
              <a:rect l="l" t="t" r="r" b="b"/>
              <a:pathLst>
                <a:path w="8784" h="8000" extrusionOk="0">
                  <a:moveTo>
                    <a:pt x="7405" y="1"/>
                  </a:moveTo>
                  <a:lnTo>
                    <a:pt x="7398" y="8"/>
                  </a:lnTo>
                  <a:cubicBezTo>
                    <a:pt x="7387" y="18"/>
                    <a:pt x="7380" y="25"/>
                    <a:pt x="7370" y="32"/>
                  </a:cubicBezTo>
                  <a:lnTo>
                    <a:pt x="7352" y="43"/>
                  </a:lnTo>
                  <a:lnTo>
                    <a:pt x="7331" y="60"/>
                  </a:lnTo>
                  <a:lnTo>
                    <a:pt x="7310" y="71"/>
                  </a:lnTo>
                  <a:lnTo>
                    <a:pt x="7289" y="85"/>
                  </a:lnTo>
                  <a:lnTo>
                    <a:pt x="7268" y="95"/>
                  </a:lnTo>
                  <a:lnTo>
                    <a:pt x="7247" y="106"/>
                  </a:lnTo>
                  <a:lnTo>
                    <a:pt x="7226" y="113"/>
                  </a:lnTo>
                  <a:lnTo>
                    <a:pt x="7205" y="123"/>
                  </a:lnTo>
                  <a:lnTo>
                    <a:pt x="7184" y="130"/>
                  </a:lnTo>
                  <a:lnTo>
                    <a:pt x="7163" y="137"/>
                  </a:lnTo>
                  <a:lnTo>
                    <a:pt x="7142" y="144"/>
                  </a:lnTo>
                  <a:lnTo>
                    <a:pt x="7121" y="151"/>
                  </a:lnTo>
                  <a:lnTo>
                    <a:pt x="7100" y="155"/>
                  </a:lnTo>
                  <a:lnTo>
                    <a:pt x="7079" y="158"/>
                  </a:lnTo>
                  <a:lnTo>
                    <a:pt x="7058" y="162"/>
                  </a:lnTo>
                  <a:lnTo>
                    <a:pt x="7037" y="165"/>
                  </a:lnTo>
                  <a:lnTo>
                    <a:pt x="7020" y="169"/>
                  </a:lnTo>
                  <a:lnTo>
                    <a:pt x="6908" y="169"/>
                  </a:lnTo>
                  <a:lnTo>
                    <a:pt x="6890" y="165"/>
                  </a:lnTo>
                  <a:lnTo>
                    <a:pt x="6876" y="165"/>
                  </a:lnTo>
                  <a:lnTo>
                    <a:pt x="6855" y="162"/>
                  </a:lnTo>
                  <a:lnTo>
                    <a:pt x="6844" y="158"/>
                  </a:lnTo>
                  <a:cubicBezTo>
                    <a:pt x="6834" y="158"/>
                    <a:pt x="6827" y="155"/>
                    <a:pt x="6816" y="151"/>
                  </a:cubicBezTo>
                  <a:cubicBezTo>
                    <a:pt x="6799" y="145"/>
                    <a:pt x="6777" y="142"/>
                    <a:pt x="6750" y="142"/>
                  </a:cubicBezTo>
                  <a:cubicBezTo>
                    <a:pt x="6595" y="142"/>
                    <a:pt x="6302" y="241"/>
                    <a:pt x="6141" y="361"/>
                  </a:cubicBezTo>
                  <a:cubicBezTo>
                    <a:pt x="6060" y="421"/>
                    <a:pt x="5962" y="445"/>
                    <a:pt x="5843" y="470"/>
                  </a:cubicBezTo>
                  <a:cubicBezTo>
                    <a:pt x="5812" y="491"/>
                    <a:pt x="5780" y="501"/>
                    <a:pt x="5745" y="508"/>
                  </a:cubicBezTo>
                  <a:cubicBezTo>
                    <a:pt x="5707" y="508"/>
                    <a:pt x="5675" y="529"/>
                    <a:pt x="5661" y="561"/>
                  </a:cubicBezTo>
                  <a:cubicBezTo>
                    <a:pt x="5654" y="603"/>
                    <a:pt x="5668" y="645"/>
                    <a:pt x="5703" y="673"/>
                  </a:cubicBezTo>
                  <a:cubicBezTo>
                    <a:pt x="5777" y="743"/>
                    <a:pt x="5819" y="844"/>
                    <a:pt x="5812" y="953"/>
                  </a:cubicBezTo>
                  <a:cubicBezTo>
                    <a:pt x="5812" y="977"/>
                    <a:pt x="5812" y="1005"/>
                    <a:pt x="5819" y="1033"/>
                  </a:cubicBezTo>
                  <a:cubicBezTo>
                    <a:pt x="5833" y="1149"/>
                    <a:pt x="5742" y="1243"/>
                    <a:pt x="5654" y="1338"/>
                  </a:cubicBezTo>
                  <a:cubicBezTo>
                    <a:pt x="5616" y="1376"/>
                    <a:pt x="5581" y="1422"/>
                    <a:pt x="5549" y="1464"/>
                  </a:cubicBezTo>
                  <a:cubicBezTo>
                    <a:pt x="5518" y="1513"/>
                    <a:pt x="5525" y="1576"/>
                    <a:pt x="5532" y="1646"/>
                  </a:cubicBezTo>
                  <a:cubicBezTo>
                    <a:pt x="5542" y="1730"/>
                    <a:pt x="5535" y="1814"/>
                    <a:pt x="5507" y="1895"/>
                  </a:cubicBezTo>
                  <a:cubicBezTo>
                    <a:pt x="5476" y="1960"/>
                    <a:pt x="5410" y="1982"/>
                    <a:pt x="5328" y="1982"/>
                  </a:cubicBezTo>
                  <a:cubicBezTo>
                    <a:pt x="5245" y="1982"/>
                    <a:pt x="5146" y="1960"/>
                    <a:pt x="5052" y="1937"/>
                  </a:cubicBezTo>
                  <a:cubicBezTo>
                    <a:pt x="5000" y="1923"/>
                    <a:pt x="4947" y="1912"/>
                    <a:pt x="4895" y="1905"/>
                  </a:cubicBezTo>
                  <a:lnTo>
                    <a:pt x="4895" y="1905"/>
                  </a:lnTo>
                  <a:cubicBezTo>
                    <a:pt x="4916" y="1944"/>
                    <a:pt x="4944" y="1979"/>
                    <a:pt x="4968" y="2014"/>
                  </a:cubicBezTo>
                  <a:cubicBezTo>
                    <a:pt x="5017" y="2080"/>
                    <a:pt x="5066" y="2140"/>
                    <a:pt x="5073" y="2196"/>
                  </a:cubicBezTo>
                  <a:cubicBezTo>
                    <a:pt x="5080" y="2241"/>
                    <a:pt x="5066" y="2287"/>
                    <a:pt x="5038" y="2322"/>
                  </a:cubicBezTo>
                  <a:cubicBezTo>
                    <a:pt x="4965" y="2413"/>
                    <a:pt x="4804" y="2486"/>
                    <a:pt x="4642" y="2497"/>
                  </a:cubicBezTo>
                  <a:cubicBezTo>
                    <a:pt x="4548" y="2504"/>
                    <a:pt x="4537" y="2602"/>
                    <a:pt x="4530" y="2861"/>
                  </a:cubicBezTo>
                  <a:cubicBezTo>
                    <a:pt x="4530" y="2910"/>
                    <a:pt x="4527" y="2962"/>
                    <a:pt x="4523" y="3018"/>
                  </a:cubicBezTo>
                  <a:cubicBezTo>
                    <a:pt x="4513" y="3267"/>
                    <a:pt x="4401" y="3372"/>
                    <a:pt x="4310" y="3386"/>
                  </a:cubicBezTo>
                  <a:cubicBezTo>
                    <a:pt x="4302" y="3387"/>
                    <a:pt x="4295" y="3387"/>
                    <a:pt x="4287" y="3387"/>
                  </a:cubicBezTo>
                  <a:cubicBezTo>
                    <a:pt x="4222" y="3387"/>
                    <a:pt x="4161" y="3347"/>
                    <a:pt x="4142" y="3284"/>
                  </a:cubicBezTo>
                  <a:cubicBezTo>
                    <a:pt x="4131" y="3277"/>
                    <a:pt x="4117" y="3277"/>
                    <a:pt x="4107" y="3277"/>
                  </a:cubicBezTo>
                  <a:cubicBezTo>
                    <a:pt x="4019" y="3277"/>
                    <a:pt x="3932" y="3298"/>
                    <a:pt x="3855" y="3333"/>
                  </a:cubicBezTo>
                  <a:cubicBezTo>
                    <a:pt x="3729" y="3386"/>
                    <a:pt x="3687" y="3438"/>
                    <a:pt x="3683" y="3449"/>
                  </a:cubicBezTo>
                  <a:cubicBezTo>
                    <a:pt x="3687" y="3498"/>
                    <a:pt x="3669" y="3543"/>
                    <a:pt x="3634" y="3575"/>
                  </a:cubicBezTo>
                  <a:cubicBezTo>
                    <a:pt x="3589" y="3615"/>
                    <a:pt x="3527" y="3627"/>
                    <a:pt x="3452" y="3627"/>
                  </a:cubicBezTo>
                  <a:cubicBezTo>
                    <a:pt x="3404" y="3627"/>
                    <a:pt x="3351" y="3622"/>
                    <a:pt x="3295" y="3617"/>
                  </a:cubicBezTo>
                  <a:lnTo>
                    <a:pt x="3242" y="3613"/>
                  </a:lnTo>
                  <a:cubicBezTo>
                    <a:pt x="3236" y="3613"/>
                    <a:pt x="3230" y="3613"/>
                    <a:pt x="3223" y="3613"/>
                  </a:cubicBezTo>
                  <a:cubicBezTo>
                    <a:pt x="3069" y="3613"/>
                    <a:pt x="2888" y="3770"/>
                    <a:pt x="2875" y="3820"/>
                  </a:cubicBezTo>
                  <a:cubicBezTo>
                    <a:pt x="2878" y="3894"/>
                    <a:pt x="2885" y="3967"/>
                    <a:pt x="2899" y="4037"/>
                  </a:cubicBezTo>
                  <a:cubicBezTo>
                    <a:pt x="2931" y="4240"/>
                    <a:pt x="2945" y="4335"/>
                    <a:pt x="2917" y="4384"/>
                  </a:cubicBezTo>
                  <a:cubicBezTo>
                    <a:pt x="2903" y="4412"/>
                    <a:pt x="2875" y="4471"/>
                    <a:pt x="1891" y="4604"/>
                  </a:cubicBezTo>
                  <a:lnTo>
                    <a:pt x="1852" y="4611"/>
                  </a:lnTo>
                  <a:lnTo>
                    <a:pt x="1849" y="4611"/>
                  </a:lnTo>
                  <a:lnTo>
                    <a:pt x="1803" y="4615"/>
                  </a:lnTo>
                  <a:cubicBezTo>
                    <a:pt x="1614" y="4639"/>
                    <a:pt x="1289" y="4681"/>
                    <a:pt x="1023" y="4695"/>
                  </a:cubicBezTo>
                  <a:lnTo>
                    <a:pt x="1019" y="4695"/>
                  </a:lnTo>
                  <a:cubicBezTo>
                    <a:pt x="970" y="4699"/>
                    <a:pt x="925" y="4702"/>
                    <a:pt x="883" y="4702"/>
                  </a:cubicBezTo>
                  <a:lnTo>
                    <a:pt x="722" y="4702"/>
                  </a:lnTo>
                  <a:lnTo>
                    <a:pt x="690" y="4699"/>
                  </a:lnTo>
                  <a:lnTo>
                    <a:pt x="683" y="4699"/>
                  </a:lnTo>
                  <a:lnTo>
                    <a:pt x="652" y="4695"/>
                  </a:lnTo>
                  <a:lnTo>
                    <a:pt x="564" y="4681"/>
                  </a:lnTo>
                  <a:lnTo>
                    <a:pt x="539" y="4674"/>
                  </a:lnTo>
                  <a:lnTo>
                    <a:pt x="469" y="4667"/>
                  </a:lnTo>
                  <a:lnTo>
                    <a:pt x="441" y="4660"/>
                  </a:lnTo>
                  <a:lnTo>
                    <a:pt x="368" y="4653"/>
                  </a:lnTo>
                  <a:lnTo>
                    <a:pt x="347" y="4650"/>
                  </a:lnTo>
                  <a:lnTo>
                    <a:pt x="249" y="4636"/>
                  </a:lnTo>
                  <a:lnTo>
                    <a:pt x="238" y="4636"/>
                  </a:lnTo>
                  <a:lnTo>
                    <a:pt x="151" y="4629"/>
                  </a:lnTo>
                  <a:lnTo>
                    <a:pt x="123" y="4625"/>
                  </a:lnTo>
                  <a:lnTo>
                    <a:pt x="53" y="4618"/>
                  </a:lnTo>
                  <a:lnTo>
                    <a:pt x="0" y="4618"/>
                  </a:lnTo>
                  <a:cubicBezTo>
                    <a:pt x="39" y="4653"/>
                    <a:pt x="77" y="4695"/>
                    <a:pt x="105" y="4741"/>
                  </a:cubicBezTo>
                  <a:lnTo>
                    <a:pt x="109" y="4744"/>
                  </a:lnTo>
                  <a:cubicBezTo>
                    <a:pt x="116" y="4751"/>
                    <a:pt x="119" y="4762"/>
                    <a:pt x="126" y="4772"/>
                  </a:cubicBezTo>
                  <a:lnTo>
                    <a:pt x="130" y="4779"/>
                  </a:lnTo>
                  <a:cubicBezTo>
                    <a:pt x="133" y="4790"/>
                    <a:pt x="140" y="4800"/>
                    <a:pt x="144" y="4811"/>
                  </a:cubicBezTo>
                  <a:cubicBezTo>
                    <a:pt x="172" y="4877"/>
                    <a:pt x="214" y="4940"/>
                    <a:pt x="266" y="4989"/>
                  </a:cubicBezTo>
                  <a:cubicBezTo>
                    <a:pt x="291" y="5014"/>
                    <a:pt x="315" y="5038"/>
                    <a:pt x="343" y="5059"/>
                  </a:cubicBezTo>
                  <a:cubicBezTo>
                    <a:pt x="357" y="5070"/>
                    <a:pt x="371" y="5080"/>
                    <a:pt x="389" y="5094"/>
                  </a:cubicBezTo>
                  <a:cubicBezTo>
                    <a:pt x="406" y="5105"/>
                    <a:pt x="424" y="5119"/>
                    <a:pt x="441" y="5129"/>
                  </a:cubicBezTo>
                  <a:cubicBezTo>
                    <a:pt x="515" y="5175"/>
                    <a:pt x="588" y="5217"/>
                    <a:pt x="669" y="5248"/>
                  </a:cubicBezTo>
                  <a:cubicBezTo>
                    <a:pt x="690" y="5259"/>
                    <a:pt x="711" y="5269"/>
                    <a:pt x="732" y="5283"/>
                  </a:cubicBezTo>
                  <a:cubicBezTo>
                    <a:pt x="862" y="5378"/>
                    <a:pt x="879" y="5560"/>
                    <a:pt x="893" y="5693"/>
                  </a:cubicBezTo>
                  <a:lnTo>
                    <a:pt x="897" y="5717"/>
                  </a:lnTo>
                  <a:lnTo>
                    <a:pt x="897" y="5738"/>
                  </a:lnTo>
                  <a:cubicBezTo>
                    <a:pt x="897" y="5749"/>
                    <a:pt x="897" y="5756"/>
                    <a:pt x="900" y="5763"/>
                  </a:cubicBezTo>
                  <a:lnTo>
                    <a:pt x="900" y="5766"/>
                  </a:lnTo>
                  <a:cubicBezTo>
                    <a:pt x="900" y="5773"/>
                    <a:pt x="900" y="5780"/>
                    <a:pt x="904" y="5787"/>
                  </a:cubicBezTo>
                  <a:lnTo>
                    <a:pt x="904" y="5794"/>
                  </a:lnTo>
                  <a:cubicBezTo>
                    <a:pt x="904" y="5798"/>
                    <a:pt x="904" y="5805"/>
                    <a:pt x="907" y="5808"/>
                  </a:cubicBezTo>
                  <a:lnTo>
                    <a:pt x="907" y="5815"/>
                  </a:lnTo>
                  <a:cubicBezTo>
                    <a:pt x="907" y="5819"/>
                    <a:pt x="907" y="5822"/>
                    <a:pt x="911" y="5826"/>
                  </a:cubicBezTo>
                  <a:lnTo>
                    <a:pt x="911" y="5833"/>
                  </a:lnTo>
                  <a:cubicBezTo>
                    <a:pt x="911" y="5836"/>
                    <a:pt x="911" y="5840"/>
                    <a:pt x="914" y="5840"/>
                  </a:cubicBezTo>
                  <a:cubicBezTo>
                    <a:pt x="914" y="5843"/>
                    <a:pt x="918" y="5843"/>
                    <a:pt x="918" y="5847"/>
                  </a:cubicBezTo>
                  <a:cubicBezTo>
                    <a:pt x="918" y="5847"/>
                    <a:pt x="918" y="5847"/>
                    <a:pt x="921" y="5850"/>
                  </a:cubicBezTo>
                  <a:cubicBezTo>
                    <a:pt x="928" y="5854"/>
                    <a:pt x="939" y="5857"/>
                    <a:pt x="949" y="5861"/>
                  </a:cubicBezTo>
                  <a:cubicBezTo>
                    <a:pt x="1033" y="5906"/>
                    <a:pt x="1117" y="6026"/>
                    <a:pt x="1149" y="6138"/>
                  </a:cubicBezTo>
                  <a:cubicBezTo>
                    <a:pt x="1152" y="6148"/>
                    <a:pt x="1156" y="6159"/>
                    <a:pt x="1159" y="6166"/>
                  </a:cubicBezTo>
                  <a:cubicBezTo>
                    <a:pt x="1159" y="6176"/>
                    <a:pt x="1159" y="6176"/>
                    <a:pt x="1159" y="6183"/>
                  </a:cubicBezTo>
                  <a:cubicBezTo>
                    <a:pt x="1163" y="6187"/>
                    <a:pt x="1159" y="6190"/>
                    <a:pt x="1163" y="6197"/>
                  </a:cubicBezTo>
                  <a:cubicBezTo>
                    <a:pt x="1166" y="6201"/>
                    <a:pt x="1163" y="6211"/>
                    <a:pt x="1163" y="6218"/>
                  </a:cubicBezTo>
                  <a:lnTo>
                    <a:pt x="1163" y="6225"/>
                  </a:lnTo>
                  <a:cubicBezTo>
                    <a:pt x="1163" y="6232"/>
                    <a:pt x="1163" y="6243"/>
                    <a:pt x="1163" y="6253"/>
                  </a:cubicBezTo>
                  <a:cubicBezTo>
                    <a:pt x="1159" y="6323"/>
                    <a:pt x="1103" y="6379"/>
                    <a:pt x="1033" y="6386"/>
                  </a:cubicBezTo>
                  <a:cubicBezTo>
                    <a:pt x="865" y="6404"/>
                    <a:pt x="704" y="6453"/>
                    <a:pt x="557" y="6530"/>
                  </a:cubicBezTo>
                  <a:cubicBezTo>
                    <a:pt x="420" y="6596"/>
                    <a:pt x="228" y="6785"/>
                    <a:pt x="245" y="7027"/>
                  </a:cubicBezTo>
                  <a:cubicBezTo>
                    <a:pt x="245" y="7037"/>
                    <a:pt x="245" y="7048"/>
                    <a:pt x="249" y="7062"/>
                  </a:cubicBezTo>
                  <a:lnTo>
                    <a:pt x="249" y="7065"/>
                  </a:lnTo>
                  <a:lnTo>
                    <a:pt x="252" y="7104"/>
                  </a:lnTo>
                  <a:cubicBezTo>
                    <a:pt x="302" y="7105"/>
                    <a:pt x="351" y="7105"/>
                    <a:pt x="398" y="7105"/>
                  </a:cubicBezTo>
                  <a:cubicBezTo>
                    <a:pt x="805" y="7105"/>
                    <a:pt x="1116" y="7079"/>
                    <a:pt x="1170" y="7048"/>
                  </a:cubicBezTo>
                  <a:cubicBezTo>
                    <a:pt x="1239" y="6973"/>
                    <a:pt x="1364" y="6922"/>
                    <a:pt x="1486" y="6922"/>
                  </a:cubicBezTo>
                  <a:cubicBezTo>
                    <a:pt x="1553" y="6922"/>
                    <a:pt x="1619" y="6938"/>
                    <a:pt x="1674" y="6974"/>
                  </a:cubicBezTo>
                  <a:cubicBezTo>
                    <a:pt x="1726" y="7010"/>
                    <a:pt x="1897" y="7036"/>
                    <a:pt x="2075" y="7036"/>
                  </a:cubicBezTo>
                  <a:cubicBezTo>
                    <a:pt x="2231" y="7036"/>
                    <a:pt x="2393" y="7016"/>
                    <a:pt x="2486" y="6964"/>
                  </a:cubicBezTo>
                  <a:cubicBezTo>
                    <a:pt x="2556" y="6922"/>
                    <a:pt x="2640" y="6897"/>
                    <a:pt x="2724" y="6894"/>
                  </a:cubicBezTo>
                  <a:cubicBezTo>
                    <a:pt x="2777" y="6894"/>
                    <a:pt x="2829" y="6908"/>
                    <a:pt x="2878" y="6932"/>
                  </a:cubicBezTo>
                  <a:cubicBezTo>
                    <a:pt x="2959" y="6974"/>
                    <a:pt x="3011" y="7055"/>
                    <a:pt x="3018" y="7149"/>
                  </a:cubicBezTo>
                  <a:cubicBezTo>
                    <a:pt x="3022" y="7212"/>
                    <a:pt x="3067" y="7251"/>
                    <a:pt x="3155" y="7324"/>
                  </a:cubicBezTo>
                  <a:cubicBezTo>
                    <a:pt x="3183" y="7345"/>
                    <a:pt x="3218" y="7373"/>
                    <a:pt x="3249" y="7401"/>
                  </a:cubicBezTo>
                  <a:cubicBezTo>
                    <a:pt x="3337" y="7485"/>
                    <a:pt x="3340" y="7576"/>
                    <a:pt x="3344" y="7650"/>
                  </a:cubicBezTo>
                  <a:cubicBezTo>
                    <a:pt x="3340" y="7699"/>
                    <a:pt x="3351" y="7744"/>
                    <a:pt x="3372" y="7790"/>
                  </a:cubicBezTo>
                  <a:cubicBezTo>
                    <a:pt x="3407" y="7842"/>
                    <a:pt x="3459" y="7860"/>
                    <a:pt x="3571" y="7891"/>
                  </a:cubicBezTo>
                  <a:cubicBezTo>
                    <a:pt x="3659" y="7909"/>
                    <a:pt x="3739" y="7937"/>
                    <a:pt x="3820" y="7972"/>
                  </a:cubicBezTo>
                  <a:cubicBezTo>
                    <a:pt x="3837" y="7983"/>
                    <a:pt x="3855" y="7990"/>
                    <a:pt x="3869" y="8000"/>
                  </a:cubicBezTo>
                  <a:lnTo>
                    <a:pt x="3872" y="7997"/>
                  </a:lnTo>
                  <a:cubicBezTo>
                    <a:pt x="3886" y="7979"/>
                    <a:pt x="3897" y="7965"/>
                    <a:pt x="3907" y="7947"/>
                  </a:cubicBezTo>
                  <a:lnTo>
                    <a:pt x="3911" y="7944"/>
                  </a:lnTo>
                  <a:cubicBezTo>
                    <a:pt x="3921" y="7926"/>
                    <a:pt x="3932" y="7905"/>
                    <a:pt x="3942" y="7888"/>
                  </a:cubicBezTo>
                  <a:cubicBezTo>
                    <a:pt x="4012" y="7770"/>
                    <a:pt x="4092" y="7628"/>
                    <a:pt x="4311" y="7628"/>
                  </a:cubicBezTo>
                  <a:cubicBezTo>
                    <a:pt x="4346" y="7628"/>
                    <a:pt x="4384" y="7632"/>
                    <a:pt x="4425" y="7639"/>
                  </a:cubicBezTo>
                  <a:cubicBezTo>
                    <a:pt x="4491" y="7651"/>
                    <a:pt x="4542" y="7655"/>
                    <a:pt x="4582" y="7655"/>
                  </a:cubicBezTo>
                  <a:cubicBezTo>
                    <a:pt x="4652" y="7655"/>
                    <a:pt x="4692" y="7642"/>
                    <a:pt x="4730" y="7629"/>
                  </a:cubicBezTo>
                  <a:cubicBezTo>
                    <a:pt x="4769" y="7614"/>
                    <a:pt x="4811" y="7607"/>
                    <a:pt x="4853" y="7607"/>
                  </a:cubicBezTo>
                  <a:cubicBezTo>
                    <a:pt x="4871" y="7607"/>
                    <a:pt x="4890" y="7608"/>
                    <a:pt x="4909" y="7611"/>
                  </a:cubicBezTo>
                  <a:cubicBezTo>
                    <a:pt x="4919" y="7611"/>
                    <a:pt x="4933" y="7615"/>
                    <a:pt x="4944" y="7615"/>
                  </a:cubicBezTo>
                  <a:cubicBezTo>
                    <a:pt x="5001" y="7627"/>
                    <a:pt x="5049" y="7633"/>
                    <a:pt x="5089" y="7633"/>
                  </a:cubicBezTo>
                  <a:cubicBezTo>
                    <a:pt x="5194" y="7633"/>
                    <a:pt x="5246" y="7594"/>
                    <a:pt x="5287" y="7538"/>
                  </a:cubicBezTo>
                  <a:cubicBezTo>
                    <a:pt x="5339" y="7457"/>
                    <a:pt x="5210" y="7233"/>
                    <a:pt x="5101" y="7121"/>
                  </a:cubicBezTo>
                  <a:cubicBezTo>
                    <a:pt x="5014" y="7034"/>
                    <a:pt x="4863" y="6827"/>
                    <a:pt x="4842" y="6603"/>
                  </a:cubicBezTo>
                  <a:cubicBezTo>
                    <a:pt x="4839" y="6572"/>
                    <a:pt x="4839" y="6540"/>
                    <a:pt x="4842" y="6509"/>
                  </a:cubicBezTo>
                  <a:cubicBezTo>
                    <a:pt x="4849" y="6442"/>
                    <a:pt x="4800" y="6411"/>
                    <a:pt x="4695" y="6351"/>
                  </a:cubicBezTo>
                  <a:cubicBezTo>
                    <a:pt x="4607" y="6306"/>
                    <a:pt x="4495" y="6246"/>
                    <a:pt x="4495" y="6124"/>
                  </a:cubicBezTo>
                  <a:cubicBezTo>
                    <a:pt x="4495" y="5973"/>
                    <a:pt x="4681" y="5784"/>
                    <a:pt x="4881" y="5605"/>
                  </a:cubicBezTo>
                  <a:cubicBezTo>
                    <a:pt x="4902" y="5584"/>
                    <a:pt x="4916" y="5570"/>
                    <a:pt x="4926" y="5560"/>
                  </a:cubicBezTo>
                  <a:cubicBezTo>
                    <a:pt x="4948" y="5538"/>
                    <a:pt x="4975" y="5529"/>
                    <a:pt x="5004" y="5529"/>
                  </a:cubicBezTo>
                  <a:cubicBezTo>
                    <a:pt x="5053" y="5529"/>
                    <a:pt x="5111" y="5553"/>
                    <a:pt x="5168" y="5577"/>
                  </a:cubicBezTo>
                  <a:cubicBezTo>
                    <a:pt x="5208" y="5593"/>
                    <a:pt x="5281" y="5625"/>
                    <a:pt x="5312" y="5625"/>
                  </a:cubicBezTo>
                  <a:cubicBezTo>
                    <a:pt x="5316" y="5625"/>
                    <a:pt x="5319" y="5624"/>
                    <a:pt x="5322" y="5623"/>
                  </a:cubicBezTo>
                  <a:cubicBezTo>
                    <a:pt x="5365" y="5539"/>
                    <a:pt x="5437" y="5515"/>
                    <a:pt x="5512" y="5515"/>
                  </a:cubicBezTo>
                  <a:cubicBezTo>
                    <a:pt x="5578" y="5515"/>
                    <a:pt x="5646" y="5533"/>
                    <a:pt x="5700" y="5546"/>
                  </a:cubicBezTo>
                  <a:cubicBezTo>
                    <a:pt x="5721" y="5553"/>
                    <a:pt x="5742" y="5560"/>
                    <a:pt x="5763" y="5563"/>
                  </a:cubicBezTo>
                  <a:cubicBezTo>
                    <a:pt x="5766" y="5563"/>
                    <a:pt x="5773" y="5563"/>
                    <a:pt x="5777" y="5560"/>
                  </a:cubicBezTo>
                  <a:lnTo>
                    <a:pt x="5787" y="5556"/>
                  </a:lnTo>
                  <a:cubicBezTo>
                    <a:pt x="5794" y="5553"/>
                    <a:pt x="5801" y="5549"/>
                    <a:pt x="5805" y="5546"/>
                  </a:cubicBezTo>
                  <a:cubicBezTo>
                    <a:pt x="5903" y="5458"/>
                    <a:pt x="5969" y="5339"/>
                    <a:pt x="5987" y="5210"/>
                  </a:cubicBezTo>
                  <a:cubicBezTo>
                    <a:pt x="6008" y="5035"/>
                    <a:pt x="6207" y="4975"/>
                    <a:pt x="6347" y="4930"/>
                  </a:cubicBezTo>
                  <a:cubicBezTo>
                    <a:pt x="6386" y="4919"/>
                    <a:pt x="6424" y="4905"/>
                    <a:pt x="6459" y="4888"/>
                  </a:cubicBezTo>
                  <a:cubicBezTo>
                    <a:pt x="6473" y="4863"/>
                    <a:pt x="6487" y="4839"/>
                    <a:pt x="6494" y="4814"/>
                  </a:cubicBezTo>
                  <a:cubicBezTo>
                    <a:pt x="6526" y="4737"/>
                    <a:pt x="6564" y="4615"/>
                    <a:pt x="6589" y="4538"/>
                  </a:cubicBezTo>
                  <a:cubicBezTo>
                    <a:pt x="6620" y="4440"/>
                    <a:pt x="6641" y="4377"/>
                    <a:pt x="6655" y="4338"/>
                  </a:cubicBezTo>
                  <a:lnTo>
                    <a:pt x="6662" y="4321"/>
                  </a:lnTo>
                  <a:cubicBezTo>
                    <a:pt x="6694" y="4265"/>
                    <a:pt x="6757" y="4247"/>
                    <a:pt x="6820" y="4233"/>
                  </a:cubicBezTo>
                  <a:cubicBezTo>
                    <a:pt x="6932" y="4205"/>
                    <a:pt x="6981" y="4184"/>
                    <a:pt x="6981" y="4093"/>
                  </a:cubicBezTo>
                  <a:cubicBezTo>
                    <a:pt x="6981" y="3816"/>
                    <a:pt x="7139" y="3750"/>
                    <a:pt x="7296" y="3725"/>
                  </a:cubicBezTo>
                  <a:cubicBezTo>
                    <a:pt x="7331" y="3718"/>
                    <a:pt x="7338" y="3638"/>
                    <a:pt x="7338" y="3526"/>
                  </a:cubicBezTo>
                  <a:cubicBezTo>
                    <a:pt x="7338" y="3473"/>
                    <a:pt x="7342" y="3424"/>
                    <a:pt x="7349" y="3372"/>
                  </a:cubicBezTo>
                  <a:cubicBezTo>
                    <a:pt x="7370" y="3183"/>
                    <a:pt x="7471" y="2959"/>
                    <a:pt x="7678" y="2906"/>
                  </a:cubicBezTo>
                  <a:lnTo>
                    <a:pt x="7685" y="2903"/>
                  </a:lnTo>
                  <a:cubicBezTo>
                    <a:pt x="7671" y="2882"/>
                    <a:pt x="7653" y="2861"/>
                    <a:pt x="7632" y="2847"/>
                  </a:cubicBezTo>
                  <a:cubicBezTo>
                    <a:pt x="7590" y="2813"/>
                    <a:pt x="7538" y="2795"/>
                    <a:pt x="7484" y="2795"/>
                  </a:cubicBezTo>
                  <a:cubicBezTo>
                    <a:pt x="7472" y="2795"/>
                    <a:pt x="7459" y="2796"/>
                    <a:pt x="7447" y="2798"/>
                  </a:cubicBezTo>
                  <a:cubicBezTo>
                    <a:pt x="7434" y="2801"/>
                    <a:pt x="7422" y="2802"/>
                    <a:pt x="7410" y="2802"/>
                  </a:cubicBezTo>
                  <a:cubicBezTo>
                    <a:pt x="7202" y="2802"/>
                    <a:pt x="7087" y="2394"/>
                    <a:pt x="7051" y="2245"/>
                  </a:cubicBezTo>
                  <a:lnTo>
                    <a:pt x="7048" y="2231"/>
                  </a:lnTo>
                  <a:lnTo>
                    <a:pt x="7048" y="2220"/>
                  </a:lnTo>
                  <a:lnTo>
                    <a:pt x="7048" y="2213"/>
                  </a:lnTo>
                  <a:cubicBezTo>
                    <a:pt x="7055" y="2000"/>
                    <a:pt x="7030" y="1783"/>
                    <a:pt x="6992" y="1754"/>
                  </a:cubicBezTo>
                  <a:cubicBezTo>
                    <a:pt x="6932" y="1716"/>
                    <a:pt x="6908" y="1646"/>
                    <a:pt x="6932" y="1579"/>
                  </a:cubicBezTo>
                  <a:cubicBezTo>
                    <a:pt x="6964" y="1457"/>
                    <a:pt x="7114" y="1327"/>
                    <a:pt x="7307" y="1327"/>
                  </a:cubicBezTo>
                  <a:cubicBezTo>
                    <a:pt x="7415" y="1327"/>
                    <a:pt x="7555" y="1376"/>
                    <a:pt x="7688" y="1422"/>
                  </a:cubicBezTo>
                  <a:cubicBezTo>
                    <a:pt x="7803" y="1459"/>
                    <a:pt x="7941" y="1507"/>
                    <a:pt x="8026" y="1507"/>
                  </a:cubicBezTo>
                  <a:cubicBezTo>
                    <a:pt x="8052" y="1507"/>
                    <a:pt x="8073" y="1503"/>
                    <a:pt x="8087" y="1492"/>
                  </a:cubicBezTo>
                  <a:cubicBezTo>
                    <a:pt x="8196" y="1415"/>
                    <a:pt x="8364" y="1362"/>
                    <a:pt x="8497" y="1317"/>
                  </a:cubicBezTo>
                  <a:cubicBezTo>
                    <a:pt x="8546" y="1303"/>
                    <a:pt x="8591" y="1289"/>
                    <a:pt x="8637" y="1268"/>
                  </a:cubicBezTo>
                  <a:cubicBezTo>
                    <a:pt x="8661" y="1264"/>
                    <a:pt x="8714" y="1187"/>
                    <a:pt x="8784" y="1023"/>
                  </a:cubicBezTo>
                  <a:lnTo>
                    <a:pt x="8745" y="998"/>
                  </a:lnTo>
                  <a:lnTo>
                    <a:pt x="8735" y="991"/>
                  </a:lnTo>
                  <a:lnTo>
                    <a:pt x="8696" y="974"/>
                  </a:lnTo>
                  <a:lnTo>
                    <a:pt x="8679" y="963"/>
                  </a:lnTo>
                  <a:lnTo>
                    <a:pt x="8647" y="946"/>
                  </a:lnTo>
                  <a:lnTo>
                    <a:pt x="8626" y="935"/>
                  </a:lnTo>
                  <a:lnTo>
                    <a:pt x="8595" y="918"/>
                  </a:lnTo>
                  <a:lnTo>
                    <a:pt x="8570" y="907"/>
                  </a:lnTo>
                  <a:lnTo>
                    <a:pt x="8542" y="893"/>
                  </a:lnTo>
                  <a:lnTo>
                    <a:pt x="8518" y="879"/>
                  </a:lnTo>
                  <a:lnTo>
                    <a:pt x="8483" y="865"/>
                  </a:lnTo>
                  <a:lnTo>
                    <a:pt x="8462" y="855"/>
                  </a:lnTo>
                  <a:lnTo>
                    <a:pt x="8409" y="830"/>
                  </a:lnTo>
                  <a:cubicBezTo>
                    <a:pt x="8224" y="750"/>
                    <a:pt x="8101" y="571"/>
                    <a:pt x="8094" y="368"/>
                  </a:cubicBezTo>
                  <a:cubicBezTo>
                    <a:pt x="8070" y="330"/>
                    <a:pt x="7937" y="235"/>
                    <a:pt x="7839" y="165"/>
                  </a:cubicBezTo>
                  <a:lnTo>
                    <a:pt x="7751" y="106"/>
                  </a:lnTo>
                  <a:lnTo>
                    <a:pt x="7737" y="92"/>
                  </a:lnTo>
                  <a:cubicBezTo>
                    <a:pt x="7706" y="71"/>
                    <a:pt x="7678" y="50"/>
                    <a:pt x="7650" y="29"/>
                  </a:cubicBezTo>
                  <a:lnTo>
                    <a:pt x="7643" y="22"/>
                  </a:lnTo>
                  <a:lnTo>
                    <a:pt x="7615" y="29"/>
                  </a:lnTo>
                  <a:cubicBezTo>
                    <a:pt x="7583" y="32"/>
                    <a:pt x="7548" y="39"/>
                    <a:pt x="7510" y="50"/>
                  </a:cubicBezTo>
                  <a:lnTo>
                    <a:pt x="7475" y="60"/>
                  </a:lnTo>
                  <a:lnTo>
                    <a:pt x="7447" y="32"/>
                  </a:lnTo>
                  <a:lnTo>
                    <a:pt x="7443" y="29"/>
                  </a:lnTo>
                  <a:cubicBezTo>
                    <a:pt x="7436" y="22"/>
                    <a:pt x="7429" y="18"/>
                    <a:pt x="7422" y="15"/>
                  </a:cubicBezTo>
                  <a:lnTo>
                    <a:pt x="7405" y="1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85" name="Google Shape;7843;p80">
              <a:extLst>
                <a:ext uri="{FF2B5EF4-FFF2-40B4-BE49-F238E27FC236}">
                  <a16:creationId xmlns:a16="http://schemas.microsoft.com/office/drawing/2014/main" id="{4D8AC3A4-BFA4-875A-8825-9C64FE052792}"/>
                </a:ext>
              </a:extLst>
            </p:cNvPr>
            <p:cNvSpPr/>
            <p:nvPr/>
          </p:nvSpPr>
          <p:spPr>
            <a:xfrm>
              <a:off x="2562306" y="1858137"/>
              <a:ext cx="4155" cy="353"/>
            </a:xfrm>
            <a:custGeom>
              <a:avLst/>
              <a:gdLst/>
              <a:ahLst/>
              <a:cxnLst/>
              <a:rect l="l" t="t" r="r" b="b"/>
              <a:pathLst>
                <a:path w="306" h="26" extrusionOk="0">
                  <a:moveTo>
                    <a:pt x="305" y="0"/>
                  </a:moveTo>
                  <a:cubicBezTo>
                    <a:pt x="268" y="11"/>
                    <a:pt x="228" y="24"/>
                    <a:pt x="160" y="24"/>
                  </a:cubicBezTo>
                  <a:cubicBezTo>
                    <a:pt x="119" y="24"/>
                    <a:pt x="68" y="19"/>
                    <a:pt x="1" y="7"/>
                  </a:cubicBezTo>
                  <a:lnTo>
                    <a:pt x="1" y="7"/>
                  </a:lnTo>
                  <a:cubicBezTo>
                    <a:pt x="67" y="20"/>
                    <a:pt x="118" y="25"/>
                    <a:pt x="159" y="25"/>
                  </a:cubicBezTo>
                  <a:cubicBezTo>
                    <a:pt x="228" y="25"/>
                    <a:pt x="268" y="11"/>
                    <a:pt x="305" y="0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86" name="Google Shape;7844;p80">
              <a:extLst>
                <a:ext uri="{FF2B5EF4-FFF2-40B4-BE49-F238E27FC236}">
                  <a16:creationId xmlns:a16="http://schemas.microsoft.com/office/drawing/2014/main" id="{1838984E-A6E7-184C-FDB7-7B20C825412A}"/>
                </a:ext>
              </a:extLst>
            </p:cNvPr>
            <p:cNvSpPr/>
            <p:nvPr/>
          </p:nvSpPr>
          <p:spPr>
            <a:xfrm>
              <a:off x="2597961" y="1785077"/>
              <a:ext cx="5431" cy="8187"/>
            </a:xfrm>
            <a:custGeom>
              <a:avLst/>
              <a:gdLst/>
              <a:ahLst/>
              <a:cxnLst/>
              <a:rect l="l" t="t" r="r" b="b"/>
              <a:pathLst>
                <a:path w="400" h="603" extrusionOk="0">
                  <a:moveTo>
                    <a:pt x="400" y="554"/>
                  </a:moveTo>
                  <a:cubicBezTo>
                    <a:pt x="169" y="603"/>
                    <a:pt x="39" y="158"/>
                    <a:pt x="1" y="1"/>
                  </a:cubicBezTo>
                  <a:cubicBezTo>
                    <a:pt x="39" y="158"/>
                    <a:pt x="169" y="603"/>
                    <a:pt x="400" y="554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87" name="Google Shape;7845;p80">
              <a:extLst>
                <a:ext uri="{FF2B5EF4-FFF2-40B4-BE49-F238E27FC236}">
                  <a16:creationId xmlns:a16="http://schemas.microsoft.com/office/drawing/2014/main" id="{C242EA61-1A9B-E40B-3F1A-9B9C5F08D966}"/>
                </a:ext>
              </a:extLst>
            </p:cNvPr>
            <p:cNvSpPr/>
            <p:nvPr/>
          </p:nvSpPr>
          <p:spPr>
            <a:xfrm>
              <a:off x="2605903" y="1793210"/>
              <a:ext cx="720" cy="815"/>
            </a:xfrm>
            <a:custGeom>
              <a:avLst/>
              <a:gdLst/>
              <a:ahLst/>
              <a:cxnLst/>
              <a:rect l="l" t="t" r="r" b="b"/>
              <a:pathLst>
                <a:path w="53" h="60" extrusionOk="0">
                  <a:moveTo>
                    <a:pt x="53" y="60"/>
                  </a:moveTo>
                  <a:cubicBezTo>
                    <a:pt x="39" y="35"/>
                    <a:pt x="21" y="14"/>
                    <a:pt x="0" y="0"/>
                  </a:cubicBezTo>
                  <a:cubicBezTo>
                    <a:pt x="21" y="14"/>
                    <a:pt x="39" y="35"/>
                    <a:pt x="53" y="60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88" name="Google Shape;7846;p80">
              <a:extLst>
                <a:ext uri="{FF2B5EF4-FFF2-40B4-BE49-F238E27FC236}">
                  <a16:creationId xmlns:a16="http://schemas.microsoft.com/office/drawing/2014/main" id="{315B07C4-0837-9720-2F2B-0238EFA822CF}"/>
                </a:ext>
              </a:extLst>
            </p:cNvPr>
            <p:cNvSpPr/>
            <p:nvPr/>
          </p:nvSpPr>
          <p:spPr>
            <a:xfrm>
              <a:off x="2580663" y="1829951"/>
              <a:ext cx="204" cy="109"/>
            </a:xfrm>
            <a:custGeom>
              <a:avLst/>
              <a:gdLst/>
              <a:ahLst/>
              <a:cxnLst/>
              <a:rect l="l" t="t" r="r" b="b"/>
              <a:pathLst>
                <a:path w="15" h="8" extrusionOk="0">
                  <a:moveTo>
                    <a:pt x="14" y="0"/>
                  </a:moveTo>
                  <a:lnTo>
                    <a:pt x="0" y="7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89" name="Google Shape;7847;p80">
              <a:extLst>
                <a:ext uri="{FF2B5EF4-FFF2-40B4-BE49-F238E27FC236}">
                  <a16:creationId xmlns:a16="http://schemas.microsoft.com/office/drawing/2014/main" id="{10F81673-68CA-CAD5-1220-256DDF8EDAC4}"/>
                </a:ext>
              </a:extLst>
            </p:cNvPr>
            <p:cNvSpPr/>
            <p:nvPr/>
          </p:nvSpPr>
          <p:spPr>
            <a:xfrm>
              <a:off x="2555273" y="1862360"/>
              <a:ext cx="68" cy="68"/>
            </a:xfrm>
            <a:custGeom>
              <a:avLst/>
              <a:gdLst/>
              <a:ahLst/>
              <a:cxnLst/>
              <a:rect l="l" t="t" r="r" b="b"/>
              <a:pathLst>
                <a:path w="5" h="5" extrusionOk="0">
                  <a:moveTo>
                    <a:pt x="4" y="1"/>
                  </a:moveTo>
                  <a:lnTo>
                    <a:pt x="1" y="4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90" name="Google Shape;7848;p80">
              <a:extLst>
                <a:ext uri="{FF2B5EF4-FFF2-40B4-BE49-F238E27FC236}">
                  <a16:creationId xmlns:a16="http://schemas.microsoft.com/office/drawing/2014/main" id="{E69EC5B3-5727-AD0F-2FCB-F839F29F4B6C}"/>
                </a:ext>
              </a:extLst>
            </p:cNvPr>
            <p:cNvSpPr/>
            <p:nvPr/>
          </p:nvSpPr>
          <p:spPr>
            <a:xfrm>
              <a:off x="2554798" y="1863080"/>
              <a:ext cx="68" cy="54"/>
            </a:xfrm>
            <a:custGeom>
              <a:avLst/>
              <a:gdLst/>
              <a:ahLst/>
              <a:cxnLst/>
              <a:rect l="l" t="t" r="r" b="b"/>
              <a:pathLst>
                <a:path w="5" h="4" extrusionOk="0">
                  <a:moveTo>
                    <a:pt x="1" y="4"/>
                  </a:moveTo>
                  <a:lnTo>
                    <a:pt x="4" y="1"/>
                  </a:lnTo>
                  <a:lnTo>
                    <a:pt x="1" y="4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91" name="Google Shape;7849;p80">
              <a:extLst>
                <a:ext uri="{FF2B5EF4-FFF2-40B4-BE49-F238E27FC236}">
                  <a16:creationId xmlns:a16="http://schemas.microsoft.com/office/drawing/2014/main" id="{2536545D-A7D3-1424-92E0-E69499CBC0D9}"/>
                </a:ext>
              </a:extLst>
            </p:cNvPr>
            <p:cNvSpPr/>
            <p:nvPr/>
          </p:nvSpPr>
          <p:spPr>
            <a:xfrm>
              <a:off x="2580853" y="1829801"/>
              <a:ext cx="244" cy="163"/>
            </a:xfrm>
            <a:custGeom>
              <a:avLst/>
              <a:gdLst/>
              <a:ahLst/>
              <a:cxnLst/>
              <a:rect l="l" t="t" r="r" b="b"/>
              <a:pathLst>
                <a:path w="18" h="12" extrusionOk="0">
                  <a:moveTo>
                    <a:pt x="18" y="1"/>
                  </a:moveTo>
                  <a:cubicBezTo>
                    <a:pt x="11" y="4"/>
                    <a:pt x="4" y="8"/>
                    <a:pt x="0" y="11"/>
                  </a:cubicBezTo>
                  <a:cubicBezTo>
                    <a:pt x="4" y="8"/>
                    <a:pt x="11" y="4"/>
                    <a:pt x="18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92" name="Google Shape;7850;p80">
              <a:extLst>
                <a:ext uri="{FF2B5EF4-FFF2-40B4-BE49-F238E27FC236}">
                  <a16:creationId xmlns:a16="http://schemas.microsoft.com/office/drawing/2014/main" id="{A15BA1C2-46B7-8F4D-B776-7D0C58A02F34}"/>
                </a:ext>
              </a:extLst>
            </p:cNvPr>
            <p:cNvSpPr/>
            <p:nvPr/>
          </p:nvSpPr>
          <p:spPr>
            <a:xfrm>
              <a:off x="2620255" y="1767725"/>
              <a:ext cx="530" cy="258"/>
            </a:xfrm>
            <a:custGeom>
              <a:avLst/>
              <a:gdLst/>
              <a:ahLst/>
              <a:cxnLst/>
              <a:rect l="l" t="t" r="r" b="b"/>
              <a:pathLst>
                <a:path w="39" h="19" extrusionOk="0">
                  <a:moveTo>
                    <a:pt x="0" y="1"/>
                  </a:moveTo>
                  <a:lnTo>
                    <a:pt x="39" y="18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93" name="Google Shape;7851;p80">
              <a:extLst>
                <a:ext uri="{FF2B5EF4-FFF2-40B4-BE49-F238E27FC236}">
                  <a16:creationId xmlns:a16="http://schemas.microsoft.com/office/drawing/2014/main" id="{1263976C-33A4-AAE3-47E6-3C3CC77AF372}"/>
                </a:ext>
              </a:extLst>
            </p:cNvPr>
            <p:cNvSpPr/>
            <p:nvPr/>
          </p:nvSpPr>
          <p:spPr>
            <a:xfrm>
              <a:off x="2619589" y="1767345"/>
              <a:ext cx="434" cy="258"/>
            </a:xfrm>
            <a:custGeom>
              <a:avLst/>
              <a:gdLst/>
              <a:ahLst/>
              <a:cxnLst/>
              <a:rect l="l" t="t" r="r" b="b"/>
              <a:pathLst>
                <a:path w="32" h="19" extrusionOk="0">
                  <a:moveTo>
                    <a:pt x="0" y="1"/>
                  </a:moveTo>
                  <a:lnTo>
                    <a:pt x="32" y="18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94" name="Google Shape;7852;p80">
              <a:extLst>
                <a:ext uri="{FF2B5EF4-FFF2-40B4-BE49-F238E27FC236}">
                  <a16:creationId xmlns:a16="http://schemas.microsoft.com/office/drawing/2014/main" id="{8DE9ABB5-1970-12CD-4B10-1025EA305323}"/>
                </a:ext>
              </a:extLst>
            </p:cNvPr>
            <p:cNvSpPr/>
            <p:nvPr/>
          </p:nvSpPr>
          <p:spPr>
            <a:xfrm>
              <a:off x="2612081" y="1759510"/>
              <a:ext cx="4290" cy="6286"/>
            </a:xfrm>
            <a:custGeom>
              <a:avLst/>
              <a:gdLst/>
              <a:ahLst/>
              <a:cxnLst/>
              <a:rect l="l" t="t" r="r" b="b"/>
              <a:pathLst>
                <a:path w="316" h="463" extrusionOk="0">
                  <a:moveTo>
                    <a:pt x="315" y="462"/>
                  </a:moveTo>
                  <a:lnTo>
                    <a:pt x="315" y="462"/>
                  </a:lnTo>
                  <a:cubicBezTo>
                    <a:pt x="130" y="382"/>
                    <a:pt x="7" y="203"/>
                    <a:pt x="0" y="0"/>
                  </a:cubicBezTo>
                  <a:cubicBezTo>
                    <a:pt x="7" y="203"/>
                    <a:pt x="130" y="382"/>
                    <a:pt x="315" y="462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95" name="Google Shape;7853;p80">
              <a:extLst>
                <a:ext uri="{FF2B5EF4-FFF2-40B4-BE49-F238E27FC236}">
                  <a16:creationId xmlns:a16="http://schemas.microsoft.com/office/drawing/2014/main" id="{6634A74C-5AD5-011C-20C4-5023ACBAA0CF}"/>
                </a:ext>
              </a:extLst>
            </p:cNvPr>
            <p:cNvSpPr/>
            <p:nvPr/>
          </p:nvSpPr>
          <p:spPr>
            <a:xfrm>
              <a:off x="2620920" y="1768064"/>
              <a:ext cx="530" cy="339"/>
            </a:xfrm>
            <a:custGeom>
              <a:avLst/>
              <a:gdLst/>
              <a:ahLst/>
              <a:cxnLst/>
              <a:rect l="l" t="t" r="r" b="b"/>
              <a:pathLst>
                <a:path w="39" h="25" extrusionOk="0">
                  <a:moveTo>
                    <a:pt x="39" y="25"/>
                  </a:moveTo>
                  <a:lnTo>
                    <a:pt x="0" y="0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96" name="Google Shape;7854;p80">
              <a:extLst>
                <a:ext uri="{FF2B5EF4-FFF2-40B4-BE49-F238E27FC236}">
                  <a16:creationId xmlns:a16="http://schemas.microsoft.com/office/drawing/2014/main" id="{E70241BF-9952-E353-5B51-161EE2009B0D}"/>
                </a:ext>
              </a:extLst>
            </p:cNvPr>
            <p:cNvSpPr/>
            <p:nvPr/>
          </p:nvSpPr>
          <p:spPr>
            <a:xfrm>
              <a:off x="2618870" y="1766964"/>
              <a:ext cx="448" cy="258"/>
            </a:xfrm>
            <a:custGeom>
              <a:avLst/>
              <a:gdLst/>
              <a:ahLst/>
              <a:cxnLst/>
              <a:rect l="l" t="t" r="r" b="b"/>
              <a:pathLst>
                <a:path w="33" h="19" extrusionOk="0">
                  <a:moveTo>
                    <a:pt x="1" y="1"/>
                  </a:moveTo>
                  <a:lnTo>
                    <a:pt x="32" y="18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97" name="Google Shape;7855;p80">
              <a:extLst>
                <a:ext uri="{FF2B5EF4-FFF2-40B4-BE49-F238E27FC236}">
                  <a16:creationId xmlns:a16="http://schemas.microsoft.com/office/drawing/2014/main" id="{10CF42AE-C8A4-23EE-05E6-4C0B73821D7C}"/>
                </a:ext>
              </a:extLst>
            </p:cNvPr>
            <p:cNvSpPr/>
            <p:nvPr/>
          </p:nvSpPr>
          <p:spPr>
            <a:xfrm>
              <a:off x="2608660" y="1756754"/>
              <a:ext cx="3476" cy="2770"/>
            </a:xfrm>
            <a:custGeom>
              <a:avLst/>
              <a:gdLst/>
              <a:ahLst/>
              <a:cxnLst/>
              <a:rect l="l" t="t" r="r" b="b"/>
              <a:pathLst>
                <a:path w="256" h="204" extrusionOk="0">
                  <a:moveTo>
                    <a:pt x="0" y="0"/>
                  </a:moveTo>
                  <a:lnTo>
                    <a:pt x="0" y="0"/>
                  </a:lnTo>
                  <a:cubicBezTo>
                    <a:pt x="95" y="70"/>
                    <a:pt x="228" y="165"/>
                    <a:pt x="256" y="203"/>
                  </a:cubicBezTo>
                  <a:cubicBezTo>
                    <a:pt x="228" y="165"/>
                    <a:pt x="98" y="70"/>
                    <a:pt x="0" y="0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98" name="Google Shape;7856;p80">
              <a:extLst>
                <a:ext uri="{FF2B5EF4-FFF2-40B4-BE49-F238E27FC236}">
                  <a16:creationId xmlns:a16="http://schemas.microsoft.com/office/drawing/2014/main" id="{E60A63D8-7919-966D-D78B-4731B0BA43E7}"/>
                </a:ext>
              </a:extLst>
            </p:cNvPr>
            <p:cNvSpPr/>
            <p:nvPr/>
          </p:nvSpPr>
          <p:spPr>
            <a:xfrm>
              <a:off x="2606093" y="1754894"/>
              <a:ext cx="1154" cy="869"/>
            </a:xfrm>
            <a:custGeom>
              <a:avLst/>
              <a:gdLst/>
              <a:ahLst/>
              <a:cxnLst/>
              <a:rect l="l" t="t" r="r" b="b"/>
              <a:pathLst>
                <a:path w="85" h="64" extrusionOk="0">
                  <a:moveTo>
                    <a:pt x="0" y="1"/>
                  </a:moveTo>
                  <a:cubicBezTo>
                    <a:pt x="28" y="22"/>
                    <a:pt x="56" y="43"/>
                    <a:pt x="84" y="64"/>
                  </a:cubicBezTo>
                  <a:cubicBezTo>
                    <a:pt x="56" y="43"/>
                    <a:pt x="28" y="22"/>
                    <a:pt x="0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99" name="Google Shape;7857;p80">
              <a:extLst>
                <a:ext uri="{FF2B5EF4-FFF2-40B4-BE49-F238E27FC236}">
                  <a16:creationId xmlns:a16="http://schemas.microsoft.com/office/drawing/2014/main" id="{31D51D87-84D8-F256-BCDC-3E6763820424}"/>
                </a:ext>
              </a:extLst>
            </p:cNvPr>
            <p:cNvSpPr/>
            <p:nvPr/>
          </p:nvSpPr>
          <p:spPr>
            <a:xfrm>
              <a:off x="2616358" y="1765783"/>
              <a:ext cx="720" cy="339"/>
            </a:xfrm>
            <a:custGeom>
              <a:avLst/>
              <a:gdLst/>
              <a:ahLst/>
              <a:cxnLst/>
              <a:rect l="l" t="t" r="r" b="b"/>
              <a:pathLst>
                <a:path w="53" h="25" extrusionOk="0">
                  <a:moveTo>
                    <a:pt x="0" y="0"/>
                  </a:moveTo>
                  <a:lnTo>
                    <a:pt x="53" y="25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00" name="Google Shape;7858;p80">
              <a:extLst>
                <a:ext uri="{FF2B5EF4-FFF2-40B4-BE49-F238E27FC236}">
                  <a16:creationId xmlns:a16="http://schemas.microsoft.com/office/drawing/2014/main" id="{0A81FE1B-BD1F-E5BE-60A3-07850941F63F}"/>
                </a:ext>
              </a:extLst>
            </p:cNvPr>
            <p:cNvSpPr/>
            <p:nvPr/>
          </p:nvSpPr>
          <p:spPr>
            <a:xfrm>
              <a:off x="2618164" y="1766639"/>
              <a:ext cx="394" cy="204"/>
            </a:xfrm>
            <a:custGeom>
              <a:avLst/>
              <a:gdLst/>
              <a:ahLst/>
              <a:cxnLst/>
              <a:rect l="l" t="t" r="r" b="b"/>
              <a:pathLst>
                <a:path w="29" h="15" extrusionOk="0">
                  <a:moveTo>
                    <a:pt x="0" y="0"/>
                  </a:moveTo>
                  <a:lnTo>
                    <a:pt x="28" y="14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01" name="Google Shape;7859;p80">
              <a:extLst>
                <a:ext uri="{FF2B5EF4-FFF2-40B4-BE49-F238E27FC236}">
                  <a16:creationId xmlns:a16="http://schemas.microsoft.com/office/drawing/2014/main" id="{44D42DF6-A8FA-5D60-9733-951FF3D34353}"/>
                </a:ext>
              </a:extLst>
            </p:cNvPr>
            <p:cNvSpPr/>
            <p:nvPr/>
          </p:nvSpPr>
          <p:spPr>
            <a:xfrm>
              <a:off x="2607465" y="1755940"/>
              <a:ext cx="1208" cy="828"/>
            </a:xfrm>
            <a:custGeom>
              <a:avLst/>
              <a:gdLst/>
              <a:ahLst/>
              <a:cxnLst/>
              <a:rect l="l" t="t" r="r" b="b"/>
              <a:pathLst>
                <a:path w="89" h="61" extrusionOk="0">
                  <a:moveTo>
                    <a:pt x="1" y="1"/>
                  </a:moveTo>
                  <a:lnTo>
                    <a:pt x="88" y="60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02" name="Google Shape;7860;p80">
              <a:extLst>
                <a:ext uri="{FF2B5EF4-FFF2-40B4-BE49-F238E27FC236}">
                  <a16:creationId xmlns:a16="http://schemas.microsoft.com/office/drawing/2014/main" id="{FE6FC07F-5877-55F4-8FCC-4738FA58C274}"/>
                </a:ext>
              </a:extLst>
            </p:cNvPr>
            <p:cNvSpPr/>
            <p:nvPr/>
          </p:nvSpPr>
          <p:spPr>
            <a:xfrm>
              <a:off x="2617349" y="1766258"/>
              <a:ext cx="489" cy="204"/>
            </a:xfrm>
            <a:custGeom>
              <a:avLst/>
              <a:gdLst/>
              <a:ahLst/>
              <a:cxnLst/>
              <a:rect l="l" t="t" r="r" b="b"/>
              <a:pathLst>
                <a:path w="36" h="15" extrusionOk="0">
                  <a:moveTo>
                    <a:pt x="1" y="0"/>
                  </a:moveTo>
                  <a:lnTo>
                    <a:pt x="36" y="14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03" name="Google Shape;7861;p80">
              <a:extLst>
                <a:ext uri="{FF2B5EF4-FFF2-40B4-BE49-F238E27FC236}">
                  <a16:creationId xmlns:a16="http://schemas.microsoft.com/office/drawing/2014/main" id="{F470D7EB-8BEB-C8E1-3C6A-FA94757CDE68}"/>
                </a:ext>
              </a:extLst>
            </p:cNvPr>
            <p:cNvSpPr/>
            <p:nvPr/>
          </p:nvSpPr>
          <p:spPr>
            <a:xfrm>
              <a:off x="2514350" y="1832802"/>
              <a:ext cx="14" cy="14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1" y="0"/>
                  </a:move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04" name="Google Shape;7862;p80">
              <a:extLst>
                <a:ext uri="{FF2B5EF4-FFF2-40B4-BE49-F238E27FC236}">
                  <a16:creationId xmlns:a16="http://schemas.microsoft.com/office/drawing/2014/main" id="{4153321A-1F2F-60DC-B442-FEFF57A97EE7}"/>
                </a:ext>
              </a:extLst>
            </p:cNvPr>
            <p:cNvSpPr/>
            <p:nvPr/>
          </p:nvSpPr>
          <p:spPr>
            <a:xfrm>
              <a:off x="2505742" y="1822252"/>
              <a:ext cx="1059" cy="910"/>
            </a:xfrm>
            <a:custGeom>
              <a:avLst/>
              <a:gdLst/>
              <a:ahLst/>
              <a:cxnLst/>
              <a:rect l="l" t="t" r="r" b="b"/>
              <a:pathLst>
                <a:path w="78" h="67" extrusionOk="0">
                  <a:moveTo>
                    <a:pt x="78" y="67"/>
                  </a:moveTo>
                  <a:cubicBezTo>
                    <a:pt x="50" y="46"/>
                    <a:pt x="22" y="25"/>
                    <a:pt x="1" y="0"/>
                  </a:cubicBezTo>
                  <a:cubicBezTo>
                    <a:pt x="22" y="25"/>
                    <a:pt x="50" y="46"/>
                    <a:pt x="78" y="67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05" name="Google Shape;7863;p80">
              <a:extLst>
                <a:ext uri="{FF2B5EF4-FFF2-40B4-BE49-F238E27FC236}">
                  <a16:creationId xmlns:a16="http://schemas.microsoft.com/office/drawing/2014/main" id="{D02ED573-A7BF-F51D-315D-8DFFC7227076}"/>
                </a:ext>
              </a:extLst>
            </p:cNvPr>
            <p:cNvSpPr/>
            <p:nvPr/>
          </p:nvSpPr>
          <p:spPr>
            <a:xfrm>
              <a:off x="2514635" y="1833942"/>
              <a:ext cx="394" cy="149"/>
            </a:xfrm>
            <a:custGeom>
              <a:avLst/>
              <a:gdLst/>
              <a:ahLst/>
              <a:cxnLst/>
              <a:rect l="l" t="t" r="r" b="b"/>
              <a:pathLst>
                <a:path w="29" h="11" extrusionOk="0">
                  <a:moveTo>
                    <a:pt x="1" y="0"/>
                  </a:moveTo>
                  <a:cubicBezTo>
                    <a:pt x="11" y="4"/>
                    <a:pt x="22" y="7"/>
                    <a:pt x="29" y="11"/>
                  </a:cubicBezTo>
                  <a:cubicBezTo>
                    <a:pt x="22" y="7"/>
                    <a:pt x="11" y="4"/>
                    <a:pt x="4" y="0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06" name="Google Shape;7864;p80">
              <a:extLst>
                <a:ext uri="{FF2B5EF4-FFF2-40B4-BE49-F238E27FC236}">
                  <a16:creationId xmlns:a16="http://schemas.microsoft.com/office/drawing/2014/main" id="{BD67C1FF-F0F7-2584-3E4A-3C9B3E039EF1}"/>
                </a:ext>
              </a:extLst>
            </p:cNvPr>
            <p:cNvSpPr/>
            <p:nvPr/>
          </p:nvSpPr>
          <p:spPr>
            <a:xfrm>
              <a:off x="2517772" y="1837839"/>
              <a:ext cx="14" cy="14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1" y="1"/>
                  </a:move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07" name="Google Shape;7865;p80">
              <a:extLst>
                <a:ext uri="{FF2B5EF4-FFF2-40B4-BE49-F238E27FC236}">
                  <a16:creationId xmlns:a16="http://schemas.microsoft.com/office/drawing/2014/main" id="{18A0BFD5-9499-7335-36EC-E4B55CA9E06F}"/>
                </a:ext>
              </a:extLst>
            </p:cNvPr>
            <p:cNvSpPr/>
            <p:nvPr/>
          </p:nvSpPr>
          <p:spPr>
            <a:xfrm>
              <a:off x="2518016" y="1839034"/>
              <a:ext cx="14" cy="394"/>
            </a:xfrm>
            <a:custGeom>
              <a:avLst/>
              <a:gdLst/>
              <a:ahLst/>
              <a:cxnLst/>
              <a:rect l="l" t="t" r="r" b="b"/>
              <a:pathLst>
                <a:path w="1" h="29" extrusionOk="0">
                  <a:moveTo>
                    <a:pt x="0" y="0"/>
                  </a:moveTo>
                  <a:cubicBezTo>
                    <a:pt x="0" y="11"/>
                    <a:pt x="0" y="18"/>
                    <a:pt x="0" y="28"/>
                  </a:cubicBezTo>
                  <a:cubicBezTo>
                    <a:pt x="0" y="18"/>
                    <a:pt x="0" y="11"/>
                    <a:pt x="0" y="0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08" name="Google Shape;7866;p80">
              <a:extLst>
                <a:ext uri="{FF2B5EF4-FFF2-40B4-BE49-F238E27FC236}">
                  <a16:creationId xmlns:a16="http://schemas.microsoft.com/office/drawing/2014/main" id="{13BEFBAD-A463-125C-A9A1-91735C5BD99F}"/>
                </a:ext>
              </a:extLst>
            </p:cNvPr>
            <p:cNvSpPr/>
            <p:nvPr/>
          </p:nvSpPr>
          <p:spPr>
            <a:xfrm>
              <a:off x="2517962" y="1838654"/>
              <a:ext cx="14" cy="299"/>
            </a:xfrm>
            <a:custGeom>
              <a:avLst/>
              <a:gdLst/>
              <a:ahLst/>
              <a:cxnLst/>
              <a:rect l="l" t="t" r="r" b="b"/>
              <a:pathLst>
                <a:path w="1" h="22" extrusionOk="0">
                  <a:moveTo>
                    <a:pt x="1" y="21"/>
                  </a:moveTo>
                  <a:lnTo>
                    <a:pt x="1" y="0"/>
                  </a:lnTo>
                  <a:cubicBezTo>
                    <a:pt x="1" y="7"/>
                    <a:pt x="1" y="14"/>
                    <a:pt x="1" y="2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09" name="Google Shape;7867;p80">
              <a:extLst>
                <a:ext uri="{FF2B5EF4-FFF2-40B4-BE49-F238E27FC236}">
                  <a16:creationId xmlns:a16="http://schemas.microsoft.com/office/drawing/2014/main" id="{A426A6BA-CCB7-E29E-079C-7F9B2BD25268}"/>
                </a:ext>
              </a:extLst>
            </p:cNvPr>
            <p:cNvSpPr/>
            <p:nvPr/>
          </p:nvSpPr>
          <p:spPr>
            <a:xfrm>
              <a:off x="2517867" y="1838219"/>
              <a:ext cx="68" cy="258"/>
            </a:xfrm>
            <a:custGeom>
              <a:avLst/>
              <a:gdLst/>
              <a:ahLst/>
              <a:cxnLst/>
              <a:rect l="l" t="t" r="r" b="b"/>
              <a:pathLst>
                <a:path w="5" h="19" extrusionOk="0">
                  <a:moveTo>
                    <a:pt x="4" y="18"/>
                  </a:moveTo>
                  <a:cubicBezTo>
                    <a:pt x="4" y="11"/>
                    <a:pt x="4" y="8"/>
                    <a:pt x="1" y="1"/>
                  </a:cubicBezTo>
                  <a:cubicBezTo>
                    <a:pt x="4" y="8"/>
                    <a:pt x="4" y="11"/>
                    <a:pt x="4" y="18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10" name="Google Shape;7868;p80">
              <a:extLst>
                <a:ext uri="{FF2B5EF4-FFF2-40B4-BE49-F238E27FC236}">
                  <a16:creationId xmlns:a16="http://schemas.microsoft.com/office/drawing/2014/main" id="{2B3F2860-EC9B-698C-A369-3425441120DA}"/>
                </a:ext>
              </a:extLst>
            </p:cNvPr>
            <p:cNvSpPr/>
            <p:nvPr/>
          </p:nvSpPr>
          <p:spPr>
            <a:xfrm>
              <a:off x="2514500" y="1833603"/>
              <a:ext cx="54" cy="109"/>
            </a:xfrm>
            <a:custGeom>
              <a:avLst/>
              <a:gdLst/>
              <a:ahLst/>
              <a:cxnLst/>
              <a:rect l="l" t="t" r="r" b="b"/>
              <a:pathLst>
                <a:path w="4" h="8" extrusionOk="0">
                  <a:moveTo>
                    <a:pt x="0" y="1"/>
                  </a:moveTo>
                  <a:lnTo>
                    <a:pt x="4" y="8"/>
                  </a:lnTo>
                  <a:cubicBezTo>
                    <a:pt x="4" y="4"/>
                    <a:pt x="4" y="4"/>
                    <a:pt x="0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11" name="Google Shape;7869;p80">
              <a:extLst>
                <a:ext uri="{FF2B5EF4-FFF2-40B4-BE49-F238E27FC236}">
                  <a16:creationId xmlns:a16="http://schemas.microsoft.com/office/drawing/2014/main" id="{CE85B805-8C47-C51D-0BCD-E77D6EF53860}"/>
                </a:ext>
              </a:extLst>
            </p:cNvPr>
            <p:cNvSpPr/>
            <p:nvPr/>
          </p:nvSpPr>
          <p:spPr>
            <a:xfrm>
              <a:off x="2514500" y="1833372"/>
              <a:ext cx="14" cy="109"/>
            </a:xfrm>
            <a:custGeom>
              <a:avLst/>
              <a:gdLst/>
              <a:ahLst/>
              <a:cxnLst/>
              <a:rect l="l" t="t" r="r" b="b"/>
              <a:pathLst>
                <a:path w="1" h="8" extrusionOk="0">
                  <a:moveTo>
                    <a:pt x="0" y="7"/>
                  </a:moveTo>
                  <a:lnTo>
                    <a:pt x="0" y="0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12" name="Google Shape;7870;p80">
              <a:extLst>
                <a:ext uri="{FF2B5EF4-FFF2-40B4-BE49-F238E27FC236}">
                  <a16:creationId xmlns:a16="http://schemas.microsoft.com/office/drawing/2014/main" id="{F80A5C6E-EEA6-A5FD-C557-6B2A08224ED7}"/>
                </a:ext>
              </a:extLst>
            </p:cNvPr>
            <p:cNvSpPr/>
            <p:nvPr/>
          </p:nvSpPr>
          <p:spPr>
            <a:xfrm>
              <a:off x="2503556" y="1818831"/>
              <a:ext cx="14" cy="54"/>
            </a:xfrm>
            <a:custGeom>
              <a:avLst/>
              <a:gdLst/>
              <a:ahLst/>
              <a:cxnLst/>
              <a:rect l="l" t="t" r="r" b="b"/>
              <a:pathLst>
                <a:path w="1" h="4" extrusionOk="0">
                  <a:moveTo>
                    <a:pt x="1" y="4"/>
                  </a:moveTo>
                  <a:lnTo>
                    <a:pt x="1" y="0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13" name="Google Shape;7871;p80">
              <a:extLst>
                <a:ext uri="{FF2B5EF4-FFF2-40B4-BE49-F238E27FC236}">
                  <a16:creationId xmlns:a16="http://schemas.microsoft.com/office/drawing/2014/main" id="{5E8854CB-5F99-C449-9F5D-59574FD66602}"/>
                </a:ext>
              </a:extLst>
            </p:cNvPr>
            <p:cNvSpPr/>
            <p:nvPr/>
          </p:nvSpPr>
          <p:spPr>
            <a:xfrm>
              <a:off x="2514310" y="1832422"/>
              <a:ext cx="14" cy="14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0" y="0"/>
                  </a:move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14" name="Google Shape;7872;p80">
              <a:extLst>
                <a:ext uri="{FF2B5EF4-FFF2-40B4-BE49-F238E27FC236}">
                  <a16:creationId xmlns:a16="http://schemas.microsoft.com/office/drawing/2014/main" id="{16012B5F-00A7-87CD-7619-184170B725D3}"/>
                </a:ext>
              </a:extLst>
            </p:cNvPr>
            <p:cNvSpPr/>
            <p:nvPr/>
          </p:nvSpPr>
          <p:spPr>
            <a:xfrm>
              <a:off x="2505606" y="1850439"/>
              <a:ext cx="14" cy="14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0" y="0"/>
                  </a:move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15" name="Google Shape;7873;p80">
              <a:extLst>
                <a:ext uri="{FF2B5EF4-FFF2-40B4-BE49-F238E27FC236}">
                  <a16:creationId xmlns:a16="http://schemas.microsoft.com/office/drawing/2014/main" id="{4D65756A-56EC-1CD8-413D-0D6F313D17C1}"/>
                </a:ext>
              </a:extLst>
            </p:cNvPr>
            <p:cNvSpPr/>
            <p:nvPr/>
          </p:nvSpPr>
          <p:spPr>
            <a:xfrm>
              <a:off x="2503801" y="1819251"/>
              <a:ext cx="54" cy="109"/>
            </a:xfrm>
            <a:custGeom>
              <a:avLst/>
              <a:gdLst/>
              <a:ahLst/>
              <a:cxnLst/>
              <a:rect l="l" t="t" r="r" b="b"/>
              <a:pathLst>
                <a:path w="4" h="8" extrusionOk="0">
                  <a:moveTo>
                    <a:pt x="4" y="8"/>
                  </a:moveTo>
                  <a:lnTo>
                    <a:pt x="0" y="1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16" name="Google Shape;7874;p80">
              <a:extLst>
                <a:ext uri="{FF2B5EF4-FFF2-40B4-BE49-F238E27FC236}">
                  <a16:creationId xmlns:a16="http://schemas.microsoft.com/office/drawing/2014/main" id="{BFF51613-314A-72C7-5296-ADC42E245C48}"/>
                </a:ext>
              </a:extLst>
            </p:cNvPr>
            <p:cNvSpPr/>
            <p:nvPr/>
          </p:nvSpPr>
          <p:spPr>
            <a:xfrm>
              <a:off x="2514595" y="1833793"/>
              <a:ext cx="54" cy="109"/>
            </a:xfrm>
            <a:custGeom>
              <a:avLst/>
              <a:gdLst/>
              <a:ahLst/>
              <a:cxnLst/>
              <a:rect l="l" t="t" r="r" b="b"/>
              <a:pathLst>
                <a:path w="4" h="8" extrusionOk="0">
                  <a:moveTo>
                    <a:pt x="4" y="8"/>
                  </a:moveTo>
                  <a:cubicBezTo>
                    <a:pt x="0" y="4"/>
                    <a:pt x="0" y="4"/>
                    <a:pt x="0" y="1"/>
                  </a:cubicBezTo>
                  <a:cubicBezTo>
                    <a:pt x="0" y="4"/>
                    <a:pt x="0" y="4"/>
                    <a:pt x="4" y="8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17" name="Google Shape;7875;p80">
              <a:extLst>
                <a:ext uri="{FF2B5EF4-FFF2-40B4-BE49-F238E27FC236}">
                  <a16:creationId xmlns:a16="http://schemas.microsoft.com/office/drawing/2014/main" id="{908202A5-3D4C-EC1F-3666-D1AF5E8673FF}"/>
                </a:ext>
              </a:extLst>
            </p:cNvPr>
            <p:cNvSpPr/>
            <p:nvPr/>
          </p:nvSpPr>
          <p:spPr>
            <a:xfrm>
              <a:off x="2514405" y="1833087"/>
              <a:ext cx="14" cy="109"/>
            </a:xfrm>
            <a:custGeom>
              <a:avLst/>
              <a:gdLst/>
              <a:ahLst/>
              <a:cxnLst/>
              <a:rect l="l" t="t" r="r" b="b"/>
              <a:pathLst>
                <a:path w="1" h="8" extrusionOk="0">
                  <a:moveTo>
                    <a:pt x="0" y="7"/>
                  </a:moveTo>
                  <a:lnTo>
                    <a:pt x="0" y="0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18" name="Google Shape;7876;p80">
              <a:extLst>
                <a:ext uri="{FF2B5EF4-FFF2-40B4-BE49-F238E27FC236}">
                  <a16:creationId xmlns:a16="http://schemas.microsoft.com/office/drawing/2014/main" id="{B69A89F0-7203-3F24-2865-E2F176050E62}"/>
                </a:ext>
              </a:extLst>
            </p:cNvPr>
            <p:cNvSpPr/>
            <p:nvPr/>
          </p:nvSpPr>
          <p:spPr>
            <a:xfrm>
              <a:off x="2514255" y="1832136"/>
              <a:ext cx="14" cy="14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1" y="0"/>
                  </a:move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19" name="Google Shape;7877;p80">
              <a:extLst>
                <a:ext uri="{FF2B5EF4-FFF2-40B4-BE49-F238E27FC236}">
                  <a16:creationId xmlns:a16="http://schemas.microsoft.com/office/drawing/2014/main" id="{D7EAD69D-A1AB-661F-F5DD-0F1D8C3A1600}"/>
                </a:ext>
              </a:extLst>
            </p:cNvPr>
            <p:cNvSpPr/>
            <p:nvPr/>
          </p:nvSpPr>
          <p:spPr>
            <a:xfrm>
              <a:off x="2507412" y="1823623"/>
              <a:ext cx="720" cy="543"/>
            </a:xfrm>
            <a:custGeom>
              <a:avLst/>
              <a:gdLst/>
              <a:ahLst/>
              <a:cxnLst/>
              <a:rect l="l" t="t" r="r" b="b"/>
              <a:pathLst>
                <a:path w="53" h="40" extrusionOk="0">
                  <a:moveTo>
                    <a:pt x="0" y="1"/>
                  </a:moveTo>
                  <a:cubicBezTo>
                    <a:pt x="14" y="15"/>
                    <a:pt x="32" y="25"/>
                    <a:pt x="53" y="39"/>
                  </a:cubicBezTo>
                  <a:cubicBezTo>
                    <a:pt x="35" y="25"/>
                    <a:pt x="18" y="15"/>
                    <a:pt x="0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20" name="Google Shape;7878;p80">
              <a:extLst>
                <a:ext uri="{FF2B5EF4-FFF2-40B4-BE49-F238E27FC236}">
                  <a16:creationId xmlns:a16="http://schemas.microsoft.com/office/drawing/2014/main" id="{4A78A943-498B-A775-F5EF-7BB32F4D6D66}"/>
                </a:ext>
              </a:extLst>
            </p:cNvPr>
            <p:cNvSpPr/>
            <p:nvPr/>
          </p:nvSpPr>
          <p:spPr>
            <a:xfrm>
              <a:off x="2602998" y="1754704"/>
              <a:ext cx="258" cy="204"/>
            </a:xfrm>
            <a:custGeom>
              <a:avLst/>
              <a:gdLst/>
              <a:ahLst/>
              <a:cxnLst/>
              <a:rect l="l" t="t" r="r" b="b"/>
              <a:pathLst>
                <a:path w="19" h="15" extrusionOk="0">
                  <a:moveTo>
                    <a:pt x="18" y="15"/>
                  </a:moveTo>
                  <a:cubicBezTo>
                    <a:pt x="15" y="8"/>
                    <a:pt x="8" y="4"/>
                    <a:pt x="1" y="1"/>
                  </a:cubicBezTo>
                  <a:cubicBezTo>
                    <a:pt x="8" y="4"/>
                    <a:pt x="15" y="8"/>
                    <a:pt x="18" y="15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21" name="Google Shape;7879;p80">
              <a:extLst>
                <a:ext uri="{FF2B5EF4-FFF2-40B4-BE49-F238E27FC236}">
                  <a16:creationId xmlns:a16="http://schemas.microsoft.com/office/drawing/2014/main" id="{B68E5B68-4979-A1AA-29E6-485C644D0875}"/>
                </a:ext>
              </a:extLst>
            </p:cNvPr>
            <p:cNvSpPr/>
            <p:nvPr/>
          </p:nvSpPr>
          <p:spPr>
            <a:xfrm>
              <a:off x="2605564" y="1754799"/>
              <a:ext cx="394" cy="109"/>
            </a:xfrm>
            <a:custGeom>
              <a:avLst/>
              <a:gdLst/>
              <a:ahLst/>
              <a:cxnLst/>
              <a:rect l="l" t="t" r="r" b="b"/>
              <a:pathLst>
                <a:path w="29" h="8" extrusionOk="0">
                  <a:moveTo>
                    <a:pt x="1" y="8"/>
                  </a:moveTo>
                  <a:lnTo>
                    <a:pt x="29" y="1"/>
                  </a:lnTo>
                  <a:lnTo>
                    <a:pt x="29" y="1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22" name="Google Shape;7880;p80">
              <a:extLst>
                <a:ext uri="{FF2B5EF4-FFF2-40B4-BE49-F238E27FC236}">
                  <a16:creationId xmlns:a16="http://schemas.microsoft.com/office/drawing/2014/main" id="{23B30232-7E6E-3DA4-6F16-903FDA3EA2AA}"/>
                </a:ext>
              </a:extLst>
            </p:cNvPr>
            <p:cNvSpPr/>
            <p:nvPr/>
          </p:nvSpPr>
          <p:spPr>
            <a:xfrm>
              <a:off x="2554513" y="1799007"/>
              <a:ext cx="3435" cy="774"/>
            </a:xfrm>
            <a:custGeom>
              <a:avLst/>
              <a:gdLst/>
              <a:ahLst/>
              <a:cxnLst/>
              <a:rect l="l" t="t" r="r" b="b"/>
              <a:pathLst>
                <a:path w="253" h="57" extrusionOk="0">
                  <a:moveTo>
                    <a:pt x="1" y="56"/>
                  </a:moveTo>
                  <a:cubicBezTo>
                    <a:pt x="81" y="21"/>
                    <a:pt x="165" y="0"/>
                    <a:pt x="253" y="0"/>
                  </a:cubicBezTo>
                  <a:cubicBezTo>
                    <a:pt x="165" y="0"/>
                    <a:pt x="81" y="21"/>
                    <a:pt x="1" y="56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23" name="Google Shape;7881;p80">
              <a:extLst>
                <a:ext uri="{FF2B5EF4-FFF2-40B4-BE49-F238E27FC236}">
                  <a16:creationId xmlns:a16="http://schemas.microsoft.com/office/drawing/2014/main" id="{F1E373B0-803B-EF42-82CA-7BD369554DF4}"/>
                </a:ext>
              </a:extLst>
            </p:cNvPr>
            <p:cNvSpPr/>
            <p:nvPr/>
          </p:nvSpPr>
          <p:spPr>
            <a:xfrm>
              <a:off x="2599196" y="1756374"/>
              <a:ext cx="299" cy="109"/>
            </a:xfrm>
            <a:custGeom>
              <a:avLst/>
              <a:gdLst/>
              <a:ahLst/>
              <a:cxnLst/>
              <a:rect l="l" t="t" r="r" b="b"/>
              <a:pathLst>
                <a:path w="22" h="8" extrusionOk="0">
                  <a:moveTo>
                    <a:pt x="22" y="0"/>
                  </a:moveTo>
                  <a:lnTo>
                    <a:pt x="1" y="7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24" name="Google Shape;7882;p80">
              <a:extLst>
                <a:ext uri="{FF2B5EF4-FFF2-40B4-BE49-F238E27FC236}">
                  <a16:creationId xmlns:a16="http://schemas.microsoft.com/office/drawing/2014/main" id="{4AA3EB09-55D6-6180-C58D-E746DE69725C}"/>
                </a:ext>
              </a:extLst>
            </p:cNvPr>
            <p:cNvSpPr/>
            <p:nvPr/>
          </p:nvSpPr>
          <p:spPr>
            <a:xfrm>
              <a:off x="2502796" y="1817215"/>
              <a:ext cx="964" cy="109"/>
            </a:xfrm>
            <a:custGeom>
              <a:avLst/>
              <a:gdLst/>
              <a:ahLst/>
              <a:cxnLst/>
              <a:rect l="l" t="t" r="r" b="b"/>
              <a:pathLst>
                <a:path w="71" h="8" extrusionOk="0">
                  <a:moveTo>
                    <a:pt x="71" y="7"/>
                  </a:moveTo>
                  <a:lnTo>
                    <a:pt x="1" y="0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25" name="Google Shape;7883;p80">
              <a:extLst>
                <a:ext uri="{FF2B5EF4-FFF2-40B4-BE49-F238E27FC236}">
                  <a16:creationId xmlns:a16="http://schemas.microsoft.com/office/drawing/2014/main" id="{40F2AB29-E2B7-80FA-BCCC-5994078F4183}"/>
                </a:ext>
              </a:extLst>
            </p:cNvPr>
            <p:cNvSpPr/>
            <p:nvPr/>
          </p:nvSpPr>
          <p:spPr>
            <a:xfrm>
              <a:off x="2513264" y="1818396"/>
              <a:ext cx="14" cy="14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0" y="1"/>
                  </a:move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26" name="Google Shape;7884;p80">
              <a:extLst>
                <a:ext uri="{FF2B5EF4-FFF2-40B4-BE49-F238E27FC236}">
                  <a16:creationId xmlns:a16="http://schemas.microsoft.com/office/drawing/2014/main" id="{805EF700-DE3A-2963-6DE1-4EEE64A23E87}"/>
                </a:ext>
              </a:extLst>
            </p:cNvPr>
            <p:cNvSpPr/>
            <p:nvPr/>
          </p:nvSpPr>
          <p:spPr>
            <a:xfrm>
              <a:off x="2516020" y="1818301"/>
              <a:ext cx="14" cy="14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0" y="1"/>
                  </a:move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27" name="Google Shape;7885;p80">
              <a:extLst>
                <a:ext uri="{FF2B5EF4-FFF2-40B4-BE49-F238E27FC236}">
                  <a16:creationId xmlns:a16="http://schemas.microsoft.com/office/drawing/2014/main" id="{FEE25479-FF8C-4B4D-BAA6-B1C6120A685C}"/>
                </a:ext>
              </a:extLst>
            </p:cNvPr>
            <p:cNvSpPr/>
            <p:nvPr/>
          </p:nvSpPr>
          <p:spPr>
            <a:xfrm>
              <a:off x="2514119" y="1818396"/>
              <a:ext cx="14" cy="14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0" y="1"/>
                  </a:move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28" name="Google Shape;7886;p80">
              <a:extLst>
                <a:ext uri="{FF2B5EF4-FFF2-40B4-BE49-F238E27FC236}">
                  <a16:creationId xmlns:a16="http://schemas.microsoft.com/office/drawing/2014/main" id="{4C6E0992-3169-0B44-0876-E239BC4680A5}"/>
                </a:ext>
              </a:extLst>
            </p:cNvPr>
            <p:cNvSpPr/>
            <p:nvPr/>
          </p:nvSpPr>
          <p:spPr>
            <a:xfrm>
              <a:off x="2596725" y="1756849"/>
              <a:ext cx="14" cy="14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1" y="0"/>
                  </a:move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29" name="Google Shape;7887;p80">
              <a:extLst>
                <a:ext uri="{FF2B5EF4-FFF2-40B4-BE49-F238E27FC236}">
                  <a16:creationId xmlns:a16="http://schemas.microsoft.com/office/drawing/2014/main" id="{7E1EDBD3-DADD-DCC3-1FA4-2296D6B946F4}"/>
                </a:ext>
              </a:extLst>
            </p:cNvPr>
            <p:cNvSpPr/>
            <p:nvPr/>
          </p:nvSpPr>
          <p:spPr>
            <a:xfrm>
              <a:off x="2599766" y="1756184"/>
              <a:ext cx="299" cy="109"/>
            </a:xfrm>
            <a:custGeom>
              <a:avLst/>
              <a:gdLst/>
              <a:ahLst/>
              <a:cxnLst/>
              <a:rect l="l" t="t" r="r" b="b"/>
              <a:pathLst>
                <a:path w="22" h="8" extrusionOk="0">
                  <a:moveTo>
                    <a:pt x="22" y="0"/>
                  </a:moveTo>
                  <a:lnTo>
                    <a:pt x="1" y="7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30" name="Google Shape;7888;p80">
              <a:extLst>
                <a:ext uri="{FF2B5EF4-FFF2-40B4-BE49-F238E27FC236}">
                  <a16:creationId xmlns:a16="http://schemas.microsoft.com/office/drawing/2014/main" id="{8A776EC7-EBB3-74B0-5E9C-4582367511CE}"/>
                </a:ext>
              </a:extLst>
            </p:cNvPr>
            <p:cNvSpPr/>
            <p:nvPr/>
          </p:nvSpPr>
          <p:spPr>
            <a:xfrm>
              <a:off x="2502131" y="1817161"/>
              <a:ext cx="258" cy="14"/>
            </a:xfrm>
            <a:custGeom>
              <a:avLst/>
              <a:gdLst/>
              <a:ahLst/>
              <a:cxnLst/>
              <a:rect l="l" t="t" r="r" b="b"/>
              <a:pathLst>
                <a:path w="19" h="1" extrusionOk="0">
                  <a:moveTo>
                    <a:pt x="1" y="1"/>
                  </a:moveTo>
                  <a:lnTo>
                    <a:pt x="18" y="1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31" name="Google Shape;7889;p80">
              <a:extLst>
                <a:ext uri="{FF2B5EF4-FFF2-40B4-BE49-F238E27FC236}">
                  <a16:creationId xmlns:a16="http://schemas.microsoft.com/office/drawing/2014/main" id="{48402F85-6BAC-4DAF-26CD-6F1C0780A8A1}"/>
                </a:ext>
              </a:extLst>
            </p:cNvPr>
            <p:cNvSpPr/>
            <p:nvPr/>
          </p:nvSpPr>
          <p:spPr>
            <a:xfrm>
              <a:off x="2595109" y="1756659"/>
              <a:ext cx="149" cy="54"/>
            </a:xfrm>
            <a:custGeom>
              <a:avLst/>
              <a:gdLst/>
              <a:ahLst/>
              <a:cxnLst/>
              <a:rect l="l" t="t" r="r" b="b"/>
              <a:pathLst>
                <a:path w="11" h="4" extrusionOk="0">
                  <a:moveTo>
                    <a:pt x="11" y="4"/>
                  </a:moveTo>
                  <a:lnTo>
                    <a:pt x="0" y="0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32" name="Google Shape;7890;p80">
              <a:extLst>
                <a:ext uri="{FF2B5EF4-FFF2-40B4-BE49-F238E27FC236}">
                  <a16:creationId xmlns:a16="http://schemas.microsoft.com/office/drawing/2014/main" id="{C95B4180-DD36-8701-7F22-E9ED77FE4012}"/>
                </a:ext>
              </a:extLst>
            </p:cNvPr>
            <p:cNvSpPr/>
            <p:nvPr/>
          </p:nvSpPr>
          <p:spPr>
            <a:xfrm>
              <a:off x="2602672" y="1754568"/>
              <a:ext cx="109" cy="54"/>
            </a:xfrm>
            <a:custGeom>
              <a:avLst/>
              <a:gdLst/>
              <a:ahLst/>
              <a:cxnLst/>
              <a:rect l="l" t="t" r="r" b="b"/>
              <a:pathLst>
                <a:path w="8" h="4" extrusionOk="0">
                  <a:moveTo>
                    <a:pt x="7" y="0"/>
                  </a:moveTo>
                  <a:lnTo>
                    <a:pt x="0" y="4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33" name="Google Shape;7891;p80">
              <a:extLst>
                <a:ext uri="{FF2B5EF4-FFF2-40B4-BE49-F238E27FC236}">
                  <a16:creationId xmlns:a16="http://schemas.microsoft.com/office/drawing/2014/main" id="{27DE29EC-5502-6134-C147-2580E06CC2AD}"/>
                </a:ext>
              </a:extLst>
            </p:cNvPr>
            <p:cNvSpPr/>
            <p:nvPr/>
          </p:nvSpPr>
          <p:spPr>
            <a:xfrm>
              <a:off x="2595544" y="1756795"/>
              <a:ext cx="190" cy="14"/>
            </a:xfrm>
            <a:custGeom>
              <a:avLst/>
              <a:gdLst/>
              <a:ahLst/>
              <a:cxnLst/>
              <a:rect l="l" t="t" r="r" b="b"/>
              <a:pathLst>
                <a:path w="14" h="1" extrusionOk="0">
                  <a:moveTo>
                    <a:pt x="14" y="1"/>
                  </a:moveTo>
                  <a:lnTo>
                    <a:pt x="0" y="1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34" name="Google Shape;7892;p80">
              <a:extLst>
                <a:ext uri="{FF2B5EF4-FFF2-40B4-BE49-F238E27FC236}">
                  <a16:creationId xmlns:a16="http://schemas.microsoft.com/office/drawing/2014/main" id="{F886603D-5437-AD25-AC5A-72FBCAB190F0}"/>
                </a:ext>
              </a:extLst>
            </p:cNvPr>
            <p:cNvSpPr/>
            <p:nvPr/>
          </p:nvSpPr>
          <p:spPr>
            <a:xfrm>
              <a:off x="2595965" y="1756849"/>
              <a:ext cx="244" cy="14"/>
            </a:xfrm>
            <a:custGeom>
              <a:avLst/>
              <a:gdLst/>
              <a:ahLst/>
              <a:cxnLst/>
              <a:rect l="l" t="t" r="r" b="b"/>
              <a:pathLst>
                <a:path w="18" h="1" extrusionOk="0">
                  <a:moveTo>
                    <a:pt x="18" y="0"/>
                  </a:moveTo>
                  <a:lnTo>
                    <a:pt x="1" y="0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35" name="Google Shape;7893;p80">
              <a:extLst>
                <a:ext uri="{FF2B5EF4-FFF2-40B4-BE49-F238E27FC236}">
                  <a16:creationId xmlns:a16="http://schemas.microsoft.com/office/drawing/2014/main" id="{B5331F44-905D-3AD5-8233-8583666A18C6}"/>
                </a:ext>
              </a:extLst>
            </p:cNvPr>
            <p:cNvSpPr/>
            <p:nvPr/>
          </p:nvSpPr>
          <p:spPr>
            <a:xfrm>
              <a:off x="2602047" y="1754948"/>
              <a:ext cx="204" cy="149"/>
            </a:xfrm>
            <a:custGeom>
              <a:avLst/>
              <a:gdLst/>
              <a:ahLst/>
              <a:cxnLst/>
              <a:rect l="l" t="t" r="r" b="b"/>
              <a:pathLst>
                <a:path w="15" h="11" extrusionOk="0">
                  <a:moveTo>
                    <a:pt x="15" y="0"/>
                  </a:moveTo>
                  <a:lnTo>
                    <a:pt x="1" y="11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36" name="Google Shape;7894;p80">
              <a:extLst>
                <a:ext uri="{FF2B5EF4-FFF2-40B4-BE49-F238E27FC236}">
                  <a16:creationId xmlns:a16="http://schemas.microsoft.com/office/drawing/2014/main" id="{B28817CB-701D-74F0-CE2D-9CDB94831BF9}"/>
                </a:ext>
              </a:extLst>
            </p:cNvPr>
            <p:cNvSpPr/>
            <p:nvPr/>
          </p:nvSpPr>
          <p:spPr>
            <a:xfrm>
              <a:off x="2507127" y="1817690"/>
              <a:ext cx="1005" cy="109"/>
            </a:xfrm>
            <a:custGeom>
              <a:avLst/>
              <a:gdLst/>
              <a:ahLst/>
              <a:cxnLst/>
              <a:rect l="l" t="t" r="r" b="b"/>
              <a:pathLst>
                <a:path w="74" h="8" extrusionOk="0">
                  <a:moveTo>
                    <a:pt x="74" y="7"/>
                  </a:moveTo>
                  <a:lnTo>
                    <a:pt x="0" y="0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37" name="Google Shape;7895;p80">
              <a:extLst>
                <a:ext uri="{FF2B5EF4-FFF2-40B4-BE49-F238E27FC236}">
                  <a16:creationId xmlns:a16="http://schemas.microsoft.com/office/drawing/2014/main" id="{F00B6FB2-6628-9D24-70C8-A932E43216DF}"/>
                </a:ext>
              </a:extLst>
            </p:cNvPr>
            <p:cNvSpPr/>
            <p:nvPr/>
          </p:nvSpPr>
          <p:spPr>
            <a:xfrm>
              <a:off x="2526665" y="1817215"/>
              <a:ext cx="14" cy="14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0" y="0"/>
                  </a:move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38" name="Google Shape;7896;p80">
              <a:extLst>
                <a:ext uri="{FF2B5EF4-FFF2-40B4-BE49-F238E27FC236}">
                  <a16:creationId xmlns:a16="http://schemas.microsoft.com/office/drawing/2014/main" id="{C9B03CBC-9A4D-67F8-3973-D563F54B76CF}"/>
                </a:ext>
              </a:extLst>
            </p:cNvPr>
            <p:cNvSpPr/>
            <p:nvPr/>
          </p:nvSpPr>
          <p:spPr>
            <a:xfrm>
              <a:off x="2597010" y="1756795"/>
              <a:ext cx="258" cy="14"/>
            </a:xfrm>
            <a:custGeom>
              <a:avLst/>
              <a:gdLst/>
              <a:ahLst/>
              <a:cxnLst/>
              <a:rect l="l" t="t" r="r" b="b"/>
              <a:pathLst>
                <a:path w="19" h="1" extrusionOk="0">
                  <a:moveTo>
                    <a:pt x="18" y="1"/>
                  </a:moveTo>
                  <a:lnTo>
                    <a:pt x="1" y="1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39" name="Google Shape;7897;p80">
              <a:extLst>
                <a:ext uri="{FF2B5EF4-FFF2-40B4-BE49-F238E27FC236}">
                  <a16:creationId xmlns:a16="http://schemas.microsoft.com/office/drawing/2014/main" id="{0E3E3460-FA0A-1E33-9DA5-0B5645AD63B0}"/>
                </a:ext>
              </a:extLst>
            </p:cNvPr>
            <p:cNvSpPr/>
            <p:nvPr/>
          </p:nvSpPr>
          <p:spPr>
            <a:xfrm>
              <a:off x="2527330" y="1817120"/>
              <a:ext cx="14" cy="14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0" y="0"/>
                  </a:move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40" name="Google Shape;7898;p80">
              <a:extLst>
                <a:ext uri="{FF2B5EF4-FFF2-40B4-BE49-F238E27FC236}">
                  <a16:creationId xmlns:a16="http://schemas.microsoft.com/office/drawing/2014/main" id="{45B9B616-A840-854A-FB28-6366F6987150}"/>
                </a:ext>
              </a:extLst>
            </p:cNvPr>
            <p:cNvSpPr/>
            <p:nvPr/>
          </p:nvSpPr>
          <p:spPr>
            <a:xfrm>
              <a:off x="2598626" y="1756564"/>
              <a:ext cx="299" cy="54"/>
            </a:xfrm>
            <a:custGeom>
              <a:avLst/>
              <a:gdLst/>
              <a:ahLst/>
              <a:cxnLst/>
              <a:rect l="l" t="t" r="r" b="b"/>
              <a:pathLst>
                <a:path w="22" h="4" extrusionOk="0">
                  <a:moveTo>
                    <a:pt x="22" y="0"/>
                  </a:moveTo>
                  <a:lnTo>
                    <a:pt x="1" y="4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41" name="Google Shape;7899;p80">
              <a:extLst>
                <a:ext uri="{FF2B5EF4-FFF2-40B4-BE49-F238E27FC236}">
                  <a16:creationId xmlns:a16="http://schemas.microsoft.com/office/drawing/2014/main" id="{131EF120-BB13-A155-5DBE-0E5F75C01C6B}"/>
                </a:ext>
              </a:extLst>
            </p:cNvPr>
            <p:cNvSpPr/>
            <p:nvPr/>
          </p:nvSpPr>
          <p:spPr>
            <a:xfrm>
              <a:off x="2600337" y="1755940"/>
              <a:ext cx="299" cy="109"/>
            </a:xfrm>
            <a:custGeom>
              <a:avLst/>
              <a:gdLst/>
              <a:ahLst/>
              <a:cxnLst/>
              <a:rect l="l" t="t" r="r" b="b"/>
              <a:pathLst>
                <a:path w="22" h="8" extrusionOk="0">
                  <a:moveTo>
                    <a:pt x="22" y="1"/>
                  </a:moveTo>
                  <a:lnTo>
                    <a:pt x="1" y="8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42" name="Google Shape;7900;p80">
              <a:extLst>
                <a:ext uri="{FF2B5EF4-FFF2-40B4-BE49-F238E27FC236}">
                  <a16:creationId xmlns:a16="http://schemas.microsoft.com/office/drawing/2014/main" id="{93281481-5A56-EB0C-357F-9ECF9A886A58}"/>
                </a:ext>
              </a:extLst>
            </p:cNvPr>
            <p:cNvSpPr/>
            <p:nvPr/>
          </p:nvSpPr>
          <p:spPr>
            <a:xfrm>
              <a:off x="2598056" y="1756659"/>
              <a:ext cx="299" cy="54"/>
            </a:xfrm>
            <a:custGeom>
              <a:avLst/>
              <a:gdLst/>
              <a:ahLst/>
              <a:cxnLst/>
              <a:rect l="l" t="t" r="r" b="b"/>
              <a:pathLst>
                <a:path w="22" h="4" extrusionOk="0">
                  <a:moveTo>
                    <a:pt x="22" y="0"/>
                  </a:moveTo>
                  <a:lnTo>
                    <a:pt x="1" y="4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43" name="Google Shape;7901;p80">
              <a:extLst>
                <a:ext uri="{FF2B5EF4-FFF2-40B4-BE49-F238E27FC236}">
                  <a16:creationId xmlns:a16="http://schemas.microsoft.com/office/drawing/2014/main" id="{BBC6BC98-C30C-5B01-7AF7-6808220BB458}"/>
                </a:ext>
              </a:extLst>
            </p:cNvPr>
            <p:cNvSpPr/>
            <p:nvPr/>
          </p:nvSpPr>
          <p:spPr>
            <a:xfrm>
              <a:off x="2597485" y="1756754"/>
              <a:ext cx="299" cy="54"/>
            </a:xfrm>
            <a:custGeom>
              <a:avLst/>
              <a:gdLst/>
              <a:ahLst/>
              <a:cxnLst/>
              <a:rect l="l" t="t" r="r" b="b"/>
              <a:pathLst>
                <a:path w="22" h="4" extrusionOk="0">
                  <a:moveTo>
                    <a:pt x="22" y="0"/>
                  </a:moveTo>
                  <a:lnTo>
                    <a:pt x="1" y="4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44" name="Google Shape;7902;p80">
              <a:extLst>
                <a:ext uri="{FF2B5EF4-FFF2-40B4-BE49-F238E27FC236}">
                  <a16:creationId xmlns:a16="http://schemas.microsoft.com/office/drawing/2014/main" id="{353F885F-64FC-0705-4FDB-491293DA0504}"/>
                </a:ext>
              </a:extLst>
            </p:cNvPr>
            <p:cNvSpPr/>
            <p:nvPr/>
          </p:nvSpPr>
          <p:spPr>
            <a:xfrm>
              <a:off x="2601477" y="1755329"/>
              <a:ext cx="258" cy="149"/>
            </a:xfrm>
            <a:custGeom>
              <a:avLst/>
              <a:gdLst/>
              <a:ahLst/>
              <a:cxnLst/>
              <a:rect l="l" t="t" r="r" b="b"/>
              <a:pathLst>
                <a:path w="19" h="11" extrusionOk="0">
                  <a:moveTo>
                    <a:pt x="18" y="0"/>
                  </a:moveTo>
                  <a:lnTo>
                    <a:pt x="1" y="11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45" name="Google Shape;7903;p80">
              <a:extLst>
                <a:ext uri="{FF2B5EF4-FFF2-40B4-BE49-F238E27FC236}">
                  <a16:creationId xmlns:a16="http://schemas.microsoft.com/office/drawing/2014/main" id="{23F8E89B-907D-082B-F7D5-2427056987F0}"/>
                </a:ext>
              </a:extLst>
            </p:cNvPr>
            <p:cNvSpPr/>
            <p:nvPr/>
          </p:nvSpPr>
          <p:spPr>
            <a:xfrm>
              <a:off x="2508498" y="1817880"/>
              <a:ext cx="923" cy="109"/>
            </a:xfrm>
            <a:custGeom>
              <a:avLst/>
              <a:gdLst/>
              <a:ahLst/>
              <a:cxnLst/>
              <a:rect l="l" t="t" r="r" b="b"/>
              <a:pathLst>
                <a:path w="68" h="8" extrusionOk="0">
                  <a:moveTo>
                    <a:pt x="67" y="7"/>
                  </a:moveTo>
                  <a:lnTo>
                    <a:pt x="1" y="0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46" name="Google Shape;7904;p80">
              <a:extLst>
                <a:ext uri="{FF2B5EF4-FFF2-40B4-BE49-F238E27FC236}">
                  <a16:creationId xmlns:a16="http://schemas.microsoft.com/office/drawing/2014/main" id="{7B251EAB-D53F-767D-F915-F958EA62CBB4}"/>
                </a:ext>
              </a:extLst>
            </p:cNvPr>
            <p:cNvSpPr/>
            <p:nvPr/>
          </p:nvSpPr>
          <p:spPr>
            <a:xfrm>
              <a:off x="2600907" y="1755654"/>
              <a:ext cx="258" cy="163"/>
            </a:xfrm>
            <a:custGeom>
              <a:avLst/>
              <a:gdLst/>
              <a:ahLst/>
              <a:cxnLst/>
              <a:rect l="l" t="t" r="r" b="b"/>
              <a:pathLst>
                <a:path w="19" h="12" extrusionOk="0">
                  <a:moveTo>
                    <a:pt x="18" y="1"/>
                  </a:moveTo>
                  <a:lnTo>
                    <a:pt x="1" y="11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47" name="Google Shape;7905;p80">
              <a:extLst>
                <a:ext uri="{FF2B5EF4-FFF2-40B4-BE49-F238E27FC236}">
                  <a16:creationId xmlns:a16="http://schemas.microsoft.com/office/drawing/2014/main" id="{5C71EE17-A2B1-1899-C35A-FE6A66D10ACC}"/>
                </a:ext>
              </a:extLst>
            </p:cNvPr>
            <p:cNvSpPr/>
            <p:nvPr/>
          </p:nvSpPr>
          <p:spPr>
            <a:xfrm>
              <a:off x="2504181" y="1817310"/>
              <a:ext cx="1195" cy="149"/>
            </a:xfrm>
            <a:custGeom>
              <a:avLst/>
              <a:gdLst/>
              <a:ahLst/>
              <a:cxnLst/>
              <a:rect l="l" t="t" r="r" b="b"/>
              <a:pathLst>
                <a:path w="88" h="11" extrusionOk="0">
                  <a:moveTo>
                    <a:pt x="88" y="11"/>
                  </a:moveTo>
                  <a:lnTo>
                    <a:pt x="0" y="0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48" name="Google Shape;7906;p80">
              <a:extLst>
                <a:ext uri="{FF2B5EF4-FFF2-40B4-BE49-F238E27FC236}">
                  <a16:creationId xmlns:a16="http://schemas.microsoft.com/office/drawing/2014/main" id="{EA3944DB-E7D9-C667-D6E7-250B6E133AAF}"/>
                </a:ext>
              </a:extLst>
            </p:cNvPr>
            <p:cNvSpPr/>
            <p:nvPr/>
          </p:nvSpPr>
          <p:spPr>
            <a:xfrm>
              <a:off x="2512640" y="1818396"/>
              <a:ext cx="14" cy="14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1" y="1"/>
                  </a:move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49" name="Google Shape;7907;p80">
              <a:extLst>
                <a:ext uri="{FF2B5EF4-FFF2-40B4-BE49-F238E27FC236}">
                  <a16:creationId xmlns:a16="http://schemas.microsoft.com/office/drawing/2014/main" id="{483AADCB-2A0D-EED7-F728-0CD51D3A43BF}"/>
                </a:ext>
              </a:extLst>
            </p:cNvPr>
            <p:cNvSpPr/>
            <p:nvPr/>
          </p:nvSpPr>
          <p:spPr>
            <a:xfrm>
              <a:off x="2505457" y="1817446"/>
              <a:ext cx="1344" cy="204"/>
            </a:xfrm>
            <a:custGeom>
              <a:avLst/>
              <a:gdLst/>
              <a:ahLst/>
              <a:cxnLst/>
              <a:rect l="l" t="t" r="r" b="b"/>
              <a:pathLst>
                <a:path w="99" h="15" extrusionOk="0">
                  <a:moveTo>
                    <a:pt x="99" y="15"/>
                  </a:moveTo>
                  <a:lnTo>
                    <a:pt x="1" y="1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50" name="Google Shape;7908;p80">
              <a:extLst>
                <a:ext uri="{FF2B5EF4-FFF2-40B4-BE49-F238E27FC236}">
                  <a16:creationId xmlns:a16="http://schemas.microsoft.com/office/drawing/2014/main" id="{BE846D2D-1878-0396-4567-66FD800F898C}"/>
                </a:ext>
              </a:extLst>
            </p:cNvPr>
            <p:cNvSpPr/>
            <p:nvPr/>
          </p:nvSpPr>
          <p:spPr>
            <a:xfrm>
              <a:off x="2509788" y="1818070"/>
              <a:ext cx="1195" cy="204"/>
            </a:xfrm>
            <a:custGeom>
              <a:avLst/>
              <a:gdLst/>
              <a:ahLst/>
              <a:cxnLst/>
              <a:rect l="l" t="t" r="r" b="b"/>
              <a:pathLst>
                <a:path w="88" h="15" extrusionOk="0">
                  <a:moveTo>
                    <a:pt x="88" y="14"/>
                  </a:moveTo>
                  <a:lnTo>
                    <a:pt x="0" y="0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51" name="Google Shape;7909;p80">
              <a:extLst>
                <a:ext uri="{FF2B5EF4-FFF2-40B4-BE49-F238E27FC236}">
                  <a16:creationId xmlns:a16="http://schemas.microsoft.com/office/drawing/2014/main" id="{80E90249-AD0A-70B8-2E5D-92E51B9CF977}"/>
                </a:ext>
              </a:extLst>
            </p:cNvPr>
            <p:cNvSpPr/>
            <p:nvPr/>
          </p:nvSpPr>
          <p:spPr>
            <a:xfrm>
              <a:off x="2511404" y="1818355"/>
              <a:ext cx="149" cy="14"/>
            </a:xfrm>
            <a:custGeom>
              <a:avLst/>
              <a:gdLst/>
              <a:ahLst/>
              <a:cxnLst/>
              <a:rect l="l" t="t" r="r" b="b"/>
              <a:pathLst>
                <a:path w="11" h="1" extrusionOk="0">
                  <a:moveTo>
                    <a:pt x="11" y="0"/>
                  </a:moveTo>
                  <a:lnTo>
                    <a:pt x="1" y="0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52" name="Google Shape;7910;p80">
              <a:extLst>
                <a:ext uri="{FF2B5EF4-FFF2-40B4-BE49-F238E27FC236}">
                  <a16:creationId xmlns:a16="http://schemas.microsoft.com/office/drawing/2014/main" id="{21ED0F92-C662-C79E-8567-1FF7B030EFAD}"/>
                </a:ext>
              </a:extLst>
            </p:cNvPr>
            <p:cNvSpPr/>
            <p:nvPr/>
          </p:nvSpPr>
          <p:spPr>
            <a:xfrm>
              <a:off x="2512029" y="1818355"/>
              <a:ext cx="14" cy="14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0" y="0"/>
                  </a:move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53" name="Google Shape;7911;p80">
              <a:extLst>
                <a:ext uri="{FF2B5EF4-FFF2-40B4-BE49-F238E27FC236}">
                  <a16:creationId xmlns:a16="http://schemas.microsoft.com/office/drawing/2014/main" id="{D15B4DB5-2140-6075-54E3-82740B8B5654}"/>
                </a:ext>
              </a:extLst>
            </p:cNvPr>
            <p:cNvSpPr/>
            <p:nvPr/>
          </p:nvSpPr>
          <p:spPr>
            <a:xfrm>
              <a:off x="2991016" y="2067204"/>
              <a:ext cx="18968" cy="6409"/>
            </a:xfrm>
            <a:custGeom>
              <a:avLst/>
              <a:gdLst/>
              <a:ahLst/>
              <a:cxnLst/>
              <a:rect l="l" t="t" r="r" b="b"/>
              <a:pathLst>
                <a:path w="1397" h="472" extrusionOk="0">
                  <a:moveTo>
                    <a:pt x="585" y="1"/>
                  </a:moveTo>
                  <a:cubicBezTo>
                    <a:pt x="334" y="1"/>
                    <a:pt x="94" y="53"/>
                    <a:pt x="18" y="129"/>
                  </a:cubicBezTo>
                  <a:cubicBezTo>
                    <a:pt x="0" y="150"/>
                    <a:pt x="4" y="157"/>
                    <a:pt x="4" y="164"/>
                  </a:cubicBezTo>
                  <a:cubicBezTo>
                    <a:pt x="28" y="227"/>
                    <a:pt x="110" y="246"/>
                    <a:pt x="242" y="246"/>
                  </a:cubicBezTo>
                  <a:cubicBezTo>
                    <a:pt x="300" y="246"/>
                    <a:pt x="368" y="243"/>
                    <a:pt x="445" y="237"/>
                  </a:cubicBezTo>
                  <a:cubicBezTo>
                    <a:pt x="525" y="234"/>
                    <a:pt x="606" y="230"/>
                    <a:pt x="686" y="230"/>
                  </a:cubicBezTo>
                  <a:cubicBezTo>
                    <a:pt x="903" y="230"/>
                    <a:pt x="1054" y="318"/>
                    <a:pt x="1180" y="388"/>
                  </a:cubicBezTo>
                  <a:cubicBezTo>
                    <a:pt x="1257" y="433"/>
                    <a:pt x="1327" y="472"/>
                    <a:pt x="1383" y="472"/>
                  </a:cubicBezTo>
                  <a:lnTo>
                    <a:pt x="1390" y="472"/>
                  </a:lnTo>
                  <a:cubicBezTo>
                    <a:pt x="1397" y="451"/>
                    <a:pt x="1397" y="426"/>
                    <a:pt x="1386" y="405"/>
                  </a:cubicBezTo>
                  <a:cubicBezTo>
                    <a:pt x="1351" y="283"/>
                    <a:pt x="1211" y="122"/>
                    <a:pt x="991" y="55"/>
                  </a:cubicBezTo>
                  <a:cubicBezTo>
                    <a:pt x="871" y="17"/>
                    <a:pt x="726" y="1"/>
                    <a:pt x="585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54" name="Google Shape;7912;p80">
              <a:extLst>
                <a:ext uri="{FF2B5EF4-FFF2-40B4-BE49-F238E27FC236}">
                  <a16:creationId xmlns:a16="http://schemas.microsoft.com/office/drawing/2014/main" id="{CFF30115-7535-C992-BCC6-5A3514653E03}"/>
                </a:ext>
              </a:extLst>
            </p:cNvPr>
            <p:cNvSpPr/>
            <p:nvPr/>
          </p:nvSpPr>
          <p:spPr>
            <a:xfrm>
              <a:off x="3012726" y="2048969"/>
              <a:ext cx="73699" cy="62008"/>
            </a:xfrm>
            <a:custGeom>
              <a:avLst/>
              <a:gdLst/>
              <a:ahLst/>
              <a:cxnLst/>
              <a:rect l="l" t="t" r="r" b="b"/>
              <a:pathLst>
                <a:path w="5428" h="4567" extrusionOk="0">
                  <a:moveTo>
                    <a:pt x="760" y="0"/>
                  </a:moveTo>
                  <a:cubicBezTo>
                    <a:pt x="716" y="0"/>
                    <a:pt x="675" y="3"/>
                    <a:pt x="638" y="8"/>
                  </a:cubicBezTo>
                  <a:cubicBezTo>
                    <a:pt x="547" y="22"/>
                    <a:pt x="491" y="50"/>
                    <a:pt x="477" y="89"/>
                  </a:cubicBezTo>
                  <a:cubicBezTo>
                    <a:pt x="414" y="264"/>
                    <a:pt x="270" y="302"/>
                    <a:pt x="162" y="330"/>
                  </a:cubicBezTo>
                  <a:cubicBezTo>
                    <a:pt x="57" y="358"/>
                    <a:pt x="18" y="376"/>
                    <a:pt x="11" y="435"/>
                  </a:cubicBezTo>
                  <a:cubicBezTo>
                    <a:pt x="1" y="495"/>
                    <a:pt x="11" y="512"/>
                    <a:pt x="11" y="512"/>
                  </a:cubicBezTo>
                  <a:cubicBezTo>
                    <a:pt x="21" y="513"/>
                    <a:pt x="30" y="514"/>
                    <a:pt x="40" y="514"/>
                  </a:cubicBezTo>
                  <a:cubicBezTo>
                    <a:pt x="63" y="514"/>
                    <a:pt x="88" y="511"/>
                    <a:pt x="113" y="509"/>
                  </a:cubicBezTo>
                  <a:cubicBezTo>
                    <a:pt x="148" y="505"/>
                    <a:pt x="190" y="505"/>
                    <a:pt x="239" y="505"/>
                  </a:cubicBezTo>
                  <a:cubicBezTo>
                    <a:pt x="446" y="505"/>
                    <a:pt x="498" y="642"/>
                    <a:pt x="551" y="785"/>
                  </a:cubicBezTo>
                  <a:cubicBezTo>
                    <a:pt x="568" y="828"/>
                    <a:pt x="582" y="870"/>
                    <a:pt x="603" y="915"/>
                  </a:cubicBezTo>
                  <a:cubicBezTo>
                    <a:pt x="630" y="970"/>
                    <a:pt x="726" y="988"/>
                    <a:pt x="841" y="988"/>
                  </a:cubicBezTo>
                  <a:cubicBezTo>
                    <a:pt x="981" y="988"/>
                    <a:pt x="1149" y="962"/>
                    <a:pt x="1254" y="947"/>
                  </a:cubicBezTo>
                  <a:cubicBezTo>
                    <a:pt x="1317" y="936"/>
                    <a:pt x="1373" y="929"/>
                    <a:pt x="1412" y="926"/>
                  </a:cubicBezTo>
                  <a:cubicBezTo>
                    <a:pt x="1421" y="924"/>
                    <a:pt x="1430" y="924"/>
                    <a:pt x="1439" y="924"/>
                  </a:cubicBezTo>
                  <a:cubicBezTo>
                    <a:pt x="1513" y="924"/>
                    <a:pt x="1581" y="962"/>
                    <a:pt x="1618" y="1027"/>
                  </a:cubicBezTo>
                  <a:cubicBezTo>
                    <a:pt x="1646" y="1080"/>
                    <a:pt x="1639" y="1143"/>
                    <a:pt x="1604" y="1188"/>
                  </a:cubicBezTo>
                  <a:cubicBezTo>
                    <a:pt x="1583" y="1209"/>
                    <a:pt x="1545" y="1238"/>
                    <a:pt x="1476" y="1238"/>
                  </a:cubicBezTo>
                  <a:cubicBezTo>
                    <a:pt x="1441" y="1238"/>
                    <a:pt x="1400" y="1231"/>
                    <a:pt x="1349" y="1213"/>
                  </a:cubicBezTo>
                  <a:cubicBezTo>
                    <a:pt x="1307" y="1198"/>
                    <a:pt x="1275" y="1193"/>
                    <a:pt x="1248" y="1193"/>
                  </a:cubicBezTo>
                  <a:cubicBezTo>
                    <a:pt x="1194" y="1193"/>
                    <a:pt x="1161" y="1215"/>
                    <a:pt x="1121" y="1241"/>
                  </a:cubicBezTo>
                  <a:cubicBezTo>
                    <a:pt x="1074" y="1282"/>
                    <a:pt x="1012" y="1305"/>
                    <a:pt x="948" y="1305"/>
                  </a:cubicBezTo>
                  <a:cubicBezTo>
                    <a:pt x="926" y="1305"/>
                    <a:pt x="905" y="1302"/>
                    <a:pt x="883" y="1297"/>
                  </a:cubicBezTo>
                  <a:cubicBezTo>
                    <a:pt x="823" y="1281"/>
                    <a:pt x="760" y="1273"/>
                    <a:pt x="698" y="1273"/>
                  </a:cubicBezTo>
                  <a:cubicBezTo>
                    <a:pt x="677" y="1273"/>
                    <a:pt x="656" y="1274"/>
                    <a:pt x="635" y="1276"/>
                  </a:cubicBezTo>
                  <a:cubicBezTo>
                    <a:pt x="652" y="1290"/>
                    <a:pt x="670" y="1304"/>
                    <a:pt x="687" y="1321"/>
                  </a:cubicBezTo>
                  <a:cubicBezTo>
                    <a:pt x="813" y="1419"/>
                    <a:pt x="981" y="1552"/>
                    <a:pt x="981" y="1797"/>
                  </a:cubicBezTo>
                  <a:cubicBezTo>
                    <a:pt x="978" y="1832"/>
                    <a:pt x="988" y="1864"/>
                    <a:pt x="1013" y="1885"/>
                  </a:cubicBezTo>
                  <a:cubicBezTo>
                    <a:pt x="1034" y="1902"/>
                    <a:pt x="1062" y="1913"/>
                    <a:pt x="1086" y="1913"/>
                  </a:cubicBezTo>
                  <a:cubicBezTo>
                    <a:pt x="1142" y="1913"/>
                    <a:pt x="1223" y="1878"/>
                    <a:pt x="1223" y="1801"/>
                  </a:cubicBezTo>
                  <a:cubicBezTo>
                    <a:pt x="1223" y="1773"/>
                    <a:pt x="1223" y="1703"/>
                    <a:pt x="1279" y="1668"/>
                  </a:cubicBezTo>
                  <a:cubicBezTo>
                    <a:pt x="1293" y="1660"/>
                    <a:pt x="1307" y="1656"/>
                    <a:pt x="1323" y="1656"/>
                  </a:cubicBezTo>
                  <a:cubicBezTo>
                    <a:pt x="1371" y="1656"/>
                    <a:pt x="1430" y="1689"/>
                    <a:pt x="1506" y="1731"/>
                  </a:cubicBezTo>
                  <a:cubicBezTo>
                    <a:pt x="1618" y="1804"/>
                    <a:pt x="1741" y="1860"/>
                    <a:pt x="1870" y="1899"/>
                  </a:cubicBezTo>
                  <a:cubicBezTo>
                    <a:pt x="2063" y="1948"/>
                    <a:pt x="2112" y="2014"/>
                    <a:pt x="2150" y="2084"/>
                  </a:cubicBezTo>
                  <a:cubicBezTo>
                    <a:pt x="2171" y="2123"/>
                    <a:pt x="2185" y="2147"/>
                    <a:pt x="2343" y="2154"/>
                  </a:cubicBezTo>
                  <a:cubicBezTo>
                    <a:pt x="2718" y="2172"/>
                    <a:pt x="3579" y="2448"/>
                    <a:pt x="3915" y="2700"/>
                  </a:cubicBezTo>
                  <a:cubicBezTo>
                    <a:pt x="4118" y="2854"/>
                    <a:pt x="4132" y="2988"/>
                    <a:pt x="4139" y="3103"/>
                  </a:cubicBezTo>
                  <a:cubicBezTo>
                    <a:pt x="4139" y="3191"/>
                    <a:pt x="4170" y="3275"/>
                    <a:pt x="4230" y="3341"/>
                  </a:cubicBezTo>
                  <a:cubicBezTo>
                    <a:pt x="4394" y="3516"/>
                    <a:pt x="4464" y="3691"/>
                    <a:pt x="4412" y="3810"/>
                  </a:cubicBezTo>
                  <a:cubicBezTo>
                    <a:pt x="4387" y="3866"/>
                    <a:pt x="4324" y="3936"/>
                    <a:pt x="4167" y="3936"/>
                  </a:cubicBezTo>
                  <a:cubicBezTo>
                    <a:pt x="3988" y="3943"/>
                    <a:pt x="3827" y="4034"/>
                    <a:pt x="3726" y="4181"/>
                  </a:cubicBezTo>
                  <a:cubicBezTo>
                    <a:pt x="3705" y="4206"/>
                    <a:pt x="3698" y="4237"/>
                    <a:pt x="3705" y="4269"/>
                  </a:cubicBezTo>
                  <a:cubicBezTo>
                    <a:pt x="3725" y="4285"/>
                    <a:pt x="3776" y="4291"/>
                    <a:pt x="3846" y="4291"/>
                  </a:cubicBezTo>
                  <a:cubicBezTo>
                    <a:pt x="4032" y="4291"/>
                    <a:pt x="4348" y="4245"/>
                    <a:pt x="4524" y="4220"/>
                  </a:cubicBezTo>
                  <a:cubicBezTo>
                    <a:pt x="4650" y="4199"/>
                    <a:pt x="4780" y="4181"/>
                    <a:pt x="4909" y="4174"/>
                  </a:cubicBezTo>
                  <a:cubicBezTo>
                    <a:pt x="5021" y="4174"/>
                    <a:pt x="5112" y="4265"/>
                    <a:pt x="5231" y="4384"/>
                  </a:cubicBezTo>
                  <a:cubicBezTo>
                    <a:pt x="5287" y="4440"/>
                    <a:pt x="5354" y="4503"/>
                    <a:pt x="5427" y="4566"/>
                  </a:cubicBezTo>
                  <a:lnTo>
                    <a:pt x="5427" y="1290"/>
                  </a:lnTo>
                  <a:cubicBezTo>
                    <a:pt x="5165" y="1202"/>
                    <a:pt x="4874" y="1087"/>
                    <a:pt x="4594" y="978"/>
                  </a:cubicBezTo>
                  <a:cubicBezTo>
                    <a:pt x="4179" y="820"/>
                    <a:pt x="3743" y="652"/>
                    <a:pt x="3627" y="652"/>
                  </a:cubicBezTo>
                  <a:cubicBezTo>
                    <a:pt x="3625" y="652"/>
                    <a:pt x="3623" y="652"/>
                    <a:pt x="3621" y="652"/>
                  </a:cubicBezTo>
                  <a:cubicBezTo>
                    <a:pt x="3530" y="659"/>
                    <a:pt x="3474" y="754"/>
                    <a:pt x="3414" y="852"/>
                  </a:cubicBezTo>
                  <a:cubicBezTo>
                    <a:pt x="3348" y="964"/>
                    <a:pt x="3271" y="1090"/>
                    <a:pt x="3131" y="1090"/>
                  </a:cubicBezTo>
                  <a:cubicBezTo>
                    <a:pt x="3054" y="1090"/>
                    <a:pt x="2935" y="1192"/>
                    <a:pt x="2809" y="1297"/>
                  </a:cubicBezTo>
                  <a:cubicBezTo>
                    <a:pt x="2651" y="1430"/>
                    <a:pt x="2472" y="1580"/>
                    <a:pt x="2262" y="1654"/>
                  </a:cubicBezTo>
                  <a:cubicBezTo>
                    <a:pt x="2240" y="1662"/>
                    <a:pt x="2216" y="1666"/>
                    <a:pt x="2192" y="1666"/>
                  </a:cubicBezTo>
                  <a:cubicBezTo>
                    <a:pt x="2153" y="1666"/>
                    <a:pt x="2115" y="1656"/>
                    <a:pt x="2080" y="1636"/>
                  </a:cubicBezTo>
                  <a:cubicBezTo>
                    <a:pt x="1898" y="1531"/>
                    <a:pt x="1821" y="1150"/>
                    <a:pt x="1748" y="782"/>
                  </a:cubicBezTo>
                  <a:cubicBezTo>
                    <a:pt x="1706" y="568"/>
                    <a:pt x="1660" y="344"/>
                    <a:pt x="1608" y="271"/>
                  </a:cubicBezTo>
                  <a:cubicBezTo>
                    <a:pt x="1507" y="133"/>
                    <a:pt x="1069" y="0"/>
                    <a:pt x="760" y="0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55" name="Google Shape;7913;p80">
              <a:extLst>
                <a:ext uri="{FF2B5EF4-FFF2-40B4-BE49-F238E27FC236}">
                  <a16:creationId xmlns:a16="http://schemas.microsoft.com/office/drawing/2014/main" id="{FB808999-B3EB-C72E-E3EE-B0254C0E9E08}"/>
                </a:ext>
              </a:extLst>
            </p:cNvPr>
            <p:cNvSpPr/>
            <p:nvPr/>
          </p:nvSpPr>
          <p:spPr>
            <a:xfrm>
              <a:off x="2746593" y="2003634"/>
              <a:ext cx="83583" cy="84330"/>
            </a:xfrm>
            <a:custGeom>
              <a:avLst/>
              <a:gdLst/>
              <a:ahLst/>
              <a:cxnLst/>
              <a:rect l="l" t="t" r="r" b="b"/>
              <a:pathLst>
                <a:path w="6156" h="6211" extrusionOk="0">
                  <a:moveTo>
                    <a:pt x="116" y="0"/>
                  </a:moveTo>
                  <a:cubicBezTo>
                    <a:pt x="116" y="0"/>
                    <a:pt x="109" y="7"/>
                    <a:pt x="102" y="22"/>
                  </a:cubicBezTo>
                  <a:cubicBezTo>
                    <a:pt x="1" y="235"/>
                    <a:pt x="533" y="820"/>
                    <a:pt x="820" y="988"/>
                  </a:cubicBezTo>
                  <a:cubicBezTo>
                    <a:pt x="953" y="1065"/>
                    <a:pt x="1051" y="1222"/>
                    <a:pt x="1149" y="1373"/>
                  </a:cubicBezTo>
                  <a:cubicBezTo>
                    <a:pt x="1264" y="1555"/>
                    <a:pt x="1384" y="1740"/>
                    <a:pt x="1538" y="1754"/>
                  </a:cubicBezTo>
                  <a:cubicBezTo>
                    <a:pt x="1755" y="1779"/>
                    <a:pt x="1849" y="2098"/>
                    <a:pt x="1940" y="2409"/>
                  </a:cubicBezTo>
                  <a:cubicBezTo>
                    <a:pt x="1996" y="2591"/>
                    <a:pt x="2070" y="2843"/>
                    <a:pt x="2143" y="2857"/>
                  </a:cubicBezTo>
                  <a:cubicBezTo>
                    <a:pt x="2423" y="2913"/>
                    <a:pt x="2952" y="3743"/>
                    <a:pt x="3036" y="4170"/>
                  </a:cubicBezTo>
                  <a:cubicBezTo>
                    <a:pt x="3078" y="4398"/>
                    <a:pt x="3277" y="4562"/>
                    <a:pt x="3474" y="4727"/>
                  </a:cubicBezTo>
                  <a:cubicBezTo>
                    <a:pt x="3610" y="4842"/>
                    <a:pt x="3743" y="4954"/>
                    <a:pt x="3824" y="5087"/>
                  </a:cubicBezTo>
                  <a:cubicBezTo>
                    <a:pt x="3929" y="5269"/>
                    <a:pt x="4258" y="5511"/>
                    <a:pt x="4496" y="5686"/>
                  </a:cubicBezTo>
                  <a:cubicBezTo>
                    <a:pt x="4667" y="5812"/>
                    <a:pt x="4765" y="5885"/>
                    <a:pt x="4804" y="5938"/>
                  </a:cubicBezTo>
                  <a:cubicBezTo>
                    <a:pt x="4835" y="5983"/>
                    <a:pt x="4863" y="6029"/>
                    <a:pt x="4891" y="6081"/>
                  </a:cubicBezTo>
                  <a:cubicBezTo>
                    <a:pt x="4912" y="6127"/>
                    <a:pt x="4940" y="6169"/>
                    <a:pt x="4972" y="6211"/>
                  </a:cubicBezTo>
                  <a:cubicBezTo>
                    <a:pt x="5014" y="6143"/>
                    <a:pt x="5088" y="6120"/>
                    <a:pt x="5174" y="6120"/>
                  </a:cubicBezTo>
                  <a:cubicBezTo>
                    <a:pt x="5264" y="6120"/>
                    <a:pt x="5367" y="6146"/>
                    <a:pt x="5458" y="6169"/>
                  </a:cubicBezTo>
                  <a:cubicBezTo>
                    <a:pt x="5511" y="6179"/>
                    <a:pt x="5560" y="6193"/>
                    <a:pt x="5613" y="6200"/>
                  </a:cubicBezTo>
                  <a:cubicBezTo>
                    <a:pt x="5683" y="6183"/>
                    <a:pt x="5756" y="5749"/>
                    <a:pt x="5735" y="5465"/>
                  </a:cubicBezTo>
                  <a:cubicBezTo>
                    <a:pt x="5732" y="5329"/>
                    <a:pt x="5749" y="5189"/>
                    <a:pt x="5788" y="5056"/>
                  </a:cubicBezTo>
                  <a:cubicBezTo>
                    <a:pt x="5802" y="5003"/>
                    <a:pt x="5812" y="4951"/>
                    <a:pt x="5816" y="4895"/>
                  </a:cubicBezTo>
                  <a:cubicBezTo>
                    <a:pt x="5812" y="4835"/>
                    <a:pt x="5837" y="4776"/>
                    <a:pt x="5886" y="4737"/>
                  </a:cubicBezTo>
                  <a:cubicBezTo>
                    <a:pt x="5923" y="4707"/>
                    <a:pt x="5970" y="4692"/>
                    <a:pt x="6029" y="4692"/>
                  </a:cubicBezTo>
                  <a:cubicBezTo>
                    <a:pt x="6058" y="4692"/>
                    <a:pt x="6089" y="4695"/>
                    <a:pt x="6124" y="4702"/>
                  </a:cubicBezTo>
                  <a:lnTo>
                    <a:pt x="6127" y="4702"/>
                  </a:lnTo>
                  <a:cubicBezTo>
                    <a:pt x="6148" y="4667"/>
                    <a:pt x="6155" y="4629"/>
                    <a:pt x="6145" y="4590"/>
                  </a:cubicBezTo>
                  <a:cubicBezTo>
                    <a:pt x="6145" y="4552"/>
                    <a:pt x="6131" y="4517"/>
                    <a:pt x="6106" y="4489"/>
                  </a:cubicBezTo>
                  <a:cubicBezTo>
                    <a:pt x="6040" y="4471"/>
                    <a:pt x="5998" y="4394"/>
                    <a:pt x="5949" y="4310"/>
                  </a:cubicBezTo>
                  <a:cubicBezTo>
                    <a:pt x="5882" y="4191"/>
                    <a:pt x="5805" y="4054"/>
                    <a:pt x="5672" y="4054"/>
                  </a:cubicBezTo>
                  <a:cubicBezTo>
                    <a:pt x="5585" y="4054"/>
                    <a:pt x="5543" y="4082"/>
                    <a:pt x="5539" y="4107"/>
                  </a:cubicBezTo>
                  <a:cubicBezTo>
                    <a:pt x="5539" y="4131"/>
                    <a:pt x="5564" y="4163"/>
                    <a:pt x="5613" y="4167"/>
                  </a:cubicBezTo>
                  <a:cubicBezTo>
                    <a:pt x="5714" y="4174"/>
                    <a:pt x="5805" y="4230"/>
                    <a:pt x="5861" y="4314"/>
                  </a:cubicBezTo>
                  <a:cubicBezTo>
                    <a:pt x="5900" y="4377"/>
                    <a:pt x="5903" y="4450"/>
                    <a:pt x="5875" y="4517"/>
                  </a:cubicBezTo>
                  <a:cubicBezTo>
                    <a:pt x="5865" y="4548"/>
                    <a:pt x="5840" y="4576"/>
                    <a:pt x="5805" y="4587"/>
                  </a:cubicBezTo>
                  <a:cubicBezTo>
                    <a:pt x="5798" y="4588"/>
                    <a:pt x="5792" y="4589"/>
                    <a:pt x="5786" y="4589"/>
                  </a:cubicBezTo>
                  <a:cubicBezTo>
                    <a:pt x="5746" y="4589"/>
                    <a:pt x="5713" y="4562"/>
                    <a:pt x="5683" y="4538"/>
                  </a:cubicBezTo>
                  <a:cubicBezTo>
                    <a:pt x="5630" y="4485"/>
                    <a:pt x="5557" y="4457"/>
                    <a:pt x="5483" y="4457"/>
                  </a:cubicBezTo>
                  <a:cubicBezTo>
                    <a:pt x="5474" y="4458"/>
                    <a:pt x="5464" y="4458"/>
                    <a:pt x="5456" y="4458"/>
                  </a:cubicBezTo>
                  <a:cubicBezTo>
                    <a:pt x="5314" y="4458"/>
                    <a:pt x="5282" y="4355"/>
                    <a:pt x="5259" y="4282"/>
                  </a:cubicBezTo>
                  <a:cubicBezTo>
                    <a:pt x="5234" y="4209"/>
                    <a:pt x="5220" y="4170"/>
                    <a:pt x="5133" y="4167"/>
                  </a:cubicBezTo>
                  <a:cubicBezTo>
                    <a:pt x="4968" y="4156"/>
                    <a:pt x="4898" y="4005"/>
                    <a:pt x="4846" y="3886"/>
                  </a:cubicBezTo>
                  <a:cubicBezTo>
                    <a:pt x="4786" y="3760"/>
                    <a:pt x="4744" y="3680"/>
                    <a:pt x="4653" y="3680"/>
                  </a:cubicBezTo>
                  <a:cubicBezTo>
                    <a:pt x="4510" y="3680"/>
                    <a:pt x="4408" y="3624"/>
                    <a:pt x="4370" y="3529"/>
                  </a:cubicBezTo>
                  <a:cubicBezTo>
                    <a:pt x="4331" y="3421"/>
                    <a:pt x="4380" y="3284"/>
                    <a:pt x="4496" y="3179"/>
                  </a:cubicBezTo>
                  <a:cubicBezTo>
                    <a:pt x="4503" y="3169"/>
                    <a:pt x="4517" y="3158"/>
                    <a:pt x="4513" y="3148"/>
                  </a:cubicBezTo>
                  <a:cubicBezTo>
                    <a:pt x="4513" y="3116"/>
                    <a:pt x="4443" y="3053"/>
                    <a:pt x="4391" y="3008"/>
                  </a:cubicBezTo>
                  <a:cubicBezTo>
                    <a:pt x="4300" y="2931"/>
                    <a:pt x="4198" y="2840"/>
                    <a:pt x="4198" y="2724"/>
                  </a:cubicBezTo>
                  <a:cubicBezTo>
                    <a:pt x="4198" y="2682"/>
                    <a:pt x="4184" y="2675"/>
                    <a:pt x="4093" y="2654"/>
                  </a:cubicBezTo>
                  <a:cubicBezTo>
                    <a:pt x="4023" y="2640"/>
                    <a:pt x="3908" y="2612"/>
                    <a:pt x="3908" y="2483"/>
                  </a:cubicBezTo>
                  <a:cubicBezTo>
                    <a:pt x="3908" y="2441"/>
                    <a:pt x="3904" y="2437"/>
                    <a:pt x="3852" y="2413"/>
                  </a:cubicBezTo>
                  <a:cubicBezTo>
                    <a:pt x="3771" y="2378"/>
                    <a:pt x="3698" y="2322"/>
                    <a:pt x="3645" y="2248"/>
                  </a:cubicBezTo>
                  <a:cubicBezTo>
                    <a:pt x="3594" y="2177"/>
                    <a:pt x="3566" y="2174"/>
                    <a:pt x="3527" y="2174"/>
                  </a:cubicBezTo>
                  <a:cubicBezTo>
                    <a:pt x="3523" y="2174"/>
                    <a:pt x="3519" y="2175"/>
                    <a:pt x="3516" y="2175"/>
                  </a:cubicBezTo>
                  <a:cubicBezTo>
                    <a:pt x="3505" y="2176"/>
                    <a:pt x="3495" y="2177"/>
                    <a:pt x="3485" y="2177"/>
                  </a:cubicBezTo>
                  <a:cubicBezTo>
                    <a:pt x="3416" y="2177"/>
                    <a:pt x="3352" y="2146"/>
                    <a:pt x="3309" y="2091"/>
                  </a:cubicBezTo>
                  <a:cubicBezTo>
                    <a:pt x="3216" y="1986"/>
                    <a:pt x="3098" y="1920"/>
                    <a:pt x="3012" y="1920"/>
                  </a:cubicBezTo>
                  <a:cubicBezTo>
                    <a:pt x="2994" y="1920"/>
                    <a:pt x="2977" y="1923"/>
                    <a:pt x="2962" y="1929"/>
                  </a:cubicBezTo>
                  <a:cubicBezTo>
                    <a:pt x="2943" y="1937"/>
                    <a:pt x="2922" y="1941"/>
                    <a:pt x="2902" y="1941"/>
                  </a:cubicBezTo>
                  <a:cubicBezTo>
                    <a:pt x="2875" y="1941"/>
                    <a:pt x="2848" y="1934"/>
                    <a:pt x="2822" y="1922"/>
                  </a:cubicBezTo>
                  <a:cubicBezTo>
                    <a:pt x="2672" y="1856"/>
                    <a:pt x="2486" y="1635"/>
                    <a:pt x="2406" y="1422"/>
                  </a:cubicBezTo>
                  <a:cubicBezTo>
                    <a:pt x="2378" y="1348"/>
                    <a:pt x="2192" y="1215"/>
                    <a:pt x="2028" y="1100"/>
                  </a:cubicBezTo>
                  <a:cubicBezTo>
                    <a:pt x="1790" y="935"/>
                    <a:pt x="1545" y="764"/>
                    <a:pt x="1485" y="596"/>
                  </a:cubicBezTo>
                  <a:cubicBezTo>
                    <a:pt x="1407" y="375"/>
                    <a:pt x="1202" y="268"/>
                    <a:pt x="842" y="268"/>
                  </a:cubicBezTo>
                  <a:cubicBezTo>
                    <a:pt x="815" y="268"/>
                    <a:pt x="786" y="269"/>
                    <a:pt x="757" y="270"/>
                  </a:cubicBezTo>
                  <a:cubicBezTo>
                    <a:pt x="750" y="270"/>
                    <a:pt x="744" y="270"/>
                    <a:pt x="737" y="270"/>
                  </a:cubicBezTo>
                  <a:cubicBezTo>
                    <a:pt x="499" y="270"/>
                    <a:pt x="334" y="149"/>
                    <a:pt x="221" y="67"/>
                  </a:cubicBezTo>
                  <a:cubicBezTo>
                    <a:pt x="190" y="39"/>
                    <a:pt x="155" y="15"/>
                    <a:pt x="116" y="0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56" name="Google Shape;7914;p80">
              <a:extLst>
                <a:ext uri="{FF2B5EF4-FFF2-40B4-BE49-F238E27FC236}">
                  <a16:creationId xmlns:a16="http://schemas.microsoft.com/office/drawing/2014/main" id="{615CF284-1C25-994D-242A-AC94FAAAB00F}"/>
                </a:ext>
              </a:extLst>
            </p:cNvPr>
            <p:cNvSpPr/>
            <p:nvPr/>
          </p:nvSpPr>
          <p:spPr>
            <a:xfrm>
              <a:off x="2846320" y="2013450"/>
              <a:ext cx="74445" cy="60949"/>
            </a:xfrm>
            <a:custGeom>
              <a:avLst/>
              <a:gdLst/>
              <a:ahLst/>
              <a:cxnLst/>
              <a:rect l="l" t="t" r="r" b="b"/>
              <a:pathLst>
                <a:path w="5483" h="4489" extrusionOk="0">
                  <a:moveTo>
                    <a:pt x="4422" y="1"/>
                  </a:moveTo>
                  <a:cubicBezTo>
                    <a:pt x="4235" y="1"/>
                    <a:pt x="4018" y="15"/>
                    <a:pt x="3921" y="118"/>
                  </a:cubicBezTo>
                  <a:cubicBezTo>
                    <a:pt x="3879" y="167"/>
                    <a:pt x="3858" y="226"/>
                    <a:pt x="3869" y="289"/>
                  </a:cubicBezTo>
                  <a:cubicBezTo>
                    <a:pt x="3890" y="580"/>
                    <a:pt x="3732" y="643"/>
                    <a:pt x="3627" y="688"/>
                  </a:cubicBezTo>
                  <a:cubicBezTo>
                    <a:pt x="3543" y="723"/>
                    <a:pt x="3540" y="730"/>
                    <a:pt x="3543" y="772"/>
                  </a:cubicBezTo>
                  <a:cubicBezTo>
                    <a:pt x="3564" y="905"/>
                    <a:pt x="3508" y="979"/>
                    <a:pt x="3456" y="1045"/>
                  </a:cubicBezTo>
                  <a:cubicBezTo>
                    <a:pt x="3396" y="1108"/>
                    <a:pt x="3368" y="1199"/>
                    <a:pt x="3382" y="1290"/>
                  </a:cubicBezTo>
                  <a:cubicBezTo>
                    <a:pt x="3389" y="1339"/>
                    <a:pt x="3386" y="1389"/>
                    <a:pt x="3375" y="1438"/>
                  </a:cubicBezTo>
                  <a:cubicBezTo>
                    <a:pt x="3344" y="1550"/>
                    <a:pt x="3242" y="1567"/>
                    <a:pt x="3141" y="1592"/>
                  </a:cubicBezTo>
                  <a:cubicBezTo>
                    <a:pt x="3071" y="1602"/>
                    <a:pt x="3004" y="1620"/>
                    <a:pt x="2938" y="1644"/>
                  </a:cubicBezTo>
                  <a:cubicBezTo>
                    <a:pt x="2913" y="1655"/>
                    <a:pt x="2889" y="1665"/>
                    <a:pt x="2861" y="1679"/>
                  </a:cubicBezTo>
                  <a:cubicBezTo>
                    <a:pt x="2773" y="1722"/>
                    <a:pt x="2711" y="1739"/>
                    <a:pt x="2662" y="1739"/>
                  </a:cubicBezTo>
                  <a:cubicBezTo>
                    <a:pt x="2596" y="1739"/>
                    <a:pt x="2555" y="1707"/>
                    <a:pt x="2511" y="1665"/>
                  </a:cubicBezTo>
                  <a:cubicBezTo>
                    <a:pt x="2466" y="1615"/>
                    <a:pt x="2403" y="1587"/>
                    <a:pt x="2334" y="1587"/>
                  </a:cubicBezTo>
                  <a:cubicBezTo>
                    <a:pt x="2327" y="1587"/>
                    <a:pt x="2319" y="1587"/>
                    <a:pt x="2311" y="1588"/>
                  </a:cubicBezTo>
                  <a:cubicBezTo>
                    <a:pt x="2302" y="1588"/>
                    <a:pt x="2293" y="1587"/>
                    <a:pt x="2285" y="1587"/>
                  </a:cubicBezTo>
                  <a:cubicBezTo>
                    <a:pt x="2171" y="1587"/>
                    <a:pt x="2059" y="1629"/>
                    <a:pt x="1971" y="1707"/>
                  </a:cubicBezTo>
                  <a:cubicBezTo>
                    <a:pt x="1915" y="1753"/>
                    <a:pt x="1852" y="1788"/>
                    <a:pt x="1782" y="1812"/>
                  </a:cubicBezTo>
                  <a:cubicBezTo>
                    <a:pt x="1715" y="1834"/>
                    <a:pt x="1630" y="1839"/>
                    <a:pt x="1541" y="1839"/>
                  </a:cubicBezTo>
                  <a:cubicBezTo>
                    <a:pt x="1499" y="1839"/>
                    <a:pt x="1457" y="1838"/>
                    <a:pt x="1415" y="1837"/>
                  </a:cubicBezTo>
                  <a:cubicBezTo>
                    <a:pt x="1372" y="1835"/>
                    <a:pt x="1327" y="1834"/>
                    <a:pt x="1284" y="1834"/>
                  </a:cubicBezTo>
                  <a:cubicBezTo>
                    <a:pt x="1200" y="1834"/>
                    <a:pt x="1124" y="1840"/>
                    <a:pt x="1089" y="1868"/>
                  </a:cubicBezTo>
                  <a:cubicBezTo>
                    <a:pt x="1082" y="1872"/>
                    <a:pt x="1075" y="1875"/>
                    <a:pt x="1068" y="1882"/>
                  </a:cubicBezTo>
                  <a:lnTo>
                    <a:pt x="1058" y="1886"/>
                  </a:lnTo>
                  <a:lnTo>
                    <a:pt x="1044" y="1889"/>
                  </a:lnTo>
                  <a:lnTo>
                    <a:pt x="1033" y="1893"/>
                  </a:lnTo>
                  <a:lnTo>
                    <a:pt x="1023" y="1896"/>
                  </a:lnTo>
                  <a:lnTo>
                    <a:pt x="995" y="1896"/>
                  </a:lnTo>
                  <a:cubicBezTo>
                    <a:pt x="984" y="1896"/>
                    <a:pt x="977" y="1896"/>
                    <a:pt x="970" y="1893"/>
                  </a:cubicBezTo>
                  <a:lnTo>
                    <a:pt x="960" y="1893"/>
                  </a:lnTo>
                  <a:cubicBezTo>
                    <a:pt x="953" y="1893"/>
                    <a:pt x="942" y="1889"/>
                    <a:pt x="932" y="1886"/>
                  </a:cubicBezTo>
                  <a:lnTo>
                    <a:pt x="928" y="1886"/>
                  </a:lnTo>
                  <a:cubicBezTo>
                    <a:pt x="921" y="1882"/>
                    <a:pt x="911" y="1879"/>
                    <a:pt x="904" y="1875"/>
                  </a:cubicBezTo>
                  <a:lnTo>
                    <a:pt x="897" y="1872"/>
                  </a:lnTo>
                  <a:cubicBezTo>
                    <a:pt x="886" y="1865"/>
                    <a:pt x="876" y="1861"/>
                    <a:pt x="869" y="1854"/>
                  </a:cubicBezTo>
                  <a:lnTo>
                    <a:pt x="862" y="1851"/>
                  </a:lnTo>
                  <a:lnTo>
                    <a:pt x="837" y="1833"/>
                  </a:lnTo>
                  <a:lnTo>
                    <a:pt x="830" y="1830"/>
                  </a:lnTo>
                  <a:lnTo>
                    <a:pt x="806" y="1809"/>
                  </a:lnTo>
                  <a:lnTo>
                    <a:pt x="802" y="1805"/>
                  </a:lnTo>
                  <a:lnTo>
                    <a:pt x="778" y="1784"/>
                  </a:lnTo>
                  <a:lnTo>
                    <a:pt x="771" y="1777"/>
                  </a:lnTo>
                  <a:lnTo>
                    <a:pt x="746" y="1756"/>
                  </a:lnTo>
                  <a:cubicBezTo>
                    <a:pt x="697" y="1718"/>
                    <a:pt x="627" y="1655"/>
                    <a:pt x="599" y="1655"/>
                  </a:cubicBezTo>
                  <a:cubicBezTo>
                    <a:pt x="596" y="1656"/>
                    <a:pt x="593" y="1657"/>
                    <a:pt x="590" y="1657"/>
                  </a:cubicBezTo>
                  <a:cubicBezTo>
                    <a:pt x="588" y="1657"/>
                    <a:pt x="585" y="1656"/>
                    <a:pt x="582" y="1655"/>
                  </a:cubicBezTo>
                  <a:lnTo>
                    <a:pt x="564" y="1655"/>
                  </a:lnTo>
                  <a:lnTo>
                    <a:pt x="557" y="1651"/>
                  </a:lnTo>
                  <a:lnTo>
                    <a:pt x="550" y="1648"/>
                  </a:lnTo>
                  <a:lnTo>
                    <a:pt x="543" y="1644"/>
                  </a:lnTo>
                  <a:lnTo>
                    <a:pt x="533" y="1637"/>
                  </a:lnTo>
                  <a:lnTo>
                    <a:pt x="526" y="1634"/>
                  </a:lnTo>
                  <a:lnTo>
                    <a:pt x="519" y="1627"/>
                  </a:lnTo>
                  <a:lnTo>
                    <a:pt x="512" y="1620"/>
                  </a:lnTo>
                  <a:lnTo>
                    <a:pt x="505" y="1609"/>
                  </a:lnTo>
                  <a:lnTo>
                    <a:pt x="498" y="1602"/>
                  </a:lnTo>
                  <a:lnTo>
                    <a:pt x="491" y="1592"/>
                  </a:lnTo>
                  <a:lnTo>
                    <a:pt x="484" y="1581"/>
                  </a:lnTo>
                  <a:lnTo>
                    <a:pt x="477" y="1571"/>
                  </a:lnTo>
                  <a:lnTo>
                    <a:pt x="470" y="1560"/>
                  </a:lnTo>
                  <a:lnTo>
                    <a:pt x="463" y="1546"/>
                  </a:lnTo>
                  <a:lnTo>
                    <a:pt x="456" y="1532"/>
                  </a:lnTo>
                  <a:lnTo>
                    <a:pt x="452" y="1518"/>
                  </a:lnTo>
                  <a:lnTo>
                    <a:pt x="445" y="1504"/>
                  </a:lnTo>
                  <a:lnTo>
                    <a:pt x="438" y="1487"/>
                  </a:lnTo>
                  <a:lnTo>
                    <a:pt x="431" y="1469"/>
                  </a:lnTo>
                  <a:lnTo>
                    <a:pt x="424" y="1452"/>
                  </a:lnTo>
                  <a:lnTo>
                    <a:pt x="417" y="1434"/>
                  </a:lnTo>
                  <a:lnTo>
                    <a:pt x="414" y="1417"/>
                  </a:lnTo>
                  <a:lnTo>
                    <a:pt x="407" y="1396"/>
                  </a:lnTo>
                  <a:lnTo>
                    <a:pt x="400" y="1375"/>
                  </a:lnTo>
                  <a:lnTo>
                    <a:pt x="393" y="1353"/>
                  </a:lnTo>
                  <a:lnTo>
                    <a:pt x="389" y="1329"/>
                  </a:lnTo>
                  <a:lnTo>
                    <a:pt x="382" y="1304"/>
                  </a:lnTo>
                  <a:lnTo>
                    <a:pt x="386" y="1294"/>
                  </a:lnTo>
                  <a:lnTo>
                    <a:pt x="386" y="1294"/>
                  </a:lnTo>
                  <a:cubicBezTo>
                    <a:pt x="298" y="1301"/>
                    <a:pt x="126" y="1483"/>
                    <a:pt x="56" y="1686"/>
                  </a:cubicBezTo>
                  <a:cubicBezTo>
                    <a:pt x="39" y="1742"/>
                    <a:pt x="0" y="1879"/>
                    <a:pt x="70" y="1942"/>
                  </a:cubicBezTo>
                  <a:cubicBezTo>
                    <a:pt x="235" y="2096"/>
                    <a:pt x="270" y="2302"/>
                    <a:pt x="302" y="2467"/>
                  </a:cubicBezTo>
                  <a:cubicBezTo>
                    <a:pt x="319" y="2565"/>
                    <a:pt x="333" y="2656"/>
                    <a:pt x="372" y="2712"/>
                  </a:cubicBezTo>
                  <a:cubicBezTo>
                    <a:pt x="417" y="2768"/>
                    <a:pt x="473" y="2813"/>
                    <a:pt x="540" y="2848"/>
                  </a:cubicBezTo>
                  <a:cubicBezTo>
                    <a:pt x="676" y="2936"/>
                    <a:pt x="851" y="3044"/>
                    <a:pt x="851" y="3296"/>
                  </a:cubicBezTo>
                  <a:cubicBezTo>
                    <a:pt x="851" y="3538"/>
                    <a:pt x="1023" y="3888"/>
                    <a:pt x="1177" y="3969"/>
                  </a:cubicBezTo>
                  <a:cubicBezTo>
                    <a:pt x="1189" y="3977"/>
                    <a:pt x="1204" y="3982"/>
                    <a:pt x="1219" y="3982"/>
                  </a:cubicBezTo>
                  <a:cubicBezTo>
                    <a:pt x="1234" y="3982"/>
                    <a:pt x="1250" y="3977"/>
                    <a:pt x="1264" y="3969"/>
                  </a:cubicBezTo>
                  <a:cubicBezTo>
                    <a:pt x="1315" y="3931"/>
                    <a:pt x="1378" y="3909"/>
                    <a:pt x="1440" y="3909"/>
                  </a:cubicBezTo>
                  <a:cubicBezTo>
                    <a:pt x="1465" y="3909"/>
                    <a:pt x="1489" y="3913"/>
                    <a:pt x="1513" y="3920"/>
                  </a:cubicBezTo>
                  <a:cubicBezTo>
                    <a:pt x="1677" y="3962"/>
                    <a:pt x="1772" y="4151"/>
                    <a:pt x="1796" y="4207"/>
                  </a:cubicBezTo>
                  <a:cubicBezTo>
                    <a:pt x="1803" y="4212"/>
                    <a:pt x="1816" y="4214"/>
                    <a:pt x="1833" y="4214"/>
                  </a:cubicBezTo>
                  <a:cubicBezTo>
                    <a:pt x="1905" y="4214"/>
                    <a:pt x="2052" y="4173"/>
                    <a:pt x="2129" y="4147"/>
                  </a:cubicBezTo>
                  <a:cubicBezTo>
                    <a:pt x="2227" y="4116"/>
                    <a:pt x="2329" y="4095"/>
                    <a:pt x="2434" y="4084"/>
                  </a:cubicBezTo>
                  <a:cubicBezTo>
                    <a:pt x="2448" y="4084"/>
                    <a:pt x="2462" y="4084"/>
                    <a:pt x="2476" y="4088"/>
                  </a:cubicBezTo>
                  <a:lnTo>
                    <a:pt x="2486" y="4088"/>
                  </a:lnTo>
                  <a:cubicBezTo>
                    <a:pt x="2812" y="4154"/>
                    <a:pt x="3190" y="4256"/>
                    <a:pt x="3225" y="4462"/>
                  </a:cubicBezTo>
                  <a:cubicBezTo>
                    <a:pt x="3225" y="4476"/>
                    <a:pt x="3228" y="4476"/>
                    <a:pt x="3232" y="4480"/>
                  </a:cubicBezTo>
                  <a:cubicBezTo>
                    <a:pt x="3243" y="4486"/>
                    <a:pt x="3260" y="4489"/>
                    <a:pt x="3280" y="4489"/>
                  </a:cubicBezTo>
                  <a:cubicBezTo>
                    <a:pt x="3393" y="4489"/>
                    <a:pt x="3624" y="4399"/>
                    <a:pt x="3785" y="4336"/>
                  </a:cubicBezTo>
                  <a:cubicBezTo>
                    <a:pt x="3834" y="4319"/>
                    <a:pt x="3883" y="4301"/>
                    <a:pt x="3928" y="4284"/>
                  </a:cubicBezTo>
                  <a:cubicBezTo>
                    <a:pt x="4047" y="4238"/>
                    <a:pt x="4079" y="3972"/>
                    <a:pt x="4103" y="3738"/>
                  </a:cubicBezTo>
                  <a:cubicBezTo>
                    <a:pt x="4135" y="3465"/>
                    <a:pt x="4166" y="3181"/>
                    <a:pt x="4338" y="3076"/>
                  </a:cubicBezTo>
                  <a:cubicBezTo>
                    <a:pt x="4625" y="2901"/>
                    <a:pt x="4653" y="2554"/>
                    <a:pt x="4629" y="2299"/>
                  </a:cubicBezTo>
                  <a:cubicBezTo>
                    <a:pt x="4601" y="2036"/>
                    <a:pt x="4937" y="1945"/>
                    <a:pt x="5206" y="1872"/>
                  </a:cubicBezTo>
                  <a:cubicBezTo>
                    <a:pt x="5311" y="1844"/>
                    <a:pt x="5441" y="1809"/>
                    <a:pt x="5469" y="1781"/>
                  </a:cubicBezTo>
                  <a:cubicBezTo>
                    <a:pt x="5479" y="1770"/>
                    <a:pt x="5483" y="1756"/>
                    <a:pt x="5479" y="1742"/>
                  </a:cubicBezTo>
                  <a:cubicBezTo>
                    <a:pt x="5462" y="1662"/>
                    <a:pt x="5301" y="1529"/>
                    <a:pt x="5119" y="1445"/>
                  </a:cubicBezTo>
                  <a:cubicBezTo>
                    <a:pt x="4965" y="1375"/>
                    <a:pt x="4968" y="1248"/>
                    <a:pt x="4968" y="1157"/>
                  </a:cubicBezTo>
                  <a:cubicBezTo>
                    <a:pt x="4968" y="1084"/>
                    <a:pt x="4968" y="1035"/>
                    <a:pt x="4923" y="1000"/>
                  </a:cubicBezTo>
                  <a:cubicBezTo>
                    <a:pt x="4832" y="916"/>
                    <a:pt x="4597" y="650"/>
                    <a:pt x="4650" y="492"/>
                  </a:cubicBezTo>
                  <a:cubicBezTo>
                    <a:pt x="4671" y="433"/>
                    <a:pt x="4723" y="398"/>
                    <a:pt x="4786" y="398"/>
                  </a:cubicBezTo>
                  <a:lnTo>
                    <a:pt x="4793" y="398"/>
                  </a:lnTo>
                  <a:cubicBezTo>
                    <a:pt x="4783" y="373"/>
                    <a:pt x="4772" y="345"/>
                    <a:pt x="4758" y="321"/>
                  </a:cubicBezTo>
                  <a:cubicBezTo>
                    <a:pt x="4723" y="244"/>
                    <a:pt x="4660" y="107"/>
                    <a:pt x="4758" y="27"/>
                  </a:cubicBezTo>
                  <a:lnTo>
                    <a:pt x="4755" y="27"/>
                  </a:lnTo>
                  <a:lnTo>
                    <a:pt x="4720" y="13"/>
                  </a:lnTo>
                  <a:lnTo>
                    <a:pt x="4713" y="13"/>
                  </a:lnTo>
                  <a:lnTo>
                    <a:pt x="4688" y="6"/>
                  </a:lnTo>
                  <a:lnTo>
                    <a:pt x="4681" y="6"/>
                  </a:lnTo>
                  <a:lnTo>
                    <a:pt x="4664" y="2"/>
                  </a:lnTo>
                  <a:lnTo>
                    <a:pt x="4545" y="2"/>
                  </a:lnTo>
                  <a:cubicBezTo>
                    <a:pt x="4506" y="2"/>
                    <a:pt x="4465" y="1"/>
                    <a:pt x="4422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57" name="Google Shape;7915;p80">
              <a:extLst>
                <a:ext uri="{FF2B5EF4-FFF2-40B4-BE49-F238E27FC236}">
                  <a16:creationId xmlns:a16="http://schemas.microsoft.com/office/drawing/2014/main" id="{75C18E0C-D511-7008-12B1-2ED2B72B5E65}"/>
                </a:ext>
              </a:extLst>
            </p:cNvPr>
            <p:cNvSpPr/>
            <p:nvPr/>
          </p:nvSpPr>
          <p:spPr>
            <a:xfrm>
              <a:off x="2823415" y="2090109"/>
              <a:ext cx="73061" cy="19457"/>
            </a:xfrm>
            <a:custGeom>
              <a:avLst/>
              <a:gdLst/>
              <a:ahLst/>
              <a:cxnLst/>
              <a:rect l="l" t="t" r="r" b="b"/>
              <a:pathLst>
                <a:path w="5381" h="1433" extrusionOk="0">
                  <a:moveTo>
                    <a:pt x="626" y="1"/>
                  </a:moveTo>
                  <a:cubicBezTo>
                    <a:pt x="563" y="1"/>
                    <a:pt x="503" y="6"/>
                    <a:pt x="448" y="17"/>
                  </a:cubicBezTo>
                  <a:cubicBezTo>
                    <a:pt x="357" y="38"/>
                    <a:pt x="294" y="73"/>
                    <a:pt x="266" y="126"/>
                  </a:cubicBezTo>
                  <a:cubicBezTo>
                    <a:pt x="165" y="301"/>
                    <a:pt x="56" y="318"/>
                    <a:pt x="0" y="325"/>
                  </a:cubicBezTo>
                  <a:cubicBezTo>
                    <a:pt x="4" y="350"/>
                    <a:pt x="7" y="378"/>
                    <a:pt x="14" y="402"/>
                  </a:cubicBezTo>
                  <a:cubicBezTo>
                    <a:pt x="25" y="445"/>
                    <a:pt x="44" y="463"/>
                    <a:pt x="96" y="463"/>
                  </a:cubicBezTo>
                  <a:cubicBezTo>
                    <a:pt x="125" y="463"/>
                    <a:pt x="164" y="458"/>
                    <a:pt x="217" y="448"/>
                  </a:cubicBezTo>
                  <a:cubicBezTo>
                    <a:pt x="263" y="441"/>
                    <a:pt x="308" y="434"/>
                    <a:pt x="354" y="434"/>
                  </a:cubicBezTo>
                  <a:cubicBezTo>
                    <a:pt x="469" y="434"/>
                    <a:pt x="504" y="528"/>
                    <a:pt x="529" y="598"/>
                  </a:cubicBezTo>
                  <a:cubicBezTo>
                    <a:pt x="560" y="679"/>
                    <a:pt x="581" y="731"/>
                    <a:pt x="655" y="738"/>
                  </a:cubicBezTo>
                  <a:cubicBezTo>
                    <a:pt x="704" y="749"/>
                    <a:pt x="770" y="763"/>
                    <a:pt x="854" y="780"/>
                  </a:cubicBezTo>
                  <a:cubicBezTo>
                    <a:pt x="990" y="810"/>
                    <a:pt x="1302" y="876"/>
                    <a:pt x="1463" y="876"/>
                  </a:cubicBezTo>
                  <a:cubicBezTo>
                    <a:pt x="1510" y="876"/>
                    <a:pt x="1544" y="871"/>
                    <a:pt x="1558" y="857"/>
                  </a:cubicBezTo>
                  <a:cubicBezTo>
                    <a:pt x="1579" y="812"/>
                    <a:pt x="1624" y="780"/>
                    <a:pt x="1673" y="773"/>
                  </a:cubicBezTo>
                  <a:cubicBezTo>
                    <a:pt x="1702" y="767"/>
                    <a:pt x="1737" y="763"/>
                    <a:pt x="1775" y="763"/>
                  </a:cubicBezTo>
                  <a:cubicBezTo>
                    <a:pt x="2021" y="763"/>
                    <a:pt x="2444" y="893"/>
                    <a:pt x="2692" y="1095"/>
                  </a:cubicBezTo>
                  <a:cubicBezTo>
                    <a:pt x="2903" y="1265"/>
                    <a:pt x="3347" y="1327"/>
                    <a:pt x="3687" y="1327"/>
                  </a:cubicBezTo>
                  <a:cubicBezTo>
                    <a:pt x="3810" y="1327"/>
                    <a:pt x="3918" y="1319"/>
                    <a:pt x="3998" y="1305"/>
                  </a:cubicBezTo>
                  <a:cubicBezTo>
                    <a:pt x="4026" y="1301"/>
                    <a:pt x="4055" y="1299"/>
                    <a:pt x="4084" y="1299"/>
                  </a:cubicBezTo>
                  <a:cubicBezTo>
                    <a:pt x="4199" y="1299"/>
                    <a:pt x="4314" y="1329"/>
                    <a:pt x="4415" y="1354"/>
                  </a:cubicBezTo>
                  <a:cubicBezTo>
                    <a:pt x="4500" y="1379"/>
                    <a:pt x="4566" y="1397"/>
                    <a:pt x="4613" y="1397"/>
                  </a:cubicBezTo>
                  <a:cubicBezTo>
                    <a:pt x="4645" y="1397"/>
                    <a:pt x="4668" y="1388"/>
                    <a:pt x="4681" y="1368"/>
                  </a:cubicBezTo>
                  <a:cubicBezTo>
                    <a:pt x="4705" y="1326"/>
                    <a:pt x="4751" y="1302"/>
                    <a:pt x="4800" y="1302"/>
                  </a:cubicBezTo>
                  <a:cubicBezTo>
                    <a:pt x="4856" y="1305"/>
                    <a:pt x="4915" y="1326"/>
                    <a:pt x="4964" y="1361"/>
                  </a:cubicBezTo>
                  <a:cubicBezTo>
                    <a:pt x="5030" y="1397"/>
                    <a:pt x="5097" y="1433"/>
                    <a:pt x="5172" y="1433"/>
                  </a:cubicBezTo>
                  <a:cubicBezTo>
                    <a:pt x="5223" y="1433"/>
                    <a:pt x="5279" y="1416"/>
                    <a:pt x="5342" y="1368"/>
                  </a:cubicBezTo>
                  <a:cubicBezTo>
                    <a:pt x="5356" y="1358"/>
                    <a:pt x="5370" y="1347"/>
                    <a:pt x="5381" y="1337"/>
                  </a:cubicBezTo>
                  <a:cubicBezTo>
                    <a:pt x="5311" y="1312"/>
                    <a:pt x="5237" y="1298"/>
                    <a:pt x="5167" y="1288"/>
                  </a:cubicBezTo>
                  <a:cubicBezTo>
                    <a:pt x="4975" y="1256"/>
                    <a:pt x="4779" y="1225"/>
                    <a:pt x="4768" y="1085"/>
                  </a:cubicBezTo>
                  <a:cubicBezTo>
                    <a:pt x="4766" y="1053"/>
                    <a:pt x="4631" y="1049"/>
                    <a:pt x="4517" y="1049"/>
                  </a:cubicBezTo>
                  <a:cubicBezTo>
                    <a:pt x="4478" y="1049"/>
                    <a:pt x="4443" y="1050"/>
                    <a:pt x="4415" y="1050"/>
                  </a:cubicBezTo>
                  <a:cubicBezTo>
                    <a:pt x="4360" y="1052"/>
                    <a:pt x="4304" y="1053"/>
                    <a:pt x="4248" y="1053"/>
                  </a:cubicBezTo>
                  <a:cubicBezTo>
                    <a:pt x="4105" y="1053"/>
                    <a:pt x="3962" y="1042"/>
                    <a:pt x="3854" y="997"/>
                  </a:cubicBezTo>
                  <a:cubicBezTo>
                    <a:pt x="3823" y="983"/>
                    <a:pt x="3728" y="945"/>
                    <a:pt x="3732" y="861"/>
                  </a:cubicBezTo>
                  <a:cubicBezTo>
                    <a:pt x="3735" y="759"/>
                    <a:pt x="3868" y="707"/>
                    <a:pt x="4110" y="623"/>
                  </a:cubicBezTo>
                  <a:cubicBezTo>
                    <a:pt x="4205" y="595"/>
                    <a:pt x="4296" y="556"/>
                    <a:pt x="4383" y="511"/>
                  </a:cubicBezTo>
                  <a:cubicBezTo>
                    <a:pt x="4371" y="510"/>
                    <a:pt x="4356" y="509"/>
                    <a:pt x="4340" y="509"/>
                  </a:cubicBezTo>
                  <a:cubicBezTo>
                    <a:pt x="4239" y="509"/>
                    <a:pt x="4058" y="530"/>
                    <a:pt x="3802" y="609"/>
                  </a:cubicBezTo>
                  <a:cubicBezTo>
                    <a:pt x="3721" y="634"/>
                    <a:pt x="3639" y="645"/>
                    <a:pt x="3558" y="645"/>
                  </a:cubicBezTo>
                  <a:cubicBezTo>
                    <a:pt x="3329" y="645"/>
                    <a:pt x="3110" y="560"/>
                    <a:pt x="2934" y="493"/>
                  </a:cubicBezTo>
                  <a:cubicBezTo>
                    <a:pt x="2864" y="462"/>
                    <a:pt x="2794" y="441"/>
                    <a:pt x="2717" y="423"/>
                  </a:cubicBezTo>
                  <a:cubicBezTo>
                    <a:pt x="2713" y="476"/>
                    <a:pt x="2682" y="518"/>
                    <a:pt x="2636" y="535"/>
                  </a:cubicBezTo>
                  <a:cubicBezTo>
                    <a:pt x="2601" y="552"/>
                    <a:pt x="2554" y="559"/>
                    <a:pt x="2498" y="559"/>
                  </a:cubicBezTo>
                  <a:cubicBezTo>
                    <a:pt x="2190" y="559"/>
                    <a:pt x="1621" y="335"/>
                    <a:pt x="1449" y="213"/>
                  </a:cubicBezTo>
                  <a:cubicBezTo>
                    <a:pt x="1324" y="123"/>
                    <a:pt x="939" y="1"/>
                    <a:pt x="626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58" name="Google Shape;7916;p80">
              <a:extLst>
                <a:ext uri="{FF2B5EF4-FFF2-40B4-BE49-F238E27FC236}">
                  <a16:creationId xmlns:a16="http://schemas.microsoft.com/office/drawing/2014/main" id="{48A6C9F2-B001-A010-4627-81928437CA10}"/>
                </a:ext>
              </a:extLst>
            </p:cNvPr>
            <p:cNvSpPr/>
            <p:nvPr/>
          </p:nvSpPr>
          <p:spPr>
            <a:xfrm>
              <a:off x="2838907" y="2066647"/>
              <a:ext cx="2675" cy="2281"/>
            </a:xfrm>
            <a:custGeom>
              <a:avLst/>
              <a:gdLst/>
              <a:ahLst/>
              <a:cxnLst/>
              <a:rect l="l" t="t" r="r" b="b"/>
              <a:pathLst>
                <a:path w="197" h="168" extrusionOk="0">
                  <a:moveTo>
                    <a:pt x="157" y="0"/>
                  </a:moveTo>
                  <a:cubicBezTo>
                    <a:pt x="153" y="0"/>
                    <a:pt x="148" y="1"/>
                    <a:pt x="144" y="2"/>
                  </a:cubicBezTo>
                  <a:cubicBezTo>
                    <a:pt x="105" y="2"/>
                    <a:pt x="70" y="12"/>
                    <a:pt x="35" y="33"/>
                  </a:cubicBezTo>
                  <a:cubicBezTo>
                    <a:pt x="11" y="51"/>
                    <a:pt x="0" y="68"/>
                    <a:pt x="25" y="107"/>
                  </a:cubicBezTo>
                  <a:cubicBezTo>
                    <a:pt x="44" y="132"/>
                    <a:pt x="71" y="168"/>
                    <a:pt x="99" y="168"/>
                  </a:cubicBezTo>
                  <a:cubicBezTo>
                    <a:pt x="102" y="168"/>
                    <a:pt x="105" y="167"/>
                    <a:pt x="109" y="166"/>
                  </a:cubicBezTo>
                  <a:cubicBezTo>
                    <a:pt x="151" y="156"/>
                    <a:pt x="196" y="75"/>
                    <a:pt x="196" y="12"/>
                  </a:cubicBezTo>
                  <a:cubicBezTo>
                    <a:pt x="183" y="4"/>
                    <a:pt x="170" y="0"/>
                    <a:pt x="157" y="0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59" name="Google Shape;7917;p80">
              <a:extLst>
                <a:ext uri="{FF2B5EF4-FFF2-40B4-BE49-F238E27FC236}">
                  <a16:creationId xmlns:a16="http://schemas.microsoft.com/office/drawing/2014/main" id="{8814C928-75D3-01C0-4452-D75CFBEBC9F1}"/>
                </a:ext>
              </a:extLst>
            </p:cNvPr>
            <p:cNvSpPr/>
            <p:nvPr/>
          </p:nvSpPr>
          <p:spPr>
            <a:xfrm>
              <a:off x="2928980" y="2107991"/>
              <a:ext cx="29246" cy="3842"/>
            </a:xfrm>
            <a:custGeom>
              <a:avLst/>
              <a:gdLst/>
              <a:ahLst/>
              <a:cxnLst/>
              <a:rect l="l" t="t" r="r" b="b"/>
              <a:pathLst>
                <a:path w="2154" h="283" extrusionOk="0">
                  <a:moveTo>
                    <a:pt x="1999" y="1"/>
                  </a:moveTo>
                  <a:cubicBezTo>
                    <a:pt x="1864" y="1"/>
                    <a:pt x="1740" y="37"/>
                    <a:pt x="1611" y="76"/>
                  </a:cubicBezTo>
                  <a:cubicBezTo>
                    <a:pt x="1482" y="113"/>
                    <a:pt x="1352" y="151"/>
                    <a:pt x="1209" y="151"/>
                  </a:cubicBezTo>
                  <a:cubicBezTo>
                    <a:pt x="1122" y="151"/>
                    <a:pt x="1031" y="137"/>
                    <a:pt x="932" y="100"/>
                  </a:cubicBezTo>
                  <a:cubicBezTo>
                    <a:pt x="808" y="56"/>
                    <a:pt x="672" y="39"/>
                    <a:pt x="543" y="39"/>
                  </a:cubicBezTo>
                  <a:cubicBezTo>
                    <a:pt x="276" y="39"/>
                    <a:pt x="38" y="111"/>
                    <a:pt x="0" y="163"/>
                  </a:cubicBezTo>
                  <a:cubicBezTo>
                    <a:pt x="67" y="254"/>
                    <a:pt x="505" y="268"/>
                    <a:pt x="827" y="282"/>
                  </a:cubicBezTo>
                  <a:cubicBezTo>
                    <a:pt x="837" y="283"/>
                    <a:pt x="848" y="283"/>
                    <a:pt x="858" y="283"/>
                  </a:cubicBezTo>
                  <a:cubicBezTo>
                    <a:pt x="1092" y="283"/>
                    <a:pt x="1315" y="210"/>
                    <a:pt x="1513" y="146"/>
                  </a:cubicBezTo>
                  <a:cubicBezTo>
                    <a:pt x="1663" y="93"/>
                    <a:pt x="1807" y="48"/>
                    <a:pt x="1936" y="41"/>
                  </a:cubicBezTo>
                  <a:cubicBezTo>
                    <a:pt x="2010" y="34"/>
                    <a:pt x="2083" y="27"/>
                    <a:pt x="2153" y="16"/>
                  </a:cubicBezTo>
                  <a:lnTo>
                    <a:pt x="2111" y="9"/>
                  </a:lnTo>
                  <a:cubicBezTo>
                    <a:pt x="2073" y="3"/>
                    <a:pt x="2036" y="1"/>
                    <a:pt x="1999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60" name="Google Shape;7918;p80">
              <a:extLst>
                <a:ext uri="{FF2B5EF4-FFF2-40B4-BE49-F238E27FC236}">
                  <a16:creationId xmlns:a16="http://schemas.microsoft.com/office/drawing/2014/main" id="{CED5A4CD-B87E-38C6-C8D6-46CECEA80FA6}"/>
                </a:ext>
              </a:extLst>
            </p:cNvPr>
            <p:cNvSpPr/>
            <p:nvPr/>
          </p:nvSpPr>
          <p:spPr>
            <a:xfrm>
              <a:off x="2771508" y="2053260"/>
              <a:ext cx="2240" cy="3666"/>
            </a:xfrm>
            <a:custGeom>
              <a:avLst/>
              <a:gdLst/>
              <a:ahLst/>
              <a:cxnLst/>
              <a:rect l="l" t="t" r="r" b="b"/>
              <a:pathLst>
                <a:path w="165" h="270" extrusionOk="0">
                  <a:moveTo>
                    <a:pt x="21" y="0"/>
                  </a:moveTo>
                  <a:cubicBezTo>
                    <a:pt x="11" y="11"/>
                    <a:pt x="4" y="21"/>
                    <a:pt x="0" y="35"/>
                  </a:cubicBezTo>
                  <a:cubicBezTo>
                    <a:pt x="14" y="112"/>
                    <a:pt x="49" y="182"/>
                    <a:pt x="105" y="242"/>
                  </a:cubicBezTo>
                  <a:cubicBezTo>
                    <a:pt x="119" y="256"/>
                    <a:pt x="133" y="266"/>
                    <a:pt x="151" y="270"/>
                  </a:cubicBezTo>
                  <a:cubicBezTo>
                    <a:pt x="165" y="259"/>
                    <a:pt x="165" y="203"/>
                    <a:pt x="126" y="123"/>
                  </a:cubicBezTo>
                  <a:cubicBezTo>
                    <a:pt x="88" y="42"/>
                    <a:pt x="35" y="0"/>
                    <a:pt x="21" y="0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61" name="Google Shape;7919;p80">
              <a:extLst>
                <a:ext uri="{FF2B5EF4-FFF2-40B4-BE49-F238E27FC236}">
                  <a16:creationId xmlns:a16="http://schemas.microsoft.com/office/drawing/2014/main" id="{57C4CB57-0FBD-4E58-F769-3F6D45732BF5}"/>
                </a:ext>
              </a:extLst>
            </p:cNvPr>
            <p:cNvSpPr/>
            <p:nvPr/>
          </p:nvSpPr>
          <p:spPr>
            <a:xfrm>
              <a:off x="2920182" y="2034251"/>
              <a:ext cx="46788" cy="53482"/>
            </a:xfrm>
            <a:custGeom>
              <a:avLst/>
              <a:gdLst/>
              <a:ahLst/>
              <a:cxnLst/>
              <a:rect l="l" t="t" r="r" b="b"/>
              <a:pathLst>
                <a:path w="3446" h="3939" extrusionOk="0">
                  <a:moveTo>
                    <a:pt x="3446" y="0"/>
                  </a:moveTo>
                  <a:cubicBezTo>
                    <a:pt x="3316" y="70"/>
                    <a:pt x="3190" y="147"/>
                    <a:pt x="3071" y="231"/>
                  </a:cubicBezTo>
                  <a:lnTo>
                    <a:pt x="2962" y="301"/>
                  </a:lnTo>
                  <a:cubicBezTo>
                    <a:pt x="2872" y="360"/>
                    <a:pt x="2742" y="383"/>
                    <a:pt x="2596" y="383"/>
                  </a:cubicBezTo>
                  <a:cubicBezTo>
                    <a:pt x="2190" y="383"/>
                    <a:pt x="1662" y="207"/>
                    <a:pt x="1531" y="161"/>
                  </a:cubicBezTo>
                  <a:cubicBezTo>
                    <a:pt x="1481" y="145"/>
                    <a:pt x="1441" y="137"/>
                    <a:pt x="1407" y="137"/>
                  </a:cubicBezTo>
                  <a:cubicBezTo>
                    <a:pt x="1318" y="137"/>
                    <a:pt x="1271" y="187"/>
                    <a:pt x="1205" y="256"/>
                  </a:cubicBezTo>
                  <a:cubicBezTo>
                    <a:pt x="1135" y="329"/>
                    <a:pt x="1051" y="417"/>
                    <a:pt x="897" y="441"/>
                  </a:cubicBezTo>
                  <a:cubicBezTo>
                    <a:pt x="760" y="462"/>
                    <a:pt x="711" y="704"/>
                    <a:pt x="676" y="893"/>
                  </a:cubicBezTo>
                  <a:cubicBezTo>
                    <a:pt x="641" y="1061"/>
                    <a:pt x="617" y="1194"/>
                    <a:pt x="533" y="1243"/>
                  </a:cubicBezTo>
                  <a:cubicBezTo>
                    <a:pt x="487" y="1267"/>
                    <a:pt x="449" y="1407"/>
                    <a:pt x="410" y="1544"/>
                  </a:cubicBezTo>
                  <a:cubicBezTo>
                    <a:pt x="358" y="1743"/>
                    <a:pt x="281" y="2013"/>
                    <a:pt x="123" y="2272"/>
                  </a:cubicBezTo>
                  <a:cubicBezTo>
                    <a:pt x="60" y="2367"/>
                    <a:pt x="1" y="2503"/>
                    <a:pt x="43" y="2587"/>
                  </a:cubicBezTo>
                  <a:cubicBezTo>
                    <a:pt x="102" y="2699"/>
                    <a:pt x="333" y="2717"/>
                    <a:pt x="410" y="2720"/>
                  </a:cubicBezTo>
                  <a:cubicBezTo>
                    <a:pt x="484" y="2720"/>
                    <a:pt x="550" y="2759"/>
                    <a:pt x="596" y="2818"/>
                  </a:cubicBezTo>
                  <a:cubicBezTo>
                    <a:pt x="704" y="2965"/>
                    <a:pt x="666" y="3235"/>
                    <a:pt x="631" y="3382"/>
                  </a:cubicBezTo>
                  <a:cubicBezTo>
                    <a:pt x="536" y="3791"/>
                    <a:pt x="571" y="3924"/>
                    <a:pt x="589" y="3938"/>
                  </a:cubicBezTo>
                  <a:cubicBezTo>
                    <a:pt x="596" y="3938"/>
                    <a:pt x="603" y="3938"/>
                    <a:pt x="610" y="3935"/>
                  </a:cubicBezTo>
                  <a:cubicBezTo>
                    <a:pt x="767" y="3875"/>
                    <a:pt x="876" y="3725"/>
                    <a:pt x="893" y="3613"/>
                  </a:cubicBezTo>
                  <a:cubicBezTo>
                    <a:pt x="904" y="3578"/>
                    <a:pt x="893" y="3539"/>
                    <a:pt x="869" y="3515"/>
                  </a:cubicBezTo>
                  <a:cubicBezTo>
                    <a:pt x="680" y="3368"/>
                    <a:pt x="718" y="2608"/>
                    <a:pt x="781" y="2437"/>
                  </a:cubicBezTo>
                  <a:cubicBezTo>
                    <a:pt x="806" y="2370"/>
                    <a:pt x="872" y="2321"/>
                    <a:pt x="946" y="2314"/>
                  </a:cubicBezTo>
                  <a:cubicBezTo>
                    <a:pt x="957" y="2313"/>
                    <a:pt x="967" y="2313"/>
                    <a:pt x="978" y="2313"/>
                  </a:cubicBezTo>
                  <a:cubicBezTo>
                    <a:pt x="1085" y="2313"/>
                    <a:pt x="1187" y="2361"/>
                    <a:pt x="1251" y="2447"/>
                  </a:cubicBezTo>
                  <a:cubicBezTo>
                    <a:pt x="1307" y="2528"/>
                    <a:pt x="1307" y="2636"/>
                    <a:pt x="1254" y="2720"/>
                  </a:cubicBezTo>
                  <a:cubicBezTo>
                    <a:pt x="1209" y="2811"/>
                    <a:pt x="1233" y="2836"/>
                    <a:pt x="1335" y="2909"/>
                  </a:cubicBezTo>
                  <a:cubicBezTo>
                    <a:pt x="1422" y="2972"/>
                    <a:pt x="1538" y="3060"/>
                    <a:pt x="1538" y="3238"/>
                  </a:cubicBezTo>
                  <a:cubicBezTo>
                    <a:pt x="1538" y="3319"/>
                    <a:pt x="1555" y="3340"/>
                    <a:pt x="1566" y="3347"/>
                  </a:cubicBezTo>
                  <a:cubicBezTo>
                    <a:pt x="1573" y="3352"/>
                    <a:pt x="1583" y="3354"/>
                    <a:pt x="1595" y="3354"/>
                  </a:cubicBezTo>
                  <a:cubicBezTo>
                    <a:pt x="1645" y="3354"/>
                    <a:pt x="1734" y="3319"/>
                    <a:pt x="1807" y="3291"/>
                  </a:cubicBezTo>
                  <a:cubicBezTo>
                    <a:pt x="1856" y="3273"/>
                    <a:pt x="1905" y="3256"/>
                    <a:pt x="1954" y="3242"/>
                  </a:cubicBezTo>
                  <a:cubicBezTo>
                    <a:pt x="2031" y="3217"/>
                    <a:pt x="2077" y="3186"/>
                    <a:pt x="2084" y="3154"/>
                  </a:cubicBezTo>
                  <a:cubicBezTo>
                    <a:pt x="2094" y="3119"/>
                    <a:pt x="2077" y="3060"/>
                    <a:pt x="1958" y="2927"/>
                  </a:cubicBezTo>
                  <a:cubicBezTo>
                    <a:pt x="1849" y="2811"/>
                    <a:pt x="1881" y="2671"/>
                    <a:pt x="1905" y="2559"/>
                  </a:cubicBezTo>
                  <a:cubicBezTo>
                    <a:pt x="1933" y="2433"/>
                    <a:pt x="1944" y="2363"/>
                    <a:pt x="1856" y="2307"/>
                  </a:cubicBezTo>
                  <a:cubicBezTo>
                    <a:pt x="1695" y="2199"/>
                    <a:pt x="1513" y="2020"/>
                    <a:pt x="1545" y="1873"/>
                  </a:cubicBezTo>
                  <a:cubicBezTo>
                    <a:pt x="1552" y="1831"/>
                    <a:pt x="1583" y="1761"/>
                    <a:pt x="1699" y="1736"/>
                  </a:cubicBezTo>
                  <a:cubicBezTo>
                    <a:pt x="1947" y="1680"/>
                    <a:pt x="2493" y="1327"/>
                    <a:pt x="2479" y="1229"/>
                  </a:cubicBezTo>
                  <a:cubicBezTo>
                    <a:pt x="2469" y="1219"/>
                    <a:pt x="2424" y="1208"/>
                    <a:pt x="2348" y="1208"/>
                  </a:cubicBezTo>
                  <a:cubicBezTo>
                    <a:pt x="2269" y="1208"/>
                    <a:pt x="2157" y="1219"/>
                    <a:pt x="2014" y="1253"/>
                  </a:cubicBezTo>
                  <a:cubicBezTo>
                    <a:pt x="1737" y="1320"/>
                    <a:pt x="1513" y="1439"/>
                    <a:pt x="1485" y="1540"/>
                  </a:cubicBezTo>
                  <a:cubicBezTo>
                    <a:pt x="1457" y="1643"/>
                    <a:pt x="1372" y="1700"/>
                    <a:pt x="1258" y="1700"/>
                  </a:cubicBezTo>
                  <a:cubicBezTo>
                    <a:pt x="1232" y="1700"/>
                    <a:pt x="1205" y="1697"/>
                    <a:pt x="1177" y="1691"/>
                  </a:cubicBezTo>
                  <a:cubicBezTo>
                    <a:pt x="935" y="1638"/>
                    <a:pt x="617" y="1355"/>
                    <a:pt x="680" y="980"/>
                  </a:cubicBezTo>
                  <a:cubicBezTo>
                    <a:pt x="701" y="844"/>
                    <a:pt x="799" y="728"/>
                    <a:pt x="970" y="634"/>
                  </a:cubicBezTo>
                  <a:cubicBezTo>
                    <a:pt x="1225" y="499"/>
                    <a:pt x="1630" y="434"/>
                    <a:pt x="1984" y="434"/>
                  </a:cubicBezTo>
                  <a:cubicBezTo>
                    <a:pt x="2229" y="434"/>
                    <a:pt x="2449" y="465"/>
                    <a:pt x="2581" y="525"/>
                  </a:cubicBezTo>
                  <a:cubicBezTo>
                    <a:pt x="2631" y="548"/>
                    <a:pt x="2683" y="558"/>
                    <a:pt x="2734" y="558"/>
                  </a:cubicBezTo>
                  <a:cubicBezTo>
                    <a:pt x="3034" y="558"/>
                    <a:pt x="3332" y="206"/>
                    <a:pt x="3446" y="0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62" name="Google Shape;7920;p80">
              <a:extLst>
                <a:ext uri="{FF2B5EF4-FFF2-40B4-BE49-F238E27FC236}">
                  <a16:creationId xmlns:a16="http://schemas.microsoft.com/office/drawing/2014/main" id="{5BF2C343-5CF5-CA54-426D-962265D80E70}"/>
                </a:ext>
              </a:extLst>
            </p:cNvPr>
            <p:cNvSpPr/>
            <p:nvPr/>
          </p:nvSpPr>
          <p:spPr>
            <a:xfrm>
              <a:off x="2975850" y="2069105"/>
              <a:ext cx="7658" cy="4046"/>
            </a:xfrm>
            <a:custGeom>
              <a:avLst/>
              <a:gdLst/>
              <a:ahLst/>
              <a:cxnLst/>
              <a:rect l="l" t="t" r="r" b="b"/>
              <a:pathLst>
                <a:path w="564" h="298" extrusionOk="0">
                  <a:moveTo>
                    <a:pt x="103" y="1"/>
                  </a:moveTo>
                  <a:cubicBezTo>
                    <a:pt x="67" y="1"/>
                    <a:pt x="37" y="6"/>
                    <a:pt x="18" y="17"/>
                  </a:cubicBezTo>
                  <a:cubicBezTo>
                    <a:pt x="7" y="24"/>
                    <a:pt x="0" y="27"/>
                    <a:pt x="7" y="59"/>
                  </a:cubicBezTo>
                  <a:cubicBezTo>
                    <a:pt x="39" y="181"/>
                    <a:pt x="196" y="276"/>
                    <a:pt x="329" y="293"/>
                  </a:cubicBezTo>
                  <a:cubicBezTo>
                    <a:pt x="344" y="295"/>
                    <a:pt x="363" y="297"/>
                    <a:pt x="384" y="297"/>
                  </a:cubicBezTo>
                  <a:cubicBezTo>
                    <a:pt x="441" y="297"/>
                    <a:pt x="514" y="283"/>
                    <a:pt x="550" y="220"/>
                  </a:cubicBezTo>
                  <a:cubicBezTo>
                    <a:pt x="553" y="213"/>
                    <a:pt x="564" y="195"/>
                    <a:pt x="525" y="153"/>
                  </a:cubicBezTo>
                  <a:cubicBezTo>
                    <a:pt x="433" y="63"/>
                    <a:pt x="229" y="1"/>
                    <a:pt x="103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63" name="Google Shape;7921;p80">
              <a:extLst>
                <a:ext uri="{FF2B5EF4-FFF2-40B4-BE49-F238E27FC236}">
                  <a16:creationId xmlns:a16="http://schemas.microsoft.com/office/drawing/2014/main" id="{9F01B598-D0F8-D9D3-3698-0A7D407A3618}"/>
                </a:ext>
              </a:extLst>
            </p:cNvPr>
            <p:cNvSpPr/>
            <p:nvPr/>
          </p:nvSpPr>
          <p:spPr>
            <a:xfrm>
              <a:off x="2759899" y="2034536"/>
              <a:ext cx="923" cy="204"/>
            </a:xfrm>
            <a:custGeom>
              <a:avLst/>
              <a:gdLst/>
              <a:ahLst/>
              <a:cxnLst/>
              <a:rect l="l" t="t" r="r" b="b"/>
              <a:pathLst>
                <a:path w="68" h="15" extrusionOk="0">
                  <a:moveTo>
                    <a:pt x="67" y="14"/>
                  </a:moveTo>
                  <a:lnTo>
                    <a:pt x="1" y="0"/>
                  </a:lnTo>
                  <a:lnTo>
                    <a:pt x="1" y="0"/>
                  </a:lnTo>
                  <a:lnTo>
                    <a:pt x="67" y="14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64" name="Google Shape;7922;p80">
              <a:extLst>
                <a:ext uri="{FF2B5EF4-FFF2-40B4-BE49-F238E27FC236}">
                  <a16:creationId xmlns:a16="http://schemas.microsoft.com/office/drawing/2014/main" id="{1D493C1C-1CF3-A27A-2D9B-45690625C541}"/>
                </a:ext>
              </a:extLst>
            </p:cNvPr>
            <p:cNvSpPr/>
            <p:nvPr/>
          </p:nvSpPr>
          <p:spPr>
            <a:xfrm>
              <a:off x="2760660" y="2035011"/>
              <a:ext cx="3870" cy="5227"/>
            </a:xfrm>
            <a:custGeom>
              <a:avLst/>
              <a:gdLst/>
              <a:ahLst/>
              <a:cxnLst/>
              <a:rect l="l" t="t" r="r" b="b"/>
              <a:pathLst>
                <a:path w="285" h="385" extrusionOk="0">
                  <a:moveTo>
                    <a:pt x="8" y="0"/>
                  </a:moveTo>
                  <a:lnTo>
                    <a:pt x="8" y="0"/>
                  </a:lnTo>
                  <a:cubicBezTo>
                    <a:pt x="1" y="105"/>
                    <a:pt x="78" y="329"/>
                    <a:pt x="169" y="378"/>
                  </a:cubicBezTo>
                  <a:cubicBezTo>
                    <a:pt x="174" y="381"/>
                    <a:pt x="180" y="385"/>
                    <a:pt x="189" y="385"/>
                  </a:cubicBezTo>
                  <a:cubicBezTo>
                    <a:pt x="201" y="385"/>
                    <a:pt x="217" y="379"/>
                    <a:pt x="239" y="357"/>
                  </a:cubicBezTo>
                  <a:cubicBezTo>
                    <a:pt x="249" y="347"/>
                    <a:pt x="284" y="312"/>
                    <a:pt x="246" y="224"/>
                  </a:cubicBezTo>
                  <a:cubicBezTo>
                    <a:pt x="193" y="126"/>
                    <a:pt x="109" y="46"/>
                    <a:pt x="8" y="0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65" name="Google Shape;7923;p80">
              <a:extLst>
                <a:ext uri="{FF2B5EF4-FFF2-40B4-BE49-F238E27FC236}">
                  <a16:creationId xmlns:a16="http://schemas.microsoft.com/office/drawing/2014/main" id="{51385F1C-5E00-7072-53E4-0CB5800DD3FD}"/>
                </a:ext>
              </a:extLst>
            </p:cNvPr>
            <p:cNvSpPr/>
            <p:nvPr/>
          </p:nvSpPr>
          <p:spPr>
            <a:xfrm>
              <a:off x="2956787" y="2113666"/>
              <a:ext cx="11093" cy="8595"/>
            </a:xfrm>
            <a:custGeom>
              <a:avLst/>
              <a:gdLst/>
              <a:ahLst/>
              <a:cxnLst/>
              <a:rect l="l" t="t" r="r" b="b"/>
              <a:pathLst>
                <a:path w="817" h="633" extrusionOk="0">
                  <a:moveTo>
                    <a:pt x="732" y="1"/>
                  </a:moveTo>
                  <a:cubicBezTo>
                    <a:pt x="694" y="22"/>
                    <a:pt x="655" y="39"/>
                    <a:pt x="613" y="50"/>
                  </a:cubicBezTo>
                  <a:lnTo>
                    <a:pt x="610" y="50"/>
                  </a:lnTo>
                  <a:cubicBezTo>
                    <a:pt x="603" y="64"/>
                    <a:pt x="599" y="78"/>
                    <a:pt x="592" y="92"/>
                  </a:cubicBezTo>
                  <a:lnTo>
                    <a:pt x="592" y="95"/>
                  </a:lnTo>
                  <a:cubicBezTo>
                    <a:pt x="585" y="109"/>
                    <a:pt x="578" y="120"/>
                    <a:pt x="575" y="134"/>
                  </a:cubicBezTo>
                  <a:lnTo>
                    <a:pt x="571" y="141"/>
                  </a:lnTo>
                  <a:cubicBezTo>
                    <a:pt x="564" y="151"/>
                    <a:pt x="557" y="162"/>
                    <a:pt x="550" y="172"/>
                  </a:cubicBezTo>
                  <a:lnTo>
                    <a:pt x="547" y="176"/>
                  </a:lnTo>
                  <a:cubicBezTo>
                    <a:pt x="540" y="186"/>
                    <a:pt x="529" y="197"/>
                    <a:pt x="519" y="204"/>
                  </a:cubicBezTo>
                  <a:cubicBezTo>
                    <a:pt x="512" y="208"/>
                    <a:pt x="505" y="215"/>
                    <a:pt x="498" y="218"/>
                  </a:cubicBezTo>
                  <a:lnTo>
                    <a:pt x="491" y="218"/>
                  </a:lnTo>
                  <a:cubicBezTo>
                    <a:pt x="484" y="222"/>
                    <a:pt x="477" y="225"/>
                    <a:pt x="470" y="225"/>
                  </a:cubicBezTo>
                  <a:lnTo>
                    <a:pt x="438" y="225"/>
                  </a:lnTo>
                  <a:lnTo>
                    <a:pt x="421" y="222"/>
                  </a:lnTo>
                  <a:lnTo>
                    <a:pt x="414" y="222"/>
                  </a:lnTo>
                  <a:cubicBezTo>
                    <a:pt x="403" y="218"/>
                    <a:pt x="396" y="215"/>
                    <a:pt x="389" y="211"/>
                  </a:cubicBezTo>
                  <a:lnTo>
                    <a:pt x="385" y="211"/>
                  </a:lnTo>
                  <a:cubicBezTo>
                    <a:pt x="375" y="204"/>
                    <a:pt x="364" y="200"/>
                    <a:pt x="357" y="193"/>
                  </a:cubicBezTo>
                  <a:lnTo>
                    <a:pt x="347" y="186"/>
                  </a:lnTo>
                  <a:lnTo>
                    <a:pt x="326" y="169"/>
                  </a:lnTo>
                  <a:lnTo>
                    <a:pt x="315" y="162"/>
                  </a:lnTo>
                  <a:lnTo>
                    <a:pt x="291" y="141"/>
                  </a:lnTo>
                  <a:lnTo>
                    <a:pt x="284" y="134"/>
                  </a:lnTo>
                  <a:cubicBezTo>
                    <a:pt x="119" y="222"/>
                    <a:pt x="14" y="379"/>
                    <a:pt x="7" y="495"/>
                  </a:cubicBezTo>
                  <a:cubicBezTo>
                    <a:pt x="0" y="544"/>
                    <a:pt x="25" y="593"/>
                    <a:pt x="70" y="617"/>
                  </a:cubicBezTo>
                  <a:cubicBezTo>
                    <a:pt x="91" y="628"/>
                    <a:pt x="114" y="633"/>
                    <a:pt x="139" y="633"/>
                  </a:cubicBezTo>
                  <a:cubicBezTo>
                    <a:pt x="292" y="633"/>
                    <a:pt x="510" y="441"/>
                    <a:pt x="676" y="239"/>
                  </a:cubicBezTo>
                  <a:cubicBezTo>
                    <a:pt x="704" y="208"/>
                    <a:pt x="729" y="176"/>
                    <a:pt x="750" y="148"/>
                  </a:cubicBezTo>
                  <a:cubicBezTo>
                    <a:pt x="767" y="127"/>
                    <a:pt x="792" y="106"/>
                    <a:pt x="816" y="88"/>
                  </a:cubicBezTo>
                  <a:lnTo>
                    <a:pt x="813" y="85"/>
                  </a:lnTo>
                  <a:cubicBezTo>
                    <a:pt x="802" y="71"/>
                    <a:pt x="788" y="57"/>
                    <a:pt x="774" y="43"/>
                  </a:cubicBezTo>
                  <a:lnTo>
                    <a:pt x="771" y="36"/>
                  </a:lnTo>
                  <a:cubicBezTo>
                    <a:pt x="757" y="25"/>
                    <a:pt x="746" y="11"/>
                    <a:pt x="732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66" name="Google Shape;7924;p80">
              <a:extLst>
                <a:ext uri="{FF2B5EF4-FFF2-40B4-BE49-F238E27FC236}">
                  <a16:creationId xmlns:a16="http://schemas.microsoft.com/office/drawing/2014/main" id="{40454014-BF10-B3C9-B415-7DCAA89E797C}"/>
                </a:ext>
              </a:extLst>
            </p:cNvPr>
            <p:cNvSpPr/>
            <p:nvPr/>
          </p:nvSpPr>
          <p:spPr>
            <a:xfrm>
              <a:off x="2901173" y="2106945"/>
              <a:ext cx="20312" cy="6490"/>
            </a:xfrm>
            <a:custGeom>
              <a:avLst/>
              <a:gdLst/>
              <a:ahLst/>
              <a:cxnLst/>
              <a:rect l="l" t="t" r="r" b="b"/>
              <a:pathLst>
                <a:path w="1496" h="478" extrusionOk="0">
                  <a:moveTo>
                    <a:pt x="887" y="1"/>
                  </a:moveTo>
                  <a:cubicBezTo>
                    <a:pt x="843" y="1"/>
                    <a:pt x="810" y="6"/>
                    <a:pt x="795" y="16"/>
                  </a:cubicBezTo>
                  <a:cubicBezTo>
                    <a:pt x="757" y="93"/>
                    <a:pt x="683" y="149"/>
                    <a:pt x="599" y="167"/>
                  </a:cubicBezTo>
                  <a:cubicBezTo>
                    <a:pt x="555" y="179"/>
                    <a:pt x="510" y="186"/>
                    <a:pt x="465" y="186"/>
                  </a:cubicBezTo>
                  <a:cubicBezTo>
                    <a:pt x="372" y="186"/>
                    <a:pt x="280" y="158"/>
                    <a:pt x="200" y="104"/>
                  </a:cubicBezTo>
                  <a:cubicBezTo>
                    <a:pt x="186" y="97"/>
                    <a:pt x="172" y="90"/>
                    <a:pt x="154" y="90"/>
                  </a:cubicBezTo>
                  <a:cubicBezTo>
                    <a:pt x="123" y="93"/>
                    <a:pt x="91" y="111"/>
                    <a:pt x="70" y="135"/>
                  </a:cubicBezTo>
                  <a:cubicBezTo>
                    <a:pt x="28" y="181"/>
                    <a:pt x="0" y="258"/>
                    <a:pt x="32" y="303"/>
                  </a:cubicBezTo>
                  <a:cubicBezTo>
                    <a:pt x="153" y="418"/>
                    <a:pt x="311" y="477"/>
                    <a:pt x="469" y="477"/>
                  </a:cubicBezTo>
                  <a:cubicBezTo>
                    <a:pt x="562" y="477"/>
                    <a:pt x="656" y="457"/>
                    <a:pt x="743" y="415"/>
                  </a:cubicBezTo>
                  <a:cubicBezTo>
                    <a:pt x="904" y="338"/>
                    <a:pt x="1079" y="300"/>
                    <a:pt x="1257" y="300"/>
                  </a:cubicBezTo>
                  <a:cubicBezTo>
                    <a:pt x="1408" y="293"/>
                    <a:pt x="1457" y="286"/>
                    <a:pt x="1488" y="219"/>
                  </a:cubicBezTo>
                  <a:cubicBezTo>
                    <a:pt x="1495" y="198"/>
                    <a:pt x="1457" y="167"/>
                    <a:pt x="1446" y="160"/>
                  </a:cubicBezTo>
                  <a:cubicBezTo>
                    <a:pt x="1312" y="58"/>
                    <a:pt x="1036" y="1"/>
                    <a:pt x="887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67" name="Google Shape;7925;p80">
              <a:extLst>
                <a:ext uri="{FF2B5EF4-FFF2-40B4-BE49-F238E27FC236}">
                  <a16:creationId xmlns:a16="http://schemas.microsoft.com/office/drawing/2014/main" id="{9AAA6E3E-CD68-808D-9D8E-C83298EAEF1B}"/>
                </a:ext>
              </a:extLst>
            </p:cNvPr>
            <p:cNvSpPr/>
            <p:nvPr/>
          </p:nvSpPr>
          <p:spPr>
            <a:xfrm>
              <a:off x="2923413" y="2117536"/>
              <a:ext cx="11527" cy="4711"/>
            </a:xfrm>
            <a:custGeom>
              <a:avLst/>
              <a:gdLst/>
              <a:ahLst/>
              <a:cxnLst/>
              <a:rect l="l" t="t" r="r" b="b"/>
              <a:pathLst>
                <a:path w="849" h="347" extrusionOk="0">
                  <a:moveTo>
                    <a:pt x="52" y="1"/>
                  </a:moveTo>
                  <a:cubicBezTo>
                    <a:pt x="33" y="1"/>
                    <a:pt x="16" y="2"/>
                    <a:pt x="1" y="3"/>
                  </a:cubicBezTo>
                  <a:cubicBezTo>
                    <a:pt x="64" y="42"/>
                    <a:pt x="137" y="73"/>
                    <a:pt x="211" y="91"/>
                  </a:cubicBezTo>
                  <a:cubicBezTo>
                    <a:pt x="291" y="108"/>
                    <a:pt x="368" y="143"/>
                    <a:pt x="438" y="192"/>
                  </a:cubicBezTo>
                  <a:cubicBezTo>
                    <a:pt x="517" y="261"/>
                    <a:pt x="688" y="346"/>
                    <a:pt x="784" y="346"/>
                  </a:cubicBezTo>
                  <a:cubicBezTo>
                    <a:pt x="799" y="346"/>
                    <a:pt x="813" y="344"/>
                    <a:pt x="824" y="339"/>
                  </a:cubicBezTo>
                  <a:cubicBezTo>
                    <a:pt x="831" y="336"/>
                    <a:pt x="848" y="329"/>
                    <a:pt x="848" y="276"/>
                  </a:cubicBezTo>
                  <a:cubicBezTo>
                    <a:pt x="848" y="245"/>
                    <a:pt x="813" y="210"/>
                    <a:pt x="750" y="171"/>
                  </a:cubicBezTo>
                  <a:cubicBezTo>
                    <a:pt x="558" y="58"/>
                    <a:pt x="224" y="1"/>
                    <a:pt x="52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68" name="Google Shape;7926;p80">
              <a:extLst>
                <a:ext uri="{FF2B5EF4-FFF2-40B4-BE49-F238E27FC236}">
                  <a16:creationId xmlns:a16="http://schemas.microsoft.com/office/drawing/2014/main" id="{12CAD953-056A-BA89-A019-BF2CB59D2D68}"/>
                </a:ext>
              </a:extLst>
            </p:cNvPr>
            <p:cNvSpPr/>
            <p:nvPr/>
          </p:nvSpPr>
          <p:spPr>
            <a:xfrm>
              <a:off x="2984729" y="2031441"/>
              <a:ext cx="10713" cy="16320"/>
            </a:xfrm>
            <a:custGeom>
              <a:avLst/>
              <a:gdLst/>
              <a:ahLst/>
              <a:cxnLst/>
              <a:rect l="l" t="t" r="r" b="b"/>
              <a:pathLst>
                <a:path w="789" h="1202" extrusionOk="0">
                  <a:moveTo>
                    <a:pt x="295" y="0"/>
                  </a:moveTo>
                  <a:cubicBezTo>
                    <a:pt x="263" y="0"/>
                    <a:pt x="218" y="39"/>
                    <a:pt x="169" y="106"/>
                  </a:cubicBezTo>
                  <a:cubicBezTo>
                    <a:pt x="1" y="337"/>
                    <a:pt x="120" y="837"/>
                    <a:pt x="274" y="1082"/>
                  </a:cubicBezTo>
                  <a:cubicBezTo>
                    <a:pt x="330" y="1172"/>
                    <a:pt x="377" y="1202"/>
                    <a:pt x="391" y="1202"/>
                  </a:cubicBezTo>
                  <a:cubicBezTo>
                    <a:pt x="392" y="1202"/>
                    <a:pt x="392" y="1201"/>
                    <a:pt x="393" y="1201"/>
                  </a:cubicBezTo>
                  <a:cubicBezTo>
                    <a:pt x="400" y="1163"/>
                    <a:pt x="396" y="1124"/>
                    <a:pt x="386" y="1086"/>
                  </a:cubicBezTo>
                  <a:cubicBezTo>
                    <a:pt x="372" y="995"/>
                    <a:pt x="354" y="890"/>
                    <a:pt x="421" y="820"/>
                  </a:cubicBezTo>
                  <a:cubicBezTo>
                    <a:pt x="459" y="782"/>
                    <a:pt x="509" y="761"/>
                    <a:pt x="577" y="761"/>
                  </a:cubicBezTo>
                  <a:cubicBezTo>
                    <a:pt x="590" y="761"/>
                    <a:pt x="605" y="762"/>
                    <a:pt x="621" y="764"/>
                  </a:cubicBezTo>
                  <a:cubicBezTo>
                    <a:pt x="644" y="766"/>
                    <a:pt x="663" y="767"/>
                    <a:pt x="680" y="767"/>
                  </a:cubicBezTo>
                  <a:cubicBezTo>
                    <a:pt x="750" y="767"/>
                    <a:pt x="769" y="752"/>
                    <a:pt x="775" y="746"/>
                  </a:cubicBezTo>
                  <a:cubicBezTo>
                    <a:pt x="789" y="729"/>
                    <a:pt x="778" y="662"/>
                    <a:pt x="768" y="606"/>
                  </a:cubicBezTo>
                  <a:cubicBezTo>
                    <a:pt x="754" y="543"/>
                    <a:pt x="747" y="484"/>
                    <a:pt x="747" y="421"/>
                  </a:cubicBezTo>
                  <a:cubicBezTo>
                    <a:pt x="747" y="407"/>
                    <a:pt x="743" y="393"/>
                    <a:pt x="736" y="382"/>
                  </a:cubicBezTo>
                  <a:cubicBezTo>
                    <a:pt x="727" y="373"/>
                    <a:pt x="707" y="371"/>
                    <a:pt x="684" y="371"/>
                  </a:cubicBezTo>
                  <a:cubicBezTo>
                    <a:pt x="661" y="371"/>
                    <a:pt x="635" y="373"/>
                    <a:pt x="614" y="375"/>
                  </a:cubicBezTo>
                  <a:cubicBezTo>
                    <a:pt x="590" y="378"/>
                    <a:pt x="567" y="381"/>
                    <a:pt x="545" y="381"/>
                  </a:cubicBezTo>
                  <a:cubicBezTo>
                    <a:pt x="510" y="381"/>
                    <a:pt x="478" y="374"/>
                    <a:pt x="453" y="351"/>
                  </a:cubicBezTo>
                  <a:cubicBezTo>
                    <a:pt x="432" y="333"/>
                    <a:pt x="421" y="305"/>
                    <a:pt x="421" y="277"/>
                  </a:cubicBezTo>
                  <a:cubicBezTo>
                    <a:pt x="421" y="197"/>
                    <a:pt x="368" y="21"/>
                    <a:pt x="305" y="0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69" name="Google Shape;7927;p80">
              <a:extLst>
                <a:ext uri="{FF2B5EF4-FFF2-40B4-BE49-F238E27FC236}">
                  <a16:creationId xmlns:a16="http://schemas.microsoft.com/office/drawing/2014/main" id="{ECC5120F-7482-9C15-857A-2334F8F5F550}"/>
                </a:ext>
              </a:extLst>
            </p:cNvPr>
            <p:cNvSpPr/>
            <p:nvPr/>
          </p:nvSpPr>
          <p:spPr>
            <a:xfrm>
              <a:off x="2859015" y="2039003"/>
              <a:ext cx="109" cy="14"/>
            </a:xfrm>
            <a:custGeom>
              <a:avLst/>
              <a:gdLst/>
              <a:ahLst/>
              <a:cxnLst/>
              <a:rect l="l" t="t" r="r" b="b"/>
              <a:pathLst>
                <a:path w="8" h="1" extrusionOk="0">
                  <a:moveTo>
                    <a:pt x="0" y="0"/>
                  </a:moveTo>
                  <a:lnTo>
                    <a:pt x="7" y="0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70" name="Google Shape;7928;p80">
              <a:extLst>
                <a:ext uri="{FF2B5EF4-FFF2-40B4-BE49-F238E27FC236}">
                  <a16:creationId xmlns:a16="http://schemas.microsoft.com/office/drawing/2014/main" id="{00B34396-E56B-D776-AB0A-9CC7A16A6B3E}"/>
                </a:ext>
              </a:extLst>
            </p:cNvPr>
            <p:cNvSpPr/>
            <p:nvPr/>
          </p:nvSpPr>
          <p:spPr>
            <a:xfrm>
              <a:off x="2860481" y="2039098"/>
              <a:ext cx="163" cy="54"/>
            </a:xfrm>
            <a:custGeom>
              <a:avLst/>
              <a:gdLst/>
              <a:ahLst/>
              <a:cxnLst/>
              <a:rect l="l" t="t" r="r" b="b"/>
              <a:pathLst>
                <a:path w="12" h="4" extrusionOk="0">
                  <a:moveTo>
                    <a:pt x="1" y="4"/>
                  </a:moveTo>
                  <a:lnTo>
                    <a:pt x="11" y="0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71" name="Google Shape;7929;p80">
              <a:extLst>
                <a:ext uri="{FF2B5EF4-FFF2-40B4-BE49-F238E27FC236}">
                  <a16:creationId xmlns:a16="http://schemas.microsoft.com/office/drawing/2014/main" id="{81D2D78F-72C7-60F8-2965-C0AE80C936A9}"/>
                </a:ext>
              </a:extLst>
            </p:cNvPr>
            <p:cNvSpPr/>
            <p:nvPr/>
          </p:nvSpPr>
          <p:spPr>
            <a:xfrm>
              <a:off x="2860156" y="2039193"/>
              <a:ext cx="149" cy="14"/>
            </a:xfrm>
            <a:custGeom>
              <a:avLst/>
              <a:gdLst/>
              <a:ahLst/>
              <a:cxnLst/>
              <a:rect l="l" t="t" r="r" b="b"/>
              <a:pathLst>
                <a:path w="11" h="1" extrusionOk="0">
                  <a:moveTo>
                    <a:pt x="0" y="0"/>
                  </a:moveTo>
                  <a:lnTo>
                    <a:pt x="11" y="0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72" name="Google Shape;7930;p80">
              <a:extLst>
                <a:ext uri="{FF2B5EF4-FFF2-40B4-BE49-F238E27FC236}">
                  <a16:creationId xmlns:a16="http://schemas.microsoft.com/office/drawing/2014/main" id="{576D3827-8B5E-FA91-13E7-27AF1E8972BA}"/>
                </a:ext>
              </a:extLst>
            </p:cNvPr>
            <p:cNvSpPr/>
            <p:nvPr/>
          </p:nvSpPr>
          <p:spPr>
            <a:xfrm>
              <a:off x="2858160" y="2038569"/>
              <a:ext cx="54" cy="14"/>
            </a:xfrm>
            <a:custGeom>
              <a:avLst/>
              <a:gdLst/>
              <a:ahLst/>
              <a:cxnLst/>
              <a:rect l="l" t="t" r="r" b="b"/>
              <a:pathLst>
                <a:path w="4" h="1" extrusionOk="0">
                  <a:moveTo>
                    <a:pt x="0" y="1"/>
                  </a:moveTo>
                  <a:lnTo>
                    <a:pt x="4" y="1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73" name="Google Shape;7931;p80">
              <a:extLst>
                <a:ext uri="{FF2B5EF4-FFF2-40B4-BE49-F238E27FC236}">
                  <a16:creationId xmlns:a16="http://schemas.microsoft.com/office/drawing/2014/main" id="{4B1BE0E8-CEED-3586-5C5D-D41B2697946F}"/>
                </a:ext>
              </a:extLst>
            </p:cNvPr>
            <p:cNvSpPr/>
            <p:nvPr/>
          </p:nvSpPr>
          <p:spPr>
            <a:xfrm>
              <a:off x="2858581" y="2038759"/>
              <a:ext cx="109" cy="109"/>
            </a:xfrm>
            <a:custGeom>
              <a:avLst/>
              <a:gdLst/>
              <a:ahLst/>
              <a:cxnLst/>
              <a:rect l="l" t="t" r="r" b="b"/>
              <a:pathLst>
                <a:path w="8" h="8" extrusionOk="0">
                  <a:moveTo>
                    <a:pt x="1" y="1"/>
                  </a:moveTo>
                  <a:lnTo>
                    <a:pt x="8" y="8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74" name="Google Shape;7932;p80">
              <a:extLst>
                <a:ext uri="{FF2B5EF4-FFF2-40B4-BE49-F238E27FC236}">
                  <a16:creationId xmlns:a16="http://schemas.microsoft.com/office/drawing/2014/main" id="{400C7128-B260-779B-5839-14E793AE960C}"/>
                </a:ext>
              </a:extLst>
            </p:cNvPr>
            <p:cNvSpPr/>
            <p:nvPr/>
          </p:nvSpPr>
          <p:spPr>
            <a:xfrm>
              <a:off x="2860821" y="2038949"/>
              <a:ext cx="109" cy="68"/>
            </a:xfrm>
            <a:custGeom>
              <a:avLst/>
              <a:gdLst/>
              <a:ahLst/>
              <a:cxnLst/>
              <a:rect l="l" t="t" r="r" b="b"/>
              <a:pathLst>
                <a:path w="8" h="5" extrusionOk="0">
                  <a:moveTo>
                    <a:pt x="0" y="4"/>
                  </a:moveTo>
                  <a:lnTo>
                    <a:pt x="7" y="1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75" name="Google Shape;7933;p80">
              <a:extLst>
                <a:ext uri="{FF2B5EF4-FFF2-40B4-BE49-F238E27FC236}">
                  <a16:creationId xmlns:a16="http://schemas.microsoft.com/office/drawing/2014/main" id="{25E8B631-F017-09B2-C11B-FABC2651A2D0}"/>
                </a:ext>
              </a:extLst>
            </p:cNvPr>
            <p:cNvSpPr/>
            <p:nvPr/>
          </p:nvSpPr>
          <p:spPr>
            <a:xfrm>
              <a:off x="2852457" y="2033776"/>
              <a:ext cx="109" cy="204"/>
            </a:xfrm>
            <a:custGeom>
              <a:avLst/>
              <a:gdLst/>
              <a:ahLst/>
              <a:cxnLst/>
              <a:rect l="l" t="t" r="r" b="b"/>
              <a:pathLst>
                <a:path w="8" h="15" extrusionOk="0">
                  <a:moveTo>
                    <a:pt x="0" y="0"/>
                  </a:moveTo>
                  <a:lnTo>
                    <a:pt x="7" y="14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76" name="Google Shape;7934;p80">
              <a:extLst>
                <a:ext uri="{FF2B5EF4-FFF2-40B4-BE49-F238E27FC236}">
                  <a16:creationId xmlns:a16="http://schemas.microsoft.com/office/drawing/2014/main" id="{7AA1A58A-40DF-BC46-4A41-B50A9A5D3DEE}"/>
                </a:ext>
              </a:extLst>
            </p:cNvPr>
            <p:cNvSpPr/>
            <p:nvPr/>
          </p:nvSpPr>
          <p:spPr>
            <a:xfrm>
              <a:off x="2852267" y="2033301"/>
              <a:ext cx="109" cy="244"/>
            </a:xfrm>
            <a:custGeom>
              <a:avLst/>
              <a:gdLst/>
              <a:ahLst/>
              <a:cxnLst/>
              <a:rect l="l" t="t" r="r" b="b"/>
              <a:pathLst>
                <a:path w="8" h="18" extrusionOk="0">
                  <a:moveTo>
                    <a:pt x="0" y="0"/>
                  </a:moveTo>
                  <a:lnTo>
                    <a:pt x="7" y="18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77" name="Google Shape;7935;p80">
              <a:extLst>
                <a:ext uri="{FF2B5EF4-FFF2-40B4-BE49-F238E27FC236}">
                  <a16:creationId xmlns:a16="http://schemas.microsoft.com/office/drawing/2014/main" id="{825BCAED-4A8D-FADB-1C52-F3FD5E0848D7}"/>
                </a:ext>
              </a:extLst>
            </p:cNvPr>
            <p:cNvSpPr/>
            <p:nvPr/>
          </p:nvSpPr>
          <p:spPr>
            <a:xfrm>
              <a:off x="2852647" y="2034156"/>
              <a:ext cx="109" cy="204"/>
            </a:xfrm>
            <a:custGeom>
              <a:avLst/>
              <a:gdLst/>
              <a:ahLst/>
              <a:cxnLst/>
              <a:rect l="l" t="t" r="r" b="b"/>
              <a:pathLst>
                <a:path w="8" h="15" extrusionOk="0">
                  <a:moveTo>
                    <a:pt x="0" y="0"/>
                  </a:moveTo>
                  <a:lnTo>
                    <a:pt x="7" y="14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78" name="Google Shape;7936;p80">
              <a:extLst>
                <a:ext uri="{FF2B5EF4-FFF2-40B4-BE49-F238E27FC236}">
                  <a16:creationId xmlns:a16="http://schemas.microsoft.com/office/drawing/2014/main" id="{2A1C6AC1-4F2C-BFFB-2BCA-42C3F103B0B9}"/>
                </a:ext>
              </a:extLst>
            </p:cNvPr>
            <p:cNvSpPr/>
            <p:nvPr/>
          </p:nvSpPr>
          <p:spPr>
            <a:xfrm>
              <a:off x="2852118" y="2032826"/>
              <a:ext cx="109" cy="244"/>
            </a:xfrm>
            <a:custGeom>
              <a:avLst/>
              <a:gdLst/>
              <a:ahLst/>
              <a:cxnLst/>
              <a:rect l="l" t="t" r="r" b="b"/>
              <a:pathLst>
                <a:path w="8" h="18" extrusionOk="0">
                  <a:moveTo>
                    <a:pt x="1" y="0"/>
                  </a:moveTo>
                  <a:lnTo>
                    <a:pt x="8" y="18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79" name="Google Shape;7937;p80">
              <a:extLst>
                <a:ext uri="{FF2B5EF4-FFF2-40B4-BE49-F238E27FC236}">
                  <a16:creationId xmlns:a16="http://schemas.microsoft.com/office/drawing/2014/main" id="{42963835-BEBE-C918-CA83-9EAC50A077D5}"/>
                </a:ext>
              </a:extLst>
            </p:cNvPr>
            <p:cNvSpPr/>
            <p:nvPr/>
          </p:nvSpPr>
          <p:spPr>
            <a:xfrm>
              <a:off x="2851602" y="2031060"/>
              <a:ext cx="109" cy="339"/>
            </a:xfrm>
            <a:custGeom>
              <a:avLst/>
              <a:gdLst/>
              <a:ahLst/>
              <a:cxnLst/>
              <a:rect l="l" t="t" r="r" b="b"/>
              <a:pathLst>
                <a:path w="8" h="25" extrusionOk="0">
                  <a:moveTo>
                    <a:pt x="0" y="0"/>
                  </a:moveTo>
                  <a:lnTo>
                    <a:pt x="7" y="25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80" name="Google Shape;7938;p80">
              <a:extLst>
                <a:ext uri="{FF2B5EF4-FFF2-40B4-BE49-F238E27FC236}">
                  <a16:creationId xmlns:a16="http://schemas.microsoft.com/office/drawing/2014/main" id="{0E206886-3CC6-140B-097F-38F398249387}"/>
                </a:ext>
              </a:extLst>
            </p:cNvPr>
            <p:cNvSpPr/>
            <p:nvPr/>
          </p:nvSpPr>
          <p:spPr>
            <a:xfrm>
              <a:off x="2851928" y="2032296"/>
              <a:ext cx="109" cy="244"/>
            </a:xfrm>
            <a:custGeom>
              <a:avLst/>
              <a:gdLst/>
              <a:ahLst/>
              <a:cxnLst/>
              <a:rect l="l" t="t" r="r" b="b"/>
              <a:pathLst>
                <a:path w="8" h="18" extrusionOk="0">
                  <a:moveTo>
                    <a:pt x="1" y="1"/>
                  </a:moveTo>
                  <a:lnTo>
                    <a:pt x="8" y="18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81" name="Google Shape;7939;p80">
              <a:extLst>
                <a:ext uri="{FF2B5EF4-FFF2-40B4-BE49-F238E27FC236}">
                  <a16:creationId xmlns:a16="http://schemas.microsoft.com/office/drawing/2014/main" id="{543A49BD-A702-AEBD-9933-E7060F2F93D0}"/>
                </a:ext>
              </a:extLst>
            </p:cNvPr>
            <p:cNvSpPr/>
            <p:nvPr/>
          </p:nvSpPr>
          <p:spPr>
            <a:xfrm>
              <a:off x="2857725" y="2038189"/>
              <a:ext cx="109" cy="109"/>
            </a:xfrm>
            <a:custGeom>
              <a:avLst/>
              <a:gdLst/>
              <a:ahLst/>
              <a:cxnLst/>
              <a:rect l="l" t="t" r="r" b="b"/>
              <a:pathLst>
                <a:path w="8" h="8" extrusionOk="0">
                  <a:moveTo>
                    <a:pt x="1" y="1"/>
                  </a:moveTo>
                  <a:lnTo>
                    <a:pt x="8" y="8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82" name="Google Shape;7940;p80">
              <a:extLst>
                <a:ext uri="{FF2B5EF4-FFF2-40B4-BE49-F238E27FC236}">
                  <a16:creationId xmlns:a16="http://schemas.microsoft.com/office/drawing/2014/main" id="{7D9EB8FE-2521-B409-6EF0-FE3FB22F7433}"/>
                </a:ext>
              </a:extLst>
            </p:cNvPr>
            <p:cNvSpPr/>
            <p:nvPr/>
          </p:nvSpPr>
          <p:spPr>
            <a:xfrm>
              <a:off x="2851792" y="2031671"/>
              <a:ext cx="109" cy="299"/>
            </a:xfrm>
            <a:custGeom>
              <a:avLst/>
              <a:gdLst/>
              <a:ahLst/>
              <a:cxnLst/>
              <a:rect l="l" t="t" r="r" b="b"/>
              <a:pathLst>
                <a:path w="8" h="22" extrusionOk="0">
                  <a:moveTo>
                    <a:pt x="0" y="1"/>
                  </a:moveTo>
                  <a:lnTo>
                    <a:pt x="7" y="22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83" name="Google Shape;7941;p80">
              <a:extLst>
                <a:ext uri="{FF2B5EF4-FFF2-40B4-BE49-F238E27FC236}">
                  <a16:creationId xmlns:a16="http://schemas.microsoft.com/office/drawing/2014/main" id="{1CFDA766-190B-A722-F37B-56E04DFCF1D6}"/>
                </a:ext>
              </a:extLst>
            </p:cNvPr>
            <p:cNvSpPr/>
            <p:nvPr/>
          </p:nvSpPr>
          <p:spPr>
            <a:xfrm>
              <a:off x="2852837" y="2034482"/>
              <a:ext cx="54" cy="204"/>
            </a:xfrm>
            <a:custGeom>
              <a:avLst/>
              <a:gdLst/>
              <a:ahLst/>
              <a:cxnLst/>
              <a:rect l="l" t="t" r="r" b="b"/>
              <a:pathLst>
                <a:path w="4" h="15" extrusionOk="0">
                  <a:moveTo>
                    <a:pt x="0" y="1"/>
                  </a:moveTo>
                  <a:lnTo>
                    <a:pt x="4" y="15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84" name="Google Shape;7942;p80">
              <a:extLst>
                <a:ext uri="{FF2B5EF4-FFF2-40B4-BE49-F238E27FC236}">
                  <a16:creationId xmlns:a16="http://schemas.microsoft.com/office/drawing/2014/main" id="{E3018514-EA82-8BEF-7214-76E3AA57DA6B}"/>
                </a:ext>
              </a:extLst>
            </p:cNvPr>
            <p:cNvSpPr/>
            <p:nvPr/>
          </p:nvSpPr>
          <p:spPr>
            <a:xfrm>
              <a:off x="2856870" y="2037523"/>
              <a:ext cx="109" cy="109"/>
            </a:xfrm>
            <a:custGeom>
              <a:avLst/>
              <a:gdLst/>
              <a:ahLst/>
              <a:cxnLst/>
              <a:rect l="l" t="t" r="r" b="b"/>
              <a:pathLst>
                <a:path w="8" h="8" extrusionOk="0">
                  <a:moveTo>
                    <a:pt x="1" y="1"/>
                  </a:moveTo>
                  <a:lnTo>
                    <a:pt x="8" y="8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85" name="Google Shape;7943;p80">
              <a:extLst>
                <a:ext uri="{FF2B5EF4-FFF2-40B4-BE49-F238E27FC236}">
                  <a16:creationId xmlns:a16="http://schemas.microsoft.com/office/drawing/2014/main" id="{0CA677DC-BD68-F8CA-6CFB-ADDD1EE4C53F}"/>
                </a:ext>
              </a:extLst>
            </p:cNvPr>
            <p:cNvSpPr/>
            <p:nvPr/>
          </p:nvSpPr>
          <p:spPr>
            <a:xfrm>
              <a:off x="2852973" y="2034821"/>
              <a:ext cx="109" cy="149"/>
            </a:xfrm>
            <a:custGeom>
              <a:avLst/>
              <a:gdLst/>
              <a:ahLst/>
              <a:cxnLst/>
              <a:rect l="l" t="t" r="r" b="b"/>
              <a:pathLst>
                <a:path w="8" h="11" extrusionOk="0">
                  <a:moveTo>
                    <a:pt x="1" y="0"/>
                  </a:moveTo>
                  <a:lnTo>
                    <a:pt x="8" y="11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86" name="Google Shape;7944;p80">
              <a:extLst>
                <a:ext uri="{FF2B5EF4-FFF2-40B4-BE49-F238E27FC236}">
                  <a16:creationId xmlns:a16="http://schemas.microsoft.com/office/drawing/2014/main" id="{8A022917-6654-2729-531B-1BB4778CF948}"/>
                </a:ext>
              </a:extLst>
            </p:cNvPr>
            <p:cNvSpPr/>
            <p:nvPr/>
          </p:nvSpPr>
          <p:spPr>
            <a:xfrm>
              <a:off x="2854019" y="2035772"/>
              <a:ext cx="109" cy="54"/>
            </a:xfrm>
            <a:custGeom>
              <a:avLst/>
              <a:gdLst/>
              <a:ahLst/>
              <a:cxnLst/>
              <a:rect l="l" t="t" r="r" b="b"/>
              <a:pathLst>
                <a:path w="8" h="4" extrusionOk="0">
                  <a:moveTo>
                    <a:pt x="1" y="0"/>
                  </a:moveTo>
                  <a:lnTo>
                    <a:pt x="8" y="4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87" name="Google Shape;7945;p80">
              <a:extLst>
                <a:ext uri="{FF2B5EF4-FFF2-40B4-BE49-F238E27FC236}">
                  <a16:creationId xmlns:a16="http://schemas.microsoft.com/office/drawing/2014/main" id="{219BCE0E-47D6-D539-449C-3100B47B4AB4}"/>
                </a:ext>
              </a:extLst>
            </p:cNvPr>
            <p:cNvSpPr/>
            <p:nvPr/>
          </p:nvSpPr>
          <p:spPr>
            <a:xfrm>
              <a:off x="2857304" y="2037903"/>
              <a:ext cx="54" cy="14"/>
            </a:xfrm>
            <a:custGeom>
              <a:avLst/>
              <a:gdLst/>
              <a:ahLst/>
              <a:cxnLst/>
              <a:rect l="l" t="t" r="r" b="b"/>
              <a:pathLst>
                <a:path w="4" h="1" extrusionOk="0">
                  <a:moveTo>
                    <a:pt x="0" y="1"/>
                  </a:moveTo>
                  <a:lnTo>
                    <a:pt x="4" y="1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88" name="Google Shape;7946;p80">
              <a:extLst>
                <a:ext uri="{FF2B5EF4-FFF2-40B4-BE49-F238E27FC236}">
                  <a16:creationId xmlns:a16="http://schemas.microsoft.com/office/drawing/2014/main" id="{9C28608B-F86A-CB34-112C-6460B1CB9816}"/>
                </a:ext>
              </a:extLst>
            </p:cNvPr>
            <p:cNvSpPr/>
            <p:nvPr/>
          </p:nvSpPr>
          <p:spPr>
            <a:xfrm>
              <a:off x="2854263" y="2035813"/>
              <a:ext cx="54" cy="14"/>
            </a:xfrm>
            <a:custGeom>
              <a:avLst/>
              <a:gdLst/>
              <a:ahLst/>
              <a:cxnLst/>
              <a:rect l="l" t="t" r="r" b="b"/>
              <a:pathLst>
                <a:path w="4" h="1" extrusionOk="0">
                  <a:moveTo>
                    <a:pt x="0" y="1"/>
                  </a:moveTo>
                  <a:lnTo>
                    <a:pt x="4" y="1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89" name="Google Shape;7947;p80">
              <a:extLst>
                <a:ext uri="{FF2B5EF4-FFF2-40B4-BE49-F238E27FC236}">
                  <a16:creationId xmlns:a16="http://schemas.microsoft.com/office/drawing/2014/main" id="{F617DC69-7754-9574-0E2D-EEDFA73494EF}"/>
                </a:ext>
              </a:extLst>
            </p:cNvPr>
            <p:cNvSpPr/>
            <p:nvPr/>
          </p:nvSpPr>
          <p:spPr>
            <a:xfrm>
              <a:off x="2853163" y="2035107"/>
              <a:ext cx="109" cy="109"/>
            </a:xfrm>
            <a:custGeom>
              <a:avLst/>
              <a:gdLst/>
              <a:ahLst/>
              <a:cxnLst/>
              <a:rect l="l" t="t" r="r" b="b"/>
              <a:pathLst>
                <a:path w="8" h="8" extrusionOk="0">
                  <a:moveTo>
                    <a:pt x="1" y="0"/>
                  </a:moveTo>
                  <a:lnTo>
                    <a:pt x="8" y="7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90" name="Google Shape;7948;p80">
              <a:extLst>
                <a:ext uri="{FF2B5EF4-FFF2-40B4-BE49-F238E27FC236}">
                  <a16:creationId xmlns:a16="http://schemas.microsoft.com/office/drawing/2014/main" id="{F91C83B3-6414-9C48-F6FE-C832D9E7B88E}"/>
                </a:ext>
              </a:extLst>
            </p:cNvPr>
            <p:cNvSpPr/>
            <p:nvPr/>
          </p:nvSpPr>
          <p:spPr>
            <a:xfrm>
              <a:off x="2853598" y="2035487"/>
              <a:ext cx="109" cy="109"/>
            </a:xfrm>
            <a:custGeom>
              <a:avLst/>
              <a:gdLst/>
              <a:ahLst/>
              <a:cxnLst/>
              <a:rect l="l" t="t" r="r" b="b"/>
              <a:pathLst>
                <a:path w="8" h="8" extrusionOk="0">
                  <a:moveTo>
                    <a:pt x="0" y="0"/>
                  </a:moveTo>
                  <a:lnTo>
                    <a:pt x="7" y="7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91" name="Google Shape;7949;p80">
              <a:extLst>
                <a:ext uri="{FF2B5EF4-FFF2-40B4-BE49-F238E27FC236}">
                  <a16:creationId xmlns:a16="http://schemas.microsoft.com/office/drawing/2014/main" id="{4BA6FCE5-ECD7-B231-452D-D62E30FDA752}"/>
                </a:ext>
              </a:extLst>
            </p:cNvPr>
            <p:cNvSpPr/>
            <p:nvPr/>
          </p:nvSpPr>
          <p:spPr>
            <a:xfrm>
              <a:off x="2853788" y="2035622"/>
              <a:ext cx="109" cy="109"/>
            </a:xfrm>
            <a:custGeom>
              <a:avLst/>
              <a:gdLst/>
              <a:ahLst/>
              <a:cxnLst/>
              <a:rect l="l" t="t" r="r" b="b"/>
              <a:pathLst>
                <a:path w="8" h="8" extrusionOk="0">
                  <a:moveTo>
                    <a:pt x="0" y="1"/>
                  </a:moveTo>
                  <a:lnTo>
                    <a:pt x="7" y="8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92" name="Google Shape;7950;p80">
              <a:extLst>
                <a:ext uri="{FF2B5EF4-FFF2-40B4-BE49-F238E27FC236}">
                  <a16:creationId xmlns:a16="http://schemas.microsoft.com/office/drawing/2014/main" id="{3227CAA0-E9A7-0803-3003-A97635C03FF7}"/>
                </a:ext>
              </a:extLst>
            </p:cNvPr>
            <p:cNvSpPr/>
            <p:nvPr/>
          </p:nvSpPr>
          <p:spPr>
            <a:xfrm>
              <a:off x="2859490" y="2039139"/>
              <a:ext cx="109" cy="14"/>
            </a:xfrm>
            <a:custGeom>
              <a:avLst/>
              <a:gdLst/>
              <a:ahLst/>
              <a:cxnLst/>
              <a:rect l="l" t="t" r="r" b="b"/>
              <a:pathLst>
                <a:path w="8" h="1" extrusionOk="0">
                  <a:moveTo>
                    <a:pt x="0" y="1"/>
                  </a:moveTo>
                  <a:lnTo>
                    <a:pt x="7" y="1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93" name="Google Shape;7951;p80">
              <a:extLst>
                <a:ext uri="{FF2B5EF4-FFF2-40B4-BE49-F238E27FC236}">
                  <a16:creationId xmlns:a16="http://schemas.microsoft.com/office/drawing/2014/main" id="{23890FDB-AB98-4628-F8F4-662AA7C4B822}"/>
                </a:ext>
              </a:extLst>
            </p:cNvPr>
            <p:cNvSpPr/>
            <p:nvPr/>
          </p:nvSpPr>
          <p:spPr>
            <a:xfrm>
              <a:off x="2889049" y="2032921"/>
              <a:ext cx="3204" cy="2105"/>
            </a:xfrm>
            <a:custGeom>
              <a:avLst/>
              <a:gdLst/>
              <a:ahLst/>
              <a:cxnLst/>
              <a:rect l="l" t="t" r="r" b="b"/>
              <a:pathLst>
                <a:path w="236" h="155" extrusionOk="0">
                  <a:moveTo>
                    <a:pt x="235" y="0"/>
                  </a:moveTo>
                  <a:cubicBezTo>
                    <a:pt x="204" y="112"/>
                    <a:pt x="102" y="130"/>
                    <a:pt x="1" y="154"/>
                  </a:cubicBezTo>
                  <a:cubicBezTo>
                    <a:pt x="106" y="133"/>
                    <a:pt x="204" y="112"/>
                    <a:pt x="235" y="0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94" name="Google Shape;7952;p80">
              <a:extLst>
                <a:ext uri="{FF2B5EF4-FFF2-40B4-BE49-F238E27FC236}">
                  <a16:creationId xmlns:a16="http://schemas.microsoft.com/office/drawing/2014/main" id="{46A18B79-65E0-C9AA-CC3D-B94F0CDC78A6}"/>
                </a:ext>
              </a:extLst>
            </p:cNvPr>
            <p:cNvSpPr/>
            <p:nvPr/>
          </p:nvSpPr>
          <p:spPr>
            <a:xfrm>
              <a:off x="2861242" y="2038243"/>
              <a:ext cx="4440" cy="530"/>
            </a:xfrm>
            <a:custGeom>
              <a:avLst/>
              <a:gdLst/>
              <a:ahLst/>
              <a:cxnLst/>
              <a:rect l="l" t="t" r="r" b="b"/>
              <a:pathLst>
                <a:path w="327" h="39" extrusionOk="0">
                  <a:moveTo>
                    <a:pt x="326" y="7"/>
                  </a:moveTo>
                  <a:cubicBezTo>
                    <a:pt x="197" y="4"/>
                    <a:pt x="53" y="0"/>
                    <a:pt x="1" y="39"/>
                  </a:cubicBezTo>
                  <a:cubicBezTo>
                    <a:pt x="53" y="0"/>
                    <a:pt x="197" y="4"/>
                    <a:pt x="326" y="7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95" name="Google Shape;7953;p80">
              <a:extLst>
                <a:ext uri="{FF2B5EF4-FFF2-40B4-BE49-F238E27FC236}">
                  <a16:creationId xmlns:a16="http://schemas.microsoft.com/office/drawing/2014/main" id="{D2EF245F-D2A7-F236-0D7C-C3423D458F01}"/>
                </a:ext>
              </a:extLst>
            </p:cNvPr>
            <p:cNvSpPr/>
            <p:nvPr/>
          </p:nvSpPr>
          <p:spPr>
            <a:xfrm>
              <a:off x="2910922" y="2013858"/>
              <a:ext cx="54" cy="14"/>
            </a:xfrm>
            <a:custGeom>
              <a:avLst/>
              <a:gdLst/>
              <a:ahLst/>
              <a:cxnLst/>
              <a:rect l="l" t="t" r="r" b="b"/>
              <a:pathLst>
                <a:path w="4" h="1" extrusionOk="0">
                  <a:moveTo>
                    <a:pt x="4" y="0"/>
                  </a:moveTo>
                  <a:lnTo>
                    <a:pt x="0" y="0"/>
                  </a:lnTo>
                  <a:lnTo>
                    <a:pt x="4" y="0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96" name="Google Shape;7954;p80">
              <a:extLst>
                <a:ext uri="{FF2B5EF4-FFF2-40B4-BE49-F238E27FC236}">
                  <a16:creationId xmlns:a16="http://schemas.microsoft.com/office/drawing/2014/main" id="{4E4B69D6-8C56-4441-3076-9FEC1FFF6D8A}"/>
                </a:ext>
              </a:extLst>
            </p:cNvPr>
            <p:cNvSpPr/>
            <p:nvPr/>
          </p:nvSpPr>
          <p:spPr>
            <a:xfrm>
              <a:off x="2853353" y="2035297"/>
              <a:ext cx="109" cy="109"/>
            </a:xfrm>
            <a:custGeom>
              <a:avLst/>
              <a:gdLst/>
              <a:ahLst/>
              <a:cxnLst/>
              <a:rect l="l" t="t" r="r" b="b"/>
              <a:pathLst>
                <a:path w="8" h="8" extrusionOk="0">
                  <a:moveTo>
                    <a:pt x="8" y="7"/>
                  </a:moveTo>
                  <a:lnTo>
                    <a:pt x="1" y="0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97" name="Google Shape;7955;p80">
              <a:extLst>
                <a:ext uri="{FF2B5EF4-FFF2-40B4-BE49-F238E27FC236}">
                  <a16:creationId xmlns:a16="http://schemas.microsoft.com/office/drawing/2014/main" id="{40B85C8D-63F3-1F23-D40B-1E0743B2A2F8}"/>
                </a:ext>
              </a:extLst>
            </p:cNvPr>
            <p:cNvSpPr/>
            <p:nvPr/>
          </p:nvSpPr>
          <p:spPr>
            <a:xfrm>
              <a:off x="2860006" y="2039193"/>
              <a:ext cx="14" cy="14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1" y="0"/>
                  </a:move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98" name="Google Shape;7956;p80">
              <a:extLst>
                <a:ext uri="{FF2B5EF4-FFF2-40B4-BE49-F238E27FC236}">
                  <a16:creationId xmlns:a16="http://schemas.microsoft.com/office/drawing/2014/main" id="{72BCB044-C71C-95AC-0713-C505EAF2633D}"/>
                </a:ext>
              </a:extLst>
            </p:cNvPr>
            <p:cNvSpPr/>
            <p:nvPr/>
          </p:nvSpPr>
          <p:spPr>
            <a:xfrm>
              <a:off x="2899598" y="2013287"/>
              <a:ext cx="8486" cy="1765"/>
            </a:xfrm>
            <a:custGeom>
              <a:avLst/>
              <a:gdLst/>
              <a:ahLst/>
              <a:cxnLst/>
              <a:rect l="l" t="t" r="r" b="b"/>
              <a:pathLst>
                <a:path w="625" h="130" extrusionOk="0">
                  <a:moveTo>
                    <a:pt x="624" y="11"/>
                  </a:moveTo>
                  <a:cubicBezTo>
                    <a:pt x="424" y="7"/>
                    <a:pt x="120" y="0"/>
                    <a:pt x="1" y="130"/>
                  </a:cubicBezTo>
                  <a:cubicBezTo>
                    <a:pt x="120" y="0"/>
                    <a:pt x="424" y="7"/>
                    <a:pt x="624" y="1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99" name="Google Shape;7957;p80">
              <a:extLst>
                <a:ext uri="{FF2B5EF4-FFF2-40B4-BE49-F238E27FC236}">
                  <a16:creationId xmlns:a16="http://schemas.microsoft.com/office/drawing/2014/main" id="{15F9247D-840B-46ED-6934-AD03C774441B}"/>
                </a:ext>
              </a:extLst>
            </p:cNvPr>
            <p:cNvSpPr/>
            <p:nvPr/>
          </p:nvSpPr>
          <p:spPr>
            <a:xfrm>
              <a:off x="2909971" y="2013518"/>
              <a:ext cx="109" cy="14"/>
            </a:xfrm>
            <a:custGeom>
              <a:avLst/>
              <a:gdLst/>
              <a:ahLst/>
              <a:cxnLst/>
              <a:rect l="l" t="t" r="r" b="b"/>
              <a:pathLst>
                <a:path w="8" h="1" extrusionOk="0">
                  <a:moveTo>
                    <a:pt x="0" y="1"/>
                  </a:moveTo>
                  <a:lnTo>
                    <a:pt x="7" y="1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00" name="Google Shape;7958;p80">
              <a:extLst>
                <a:ext uri="{FF2B5EF4-FFF2-40B4-BE49-F238E27FC236}">
                  <a16:creationId xmlns:a16="http://schemas.microsoft.com/office/drawing/2014/main" id="{5AA11EEB-DC28-27B0-F622-90F01A32AD39}"/>
                </a:ext>
              </a:extLst>
            </p:cNvPr>
            <p:cNvSpPr/>
            <p:nvPr/>
          </p:nvSpPr>
          <p:spPr>
            <a:xfrm>
              <a:off x="2909632" y="2013478"/>
              <a:ext cx="109" cy="14"/>
            </a:xfrm>
            <a:custGeom>
              <a:avLst/>
              <a:gdLst/>
              <a:ahLst/>
              <a:cxnLst/>
              <a:rect l="l" t="t" r="r" b="b"/>
              <a:pathLst>
                <a:path w="8" h="1" extrusionOk="0">
                  <a:moveTo>
                    <a:pt x="1" y="0"/>
                  </a:moveTo>
                  <a:lnTo>
                    <a:pt x="8" y="0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01" name="Google Shape;7959;p80">
              <a:extLst>
                <a:ext uri="{FF2B5EF4-FFF2-40B4-BE49-F238E27FC236}">
                  <a16:creationId xmlns:a16="http://schemas.microsoft.com/office/drawing/2014/main" id="{A7A1B3C1-F2FE-D125-48A2-9C705E250E82}"/>
                </a:ext>
              </a:extLst>
            </p:cNvPr>
            <p:cNvSpPr/>
            <p:nvPr/>
          </p:nvSpPr>
          <p:spPr>
            <a:xfrm>
              <a:off x="2910392" y="2013668"/>
              <a:ext cx="68" cy="14"/>
            </a:xfrm>
            <a:custGeom>
              <a:avLst/>
              <a:gdLst/>
              <a:ahLst/>
              <a:cxnLst/>
              <a:rect l="l" t="t" r="r" b="b"/>
              <a:pathLst>
                <a:path w="5" h="1" extrusionOk="0">
                  <a:moveTo>
                    <a:pt x="1" y="0"/>
                  </a:moveTo>
                  <a:lnTo>
                    <a:pt x="4" y="0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02" name="Google Shape;7960;p80">
              <a:extLst>
                <a:ext uri="{FF2B5EF4-FFF2-40B4-BE49-F238E27FC236}">
                  <a16:creationId xmlns:a16="http://schemas.microsoft.com/office/drawing/2014/main" id="{8AF4012D-D9C9-56CA-35E0-F8ACAC82478D}"/>
                </a:ext>
              </a:extLst>
            </p:cNvPr>
            <p:cNvSpPr/>
            <p:nvPr/>
          </p:nvSpPr>
          <p:spPr>
            <a:xfrm>
              <a:off x="2962544" y="2114711"/>
              <a:ext cx="394" cy="204"/>
            </a:xfrm>
            <a:custGeom>
              <a:avLst/>
              <a:gdLst/>
              <a:ahLst/>
              <a:cxnLst/>
              <a:rect l="l" t="t" r="r" b="b"/>
              <a:pathLst>
                <a:path w="29" h="15" extrusionOk="0">
                  <a:moveTo>
                    <a:pt x="28" y="1"/>
                  </a:moveTo>
                  <a:lnTo>
                    <a:pt x="0" y="8"/>
                  </a:lnTo>
                  <a:lnTo>
                    <a:pt x="4" y="8"/>
                  </a:lnTo>
                  <a:lnTo>
                    <a:pt x="11" y="11"/>
                  </a:lnTo>
                  <a:lnTo>
                    <a:pt x="14" y="11"/>
                  </a:lnTo>
                  <a:lnTo>
                    <a:pt x="21" y="15"/>
                  </a:lnTo>
                  <a:cubicBezTo>
                    <a:pt x="21" y="11"/>
                    <a:pt x="25" y="4"/>
                    <a:pt x="28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03" name="Google Shape;7961;p80">
              <a:extLst>
                <a:ext uri="{FF2B5EF4-FFF2-40B4-BE49-F238E27FC236}">
                  <a16:creationId xmlns:a16="http://schemas.microsoft.com/office/drawing/2014/main" id="{D88F93FF-E2E7-9F25-E6AB-F1D8E78F39CC}"/>
                </a:ext>
              </a:extLst>
            </p:cNvPr>
            <p:cNvSpPr/>
            <p:nvPr/>
          </p:nvSpPr>
          <p:spPr>
            <a:xfrm>
              <a:off x="2968192" y="2108113"/>
              <a:ext cx="14895" cy="5757"/>
            </a:xfrm>
            <a:custGeom>
              <a:avLst/>
              <a:gdLst/>
              <a:ahLst/>
              <a:cxnLst/>
              <a:rect l="l" t="t" r="r" b="b"/>
              <a:pathLst>
                <a:path w="1097" h="424" extrusionOk="0">
                  <a:moveTo>
                    <a:pt x="1096" y="0"/>
                  </a:moveTo>
                  <a:cubicBezTo>
                    <a:pt x="1030" y="4"/>
                    <a:pt x="946" y="14"/>
                    <a:pt x="876" y="25"/>
                  </a:cubicBezTo>
                  <a:cubicBezTo>
                    <a:pt x="722" y="53"/>
                    <a:pt x="564" y="63"/>
                    <a:pt x="407" y="63"/>
                  </a:cubicBezTo>
                  <a:cubicBezTo>
                    <a:pt x="401" y="63"/>
                    <a:pt x="396" y="63"/>
                    <a:pt x="391" y="63"/>
                  </a:cubicBezTo>
                  <a:cubicBezTo>
                    <a:pt x="274" y="63"/>
                    <a:pt x="203" y="137"/>
                    <a:pt x="113" y="228"/>
                  </a:cubicBezTo>
                  <a:cubicBezTo>
                    <a:pt x="78" y="263"/>
                    <a:pt x="43" y="298"/>
                    <a:pt x="1" y="333"/>
                  </a:cubicBezTo>
                  <a:cubicBezTo>
                    <a:pt x="15" y="347"/>
                    <a:pt x="29" y="361"/>
                    <a:pt x="39" y="371"/>
                  </a:cubicBezTo>
                  <a:lnTo>
                    <a:pt x="46" y="378"/>
                  </a:lnTo>
                  <a:cubicBezTo>
                    <a:pt x="57" y="392"/>
                    <a:pt x="71" y="406"/>
                    <a:pt x="85" y="424"/>
                  </a:cubicBezTo>
                  <a:cubicBezTo>
                    <a:pt x="267" y="336"/>
                    <a:pt x="456" y="256"/>
                    <a:pt x="648" y="186"/>
                  </a:cubicBezTo>
                  <a:cubicBezTo>
                    <a:pt x="802" y="126"/>
                    <a:pt x="995" y="53"/>
                    <a:pt x="1096" y="0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04" name="Google Shape;7962;p80">
              <a:extLst>
                <a:ext uri="{FF2B5EF4-FFF2-40B4-BE49-F238E27FC236}">
                  <a16:creationId xmlns:a16="http://schemas.microsoft.com/office/drawing/2014/main" id="{294F6AB6-6C64-4F6D-D1BC-9002BEBF8A14}"/>
                </a:ext>
              </a:extLst>
            </p:cNvPr>
            <p:cNvSpPr/>
            <p:nvPr/>
          </p:nvSpPr>
          <p:spPr>
            <a:xfrm>
              <a:off x="2962679" y="2114861"/>
              <a:ext cx="54" cy="14"/>
            </a:xfrm>
            <a:custGeom>
              <a:avLst/>
              <a:gdLst/>
              <a:ahLst/>
              <a:cxnLst/>
              <a:rect l="l" t="t" r="r" b="b"/>
              <a:pathLst>
                <a:path w="4" h="1" extrusionOk="0">
                  <a:moveTo>
                    <a:pt x="4" y="0"/>
                  </a:moveTo>
                  <a:lnTo>
                    <a:pt x="1" y="0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05" name="Google Shape;7963;p80">
              <a:extLst>
                <a:ext uri="{FF2B5EF4-FFF2-40B4-BE49-F238E27FC236}">
                  <a16:creationId xmlns:a16="http://schemas.microsoft.com/office/drawing/2014/main" id="{D28C6B79-05DE-AFC7-892D-9A4D242429A8}"/>
                </a:ext>
              </a:extLst>
            </p:cNvPr>
            <p:cNvSpPr/>
            <p:nvPr/>
          </p:nvSpPr>
          <p:spPr>
            <a:xfrm>
              <a:off x="2968246" y="2112675"/>
              <a:ext cx="530" cy="530"/>
            </a:xfrm>
            <a:custGeom>
              <a:avLst/>
              <a:gdLst/>
              <a:ahLst/>
              <a:cxnLst/>
              <a:rect l="l" t="t" r="r" b="b"/>
              <a:pathLst>
                <a:path w="39" h="39" extrusionOk="0">
                  <a:moveTo>
                    <a:pt x="0" y="0"/>
                  </a:moveTo>
                  <a:cubicBezTo>
                    <a:pt x="11" y="11"/>
                    <a:pt x="25" y="25"/>
                    <a:pt x="39" y="39"/>
                  </a:cubicBezTo>
                  <a:cubicBezTo>
                    <a:pt x="25" y="25"/>
                    <a:pt x="11" y="11"/>
                    <a:pt x="0" y="0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06" name="Google Shape;7964;p80">
              <a:extLst>
                <a:ext uri="{FF2B5EF4-FFF2-40B4-BE49-F238E27FC236}">
                  <a16:creationId xmlns:a16="http://schemas.microsoft.com/office/drawing/2014/main" id="{39028635-9D1A-D522-C0DF-8C5D6EDE3793}"/>
                </a:ext>
              </a:extLst>
            </p:cNvPr>
            <p:cNvSpPr/>
            <p:nvPr/>
          </p:nvSpPr>
          <p:spPr>
            <a:xfrm>
              <a:off x="2962544" y="2114806"/>
              <a:ext cx="0" cy="14"/>
            </a:xfrm>
            <a:custGeom>
              <a:avLst/>
              <a:gdLst/>
              <a:ahLst/>
              <a:cxnLst/>
              <a:rect l="l" t="t" r="r" b="b"/>
              <a:pathLst>
                <a:path h="1" extrusionOk="0">
                  <a:moveTo>
                    <a:pt x="0" y="1"/>
                  </a:move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07" name="Google Shape;7965;p80">
              <a:extLst>
                <a:ext uri="{FF2B5EF4-FFF2-40B4-BE49-F238E27FC236}">
                  <a16:creationId xmlns:a16="http://schemas.microsoft.com/office/drawing/2014/main" id="{B22CD9A9-F6C2-5800-4F7B-F9933093AA09}"/>
                </a:ext>
              </a:extLst>
            </p:cNvPr>
            <p:cNvSpPr/>
            <p:nvPr/>
          </p:nvSpPr>
          <p:spPr>
            <a:xfrm>
              <a:off x="2962924" y="2114711"/>
              <a:ext cx="14" cy="14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0" y="1"/>
                  </a:move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08" name="Google Shape;7966;p80">
              <a:extLst>
                <a:ext uri="{FF2B5EF4-FFF2-40B4-BE49-F238E27FC236}">
                  <a16:creationId xmlns:a16="http://schemas.microsoft.com/office/drawing/2014/main" id="{9784CD27-3477-368F-C1D8-ABFB468CC922}"/>
                </a:ext>
              </a:extLst>
            </p:cNvPr>
            <p:cNvSpPr/>
            <p:nvPr/>
          </p:nvSpPr>
          <p:spPr>
            <a:xfrm>
              <a:off x="2968816" y="2113286"/>
              <a:ext cx="530" cy="584"/>
            </a:xfrm>
            <a:custGeom>
              <a:avLst/>
              <a:gdLst/>
              <a:ahLst/>
              <a:cxnLst/>
              <a:rect l="l" t="t" r="r" b="b"/>
              <a:pathLst>
                <a:path w="39" h="43" extrusionOk="0">
                  <a:moveTo>
                    <a:pt x="39" y="43"/>
                  </a:moveTo>
                  <a:cubicBezTo>
                    <a:pt x="25" y="29"/>
                    <a:pt x="14" y="15"/>
                    <a:pt x="0" y="1"/>
                  </a:cubicBezTo>
                  <a:cubicBezTo>
                    <a:pt x="14" y="15"/>
                    <a:pt x="25" y="29"/>
                    <a:pt x="39" y="43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09" name="Google Shape;7967;p80">
              <a:extLst>
                <a:ext uri="{FF2B5EF4-FFF2-40B4-BE49-F238E27FC236}">
                  <a16:creationId xmlns:a16="http://schemas.microsoft.com/office/drawing/2014/main" id="{62A759A3-6867-3414-7C80-947E9A62F39D}"/>
                </a:ext>
              </a:extLst>
            </p:cNvPr>
            <p:cNvSpPr/>
            <p:nvPr/>
          </p:nvSpPr>
          <p:spPr>
            <a:xfrm>
              <a:off x="2109605" y="1718303"/>
              <a:ext cx="11147" cy="17827"/>
            </a:xfrm>
            <a:custGeom>
              <a:avLst/>
              <a:gdLst/>
              <a:ahLst/>
              <a:cxnLst/>
              <a:rect l="l" t="t" r="r" b="b"/>
              <a:pathLst>
                <a:path w="821" h="1313" extrusionOk="0">
                  <a:moveTo>
                    <a:pt x="571" y="0"/>
                  </a:moveTo>
                  <a:cubicBezTo>
                    <a:pt x="510" y="0"/>
                    <a:pt x="450" y="16"/>
                    <a:pt x="407" y="52"/>
                  </a:cubicBezTo>
                  <a:cubicBezTo>
                    <a:pt x="344" y="107"/>
                    <a:pt x="265" y="137"/>
                    <a:pt x="183" y="137"/>
                  </a:cubicBezTo>
                  <a:cubicBezTo>
                    <a:pt x="155" y="137"/>
                    <a:pt x="127" y="133"/>
                    <a:pt x="99" y="126"/>
                  </a:cubicBezTo>
                  <a:cubicBezTo>
                    <a:pt x="81" y="122"/>
                    <a:pt x="64" y="119"/>
                    <a:pt x="46" y="119"/>
                  </a:cubicBezTo>
                  <a:cubicBezTo>
                    <a:pt x="36" y="119"/>
                    <a:pt x="25" y="122"/>
                    <a:pt x="22" y="133"/>
                  </a:cubicBezTo>
                  <a:cubicBezTo>
                    <a:pt x="1" y="171"/>
                    <a:pt x="46" y="245"/>
                    <a:pt x="95" y="326"/>
                  </a:cubicBezTo>
                  <a:cubicBezTo>
                    <a:pt x="176" y="459"/>
                    <a:pt x="277" y="620"/>
                    <a:pt x="232" y="819"/>
                  </a:cubicBezTo>
                  <a:cubicBezTo>
                    <a:pt x="179" y="1043"/>
                    <a:pt x="232" y="1274"/>
                    <a:pt x="295" y="1309"/>
                  </a:cubicBezTo>
                  <a:cubicBezTo>
                    <a:pt x="298" y="1311"/>
                    <a:pt x="301" y="1312"/>
                    <a:pt x="304" y="1312"/>
                  </a:cubicBezTo>
                  <a:cubicBezTo>
                    <a:pt x="318" y="1312"/>
                    <a:pt x="336" y="1296"/>
                    <a:pt x="347" y="1285"/>
                  </a:cubicBezTo>
                  <a:cubicBezTo>
                    <a:pt x="417" y="1208"/>
                    <a:pt x="505" y="1155"/>
                    <a:pt x="603" y="1131"/>
                  </a:cubicBezTo>
                  <a:cubicBezTo>
                    <a:pt x="652" y="1120"/>
                    <a:pt x="694" y="1096"/>
                    <a:pt x="722" y="1057"/>
                  </a:cubicBezTo>
                  <a:cubicBezTo>
                    <a:pt x="764" y="998"/>
                    <a:pt x="764" y="809"/>
                    <a:pt x="764" y="644"/>
                  </a:cubicBezTo>
                  <a:cubicBezTo>
                    <a:pt x="764" y="476"/>
                    <a:pt x="764" y="308"/>
                    <a:pt x="803" y="189"/>
                  </a:cubicBezTo>
                  <a:cubicBezTo>
                    <a:pt x="820" y="133"/>
                    <a:pt x="792" y="70"/>
                    <a:pt x="740" y="45"/>
                  </a:cubicBezTo>
                  <a:cubicBezTo>
                    <a:pt x="695" y="17"/>
                    <a:pt x="633" y="0"/>
                    <a:pt x="571" y="0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10" name="Google Shape;7968;p80">
              <a:extLst>
                <a:ext uri="{FF2B5EF4-FFF2-40B4-BE49-F238E27FC236}">
                  <a16:creationId xmlns:a16="http://schemas.microsoft.com/office/drawing/2014/main" id="{23449C83-53E3-2DC1-3E2F-C6783D5760AB}"/>
                </a:ext>
              </a:extLst>
            </p:cNvPr>
            <p:cNvSpPr/>
            <p:nvPr/>
          </p:nvSpPr>
          <p:spPr>
            <a:xfrm>
              <a:off x="2142544" y="1743706"/>
              <a:ext cx="19171" cy="11066"/>
            </a:xfrm>
            <a:custGeom>
              <a:avLst/>
              <a:gdLst/>
              <a:ahLst/>
              <a:cxnLst/>
              <a:rect l="l" t="t" r="r" b="b"/>
              <a:pathLst>
                <a:path w="1412" h="815" extrusionOk="0">
                  <a:moveTo>
                    <a:pt x="1338" y="1"/>
                  </a:moveTo>
                  <a:cubicBezTo>
                    <a:pt x="1278" y="1"/>
                    <a:pt x="1194" y="8"/>
                    <a:pt x="1079" y="33"/>
                  </a:cubicBezTo>
                  <a:cubicBezTo>
                    <a:pt x="902" y="72"/>
                    <a:pt x="774" y="98"/>
                    <a:pt x="661" y="98"/>
                  </a:cubicBezTo>
                  <a:cubicBezTo>
                    <a:pt x="561" y="98"/>
                    <a:pt x="473" y="78"/>
                    <a:pt x="372" y="26"/>
                  </a:cubicBezTo>
                  <a:cubicBezTo>
                    <a:pt x="349" y="15"/>
                    <a:pt x="321" y="8"/>
                    <a:pt x="294" y="8"/>
                  </a:cubicBezTo>
                  <a:cubicBezTo>
                    <a:pt x="288" y="8"/>
                    <a:pt x="283" y="8"/>
                    <a:pt x="278" y="9"/>
                  </a:cubicBezTo>
                  <a:cubicBezTo>
                    <a:pt x="194" y="9"/>
                    <a:pt x="109" y="40"/>
                    <a:pt x="43" y="96"/>
                  </a:cubicBezTo>
                  <a:cubicBezTo>
                    <a:pt x="11" y="124"/>
                    <a:pt x="1" y="152"/>
                    <a:pt x="4" y="163"/>
                  </a:cubicBezTo>
                  <a:cubicBezTo>
                    <a:pt x="22" y="215"/>
                    <a:pt x="116" y="324"/>
                    <a:pt x="523" y="429"/>
                  </a:cubicBezTo>
                  <a:cubicBezTo>
                    <a:pt x="705" y="474"/>
                    <a:pt x="866" y="576"/>
                    <a:pt x="992" y="716"/>
                  </a:cubicBezTo>
                  <a:cubicBezTo>
                    <a:pt x="1055" y="779"/>
                    <a:pt x="1090" y="814"/>
                    <a:pt x="1132" y="814"/>
                  </a:cubicBezTo>
                  <a:cubicBezTo>
                    <a:pt x="1137" y="814"/>
                    <a:pt x="1141" y="815"/>
                    <a:pt x="1145" y="815"/>
                  </a:cubicBezTo>
                  <a:cubicBezTo>
                    <a:pt x="1180" y="815"/>
                    <a:pt x="1192" y="802"/>
                    <a:pt x="1202" y="793"/>
                  </a:cubicBezTo>
                  <a:cubicBezTo>
                    <a:pt x="1219" y="772"/>
                    <a:pt x="1244" y="706"/>
                    <a:pt x="1212" y="520"/>
                  </a:cubicBezTo>
                  <a:cubicBezTo>
                    <a:pt x="1174" y="317"/>
                    <a:pt x="1331" y="107"/>
                    <a:pt x="1412" y="5"/>
                  </a:cubicBezTo>
                  <a:cubicBezTo>
                    <a:pt x="1394" y="3"/>
                    <a:pt x="1369" y="1"/>
                    <a:pt x="1338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11" name="Google Shape;7969;p80">
              <a:extLst>
                <a:ext uri="{FF2B5EF4-FFF2-40B4-BE49-F238E27FC236}">
                  <a16:creationId xmlns:a16="http://schemas.microsoft.com/office/drawing/2014/main" id="{09410C22-CE8B-565F-0A54-E1F995057145}"/>
                </a:ext>
              </a:extLst>
            </p:cNvPr>
            <p:cNvSpPr/>
            <p:nvPr/>
          </p:nvSpPr>
          <p:spPr>
            <a:xfrm>
              <a:off x="2099300" y="1663436"/>
              <a:ext cx="82904" cy="79917"/>
            </a:xfrm>
            <a:custGeom>
              <a:avLst/>
              <a:gdLst/>
              <a:ahLst/>
              <a:cxnLst/>
              <a:rect l="l" t="t" r="r" b="b"/>
              <a:pathLst>
                <a:path w="6106" h="5886" extrusionOk="0">
                  <a:moveTo>
                    <a:pt x="3259" y="267"/>
                  </a:moveTo>
                  <a:lnTo>
                    <a:pt x="3258" y="277"/>
                  </a:lnTo>
                  <a:lnTo>
                    <a:pt x="3258" y="277"/>
                  </a:lnTo>
                  <a:lnTo>
                    <a:pt x="3259" y="278"/>
                  </a:lnTo>
                  <a:lnTo>
                    <a:pt x="3259" y="267"/>
                  </a:lnTo>
                  <a:close/>
                  <a:moveTo>
                    <a:pt x="2881" y="1"/>
                  </a:moveTo>
                  <a:cubicBezTo>
                    <a:pt x="2703" y="4"/>
                    <a:pt x="2584" y="22"/>
                    <a:pt x="2559" y="43"/>
                  </a:cubicBezTo>
                  <a:cubicBezTo>
                    <a:pt x="2513" y="92"/>
                    <a:pt x="2372" y="190"/>
                    <a:pt x="2244" y="190"/>
                  </a:cubicBezTo>
                  <a:cubicBezTo>
                    <a:pt x="2207" y="190"/>
                    <a:pt x="2171" y="182"/>
                    <a:pt x="2139" y="162"/>
                  </a:cubicBezTo>
                  <a:lnTo>
                    <a:pt x="2118" y="148"/>
                  </a:lnTo>
                  <a:lnTo>
                    <a:pt x="2062" y="197"/>
                  </a:lnTo>
                  <a:cubicBezTo>
                    <a:pt x="2045" y="281"/>
                    <a:pt x="2003" y="362"/>
                    <a:pt x="1919" y="362"/>
                  </a:cubicBezTo>
                  <a:cubicBezTo>
                    <a:pt x="1901" y="362"/>
                    <a:pt x="1880" y="358"/>
                    <a:pt x="1863" y="355"/>
                  </a:cubicBezTo>
                  <a:cubicBezTo>
                    <a:pt x="1849" y="355"/>
                    <a:pt x="1838" y="351"/>
                    <a:pt x="1824" y="351"/>
                  </a:cubicBezTo>
                  <a:lnTo>
                    <a:pt x="1824" y="362"/>
                  </a:lnTo>
                  <a:cubicBezTo>
                    <a:pt x="1828" y="400"/>
                    <a:pt x="1807" y="442"/>
                    <a:pt x="1775" y="467"/>
                  </a:cubicBezTo>
                  <a:cubicBezTo>
                    <a:pt x="1739" y="497"/>
                    <a:pt x="1688" y="508"/>
                    <a:pt x="1632" y="508"/>
                  </a:cubicBezTo>
                  <a:cubicBezTo>
                    <a:pt x="1585" y="508"/>
                    <a:pt x="1536" y="501"/>
                    <a:pt x="1488" y="491"/>
                  </a:cubicBezTo>
                  <a:cubicBezTo>
                    <a:pt x="1477" y="488"/>
                    <a:pt x="1466" y="486"/>
                    <a:pt x="1455" y="486"/>
                  </a:cubicBezTo>
                  <a:cubicBezTo>
                    <a:pt x="1430" y="486"/>
                    <a:pt x="1406" y="494"/>
                    <a:pt x="1387" y="509"/>
                  </a:cubicBezTo>
                  <a:cubicBezTo>
                    <a:pt x="1376" y="516"/>
                    <a:pt x="1373" y="526"/>
                    <a:pt x="1373" y="537"/>
                  </a:cubicBezTo>
                  <a:cubicBezTo>
                    <a:pt x="1373" y="775"/>
                    <a:pt x="1296" y="810"/>
                    <a:pt x="1271" y="820"/>
                  </a:cubicBezTo>
                  <a:cubicBezTo>
                    <a:pt x="1259" y="825"/>
                    <a:pt x="1243" y="830"/>
                    <a:pt x="1225" y="830"/>
                  </a:cubicBezTo>
                  <a:cubicBezTo>
                    <a:pt x="1195" y="830"/>
                    <a:pt x="1158" y="818"/>
                    <a:pt x="1117" y="782"/>
                  </a:cubicBezTo>
                  <a:cubicBezTo>
                    <a:pt x="1047" y="712"/>
                    <a:pt x="984" y="631"/>
                    <a:pt x="931" y="544"/>
                  </a:cubicBezTo>
                  <a:cubicBezTo>
                    <a:pt x="914" y="516"/>
                    <a:pt x="889" y="477"/>
                    <a:pt x="872" y="453"/>
                  </a:cubicBezTo>
                  <a:cubicBezTo>
                    <a:pt x="861" y="470"/>
                    <a:pt x="851" y="495"/>
                    <a:pt x="840" y="512"/>
                  </a:cubicBezTo>
                  <a:cubicBezTo>
                    <a:pt x="770" y="652"/>
                    <a:pt x="693" y="813"/>
                    <a:pt x="578" y="813"/>
                  </a:cubicBezTo>
                  <a:lnTo>
                    <a:pt x="392" y="813"/>
                  </a:lnTo>
                  <a:lnTo>
                    <a:pt x="186" y="831"/>
                  </a:lnTo>
                  <a:lnTo>
                    <a:pt x="165" y="831"/>
                  </a:lnTo>
                  <a:cubicBezTo>
                    <a:pt x="158" y="866"/>
                    <a:pt x="158" y="901"/>
                    <a:pt x="172" y="932"/>
                  </a:cubicBezTo>
                  <a:cubicBezTo>
                    <a:pt x="175" y="936"/>
                    <a:pt x="179" y="939"/>
                    <a:pt x="179" y="946"/>
                  </a:cubicBezTo>
                  <a:lnTo>
                    <a:pt x="186" y="950"/>
                  </a:lnTo>
                  <a:lnTo>
                    <a:pt x="193" y="957"/>
                  </a:lnTo>
                  <a:cubicBezTo>
                    <a:pt x="196" y="964"/>
                    <a:pt x="200" y="967"/>
                    <a:pt x="207" y="971"/>
                  </a:cubicBezTo>
                  <a:cubicBezTo>
                    <a:pt x="231" y="985"/>
                    <a:pt x="249" y="1006"/>
                    <a:pt x="252" y="1034"/>
                  </a:cubicBezTo>
                  <a:cubicBezTo>
                    <a:pt x="256" y="1044"/>
                    <a:pt x="256" y="1058"/>
                    <a:pt x="256" y="1069"/>
                  </a:cubicBezTo>
                  <a:cubicBezTo>
                    <a:pt x="252" y="1156"/>
                    <a:pt x="165" y="1265"/>
                    <a:pt x="91" y="1303"/>
                  </a:cubicBezTo>
                  <a:cubicBezTo>
                    <a:pt x="67" y="1314"/>
                    <a:pt x="39" y="1324"/>
                    <a:pt x="7" y="1328"/>
                  </a:cubicBezTo>
                  <a:lnTo>
                    <a:pt x="0" y="1328"/>
                  </a:lnTo>
                  <a:lnTo>
                    <a:pt x="11" y="1342"/>
                  </a:lnTo>
                  <a:cubicBezTo>
                    <a:pt x="35" y="1377"/>
                    <a:pt x="67" y="1408"/>
                    <a:pt x="102" y="1433"/>
                  </a:cubicBezTo>
                  <a:cubicBezTo>
                    <a:pt x="161" y="1482"/>
                    <a:pt x="252" y="1555"/>
                    <a:pt x="168" y="1692"/>
                  </a:cubicBezTo>
                  <a:cubicBezTo>
                    <a:pt x="144" y="1723"/>
                    <a:pt x="137" y="1765"/>
                    <a:pt x="154" y="1800"/>
                  </a:cubicBezTo>
                  <a:cubicBezTo>
                    <a:pt x="172" y="1832"/>
                    <a:pt x="203" y="1853"/>
                    <a:pt x="242" y="1856"/>
                  </a:cubicBezTo>
                  <a:cubicBezTo>
                    <a:pt x="266" y="1860"/>
                    <a:pt x="294" y="1860"/>
                    <a:pt x="322" y="1860"/>
                  </a:cubicBezTo>
                  <a:cubicBezTo>
                    <a:pt x="330" y="1859"/>
                    <a:pt x="338" y="1859"/>
                    <a:pt x="346" y="1859"/>
                  </a:cubicBezTo>
                  <a:cubicBezTo>
                    <a:pt x="400" y="1859"/>
                    <a:pt x="452" y="1870"/>
                    <a:pt x="504" y="1891"/>
                  </a:cubicBezTo>
                  <a:cubicBezTo>
                    <a:pt x="553" y="1916"/>
                    <a:pt x="574" y="1979"/>
                    <a:pt x="550" y="2031"/>
                  </a:cubicBezTo>
                  <a:cubicBezTo>
                    <a:pt x="543" y="2045"/>
                    <a:pt x="539" y="2059"/>
                    <a:pt x="532" y="2077"/>
                  </a:cubicBezTo>
                  <a:lnTo>
                    <a:pt x="522" y="2101"/>
                  </a:lnTo>
                  <a:cubicBezTo>
                    <a:pt x="567" y="2094"/>
                    <a:pt x="616" y="2080"/>
                    <a:pt x="662" y="2059"/>
                  </a:cubicBezTo>
                  <a:cubicBezTo>
                    <a:pt x="704" y="2035"/>
                    <a:pt x="742" y="1996"/>
                    <a:pt x="763" y="1951"/>
                  </a:cubicBezTo>
                  <a:cubicBezTo>
                    <a:pt x="805" y="1877"/>
                    <a:pt x="861" y="1786"/>
                    <a:pt x="1054" y="1730"/>
                  </a:cubicBezTo>
                  <a:cubicBezTo>
                    <a:pt x="1096" y="1716"/>
                    <a:pt x="1145" y="1713"/>
                    <a:pt x="1190" y="1713"/>
                  </a:cubicBezTo>
                  <a:cubicBezTo>
                    <a:pt x="1471" y="1713"/>
                    <a:pt x="1782" y="1912"/>
                    <a:pt x="1891" y="2080"/>
                  </a:cubicBezTo>
                  <a:cubicBezTo>
                    <a:pt x="1915" y="2119"/>
                    <a:pt x="1936" y="2147"/>
                    <a:pt x="1954" y="2175"/>
                  </a:cubicBezTo>
                  <a:cubicBezTo>
                    <a:pt x="2017" y="2245"/>
                    <a:pt x="2055" y="2336"/>
                    <a:pt x="2073" y="2431"/>
                  </a:cubicBezTo>
                  <a:cubicBezTo>
                    <a:pt x="2090" y="2532"/>
                    <a:pt x="2174" y="2798"/>
                    <a:pt x="2559" y="3047"/>
                  </a:cubicBezTo>
                  <a:cubicBezTo>
                    <a:pt x="2738" y="3166"/>
                    <a:pt x="2899" y="3306"/>
                    <a:pt x="3042" y="3463"/>
                  </a:cubicBezTo>
                  <a:cubicBezTo>
                    <a:pt x="3140" y="3561"/>
                    <a:pt x="3217" y="3642"/>
                    <a:pt x="3298" y="3680"/>
                  </a:cubicBezTo>
                  <a:cubicBezTo>
                    <a:pt x="3372" y="3715"/>
                    <a:pt x="3445" y="3743"/>
                    <a:pt x="3526" y="3761"/>
                  </a:cubicBezTo>
                  <a:cubicBezTo>
                    <a:pt x="3645" y="3792"/>
                    <a:pt x="3757" y="3820"/>
                    <a:pt x="3844" y="3925"/>
                  </a:cubicBezTo>
                  <a:cubicBezTo>
                    <a:pt x="3956" y="4058"/>
                    <a:pt x="4110" y="4135"/>
                    <a:pt x="4299" y="4223"/>
                  </a:cubicBezTo>
                  <a:cubicBezTo>
                    <a:pt x="4383" y="4265"/>
                    <a:pt x="4457" y="4332"/>
                    <a:pt x="4509" y="4416"/>
                  </a:cubicBezTo>
                  <a:cubicBezTo>
                    <a:pt x="4565" y="4489"/>
                    <a:pt x="4597" y="4531"/>
                    <a:pt x="4667" y="4542"/>
                  </a:cubicBezTo>
                  <a:cubicBezTo>
                    <a:pt x="4824" y="4563"/>
                    <a:pt x="4835" y="4671"/>
                    <a:pt x="4842" y="4748"/>
                  </a:cubicBezTo>
                  <a:cubicBezTo>
                    <a:pt x="4842" y="4797"/>
                    <a:pt x="4856" y="4846"/>
                    <a:pt x="4887" y="4888"/>
                  </a:cubicBezTo>
                  <a:cubicBezTo>
                    <a:pt x="5013" y="5042"/>
                    <a:pt x="5052" y="5368"/>
                    <a:pt x="4912" y="5560"/>
                  </a:cubicBezTo>
                  <a:cubicBezTo>
                    <a:pt x="4849" y="5655"/>
                    <a:pt x="4838" y="5777"/>
                    <a:pt x="4887" y="5886"/>
                  </a:cubicBezTo>
                  <a:cubicBezTo>
                    <a:pt x="4947" y="5840"/>
                    <a:pt x="5073" y="5627"/>
                    <a:pt x="5094" y="5494"/>
                  </a:cubicBezTo>
                  <a:cubicBezTo>
                    <a:pt x="5111" y="5371"/>
                    <a:pt x="5188" y="5322"/>
                    <a:pt x="5265" y="5273"/>
                  </a:cubicBezTo>
                  <a:cubicBezTo>
                    <a:pt x="5325" y="5242"/>
                    <a:pt x="5377" y="5196"/>
                    <a:pt x="5423" y="5140"/>
                  </a:cubicBezTo>
                  <a:cubicBezTo>
                    <a:pt x="5448" y="5105"/>
                    <a:pt x="5455" y="5098"/>
                    <a:pt x="5353" y="5014"/>
                  </a:cubicBezTo>
                  <a:cubicBezTo>
                    <a:pt x="5279" y="4958"/>
                    <a:pt x="5192" y="4885"/>
                    <a:pt x="5160" y="4769"/>
                  </a:cubicBezTo>
                  <a:cubicBezTo>
                    <a:pt x="5132" y="4650"/>
                    <a:pt x="5178" y="4524"/>
                    <a:pt x="5279" y="4458"/>
                  </a:cubicBezTo>
                  <a:cubicBezTo>
                    <a:pt x="5349" y="4407"/>
                    <a:pt x="5433" y="4382"/>
                    <a:pt x="5520" y="4382"/>
                  </a:cubicBezTo>
                  <a:cubicBezTo>
                    <a:pt x="5609" y="4382"/>
                    <a:pt x="5701" y="4408"/>
                    <a:pt x="5784" y="4461"/>
                  </a:cubicBezTo>
                  <a:cubicBezTo>
                    <a:pt x="5826" y="4486"/>
                    <a:pt x="5861" y="4510"/>
                    <a:pt x="5896" y="4535"/>
                  </a:cubicBezTo>
                  <a:cubicBezTo>
                    <a:pt x="5952" y="4577"/>
                    <a:pt x="6015" y="4612"/>
                    <a:pt x="6078" y="4636"/>
                  </a:cubicBezTo>
                  <a:cubicBezTo>
                    <a:pt x="6092" y="4605"/>
                    <a:pt x="6095" y="4573"/>
                    <a:pt x="6095" y="4538"/>
                  </a:cubicBezTo>
                  <a:cubicBezTo>
                    <a:pt x="6106" y="4367"/>
                    <a:pt x="5546" y="4086"/>
                    <a:pt x="5276" y="3953"/>
                  </a:cubicBezTo>
                  <a:cubicBezTo>
                    <a:pt x="5174" y="3901"/>
                    <a:pt x="5094" y="3859"/>
                    <a:pt x="5045" y="3831"/>
                  </a:cubicBezTo>
                  <a:cubicBezTo>
                    <a:pt x="4968" y="3782"/>
                    <a:pt x="4908" y="3708"/>
                    <a:pt x="4880" y="3624"/>
                  </a:cubicBezTo>
                  <a:cubicBezTo>
                    <a:pt x="4848" y="3551"/>
                    <a:pt x="4834" y="3515"/>
                    <a:pt x="4713" y="3515"/>
                  </a:cubicBezTo>
                  <a:cubicBezTo>
                    <a:pt x="4702" y="3515"/>
                    <a:pt x="4690" y="3515"/>
                    <a:pt x="4677" y="3516"/>
                  </a:cubicBezTo>
                  <a:cubicBezTo>
                    <a:pt x="4669" y="3516"/>
                    <a:pt x="4660" y="3517"/>
                    <a:pt x="4652" y="3517"/>
                  </a:cubicBezTo>
                  <a:cubicBezTo>
                    <a:pt x="4297" y="3517"/>
                    <a:pt x="3887" y="3091"/>
                    <a:pt x="3760" y="2592"/>
                  </a:cubicBezTo>
                  <a:cubicBezTo>
                    <a:pt x="3697" y="2340"/>
                    <a:pt x="3512" y="2227"/>
                    <a:pt x="3330" y="2119"/>
                  </a:cubicBezTo>
                  <a:cubicBezTo>
                    <a:pt x="3189" y="2035"/>
                    <a:pt x="3060" y="1958"/>
                    <a:pt x="2997" y="1821"/>
                  </a:cubicBezTo>
                  <a:cubicBezTo>
                    <a:pt x="2937" y="1709"/>
                    <a:pt x="2937" y="1573"/>
                    <a:pt x="2997" y="1464"/>
                  </a:cubicBezTo>
                  <a:cubicBezTo>
                    <a:pt x="3025" y="1398"/>
                    <a:pt x="3046" y="1356"/>
                    <a:pt x="3004" y="1272"/>
                  </a:cubicBezTo>
                  <a:cubicBezTo>
                    <a:pt x="2979" y="1219"/>
                    <a:pt x="2976" y="1156"/>
                    <a:pt x="2997" y="1104"/>
                  </a:cubicBezTo>
                  <a:cubicBezTo>
                    <a:pt x="3039" y="999"/>
                    <a:pt x="3151" y="929"/>
                    <a:pt x="3238" y="890"/>
                  </a:cubicBezTo>
                  <a:lnTo>
                    <a:pt x="3238" y="859"/>
                  </a:lnTo>
                  <a:lnTo>
                    <a:pt x="3238" y="820"/>
                  </a:lnTo>
                  <a:lnTo>
                    <a:pt x="3238" y="757"/>
                  </a:lnTo>
                  <a:lnTo>
                    <a:pt x="3238" y="729"/>
                  </a:lnTo>
                  <a:lnTo>
                    <a:pt x="3238" y="638"/>
                  </a:lnTo>
                  <a:lnTo>
                    <a:pt x="3238" y="621"/>
                  </a:lnTo>
                  <a:cubicBezTo>
                    <a:pt x="3238" y="596"/>
                    <a:pt x="3238" y="572"/>
                    <a:pt x="3242" y="547"/>
                  </a:cubicBezTo>
                  <a:lnTo>
                    <a:pt x="3242" y="516"/>
                  </a:lnTo>
                  <a:cubicBezTo>
                    <a:pt x="3242" y="498"/>
                    <a:pt x="3242" y="477"/>
                    <a:pt x="3242" y="460"/>
                  </a:cubicBezTo>
                  <a:cubicBezTo>
                    <a:pt x="3242" y="449"/>
                    <a:pt x="3242" y="439"/>
                    <a:pt x="3245" y="428"/>
                  </a:cubicBezTo>
                  <a:cubicBezTo>
                    <a:pt x="3249" y="414"/>
                    <a:pt x="3249" y="393"/>
                    <a:pt x="3249" y="376"/>
                  </a:cubicBezTo>
                  <a:cubicBezTo>
                    <a:pt x="3252" y="362"/>
                    <a:pt x="3249" y="355"/>
                    <a:pt x="3252" y="344"/>
                  </a:cubicBezTo>
                  <a:cubicBezTo>
                    <a:pt x="3256" y="334"/>
                    <a:pt x="3256" y="313"/>
                    <a:pt x="3256" y="295"/>
                  </a:cubicBezTo>
                  <a:lnTo>
                    <a:pt x="3258" y="277"/>
                  </a:lnTo>
                  <a:lnTo>
                    <a:pt x="3258" y="277"/>
                  </a:lnTo>
                  <a:lnTo>
                    <a:pt x="3200" y="267"/>
                  </a:lnTo>
                  <a:cubicBezTo>
                    <a:pt x="3140" y="264"/>
                    <a:pt x="3081" y="246"/>
                    <a:pt x="3025" y="222"/>
                  </a:cubicBezTo>
                  <a:cubicBezTo>
                    <a:pt x="2972" y="187"/>
                    <a:pt x="2948" y="109"/>
                    <a:pt x="2930" y="39"/>
                  </a:cubicBezTo>
                  <a:cubicBezTo>
                    <a:pt x="2927" y="29"/>
                    <a:pt x="2923" y="11"/>
                    <a:pt x="2916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12" name="Google Shape;7970;p80">
              <a:extLst>
                <a:ext uri="{FF2B5EF4-FFF2-40B4-BE49-F238E27FC236}">
                  <a16:creationId xmlns:a16="http://schemas.microsoft.com/office/drawing/2014/main" id="{50A3D76F-6D56-F13C-0B10-37EF6A54172D}"/>
                </a:ext>
              </a:extLst>
            </p:cNvPr>
            <p:cNvSpPr/>
            <p:nvPr/>
          </p:nvSpPr>
          <p:spPr>
            <a:xfrm>
              <a:off x="2139082" y="1663966"/>
              <a:ext cx="1344" cy="2485"/>
            </a:xfrm>
            <a:custGeom>
              <a:avLst/>
              <a:gdLst/>
              <a:ahLst/>
              <a:cxnLst/>
              <a:rect l="l" t="t" r="r" b="b"/>
              <a:pathLst>
                <a:path w="99" h="183" extrusionOk="0">
                  <a:moveTo>
                    <a:pt x="98" y="183"/>
                  </a:moveTo>
                  <a:lnTo>
                    <a:pt x="98" y="183"/>
                  </a:lnTo>
                  <a:cubicBezTo>
                    <a:pt x="42" y="148"/>
                    <a:pt x="21" y="70"/>
                    <a:pt x="0" y="0"/>
                  </a:cubicBezTo>
                  <a:cubicBezTo>
                    <a:pt x="21" y="70"/>
                    <a:pt x="42" y="148"/>
                    <a:pt x="98" y="183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13" name="Google Shape;7971;p80">
              <a:extLst>
                <a:ext uri="{FF2B5EF4-FFF2-40B4-BE49-F238E27FC236}">
                  <a16:creationId xmlns:a16="http://schemas.microsoft.com/office/drawing/2014/main" id="{8D1B5149-CBE6-1FC5-B860-9949848F997D}"/>
                </a:ext>
              </a:extLst>
            </p:cNvPr>
            <p:cNvSpPr/>
            <p:nvPr/>
          </p:nvSpPr>
          <p:spPr>
            <a:xfrm>
              <a:off x="2128057" y="1665391"/>
              <a:ext cx="299" cy="204"/>
            </a:xfrm>
            <a:custGeom>
              <a:avLst/>
              <a:gdLst/>
              <a:ahLst/>
              <a:cxnLst/>
              <a:rect l="l" t="t" r="r" b="b"/>
              <a:pathLst>
                <a:path w="22" h="15" extrusionOk="0">
                  <a:moveTo>
                    <a:pt x="21" y="14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14" name="Google Shape;7972;p80">
              <a:extLst>
                <a:ext uri="{FF2B5EF4-FFF2-40B4-BE49-F238E27FC236}">
                  <a16:creationId xmlns:a16="http://schemas.microsoft.com/office/drawing/2014/main" id="{680658A0-6717-69DE-0C92-8C32E75257D9}"/>
                </a:ext>
              </a:extLst>
            </p:cNvPr>
            <p:cNvSpPr/>
            <p:nvPr/>
          </p:nvSpPr>
          <p:spPr>
            <a:xfrm>
              <a:off x="2142734" y="1667061"/>
              <a:ext cx="923" cy="149"/>
            </a:xfrm>
            <a:custGeom>
              <a:avLst/>
              <a:gdLst/>
              <a:ahLst/>
              <a:cxnLst/>
              <a:rect l="l" t="t" r="r" b="b"/>
              <a:pathLst>
                <a:path w="68" h="11" extrusionOk="0">
                  <a:moveTo>
                    <a:pt x="67" y="11"/>
                  </a:moveTo>
                  <a:lnTo>
                    <a:pt x="1" y="0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15" name="Google Shape;7973;p80">
              <a:extLst>
                <a:ext uri="{FF2B5EF4-FFF2-40B4-BE49-F238E27FC236}">
                  <a16:creationId xmlns:a16="http://schemas.microsoft.com/office/drawing/2014/main" id="{87220219-6917-AD3A-284F-2A7C8A1003F2}"/>
                </a:ext>
              </a:extLst>
            </p:cNvPr>
            <p:cNvSpPr/>
            <p:nvPr/>
          </p:nvSpPr>
          <p:spPr>
            <a:xfrm>
              <a:off x="2105477" y="1674515"/>
              <a:ext cx="299" cy="14"/>
            </a:xfrm>
            <a:custGeom>
              <a:avLst/>
              <a:gdLst/>
              <a:ahLst/>
              <a:cxnLst/>
              <a:rect l="l" t="t" r="r" b="b"/>
              <a:pathLst>
                <a:path w="22" h="1" extrusionOk="0">
                  <a:moveTo>
                    <a:pt x="21" y="1"/>
                  </a:moveTo>
                  <a:lnTo>
                    <a:pt x="0" y="1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16" name="Google Shape;7974;p80">
              <a:extLst>
                <a:ext uri="{FF2B5EF4-FFF2-40B4-BE49-F238E27FC236}">
                  <a16:creationId xmlns:a16="http://schemas.microsoft.com/office/drawing/2014/main" id="{8E11B35B-5798-C9CF-B21A-F850B7750D2B}"/>
                </a:ext>
              </a:extLst>
            </p:cNvPr>
            <p:cNvSpPr/>
            <p:nvPr/>
          </p:nvSpPr>
          <p:spPr>
            <a:xfrm>
              <a:off x="2105097" y="1674570"/>
              <a:ext cx="299" cy="14"/>
            </a:xfrm>
            <a:custGeom>
              <a:avLst/>
              <a:gdLst/>
              <a:ahLst/>
              <a:cxnLst/>
              <a:rect l="l" t="t" r="r" b="b"/>
              <a:pathLst>
                <a:path w="22" h="1" extrusionOk="0">
                  <a:moveTo>
                    <a:pt x="21" y="0"/>
                  </a:moveTo>
                  <a:lnTo>
                    <a:pt x="0" y="0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17" name="Google Shape;7975;p80">
              <a:extLst>
                <a:ext uri="{FF2B5EF4-FFF2-40B4-BE49-F238E27FC236}">
                  <a16:creationId xmlns:a16="http://schemas.microsoft.com/office/drawing/2014/main" id="{5927E714-217B-13A3-4909-2CCB18156228}"/>
                </a:ext>
              </a:extLst>
            </p:cNvPr>
            <p:cNvSpPr/>
            <p:nvPr/>
          </p:nvSpPr>
          <p:spPr>
            <a:xfrm>
              <a:off x="2101866" y="1674610"/>
              <a:ext cx="2770" cy="204"/>
            </a:xfrm>
            <a:custGeom>
              <a:avLst/>
              <a:gdLst/>
              <a:ahLst/>
              <a:cxnLst/>
              <a:rect l="l" t="t" r="r" b="b"/>
              <a:pathLst>
                <a:path w="204" h="15" extrusionOk="0">
                  <a:moveTo>
                    <a:pt x="203" y="1"/>
                  </a:moveTo>
                  <a:lnTo>
                    <a:pt x="0" y="15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18" name="Google Shape;7976;p80">
              <a:extLst>
                <a:ext uri="{FF2B5EF4-FFF2-40B4-BE49-F238E27FC236}">
                  <a16:creationId xmlns:a16="http://schemas.microsoft.com/office/drawing/2014/main" id="{B5FA58CE-1705-DE02-9CAB-F2738358E174}"/>
                </a:ext>
              </a:extLst>
            </p:cNvPr>
            <p:cNvSpPr/>
            <p:nvPr/>
          </p:nvSpPr>
          <p:spPr>
            <a:xfrm>
              <a:off x="2104622" y="1674570"/>
              <a:ext cx="394" cy="14"/>
            </a:xfrm>
            <a:custGeom>
              <a:avLst/>
              <a:gdLst/>
              <a:ahLst/>
              <a:cxnLst/>
              <a:rect l="l" t="t" r="r" b="b"/>
              <a:pathLst>
                <a:path w="29" h="1" extrusionOk="0">
                  <a:moveTo>
                    <a:pt x="28" y="0"/>
                  </a:moveTo>
                  <a:lnTo>
                    <a:pt x="0" y="0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19" name="Google Shape;7977;p80">
              <a:extLst>
                <a:ext uri="{FF2B5EF4-FFF2-40B4-BE49-F238E27FC236}">
                  <a16:creationId xmlns:a16="http://schemas.microsoft.com/office/drawing/2014/main" id="{686B2CED-7091-62C8-E229-72E00D85C7FC}"/>
                </a:ext>
              </a:extLst>
            </p:cNvPr>
            <p:cNvSpPr/>
            <p:nvPr/>
          </p:nvSpPr>
          <p:spPr>
            <a:xfrm>
              <a:off x="2101526" y="1674855"/>
              <a:ext cx="299" cy="14"/>
            </a:xfrm>
            <a:custGeom>
              <a:avLst/>
              <a:gdLst/>
              <a:ahLst/>
              <a:cxnLst/>
              <a:rect l="l" t="t" r="r" b="b"/>
              <a:pathLst>
                <a:path w="22" h="1" extrusionOk="0">
                  <a:moveTo>
                    <a:pt x="1" y="0"/>
                  </a:moveTo>
                  <a:lnTo>
                    <a:pt x="22" y="0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20" name="Google Shape;7978;p80">
              <a:extLst>
                <a:ext uri="{FF2B5EF4-FFF2-40B4-BE49-F238E27FC236}">
                  <a16:creationId xmlns:a16="http://schemas.microsoft.com/office/drawing/2014/main" id="{5717C09D-BE10-0898-19AF-4716C4D47EC6}"/>
                </a:ext>
              </a:extLst>
            </p:cNvPr>
            <p:cNvSpPr/>
            <p:nvPr/>
          </p:nvSpPr>
          <p:spPr>
            <a:xfrm>
              <a:off x="2127296" y="1665391"/>
              <a:ext cx="774" cy="720"/>
            </a:xfrm>
            <a:custGeom>
              <a:avLst/>
              <a:gdLst/>
              <a:ahLst/>
              <a:cxnLst/>
              <a:rect l="l" t="t" r="r" b="b"/>
              <a:pathLst>
                <a:path w="57" h="53" extrusionOk="0">
                  <a:moveTo>
                    <a:pt x="0" y="53"/>
                  </a:moveTo>
                  <a:lnTo>
                    <a:pt x="56" y="0"/>
                  </a:lnTo>
                  <a:lnTo>
                    <a:pt x="56" y="0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21" name="Google Shape;7979;p80">
              <a:extLst>
                <a:ext uri="{FF2B5EF4-FFF2-40B4-BE49-F238E27FC236}">
                  <a16:creationId xmlns:a16="http://schemas.microsoft.com/office/drawing/2014/main" id="{B5510FAB-1DB9-B9DA-9AC5-25A04DCAB4C2}"/>
                </a:ext>
              </a:extLst>
            </p:cNvPr>
            <p:cNvSpPr/>
            <p:nvPr/>
          </p:nvSpPr>
          <p:spPr>
            <a:xfrm>
              <a:off x="2106903" y="1674475"/>
              <a:ext cx="14" cy="14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0" y="0"/>
                  </a:move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22" name="Google Shape;7980;p80">
              <a:extLst>
                <a:ext uri="{FF2B5EF4-FFF2-40B4-BE49-F238E27FC236}">
                  <a16:creationId xmlns:a16="http://schemas.microsoft.com/office/drawing/2014/main" id="{F4A45CA7-2B78-1672-52C8-252F8B14E5CE}"/>
                </a:ext>
              </a:extLst>
            </p:cNvPr>
            <p:cNvSpPr/>
            <p:nvPr/>
          </p:nvSpPr>
          <p:spPr>
            <a:xfrm>
              <a:off x="2106659" y="1674475"/>
              <a:ext cx="14" cy="14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1" y="0"/>
                  </a:move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23" name="Google Shape;7981;p80">
              <a:extLst>
                <a:ext uri="{FF2B5EF4-FFF2-40B4-BE49-F238E27FC236}">
                  <a16:creationId xmlns:a16="http://schemas.microsoft.com/office/drawing/2014/main" id="{1AFA673D-AC3D-14A4-D716-5BCF60CE91D1}"/>
                </a:ext>
              </a:extLst>
            </p:cNvPr>
            <p:cNvSpPr/>
            <p:nvPr/>
          </p:nvSpPr>
          <p:spPr>
            <a:xfrm>
              <a:off x="2105858" y="1674515"/>
              <a:ext cx="244" cy="14"/>
            </a:xfrm>
            <a:custGeom>
              <a:avLst/>
              <a:gdLst/>
              <a:ahLst/>
              <a:cxnLst/>
              <a:rect l="l" t="t" r="r" b="b"/>
              <a:pathLst>
                <a:path w="18" h="1" extrusionOk="0">
                  <a:moveTo>
                    <a:pt x="18" y="1"/>
                  </a:moveTo>
                  <a:lnTo>
                    <a:pt x="0" y="1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24" name="Google Shape;7982;p80">
              <a:extLst>
                <a:ext uri="{FF2B5EF4-FFF2-40B4-BE49-F238E27FC236}">
                  <a16:creationId xmlns:a16="http://schemas.microsoft.com/office/drawing/2014/main" id="{F0EE028C-7FCE-2DC3-7FFA-3E479936F4A8}"/>
                </a:ext>
              </a:extLst>
            </p:cNvPr>
            <p:cNvSpPr/>
            <p:nvPr/>
          </p:nvSpPr>
          <p:spPr>
            <a:xfrm>
              <a:off x="2107134" y="1674475"/>
              <a:ext cx="14" cy="14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1" y="0"/>
                  </a:move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25" name="Google Shape;7983;p80">
              <a:extLst>
                <a:ext uri="{FF2B5EF4-FFF2-40B4-BE49-F238E27FC236}">
                  <a16:creationId xmlns:a16="http://schemas.microsoft.com/office/drawing/2014/main" id="{565B828C-5018-29B3-3133-C8BAA1FEEBC5}"/>
                </a:ext>
              </a:extLst>
            </p:cNvPr>
            <p:cNvSpPr/>
            <p:nvPr/>
          </p:nvSpPr>
          <p:spPr>
            <a:xfrm>
              <a:off x="2106183" y="1674475"/>
              <a:ext cx="204" cy="14"/>
            </a:xfrm>
            <a:custGeom>
              <a:avLst/>
              <a:gdLst/>
              <a:ahLst/>
              <a:cxnLst/>
              <a:rect l="l" t="t" r="r" b="b"/>
              <a:pathLst>
                <a:path w="15" h="1" extrusionOk="0">
                  <a:moveTo>
                    <a:pt x="15" y="0"/>
                  </a:moveTo>
                  <a:lnTo>
                    <a:pt x="1" y="0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26" name="Google Shape;7984;p80">
              <a:extLst>
                <a:ext uri="{FF2B5EF4-FFF2-40B4-BE49-F238E27FC236}">
                  <a16:creationId xmlns:a16="http://schemas.microsoft.com/office/drawing/2014/main" id="{6BF3E57E-2AE0-13C6-4862-529A81E231C1}"/>
                </a:ext>
              </a:extLst>
            </p:cNvPr>
            <p:cNvSpPr/>
            <p:nvPr/>
          </p:nvSpPr>
          <p:spPr>
            <a:xfrm>
              <a:off x="2102762" y="1677652"/>
              <a:ext cx="68" cy="448"/>
            </a:xfrm>
            <a:custGeom>
              <a:avLst/>
              <a:gdLst/>
              <a:ahLst/>
              <a:cxnLst/>
              <a:rect l="l" t="t" r="r" b="b"/>
              <a:pathLst>
                <a:path w="5" h="33" extrusionOk="0">
                  <a:moveTo>
                    <a:pt x="4" y="32"/>
                  </a:moveTo>
                  <a:cubicBezTo>
                    <a:pt x="4" y="22"/>
                    <a:pt x="4" y="11"/>
                    <a:pt x="1" y="1"/>
                  </a:cubicBezTo>
                  <a:cubicBezTo>
                    <a:pt x="4" y="11"/>
                    <a:pt x="4" y="22"/>
                    <a:pt x="4" y="32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27" name="Google Shape;7985;p80">
              <a:extLst>
                <a:ext uri="{FF2B5EF4-FFF2-40B4-BE49-F238E27FC236}">
                  <a16:creationId xmlns:a16="http://schemas.microsoft.com/office/drawing/2014/main" id="{9BD7A9F1-88D4-ACE6-F43A-D50E1D9430E8}"/>
                </a:ext>
              </a:extLst>
            </p:cNvPr>
            <p:cNvSpPr/>
            <p:nvPr/>
          </p:nvSpPr>
          <p:spPr>
            <a:xfrm>
              <a:off x="2101771" y="1676416"/>
              <a:ext cx="54" cy="109"/>
            </a:xfrm>
            <a:custGeom>
              <a:avLst/>
              <a:gdLst/>
              <a:ahLst/>
              <a:cxnLst/>
              <a:rect l="l" t="t" r="r" b="b"/>
              <a:pathLst>
                <a:path w="4" h="8" extrusionOk="0">
                  <a:moveTo>
                    <a:pt x="4" y="8"/>
                  </a:moveTo>
                  <a:lnTo>
                    <a:pt x="0" y="1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28" name="Google Shape;7986;p80">
              <a:extLst>
                <a:ext uri="{FF2B5EF4-FFF2-40B4-BE49-F238E27FC236}">
                  <a16:creationId xmlns:a16="http://schemas.microsoft.com/office/drawing/2014/main" id="{EBEB7051-5F3F-87CD-9881-882B1E37E835}"/>
                </a:ext>
              </a:extLst>
            </p:cNvPr>
            <p:cNvSpPr/>
            <p:nvPr/>
          </p:nvSpPr>
          <p:spPr>
            <a:xfrm>
              <a:off x="2102572" y="1688826"/>
              <a:ext cx="3584" cy="434"/>
            </a:xfrm>
            <a:custGeom>
              <a:avLst/>
              <a:gdLst/>
              <a:ahLst/>
              <a:cxnLst/>
              <a:rect l="l" t="t" r="r" b="b"/>
              <a:pathLst>
                <a:path w="264" h="32" extrusionOk="0">
                  <a:moveTo>
                    <a:pt x="1" y="0"/>
                  </a:moveTo>
                  <a:cubicBezTo>
                    <a:pt x="25" y="4"/>
                    <a:pt x="53" y="4"/>
                    <a:pt x="81" y="4"/>
                  </a:cubicBezTo>
                  <a:cubicBezTo>
                    <a:pt x="144" y="0"/>
                    <a:pt x="207" y="11"/>
                    <a:pt x="263" y="32"/>
                  </a:cubicBezTo>
                  <a:cubicBezTo>
                    <a:pt x="207" y="11"/>
                    <a:pt x="144" y="0"/>
                    <a:pt x="81" y="4"/>
                  </a:cubicBezTo>
                  <a:cubicBezTo>
                    <a:pt x="53" y="4"/>
                    <a:pt x="25" y="4"/>
                    <a:pt x="1" y="0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29" name="Google Shape;7987;p80">
              <a:extLst>
                <a:ext uri="{FF2B5EF4-FFF2-40B4-BE49-F238E27FC236}">
                  <a16:creationId xmlns:a16="http://schemas.microsoft.com/office/drawing/2014/main" id="{28172FBA-47B7-121D-979D-34D588530319}"/>
                </a:ext>
              </a:extLst>
            </p:cNvPr>
            <p:cNvSpPr/>
            <p:nvPr/>
          </p:nvSpPr>
          <p:spPr>
            <a:xfrm>
              <a:off x="2106374" y="1691813"/>
              <a:ext cx="163" cy="353"/>
            </a:xfrm>
            <a:custGeom>
              <a:avLst/>
              <a:gdLst/>
              <a:ahLst/>
              <a:cxnLst/>
              <a:rect l="l" t="t" r="r" b="b"/>
              <a:pathLst>
                <a:path w="12" h="26" extrusionOk="0">
                  <a:moveTo>
                    <a:pt x="1" y="25"/>
                  </a:moveTo>
                  <a:lnTo>
                    <a:pt x="1" y="25"/>
                  </a:lnTo>
                  <a:lnTo>
                    <a:pt x="11" y="1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30" name="Google Shape;7988;p80">
              <a:extLst>
                <a:ext uri="{FF2B5EF4-FFF2-40B4-BE49-F238E27FC236}">
                  <a16:creationId xmlns:a16="http://schemas.microsoft.com/office/drawing/2014/main" id="{BFD47DBC-88DA-4475-9BB0-48C216D259E3}"/>
                </a:ext>
              </a:extLst>
            </p:cNvPr>
            <p:cNvSpPr/>
            <p:nvPr/>
          </p:nvSpPr>
          <p:spPr>
            <a:xfrm>
              <a:off x="2101676" y="1676280"/>
              <a:ext cx="14" cy="14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0" y="0"/>
                  </a:move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31" name="Google Shape;7989;p80">
              <a:extLst>
                <a:ext uri="{FF2B5EF4-FFF2-40B4-BE49-F238E27FC236}">
                  <a16:creationId xmlns:a16="http://schemas.microsoft.com/office/drawing/2014/main" id="{88187F40-794A-B325-8C37-4C83860E5DAE}"/>
                </a:ext>
              </a:extLst>
            </p:cNvPr>
            <p:cNvSpPr/>
            <p:nvPr/>
          </p:nvSpPr>
          <p:spPr>
            <a:xfrm>
              <a:off x="2101907" y="1676606"/>
              <a:ext cx="543" cy="394"/>
            </a:xfrm>
            <a:custGeom>
              <a:avLst/>
              <a:gdLst/>
              <a:ahLst/>
              <a:cxnLst/>
              <a:rect l="l" t="t" r="r" b="b"/>
              <a:pathLst>
                <a:path w="40" h="29" extrusionOk="0">
                  <a:moveTo>
                    <a:pt x="15" y="11"/>
                  </a:moveTo>
                  <a:cubicBezTo>
                    <a:pt x="11" y="8"/>
                    <a:pt x="4" y="4"/>
                    <a:pt x="1" y="1"/>
                  </a:cubicBezTo>
                  <a:cubicBezTo>
                    <a:pt x="4" y="4"/>
                    <a:pt x="11" y="8"/>
                    <a:pt x="15" y="11"/>
                  </a:cubicBezTo>
                  <a:cubicBezTo>
                    <a:pt x="25" y="18"/>
                    <a:pt x="32" y="22"/>
                    <a:pt x="39" y="29"/>
                  </a:cubicBezTo>
                  <a:cubicBezTo>
                    <a:pt x="32" y="22"/>
                    <a:pt x="25" y="18"/>
                    <a:pt x="15" y="1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32" name="Google Shape;7990;p80">
              <a:extLst>
                <a:ext uri="{FF2B5EF4-FFF2-40B4-BE49-F238E27FC236}">
                  <a16:creationId xmlns:a16="http://schemas.microsoft.com/office/drawing/2014/main" id="{B828DA68-C3C2-B071-102C-67A5F499BA68}"/>
                </a:ext>
              </a:extLst>
            </p:cNvPr>
            <p:cNvSpPr/>
            <p:nvPr/>
          </p:nvSpPr>
          <p:spPr>
            <a:xfrm>
              <a:off x="2143359" y="1670619"/>
              <a:ext cx="54" cy="448"/>
            </a:xfrm>
            <a:custGeom>
              <a:avLst/>
              <a:gdLst/>
              <a:ahLst/>
              <a:cxnLst/>
              <a:rect l="l" t="t" r="r" b="b"/>
              <a:pathLst>
                <a:path w="4" h="33" extrusionOk="0">
                  <a:moveTo>
                    <a:pt x="4" y="1"/>
                  </a:moveTo>
                  <a:cubicBezTo>
                    <a:pt x="4" y="11"/>
                    <a:pt x="0" y="22"/>
                    <a:pt x="4" y="32"/>
                  </a:cubicBezTo>
                  <a:lnTo>
                    <a:pt x="4" y="1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33" name="Google Shape;7991;p80">
              <a:extLst>
                <a:ext uri="{FF2B5EF4-FFF2-40B4-BE49-F238E27FC236}">
                  <a16:creationId xmlns:a16="http://schemas.microsoft.com/office/drawing/2014/main" id="{8B7C2E20-BD36-B7FE-4D86-1AE5EECE7CD9}"/>
                </a:ext>
              </a:extLst>
            </p:cNvPr>
            <p:cNvSpPr/>
            <p:nvPr/>
          </p:nvSpPr>
          <p:spPr>
            <a:xfrm>
              <a:off x="2143304" y="1674760"/>
              <a:ext cx="14" cy="489"/>
            </a:xfrm>
            <a:custGeom>
              <a:avLst/>
              <a:gdLst/>
              <a:ahLst/>
              <a:cxnLst/>
              <a:rect l="l" t="t" r="r" b="b"/>
              <a:pathLst>
                <a:path w="1" h="36" extrusionOk="0">
                  <a:moveTo>
                    <a:pt x="1" y="0"/>
                  </a:moveTo>
                  <a:lnTo>
                    <a:pt x="1" y="35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34" name="Google Shape;7992;p80">
              <a:extLst>
                <a:ext uri="{FF2B5EF4-FFF2-40B4-BE49-F238E27FC236}">
                  <a16:creationId xmlns:a16="http://schemas.microsoft.com/office/drawing/2014/main" id="{F34BDDFB-0191-FAF0-6899-94779DC7479D}"/>
                </a:ext>
              </a:extLst>
            </p:cNvPr>
            <p:cNvSpPr/>
            <p:nvPr/>
          </p:nvSpPr>
          <p:spPr>
            <a:xfrm>
              <a:off x="2143454" y="1669383"/>
              <a:ext cx="14" cy="489"/>
            </a:xfrm>
            <a:custGeom>
              <a:avLst/>
              <a:gdLst/>
              <a:ahLst/>
              <a:cxnLst/>
              <a:rect l="l" t="t" r="r" b="b"/>
              <a:pathLst>
                <a:path w="1" h="36" extrusionOk="0">
                  <a:moveTo>
                    <a:pt x="0" y="1"/>
                  </a:moveTo>
                  <a:cubicBezTo>
                    <a:pt x="0" y="15"/>
                    <a:pt x="0" y="25"/>
                    <a:pt x="0" y="36"/>
                  </a:cubicBezTo>
                  <a:cubicBezTo>
                    <a:pt x="0" y="25"/>
                    <a:pt x="0" y="15"/>
                    <a:pt x="0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35" name="Google Shape;7993;p80">
              <a:extLst>
                <a:ext uri="{FF2B5EF4-FFF2-40B4-BE49-F238E27FC236}">
                  <a16:creationId xmlns:a16="http://schemas.microsoft.com/office/drawing/2014/main" id="{5114A496-D9E9-B568-8BEB-B6395BD96E79}"/>
                </a:ext>
              </a:extLst>
            </p:cNvPr>
            <p:cNvSpPr/>
            <p:nvPr/>
          </p:nvSpPr>
          <p:spPr>
            <a:xfrm>
              <a:off x="2143304" y="1672044"/>
              <a:ext cx="14" cy="258"/>
            </a:xfrm>
            <a:custGeom>
              <a:avLst/>
              <a:gdLst/>
              <a:ahLst/>
              <a:cxnLst/>
              <a:rect l="l" t="t" r="r" b="b"/>
              <a:pathLst>
                <a:path w="1" h="19" extrusionOk="0">
                  <a:moveTo>
                    <a:pt x="1" y="1"/>
                  </a:moveTo>
                  <a:lnTo>
                    <a:pt x="1" y="18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36" name="Google Shape;7994;p80">
              <a:extLst>
                <a:ext uri="{FF2B5EF4-FFF2-40B4-BE49-F238E27FC236}">
                  <a16:creationId xmlns:a16="http://schemas.microsoft.com/office/drawing/2014/main" id="{4B5A75E5-6DFA-66CB-4439-C8211D6DE803}"/>
                </a:ext>
              </a:extLst>
            </p:cNvPr>
            <p:cNvSpPr/>
            <p:nvPr/>
          </p:nvSpPr>
          <p:spPr>
            <a:xfrm>
              <a:off x="2143304" y="1673524"/>
              <a:ext cx="14" cy="394"/>
            </a:xfrm>
            <a:custGeom>
              <a:avLst/>
              <a:gdLst/>
              <a:ahLst/>
              <a:cxnLst/>
              <a:rect l="l" t="t" r="r" b="b"/>
              <a:pathLst>
                <a:path w="1" h="29" extrusionOk="0">
                  <a:moveTo>
                    <a:pt x="1" y="28"/>
                  </a:moveTo>
                  <a:lnTo>
                    <a:pt x="1" y="0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37" name="Google Shape;7995;p80">
              <a:extLst>
                <a:ext uri="{FF2B5EF4-FFF2-40B4-BE49-F238E27FC236}">
                  <a16:creationId xmlns:a16="http://schemas.microsoft.com/office/drawing/2014/main" id="{E981DA69-B30C-18D0-011E-C76465B08B51}"/>
                </a:ext>
              </a:extLst>
            </p:cNvPr>
            <p:cNvSpPr/>
            <p:nvPr/>
          </p:nvSpPr>
          <p:spPr>
            <a:xfrm>
              <a:off x="2143494" y="1668297"/>
              <a:ext cx="68" cy="434"/>
            </a:xfrm>
            <a:custGeom>
              <a:avLst/>
              <a:gdLst/>
              <a:ahLst/>
              <a:cxnLst/>
              <a:rect l="l" t="t" r="r" b="b"/>
              <a:pathLst>
                <a:path w="5" h="32" extrusionOk="0">
                  <a:moveTo>
                    <a:pt x="4" y="0"/>
                  </a:moveTo>
                  <a:cubicBezTo>
                    <a:pt x="4" y="11"/>
                    <a:pt x="4" y="21"/>
                    <a:pt x="1" y="32"/>
                  </a:cubicBezTo>
                  <a:cubicBezTo>
                    <a:pt x="4" y="21"/>
                    <a:pt x="4" y="11"/>
                    <a:pt x="4" y="0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38" name="Google Shape;7996;p80">
              <a:extLst>
                <a:ext uri="{FF2B5EF4-FFF2-40B4-BE49-F238E27FC236}">
                  <a16:creationId xmlns:a16="http://schemas.microsoft.com/office/drawing/2014/main" id="{3ABEC5A8-4328-3E49-D65E-6F20ED5745D3}"/>
                </a:ext>
              </a:extLst>
            </p:cNvPr>
            <p:cNvSpPr/>
            <p:nvPr/>
          </p:nvSpPr>
          <p:spPr>
            <a:xfrm>
              <a:off x="2143589" y="1667251"/>
              <a:ext cx="68" cy="394"/>
            </a:xfrm>
            <a:custGeom>
              <a:avLst/>
              <a:gdLst/>
              <a:ahLst/>
              <a:cxnLst/>
              <a:rect l="l" t="t" r="r" b="b"/>
              <a:pathLst>
                <a:path w="5" h="29" extrusionOk="0">
                  <a:moveTo>
                    <a:pt x="4" y="0"/>
                  </a:moveTo>
                  <a:lnTo>
                    <a:pt x="1" y="28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39" name="Google Shape;7997;p80">
              <a:extLst>
                <a:ext uri="{FF2B5EF4-FFF2-40B4-BE49-F238E27FC236}">
                  <a16:creationId xmlns:a16="http://schemas.microsoft.com/office/drawing/2014/main" id="{6D6EC22A-22BD-A64F-4F76-4F3EB2E3BEC0}"/>
                </a:ext>
              </a:extLst>
            </p:cNvPr>
            <p:cNvSpPr/>
            <p:nvPr/>
          </p:nvSpPr>
          <p:spPr>
            <a:xfrm>
              <a:off x="2184186" y="1698140"/>
              <a:ext cx="6626" cy="9138"/>
            </a:xfrm>
            <a:custGeom>
              <a:avLst/>
              <a:gdLst/>
              <a:ahLst/>
              <a:cxnLst/>
              <a:rect l="l" t="t" r="r" b="b"/>
              <a:pathLst>
                <a:path w="488" h="673" extrusionOk="0">
                  <a:moveTo>
                    <a:pt x="162" y="1"/>
                  </a:moveTo>
                  <a:lnTo>
                    <a:pt x="137" y="36"/>
                  </a:lnTo>
                  <a:cubicBezTo>
                    <a:pt x="127" y="53"/>
                    <a:pt x="116" y="71"/>
                    <a:pt x="109" y="85"/>
                  </a:cubicBezTo>
                  <a:lnTo>
                    <a:pt x="99" y="99"/>
                  </a:lnTo>
                  <a:lnTo>
                    <a:pt x="92" y="113"/>
                  </a:lnTo>
                  <a:cubicBezTo>
                    <a:pt x="53" y="165"/>
                    <a:pt x="25" y="228"/>
                    <a:pt x="11" y="295"/>
                  </a:cubicBezTo>
                  <a:lnTo>
                    <a:pt x="11" y="298"/>
                  </a:lnTo>
                  <a:lnTo>
                    <a:pt x="11" y="302"/>
                  </a:lnTo>
                  <a:lnTo>
                    <a:pt x="11" y="316"/>
                  </a:lnTo>
                  <a:lnTo>
                    <a:pt x="11" y="330"/>
                  </a:lnTo>
                  <a:lnTo>
                    <a:pt x="11" y="347"/>
                  </a:lnTo>
                  <a:lnTo>
                    <a:pt x="11" y="351"/>
                  </a:lnTo>
                  <a:lnTo>
                    <a:pt x="11" y="368"/>
                  </a:lnTo>
                  <a:lnTo>
                    <a:pt x="11" y="379"/>
                  </a:lnTo>
                  <a:cubicBezTo>
                    <a:pt x="11" y="382"/>
                    <a:pt x="11" y="389"/>
                    <a:pt x="8" y="396"/>
                  </a:cubicBezTo>
                  <a:lnTo>
                    <a:pt x="8" y="407"/>
                  </a:lnTo>
                  <a:cubicBezTo>
                    <a:pt x="8" y="414"/>
                    <a:pt x="4" y="421"/>
                    <a:pt x="4" y="428"/>
                  </a:cubicBezTo>
                  <a:lnTo>
                    <a:pt x="1" y="445"/>
                  </a:lnTo>
                  <a:lnTo>
                    <a:pt x="18" y="459"/>
                  </a:lnTo>
                  <a:cubicBezTo>
                    <a:pt x="109" y="536"/>
                    <a:pt x="204" y="606"/>
                    <a:pt x="302" y="673"/>
                  </a:cubicBezTo>
                  <a:cubicBezTo>
                    <a:pt x="333" y="557"/>
                    <a:pt x="400" y="449"/>
                    <a:pt x="487" y="368"/>
                  </a:cubicBezTo>
                  <a:lnTo>
                    <a:pt x="477" y="351"/>
                  </a:lnTo>
                  <a:lnTo>
                    <a:pt x="438" y="316"/>
                  </a:lnTo>
                  <a:lnTo>
                    <a:pt x="417" y="291"/>
                  </a:lnTo>
                  <a:lnTo>
                    <a:pt x="386" y="256"/>
                  </a:lnTo>
                  <a:lnTo>
                    <a:pt x="368" y="232"/>
                  </a:lnTo>
                  <a:lnTo>
                    <a:pt x="319" y="176"/>
                  </a:lnTo>
                  <a:lnTo>
                    <a:pt x="305" y="162"/>
                  </a:lnTo>
                  <a:lnTo>
                    <a:pt x="267" y="116"/>
                  </a:lnTo>
                  <a:lnTo>
                    <a:pt x="253" y="99"/>
                  </a:lnTo>
                  <a:lnTo>
                    <a:pt x="214" y="57"/>
                  </a:lnTo>
                  <a:lnTo>
                    <a:pt x="204" y="46"/>
                  </a:lnTo>
                  <a:lnTo>
                    <a:pt x="162" y="1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40" name="Google Shape;7998;p80">
              <a:extLst>
                <a:ext uri="{FF2B5EF4-FFF2-40B4-BE49-F238E27FC236}">
                  <a16:creationId xmlns:a16="http://schemas.microsoft.com/office/drawing/2014/main" id="{6059C254-7F79-6311-E90B-4BB8055BB55F}"/>
                </a:ext>
              </a:extLst>
            </p:cNvPr>
            <p:cNvSpPr/>
            <p:nvPr/>
          </p:nvSpPr>
          <p:spPr>
            <a:xfrm>
              <a:off x="2184336" y="1702281"/>
              <a:ext cx="14" cy="14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0" y="0"/>
                  </a:move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41" name="Google Shape;7999;p80">
              <a:extLst>
                <a:ext uri="{FF2B5EF4-FFF2-40B4-BE49-F238E27FC236}">
                  <a16:creationId xmlns:a16="http://schemas.microsoft.com/office/drawing/2014/main" id="{785AAC04-E1EF-7335-94DA-BF1548A0DD58}"/>
                </a:ext>
              </a:extLst>
            </p:cNvPr>
            <p:cNvSpPr/>
            <p:nvPr/>
          </p:nvSpPr>
          <p:spPr>
            <a:xfrm>
              <a:off x="2184376" y="1702661"/>
              <a:ext cx="14" cy="14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1" y="0"/>
                  </a:move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42" name="Google Shape;8000;p80">
              <a:extLst>
                <a:ext uri="{FF2B5EF4-FFF2-40B4-BE49-F238E27FC236}">
                  <a16:creationId xmlns:a16="http://schemas.microsoft.com/office/drawing/2014/main" id="{FFAB6DB0-A75A-0FBF-52C5-4865FB31CCE3}"/>
                </a:ext>
              </a:extLst>
            </p:cNvPr>
            <p:cNvSpPr/>
            <p:nvPr/>
          </p:nvSpPr>
          <p:spPr>
            <a:xfrm>
              <a:off x="2184376" y="1702417"/>
              <a:ext cx="14" cy="14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1" y="1"/>
                  </a:move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43" name="Google Shape;8001;p80">
              <a:extLst>
                <a:ext uri="{FF2B5EF4-FFF2-40B4-BE49-F238E27FC236}">
                  <a16:creationId xmlns:a16="http://schemas.microsoft.com/office/drawing/2014/main" id="{EAB3FE14-F02A-C04E-5A82-29F4AA1D5D2D}"/>
                </a:ext>
              </a:extLst>
            </p:cNvPr>
            <p:cNvSpPr/>
            <p:nvPr/>
          </p:nvSpPr>
          <p:spPr>
            <a:xfrm>
              <a:off x="2184336" y="1702132"/>
              <a:ext cx="14" cy="68"/>
            </a:xfrm>
            <a:custGeom>
              <a:avLst/>
              <a:gdLst/>
              <a:ahLst/>
              <a:cxnLst/>
              <a:rect l="l" t="t" r="r" b="b"/>
              <a:pathLst>
                <a:path w="1" h="5" extrusionOk="0">
                  <a:moveTo>
                    <a:pt x="0" y="1"/>
                  </a:moveTo>
                  <a:lnTo>
                    <a:pt x="0" y="4"/>
                  </a:lnTo>
                  <a:lnTo>
                    <a:pt x="0" y="1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44" name="Google Shape;8002;p80">
              <a:extLst>
                <a:ext uri="{FF2B5EF4-FFF2-40B4-BE49-F238E27FC236}">
                  <a16:creationId xmlns:a16="http://schemas.microsoft.com/office/drawing/2014/main" id="{3344AE3D-EB96-6FAA-6E7B-1F5ED042492D}"/>
                </a:ext>
              </a:extLst>
            </p:cNvPr>
            <p:cNvSpPr/>
            <p:nvPr/>
          </p:nvSpPr>
          <p:spPr>
            <a:xfrm>
              <a:off x="2185666" y="1698615"/>
              <a:ext cx="394" cy="679"/>
            </a:xfrm>
            <a:custGeom>
              <a:avLst/>
              <a:gdLst/>
              <a:ahLst/>
              <a:cxnLst/>
              <a:rect l="l" t="t" r="r" b="b"/>
              <a:pathLst>
                <a:path w="29" h="50" extrusionOk="0">
                  <a:moveTo>
                    <a:pt x="28" y="1"/>
                  </a:moveTo>
                  <a:lnTo>
                    <a:pt x="28" y="1"/>
                  </a:lnTo>
                  <a:cubicBezTo>
                    <a:pt x="18" y="18"/>
                    <a:pt x="7" y="32"/>
                    <a:pt x="0" y="50"/>
                  </a:cubicBezTo>
                  <a:cubicBezTo>
                    <a:pt x="7" y="36"/>
                    <a:pt x="18" y="18"/>
                    <a:pt x="28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45" name="Google Shape;8003;p80">
              <a:extLst>
                <a:ext uri="{FF2B5EF4-FFF2-40B4-BE49-F238E27FC236}">
                  <a16:creationId xmlns:a16="http://schemas.microsoft.com/office/drawing/2014/main" id="{BE29BB44-2B39-B959-BAA5-082970A27991}"/>
                </a:ext>
              </a:extLst>
            </p:cNvPr>
            <p:cNvSpPr/>
            <p:nvPr/>
          </p:nvSpPr>
          <p:spPr>
            <a:xfrm>
              <a:off x="2184241" y="1703558"/>
              <a:ext cx="14" cy="204"/>
            </a:xfrm>
            <a:custGeom>
              <a:avLst/>
              <a:gdLst/>
              <a:ahLst/>
              <a:cxnLst/>
              <a:rect l="l" t="t" r="r" b="b"/>
              <a:pathLst>
                <a:path w="1" h="15" extrusionOk="0">
                  <a:moveTo>
                    <a:pt x="0" y="15"/>
                  </a:moveTo>
                  <a:lnTo>
                    <a:pt x="0" y="1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46" name="Google Shape;8004;p80">
              <a:extLst>
                <a:ext uri="{FF2B5EF4-FFF2-40B4-BE49-F238E27FC236}">
                  <a16:creationId xmlns:a16="http://schemas.microsoft.com/office/drawing/2014/main" id="{175BD820-067E-7103-7434-86C9B7DAD828}"/>
                </a:ext>
              </a:extLst>
            </p:cNvPr>
            <p:cNvSpPr/>
            <p:nvPr/>
          </p:nvSpPr>
          <p:spPr>
            <a:xfrm>
              <a:off x="2184145" y="1704033"/>
              <a:ext cx="54" cy="204"/>
            </a:xfrm>
            <a:custGeom>
              <a:avLst/>
              <a:gdLst/>
              <a:ahLst/>
              <a:cxnLst/>
              <a:rect l="l" t="t" r="r" b="b"/>
              <a:pathLst>
                <a:path w="4" h="15" extrusionOk="0">
                  <a:moveTo>
                    <a:pt x="0" y="15"/>
                  </a:moveTo>
                  <a:lnTo>
                    <a:pt x="4" y="1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47" name="Google Shape;8005;p80">
              <a:extLst>
                <a:ext uri="{FF2B5EF4-FFF2-40B4-BE49-F238E27FC236}">
                  <a16:creationId xmlns:a16="http://schemas.microsoft.com/office/drawing/2014/main" id="{736EE7A7-9E2D-4A13-A3F0-7418115DD48D}"/>
                </a:ext>
              </a:extLst>
            </p:cNvPr>
            <p:cNvSpPr/>
            <p:nvPr/>
          </p:nvSpPr>
          <p:spPr>
            <a:xfrm>
              <a:off x="2185422" y="1699525"/>
              <a:ext cx="109" cy="149"/>
            </a:xfrm>
            <a:custGeom>
              <a:avLst/>
              <a:gdLst/>
              <a:ahLst/>
              <a:cxnLst/>
              <a:rect l="l" t="t" r="r" b="b"/>
              <a:pathLst>
                <a:path w="8" h="11" extrusionOk="0">
                  <a:moveTo>
                    <a:pt x="1" y="11"/>
                  </a:moveTo>
                  <a:lnTo>
                    <a:pt x="8" y="0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48" name="Google Shape;8006;p80">
              <a:extLst>
                <a:ext uri="{FF2B5EF4-FFF2-40B4-BE49-F238E27FC236}">
                  <a16:creationId xmlns:a16="http://schemas.microsoft.com/office/drawing/2014/main" id="{959F25CD-DC0E-7774-19A6-D210CD8A6A35}"/>
                </a:ext>
              </a:extLst>
            </p:cNvPr>
            <p:cNvSpPr/>
            <p:nvPr/>
          </p:nvSpPr>
          <p:spPr>
            <a:xfrm>
              <a:off x="2184336" y="1702987"/>
              <a:ext cx="14" cy="14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0" y="1"/>
                  </a:move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49" name="Google Shape;8007;p80">
              <a:extLst>
                <a:ext uri="{FF2B5EF4-FFF2-40B4-BE49-F238E27FC236}">
                  <a16:creationId xmlns:a16="http://schemas.microsoft.com/office/drawing/2014/main" id="{D8104741-CF8D-3519-D4ED-F8429480C25A}"/>
                </a:ext>
              </a:extLst>
            </p:cNvPr>
            <p:cNvSpPr/>
            <p:nvPr/>
          </p:nvSpPr>
          <p:spPr>
            <a:xfrm>
              <a:off x="2184336" y="1703232"/>
              <a:ext cx="14" cy="109"/>
            </a:xfrm>
            <a:custGeom>
              <a:avLst/>
              <a:gdLst/>
              <a:ahLst/>
              <a:cxnLst/>
              <a:rect l="l" t="t" r="r" b="b"/>
              <a:pathLst>
                <a:path w="1" h="8" extrusionOk="0">
                  <a:moveTo>
                    <a:pt x="0" y="7"/>
                  </a:moveTo>
                  <a:lnTo>
                    <a:pt x="0" y="0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50" name="Google Shape;8008;p80">
              <a:extLst>
                <a:ext uri="{FF2B5EF4-FFF2-40B4-BE49-F238E27FC236}">
                  <a16:creationId xmlns:a16="http://schemas.microsoft.com/office/drawing/2014/main" id="{F172E354-7E43-F1F0-CEC3-AAF9819DF356}"/>
                </a:ext>
              </a:extLst>
            </p:cNvPr>
            <p:cNvSpPr/>
            <p:nvPr/>
          </p:nvSpPr>
          <p:spPr>
            <a:xfrm>
              <a:off x="2188178" y="1703177"/>
              <a:ext cx="2580" cy="4195"/>
            </a:xfrm>
            <a:custGeom>
              <a:avLst/>
              <a:gdLst/>
              <a:ahLst/>
              <a:cxnLst/>
              <a:rect l="l" t="t" r="r" b="b"/>
              <a:pathLst>
                <a:path w="190" h="309" extrusionOk="0">
                  <a:moveTo>
                    <a:pt x="1" y="309"/>
                  </a:moveTo>
                  <a:cubicBezTo>
                    <a:pt x="36" y="190"/>
                    <a:pt x="102" y="85"/>
                    <a:pt x="190" y="1"/>
                  </a:cubicBezTo>
                  <a:lnTo>
                    <a:pt x="190" y="1"/>
                  </a:lnTo>
                  <a:cubicBezTo>
                    <a:pt x="102" y="85"/>
                    <a:pt x="36" y="190"/>
                    <a:pt x="1" y="309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51" name="Google Shape;8009;p80">
              <a:extLst>
                <a:ext uri="{FF2B5EF4-FFF2-40B4-BE49-F238E27FC236}">
                  <a16:creationId xmlns:a16="http://schemas.microsoft.com/office/drawing/2014/main" id="{4E2F9EFF-6CF8-646F-5418-FF9FDBA63DA9}"/>
                </a:ext>
              </a:extLst>
            </p:cNvPr>
            <p:cNvSpPr/>
            <p:nvPr/>
          </p:nvSpPr>
          <p:spPr>
            <a:xfrm>
              <a:off x="2186372" y="1671338"/>
              <a:ext cx="27820" cy="35044"/>
            </a:xfrm>
            <a:custGeom>
              <a:avLst/>
              <a:gdLst/>
              <a:ahLst/>
              <a:cxnLst/>
              <a:rect l="l" t="t" r="r" b="b"/>
              <a:pathLst>
                <a:path w="2049" h="2581" extrusionOk="0">
                  <a:moveTo>
                    <a:pt x="498" y="0"/>
                  </a:moveTo>
                  <a:cubicBezTo>
                    <a:pt x="424" y="21"/>
                    <a:pt x="190" y="98"/>
                    <a:pt x="1" y="158"/>
                  </a:cubicBezTo>
                  <a:lnTo>
                    <a:pt x="1" y="161"/>
                  </a:lnTo>
                  <a:cubicBezTo>
                    <a:pt x="1" y="168"/>
                    <a:pt x="4" y="175"/>
                    <a:pt x="4" y="182"/>
                  </a:cubicBezTo>
                  <a:cubicBezTo>
                    <a:pt x="4" y="189"/>
                    <a:pt x="8" y="203"/>
                    <a:pt x="11" y="214"/>
                  </a:cubicBezTo>
                  <a:cubicBezTo>
                    <a:pt x="15" y="224"/>
                    <a:pt x="15" y="228"/>
                    <a:pt x="15" y="235"/>
                  </a:cubicBezTo>
                  <a:cubicBezTo>
                    <a:pt x="18" y="238"/>
                    <a:pt x="18" y="252"/>
                    <a:pt x="22" y="259"/>
                  </a:cubicBezTo>
                  <a:lnTo>
                    <a:pt x="29" y="277"/>
                  </a:lnTo>
                  <a:cubicBezTo>
                    <a:pt x="29" y="284"/>
                    <a:pt x="32" y="291"/>
                    <a:pt x="36" y="298"/>
                  </a:cubicBezTo>
                  <a:lnTo>
                    <a:pt x="39" y="312"/>
                  </a:lnTo>
                  <a:cubicBezTo>
                    <a:pt x="43" y="315"/>
                    <a:pt x="46" y="322"/>
                    <a:pt x="46" y="326"/>
                  </a:cubicBezTo>
                  <a:lnTo>
                    <a:pt x="53" y="336"/>
                  </a:lnTo>
                  <a:cubicBezTo>
                    <a:pt x="57" y="343"/>
                    <a:pt x="60" y="347"/>
                    <a:pt x="60" y="350"/>
                  </a:cubicBezTo>
                  <a:lnTo>
                    <a:pt x="67" y="357"/>
                  </a:lnTo>
                  <a:cubicBezTo>
                    <a:pt x="71" y="361"/>
                    <a:pt x="71" y="364"/>
                    <a:pt x="74" y="368"/>
                  </a:cubicBezTo>
                  <a:lnTo>
                    <a:pt x="81" y="371"/>
                  </a:lnTo>
                  <a:cubicBezTo>
                    <a:pt x="85" y="375"/>
                    <a:pt x="88" y="378"/>
                    <a:pt x="92" y="378"/>
                  </a:cubicBezTo>
                  <a:cubicBezTo>
                    <a:pt x="246" y="434"/>
                    <a:pt x="260" y="560"/>
                    <a:pt x="274" y="662"/>
                  </a:cubicBezTo>
                  <a:cubicBezTo>
                    <a:pt x="277" y="711"/>
                    <a:pt x="288" y="760"/>
                    <a:pt x="305" y="805"/>
                  </a:cubicBezTo>
                  <a:cubicBezTo>
                    <a:pt x="305" y="812"/>
                    <a:pt x="309" y="816"/>
                    <a:pt x="312" y="823"/>
                  </a:cubicBezTo>
                  <a:cubicBezTo>
                    <a:pt x="319" y="851"/>
                    <a:pt x="326" y="882"/>
                    <a:pt x="330" y="910"/>
                  </a:cubicBezTo>
                  <a:lnTo>
                    <a:pt x="333" y="938"/>
                  </a:lnTo>
                  <a:lnTo>
                    <a:pt x="351" y="1085"/>
                  </a:lnTo>
                  <a:lnTo>
                    <a:pt x="344" y="1078"/>
                  </a:lnTo>
                  <a:lnTo>
                    <a:pt x="344" y="1078"/>
                  </a:lnTo>
                  <a:cubicBezTo>
                    <a:pt x="351" y="1246"/>
                    <a:pt x="344" y="1411"/>
                    <a:pt x="316" y="1572"/>
                  </a:cubicBezTo>
                  <a:lnTo>
                    <a:pt x="316" y="1575"/>
                  </a:lnTo>
                  <a:cubicBezTo>
                    <a:pt x="309" y="1617"/>
                    <a:pt x="298" y="1659"/>
                    <a:pt x="277" y="1698"/>
                  </a:cubicBezTo>
                  <a:cubicBezTo>
                    <a:pt x="277" y="1702"/>
                    <a:pt x="274" y="1702"/>
                    <a:pt x="270" y="1705"/>
                  </a:cubicBezTo>
                  <a:cubicBezTo>
                    <a:pt x="267" y="1709"/>
                    <a:pt x="267" y="1709"/>
                    <a:pt x="267" y="1712"/>
                  </a:cubicBezTo>
                  <a:lnTo>
                    <a:pt x="260" y="1716"/>
                  </a:lnTo>
                  <a:lnTo>
                    <a:pt x="256" y="1719"/>
                  </a:lnTo>
                  <a:cubicBezTo>
                    <a:pt x="253" y="1726"/>
                    <a:pt x="249" y="1726"/>
                    <a:pt x="242" y="1730"/>
                  </a:cubicBezTo>
                  <a:lnTo>
                    <a:pt x="239" y="1733"/>
                  </a:lnTo>
                  <a:cubicBezTo>
                    <a:pt x="235" y="1737"/>
                    <a:pt x="228" y="1737"/>
                    <a:pt x="225" y="1740"/>
                  </a:cubicBezTo>
                  <a:cubicBezTo>
                    <a:pt x="218" y="1740"/>
                    <a:pt x="214" y="1744"/>
                    <a:pt x="207" y="1744"/>
                  </a:cubicBezTo>
                  <a:cubicBezTo>
                    <a:pt x="158" y="1782"/>
                    <a:pt x="116" y="1824"/>
                    <a:pt x="81" y="1873"/>
                  </a:cubicBezTo>
                  <a:lnTo>
                    <a:pt x="85" y="1880"/>
                  </a:lnTo>
                  <a:lnTo>
                    <a:pt x="99" y="1894"/>
                  </a:lnTo>
                  <a:lnTo>
                    <a:pt x="134" y="1929"/>
                  </a:lnTo>
                  <a:lnTo>
                    <a:pt x="155" y="1950"/>
                  </a:lnTo>
                  <a:lnTo>
                    <a:pt x="186" y="1989"/>
                  </a:lnTo>
                  <a:lnTo>
                    <a:pt x="207" y="2010"/>
                  </a:lnTo>
                  <a:lnTo>
                    <a:pt x="239" y="2048"/>
                  </a:lnTo>
                  <a:lnTo>
                    <a:pt x="260" y="2073"/>
                  </a:lnTo>
                  <a:lnTo>
                    <a:pt x="295" y="2118"/>
                  </a:lnTo>
                  <a:lnTo>
                    <a:pt x="319" y="2146"/>
                  </a:lnTo>
                  <a:lnTo>
                    <a:pt x="365" y="2195"/>
                  </a:lnTo>
                  <a:lnTo>
                    <a:pt x="386" y="2223"/>
                  </a:lnTo>
                  <a:lnTo>
                    <a:pt x="414" y="2258"/>
                  </a:lnTo>
                  <a:lnTo>
                    <a:pt x="435" y="2283"/>
                  </a:lnTo>
                  <a:lnTo>
                    <a:pt x="452" y="2304"/>
                  </a:lnTo>
                  <a:cubicBezTo>
                    <a:pt x="459" y="2300"/>
                    <a:pt x="463" y="2300"/>
                    <a:pt x="470" y="2297"/>
                  </a:cubicBezTo>
                  <a:lnTo>
                    <a:pt x="480" y="2300"/>
                  </a:lnTo>
                  <a:lnTo>
                    <a:pt x="508" y="2307"/>
                  </a:lnTo>
                  <a:lnTo>
                    <a:pt x="529" y="2318"/>
                  </a:lnTo>
                  <a:lnTo>
                    <a:pt x="543" y="2321"/>
                  </a:lnTo>
                  <a:cubicBezTo>
                    <a:pt x="557" y="2328"/>
                    <a:pt x="575" y="2339"/>
                    <a:pt x="592" y="2346"/>
                  </a:cubicBezTo>
                  <a:lnTo>
                    <a:pt x="603" y="2353"/>
                  </a:lnTo>
                  <a:lnTo>
                    <a:pt x="652" y="2377"/>
                  </a:lnTo>
                  <a:lnTo>
                    <a:pt x="683" y="2395"/>
                  </a:lnTo>
                  <a:lnTo>
                    <a:pt x="704" y="2409"/>
                  </a:lnTo>
                  <a:cubicBezTo>
                    <a:pt x="802" y="2468"/>
                    <a:pt x="904" y="2538"/>
                    <a:pt x="960" y="2580"/>
                  </a:cubicBezTo>
                  <a:lnTo>
                    <a:pt x="1016" y="2566"/>
                  </a:lnTo>
                  <a:lnTo>
                    <a:pt x="1198" y="2531"/>
                  </a:lnTo>
                  <a:lnTo>
                    <a:pt x="1202" y="2531"/>
                  </a:lnTo>
                  <a:lnTo>
                    <a:pt x="1247" y="2524"/>
                  </a:lnTo>
                  <a:lnTo>
                    <a:pt x="1261" y="2524"/>
                  </a:lnTo>
                  <a:lnTo>
                    <a:pt x="1307" y="2514"/>
                  </a:lnTo>
                  <a:lnTo>
                    <a:pt x="1321" y="2510"/>
                  </a:lnTo>
                  <a:lnTo>
                    <a:pt x="1370" y="2503"/>
                  </a:lnTo>
                  <a:lnTo>
                    <a:pt x="1384" y="2500"/>
                  </a:lnTo>
                  <a:lnTo>
                    <a:pt x="1433" y="2489"/>
                  </a:lnTo>
                  <a:lnTo>
                    <a:pt x="1450" y="2486"/>
                  </a:lnTo>
                  <a:lnTo>
                    <a:pt x="1496" y="2479"/>
                  </a:lnTo>
                  <a:lnTo>
                    <a:pt x="1517" y="2475"/>
                  </a:lnTo>
                  <a:lnTo>
                    <a:pt x="1562" y="2468"/>
                  </a:lnTo>
                  <a:lnTo>
                    <a:pt x="1583" y="2461"/>
                  </a:lnTo>
                  <a:lnTo>
                    <a:pt x="1629" y="2454"/>
                  </a:lnTo>
                  <a:lnTo>
                    <a:pt x="1653" y="2451"/>
                  </a:lnTo>
                  <a:lnTo>
                    <a:pt x="1695" y="2444"/>
                  </a:lnTo>
                  <a:lnTo>
                    <a:pt x="1723" y="2440"/>
                  </a:lnTo>
                  <a:lnTo>
                    <a:pt x="1758" y="2433"/>
                  </a:lnTo>
                  <a:lnTo>
                    <a:pt x="1790" y="2430"/>
                  </a:lnTo>
                  <a:lnTo>
                    <a:pt x="1825" y="2423"/>
                  </a:lnTo>
                  <a:lnTo>
                    <a:pt x="1828" y="2423"/>
                  </a:lnTo>
                  <a:cubicBezTo>
                    <a:pt x="1835" y="2391"/>
                    <a:pt x="1835" y="2360"/>
                    <a:pt x="1835" y="2328"/>
                  </a:cubicBezTo>
                  <a:cubicBezTo>
                    <a:pt x="1835" y="2318"/>
                    <a:pt x="1835" y="2311"/>
                    <a:pt x="1835" y="2304"/>
                  </a:cubicBezTo>
                  <a:cubicBezTo>
                    <a:pt x="1835" y="2258"/>
                    <a:pt x="1849" y="2213"/>
                    <a:pt x="1874" y="2171"/>
                  </a:cubicBezTo>
                  <a:cubicBezTo>
                    <a:pt x="1884" y="2153"/>
                    <a:pt x="1895" y="2136"/>
                    <a:pt x="1909" y="2122"/>
                  </a:cubicBezTo>
                  <a:cubicBezTo>
                    <a:pt x="1944" y="2076"/>
                    <a:pt x="1993" y="2048"/>
                    <a:pt x="2049" y="2034"/>
                  </a:cubicBezTo>
                  <a:cubicBezTo>
                    <a:pt x="2003" y="1943"/>
                    <a:pt x="1944" y="1863"/>
                    <a:pt x="1870" y="1793"/>
                  </a:cubicBezTo>
                  <a:cubicBezTo>
                    <a:pt x="1793" y="1726"/>
                    <a:pt x="1755" y="1628"/>
                    <a:pt x="1762" y="1526"/>
                  </a:cubicBezTo>
                  <a:cubicBezTo>
                    <a:pt x="1765" y="1442"/>
                    <a:pt x="1807" y="1362"/>
                    <a:pt x="1877" y="1313"/>
                  </a:cubicBezTo>
                  <a:cubicBezTo>
                    <a:pt x="1884" y="1309"/>
                    <a:pt x="1891" y="1302"/>
                    <a:pt x="1895" y="1292"/>
                  </a:cubicBezTo>
                  <a:cubicBezTo>
                    <a:pt x="1898" y="1264"/>
                    <a:pt x="1895" y="1236"/>
                    <a:pt x="1884" y="1211"/>
                  </a:cubicBezTo>
                  <a:cubicBezTo>
                    <a:pt x="1870" y="1169"/>
                    <a:pt x="1863" y="1127"/>
                    <a:pt x="1860" y="1085"/>
                  </a:cubicBezTo>
                  <a:cubicBezTo>
                    <a:pt x="1814" y="1036"/>
                    <a:pt x="1527" y="994"/>
                    <a:pt x="1433" y="980"/>
                  </a:cubicBezTo>
                  <a:cubicBezTo>
                    <a:pt x="1387" y="977"/>
                    <a:pt x="1345" y="970"/>
                    <a:pt x="1300" y="959"/>
                  </a:cubicBezTo>
                  <a:cubicBezTo>
                    <a:pt x="1209" y="931"/>
                    <a:pt x="1223" y="823"/>
                    <a:pt x="1233" y="735"/>
                  </a:cubicBezTo>
                  <a:cubicBezTo>
                    <a:pt x="1237" y="697"/>
                    <a:pt x="1240" y="658"/>
                    <a:pt x="1237" y="623"/>
                  </a:cubicBezTo>
                  <a:cubicBezTo>
                    <a:pt x="1093" y="616"/>
                    <a:pt x="998" y="518"/>
                    <a:pt x="998" y="361"/>
                  </a:cubicBezTo>
                  <a:cubicBezTo>
                    <a:pt x="998" y="336"/>
                    <a:pt x="935" y="263"/>
                    <a:pt x="904" y="221"/>
                  </a:cubicBezTo>
                  <a:lnTo>
                    <a:pt x="883" y="200"/>
                  </a:lnTo>
                  <a:lnTo>
                    <a:pt x="876" y="193"/>
                  </a:lnTo>
                  <a:lnTo>
                    <a:pt x="865" y="175"/>
                  </a:lnTo>
                  <a:lnTo>
                    <a:pt x="858" y="168"/>
                  </a:lnTo>
                  <a:lnTo>
                    <a:pt x="844" y="151"/>
                  </a:lnTo>
                  <a:lnTo>
                    <a:pt x="841" y="147"/>
                  </a:lnTo>
                  <a:cubicBezTo>
                    <a:pt x="837" y="140"/>
                    <a:pt x="834" y="130"/>
                    <a:pt x="827" y="126"/>
                  </a:cubicBezTo>
                  <a:lnTo>
                    <a:pt x="823" y="119"/>
                  </a:lnTo>
                  <a:cubicBezTo>
                    <a:pt x="820" y="112"/>
                    <a:pt x="820" y="109"/>
                    <a:pt x="816" y="105"/>
                  </a:cubicBezTo>
                  <a:lnTo>
                    <a:pt x="813" y="98"/>
                  </a:lnTo>
                  <a:cubicBezTo>
                    <a:pt x="809" y="91"/>
                    <a:pt x="809" y="88"/>
                    <a:pt x="809" y="81"/>
                  </a:cubicBezTo>
                  <a:lnTo>
                    <a:pt x="809" y="77"/>
                  </a:lnTo>
                  <a:lnTo>
                    <a:pt x="788" y="77"/>
                  </a:lnTo>
                  <a:lnTo>
                    <a:pt x="774" y="74"/>
                  </a:lnTo>
                  <a:lnTo>
                    <a:pt x="753" y="70"/>
                  </a:lnTo>
                  <a:lnTo>
                    <a:pt x="732" y="70"/>
                  </a:lnTo>
                  <a:lnTo>
                    <a:pt x="718" y="67"/>
                  </a:lnTo>
                  <a:cubicBezTo>
                    <a:pt x="645" y="49"/>
                    <a:pt x="568" y="25"/>
                    <a:pt x="498" y="0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52" name="Google Shape;8010;p80">
              <a:extLst>
                <a:ext uri="{FF2B5EF4-FFF2-40B4-BE49-F238E27FC236}">
                  <a16:creationId xmlns:a16="http://schemas.microsoft.com/office/drawing/2014/main" id="{AFAF7D33-A3D9-330B-2149-8B5AA372D782}"/>
                </a:ext>
              </a:extLst>
            </p:cNvPr>
            <p:cNvSpPr/>
            <p:nvPr/>
          </p:nvSpPr>
          <p:spPr>
            <a:xfrm>
              <a:off x="2189889" y="1694393"/>
              <a:ext cx="109" cy="149"/>
            </a:xfrm>
            <a:custGeom>
              <a:avLst/>
              <a:gdLst/>
              <a:ahLst/>
              <a:cxnLst/>
              <a:rect l="l" t="t" r="r" b="b"/>
              <a:pathLst>
                <a:path w="8" h="11" extrusionOk="0">
                  <a:moveTo>
                    <a:pt x="8" y="0"/>
                  </a:moveTo>
                  <a:cubicBezTo>
                    <a:pt x="8" y="4"/>
                    <a:pt x="4" y="7"/>
                    <a:pt x="1" y="11"/>
                  </a:cubicBezTo>
                  <a:lnTo>
                    <a:pt x="4" y="7"/>
                  </a:lnTo>
                  <a:cubicBezTo>
                    <a:pt x="4" y="7"/>
                    <a:pt x="8" y="4"/>
                    <a:pt x="8" y="0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53" name="Google Shape;8011;p80">
              <a:extLst>
                <a:ext uri="{FF2B5EF4-FFF2-40B4-BE49-F238E27FC236}">
                  <a16:creationId xmlns:a16="http://schemas.microsoft.com/office/drawing/2014/main" id="{2227813A-32E4-D388-9A09-F2DAAE7F0D2C}"/>
                </a:ext>
              </a:extLst>
            </p:cNvPr>
            <p:cNvSpPr/>
            <p:nvPr/>
          </p:nvSpPr>
          <p:spPr>
            <a:xfrm>
              <a:off x="2189373" y="1694773"/>
              <a:ext cx="244" cy="109"/>
            </a:xfrm>
            <a:custGeom>
              <a:avLst/>
              <a:gdLst/>
              <a:ahLst/>
              <a:cxnLst/>
              <a:rect l="l" t="t" r="r" b="b"/>
              <a:pathLst>
                <a:path w="18" h="8" extrusionOk="0">
                  <a:moveTo>
                    <a:pt x="0" y="7"/>
                  </a:moveTo>
                  <a:cubicBezTo>
                    <a:pt x="7" y="4"/>
                    <a:pt x="11" y="4"/>
                    <a:pt x="18" y="0"/>
                  </a:cubicBezTo>
                  <a:cubicBezTo>
                    <a:pt x="11" y="4"/>
                    <a:pt x="7" y="4"/>
                    <a:pt x="0" y="7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54" name="Google Shape;8012;p80">
              <a:extLst>
                <a:ext uri="{FF2B5EF4-FFF2-40B4-BE49-F238E27FC236}">
                  <a16:creationId xmlns:a16="http://schemas.microsoft.com/office/drawing/2014/main" id="{1B62F553-AAB1-53D2-7A69-A7883EA5459C}"/>
                </a:ext>
              </a:extLst>
            </p:cNvPr>
            <p:cNvSpPr/>
            <p:nvPr/>
          </p:nvSpPr>
          <p:spPr>
            <a:xfrm>
              <a:off x="2189658" y="1694583"/>
              <a:ext cx="204" cy="149"/>
            </a:xfrm>
            <a:custGeom>
              <a:avLst/>
              <a:gdLst/>
              <a:ahLst/>
              <a:cxnLst/>
              <a:rect l="l" t="t" r="r" b="b"/>
              <a:pathLst>
                <a:path w="15" h="11" extrusionOk="0">
                  <a:moveTo>
                    <a:pt x="0" y="11"/>
                  </a:moveTo>
                  <a:cubicBezTo>
                    <a:pt x="4" y="7"/>
                    <a:pt x="11" y="4"/>
                    <a:pt x="14" y="0"/>
                  </a:cubicBezTo>
                  <a:cubicBezTo>
                    <a:pt x="11" y="4"/>
                    <a:pt x="4" y="7"/>
                    <a:pt x="0" y="1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55" name="Google Shape;8013;p80">
              <a:extLst>
                <a:ext uri="{FF2B5EF4-FFF2-40B4-BE49-F238E27FC236}">
                  <a16:creationId xmlns:a16="http://schemas.microsoft.com/office/drawing/2014/main" id="{08C2406D-89C0-F81E-D8CC-21B773761511}"/>
                </a:ext>
              </a:extLst>
            </p:cNvPr>
            <p:cNvSpPr/>
            <p:nvPr/>
          </p:nvSpPr>
          <p:spPr>
            <a:xfrm>
              <a:off x="2190798" y="1683599"/>
              <a:ext cx="54" cy="434"/>
            </a:xfrm>
            <a:custGeom>
              <a:avLst/>
              <a:gdLst/>
              <a:ahLst/>
              <a:cxnLst/>
              <a:rect l="l" t="t" r="r" b="b"/>
              <a:pathLst>
                <a:path w="4" h="32" extrusionOk="0">
                  <a:moveTo>
                    <a:pt x="0" y="0"/>
                  </a:moveTo>
                  <a:cubicBezTo>
                    <a:pt x="0" y="8"/>
                    <a:pt x="2" y="16"/>
                    <a:pt x="3" y="24"/>
                  </a:cubicBezTo>
                  <a:lnTo>
                    <a:pt x="0" y="0"/>
                  </a:lnTo>
                  <a:close/>
                  <a:moveTo>
                    <a:pt x="3" y="24"/>
                  </a:moveTo>
                  <a:lnTo>
                    <a:pt x="3" y="24"/>
                  </a:lnTo>
                  <a:cubicBezTo>
                    <a:pt x="4" y="27"/>
                    <a:pt x="4" y="29"/>
                    <a:pt x="4" y="32"/>
                  </a:cubicBezTo>
                  <a:lnTo>
                    <a:pt x="4" y="28"/>
                  </a:lnTo>
                  <a:lnTo>
                    <a:pt x="3" y="24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56" name="Google Shape;8014;p80">
              <a:extLst>
                <a:ext uri="{FF2B5EF4-FFF2-40B4-BE49-F238E27FC236}">
                  <a16:creationId xmlns:a16="http://schemas.microsoft.com/office/drawing/2014/main" id="{45FDBCAC-3666-DC8B-D47F-37E3F37E3966}"/>
                </a:ext>
              </a:extLst>
            </p:cNvPr>
            <p:cNvSpPr/>
            <p:nvPr/>
          </p:nvSpPr>
          <p:spPr>
            <a:xfrm>
              <a:off x="2190649" y="1692628"/>
              <a:ext cx="14" cy="14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1" y="0"/>
                  </a:move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57" name="Google Shape;8015;p80">
              <a:extLst>
                <a:ext uri="{FF2B5EF4-FFF2-40B4-BE49-F238E27FC236}">
                  <a16:creationId xmlns:a16="http://schemas.microsoft.com/office/drawing/2014/main" id="{F3F43875-BCA6-1421-6B79-6A6BC3655173}"/>
                </a:ext>
              </a:extLst>
            </p:cNvPr>
            <p:cNvSpPr/>
            <p:nvPr/>
          </p:nvSpPr>
          <p:spPr>
            <a:xfrm>
              <a:off x="2190894" y="1684020"/>
              <a:ext cx="204" cy="1969"/>
            </a:xfrm>
            <a:custGeom>
              <a:avLst/>
              <a:gdLst/>
              <a:ahLst/>
              <a:cxnLst/>
              <a:rect l="l" t="t" r="r" b="b"/>
              <a:pathLst>
                <a:path w="15" h="145" extrusionOk="0">
                  <a:moveTo>
                    <a:pt x="0" y="1"/>
                  </a:moveTo>
                  <a:lnTo>
                    <a:pt x="0" y="1"/>
                  </a:lnTo>
                  <a:cubicBezTo>
                    <a:pt x="0" y="22"/>
                    <a:pt x="4" y="46"/>
                    <a:pt x="7" y="78"/>
                  </a:cubicBezTo>
                  <a:lnTo>
                    <a:pt x="7" y="81"/>
                  </a:lnTo>
                  <a:cubicBezTo>
                    <a:pt x="7" y="102"/>
                    <a:pt x="7" y="120"/>
                    <a:pt x="7" y="137"/>
                  </a:cubicBezTo>
                  <a:lnTo>
                    <a:pt x="14" y="144"/>
                  </a:lnTo>
                  <a:lnTo>
                    <a:pt x="0" y="1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58" name="Google Shape;8016;p80">
              <a:extLst>
                <a:ext uri="{FF2B5EF4-FFF2-40B4-BE49-F238E27FC236}">
                  <a16:creationId xmlns:a16="http://schemas.microsoft.com/office/drawing/2014/main" id="{12DA19BC-4F48-8745-1049-E7304546EE00}"/>
                </a:ext>
              </a:extLst>
            </p:cNvPr>
            <p:cNvSpPr/>
            <p:nvPr/>
          </p:nvSpPr>
          <p:spPr>
            <a:xfrm>
              <a:off x="2190554" y="1682404"/>
              <a:ext cx="258" cy="1208"/>
            </a:xfrm>
            <a:custGeom>
              <a:avLst/>
              <a:gdLst/>
              <a:ahLst/>
              <a:cxnLst/>
              <a:rect l="l" t="t" r="r" b="b"/>
              <a:pathLst>
                <a:path w="19" h="89" extrusionOk="0">
                  <a:moveTo>
                    <a:pt x="1" y="1"/>
                  </a:moveTo>
                  <a:cubicBezTo>
                    <a:pt x="8" y="29"/>
                    <a:pt x="15" y="57"/>
                    <a:pt x="18" y="88"/>
                  </a:cubicBezTo>
                  <a:lnTo>
                    <a:pt x="18" y="88"/>
                  </a:lnTo>
                  <a:cubicBezTo>
                    <a:pt x="15" y="57"/>
                    <a:pt x="8" y="29"/>
                    <a:pt x="1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59" name="Google Shape;8017;p80">
              <a:extLst>
                <a:ext uri="{FF2B5EF4-FFF2-40B4-BE49-F238E27FC236}">
                  <a16:creationId xmlns:a16="http://schemas.microsoft.com/office/drawing/2014/main" id="{14A72CF5-3DB8-A9FE-1064-F72CA625B1F9}"/>
                </a:ext>
              </a:extLst>
            </p:cNvPr>
            <p:cNvSpPr/>
            <p:nvPr/>
          </p:nvSpPr>
          <p:spPr>
            <a:xfrm>
              <a:off x="2186331" y="1673334"/>
              <a:ext cx="14" cy="109"/>
            </a:xfrm>
            <a:custGeom>
              <a:avLst/>
              <a:gdLst/>
              <a:ahLst/>
              <a:cxnLst/>
              <a:rect l="l" t="t" r="r" b="b"/>
              <a:pathLst>
                <a:path w="1" h="8" extrusionOk="0">
                  <a:moveTo>
                    <a:pt x="0" y="0"/>
                  </a:moveTo>
                  <a:lnTo>
                    <a:pt x="0" y="7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60" name="Google Shape;8018;p80">
              <a:extLst>
                <a:ext uri="{FF2B5EF4-FFF2-40B4-BE49-F238E27FC236}">
                  <a16:creationId xmlns:a16="http://schemas.microsoft.com/office/drawing/2014/main" id="{B0E4352D-EA73-7119-EA53-181882CB785B}"/>
                </a:ext>
              </a:extLst>
            </p:cNvPr>
            <p:cNvSpPr/>
            <p:nvPr/>
          </p:nvSpPr>
          <p:spPr>
            <a:xfrm>
              <a:off x="2187418" y="1676280"/>
              <a:ext cx="204" cy="109"/>
            </a:xfrm>
            <a:custGeom>
              <a:avLst/>
              <a:gdLst/>
              <a:ahLst/>
              <a:cxnLst/>
              <a:rect l="l" t="t" r="r" b="b"/>
              <a:pathLst>
                <a:path w="15" h="8" extrusionOk="0">
                  <a:moveTo>
                    <a:pt x="15" y="7"/>
                  </a:moveTo>
                  <a:cubicBezTo>
                    <a:pt x="8" y="4"/>
                    <a:pt x="4" y="4"/>
                    <a:pt x="1" y="0"/>
                  </a:cubicBezTo>
                  <a:cubicBezTo>
                    <a:pt x="4" y="4"/>
                    <a:pt x="8" y="4"/>
                    <a:pt x="15" y="7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61" name="Google Shape;8019;p80">
              <a:extLst>
                <a:ext uri="{FF2B5EF4-FFF2-40B4-BE49-F238E27FC236}">
                  <a16:creationId xmlns:a16="http://schemas.microsoft.com/office/drawing/2014/main" id="{DA3435CD-6ADC-49A6-DE42-B6B0718DEE80}"/>
                </a:ext>
              </a:extLst>
            </p:cNvPr>
            <p:cNvSpPr/>
            <p:nvPr/>
          </p:nvSpPr>
          <p:spPr>
            <a:xfrm>
              <a:off x="2186522" y="1674380"/>
              <a:ext cx="109" cy="394"/>
            </a:xfrm>
            <a:custGeom>
              <a:avLst/>
              <a:gdLst/>
              <a:ahLst/>
              <a:cxnLst/>
              <a:rect l="l" t="t" r="r" b="b"/>
              <a:pathLst>
                <a:path w="8" h="29" extrusionOk="0">
                  <a:moveTo>
                    <a:pt x="7" y="28"/>
                  </a:moveTo>
                  <a:cubicBezTo>
                    <a:pt x="7" y="18"/>
                    <a:pt x="4" y="11"/>
                    <a:pt x="0" y="0"/>
                  </a:cubicBezTo>
                  <a:cubicBezTo>
                    <a:pt x="4" y="11"/>
                    <a:pt x="7" y="18"/>
                    <a:pt x="7" y="28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62" name="Google Shape;8020;p80">
              <a:extLst>
                <a:ext uri="{FF2B5EF4-FFF2-40B4-BE49-F238E27FC236}">
                  <a16:creationId xmlns:a16="http://schemas.microsoft.com/office/drawing/2014/main" id="{3EA49378-E919-C70B-4BB3-D7380DF7AA2C}"/>
                </a:ext>
              </a:extLst>
            </p:cNvPr>
            <p:cNvSpPr/>
            <p:nvPr/>
          </p:nvSpPr>
          <p:spPr>
            <a:xfrm>
              <a:off x="2187228" y="1676090"/>
              <a:ext cx="163" cy="109"/>
            </a:xfrm>
            <a:custGeom>
              <a:avLst/>
              <a:gdLst/>
              <a:ahLst/>
              <a:cxnLst/>
              <a:rect l="l" t="t" r="r" b="b"/>
              <a:pathLst>
                <a:path w="12" h="8" extrusionOk="0">
                  <a:moveTo>
                    <a:pt x="11" y="7"/>
                  </a:moveTo>
                  <a:cubicBezTo>
                    <a:pt x="8" y="7"/>
                    <a:pt x="4" y="4"/>
                    <a:pt x="1" y="0"/>
                  </a:cubicBezTo>
                  <a:cubicBezTo>
                    <a:pt x="4" y="4"/>
                    <a:pt x="8" y="7"/>
                    <a:pt x="11" y="7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63" name="Google Shape;8021;p80">
              <a:extLst>
                <a:ext uri="{FF2B5EF4-FFF2-40B4-BE49-F238E27FC236}">
                  <a16:creationId xmlns:a16="http://schemas.microsoft.com/office/drawing/2014/main" id="{FCD368C4-3863-D018-75E2-BE899DB79122}"/>
                </a:ext>
              </a:extLst>
            </p:cNvPr>
            <p:cNvSpPr/>
            <p:nvPr/>
          </p:nvSpPr>
          <p:spPr>
            <a:xfrm>
              <a:off x="2187037" y="1675805"/>
              <a:ext cx="163" cy="204"/>
            </a:xfrm>
            <a:custGeom>
              <a:avLst/>
              <a:gdLst/>
              <a:ahLst/>
              <a:cxnLst/>
              <a:rect l="l" t="t" r="r" b="b"/>
              <a:pathLst>
                <a:path w="12" h="15" extrusionOk="0">
                  <a:moveTo>
                    <a:pt x="11" y="14"/>
                  </a:moveTo>
                  <a:cubicBezTo>
                    <a:pt x="8" y="11"/>
                    <a:pt x="4" y="4"/>
                    <a:pt x="1" y="0"/>
                  </a:cubicBezTo>
                  <a:cubicBezTo>
                    <a:pt x="4" y="4"/>
                    <a:pt x="8" y="11"/>
                    <a:pt x="11" y="14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64" name="Google Shape;8022;p80">
              <a:extLst>
                <a:ext uri="{FF2B5EF4-FFF2-40B4-BE49-F238E27FC236}">
                  <a16:creationId xmlns:a16="http://schemas.microsoft.com/office/drawing/2014/main" id="{69846834-E7AC-F0EF-C2D7-9ED3EE8411F2}"/>
                </a:ext>
              </a:extLst>
            </p:cNvPr>
            <p:cNvSpPr/>
            <p:nvPr/>
          </p:nvSpPr>
          <p:spPr>
            <a:xfrm>
              <a:off x="2186372" y="1673714"/>
              <a:ext cx="109" cy="434"/>
            </a:xfrm>
            <a:custGeom>
              <a:avLst/>
              <a:gdLst/>
              <a:ahLst/>
              <a:cxnLst/>
              <a:rect l="l" t="t" r="r" b="b"/>
              <a:pathLst>
                <a:path w="8" h="32" extrusionOk="0">
                  <a:moveTo>
                    <a:pt x="8" y="32"/>
                  </a:moveTo>
                  <a:cubicBezTo>
                    <a:pt x="8" y="21"/>
                    <a:pt x="4" y="11"/>
                    <a:pt x="1" y="0"/>
                  </a:cubicBezTo>
                  <a:cubicBezTo>
                    <a:pt x="4" y="11"/>
                    <a:pt x="8" y="21"/>
                    <a:pt x="8" y="32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65" name="Google Shape;8023;p80">
              <a:extLst>
                <a:ext uri="{FF2B5EF4-FFF2-40B4-BE49-F238E27FC236}">
                  <a16:creationId xmlns:a16="http://schemas.microsoft.com/office/drawing/2014/main" id="{4E791FA7-263D-2F1E-9E17-18D46F623963}"/>
                </a:ext>
              </a:extLst>
            </p:cNvPr>
            <p:cNvSpPr/>
            <p:nvPr/>
          </p:nvSpPr>
          <p:spPr>
            <a:xfrm>
              <a:off x="2186902" y="1675425"/>
              <a:ext cx="109" cy="244"/>
            </a:xfrm>
            <a:custGeom>
              <a:avLst/>
              <a:gdLst/>
              <a:ahLst/>
              <a:cxnLst/>
              <a:rect l="l" t="t" r="r" b="b"/>
              <a:pathLst>
                <a:path w="8" h="18" extrusionOk="0">
                  <a:moveTo>
                    <a:pt x="7" y="18"/>
                  </a:moveTo>
                  <a:cubicBezTo>
                    <a:pt x="4" y="14"/>
                    <a:pt x="0" y="7"/>
                    <a:pt x="0" y="0"/>
                  </a:cubicBezTo>
                  <a:cubicBezTo>
                    <a:pt x="0" y="7"/>
                    <a:pt x="4" y="14"/>
                    <a:pt x="7" y="18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66" name="Google Shape;8024;p80">
              <a:extLst>
                <a:ext uri="{FF2B5EF4-FFF2-40B4-BE49-F238E27FC236}">
                  <a16:creationId xmlns:a16="http://schemas.microsoft.com/office/drawing/2014/main" id="{B038C1D2-8369-ECAF-181C-14664FE05E48}"/>
                </a:ext>
              </a:extLst>
            </p:cNvPr>
            <p:cNvSpPr/>
            <p:nvPr/>
          </p:nvSpPr>
          <p:spPr>
            <a:xfrm>
              <a:off x="2186712" y="1674950"/>
              <a:ext cx="109" cy="299"/>
            </a:xfrm>
            <a:custGeom>
              <a:avLst/>
              <a:gdLst/>
              <a:ahLst/>
              <a:cxnLst/>
              <a:rect l="l" t="t" r="r" b="b"/>
              <a:pathLst>
                <a:path w="8" h="22" extrusionOk="0">
                  <a:moveTo>
                    <a:pt x="0" y="0"/>
                  </a:moveTo>
                  <a:cubicBezTo>
                    <a:pt x="0" y="11"/>
                    <a:pt x="4" y="18"/>
                    <a:pt x="7" y="21"/>
                  </a:cubicBezTo>
                  <a:cubicBezTo>
                    <a:pt x="4" y="18"/>
                    <a:pt x="4" y="11"/>
                    <a:pt x="0" y="0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67" name="Google Shape;8025;p80">
              <a:extLst>
                <a:ext uri="{FF2B5EF4-FFF2-40B4-BE49-F238E27FC236}">
                  <a16:creationId xmlns:a16="http://schemas.microsoft.com/office/drawing/2014/main" id="{AD4EA02B-C3B6-0E82-4B52-33C73A600BC8}"/>
                </a:ext>
              </a:extLst>
            </p:cNvPr>
            <p:cNvSpPr/>
            <p:nvPr/>
          </p:nvSpPr>
          <p:spPr>
            <a:xfrm>
              <a:off x="2190989" y="1685119"/>
              <a:ext cx="14" cy="14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0" y="0"/>
                  </a:move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68" name="Google Shape;8026;p80">
              <a:extLst>
                <a:ext uri="{FF2B5EF4-FFF2-40B4-BE49-F238E27FC236}">
                  <a16:creationId xmlns:a16="http://schemas.microsoft.com/office/drawing/2014/main" id="{ED424FB2-B0C9-1FB3-66D9-8B9E3CBC55C7}"/>
                </a:ext>
              </a:extLst>
            </p:cNvPr>
            <p:cNvSpPr/>
            <p:nvPr/>
          </p:nvSpPr>
          <p:spPr>
            <a:xfrm>
              <a:off x="2190839" y="1683599"/>
              <a:ext cx="163" cy="1480"/>
            </a:xfrm>
            <a:custGeom>
              <a:avLst/>
              <a:gdLst/>
              <a:ahLst/>
              <a:cxnLst/>
              <a:rect l="l" t="t" r="r" b="b"/>
              <a:pathLst>
                <a:path w="12" h="109" extrusionOk="0">
                  <a:moveTo>
                    <a:pt x="1" y="0"/>
                  </a:moveTo>
                  <a:cubicBezTo>
                    <a:pt x="1" y="11"/>
                    <a:pt x="1" y="18"/>
                    <a:pt x="4" y="31"/>
                  </a:cubicBezTo>
                  <a:lnTo>
                    <a:pt x="4" y="31"/>
                  </a:lnTo>
                  <a:cubicBezTo>
                    <a:pt x="3" y="20"/>
                    <a:pt x="2" y="10"/>
                    <a:pt x="1" y="0"/>
                  </a:cubicBezTo>
                  <a:close/>
                  <a:moveTo>
                    <a:pt x="4" y="31"/>
                  </a:moveTo>
                  <a:cubicBezTo>
                    <a:pt x="7" y="54"/>
                    <a:pt x="9" y="80"/>
                    <a:pt x="11" y="109"/>
                  </a:cubicBezTo>
                  <a:cubicBezTo>
                    <a:pt x="11" y="77"/>
                    <a:pt x="8" y="53"/>
                    <a:pt x="4" y="32"/>
                  </a:cubicBezTo>
                  <a:cubicBezTo>
                    <a:pt x="4" y="32"/>
                    <a:pt x="4" y="31"/>
                    <a:pt x="4" y="3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69" name="Google Shape;8027;p80">
              <a:extLst>
                <a:ext uri="{FF2B5EF4-FFF2-40B4-BE49-F238E27FC236}">
                  <a16:creationId xmlns:a16="http://schemas.microsoft.com/office/drawing/2014/main" id="{3D9A0BF9-B8AB-5BC1-8F59-C739BCE09DB4}"/>
                </a:ext>
              </a:extLst>
            </p:cNvPr>
            <p:cNvSpPr/>
            <p:nvPr/>
          </p:nvSpPr>
          <p:spPr>
            <a:xfrm>
              <a:off x="2193745" y="1702892"/>
              <a:ext cx="679" cy="299"/>
            </a:xfrm>
            <a:custGeom>
              <a:avLst/>
              <a:gdLst/>
              <a:ahLst/>
              <a:cxnLst/>
              <a:rect l="l" t="t" r="r" b="b"/>
              <a:pathLst>
                <a:path w="50" h="22" extrusionOk="0">
                  <a:moveTo>
                    <a:pt x="49" y="22"/>
                  </a:moveTo>
                  <a:cubicBezTo>
                    <a:pt x="32" y="15"/>
                    <a:pt x="14" y="4"/>
                    <a:pt x="0" y="1"/>
                  </a:cubicBezTo>
                  <a:cubicBezTo>
                    <a:pt x="14" y="4"/>
                    <a:pt x="32" y="15"/>
                    <a:pt x="49" y="22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70" name="Google Shape;8028;p80">
              <a:extLst>
                <a:ext uri="{FF2B5EF4-FFF2-40B4-BE49-F238E27FC236}">
                  <a16:creationId xmlns:a16="http://schemas.microsoft.com/office/drawing/2014/main" id="{D9A7A2B0-FB50-61F1-3DB7-3CF7AFD234F4}"/>
                </a:ext>
              </a:extLst>
            </p:cNvPr>
            <p:cNvSpPr/>
            <p:nvPr/>
          </p:nvSpPr>
          <p:spPr>
            <a:xfrm>
              <a:off x="2192740" y="1702512"/>
              <a:ext cx="163" cy="68"/>
            </a:xfrm>
            <a:custGeom>
              <a:avLst/>
              <a:gdLst/>
              <a:ahLst/>
              <a:cxnLst/>
              <a:rect l="l" t="t" r="r" b="b"/>
              <a:pathLst>
                <a:path w="12" h="5" extrusionOk="0">
                  <a:moveTo>
                    <a:pt x="11" y="4"/>
                  </a:moveTo>
                  <a:lnTo>
                    <a:pt x="1" y="1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71" name="Google Shape;8029;p80">
              <a:extLst>
                <a:ext uri="{FF2B5EF4-FFF2-40B4-BE49-F238E27FC236}">
                  <a16:creationId xmlns:a16="http://schemas.microsoft.com/office/drawing/2014/main" id="{281BBC3D-38F8-DCA0-19BB-AF5416D0C8C0}"/>
                </a:ext>
              </a:extLst>
            </p:cNvPr>
            <p:cNvSpPr/>
            <p:nvPr/>
          </p:nvSpPr>
          <p:spPr>
            <a:xfrm>
              <a:off x="2194546" y="1703272"/>
              <a:ext cx="679" cy="353"/>
            </a:xfrm>
            <a:custGeom>
              <a:avLst/>
              <a:gdLst/>
              <a:ahLst/>
              <a:cxnLst/>
              <a:rect l="l" t="t" r="r" b="b"/>
              <a:pathLst>
                <a:path w="50" h="26" extrusionOk="0">
                  <a:moveTo>
                    <a:pt x="50" y="25"/>
                  </a:moveTo>
                  <a:lnTo>
                    <a:pt x="1" y="1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72" name="Google Shape;8030;p80">
              <a:extLst>
                <a:ext uri="{FF2B5EF4-FFF2-40B4-BE49-F238E27FC236}">
                  <a16:creationId xmlns:a16="http://schemas.microsoft.com/office/drawing/2014/main" id="{BE11357C-5686-4FE5-098B-D0AD35E79AB3}"/>
                </a:ext>
              </a:extLst>
            </p:cNvPr>
            <p:cNvSpPr/>
            <p:nvPr/>
          </p:nvSpPr>
          <p:spPr>
            <a:xfrm>
              <a:off x="2193270" y="1702661"/>
              <a:ext cx="299" cy="149"/>
            </a:xfrm>
            <a:custGeom>
              <a:avLst/>
              <a:gdLst/>
              <a:ahLst/>
              <a:cxnLst/>
              <a:rect l="l" t="t" r="r" b="b"/>
              <a:pathLst>
                <a:path w="22" h="11" extrusionOk="0">
                  <a:moveTo>
                    <a:pt x="21" y="11"/>
                  </a:moveTo>
                  <a:lnTo>
                    <a:pt x="0" y="0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73" name="Google Shape;8031;p80">
              <a:extLst>
                <a:ext uri="{FF2B5EF4-FFF2-40B4-BE49-F238E27FC236}">
                  <a16:creationId xmlns:a16="http://schemas.microsoft.com/office/drawing/2014/main" id="{E2F1AD22-F9DA-CA5B-F6AD-AEE041EC195C}"/>
                </a:ext>
              </a:extLst>
            </p:cNvPr>
            <p:cNvSpPr/>
            <p:nvPr/>
          </p:nvSpPr>
          <p:spPr>
            <a:xfrm>
              <a:off x="2195646" y="1703843"/>
              <a:ext cx="299" cy="204"/>
            </a:xfrm>
            <a:custGeom>
              <a:avLst/>
              <a:gdLst/>
              <a:ahLst/>
              <a:cxnLst/>
              <a:rect l="l" t="t" r="r" b="b"/>
              <a:pathLst>
                <a:path w="22" h="15" extrusionOk="0">
                  <a:moveTo>
                    <a:pt x="21" y="15"/>
                  </a:moveTo>
                  <a:lnTo>
                    <a:pt x="0" y="1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74" name="Google Shape;8032;p80">
              <a:extLst>
                <a:ext uri="{FF2B5EF4-FFF2-40B4-BE49-F238E27FC236}">
                  <a16:creationId xmlns:a16="http://schemas.microsoft.com/office/drawing/2014/main" id="{8A0B5A63-5BA8-0C61-0204-38C18B6CF88D}"/>
                </a:ext>
              </a:extLst>
            </p:cNvPr>
            <p:cNvSpPr/>
            <p:nvPr/>
          </p:nvSpPr>
          <p:spPr>
            <a:xfrm>
              <a:off x="2196067" y="1672098"/>
              <a:ext cx="204" cy="54"/>
            </a:xfrm>
            <a:custGeom>
              <a:avLst/>
              <a:gdLst/>
              <a:ahLst/>
              <a:cxnLst/>
              <a:rect l="l" t="t" r="r" b="b"/>
              <a:pathLst>
                <a:path w="15" h="4" extrusionOk="0">
                  <a:moveTo>
                    <a:pt x="15" y="4"/>
                  </a:moveTo>
                  <a:lnTo>
                    <a:pt x="1" y="0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75" name="Google Shape;8033;p80">
              <a:extLst>
                <a:ext uri="{FF2B5EF4-FFF2-40B4-BE49-F238E27FC236}">
                  <a16:creationId xmlns:a16="http://schemas.microsoft.com/office/drawing/2014/main" id="{3ED94CCD-4105-2B7E-8E74-AB206C3A011A}"/>
                </a:ext>
              </a:extLst>
            </p:cNvPr>
            <p:cNvSpPr/>
            <p:nvPr/>
          </p:nvSpPr>
          <p:spPr>
            <a:xfrm>
              <a:off x="2197017" y="1672289"/>
              <a:ext cx="163" cy="14"/>
            </a:xfrm>
            <a:custGeom>
              <a:avLst/>
              <a:gdLst/>
              <a:ahLst/>
              <a:cxnLst/>
              <a:rect l="l" t="t" r="r" b="b"/>
              <a:pathLst>
                <a:path w="12" h="1" extrusionOk="0">
                  <a:moveTo>
                    <a:pt x="11" y="0"/>
                  </a:moveTo>
                  <a:lnTo>
                    <a:pt x="1" y="0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76" name="Google Shape;8034;p80">
              <a:extLst>
                <a:ext uri="{FF2B5EF4-FFF2-40B4-BE49-F238E27FC236}">
                  <a16:creationId xmlns:a16="http://schemas.microsoft.com/office/drawing/2014/main" id="{C2DCD059-6702-A4C4-58BE-0ECDAA06637B}"/>
                </a:ext>
              </a:extLst>
            </p:cNvPr>
            <p:cNvSpPr/>
            <p:nvPr/>
          </p:nvSpPr>
          <p:spPr>
            <a:xfrm>
              <a:off x="2196596" y="1672194"/>
              <a:ext cx="244" cy="54"/>
            </a:xfrm>
            <a:custGeom>
              <a:avLst/>
              <a:gdLst/>
              <a:ahLst/>
              <a:cxnLst/>
              <a:rect l="l" t="t" r="r" b="b"/>
              <a:pathLst>
                <a:path w="18" h="4" extrusionOk="0">
                  <a:moveTo>
                    <a:pt x="18" y="4"/>
                  </a:moveTo>
                  <a:lnTo>
                    <a:pt x="0" y="0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77" name="Google Shape;8035;p80">
              <a:extLst>
                <a:ext uri="{FF2B5EF4-FFF2-40B4-BE49-F238E27FC236}">
                  <a16:creationId xmlns:a16="http://schemas.microsoft.com/office/drawing/2014/main" id="{A5F99C50-1E04-54EC-D0A3-601051001A92}"/>
                </a:ext>
              </a:extLst>
            </p:cNvPr>
            <p:cNvSpPr/>
            <p:nvPr/>
          </p:nvSpPr>
          <p:spPr>
            <a:xfrm>
              <a:off x="2186331" y="1671189"/>
              <a:ext cx="6762" cy="2159"/>
            </a:xfrm>
            <a:custGeom>
              <a:avLst/>
              <a:gdLst/>
              <a:ahLst/>
              <a:cxnLst/>
              <a:rect l="l" t="t" r="r" b="b"/>
              <a:pathLst>
                <a:path w="498" h="159" extrusionOk="0">
                  <a:moveTo>
                    <a:pt x="497" y="1"/>
                  </a:moveTo>
                  <a:cubicBezTo>
                    <a:pt x="424" y="25"/>
                    <a:pt x="189" y="99"/>
                    <a:pt x="0" y="158"/>
                  </a:cubicBezTo>
                  <a:cubicBezTo>
                    <a:pt x="193" y="102"/>
                    <a:pt x="424" y="25"/>
                    <a:pt x="497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78" name="Google Shape;8036;p80">
              <a:extLst>
                <a:ext uri="{FF2B5EF4-FFF2-40B4-BE49-F238E27FC236}">
                  <a16:creationId xmlns:a16="http://schemas.microsoft.com/office/drawing/2014/main" id="{0F7145B1-C2A4-E61C-B34D-6D6CA465E971}"/>
                </a:ext>
              </a:extLst>
            </p:cNvPr>
            <p:cNvSpPr/>
            <p:nvPr/>
          </p:nvSpPr>
          <p:spPr>
            <a:xfrm>
              <a:off x="2196311" y="1672139"/>
              <a:ext cx="204" cy="68"/>
            </a:xfrm>
            <a:custGeom>
              <a:avLst/>
              <a:gdLst/>
              <a:ahLst/>
              <a:cxnLst/>
              <a:rect l="l" t="t" r="r" b="b"/>
              <a:pathLst>
                <a:path w="15" h="5" extrusionOk="0">
                  <a:moveTo>
                    <a:pt x="14" y="4"/>
                  </a:moveTo>
                  <a:lnTo>
                    <a:pt x="0" y="1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79" name="Google Shape;8037;p80">
              <a:extLst>
                <a:ext uri="{FF2B5EF4-FFF2-40B4-BE49-F238E27FC236}">
                  <a16:creationId xmlns:a16="http://schemas.microsoft.com/office/drawing/2014/main" id="{7D6EF06B-A706-20AD-EED8-1D54EB5DF71E}"/>
                </a:ext>
              </a:extLst>
            </p:cNvPr>
            <p:cNvSpPr/>
            <p:nvPr/>
          </p:nvSpPr>
          <p:spPr>
            <a:xfrm>
              <a:off x="2197397" y="1672614"/>
              <a:ext cx="68" cy="109"/>
            </a:xfrm>
            <a:custGeom>
              <a:avLst/>
              <a:gdLst/>
              <a:ahLst/>
              <a:cxnLst/>
              <a:rect l="l" t="t" r="r" b="b"/>
              <a:pathLst>
                <a:path w="5" h="8" extrusionOk="0">
                  <a:moveTo>
                    <a:pt x="4" y="8"/>
                  </a:moveTo>
                  <a:lnTo>
                    <a:pt x="1" y="1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80" name="Google Shape;8038;p80">
              <a:extLst>
                <a:ext uri="{FF2B5EF4-FFF2-40B4-BE49-F238E27FC236}">
                  <a16:creationId xmlns:a16="http://schemas.microsoft.com/office/drawing/2014/main" id="{6277F69E-2DD8-1E1A-DB79-7F539CF6275E}"/>
                </a:ext>
              </a:extLst>
            </p:cNvPr>
            <p:cNvSpPr/>
            <p:nvPr/>
          </p:nvSpPr>
          <p:spPr>
            <a:xfrm>
              <a:off x="2197546" y="1672900"/>
              <a:ext cx="54" cy="109"/>
            </a:xfrm>
            <a:custGeom>
              <a:avLst/>
              <a:gdLst/>
              <a:ahLst/>
              <a:cxnLst/>
              <a:rect l="l" t="t" r="r" b="b"/>
              <a:pathLst>
                <a:path w="4" h="8" extrusionOk="0">
                  <a:moveTo>
                    <a:pt x="4" y="8"/>
                  </a:moveTo>
                  <a:lnTo>
                    <a:pt x="0" y="1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81" name="Google Shape;8039;p80">
              <a:extLst>
                <a:ext uri="{FF2B5EF4-FFF2-40B4-BE49-F238E27FC236}">
                  <a16:creationId xmlns:a16="http://schemas.microsoft.com/office/drawing/2014/main" id="{B2F8C4FA-FFED-DECC-0DBB-594E82F87310}"/>
                </a:ext>
              </a:extLst>
            </p:cNvPr>
            <p:cNvSpPr/>
            <p:nvPr/>
          </p:nvSpPr>
          <p:spPr>
            <a:xfrm>
              <a:off x="2197302" y="1672329"/>
              <a:ext cx="14" cy="68"/>
            </a:xfrm>
            <a:custGeom>
              <a:avLst/>
              <a:gdLst/>
              <a:ahLst/>
              <a:cxnLst/>
              <a:rect l="l" t="t" r="r" b="b"/>
              <a:pathLst>
                <a:path w="1" h="5" extrusionOk="0">
                  <a:moveTo>
                    <a:pt x="1" y="4"/>
                  </a:moveTo>
                  <a:lnTo>
                    <a:pt x="1" y="1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82" name="Google Shape;8040;p80">
              <a:extLst>
                <a:ext uri="{FF2B5EF4-FFF2-40B4-BE49-F238E27FC236}">
                  <a16:creationId xmlns:a16="http://schemas.microsoft.com/office/drawing/2014/main" id="{2F5ADD4C-18D7-B5A0-FFC0-A041B5A835D5}"/>
                </a:ext>
              </a:extLst>
            </p:cNvPr>
            <p:cNvSpPr/>
            <p:nvPr/>
          </p:nvSpPr>
          <p:spPr>
            <a:xfrm>
              <a:off x="2211572" y="1686029"/>
              <a:ext cx="584" cy="2811"/>
            </a:xfrm>
            <a:custGeom>
              <a:avLst/>
              <a:gdLst/>
              <a:ahLst/>
              <a:cxnLst/>
              <a:rect l="l" t="t" r="r" b="b"/>
              <a:pathLst>
                <a:path w="43" h="207" extrusionOk="0">
                  <a:moveTo>
                    <a:pt x="0" y="0"/>
                  </a:moveTo>
                  <a:cubicBezTo>
                    <a:pt x="1" y="13"/>
                    <a:pt x="3" y="25"/>
                    <a:pt x="4" y="38"/>
                  </a:cubicBezTo>
                  <a:lnTo>
                    <a:pt x="4" y="38"/>
                  </a:lnTo>
                  <a:cubicBezTo>
                    <a:pt x="3" y="25"/>
                    <a:pt x="1" y="13"/>
                    <a:pt x="0" y="0"/>
                  </a:cubicBezTo>
                  <a:close/>
                  <a:moveTo>
                    <a:pt x="4" y="38"/>
                  </a:moveTo>
                  <a:lnTo>
                    <a:pt x="4" y="38"/>
                  </a:lnTo>
                  <a:cubicBezTo>
                    <a:pt x="9" y="67"/>
                    <a:pt x="15" y="97"/>
                    <a:pt x="25" y="126"/>
                  </a:cubicBezTo>
                  <a:cubicBezTo>
                    <a:pt x="35" y="150"/>
                    <a:pt x="42" y="178"/>
                    <a:pt x="39" y="206"/>
                  </a:cubicBezTo>
                  <a:lnTo>
                    <a:pt x="42" y="203"/>
                  </a:lnTo>
                  <a:cubicBezTo>
                    <a:pt x="42" y="175"/>
                    <a:pt x="35" y="150"/>
                    <a:pt x="28" y="126"/>
                  </a:cubicBezTo>
                  <a:cubicBezTo>
                    <a:pt x="16" y="99"/>
                    <a:pt x="9" y="68"/>
                    <a:pt x="4" y="38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83" name="Google Shape;8041;p80">
              <a:extLst>
                <a:ext uri="{FF2B5EF4-FFF2-40B4-BE49-F238E27FC236}">
                  <a16:creationId xmlns:a16="http://schemas.microsoft.com/office/drawing/2014/main" id="{8CA8822F-A0ED-EC74-C3DC-D7D1EF94F5FB}"/>
                </a:ext>
              </a:extLst>
            </p:cNvPr>
            <p:cNvSpPr/>
            <p:nvPr/>
          </p:nvSpPr>
          <p:spPr>
            <a:xfrm>
              <a:off x="2198253" y="1673904"/>
              <a:ext cx="109" cy="109"/>
            </a:xfrm>
            <a:custGeom>
              <a:avLst/>
              <a:gdLst/>
              <a:ahLst/>
              <a:cxnLst/>
              <a:rect l="l" t="t" r="r" b="b"/>
              <a:pathLst>
                <a:path w="8" h="8" extrusionOk="0">
                  <a:moveTo>
                    <a:pt x="8" y="7"/>
                  </a:moveTo>
                  <a:lnTo>
                    <a:pt x="1" y="0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84" name="Google Shape;8042;p80">
              <a:extLst>
                <a:ext uri="{FF2B5EF4-FFF2-40B4-BE49-F238E27FC236}">
                  <a16:creationId xmlns:a16="http://schemas.microsoft.com/office/drawing/2014/main" id="{00FA4FFB-A3BC-23A6-3289-D73142B42A63}"/>
                </a:ext>
              </a:extLst>
            </p:cNvPr>
            <p:cNvSpPr/>
            <p:nvPr/>
          </p:nvSpPr>
          <p:spPr>
            <a:xfrm>
              <a:off x="2198022" y="1673565"/>
              <a:ext cx="54" cy="109"/>
            </a:xfrm>
            <a:custGeom>
              <a:avLst/>
              <a:gdLst/>
              <a:ahLst/>
              <a:cxnLst/>
              <a:rect l="l" t="t" r="r" b="b"/>
              <a:pathLst>
                <a:path w="4" h="8" extrusionOk="0">
                  <a:moveTo>
                    <a:pt x="4" y="8"/>
                  </a:moveTo>
                  <a:lnTo>
                    <a:pt x="0" y="1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85" name="Google Shape;8043;p80">
              <a:extLst>
                <a:ext uri="{FF2B5EF4-FFF2-40B4-BE49-F238E27FC236}">
                  <a16:creationId xmlns:a16="http://schemas.microsoft.com/office/drawing/2014/main" id="{3F6CD8E1-969D-E9E7-C526-E923BEBF8191}"/>
                </a:ext>
              </a:extLst>
            </p:cNvPr>
            <p:cNvSpPr/>
            <p:nvPr/>
          </p:nvSpPr>
          <p:spPr>
            <a:xfrm>
              <a:off x="2197777" y="1673280"/>
              <a:ext cx="14" cy="68"/>
            </a:xfrm>
            <a:custGeom>
              <a:avLst/>
              <a:gdLst/>
              <a:ahLst/>
              <a:cxnLst/>
              <a:rect l="l" t="t" r="r" b="b"/>
              <a:pathLst>
                <a:path w="1" h="5" extrusionOk="0">
                  <a:moveTo>
                    <a:pt x="1" y="4"/>
                  </a:moveTo>
                  <a:lnTo>
                    <a:pt x="1" y="1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86" name="Google Shape;8044;p80">
              <a:extLst>
                <a:ext uri="{FF2B5EF4-FFF2-40B4-BE49-F238E27FC236}">
                  <a16:creationId xmlns:a16="http://schemas.microsoft.com/office/drawing/2014/main" id="{6C900D07-A705-FA06-84D4-663FDCEF0B40}"/>
                </a:ext>
              </a:extLst>
            </p:cNvPr>
            <p:cNvSpPr/>
            <p:nvPr/>
          </p:nvSpPr>
          <p:spPr>
            <a:xfrm>
              <a:off x="2211803" y="1688826"/>
              <a:ext cx="258" cy="299"/>
            </a:xfrm>
            <a:custGeom>
              <a:avLst/>
              <a:gdLst/>
              <a:ahLst/>
              <a:cxnLst/>
              <a:rect l="l" t="t" r="r" b="b"/>
              <a:pathLst>
                <a:path w="19" h="22" extrusionOk="0">
                  <a:moveTo>
                    <a:pt x="18" y="0"/>
                  </a:moveTo>
                  <a:cubicBezTo>
                    <a:pt x="15" y="11"/>
                    <a:pt x="8" y="18"/>
                    <a:pt x="1" y="21"/>
                  </a:cubicBezTo>
                  <a:cubicBezTo>
                    <a:pt x="8" y="18"/>
                    <a:pt x="15" y="14"/>
                    <a:pt x="18" y="7"/>
                  </a:cubicBezTo>
                  <a:lnTo>
                    <a:pt x="18" y="0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87" name="Google Shape;8045;p80">
              <a:extLst>
                <a:ext uri="{FF2B5EF4-FFF2-40B4-BE49-F238E27FC236}">
                  <a16:creationId xmlns:a16="http://schemas.microsoft.com/office/drawing/2014/main" id="{1CAF6EE7-D696-A051-1DFB-1AC74E79D426}"/>
                </a:ext>
              </a:extLst>
            </p:cNvPr>
            <p:cNvSpPr/>
            <p:nvPr/>
          </p:nvSpPr>
          <p:spPr>
            <a:xfrm>
              <a:off x="2211762" y="1700095"/>
              <a:ext cx="489" cy="679"/>
            </a:xfrm>
            <a:custGeom>
              <a:avLst/>
              <a:gdLst/>
              <a:ahLst/>
              <a:cxnLst/>
              <a:rect l="l" t="t" r="r" b="b"/>
              <a:pathLst>
                <a:path w="36" h="50" extrusionOk="0">
                  <a:moveTo>
                    <a:pt x="0" y="49"/>
                  </a:moveTo>
                  <a:cubicBezTo>
                    <a:pt x="11" y="32"/>
                    <a:pt x="21" y="14"/>
                    <a:pt x="35" y="0"/>
                  </a:cubicBezTo>
                  <a:cubicBezTo>
                    <a:pt x="21" y="14"/>
                    <a:pt x="11" y="32"/>
                    <a:pt x="0" y="49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88" name="Google Shape;8046;p80">
              <a:extLst>
                <a:ext uri="{FF2B5EF4-FFF2-40B4-BE49-F238E27FC236}">
                  <a16:creationId xmlns:a16="http://schemas.microsoft.com/office/drawing/2014/main" id="{44F67757-6FDD-A4AA-A00C-A703328B2331}"/>
                </a:ext>
              </a:extLst>
            </p:cNvPr>
            <p:cNvSpPr/>
            <p:nvPr/>
          </p:nvSpPr>
          <p:spPr>
            <a:xfrm>
              <a:off x="2211233" y="1700761"/>
              <a:ext cx="543" cy="1819"/>
            </a:xfrm>
            <a:custGeom>
              <a:avLst/>
              <a:gdLst/>
              <a:ahLst/>
              <a:cxnLst/>
              <a:rect l="l" t="t" r="r" b="b"/>
              <a:pathLst>
                <a:path w="40" h="134" extrusionOk="0">
                  <a:moveTo>
                    <a:pt x="1" y="133"/>
                  </a:moveTo>
                  <a:cubicBezTo>
                    <a:pt x="1" y="84"/>
                    <a:pt x="15" y="39"/>
                    <a:pt x="39" y="0"/>
                  </a:cubicBezTo>
                  <a:cubicBezTo>
                    <a:pt x="15" y="39"/>
                    <a:pt x="1" y="84"/>
                    <a:pt x="1" y="133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89" name="Google Shape;8047;p80">
              <a:extLst>
                <a:ext uri="{FF2B5EF4-FFF2-40B4-BE49-F238E27FC236}">
                  <a16:creationId xmlns:a16="http://schemas.microsoft.com/office/drawing/2014/main" id="{EF5014FE-2B57-E1F1-4A29-C96E3F29502D}"/>
                </a:ext>
              </a:extLst>
            </p:cNvPr>
            <p:cNvSpPr/>
            <p:nvPr/>
          </p:nvSpPr>
          <p:spPr>
            <a:xfrm>
              <a:off x="2211192" y="1702852"/>
              <a:ext cx="109" cy="1344"/>
            </a:xfrm>
            <a:custGeom>
              <a:avLst/>
              <a:gdLst/>
              <a:ahLst/>
              <a:cxnLst/>
              <a:rect l="l" t="t" r="r" b="b"/>
              <a:pathLst>
                <a:path w="8" h="99" extrusionOk="0">
                  <a:moveTo>
                    <a:pt x="7" y="0"/>
                  </a:moveTo>
                  <a:cubicBezTo>
                    <a:pt x="7" y="32"/>
                    <a:pt x="7" y="63"/>
                    <a:pt x="0" y="98"/>
                  </a:cubicBezTo>
                  <a:lnTo>
                    <a:pt x="0" y="98"/>
                  </a:lnTo>
                  <a:cubicBezTo>
                    <a:pt x="7" y="63"/>
                    <a:pt x="7" y="32"/>
                    <a:pt x="7" y="0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90" name="Google Shape;8048;p80">
              <a:extLst>
                <a:ext uri="{FF2B5EF4-FFF2-40B4-BE49-F238E27FC236}">
                  <a16:creationId xmlns:a16="http://schemas.microsoft.com/office/drawing/2014/main" id="{1D046E92-136E-8EDE-5928-D464B17B9A73}"/>
                </a:ext>
              </a:extLst>
            </p:cNvPr>
            <p:cNvSpPr/>
            <p:nvPr/>
          </p:nvSpPr>
          <p:spPr>
            <a:xfrm>
              <a:off x="2212047" y="1688772"/>
              <a:ext cx="109" cy="163"/>
            </a:xfrm>
            <a:custGeom>
              <a:avLst/>
              <a:gdLst/>
              <a:ahLst/>
              <a:cxnLst/>
              <a:rect l="l" t="t" r="r" b="b"/>
              <a:pathLst>
                <a:path w="8" h="12" extrusionOk="0">
                  <a:moveTo>
                    <a:pt x="7" y="1"/>
                  </a:moveTo>
                  <a:lnTo>
                    <a:pt x="4" y="4"/>
                  </a:lnTo>
                  <a:lnTo>
                    <a:pt x="0" y="11"/>
                  </a:lnTo>
                  <a:cubicBezTo>
                    <a:pt x="4" y="8"/>
                    <a:pt x="4" y="4"/>
                    <a:pt x="7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91" name="Google Shape;8049;p80">
              <a:extLst>
                <a:ext uri="{FF2B5EF4-FFF2-40B4-BE49-F238E27FC236}">
                  <a16:creationId xmlns:a16="http://schemas.microsoft.com/office/drawing/2014/main" id="{89E4D19F-94A1-A2FD-E5F0-ED50A25FDDF1}"/>
                </a:ext>
              </a:extLst>
            </p:cNvPr>
            <p:cNvSpPr/>
            <p:nvPr/>
          </p:nvSpPr>
          <p:spPr>
            <a:xfrm>
              <a:off x="2200208" y="1705703"/>
              <a:ext cx="2444" cy="489"/>
            </a:xfrm>
            <a:custGeom>
              <a:avLst/>
              <a:gdLst/>
              <a:ahLst/>
              <a:cxnLst/>
              <a:rect l="l" t="t" r="r" b="b"/>
              <a:pathLst>
                <a:path w="180" h="36" extrusionOk="0">
                  <a:moveTo>
                    <a:pt x="179" y="0"/>
                  </a:moveTo>
                  <a:lnTo>
                    <a:pt x="0" y="35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92" name="Google Shape;8050;p80">
              <a:extLst>
                <a:ext uri="{FF2B5EF4-FFF2-40B4-BE49-F238E27FC236}">
                  <a16:creationId xmlns:a16="http://schemas.microsoft.com/office/drawing/2014/main" id="{629A7B33-B6FD-7453-80B9-294B33D38101}"/>
                </a:ext>
              </a:extLst>
            </p:cNvPr>
            <p:cNvSpPr/>
            <p:nvPr/>
          </p:nvSpPr>
          <p:spPr>
            <a:xfrm>
              <a:off x="2207906" y="1704657"/>
              <a:ext cx="584" cy="109"/>
            </a:xfrm>
            <a:custGeom>
              <a:avLst/>
              <a:gdLst/>
              <a:ahLst/>
              <a:cxnLst/>
              <a:rect l="l" t="t" r="r" b="b"/>
              <a:pathLst>
                <a:path w="43" h="8" extrusionOk="0">
                  <a:moveTo>
                    <a:pt x="43" y="0"/>
                  </a:moveTo>
                  <a:lnTo>
                    <a:pt x="1" y="7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93" name="Google Shape;8051;p80">
              <a:extLst>
                <a:ext uri="{FF2B5EF4-FFF2-40B4-BE49-F238E27FC236}">
                  <a16:creationId xmlns:a16="http://schemas.microsoft.com/office/drawing/2014/main" id="{0BFD2C63-0FD5-63B6-DE28-417019162FE9}"/>
                </a:ext>
              </a:extLst>
            </p:cNvPr>
            <p:cNvSpPr/>
            <p:nvPr/>
          </p:nvSpPr>
          <p:spPr>
            <a:xfrm>
              <a:off x="2208857" y="1704467"/>
              <a:ext cx="543" cy="109"/>
            </a:xfrm>
            <a:custGeom>
              <a:avLst/>
              <a:gdLst/>
              <a:ahLst/>
              <a:cxnLst/>
              <a:rect l="l" t="t" r="r" b="b"/>
              <a:pathLst>
                <a:path w="40" h="8" extrusionOk="0">
                  <a:moveTo>
                    <a:pt x="39" y="0"/>
                  </a:moveTo>
                  <a:lnTo>
                    <a:pt x="1" y="7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94" name="Google Shape;8052;p80">
              <a:extLst>
                <a:ext uri="{FF2B5EF4-FFF2-40B4-BE49-F238E27FC236}">
                  <a16:creationId xmlns:a16="http://schemas.microsoft.com/office/drawing/2014/main" id="{5E9E8B14-6DCF-6E27-35C4-988A5289F775}"/>
                </a:ext>
              </a:extLst>
            </p:cNvPr>
            <p:cNvSpPr/>
            <p:nvPr/>
          </p:nvSpPr>
          <p:spPr>
            <a:xfrm>
              <a:off x="2206100" y="1704942"/>
              <a:ext cx="584" cy="109"/>
            </a:xfrm>
            <a:custGeom>
              <a:avLst/>
              <a:gdLst/>
              <a:ahLst/>
              <a:cxnLst/>
              <a:rect l="l" t="t" r="r" b="b"/>
              <a:pathLst>
                <a:path w="43" h="8" extrusionOk="0">
                  <a:moveTo>
                    <a:pt x="43" y="0"/>
                  </a:moveTo>
                  <a:lnTo>
                    <a:pt x="1" y="7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95" name="Google Shape;8053;p80">
              <a:extLst>
                <a:ext uri="{FF2B5EF4-FFF2-40B4-BE49-F238E27FC236}">
                  <a16:creationId xmlns:a16="http://schemas.microsoft.com/office/drawing/2014/main" id="{25A4AF73-84D6-AD3B-7FB7-3B5743C4E59A}"/>
                </a:ext>
              </a:extLst>
            </p:cNvPr>
            <p:cNvSpPr/>
            <p:nvPr/>
          </p:nvSpPr>
          <p:spPr>
            <a:xfrm>
              <a:off x="2209766" y="1704318"/>
              <a:ext cx="489" cy="109"/>
            </a:xfrm>
            <a:custGeom>
              <a:avLst/>
              <a:gdLst/>
              <a:ahLst/>
              <a:cxnLst/>
              <a:rect l="l" t="t" r="r" b="b"/>
              <a:pathLst>
                <a:path w="36" h="8" extrusionOk="0">
                  <a:moveTo>
                    <a:pt x="35" y="1"/>
                  </a:moveTo>
                  <a:lnTo>
                    <a:pt x="0" y="8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96" name="Google Shape;8054;p80">
              <a:extLst>
                <a:ext uri="{FF2B5EF4-FFF2-40B4-BE49-F238E27FC236}">
                  <a16:creationId xmlns:a16="http://schemas.microsoft.com/office/drawing/2014/main" id="{7D57E6A0-1A56-55DF-3B20-EF109C2E04A9}"/>
                </a:ext>
              </a:extLst>
            </p:cNvPr>
            <p:cNvSpPr/>
            <p:nvPr/>
          </p:nvSpPr>
          <p:spPr>
            <a:xfrm>
              <a:off x="2203493" y="1705418"/>
              <a:ext cx="625" cy="149"/>
            </a:xfrm>
            <a:custGeom>
              <a:avLst/>
              <a:gdLst/>
              <a:ahLst/>
              <a:cxnLst/>
              <a:rect l="l" t="t" r="r" b="b"/>
              <a:pathLst>
                <a:path w="46" h="11" extrusionOk="0">
                  <a:moveTo>
                    <a:pt x="46" y="0"/>
                  </a:moveTo>
                  <a:lnTo>
                    <a:pt x="0" y="11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97" name="Google Shape;8055;p80">
              <a:extLst>
                <a:ext uri="{FF2B5EF4-FFF2-40B4-BE49-F238E27FC236}">
                  <a16:creationId xmlns:a16="http://schemas.microsoft.com/office/drawing/2014/main" id="{3F53A370-76D5-A38F-59E9-6D36F954DCCC}"/>
                </a:ext>
              </a:extLst>
            </p:cNvPr>
            <p:cNvSpPr/>
            <p:nvPr/>
          </p:nvSpPr>
          <p:spPr>
            <a:xfrm>
              <a:off x="2210662" y="1704182"/>
              <a:ext cx="489" cy="109"/>
            </a:xfrm>
            <a:custGeom>
              <a:avLst/>
              <a:gdLst/>
              <a:ahLst/>
              <a:cxnLst/>
              <a:rect l="l" t="t" r="r" b="b"/>
              <a:pathLst>
                <a:path w="36" h="8" extrusionOk="0">
                  <a:moveTo>
                    <a:pt x="36" y="0"/>
                  </a:moveTo>
                  <a:lnTo>
                    <a:pt x="1" y="7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98" name="Google Shape;8056;p80">
              <a:extLst>
                <a:ext uri="{FF2B5EF4-FFF2-40B4-BE49-F238E27FC236}">
                  <a16:creationId xmlns:a16="http://schemas.microsoft.com/office/drawing/2014/main" id="{A3C636E9-2E64-8E25-99B8-ED97058DC689}"/>
                </a:ext>
              </a:extLst>
            </p:cNvPr>
            <p:cNvSpPr/>
            <p:nvPr/>
          </p:nvSpPr>
          <p:spPr>
            <a:xfrm>
              <a:off x="2205150" y="1705078"/>
              <a:ext cx="679" cy="163"/>
            </a:xfrm>
            <a:custGeom>
              <a:avLst/>
              <a:gdLst/>
              <a:ahLst/>
              <a:cxnLst/>
              <a:rect l="l" t="t" r="r" b="b"/>
              <a:pathLst>
                <a:path w="50" h="12" extrusionOk="0">
                  <a:moveTo>
                    <a:pt x="50" y="1"/>
                  </a:moveTo>
                  <a:lnTo>
                    <a:pt x="1" y="11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99" name="Google Shape;8057;p80">
              <a:extLst>
                <a:ext uri="{FF2B5EF4-FFF2-40B4-BE49-F238E27FC236}">
                  <a16:creationId xmlns:a16="http://schemas.microsoft.com/office/drawing/2014/main" id="{8BF01287-7A6B-4836-2C58-F3181160F391}"/>
                </a:ext>
              </a:extLst>
            </p:cNvPr>
            <p:cNvSpPr/>
            <p:nvPr/>
          </p:nvSpPr>
          <p:spPr>
            <a:xfrm>
              <a:off x="2202679" y="1705553"/>
              <a:ext cx="679" cy="163"/>
            </a:xfrm>
            <a:custGeom>
              <a:avLst/>
              <a:gdLst/>
              <a:ahLst/>
              <a:cxnLst/>
              <a:rect l="l" t="t" r="r" b="b"/>
              <a:pathLst>
                <a:path w="50" h="12" extrusionOk="0">
                  <a:moveTo>
                    <a:pt x="50" y="1"/>
                  </a:moveTo>
                  <a:lnTo>
                    <a:pt x="1" y="11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00" name="Google Shape;8058;p80">
              <a:extLst>
                <a:ext uri="{FF2B5EF4-FFF2-40B4-BE49-F238E27FC236}">
                  <a16:creationId xmlns:a16="http://schemas.microsoft.com/office/drawing/2014/main" id="{23A64262-0BA7-C94F-D3CB-E31466EF98C6}"/>
                </a:ext>
              </a:extLst>
            </p:cNvPr>
            <p:cNvSpPr/>
            <p:nvPr/>
          </p:nvSpPr>
          <p:spPr>
            <a:xfrm>
              <a:off x="2204295" y="1705268"/>
              <a:ext cx="679" cy="109"/>
            </a:xfrm>
            <a:custGeom>
              <a:avLst/>
              <a:gdLst/>
              <a:ahLst/>
              <a:cxnLst/>
              <a:rect l="l" t="t" r="r" b="b"/>
              <a:pathLst>
                <a:path w="50" h="8" extrusionOk="0">
                  <a:moveTo>
                    <a:pt x="50" y="1"/>
                  </a:moveTo>
                  <a:lnTo>
                    <a:pt x="1" y="8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01" name="Google Shape;8059;p80">
              <a:extLst>
                <a:ext uri="{FF2B5EF4-FFF2-40B4-BE49-F238E27FC236}">
                  <a16:creationId xmlns:a16="http://schemas.microsoft.com/office/drawing/2014/main" id="{402D466A-91F5-59E6-DFE6-19EC486C1729}"/>
                </a:ext>
              </a:extLst>
            </p:cNvPr>
            <p:cNvSpPr/>
            <p:nvPr/>
          </p:nvSpPr>
          <p:spPr>
            <a:xfrm>
              <a:off x="2207010" y="1704793"/>
              <a:ext cx="584" cy="109"/>
            </a:xfrm>
            <a:custGeom>
              <a:avLst/>
              <a:gdLst/>
              <a:ahLst/>
              <a:cxnLst/>
              <a:rect l="l" t="t" r="r" b="b"/>
              <a:pathLst>
                <a:path w="43" h="8" extrusionOk="0">
                  <a:moveTo>
                    <a:pt x="42" y="1"/>
                  </a:moveTo>
                  <a:lnTo>
                    <a:pt x="0" y="8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02" name="Google Shape;8060;p80">
              <a:extLst>
                <a:ext uri="{FF2B5EF4-FFF2-40B4-BE49-F238E27FC236}">
                  <a16:creationId xmlns:a16="http://schemas.microsoft.com/office/drawing/2014/main" id="{1D53F323-CA27-AEB4-01B9-81DFF4B42D48}"/>
                </a:ext>
              </a:extLst>
            </p:cNvPr>
            <p:cNvSpPr/>
            <p:nvPr/>
          </p:nvSpPr>
          <p:spPr>
            <a:xfrm>
              <a:off x="2189604" y="1699050"/>
              <a:ext cx="299" cy="339"/>
            </a:xfrm>
            <a:custGeom>
              <a:avLst/>
              <a:gdLst/>
              <a:ahLst/>
              <a:cxnLst/>
              <a:rect l="l" t="t" r="r" b="b"/>
              <a:pathLst>
                <a:path w="22" h="25" extrusionOk="0">
                  <a:moveTo>
                    <a:pt x="22" y="25"/>
                  </a:moveTo>
                  <a:lnTo>
                    <a:pt x="1" y="0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03" name="Google Shape;8061;p80">
              <a:extLst>
                <a:ext uri="{FF2B5EF4-FFF2-40B4-BE49-F238E27FC236}">
                  <a16:creationId xmlns:a16="http://schemas.microsoft.com/office/drawing/2014/main" id="{8F2FC658-8F22-8F75-9D87-C919FC65E7EE}"/>
                </a:ext>
              </a:extLst>
            </p:cNvPr>
            <p:cNvSpPr/>
            <p:nvPr/>
          </p:nvSpPr>
          <p:spPr>
            <a:xfrm>
              <a:off x="2190364" y="1699946"/>
              <a:ext cx="353" cy="394"/>
            </a:xfrm>
            <a:custGeom>
              <a:avLst/>
              <a:gdLst/>
              <a:ahLst/>
              <a:cxnLst/>
              <a:rect l="l" t="t" r="r" b="b"/>
              <a:pathLst>
                <a:path w="26" h="29" extrusionOk="0">
                  <a:moveTo>
                    <a:pt x="25" y="29"/>
                  </a:moveTo>
                  <a:lnTo>
                    <a:pt x="1" y="1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04" name="Google Shape;8062;p80">
              <a:extLst>
                <a:ext uri="{FF2B5EF4-FFF2-40B4-BE49-F238E27FC236}">
                  <a16:creationId xmlns:a16="http://schemas.microsoft.com/office/drawing/2014/main" id="{6B3BE4E6-3A7B-F7BF-DA50-C6C28EF39B78}"/>
                </a:ext>
              </a:extLst>
            </p:cNvPr>
            <p:cNvSpPr/>
            <p:nvPr/>
          </p:nvSpPr>
          <p:spPr>
            <a:xfrm>
              <a:off x="2191314" y="1701046"/>
              <a:ext cx="299" cy="394"/>
            </a:xfrm>
            <a:custGeom>
              <a:avLst/>
              <a:gdLst/>
              <a:ahLst/>
              <a:cxnLst/>
              <a:rect l="l" t="t" r="r" b="b"/>
              <a:pathLst>
                <a:path w="22" h="29" extrusionOk="0">
                  <a:moveTo>
                    <a:pt x="22" y="28"/>
                  </a:moveTo>
                  <a:lnTo>
                    <a:pt x="1" y="0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05" name="Google Shape;8063;p80">
              <a:extLst>
                <a:ext uri="{FF2B5EF4-FFF2-40B4-BE49-F238E27FC236}">
                  <a16:creationId xmlns:a16="http://schemas.microsoft.com/office/drawing/2014/main" id="{5355CE0F-7DD7-3101-BBF6-D247B0CE9DE0}"/>
                </a:ext>
              </a:extLst>
            </p:cNvPr>
            <p:cNvSpPr/>
            <p:nvPr/>
          </p:nvSpPr>
          <p:spPr>
            <a:xfrm>
              <a:off x="2188178" y="1697475"/>
              <a:ext cx="258" cy="299"/>
            </a:xfrm>
            <a:custGeom>
              <a:avLst/>
              <a:gdLst/>
              <a:ahLst/>
              <a:cxnLst/>
              <a:rect l="l" t="t" r="r" b="b"/>
              <a:pathLst>
                <a:path w="19" h="22" extrusionOk="0">
                  <a:moveTo>
                    <a:pt x="18" y="22"/>
                  </a:moveTo>
                  <a:lnTo>
                    <a:pt x="1" y="1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06" name="Google Shape;8064;p80">
              <a:extLst>
                <a:ext uri="{FF2B5EF4-FFF2-40B4-BE49-F238E27FC236}">
                  <a16:creationId xmlns:a16="http://schemas.microsoft.com/office/drawing/2014/main" id="{1CC33609-6B45-0FE1-FF98-59AE0B20D7FB}"/>
                </a:ext>
              </a:extLst>
            </p:cNvPr>
            <p:cNvSpPr/>
            <p:nvPr/>
          </p:nvSpPr>
          <p:spPr>
            <a:xfrm>
              <a:off x="2188843" y="1698235"/>
              <a:ext cx="299" cy="353"/>
            </a:xfrm>
            <a:custGeom>
              <a:avLst/>
              <a:gdLst/>
              <a:ahLst/>
              <a:cxnLst/>
              <a:rect l="l" t="t" r="r" b="b"/>
              <a:pathLst>
                <a:path w="22" h="26" extrusionOk="0">
                  <a:moveTo>
                    <a:pt x="22" y="25"/>
                  </a:moveTo>
                  <a:lnTo>
                    <a:pt x="1" y="1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07" name="Google Shape;8065;p80">
              <a:extLst>
                <a:ext uri="{FF2B5EF4-FFF2-40B4-BE49-F238E27FC236}">
                  <a16:creationId xmlns:a16="http://schemas.microsoft.com/office/drawing/2014/main" id="{006DBDB4-B09E-AE5F-4837-695E09962CB9}"/>
                </a:ext>
              </a:extLst>
            </p:cNvPr>
            <p:cNvSpPr/>
            <p:nvPr/>
          </p:nvSpPr>
          <p:spPr>
            <a:xfrm>
              <a:off x="2191980" y="1701901"/>
              <a:ext cx="299" cy="394"/>
            </a:xfrm>
            <a:custGeom>
              <a:avLst/>
              <a:gdLst/>
              <a:ahLst/>
              <a:cxnLst/>
              <a:rect l="l" t="t" r="r" b="b"/>
              <a:pathLst>
                <a:path w="22" h="29" extrusionOk="0">
                  <a:moveTo>
                    <a:pt x="22" y="28"/>
                  </a:moveTo>
                  <a:lnTo>
                    <a:pt x="1" y="0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08" name="Google Shape;8066;p80">
              <a:extLst>
                <a:ext uri="{FF2B5EF4-FFF2-40B4-BE49-F238E27FC236}">
                  <a16:creationId xmlns:a16="http://schemas.microsoft.com/office/drawing/2014/main" id="{9F3644A9-3F0B-60CD-7D93-4DC3168506AF}"/>
                </a:ext>
              </a:extLst>
            </p:cNvPr>
            <p:cNvSpPr/>
            <p:nvPr/>
          </p:nvSpPr>
          <p:spPr>
            <a:xfrm>
              <a:off x="2187513" y="1696769"/>
              <a:ext cx="204" cy="204"/>
            </a:xfrm>
            <a:custGeom>
              <a:avLst/>
              <a:gdLst/>
              <a:ahLst/>
              <a:cxnLst/>
              <a:rect l="l" t="t" r="r" b="b"/>
              <a:pathLst>
                <a:path w="15" h="15" extrusionOk="0">
                  <a:moveTo>
                    <a:pt x="15" y="14"/>
                  </a:moveTo>
                  <a:lnTo>
                    <a:pt x="1" y="0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809" name="Google Shape;8067;p80">
            <a:extLst>
              <a:ext uri="{FF2B5EF4-FFF2-40B4-BE49-F238E27FC236}">
                <a16:creationId xmlns:a16="http://schemas.microsoft.com/office/drawing/2014/main" id="{9C509B59-4120-E256-1BA9-5EC9D3F73473}"/>
              </a:ext>
            </a:extLst>
          </p:cNvPr>
          <p:cNvGrpSpPr/>
          <p:nvPr/>
        </p:nvGrpSpPr>
        <p:grpSpPr>
          <a:xfrm>
            <a:off x="3406969" y="1472614"/>
            <a:ext cx="2310381" cy="1488888"/>
            <a:chOff x="229225" y="549050"/>
            <a:chExt cx="7161750" cy="4615275"/>
          </a:xfrm>
        </p:grpSpPr>
        <p:sp>
          <p:nvSpPr>
            <p:cNvPr id="6810" name="Google Shape;8068;p80">
              <a:extLst>
                <a:ext uri="{FF2B5EF4-FFF2-40B4-BE49-F238E27FC236}">
                  <a16:creationId xmlns:a16="http://schemas.microsoft.com/office/drawing/2014/main" id="{65C3A4F1-8A0A-AFD9-2BB6-F8DFBA821B74}"/>
                </a:ext>
              </a:extLst>
            </p:cNvPr>
            <p:cNvSpPr/>
            <p:nvPr/>
          </p:nvSpPr>
          <p:spPr>
            <a:xfrm>
              <a:off x="627425" y="2326500"/>
              <a:ext cx="1488625" cy="1368700"/>
            </a:xfrm>
            <a:custGeom>
              <a:avLst/>
              <a:gdLst/>
              <a:ahLst/>
              <a:cxnLst/>
              <a:rect l="l" t="t" r="r" b="b"/>
              <a:pathLst>
                <a:path w="59545" h="54748" extrusionOk="0">
                  <a:moveTo>
                    <a:pt x="5992" y="0"/>
                  </a:moveTo>
                  <a:cubicBezTo>
                    <a:pt x="5592" y="0"/>
                    <a:pt x="5194" y="84"/>
                    <a:pt x="4807" y="273"/>
                  </a:cubicBezTo>
                  <a:cubicBezTo>
                    <a:pt x="3416" y="951"/>
                    <a:pt x="2616" y="2256"/>
                    <a:pt x="1629" y="3414"/>
                  </a:cubicBezTo>
                  <a:cubicBezTo>
                    <a:pt x="852" y="4326"/>
                    <a:pt x="353" y="4825"/>
                    <a:pt x="1" y="5082"/>
                  </a:cubicBezTo>
                  <a:cubicBezTo>
                    <a:pt x="973" y="4476"/>
                    <a:pt x="1889" y="3789"/>
                    <a:pt x="2683" y="2859"/>
                  </a:cubicBezTo>
                  <a:cubicBezTo>
                    <a:pt x="3861" y="1479"/>
                    <a:pt x="4985" y="934"/>
                    <a:pt x="6056" y="934"/>
                  </a:cubicBezTo>
                  <a:cubicBezTo>
                    <a:pt x="8542" y="934"/>
                    <a:pt x="10743" y="3871"/>
                    <a:pt x="12680" y="6136"/>
                  </a:cubicBezTo>
                  <a:cubicBezTo>
                    <a:pt x="14851" y="8677"/>
                    <a:pt x="17660" y="9566"/>
                    <a:pt x="19112" y="12886"/>
                  </a:cubicBezTo>
                  <a:cubicBezTo>
                    <a:pt x="19886" y="14656"/>
                    <a:pt x="21431" y="16154"/>
                    <a:pt x="22490" y="17759"/>
                  </a:cubicBezTo>
                  <a:cubicBezTo>
                    <a:pt x="23507" y="19301"/>
                    <a:pt x="22210" y="21616"/>
                    <a:pt x="21901" y="23187"/>
                  </a:cubicBezTo>
                  <a:cubicBezTo>
                    <a:pt x="21566" y="24879"/>
                    <a:pt x="21916" y="26316"/>
                    <a:pt x="22776" y="27760"/>
                  </a:cubicBezTo>
                  <a:cubicBezTo>
                    <a:pt x="24514" y="30679"/>
                    <a:pt x="27294" y="32974"/>
                    <a:pt x="29136" y="35907"/>
                  </a:cubicBezTo>
                  <a:cubicBezTo>
                    <a:pt x="30216" y="37625"/>
                    <a:pt x="31619" y="39943"/>
                    <a:pt x="33709" y="40555"/>
                  </a:cubicBezTo>
                  <a:cubicBezTo>
                    <a:pt x="37012" y="41522"/>
                    <a:pt x="36839" y="43208"/>
                    <a:pt x="38490" y="45526"/>
                  </a:cubicBezTo>
                  <a:cubicBezTo>
                    <a:pt x="39359" y="46751"/>
                    <a:pt x="41187" y="47189"/>
                    <a:pt x="42538" y="47536"/>
                  </a:cubicBezTo>
                  <a:cubicBezTo>
                    <a:pt x="45670" y="48335"/>
                    <a:pt x="48040" y="48044"/>
                    <a:pt x="50679" y="50252"/>
                  </a:cubicBezTo>
                  <a:cubicBezTo>
                    <a:pt x="52448" y="51733"/>
                    <a:pt x="54940" y="54748"/>
                    <a:pt x="57473" y="54748"/>
                  </a:cubicBezTo>
                  <a:cubicBezTo>
                    <a:pt x="58135" y="54748"/>
                    <a:pt x="58800" y="54542"/>
                    <a:pt x="59455" y="54049"/>
                  </a:cubicBezTo>
                  <a:cubicBezTo>
                    <a:pt x="59544" y="53982"/>
                    <a:pt x="59491" y="53846"/>
                    <a:pt x="59403" y="53846"/>
                  </a:cubicBezTo>
                  <a:cubicBezTo>
                    <a:pt x="59385" y="53846"/>
                    <a:pt x="59366" y="53852"/>
                    <a:pt x="59346" y="53864"/>
                  </a:cubicBezTo>
                  <a:cubicBezTo>
                    <a:pt x="58755" y="54244"/>
                    <a:pt x="58163" y="54408"/>
                    <a:pt x="57572" y="54408"/>
                  </a:cubicBezTo>
                  <a:cubicBezTo>
                    <a:pt x="54047" y="54408"/>
                    <a:pt x="50535" y="48579"/>
                    <a:pt x="47269" y="47917"/>
                  </a:cubicBezTo>
                  <a:cubicBezTo>
                    <a:pt x="45419" y="47542"/>
                    <a:pt x="43551" y="47397"/>
                    <a:pt x="41712" y="46930"/>
                  </a:cubicBezTo>
                  <a:cubicBezTo>
                    <a:pt x="39192" y="46286"/>
                    <a:pt x="37838" y="44461"/>
                    <a:pt x="37933" y="41909"/>
                  </a:cubicBezTo>
                  <a:cubicBezTo>
                    <a:pt x="37933" y="41831"/>
                    <a:pt x="37890" y="41759"/>
                    <a:pt x="37823" y="41718"/>
                  </a:cubicBezTo>
                  <a:cubicBezTo>
                    <a:pt x="35210" y="39842"/>
                    <a:pt x="32422" y="39726"/>
                    <a:pt x="30285" y="36848"/>
                  </a:cubicBezTo>
                  <a:cubicBezTo>
                    <a:pt x="28562" y="34524"/>
                    <a:pt x="27280" y="32096"/>
                    <a:pt x="25270" y="29980"/>
                  </a:cubicBezTo>
                  <a:cubicBezTo>
                    <a:pt x="22199" y="26746"/>
                    <a:pt x="21708" y="24203"/>
                    <a:pt x="23307" y="20008"/>
                  </a:cubicBezTo>
                  <a:cubicBezTo>
                    <a:pt x="23853" y="18579"/>
                    <a:pt x="22929" y="17375"/>
                    <a:pt x="22063" y="16264"/>
                  </a:cubicBezTo>
                  <a:cubicBezTo>
                    <a:pt x="20565" y="14327"/>
                    <a:pt x="19600" y="11647"/>
                    <a:pt x="17969" y="9875"/>
                  </a:cubicBezTo>
                  <a:cubicBezTo>
                    <a:pt x="15969" y="7695"/>
                    <a:pt x="13347" y="6457"/>
                    <a:pt x="11563" y="4003"/>
                  </a:cubicBezTo>
                  <a:cubicBezTo>
                    <a:pt x="10516" y="2565"/>
                    <a:pt x="8210" y="0"/>
                    <a:pt x="599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11" name="Google Shape;8069;p80">
              <a:extLst>
                <a:ext uri="{FF2B5EF4-FFF2-40B4-BE49-F238E27FC236}">
                  <a16:creationId xmlns:a16="http://schemas.microsoft.com/office/drawing/2014/main" id="{3EA1A805-6E1E-DBF7-9B7B-FEE5186D9B54}"/>
                </a:ext>
              </a:extLst>
            </p:cNvPr>
            <p:cNvSpPr/>
            <p:nvPr/>
          </p:nvSpPr>
          <p:spPr>
            <a:xfrm>
              <a:off x="229225" y="2394575"/>
              <a:ext cx="390500" cy="214975"/>
            </a:xfrm>
            <a:custGeom>
              <a:avLst/>
              <a:gdLst/>
              <a:ahLst/>
              <a:cxnLst/>
              <a:rect l="l" t="t" r="r" b="b"/>
              <a:pathLst>
                <a:path w="15620" h="8599" extrusionOk="0">
                  <a:moveTo>
                    <a:pt x="10697" y="0"/>
                  </a:moveTo>
                  <a:cubicBezTo>
                    <a:pt x="10637" y="0"/>
                    <a:pt x="10578" y="28"/>
                    <a:pt x="10538" y="93"/>
                  </a:cubicBezTo>
                  <a:cubicBezTo>
                    <a:pt x="8310" y="3760"/>
                    <a:pt x="4308" y="3234"/>
                    <a:pt x="1551" y="5832"/>
                  </a:cubicBezTo>
                  <a:cubicBezTo>
                    <a:pt x="1110" y="6251"/>
                    <a:pt x="1" y="7083"/>
                    <a:pt x="469" y="7888"/>
                  </a:cubicBezTo>
                  <a:cubicBezTo>
                    <a:pt x="766" y="8395"/>
                    <a:pt x="1409" y="8598"/>
                    <a:pt x="2237" y="8598"/>
                  </a:cubicBezTo>
                  <a:cubicBezTo>
                    <a:pt x="4937" y="8598"/>
                    <a:pt x="9598" y="6438"/>
                    <a:pt x="10637" y="5599"/>
                  </a:cubicBezTo>
                  <a:cubicBezTo>
                    <a:pt x="12224" y="4317"/>
                    <a:pt x="13988" y="3529"/>
                    <a:pt x="15620" y="2550"/>
                  </a:cubicBezTo>
                  <a:lnTo>
                    <a:pt x="15620" y="2550"/>
                  </a:lnTo>
                  <a:cubicBezTo>
                    <a:pt x="15532" y="2588"/>
                    <a:pt x="15458" y="2604"/>
                    <a:pt x="15393" y="2604"/>
                  </a:cubicBezTo>
                  <a:cubicBezTo>
                    <a:pt x="15081" y="2604"/>
                    <a:pt x="14984" y="2237"/>
                    <a:pt x="14587" y="2237"/>
                  </a:cubicBezTo>
                  <a:cubicBezTo>
                    <a:pt x="14382" y="2237"/>
                    <a:pt x="14098" y="2334"/>
                    <a:pt x="13662" y="2631"/>
                  </a:cubicBezTo>
                  <a:cubicBezTo>
                    <a:pt x="12184" y="3638"/>
                    <a:pt x="10966" y="4940"/>
                    <a:pt x="9387" y="5809"/>
                  </a:cubicBezTo>
                  <a:cubicBezTo>
                    <a:pt x="7854" y="6652"/>
                    <a:pt x="6052" y="7132"/>
                    <a:pt x="4375" y="7605"/>
                  </a:cubicBezTo>
                  <a:cubicBezTo>
                    <a:pt x="3510" y="7973"/>
                    <a:pt x="2866" y="8157"/>
                    <a:pt x="2443" y="8157"/>
                  </a:cubicBezTo>
                  <a:cubicBezTo>
                    <a:pt x="1498" y="8157"/>
                    <a:pt x="1657" y="7238"/>
                    <a:pt x="2920" y="5399"/>
                  </a:cubicBezTo>
                  <a:cubicBezTo>
                    <a:pt x="4274" y="4782"/>
                    <a:pt x="5642" y="4187"/>
                    <a:pt x="7019" y="3618"/>
                  </a:cubicBezTo>
                  <a:cubicBezTo>
                    <a:pt x="8751" y="2893"/>
                    <a:pt x="9932" y="1837"/>
                    <a:pt x="10870" y="289"/>
                  </a:cubicBezTo>
                  <a:cubicBezTo>
                    <a:pt x="10963" y="139"/>
                    <a:pt x="10830" y="0"/>
                    <a:pt x="1069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12" name="Google Shape;8070;p80">
              <a:extLst>
                <a:ext uri="{FF2B5EF4-FFF2-40B4-BE49-F238E27FC236}">
                  <a16:creationId xmlns:a16="http://schemas.microsoft.com/office/drawing/2014/main" id="{122303A1-743E-0B41-0D54-205B0BEB23C0}"/>
                </a:ext>
              </a:extLst>
            </p:cNvPr>
            <p:cNvSpPr/>
            <p:nvPr/>
          </p:nvSpPr>
          <p:spPr>
            <a:xfrm>
              <a:off x="619700" y="2453625"/>
              <a:ext cx="7750" cy="4700"/>
            </a:xfrm>
            <a:custGeom>
              <a:avLst/>
              <a:gdLst/>
              <a:ahLst/>
              <a:cxnLst/>
              <a:rect l="l" t="t" r="r" b="b"/>
              <a:pathLst>
                <a:path w="310" h="188" extrusionOk="0">
                  <a:moveTo>
                    <a:pt x="310" y="0"/>
                  </a:moveTo>
                  <a:lnTo>
                    <a:pt x="310" y="0"/>
                  </a:lnTo>
                  <a:cubicBezTo>
                    <a:pt x="208" y="64"/>
                    <a:pt x="105" y="127"/>
                    <a:pt x="1" y="188"/>
                  </a:cubicBezTo>
                  <a:cubicBezTo>
                    <a:pt x="110" y="136"/>
                    <a:pt x="214" y="72"/>
                    <a:pt x="31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13" name="Google Shape;8071;p80">
              <a:extLst>
                <a:ext uri="{FF2B5EF4-FFF2-40B4-BE49-F238E27FC236}">
                  <a16:creationId xmlns:a16="http://schemas.microsoft.com/office/drawing/2014/main" id="{F8521208-962D-BD4F-445D-CA81A911D776}"/>
                </a:ext>
              </a:extLst>
            </p:cNvPr>
            <p:cNvSpPr/>
            <p:nvPr/>
          </p:nvSpPr>
          <p:spPr>
            <a:xfrm>
              <a:off x="485900" y="2399275"/>
              <a:ext cx="75" cy="175"/>
            </a:xfrm>
            <a:custGeom>
              <a:avLst/>
              <a:gdLst/>
              <a:ahLst/>
              <a:cxnLst/>
              <a:rect l="l" t="t" r="r" b="b"/>
              <a:pathLst>
                <a:path w="3" h="7" extrusionOk="0">
                  <a:moveTo>
                    <a:pt x="0" y="0"/>
                  </a:moveTo>
                  <a:lnTo>
                    <a:pt x="0" y="6"/>
                  </a:lnTo>
                  <a:cubicBezTo>
                    <a:pt x="3" y="6"/>
                    <a:pt x="3" y="0"/>
                    <a:pt x="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14" name="Google Shape;8072;p80">
              <a:extLst>
                <a:ext uri="{FF2B5EF4-FFF2-40B4-BE49-F238E27FC236}">
                  <a16:creationId xmlns:a16="http://schemas.microsoft.com/office/drawing/2014/main" id="{8F259229-B38F-1ACE-2FFA-4D3B131F3AA5}"/>
                </a:ext>
              </a:extLst>
            </p:cNvPr>
            <p:cNvSpPr/>
            <p:nvPr/>
          </p:nvSpPr>
          <p:spPr>
            <a:xfrm>
              <a:off x="485900" y="2399275"/>
              <a:ext cx="75" cy="175"/>
            </a:xfrm>
            <a:custGeom>
              <a:avLst/>
              <a:gdLst/>
              <a:ahLst/>
              <a:cxnLst/>
              <a:rect l="l" t="t" r="r" b="b"/>
              <a:pathLst>
                <a:path w="3" h="7" fill="none" extrusionOk="0">
                  <a:moveTo>
                    <a:pt x="0" y="6"/>
                  </a:moveTo>
                  <a:cubicBezTo>
                    <a:pt x="3" y="6"/>
                    <a:pt x="3" y="0"/>
                    <a:pt x="0" y="0"/>
                  </a:cubicBez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15" name="Google Shape;8073;p80">
              <a:extLst>
                <a:ext uri="{FF2B5EF4-FFF2-40B4-BE49-F238E27FC236}">
                  <a16:creationId xmlns:a16="http://schemas.microsoft.com/office/drawing/2014/main" id="{D5043301-1217-8D10-AD4C-B8DE39F08617}"/>
                </a:ext>
              </a:extLst>
            </p:cNvPr>
            <p:cNvSpPr/>
            <p:nvPr/>
          </p:nvSpPr>
          <p:spPr>
            <a:xfrm>
              <a:off x="974450" y="2255775"/>
              <a:ext cx="21025" cy="28625"/>
            </a:xfrm>
            <a:custGeom>
              <a:avLst/>
              <a:gdLst/>
              <a:ahLst/>
              <a:cxnLst/>
              <a:rect l="l" t="t" r="r" b="b"/>
              <a:pathLst>
                <a:path w="841" h="1145" extrusionOk="0">
                  <a:moveTo>
                    <a:pt x="840" y="1"/>
                  </a:moveTo>
                  <a:lnTo>
                    <a:pt x="840" y="1"/>
                  </a:lnTo>
                  <a:cubicBezTo>
                    <a:pt x="560" y="382"/>
                    <a:pt x="277" y="763"/>
                    <a:pt x="0" y="1144"/>
                  </a:cubicBezTo>
                  <a:cubicBezTo>
                    <a:pt x="136" y="980"/>
                    <a:pt x="269" y="812"/>
                    <a:pt x="399" y="642"/>
                  </a:cubicBezTo>
                  <a:cubicBezTo>
                    <a:pt x="546" y="422"/>
                    <a:pt x="693" y="209"/>
                    <a:pt x="84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16" name="Google Shape;8074;p80">
              <a:extLst>
                <a:ext uri="{FF2B5EF4-FFF2-40B4-BE49-F238E27FC236}">
                  <a16:creationId xmlns:a16="http://schemas.microsoft.com/office/drawing/2014/main" id="{1C3FF1DB-DFB0-8D19-0921-682C8BD342A3}"/>
                </a:ext>
              </a:extLst>
            </p:cNvPr>
            <p:cNvSpPr/>
            <p:nvPr/>
          </p:nvSpPr>
          <p:spPr>
            <a:xfrm>
              <a:off x="277475" y="1782875"/>
              <a:ext cx="1282325" cy="813425"/>
            </a:xfrm>
            <a:custGeom>
              <a:avLst/>
              <a:gdLst/>
              <a:ahLst/>
              <a:cxnLst/>
              <a:rect l="l" t="t" r="r" b="b"/>
              <a:pathLst>
                <a:path w="51293" h="32537" extrusionOk="0">
                  <a:moveTo>
                    <a:pt x="11877" y="434"/>
                  </a:moveTo>
                  <a:lnTo>
                    <a:pt x="11877" y="434"/>
                  </a:lnTo>
                  <a:cubicBezTo>
                    <a:pt x="12001" y="437"/>
                    <a:pt x="12122" y="455"/>
                    <a:pt x="12243" y="463"/>
                  </a:cubicBezTo>
                  <a:cubicBezTo>
                    <a:pt x="11524" y="1147"/>
                    <a:pt x="10742" y="1765"/>
                    <a:pt x="9934" y="2351"/>
                  </a:cubicBezTo>
                  <a:cubicBezTo>
                    <a:pt x="10095" y="2149"/>
                    <a:pt x="10214" y="1999"/>
                    <a:pt x="10263" y="1939"/>
                  </a:cubicBezTo>
                  <a:cubicBezTo>
                    <a:pt x="10788" y="1462"/>
                    <a:pt x="11314" y="1000"/>
                    <a:pt x="11842" y="587"/>
                  </a:cubicBezTo>
                  <a:cubicBezTo>
                    <a:pt x="11894" y="544"/>
                    <a:pt x="11894" y="489"/>
                    <a:pt x="11877" y="434"/>
                  </a:cubicBezTo>
                  <a:close/>
                  <a:moveTo>
                    <a:pt x="13814" y="729"/>
                  </a:moveTo>
                  <a:cubicBezTo>
                    <a:pt x="13918" y="758"/>
                    <a:pt x="14016" y="792"/>
                    <a:pt x="14117" y="827"/>
                  </a:cubicBezTo>
                  <a:cubicBezTo>
                    <a:pt x="13300" y="1399"/>
                    <a:pt x="12503" y="2034"/>
                    <a:pt x="11721" y="2704"/>
                  </a:cubicBezTo>
                  <a:cubicBezTo>
                    <a:pt x="12411" y="2071"/>
                    <a:pt x="13095" y="1439"/>
                    <a:pt x="13782" y="801"/>
                  </a:cubicBezTo>
                  <a:cubicBezTo>
                    <a:pt x="13799" y="781"/>
                    <a:pt x="13811" y="755"/>
                    <a:pt x="13814" y="729"/>
                  </a:cubicBezTo>
                  <a:close/>
                  <a:moveTo>
                    <a:pt x="33552" y="2467"/>
                  </a:moveTo>
                  <a:lnTo>
                    <a:pt x="33552" y="2467"/>
                  </a:lnTo>
                  <a:cubicBezTo>
                    <a:pt x="33694" y="2490"/>
                    <a:pt x="33832" y="2522"/>
                    <a:pt x="33971" y="2551"/>
                  </a:cubicBezTo>
                  <a:cubicBezTo>
                    <a:pt x="33437" y="3082"/>
                    <a:pt x="32926" y="3636"/>
                    <a:pt x="32423" y="4199"/>
                  </a:cubicBezTo>
                  <a:cubicBezTo>
                    <a:pt x="32807" y="3682"/>
                    <a:pt x="33186" y="3157"/>
                    <a:pt x="33541" y="2605"/>
                  </a:cubicBezTo>
                  <a:cubicBezTo>
                    <a:pt x="33567" y="2565"/>
                    <a:pt x="33572" y="2513"/>
                    <a:pt x="33552" y="2467"/>
                  </a:cubicBezTo>
                  <a:close/>
                  <a:moveTo>
                    <a:pt x="11597" y="1523"/>
                  </a:moveTo>
                  <a:cubicBezTo>
                    <a:pt x="11132" y="1910"/>
                    <a:pt x="10139" y="2741"/>
                    <a:pt x="9919" y="2940"/>
                  </a:cubicBezTo>
                  <a:cubicBezTo>
                    <a:pt x="9391" y="3431"/>
                    <a:pt x="8851" y="3899"/>
                    <a:pt x="8317" y="4364"/>
                  </a:cubicBezTo>
                  <a:cubicBezTo>
                    <a:pt x="8499" y="4141"/>
                    <a:pt x="8799" y="3769"/>
                    <a:pt x="9117" y="3376"/>
                  </a:cubicBezTo>
                  <a:cubicBezTo>
                    <a:pt x="9140" y="3356"/>
                    <a:pt x="9166" y="3339"/>
                    <a:pt x="9192" y="3321"/>
                  </a:cubicBezTo>
                  <a:cubicBezTo>
                    <a:pt x="9757" y="2932"/>
                    <a:pt x="10511" y="2424"/>
                    <a:pt x="11042" y="1982"/>
                  </a:cubicBezTo>
                  <a:lnTo>
                    <a:pt x="11597" y="1523"/>
                  </a:lnTo>
                  <a:close/>
                  <a:moveTo>
                    <a:pt x="33099" y="2553"/>
                  </a:moveTo>
                  <a:lnTo>
                    <a:pt x="33099" y="2553"/>
                  </a:lnTo>
                  <a:cubicBezTo>
                    <a:pt x="32227" y="3365"/>
                    <a:pt x="31398" y="4219"/>
                    <a:pt x="30607" y="5111"/>
                  </a:cubicBezTo>
                  <a:cubicBezTo>
                    <a:pt x="31095" y="4465"/>
                    <a:pt x="31520" y="3769"/>
                    <a:pt x="31820" y="2992"/>
                  </a:cubicBezTo>
                  <a:cubicBezTo>
                    <a:pt x="31832" y="2963"/>
                    <a:pt x="31832" y="2929"/>
                    <a:pt x="31820" y="2900"/>
                  </a:cubicBezTo>
                  <a:cubicBezTo>
                    <a:pt x="32239" y="2758"/>
                    <a:pt x="32666" y="2643"/>
                    <a:pt x="33099" y="2553"/>
                  </a:cubicBezTo>
                  <a:close/>
                  <a:moveTo>
                    <a:pt x="18328" y="3141"/>
                  </a:moveTo>
                  <a:lnTo>
                    <a:pt x="18328" y="3141"/>
                  </a:lnTo>
                  <a:cubicBezTo>
                    <a:pt x="18504" y="3256"/>
                    <a:pt x="18679" y="3371"/>
                    <a:pt x="18854" y="3483"/>
                  </a:cubicBezTo>
                  <a:cubicBezTo>
                    <a:pt x="18118" y="3991"/>
                    <a:pt x="17428" y="4560"/>
                    <a:pt x="16790" y="5186"/>
                  </a:cubicBezTo>
                  <a:cubicBezTo>
                    <a:pt x="17324" y="4505"/>
                    <a:pt x="17838" y="3825"/>
                    <a:pt x="18328" y="3141"/>
                  </a:cubicBezTo>
                  <a:close/>
                  <a:moveTo>
                    <a:pt x="9345" y="781"/>
                  </a:moveTo>
                  <a:lnTo>
                    <a:pt x="9345" y="781"/>
                  </a:lnTo>
                  <a:cubicBezTo>
                    <a:pt x="7592" y="2227"/>
                    <a:pt x="5799" y="3581"/>
                    <a:pt x="4284" y="5256"/>
                  </a:cubicBezTo>
                  <a:cubicBezTo>
                    <a:pt x="4982" y="3064"/>
                    <a:pt x="7012" y="1448"/>
                    <a:pt x="9345" y="781"/>
                  </a:cubicBezTo>
                  <a:close/>
                  <a:moveTo>
                    <a:pt x="19980" y="4164"/>
                  </a:moveTo>
                  <a:cubicBezTo>
                    <a:pt x="20229" y="4306"/>
                    <a:pt x="20477" y="4439"/>
                    <a:pt x="20731" y="4566"/>
                  </a:cubicBezTo>
                  <a:cubicBezTo>
                    <a:pt x="20258" y="4716"/>
                    <a:pt x="19767" y="5120"/>
                    <a:pt x="19308" y="5582"/>
                  </a:cubicBezTo>
                  <a:cubicBezTo>
                    <a:pt x="19611" y="5149"/>
                    <a:pt x="19799" y="4745"/>
                    <a:pt x="19749" y="4430"/>
                  </a:cubicBezTo>
                  <a:cubicBezTo>
                    <a:pt x="19813" y="4375"/>
                    <a:pt x="19871" y="4317"/>
                    <a:pt x="19934" y="4263"/>
                  </a:cubicBezTo>
                  <a:cubicBezTo>
                    <a:pt x="19960" y="4237"/>
                    <a:pt x="19977" y="4202"/>
                    <a:pt x="19980" y="4164"/>
                  </a:cubicBezTo>
                  <a:close/>
                  <a:moveTo>
                    <a:pt x="11493" y="446"/>
                  </a:moveTo>
                  <a:lnTo>
                    <a:pt x="11493" y="446"/>
                  </a:lnTo>
                  <a:cubicBezTo>
                    <a:pt x="11106" y="743"/>
                    <a:pt x="10739" y="1064"/>
                    <a:pt x="10396" y="1407"/>
                  </a:cubicBezTo>
                  <a:cubicBezTo>
                    <a:pt x="9789" y="1761"/>
                    <a:pt x="8270" y="3050"/>
                    <a:pt x="8271" y="3050"/>
                  </a:cubicBezTo>
                  <a:cubicBezTo>
                    <a:pt x="8271" y="3050"/>
                    <a:pt x="8271" y="3050"/>
                    <a:pt x="8271" y="3050"/>
                  </a:cubicBezTo>
                  <a:lnTo>
                    <a:pt x="8271" y="3050"/>
                  </a:lnTo>
                  <a:cubicBezTo>
                    <a:pt x="7583" y="3633"/>
                    <a:pt x="4587" y="6182"/>
                    <a:pt x="4258" y="6182"/>
                  </a:cubicBezTo>
                  <a:cubicBezTo>
                    <a:pt x="4124" y="6182"/>
                    <a:pt x="4431" y="5760"/>
                    <a:pt x="5514" y="4615"/>
                  </a:cubicBezTo>
                  <a:cubicBezTo>
                    <a:pt x="6917" y="3131"/>
                    <a:pt x="8704" y="2083"/>
                    <a:pt x="10113" y="590"/>
                  </a:cubicBezTo>
                  <a:cubicBezTo>
                    <a:pt x="10569" y="507"/>
                    <a:pt x="11031" y="457"/>
                    <a:pt x="11493" y="446"/>
                  </a:cubicBezTo>
                  <a:close/>
                  <a:moveTo>
                    <a:pt x="21236" y="4794"/>
                  </a:moveTo>
                  <a:cubicBezTo>
                    <a:pt x="21473" y="4895"/>
                    <a:pt x="21713" y="4987"/>
                    <a:pt x="21958" y="5071"/>
                  </a:cubicBezTo>
                  <a:cubicBezTo>
                    <a:pt x="21343" y="5426"/>
                    <a:pt x="20748" y="5813"/>
                    <a:pt x="20180" y="6237"/>
                  </a:cubicBezTo>
                  <a:cubicBezTo>
                    <a:pt x="20538" y="5761"/>
                    <a:pt x="20901" y="5290"/>
                    <a:pt x="21236" y="4794"/>
                  </a:cubicBezTo>
                  <a:close/>
                  <a:moveTo>
                    <a:pt x="38151" y="4089"/>
                  </a:moveTo>
                  <a:cubicBezTo>
                    <a:pt x="38327" y="4179"/>
                    <a:pt x="38503" y="4265"/>
                    <a:pt x="38677" y="4355"/>
                  </a:cubicBezTo>
                  <a:cubicBezTo>
                    <a:pt x="37891" y="5146"/>
                    <a:pt x="37123" y="5963"/>
                    <a:pt x="36367" y="6794"/>
                  </a:cubicBezTo>
                  <a:cubicBezTo>
                    <a:pt x="36953" y="5865"/>
                    <a:pt x="37545" y="4961"/>
                    <a:pt x="38148" y="4101"/>
                  </a:cubicBezTo>
                  <a:cubicBezTo>
                    <a:pt x="38151" y="4098"/>
                    <a:pt x="38148" y="4095"/>
                    <a:pt x="38151" y="4089"/>
                  </a:cubicBezTo>
                  <a:close/>
                  <a:moveTo>
                    <a:pt x="38957" y="4502"/>
                  </a:moveTo>
                  <a:cubicBezTo>
                    <a:pt x="39144" y="4600"/>
                    <a:pt x="39335" y="4698"/>
                    <a:pt x="39520" y="4800"/>
                  </a:cubicBezTo>
                  <a:cubicBezTo>
                    <a:pt x="38769" y="5481"/>
                    <a:pt x="38056" y="6203"/>
                    <a:pt x="37386" y="6965"/>
                  </a:cubicBezTo>
                  <a:cubicBezTo>
                    <a:pt x="37912" y="6122"/>
                    <a:pt x="38434" y="5299"/>
                    <a:pt x="38957" y="4502"/>
                  </a:cubicBezTo>
                  <a:close/>
                  <a:moveTo>
                    <a:pt x="8106" y="4055"/>
                  </a:moveTo>
                  <a:lnTo>
                    <a:pt x="8106" y="4055"/>
                  </a:lnTo>
                  <a:cubicBezTo>
                    <a:pt x="7809" y="4407"/>
                    <a:pt x="7509" y="4756"/>
                    <a:pt x="7188" y="5094"/>
                  </a:cubicBezTo>
                  <a:cubicBezTo>
                    <a:pt x="6949" y="5344"/>
                    <a:pt x="4827" y="7325"/>
                    <a:pt x="4569" y="7325"/>
                  </a:cubicBezTo>
                  <a:cubicBezTo>
                    <a:pt x="4497" y="7325"/>
                    <a:pt x="4573" y="7168"/>
                    <a:pt x="4881" y="6768"/>
                  </a:cubicBezTo>
                  <a:cubicBezTo>
                    <a:pt x="5118" y="6471"/>
                    <a:pt x="5375" y="6188"/>
                    <a:pt x="5655" y="5928"/>
                  </a:cubicBezTo>
                  <a:cubicBezTo>
                    <a:pt x="6256" y="5498"/>
                    <a:pt x="6842" y="5025"/>
                    <a:pt x="7416" y="4525"/>
                  </a:cubicBezTo>
                  <a:cubicBezTo>
                    <a:pt x="7644" y="4366"/>
                    <a:pt x="7875" y="4208"/>
                    <a:pt x="8106" y="4055"/>
                  </a:cubicBezTo>
                  <a:close/>
                  <a:moveTo>
                    <a:pt x="40472" y="5302"/>
                  </a:moveTo>
                  <a:lnTo>
                    <a:pt x="40472" y="5302"/>
                  </a:lnTo>
                  <a:cubicBezTo>
                    <a:pt x="40712" y="5429"/>
                    <a:pt x="40952" y="5559"/>
                    <a:pt x="41194" y="5686"/>
                  </a:cubicBezTo>
                  <a:cubicBezTo>
                    <a:pt x="40596" y="6231"/>
                    <a:pt x="40060" y="6829"/>
                    <a:pt x="39549" y="7450"/>
                  </a:cubicBezTo>
                  <a:cubicBezTo>
                    <a:pt x="39918" y="6812"/>
                    <a:pt x="40262" y="6159"/>
                    <a:pt x="40539" y="5466"/>
                  </a:cubicBezTo>
                  <a:cubicBezTo>
                    <a:pt x="40568" y="5400"/>
                    <a:pt x="40527" y="5337"/>
                    <a:pt x="40472" y="5302"/>
                  </a:cubicBezTo>
                  <a:close/>
                  <a:moveTo>
                    <a:pt x="12624" y="492"/>
                  </a:moveTo>
                  <a:cubicBezTo>
                    <a:pt x="12907" y="527"/>
                    <a:pt x="13187" y="576"/>
                    <a:pt x="13464" y="645"/>
                  </a:cubicBezTo>
                  <a:cubicBezTo>
                    <a:pt x="12688" y="1321"/>
                    <a:pt x="11952" y="2028"/>
                    <a:pt x="11227" y="2753"/>
                  </a:cubicBezTo>
                  <a:cubicBezTo>
                    <a:pt x="10878" y="3050"/>
                    <a:pt x="10569" y="3321"/>
                    <a:pt x="10442" y="3437"/>
                  </a:cubicBezTo>
                  <a:cubicBezTo>
                    <a:pt x="9414" y="4378"/>
                    <a:pt x="8366" y="5299"/>
                    <a:pt x="7312" y="6211"/>
                  </a:cubicBezTo>
                  <a:cubicBezTo>
                    <a:pt x="6438" y="6972"/>
                    <a:pt x="5536" y="7689"/>
                    <a:pt x="5385" y="7689"/>
                  </a:cubicBezTo>
                  <a:cubicBezTo>
                    <a:pt x="5279" y="7689"/>
                    <a:pt x="5548" y="7330"/>
                    <a:pt x="6469" y="6376"/>
                  </a:cubicBezTo>
                  <a:cubicBezTo>
                    <a:pt x="8438" y="4332"/>
                    <a:pt x="10794" y="2810"/>
                    <a:pt x="12593" y="582"/>
                  </a:cubicBezTo>
                  <a:cubicBezTo>
                    <a:pt x="12613" y="556"/>
                    <a:pt x="12621" y="524"/>
                    <a:pt x="12624" y="492"/>
                  </a:cubicBezTo>
                  <a:close/>
                  <a:moveTo>
                    <a:pt x="32609" y="3487"/>
                  </a:moveTo>
                  <a:cubicBezTo>
                    <a:pt x="32663" y="3487"/>
                    <a:pt x="32190" y="4108"/>
                    <a:pt x="30659" y="5946"/>
                  </a:cubicBezTo>
                  <a:cubicBezTo>
                    <a:pt x="30033" y="6696"/>
                    <a:pt x="29363" y="7412"/>
                    <a:pt x="28682" y="8120"/>
                  </a:cubicBezTo>
                  <a:cubicBezTo>
                    <a:pt x="29233" y="7407"/>
                    <a:pt x="29788" y="6693"/>
                    <a:pt x="30345" y="5983"/>
                  </a:cubicBezTo>
                  <a:cubicBezTo>
                    <a:pt x="30860" y="5329"/>
                    <a:pt x="32516" y="3487"/>
                    <a:pt x="32609" y="3487"/>
                  </a:cubicBezTo>
                  <a:close/>
                  <a:moveTo>
                    <a:pt x="15096" y="1217"/>
                  </a:moveTo>
                  <a:cubicBezTo>
                    <a:pt x="15422" y="1367"/>
                    <a:pt x="15745" y="1534"/>
                    <a:pt x="16063" y="1716"/>
                  </a:cubicBezTo>
                  <a:lnTo>
                    <a:pt x="16054" y="1716"/>
                  </a:lnTo>
                  <a:cubicBezTo>
                    <a:pt x="14131" y="3044"/>
                    <a:pt x="12673" y="4762"/>
                    <a:pt x="11034" y="6408"/>
                  </a:cubicBezTo>
                  <a:cubicBezTo>
                    <a:pt x="10442" y="7002"/>
                    <a:pt x="9838" y="7577"/>
                    <a:pt x="9229" y="8148"/>
                  </a:cubicBezTo>
                  <a:cubicBezTo>
                    <a:pt x="11239" y="5865"/>
                    <a:pt x="13378" y="3760"/>
                    <a:pt x="15096" y="1217"/>
                  </a:cubicBezTo>
                  <a:close/>
                  <a:moveTo>
                    <a:pt x="16517" y="2708"/>
                  </a:moveTo>
                  <a:cubicBezTo>
                    <a:pt x="16768" y="2708"/>
                    <a:pt x="14815" y="4967"/>
                    <a:pt x="14411" y="5368"/>
                  </a:cubicBezTo>
                  <a:cubicBezTo>
                    <a:pt x="13311" y="6462"/>
                    <a:pt x="12090" y="7441"/>
                    <a:pt x="10956" y="8501"/>
                  </a:cubicBezTo>
                  <a:lnTo>
                    <a:pt x="10953" y="8504"/>
                  </a:lnTo>
                  <a:cubicBezTo>
                    <a:pt x="12451" y="6754"/>
                    <a:pt x="13906" y="4950"/>
                    <a:pt x="15624" y="3402"/>
                  </a:cubicBezTo>
                  <a:cubicBezTo>
                    <a:pt x="16177" y="2904"/>
                    <a:pt x="16443" y="2708"/>
                    <a:pt x="16517" y="2708"/>
                  </a:cubicBezTo>
                  <a:close/>
                  <a:moveTo>
                    <a:pt x="5537" y="6985"/>
                  </a:moveTo>
                  <a:lnTo>
                    <a:pt x="5537" y="6985"/>
                  </a:lnTo>
                  <a:cubicBezTo>
                    <a:pt x="5078" y="7482"/>
                    <a:pt x="4656" y="8013"/>
                    <a:pt x="4269" y="8573"/>
                  </a:cubicBezTo>
                  <a:cubicBezTo>
                    <a:pt x="4229" y="8423"/>
                    <a:pt x="4194" y="8275"/>
                    <a:pt x="4162" y="8128"/>
                  </a:cubicBezTo>
                  <a:cubicBezTo>
                    <a:pt x="4624" y="7750"/>
                    <a:pt x="5081" y="7369"/>
                    <a:pt x="5537" y="6985"/>
                  </a:cubicBezTo>
                  <a:close/>
                  <a:moveTo>
                    <a:pt x="41503" y="5839"/>
                  </a:moveTo>
                  <a:cubicBezTo>
                    <a:pt x="42089" y="6128"/>
                    <a:pt x="42692" y="6376"/>
                    <a:pt x="43310" y="6584"/>
                  </a:cubicBezTo>
                  <a:cubicBezTo>
                    <a:pt x="42571" y="7288"/>
                    <a:pt x="41873" y="8021"/>
                    <a:pt x="41214" y="8789"/>
                  </a:cubicBezTo>
                  <a:cubicBezTo>
                    <a:pt x="41659" y="8076"/>
                    <a:pt x="42063" y="7337"/>
                    <a:pt x="42381" y="6549"/>
                  </a:cubicBezTo>
                  <a:cubicBezTo>
                    <a:pt x="42424" y="6437"/>
                    <a:pt x="42321" y="6351"/>
                    <a:pt x="42220" y="6351"/>
                  </a:cubicBezTo>
                  <a:cubicBezTo>
                    <a:pt x="42181" y="6351"/>
                    <a:pt x="42142" y="6364"/>
                    <a:pt x="42112" y="6393"/>
                  </a:cubicBezTo>
                  <a:cubicBezTo>
                    <a:pt x="41434" y="7063"/>
                    <a:pt x="40793" y="7770"/>
                    <a:pt x="40189" y="8509"/>
                  </a:cubicBezTo>
                  <a:cubicBezTo>
                    <a:pt x="40689" y="7637"/>
                    <a:pt x="41142" y="6754"/>
                    <a:pt x="41503" y="5839"/>
                  </a:cubicBezTo>
                  <a:close/>
                  <a:moveTo>
                    <a:pt x="35383" y="2914"/>
                  </a:moveTo>
                  <a:cubicBezTo>
                    <a:pt x="36237" y="3191"/>
                    <a:pt x="37060" y="3564"/>
                    <a:pt x="37874" y="3959"/>
                  </a:cubicBezTo>
                  <a:cubicBezTo>
                    <a:pt x="36523" y="5126"/>
                    <a:pt x="35256" y="6439"/>
                    <a:pt x="34046" y="7842"/>
                  </a:cubicBezTo>
                  <a:cubicBezTo>
                    <a:pt x="34967" y="6477"/>
                    <a:pt x="35873" y="5094"/>
                    <a:pt x="36731" y="3662"/>
                  </a:cubicBezTo>
                  <a:cubicBezTo>
                    <a:pt x="36787" y="3568"/>
                    <a:pt x="36709" y="3470"/>
                    <a:pt x="36618" y="3470"/>
                  </a:cubicBezTo>
                  <a:cubicBezTo>
                    <a:pt x="36597" y="3470"/>
                    <a:pt x="36575" y="3475"/>
                    <a:pt x="36555" y="3486"/>
                  </a:cubicBezTo>
                  <a:cubicBezTo>
                    <a:pt x="36130" y="3717"/>
                    <a:pt x="35746" y="4014"/>
                    <a:pt x="35414" y="4364"/>
                  </a:cubicBezTo>
                  <a:cubicBezTo>
                    <a:pt x="35582" y="4014"/>
                    <a:pt x="35761" y="3665"/>
                    <a:pt x="35905" y="3313"/>
                  </a:cubicBezTo>
                  <a:cubicBezTo>
                    <a:pt x="35947" y="3209"/>
                    <a:pt x="35847" y="3124"/>
                    <a:pt x="35752" y="3124"/>
                  </a:cubicBezTo>
                  <a:cubicBezTo>
                    <a:pt x="35715" y="3124"/>
                    <a:pt x="35678" y="3137"/>
                    <a:pt x="35651" y="3165"/>
                  </a:cubicBezTo>
                  <a:cubicBezTo>
                    <a:pt x="33676" y="5261"/>
                    <a:pt x="31817" y="7493"/>
                    <a:pt x="30016" y="9783"/>
                  </a:cubicBezTo>
                  <a:cubicBezTo>
                    <a:pt x="31465" y="7562"/>
                    <a:pt x="33292" y="4011"/>
                    <a:pt x="35313" y="2998"/>
                  </a:cubicBezTo>
                  <a:cubicBezTo>
                    <a:pt x="35345" y="2981"/>
                    <a:pt x="35371" y="2949"/>
                    <a:pt x="35383" y="2914"/>
                  </a:cubicBezTo>
                  <a:close/>
                  <a:moveTo>
                    <a:pt x="8551" y="5542"/>
                  </a:moveTo>
                  <a:lnTo>
                    <a:pt x="8551" y="5542"/>
                  </a:lnTo>
                  <a:cubicBezTo>
                    <a:pt x="8256" y="5859"/>
                    <a:pt x="7962" y="6174"/>
                    <a:pt x="7670" y="6491"/>
                  </a:cubicBezTo>
                  <a:cubicBezTo>
                    <a:pt x="6492" y="7655"/>
                    <a:pt x="5326" y="8812"/>
                    <a:pt x="4151" y="9904"/>
                  </a:cubicBezTo>
                  <a:cubicBezTo>
                    <a:pt x="4290" y="9580"/>
                    <a:pt x="4376" y="9289"/>
                    <a:pt x="4367" y="9041"/>
                  </a:cubicBezTo>
                  <a:cubicBezTo>
                    <a:pt x="5797" y="7912"/>
                    <a:pt x="7182" y="6737"/>
                    <a:pt x="8551" y="5542"/>
                  </a:cubicBezTo>
                  <a:close/>
                  <a:moveTo>
                    <a:pt x="28465" y="5063"/>
                  </a:moveTo>
                  <a:cubicBezTo>
                    <a:pt x="28540" y="5063"/>
                    <a:pt x="28546" y="5140"/>
                    <a:pt x="28500" y="5264"/>
                  </a:cubicBezTo>
                  <a:cubicBezTo>
                    <a:pt x="27839" y="5946"/>
                    <a:pt x="27218" y="6665"/>
                    <a:pt x="26641" y="7421"/>
                  </a:cubicBezTo>
                  <a:cubicBezTo>
                    <a:pt x="25321" y="8680"/>
                    <a:pt x="23970" y="9878"/>
                    <a:pt x="22677" y="11165"/>
                  </a:cubicBezTo>
                  <a:cubicBezTo>
                    <a:pt x="22966" y="10790"/>
                    <a:pt x="23254" y="10415"/>
                    <a:pt x="23549" y="10048"/>
                  </a:cubicBezTo>
                  <a:cubicBezTo>
                    <a:pt x="24984" y="8573"/>
                    <a:pt x="26401" y="7083"/>
                    <a:pt x="27752" y="5547"/>
                  </a:cubicBezTo>
                  <a:cubicBezTo>
                    <a:pt x="28141" y="5201"/>
                    <a:pt x="28365" y="5063"/>
                    <a:pt x="28465" y="5063"/>
                  </a:cubicBezTo>
                  <a:close/>
                  <a:moveTo>
                    <a:pt x="22183" y="6180"/>
                  </a:moveTo>
                  <a:cubicBezTo>
                    <a:pt x="21386" y="7753"/>
                    <a:pt x="19611" y="9104"/>
                    <a:pt x="18384" y="10360"/>
                  </a:cubicBezTo>
                  <a:cubicBezTo>
                    <a:pt x="18084" y="10666"/>
                    <a:pt x="17795" y="10984"/>
                    <a:pt x="17503" y="11298"/>
                  </a:cubicBezTo>
                  <a:cubicBezTo>
                    <a:pt x="17723" y="11041"/>
                    <a:pt x="17948" y="10787"/>
                    <a:pt x="18164" y="10524"/>
                  </a:cubicBezTo>
                  <a:cubicBezTo>
                    <a:pt x="19184" y="9280"/>
                    <a:pt x="21519" y="7487"/>
                    <a:pt x="22183" y="6180"/>
                  </a:cubicBezTo>
                  <a:close/>
                  <a:moveTo>
                    <a:pt x="22839" y="7063"/>
                  </a:moveTo>
                  <a:lnTo>
                    <a:pt x="22839" y="7063"/>
                  </a:lnTo>
                  <a:cubicBezTo>
                    <a:pt x="21638" y="8561"/>
                    <a:pt x="20203" y="9970"/>
                    <a:pt x="18765" y="11336"/>
                  </a:cubicBezTo>
                  <a:lnTo>
                    <a:pt x="18765" y="11336"/>
                  </a:lnTo>
                  <a:cubicBezTo>
                    <a:pt x="20102" y="9884"/>
                    <a:pt x="21456" y="8454"/>
                    <a:pt x="22839" y="7063"/>
                  </a:cubicBezTo>
                  <a:close/>
                  <a:moveTo>
                    <a:pt x="29092" y="4055"/>
                  </a:moveTo>
                  <a:lnTo>
                    <a:pt x="29092" y="4055"/>
                  </a:lnTo>
                  <a:cubicBezTo>
                    <a:pt x="28910" y="4205"/>
                    <a:pt x="28722" y="4349"/>
                    <a:pt x="28543" y="4499"/>
                  </a:cubicBezTo>
                  <a:cubicBezTo>
                    <a:pt x="28518" y="4452"/>
                    <a:pt x="28470" y="4426"/>
                    <a:pt x="28422" y="4426"/>
                  </a:cubicBezTo>
                  <a:cubicBezTo>
                    <a:pt x="28388" y="4426"/>
                    <a:pt x="28354" y="4439"/>
                    <a:pt x="28327" y="4465"/>
                  </a:cubicBezTo>
                  <a:cubicBezTo>
                    <a:pt x="25812" y="6523"/>
                    <a:pt x="23427" y="8951"/>
                    <a:pt x="21115" y="11443"/>
                  </a:cubicBezTo>
                  <a:lnTo>
                    <a:pt x="21115" y="11443"/>
                  </a:lnTo>
                  <a:cubicBezTo>
                    <a:pt x="22873" y="9528"/>
                    <a:pt x="24565" y="7562"/>
                    <a:pt x="25991" y="5406"/>
                  </a:cubicBezTo>
                  <a:cubicBezTo>
                    <a:pt x="26023" y="5360"/>
                    <a:pt x="26023" y="5299"/>
                    <a:pt x="25991" y="5250"/>
                  </a:cubicBezTo>
                  <a:cubicBezTo>
                    <a:pt x="27077" y="4996"/>
                    <a:pt x="28078" y="4534"/>
                    <a:pt x="29092" y="4055"/>
                  </a:cubicBezTo>
                  <a:close/>
                  <a:moveTo>
                    <a:pt x="39768" y="4929"/>
                  </a:moveTo>
                  <a:lnTo>
                    <a:pt x="39768" y="4929"/>
                  </a:lnTo>
                  <a:cubicBezTo>
                    <a:pt x="39998" y="5053"/>
                    <a:pt x="40228" y="5171"/>
                    <a:pt x="40457" y="5294"/>
                  </a:cubicBezTo>
                  <a:lnTo>
                    <a:pt x="40457" y="5294"/>
                  </a:lnTo>
                  <a:cubicBezTo>
                    <a:pt x="40433" y="5281"/>
                    <a:pt x="40405" y="5274"/>
                    <a:pt x="40378" y="5274"/>
                  </a:cubicBezTo>
                  <a:cubicBezTo>
                    <a:pt x="40343" y="5274"/>
                    <a:pt x="40309" y="5287"/>
                    <a:pt x="40285" y="5319"/>
                  </a:cubicBezTo>
                  <a:cubicBezTo>
                    <a:pt x="38648" y="7424"/>
                    <a:pt x="37074" y="9578"/>
                    <a:pt x="35504" y="11731"/>
                  </a:cubicBezTo>
                  <a:cubicBezTo>
                    <a:pt x="37017" y="9508"/>
                    <a:pt x="38451" y="7242"/>
                    <a:pt x="39765" y="4961"/>
                  </a:cubicBezTo>
                  <a:cubicBezTo>
                    <a:pt x="39771" y="4950"/>
                    <a:pt x="39765" y="4941"/>
                    <a:pt x="39768" y="4929"/>
                  </a:cubicBezTo>
                  <a:close/>
                  <a:moveTo>
                    <a:pt x="24530" y="6379"/>
                  </a:moveTo>
                  <a:cubicBezTo>
                    <a:pt x="24650" y="6379"/>
                    <a:pt x="21572" y="10289"/>
                    <a:pt x="21086" y="10793"/>
                  </a:cubicBezTo>
                  <a:cubicBezTo>
                    <a:pt x="20754" y="11139"/>
                    <a:pt x="20428" y="11486"/>
                    <a:pt x="20102" y="11835"/>
                  </a:cubicBezTo>
                  <a:cubicBezTo>
                    <a:pt x="20566" y="11290"/>
                    <a:pt x="21023" y="10738"/>
                    <a:pt x="21450" y="10169"/>
                  </a:cubicBezTo>
                  <a:cubicBezTo>
                    <a:pt x="22365" y="8951"/>
                    <a:pt x="23266" y="7733"/>
                    <a:pt x="24296" y="6607"/>
                  </a:cubicBezTo>
                  <a:cubicBezTo>
                    <a:pt x="24441" y="6449"/>
                    <a:pt x="24514" y="6379"/>
                    <a:pt x="24530" y="6379"/>
                  </a:cubicBezTo>
                  <a:close/>
                  <a:moveTo>
                    <a:pt x="35282" y="4813"/>
                  </a:moveTo>
                  <a:cubicBezTo>
                    <a:pt x="35377" y="4813"/>
                    <a:pt x="33831" y="7827"/>
                    <a:pt x="33737" y="7975"/>
                  </a:cubicBezTo>
                  <a:cubicBezTo>
                    <a:pt x="33471" y="8388"/>
                    <a:pt x="33191" y="8792"/>
                    <a:pt x="32911" y="9196"/>
                  </a:cubicBezTo>
                  <a:cubicBezTo>
                    <a:pt x="32172" y="10112"/>
                    <a:pt x="31453" y="11053"/>
                    <a:pt x="30749" y="12011"/>
                  </a:cubicBezTo>
                  <a:cubicBezTo>
                    <a:pt x="30864" y="11835"/>
                    <a:pt x="30971" y="11650"/>
                    <a:pt x="31090" y="11480"/>
                  </a:cubicBezTo>
                  <a:cubicBezTo>
                    <a:pt x="32097" y="10011"/>
                    <a:pt x="33021" y="8527"/>
                    <a:pt x="33930" y="7014"/>
                  </a:cubicBezTo>
                  <a:cubicBezTo>
                    <a:pt x="34170" y="6639"/>
                    <a:pt x="34392" y="6260"/>
                    <a:pt x="34612" y="5882"/>
                  </a:cubicBezTo>
                  <a:cubicBezTo>
                    <a:pt x="34646" y="5822"/>
                    <a:pt x="34681" y="5767"/>
                    <a:pt x="34716" y="5709"/>
                  </a:cubicBezTo>
                  <a:cubicBezTo>
                    <a:pt x="35091" y="5065"/>
                    <a:pt x="35255" y="4813"/>
                    <a:pt x="35282" y="4813"/>
                  </a:cubicBezTo>
                  <a:close/>
                  <a:moveTo>
                    <a:pt x="8429" y="7438"/>
                  </a:moveTo>
                  <a:lnTo>
                    <a:pt x="8429" y="7438"/>
                  </a:lnTo>
                  <a:cubicBezTo>
                    <a:pt x="7506" y="8498"/>
                    <a:pt x="6570" y="9552"/>
                    <a:pt x="5563" y="10539"/>
                  </a:cubicBezTo>
                  <a:cubicBezTo>
                    <a:pt x="4438" y="11641"/>
                    <a:pt x="3992" y="12059"/>
                    <a:pt x="3963" y="12059"/>
                  </a:cubicBezTo>
                  <a:cubicBezTo>
                    <a:pt x="3878" y="12059"/>
                    <a:pt x="7167" y="8675"/>
                    <a:pt x="7789" y="8071"/>
                  </a:cubicBezTo>
                  <a:cubicBezTo>
                    <a:pt x="8002" y="7863"/>
                    <a:pt x="8213" y="7649"/>
                    <a:pt x="8429" y="7438"/>
                  </a:cubicBezTo>
                  <a:close/>
                  <a:moveTo>
                    <a:pt x="13144" y="1921"/>
                  </a:moveTo>
                  <a:cubicBezTo>
                    <a:pt x="13171" y="1921"/>
                    <a:pt x="10818" y="4559"/>
                    <a:pt x="10528" y="4860"/>
                  </a:cubicBezTo>
                  <a:cubicBezTo>
                    <a:pt x="8083" y="7395"/>
                    <a:pt x="5482" y="9768"/>
                    <a:pt x="3057" y="12323"/>
                  </a:cubicBezTo>
                  <a:cubicBezTo>
                    <a:pt x="3169" y="11841"/>
                    <a:pt x="3449" y="11298"/>
                    <a:pt x="3724" y="10773"/>
                  </a:cubicBezTo>
                  <a:lnTo>
                    <a:pt x="3724" y="10770"/>
                  </a:lnTo>
                  <a:cubicBezTo>
                    <a:pt x="4206" y="10366"/>
                    <a:pt x="4673" y="9950"/>
                    <a:pt x="5130" y="9526"/>
                  </a:cubicBezTo>
                  <a:cubicBezTo>
                    <a:pt x="6371" y="8429"/>
                    <a:pt x="7633" y="7360"/>
                    <a:pt x="8871" y="6260"/>
                  </a:cubicBezTo>
                  <a:cubicBezTo>
                    <a:pt x="10176" y="5106"/>
                    <a:pt x="11363" y="3855"/>
                    <a:pt x="12535" y="2574"/>
                  </a:cubicBezTo>
                  <a:cubicBezTo>
                    <a:pt x="12962" y="2107"/>
                    <a:pt x="13137" y="1921"/>
                    <a:pt x="13144" y="1921"/>
                  </a:cubicBezTo>
                  <a:close/>
                  <a:moveTo>
                    <a:pt x="16302" y="1852"/>
                  </a:moveTo>
                  <a:cubicBezTo>
                    <a:pt x="16467" y="1947"/>
                    <a:pt x="16629" y="2045"/>
                    <a:pt x="16790" y="2146"/>
                  </a:cubicBezTo>
                  <a:cubicBezTo>
                    <a:pt x="13089" y="4727"/>
                    <a:pt x="10722" y="8657"/>
                    <a:pt x="7485" y="11754"/>
                  </a:cubicBezTo>
                  <a:cubicBezTo>
                    <a:pt x="6459" y="12735"/>
                    <a:pt x="6019" y="13111"/>
                    <a:pt x="5946" y="13111"/>
                  </a:cubicBezTo>
                  <a:cubicBezTo>
                    <a:pt x="5729" y="13111"/>
                    <a:pt x="8813" y="9739"/>
                    <a:pt x="9356" y="9150"/>
                  </a:cubicBezTo>
                  <a:cubicBezTo>
                    <a:pt x="11623" y="6705"/>
                    <a:pt x="14172" y="4603"/>
                    <a:pt x="16271" y="1996"/>
                  </a:cubicBezTo>
                  <a:cubicBezTo>
                    <a:pt x="16299" y="1956"/>
                    <a:pt x="16311" y="1904"/>
                    <a:pt x="16302" y="1855"/>
                  </a:cubicBezTo>
                  <a:lnTo>
                    <a:pt x="16302" y="1852"/>
                  </a:lnTo>
                  <a:close/>
                  <a:moveTo>
                    <a:pt x="38847" y="7685"/>
                  </a:moveTo>
                  <a:cubicBezTo>
                    <a:pt x="38877" y="7685"/>
                    <a:pt x="36215" y="11407"/>
                    <a:pt x="35862" y="11844"/>
                  </a:cubicBezTo>
                  <a:cubicBezTo>
                    <a:pt x="35449" y="12349"/>
                    <a:pt x="35056" y="12872"/>
                    <a:pt x="34661" y="13388"/>
                  </a:cubicBezTo>
                  <a:cubicBezTo>
                    <a:pt x="35963" y="11604"/>
                    <a:pt x="37259" y="9811"/>
                    <a:pt x="38578" y="8036"/>
                  </a:cubicBezTo>
                  <a:cubicBezTo>
                    <a:pt x="38761" y="7790"/>
                    <a:pt x="38842" y="7685"/>
                    <a:pt x="38847" y="7685"/>
                  </a:cubicBezTo>
                  <a:close/>
                  <a:moveTo>
                    <a:pt x="13960" y="2085"/>
                  </a:moveTo>
                  <a:cubicBezTo>
                    <a:pt x="14178" y="2085"/>
                    <a:pt x="11694" y="4989"/>
                    <a:pt x="11334" y="5386"/>
                  </a:cubicBezTo>
                  <a:cubicBezTo>
                    <a:pt x="9948" y="6919"/>
                    <a:pt x="8574" y="8452"/>
                    <a:pt x="7226" y="10011"/>
                  </a:cubicBezTo>
                  <a:cubicBezTo>
                    <a:pt x="6025" y="11131"/>
                    <a:pt x="4838" y="12265"/>
                    <a:pt x="3735" y="13495"/>
                  </a:cubicBezTo>
                  <a:cubicBezTo>
                    <a:pt x="3695" y="13541"/>
                    <a:pt x="3686" y="13605"/>
                    <a:pt x="3706" y="13663"/>
                  </a:cubicBezTo>
                  <a:cubicBezTo>
                    <a:pt x="3276" y="13492"/>
                    <a:pt x="3074" y="13230"/>
                    <a:pt x="3022" y="12909"/>
                  </a:cubicBezTo>
                  <a:cubicBezTo>
                    <a:pt x="6420" y="10646"/>
                    <a:pt x="8811" y="7444"/>
                    <a:pt x="11507" y="4424"/>
                  </a:cubicBezTo>
                  <a:cubicBezTo>
                    <a:pt x="12047" y="3830"/>
                    <a:pt x="12613" y="3264"/>
                    <a:pt x="13207" y="2721"/>
                  </a:cubicBezTo>
                  <a:cubicBezTo>
                    <a:pt x="13680" y="2268"/>
                    <a:pt x="13905" y="2085"/>
                    <a:pt x="13960" y="2085"/>
                  </a:cubicBezTo>
                  <a:close/>
                  <a:moveTo>
                    <a:pt x="15072" y="2758"/>
                  </a:moveTo>
                  <a:cubicBezTo>
                    <a:pt x="15144" y="2758"/>
                    <a:pt x="13384" y="4726"/>
                    <a:pt x="13190" y="4927"/>
                  </a:cubicBezTo>
                  <a:cubicBezTo>
                    <a:pt x="12197" y="5946"/>
                    <a:pt x="11135" y="6910"/>
                    <a:pt x="10110" y="7900"/>
                  </a:cubicBezTo>
                  <a:cubicBezTo>
                    <a:pt x="8207" y="9736"/>
                    <a:pt x="6553" y="11815"/>
                    <a:pt x="4702" y="13709"/>
                  </a:cubicBezTo>
                  <a:cubicBezTo>
                    <a:pt x="4665" y="13746"/>
                    <a:pt x="4650" y="13801"/>
                    <a:pt x="4665" y="13856"/>
                  </a:cubicBezTo>
                  <a:cubicBezTo>
                    <a:pt x="4431" y="13839"/>
                    <a:pt x="4200" y="13804"/>
                    <a:pt x="3972" y="13746"/>
                  </a:cubicBezTo>
                  <a:cubicBezTo>
                    <a:pt x="5363" y="12713"/>
                    <a:pt x="6472" y="11425"/>
                    <a:pt x="7566" y="10106"/>
                  </a:cubicBezTo>
                  <a:cubicBezTo>
                    <a:pt x="7742" y="9944"/>
                    <a:pt x="7918" y="9780"/>
                    <a:pt x="8092" y="9618"/>
                  </a:cubicBezTo>
                  <a:cubicBezTo>
                    <a:pt x="10182" y="7684"/>
                    <a:pt x="12180" y="5715"/>
                    <a:pt x="14154" y="3665"/>
                  </a:cubicBezTo>
                  <a:cubicBezTo>
                    <a:pt x="14791" y="3005"/>
                    <a:pt x="15047" y="2758"/>
                    <a:pt x="15072" y="2758"/>
                  </a:cubicBezTo>
                  <a:close/>
                  <a:moveTo>
                    <a:pt x="7474" y="12115"/>
                  </a:moveTo>
                  <a:lnTo>
                    <a:pt x="7474" y="12115"/>
                  </a:lnTo>
                  <a:cubicBezTo>
                    <a:pt x="6980" y="12678"/>
                    <a:pt x="6501" y="13256"/>
                    <a:pt x="6039" y="13839"/>
                  </a:cubicBezTo>
                  <a:cubicBezTo>
                    <a:pt x="5719" y="13862"/>
                    <a:pt x="5430" y="13874"/>
                    <a:pt x="5169" y="13874"/>
                  </a:cubicBezTo>
                  <a:cubicBezTo>
                    <a:pt x="5140" y="13874"/>
                    <a:pt x="5112" y="13874"/>
                    <a:pt x="5083" y="13873"/>
                  </a:cubicBezTo>
                  <a:cubicBezTo>
                    <a:pt x="5950" y="13357"/>
                    <a:pt x="6732" y="12759"/>
                    <a:pt x="7474" y="12115"/>
                  </a:cubicBezTo>
                  <a:close/>
                  <a:moveTo>
                    <a:pt x="17255" y="2441"/>
                  </a:moveTo>
                  <a:cubicBezTo>
                    <a:pt x="17486" y="2588"/>
                    <a:pt x="17714" y="2738"/>
                    <a:pt x="17945" y="2888"/>
                  </a:cubicBezTo>
                  <a:cubicBezTo>
                    <a:pt x="15869" y="4609"/>
                    <a:pt x="13964" y="6474"/>
                    <a:pt x="12090" y="8411"/>
                  </a:cubicBezTo>
                  <a:cubicBezTo>
                    <a:pt x="11103" y="9433"/>
                    <a:pt x="10121" y="10461"/>
                    <a:pt x="9125" y="11477"/>
                  </a:cubicBezTo>
                  <a:cubicBezTo>
                    <a:pt x="8828" y="11780"/>
                    <a:pt x="6625" y="14032"/>
                    <a:pt x="6250" y="14266"/>
                  </a:cubicBezTo>
                  <a:cubicBezTo>
                    <a:pt x="6238" y="14252"/>
                    <a:pt x="6227" y="14237"/>
                    <a:pt x="6212" y="14226"/>
                  </a:cubicBezTo>
                  <a:cubicBezTo>
                    <a:pt x="6253" y="14159"/>
                    <a:pt x="6296" y="14096"/>
                    <a:pt x="6345" y="14032"/>
                  </a:cubicBezTo>
                  <a:lnTo>
                    <a:pt x="6391" y="14029"/>
                  </a:lnTo>
                  <a:cubicBezTo>
                    <a:pt x="6463" y="14018"/>
                    <a:pt x="6478" y="13943"/>
                    <a:pt x="6458" y="13885"/>
                  </a:cubicBezTo>
                  <a:cubicBezTo>
                    <a:pt x="6541" y="13775"/>
                    <a:pt x="6648" y="13642"/>
                    <a:pt x="6778" y="13487"/>
                  </a:cubicBezTo>
                  <a:cubicBezTo>
                    <a:pt x="9968" y="9627"/>
                    <a:pt x="14645" y="6722"/>
                    <a:pt x="17255" y="2441"/>
                  </a:cubicBezTo>
                  <a:close/>
                  <a:moveTo>
                    <a:pt x="19400" y="4748"/>
                  </a:moveTo>
                  <a:lnTo>
                    <a:pt x="19400" y="4748"/>
                  </a:lnTo>
                  <a:cubicBezTo>
                    <a:pt x="19106" y="5654"/>
                    <a:pt x="16946" y="7528"/>
                    <a:pt x="16522" y="7993"/>
                  </a:cubicBezTo>
                  <a:cubicBezTo>
                    <a:pt x="14928" y="9742"/>
                    <a:pt x="13297" y="11454"/>
                    <a:pt x="11674" y="13175"/>
                  </a:cubicBezTo>
                  <a:cubicBezTo>
                    <a:pt x="11181" y="13700"/>
                    <a:pt x="10664" y="14223"/>
                    <a:pt x="10144" y="14751"/>
                  </a:cubicBezTo>
                  <a:cubicBezTo>
                    <a:pt x="13095" y="11287"/>
                    <a:pt x="15979" y="7770"/>
                    <a:pt x="19400" y="4748"/>
                  </a:cubicBezTo>
                  <a:close/>
                  <a:moveTo>
                    <a:pt x="20035" y="5595"/>
                  </a:moveTo>
                  <a:lnTo>
                    <a:pt x="20035" y="5595"/>
                  </a:lnTo>
                  <a:cubicBezTo>
                    <a:pt x="19660" y="5937"/>
                    <a:pt x="19004" y="6827"/>
                    <a:pt x="18297" y="7770"/>
                  </a:cubicBezTo>
                  <a:cubicBezTo>
                    <a:pt x="16617" y="9286"/>
                    <a:pt x="15084" y="11041"/>
                    <a:pt x="13606" y="12857"/>
                  </a:cubicBezTo>
                  <a:cubicBezTo>
                    <a:pt x="13043" y="13383"/>
                    <a:pt x="12483" y="13905"/>
                    <a:pt x="11923" y="14431"/>
                  </a:cubicBezTo>
                  <a:cubicBezTo>
                    <a:pt x="11729" y="14612"/>
                    <a:pt x="11539" y="14800"/>
                    <a:pt x="11345" y="14982"/>
                  </a:cubicBezTo>
                  <a:cubicBezTo>
                    <a:pt x="14092" y="11733"/>
                    <a:pt x="16871" y="8450"/>
                    <a:pt x="20035" y="5595"/>
                  </a:cubicBezTo>
                  <a:close/>
                  <a:moveTo>
                    <a:pt x="43095" y="7399"/>
                  </a:moveTo>
                  <a:cubicBezTo>
                    <a:pt x="43114" y="7399"/>
                    <a:pt x="43114" y="7423"/>
                    <a:pt x="43088" y="7476"/>
                  </a:cubicBezTo>
                  <a:cubicBezTo>
                    <a:pt x="41748" y="10230"/>
                    <a:pt x="38913" y="12638"/>
                    <a:pt x="36944" y="15164"/>
                  </a:cubicBezTo>
                  <a:cubicBezTo>
                    <a:pt x="37196" y="14765"/>
                    <a:pt x="37444" y="14367"/>
                    <a:pt x="37698" y="13972"/>
                  </a:cubicBezTo>
                  <a:cubicBezTo>
                    <a:pt x="38711" y="12384"/>
                    <a:pt x="39823" y="10880"/>
                    <a:pt x="41004" y="9410"/>
                  </a:cubicBezTo>
                  <a:lnTo>
                    <a:pt x="41004" y="9410"/>
                  </a:lnTo>
                  <a:cubicBezTo>
                    <a:pt x="41001" y="9413"/>
                    <a:pt x="41000" y="9415"/>
                    <a:pt x="41001" y="9415"/>
                  </a:cubicBezTo>
                  <a:cubicBezTo>
                    <a:pt x="41016" y="9415"/>
                    <a:pt x="42914" y="7399"/>
                    <a:pt x="43095" y="7399"/>
                  </a:cubicBezTo>
                  <a:close/>
                  <a:moveTo>
                    <a:pt x="37289" y="4570"/>
                  </a:moveTo>
                  <a:cubicBezTo>
                    <a:pt x="37379" y="4570"/>
                    <a:pt x="36232" y="6345"/>
                    <a:pt x="35937" y="6780"/>
                  </a:cubicBezTo>
                  <a:cubicBezTo>
                    <a:pt x="35504" y="7415"/>
                    <a:pt x="35088" y="8056"/>
                    <a:pt x="34667" y="8697"/>
                  </a:cubicBezTo>
                  <a:cubicBezTo>
                    <a:pt x="33304" y="10268"/>
                    <a:pt x="31979" y="11873"/>
                    <a:pt x="30688" y="13478"/>
                  </a:cubicBezTo>
                  <a:cubicBezTo>
                    <a:pt x="29883" y="14474"/>
                    <a:pt x="29043" y="15479"/>
                    <a:pt x="28211" y="16498"/>
                  </a:cubicBezTo>
                  <a:cubicBezTo>
                    <a:pt x="28598" y="15966"/>
                    <a:pt x="28985" y="15435"/>
                    <a:pt x="29378" y="14913"/>
                  </a:cubicBezTo>
                  <a:cubicBezTo>
                    <a:pt x="31321" y="12323"/>
                    <a:pt x="33411" y="9852"/>
                    <a:pt x="35296" y="7219"/>
                  </a:cubicBezTo>
                  <a:cubicBezTo>
                    <a:pt x="36725" y="5222"/>
                    <a:pt x="37235" y="4570"/>
                    <a:pt x="37289" y="4570"/>
                  </a:cubicBezTo>
                  <a:close/>
                  <a:moveTo>
                    <a:pt x="20053" y="12597"/>
                  </a:moveTo>
                  <a:lnTo>
                    <a:pt x="20053" y="12597"/>
                  </a:lnTo>
                  <a:cubicBezTo>
                    <a:pt x="18395" y="14402"/>
                    <a:pt x="16770" y="16218"/>
                    <a:pt x="15153" y="17933"/>
                  </a:cubicBezTo>
                  <a:lnTo>
                    <a:pt x="15153" y="17935"/>
                  </a:lnTo>
                  <a:cubicBezTo>
                    <a:pt x="15104" y="17987"/>
                    <a:pt x="15055" y="18039"/>
                    <a:pt x="15003" y="18091"/>
                  </a:cubicBezTo>
                  <a:cubicBezTo>
                    <a:pt x="16617" y="16212"/>
                    <a:pt x="18346" y="14410"/>
                    <a:pt x="20053" y="12597"/>
                  </a:cubicBezTo>
                  <a:close/>
                  <a:moveTo>
                    <a:pt x="17446" y="3783"/>
                  </a:moveTo>
                  <a:cubicBezTo>
                    <a:pt x="13499" y="9349"/>
                    <a:pt x="8288" y="13946"/>
                    <a:pt x="3753" y="19018"/>
                  </a:cubicBezTo>
                  <a:cubicBezTo>
                    <a:pt x="3767" y="18911"/>
                    <a:pt x="3781" y="18804"/>
                    <a:pt x="3807" y="18695"/>
                  </a:cubicBezTo>
                  <a:cubicBezTo>
                    <a:pt x="4148" y="17269"/>
                    <a:pt x="5410" y="16065"/>
                    <a:pt x="6117" y="14754"/>
                  </a:cubicBezTo>
                  <a:cubicBezTo>
                    <a:pt x="7947" y="13152"/>
                    <a:pt x="9665" y="11448"/>
                    <a:pt x="11357" y="9690"/>
                  </a:cubicBezTo>
                  <a:cubicBezTo>
                    <a:pt x="13181" y="7799"/>
                    <a:pt x="15993" y="5827"/>
                    <a:pt x="17446" y="3783"/>
                  </a:cubicBezTo>
                  <a:close/>
                  <a:moveTo>
                    <a:pt x="19212" y="3708"/>
                  </a:moveTo>
                  <a:cubicBezTo>
                    <a:pt x="19371" y="3809"/>
                    <a:pt x="19533" y="3907"/>
                    <a:pt x="19695" y="4003"/>
                  </a:cubicBezTo>
                  <a:cubicBezTo>
                    <a:pt x="19689" y="4006"/>
                    <a:pt x="19686" y="4003"/>
                    <a:pt x="19680" y="4009"/>
                  </a:cubicBezTo>
                  <a:cubicBezTo>
                    <a:pt x="14165" y="8704"/>
                    <a:pt x="10109" y="14743"/>
                    <a:pt x="5040" y="19875"/>
                  </a:cubicBezTo>
                  <a:lnTo>
                    <a:pt x="5040" y="19875"/>
                  </a:lnTo>
                  <a:cubicBezTo>
                    <a:pt x="7502" y="17382"/>
                    <a:pt x="9537" y="14550"/>
                    <a:pt x="11871" y="11936"/>
                  </a:cubicBezTo>
                  <a:cubicBezTo>
                    <a:pt x="14328" y="9185"/>
                    <a:pt x="16952" y="6627"/>
                    <a:pt x="19212" y="3708"/>
                  </a:cubicBezTo>
                  <a:close/>
                  <a:moveTo>
                    <a:pt x="25451" y="5365"/>
                  </a:moveTo>
                  <a:lnTo>
                    <a:pt x="25451" y="5365"/>
                  </a:lnTo>
                  <a:cubicBezTo>
                    <a:pt x="22916" y="6881"/>
                    <a:pt x="21378" y="9791"/>
                    <a:pt x="19403" y="11910"/>
                  </a:cubicBezTo>
                  <a:cubicBezTo>
                    <a:pt x="16779" y="14722"/>
                    <a:pt x="14342" y="17686"/>
                    <a:pt x="11755" y="20524"/>
                  </a:cubicBezTo>
                  <a:lnTo>
                    <a:pt x="11755" y="20524"/>
                  </a:lnTo>
                  <a:cubicBezTo>
                    <a:pt x="13132" y="18548"/>
                    <a:pt x="14386" y="16474"/>
                    <a:pt x="15956" y="14618"/>
                  </a:cubicBezTo>
                  <a:cubicBezTo>
                    <a:pt x="18407" y="11728"/>
                    <a:pt x="22071" y="9225"/>
                    <a:pt x="23996" y="5920"/>
                  </a:cubicBezTo>
                  <a:cubicBezTo>
                    <a:pt x="24146" y="5770"/>
                    <a:pt x="24294" y="5617"/>
                    <a:pt x="24447" y="5472"/>
                  </a:cubicBezTo>
                  <a:cubicBezTo>
                    <a:pt x="24784" y="5461"/>
                    <a:pt x="25119" y="5426"/>
                    <a:pt x="25451" y="5365"/>
                  </a:cubicBezTo>
                  <a:close/>
                  <a:moveTo>
                    <a:pt x="34392" y="2634"/>
                  </a:moveTo>
                  <a:cubicBezTo>
                    <a:pt x="34586" y="2680"/>
                    <a:pt x="34773" y="2735"/>
                    <a:pt x="34961" y="2790"/>
                  </a:cubicBezTo>
                  <a:cubicBezTo>
                    <a:pt x="33636" y="3596"/>
                    <a:pt x="32383" y="5960"/>
                    <a:pt x="31523" y="7118"/>
                  </a:cubicBezTo>
                  <a:cubicBezTo>
                    <a:pt x="29279" y="10141"/>
                    <a:pt x="27149" y="13247"/>
                    <a:pt x="24929" y="16287"/>
                  </a:cubicBezTo>
                  <a:cubicBezTo>
                    <a:pt x="24181" y="17315"/>
                    <a:pt x="21886" y="20124"/>
                    <a:pt x="21401" y="20779"/>
                  </a:cubicBezTo>
                  <a:cubicBezTo>
                    <a:pt x="23003" y="18614"/>
                    <a:pt x="24455" y="16339"/>
                    <a:pt x="25835" y="14029"/>
                  </a:cubicBezTo>
                  <a:cubicBezTo>
                    <a:pt x="28298" y="9910"/>
                    <a:pt x="32140" y="6812"/>
                    <a:pt x="34392" y="2634"/>
                  </a:cubicBezTo>
                  <a:close/>
                  <a:moveTo>
                    <a:pt x="17438" y="5317"/>
                  </a:moveTo>
                  <a:cubicBezTo>
                    <a:pt x="17460" y="5317"/>
                    <a:pt x="17420" y="5380"/>
                    <a:pt x="17298" y="5527"/>
                  </a:cubicBezTo>
                  <a:cubicBezTo>
                    <a:pt x="12979" y="10735"/>
                    <a:pt x="8173" y="15479"/>
                    <a:pt x="4021" y="20854"/>
                  </a:cubicBezTo>
                  <a:cubicBezTo>
                    <a:pt x="4001" y="20883"/>
                    <a:pt x="3992" y="20921"/>
                    <a:pt x="3998" y="20958"/>
                  </a:cubicBezTo>
                  <a:cubicBezTo>
                    <a:pt x="3822" y="20537"/>
                    <a:pt x="3724" y="20086"/>
                    <a:pt x="3709" y="19633"/>
                  </a:cubicBezTo>
                  <a:cubicBezTo>
                    <a:pt x="6261" y="17179"/>
                    <a:pt x="8712" y="14638"/>
                    <a:pt x="11109" y="12031"/>
                  </a:cubicBezTo>
                  <a:cubicBezTo>
                    <a:pt x="12416" y="10608"/>
                    <a:pt x="13724" y="9179"/>
                    <a:pt x="14948" y="7681"/>
                  </a:cubicBezTo>
                  <a:cubicBezTo>
                    <a:pt x="15223" y="7347"/>
                    <a:pt x="17315" y="5317"/>
                    <a:pt x="17438" y="5317"/>
                  </a:cubicBezTo>
                  <a:close/>
                  <a:moveTo>
                    <a:pt x="14521" y="14179"/>
                  </a:moveTo>
                  <a:lnTo>
                    <a:pt x="14521" y="14179"/>
                  </a:lnTo>
                  <a:cubicBezTo>
                    <a:pt x="12419" y="16599"/>
                    <a:pt x="10320" y="19006"/>
                    <a:pt x="7994" y="21221"/>
                  </a:cubicBezTo>
                  <a:cubicBezTo>
                    <a:pt x="10072" y="19160"/>
                    <a:pt x="12197" y="16541"/>
                    <a:pt x="14290" y="14419"/>
                  </a:cubicBezTo>
                  <a:cubicBezTo>
                    <a:pt x="14368" y="14341"/>
                    <a:pt x="14443" y="14260"/>
                    <a:pt x="14521" y="14179"/>
                  </a:cubicBezTo>
                  <a:close/>
                  <a:moveTo>
                    <a:pt x="29661" y="6214"/>
                  </a:moveTo>
                  <a:lnTo>
                    <a:pt x="29661" y="6214"/>
                  </a:lnTo>
                  <a:cubicBezTo>
                    <a:pt x="28439" y="7672"/>
                    <a:pt x="27282" y="9194"/>
                    <a:pt x="26141" y="10718"/>
                  </a:cubicBezTo>
                  <a:cubicBezTo>
                    <a:pt x="25925" y="10943"/>
                    <a:pt x="25702" y="11165"/>
                    <a:pt x="25486" y="11393"/>
                  </a:cubicBezTo>
                  <a:cubicBezTo>
                    <a:pt x="24094" y="12869"/>
                    <a:pt x="22977" y="14523"/>
                    <a:pt x="21915" y="16215"/>
                  </a:cubicBezTo>
                  <a:cubicBezTo>
                    <a:pt x="20688" y="17751"/>
                    <a:pt x="19449" y="19275"/>
                    <a:pt x="18179" y="20779"/>
                  </a:cubicBezTo>
                  <a:cubicBezTo>
                    <a:pt x="18009" y="20978"/>
                    <a:pt x="17832" y="21169"/>
                    <a:pt x="17659" y="21368"/>
                  </a:cubicBezTo>
                  <a:cubicBezTo>
                    <a:pt x="20370" y="17722"/>
                    <a:pt x="22778" y="13793"/>
                    <a:pt x="25639" y="10288"/>
                  </a:cubicBezTo>
                  <a:cubicBezTo>
                    <a:pt x="26831" y="8830"/>
                    <a:pt x="28361" y="7603"/>
                    <a:pt x="29661" y="6214"/>
                  </a:cubicBezTo>
                  <a:close/>
                  <a:moveTo>
                    <a:pt x="31404" y="10507"/>
                  </a:moveTo>
                  <a:cubicBezTo>
                    <a:pt x="30527" y="11812"/>
                    <a:pt x="29626" y="13105"/>
                    <a:pt x="28734" y="14405"/>
                  </a:cubicBezTo>
                  <a:cubicBezTo>
                    <a:pt x="28445" y="14823"/>
                    <a:pt x="28182" y="15250"/>
                    <a:pt x="27923" y="15681"/>
                  </a:cubicBezTo>
                  <a:cubicBezTo>
                    <a:pt x="26863" y="17020"/>
                    <a:pt x="25798" y="18357"/>
                    <a:pt x="24689" y="19656"/>
                  </a:cubicBezTo>
                  <a:cubicBezTo>
                    <a:pt x="24144" y="20298"/>
                    <a:pt x="22870" y="21427"/>
                    <a:pt x="22565" y="21427"/>
                  </a:cubicBezTo>
                  <a:cubicBezTo>
                    <a:pt x="22340" y="21427"/>
                    <a:pt x="22640" y="20815"/>
                    <a:pt x="24141" y="18949"/>
                  </a:cubicBezTo>
                  <a:cubicBezTo>
                    <a:pt x="25033" y="17837"/>
                    <a:pt x="26037" y="16801"/>
                    <a:pt x="26973" y="15724"/>
                  </a:cubicBezTo>
                  <a:cubicBezTo>
                    <a:pt x="28376" y="14107"/>
                    <a:pt x="29938" y="12349"/>
                    <a:pt x="31404" y="10507"/>
                  </a:cubicBezTo>
                  <a:close/>
                  <a:moveTo>
                    <a:pt x="15708" y="9401"/>
                  </a:moveTo>
                  <a:cubicBezTo>
                    <a:pt x="14074" y="11188"/>
                    <a:pt x="12517" y="13059"/>
                    <a:pt x="10956" y="14893"/>
                  </a:cubicBezTo>
                  <a:cubicBezTo>
                    <a:pt x="10090" y="15912"/>
                    <a:pt x="9232" y="16937"/>
                    <a:pt x="8369" y="17956"/>
                  </a:cubicBezTo>
                  <a:cubicBezTo>
                    <a:pt x="7950" y="18403"/>
                    <a:pt x="7546" y="18862"/>
                    <a:pt x="7142" y="19324"/>
                  </a:cubicBezTo>
                  <a:cubicBezTo>
                    <a:pt x="6530" y="19965"/>
                    <a:pt x="5883" y="20563"/>
                    <a:pt x="5153" y="21079"/>
                  </a:cubicBezTo>
                  <a:cubicBezTo>
                    <a:pt x="4806" y="21422"/>
                    <a:pt x="4616" y="21593"/>
                    <a:pt x="4584" y="21593"/>
                  </a:cubicBezTo>
                  <a:cubicBezTo>
                    <a:pt x="4552" y="21593"/>
                    <a:pt x="4677" y="21423"/>
                    <a:pt x="4959" y="21082"/>
                  </a:cubicBezTo>
                  <a:cubicBezTo>
                    <a:pt x="5924" y="19847"/>
                    <a:pt x="7024" y="18700"/>
                    <a:pt x="8086" y="17546"/>
                  </a:cubicBezTo>
                  <a:cubicBezTo>
                    <a:pt x="10606" y="14812"/>
                    <a:pt x="13179" y="12127"/>
                    <a:pt x="15708" y="9401"/>
                  </a:cubicBezTo>
                  <a:close/>
                  <a:moveTo>
                    <a:pt x="12053" y="14794"/>
                  </a:moveTo>
                  <a:lnTo>
                    <a:pt x="12053" y="14794"/>
                  </a:lnTo>
                  <a:cubicBezTo>
                    <a:pt x="10243" y="17069"/>
                    <a:pt x="8455" y="19330"/>
                    <a:pt x="6504" y="21209"/>
                  </a:cubicBezTo>
                  <a:cubicBezTo>
                    <a:pt x="5963" y="21589"/>
                    <a:pt x="5639" y="21779"/>
                    <a:pt x="5529" y="21779"/>
                  </a:cubicBezTo>
                  <a:cubicBezTo>
                    <a:pt x="5353" y="21779"/>
                    <a:pt x="5730" y="21292"/>
                    <a:pt x="6651" y="20326"/>
                  </a:cubicBezTo>
                  <a:cubicBezTo>
                    <a:pt x="7656" y="19451"/>
                    <a:pt x="8545" y="18429"/>
                    <a:pt x="9397" y="17378"/>
                  </a:cubicBezTo>
                  <a:lnTo>
                    <a:pt x="9521" y="17248"/>
                  </a:lnTo>
                  <a:cubicBezTo>
                    <a:pt x="10344" y="16408"/>
                    <a:pt x="11192" y="15597"/>
                    <a:pt x="12053" y="14794"/>
                  </a:cubicBezTo>
                  <a:close/>
                  <a:moveTo>
                    <a:pt x="29871" y="7239"/>
                  </a:moveTo>
                  <a:cubicBezTo>
                    <a:pt x="26089" y="12092"/>
                    <a:pt x="22859" y="17462"/>
                    <a:pt x="18603" y="21865"/>
                  </a:cubicBezTo>
                  <a:cubicBezTo>
                    <a:pt x="20506" y="19893"/>
                    <a:pt x="21857" y="17344"/>
                    <a:pt x="23381" y="14936"/>
                  </a:cubicBezTo>
                  <a:cubicBezTo>
                    <a:pt x="24574" y="13423"/>
                    <a:pt x="25760" y="11899"/>
                    <a:pt x="26935" y="10371"/>
                  </a:cubicBezTo>
                  <a:cubicBezTo>
                    <a:pt x="27917" y="9318"/>
                    <a:pt x="28910" y="8290"/>
                    <a:pt x="29871" y="7239"/>
                  </a:cubicBezTo>
                  <a:close/>
                  <a:moveTo>
                    <a:pt x="5713" y="21056"/>
                  </a:moveTo>
                  <a:lnTo>
                    <a:pt x="5713" y="21056"/>
                  </a:lnTo>
                  <a:cubicBezTo>
                    <a:pt x="5407" y="21449"/>
                    <a:pt x="5104" y="21842"/>
                    <a:pt x="4812" y="22249"/>
                  </a:cubicBezTo>
                  <a:cubicBezTo>
                    <a:pt x="4694" y="22107"/>
                    <a:pt x="4581" y="21960"/>
                    <a:pt x="4477" y="21807"/>
                  </a:cubicBezTo>
                  <a:cubicBezTo>
                    <a:pt x="4907" y="21587"/>
                    <a:pt x="5320" y="21336"/>
                    <a:pt x="5713" y="21056"/>
                  </a:cubicBezTo>
                  <a:close/>
                  <a:moveTo>
                    <a:pt x="32943" y="11333"/>
                  </a:moveTo>
                  <a:cubicBezTo>
                    <a:pt x="32689" y="11728"/>
                    <a:pt x="32432" y="12121"/>
                    <a:pt x="32178" y="12517"/>
                  </a:cubicBezTo>
                  <a:cubicBezTo>
                    <a:pt x="30307" y="15378"/>
                    <a:pt x="28315" y="18155"/>
                    <a:pt x="26205" y="20854"/>
                  </a:cubicBezTo>
                  <a:cubicBezTo>
                    <a:pt x="25889" y="21257"/>
                    <a:pt x="24779" y="22414"/>
                    <a:pt x="24526" y="22414"/>
                  </a:cubicBezTo>
                  <a:cubicBezTo>
                    <a:pt x="24384" y="22414"/>
                    <a:pt x="24513" y="22050"/>
                    <a:pt x="25203" y="20981"/>
                  </a:cubicBezTo>
                  <a:cubicBezTo>
                    <a:pt x="25252" y="20903"/>
                    <a:pt x="25316" y="20828"/>
                    <a:pt x="25368" y="20750"/>
                  </a:cubicBezTo>
                  <a:cubicBezTo>
                    <a:pt x="25642" y="20398"/>
                    <a:pt x="25899" y="20028"/>
                    <a:pt x="26153" y="19656"/>
                  </a:cubicBezTo>
                  <a:cubicBezTo>
                    <a:pt x="27097" y="18438"/>
                    <a:pt x="28168" y="17269"/>
                    <a:pt x="29098" y="16065"/>
                  </a:cubicBezTo>
                  <a:cubicBezTo>
                    <a:pt x="30348" y="14448"/>
                    <a:pt x="31638" y="12886"/>
                    <a:pt x="32943" y="11333"/>
                  </a:cubicBezTo>
                  <a:close/>
                  <a:moveTo>
                    <a:pt x="22992" y="5342"/>
                  </a:moveTo>
                  <a:cubicBezTo>
                    <a:pt x="23127" y="5368"/>
                    <a:pt x="23263" y="5403"/>
                    <a:pt x="23401" y="5420"/>
                  </a:cubicBezTo>
                  <a:cubicBezTo>
                    <a:pt x="23586" y="5443"/>
                    <a:pt x="23762" y="5452"/>
                    <a:pt x="23938" y="5464"/>
                  </a:cubicBezTo>
                  <a:cubicBezTo>
                    <a:pt x="21785" y="7571"/>
                    <a:pt x="19850" y="9933"/>
                    <a:pt x="17850" y="12208"/>
                  </a:cubicBezTo>
                  <a:cubicBezTo>
                    <a:pt x="17096" y="12926"/>
                    <a:pt x="16363" y="13634"/>
                    <a:pt x="15685" y="14344"/>
                  </a:cubicBezTo>
                  <a:cubicBezTo>
                    <a:pt x="15136" y="14930"/>
                    <a:pt x="14625" y="15551"/>
                    <a:pt x="14154" y="16200"/>
                  </a:cubicBezTo>
                  <a:cubicBezTo>
                    <a:pt x="13505" y="16885"/>
                    <a:pt x="12864" y="17575"/>
                    <a:pt x="12211" y="18256"/>
                  </a:cubicBezTo>
                  <a:cubicBezTo>
                    <a:pt x="11490" y="19006"/>
                    <a:pt x="10765" y="19754"/>
                    <a:pt x="10038" y="20499"/>
                  </a:cubicBezTo>
                  <a:cubicBezTo>
                    <a:pt x="9964" y="20572"/>
                    <a:pt x="8039" y="22810"/>
                    <a:pt x="7971" y="22810"/>
                  </a:cubicBezTo>
                  <a:cubicBezTo>
                    <a:pt x="7950" y="22810"/>
                    <a:pt x="8102" y="22603"/>
                    <a:pt x="8531" y="22064"/>
                  </a:cubicBezTo>
                  <a:cubicBezTo>
                    <a:pt x="11062" y="18882"/>
                    <a:pt x="13981" y="15900"/>
                    <a:pt x="16686" y="12863"/>
                  </a:cubicBezTo>
                  <a:cubicBezTo>
                    <a:pt x="18811" y="10475"/>
                    <a:pt x="21519" y="8290"/>
                    <a:pt x="22983" y="5412"/>
                  </a:cubicBezTo>
                  <a:cubicBezTo>
                    <a:pt x="22989" y="5388"/>
                    <a:pt x="22992" y="5365"/>
                    <a:pt x="22992" y="5342"/>
                  </a:cubicBezTo>
                  <a:close/>
                  <a:moveTo>
                    <a:pt x="16608" y="19087"/>
                  </a:moveTo>
                  <a:lnTo>
                    <a:pt x="16608" y="19087"/>
                  </a:lnTo>
                  <a:cubicBezTo>
                    <a:pt x="15713" y="20375"/>
                    <a:pt x="14810" y="21657"/>
                    <a:pt x="13871" y="22913"/>
                  </a:cubicBezTo>
                  <a:cubicBezTo>
                    <a:pt x="14735" y="21605"/>
                    <a:pt x="15656" y="20335"/>
                    <a:pt x="16608" y="19087"/>
                  </a:cubicBezTo>
                  <a:close/>
                  <a:moveTo>
                    <a:pt x="21192" y="5840"/>
                  </a:moveTo>
                  <a:cubicBezTo>
                    <a:pt x="21454" y="5840"/>
                    <a:pt x="19325" y="8486"/>
                    <a:pt x="18649" y="9274"/>
                  </a:cubicBezTo>
                  <a:cubicBezTo>
                    <a:pt x="17194" y="10978"/>
                    <a:pt x="15604" y="12568"/>
                    <a:pt x="14036" y="14165"/>
                  </a:cubicBezTo>
                  <a:cubicBezTo>
                    <a:pt x="11204" y="17046"/>
                    <a:pt x="8383" y="19901"/>
                    <a:pt x="5883" y="23083"/>
                  </a:cubicBezTo>
                  <a:cubicBezTo>
                    <a:pt x="5851" y="23123"/>
                    <a:pt x="5837" y="23175"/>
                    <a:pt x="5843" y="23227"/>
                  </a:cubicBezTo>
                  <a:cubicBezTo>
                    <a:pt x="5597" y="23034"/>
                    <a:pt x="5366" y="22826"/>
                    <a:pt x="5147" y="22604"/>
                  </a:cubicBezTo>
                  <a:cubicBezTo>
                    <a:pt x="7806" y="20871"/>
                    <a:pt x="9599" y="18247"/>
                    <a:pt x="11735" y="15938"/>
                  </a:cubicBezTo>
                  <a:cubicBezTo>
                    <a:pt x="14388" y="13071"/>
                    <a:pt x="16865" y="10048"/>
                    <a:pt x="19611" y="7271"/>
                  </a:cubicBezTo>
                  <a:cubicBezTo>
                    <a:pt x="20637" y="6231"/>
                    <a:pt x="21092" y="5840"/>
                    <a:pt x="21192" y="5840"/>
                  </a:cubicBezTo>
                  <a:close/>
                  <a:moveTo>
                    <a:pt x="10875" y="18845"/>
                  </a:moveTo>
                  <a:lnTo>
                    <a:pt x="10875" y="18845"/>
                  </a:lnTo>
                  <a:cubicBezTo>
                    <a:pt x="9420" y="20447"/>
                    <a:pt x="7985" y="22067"/>
                    <a:pt x="6738" y="23834"/>
                  </a:cubicBezTo>
                  <a:cubicBezTo>
                    <a:pt x="6501" y="23692"/>
                    <a:pt x="6270" y="23539"/>
                    <a:pt x="6045" y="23375"/>
                  </a:cubicBezTo>
                  <a:cubicBezTo>
                    <a:pt x="6079" y="23372"/>
                    <a:pt x="6114" y="23357"/>
                    <a:pt x="6140" y="23337"/>
                  </a:cubicBezTo>
                  <a:cubicBezTo>
                    <a:pt x="7838" y="21945"/>
                    <a:pt x="9388" y="20427"/>
                    <a:pt x="10875" y="18845"/>
                  </a:cubicBezTo>
                  <a:close/>
                  <a:moveTo>
                    <a:pt x="13421" y="17245"/>
                  </a:moveTo>
                  <a:lnTo>
                    <a:pt x="13421" y="17245"/>
                  </a:lnTo>
                  <a:cubicBezTo>
                    <a:pt x="12526" y="18579"/>
                    <a:pt x="11700" y="19971"/>
                    <a:pt x="10808" y="21273"/>
                  </a:cubicBezTo>
                  <a:cubicBezTo>
                    <a:pt x="10549" y="21651"/>
                    <a:pt x="10320" y="21980"/>
                    <a:pt x="10127" y="22269"/>
                  </a:cubicBezTo>
                  <a:cubicBezTo>
                    <a:pt x="9477" y="22944"/>
                    <a:pt x="8822" y="23614"/>
                    <a:pt x="8141" y="24264"/>
                  </a:cubicBezTo>
                  <a:cubicBezTo>
                    <a:pt x="8031" y="24371"/>
                    <a:pt x="8100" y="24503"/>
                    <a:pt x="8207" y="24555"/>
                  </a:cubicBezTo>
                  <a:cubicBezTo>
                    <a:pt x="7817" y="24405"/>
                    <a:pt x="7439" y="24232"/>
                    <a:pt x="7075" y="24033"/>
                  </a:cubicBezTo>
                  <a:cubicBezTo>
                    <a:pt x="9249" y="21842"/>
                    <a:pt x="11342" y="19552"/>
                    <a:pt x="13421" y="17245"/>
                  </a:cubicBezTo>
                  <a:close/>
                  <a:moveTo>
                    <a:pt x="36996" y="11067"/>
                  </a:moveTo>
                  <a:lnTo>
                    <a:pt x="36996" y="11067"/>
                  </a:lnTo>
                  <a:cubicBezTo>
                    <a:pt x="35928" y="12765"/>
                    <a:pt x="34900" y="14491"/>
                    <a:pt x="33685" y="16053"/>
                  </a:cubicBezTo>
                  <a:cubicBezTo>
                    <a:pt x="31375" y="19017"/>
                    <a:pt x="28916" y="22122"/>
                    <a:pt x="26790" y="25026"/>
                  </a:cubicBezTo>
                  <a:lnTo>
                    <a:pt x="26790" y="25026"/>
                  </a:lnTo>
                  <a:cubicBezTo>
                    <a:pt x="29341" y="21490"/>
                    <a:pt x="31718" y="17889"/>
                    <a:pt x="34349" y="14387"/>
                  </a:cubicBezTo>
                  <a:cubicBezTo>
                    <a:pt x="35192" y="13267"/>
                    <a:pt x="36110" y="12176"/>
                    <a:pt x="36996" y="11067"/>
                  </a:cubicBezTo>
                  <a:close/>
                  <a:moveTo>
                    <a:pt x="38197" y="12736"/>
                  </a:moveTo>
                  <a:lnTo>
                    <a:pt x="38197" y="12736"/>
                  </a:lnTo>
                  <a:cubicBezTo>
                    <a:pt x="34988" y="17396"/>
                    <a:pt x="32331" y="22480"/>
                    <a:pt x="28403" y="26629"/>
                  </a:cubicBezTo>
                  <a:lnTo>
                    <a:pt x="28403" y="26629"/>
                  </a:lnTo>
                  <a:cubicBezTo>
                    <a:pt x="31159" y="23716"/>
                    <a:pt x="33241" y="19230"/>
                    <a:pt x="35634" y="15912"/>
                  </a:cubicBezTo>
                  <a:cubicBezTo>
                    <a:pt x="36422" y="14815"/>
                    <a:pt x="37314" y="13778"/>
                    <a:pt x="38197" y="12736"/>
                  </a:cubicBezTo>
                  <a:close/>
                  <a:moveTo>
                    <a:pt x="31860" y="23903"/>
                  </a:moveTo>
                  <a:cubicBezTo>
                    <a:pt x="31297" y="24980"/>
                    <a:pt x="30642" y="26007"/>
                    <a:pt x="29900" y="26969"/>
                  </a:cubicBezTo>
                  <a:cubicBezTo>
                    <a:pt x="30033" y="25895"/>
                    <a:pt x="30527" y="25040"/>
                    <a:pt x="31378" y="24402"/>
                  </a:cubicBezTo>
                  <a:cubicBezTo>
                    <a:pt x="31546" y="24241"/>
                    <a:pt x="31699" y="24067"/>
                    <a:pt x="31860" y="23903"/>
                  </a:cubicBezTo>
                  <a:close/>
                  <a:moveTo>
                    <a:pt x="25272" y="9269"/>
                  </a:moveTo>
                  <a:lnTo>
                    <a:pt x="25272" y="9269"/>
                  </a:lnTo>
                  <a:cubicBezTo>
                    <a:pt x="24695" y="10080"/>
                    <a:pt x="24126" y="10900"/>
                    <a:pt x="23540" y="11699"/>
                  </a:cubicBezTo>
                  <a:cubicBezTo>
                    <a:pt x="19954" y="16599"/>
                    <a:pt x="15809" y="21042"/>
                    <a:pt x="12142" y="25875"/>
                  </a:cubicBezTo>
                  <a:cubicBezTo>
                    <a:pt x="11476" y="26754"/>
                    <a:pt x="11194" y="27094"/>
                    <a:pt x="11156" y="27094"/>
                  </a:cubicBezTo>
                  <a:cubicBezTo>
                    <a:pt x="11105" y="27094"/>
                    <a:pt x="11484" y="26496"/>
                    <a:pt x="11963" y="25768"/>
                  </a:cubicBezTo>
                  <a:cubicBezTo>
                    <a:pt x="15046" y="22176"/>
                    <a:pt x="17645" y="18152"/>
                    <a:pt x="20405" y="14260"/>
                  </a:cubicBezTo>
                  <a:lnTo>
                    <a:pt x="20405" y="14257"/>
                  </a:lnTo>
                  <a:cubicBezTo>
                    <a:pt x="21840" y="12439"/>
                    <a:pt x="23569" y="10862"/>
                    <a:pt x="25272" y="9269"/>
                  </a:cubicBezTo>
                  <a:close/>
                  <a:moveTo>
                    <a:pt x="9114" y="24766"/>
                  </a:moveTo>
                  <a:cubicBezTo>
                    <a:pt x="8848" y="25113"/>
                    <a:pt x="8580" y="25462"/>
                    <a:pt x="8320" y="25820"/>
                  </a:cubicBezTo>
                  <a:cubicBezTo>
                    <a:pt x="7612" y="26781"/>
                    <a:pt x="6911" y="27734"/>
                    <a:pt x="6180" y="28664"/>
                  </a:cubicBezTo>
                  <a:cubicBezTo>
                    <a:pt x="7032" y="27327"/>
                    <a:pt x="8034" y="26025"/>
                    <a:pt x="9114" y="24766"/>
                  </a:cubicBezTo>
                  <a:close/>
                  <a:moveTo>
                    <a:pt x="21560" y="12092"/>
                  </a:moveTo>
                  <a:cubicBezTo>
                    <a:pt x="21161" y="12620"/>
                    <a:pt x="20769" y="13152"/>
                    <a:pt x="20382" y="13689"/>
                  </a:cubicBezTo>
                  <a:cubicBezTo>
                    <a:pt x="17281" y="17323"/>
                    <a:pt x="14382" y="21241"/>
                    <a:pt x="11943" y="25367"/>
                  </a:cubicBezTo>
                  <a:cubicBezTo>
                    <a:pt x="11366" y="26068"/>
                    <a:pt x="10779" y="26758"/>
                    <a:pt x="10167" y="27425"/>
                  </a:cubicBezTo>
                  <a:cubicBezTo>
                    <a:pt x="9293" y="28378"/>
                    <a:pt x="8320" y="29229"/>
                    <a:pt x="7341" y="30072"/>
                  </a:cubicBezTo>
                  <a:cubicBezTo>
                    <a:pt x="6932" y="30425"/>
                    <a:pt x="6725" y="30569"/>
                    <a:pt x="6660" y="30569"/>
                  </a:cubicBezTo>
                  <a:cubicBezTo>
                    <a:pt x="6376" y="30569"/>
                    <a:pt x="8779" y="27840"/>
                    <a:pt x="8785" y="27840"/>
                  </a:cubicBezTo>
                  <a:lnTo>
                    <a:pt x="8785" y="27840"/>
                  </a:lnTo>
                  <a:cubicBezTo>
                    <a:pt x="8785" y="27840"/>
                    <a:pt x="8785" y="27840"/>
                    <a:pt x="8785" y="27841"/>
                  </a:cubicBezTo>
                  <a:cubicBezTo>
                    <a:pt x="10598" y="25626"/>
                    <a:pt x="12200" y="23273"/>
                    <a:pt x="13857" y="20944"/>
                  </a:cubicBezTo>
                  <a:cubicBezTo>
                    <a:pt x="16120" y="17762"/>
                    <a:pt x="18817" y="14907"/>
                    <a:pt x="21560" y="12092"/>
                  </a:cubicBezTo>
                  <a:close/>
                  <a:moveTo>
                    <a:pt x="11328" y="1"/>
                  </a:moveTo>
                  <a:cubicBezTo>
                    <a:pt x="8630" y="1"/>
                    <a:pt x="6960" y="1767"/>
                    <a:pt x="4281" y="4020"/>
                  </a:cubicBezTo>
                  <a:cubicBezTo>
                    <a:pt x="3314" y="4831"/>
                    <a:pt x="2439" y="5593"/>
                    <a:pt x="2808" y="6927"/>
                  </a:cubicBezTo>
                  <a:cubicBezTo>
                    <a:pt x="3441" y="9225"/>
                    <a:pt x="3614" y="9552"/>
                    <a:pt x="2396" y="11627"/>
                  </a:cubicBezTo>
                  <a:cubicBezTo>
                    <a:pt x="1241" y="13602"/>
                    <a:pt x="3998" y="14073"/>
                    <a:pt x="5618" y="14073"/>
                  </a:cubicBezTo>
                  <a:cubicBezTo>
                    <a:pt x="5703" y="14073"/>
                    <a:pt x="5785" y="14072"/>
                    <a:pt x="5863" y="14070"/>
                  </a:cubicBezTo>
                  <a:lnTo>
                    <a:pt x="5863" y="14070"/>
                  </a:lnTo>
                  <a:cubicBezTo>
                    <a:pt x="5531" y="14497"/>
                    <a:pt x="5196" y="14924"/>
                    <a:pt x="4887" y="15360"/>
                  </a:cubicBezTo>
                  <a:cubicBezTo>
                    <a:pt x="4791" y="15494"/>
                    <a:pt x="4918" y="15619"/>
                    <a:pt x="5050" y="15619"/>
                  </a:cubicBezTo>
                  <a:cubicBezTo>
                    <a:pt x="5092" y="15619"/>
                    <a:pt x="5134" y="15606"/>
                    <a:pt x="5170" y="15577"/>
                  </a:cubicBezTo>
                  <a:cubicBezTo>
                    <a:pt x="5199" y="15551"/>
                    <a:pt x="5228" y="15522"/>
                    <a:pt x="5260" y="15496"/>
                  </a:cubicBezTo>
                  <a:lnTo>
                    <a:pt x="5260" y="15496"/>
                  </a:lnTo>
                  <a:cubicBezTo>
                    <a:pt x="4391" y="16740"/>
                    <a:pt x="3282" y="18103"/>
                    <a:pt x="3302" y="19512"/>
                  </a:cubicBezTo>
                  <a:cubicBezTo>
                    <a:pt x="3299" y="19515"/>
                    <a:pt x="3296" y="19517"/>
                    <a:pt x="3293" y="19520"/>
                  </a:cubicBezTo>
                  <a:cubicBezTo>
                    <a:pt x="3221" y="19601"/>
                    <a:pt x="3233" y="19725"/>
                    <a:pt x="3319" y="19789"/>
                  </a:cubicBezTo>
                  <a:cubicBezTo>
                    <a:pt x="3328" y="19878"/>
                    <a:pt x="3343" y="19968"/>
                    <a:pt x="3360" y="20054"/>
                  </a:cubicBezTo>
                  <a:cubicBezTo>
                    <a:pt x="3582" y="20996"/>
                    <a:pt x="4035" y="21801"/>
                    <a:pt x="4633" y="22480"/>
                  </a:cubicBezTo>
                  <a:cubicBezTo>
                    <a:pt x="4610" y="22511"/>
                    <a:pt x="4584" y="22543"/>
                    <a:pt x="4561" y="22578"/>
                  </a:cubicBezTo>
                  <a:cubicBezTo>
                    <a:pt x="4473" y="22703"/>
                    <a:pt x="4597" y="22852"/>
                    <a:pt x="4728" y="22852"/>
                  </a:cubicBezTo>
                  <a:cubicBezTo>
                    <a:pt x="4756" y="22852"/>
                    <a:pt x="4785" y="22845"/>
                    <a:pt x="4812" y="22829"/>
                  </a:cubicBezTo>
                  <a:cubicBezTo>
                    <a:pt x="4850" y="22809"/>
                    <a:pt x="4878" y="22783"/>
                    <a:pt x="4913" y="22760"/>
                  </a:cubicBezTo>
                  <a:cubicBezTo>
                    <a:pt x="5450" y="23288"/>
                    <a:pt x="6062" y="23733"/>
                    <a:pt x="6735" y="24073"/>
                  </a:cubicBezTo>
                  <a:cubicBezTo>
                    <a:pt x="6771" y="24117"/>
                    <a:pt x="6827" y="24146"/>
                    <a:pt x="6885" y="24146"/>
                  </a:cubicBezTo>
                  <a:cubicBezTo>
                    <a:pt x="6888" y="24146"/>
                    <a:pt x="6891" y="24145"/>
                    <a:pt x="6894" y="24145"/>
                  </a:cubicBezTo>
                  <a:cubicBezTo>
                    <a:pt x="7353" y="24371"/>
                    <a:pt x="7832" y="24558"/>
                    <a:pt x="8323" y="24705"/>
                  </a:cubicBezTo>
                  <a:cubicBezTo>
                    <a:pt x="8328" y="24707"/>
                    <a:pt x="8333" y="24708"/>
                    <a:pt x="8338" y="24708"/>
                  </a:cubicBezTo>
                  <a:cubicBezTo>
                    <a:pt x="8390" y="24708"/>
                    <a:pt x="8404" y="24631"/>
                    <a:pt x="8349" y="24607"/>
                  </a:cubicBezTo>
                  <a:cubicBezTo>
                    <a:pt x="8326" y="24599"/>
                    <a:pt x="8300" y="24587"/>
                    <a:pt x="8274" y="24578"/>
                  </a:cubicBezTo>
                  <a:lnTo>
                    <a:pt x="8274" y="24578"/>
                  </a:lnTo>
                  <a:cubicBezTo>
                    <a:pt x="8277" y="24579"/>
                    <a:pt x="8281" y="24579"/>
                    <a:pt x="8285" y="24579"/>
                  </a:cubicBezTo>
                  <a:cubicBezTo>
                    <a:pt x="8332" y="24579"/>
                    <a:pt x="8377" y="24561"/>
                    <a:pt x="8412" y="24526"/>
                  </a:cubicBezTo>
                  <a:cubicBezTo>
                    <a:pt x="8793" y="24171"/>
                    <a:pt x="9157" y="23802"/>
                    <a:pt x="9503" y="23418"/>
                  </a:cubicBezTo>
                  <a:cubicBezTo>
                    <a:pt x="9685" y="23285"/>
                    <a:pt x="10084" y="22895"/>
                    <a:pt x="10762" y="22205"/>
                  </a:cubicBezTo>
                  <a:cubicBezTo>
                    <a:pt x="12324" y="20612"/>
                    <a:pt x="13773" y="18903"/>
                    <a:pt x="15237" y="17219"/>
                  </a:cubicBezTo>
                  <a:cubicBezTo>
                    <a:pt x="15265" y="17183"/>
                    <a:pt x="15298" y="17150"/>
                    <a:pt x="15328" y="17114"/>
                  </a:cubicBezTo>
                  <a:lnTo>
                    <a:pt x="15328" y="17114"/>
                  </a:lnTo>
                  <a:cubicBezTo>
                    <a:pt x="14882" y="17638"/>
                    <a:pt x="14436" y="18159"/>
                    <a:pt x="13996" y="18692"/>
                  </a:cubicBezTo>
                  <a:cubicBezTo>
                    <a:pt x="13141" y="19722"/>
                    <a:pt x="12289" y="20759"/>
                    <a:pt x="11444" y="21795"/>
                  </a:cubicBezTo>
                  <a:cubicBezTo>
                    <a:pt x="9117" y="24258"/>
                    <a:pt x="6827" y="26894"/>
                    <a:pt x="5280" y="29763"/>
                  </a:cubicBezTo>
                  <a:cubicBezTo>
                    <a:pt x="4855" y="30266"/>
                    <a:pt x="4422" y="30762"/>
                    <a:pt x="3965" y="31245"/>
                  </a:cubicBezTo>
                  <a:lnTo>
                    <a:pt x="3965" y="31245"/>
                  </a:lnTo>
                  <a:cubicBezTo>
                    <a:pt x="4642" y="30526"/>
                    <a:pt x="5406" y="28683"/>
                    <a:pt x="5932" y="27705"/>
                  </a:cubicBezTo>
                  <a:cubicBezTo>
                    <a:pt x="5992" y="27593"/>
                    <a:pt x="5894" y="27467"/>
                    <a:pt x="5791" y="27467"/>
                  </a:cubicBezTo>
                  <a:cubicBezTo>
                    <a:pt x="5756" y="27467"/>
                    <a:pt x="5720" y="27482"/>
                    <a:pt x="5690" y="27517"/>
                  </a:cubicBezTo>
                  <a:cubicBezTo>
                    <a:pt x="4838" y="28485"/>
                    <a:pt x="4018" y="29475"/>
                    <a:pt x="3184" y="30459"/>
                  </a:cubicBezTo>
                  <a:cubicBezTo>
                    <a:pt x="2661" y="31077"/>
                    <a:pt x="2424" y="31317"/>
                    <a:pt x="2369" y="31317"/>
                  </a:cubicBezTo>
                  <a:cubicBezTo>
                    <a:pt x="2193" y="31317"/>
                    <a:pt x="3886" y="28860"/>
                    <a:pt x="4102" y="28461"/>
                  </a:cubicBezTo>
                  <a:cubicBezTo>
                    <a:pt x="4170" y="28336"/>
                    <a:pt x="4070" y="28230"/>
                    <a:pt x="3964" y="28230"/>
                  </a:cubicBezTo>
                  <a:cubicBezTo>
                    <a:pt x="3916" y="28230"/>
                    <a:pt x="3866" y="28252"/>
                    <a:pt x="3830" y="28303"/>
                  </a:cubicBezTo>
                  <a:cubicBezTo>
                    <a:pt x="3213" y="29686"/>
                    <a:pt x="2240" y="30676"/>
                    <a:pt x="909" y="31273"/>
                  </a:cubicBezTo>
                  <a:cubicBezTo>
                    <a:pt x="1405" y="30592"/>
                    <a:pt x="1890" y="29905"/>
                    <a:pt x="2367" y="29209"/>
                  </a:cubicBezTo>
                  <a:cubicBezTo>
                    <a:pt x="2443" y="29101"/>
                    <a:pt x="2343" y="28999"/>
                    <a:pt x="2240" y="28999"/>
                  </a:cubicBezTo>
                  <a:cubicBezTo>
                    <a:pt x="2195" y="28999"/>
                    <a:pt x="2150" y="29018"/>
                    <a:pt x="2118" y="29065"/>
                  </a:cubicBezTo>
                  <a:cubicBezTo>
                    <a:pt x="1356" y="30136"/>
                    <a:pt x="643" y="31109"/>
                    <a:pt x="54" y="32287"/>
                  </a:cubicBezTo>
                  <a:cubicBezTo>
                    <a:pt x="1" y="32396"/>
                    <a:pt x="84" y="32537"/>
                    <a:pt x="193" y="32537"/>
                  </a:cubicBezTo>
                  <a:cubicBezTo>
                    <a:pt x="220" y="32537"/>
                    <a:pt x="248" y="32528"/>
                    <a:pt x="277" y="32509"/>
                  </a:cubicBezTo>
                  <a:cubicBezTo>
                    <a:pt x="1388" y="31750"/>
                    <a:pt x="2300" y="30716"/>
                    <a:pt x="2728" y="30179"/>
                  </a:cubicBezTo>
                  <a:lnTo>
                    <a:pt x="2728" y="30179"/>
                  </a:lnTo>
                  <a:cubicBezTo>
                    <a:pt x="2474" y="30537"/>
                    <a:pt x="2032" y="31193"/>
                    <a:pt x="1342" y="32284"/>
                  </a:cubicBezTo>
                  <a:cubicBezTo>
                    <a:pt x="1259" y="32410"/>
                    <a:pt x="1373" y="32534"/>
                    <a:pt x="1493" y="32534"/>
                  </a:cubicBezTo>
                  <a:cubicBezTo>
                    <a:pt x="1533" y="32534"/>
                    <a:pt x="1573" y="32520"/>
                    <a:pt x="1607" y="32489"/>
                  </a:cubicBezTo>
                  <a:cubicBezTo>
                    <a:pt x="2894" y="31321"/>
                    <a:pt x="3973" y="30032"/>
                    <a:pt x="5074" y="28691"/>
                  </a:cubicBezTo>
                  <a:lnTo>
                    <a:pt x="5074" y="28691"/>
                  </a:lnTo>
                  <a:cubicBezTo>
                    <a:pt x="4236" y="29712"/>
                    <a:pt x="3578" y="31012"/>
                    <a:pt x="2944" y="32168"/>
                  </a:cubicBezTo>
                  <a:cubicBezTo>
                    <a:pt x="2866" y="32311"/>
                    <a:pt x="2981" y="32444"/>
                    <a:pt x="3109" y="32444"/>
                  </a:cubicBezTo>
                  <a:cubicBezTo>
                    <a:pt x="3152" y="32444"/>
                    <a:pt x="3196" y="32428"/>
                    <a:pt x="3236" y="32394"/>
                  </a:cubicBezTo>
                  <a:cubicBezTo>
                    <a:pt x="3727" y="31963"/>
                    <a:pt x="4194" y="31507"/>
                    <a:pt x="4656" y="31040"/>
                  </a:cubicBezTo>
                  <a:lnTo>
                    <a:pt x="4656" y="31040"/>
                  </a:lnTo>
                  <a:cubicBezTo>
                    <a:pt x="4575" y="31224"/>
                    <a:pt x="4489" y="31406"/>
                    <a:pt x="4414" y="31591"/>
                  </a:cubicBezTo>
                  <a:cubicBezTo>
                    <a:pt x="4386" y="31659"/>
                    <a:pt x="4441" y="31703"/>
                    <a:pt x="4499" y="31703"/>
                  </a:cubicBezTo>
                  <a:cubicBezTo>
                    <a:pt x="4537" y="31703"/>
                    <a:pt x="4577" y="31684"/>
                    <a:pt x="4596" y="31640"/>
                  </a:cubicBezTo>
                  <a:cubicBezTo>
                    <a:pt x="4743" y="31294"/>
                    <a:pt x="4902" y="30950"/>
                    <a:pt x="5072" y="30606"/>
                  </a:cubicBezTo>
                  <a:cubicBezTo>
                    <a:pt x="7947" y="27595"/>
                    <a:pt x="10349" y="24004"/>
                    <a:pt x="12887" y="20695"/>
                  </a:cubicBezTo>
                  <a:cubicBezTo>
                    <a:pt x="14146" y="19411"/>
                    <a:pt x="15387" y="18169"/>
                    <a:pt x="16507" y="16977"/>
                  </a:cubicBezTo>
                  <a:cubicBezTo>
                    <a:pt x="18419" y="14947"/>
                    <a:pt x="20411" y="13004"/>
                    <a:pt x="22371" y="11035"/>
                  </a:cubicBezTo>
                  <a:lnTo>
                    <a:pt x="22371" y="11035"/>
                  </a:lnTo>
                  <a:lnTo>
                    <a:pt x="22354" y="11056"/>
                  </a:lnTo>
                  <a:cubicBezTo>
                    <a:pt x="20387" y="13042"/>
                    <a:pt x="18407" y="15017"/>
                    <a:pt x="16551" y="17090"/>
                  </a:cubicBezTo>
                  <a:cubicBezTo>
                    <a:pt x="12466" y="21648"/>
                    <a:pt x="9160" y="26891"/>
                    <a:pt x="5260" y="31617"/>
                  </a:cubicBezTo>
                  <a:cubicBezTo>
                    <a:pt x="5175" y="31718"/>
                    <a:pt x="5249" y="31885"/>
                    <a:pt x="5363" y="31885"/>
                  </a:cubicBezTo>
                  <a:cubicBezTo>
                    <a:pt x="5388" y="31885"/>
                    <a:pt x="5416" y="31876"/>
                    <a:pt x="5444" y="31857"/>
                  </a:cubicBezTo>
                  <a:cubicBezTo>
                    <a:pt x="7598" y="30321"/>
                    <a:pt x="9480" y="28548"/>
                    <a:pt x="11204" y="26634"/>
                  </a:cubicBezTo>
                  <a:lnTo>
                    <a:pt x="11204" y="26634"/>
                  </a:lnTo>
                  <a:cubicBezTo>
                    <a:pt x="10855" y="27258"/>
                    <a:pt x="10511" y="27884"/>
                    <a:pt x="10182" y="28516"/>
                  </a:cubicBezTo>
                  <a:cubicBezTo>
                    <a:pt x="10114" y="28647"/>
                    <a:pt x="10216" y="28757"/>
                    <a:pt x="10326" y="28757"/>
                  </a:cubicBezTo>
                  <a:cubicBezTo>
                    <a:pt x="10376" y="28757"/>
                    <a:pt x="10427" y="28734"/>
                    <a:pt x="10465" y="28681"/>
                  </a:cubicBezTo>
                  <a:cubicBezTo>
                    <a:pt x="13669" y="24212"/>
                    <a:pt x="17307" y="20101"/>
                    <a:pt x="20780" y="15845"/>
                  </a:cubicBezTo>
                  <a:cubicBezTo>
                    <a:pt x="22856" y="13302"/>
                    <a:pt x="24660" y="10507"/>
                    <a:pt x="26687" y="7915"/>
                  </a:cubicBezTo>
                  <a:cubicBezTo>
                    <a:pt x="27784" y="6841"/>
                    <a:pt x="28818" y="5720"/>
                    <a:pt x="29718" y="4496"/>
                  </a:cubicBezTo>
                  <a:lnTo>
                    <a:pt x="29718" y="4496"/>
                  </a:lnTo>
                  <a:cubicBezTo>
                    <a:pt x="30281" y="5163"/>
                    <a:pt x="30128" y="5712"/>
                    <a:pt x="29259" y="6136"/>
                  </a:cubicBezTo>
                  <a:cubicBezTo>
                    <a:pt x="28460" y="7002"/>
                    <a:pt x="27567" y="7796"/>
                    <a:pt x="26722" y="8616"/>
                  </a:cubicBezTo>
                  <a:cubicBezTo>
                    <a:pt x="25408" y="9892"/>
                    <a:pt x="24273" y="11376"/>
                    <a:pt x="23173" y="12840"/>
                  </a:cubicBezTo>
                  <a:cubicBezTo>
                    <a:pt x="19726" y="17413"/>
                    <a:pt x="16761" y="22609"/>
                    <a:pt x="12682" y="26643"/>
                  </a:cubicBezTo>
                  <a:cubicBezTo>
                    <a:pt x="12557" y="26765"/>
                    <a:pt x="12675" y="26939"/>
                    <a:pt x="12810" y="26939"/>
                  </a:cubicBezTo>
                  <a:cubicBezTo>
                    <a:pt x="12849" y="26939"/>
                    <a:pt x="12891" y="26924"/>
                    <a:pt x="12927" y="26888"/>
                  </a:cubicBezTo>
                  <a:cubicBezTo>
                    <a:pt x="15595" y="24269"/>
                    <a:pt x="18058" y="21475"/>
                    <a:pt x="20431" y="18599"/>
                  </a:cubicBezTo>
                  <a:lnTo>
                    <a:pt x="20431" y="18599"/>
                  </a:lnTo>
                  <a:cubicBezTo>
                    <a:pt x="19565" y="19991"/>
                    <a:pt x="18670" y="21365"/>
                    <a:pt x="17630" y="22647"/>
                  </a:cubicBezTo>
                  <a:cubicBezTo>
                    <a:pt x="17513" y="22791"/>
                    <a:pt x="17621" y="22960"/>
                    <a:pt x="17762" y="22960"/>
                  </a:cubicBezTo>
                  <a:cubicBezTo>
                    <a:pt x="17805" y="22960"/>
                    <a:pt x="17850" y="22945"/>
                    <a:pt x="17893" y="22910"/>
                  </a:cubicBezTo>
                  <a:cubicBezTo>
                    <a:pt x="20771" y="20594"/>
                    <a:pt x="22680" y="17245"/>
                    <a:pt x="24995" y="14413"/>
                  </a:cubicBezTo>
                  <a:cubicBezTo>
                    <a:pt x="25394" y="13925"/>
                    <a:pt x="25775" y="13429"/>
                    <a:pt x="26161" y="12935"/>
                  </a:cubicBezTo>
                  <a:lnTo>
                    <a:pt x="26161" y="12935"/>
                  </a:lnTo>
                  <a:cubicBezTo>
                    <a:pt x="24279" y="15949"/>
                    <a:pt x="22452" y="19024"/>
                    <a:pt x="20105" y="21674"/>
                  </a:cubicBezTo>
                  <a:cubicBezTo>
                    <a:pt x="19980" y="21814"/>
                    <a:pt x="20100" y="21997"/>
                    <a:pt x="20244" y="21997"/>
                  </a:cubicBezTo>
                  <a:cubicBezTo>
                    <a:pt x="20287" y="21997"/>
                    <a:pt x="20332" y="21981"/>
                    <a:pt x="20373" y="21943"/>
                  </a:cubicBezTo>
                  <a:cubicBezTo>
                    <a:pt x="21124" y="21250"/>
                    <a:pt x="21822" y="20522"/>
                    <a:pt x="22498" y="19774"/>
                  </a:cubicBezTo>
                  <a:lnTo>
                    <a:pt x="22498" y="19774"/>
                  </a:lnTo>
                  <a:cubicBezTo>
                    <a:pt x="21941" y="20516"/>
                    <a:pt x="21383" y="21253"/>
                    <a:pt x="20821" y="21986"/>
                  </a:cubicBezTo>
                  <a:cubicBezTo>
                    <a:pt x="20781" y="22038"/>
                    <a:pt x="20839" y="22102"/>
                    <a:pt x="20892" y="22102"/>
                  </a:cubicBezTo>
                  <a:cubicBezTo>
                    <a:pt x="20909" y="22102"/>
                    <a:pt x="20926" y="22095"/>
                    <a:pt x="20939" y="22078"/>
                  </a:cubicBezTo>
                  <a:cubicBezTo>
                    <a:pt x="25662" y="16275"/>
                    <a:pt x="30033" y="10123"/>
                    <a:pt x="34874" y="4430"/>
                  </a:cubicBezTo>
                  <a:lnTo>
                    <a:pt x="34874" y="4430"/>
                  </a:lnTo>
                  <a:cubicBezTo>
                    <a:pt x="32646" y="7051"/>
                    <a:pt x="30628" y="10294"/>
                    <a:pt x="28578" y="13120"/>
                  </a:cubicBezTo>
                  <a:cubicBezTo>
                    <a:pt x="26340" y="16209"/>
                    <a:pt x="23422" y="18781"/>
                    <a:pt x="21623" y="22165"/>
                  </a:cubicBezTo>
                  <a:cubicBezTo>
                    <a:pt x="21567" y="22268"/>
                    <a:pt x="21647" y="22386"/>
                    <a:pt x="21748" y="22386"/>
                  </a:cubicBezTo>
                  <a:cubicBezTo>
                    <a:pt x="21772" y="22386"/>
                    <a:pt x="21797" y="22379"/>
                    <a:pt x="21822" y="22364"/>
                  </a:cubicBezTo>
                  <a:cubicBezTo>
                    <a:pt x="23817" y="21186"/>
                    <a:pt x="25330" y="19466"/>
                    <a:pt x="26753" y="17661"/>
                  </a:cubicBezTo>
                  <a:lnTo>
                    <a:pt x="26753" y="17661"/>
                  </a:lnTo>
                  <a:cubicBezTo>
                    <a:pt x="25457" y="19512"/>
                    <a:pt x="24164" y="21325"/>
                    <a:pt x="22830" y="22996"/>
                  </a:cubicBezTo>
                  <a:cubicBezTo>
                    <a:pt x="22739" y="23112"/>
                    <a:pt x="22824" y="23247"/>
                    <a:pt x="22936" y="23247"/>
                  </a:cubicBezTo>
                  <a:cubicBezTo>
                    <a:pt x="22969" y="23247"/>
                    <a:pt x="23004" y="23235"/>
                    <a:pt x="23038" y="23207"/>
                  </a:cubicBezTo>
                  <a:cubicBezTo>
                    <a:pt x="23427" y="22878"/>
                    <a:pt x="23797" y="22532"/>
                    <a:pt x="24146" y="22162"/>
                  </a:cubicBezTo>
                  <a:lnTo>
                    <a:pt x="24146" y="22162"/>
                  </a:lnTo>
                  <a:cubicBezTo>
                    <a:pt x="23901" y="22586"/>
                    <a:pt x="23667" y="23019"/>
                    <a:pt x="23451" y="23455"/>
                  </a:cubicBezTo>
                  <a:cubicBezTo>
                    <a:pt x="23404" y="23552"/>
                    <a:pt x="23478" y="23688"/>
                    <a:pt x="23578" y="23688"/>
                  </a:cubicBezTo>
                  <a:cubicBezTo>
                    <a:pt x="23603" y="23688"/>
                    <a:pt x="23629" y="23680"/>
                    <a:pt x="23656" y="23660"/>
                  </a:cubicBezTo>
                  <a:cubicBezTo>
                    <a:pt x="28552" y="20034"/>
                    <a:pt x="31907" y="14058"/>
                    <a:pt x="35232" y="8622"/>
                  </a:cubicBezTo>
                  <a:cubicBezTo>
                    <a:pt x="35440" y="8374"/>
                    <a:pt x="35648" y="8131"/>
                    <a:pt x="35853" y="7883"/>
                  </a:cubicBezTo>
                  <a:lnTo>
                    <a:pt x="35853" y="7883"/>
                  </a:lnTo>
                  <a:cubicBezTo>
                    <a:pt x="35828" y="7913"/>
                    <a:pt x="35816" y="7926"/>
                    <a:pt x="35816" y="7926"/>
                  </a:cubicBezTo>
                  <a:cubicBezTo>
                    <a:pt x="35809" y="7926"/>
                    <a:pt x="37809" y="5484"/>
                    <a:pt x="37928" y="5484"/>
                  </a:cubicBezTo>
                  <a:cubicBezTo>
                    <a:pt x="37949" y="5484"/>
                    <a:pt x="37909" y="5564"/>
                    <a:pt x="37785" y="5752"/>
                  </a:cubicBezTo>
                  <a:cubicBezTo>
                    <a:pt x="36803" y="7242"/>
                    <a:pt x="35813" y="8723"/>
                    <a:pt x="34814" y="10201"/>
                  </a:cubicBezTo>
                  <a:lnTo>
                    <a:pt x="34776" y="10256"/>
                  </a:lnTo>
                  <a:cubicBezTo>
                    <a:pt x="33818" y="11578"/>
                    <a:pt x="32900" y="12944"/>
                    <a:pt x="31985" y="14309"/>
                  </a:cubicBezTo>
                  <a:cubicBezTo>
                    <a:pt x="30942" y="15793"/>
                    <a:pt x="29894" y="17271"/>
                    <a:pt x="28838" y="18747"/>
                  </a:cubicBezTo>
                  <a:cubicBezTo>
                    <a:pt x="28800" y="18802"/>
                    <a:pt x="28760" y="18859"/>
                    <a:pt x="28719" y="18917"/>
                  </a:cubicBezTo>
                  <a:cubicBezTo>
                    <a:pt x="29155" y="18328"/>
                    <a:pt x="29594" y="17742"/>
                    <a:pt x="30042" y="17162"/>
                  </a:cubicBezTo>
                  <a:lnTo>
                    <a:pt x="30042" y="17162"/>
                  </a:lnTo>
                  <a:cubicBezTo>
                    <a:pt x="29470" y="17979"/>
                    <a:pt x="28881" y="18776"/>
                    <a:pt x="28278" y="19558"/>
                  </a:cubicBezTo>
                  <a:cubicBezTo>
                    <a:pt x="27305" y="21004"/>
                    <a:pt x="26271" y="22630"/>
                    <a:pt x="24995" y="23681"/>
                  </a:cubicBezTo>
                  <a:cubicBezTo>
                    <a:pt x="26049" y="22812"/>
                    <a:pt x="26849" y="21495"/>
                    <a:pt x="27642" y="20386"/>
                  </a:cubicBezTo>
                  <a:cubicBezTo>
                    <a:pt x="27720" y="20280"/>
                    <a:pt x="27801" y="20170"/>
                    <a:pt x="27879" y="20063"/>
                  </a:cubicBezTo>
                  <a:lnTo>
                    <a:pt x="27879" y="20063"/>
                  </a:lnTo>
                  <a:cubicBezTo>
                    <a:pt x="26644" y="21608"/>
                    <a:pt x="25313" y="23051"/>
                    <a:pt x="23800" y="24293"/>
                  </a:cubicBezTo>
                  <a:cubicBezTo>
                    <a:pt x="23695" y="24378"/>
                    <a:pt x="23794" y="24546"/>
                    <a:pt x="23905" y="24546"/>
                  </a:cubicBezTo>
                  <a:cubicBezTo>
                    <a:pt x="23929" y="24546"/>
                    <a:pt x="23953" y="24538"/>
                    <a:pt x="23976" y="24521"/>
                  </a:cubicBezTo>
                  <a:cubicBezTo>
                    <a:pt x="28335" y="21201"/>
                    <a:pt x="31705" y="16151"/>
                    <a:pt x="34788" y="11180"/>
                  </a:cubicBezTo>
                  <a:cubicBezTo>
                    <a:pt x="35406" y="10438"/>
                    <a:pt x="34950" y="11056"/>
                    <a:pt x="35931" y="9751"/>
                  </a:cubicBezTo>
                  <a:cubicBezTo>
                    <a:pt x="36224" y="9364"/>
                    <a:pt x="38672" y="5974"/>
                    <a:pt x="38816" y="5974"/>
                  </a:cubicBezTo>
                  <a:cubicBezTo>
                    <a:pt x="38839" y="5974"/>
                    <a:pt x="38801" y="6064"/>
                    <a:pt x="38682" y="6272"/>
                  </a:cubicBezTo>
                  <a:cubicBezTo>
                    <a:pt x="34814" y="13053"/>
                    <a:pt x="29788" y="19494"/>
                    <a:pt x="24553" y="25263"/>
                  </a:cubicBezTo>
                  <a:cubicBezTo>
                    <a:pt x="24456" y="25369"/>
                    <a:pt x="24551" y="25514"/>
                    <a:pt x="24662" y="25514"/>
                  </a:cubicBezTo>
                  <a:cubicBezTo>
                    <a:pt x="24696" y="25514"/>
                    <a:pt x="24730" y="25501"/>
                    <a:pt x="24761" y="25470"/>
                  </a:cubicBezTo>
                  <a:cubicBezTo>
                    <a:pt x="26693" y="23513"/>
                    <a:pt x="28474" y="21440"/>
                    <a:pt x="30177" y="19307"/>
                  </a:cubicBezTo>
                  <a:lnTo>
                    <a:pt x="30177" y="19307"/>
                  </a:lnTo>
                  <a:cubicBezTo>
                    <a:pt x="28653" y="21637"/>
                    <a:pt x="27313" y="24105"/>
                    <a:pt x="25408" y="26114"/>
                  </a:cubicBezTo>
                  <a:cubicBezTo>
                    <a:pt x="25299" y="26230"/>
                    <a:pt x="25403" y="26385"/>
                    <a:pt x="25525" y="26385"/>
                  </a:cubicBezTo>
                  <a:cubicBezTo>
                    <a:pt x="25561" y="26385"/>
                    <a:pt x="25599" y="26372"/>
                    <a:pt x="25633" y="26339"/>
                  </a:cubicBezTo>
                  <a:cubicBezTo>
                    <a:pt x="30844" y="21325"/>
                    <a:pt x="35030" y="14904"/>
                    <a:pt x="38899" y="8824"/>
                  </a:cubicBezTo>
                  <a:cubicBezTo>
                    <a:pt x="39997" y="7100"/>
                    <a:pt x="40461" y="6501"/>
                    <a:pt x="40567" y="6501"/>
                  </a:cubicBezTo>
                  <a:cubicBezTo>
                    <a:pt x="40772" y="6501"/>
                    <a:pt x="39658" y="8712"/>
                    <a:pt x="39185" y="9401"/>
                  </a:cubicBezTo>
                  <a:cubicBezTo>
                    <a:pt x="38021" y="11093"/>
                    <a:pt x="36722" y="12684"/>
                    <a:pt x="35570" y="14387"/>
                  </a:cubicBezTo>
                  <a:cubicBezTo>
                    <a:pt x="34831" y="15481"/>
                    <a:pt x="34112" y="16587"/>
                    <a:pt x="33393" y="17690"/>
                  </a:cubicBezTo>
                  <a:cubicBezTo>
                    <a:pt x="30965" y="20638"/>
                    <a:pt x="28107" y="23600"/>
                    <a:pt x="26453" y="26900"/>
                  </a:cubicBezTo>
                  <a:cubicBezTo>
                    <a:pt x="26391" y="27024"/>
                    <a:pt x="26488" y="27152"/>
                    <a:pt x="26601" y="27152"/>
                  </a:cubicBezTo>
                  <a:cubicBezTo>
                    <a:pt x="26639" y="27152"/>
                    <a:pt x="26680" y="27137"/>
                    <a:pt x="26716" y="27102"/>
                  </a:cubicBezTo>
                  <a:cubicBezTo>
                    <a:pt x="28003" y="25837"/>
                    <a:pt x="29155" y="24440"/>
                    <a:pt x="30238" y="22985"/>
                  </a:cubicBezTo>
                  <a:lnTo>
                    <a:pt x="30238" y="22985"/>
                  </a:lnTo>
                  <a:cubicBezTo>
                    <a:pt x="29236" y="24550"/>
                    <a:pt x="28260" y="26114"/>
                    <a:pt x="27325" y="27659"/>
                  </a:cubicBezTo>
                  <a:cubicBezTo>
                    <a:pt x="27256" y="27775"/>
                    <a:pt x="27356" y="27890"/>
                    <a:pt x="27464" y="27890"/>
                  </a:cubicBezTo>
                  <a:cubicBezTo>
                    <a:pt x="27501" y="27890"/>
                    <a:pt x="27538" y="27877"/>
                    <a:pt x="27570" y="27846"/>
                  </a:cubicBezTo>
                  <a:cubicBezTo>
                    <a:pt x="30021" y="25534"/>
                    <a:pt x="31979" y="22878"/>
                    <a:pt x="33803" y="20112"/>
                  </a:cubicBezTo>
                  <a:lnTo>
                    <a:pt x="33803" y="20112"/>
                  </a:lnTo>
                  <a:cubicBezTo>
                    <a:pt x="33448" y="20759"/>
                    <a:pt x="33108" y="21414"/>
                    <a:pt x="32776" y="22081"/>
                  </a:cubicBezTo>
                  <a:cubicBezTo>
                    <a:pt x="31012" y="24030"/>
                    <a:pt x="29196" y="25976"/>
                    <a:pt x="28272" y="28340"/>
                  </a:cubicBezTo>
                  <a:cubicBezTo>
                    <a:pt x="28228" y="28448"/>
                    <a:pt x="28334" y="28550"/>
                    <a:pt x="28436" y="28550"/>
                  </a:cubicBezTo>
                  <a:cubicBezTo>
                    <a:pt x="28462" y="28550"/>
                    <a:pt x="28488" y="28543"/>
                    <a:pt x="28511" y="28528"/>
                  </a:cubicBezTo>
                  <a:cubicBezTo>
                    <a:pt x="30509" y="27208"/>
                    <a:pt x="31658" y="25170"/>
                    <a:pt x="32677" y="23057"/>
                  </a:cubicBezTo>
                  <a:cubicBezTo>
                    <a:pt x="32845" y="22875"/>
                    <a:pt x="33024" y="22705"/>
                    <a:pt x="33188" y="22523"/>
                  </a:cubicBezTo>
                  <a:cubicBezTo>
                    <a:pt x="34895" y="20707"/>
                    <a:pt x="36153" y="18380"/>
                    <a:pt x="37574" y="16348"/>
                  </a:cubicBezTo>
                  <a:cubicBezTo>
                    <a:pt x="39739" y="13253"/>
                    <a:pt x="42164" y="10348"/>
                    <a:pt x="44309" y="7239"/>
                  </a:cubicBezTo>
                  <a:cubicBezTo>
                    <a:pt x="44394" y="7114"/>
                    <a:pt x="44278" y="6994"/>
                    <a:pt x="44159" y="6994"/>
                  </a:cubicBezTo>
                  <a:cubicBezTo>
                    <a:pt x="44108" y="6994"/>
                    <a:pt x="44057" y="7016"/>
                    <a:pt x="44020" y="7069"/>
                  </a:cubicBezTo>
                  <a:cubicBezTo>
                    <a:pt x="41272" y="11050"/>
                    <a:pt x="38223" y="14806"/>
                    <a:pt x="35486" y="18796"/>
                  </a:cubicBezTo>
                  <a:cubicBezTo>
                    <a:pt x="34915" y="19630"/>
                    <a:pt x="34248" y="20427"/>
                    <a:pt x="33555" y="21212"/>
                  </a:cubicBezTo>
                  <a:cubicBezTo>
                    <a:pt x="33723" y="20860"/>
                    <a:pt x="33893" y="20511"/>
                    <a:pt x="34066" y="20167"/>
                  </a:cubicBezTo>
                  <a:cubicBezTo>
                    <a:pt x="36621" y="15178"/>
                    <a:pt x="41263" y="11636"/>
                    <a:pt x="43790" y="6734"/>
                  </a:cubicBezTo>
                  <a:cubicBezTo>
                    <a:pt x="45805" y="7366"/>
                    <a:pt x="47944" y="7733"/>
                    <a:pt x="49910" y="8408"/>
                  </a:cubicBezTo>
                  <a:cubicBezTo>
                    <a:pt x="49927" y="8414"/>
                    <a:pt x="49944" y="8417"/>
                    <a:pt x="49962" y="8417"/>
                  </a:cubicBezTo>
                  <a:cubicBezTo>
                    <a:pt x="50042" y="8417"/>
                    <a:pt x="50120" y="8357"/>
                    <a:pt x="50141" y="8278"/>
                  </a:cubicBezTo>
                  <a:cubicBezTo>
                    <a:pt x="51293" y="4101"/>
                    <a:pt x="45617" y="6702"/>
                    <a:pt x="44191" y="3760"/>
                  </a:cubicBezTo>
                  <a:cubicBezTo>
                    <a:pt x="44160" y="3706"/>
                    <a:pt x="44102" y="3676"/>
                    <a:pt x="44043" y="3676"/>
                  </a:cubicBezTo>
                  <a:cubicBezTo>
                    <a:pt x="44014" y="3676"/>
                    <a:pt x="43984" y="3683"/>
                    <a:pt x="43957" y="3700"/>
                  </a:cubicBezTo>
                  <a:cubicBezTo>
                    <a:pt x="43634" y="3913"/>
                    <a:pt x="43688" y="3850"/>
                    <a:pt x="43504" y="4190"/>
                  </a:cubicBezTo>
                  <a:cubicBezTo>
                    <a:pt x="43449" y="4290"/>
                    <a:pt x="43514" y="4424"/>
                    <a:pt x="43636" y="4424"/>
                  </a:cubicBezTo>
                  <a:cubicBezTo>
                    <a:pt x="43637" y="4424"/>
                    <a:pt x="43638" y="4424"/>
                    <a:pt x="43639" y="4424"/>
                  </a:cubicBezTo>
                  <a:lnTo>
                    <a:pt x="43824" y="4421"/>
                  </a:lnTo>
                  <a:cubicBezTo>
                    <a:pt x="43974" y="4416"/>
                    <a:pt x="44015" y="4185"/>
                    <a:pt x="43862" y="4153"/>
                  </a:cubicBezTo>
                  <a:lnTo>
                    <a:pt x="43862" y="4153"/>
                  </a:lnTo>
                  <a:cubicBezTo>
                    <a:pt x="44376" y="4257"/>
                    <a:pt x="44881" y="5409"/>
                    <a:pt x="45562" y="5608"/>
                  </a:cubicBezTo>
                  <a:cubicBezTo>
                    <a:pt x="46131" y="5775"/>
                    <a:pt x="46662" y="5862"/>
                    <a:pt x="47248" y="5917"/>
                  </a:cubicBezTo>
                  <a:cubicBezTo>
                    <a:pt x="47609" y="5940"/>
                    <a:pt x="47970" y="5960"/>
                    <a:pt x="48331" y="5980"/>
                  </a:cubicBezTo>
                  <a:cubicBezTo>
                    <a:pt x="48445" y="5968"/>
                    <a:pt x="48550" y="5962"/>
                    <a:pt x="48646" y="5962"/>
                  </a:cubicBezTo>
                  <a:cubicBezTo>
                    <a:pt x="49543" y="5962"/>
                    <a:pt x="49591" y="6514"/>
                    <a:pt x="48787" y="7623"/>
                  </a:cubicBezTo>
                  <a:cubicBezTo>
                    <a:pt x="45325" y="6422"/>
                    <a:pt x="42063" y="5715"/>
                    <a:pt x="38746" y="4020"/>
                  </a:cubicBezTo>
                  <a:cubicBezTo>
                    <a:pt x="37623" y="3446"/>
                    <a:pt x="36480" y="2995"/>
                    <a:pt x="35290" y="2689"/>
                  </a:cubicBezTo>
                  <a:cubicBezTo>
                    <a:pt x="35276" y="2680"/>
                    <a:pt x="35258" y="2678"/>
                    <a:pt x="35241" y="2675"/>
                  </a:cubicBezTo>
                  <a:cubicBezTo>
                    <a:pt x="34970" y="2605"/>
                    <a:pt x="34695" y="2548"/>
                    <a:pt x="34421" y="2493"/>
                  </a:cubicBezTo>
                  <a:cubicBezTo>
                    <a:pt x="34407" y="2404"/>
                    <a:pt x="34327" y="2333"/>
                    <a:pt x="34239" y="2333"/>
                  </a:cubicBezTo>
                  <a:cubicBezTo>
                    <a:pt x="34198" y="2333"/>
                    <a:pt x="34156" y="2349"/>
                    <a:pt x="34118" y="2386"/>
                  </a:cubicBezTo>
                  <a:cubicBezTo>
                    <a:pt x="34104" y="2403"/>
                    <a:pt x="34089" y="2421"/>
                    <a:pt x="34072" y="2435"/>
                  </a:cubicBezTo>
                  <a:cubicBezTo>
                    <a:pt x="33876" y="2403"/>
                    <a:pt x="33682" y="2360"/>
                    <a:pt x="33480" y="2337"/>
                  </a:cubicBezTo>
                  <a:cubicBezTo>
                    <a:pt x="33483" y="2239"/>
                    <a:pt x="33415" y="2126"/>
                    <a:pt x="33292" y="2126"/>
                  </a:cubicBezTo>
                  <a:cubicBezTo>
                    <a:pt x="33281" y="2126"/>
                    <a:pt x="33270" y="2127"/>
                    <a:pt x="33258" y="2129"/>
                  </a:cubicBezTo>
                  <a:cubicBezTo>
                    <a:pt x="32233" y="2305"/>
                    <a:pt x="31286" y="2683"/>
                    <a:pt x="30362" y="3111"/>
                  </a:cubicBezTo>
                  <a:cubicBezTo>
                    <a:pt x="30333" y="3111"/>
                    <a:pt x="30307" y="3116"/>
                    <a:pt x="30287" y="3131"/>
                  </a:cubicBezTo>
                  <a:cubicBezTo>
                    <a:pt x="30270" y="3142"/>
                    <a:pt x="30255" y="3157"/>
                    <a:pt x="30238" y="3168"/>
                  </a:cubicBezTo>
                  <a:cubicBezTo>
                    <a:pt x="28405" y="4029"/>
                    <a:pt x="26649" y="5077"/>
                    <a:pt x="24545" y="5192"/>
                  </a:cubicBezTo>
                  <a:cubicBezTo>
                    <a:pt x="24535" y="5193"/>
                    <a:pt x="24525" y="5193"/>
                    <a:pt x="24516" y="5193"/>
                  </a:cubicBezTo>
                  <a:cubicBezTo>
                    <a:pt x="24497" y="5193"/>
                    <a:pt x="24477" y="5192"/>
                    <a:pt x="24458" y="5192"/>
                  </a:cubicBezTo>
                  <a:cubicBezTo>
                    <a:pt x="24422" y="5155"/>
                    <a:pt x="24374" y="5136"/>
                    <a:pt x="24326" y="5136"/>
                  </a:cubicBezTo>
                  <a:cubicBezTo>
                    <a:pt x="24281" y="5136"/>
                    <a:pt x="24236" y="5153"/>
                    <a:pt x="24201" y="5186"/>
                  </a:cubicBezTo>
                  <a:lnTo>
                    <a:pt x="24198" y="5192"/>
                  </a:lnTo>
                  <a:cubicBezTo>
                    <a:pt x="22466" y="5175"/>
                    <a:pt x="20858" y="4352"/>
                    <a:pt x="19299" y="3382"/>
                  </a:cubicBezTo>
                  <a:cubicBezTo>
                    <a:pt x="19270" y="3344"/>
                    <a:pt x="19227" y="3319"/>
                    <a:pt x="19181" y="3310"/>
                  </a:cubicBezTo>
                  <a:cubicBezTo>
                    <a:pt x="18958" y="3168"/>
                    <a:pt x="18736" y="3027"/>
                    <a:pt x="18517" y="2885"/>
                  </a:cubicBezTo>
                  <a:cubicBezTo>
                    <a:pt x="18531" y="2865"/>
                    <a:pt x="18546" y="2845"/>
                    <a:pt x="18560" y="2825"/>
                  </a:cubicBezTo>
                  <a:cubicBezTo>
                    <a:pt x="18656" y="2687"/>
                    <a:pt x="18529" y="2564"/>
                    <a:pt x="18397" y="2564"/>
                  </a:cubicBezTo>
                  <a:cubicBezTo>
                    <a:pt x="18355" y="2564"/>
                    <a:pt x="18313" y="2577"/>
                    <a:pt x="18277" y="2605"/>
                  </a:cubicBezTo>
                  <a:cubicBezTo>
                    <a:pt x="18248" y="2629"/>
                    <a:pt x="18222" y="2654"/>
                    <a:pt x="18193" y="2678"/>
                  </a:cubicBezTo>
                  <a:cubicBezTo>
                    <a:pt x="17933" y="2510"/>
                    <a:pt x="17677" y="2343"/>
                    <a:pt x="17417" y="2178"/>
                  </a:cubicBezTo>
                  <a:cubicBezTo>
                    <a:pt x="17437" y="2141"/>
                    <a:pt x="17463" y="2106"/>
                    <a:pt x="17483" y="2068"/>
                  </a:cubicBezTo>
                  <a:cubicBezTo>
                    <a:pt x="17553" y="1947"/>
                    <a:pt x="17451" y="1795"/>
                    <a:pt x="17327" y="1795"/>
                  </a:cubicBezTo>
                  <a:cubicBezTo>
                    <a:pt x="17298" y="1795"/>
                    <a:pt x="17267" y="1804"/>
                    <a:pt x="17238" y="1823"/>
                  </a:cubicBezTo>
                  <a:cubicBezTo>
                    <a:pt x="17174" y="1863"/>
                    <a:pt x="17119" y="1913"/>
                    <a:pt x="17059" y="1953"/>
                  </a:cubicBezTo>
                  <a:cubicBezTo>
                    <a:pt x="16340" y="1505"/>
                    <a:pt x="15621" y="1101"/>
                    <a:pt x="14902" y="813"/>
                  </a:cubicBezTo>
                  <a:cubicBezTo>
                    <a:pt x="13495" y="249"/>
                    <a:pt x="12339" y="1"/>
                    <a:pt x="1132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17" name="Google Shape;8075;p80">
              <a:extLst>
                <a:ext uri="{FF2B5EF4-FFF2-40B4-BE49-F238E27FC236}">
                  <a16:creationId xmlns:a16="http://schemas.microsoft.com/office/drawing/2014/main" id="{41DE7E01-B442-0A2E-823B-65032DD87A24}"/>
                </a:ext>
              </a:extLst>
            </p:cNvPr>
            <p:cNvSpPr/>
            <p:nvPr/>
          </p:nvSpPr>
          <p:spPr>
            <a:xfrm>
              <a:off x="1982300" y="2504500"/>
              <a:ext cx="64825" cy="112625"/>
            </a:xfrm>
            <a:custGeom>
              <a:avLst/>
              <a:gdLst/>
              <a:ahLst/>
              <a:cxnLst/>
              <a:rect l="l" t="t" r="r" b="b"/>
              <a:pathLst>
                <a:path w="2593" h="4505" extrusionOk="0">
                  <a:moveTo>
                    <a:pt x="0" y="1"/>
                  </a:moveTo>
                  <a:lnTo>
                    <a:pt x="0" y="1"/>
                  </a:lnTo>
                  <a:cubicBezTo>
                    <a:pt x="67" y="463"/>
                    <a:pt x="125" y="922"/>
                    <a:pt x="197" y="1369"/>
                  </a:cubicBezTo>
                  <a:cubicBezTo>
                    <a:pt x="425" y="2833"/>
                    <a:pt x="1040" y="3722"/>
                    <a:pt x="2275" y="4478"/>
                  </a:cubicBezTo>
                  <a:cubicBezTo>
                    <a:pt x="2305" y="4496"/>
                    <a:pt x="2333" y="4504"/>
                    <a:pt x="2360" y="4504"/>
                  </a:cubicBezTo>
                  <a:cubicBezTo>
                    <a:pt x="2501" y="4504"/>
                    <a:pt x="2593" y="4290"/>
                    <a:pt x="2443" y="4195"/>
                  </a:cubicBezTo>
                  <a:cubicBezTo>
                    <a:pt x="927" y="3243"/>
                    <a:pt x="399" y="1669"/>
                    <a:pt x="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18" name="Google Shape;8076;p80">
              <a:extLst>
                <a:ext uri="{FF2B5EF4-FFF2-40B4-BE49-F238E27FC236}">
                  <a16:creationId xmlns:a16="http://schemas.microsoft.com/office/drawing/2014/main" id="{A0D0A147-8507-3D6E-5852-6D9D74D8174E}"/>
                </a:ext>
              </a:extLst>
            </p:cNvPr>
            <p:cNvSpPr/>
            <p:nvPr/>
          </p:nvSpPr>
          <p:spPr>
            <a:xfrm>
              <a:off x="1965925" y="2438400"/>
              <a:ext cx="16400" cy="66125"/>
            </a:xfrm>
            <a:custGeom>
              <a:avLst/>
              <a:gdLst/>
              <a:ahLst/>
              <a:cxnLst/>
              <a:rect l="l" t="t" r="r" b="b"/>
              <a:pathLst>
                <a:path w="656" h="2645" extrusionOk="0">
                  <a:moveTo>
                    <a:pt x="0" y="0"/>
                  </a:moveTo>
                  <a:lnTo>
                    <a:pt x="0" y="0"/>
                  </a:lnTo>
                  <a:cubicBezTo>
                    <a:pt x="263" y="858"/>
                    <a:pt x="445" y="1761"/>
                    <a:pt x="655" y="2645"/>
                  </a:cubicBezTo>
                  <a:cubicBezTo>
                    <a:pt x="525" y="1738"/>
                    <a:pt x="358" y="834"/>
                    <a:pt x="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19" name="Google Shape;8077;p80">
              <a:extLst>
                <a:ext uri="{FF2B5EF4-FFF2-40B4-BE49-F238E27FC236}">
                  <a16:creationId xmlns:a16="http://schemas.microsoft.com/office/drawing/2014/main" id="{F1E7A8F2-3275-AE43-0BF9-1832833D7D67}"/>
                </a:ext>
              </a:extLst>
            </p:cNvPr>
            <p:cNvSpPr/>
            <p:nvPr/>
          </p:nvSpPr>
          <p:spPr>
            <a:xfrm>
              <a:off x="1646825" y="2096200"/>
              <a:ext cx="445350" cy="351225"/>
            </a:xfrm>
            <a:custGeom>
              <a:avLst/>
              <a:gdLst/>
              <a:ahLst/>
              <a:cxnLst/>
              <a:rect l="l" t="t" r="r" b="b"/>
              <a:pathLst>
                <a:path w="17814" h="14049" extrusionOk="0">
                  <a:moveTo>
                    <a:pt x="14905" y="1"/>
                  </a:moveTo>
                  <a:cubicBezTo>
                    <a:pt x="14856" y="1"/>
                    <a:pt x="14804" y="43"/>
                    <a:pt x="14825" y="96"/>
                  </a:cubicBezTo>
                  <a:cubicBezTo>
                    <a:pt x="15383" y="1444"/>
                    <a:pt x="15165" y="4172"/>
                    <a:pt x="13744" y="4172"/>
                  </a:cubicBezTo>
                  <a:cubicBezTo>
                    <a:pt x="13466" y="4172"/>
                    <a:pt x="13142" y="4068"/>
                    <a:pt x="12770" y="3829"/>
                  </a:cubicBezTo>
                  <a:cubicBezTo>
                    <a:pt x="11886" y="3260"/>
                    <a:pt x="11136" y="2637"/>
                    <a:pt x="10128" y="2322"/>
                  </a:cubicBezTo>
                  <a:cubicBezTo>
                    <a:pt x="10111" y="2316"/>
                    <a:pt x="10095" y="2314"/>
                    <a:pt x="10079" y="2314"/>
                  </a:cubicBezTo>
                  <a:cubicBezTo>
                    <a:pt x="10004" y="2314"/>
                    <a:pt x="9946" y="2371"/>
                    <a:pt x="9917" y="2440"/>
                  </a:cubicBezTo>
                  <a:cubicBezTo>
                    <a:pt x="8916" y="4868"/>
                    <a:pt x="1" y="10772"/>
                    <a:pt x="5616" y="14026"/>
                  </a:cubicBezTo>
                  <a:cubicBezTo>
                    <a:pt x="5642" y="14041"/>
                    <a:pt x="5670" y="14048"/>
                    <a:pt x="5698" y="14048"/>
                  </a:cubicBezTo>
                  <a:cubicBezTo>
                    <a:pt x="5771" y="14048"/>
                    <a:pt x="5841" y="14000"/>
                    <a:pt x="5864" y="13925"/>
                  </a:cubicBezTo>
                  <a:cubicBezTo>
                    <a:pt x="6325" y="12116"/>
                    <a:pt x="7798" y="11147"/>
                    <a:pt x="9301" y="11147"/>
                  </a:cubicBezTo>
                  <a:cubicBezTo>
                    <a:pt x="10415" y="11147"/>
                    <a:pt x="11545" y="11679"/>
                    <a:pt x="12293" y="12793"/>
                  </a:cubicBezTo>
                  <a:cubicBezTo>
                    <a:pt x="12481" y="13076"/>
                    <a:pt x="12637" y="13376"/>
                    <a:pt x="12767" y="13688"/>
                  </a:cubicBezTo>
                  <a:cubicBezTo>
                    <a:pt x="12262" y="12037"/>
                    <a:pt x="11430" y="10576"/>
                    <a:pt x="9360" y="9877"/>
                  </a:cubicBezTo>
                  <a:cubicBezTo>
                    <a:pt x="9169" y="9813"/>
                    <a:pt x="8983" y="9784"/>
                    <a:pt x="8801" y="9784"/>
                  </a:cubicBezTo>
                  <a:cubicBezTo>
                    <a:pt x="8010" y="9784"/>
                    <a:pt x="7314" y="10328"/>
                    <a:pt x="6765" y="10859"/>
                  </a:cubicBezTo>
                  <a:cubicBezTo>
                    <a:pt x="6338" y="11275"/>
                    <a:pt x="6058" y="12123"/>
                    <a:pt x="5844" y="12640"/>
                  </a:cubicBezTo>
                  <a:cubicBezTo>
                    <a:pt x="4158" y="12504"/>
                    <a:pt x="3736" y="11514"/>
                    <a:pt x="4571" y="9672"/>
                  </a:cubicBezTo>
                  <a:cubicBezTo>
                    <a:pt x="5015" y="8252"/>
                    <a:pt x="5861" y="7094"/>
                    <a:pt x="7108" y="6199"/>
                  </a:cubicBezTo>
                  <a:cubicBezTo>
                    <a:pt x="8076" y="5466"/>
                    <a:pt x="9282" y="4868"/>
                    <a:pt x="9779" y="3667"/>
                  </a:cubicBezTo>
                  <a:cubicBezTo>
                    <a:pt x="9933" y="3293"/>
                    <a:pt x="10198" y="3147"/>
                    <a:pt x="10530" y="3147"/>
                  </a:cubicBezTo>
                  <a:cubicBezTo>
                    <a:pt x="11743" y="3147"/>
                    <a:pt x="13853" y="5099"/>
                    <a:pt x="14739" y="5099"/>
                  </a:cubicBezTo>
                  <a:cubicBezTo>
                    <a:pt x="17813" y="5099"/>
                    <a:pt x="15510" y="1135"/>
                    <a:pt x="14967" y="38"/>
                  </a:cubicBezTo>
                  <a:cubicBezTo>
                    <a:pt x="14954" y="12"/>
                    <a:pt x="14930" y="1"/>
                    <a:pt x="1490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20" name="Google Shape;8078;p80">
              <a:extLst>
                <a:ext uri="{FF2B5EF4-FFF2-40B4-BE49-F238E27FC236}">
                  <a16:creationId xmlns:a16="http://schemas.microsoft.com/office/drawing/2014/main" id="{C5D41F70-96D4-F7A4-F791-528A80043688}"/>
                </a:ext>
              </a:extLst>
            </p:cNvPr>
            <p:cNvSpPr/>
            <p:nvPr/>
          </p:nvSpPr>
          <p:spPr>
            <a:xfrm>
              <a:off x="2029925" y="2223150"/>
              <a:ext cx="265325" cy="386075"/>
            </a:xfrm>
            <a:custGeom>
              <a:avLst/>
              <a:gdLst/>
              <a:ahLst/>
              <a:cxnLst/>
              <a:rect l="l" t="t" r="r" b="b"/>
              <a:pathLst>
                <a:path w="10613" h="15443" extrusionOk="0">
                  <a:moveTo>
                    <a:pt x="4356" y="1"/>
                  </a:moveTo>
                  <a:cubicBezTo>
                    <a:pt x="3578" y="1"/>
                    <a:pt x="2813" y="172"/>
                    <a:pt x="2120" y="550"/>
                  </a:cubicBezTo>
                  <a:cubicBezTo>
                    <a:pt x="2068" y="578"/>
                    <a:pt x="2036" y="633"/>
                    <a:pt x="2036" y="694"/>
                  </a:cubicBezTo>
                  <a:cubicBezTo>
                    <a:pt x="2178" y="1944"/>
                    <a:pt x="1193" y="3708"/>
                    <a:pt x="1606" y="4900"/>
                  </a:cubicBezTo>
                  <a:cubicBezTo>
                    <a:pt x="2215" y="6653"/>
                    <a:pt x="3927" y="7998"/>
                    <a:pt x="2986" y="10175"/>
                  </a:cubicBezTo>
                  <a:cubicBezTo>
                    <a:pt x="2157" y="12095"/>
                    <a:pt x="99" y="13120"/>
                    <a:pt x="1037" y="15392"/>
                  </a:cubicBezTo>
                  <a:cubicBezTo>
                    <a:pt x="1051" y="15427"/>
                    <a:pt x="1082" y="15443"/>
                    <a:pt x="1112" y="15443"/>
                  </a:cubicBezTo>
                  <a:cubicBezTo>
                    <a:pt x="1159" y="15443"/>
                    <a:pt x="1204" y="15407"/>
                    <a:pt x="1184" y="15351"/>
                  </a:cubicBezTo>
                  <a:cubicBezTo>
                    <a:pt x="1" y="12040"/>
                    <a:pt x="4964" y="10550"/>
                    <a:pt x="3110" y="7019"/>
                  </a:cubicBezTo>
                  <a:cubicBezTo>
                    <a:pt x="2003" y="4915"/>
                    <a:pt x="1291" y="301"/>
                    <a:pt x="4621" y="301"/>
                  </a:cubicBezTo>
                  <a:cubicBezTo>
                    <a:pt x="4799" y="301"/>
                    <a:pt x="4989" y="314"/>
                    <a:pt x="5192" y="342"/>
                  </a:cubicBezTo>
                  <a:cubicBezTo>
                    <a:pt x="7646" y="680"/>
                    <a:pt x="10247" y="3185"/>
                    <a:pt x="10137" y="5732"/>
                  </a:cubicBezTo>
                  <a:cubicBezTo>
                    <a:pt x="10133" y="5843"/>
                    <a:pt x="10217" y="5898"/>
                    <a:pt x="10304" y="5898"/>
                  </a:cubicBezTo>
                  <a:cubicBezTo>
                    <a:pt x="10390" y="5898"/>
                    <a:pt x="10479" y="5843"/>
                    <a:pt x="10484" y="5732"/>
                  </a:cubicBezTo>
                  <a:cubicBezTo>
                    <a:pt x="10612" y="2607"/>
                    <a:pt x="7390" y="1"/>
                    <a:pt x="435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21" name="Google Shape;8079;p80">
              <a:extLst>
                <a:ext uri="{FF2B5EF4-FFF2-40B4-BE49-F238E27FC236}">
                  <a16:creationId xmlns:a16="http://schemas.microsoft.com/office/drawing/2014/main" id="{6D1CF9E3-DBB1-DEA6-E4C0-7B0943811DAD}"/>
                </a:ext>
              </a:extLst>
            </p:cNvPr>
            <p:cNvSpPr/>
            <p:nvPr/>
          </p:nvSpPr>
          <p:spPr>
            <a:xfrm>
              <a:off x="2287025" y="2324375"/>
              <a:ext cx="290100" cy="308650"/>
            </a:xfrm>
            <a:custGeom>
              <a:avLst/>
              <a:gdLst/>
              <a:ahLst/>
              <a:cxnLst/>
              <a:rect l="l" t="t" r="r" b="b"/>
              <a:pathLst>
                <a:path w="11604" h="12346" extrusionOk="0">
                  <a:moveTo>
                    <a:pt x="2880" y="0"/>
                  </a:moveTo>
                  <a:cubicBezTo>
                    <a:pt x="1456" y="0"/>
                    <a:pt x="1" y="1150"/>
                    <a:pt x="659" y="1931"/>
                  </a:cubicBezTo>
                  <a:cubicBezTo>
                    <a:pt x="666" y="1940"/>
                    <a:pt x="674" y="1943"/>
                    <a:pt x="682" y="1943"/>
                  </a:cubicBezTo>
                  <a:cubicBezTo>
                    <a:pt x="707" y="1943"/>
                    <a:pt x="729" y="1911"/>
                    <a:pt x="716" y="1885"/>
                  </a:cubicBezTo>
                  <a:cubicBezTo>
                    <a:pt x="844" y="903"/>
                    <a:pt x="1265" y="412"/>
                    <a:pt x="1980" y="412"/>
                  </a:cubicBezTo>
                  <a:cubicBezTo>
                    <a:pt x="2621" y="412"/>
                    <a:pt x="3498" y="806"/>
                    <a:pt x="4611" y="1593"/>
                  </a:cubicBezTo>
                  <a:cubicBezTo>
                    <a:pt x="4799" y="2052"/>
                    <a:pt x="4923" y="2549"/>
                    <a:pt x="5090" y="3017"/>
                  </a:cubicBezTo>
                  <a:cubicBezTo>
                    <a:pt x="5338" y="3724"/>
                    <a:pt x="5806" y="4298"/>
                    <a:pt x="6280" y="4867"/>
                  </a:cubicBezTo>
                  <a:cubicBezTo>
                    <a:pt x="8101" y="7064"/>
                    <a:pt x="11465" y="8851"/>
                    <a:pt x="10838" y="12160"/>
                  </a:cubicBezTo>
                  <a:cubicBezTo>
                    <a:pt x="10817" y="12273"/>
                    <a:pt x="10905" y="12346"/>
                    <a:pt x="10991" y="12346"/>
                  </a:cubicBezTo>
                  <a:cubicBezTo>
                    <a:pt x="11047" y="12346"/>
                    <a:pt x="11102" y="12314"/>
                    <a:pt x="11124" y="12241"/>
                  </a:cubicBezTo>
                  <a:cubicBezTo>
                    <a:pt x="11603" y="10635"/>
                    <a:pt x="10925" y="9365"/>
                    <a:pt x="9940" y="8115"/>
                  </a:cubicBezTo>
                  <a:cubicBezTo>
                    <a:pt x="8090" y="5771"/>
                    <a:pt x="5939" y="4463"/>
                    <a:pt x="4926" y="1507"/>
                  </a:cubicBezTo>
                  <a:cubicBezTo>
                    <a:pt x="4547" y="399"/>
                    <a:pt x="3719" y="0"/>
                    <a:pt x="288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22" name="Google Shape;8080;p80">
              <a:extLst>
                <a:ext uri="{FF2B5EF4-FFF2-40B4-BE49-F238E27FC236}">
                  <a16:creationId xmlns:a16="http://schemas.microsoft.com/office/drawing/2014/main" id="{DA327540-6F26-2B0A-28F2-54E9CF7BFE7B}"/>
                </a:ext>
              </a:extLst>
            </p:cNvPr>
            <p:cNvSpPr/>
            <p:nvPr/>
          </p:nvSpPr>
          <p:spPr>
            <a:xfrm>
              <a:off x="2000425" y="3668900"/>
              <a:ext cx="255750" cy="503975"/>
            </a:xfrm>
            <a:custGeom>
              <a:avLst/>
              <a:gdLst/>
              <a:ahLst/>
              <a:cxnLst/>
              <a:rect l="l" t="t" r="r" b="b"/>
              <a:pathLst>
                <a:path w="10230" h="20159" extrusionOk="0">
                  <a:moveTo>
                    <a:pt x="5137" y="0"/>
                  </a:moveTo>
                  <a:cubicBezTo>
                    <a:pt x="5120" y="0"/>
                    <a:pt x="5104" y="9"/>
                    <a:pt x="5098" y="30"/>
                  </a:cubicBezTo>
                  <a:cubicBezTo>
                    <a:pt x="4157" y="2406"/>
                    <a:pt x="3199" y="4239"/>
                    <a:pt x="1732" y="6352"/>
                  </a:cubicBezTo>
                  <a:cubicBezTo>
                    <a:pt x="1132" y="7215"/>
                    <a:pt x="1045" y="9144"/>
                    <a:pt x="1683" y="9998"/>
                  </a:cubicBezTo>
                  <a:cubicBezTo>
                    <a:pt x="3057" y="11846"/>
                    <a:pt x="3323" y="14404"/>
                    <a:pt x="4535" y="16127"/>
                  </a:cubicBezTo>
                  <a:cubicBezTo>
                    <a:pt x="5913" y="18082"/>
                    <a:pt x="7778" y="19014"/>
                    <a:pt x="9865" y="20135"/>
                  </a:cubicBezTo>
                  <a:cubicBezTo>
                    <a:pt x="9895" y="20151"/>
                    <a:pt x="9925" y="20158"/>
                    <a:pt x="9954" y="20158"/>
                  </a:cubicBezTo>
                  <a:cubicBezTo>
                    <a:pt x="10119" y="20158"/>
                    <a:pt x="10229" y="19913"/>
                    <a:pt x="10050" y="19817"/>
                  </a:cubicBezTo>
                  <a:cubicBezTo>
                    <a:pt x="7220" y="18296"/>
                    <a:pt x="5425" y="17646"/>
                    <a:pt x="4498" y="13627"/>
                  </a:cubicBezTo>
                  <a:cubicBezTo>
                    <a:pt x="4215" y="12406"/>
                    <a:pt x="3949" y="11881"/>
                    <a:pt x="3086" y="10994"/>
                  </a:cubicBezTo>
                  <a:cubicBezTo>
                    <a:pt x="0" y="7819"/>
                    <a:pt x="2564" y="6023"/>
                    <a:pt x="4111" y="3913"/>
                  </a:cubicBezTo>
                  <a:cubicBezTo>
                    <a:pt x="4974" y="2738"/>
                    <a:pt x="4925" y="1441"/>
                    <a:pt x="5179" y="53"/>
                  </a:cubicBezTo>
                  <a:cubicBezTo>
                    <a:pt x="5188" y="21"/>
                    <a:pt x="5162" y="0"/>
                    <a:pt x="513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23" name="Google Shape;8081;p80">
              <a:extLst>
                <a:ext uri="{FF2B5EF4-FFF2-40B4-BE49-F238E27FC236}">
                  <a16:creationId xmlns:a16="http://schemas.microsoft.com/office/drawing/2014/main" id="{410D2ECC-EAF2-6A55-BCEA-B8361476581F}"/>
                </a:ext>
              </a:extLst>
            </p:cNvPr>
            <p:cNvSpPr/>
            <p:nvPr/>
          </p:nvSpPr>
          <p:spPr>
            <a:xfrm>
              <a:off x="2105800" y="4171775"/>
              <a:ext cx="307475" cy="989675"/>
            </a:xfrm>
            <a:custGeom>
              <a:avLst/>
              <a:gdLst/>
              <a:ahLst/>
              <a:cxnLst/>
              <a:rect l="l" t="t" r="r" b="b"/>
              <a:pathLst>
                <a:path w="12299" h="39587" extrusionOk="0">
                  <a:moveTo>
                    <a:pt x="6182" y="0"/>
                  </a:moveTo>
                  <a:cubicBezTo>
                    <a:pt x="6141" y="0"/>
                    <a:pt x="6100" y="27"/>
                    <a:pt x="6097" y="80"/>
                  </a:cubicBezTo>
                  <a:cubicBezTo>
                    <a:pt x="5586" y="10621"/>
                    <a:pt x="0" y="20861"/>
                    <a:pt x="2344" y="31436"/>
                  </a:cubicBezTo>
                  <a:cubicBezTo>
                    <a:pt x="3197" y="35281"/>
                    <a:pt x="5317" y="39586"/>
                    <a:pt x="8757" y="39586"/>
                  </a:cubicBezTo>
                  <a:cubicBezTo>
                    <a:pt x="9777" y="39586"/>
                    <a:pt x="10914" y="39207"/>
                    <a:pt x="12169" y="38324"/>
                  </a:cubicBezTo>
                  <a:cubicBezTo>
                    <a:pt x="12298" y="38236"/>
                    <a:pt x="12220" y="38045"/>
                    <a:pt x="12099" y="38045"/>
                  </a:cubicBezTo>
                  <a:cubicBezTo>
                    <a:pt x="12074" y="38045"/>
                    <a:pt x="12048" y="38052"/>
                    <a:pt x="12022" y="38070"/>
                  </a:cubicBezTo>
                  <a:cubicBezTo>
                    <a:pt x="10779" y="38909"/>
                    <a:pt x="9675" y="39272"/>
                    <a:pt x="8698" y="39272"/>
                  </a:cubicBezTo>
                  <a:cubicBezTo>
                    <a:pt x="3795" y="39272"/>
                    <a:pt x="2075" y="30121"/>
                    <a:pt x="1972" y="25844"/>
                  </a:cubicBezTo>
                  <a:cubicBezTo>
                    <a:pt x="1764" y="17157"/>
                    <a:pt x="6239" y="8863"/>
                    <a:pt x="6262" y="80"/>
                  </a:cubicBezTo>
                  <a:cubicBezTo>
                    <a:pt x="6262" y="27"/>
                    <a:pt x="6222" y="0"/>
                    <a:pt x="618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24" name="Google Shape;8082;p80">
              <a:extLst>
                <a:ext uri="{FF2B5EF4-FFF2-40B4-BE49-F238E27FC236}">
                  <a16:creationId xmlns:a16="http://schemas.microsoft.com/office/drawing/2014/main" id="{9376D029-0654-3D5B-3F3A-B40E848DD5A8}"/>
                </a:ext>
              </a:extLst>
            </p:cNvPr>
            <p:cNvSpPr/>
            <p:nvPr/>
          </p:nvSpPr>
          <p:spPr>
            <a:xfrm>
              <a:off x="2271275" y="4054625"/>
              <a:ext cx="651325" cy="1046350"/>
            </a:xfrm>
            <a:custGeom>
              <a:avLst/>
              <a:gdLst/>
              <a:ahLst/>
              <a:cxnLst/>
              <a:rect l="l" t="t" r="r" b="b"/>
              <a:pathLst>
                <a:path w="26053" h="41854" extrusionOk="0">
                  <a:moveTo>
                    <a:pt x="25847" y="1"/>
                  </a:moveTo>
                  <a:cubicBezTo>
                    <a:pt x="25779" y="1"/>
                    <a:pt x="25712" y="37"/>
                    <a:pt x="25687" y="121"/>
                  </a:cubicBezTo>
                  <a:cubicBezTo>
                    <a:pt x="24722" y="3227"/>
                    <a:pt x="24272" y="6247"/>
                    <a:pt x="21474" y="8381"/>
                  </a:cubicBezTo>
                  <a:cubicBezTo>
                    <a:pt x="20034" y="9475"/>
                    <a:pt x="18622" y="10049"/>
                    <a:pt x="17407" y="11438"/>
                  </a:cubicBezTo>
                  <a:cubicBezTo>
                    <a:pt x="16209" y="12807"/>
                    <a:pt x="15709" y="15041"/>
                    <a:pt x="14918" y="16620"/>
                  </a:cubicBezTo>
                  <a:cubicBezTo>
                    <a:pt x="13934" y="18583"/>
                    <a:pt x="12040" y="19389"/>
                    <a:pt x="10478" y="20723"/>
                  </a:cubicBezTo>
                  <a:cubicBezTo>
                    <a:pt x="10442" y="20752"/>
                    <a:pt x="10476" y="20808"/>
                    <a:pt x="10516" y="20808"/>
                  </a:cubicBezTo>
                  <a:cubicBezTo>
                    <a:pt x="10525" y="20808"/>
                    <a:pt x="10533" y="20806"/>
                    <a:pt x="10541" y="20801"/>
                  </a:cubicBezTo>
                  <a:cubicBezTo>
                    <a:pt x="10556" y="20792"/>
                    <a:pt x="10573" y="20780"/>
                    <a:pt x="10588" y="20772"/>
                  </a:cubicBezTo>
                  <a:lnTo>
                    <a:pt x="10588" y="20772"/>
                  </a:lnTo>
                  <a:cubicBezTo>
                    <a:pt x="10651" y="23676"/>
                    <a:pt x="8411" y="24404"/>
                    <a:pt x="6687" y="25914"/>
                  </a:cubicBezTo>
                  <a:cubicBezTo>
                    <a:pt x="4715" y="27637"/>
                    <a:pt x="4496" y="30287"/>
                    <a:pt x="2117" y="31806"/>
                  </a:cubicBezTo>
                  <a:cubicBezTo>
                    <a:pt x="2045" y="31855"/>
                    <a:pt x="2016" y="31968"/>
                    <a:pt x="2088" y="32031"/>
                  </a:cubicBezTo>
                  <a:cubicBezTo>
                    <a:pt x="4020" y="33746"/>
                    <a:pt x="3367" y="33122"/>
                    <a:pt x="2423" y="34422"/>
                  </a:cubicBezTo>
                  <a:cubicBezTo>
                    <a:pt x="1675" y="35455"/>
                    <a:pt x="1436" y="36474"/>
                    <a:pt x="1395" y="37736"/>
                  </a:cubicBezTo>
                  <a:cubicBezTo>
                    <a:pt x="1323" y="39918"/>
                    <a:pt x="2715" y="41604"/>
                    <a:pt x="4819" y="41853"/>
                  </a:cubicBezTo>
                  <a:cubicBezTo>
                    <a:pt x="4822" y="41853"/>
                    <a:pt x="4824" y="41853"/>
                    <a:pt x="4827" y="41853"/>
                  </a:cubicBezTo>
                  <a:cubicBezTo>
                    <a:pt x="4892" y="41853"/>
                    <a:pt x="4904" y="41740"/>
                    <a:pt x="4837" y="41726"/>
                  </a:cubicBezTo>
                  <a:cubicBezTo>
                    <a:pt x="1459" y="41027"/>
                    <a:pt x="1" y="34664"/>
                    <a:pt x="4199" y="33821"/>
                  </a:cubicBezTo>
                  <a:cubicBezTo>
                    <a:pt x="4303" y="33798"/>
                    <a:pt x="4340" y="33651"/>
                    <a:pt x="4262" y="33581"/>
                  </a:cubicBezTo>
                  <a:cubicBezTo>
                    <a:pt x="168" y="29938"/>
                    <a:pt x="11009" y="25102"/>
                    <a:pt x="10879" y="20757"/>
                  </a:cubicBezTo>
                  <a:cubicBezTo>
                    <a:pt x="10879" y="20705"/>
                    <a:pt x="10845" y="20659"/>
                    <a:pt x="10795" y="20639"/>
                  </a:cubicBezTo>
                  <a:cubicBezTo>
                    <a:pt x="12164" y="19784"/>
                    <a:pt x="13397" y="18976"/>
                    <a:pt x="14517" y="17781"/>
                  </a:cubicBezTo>
                  <a:cubicBezTo>
                    <a:pt x="16324" y="15847"/>
                    <a:pt x="16564" y="12899"/>
                    <a:pt x="18348" y="10875"/>
                  </a:cubicBezTo>
                  <a:cubicBezTo>
                    <a:pt x="19713" y="9328"/>
                    <a:pt x="22110" y="8932"/>
                    <a:pt x="23319" y="7183"/>
                  </a:cubicBezTo>
                  <a:cubicBezTo>
                    <a:pt x="24777" y="5081"/>
                    <a:pt x="25265" y="2627"/>
                    <a:pt x="26013" y="211"/>
                  </a:cubicBezTo>
                  <a:cubicBezTo>
                    <a:pt x="26053" y="84"/>
                    <a:pt x="25950" y="1"/>
                    <a:pt x="2584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25" name="Google Shape;8083;p80">
              <a:extLst>
                <a:ext uri="{FF2B5EF4-FFF2-40B4-BE49-F238E27FC236}">
                  <a16:creationId xmlns:a16="http://schemas.microsoft.com/office/drawing/2014/main" id="{E1646E8E-568F-DC20-F0D1-C4D8353CFB12}"/>
                </a:ext>
              </a:extLst>
            </p:cNvPr>
            <p:cNvSpPr/>
            <p:nvPr/>
          </p:nvSpPr>
          <p:spPr>
            <a:xfrm>
              <a:off x="1583375" y="3415625"/>
              <a:ext cx="27825" cy="21875"/>
            </a:xfrm>
            <a:custGeom>
              <a:avLst/>
              <a:gdLst/>
              <a:ahLst/>
              <a:cxnLst/>
              <a:rect l="l" t="t" r="r" b="b"/>
              <a:pathLst>
                <a:path w="1113" h="875" extrusionOk="0">
                  <a:moveTo>
                    <a:pt x="1082" y="1"/>
                  </a:moveTo>
                  <a:cubicBezTo>
                    <a:pt x="1078" y="1"/>
                    <a:pt x="1073" y="2"/>
                    <a:pt x="1069" y="4"/>
                  </a:cubicBezTo>
                  <a:cubicBezTo>
                    <a:pt x="347" y="379"/>
                    <a:pt x="662" y="154"/>
                    <a:pt x="59" y="734"/>
                  </a:cubicBezTo>
                  <a:cubicBezTo>
                    <a:pt x="1" y="792"/>
                    <a:pt x="56" y="874"/>
                    <a:pt x="120" y="874"/>
                  </a:cubicBezTo>
                  <a:cubicBezTo>
                    <a:pt x="139" y="874"/>
                    <a:pt x="159" y="867"/>
                    <a:pt x="177" y="850"/>
                  </a:cubicBezTo>
                  <a:cubicBezTo>
                    <a:pt x="445" y="599"/>
                    <a:pt x="769" y="316"/>
                    <a:pt x="1112" y="16"/>
                  </a:cubicBezTo>
                  <a:cubicBezTo>
                    <a:pt x="1104" y="9"/>
                    <a:pt x="1093" y="1"/>
                    <a:pt x="108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26" name="Google Shape;8084;p80">
              <a:extLst>
                <a:ext uri="{FF2B5EF4-FFF2-40B4-BE49-F238E27FC236}">
                  <a16:creationId xmlns:a16="http://schemas.microsoft.com/office/drawing/2014/main" id="{FA5A6CFF-0600-B02D-F6F7-C3D19853F23D}"/>
                </a:ext>
              </a:extLst>
            </p:cNvPr>
            <p:cNvSpPr/>
            <p:nvPr/>
          </p:nvSpPr>
          <p:spPr>
            <a:xfrm>
              <a:off x="1611100" y="3392825"/>
              <a:ext cx="26300" cy="24650"/>
            </a:xfrm>
            <a:custGeom>
              <a:avLst/>
              <a:gdLst/>
              <a:ahLst/>
              <a:cxnLst/>
              <a:rect l="l" t="t" r="r" b="b"/>
              <a:pathLst>
                <a:path w="1052" h="986" extrusionOk="0">
                  <a:moveTo>
                    <a:pt x="1051" y="1"/>
                  </a:moveTo>
                  <a:cubicBezTo>
                    <a:pt x="690" y="327"/>
                    <a:pt x="338" y="633"/>
                    <a:pt x="3" y="928"/>
                  </a:cubicBezTo>
                  <a:cubicBezTo>
                    <a:pt x="18" y="945"/>
                    <a:pt x="26" y="968"/>
                    <a:pt x="1" y="985"/>
                  </a:cubicBezTo>
                  <a:cubicBezTo>
                    <a:pt x="315" y="792"/>
                    <a:pt x="673" y="440"/>
                    <a:pt x="105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27" name="Google Shape;8085;p80">
              <a:extLst>
                <a:ext uri="{FF2B5EF4-FFF2-40B4-BE49-F238E27FC236}">
                  <a16:creationId xmlns:a16="http://schemas.microsoft.com/office/drawing/2014/main" id="{FACCB7B0-83BA-4F41-D574-18786F549525}"/>
                </a:ext>
              </a:extLst>
            </p:cNvPr>
            <p:cNvSpPr/>
            <p:nvPr/>
          </p:nvSpPr>
          <p:spPr>
            <a:xfrm>
              <a:off x="2233600" y="3828000"/>
              <a:ext cx="18275" cy="19275"/>
            </a:xfrm>
            <a:custGeom>
              <a:avLst/>
              <a:gdLst/>
              <a:ahLst/>
              <a:cxnLst/>
              <a:rect l="l" t="t" r="r" b="b"/>
              <a:pathLst>
                <a:path w="731" h="771" extrusionOk="0">
                  <a:moveTo>
                    <a:pt x="731" y="0"/>
                  </a:moveTo>
                  <a:lnTo>
                    <a:pt x="731" y="0"/>
                  </a:lnTo>
                  <a:cubicBezTo>
                    <a:pt x="488" y="257"/>
                    <a:pt x="246" y="514"/>
                    <a:pt x="1" y="770"/>
                  </a:cubicBezTo>
                  <a:cubicBezTo>
                    <a:pt x="246" y="517"/>
                    <a:pt x="488" y="257"/>
                    <a:pt x="73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28" name="Google Shape;8086;p80">
              <a:extLst>
                <a:ext uri="{FF2B5EF4-FFF2-40B4-BE49-F238E27FC236}">
                  <a16:creationId xmlns:a16="http://schemas.microsoft.com/office/drawing/2014/main" id="{5238B412-190C-BF68-17CB-86AF5B6471C9}"/>
                </a:ext>
              </a:extLst>
            </p:cNvPr>
            <p:cNvSpPr/>
            <p:nvPr/>
          </p:nvSpPr>
          <p:spPr>
            <a:xfrm>
              <a:off x="2564525" y="3930825"/>
              <a:ext cx="88525" cy="91100"/>
            </a:xfrm>
            <a:custGeom>
              <a:avLst/>
              <a:gdLst/>
              <a:ahLst/>
              <a:cxnLst/>
              <a:rect l="l" t="t" r="r" b="b"/>
              <a:pathLst>
                <a:path w="3541" h="3644" extrusionOk="0">
                  <a:moveTo>
                    <a:pt x="3540" y="1"/>
                  </a:moveTo>
                  <a:lnTo>
                    <a:pt x="3540" y="1"/>
                  </a:lnTo>
                  <a:cubicBezTo>
                    <a:pt x="2565" y="858"/>
                    <a:pt x="1568" y="1707"/>
                    <a:pt x="754" y="2714"/>
                  </a:cubicBezTo>
                  <a:cubicBezTo>
                    <a:pt x="500" y="3023"/>
                    <a:pt x="252" y="3335"/>
                    <a:pt x="1" y="3644"/>
                  </a:cubicBezTo>
                  <a:cubicBezTo>
                    <a:pt x="1187" y="2429"/>
                    <a:pt x="2394" y="1239"/>
                    <a:pt x="354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29" name="Google Shape;8087;p80">
              <a:extLst>
                <a:ext uri="{FF2B5EF4-FFF2-40B4-BE49-F238E27FC236}">
                  <a16:creationId xmlns:a16="http://schemas.microsoft.com/office/drawing/2014/main" id="{7D38B15A-84EA-606B-5CCF-36ADDEE6B422}"/>
                </a:ext>
              </a:extLst>
            </p:cNvPr>
            <p:cNvSpPr/>
            <p:nvPr/>
          </p:nvSpPr>
          <p:spPr>
            <a:xfrm>
              <a:off x="1589325" y="3178675"/>
              <a:ext cx="1345850" cy="1985650"/>
            </a:xfrm>
            <a:custGeom>
              <a:avLst/>
              <a:gdLst/>
              <a:ahLst/>
              <a:cxnLst/>
              <a:rect l="l" t="t" r="r" b="b"/>
              <a:pathLst>
                <a:path w="53834" h="79426" extrusionOk="0">
                  <a:moveTo>
                    <a:pt x="11761" y="7120"/>
                  </a:moveTo>
                  <a:lnTo>
                    <a:pt x="11761" y="7120"/>
                  </a:lnTo>
                  <a:cubicBezTo>
                    <a:pt x="11141" y="7764"/>
                    <a:pt x="10523" y="8411"/>
                    <a:pt x="9908" y="9061"/>
                  </a:cubicBezTo>
                  <a:cubicBezTo>
                    <a:pt x="10101" y="8708"/>
                    <a:pt x="10295" y="8359"/>
                    <a:pt x="10474" y="7981"/>
                  </a:cubicBezTo>
                  <a:cubicBezTo>
                    <a:pt x="10485" y="7949"/>
                    <a:pt x="10488" y="7917"/>
                    <a:pt x="10482" y="7886"/>
                  </a:cubicBezTo>
                  <a:cubicBezTo>
                    <a:pt x="10950" y="7490"/>
                    <a:pt x="11383" y="7196"/>
                    <a:pt x="11761" y="7120"/>
                  </a:cubicBezTo>
                  <a:close/>
                  <a:moveTo>
                    <a:pt x="12197" y="7152"/>
                  </a:moveTo>
                  <a:cubicBezTo>
                    <a:pt x="12310" y="7198"/>
                    <a:pt x="12411" y="7268"/>
                    <a:pt x="12492" y="7360"/>
                  </a:cubicBezTo>
                  <a:lnTo>
                    <a:pt x="12489" y="7360"/>
                  </a:lnTo>
                  <a:cubicBezTo>
                    <a:pt x="11447" y="8371"/>
                    <a:pt x="10508" y="9453"/>
                    <a:pt x="9593" y="10562"/>
                  </a:cubicBezTo>
                  <a:cubicBezTo>
                    <a:pt x="10488" y="9456"/>
                    <a:pt x="11386" y="8319"/>
                    <a:pt x="12197" y="7152"/>
                  </a:cubicBezTo>
                  <a:close/>
                  <a:moveTo>
                    <a:pt x="4783" y="7161"/>
                  </a:moveTo>
                  <a:cubicBezTo>
                    <a:pt x="4893" y="8065"/>
                    <a:pt x="5485" y="8775"/>
                    <a:pt x="6380" y="9254"/>
                  </a:cubicBezTo>
                  <a:cubicBezTo>
                    <a:pt x="5548" y="10074"/>
                    <a:pt x="4743" y="10920"/>
                    <a:pt x="3917" y="11748"/>
                  </a:cubicBezTo>
                  <a:cubicBezTo>
                    <a:pt x="4726" y="10934"/>
                    <a:pt x="5150" y="10005"/>
                    <a:pt x="5626" y="8951"/>
                  </a:cubicBezTo>
                  <a:cubicBezTo>
                    <a:pt x="5682" y="8824"/>
                    <a:pt x="5594" y="8710"/>
                    <a:pt x="5485" y="8710"/>
                  </a:cubicBezTo>
                  <a:cubicBezTo>
                    <a:pt x="5447" y="8710"/>
                    <a:pt x="5407" y="8724"/>
                    <a:pt x="5369" y="8755"/>
                  </a:cubicBezTo>
                  <a:cubicBezTo>
                    <a:pt x="4319" y="9627"/>
                    <a:pt x="3316" y="10553"/>
                    <a:pt x="2365" y="11530"/>
                  </a:cubicBezTo>
                  <a:lnTo>
                    <a:pt x="2365" y="11530"/>
                  </a:lnTo>
                  <a:cubicBezTo>
                    <a:pt x="3389" y="10473"/>
                    <a:pt x="4254" y="9523"/>
                    <a:pt x="5087" y="8304"/>
                  </a:cubicBezTo>
                  <a:cubicBezTo>
                    <a:pt x="5170" y="8182"/>
                    <a:pt x="5056" y="8069"/>
                    <a:pt x="4939" y="8069"/>
                  </a:cubicBezTo>
                  <a:cubicBezTo>
                    <a:pt x="4902" y="8069"/>
                    <a:pt x="4864" y="8081"/>
                    <a:pt x="4832" y="8108"/>
                  </a:cubicBezTo>
                  <a:cubicBezTo>
                    <a:pt x="3831" y="8945"/>
                    <a:pt x="2543" y="10120"/>
                    <a:pt x="1790" y="10865"/>
                  </a:cubicBezTo>
                  <a:cubicBezTo>
                    <a:pt x="2976" y="9690"/>
                    <a:pt x="3946" y="8555"/>
                    <a:pt x="4783" y="7161"/>
                  </a:cubicBezTo>
                  <a:close/>
                  <a:moveTo>
                    <a:pt x="9094" y="8988"/>
                  </a:moveTo>
                  <a:lnTo>
                    <a:pt x="9094" y="8988"/>
                  </a:lnTo>
                  <a:cubicBezTo>
                    <a:pt x="8447" y="9699"/>
                    <a:pt x="7809" y="10415"/>
                    <a:pt x="7177" y="11145"/>
                  </a:cubicBezTo>
                  <a:cubicBezTo>
                    <a:pt x="6471" y="11964"/>
                    <a:pt x="6161" y="12269"/>
                    <a:pt x="6091" y="12269"/>
                  </a:cubicBezTo>
                  <a:cubicBezTo>
                    <a:pt x="5908" y="12269"/>
                    <a:pt x="7399" y="10137"/>
                    <a:pt x="7673" y="9707"/>
                  </a:cubicBezTo>
                  <a:cubicBezTo>
                    <a:pt x="7699" y="9661"/>
                    <a:pt x="7699" y="9609"/>
                    <a:pt x="7673" y="9563"/>
                  </a:cubicBezTo>
                  <a:cubicBezTo>
                    <a:pt x="8167" y="9511"/>
                    <a:pt x="8646" y="9283"/>
                    <a:pt x="9094" y="8988"/>
                  </a:cubicBezTo>
                  <a:close/>
                  <a:moveTo>
                    <a:pt x="6689" y="9407"/>
                  </a:moveTo>
                  <a:cubicBezTo>
                    <a:pt x="6712" y="9419"/>
                    <a:pt x="6732" y="9430"/>
                    <a:pt x="6758" y="9442"/>
                  </a:cubicBezTo>
                  <a:cubicBezTo>
                    <a:pt x="6949" y="9520"/>
                    <a:pt x="7154" y="9563"/>
                    <a:pt x="7361" y="9569"/>
                  </a:cubicBezTo>
                  <a:cubicBezTo>
                    <a:pt x="6513" y="10510"/>
                    <a:pt x="5667" y="11451"/>
                    <a:pt x="4795" y="12375"/>
                  </a:cubicBezTo>
                  <a:cubicBezTo>
                    <a:pt x="5522" y="11604"/>
                    <a:pt x="6137" y="10316"/>
                    <a:pt x="6689" y="9407"/>
                  </a:cubicBezTo>
                  <a:close/>
                  <a:moveTo>
                    <a:pt x="9308" y="12320"/>
                  </a:moveTo>
                  <a:cubicBezTo>
                    <a:pt x="9288" y="12342"/>
                    <a:pt x="9269" y="12364"/>
                    <a:pt x="9250" y="12386"/>
                  </a:cubicBezTo>
                  <a:cubicBezTo>
                    <a:pt x="9269" y="12364"/>
                    <a:pt x="9288" y="12342"/>
                    <a:pt x="9308" y="12320"/>
                  </a:cubicBezTo>
                  <a:close/>
                  <a:moveTo>
                    <a:pt x="12685" y="7623"/>
                  </a:moveTo>
                  <a:cubicBezTo>
                    <a:pt x="12803" y="7839"/>
                    <a:pt x="12910" y="8128"/>
                    <a:pt x="12994" y="8506"/>
                  </a:cubicBezTo>
                  <a:cubicBezTo>
                    <a:pt x="13104" y="8977"/>
                    <a:pt x="13086" y="9312"/>
                    <a:pt x="13014" y="9595"/>
                  </a:cubicBezTo>
                  <a:cubicBezTo>
                    <a:pt x="12985" y="9567"/>
                    <a:pt x="12949" y="9554"/>
                    <a:pt x="12914" y="9554"/>
                  </a:cubicBezTo>
                  <a:cubicBezTo>
                    <a:pt x="12871" y="9554"/>
                    <a:pt x="12829" y="9573"/>
                    <a:pt x="12801" y="9609"/>
                  </a:cubicBezTo>
                  <a:cubicBezTo>
                    <a:pt x="11833" y="10680"/>
                    <a:pt x="10734" y="12014"/>
                    <a:pt x="10035" y="13039"/>
                  </a:cubicBezTo>
                  <a:lnTo>
                    <a:pt x="10035" y="13036"/>
                  </a:lnTo>
                  <a:cubicBezTo>
                    <a:pt x="11037" y="11569"/>
                    <a:pt x="12082" y="10184"/>
                    <a:pt x="12954" y="8627"/>
                  </a:cubicBezTo>
                  <a:cubicBezTo>
                    <a:pt x="13020" y="8509"/>
                    <a:pt x="12918" y="8382"/>
                    <a:pt x="12807" y="8382"/>
                  </a:cubicBezTo>
                  <a:cubicBezTo>
                    <a:pt x="12769" y="8382"/>
                    <a:pt x="12730" y="8397"/>
                    <a:pt x="12697" y="8431"/>
                  </a:cubicBezTo>
                  <a:cubicBezTo>
                    <a:pt x="11770" y="9395"/>
                    <a:pt x="10928" y="10424"/>
                    <a:pt x="10065" y="11441"/>
                  </a:cubicBezTo>
                  <a:lnTo>
                    <a:pt x="10065" y="11441"/>
                  </a:lnTo>
                  <a:cubicBezTo>
                    <a:pt x="11067" y="10247"/>
                    <a:pt x="11942" y="9052"/>
                    <a:pt x="12685" y="7623"/>
                  </a:cubicBezTo>
                  <a:close/>
                  <a:moveTo>
                    <a:pt x="12347" y="11156"/>
                  </a:moveTo>
                  <a:cubicBezTo>
                    <a:pt x="12335" y="11270"/>
                    <a:pt x="12398" y="11389"/>
                    <a:pt x="12518" y="11512"/>
                  </a:cubicBezTo>
                  <a:cubicBezTo>
                    <a:pt x="11420" y="12648"/>
                    <a:pt x="11008" y="13093"/>
                    <a:pt x="10985" y="13093"/>
                  </a:cubicBezTo>
                  <a:cubicBezTo>
                    <a:pt x="10952" y="13093"/>
                    <a:pt x="11680" y="12221"/>
                    <a:pt x="12347" y="11156"/>
                  </a:cubicBezTo>
                  <a:close/>
                  <a:moveTo>
                    <a:pt x="12812" y="11753"/>
                  </a:moveTo>
                  <a:lnTo>
                    <a:pt x="12812" y="11753"/>
                  </a:lnTo>
                  <a:cubicBezTo>
                    <a:pt x="12946" y="11839"/>
                    <a:pt x="13081" y="11916"/>
                    <a:pt x="13225" y="11988"/>
                  </a:cubicBezTo>
                  <a:cubicBezTo>
                    <a:pt x="12318" y="13025"/>
                    <a:pt x="11983" y="13427"/>
                    <a:pt x="11949" y="13427"/>
                  </a:cubicBezTo>
                  <a:cubicBezTo>
                    <a:pt x="11902" y="13427"/>
                    <a:pt x="12424" y="12668"/>
                    <a:pt x="12812" y="11753"/>
                  </a:cubicBezTo>
                  <a:close/>
                  <a:moveTo>
                    <a:pt x="13505" y="12129"/>
                  </a:moveTo>
                  <a:cubicBezTo>
                    <a:pt x="13768" y="12251"/>
                    <a:pt x="14054" y="12366"/>
                    <a:pt x="14342" y="12476"/>
                  </a:cubicBezTo>
                  <a:cubicBezTo>
                    <a:pt x="13238" y="13481"/>
                    <a:pt x="12656" y="14171"/>
                    <a:pt x="12565" y="14171"/>
                  </a:cubicBezTo>
                  <a:cubicBezTo>
                    <a:pt x="12482" y="14171"/>
                    <a:pt x="12802" y="13604"/>
                    <a:pt x="13502" y="12190"/>
                  </a:cubicBezTo>
                  <a:lnTo>
                    <a:pt x="13499" y="12190"/>
                  </a:lnTo>
                  <a:cubicBezTo>
                    <a:pt x="13505" y="12170"/>
                    <a:pt x="13508" y="12150"/>
                    <a:pt x="13505" y="12129"/>
                  </a:cubicBezTo>
                  <a:close/>
                  <a:moveTo>
                    <a:pt x="14692" y="12603"/>
                  </a:moveTo>
                  <a:cubicBezTo>
                    <a:pt x="15182" y="12776"/>
                    <a:pt x="15650" y="12918"/>
                    <a:pt x="16005" y="13013"/>
                  </a:cubicBezTo>
                  <a:cubicBezTo>
                    <a:pt x="15973" y="13016"/>
                    <a:pt x="15942" y="13030"/>
                    <a:pt x="15921" y="13056"/>
                  </a:cubicBezTo>
                  <a:cubicBezTo>
                    <a:pt x="14855" y="14300"/>
                    <a:pt x="14198" y="15091"/>
                    <a:pt x="14116" y="15091"/>
                  </a:cubicBezTo>
                  <a:cubicBezTo>
                    <a:pt x="14046" y="15091"/>
                    <a:pt x="14415" y="14487"/>
                    <a:pt x="15335" y="13053"/>
                  </a:cubicBezTo>
                  <a:cubicBezTo>
                    <a:pt x="15416" y="12927"/>
                    <a:pt x="15295" y="12789"/>
                    <a:pt x="15173" y="12789"/>
                  </a:cubicBezTo>
                  <a:cubicBezTo>
                    <a:pt x="15133" y="12789"/>
                    <a:pt x="15092" y="12804"/>
                    <a:pt x="15058" y="12840"/>
                  </a:cubicBezTo>
                  <a:cubicBezTo>
                    <a:pt x="13912" y="14072"/>
                    <a:pt x="13332" y="14734"/>
                    <a:pt x="13279" y="14734"/>
                  </a:cubicBezTo>
                  <a:cubicBezTo>
                    <a:pt x="13226" y="14734"/>
                    <a:pt x="13708" y="14060"/>
                    <a:pt x="14686" y="12620"/>
                  </a:cubicBezTo>
                  <a:cubicBezTo>
                    <a:pt x="14692" y="12614"/>
                    <a:pt x="14686" y="12609"/>
                    <a:pt x="14692" y="12603"/>
                  </a:cubicBezTo>
                  <a:close/>
                  <a:moveTo>
                    <a:pt x="16909" y="14381"/>
                  </a:moveTo>
                  <a:cubicBezTo>
                    <a:pt x="16949" y="14609"/>
                    <a:pt x="17004" y="14837"/>
                    <a:pt x="17073" y="15060"/>
                  </a:cubicBezTo>
                  <a:cubicBezTo>
                    <a:pt x="17045" y="15066"/>
                    <a:pt x="17016" y="15080"/>
                    <a:pt x="16995" y="15100"/>
                  </a:cubicBezTo>
                  <a:cubicBezTo>
                    <a:pt x="16677" y="15495"/>
                    <a:pt x="15297" y="17216"/>
                    <a:pt x="15096" y="17216"/>
                  </a:cubicBezTo>
                  <a:cubicBezTo>
                    <a:pt x="15009" y="17216"/>
                    <a:pt x="15142" y="16895"/>
                    <a:pt x="15676" y="16007"/>
                  </a:cubicBezTo>
                  <a:cubicBezTo>
                    <a:pt x="15667" y="15940"/>
                    <a:pt x="15653" y="15874"/>
                    <a:pt x="15636" y="15810"/>
                  </a:cubicBezTo>
                  <a:cubicBezTo>
                    <a:pt x="16089" y="15360"/>
                    <a:pt x="16513" y="14881"/>
                    <a:pt x="16909" y="14381"/>
                  </a:cubicBezTo>
                  <a:close/>
                  <a:moveTo>
                    <a:pt x="17212" y="15444"/>
                  </a:moveTo>
                  <a:cubicBezTo>
                    <a:pt x="17264" y="15568"/>
                    <a:pt x="17322" y="15686"/>
                    <a:pt x="17388" y="15802"/>
                  </a:cubicBezTo>
                  <a:cubicBezTo>
                    <a:pt x="16695" y="16567"/>
                    <a:pt x="16297" y="17063"/>
                    <a:pt x="16124" y="17289"/>
                  </a:cubicBezTo>
                  <a:cubicBezTo>
                    <a:pt x="16305" y="17026"/>
                    <a:pt x="16701" y="16411"/>
                    <a:pt x="17212" y="15444"/>
                  </a:cubicBezTo>
                  <a:close/>
                  <a:moveTo>
                    <a:pt x="27835" y="15386"/>
                  </a:moveTo>
                  <a:cubicBezTo>
                    <a:pt x="27854" y="15386"/>
                    <a:pt x="27872" y="15386"/>
                    <a:pt x="27891" y="15386"/>
                  </a:cubicBezTo>
                  <a:cubicBezTo>
                    <a:pt x="27065" y="16001"/>
                    <a:pt x="26398" y="16760"/>
                    <a:pt x="25778" y="17566"/>
                  </a:cubicBezTo>
                  <a:cubicBezTo>
                    <a:pt x="26193" y="16884"/>
                    <a:pt x="26566" y="16177"/>
                    <a:pt x="26898" y="15449"/>
                  </a:cubicBezTo>
                  <a:cubicBezTo>
                    <a:pt x="27209" y="15409"/>
                    <a:pt x="27522" y="15386"/>
                    <a:pt x="27835" y="15386"/>
                  </a:cubicBezTo>
                  <a:close/>
                  <a:moveTo>
                    <a:pt x="17683" y="16220"/>
                  </a:moveTo>
                  <a:cubicBezTo>
                    <a:pt x="17838" y="16402"/>
                    <a:pt x="18020" y="16558"/>
                    <a:pt x="18225" y="16682"/>
                  </a:cubicBezTo>
                  <a:cubicBezTo>
                    <a:pt x="17465" y="17490"/>
                    <a:pt x="17132" y="17836"/>
                    <a:pt x="17052" y="17836"/>
                  </a:cubicBezTo>
                  <a:cubicBezTo>
                    <a:pt x="16942" y="17836"/>
                    <a:pt x="17297" y="17201"/>
                    <a:pt x="17683" y="16220"/>
                  </a:cubicBezTo>
                  <a:close/>
                  <a:moveTo>
                    <a:pt x="30899" y="16047"/>
                  </a:moveTo>
                  <a:cubicBezTo>
                    <a:pt x="31165" y="16137"/>
                    <a:pt x="31436" y="16232"/>
                    <a:pt x="31710" y="16333"/>
                  </a:cubicBezTo>
                  <a:cubicBezTo>
                    <a:pt x="30983" y="16919"/>
                    <a:pt x="30293" y="17554"/>
                    <a:pt x="29649" y="18235"/>
                  </a:cubicBezTo>
                  <a:cubicBezTo>
                    <a:pt x="30111" y="17534"/>
                    <a:pt x="30530" y="16803"/>
                    <a:pt x="30899" y="16047"/>
                  </a:cubicBezTo>
                  <a:close/>
                  <a:moveTo>
                    <a:pt x="18592" y="16867"/>
                  </a:moveTo>
                  <a:cubicBezTo>
                    <a:pt x="18690" y="16907"/>
                    <a:pt x="18791" y="16939"/>
                    <a:pt x="18892" y="16968"/>
                  </a:cubicBezTo>
                  <a:cubicBezTo>
                    <a:pt x="18047" y="17809"/>
                    <a:pt x="17614" y="18385"/>
                    <a:pt x="17611" y="18385"/>
                  </a:cubicBezTo>
                  <a:cubicBezTo>
                    <a:pt x="17609" y="18385"/>
                    <a:pt x="17932" y="17948"/>
                    <a:pt x="18592" y="16867"/>
                  </a:cubicBezTo>
                  <a:close/>
                  <a:moveTo>
                    <a:pt x="19400" y="17063"/>
                  </a:moveTo>
                  <a:cubicBezTo>
                    <a:pt x="19579" y="17084"/>
                    <a:pt x="19758" y="17094"/>
                    <a:pt x="19938" y="17094"/>
                  </a:cubicBezTo>
                  <a:cubicBezTo>
                    <a:pt x="19982" y="17094"/>
                    <a:pt x="20026" y="17093"/>
                    <a:pt x="20070" y="17092"/>
                  </a:cubicBezTo>
                  <a:lnTo>
                    <a:pt x="20070" y="17092"/>
                  </a:lnTo>
                  <a:cubicBezTo>
                    <a:pt x="19363" y="17840"/>
                    <a:pt x="18947" y="18357"/>
                    <a:pt x="18733" y="18651"/>
                  </a:cubicBezTo>
                  <a:cubicBezTo>
                    <a:pt x="18898" y="18354"/>
                    <a:pt x="19149" y="17823"/>
                    <a:pt x="19400" y="17063"/>
                  </a:cubicBezTo>
                  <a:close/>
                  <a:moveTo>
                    <a:pt x="32097" y="16474"/>
                  </a:moveTo>
                  <a:cubicBezTo>
                    <a:pt x="32242" y="16529"/>
                    <a:pt x="32386" y="16587"/>
                    <a:pt x="32530" y="16645"/>
                  </a:cubicBezTo>
                  <a:cubicBezTo>
                    <a:pt x="31523" y="17638"/>
                    <a:pt x="30605" y="18712"/>
                    <a:pt x="29718" y="19806"/>
                  </a:cubicBezTo>
                  <a:lnTo>
                    <a:pt x="29716" y="19806"/>
                  </a:lnTo>
                  <a:cubicBezTo>
                    <a:pt x="30515" y="18700"/>
                    <a:pt x="31309" y="17592"/>
                    <a:pt x="32097" y="16474"/>
                  </a:cubicBezTo>
                  <a:close/>
                  <a:moveTo>
                    <a:pt x="34502" y="17563"/>
                  </a:moveTo>
                  <a:cubicBezTo>
                    <a:pt x="34733" y="17690"/>
                    <a:pt x="34958" y="17823"/>
                    <a:pt x="35178" y="17964"/>
                  </a:cubicBezTo>
                  <a:cubicBezTo>
                    <a:pt x="34170" y="18544"/>
                    <a:pt x="33281" y="19260"/>
                    <a:pt x="32467" y="20057"/>
                  </a:cubicBezTo>
                  <a:cubicBezTo>
                    <a:pt x="33142" y="19220"/>
                    <a:pt x="33821" y="18388"/>
                    <a:pt x="34502" y="17563"/>
                  </a:cubicBezTo>
                  <a:close/>
                  <a:moveTo>
                    <a:pt x="26283" y="15559"/>
                  </a:moveTo>
                  <a:cubicBezTo>
                    <a:pt x="24767" y="17118"/>
                    <a:pt x="23474" y="18853"/>
                    <a:pt x="22048" y="20496"/>
                  </a:cubicBezTo>
                  <a:cubicBezTo>
                    <a:pt x="22628" y="19823"/>
                    <a:pt x="24141" y="17722"/>
                    <a:pt x="24808" y="16278"/>
                  </a:cubicBezTo>
                  <a:cubicBezTo>
                    <a:pt x="24866" y="16157"/>
                    <a:pt x="24773" y="16035"/>
                    <a:pt x="24664" y="16035"/>
                  </a:cubicBezTo>
                  <a:cubicBezTo>
                    <a:pt x="24627" y="16035"/>
                    <a:pt x="24589" y="16049"/>
                    <a:pt x="24554" y="16082"/>
                  </a:cubicBezTo>
                  <a:cubicBezTo>
                    <a:pt x="23797" y="16792"/>
                    <a:pt x="23139" y="17525"/>
                    <a:pt x="22487" y="18331"/>
                  </a:cubicBezTo>
                  <a:cubicBezTo>
                    <a:pt x="22057" y="18857"/>
                    <a:pt x="21853" y="19060"/>
                    <a:pt x="21793" y="19060"/>
                  </a:cubicBezTo>
                  <a:cubicBezTo>
                    <a:pt x="21611" y="19060"/>
                    <a:pt x="22774" y="17173"/>
                    <a:pt x="22928" y="16899"/>
                  </a:cubicBezTo>
                  <a:cubicBezTo>
                    <a:pt x="22976" y="16815"/>
                    <a:pt x="22905" y="16739"/>
                    <a:pt x="22832" y="16739"/>
                  </a:cubicBezTo>
                  <a:cubicBezTo>
                    <a:pt x="22799" y="16739"/>
                    <a:pt x="22766" y="16754"/>
                    <a:pt x="22743" y="16792"/>
                  </a:cubicBezTo>
                  <a:cubicBezTo>
                    <a:pt x="22738" y="16798"/>
                    <a:pt x="22735" y="16806"/>
                    <a:pt x="22732" y="16812"/>
                  </a:cubicBezTo>
                  <a:cubicBezTo>
                    <a:pt x="22697" y="16779"/>
                    <a:pt x="22654" y="16758"/>
                    <a:pt x="22609" y="16758"/>
                  </a:cubicBezTo>
                  <a:cubicBezTo>
                    <a:pt x="22568" y="16758"/>
                    <a:pt x="22526" y="16776"/>
                    <a:pt x="22489" y="16821"/>
                  </a:cubicBezTo>
                  <a:cubicBezTo>
                    <a:pt x="22046" y="17363"/>
                    <a:pt x="21336" y="18652"/>
                    <a:pt x="21231" y="18652"/>
                  </a:cubicBezTo>
                  <a:cubicBezTo>
                    <a:pt x="21174" y="18652"/>
                    <a:pt x="21293" y="18280"/>
                    <a:pt x="21721" y="17219"/>
                  </a:cubicBezTo>
                  <a:cubicBezTo>
                    <a:pt x="21775" y="17084"/>
                    <a:pt x="21656" y="16991"/>
                    <a:pt x="21539" y="16991"/>
                  </a:cubicBezTo>
                  <a:cubicBezTo>
                    <a:pt x="21493" y="16991"/>
                    <a:pt x="21448" y="17006"/>
                    <a:pt x="21413" y="17037"/>
                  </a:cubicBezTo>
                  <a:cubicBezTo>
                    <a:pt x="20307" y="18026"/>
                    <a:pt x="19823" y="18755"/>
                    <a:pt x="19732" y="18904"/>
                  </a:cubicBezTo>
                  <a:lnTo>
                    <a:pt x="19732" y="18904"/>
                  </a:lnTo>
                  <a:cubicBezTo>
                    <a:pt x="19799" y="18784"/>
                    <a:pt x="20066" y="18272"/>
                    <a:pt x="20428" y="17219"/>
                  </a:cubicBezTo>
                  <a:cubicBezTo>
                    <a:pt x="20443" y="17167"/>
                    <a:pt x="20434" y="17112"/>
                    <a:pt x="20399" y="17072"/>
                  </a:cubicBezTo>
                  <a:cubicBezTo>
                    <a:pt x="20956" y="17020"/>
                    <a:pt x="21508" y="16922"/>
                    <a:pt x="22051" y="16778"/>
                  </a:cubicBezTo>
                  <a:cubicBezTo>
                    <a:pt x="23465" y="16422"/>
                    <a:pt x="24863" y="15851"/>
                    <a:pt x="26283" y="15559"/>
                  </a:cubicBezTo>
                  <a:close/>
                  <a:moveTo>
                    <a:pt x="28723" y="16523"/>
                  </a:moveTo>
                  <a:cubicBezTo>
                    <a:pt x="28745" y="16523"/>
                    <a:pt x="28603" y="16792"/>
                    <a:pt x="28183" y="17514"/>
                  </a:cubicBezTo>
                  <a:lnTo>
                    <a:pt x="28185" y="17517"/>
                  </a:lnTo>
                  <a:cubicBezTo>
                    <a:pt x="27265" y="19096"/>
                    <a:pt x="26035" y="20505"/>
                    <a:pt x="24886" y="21934"/>
                  </a:cubicBezTo>
                  <a:cubicBezTo>
                    <a:pt x="25668" y="20834"/>
                    <a:pt x="26433" y="19742"/>
                    <a:pt x="27201" y="18738"/>
                  </a:cubicBezTo>
                  <a:cubicBezTo>
                    <a:pt x="27442" y="18421"/>
                    <a:pt x="28664" y="16523"/>
                    <a:pt x="28723" y="16523"/>
                  </a:cubicBezTo>
                  <a:close/>
                  <a:moveTo>
                    <a:pt x="35027" y="19757"/>
                  </a:moveTo>
                  <a:cubicBezTo>
                    <a:pt x="35073" y="19757"/>
                    <a:pt x="34147" y="20878"/>
                    <a:pt x="33509" y="21613"/>
                  </a:cubicBezTo>
                  <a:cubicBezTo>
                    <a:pt x="33157" y="21977"/>
                    <a:pt x="32816" y="22352"/>
                    <a:pt x="32490" y="22739"/>
                  </a:cubicBezTo>
                  <a:cubicBezTo>
                    <a:pt x="32190" y="23065"/>
                    <a:pt x="31884" y="23393"/>
                    <a:pt x="31586" y="23722"/>
                  </a:cubicBezTo>
                  <a:lnTo>
                    <a:pt x="31586" y="23722"/>
                  </a:lnTo>
                  <a:cubicBezTo>
                    <a:pt x="32440" y="22682"/>
                    <a:pt x="33289" y="21662"/>
                    <a:pt x="34147" y="20701"/>
                  </a:cubicBezTo>
                  <a:cubicBezTo>
                    <a:pt x="34758" y="20016"/>
                    <a:pt x="35005" y="19757"/>
                    <a:pt x="35027" y="19757"/>
                  </a:cubicBezTo>
                  <a:close/>
                  <a:moveTo>
                    <a:pt x="28429" y="23607"/>
                  </a:moveTo>
                  <a:lnTo>
                    <a:pt x="28429" y="23607"/>
                  </a:lnTo>
                  <a:cubicBezTo>
                    <a:pt x="28323" y="23750"/>
                    <a:pt x="28217" y="23892"/>
                    <a:pt x="28112" y="24035"/>
                  </a:cubicBezTo>
                  <a:lnTo>
                    <a:pt x="28112" y="24035"/>
                  </a:lnTo>
                  <a:cubicBezTo>
                    <a:pt x="28197" y="23922"/>
                    <a:pt x="28281" y="23809"/>
                    <a:pt x="28364" y="23695"/>
                  </a:cubicBezTo>
                  <a:cubicBezTo>
                    <a:pt x="28386" y="23665"/>
                    <a:pt x="28407" y="23636"/>
                    <a:pt x="28429" y="23607"/>
                  </a:cubicBezTo>
                  <a:close/>
                  <a:moveTo>
                    <a:pt x="30141" y="16890"/>
                  </a:moveTo>
                  <a:cubicBezTo>
                    <a:pt x="28459" y="18908"/>
                    <a:pt x="26575" y="21742"/>
                    <a:pt x="24666" y="23960"/>
                  </a:cubicBezTo>
                  <a:cubicBezTo>
                    <a:pt x="24533" y="24115"/>
                    <a:pt x="24400" y="24271"/>
                    <a:pt x="24268" y="24427"/>
                  </a:cubicBezTo>
                  <a:lnTo>
                    <a:pt x="24268" y="24427"/>
                  </a:lnTo>
                  <a:cubicBezTo>
                    <a:pt x="26238" y="21929"/>
                    <a:pt x="28099" y="19336"/>
                    <a:pt x="30141" y="16890"/>
                  </a:cubicBezTo>
                  <a:close/>
                  <a:moveTo>
                    <a:pt x="40836" y="23328"/>
                  </a:moveTo>
                  <a:cubicBezTo>
                    <a:pt x="41041" y="23357"/>
                    <a:pt x="41246" y="23397"/>
                    <a:pt x="41445" y="23452"/>
                  </a:cubicBezTo>
                  <a:cubicBezTo>
                    <a:pt x="40868" y="23943"/>
                    <a:pt x="40354" y="24489"/>
                    <a:pt x="39872" y="25063"/>
                  </a:cubicBezTo>
                  <a:cubicBezTo>
                    <a:pt x="40233" y="24561"/>
                    <a:pt x="40574" y="24047"/>
                    <a:pt x="40859" y="23496"/>
                  </a:cubicBezTo>
                  <a:cubicBezTo>
                    <a:pt x="40885" y="23441"/>
                    <a:pt x="40877" y="23374"/>
                    <a:pt x="40836" y="23328"/>
                  </a:cubicBezTo>
                  <a:close/>
                  <a:moveTo>
                    <a:pt x="34630" y="18645"/>
                  </a:moveTo>
                  <a:cubicBezTo>
                    <a:pt x="34743" y="18645"/>
                    <a:pt x="34589" y="18938"/>
                    <a:pt x="33971" y="19725"/>
                  </a:cubicBezTo>
                  <a:lnTo>
                    <a:pt x="33971" y="19728"/>
                  </a:lnTo>
                  <a:cubicBezTo>
                    <a:pt x="33024" y="20929"/>
                    <a:pt x="31849" y="21974"/>
                    <a:pt x="30816" y="23106"/>
                  </a:cubicBezTo>
                  <a:cubicBezTo>
                    <a:pt x="30030" y="23966"/>
                    <a:pt x="29219" y="24803"/>
                    <a:pt x="28399" y="25632"/>
                  </a:cubicBezTo>
                  <a:cubicBezTo>
                    <a:pt x="29513" y="24102"/>
                    <a:pt x="30593" y="22543"/>
                    <a:pt x="31823" y="21099"/>
                  </a:cubicBezTo>
                  <a:cubicBezTo>
                    <a:pt x="32167" y="20699"/>
                    <a:pt x="34330" y="18645"/>
                    <a:pt x="34630" y="18645"/>
                  </a:cubicBezTo>
                  <a:close/>
                  <a:moveTo>
                    <a:pt x="35657" y="20447"/>
                  </a:moveTo>
                  <a:cubicBezTo>
                    <a:pt x="35605" y="20537"/>
                    <a:pt x="35674" y="20614"/>
                    <a:pt x="35755" y="20629"/>
                  </a:cubicBezTo>
                  <a:cubicBezTo>
                    <a:pt x="34597" y="22459"/>
                    <a:pt x="32201" y="24310"/>
                    <a:pt x="30934" y="25664"/>
                  </a:cubicBezTo>
                  <a:cubicBezTo>
                    <a:pt x="30587" y="26030"/>
                    <a:pt x="30247" y="26403"/>
                    <a:pt x="29909" y="26772"/>
                  </a:cubicBezTo>
                  <a:cubicBezTo>
                    <a:pt x="30198" y="26325"/>
                    <a:pt x="30481" y="25874"/>
                    <a:pt x="30778" y="25433"/>
                  </a:cubicBezTo>
                  <a:cubicBezTo>
                    <a:pt x="31185" y="24826"/>
                    <a:pt x="31615" y="24240"/>
                    <a:pt x="32060" y="23666"/>
                  </a:cubicBezTo>
                  <a:lnTo>
                    <a:pt x="32060" y="23669"/>
                  </a:lnTo>
                  <a:cubicBezTo>
                    <a:pt x="32611" y="23088"/>
                    <a:pt x="33160" y="22508"/>
                    <a:pt x="33682" y="21908"/>
                  </a:cubicBezTo>
                  <a:cubicBezTo>
                    <a:pt x="34441" y="21357"/>
                    <a:pt x="35494" y="20728"/>
                    <a:pt x="35657" y="20447"/>
                  </a:cubicBezTo>
                  <a:close/>
                  <a:moveTo>
                    <a:pt x="46186" y="25459"/>
                  </a:moveTo>
                  <a:cubicBezTo>
                    <a:pt x="46325" y="25548"/>
                    <a:pt x="46454" y="25646"/>
                    <a:pt x="46579" y="25753"/>
                  </a:cubicBezTo>
                  <a:cubicBezTo>
                    <a:pt x="46177" y="26180"/>
                    <a:pt x="45785" y="26614"/>
                    <a:pt x="45386" y="27044"/>
                  </a:cubicBezTo>
                  <a:cubicBezTo>
                    <a:pt x="45718" y="26550"/>
                    <a:pt x="45987" y="26019"/>
                    <a:pt x="46186" y="25459"/>
                  </a:cubicBezTo>
                  <a:close/>
                  <a:moveTo>
                    <a:pt x="31064" y="17263"/>
                  </a:moveTo>
                  <a:cubicBezTo>
                    <a:pt x="31197" y="17263"/>
                    <a:pt x="29285" y="19885"/>
                    <a:pt x="29080" y="20170"/>
                  </a:cubicBezTo>
                  <a:cubicBezTo>
                    <a:pt x="28108" y="21518"/>
                    <a:pt x="27109" y="22846"/>
                    <a:pt x="26104" y="24171"/>
                  </a:cubicBezTo>
                  <a:cubicBezTo>
                    <a:pt x="25772" y="24532"/>
                    <a:pt x="25434" y="24884"/>
                    <a:pt x="25085" y="25228"/>
                  </a:cubicBezTo>
                  <a:cubicBezTo>
                    <a:pt x="24354" y="25941"/>
                    <a:pt x="23607" y="26648"/>
                    <a:pt x="22899" y="27387"/>
                  </a:cubicBezTo>
                  <a:cubicBezTo>
                    <a:pt x="25604" y="24194"/>
                    <a:pt x="27957" y="20698"/>
                    <a:pt x="30749" y="17571"/>
                  </a:cubicBezTo>
                  <a:cubicBezTo>
                    <a:pt x="30942" y="17355"/>
                    <a:pt x="31039" y="17263"/>
                    <a:pt x="31064" y="17263"/>
                  </a:cubicBezTo>
                  <a:close/>
                  <a:moveTo>
                    <a:pt x="28367" y="15406"/>
                  </a:moveTo>
                  <a:cubicBezTo>
                    <a:pt x="28650" y="15432"/>
                    <a:pt x="28933" y="15478"/>
                    <a:pt x="29210" y="15545"/>
                  </a:cubicBezTo>
                  <a:cubicBezTo>
                    <a:pt x="27536" y="17771"/>
                    <a:pt x="25778" y="19930"/>
                    <a:pt x="24109" y="22159"/>
                  </a:cubicBezTo>
                  <a:cubicBezTo>
                    <a:pt x="23301" y="23244"/>
                    <a:pt x="22533" y="24350"/>
                    <a:pt x="21701" y="25418"/>
                  </a:cubicBezTo>
                  <a:cubicBezTo>
                    <a:pt x="21037" y="26279"/>
                    <a:pt x="19337" y="27217"/>
                    <a:pt x="18875" y="27996"/>
                  </a:cubicBezTo>
                  <a:cubicBezTo>
                    <a:pt x="21577" y="23438"/>
                    <a:pt x="25931" y="20184"/>
                    <a:pt x="28367" y="15418"/>
                  </a:cubicBezTo>
                  <a:cubicBezTo>
                    <a:pt x="28367" y="15415"/>
                    <a:pt x="28367" y="15412"/>
                    <a:pt x="28367" y="15406"/>
                  </a:cubicBezTo>
                  <a:close/>
                  <a:moveTo>
                    <a:pt x="44162" y="24509"/>
                  </a:moveTo>
                  <a:lnTo>
                    <a:pt x="44162" y="24509"/>
                  </a:lnTo>
                  <a:cubicBezTo>
                    <a:pt x="44748" y="24725"/>
                    <a:pt x="45343" y="24962"/>
                    <a:pt x="45868" y="25262"/>
                  </a:cubicBezTo>
                  <a:cubicBezTo>
                    <a:pt x="45161" y="25843"/>
                    <a:pt x="44485" y="26463"/>
                    <a:pt x="43847" y="27122"/>
                  </a:cubicBezTo>
                  <a:cubicBezTo>
                    <a:pt x="44272" y="26475"/>
                    <a:pt x="44662" y="25805"/>
                    <a:pt x="44965" y="25075"/>
                  </a:cubicBezTo>
                  <a:cubicBezTo>
                    <a:pt x="45008" y="24969"/>
                    <a:pt x="44911" y="24894"/>
                    <a:pt x="44817" y="24894"/>
                  </a:cubicBezTo>
                  <a:cubicBezTo>
                    <a:pt x="44780" y="24894"/>
                    <a:pt x="44744" y="24905"/>
                    <a:pt x="44716" y="24930"/>
                  </a:cubicBezTo>
                  <a:cubicBezTo>
                    <a:pt x="43536" y="25993"/>
                    <a:pt x="42430" y="27148"/>
                    <a:pt x="41362" y="28349"/>
                  </a:cubicBezTo>
                  <a:cubicBezTo>
                    <a:pt x="42312" y="27073"/>
                    <a:pt x="43250" y="25797"/>
                    <a:pt x="44165" y="24512"/>
                  </a:cubicBezTo>
                  <a:lnTo>
                    <a:pt x="44162" y="24509"/>
                  </a:lnTo>
                  <a:close/>
                  <a:moveTo>
                    <a:pt x="47332" y="26781"/>
                  </a:moveTo>
                  <a:cubicBezTo>
                    <a:pt x="47401" y="26951"/>
                    <a:pt x="47450" y="27133"/>
                    <a:pt x="47476" y="27318"/>
                  </a:cubicBezTo>
                  <a:cubicBezTo>
                    <a:pt x="47482" y="27353"/>
                    <a:pt x="47497" y="27384"/>
                    <a:pt x="47517" y="27413"/>
                  </a:cubicBezTo>
                  <a:cubicBezTo>
                    <a:pt x="47055" y="27754"/>
                    <a:pt x="46602" y="28109"/>
                    <a:pt x="46163" y="28490"/>
                  </a:cubicBezTo>
                  <a:cubicBezTo>
                    <a:pt x="46567" y="27930"/>
                    <a:pt x="46963" y="27361"/>
                    <a:pt x="47332" y="26781"/>
                  </a:cubicBezTo>
                  <a:close/>
                  <a:moveTo>
                    <a:pt x="29551" y="15623"/>
                  </a:moveTo>
                  <a:lnTo>
                    <a:pt x="29551" y="15623"/>
                  </a:lnTo>
                  <a:cubicBezTo>
                    <a:pt x="29571" y="15628"/>
                    <a:pt x="29589" y="15628"/>
                    <a:pt x="29609" y="15634"/>
                  </a:cubicBezTo>
                  <a:cubicBezTo>
                    <a:pt x="29900" y="15727"/>
                    <a:pt x="30221" y="15828"/>
                    <a:pt x="30553" y="15937"/>
                  </a:cubicBezTo>
                  <a:cubicBezTo>
                    <a:pt x="26882" y="20151"/>
                    <a:pt x="23875" y="24900"/>
                    <a:pt x="19962" y="28909"/>
                  </a:cubicBezTo>
                  <a:lnTo>
                    <a:pt x="19962" y="28909"/>
                  </a:lnTo>
                  <a:cubicBezTo>
                    <a:pt x="21381" y="27416"/>
                    <a:pt x="22850" y="25260"/>
                    <a:pt x="24164" y="23395"/>
                  </a:cubicBezTo>
                  <a:cubicBezTo>
                    <a:pt x="26014" y="20770"/>
                    <a:pt x="28151" y="18559"/>
                    <a:pt x="29551" y="15637"/>
                  </a:cubicBezTo>
                  <a:cubicBezTo>
                    <a:pt x="29554" y="15631"/>
                    <a:pt x="29551" y="15628"/>
                    <a:pt x="29551" y="15623"/>
                  </a:cubicBezTo>
                  <a:close/>
                  <a:moveTo>
                    <a:pt x="37050" y="23522"/>
                  </a:moveTo>
                  <a:cubicBezTo>
                    <a:pt x="37125" y="23522"/>
                    <a:pt x="36886" y="23893"/>
                    <a:pt x="36119" y="24876"/>
                  </a:cubicBezTo>
                  <a:cubicBezTo>
                    <a:pt x="34970" y="26348"/>
                    <a:pt x="33550" y="27679"/>
                    <a:pt x="32178" y="29021"/>
                  </a:cubicBezTo>
                  <a:cubicBezTo>
                    <a:pt x="32701" y="28334"/>
                    <a:pt x="33220" y="27647"/>
                    <a:pt x="33752" y="26966"/>
                  </a:cubicBezTo>
                  <a:cubicBezTo>
                    <a:pt x="34141" y="26463"/>
                    <a:pt x="36839" y="23522"/>
                    <a:pt x="37050" y="23522"/>
                  </a:cubicBezTo>
                  <a:close/>
                  <a:moveTo>
                    <a:pt x="50236" y="27581"/>
                  </a:moveTo>
                  <a:cubicBezTo>
                    <a:pt x="50499" y="27618"/>
                    <a:pt x="50756" y="27673"/>
                    <a:pt x="51013" y="27742"/>
                  </a:cubicBezTo>
                  <a:cubicBezTo>
                    <a:pt x="50314" y="28340"/>
                    <a:pt x="49624" y="28964"/>
                    <a:pt x="48940" y="29604"/>
                  </a:cubicBezTo>
                  <a:cubicBezTo>
                    <a:pt x="49422" y="28981"/>
                    <a:pt x="49867" y="28320"/>
                    <a:pt x="50236" y="27592"/>
                  </a:cubicBezTo>
                  <a:cubicBezTo>
                    <a:pt x="50239" y="27589"/>
                    <a:pt x="50236" y="27584"/>
                    <a:pt x="50236" y="27581"/>
                  </a:cubicBezTo>
                  <a:close/>
                  <a:moveTo>
                    <a:pt x="41731" y="23536"/>
                  </a:moveTo>
                  <a:lnTo>
                    <a:pt x="41731" y="23536"/>
                  </a:lnTo>
                  <a:cubicBezTo>
                    <a:pt x="41887" y="23588"/>
                    <a:pt x="42037" y="23651"/>
                    <a:pt x="42185" y="23727"/>
                  </a:cubicBezTo>
                  <a:cubicBezTo>
                    <a:pt x="42635" y="23963"/>
                    <a:pt x="43221" y="24168"/>
                    <a:pt x="43842" y="24391"/>
                  </a:cubicBezTo>
                  <a:cubicBezTo>
                    <a:pt x="42029" y="26004"/>
                    <a:pt x="40501" y="27930"/>
                    <a:pt x="38966" y="29850"/>
                  </a:cubicBezTo>
                  <a:cubicBezTo>
                    <a:pt x="40337" y="28066"/>
                    <a:pt x="41552" y="26212"/>
                    <a:pt x="42485" y="24255"/>
                  </a:cubicBezTo>
                  <a:cubicBezTo>
                    <a:pt x="42535" y="24149"/>
                    <a:pt x="42454" y="23997"/>
                    <a:pt x="42346" y="23997"/>
                  </a:cubicBezTo>
                  <a:cubicBezTo>
                    <a:pt x="42318" y="23997"/>
                    <a:pt x="42289" y="24007"/>
                    <a:pt x="42260" y="24030"/>
                  </a:cubicBezTo>
                  <a:cubicBezTo>
                    <a:pt x="41460" y="24645"/>
                    <a:pt x="40721" y="25340"/>
                    <a:pt x="40016" y="26082"/>
                  </a:cubicBezTo>
                  <a:cubicBezTo>
                    <a:pt x="40600" y="25268"/>
                    <a:pt x="41171" y="24448"/>
                    <a:pt x="41720" y="23602"/>
                  </a:cubicBezTo>
                  <a:cubicBezTo>
                    <a:pt x="41728" y="23582"/>
                    <a:pt x="41734" y="23559"/>
                    <a:pt x="41731" y="23536"/>
                  </a:cubicBezTo>
                  <a:close/>
                  <a:moveTo>
                    <a:pt x="35435" y="18137"/>
                  </a:moveTo>
                  <a:cubicBezTo>
                    <a:pt x="36416" y="18804"/>
                    <a:pt x="37216" y="19610"/>
                    <a:pt x="37623" y="20585"/>
                  </a:cubicBezTo>
                  <a:cubicBezTo>
                    <a:pt x="37609" y="20581"/>
                    <a:pt x="37595" y="20578"/>
                    <a:pt x="37582" y="20578"/>
                  </a:cubicBezTo>
                  <a:cubicBezTo>
                    <a:pt x="37546" y="20578"/>
                    <a:pt x="37513" y="20594"/>
                    <a:pt x="37490" y="20623"/>
                  </a:cubicBezTo>
                  <a:cubicBezTo>
                    <a:pt x="36492" y="21765"/>
                    <a:pt x="35505" y="22935"/>
                    <a:pt x="34521" y="24108"/>
                  </a:cubicBezTo>
                  <a:lnTo>
                    <a:pt x="34521" y="24108"/>
                  </a:lnTo>
                  <a:cubicBezTo>
                    <a:pt x="35467" y="22835"/>
                    <a:pt x="36364" y="21550"/>
                    <a:pt x="37184" y="20259"/>
                  </a:cubicBezTo>
                  <a:cubicBezTo>
                    <a:pt x="37247" y="20157"/>
                    <a:pt x="37150" y="20044"/>
                    <a:pt x="37052" y="20044"/>
                  </a:cubicBezTo>
                  <a:cubicBezTo>
                    <a:pt x="37019" y="20044"/>
                    <a:pt x="36986" y="20057"/>
                    <a:pt x="36959" y="20086"/>
                  </a:cubicBezTo>
                  <a:cubicBezTo>
                    <a:pt x="33983" y="23371"/>
                    <a:pt x="30917" y="26602"/>
                    <a:pt x="27905" y="29873"/>
                  </a:cubicBezTo>
                  <a:cubicBezTo>
                    <a:pt x="27940" y="29821"/>
                    <a:pt x="27978" y="29769"/>
                    <a:pt x="28009" y="29714"/>
                  </a:cubicBezTo>
                  <a:cubicBezTo>
                    <a:pt x="28321" y="29241"/>
                    <a:pt x="28627" y="28761"/>
                    <a:pt x="28933" y="28282"/>
                  </a:cubicBezTo>
                  <a:cubicBezTo>
                    <a:pt x="29970" y="27156"/>
                    <a:pt x="31003" y="26027"/>
                    <a:pt x="32051" y="24910"/>
                  </a:cubicBezTo>
                  <a:cubicBezTo>
                    <a:pt x="33463" y="23406"/>
                    <a:pt x="35885" y="21688"/>
                    <a:pt x="36564" y="19690"/>
                  </a:cubicBezTo>
                  <a:cubicBezTo>
                    <a:pt x="36587" y="19624"/>
                    <a:pt x="36555" y="19552"/>
                    <a:pt x="36491" y="19526"/>
                  </a:cubicBezTo>
                  <a:lnTo>
                    <a:pt x="36633" y="19283"/>
                  </a:lnTo>
                  <a:cubicBezTo>
                    <a:pt x="36684" y="19197"/>
                    <a:pt x="36609" y="19084"/>
                    <a:pt x="36519" y="19084"/>
                  </a:cubicBezTo>
                  <a:cubicBezTo>
                    <a:pt x="36497" y="19084"/>
                    <a:pt x="36475" y="19090"/>
                    <a:pt x="36454" y="19104"/>
                  </a:cubicBezTo>
                  <a:cubicBezTo>
                    <a:pt x="35957" y="19442"/>
                    <a:pt x="35478" y="19806"/>
                    <a:pt x="35022" y="20196"/>
                  </a:cubicBezTo>
                  <a:cubicBezTo>
                    <a:pt x="35299" y="19800"/>
                    <a:pt x="35550" y="19390"/>
                    <a:pt x="35778" y="18966"/>
                  </a:cubicBezTo>
                  <a:cubicBezTo>
                    <a:pt x="35832" y="18860"/>
                    <a:pt x="35746" y="18749"/>
                    <a:pt x="35651" y="18749"/>
                  </a:cubicBezTo>
                  <a:cubicBezTo>
                    <a:pt x="35619" y="18749"/>
                    <a:pt x="35585" y="18762"/>
                    <a:pt x="35556" y="18793"/>
                  </a:cubicBezTo>
                  <a:cubicBezTo>
                    <a:pt x="34461" y="19921"/>
                    <a:pt x="33387" y="21073"/>
                    <a:pt x="32326" y="22240"/>
                  </a:cubicBezTo>
                  <a:lnTo>
                    <a:pt x="32326" y="22240"/>
                  </a:lnTo>
                  <a:cubicBezTo>
                    <a:pt x="33471" y="20939"/>
                    <a:pt x="34527" y="19583"/>
                    <a:pt x="35435" y="18137"/>
                  </a:cubicBezTo>
                  <a:close/>
                  <a:moveTo>
                    <a:pt x="24629" y="24520"/>
                  </a:moveTo>
                  <a:lnTo>
                    <a:pt x="24629" y="24520"/>
                  </a:lnTo>
                  <a:cubicBezTo>
                    <a:pt x="23428" y="26163"/>
                    <a:pt x="22215" y="27777"/>
                    <a:pt x="20884" y="29203"/>
                  </a:cubicBezTo>
                  <a:lnTo>
                    <a:pt x="20887" y="29203"/>
                  </a:lnTo>
                  <a:cubicBezTo>
                    <a:pt x="20437" y="29685"/>
                    <a:pt x="20246" y="29877"/>
                    <a:pt x="20228" y="29877"/>
                  </a:cubicBezTo>
                  <a:cubicBezTo>
                    <a:pt x="20159" y="29877"/>
                    <a:pt x="22437" y="27259"/>
                    <a:pt x="22700" y="26925"/>
                  </a:cubicBezTo>
                  <a:cubicBezTo>
                    <a:pt x="23347" y="26117"/>
                    <a:pt x="23982" y="25317"/>
                    <a:pt x="24629" y="24520"/>
                  </a:cubicBezTo>
                  <a:close/>
                  <a:moveTo>
                    <a:pt x="51440" y="27884"/>
                  </a:moveTo>
                  <a:cubicBezTo>
                    <a:pt x="51715" y="27988"/>
                    <a:pt x="51977" y="28123"/>
                    <a:pt x="52223" y="28285"/>
                  </a:cubicBezTo>
                  <a:cubicBezTo>
                    <a:pt x="51481" y="28935"/>
                    <a:pt x="50745" y="29602"/>
                    <a:pt x="50014" y="30289"/>
                  </a:cubicBezTo>
                  <a:cubicBezTo>
                    <a:pt x="50540" y="29518"/>
                    <a:pt x="51016" y="28712"/>
                    <a:pt x="51440" y="27884"/>
                  </a:cubicBezTo>
                  <a:close/>
                  <a:moveTo>
                    <a:pt x="24837" y="25805"/>
                  </a:moveTo>
                  <a:lnTo>
                    <a:pt x="24837" y="25805"/>
                  </a:lnTo>
                  <a:cubicBezTo>
                    <a:pt x="23973" y="26908"/>
                    <a:pt x="23099" y="28002"/>
                    <a:pt x="22215" y="29088"/>
                  </a:cubicBezTo>
                  <a:cubicBezTo>
                    <a:pt x="21690" y="29726"/>
                    <a:pt x="21158" y="30364"/>
                    <a:pt x="20624" y="30996"/>
                  </a:cubicBezTo>
                  <a:cubicBezTo>
                    <a:pt x="21245" y="30257"/>
                    <a:pt x="21785" y="29070"/>
                    <a:pt x="22449" y="28291"/>
                  </a:cubicBezTo>
                  <a:cubicBezTo>
                    <a:pt x="23200" y="27419"/>
                    <a:pt x="24014" y="26611"/>
                    <a:pt x="24837" y="25805"/>
                  </a:cubicBezTo>
                  <a:close/>
                  <a:moveTo>
                    <a:pt x="32839" y="16772"/>
                  </a:moveTo>
                  <a:cubicBezTo>
                    <a:pt x="33041" y="16855"/>
                    <a:pt x="33243" y="16945"/>
                    <a:pt x="33446" y="17037"/>
                  </a:cubicBezTo>
                  <a:cubicBezTo>
                    <a:pt x="33428" y="17046"/>
                    <a:pt x="33411" y="17043"/>
                    <a:pt x="33394" y="17060"/>
                  </a:cubicBezTo>
                  <a:cubicBezTo>
                    <a:pt x="31490" y="19021"/>
                    <a:pt x="30034" y="21400"/>
                    <a:pt x="28429" y="23607"/>
                  </a:cubicBezTo>
                  <a:lnTo>
                    <a:pt x="28429" y="23607"/>
                  </a:lnTo>
                  <a:cubicBezTo>
                    <a:pt x="30050" y="21417"/>
                    <a:pt x="31696" y="19247"/>
                    <a:pt x="33613" y="17277"/>
                  </a:cubicBezTo>
                  <a:cubicBezTo>
                    <a:pt x="33653" y="17234"/>
                    <a:pt x="33662" y="17173"/>
                    <a:pt x="33636" y="17121"/>
                  </a:cubicBezTo>
                  <a:lnTo>
                    <a:pt x="33636" y="17121"/>
                  </a:lnTo>
                  <a:cubicBezTo>
                    <a:pt x="33835" y="17216"/>
                    <a:pt x="34035" y="17314"/>
                    <a:pt x="34231" y="17418"/>
                  </a:cubicBezTo>
                  <a:cubicBezTo>
                    <a:pt x="31812" y="19442"/>
                    <a:pt x="30030" y="21968"/>
                    <a:pt x="27986" y="24353"/>
                  </a:cubicBezTo>
                  <a:lnTo>
                    <a:pt x="27983" y="24353"/>
                  </a:lnTo>
                  <a:cubicBezTo>
                    <a:pt x="27804" y="24561"/>
                    <a:pt x="27611" y="24757"/>
                    <a:pt x="27426" y="24962"/>
                  </a:cubicBezTo>
                  <a:cubicBezTo>
                    <a:pt x="27655" y="24653"/>
                    <a:pt x="27883" y="24344"/>
                    <a:pt x="28112" y="24035"/>
                  </a:cubicBezTo>
                  <a:lnTo>
                    <a:pt x="28112" y="24035"/>
                  </a:lnTo>
                  <a:cubicBezTo>
                    <a:pt x="27814" y="24431"/>
                    <a:pt x="27506" y="24820"/>
                    <a:pt x="27201" y="25210"/>
                  </a:cubicBezTo>
                  <a:cubicBezTo>
                    <a:pt x="26967" y="25464"/>
                    <a:pt x="26739" y="25724"/>
                    <a:pt x="26502" y="25973"/>
                  </a:cubicBezTo>
                  <a:cubicBezTo>
                    <a:pt x="26696" y="25771"/>
                    <a:pt x="26889" y="25566"/>
                    <a:pt x="27083" y="25361"/>
                  </a:cubicBezTo>
                  <a:lnTo>
                    <a:pt x="27083" y="25361"/>
                  </a:lnTo>
                  <a:cubicBezTo>
                    <a:pt x="26292" y="26368"/>
                    <a:pt x="25486" y="27361"/>
                    <a:pt x="24655" y="28334"/>
                  </a:cubicBezTo>
                  <a:cubicBezTo>
                    <a:pt x="24086" y="28998"/>
                    <a:pt x="23029" y="29801"/>
                    <a:pt x="22215" y="30589"/>
                  </a:cubicBezTo>
                  <a:cubicBezTo>
                    <a:pt x="23358" y="29304"/>
                    <a:pt x="24559" y="28019"/>
                    <a:pt x="25769" y="26743"/>
                  </a:cubicBezTo>
                  <a:lnTo>
                    <a:pt x="25769" y="26743"/>
                  </a:lnTo>
                  <a:cubicBezTo>
                    <a:pt x="24375" y="28175"/>
                    <a:pt x="22954" y="29587"/>
                    <a:pt x="21620" y="31083"/>
                  </a:cubicBezTo>
                  <a:cubicBezTo>
                    <a:pt x="24577" y="25765"/>
                    <a:pt x="30143" y="22344"/>
                    <a:pt x="32839" y="16772"/>
                  </a:cubicBezTo>
                  <a:close/>
                  <a:moveTo>
                    <a:pt x="46743" y="28437"/>
                  </a:moveTo>
                  <a:cubicBezTo>
                    <a:pt x="46787" y="28437"/>
                    <a:pt x="46560" y="28734"/>
                    <a:pt x="45871" y="29524"/>
                  </a:cubicBezTo>
                  <a:lnTo>
                    <a:pt x="45776" y="29630"/>
                  </a:lnTo>
                  <a:cubicBezTo>
                    <a:pt x="45126" y="30228"/>
                    <a:pt x="44485" y="30834"/>
                    <a:pt x="43856" y="31449"/>
                  </a:cubicBezTo>
                  <a:cubicBezTo>
                    <a:pt x="43951" y="31325"/>
                    <a:pt x="44041" y="31195"/>
                    <a:pt x="44139" y="31071"/>
                  </a:cubicBezTo>
                  <a:cubicBezTo>
                    <a:pt x="44471" y="30651"/>
                    <a:pt x="46622" y="28437"/>
                    <a:pt x="46743" y="28437"/>
                  </a:cubicBezTo>
                  <a:close/>
                  <a:moveTo>
                    <a:pt x="53574" y="30410"/>
                  </a:moveTo>
                  <a:cubicBezTo>
                    <a:pt x="53606" y="30612"/>
                    <a:pt x="53617" y="30817"/>
                    <a:pt x="53614" y="31025"/>
                  </a:cubicBezTo>
                  <a:cubicBezTo>
                    <a:pt x="53603" y="31031"/>
                    <a:pt x="53588" y="31028"/>
                    <a:pt x="53577" y="31036"/>
                  </a:cubicBezTo>
                  <a:cubicBezTo>
                    <a:pt x="53311" y="31239"/>
                    <a:pt x="53054" y="31455"/>
                    <a:pt x="52800" y="31674"/>
                  </a:cubicBezTo>
                  <a:cubicBezTo>
                    <a:pt x="53080" y="31267"/>
                    <a:pt x="53337" y="30846"/>
                    <a:pt x="53574" y="30410"/>
                  </a:cubicBezTo>
                  <a:close/>
                  <a:moveTo>
                    <a:pt x="53138" y="29235"/>
                  </a:moveTo>
                  <a:cubicBezTo>
                    <a:pt x="53259" y="29425"/>
                    <a:pt x="53363" y="29630"/>
                    <a:pt x="53444" y="29844"/>
                  </a:cubicBezTo>
                  <a:cubicBezTo>
                    <a:pt x="53484" y="29954"/>
                    <a:pt x="53496" y="30072"/>
                    <a:pt x="53522" y="30188"/>
                  </a:cubicBezTo>
                  <a:cubicBezTo>
                    <a:pt x="53495" y="30171"/>
                    <a:pt x="53465" y="30163"/>
                    <a:pt x="53435" y="30163"/>
                  </a:cubicBezTo>
                  <a:cubicBezTo>
                    <a:pt x="53397" y="30163"/>
                    <a:pt x="53359" y="30176"/>
                    <a:pt x="53328" y="30202"/>
                  </a:cubicBezTo>
                  <a:cubicBezTo>
                    <a:pt x="52581" y="30826"/>
                    <a:pt x="51859" y="31484"/>
                    <a:pt x="51152" y="32162"/>
                  </a:cubicBezTo>
                  <a:cubicBezTo>
                    <a:pt x="51899" y="31250"/>
                    <a:pt x="52584" y="30289"/>
                    <a:pt x="53138" y="29235"/>
                  </a:cubicBezTo>
                  <a:close/>
                  <a:moveTo>
                    <a:pt x="28740" y="24633"/>
                  </a:moveTo>
                  <a:lnTo>
                    <a:pt x="28425" y="25069"/>
                  </a:lnTo>
                  <a:cubicBezTo>
                    <a:pt x="27689" y="26088"/>
                    <a:pt x="26863" y="27052"/>
                    <a:pt x="26020" y="28008"/>
                  </a:cubicBezTo>
                  <a:cubicBezTo>
                    <a:pt x="24854" y="29163"/>
                    <a:pt x="23688" y="30318"/>
                    <a:pt x="22553" y="31504"/>
                  </a:cubicBezTo>
                  <a:cubicBezTo>
                    <a:pt x="21862" y="32228"/>
                    <a:pt x="21595" y="32501"/>
                    <a:pt x="21586" y="32501"/>
                  </a:cubicBezTo>
                  <a:cubicBezTo>
                    <a:pt x="21563" y="32501"/>
                    <a:pt x="23290" y="30645"/>
                    <a:pt x="23797" y="30098"/>
                  </a:cubicBezTo>
                  <a:cubicBezTo>
                    <a:pt x="24874" y="28938"/>
                    <a:pt x="25980" y="27815"/>
                    <a:pt x="27031" y="26631"/>
                  </a:cubicBezTo>
                  <a:cubicBezTo>
                    <a:pt x="27611" y="25973"/>
                    <a:pt x="28177" y="25306"/>
                    <a:pt x="28740" y="24633"/>
                  </a:cubicBezTo>
                  <a:close/>
                  <a:moveTo>
                    <a:pt x="30533" y="25320"/>
                  </a:moveTo>
                  <a:lnTo>
                    <a:pt x="30533" y="25320"/>
                  </a:lnTo>
                  <a:cubicBezTo>
                    <a:pt x="30059" y="26004"/>
                    <a:pt x="29597" y="26706"/>
                    <a:pt x="29138" y="27416"/>
                  </a:cubicBezTo>
                  <a:cubicBezTo>
                    <a:pt x="29002" y="27627"/>
                    <a:pt x="28867" y="27838"/>
                    <a:pt x="28731" y="28048"/>
                  </a:cubicBezTo>
                  <a:cubicBezTo>
                    <a:pt x="27126" y="29798"/>
                    <a:pt x="25506" y="31539"/>
                    <a:pt x="23841" y="33236"/>
                  </a:cubicBezTo>
                  <a:lnTo>
                    <a:pt x="23838" y="33236"/>
                  </a:lnTo>
                  <a:cubicBezTo>
                    <a:pt x="26107" y="30820"/>
                    <a:pt x="28174" y="28063"/>
                    <a:pt x="30310" y="25568"/>
                  </a:cubicBezTo>
                  <a:cubicBezTo>
                    <a:pt x="30382" y="25485"/>
                    <a:pt x="30458" y="25404"/>
                    <a:pt x="30533" y="25320"/>
                  </a:cubicBezTo>
                  <a:close/>
                  <a:moveTo>
                    <a:pt x="43821" y="26129"/>
                  </a:moveTo>
                  <a:lnTo>
                    <a:pt x="43821" y="26129"/>
                  </a:lnTo>
                  <a:cubicBezTo>
                    <a:pt x="42722" y="27272"/>
                    <a:pt x="42046" y="28981"/>
                    <a:pt x="40845" y="30199"/>
                  </a:cubicBezTo>
                  <a:cubicBezTo>
                    <a:pt x="39852" y="31210"/>
                    <a:pt x="38888" y="32220"/>
                    <a:pt x="37938" y="33245"/>
                  </a:cubicBezTo>
                  <a:cubicBezTo>
                    <a:pt x="39220" y="31617"/>
                    <a:pt x="40481" y="29980"/>
                    <a:pt x="41760" y="28395"/>
                  </a:cubicBezTo>
                  <a:lnTo>
                    <a:pt x="41757" y="28395"/>
                  </a:lnTo>
                  <a:cubicBezTo>
                    <a:pt x="42404" y="27604"/>
                    <a:pt x="43094" y="26847"/>
                    <a:pt x="43821" y="26129"/>
                  </a:cubicBezTo>
                  <a:close/>
                  <a:moveTo>
                    <a:pt x="46448" y="27726"/>
                  </a:moveTo>
                  <a:cubicBezTo>
                    <a:pt x="46467" y="27726"/>
                    <a:pt x="46001" y="28267"/>
                    <a:pt x="44676" y="29757"/>
                  </a:cubicBezTo>
                  <a:cubicBezTo>
                    <a:pt x="43614" y="30953"/>
                    <a:pt x="42534" y="32125"/>
                    <a:pt x="41448" y="33288"/>
                  </a:cubicBezTo>
                  <a:cubicBezTo>
                    <a:pt x="42006" y="32653"/>
                    <a:pt x="42563" y="32024"/>
                    <a:pt x="43111" y="31380"/>
                  </a:cubicBezTo>
                  <a:lnTo>
                    <a:pt x="43108" y="31380"/>
                  </a:lnTo>
                  <a:cubicBezTo>
                    <a:pt x="43695" y="30690"/>
                    <a:pt x="46402" y="27726"/>
                    <a:pt x="46448" y="27726"/>
                  </a:cubicBezTo>
                  <a:close/>
                  <a:moveTo>
                    <a:pt x="31523" y="23128"/>
                  </a:moveTo>
                  <a:cubicBezTo>
                    <a:pt x="28721" y="26244"/>
                    <a:pt x="25999" y="29445"/>
                    <a:pt x="23205" y="32552"/>
                  </a:cubicBezTo>
                  <a:cubicBezTo>
                    <a:pt x="22795" y="33104"/>
                    <a:pt x="22244" y="33531"/>
                    <a:pt x="21609" y="33794"/>
                  </a:cubicBezTo>
                  <a:cubicBezTo>
                    <a:pt x="22178" y="32930"/>
                    <a:pt x="22821" y="32119"/>
                    <a:pt x="23532" y="31366"/>
                  </a:cubicBezTo>
                  <a:cubicBezTo>
                    <a:pt x="24467" y="30315"/>
                    <a:pt x="25463" y="29330"/>
                    <a:pt x="26372" y="28256"/>
                  </a:cubicBezTo>
                  <a:cubicBezTo>
                    <a:pt x="26424" y="28196"/>
                    <a:pt x="26468" y="28132"/>
                    <a:pt x="26517" y="28074"/>
                  </a:cubicBezTo>
                  <a:cubicBezTo>
                    <a:pt x="28224" y="26457"/>
                    <a:pt x="29941" y="24836"/>
                    <a:pt x="31523" y="23128"/>
                  </a:cubicBezTo>
                  <a:close/>
                  <a:moveTo>
                    <a:pt x="44038" y="31631"/>
                  </a:moveTo>
                  <a:cubicBezTo>
                    <a:pt x="43244" y="32546"/>
                    <a:pt x="42450" y="33461"/>
                    <a:pt x="41656" y="34377"/>
                  </a:cubicBezTo>
                  <a:lnTo>
                    <a:pt x="41653" y="34377"/>
                  </a:lnTo>
                  <a:cubicBezTo>
                    <a:pt x="42026" y="33877"/>
                    <a:pt x="42407" y="33386"/>
                    <a:pt x="42773" y="32887"/>
                  </a:cubicBezTo>
                  <a:cubicBezTo>
                    <a:pt x="43189" y="32463"/>
                    <a:pt x="43617" y="32047"/>
                    <a:pt x="44038" y="31631"/>
                  </a:cubicBezTo>
                  <a:close/>
                  <a:moveTo>
                    <a:pt x="53493" y="32064"/>
                  </a:moveTo>
                  <a:lnTo>
                    <a:pt x="53493" y="32064"/>
                  </a:lnTo>
                  <a:cubicBezTo>
                    <a:pt x="53276" y="32985"/>
                    <a:pt x="52838" y="33897"/>
                    <a:pt x="52402" y="34697"/>
                  </a:cubicBezTo>
                  <a:lnTo>
                    <a:pt x="52402" y="34694"/>
                  </a:lnTo>
                  <a:cubicBezTo>
                    <a:pt x="52101" y="34818"/>
                    <a:pt x="51807" y="34960"/>
                    <a:pt x="51524" y="35116"/>
                  </a:cubicBezTo>
                  <a:cubicBezTo>
                    <a:pt x="52335" y="34137"/>
                    <a:pt x="53028" y="33118"/>
                    <a:pt x="53493" y="32064"/>
                  </a:cubicBezTo>
                  <a:close/>
                  <a:moveTo>
                    <a:pt x="41373" y="25104"/>
                  </a:moveTo>
                  <a:cubicBezTo>
                    <a:pt x="41579" y="25104"/>
                    <a:pt x="39508" y="28176"/>
                    <a:pt x="39072" y="28704"/>
                  </a:cubicBezTo>
                  <a:cubicBezTo>
                    <a:pt x="38059" y="29939"/>
                    <a:pt x="37046" y="31169"/>
                    <a:pt x="35998" y="32376"/>
                  </a:cubicBezTo>
                  <a:cubicBezTo>
                    <a:pt x="35163" y="33340"/>
                    <a:pt x="34312" y="34290"/>
                    <a:pt x="33457" y="35234"/>
                  </a:cubicBezTo>
                  <a:cubicBezTo>
                    <a:pt x="34358" y="33944"/>
                    <a:pt x="35285" y="32668"/>
                    <a:pt x="36275" y="31435"/>
                  </a:cubicBezTo>
                  <a:cubicBezTo>
                    <a:pt x="37715" y="29636"/>
                    <a:pt x="39078" y="27765"/>
                    <a:pt x="40542" y="25993"/>
                  </a:cubicBezTo>
                  <a:cubicBezTo>
                    <a:pt x="41067" y="25356"/>
                    <a:pt x="41313" y="25104"/>
                    <a:pt x="41373" y="25104"/>
                  </a:cubicBezTo>
                  <a:close/>
                  <a:moveTo>
                    <a:pt x="46818" y="25981"/>
                  </a:moveTo>
                  <a:cubicBezTo>
                    <a:pt x="46954" y="26123"/>
                    <a:pt x="47069" y="26282"/>
                    <a:pt x="47170" y="26452"/>
                  </a:cubicBezTo>
                  <a:cubicBezTo>
                    <a:pt x="44078" y="29550"/>
                    <a:pt x="40966" y="32763"/>
                    <a:pt x="37920" y="36057"/>
                  </a:cubicBezTo>
                  <a:cubicBezTo>
                    <a:pt x="40807" y="32630"/>
                    <a:pt x="43744" y="29244"/>
                    <a:pt x="46818" y="25981"/>
                  </a:cubicBezTo>
                  <a:close/>
                  <a:moveTo>
                    <a:pt x="37710" y="20834"/>
                  </a:moveTo>
                  <a:cubicBezTo>
                    <a:pt x="37817" y="21131"/>
                    <a:pt x="37880" y="21443"/>
                    <a:pt x="37906" y="21760"/>
                  </a:cubicBezTo>
                  <a:cubicBezTo>
                    <a:pt x="37871" y="21763"/>
                    <a:pt x="37837" y="21778"/>
                    <a:pt x="37814" y="21804"/>
                  </a:cubicBezTo>
                  <a:cubicBezTo>
                    <a:pt x="35140" y="24636"/>
                    <a:pt x="32790" y="27728"/>
                    <a:pt x="30426" y="30811"/>
                  </a:cubicBezTo>
                  <a:cubicBezTo>
                    <a:pt x="29621" y="31689"/>
                    <a:pt x="25190" y="36479"/>
                    <a:pt x="24922" y="36479"/>
                  </a:cubicBezTo>
                  <a:cubicBezTo>
                    <a:pt x="24831" y="36479"/>
                    <a:pt x="25226" y="35918"/>
                    <a:pt x="26421" y="34449"/>
                  </a:cubicBezTo>
                  <a:lnTo>
                    <a:pt x="26421" y="34452"/>
                  </a:lnTo>
                  <a:cubicBezTo>
                    <a:pt x="30180" y="29830"/>
                    <a:pt x="34756" y="26088"/>
                    <a:pt x="37710" y="20834"/>
                  </a:cubicBezTo>
                  <a:close/>
                  <a:moveTo>
                    <a:pt x="37860" y="22511"/>
                  </a:moveTo>
                  <a:cubicBezTo>
                    <a:pt x="37857" y="22549"/>
                    <a:pt x="37874" y="22586"/>
                    <a:pt x="37906" y="22606"/>
                  </a:cubicBezTo>
                  <a:cubicBezTo>
                    <a:pt x="38328" y="22933"/>
                    <a:pt x="38804" y="23071"/>
                    <a:pt x="39306" y="23152"/>
                  </a:cubicBezTo>
                  <a:cubicBezTo>
                    <a:pt x="37242" y="25361"/>
                    <a:pt x="35342" y="27696"/>
                    <a:pt x="33269" y="29885"/>
                  </a:cubicBezTo>
                  <a:cubicBezTo>
                    <a:pt x="33887" y="29111"/>
                    <a:pt x="34494" y="28326"/>
                    <a:pt x="35097" y="27540"/>
                  </a:cubicBezTo>
                  <a:cubicBezTo>
                    <a:pt x="36272" y="26123"/>
                    <a:pt x="37427" y="24691"/>
                    <a:pt x="38489" y="23175"/>
                  </a:cubicBezTo>
                  <a:cubicBezTo>
                    <a:pt x="38563" y="23069"/>
                    <a:pt x="38451" y="22940"/>
                    <a:pt x="38345" y="22940"/>
                  </a:cubicBezTo>
                  <a:cubicBezTo>
                    <a:pt x="38310" y="22940"/>
                    <a:pt x="38276" y="22954"/>
                    <a:pt x="38250" y="22987"/>
                  </a:cubicBezTo>
                  <a:cubicBezTo>
                    <a:pt x="37025" y="24526"/>
                    <a:pt x="35836" y="26091"/>
                    <a:pt x="34635" y="27641"/>
                  </a:cubicBezTo>
                  <a:cubicBezTo>
                    <a:pt x="33304" y="29235"/>
                    <a:pt x="31901" y="30944"/>
                    <a:pt x="31503" y="31426"/>
                  </a:cubicBezTo>
                  <a:cubicBezTo>
                    <a:pt x="31205" y="31787"/>
                    <a:pt x="30960" y="32099"/>
                    <a:pt x="30726" y="32405"/>
                  </a:cubicBezTo>
                  <a:cubicBezTo>
                    <a:pt x="29487" y="33574"/>
                    <a:pt x="28295" y="34738"/>
                    <a:pt x="27239" y="36019"/>
                  </a:cubicBezTo>
                  <a:cubicBezTo>
                    <a:pt x="27036" y="36210"/>
                    <a:pt x="26840" y="36406"/>
                    <a:pt x="26632" y="36591"/>
                  </a:cubicBezTo>
                  <a:cubicBezTo>
                    <a:pt x="26038" y="37117"/>
                    <a:pt x="25762" y="37323"/>
                    <a:pt x="25694" y="37323"/>
                  </a:cubicBezTo>
                  <a:cubicBezTo>
                    <a:pt x="25460" y="37323"/>
                    <a:pt x="27632" y="34939"/>
                    <a:pt x="27761" y="34781"/>
                  </a:cubicBezTo>
                  <a:cubicBezTo>
                    <a:pt x="28376" y="34027"/>
                    <a:pt x="29205" y="32930"/>
                    <a:pt x="29796" y="32159"/>
                  </a:cubicBezTo>
                  <a:cubicBezTo>
                    <a:pt x="30123" y="31732"/>
                    <a:pt x="30446" y="31305"/>
                    <a:pt x="30769" y="30878"/>
                  </a:cubicBezTo>
                  <a:cubicBezTo>
                    <a:pt x="31471" y="30121"/>
                    <a:pt x="32167" y="29359"/>
                    <a:pt x="32862" y="28594"/>
                  </a:cubicBezTo>
                  <a:cubicBezTo>
                    <a:pt x="34678" y="26585"/>
                    <a:pt x="36864" y="25040"/>
                    <a:pt x="37860" y="22511"/>
                  </a:cubicBezTo>
                  <a:close/>
                  <a:moveTo>
                    <a:pt x="28575" y="35142"/>
                  </a:moveTo>
                  <a:cubicBezTo>
                    <a:pt x="27504" y="36380"/>
                    <a:pt x="26098" y="37936"/>
                    <a:pt x="25942" y="38245"/>
                  </a:cubicBezTo>
                  <a:cubicBezTo>
                    <a:pt x="26234" y="37665"/>
                    <a:pt x="26600" y="37116"/>
                    <a:pt x="27002" y="36585"/>
                  </a:cubicBezTo>
                  <a:cubicBezTo>
                    <a:pt x="27542" y="36120"/>
                    <a:pt x="28067" y="35638"/>
                    <a:pt x="28575" y="35142"/>
                  </a:cubicBezTo>
                  <a:close/>
                  <a:moveTo>
                    <a:pt x="39745" y="23207"/>
                  </a:moveTo>
                  <a:cubicBezTo>
                    <a:pt x="40040" y="23239"/>
                    <a:pt x="40334" y="23265"/>
                    <a:pt x="40634" y="23299"/>
                  </a:cubicBezTo>
                  <a:cubicBezTo>
                    <a:pt x="40628" y="23305"/>
                    <a:pt x="40623" y="23302"/>
                    <a:pt x="40617" y="23308"/>
                  </a:cubicBezTo>
                  <a:cubicBezTo>
                    <a:pt x="38336" y="25846"/>
                    <a:pt x="36027" y="28499"/>
                    <a:pt x="33815" y="31233"/>
                  </a:cubicBezTo>
                  <a:cubicBezTo>
                    <a:pt x="33544" y="31504"/>
                    <a:pt x="33281" y="31773"/>
                    <a:pt x="33044" y="32038"/>
                  </a:cubicBezTo>
                  <a:cubicBezTo>
                    <a:pt x="31898" y="33317"/>
                    <a:pt x="30764" y="34608"/>
                    <a:pt x="29617" y="35884"/>
                  </a:cubicBezTo>
                  <a:cubicBezTo>
                    <a:pt x="28849" y="36730"/>
                    <a:pt x="28070" y="37561"/>
                    <a:pt x="27273" y="38378"/>
                  </a:cubicBezTo>
                  <a:cubicBezTo>
                    <a:pt x="27874" y="37656"/>
                    <a:pt x="28471" y="36935"/>
                    <a:pt x="29063" y="36207"/>
                  </a:cubicBezTo>
                  <a:cubicBezTo>
                    <a:pt x="32588" y="31914"/>
                    <a:pt x="37161" y="28178"/>
                    <a:pt x="39745" y="23207"/>
                  </a:cubicBezTo>
                  <a:close/>
                  <a:moveTo>
                    <a:pt x="38919" y="26276"/>
                  </a:moveTo>
                  <a:lnTo>
                    <a:pt x="38919" y="26276"/>
                  </a:lnTo>
                  <a:cubicBezTo>
                    <a:pt x="38065" y="27431"/>
                    <a:pt x="37268" y="28637"/>
                    <a:pt x="36338" y="29737"/>
                  </a:cubicBezTo>
                  <a:cubicBezTo>
                    <a:pt x="33656" y="32919"/>
                    <a:pt x="30963" y="36089"/>
                    <a:pt x="28217" y="39218"/>
                  </a:cubicBezTo>
                  <a:cubicBezTo>
                    <a:pt x="27980" y="39489"/>
                    <a:pt x="27878" y="39603"/>
                    <a:pt x="27874" y="39603"/>
                  </a:cubicBezTo>
                  <a:cubicBezTo>
                    <a:pt x="27853" y="39603"/>
                    <a:pt x="30352" y="36681"/>
                    <a:pt x="30533" y="36461"/>
                  </a:cubicBezTo>
                  <a:cubicBezTo>
                    <a:pt x="31130" y="35742"/>
                    <a:pt x="31823" y="34735"/>
                    <a:pt x="32354" y="33990"/>
                  </a:cubicBezTo>
                  <a:cubicBezTo>
                    <a:pt x="34046" y="31637"/>
                    <a:pt x="36650" y="29209"/>
                    <a:pt x="38550" y="26700"/>
                  </a:cubicBezTo>
                  <a:cubicBezTo>
                    <a:pt x="38674" y="26562"/>
                    <a:pt x="38798" y="26417"/>
                    <a:pt x="38919" y="26276"/>
                  </a:cubicBezTo>
                  <a:close/>
                  <a:moveTo>
                    <a:pt x="48665" y="27473"/>
                  </a:moveTo>
                  <a:cubicBezTo>
                    <a:pt x="49060" y="27473"/>
                    <a:pt x="49455" y="27493"/>
                    <a:pt x="49850" y="27532"/>
                  </a:cubicBezTo>
                  <a:cubicBezTo>
                    <a:pt x="45565" y="31140"/>
                    <a:pt x="41743" y="35546"/>
                    <a:pt x="38013" y="39836"/>
                  </a:cubicBezTo>
                  <a:cubicBezTo>
                    <a:pt x="39722" y="37806"/>
                    <a:pt x="41454" y="35800"/>
                    <a:pt x="43259" y="33843"/>
                  </a:cubicBezTo>
                  <a:cubicBezTo>
                    <a:pt x="45066" y="31888"/>
                    <a:pt x="47300" y="29991"/>
                    <a:pt x="48507" y="27589"/>
                  </a:cubicBezTo>
                  <a:cubicBezTo>
                    <a:pt x="48527" y="27555"/>
                    <a:pt x="48530" y="27511"/>
                    <a:pt x="48516" y="27474"/>
                  </a:cubicBezTo>
                  <a:cubicBezTo>
                    <a:pt x="48565" y="27473"/>
                    <a:pt x="48615" y="27473"/>
                    <a:pt x="48665" y="27473"/>
                  </a:cubicBezTo>
                  <a:close/>
                  <a:moveTo>
                    <a:pt x="34771" y="32783"/>
                  </a:moveTo>
                  <a:lnTo>
                    <a:pt x="34771" y="32783"/>
                  </a:lnTo>
                  <a:cubicBezTo>
                    <a:pt x="34560" y="33066"/>
                    <a:pt x="34349" y="33349"/>
                    <a:pt x="34138" y="33623"/>
                  </a:cubicBezTo>
                  <a:cubicBezTo>
                    <a:pt x="33151" y="34899"/>
                    <a:pt x="32239" y="36224"/>
                    <a:pt x="31341" y="37564"/>
                  </a:cubicBezTo>
                  <a:cubicBezTo>
                    <a:pt x="30980" y="37959"/>
                    <a:pt x="30616" y="38358"/>
                    <a:pt x="30253" y="38756"/>
                  </a:cubicBezTo>
                  <a:cubicBezTo>
                    <a:pt x="29554" y="39527"/>
                    <a:pt x="28500" y="40647"/>
                    <a:pt x="27954" y="41464"/>
                  </a:cubicBezTo>
                  <a:cubicBezTo>
                    <a:pt x="29135" y="39695"/>
                    <a:pt x="30489" y="38040"/>
                    <a:pt x="31823" y="36383"/>
                  </a:cubicBezTo>
                  <a:cubicBezTo>
                    <a:pt x="32796" y="35173"/>
                    <a:pt x="33786" y="33978"/>
                    <a:pt x="34771" y="32783"/>
                  </a:cubicBezTo>
                  <a:close/>
                  <a:moveTo>
                    <a:pt x="51159" y="29727"/>
                  </a:moveTo>
                  <a:cubicBezTo>
                    <a:pt x="51208" y="29727"/>
                    <a:pt x="50752" y="30319"/>
                    <a:pt x="49466" y="31888"/>
                  </a:cubicBezTo>
                  <a:cubicBezTo>
                    <a:pt x="45715" y="36461"/>
                    <a:pt x="41223" y="40376"/>
                    <a:pt x="37187" y="44698"/>
                  </a:cubicBezTo>
                  <a:cubicBezTo>
                    <a:pt x="37447" y="44380"/>
                    <a:pt x="37698" y="44057"/>
                    <a:pt x="37961" y="43745"/>
                  </a:cubicBezTo>
                  <a:cubicBezTo>
                    <a:pt x="39208" y="42264"/>
                    <a:pt x="40484" y="40841"/>
                    <a:pt x="41801" y="39455"/>
                  </a:cubicBezTo>
                  <a:cubicBezTo>
                    <a:pt x="43004" y="38268"/>
                    <a:pt x="44237" y="37062"/>
                    <a:pt x="45427" y="35820"/>
                  </a:cubicBezTo>
                  <a:cubicBezTo>
                    <a:pt x="45620" y="35638"/>
                    <a:pt x="45805" y="35451"/>
                    <a:pt x="45998" y="35266"/>
                  </a:cubicBezTo>
                  <a:cubicBezTo>
                    <a:pt x="46841" y="34470"/>
                    <a:pt x="51020" y="29727"/>
                    <a:pt x="51159" y="29727"/>
                  </a:cubicBezTo>
                  <a:close/>
                  <a:moveTo>
                    <a:pt x="51261" y="39302"/>
                  </a:moveTo>
                  <a:lnTo>
                    <a:pt x="51261" y="39305"/>
                  </a:lnTo>
                  <a:cubicBezTo>
                    <a:pt x="51091" y="39686"/>
                    <a:pt x="50863" y="40053"/>
                    <a:pt x="50612" y="40411"/>
                  </a:cubicBezTo>
                  <a:cubicBezTo>
                    <a:pt x="50060" y="40754"/>
                    <a:pt x="49601" y="41378"/>
                    <a:pt x="49220" y="41880"/>
                  </a:cubicBezTo>
                  <a:cubicBezTo>
                    <a:pt x="49093" y="42047"/>
                    <a:pt x="48963" y="42221"/>
                    <a:pt x="48833" y="42400"/>
                  </a:cubicBezTo>
                  <a:cubicBezTo>
                    <a:pt x="47938" y="43234"/>
                    <a:pt x="46963" y="44013"/>
                    <a:pt x="46094" y="44764"/>
                  </a:cubicBezTo>
                  <a:cubicBezTo>
                    <a:pt x="47453" y="43404"/>
                    <a:pt x="48738" y="41995"/>
                    <a:pt x="49812" y="40509"/>
                  </a:cubicBezTo>
                  <a:cubicBezTo>
                    <a:pt x="50499" y="39983"/>
                    <a:pt x="51198" y="39446"/>
                    <a:pt x="51261" y="39302"/>
                  </a:cubicBezTo>
                  <a:close/>
                  <a:moveTo>
                    <a:pt x="45451" y="26309"/>
                  </a:moveTo>
                  <a:cubicBezTo>
                    <a:pt x="45585" y="26309"/>
                    <a:pt x="45384" y="26692"/>
                    <a:pt x="44523" y="27791"/>
                  </a:cubicBezTo>
                  <a:cubicBezTo>
                    <a:pt x="43899" y="28585"/>
                    <a:pt x="43233" y="29345"/>
                    <a:pt x="42545" y="30087"/>
                  </a:cubicBezTo>
                  <a:cubicBezTo>
                    <a:pt x="42690" y="29960"/>
                    <a:pt x="42834" y="29830"/>
                    <a:pt x="42978" y="29700"/>
                  </a:cubicBezTo>
                  <a:lnTo>
                    <a:pt x="42978" y="29700"/>
                  </a:lnTo>
                  <a:cubicBezTo>
                    <a:pt x="40559" y="32422"/>
                    <a:pt x="38200" y="35199"/>
                    <a:pt x="35868" y="37997"/>
                  </a:cubicBezTo>
                  <a:cubicBezTo>
                    <a:pt x="34416" y="39741"/>
                    <a:pt x="32966" y="41487"/>
                    <a:pt x="31523" y="43240"/>
                  </a:cubicBezTo>
                  <a:cubicBezTo>
                    <a:pt x="30501" y="44435"/>
                    <a:pt x="29499" y="45636"/>
                    <a:pt x="28512" y="46846"/>
                  </a:cubicBezTo>
                  <a:lnTo>
                    <a:pt x="28509" y="46846"/>
                  </a:lnTo>
                  <a:cubicBezTo>
                    <a:pt x="31967" y="42449"/>
                    <a:pt x="35484" y="38075"/>
                    <a:pt x="39009" y="33730"/>
                  </a:cubicBezTo>
                  <a:lnTo>
                    <a:pt x="39009" y="33730"/>
                  </a:lnTo>
                  <a:cubicBezTo>
                    <a:pt x="38928" y="33811"/>
                    <a:pt x="38853" y="33892"/>
                    <a:pt x="38775" y="33970"/>
                  </a:cubicBezTo>
                  <a:cubicBezTo>
                    <a:pt x="39387" y="33196"/>
                    <a:pt x="39996" y="32419"/>
                    <a:pt x="40594" y="31634"/>
                  </a:cubicBezTo>
                  <a:cubicBezTo>
                    <a:pt x="41448" y="30494"/>
                    <a:pt x="42323" y="29368"/>
                    <a:pt x="43218" y="28262"/>
                  </a:cubicBezTo>
                  <a:cubicBezTo>
                    <a:pt x="43496" y="27919"/>
                    <a:pt x="45177" y="26309"/>
                    <a:pt x="45451" y="26309"/>
                  </a:cubicBezTo>
                  <a:close/>
                  <a:moveTo>
                    <a:pt x="40464" y="31083"/>
                  </a:moveTo>
                  <a:cubicBezTo>
                    <a:pt x="39098" y="32861"/>
                    <a:pt x="37793" y="34686"/>
                    <a:pt x="36405" y="36383"/>
                  </a:cubicBezTo>
                  <a:cubicBezTo>
                    <a:pt x="33229" y="40275"/>
                    <a:pt x="29329" y="43722"/>
                    <a:pt x="26349" y="47735"/>
                  </a:cubicBezTo>
                  <a:lnTo>
                    <a:pt x="26346" y="47735"/>
                  </a:lnTo>
                  <a:cubicBezTo>
                    <a:pt x="29609" y="43344"/>
                    <a:pt x="33512" y="38774"/>
                    <a:pt x="37178" y="34489"/>
                  </a:cubicBezTo>
                  <a:cubicBezTo>
                    <a:pt x="38195" y="33303"/>
                    <a:pt x="39344" y="32203"/>
                    <a:pt x="40464" y="31083"/>
                  </a:cubicBezTo>
                  <a:close/>
                  <a:moveTo>
                    <a:pt x="39462" y="36398"/>
                  </a:moveTo>
                  <a:lnTo>
                    <a:pt x="39462" y="36398"/>
                  </a:lnTo>
                  <a:cubicBezTo>
                    <a:pt x="38567" y="37648"/>
                    <a:pt x="37681" y="38892"/>
                    <a:pt x="36780" y="40079"/>
                  </a:cubicBezTo>
                  <a:cubicBezTo>
                    <a:pt x="36685" y="40191"/>
                    <a:pt x="36587" y="40304"/>
                    <a:pt x="36491" y="40416"/>
                  </a:cubicBezTo>
                  <a:cubicBezTo>
                    <a:pt x="35637" y="41430"/>
                    <a:pt x="34794" y="42443"/>
                    <a:pt x="33951" y="43456"/>
                  </a:cubicBezTo>
                  <a:cubicBezTo>
                    <a:pt x="32369" y="45180"/>
                    <a:pt x="30703" y="46825"/>
                    <a:pt x="29115" y="48546"/>
                  </a:cubicBezTo>
                  <a:cubicBezTo>
                    <a:pt x="29349" y="48260"/>
                    <a:pt x="29586" y="47977"/>
                    <a:pt x="29820" y="47694"/>
                  </a:cubicBezTo>
                  <a:cubicBezTo>
                    <a:pt x="32981" y="43872"/>
                    <a:pt x="36130" y="40055"/>
                    <a:pt x="39462" y="36398"/>
                  </a:cubicBezTo>
                  <a:close/>
                  <a:moveTo>
                    <a:pt x="47601" y="40916"/>
                  </a:moveTo>
                  <a:cubicBezTo>
                    <a:pt x="46977" y="41663"/>
                    <a:pt x="46362" y="42420"/>
                    <a:pt x="45704" y="43116"/>
                  </a:cubicBezTo>
                  <a:cubicBezTo>
                    <a:pt x="43524" y="45422"/>
                    <a:pt x="41269" y="47593"/>
                    <a:pt x="39110" y="49886"/>
                  </a:cubicBezTo>
                  <a:cubicBezTo>
                    <a:pt x="41394" y="47287"/>
                    <a:pt x="43807" y="44807"/>
                    <a:pt x="46197" y="42307"/>
                  </a:cubicBezTo>
                  <a:cubicBezTo>
                    <a:pt x="46642" y="41837"/>
                    <a:pt x="47118" y="41378"/>
                    <a:pt x="47601" y="40916"/>
                  </a:cubicBezTo>
                  <a:close/>
                  <a:moveTo>
                    <a:pt x="50764" y="28467"/>
                  </a:moveTo>
                  <a:cubicBezTo>
                    <a:pt x="50889" y="28467"/>
                    <a:pt x="50535" y="29024"/>
                    <a:pt x="49113" y="30673"/>
                  </a:cubicBezTo>
                  <a:cubicBezTo>
                    <a:pt x="48086" y="31868"/>
                    <a:pt x="46991" y="33014"/>
                    <a:pt x="45935" y="34186"/>
                  </a:cubicBezTo>
                  <a:cubicBezTo>
                    <a:pt x="43273" y="37145"/>
                    <a:pt x="40571" y="40067"/>
                    <a:pt x="37863" y="42983"/>
                  </a:cubicBezTo>
                  <a:cubicBezTo>
                    <a:pt x="35723" y="45290"/>
                    <a:pt x="33535" y="47576"/>
                    <a:pt x="31578" y="50044"/>
                  </a:cubicBezTo>
                  <a:cubicBezTo>
                    <a:pt x="32389" y="48878"/>
                    <a:pt x="33180" y="47744"/>
                    <a:pt x="33988" y="46722"/>
                  </a:cubicBezTo>
                  <a:cubicBezTo>
                    <a:pt x="38778" y="40641"/>
                    <a:pt x="44546" y="35555"/>
                    <a:pt x="49503" y="29651"/>
                  </a:cubicBezTo>
                  <a:lnTo>
                    <a:pt x="49503" y="29648"/>
                  </a:lnTo>
                  <a:cubicBezTo>
                    <a:pt x="50004" y="29052"/>
                    <a:pt x="50635" y="28467"/>
                    <a:pt x="50764" y="28467"/>
                  </a:cubicBezTo>
                  <a:close/>
                  <a:moveTo>
                    <a:pt x="51865" y="35768"/>
                  </a:moveTo>
                  <a:lnTo>
                    <a:pt x="51865" y="35768"/>
                  </a:lnTo>
                  <a:cubicBezTo>
                    <a:pt x="51287" y="37018"/>
                    <a:pt x="49399" y="38548"/>
                    <a:pt x="48420" y="39536"/>
                  </a:cubicBezTo>
                  <a:cubicBezTo>
                    <a:pt x="44800" y="43194"/>
                    <a:pt x="41275" y="46932"/>
                    <a:pt x="37903" y="50818"/>
                  </a:cubicBezTo>
                  <a:cubicBezTo>
                    <a:pt x="40213" y="48055"/>
                    <a:pt x="42545" y="45316"/>
                    <a:pt x="44939" y="42610"/>
                  </a:cubicBezTo>
                  <a:cubicBezTo>
                    <a:pt x="46004" y="41407"/>
                    <a:pt x="46960" y="40102"/>
                    <a:pt x="47961" y="38846"/>
                  </a:cubicBezTo>
                  <a:cubicBezTo>
                    <a:pt x="48360" y="38456"/>
                    <a:pt x="48767" y="38055"/>
                    <a:pt x="49177" y="37648"/>
                  </a:cubicBezTo>
                  <a:cubicBezTo>
                    <a:pt x="50213" y="36868"/>
                    <a:pt x="51862" y="35771"/>
                    <a:pt x="51865" y="35768"/>
                  </a:cubicBezTo>
                  <a:close/>
                  <a:moveTo>
                    <a:pt x="38457" y="37076"/>
                  </a:moveTo>
                  <a:lnTo>
                    <a:pt x="38457" y="37076"/>
                  </a:lnTo>
                  <a:cubicBezTo>
                    <a:pt x="33954" y="42099"/>
                    <a:pt x="29759" y="47414"/>
                    <a:pt x="25359" y="52539"/>
                  </a:cubicBezTo>
                  <a:cubicBezTo>
                    <a:pt x="25355" y="52539"/>
                    <a:pt x="25350" y="52540"/>
                    <a:pt x="25347" y="52540"/>
                  </a:cubicBezTo>
                  <a:cubicBezTo>
                    <a:pt x="25255" y="52540"/>
                    <a:pt x="25287" y="52410"/>
                    <a:pt x="25498" y="52091"/>
                  </a:cubicBezTo>
                  <a:cubicBezTo>
                    <a:pt x="27028" y="49788"/>
                    <a:pt x="28751" y="47619"/>
                    <a:pt x="30492" y="45477"/>
                  </a:cubicBezTo>
                  <a:cubicBezTo>
                    <a:pt x="32877" y="42535"/>
                    <a:pt x="35689" y="39824"/>
                    <a:pt x="38457" y="37076"/>
                  </a:cubicBezTo>
                  <a:close/>
                  <a:moveTo>
                    <a:pt x="45672" y="38092"/>
                  </a:moveTo>
                  <a:lnTo>
                    <a:pt x="45672" y="38092"/>
                  </a:lnTo>
                  <a:cubicBezTo>
                    <a:pt x="43438" y="40728"/>
                    <a:pt x="41269" y="43433"/>
                    <a:pt x="38980" y="45942"/>
                  </a:cubicBezTo>
                  <a:lnTo>
                    <a:pt x="38977" y="45942"/>
                  </a:lnTo>
                  <a:cubicBezTo>
                    <a:pt x="36457" y="48705"/>
                    <a:pt x="33948" y="51479"/>
                    <a:pt x="31425" y="54242"/>
                  </a:cubicBezTo>
                  <a:cubicBezTo>
                    <a:pt x="33688" y="51528"/>
                    <a:pt x="35937" y="48806"/>
                    <a:pt x="38290" y="46153"/>
                  </a:cubicBezTo>
                  <a:cubicBezTo>
                    <a:pt x="40709" y="43430"/>
                    <a:pt x="43215" y="40783"/>
                    <a:pt x="45672" y="38092"/>
                  </a:cubicBezTo>
                  <a:close/>
                  <a:moveTo>
                    <a:pt x="36402" y="45099"/>
                  </a:moveTo>
                  <a:lnTo>
                    <a:pt x="36402" y="45099"/>
                  </a:lnTo>
                  <a:cubicBezTo>
                    <a:pt x="33847" y="48153"/>
                    <a:pt x="31529" y="51416"/>
                    <a:pt x="28919" y="54421"/>
                  </a:cubicBezTo>
                  <a:lnTo>
                    <a:pt x="28922" y="54421"/>
                  </a:lnTo>
                  <a:cubicBezTo>
                    <a:pt x="28422" y="54996"/>
                    <a:pt x="27853" y="55527"/>
                    <a:pt x="27262" y="56047"/>
                  </a:cubicBezTo>
                  <a:cubicBezTo>
                    <a:pt x="30325" y="52415"/>
                    <a:pt x="33249" y="48676"/>
                    <a:pt x="36402" y="45099"/>
                  </a:cubicBezTo>
                  <a:close/>
                  <a:moveTo>
                    <a:pt x="35905" y="43878"/>
                  </a:moveTo>
                  <a:lnTo>
                    <a:pt x="35905" y="43878"/>
                  </a:lnTo>
                  <a:cubicBezTo>
                    <a:pt x="32102" y="48671"/>
                    <a:pt x="28737" y="54690"/>
                    <a:pt x="23971" y="58300"/>
                  </a:cubicBezTo>
                  <a:lnTo>
                    <a:pt x="23971" y="58300"/>
                  </a:lnTo>
                  <a:cubicBezTo>
                    <a:pt x="26099" y="56687"/>
                    <a:pt x="27945" y="53210"/>
                    <a:pt x="29638" y="51095"/>
                  </a:cubicBezTo>
                  <a:cubicBezTo>
                    <a:pt x="31633" y="48604"/>
                    <a:pt x="33760" y="46236"/>
                    <a:pt x="35905" y="43878"/>
                  </a:cubicBezTo>
                  <a:close/>
                  <a:moveTo>
                    <a:pt x="50926" y="38378"/>
                  </a:moveTo>
                  <a:lnTo>
                    <a:pt x="50926" y="38381"/>
                  </a:lnTo>
                  <a:cubicBezTo>
                    <a:pt x="50762" y="38730"/>
                    <a:pt x="50577" y="39071"/>
                    <a:pt x="50366" y="39397"/>
                  </a:cubicBezTo>
                  <a:cubicBezTo>
                    <a:pt x="47476" y="41805"/>
                    <a:pt x="44832" y="44689"/>
                    <a:pt x="42343" y="47640"/>
                  </a:cubicBezTo>
                  <a:cubicBezTo>
                    <a:pt x="40250" y="49816"/>
                    <a:pt x="38157" y="51996"/>
                    <a:pt x="36107" y="54219"/>
                  </a:cubicBezTo>
                  <a:cubicBezTo>
                    <a:pt x="34742" y="55700"/>
                    <a:pt x="33437" y="57236"/>
                    <a:pt x="32164" y="58795"/>
                  </a:cubicBezTo>
                  <a:cubicBezTo>
                    <a:pt x="33321" y="57291"/>
                    <a:pt x="34453" y="55795"/>
                    <a:pt x="35594" y="54418"/>
                  </a:cubicBezTo>
                  <a:cubicBezTo>
                    <a:pt x="38120" y="51378"/>
                    <a:pt x="40680" y="48483"/>
                    <a:pt x="43518" y="45725"/>
                  </a:cubicBezTo>
                  <a:cubicBezTo>
                    <a:pt x="44728" y="44550"/>
                    <a:pt x="45891" y="43329"/>
                    <a:pt x="47049" y="42099"/>
                  </a:cubicBezTo>
                  <a:cubicBezTo>
                    <a:pt x="47719" y="41401"/>
                    <a:pt x="48348" y="40662"/>
                    <a:pt x="48934" y="39891"/>
                  </a:cubicBezTo>
                  <a:cubicBezTo>
                    <a:pt x="49376" y="39100"/>
                    <a:pt x="50040" y="38595"/>
                    <a:pt x="50926" y="38378"/>
                  </a:cubicBezTo>
                  <a:close/>
                  <a:moveTo>
                    <a:pt x="52491" y="28481"/>
                  </a:moveTo>
                  <a:cubicBezTo>
                    <a:pt x="52667" y="28629"/>
                    <a:pt x="52829" y="28799"/>
                    <a:pt x="52970" y="28984"/>
                  </a:cubicBezTo>
                  <a:cubicBezTo>
                    <a:pt x="52942" y="28987"/>
                    <a:pt x="52918" y="28998"/>
                    <a:pt x="52898" y="29018"/>
                  </a:cubicBezTo>
                  <a:cubicBezTo>
                    <a:pt x="47782" y="34911"/>
                    <a:pt x="41881" y="40041"/>
                    <a:pt x="36907" y="46057"/>
                  </a:cubicBezTo>
                  <a:lnTo>
                    <a:pt x="36907" y="46055"/>
                  </a:lnTo>
                  <a:cubicBezTo>
                    <a:pt x="34600" y="48843"/>
                    <a:pt x="32216" y="51566"/>
                    <a:pt x="29955" y="54389"/>
                  </a:cubicBezTo>
                  <a:cubicBezTo>
                    <a:pt x="29011" y="55564"/>
                    <a:pt x="28056" y="56725"/>
                    <a:pt x="27071" y="57865"/>
                  </a:cubicBezTo>
                  <a:cubicBezTo>
                    <a:pt x="26741" y="58251"/>
                    <a:pt x="23985" y="60925"/>
                    <a:pt x="23972" y="60925"/>
                  </a:cubicBezTo>
                  <a:cubicBezTo>
                    <a:pt x="23968" y="60925"/>
                    <a:pt x="24203" y="60691"/>
                    <a:pt x="24811" y="60097"/>
                  </a:cubicBezTo>
                  <a:cubicBezTo>
                    <a:pt x="29811" y="55201"/>
                    <a:pt x="33330" y="49337"/>
                    <a:pt x="38056" y="44204"/>
                  </a:cubicBezTo>
                  <a:cubicBezTo>
                    <a:pt x="42895" y="38947"/>
                    <a:pt x="48302" y="34316"/>
                    <a:pt x="52491" y="28481"/>
                  </a:cubicBezTo>
                  <a:close/>
                  <a:moveTo>
                    <a:pt x="36145" y="56202"/>
                  </a:moveTo>
                  <a:lnTo>
                    <a:pt x="36145" y="56202"/>
                  </a:lnTo>
                  <a:cubicBezTo>
                    <a:pt x="35533" y="56979"/>
                    <a:pt x="34924" y="57759"/>
                    <a:pt x="34329" y="58555"/>
                  </a:cubicBezTo>
                  <a:cubicBezTo>
                    <a:pt x="32490" y="61030"/>
                    <a:pt x="30388" y="63192"/>
                    <a:pt x="28292" y="65357"/>
                  </a:cubicBezTo>
                  <a:cubicBezTo>
                    <a:pt x="28543" y="65014"/>
                    <a:pt x="28795" y="64673"/>
                    <a:pt x="29043" y="64324"/>
                  </a:cubicBezTo>
                  <a:cubicBezTo>
                    <a:pt x="31546" y="61771"/>
                    <a:pt x="33873" y="59011"/>
                    <a:pt x="36145" y="56202"/>
                  </a:cubicBezTo>
                  <a:close/>
                  <a:moveTo>
                    <a:pt x="45279" y="41626"/>
                  </a:moveTo>
                  <a:lnTo>
                    <a:pt x="45279" y="41626"/>
                  </a:lnTo>
                  <a:cubicBezTo>
                    <a:pt x="43025" y="44351"/>
                    <a:pt x="40643" y="46973"/>
                    <a:pt x="38330" y="49649"/>
                  </a:cubicBezTo>
                  <a:cubicBezTo>
                    <a:pt x="36237" y="52074"/>
                    <a:pt x="34355" y="54762"/>
                    <a:pt x="32297" y="57265"/>
                  </a:cubicBezTo>
                  <a:cubicBezTo>
                    <a:pt x="30743" y="58957"/>
                    <a:pt x="29147" y="60594"/>
                    <a:pt x="27493" y="62196"/>
                  </a:cubicBezTo>
                  <a:cubicBezTo>
                    <a:pt x="27288" y="62384"/>
                    <a:pt x="27088" y="62577"/>
                    <a:pt x="26889" y="62773"/>
                  </a:cubicBezTo>
                  <a:cubicBezTo>
                    <a:pt x="26061" y="63567"/>
                    <a:pt x="25223" y="64358"/>
                    <a:pt x="24363" y="65149"/>
                  </a:cubicBezTo>
                  <a:cubicBezTo>
                    <a:pt x="23635" y="65819"/>
                    <a:pt x="23337" y="66083"/>
                    <a:pt x="23321" y="66083"/>
                  </a:cubicBezTo>
                  <a:cubicBezTo>
                    <a:pt x="23267" y="66083"/>
                    <a:pt x="26645" y="62857"/>
                    <a:pt x="27111" y="62343"/>
                  </a:cubicBezTo>
                  <a:cubicBezTo>
                    <a:pt x="29508" y="59699"/>
                    <a:pt x="31843" y="57002"/>
                    <a:pt x="34115" y="54251"/>
                  </a:cubicBezTo>
                  <a:cubicBezTo>
                    <a:pt x="37718" y="49880"/>
                    <a:pt x="41440" y="45763"/>
                    <a:pt x="45279" y="41626"/>
                  </a:cubicBezTo>
                  <a:close/>
                  <a:moveTo>
                    <a:pt x="35137" y="54433"/>
                  </a:moveTo>
                  <a:lnTo>
                    <a:pt x="35137" y="54433"/>
                  </a:lnTo>
                  <a:cubicBezTo>
                    <a:pt x="32963" y="57031"/>
                    <a:pt x="30787" y="59621"/>
                    <a:pt x="28691" y="62291"/>
                  </a:cubicBezTo>
                  <a:cubicBezTo>
                    <a:pt x="27524" y="63778"/>
                    <a:pt x="26240" y="65169"/>
                    <a:pt x="24851" y="66451"/>
                  </a:cubicBezTo>
                  <a:cubicBezTo>
                    <a:pt x="24334" y="66929"/>
                    <a:pt x="24066" y="67115"/>
                    <a:pt x="23963" y="67115"/>
                  </a:cubicBezTo>
                  <a:cubicBezTo>
                    <a:pt x="23636" y="67115"/>
                    <a:pt x="24979" y="65234"/>
                    <a:pt x="25238" y="64941"/>
                  </a:cubicBezTo>
                  <a:lnTo>
                    <a:pt x="25238" y="64941"/>
                  </a:lnTo>
                  <a:cubicBezTo>
                    <a:pt x="25221" y="64962"/>
                    <a:pt x="25212" y="64988"/>
                    <a:pt x="25212" y="65014"/>
                  </a:cubicBezTo>
                  <a:cubicBezTo>
                    <a:pt x="25088" y="65276"/>
                    <a:pt x="24998" y="65553"/>
                    <a:pt x="24943" y="65839"/>
                  </a:cubicBezTo>
                  <a:cubicBezTo>
                    <a:pt x="24923" y="65963"/>
                    <a:pt x="25027" y="66043"/>
                    <a:pt x="25121" y="66043"/>
                  </a:cubicBezTo>
                  <a:cubicBezTo>
                    <a:pt x="25183" y="66043"/>
                    <a:pt x="25241" y="66008"/>
                    <a:pt x="25255" y="65926"/>
                  </a:cubicBezTo>
                  <a:cubicBezTo>
                    <a:pt x="25567" y="64121"/>
                    <a:pt x="27724" y="62545"/>
                    <a:pt x="28988" y="61327"/>
                  </a:cubicBezTo>
                  <a:cubicBezTo>
                    <a:pt x="30429" y="59935"/>
                    <a:pt x="31673" y="58376"/>
                    <a:pt x="32937" y="56826"/>
                  </a:cubicBezTo>
                  <a:cubicBezTo>
                    <a:pt x="33677" y="56038"/>
                    <a:pt x="34410" y="55241"/>
                    <a:pt x="35137" y="54433"/>
                  </a:cubicBezTo>
                  <a:close/>
                  <a:moveTo>
                    <a:pt x="39615" y="50942"/>
                  </a:moveTo>
                  <a:lnTo>
                    <a:pt x="38284" y="52585"/>
                  </a:lnTo>
                  <a:cubicBezTo>
                    <a:pt x="38073" y="52845"/>
                    <a:pt x="37868" y="53110"/>
                    <a:pt x="37658" y="53373"/>
                  </a:cubicBezTo>
                  <a:cubicBezTo>
                    <a:pt x="35022" y="56306"/>
                    <a:pt x="32484" y="59332"/>
                    <a:pt x="30079" y="62334"/>
                  </a:cubicBezTo>
                  <a:cubicBezTo>
                    <a:pt x="29822" y="62658"/>
                    <a:pt x="29580" y="62990"/>
                    <a:pt x="29329" y="63319"/>
                  </a:cubicBezTo>
                  <a:cubicBezTo>
                    <a:pt x="27533" y="65025"/>
                    <a:pt x="25613" y="66575"/>
                    <a:pt x="23988" y="68244"/>
                  </a:cubicBezTo>
                  <a:cubicBezTo>
                    <a:pt x="29060" y="63036"/>
                    <a:pt x="33567" y="57377"/>
                    <a:pt x="38544" y="52045"/>
                  </a:cubicBezTo>
                  <a:cubicBezTo>
                    <a:pt x="38888" y="51678"/>
                    <a:pt x="39248" y="51312"/>
                    <a:pt x="39615" y="50942"/>
                  </a:cubicBezTo>
                  <a:close/>
                  <a:moveTo>
                    <a:pt x="42456" y="49352"/>
                  </a:moveTo>
                  <a:lnTo>
                    <a:pt x="42456" y="49354"/>
                  </a:lnTo>
                  <a:lnTo>
                    <a:pt x="42644" y="50021"/>
                  </a:lnTo>
                  <a:cubicBezTo>
                    <a:pt x="41997" y="51075"/>
                    <a:pt x="41235" y="52051"/>
                    <a:pt x="40372" y="52937"/>
                  </a:cubicBezTo>
                  <a:cubicBezTo>
                    <a:pt x="39543" y="53852"/>
                    <a:pt x="38634" y="54701"/>
                    <a:pt x="37776" y="55587"/>
                  </a:cubicBezTo>
                  <a:cubicBezTo>
                    <a:pt x="35539" y="57900"/>
                    <a:pt x="33685" y="60674"/>
                    <a:pt x="31670" y="63183"/>
                  </a:cubicBezTo>
                  <a:cubicBezTo>
                    <a:pt x="30541" y="64592"/>
                    <a:pt x="29372" y="65986"/>
                    <a:pt x="28185" y="67361"/>
                  </a:cubicBezTo>
                  <a:cubicBezTo>
                    <a:pt x="27215" y="68146"/>
                    <a:pt x="26179" y="68853"/>
                    <a:pt x="25189" y="69613"/>
                  </a:cubicBezTo>
                  <a:cubicBezTo>
                    <a:pt x="24761" y="69939"/>
                    <a:pt x="24294" y="70300"/>
                    <a:pt x="23890" y="70713"/>
                  </a:cubicBezTo>
                  <a:cubicBezTo>
                    <a:pt x="24776" y="69774"/>
                    <a:pt x="25619" y="68816"/>
                    <a:pt x="26416" y="67823"/>
                  </a:cubicBezTo>
                  <a:cubicBezTo>
                    <a:pt x="27400" y="66905"/>
                    <a:pt x="28474" y="65926"/>
                    <a:pt x="29271" y="65164"/>
                  </a:cubicBezTo>
                  <a:cubicBezTo>
                    <a:pt x="34205" y="60449"/>
                    <a:pt x="37791" y="54361"/>
                    <a:pt x="42456" y="49352"/>
                  </a:cubicBezTo>
                  <a:close/>
                  <a:moveTo>
                    <a:pt x="18508" y="0"/>
                  </a:moveTo>
                  <a:cubicBezTo>
                    <a:pt x="18472" y="0"/>
                    <a:pt x="18437" y="14"/>
                    <a:pt x="18410" y="47"/>
                  </a:cubicBezTo>
                  <a:cubicBezTo>
                    <a:pt x="17942" y="622"/>
                    <a:pt x="17960" y="951"/>
                    <a:pt x="18084" y="1676"/>
                  </a:cubicBezTo>
                  <a:cubicBezTo>
                    <a:pt x="18144" y="2036"/>
                    <a:pt x="18427" y="2620"/>
                    <a:pt x="18566" y="2946"/>
                  </a:cubicBezTo>
                  <a:cubicBezTo>
                    <a:pt x="18220" y="3072"/>
                    <a:pt x="17917" y="3135"/>
                    <a:pt x="17656" y="3135"/>
                  </a:cubicBezTo>
                  <a:cubicBezTo>
                    <a:pt x="17140" y="3135"/>
                    <a:pt x="16791" y="2888"/>
                    <a:pt x="16609" y="2397"/>
                  </a:cubicBezTo>
                  <a:cubicBezTo>
                    <a:pt x="16493" y="2146"/>
                    <a:pt x="16380" y="1898"/>
                    <a:pt x="16271" y="1647"/>
                  </a:cubicBezTo>
                  <a:cubicBezTo>
                    <a:pt x="15915" y="845"/>
                    <a:pt x="15291" y="235"/>
                    <a:pt x="14600" y="235"/>
                  </a:cubicBezTo>
                  <a:cubicBezTo>
                    <a:pt x="14249" y="235"/>
                    <a:pt x="13880" y="392"/>
                    <a:pt x="13519" y="763"/>
                  </a:cubicBezTo>
                  <a:cubicBezTo>
                    <a:pt x="12929" y="1370"/>
                    <a:pt x="12390" y="1570"/>
                    <a:pt x="11791" y="1570"/>
                  </a:cubicBezTo>
                  <a:cubicBezTo>
                    <a:pt x="11326" y="1570"/>
                    <a:pt x="10826" y="1450"/>
                    <a:pt x="10237" y="1306"/>
                  </a:cubicBezTo>
                  <a:cubicBezTo>
                    <a:pt x="10211" y="1300"/>
                    <a:pt x="10182" y="1297"/>
                    <a:pt x="10153" y="1297"/>
                  </a:cubicBezTo>
                  <a:cubicBezTo>
                    <a:pt x="9796" y="1297"/>
                    <a:pt x="9215" y="1727"/>
                    <a:pt x="8978" y="1860"/>
                  </a:cubicBezTo>
                  <a:cubicBezTo>
                    <a:pt x="7457" y="2715"/>
                    <a:pt x="5369" y="4254"/>
                    <a:pt x="4884" y="6032"/>
                  </a:cubicBezTo>
                  <a:cubicBezTo>
                    <a:pt x="4838" y="6202"/>
                    <a:pt x="4806" y="6379"/>
                    <a:pt x="4789" y="6555"/>
                  </a:cubicBezTo>
                  <a:cubicBezTo>
                    <a:pt x="4246" y="7087"/>
                    <a:pt x="1928" y="9139"/>
                    <a:pt x="1802" y="9139"/>
                  </a:cubicBezTo>
                  <a:cubicBezTo>
                    <a:pt x="1761" y="9139"/>
                    <a:pt x="1950" y="8924"/>
                    <a:pt x="2503" y="8373"/>
                  </a:cubicBezTo>
                  <a:cubicBezTo>
                    <a:pt x="3744" y="7135"/>
                    <a:pt x="4653" y="6130"/>
                    <a:pt x="5404" y="4531"/>
                  </a:cubicBezTo>
                  <a:cubicBezTo>
                    <a:pt x="5456" y="4419"/>
                    <a:pt x="5367" y="4297"/>
                    <a:pt x="5267" y="4297"/>
                  </a:cubicBezTo>
                  <a:cubicBezTo>
                    <a:pt x="5232" y="4297"/>
                    <a:pt x="5196" y="4311"/>
                    <a:pt x="5164" y="4346"/>
                  </a:cubicBezTo>
                  <a:cubicBezTo>
                    <a:pt x="4304" y="5284"/>
                    <a:pt x="3031" y="7294"/>
                    <a:pt x="1925" y="8567"/>
                  </a:cubicBezTo>
                  <a:cubicBezTo>
                    <a:pt x="2855" y="7735"/>
                    <a:pt x="3787" y="6829"/>
                    <a:pt x="4339" y="5974"/>
                  </a:cubicBezTo>
                  <a:lnTo>
                    <a:pt x="4339" y="5974"/>
                  </a:lnTo>
                  <a:cubicBezTo>
                    <a:pt x="3259" y="7759"/>
                    <a:pt x="1195" y="9052"/>
                    <a:pt x="69" y="10839"/>
                  </a:cubicBezTo>
                  <a:cubicBezTo>
                    <a:pt x="1" y="10950"/>
                    <a:pt x="100" y="11076"/>
                    <a:pt x="211" y="11076"/>
                  </a:cubicBezTo>
                  <a:cubicBezTo>
                    <a:pt x="236" y="11076"/>
                    <a:pt x="261" y="11070"/>
                    <a:pt x="285" y="11055"/>
                  </a:cubicBezTo>
                  <a:cubicBezTo>
                    <a:pt x="1495" y="10354"/>
                    <a:pt x="2332" y="9600"/>
                    <a:pt x="3311" y="8576"/>
                  </a:cubicBezTo>
                  <a:cubicBezTo>
                    <a:pt x="3917" y="7940"/>
                    <a:pt x="4167" y="7687"/>
                    <a:pt x="4181" y="7687"/>
                  </a:cubicBezTo>
                  <a:cubicBezTo>
                    <a:pt x="4233" y="7687"/>
                    <a:pt x="1057" y="11142"/>
                    <a:pt x="632" y="11558"/>
                  </a:cubicBezTo>
                  <a:cubicBezTo>
                    <a:pt x="512" y="11675"/>
                    <a:pt x="622" y="11826"/>
                    <a:pt x="751" y="11826"/>
                  </a:cubicBezTo>
                  <a:cubicBezTo>
                    <a:pt x="787" y="11826"/>
                    <a:pt x="825" y="11814"/>
                    <a:pt x="860" y="11786"/>
                  </a:cubicBezTo>
                  <a:cubicBezTo>
                    <a:pt x="1943" y="10934"/>
                    <a:pt x="3002" y="10062"/>
                    <a:pt x="4059" y="9182"/>
                  </a:cubicBezTo>
                  <a:lnTo>
                    <a:pt x="4059" y="9182"/>
                  </a:lnTo>
                  <a:cubicBezTo>
                    <a:pt x="3022" y="10048"/>
                    <a:pt x="2119" y="11532"/>
                    <a:pt x="1359" y="12669"/>
                  </a:cubicBezTo>
                  <a:cubicBezTo>
                    <a:pt x="1284" y="12784"/>
                    <a:pt x="1396" y="12915"/>
                    <a:pt x="1509" y="12915"/>
                  </a:cubicBezTo>
                  <a:cubicBezTo>
                    <a:pt x="1547" y="12915"/>
                    <a:pt x="1585" y="12900"/>
                    <a:pt x="1616" y="12866"/>
                  </a:cubicBezTo>
                  <a:cubicBezTo>
                    <a:pt x="2361" y="12019"/>
                    <a:pt x="4416" y="9962"/>
                    <a:pt x="4720" y="9962"/>
                  </a:cubicBezTo>
                  <a:cubicBezTo>
                    <a:pt x="4892" y="9962"/>
                    <a:pt x="4504" y="10620"/>
                    <a:pt x="3002" y="12528"/>
                  </a:cubicBezTo>
                  <a:cubicBezTo>
                    <a:pt x="2902" y="12652"/>
                    <a:pt x="2995" y="12802"/>
                    <a:pt x="3118" y="12802"/>
                  </a:cubicBezTo>
                  <a:cubicBezTo>
                    <a:pt x="3155" y="12802"/>
                    <a:pt x="3195" y="12788"/>
                    <a:pt x="3233" y="12756"/>
                  </a:cubicBezTo>
                  <a:cubicBezTo>
                    <a:pt x="4152" y="11974"/>
                    <a:pt x="4977" y="11147"/>
                    <a:pt x="5811" y="10269"/>
                  </a:cubicBezTo>
                  <a:lnTo>
                    <a:pt x="5811" y="10269"/>
                  </a:lnTo>
                  <a:cubicBezTo>
                    <a:pt x="5023" y="11103"/>
                    <a:pt x="4431" y="12345"/>
                    <a:pt x="3839" y="13316"/>
                  </a:cubicBezTo>
                  <a:cubicBezTo>
                    <a:pt x="3766" y="13435"/>
                    <a:pt x="3872" y="13558"/>
                    <a:pt x="3985" y="13558"/>
                  </a:cubicBezTo>
                  <a:cubicBezTo>
                    <a:pt x="4023" y="13558"/>
                    <a:pt x="4061" y="13544"/>
                    <a:pt x="4093" y="13512"/>
                  </a:cubicBezTo>
                  <a:cubicBezTo>
                    <a:pt x="5024" y="12608"/>
                    <a:pt x="5903" y="11677"/>
                    <a:pt x="6770" y="10715"/>
                  </a:cubicBezTo>
                  <a:lnTo>
                    <a:pt x="6770" y="10715"/>
                  </a:lnTo>
                  <a:cubicBezTo>
                    <a:pt x="6080" y="11481"/>
                    <a:pt x="5556" y="12400"/>
                    <a:pt x="5023" y="13316"/>
                  </a:cubicBezTo>
                  <a:cubicBezTo>
                    <a:pt x="4954" y="13437"/>
                    <a:pt x="5056" y="13557"/>
                    <a:pt x="5169" y="13557"/>
                  </a:cubicBezTo>
                  <a:cubicBezTo>
                    <a:pt x="5207" y="13557"/>
                    <a:pt x="5246" y="13543"/>
                    <a:pt x="5280" y="13512"/>
                  </a:cubicBezTo>
                  <a:cubicBezTo>
                    <a:pt x="6767" y="12132"/>
                    <a:pt x="8057" y="10617"/>
                    <a:pt x="9397" y="9095"/>
                  </a:cubicBezTo>
                  <a:cubicBezTo>
                    <a:pt x="9406" y="9085"/>
                    <a:pt x="9411" y="9081"/>
                    <a:pt x="9412" y="9081"/>
                  </a:cubicBezTo>
                  <a:cubicBezTo>
                    <a:pt x="9438" y="9081"/>
                    <a:pt x="8635" y="10227"/>
                    <a:pt x="8005" y="11177"/>
                  </a:cubicBezTo>
                  <a:cubicBezTo>
                    <a:pt x="7416" y="11867"/>
                    <a:pt x="6845" y="12568"/>
                    <a:pt x="6314" y="13313"/>
                  </a:cubicBezTo>
                  <a:cubicBezTo>
                    <a:pt x="6231" y="13431"/>
                    <a:pt x="6349" y="13560"/>
                    <a:pt x="6467" y="13560"/>
                  </a:cubicBezTo>
                  <a:cubicBezTo>
                    <a:pt x="6504" y="13560"/>
                    <a:pt x="6542" y="13547"/>
                    <a:pt x="6573" y="13515"/>
                  </a:cubicBezTo>
                  <a:cubicBezTo>
                    <a:pt x="7532" y="12548"/>
                    <a:pt x="8389" y="11486"/>
                    <a:pt x="9137" y="10351"/>
                  </a:cubicBezTo>
                  <a:cubicBezTo>
                    <a:pt x="9905" y="9543"/>
                    <a:pt x="10739" y="8726"/>
                    <a:pt x="11233" y="8013"/>
                  </a:cubicBezTo>
                  <a:lnTo>
                    <a:pt x="11233" y="8013"/>
                  </a:lnTo>
                  <a:cubicBezTo>
                    <a:pt x="9865" y="9999"/>
                    <a:pt x="8251" y="11702"/>
                    <a:pt x="6969" y="13749"/>
                  </a:cubicBezTo>
                  <a:cubicBezTo>
                    <a:pt x="6898" y="13861"/>
                    <a:pt x="7005" y="13989"/>
                    <a:pt x="7114" y="13989"/>
                  </a:cubicBezTo>
                  <a:cubicBezTo>
                    <a:pt x="7150" y="13989"/>
                    <a:pt x="7187" y="13975"/>
                    <a:pt x="7217" y="13940"/>
                  </a:cubicBezTo>
                  <a:cubicBezTo>
                    <a:pt x="8741" y="12159"/>
                    <a:pt x="10156" y="10294"/>
                    <a:pt x="11720" y="8547"/>
                  </a:cubicBezTo>
                  <a:lnTo>
                    <a:pt x="11720" y="8547"/>
                  </a:lnTo>
                  <a:cubicBezTo>
                    <a:pt x="10701" y="9685"/>
                    <a:pt x="9353" y="11838"/>
                    <a:pt x="8262" y="13316"/>
                  </a:cubicBezTo>
                  <a:cubicBezTo>
                    <a:pt x="8179" y="13430"/>
                    <a:pt x="8292" y="13549"/>
                    <a:pt x="8407" y="13549"/>
                  </a:cubicBezTo>
                  <a:cubicBezTo>
                    <a:pt x="8443" y="13549"/>
                    <a:pt x="8480" y="13537"/>
                    <a:pt x="8511" y="13509"/>
                  </a:cubicBezTo>
                  <a:cubicBezTo>
                    <a:pt x="9806" y="12307"/>
                    <a:pt x="10882" y="10966"/>
                    <a:pt x="12012" y="9616"/>
                  </a:cubicBezTo>
                  <a:lnTo>
                    <a:pt x="12012" y="9616"/>
                  </a:lnTo>
                  <a:cubicBezTo>
                    <a:pt x="10954" y="10880"/>
                    <a:pt x="9976" y="12544"/>
                    <a:pt x="9010" y="13960"/>
                  </a:cubicBezTo>
                  <a:cubicBezTo>
                    <a:pt x="8928" y="14077"/>
                    <a:pt x="9047" y="14213"/>
                    <a:pt x="9163" y="14213"/>
                  </a:cubicBezTo>
                  <a:cubicBezTo>
                    <a:pt x="9201" y="14213"/>
                    <a:pt x="9239" y="14198"/>
                    <a:pt x="9270" y="14162"/>
                  </a:cubicBezTo>
                  <a:cubicBezTo>
                    <a:pt x="10196" y="13074"/>
                    <a:pt x="11132" y="11991"/>
                    <a:pt x="12076" y="10920"/>
                  </a:cubicBezTo>
                  <a:lnTo>
                    <a:pt x="12076" y="10920"/>
                  </a:lnTo>
                  <a:cubicBezTo>
                    <a:pt x="11645" y="11409"/>
                    <a:pt x="10502" y="13475"/>
                    <a:pt x="9867" y="14387"/>
                  </a:cubicBezTo>
                  <a:cubicBezTo>
                    <a:pt x="9785" y="14508"/>
                    <a:pt x="9904" y="14646"/>
                    <a:pt x="10024" y="14646"/>
                  </a:cubicBezTo>
                  <a:cubicBezTo>
                    <a:pt x="10064" y="14646"/>
                    <a:pt x="10104" y="14631"/>
                    <a:pt x="10136" y="14595"/>
                  </a:cubicBezTo>
                  <a:cubicBezTo>
                    <a:pt x="10929" y="13707"/>
                    <a:pt x="11575" y="13007"/>
                    <a:pt x="11722" y="13007"/>
                  </a:cubicBezTo>
                  <a:cubicBezTo>
                    <a:pt x="11840" y="13007"/>
                    <a:pt x="11640" y="13453"/>
                    <a:pt x="10944" y="14604"/>
                  </a:cubicBezTo>
                  <a:cubicBezTo>
                    <a:pt x="10871" y="14727"/>
                    <a:pt x="10985" y="14864"/>
                    <a:pt x="11101" y="14864"/>
                  </a:cubicBezTo>
                  <a:cubicBezTo>
                    <a:pt x="11140" y="14864"/>
                    <a:pt x="11180" y="14849"/>
                    <a:pt x="11213" y="14811"/>
                  </a:cubicBezTo>
                  <a:cubicBezTo>
                    <a:pt x="12109" y="13788"/>
                    <a:pt x="12477" y="13403"/>
                    <a:pt x="12539" y="13403"/>
                  </a:cubicBezTo>
                  <a:cubicBezTo>
                    <a:pt x="12640" y="13403"/>
                    <a:pt x="11931" y="14422"/>
                    <a:pt x="11374" y="15357"/>
                  </a:cubicBezTo>
                  <a:cubicBezTo>
                    <a:pt x="11299" y="15485"/>
                    <a:pt x="11411" y="15616"/>
                    <a:pt x="11531" y="15616"/>
                  </a:cubicBezTo>
                  <a:cubicBezTo>
                    <a:pt x="11571" y="15616"/>
                    <a:pt x="11611" y="15602"/>
                    <a:pt x="11646" y="15568"/>
                  </a:cubicBezTo>
                  <a:cubicBezTo>
                    <a:pt x="12816" y="14430"/>
                    <a:pt x="13344" y="13850"/>
                    <a:pt x="13393" y="13850"/>
                  </a:cubicBezTo>
                  <a:cubicBezTo>
                    <a:pt x="13447" y="13850"/>
                    <a:pt x="12915" y="14558"/>
                    <a:pt x="12018" y="16004"/>
                  </a:cubicBezTo>
                  <a:cubicBezTo>
                    <a:pt x="11938" y="16134"/>
                    <a:pt x="12053" y="16262"/>
                    <a:pt x="12176" y="16262"/>
                  </a:cubicBezTo>
                  <a:cubicBezTo>
                    <a:pt x="12217" y="16262"/>
                    <a:pt x="12259" y="16248"/>
                    <a:pt x="12295" y="16215"/>
                  </a:cubicBezTo>
                  <a:cubicBezTo>
                    <a:pt x="13509" y="15081"/>
                    <a:pt x="14055" y="14349"/>
                    <a:pt x="14085" y="14349"/>
                  </a:cubicBezTo>
                  <a:cubicBezTo>
                    <a:pt x="14113" y="14349"/>
                    <a:pt x="13709" y="14960"/>
                    <a:pt x="12988" y="16434"/>
                  </a:cubicBezTo>
                  <a:cubicBezTo>
                    <a:pt x="12926" y="16561"/>
                    <a:pt x="13030" y="16704"/>
                    <a:pt x="13147" y="16704"/>
                  </a:cubicBezTo>
                  <a:cubicBezTo>
                    <a:pt x="13187" y="16704"/>
                    <a:pt x="13229" y="16687"/>
                    <a:pt x="13265" y="16648"/>
                  </a:cubicBezTo>
                  <a:cubicBezTo>
                    <a:pt x="14426" y="15382"/>
                    <a:pt x="14947" y="14741"/>
                    <a:pt x="14992" y="14741"/>
                  </a:cubicBezTo>
                  <a:cubicBezTo>
                    <a:pt x="15040" y="14741"/>
                    <a:pt x="14516" y="15513"/>
                    <a:pt x="13632" y="17081"/>
                  </a:cubicBezTo>
                  <a:cubicBezTo>
                    <a:pt x="13567" y="17196"/>
                    <a:pt x="13666" y="17355"/>
                    <a:pt x="13786" y="17355"/>
                  </a:cubicBezTo>
                  <a:cubicBezTo>
                    <a:pt x="13816" y="17355"/>
                    <a:pt x="13847" y="17345"/>
                    <a:pt x="13877" y="17323"/>
                  </a:cubicBezTo>
                  <a:cubicBezTo>
                    <a:pt x="14334" y="16982"/>
                    <a:pt x="14772" y="16616"/>
                    <a:pt x="15191" y="16229"/>
                  </a:cubicBezTo>
                  <a:lnTo>
                    <a:pt x="15191" y="16229"/>
                  </a:lnTo>
                  <a:cubicBezTo>
                    <a:pt x="14804" y="16847"/>
                    <a:pt x="14464" y="17491"/>
                    <a:pt x="14172" y="18157"/>
                  </a:cubicBezTo>
                  <a:cubicBezTo>
                    <a:pt x="14112" y="18295"/>
                    <a:pt x="14207" y="18425"/>
                    <a:pt x="14326" y="18425"/>
                  </a:cubicBezTo>
                  <a:cubicBezTo>
                    <a:pt x="14367" y="18425"/>
                    <a:pt x="14411" y="18409"/>
                    <a:pt x="14452" y="18374"/>
                  </a:cubicBezTo>
                  <a:cubicBezTo>
                    <a:pt x="15174" y="17759"/>
                    <a:pt x="15644" y="17291"/>
                    <a:pt x="15916" y="16994"/>
                  </a:cubicBezTo>
                  <a:lnTo>
                    <a:pt x="15916" y="16994"/>
                  </a:lnTo>
                  <a:cubicBezTo>
                    <a:pt x="15676" y="17314"/>
                    <a:pt x="15301" y="17860"/>
                    <a:pt x="14816" y="18694"/>
                  </a:cubicBezTo>
                  <a:cubicBezTo>
                    <a:pt x="14740" y="18826"/>
                    <a:pt x="14858" y="18969"/>
                    <a:pt x="14982" y="18969"/>
                  </a:cubicBezTo>
                  <a:cubicBezTo>
                    <a:pt x="15023" y="18969"/>
                    <a:pt x="15066" y="18953"/>
                    <a:pt x="15102" y="18914"/>
                  </a:cubicBezTo>
                  <a:cubicBezTo>
                    <a:pt x="15919" y="18020"/>
                    <a:pt x="16588" y="17268"/>
                    <a:pt x="16742" y="17268"/>
                  </a:cubicBezTo>
                  <a:cubicBezTo>
                    <a:pt x="16862" y="17268"/>
                    <a:pt x="16672" y="17720"/>
                    <a:pt x="16002" y="18908"/>
                  </a:cubicBezTo>
                  <a:cubicBezTo>
                    <a:pt x="15925" y="19049"/>
                    <a:pt x="16038" y="19179"/>
                    <a:pt x="16164" y="19179"/>
                  </a:cubicBezTo>
                  <a:cubicBezTo>
                    <a:pt x="16206" y="19179"/>
                    <a:pt x="16250" y="19165"/>
                    <a:pt x="16288" y="19130"/>
                  </a:cubicBezTo>
                  <a:cubicBezTo>
                    <a:pt x="17293" y="18241"/>
                    <a:pt x="17689" y="17751"/>
                    <a:pt x="17696" y="17751"/>
                  </a:cubicBezTo>
                  <a:lnTo>
                    <a:pt x="17696" y="17751"/>
                  </a:lnTo>
                  <a:cubicBezTo>
                    <a:pt x="17704" y="17751"/>
                    <a:pt x="17263" y="18316"/>
                    <a:pt x="16649" y="19555"/>
                  </a:cubicBezTo>
                  <a:cubicBezTo>
                    <a:pt x="16585" y="19686"/>
                    <a:pt x="16697" y="19839"/>
                    <a:pt x="16818" y="19839"/>
                  </a:cubicBezTo>
                  <a:cubicBezTo>
                    <a:pt x="16859" y="19839"/>
                    <a:pt x="16901" y="19821"/>
                    <a:pt x="16938" y="19777"/>
                  </a:cubicBezTo>
                  <a:cubicBezTo>
                    <a:pt x="17472" y="19128"/>
                    <a:pt x="18003" y="18475"/>
                    <a:pt x="18534" y="17823"/>
                  </a:cubicBezTo>
                  <a:lnTo>
                    <a:pt x="18534" y="17823"/>
                  </a:lnTo>
                  <a:cubicBezTo>
                    <a:pt x="18404" y="18692"/>
                    <a:pt x="18052" y="19511"/>
                    <a:pt x="17512" y="20204"/>
                  </a:cubicBezTo>
                  <a:cubicBezTo>
                    <a:pt x="17426" y="20350"/>
                    <a:pt x="17545" y="20469"/>
                    <a:pt x="17671" y="20469"/>
                  </a:cubicBezTo>
                  <a:cubicBezTo>
                    <a:pt x="17728" y="20469"/>
                    <a:pt x="17787" y="20445"/>
                    <a:pt x="17830" y="20389"/>
                  </a:cubicBezTo>
                  <a:cubicBezTo>
                    <a:pt x="19068" y="18767"/>
                    <a:pt x="19550" y="18201"/>
                    <a:pt x="19643" y="18201"/>
                  </a:cubicBezTo>
                  <a:cubicBezTo>
                    <a:pt x="19768" y="18201"/>
                    <a:pt x="19186" y="19232"/>
                    <a:pt x="18803" y="20095"/>
                  </a:cubicBezTo>
                  <a:cubicBezTo>
                    <a:pt x="18737" y="20244"/>
                    <a:pt x="18848" y="20369"/>
                    <a:pt x="18969" y="20369"/>
                  </a:cubicBezTo>
                  <a:cubicBezTo>
                    <a:pt x="19023" y="20369"/>
                    <a:pt x="19080" y="20344"/>
                    <a:pt x="19123" y="20282"/>
                  </a:cubicBezTo>
                  <a:cubicBezTo>
                    <a:pt x="20019" y="18858"/>
                    <a:pt x="20534" y="18146"/>
                    <a:pt x="20667" y="18146"/>
                  </a:cubicBezTo>
                  <a:cubicBezTo>
                    <a:pt x="20787" y="18146"/>
                    <a:pt x="20597" y="18723"/>
                    <a:pt x="20096" y="19878"/>
                  </a:cubicBezTo>
                  <a:cubicBezTo>
                    <a:pt x="20027" y="20013"/>
                    <a:pt x="20144" y="20164"/>
                    <a:pt x="20267" y="20164"/>
                  </a:cubicBezTo>
                  <a:cubicBezTo>
                    <a:pt x="20310" y="20164"/>
                    <a:pt x="20353" y="20146"/>
                    <a:pt x="20391" y="20103"/>
                  </a:cubicBezTo>
                  <a:cubicBezTo>
                    <a:pt x="21023" y="19370"/>
                    <a:pt x="21594" y="18596"/>
                    <a:pt x="22183" y="17831"/>
                  </a:cubicBezTo>
                  <a:lnTo>
                    <a:pt x="22183" y="17831"/>
                  </a:lnTo>
                  <a:cubicBezTo>
                    <a:pt x="21823" y="18513"/>
                    <a:pt x="21493" y="19200"/>
                    <a:pt x="21190" y="19933"/>
                  </a:cubicBezTo>
                  <a:cubicBezTo>
                    <a:pt x="21148" y="20033"/>
                    <a:pt x="21249" y="20123"/>
                    <a:pt x="21344" y="20123"/>
                  </a:cubicBezTo>
                  <a:cubicBezTo>
                    <a:pt x="21380" y="20123"/>
                    <a:pt x="21415" y="20110"/>
                    <a:pt x="21441" y="20080"/>
                  </a:cubicBezTo>
                  <a:cubicBezTo>
                    <a:pt x="22157" y="19249"/>
                    <a:pt x="23699" y="17898"/>
                    <a:pt x="24092" y="17063"/>
                  </a:cubicBezTo>
                  <a:lnTo>
                    <a:pt x="24092" y="17063"/>
                  </a:lnTo>
                  <a:cubicBezTo>
                    <a:pt x="23364" y="18614"/>
                    <a:pt x="22091" y="19942"/>
                    <a:pt x="21184" y="21394"/>
                  </a:cubicBezTo>
                  <a:cubicBezTo>
                    <a:pt x="21106" y="21519"/>
                    <a:pt x="21222" y="21655"/>
                    <a:pt x="21343" y="21655"/>
                  </a:cubicBezTo>
                  <a:cubicBezTo>
                    <a:pt x="21383" y="21655"/>
                    <a:pt x="21424" y="21640"/>
                    <a:pt x="21459" y="21605"/>
                  </a:cubicBezTo>
                  <a:cubicBezTo>
                    <a:pt x="22856" y="20173"/>
                    <a:pt x="24057" y="18596"/>
                    <a:pt x="25324" y="17049"/>
                  </a:cubicBezTo>
                  <a:cubicBezTo>
                    <a:pt x="25854" y="16402"/>
                    <a:pt x="26101" y="16153"/>
                    <a:pt x="26169" y="16153"/>
                  </a:cubicBezTo>
                  <a:cubicBezTo>
                    <a:pt x="26370" y="16153"/>
                    <a:pt x="24971" y="18365"/>
                    <a:pt x="24675" y="18813"/>
                  </a:cubicBezTo>
                  <a:cubicBezTo>
                    <a:pt x="22683" y="21812"/>
                    <a:pt x="20041" y="24362"/>
                    <a:pt x="17853" y="27217"/>
                  </a:cubicBezTo>
                  <a:cubicBezTo>
                    <a:pt x="17768" y="27330"/>
                    <a:pt x="17889" y="27466"/>
                    <a:pt x="18006" y="27466"/>
                  </a:cubicBezTo>
                  <a:cubicBezTo>
                    <a:pt x="18045" y="27466"/>
                    <a:pt x="18083" y="27451"/>
                    <a:pt x="18113" y="27416"/>
                  </a:cubicBezTo>
                  <a:cubicBezTo>
                    <a:pt x="19995" y="25257"/>
                    <a:pt x="21828" y="23054"/>
                    <a:pt x="23644" y="20840"/>
                  </a:cubicBezTo>
                  <a:cubicBezTo>
                    <a:pt x="24132" y="20245"/>
                    <a:pt x="24793" y="19483"/>
                    <a:pt x="25252" y="18868"/>
                  </a:cubicBezTo>
                  <a:cubicBezTo>
                    <a:pt x="25627" y="18367"/>
                    <a:pt x="27242" y="16311"/>
                    <a:pt x="27444" y="16311"/>
                  </a:cubicBezTo>
                  <a:cubicBezTo>
                    <a:pt x="27509" y="16311"/>
                    <a:pt x="27424" y="16530"/>
                    <a:pt x="27097" y="17092"/>
                  </a:cubicBezTo>
                  <a:cubicBezTo>
                    <a:pt x="24623" y="21351"/>
                    <a:pt x="20593" y="24474"/>
                    <a:pt x="18069" y="28727"/>
                  </a:cubicBezTo>
                  <a:cubicBezTo>
                    <a:pt x="18001" y="28839"/>
                    <a:pt x="18099" y="28976"/>
                    <a:pt x="18214" y="28976"/>
                  </a:cubicBezTo>
                  <a:cubicBezTo>
                    <a:pt x="18240" y="28976"/>
                    <a:pt x="18268" y="28969"/>
                    <a:pt x="18295" y="28952"/>
                  </a:cubicBezTo>
                  <a:cubicBezTo>
                    <a:pt x="20033" y="27878"/>
                    <a:pt x="21502" y="26339"/>
                    <a:pt x="22845" y="24665"/>
                  </a:cubicBezTo>
                  <a:lnTo>
                    <a:pt x="22845" y="24665"/>
                  </a:lnTo>
                  <a:cubicBezTo>
                    <a:pt x="21589" y="26429"/>
                    <a:pt x="20373" y="28222"/>
                    <a:pt x="18959" y="29879"/>
                  </a:cubicBezTo>
                  <a:cubicBezTo>
                    <a:pt x="18854" y="30001"/>
                    <a:pt x="18954" y="30158"/>
                    <a:pt x="19077" y="30158"/>
                  </a:cubicBezTo>
                  <a:cubicBezTo>
                    <a:pt x="19114" y="30158"/>
                    <a:pt x="19153" y="30144"/>
                    <a:pt x="19190" y="30110"/>
                  </a:cubicBezTo>
                  <a:cubicBezTo>
                    <a:pt x="20350" y="29017"/>
                    <a:pt x="21426" y="27854"/>
                    <a:pt x="22454" y="26648"/>
                  </a:cubicBezTo>
                  <a:lnTo>
                    <a:pt x="22454" y="26648"/>
                  </a:lnTo>
                  <a:cubicBezTo>
                    <a:pt x="21371" y="28012"/>
                    <a:pt x="20317" y="29399"/>
                    <a:pt x="19259" y="30774"/>
                  </a:cubicBezTo>
                  <a:cubicBezTo>
                    <a:pt x="19169" y="30890"/>
                    <a:pt x="19287" y="31011"/>
                    <a:pt x="19405" y="31011"/>
                  </a:cubicBezTo>
                  <a:cubicBezTo>
                    <a:pt x="19442" y="31011"/>
                    <a:pt x="19479" y="30999"/>
                    <a:pt x="19510" y="30970"/>
                  </a:cubicBezTo>
                  <a:cubicBezTo>
                    <a:pt x="20287" y="30260"/>
                    <a:pt x="21011" y="29506"/>
                    <a:pt x="21716" y="28735"/>
                  </a:cubicBezTo>
                  <a:lnTo>
                    <a:pt x="21716" y="28735"/>
                  </a:lnTo>
                  <a:cubicBezTo>
                    <a:pt x="20919" y="29717"/>
                    <a:pt x="20235" y="30777"/>
                    <a:pt x="19790" y="32001"/>
                  </a:cubicBezTo>
                  <a:cubicBezTo>
                    <a:pt x="19753" y="32103"/>
                    <a:pt x="19850" y="32193"/>
                    <a:pt x="19943" y="32193"/>
                  </a:cubicBezTo>
                  <a:cubicBezTo>
                    <a:pt x="19979" y="32193"/>
                    <a:pt x="20015" y="32179"/>
                    <a:pt x="20041" y="32148"/>
                  </a:cubicBezTo>
                  <a:cubicBezTo>
                    <a:pt x="22282" y="29558"/>
                    <a:pt x="24421" y="26891"/>
                    <a:pt x="26491" y="24171"/>
                  </a:cubicBezTo>
                  <a:cubicBezTo>
                    <a:pt x="26953" y="23701"/>
                    <a:pt x="27406" y="23218"/>
                    <a:pt x="27836" y="22716"/>
                  </a:cubicBezTo>
                  <a:cubicBezTo>
                    <a:pt x="28812" y="21573"/>
                    <a:pt x="29704" y="20323"/>
                    <a:pt x="30637" y="19145"/>
                  </a:cubicBezTo>
                  <a:cubicBezTo>
                    <a:pt x="31377" y="18210"/>
                    <a:pt x="31886" y="17640"/>
                    <a:pt x="31993" y="17640"/>
                  </a:cubicBezTo>
                  <a:cubicBezTo>
                    <a:pt x="32090" y="17640"/>
                    <a:pt x="31860" y="18103"/>
                    <a:pt x="31179" y="19179"/>
                  </a:cubicBezTo>
                  <a:cubicBezTo>
                    <a:pt x="28214" y="23868"/>
                    <a:pt x="23477" y="27070"/>
                    <a:pt x="20832" y="31992"/>
                  </a:cubicBezTo>
                  <a:cubicBezTo>
                    <a:pt x="20769" y="32064"/>
                    <a:pt x="20702" y="32133"/>
                    <a:pt x="20642" y="32209"/>
                  </a:cubicBezTo>
                  <a:cubicBezTo>
                    <a:pt x="20616" y="32243"/>
                    <a:pt x="20624" y="32292"/>
                    <a:pt x="20659" y="32312"/>
                  </a:cubicBezTo>
                  <a:cubicBezTo>
                    <a:pt x="20627" y="32376"/>
                    <a:pt x="20590" y="32439"/>
                    <a:pt x="20558" y="32503"/>
                  </a:cubicBezTo>
                  <a:cubicBezTo>
                    <a:pt x="20498" y="32617"/>
                    <a:pt x="20591" y="32730"/>
                    <a:pt x="20694" y="32730"/>
                  </a:cubicBezTo>
                  <a:cubicBezTo>
                    <a:pt x="20729" y="32730"/>
                    <a:pt x="20766" y="32718"/>
                    <a:pt x="20798" y="32688"/>
                  </a:cubicBezTo>
                  <a:cubicBezTo>
                    <a:pt x="23309" y="30419"/>
                    <a:pt x="25333" y="27794"/>
                    <a:pt x="27302" y="25141"/>
                  </a:cubicBezTo>
                  <a:cubicBezTo>
                    <a:pt x="29533" y="22798"/>
                    <a:pt x="31721" y="20500"/>
                    <a:pt x="33541" y="18306"/>
                  </a:cubicBezTo>
                  <a:lnTo>
                    <a:pt x="33541" y="18306"/>
                  </a:lnTo>
                  <a:cubicBezTo>
                    <a:pt x="31298" y="21011"/>
                    <a:pt x="29141" y="23776"/>
                    <a:pt x="26849" y="26440"/>
                  </a:cubicBezTo>
                  <a:cubicBezTo>
                    <a:pt x="24816" y="28805"/>
                    <a:pt x="22495" y="30852"/>
                    <a:pt x="20789" y="33482"/>
                  </a:cubicBezTo>
                  <a:cubicBezTo>
                    <a:pt x="20728" y="33577"/>
                    <a:pt x="20820" y="33683"/>
                    <a:pt x="20913" y="33683"/>
                  </a:cubicBezTo>
                  <a:cubicBezTo>
                    <a:pt x="20943" y="33683"/>
                    <a:pt x="20974" y="33672"/>
                    <a:pt x="21000" y="33643"/>
                  </a:cubicBezTo>
                  <a:cubicBezTo>
                    <a:pt x="21649" y="32904"/>
                    <a:pt x="22331" y="32183"/>
                    <a:pt x="23035" y="31467"/>
                  </a:cubicBezTo>
                  <a:lnTo>
                    <a:pt x="23035" y="31467"/>
                  </a:lnTo>
                  <a:cubicBezTo>
                    <a:pt x="22241" y="32448"/>
                    <a:pt x="21502" y="33464"/>
                    <a:pt x="20899" y="34561"/>
                  </a:cubicBezTo>
                  <a:cubicBezTo>
                    <a:pt x="20850" y="34647"/>
                    <a:pt x="20923" y="34763"/>
                    <a:pt x="21011" y="34763"/>
                  </a:cubicBezTo>
                  <a:cubicBezTo>
                    <a:pt x="21033" y="34763"/>
                    <a:pt x="21056" y="34756"/>
                    <a:pt x="21078" y="34740"/>
                  </a:cubicBezTo>
                  <a:cubicBezTo>
                    <a:pt x="22345" y="33848"/>
                    <a:pt x="23543" y="32809"/>
                    <a:pt x="24686" y="31677"/>
                  </a:cubicBezTo>
                  <a:lnTo>
                    <a:pt x="24686" y="31677"/>
                  </a:lnTo>
                  <a:cubicBezTo>
                    <a:pt x="23685" y="32867"/>
                    <a:pt x="22694" y="34068"/>
                    <a:pt x="21747" y="35309"/>
                  </a:cubicBezTo>
                  <a:cubicBezTo>
                    <a:pt x="21671" y="35412"/>
                    <a:pt x="21774" y="35521"/>
                    <a:pt x="21879" y="35521"/>
                  </a:cubicBezTo>
                  <a:cubicBezTo>
                    <a:pt x="21913" y="35521"/>
                    <a:pt x="21947" y="35509"/>
                    <a:pt x="21976" y="35482"/>
                  </a:cubicBezTo>
                  <a:cubicBezTo>
                    <a:pt x="23985" y="33600"/>
                    <a:pt x="25873" y="31602"/>
                    <a:pt x="27741" y="29584"/>
                  </a:cubicBezTo>
                  <a:lnTo>
                    <a:pt x="27741" y="29584"/>
                  </a:lnTo>
                  <a:cubicBezTo>
                    <a:pt x="27342" y="30191"/>
                    <a:pt x="26935" y="30794"/>
                    <a:pt x="26517" y="31392"/>
                  </a:cubicBezTo>
                  <a:cubicBezTo>
                    <a:pt x="25093" y="32959"/>
                    <a:pt x="23682" y="34535"/>
                    <a:pt x="22313" y="36144"/>
                  </a:cubicBezTo>
                  <a:cubicBezTo>
                    <a:pt x="22217" y="36246"/>
                    <a:pt x="22309" y="36383"/>
                    <a:pt x="22416" y="36383"/>
                  </a:cubicBezTo>
                  <a:cubicBezTo>
                    <a:pt x="22447" y="36383"/>
                    <a:pt x="22480" y="36371"/>
                    <a:pt x="22510" y="36343"/>
                  </a:cubicBezTo>
                  <a:cubicBezTo>
                    <a:pt x="24040" y="35035"/>
                    <a:pt x="25293" y="33565"/>
                    <a:pt x="26447" y="31986"/>
                  </a:cubicBezTo>
                  <a:cubicBezTo>
                    <a:pt x="26603" y="31825"/>
                    <a:pt x="26756" y="31663"/>
                    <a:pt x="26912" y="31501"/>
                  </a:cubicBezTo>
                  <a:cubicBezTo>
                    <a:pt x="28832" y="29495"/>
                    <a:pt x="30778" y="27520"/>
                    <a:pt x="32643" y="25459"/>
                  </a:cubicBezTo>
                  <a:cubicBezTo>
                    <a:pt x="33798" y="24180"/>
                    <a:pt x="34895" y="22846"/>
                    <a:pt x="36027" y="21547"/>
                  </a:cubicBezTo>
                  <a:lnTo>
                    <a:pt x="36027" y="21547"/>
                  </a:lnTo>
                  <a:cubicBezTo>
                    <a:pt x="35192" y="22771"/>
                    <a:pt x="34289" y="23946"/>
                    <a:pt x="33324" y="25066"/>
                  </a:cubicBezTo>
                  <a:cubicBezTo>
                    <a:pt x="29970" y="29131"/>
                    <a:pt x="26081" y="32682"/>
                    <a:pt x="22931" y="36926"/>
                  </a:cubicBezTo>
                  <a:cubicBezTo>
                    <a:pt x="22852" y="37031"/>
                    <a:pt x="22957" y="37139"/>
                    <a:pt x="23064" y="37139"/>
                  </a:cubicBezTo>
                  <a:cubicBezTo>
                    <a:pt x="23099" y="37139"/>
                    <a:pt x="23133" y="37128"/>
                    <a:pt x="23162" y="37102"/>
                  </a:cubicBezTo>
                  <a:cubicBezTo>
                    <a:pt x="25896" y="34637"/>
                    <a:pt x="28275" y="31888"/>
                    <a:pt x="30619" y="29059"/>
                  </a:cubicBezTo>
                  <a:cubicBezTo>
                    <a:pt x="32478" y="26804"/>
                    <a:pt x="35342" y="24443"/>
                    <a:pt x="36760" y="21916"/>
                  </a:cubicBezTo>
                  <a:lnTo>
                    <a:pt x="36760" y="21916"/>
                  </a:lnTo>
                  <a:cubicBezTo>
                    <a:pt x="33394" y="27918"/>
                    <a:pt x="27397" y="32079"/>
                    <a:pt x="23566" y="37783"/>
                  </a:cubicBezTo>
                  <a:cubicBezTo>
                    <a:pt x="23490" y="37894"/>
                    <a:pt x="23596" y="38009"/>
                    <a:pt x="23705" y="38009"/>
                  </a:cubicBezTo>
                  <a:cubicBezTo>
                    <a:pt x="23740" y="38009"/>
                    <a:pt x="23776" y="37997"/>
                    <a:pt x="23806" y="37968"/>
                  </a:cubicBezTo>
                  <a:cubicBezTo>
                    <a:pt x="25431" y="36429"/>
                    <a:pt x="27008" y="34841"/>
                    <a:pt x="28555" y="33228"/>
                  </a:cubicBezTo>
                  <a:lnTo>
                    <a:pt x="28555" y="33228"/>
                  </a:lnTo>
                  <a:cubicBezTo>
                    <a:pt x="27201" y="34957"/>
                    <a:pt x="25821" y="36663"/>
                    <a:pt x="24346" y="38291"/>
                  </a:cubicBezTo>
                  <a:cubicBezTo>
                    <a:pt x="24253" y="38391"/>
                    <a:pt x="24336" y="38558"/>
                    <a:pt x="24451" y="38558"/>
                  </a:cubicBezTo>
                  <a:cubicBezTo>
                    <a:pt x="24476" y="38558"/>
                    <a:pt x="24503" y="38550"/>
                    <a:pt x="24531" y="38531"/>
                  </a:cubicBezTo>
                  <a:cubicBezTo>
                    <a:pt x="25180" y="38078"/>
                    <a:pt x="25801" y="37593"/>
                    <a:pt x="26407" y="37096"/>
                  </a:cubicBezTo>
                  <a:lnTo>
                    <a:pt x="26407" y="37096"/>
                  </a:lnTo>
                  <a:cubicBezTo>
                    <a:pt x="25905" y="37792"/>
                    <a:pt x="25460" y="38525"/>
                    <a:pt x="25073" y="39290"/>
                  </a:cubicBezTo>
                  <a:cubicBezTo>
                    <a:pt x="25013" y="39412"/>
                    <a:pt x="25105" y="39516"/>
                    <a:pt x="25210" y="39516"/>
                  </a:cubicBezTo>
                  <a:cubicBezTo>
                    <a:pt x="25246" y="39516"/>
                    <a:pt x="25283" y="39505"/>
                    <a:pt x="25316" y="39478"/>
                  </a:cubicBezTo>
                  <a:cubicBezTo>
                    <a:pt x="27663" y="37581"/>
                    <a:pt x="29199" y="35026"/>
                    <a:pt x="30971" y="32621"/>
                  </a:cubicBezTo>
                  <a:cubicBezTo>
                    <a:pt x="31098" y="32477"/>
                    <a:pt x="31223" y="32327"/>
                    <a:pt x="31353" y="32183"/>
                  </a:cubicBezTo>
                  <a:cubicBezTo>
                    <a:pt x="31838" y="31750"/>
                    <a:pt x="32317" y="31325"/>
                    <a:pt x="32764" y="30904"/>
                  </a:cubicBezTo>
                  <a:cubicBezTo>
                    <a:pt x="34681" y="29100"/>
                    <a:pt x="37873" y="26288"/>
                    <a:pt x="39028" y="23985"/>
                  </a:cubicBezTo>
                  <a:lnTo>
                    <a:pt x="39028" y="23985"/>
                  </a:lnTo>
                  <a:cubicBezTo>
                    <a:pt x="37371" y="27290"/>
                    <a:pt x="34130" y="29943"/>
                    <a:pt x="31664" y="32644"/>
                  </a:cubicBezTo>
                  <a:cubicBezTo>
                    <a:pt x="29661" y="34844"/>
                    <a:pt x="27781" y="37200"/>
                    <a:pt x="26043" y="39614"/>
                  </a:cubicBezTo>
                  <a:cubicBezTo>
                    <a:pt x="25962" y="39723"/>
                    <a:pt x="26074" y="39842"/>
                    <a:pt x="26185" y="39842"/>
                  </a:cubicBezTo>
                  <a:cubicBezTo>
                    <a:pt x="26221" y="39842"/>
                    <a:pt x="26256" y="39830"/>
                    <a:pt x="26286" y="39801"/>
                  </a:cubicBezTo>
                  <a:cubicBezTo>
                    <a:pt x="28004" y="38084"/>
                    <a:pt x="29641" y="36297"/>
                    <a:pt x="31266" y="34492"/>
                  </a:cubicBezTo>
                  <a:lnTo>
                    <a:pt x="31266" y="34492"/>
                  </a:lnTo>
                  <a:cubicBezTo>
                    <a:pt x="29756" y="36490"/>
                    <a:pt x="28315" y="38522"/>
                    <a:pt x="27010" y="40581"/>
                  </a:cubicBezTo>
                  <a:cubicBezTo>
                    <a:pt x="26939" y="40693"/>
                    <a:pt x="27047" y="40820"/>
                    <a:pt x="27156" y="40820"/>
                  </a:cubicBezTo>
                  <a:cubicBezTo>
                    <a:pt x="27192" y="40820"/>
                    <a:pt x="27229" y="40806"/>
                    <a:pt x="27259" y="40771"/>
                  </a:cubicBezTo>
                  <a:cubicBezTo>
                    <a:pt x="30019" y="37659"/>
                    <a:pt x="32727" y="34501"/>
                    <a:pt x="35415" y="31325"/>
                  </a:cubicBezTo>
                  <a:cubicBezTo>
                    <a:pt x="35876" y="30777"/>
                    <a:pt x="37323" y="29137"/>
                    <a:pt x="37739" y="28562"/>
                  </a:cubicBezTo>
                  <a:cubicBezTo>
                    <a:pt x="38097" y="28066"/>
                    <a:pt x="40639" y="24587"/>
                    <a:pt x="40714" y="24587"/>
                  </a:cubicBezTo>
                  <a:cubicBezTo>
                    <a:pt x="40724" y="24587"/>
                    <a:pt x="40689" y="24651"/>
                    <a:pt x="40597" y="24795"/>
                  </a:cubicBezTo>
                  <a:cubicBezTo>
                    <a:pt x="39826" y="25993"/>
                    <a:pt x="38992" y="27145"/>
                    <a:pt x="38137" y="28279"/>
                  </a:cubicBezTo>
                  <a:cubicBezTo>
                    <a:pt x="37733" y="28790"/>
                    <a:pt x="37334" y="29307"/>
                    <a:pt x="36945" y="29830"/>
                  </a:cubicBezTo>
                  <a:cubicBezTo>
                    <a:pt x="33567" y="34097"/>
                    <a:pt x="29828" y="38098"/>
                    <a:pt x="26797" y="42628"/>
                  </a:cubicBezTo>
                  <a:cubicBezTo>
                    <a:pt x="26721" y="42741"/>
                    <a:pt x="26832" y="42868"/>
                    <a:pt x="26944" y="42868"/>
                  </a:cubicBezTo>
                  <a:cubicBezTo>
                    <a:pt x="26981" y="42868"/>
                    <a:pt x="27018" y="42854"/>
                    <a:pt x="27048" y="42821"/>
                  </a:cubicBezTo>
                  <a:cubicBezTo>
                    <a:pt x="27937" y="41814"/>
                    <a:pt x="28887" y="40809"/>
                    <a:pt x="29860" y="39798"/>
                  </a:cubicBezTo>
                  <a:lnTo>
                    <a:pt x="29860" y="39798"/>
                  </a:lnTo>
                  <a:cubicBezTo>
                    <a:pt x="29747" y="39972"/>
                    <a:pt x="29635" y="40142"/>
                    <a:pt x="29522" y="40315"/>
                  </a:cubicBezTo>
                  <a:cubicBezTo>
                    <a:pt x="28465" y="41588"/>
                    <a:pt x="27469" y="42919"/>
                    <a:pt x="26580" y="44351"/>
                  </a:cubicBezTo>
                  <a:cubicBezTo>
                    <a:pt x="26509" y="44465"/>
                    <a:pt x="26619" y="44597"/>
                    <a:pt x="26728" y="44597"/>
                  </a:cubicBezTo>
                  <a:cubicBezTo>
                    <a:pt x="26765" y="44597"/>
                    <a:pt x="26802" y="44582"/>
                    <a:pt x="26831" y="44545"/>
                  </a:cubicBezTo>
                  <a:cubicBezTo>
                    <a:pt x="28108" y="42971"/>
                    <a:pt x="29277" y="41326"/>
                    <a:pt x="30423" y="39663"/>
                  </a:cubicBezTo>
                  <a:cubicBezTo>
                    <a:pt x="30769" y="39270"/>
                    <a:pt x="31119" y="38886"/>
                    <a:pt x="31465" y="38499"/>
                  </a:cubicBezTo>
                  <a:cubicBezTo>
                    <a:pt x="34531" y="35093"/>
                    <a:pt x="37990" y="32076"/>
                    <a:pt x="40773" y="28412"/>
                  </a:cubicBezTo>
                  <a:cubicBezTo>
                    <a:pt x="41518" y="27344"/>
                    <a:pt x="42332" y="26322"/>
                    <a:pt x="43204" y="25352"/>
                  </a:cubicBezTo>
                  <a:lnTo>
                    <a:pt x="43204" y="25352"/>
                  </a:lnTo>
                  <a:cubicBezTo>
                    <a:pt x="42000" y="26706"/>
                    <a:pt x="40986" y="28297"/>
                    <a:pt x="39840" y="29720"/>
                  </a:cubicBezTo>
                  <a:cubicBezTo>
                    <a:pt x="37695" y="32376"/>
                    <a:pt x="35435" y="34940"/>
                    <a:pt x="33272" y="37584"/>
                  </a:cubicBezTo>
                  <a:cubicBezTo>
                    <a:pt x="32579" y="38433"/>
                    <a:pt x="31913" y="39302"/>
                    <a:pt x="31254" y="40177"/>
                  </a:cubicBezTo>
                  <a:cubicBezTo>
                    <a:pt x="29130" y="42244"/>
                    <a:pt x="26881" y="44386"/>
                    <a:pt x="26023" y="47085"/>
                  </a:cubicBezTo>
                  <a:cubicBezTo>
                    <a:pt x="25990" y="47192"/>
                    <a:pt x="26090" y="47290"/>
                    <a:pt x="26188" y="47290"/>
                  </a:cubicBezTo>
                  <a:cubicBezTo>
                    <a:pt x="26226" y="47290"/>
                    <a:pt x="26263" y="47276"/>
                    <a:pt x="26292" y="47241"/>
                  </a:cubicBezTo>
                  <a:cubicBezTo>
                    <a:pt x="27175" y="46176"/>
                    <a:pt x="28061" y="45108"/>
                    <a:pt x="28948" y="44034"/>
                  </a:cubicBezTo>
                  <a:lnTo>
                    <a:pt x="28948" y="44034"/>
                  </a:lnTo>
                  <a:cubicBezTo>
                    <a:pt x="27750" y="45616"/>
                    <a:pt x="26580" y="47218"/>
                    <a:pt x="25501" y="48878"/>
                  </a:cubicBezTo>
                  <a:cubicBezTo>
                    <a:pt x="25420" y="49001"/>
                    <a:pt x="25527" y="49109"/>
                    <a:pt x="25641" y="49109"/>
                  </a:cubicBezTo>
                  <a:cubicBezTo>
                    <a:pt x="25690" y="49109"/>
                    <a:pt x="25741" y="49089"/>
                    <a:pt x="25778" y="49040"/>
                  </a:cubicBezTo>
                  <a:cubicBezTo>
                    <a:pt x="28047" y="45991"/>
                    <a:pt x="30726" y="43222"/>
                    <a:pt x="33316" y="40396"/>
                  </a:cubicBezTo>
                  <a:lnTo>
                    <a:pt x="33316" y="40396"/>
                  </a:lnTo>
                  <a:cubicBezTo>
                    <a:pt x="30481" y="43904"/>
                    <a:pt x="27568" y="47351"/>
                    <a:pt x="24958" y="51032"/>
                  </a:cubicBezTo>
                  <a:cubicBezTo>
                    <a:pt x="24897" y="51116"/>
                    <a:pt x="24949" y="51205"/>
                    <a:pt x="25024" y="51248"/>
                  </a:cubicBezTo>
                  <a:cubicBezTo>
                    <a:pt x="24938" y="51361"/>
                    <a:pt x="24848" y="51471"/>
                    <a:pt x="24764" y="51583"/>
                  </a:cubicBezTo>
                  <a:cubicBezTo>
                    <a:pt x="24687" y="51685"/>
                    <a:pt x="24785" y="51783"/>
                    <a:pt x="24887" y="51783"/>
                  </a:cubicBezTo>
                  <a:cubicBezTo>
                    <a:pt x="24929" y="51783"/>
                    <a:pt x="24973" y="51766"/>
                    <a:pt x="25004" y="51725"/>
                  </a:cubicBezTo>
                  <a:cubicBezTo>
                    <a:pt x="26973" y="49164"/>
                    <a:pt x="29072" y="46730"/>
                    <a:pt x="31234" y="44348"/>
                  </a:cubicBezTo>
                  <a:lnTo>
                    <a:pt x="31234" y="44348"/>
                  </a:lnTo>
                  <a:cubicBezTo>
                    <a:pt x="28774" y="47178"/>
                    <a:pt x="26427" y="50114"/>
                    <a:pt x="24317" y="53298"/>
                  </a:cubicBezTo>
                  <a:cubicBezTo>
                    <a:pt x="24237" y="53420"/>
                    <a:pt x="24347" y="53527"/>
                    <a:pt x="24461" y="53527"/>
                  </a:cubicBezTo>
                  <a:cubicBezTo>
                    <a:pt x="24482" y="53527"/>
                    <a:pt x="24504" y="53523"/>
                    <a:pt x="24525" y="53515"/>
                  </a:cubicBezTo>
                  <a:lnTo>
                    <a:pt x="24525" y="53515"/>
                  </a:lnTo>
                  <a:cubicBezTo>
                    <a:pt x="24502" y="53544"/>
                    <a:pt x="24479" y="53569"/>
                    <a:pt x="24455" y="53595"/>
                  </a:cubicBezTo>
                  <a:cubicBezTo>
                    <a:pt x="24349" y="53704"/>
                    <a:pt x="24449" y="53852"/>
                    <a:pt x="24563" y="53852"/>
                  </a:cubicBezTo>
                  <a:cubicBezTo>
                    <a:pt x="24598" y="53852"/>
                    <a:pt x="24634" y="53838"/>
                    <a:pt x="24666" y="53806"/>
                  </a:cubicBezTo>
                  <a:cubicBezTo>
                    <a:pt x="24998" y="53518"/>
                    <a:pt x="25322" y="53209"/>
                    <a:pt x="25651" y="52911"/>
                  </a:cubicBezTo>
                  <a:cubicBezTo>
                    <a:pt x="28050" y="51453"/>
                    <a:pt x="29871" y="49144"/>
                    <a:pt x="31612" y="46831"/>
                  </a:cubicBezTo>
                  <a:cubicBezTo>
                    <a:pt x="33538" y="44654"/>
                    <a:pt x="35391" y="42388"/>
                    <a:pt x="37184" y="40128"/>
                  </a:cubicBezTo>
                  <a:cubicBezTo>
                    <a:pt x="40270" y="36631"/>
                    <a:pt x="43357" y="33106"/>
                    <a:pt x="46322" y="29524"/>
                  </a:cubicBezTo>
                  <a:cubicBezTo>
                    <a:pt x="46812" y="29104"/>
                    <a:pt x="47268" y="28742"/>
                    <a:pt x="47378" y="28742"/>
                  </a:cubicBezTo>
                  <a:cubicBezTo>
                    <a:pt x="47457" y="28742"/>
                    <a:pt x="47358" y="28929"/>
                    <a:pt x="46965" y="29414"/>
                  </a:cubicBezTo>
                  <a:cubicBezTo>
                    <a:pt x="45779" y="30883"/>
                    <a:pt x="44324" y="32232"/>
                    <a:pt x="43048" y="33629"/>
                  </a:cubicBezTo>
                  <a:cubicBezTo>
                    <a:pt x="39915" y="37059"/>
                    <a:pt x="36948" y="40587"/>
                    <a:pt x="34017" y="44190"/>
                  </a:cubicBezTo>
                  <a:cubicBezTo>
                    <a:pt x="32432" y="46138"/>
                    <a:pt x="30752" y="48026"/>
                    <a:pt x="29176" y="49990"/>
                  </a:cubicBezTo>
                  <a:cubicBezTo>
                    <a:pt x="29023" y="50160"/>
                    <a:pt x="28875" y="50336"/>
                    <a:pt x="28722" y="50506"/>
                  </a:cubicBezTo>
                  <a:cubicBezTo>
                    <a:pt x="26909" y="52527"/>
                    <a:pt x="24684" y="54522"/>
                    <a:pt x="23459" y="56965"/>
                  </a:cubicBezTo>
                  <a:cubicBezTo>
                    <a:pt x="23411" y="57064"/>
                    <a:pt x="23489" y="57203"/>
                    <a:pt x="23591" y="57203"/>
                  </a:cubicBezTo>
                  <a:cubicBezTo>
                    <a:pt x="23617" y="57203"/>
                    <a:pt x="23643" y="57195"/>
                    <a:pt x="23670" y="57175"/>
                  </a:cubicBezTo>
                  <a:cubicBezTo>
                    <a:pt x="25249" y="55983"/>
                    <a:pt x="26202" y="54375"/>
                    <a:pt x="27386" y="52807"/>
                  </a:cubicBezTo>
                  <a:cubicBezTo>
                    <a:pt x="28567" y="51248"/>
                    <a:pt x="29805" y="49730"/>
                    <a:pt x="31049" y="48220"/>
                  </a:cubicBezTo>
                  <a:cubicBezTo>
                    <a:pt x="35504" y="43081"/>
                    <a:pt x="40065" y="38029"/>
                    <a:pt x="44766" y="33118"/>
                  </a:cubicBezTo>
                  <a:cubicBezTo>
                    <a:pt x="45909" y="31926"/>
                    <a:pt x="47026" y="30707"/>
                    <a:pt x="48166" y="29515"/>
                  </a:cubicBezTo>
                  <a:cubicBezTo>
                    <a:pt x="48860" y="28790"/>
                    <a:pt x="49163" y="28508"/>
                    <a:pt x="49215" y="28508"/>
                  </a:cubicBezTo>
                  <a:cubicBezTo>
                    <a:pt x="49373" y="28508"/>
                    <a:pt x="47169" y="31143"/>
                    <a:pt x="46538" y="31752"/>
                  </a:cubicBezTo>
                  <a:cubicBezTo>
                    <a:pt x="43882" y="34319"/>
                    <a:pt x="41457" y="37114"/>
                    <a:pt x="39049" y="39914"/>
                  </a:cubicBezTo>
                  <a:cubicBezTo>
                    <a:pt x="33633" y="46205"/>
                    <a:pt x="28298" y="52530"/>
                    <a:pt x="22940" y="58870"/>
                  </a:cubicBezTo>
                  <a:cubicBezTo>
                    <a:pt x="22844" y="58982"/>
                    <a:pt x="22925" y="59140"/>
                    <a:pt x="23049" y="59140"/>
                  </a:cubicBezTo>
                  <a:cubicBezTo>
                    <a:pt x="23075" y="59140"/>
                    <a:pt x="23102" y="59134"/>
                    <a:pt x="23130" y="59118"/>
                  </a:cubicBezTo>
                  <a:cubicBezTo>
                    <a:pt x="24822" y="58200"/>
                    <a:pt x="26289" y="56855"/>
                    <a:pt x="27625" y="55325"/>
                  </a:cubicBezTo>
                  <a:lnTo>
                    <a:pt x="27625" y="55325"/>
                  </a:lnTo>
                  <a:cubicBezTo>
                    <a:pt x="27348" y="55723"/>
                    <a:pt x="27057" y="56110"/>
                    <a:pt x="26754" y="56482"/>
                  </a:cubicBezTo>
                  <a:cubicBezTo>
                    <a:pt x="25192" y="57819"/>
                    <a:pt x="23549" y="59110"/>
                    <a:pt x="22585" y="60839"/>
                  </a:cubicBezTo>
                  <a:cubicBezTo>
                    <a:pt x="22516" y="60959"/>
                    <a:pt x="22620" y="61089"/>
                    <a:pt x="22733" y="61089"/>
                  </a:cubicBezTo>
                  <a:cubicBezTo>
                    <a:pt x="22771" y="61089"/>
                    <a:pt x="22811" y="61074"/>
                    <a:pt x="22845" y="61038"/>
                  </a:cubicBezTo>
                  <a:cubicBezTo>
                    <a:pt x="23895" y="59927"/>
                    <a:pt x="24909" y="58783"/>
                    <a:pt x="25905" y="57631"/>
                  </a:cubicBezTo>
                  <a:cubicBezTo>
                    <a:pt x="27368" y="56286"/>
                    <a:pt x="28864" y="54984"/>
                    <a:pt x="30189" y="53457"/>
                  </a:cubicBezTo>
                  <a:cubicBezTo>
                    <a:pt x="30735" y="52830"/>
                    <a:pt x="31260" y="52184"/>
                    <a:pt x="31783" y="51534"/>
                  </a:cubicBezTo>
                  <a:lnTo>
                    <a:pt x="31783" y="51534"/>
                  </a:lnTo>
                  <a:cubicBezTo>
                    <a:pt x="31324" y="52195"/>
                    <a:pt x="30865" y="52856"/>
                    <a:pt x="30394" y="53512"/>
                  </a:cubicBezTo>
                  <a:cubicBezTo>
                    <a:pt x="28139" y="56659"/>
                    <a:pt x="25157" y="58939"/>
                    <a:pt x="22720" y="61884"/>
                  </a:cubicBezTo>
                  <a:cubicBezTo>
                    <a:pt x="22631" y="61992"/>
                    <a:pt x="22713" y="62174"/>
                    <a:pt x="22832" y="62174"/>
                  </a:cubicBezTo>
                  <a:cubicBezTo>
                    <a:pt x="22860" y="62174"/>
                    <a:pt x="22890" y="62164"/>
                    <a:pt x="22920" y="62141"/>
                  </a:cubicBezTo>
                  <a:cubicBezTo>
                    <a:pt x="30663" y="56228"/>
                    <a:pt x="35695" y="47082"/>
                    <a:pt x="42577" y="40229"/>
                  </a:cubicBezTo>
                  <a:cubicBezTo>
                    <a:pt x="44575" y="38239"/>
                    <a:pt x="46584" y="36262"/>
                    <a:pt x="48556" y="34244"/>
                  </a:cubicBezTo>
                  <a:cubicBezTo>
                    <a:pt x="49247" y="33537"/>
                    <a:pt x="52165" y="30343"/>
                    <a:pt x="52253" y="30343"/>
                  </a:cubicBezTo>
                  <a:cubicBezTo>
                    <a:pt x="52290" y="30343"/>
                    <a:pt x="51826" y="30908"/>
                    <a:pt x="50485" y="32463"/>
                  </a:cubicBezTo>
                  <a:cubicBezTo>
                    <a:pt x="46861" y="36663"/>
                    <a:pt x="42927" y="40673"/>
                    <a:pt x="39136" y="44724"/>
                  </a:cubicBezTo>
                  <a:cubicBezTo>
                    <a:pt x="35299" y="48823"/>
                    <a:pt x="31999" y="53367"/>
                    <a:pt x="28318" y="57603"/>
                  </a:cubicBezTo>
                  <a:cubicBezTo>
                    <a:pt x="28261" y="57669"/>
                    <a:pt x="28197" y="57744"/>
                    <a:pt x="28136" y="57813"/>
                  </a:cubicBezTo>
                  <a:cubicBezTo>
                    <a:pt x="26205" y="59904"/>
                    <a:pt x="24262" y="61985"/>
                    <a:pt x="22284" y="64035"/>
                  </a:cubicBezTo>
                  <a:cubicBezTo>
                    <a:pt x="22168" y="64155"/>
                    <a:pt x="22282" y="64324"/>
                    <a:pt x="22410" y="64324"/>
                  </a:cubicBezTo>
                  <a:cubicBezTo>
                    <a:pt x="22447" y="64324"/>
                    <a:pt x="22486" y="64309"/>
                    <a:pt x="22521" y="64274"/>
                  </a:cubicBezTo>
                  <a:cubicBezTo>
                    <a:pt x="23026" y="63763"/>
                    <a:pt x="23514" y="63241"/>
                    <a:pt x="24008" y="62721"/>
                  </a:cubicBezTo>
                  <a:lnTo>
                    <a:pt x="24008" y="62721"/>
                  </a:lnTo>
                  <a:cubicBezTo>
                    <a:pt x="23921" y="62817"/>
                    <a:pt x="23829" y="62918"/>
                    <a:pt x="23754" y="62998"/>
                  </a:cubicBezTo>
                  <a:cubicBezTo>
                    <a:pt x="25792" y="60882"/>
                    <a:pt x="27787" y="58723"/>
                    <a:pt x="29776" y="56560"/>
                  </a:cubicBezTo>
                  <a:cubicBezTo>
                    <a:pt x="33740" y="52259"/>
                    <a:pt x="37635" y="47894"/>
                    <a:pt x="41587" y="43580"/>
                  </a:cubicBezTo>
                  <a:cubicBezTo>
                    <a:pt x="45285" y="39553"/>
                    <a:pt x="48478" y="35061"/>
                    <a:pt x="52485" y="31325"/>
                  </a:cubicBezTo>
                  <a:lnTo>
                    <a:pt x="52485" y="31325"/>
                  </a:lnTo>
                  <a:cubicBezTo>
                    <a:pt x="49399" y="34206"/>
                    <a:pt x="46047" y="38846"/>
                    <a:pt x="42889" y="42330"/>
                  </a:cubicBezTo>
                  <a:cubicBezTo>
                    <a:pt x="38980" y="46644"/>
                    <a:pt x="35342" y="51248"/>
                    <a:pt x="31575" y="55689"/>
                  </a:cubicBezTo>
                  <a:cubicBezTo>
                    <a:pt x="31119" y="56228"/>
                    <a:pt x="30637" y="56742"/>
                    <a:pt x="30166" y="57265"/>
                  </a:cubicBezTo>
                  <a:cubicBezTo>
                    <a:pt x="29791" y="57663"/>
                    <a:pt x="29418" y="58067"/>
                    <a:pt x="29037" y="58463"/>
                  </a:cubicBezTo>
                  <a:cubicBezTo>
                    <a:pt x="26932" y="60643"/>
                    <a:pt x="24100" y="62765"/>
                    <a:pt x="22691" y="65475"/>
                  </a:cubicBezTo>
                  <a:cubicBezTo>
                    <a:pt x="22629" y="65596"/>
                    <a:pt x="22733" y="65732"/>
                    <a:pt x="22844" y="65732"/>
                  </a:cubicBezTo>
                  <a:cubicBezTo>
                    <a:pt x="22882" y="65732"/>
                    <a:pt x="22921" y="65716"/>
                    <a:pt x="22954" y="65678"/>
                  </a:cubicBezTo>
                  <a:cubicBezTo>
                    <a:pt x="24444" y="63977"/>
                    <a:pt x="25939" y="62288"/>
                    <a:pt x="27443" y="60605"/>
                  </a:cubicBezTo>
                  <a:cubicBezTo>
                    <a:pt x="31150" y="56814"/>
                    <a:pt x="34670" y="52859"/>
                    <a:pt x="38091" y="48806"/>
                  </a:cubicBezTo>
                  <a:cubicBezTo>
                    <a:pt x="41818" y="44392"/>
                    <a:pt x="45646" y="40064"/>
                    <a:pt x="49572" y="35823"/>
                  </a:cubicBezTo>
                  <a:cubicBezTo>
                    <a:pt x="50141" y="35217"/>
                    <a:pt x="50675" y="34582"/>
                    <a:pt x="51175" y="33921"/>
                  </a:cubicBezTo>
                  <a:cubicBezTo>
                    <a:pt x="51753" y="33195"/>
                    <a:pt x="52015" y="32929"/>
                    <a:pt x="52083" y="32929"/>
                  </a:cubicBezTo>
                  <a:cubicBezTo>
                    <a:pt x="52251" y="32929"/>
                    <a:pt x="51233" y="34555"/>
                    <a:pt x="50886" y="34896"/>
                  </a:cubicBezTo>
                  <a:cubicBezTo>
                    <a:pt x="49154" y="36608"/>
                    <a:pt x="47632" y="38534"/>
                    <a:pt x="46016" y="40353"/>
                  </a:cubicBezTo>
                  <a:cubicBezTo>
                    <a:pt x="38024" y="49343"/>
                    <a:pt x="30186" y="58489"/>
                    <a:pt x="22071" y="67384"/>
                  </a:cubicBezTo>
                  <a:cubicBezTo>
                    <a:pt x="21960" y="67504"/>
                    <a:pt x="22069" y="67668"/>
                    <a:pt x="22194" y="67668"/>
                  </a:cubicBezTo>
                  <a:cubicBezTo>
                    <a:pt x="22231" y="67668"/>
                    <a:pt x="22270" y="67653"/>
                    <a:pt x="22305" y="67618"/>
                  </a:cubicBezTo>
                  <a:cubicBezTo>
                    <a:pt x="23393" y="66532"/>
                    <a:pt x="24470" y="65455"/>
                    <a:pt x="25544" y="64390"/>
                  </a:cubicBezTo>
                  <a:lnTo>
                    <a:pt x="25544" y="64390"/>
                  </a:lnTo>
                  <a:cubicBezTo>
                    <a:pt x="25477" y="64494"/>
                    <a:pt x="25434" y="64601"/>
                    <a:pt x="25376" y="64708"/>
                  </a:cubicBezTo>
                  <a:cubicBezTo>
                    <a:pt x="24701" y="65539"/>
                    <a:pt x="23119" y="67505"/>
                    <a:pt x="22729" y="67932"/>
                  </a:cubicBezTo>
                  <a:cubicBezTo>
                    <a:pt x="22634" y="68035"/>
                    <a:pt x="22718" y="68195"/>
                    <a:pt x="22836" y="68195"/>
                  </a:cubicBezTo>
                  <a:cubicBezTo>
                    <a:pt x="22861" y="68195"/>
                    <a:pt x="22887" y="68188"/>
                    <a:pt x="22914" y="68172"/>
                  </a:cubicBezTo>
                  <a:cubicBezTo>
                    <a:pt x="25163" y="66786"/>
                    <a:pt x="27132" y="64878"/>
                    <a:pt x="28953" y="62779"/>
                  </a:cubicBezTo>
                  <a:lnTo>
                    <a:pt x="28953" y="62779"/>
                  </a:lnTo>
                  <a:lnTo>
                    <a:pt x="28633" y="63180"/>
                  </a:lnTo>
                  <a:cubicBezTo>
                    <a:pt x="26629" y="65675"/>
                    <a:pt x="23991" y="67476"/>
                    <a:pt x="22053" y="70008"/>
                  </a:cubicBezTo>
                  <a:cubicBezTo>
                    <a:pt x="21976" y="70109"/>
                    <a:pt x="22085" y="70247"/>
                    <a:pt x="22196" y="70247"/>
                  </a:cubicBezTo>
                  <a:cubicBezTo>
                    <a:pt x="22221" y="70247"/>
                    <a:pt x="22247" y="70240"/>
                    <a:pt x="22270" y="70225"/>
                  </a:cubicBezTo>
                  <a:cubicBezTo>
                    <a:pt x="24057" y="68940"/>
                    <a:pt x="25734" y="67522"/>
                    <a:pt x="27334" y="66010"/>
                  </a:cubicBezTo>
                  <a:lnTo>
                    <a:pt x="27334" y="66010"/>
                  </a:lnTo>
                  <a:cubicBezTo>
                    <a:pt x="26927" y="66564"/>
                    <a:pt x="26514" y="67112"/>
                    <a:pt x="26098" y="67658"/>
                  </a:cubicBezTo>
                  <a:cubicBezTo>
                    <a:pt x="25044" y="68784"/>
                    <a:pt x="24017" y="69936"/>
                    <a:pt x="23049" y="71163"/>
                  </a:cubicBezTo>
                  <a:cubicBezTo>
                    <a:pt x="22959" y="71280"/>
                    <a:pt x="23050" y="71432"/>
                    <a:pt x="23163" y="71432"/>
                  </a:cubicBezTo>
                  <a:cubicBezTo>
                    <a:pt x="23198" y="71432"/>
                    <a:pt x="23235" y="71417"/>
                    <a:pt x="23269" y="71382"/>
                  </a:cubicBezTo>
                  <a:cubicBezTo>
                    <a:pt x="23459" y="71192"/>
                    <a:pt x="23630" y="70993"/>
                    <a:pt x="23815" y="70799"/>
                  </a:cubicBezTo>
                  <a:lnTo>
                    <a:pt x="23815" y="70799"/>
                  </a:lnTo>
                  <a:cubicBezTo>
                    <a:pt x="23428" y="71215"/>
                    <a:pt x="23113" y="71680"/>
                    <a:pt x="22980" y="72222"/>
                  </a:cubicBezTo>
                  <a:cubicBezTo>
                    <a:pt x="22968" y="72278"/>
                    <a:pt x="23014" y="72315"/>
                    <a:pt x="23058" y="72315"/>
                  </a:cubicBezTo>
                  <a:cubicBezTo>
                    <a:pt x="23086" y="72315"/>
                    <a:pt x="23114" y="72299"/>
                    <a:pt x="23125" y="72263"/>
                  </a:cubicBezTo>
                  <a:cubicBezTo>
                    <a:pt x="23589" y="70585"/>
                    <a:pt x="25732" y="69468"/>
                    <a:pt x="27172" y="68501"/>
                  </a:cubicBezTo>
                  <a:lnTo>
                    <a:pt x="27172" y="68501"/>
                  </a:lnTo>
                  <a:cubicBezTo>
                    <a:pt x="26831" y="68885"/>
                    <a:pt x="26494" y="69278"/>
                    <a:pt x="26144" y="69659"/>
                  </a:cubicBezTo>
                  <a:cubicBezTo>
                    <a:pt x="25555" y="70245"/>
                    <a:pt x="24972" y="70840"/>
                    <a:pt x="24409" y="71452"/>
                  </a:cubicBezTo>
                  <a:cubicBezTo>
                    <a:pt x="24314" y="71550"/>
                    <a:pt x="24224" y="71648"/>
                    <a:pt x="24132" y="71749"/>
                  </a:cubicBezTo>
                  <a:cubicBezTo>
                    <a:pt x="23800" y="72118"/>
                    <a:pt x="23471" y="72494"/>
                    <a:pt x="23156" y="72886"/>
                  </a:cubicBezTo>
                  <a:cubicBezTo>
                    <a:pt x="23087" y="72970"/>
                    <a:pt x="23116" y="73097"/>
                    <a:pt x="23217" y="73143"/>
                  </a:cubicBezTo>
                  <a:cubicBezTo>
                    <a:pt x="23182" y="73224"/>
                    <a:pt x="23145" y="73302"/>
                    <a:pt x="23116" y="73386"/>
                  </a:cubicBezTo>
                  <a:cubicBezTo>
                    <a:pt x="23079" y="73502"/>
                    <a:pt x="23175" y="73578"/>
                    <a:pt x="23270" y="73578"/>
                  </a:cubicBezTo>
                  <a:cubicBezTo>
                    <a:pt x="23333" y="73578"/>
                    <a:pt x="23395" y="73545"/>
                    <a:pt x="23419" y="73470"/>
                  </a:cubicBezTo>
                  <a:cubicBezTo>
                    <a:pt x="23483" y="73282"/>
                    <a:pt x="23560" y="73100"/>
                    <a:pt x="23653" y="72924"/>
                  </a:cubicBezTo>
                  <a:cubicBezTo>
                    <a:pt x="25573" y="71668"/>
                    <a:pt x="27192" y="70057"/>
                    <a:pt x="28942" y="68573"/>
                  </a:cubicBezTo>
                  <a:cubicBezTo>
                    <a:pt x="29324" y="68208"/>
                    <a:pt x="29525" y="68025"/>
                    <a:pt x="29542" y="68025"/>
                  </a:cubicBezTo>
                  <a:cubicBezTo>
                    <a:pt x="29562" y="68025"/>
                    <a:pt x="29343" y="68265"/>
                    <a:pt x="28884" y="68744"/>
                  </a:cubicBezTo>
                  <a:cubicBezTo>
                    <a:pt x="28223" y="69465"/>
                    <a:pt x="27519" y="70150"/>
                    <a:pt x="26826" y="70842"/>
                  </a:cubicBezTo>
                  <a:cubicBezTo>
                    <a:pt x="25671" y="71994"/>
                    <a:pt x="24542" y="73158"/>
                    <a:pt x="23480" y="74393"/>
                  </a:cubicBezTo>
                  <a:cubicBezTo>
                    <a:pt x="23375" y="74516"/>
                    <a:pt x="23472" y="74660"/>
                    <a:pt x="23595" y="74660"/>
                  </a:cubicBezTo>
                  <a:cubicBezTo>
                    <a:pt x="23631" y="74660"/>
                    <a:pt x="23669" y="74647"/>
                    <a:pt x="23705" y="74619"/>
                  </a:cubicBezTo>
                  <a:cubicBezTo>
                    <a:pt x="25732" y="72987"/>
                    <a:pt x="27851" y="71212"/>
                    <a:pt x="29609" y="69292"/>
                  </a:cubicBezTo>
                  <a:lnTo>
                    <a:pt x="29609" y="69292"/>
                  </a:lnTo>
                  <a:cubicBezTo>
                    <a:pt x="27819" y="71250"/>
                    <a:pt x="25928" y="73103"/>
                    <a:pt x="24224" y="75141"/>
                  </a:cubicBezTo>
                  <a:cubicBezTo>
                    <a:pt x="24109" y="75264"/>
                    <a:pt x="24220" y="75429"/>
                    <a:pt x="24351" y="75429"/>
                  </a:cubicBezTo>
                  <a:cubicBezTo>
                    <a:pt x="24390" y="75429"/>
                    <a:pt x="24430" y="75415"/>
                    <a:pt x="24467" y="75381"/>
                  </a:cubicBezTo>
                  <a:cubicBezTo>
                    <a:pt x="25368" y="74636"/>
                    <a:pt x="26266" y="73903"/>
                    <a:pt x="27236" y="73244"/>
                  </a:cubicBezTo>
                  <a:cubicBezTo>
                    <a:pt x="27292" y="73206"/>
                    <a:pt x="27328" y="73189"/>
                    <a:pt x="27348" y="73189"/>
                  </a:cubicBezTo>
                  <a:cubicBezTo>
                    <a:pt x="27537" y="73189"/>
                    <a:pt x="26299" y="74703"/>
                    <a:pt x="25936" y="75138"/>
                  </a:cubicBezTo>
                  <a:cubicBezTo>
                    <a:pt x="25700" y="75389"/>
                    <a:pt x="25480" y="75655"/>
                    <a:pt x="25278" y="75932"/>
                  </a:cubicBezTo>
                  <a:cubicBezTo>
                    <a:pt x="25196" y="76047"/>
                    <a:pt x="25317" y="76185"/>
                    <a:pt x="25434" y="76185"/>
                  </a:cubicBezTo>
                  <a:cubicBezTo>
                    <a:pt x="25473" y="76185"/>
                    <a:pt x="25511" y="76170"/>
                    <a:pt x="25541" y="76134"/>
                  </a:cubicBezTo>
                  <a:cubicBezTo>
                    <a:pt x="25997" y="75583"/>
                    <a:pt x="26453" y="75052"/>
                    <a:pt x="26881" y="74500"/>
                  </a:cubicBezTo>
                  <a:cubicBezTo>
                    <a:pt x="27279" y="74222"/>
                    <a:pt x="27657" y="73973"/>
                    <a:pt x="27733" y="73973"/>
                  </a:cubicBezTo>
                  <a:cubicBezTo>
                    <a:pt x="27770" y="73973"/>
                    <a:pt x="27739" y="74028"/>
                    <a:pt x="27611" y="74162"/>
                  </a:cubicBezTo>
                  <a:cubicBezTo>
                    <a:pt x="26811" y="75003"/>
                    <a:pt x="25960" y="75773"/>
                    <a:pt x="25197" y="76654"/>
                  </a:cubicBezTo>
                  <a:cubicBezTo>
                    <a:pt x="25101" y="76762"/>
                    <a:pt x="25189" y="76948"/>
                    <a:pt x="25312" y="76948"/>
                  </a:cubicBezTo>
                  <a:cubicBezTo>
                    <a:pt x="25340" y="76948"/>
                    <a:pt x="25370" y="76938"/>
                    <a:pt x="25399" y="76917"/>
                  </a:cubicBezTo>
                  <a:cubicBezTo>
                    <a:pt x="26267" y="76281"/>
                    <a:pt x="27117" y="75629"/>
                    <a:pt x="28017" y="75038"/>
                  </a:cubicBezTo>
                  <a:lnTo>
                    <a:pt x="28017" y="75038"/>
                  </a:lnTo>
                  <a:cubicBezTo>
                    <a:pt x="27241" y="75550"/>
                    <a:pt x="26524" y="76337"/>
                    <a:pt x="25838" y="76972"/>
                  </a:cubicBezTo>
                  <a:cubicBezTo>
                    <a:pt x="25718" y="77085"/>
                    <a:pt x="25829" y="77266"/>
                    <a:pt x="25966" y="77266"/>
                  </a:cubicBezTo>
                  <a:cubicBezTo>
                    <a:pt x="25993" y="77266"/>
                    <a:pt x="26021" y="77259"/>
                    <a:pt x="26049" y="77243"/>
                  </a:cubicBezTo>
                  <a:cubicBezTo>
                    <a:pt x="26875" y="76755"/>
                    <a:pt x="27905" y="76238"/>
                    <a:pt x="28529" y="75548"/>
                  </a:cubicBezTo>
                  <a:lnTo>
                    <a:pt x="28529" y="75548"/>
                  </a:lnTo>
                  <a:cubicBezTo>
                    <a:pt x="27801" y="76354"/>
                    <a:pt x="26857" y="76995"/>
                    <a:pt x="26058" y="77731"/>
                  </a:cubicBezTo>
                  <a:cubicBezTo>
                    <a:pt x="25943" y="77839"/>
                    <a:pt x="26049" y="78018"/>
                    <a:pt x="26179" y="78018"/>
                  </a:cubicBezTo>
                  <a:cubicBezTo>
                    <a:pt x="26205" y="78018"/>
                    <a:pt x="26233" y="78011"/>
                    <a:pt x="26260" y="77994"/>
                  </a:cubicBezTo>
                  <a:cubicBezTo>
                    <a:pt x="27094" y="77462"/>
                    <a:pt x="27908" y="76905"/>
                    <a:pt x="28731" y="76357"/>
                  </a:cubicBezTo>
                  <a:lnTo>
                    <a:pt x="28731" y="76357"/>
                  </a:lnTo>
                  <a:cubicBezTo>
                    <a:pt x="28035" y="76821"/>
                    <a:pt x="27357" y="78054"/>
                    <a:pt x="26808" y="78698"/>
                  </a:cubicBezTo>
                  <a:cubicBezTo>
                    <a:pt x="26700" y="78826"/>
                    <a:pt x="26805" y="78992"/>
                    <a:pt x="26935" y="78992"/>
                  </a:cubicBezTo>
                  <a:cubicBezTo>
                    <a:pt x="26974" y="78992"/>
                    <a:pt x="27015" y="78977"/>
                    <a:pt x="27054" y="78940"/>
                  </a:cubicBezTo>
                  <a:cubicBezTo>
                    <a:pt x="27879" y="78173"/>
                    <a:pt x="28766" y="77474"/>
                    <a:pt x="29707" y="76847"/>
                  </a:cubicBezTo>
                  <a:lnTo>
                    <a:pt x="29707" y="76847"/>
                  </a:lnTo>
                  <a:cubicBezTo>
                    <a:pt x="29164" y="77211"/>
                    <a:pt x="28650" y="77994"/>
                    <a:pt x="28209" y="78479"/>
                  </a:cubicBezTo>
                  <a:cubicBezTo>
                    <a:pt x="28102" y="78594"/>
                    <a:pt x="28199" y="78787"/>
                    <a:pt x="28331" y="78787"/>
                  </a:cubicBezTo>
                  <a:cubicBezTo>
                    <a:pt x="28360" y="78787"/>
                    <a:pt x="28391" y="78778"/>
                    <a:pt x="28422" y="78756"/>
                  </a:cubicBezTo>
                  <a:cubicBezTo>
                    <a:pt x="28959" y="78363"/>
                    <a:pt x="29534" y="77962"/>
                    <a:pt x="30048" y="77540"/>
                  </a:cubicBezTo>
                  <a:cubicBezTo>
                    <a:pt x="30163" y="77445"/>
                    <a:pt x="30221" y="77404"/>
                    <a:pt x="30237" y="77404"/>
                  </a:cubicBezTo>
                  <a:cubicBezTo>
                    <a:pt x="30332" y="77404"/>
                    <a:pt x="28763" y="78986"/>
                    <a:pt x="28636" y="79122"/>
                  </a:cubicBezTo>
                  <a:cubicBezTo>
                    <a:pt x="28513" y="79254"/>
                    <a:pt x="28630" y="79426"/>
                    <a:pt x="28769" y="79426"/>
                  </a:cubicBezTo>
                  <a:cubicBezTo>
                    <a:pt x="28809" y="79426"/>
                    <a:pt x="28851" y="79411"/>
                    <a:pt x="28890" y="79376"/>
                  </a:cubicBezTo>
                  <a:cubicBezTo>
                    <a:pt x="29098" y="79186"/>
                    <a:pt x="29311" y="79001"/>
                    <a:pt x="29522" y="78813"/>
                  </a:cubicBezTo>
                  <a:cubicBezTo>
                    <a:pt x="29565" y="78790"/>
                    <a:pt x="29603" y="78756"/>
                    <a:pt x="29632" y="78715"/>
                  </a:cubicBezTo>
                  <a:cubicBezTo>
                    <a:pt x="29874" y="78499"/>
                    <a:pt x="30114" y="78282"/>
                    <a:pt x="30359" y="78071"/>
                  </a:cubicBezTo>
                  <a:cubicBezTo>
                    <a:pt x="30876" y="77617"/>
                    <a:pt x="31134" y="77446"/>
                    <a:pt x="31230" y="77446"/>
                  </a:cubicBezTo>
                  <a:cubicBezTo>
                    <a:pt x="31484" y="77446"/>
                    <a:pt x="30615" y="78637"/>
                    <a:pt x="30437" y="78940"/>
                  </a:cubicBezTo>
                  <a:cubicBezTo>
                    <a:pt x="30360" y="79072"/>
                    <a:pt x="30481" y="79219"/>
                    <a:pt x="30605" y="79219"/>
                  </a:cubicBezTo>
                  <a:cubicBezTo>
                    <a:pt x="30646" y="79219"/>
                    <a:pt x="30688" y="79202"/>
                    <a:pt x="30723" y="79163"/>
                  </a:cubicBezTo>
                  <a:cubicBezTo>
                    <a:pt x="30954" y="78770"/>
                    <a:pt x="31306" y="78464"/>
                    <a:pt x="31725" y="78294"/>
                  </a:cubicBezTo>
                  <a:lnTo>
                    <a:pt x="31725" y="78294"/>
                  </a:lnTo>
                  <a:cubicBezTo>
                    <a:pt x="31654" y="78427"/>
                    <a:pt x="31775" y="78582"/>
                    <a:pt x="31898" y="78582"/>
                  </a:cubicBezTo>
                  <a:cubicBezTo>
                    <a:pt x="31941" y="78582"/>
                    <a:pt x="31984" y="78563"/>
                    <a:pt x="32019" y="78519"/>
                  </a:cubicBezTo>
                  <a:cubicBezTo>
                    <a:pt x="32245" y="78210"/>
                    <a:pt x="32496" y="77918"/>
                    <a:pt x="32773" y="77656"/>
                  </a:cubicBezTo>
                  <a:cubicBezTo>
                    <a:pt x="32902" y="77523"/>
                    <a:pt x="32776" y="77336"/>
                    <a:pt x="32635" y="77336"/>
                  </a:cubicBezTo>
                  <a:cubicBezTo>
                    <a:pt x="32593" y="77336"/>
                    <a:pt x="32549" y="77353"/>
                    <a:pt x="32510" y="77393"/>
                  </a:cubicBezTo>
                  <a:cubicBezTo>
                    <a:pt x="32504" y="77399"/>
                    <a:pt x="32502" y="77405"/>
                    <a:pt x="32499" y="77410"/>
                  </a:cubicBezTo>
                  <a:cubicBezTo>
                    <a:pt x="32492" y="77314"/>
                    <a:pt x="32402" y="77226"/>
                    <a:pt x="32310" y="77226"/>
                  </a:cubicBezTo>
                  <a:cubicBezTo>
                    <a:pt x="32281" y="77226"/>
                    <a:pt x="32251" y="77234"/>
                    <a:pt x="32224" y="77254"/>
                  </a:cubicBezTo>
                  <a:cubicBezTo>
                    <a:pt x="31492" y="77814"/>
                    <a:pt x="31678" y="77653"/>
                    <a:pt x="31009" y="78291"/>
                  </a:cubicBezTo>
                  <a:lnTo>
                    <a:pt x="31009" y="78291"/>
                  </a:lnTo>
                  <a:cubicBezTo>
                    <a:pt x="31174" y="78133"/>
                    <a:pt x="31703" y="77445"/>
                    <a:pt x="31936" y="76969"/>
                  </a:cubicBezTo>
                  <a:cubicBezTo>
                    <a:pt x="31996" y="76845"/>
                    <a:pt x="31904" y="76696"/>
                    <a:pt x="31781" y="76696"/>
                  </a:cubicBezTo>
                  <a:cubicBezTo>
                    <a:pt x="31752" y="76696"/>
                    <a:pt x="31721" y="76705"/>
                    <a:pt x="31690" y="76723"/>
                  </a:cubicBezTo>
                  <a:cubicBezTo>
                    <a:pt x="31199" y="77024"/>
                    <a:pt x="30726" y="77353"/>
                    <a:pt x="30279" y="77711"/>
                  </a:cubicBezTo>
                  <a:cubicBezTo>
                    <a:pt x="30475" y="77428"/>
                    <a:pt x="30668" y="77142"/>
                    <a:pt x="30856" y="76859"/>
                  </a:cubicBezTo>
                  <a:cubicBezTo>
                    <a:pt x="30945" y="76724"/>
                    <a:pt x="30824" y="76604"/>
                    <a:pt x="30697" y="76604"/>
                  </a:cubicBezTo>
                  <a:cubicBezTo>
                    <a:pt x="30656" y="76604"/>
                    <a:pt x="30614" y="76616"/>
                    <a:pt x="30579" y="76645"/>
                  </a:cubicBezTo>
                  <a:cubicBezTo>
                    <a:pt x="29370" y="77634"/>
                    <a:pt x="28953" y="77994"/>
                    <a:pt x="28947" y="77994"/>
                  </a:cubicBezTo>
                  <a:cubicBezTo>
                    <a:pt x="28938" y="77994"/>
                    <a:pt x="29987" y="77069"/>
                    <a:pt x="30530" y="76322"/>
                  </a:cubicBezTo>
                  <a:cubicBezTo>
                    <a:pt x="30617" y="76204"/>
                    <a:pt x="30497" y="76060"/>
                    <a:pt x="30373" y="76060"/>
                  </a:cubicBezTo>
                  <a:cubicBezTo>
                    <a:pt x="30346" y="76060"/>
                    <a:pt x="30318" y="76067"/>
                    <a:pt x="30293" y="76082"/>
                  </a:cubicBezTo>
                  <a:cubicBezTo>
                    <a:pt x="29629" y="76487"/>
                    <a:pt x="28965" y="76905"/>
                    <a:pt x="28347" y="77381"/>
                  </a:cubicBezTo>
                  <a:cubicBezTo>
                    <a:pt x="28774" y="76856"/>
                    <a:pt x="29196" y="76328"/>
                    <a:pt x="29638" y="75814"/>
                  </a:cubicBezTo>
                  <a:cubicBezTo>
                    <a:pt x="29735" y="75698"/>
                    <a:pt x="29651" y="75525"/>
                    <a:pt x="29521" y="75525"/>
                  </a:cubicBezTo>
                  <a:cubicBezTo>
                    <a:pt x="29493" y="75525"/>
                    <a:pt x="29463" y="75533"/>
                    <a:pt x="29433" y="75551"/>
                  </a:cubicBezTo>
                  <a:cubicBezTo>
                    <a:pt x="28522" y="76094"/>
                    <a:pt x="27591" y="76760"/>
                    <a:pt x="26908" y="77398"/>
                  </a:cubicBezTo>
                  <a:lnTo>
                    <a:pt x="26908" y="77398"/>
                  </a:lnTo>
                  <a:cubicBezTo>
                    <a:pt x="27716" y="76643"/>
                    <a:pt x="28564" y="75987"/>
                    <a:pt x="29306" y="75159"/>
                  </a:cubicBezTo>
                  <a:cubicBezTo>
                    <a:pt x="29401" y="75054"/>
                    <a:pt x="29318" y="74888"/>
                    <a:pt x="29196" y="74888"/>
                  </a:cubicBezTo>
                  <a:cubicBezTo>
                    <a:pt x="29171" y="74888"/>
                    <a:pt x="29143" y="74896"/>
                    <a:pt x="29115" y="74913"/>
                  </a:cubicBezTo>
                  <a:cubicBezTo>
                    <a:pt x="28312" y="75413"/>
                    <a:pt x="27524" y="75932"/>
                    <a:pt x="26730" y="76446"/>
                  </a:cubicBezTo>
                  <a:cubicBezTo>
                    <a:pt x="27181" y="76155"/>
                    <a:pt x="28191" y="75280"/>
                    <a:pt x="28774" y="74627"/>
                  </a:cubicBezTo>
                  <a:cubicBezTo>
                    <a:pt x="28883" y="74512"/>
                    <a:pt x="28786" y="74343"/>
                    <a:pt x="28653" y="74343"/>
                  </a:cubicBezTo>
                  <a:cubicBezTo>
                    <a:pt x="28627" y="74343"/>
                    <a:pt x="28600" y="74350"/>
                    <a:pt x="28572" y="74365"/>
                  </a:cubicBezTo>
                  <a:cubicBezTo>
                    <a:pt x="27602" y="74878"/>
                    <a:pt x="26751" y="75496"/>
                    <a:pt x="25879" y="76155"/>
                  </a:cubicBezTo>
                  <a:cubicBezTo>
                    <a:pt x="26612" y="75600"/>
                    <a:pt x="27666" y="74593"/>
                    <a:pt x="28448" y="73764"/>
                  </a:cubicBezTo>
                  <a:cubicBezTo>
                    <a:pt x="28563" y="73645"/>
                    <a:pt x="28461" y="73487"/>
                    <a:pt x="28327" y="73487"/>
                  </a:cubicBezTo>
                  <a:cubicBezTo>
                    <a:pt x="28302" y="73487"/>
                    <a:pt x="28275" y="73492"/>
                    <a:pt x="28249" y="73504"/>
                  </a:cubicBezTo>
                  <a:cubicBezTo>
                    <a:pt x="27868" y="73686"/>
                    <a:pt x="27501" y="73894"/>
                    <a:pt x="27152" y="74131"/>
                  </a:cubicBezTo>
                  <a:cubicBezTo>
                    <a:pt x="27481" y="73695"/>
                    <a:pt x="27778" y="73239"/>
                    <a:pt x="28047" y="72762"/>
                  </a:cubicBezTo>
                  <a:cubicBezTo>
                    <a:pt x="28113" y="72642"/>
                    <a:pt x="28017" y="72510"/>
                    <a:pt x="27898" y="72510"/>
                  </a:cubicBezTo>
                  <a:cubicBezTo>
                    <a:pt x="27871" y="72510"/>
                    <a:pt x="27843" y="72517"/>
                    <a:pt x="27816" y="72531"/>
                  </a:cubicBezTo>
                  <a:cubicBezTo>
                    <a:pt x="27074" y="72956"/>
                    <a:pt x="26361" y="73429"/>
                    <a:pt x="25682" y="73952"/>
                  </a:cubicBezTo>
                  <a:cubicBezTo>
                    <a:pt x="25703" y="73929"/>
                    <a:pt x="25720" y="73914"/>
                    <a:pt x="25740" y="73888"/>
                  </a:cubicBezTo>
                  <a:cubicBezTo>
                    <a:pt x="27267" y="72142"/>
                    <a:pt x="28927" y="70516"/>
                    <a:pt x="30495" y="68804"/>
                  </a:cubicBezTo>
                  <a:cubicBezTo>
                    <a:pt x="30592" y="68698"/>
                    <a:pt x="30502" y="68521"/>
                    <a:pt x="30382" y="68521"/>
                  </a:cubicBezTo>
                  <a:cubicBezTo>
                    <a:pt x="30355" y="68521"/>
                    <a:pt x="30327" y="68530"/>
                    <a:pt x="30299" y="68550"/>
                  </a:cubicBezTo>
                  <a:cubicBezTo>
                    <a:pt x="28153" y="70130"/>
                    <a:pt x="26285" y="72013"/>
                    <a:pt x="24275" y="73754"/>
                  </a:cubicBezTo>
                  <a:lnTo>
                    <a:pt x="24275" y="73754"/>
                  </a:lnTo>
                  <a:cubicBezTo>
                    <a:pt x="26219" y="72069"/>
                    <a:pt x="28519" y="69651"/>
                    <a:pt x="30380" y="67505"/>
                  </a:cubicBezTo>
                  <a:cubicBezTo>
                    <a:pt x="30467" y="67404"/>
                    <a:pt x="30389" y="67241"/>
                    <a:pt x="30275" y="67241"/>
                  </a:cubicBezTo>
                  <a:cubicBezTo>
                    <a:pt x="30250" y="67241"/>
                    <a:pt x="30222" y="67249"/>
                    <a:pt x="30195" y="67268"/>
                  </a:cubicBezTo>
                  <a:cubicBezTo>
                    <a:pt x="28223" y="68631"/>
                    <a:pt x="26546" y="70346"/>
                    <a:pt x="24666" y="71824"/>
                  </a:cubicBezTo>
                  <a:cubicBezTo>
                    <a:pt x="26358" y="70389"/>
                    <a:pt x="28021" y="68322"/>
                    <a:pt x="29464" y="66746"/>
                  </a:cubicBezTo>
                  <a:cubicBezTo>
                    <a:pt x="29655" y="66541"/>
                    <a:pt x="29785" y="66388"/>
                    <a:pt x="29871" y="66275"/>
                  </a:cubicBezTo>
                  <a:cubicBezTo>
                    <a:pt x="30149" y="65981"/>
                    <a:pt x="30403" y="65660"/>
                    <a:pt x="30628" y="65325"/>
                  </a:cubicBezTo>
                  <a:cubicBezTo>
                    <a:pt x="30700" y="65210"/>
                    <a:pt x="30587" y="65080"/>
                    <a:pt x="30478" y="65077"/>
                  </a:cubicBezTo>
                  <a:cubicBezTo>
                    <a:pt x="32051" y="63186"/>
                    <a:pt x="33596" y="61272"/>
                    <a:pt x="35117" y="59338"/>
                  </a:cubicBezTo>
                  <a:cubicBezTo>
                    <a:pt x="37903" y="55792"/>
                    <a:pt x="42522" y="52550"/>
                    <a:pt x="43677" y="48041"/>
                  </a:cubicBezTo>
                  <a:cubicBezTo>
                    <a:pt x="43704" y="47933"/>
                    <a:pt x="43615" y="47841"/>
                    <a:pt x="43520" y="47841"/>
                  </a:cubicBezTo>
                  <a:cubicBezTo>
                    <a:pt x="43484" y="47841"/>
                    <a:pt x="43446" y="47855"/>
                    <a:pt x="43414" y="47888"/>
                  </a:cubicBezTo>
                  <a:cubicBezTo>
                    <a:pt x="41206" y="50206"/>
                    <a:pt x="39098" y="52579"/>
                    <a:pt x="37086" y="55045"/>
                  </a:cubicBezTo>
                  <a:cubicBezTo>
                    <a:pt x="37892" y="54043"/>
                    <a:pt x="38694" y="53041"/>
                    <a:pt x="39497" y="52039"/>
                  </a:cubicBezTo>
                  <a:cubicBezTo>
                    <a:pt x="41645" y="49588"/>
                    <a:pt x="43920" y="47204"/>
                    <a:pt x="46261" y="44972"/>
                  </a:cubicBezTo>
                  <a:cubicBezTo>
                    <a:pt x="47012" y="44256"/>
                    <a:pt x="47782" y="43572"/>
                    <a:pt x="48524" y="42870"/>
                  </a:cubicBezTo>
                  <a:lnTo>
                    <a:pt x="48524" y="42870"/>
                  </a:lnTo>
                  <a:cubicBezTo>
                    <a:pt x="48386" y="43087"/>
                    <a:pt x="48279" y="43318"/>
                    <a:pt x="48198" y="43563"/>
                  </a:cubicBezTo>
                  <a:cubicBezTo>
                    <a:pt x="48183" y="43612"/>
                    <a:pt x="48225" y="43648"/>
                    <a:pt x="48268" y="43648"/>
                  </a:cubicBezTo>
                  <a:cubicBezTo>
                    <a:pt x="48290" y="43648"/>
                    <a:pt x="48313" y="43638"/>
                    <a:pt x="48328" y="43615"/>
                  </a:cubicBezTo>
                  <a:cubicBezTo>
                    <a:pt x="48672" y="43072"/>
                    <a:pt x="49004" y="42538"/>
                    <a:pt x="49402" y="42030"/>
                  </a:cubicBezTo>
                  <a:cubicBezTo>
                    <a:pt x="49835" y="41482"/>
                    <a:pt x="50366" y="41049"/>
                    <a:pt x="50825" y="40535"/>
                  </a:cubicBezTo>
                  <a:cubicBezTo>
                    <a:pt x="50869" y="40486"/>
                    <a:pt x="50863" y="40411"/>
                    <a:pt x="50811" y="40373"/>
                  </a:cubicBezTo>
                  <a:cubicBezTo>
                    <a:pt x="51253" y="39781"/>
                    <a:pt x="51634" y="39149"/>
                    <a:pt x="51948" y="38482"/>
                  </a:cubicBezTo>
                  <a:cubicBezTo>
                    <a:pt x="51992" y="38387"/>
                    <a:pt x="51920" y="38252"/>
                    <a:pt x="51824" y="38252"/>
                  </a:cubicBezTo>
                  <a:cubicBezTo>
                    <a:pt x="51800" y="38252"/>
                    <a:pt x="51775" y="38260"/>
                    <a:pt x="51749" y="38280"/>
                  </a:cubicBezTo>
                  <a:cubicBezTo>
                    <a:pt x="51409" y="38537"/>
                    <a:pt x="51082" y="38817"/>
                    <a:pt x="50750" y="39088"/>
                  </a:cubicBezTo>
                  <a:cubicBezTo>
                    <a:pt x="51068" y="38577"/>
                    <a:pt x="51357" y="38046"/>
                    <a:pt x="51616" y="37503"/>
                  </a:cubicBezTo>
                  <a:cubicBezTo>
                    <a:pt x="51661" y="37413"/>
                    <a:pt x="51594" y="37303"/>
                    <a:pt x="51504" y="37303"/>
                  </a:cubicBezTo>
                  <a:cubicBezTo>
                    <a:pt x="51482" y="37303"/>
                    <a:pt x="51458" y="37310"/>
                    <a:pt x="51435" y="37324"/>
                  </a:cubicBezTo>
                  <a:cubicBezTo>
                    <a:pt x="51166" y="37486"/>
                    <a:pt x="50906" y="37659"/>
                    <a:pt x="50655" y="37847"/>
                  </a:cubicBezTo>
                  <a:cubicBezTo>
                    <a:pt x="51435" y="36952"/>
                    <a:pt x="52125" y="35996"/>
                    <a:pt x="52612" y="34937"/>
                  </a:cubicBezTo>
                  <a:cubicBezTo>
                    <a:pt x="52618" y="34917"/>
                    <a:pt x="52621" y="34896"/>
                    <a:pt x="52621" y="34876"/>
                  </a:cubicBezTo>
                  <a:cubicBezTo>
                    <a:pt x="53210" y="33742"/>
                    <a:pt x="53626" y="32561"/>
                    <a:pt x="53730" y="31467"/>
                  </a:cubicBezTo>
                  <a:cubicBezTo>
                    <a:pt x="53756" y="31389"/>
                    <a:pt x="53790" y="31311"/>
                    <a:pt x="53813" y="31233"/>
                  </a:cubicBezTo>
                  <a:cubicBezTo>
                    <a:pt x="53834" y="31166"/>
                    <a:pt x="53813" y="31097"/>
                    <a:pt x="53761" y="31057"/>
                  </a:cubicBezTo>
                  <a:cubicBezTo>
                    <a:pt x="53793" y="29581"/>
                    <a:pt x="53184" y="28314"/>
                    <a:pt x="51547" y="27621"/>
                  </a:cubicBezTo>
                  <a:cubicBezTo>
                    <a:pt x="51545" y="27526"/>
                    <a:pt x="51467" y="27464"/>
                    <a:pt x="51386" y="27464"/>
                  </a:cubicBezTo>
                  <a:cubicBezTo>
                    <a:pt x="51350" y="27464"/>
                    <a:pt x="51312" y="27477"/>
                    <a:pt x="51282" y="27506"/>
                  </a:cubicBezTo>
                  <a:lnTo>
                    <a:pt x="51270" y="27517"/>
                  </a:lnTo>
                  <a:cubicBezTo>
                    <a:pt x="50889" y="27379"/>
                    <a:pt x="50499" y="27272"/>
                    <a:pt x="50101" y="27205"/>
                  </a:cubicBezTo>
                  <a:cubicBezTo>
                    <a:pt x="48851" y="26989"/>
                    <a:pt x="48074" y="27162"/>
                    <a:pt x="47436" y="25987"/>
                  </a:cubicBezTo>
                  <a:cubicBezTo>
                    <a:pt x="47072" y="25314"/>
                    <a:pt x="45796" y="24884"/>
                    <a:pt x="45150" y="24596"/>
                  </a:cubicBezTo>
                  <a:cubicBezTo>
                    <a:pt x="43778" y="23986"/>
                    <a:pt x="42407" y="23412"/>
                    <a:pt x="41041" y="22777"/>
                  </a:cubicBezTo>
                  <a:cubicBezTo>
                    <a:pt x="40746" y="22638"/>
                    <a:pt x="40430" y="22604"/>
                    <a:pt x="40109" y="22604"/>
                  </a:cubicBezTo>
                  <a:cubicBezTo>
                    <a:pt x="39797" y="22604"/>
                    <a:pt x="39480" y="22637"/>
                    <a:pt x="39172" y="22637"/>
                  </a:cubicBezTo>
                  <a:cubicBezTo>
                    <a:pt x="38806" y="22637"/>
                    <a:pt x="38452" y="22591"/>
                    <a:pt x="38137" y="22390"/>
                  </a:cubicBezTo>
                  <a:cubicBezTo>
                    <a:pt x="38608" y="19012"/>
                    <a:pt x="34930" y="17335"/>
                    <a:pt x="32253" y="16215"/>
                  </a:cubicBezTo>
                  <a:cubicBezTo>
                    <a:pt x="32260" y="16127"/>
                    <a:pt x="32183" y="16036"/>
                    <a:pt x="32099" y="16036"/>
                  </a:cubicBezTo>
                  <a:cubicBezTo>
                    <a:pt x="32074" y="16036"/>
                    <a:pt x="32049" y="16044"/>
                    <a:pt x="32025" y="16062"/>
                  </a:cubicBezTo>
                  <a:cubicBezTo>
                    <a:pt x="32008" y="16076"/>
                    <a:pt x="31996" y="16090"/>
                    <a:pt x="31979" y="16102"/>
                  </a:cubicBezTo>
                  <a:cubicBezTo>
                    <a:pt x="30672" y="15557"/>
                    <a:pt x="29263" y="14981"/>
                    <a:pt x="27830" y="14981"/>
                  </a:cubicBezTo>
                  <a:cubicBezTo>
                    <a:pt x="27509" y="14981"/>
                    <a:pt x="27188" y="15010"/>
                    <a:pt x="26866" y="15074"/>
                  </a:cubicBezTo>
                  <a:cubicBezTo>
                    <a:pt x="26863" y="15074"/>
                    <a:pt x="26860" y="15074"/>
                    <a:pt x="26857" y="15077"/>
                  </a:cubicBezTo>
                  <a:cubicBezTo>
                    <a:pt x="26842" y="15072"/>
                    <a:pt x="26825" y="15069"/>
                    <a:pt x="26809" y="15069"/>
                  </a:cubicBezTo>
                  <a:cubicBezTo>
                    <a:pt x="26771" y="15069"/>
                    <a:pt x="26734" y="15083"/>
                    <a:pt x="26707" y="15112"/>
                  </a:cubicBezTo>
                  <a:cubicBezTo>
                    <a:pt x="25097" y="15479"/>
                    <a:pt x="22400" y="16711"/>
                    <a:pt x="20274" y="16711"/>
                  </a:cubicBezTo>
                  <a:cubicBezTo>
                    <a:pt x="18746" y="16711"/>
                    <a:pt x="17513" y="16074"/>
                    <a:pt x="17195" y="14020"/>
                  </a:cubicBezTo>
                  <a:cubicBezTo>
                    <a:pt x="17224" y="13986"/>
                    <a:pt x="17252" y="13954"/>
                    <a:pt x="17278" y="13916"/>
                  </a:cubicBezTo>
                  <a:cubicBezTo>
                    <a:pt x="17369" y="13795"/>
                    <a:pt x="17239" y="13653"/>
                    <a:pt x="17117" y="13653"/>
                  </a:cubicBezTo>
                  <a:cubicBezTo>
                    <a:pt x="17111" y="13653"/>
                    <a:pt x="17105" y="13653"/>
                    <a:pt x="17099" y="13654"/>
                  </a:cubicBezTo>
                  <a:cubicBezTo>
                    <a:pt x="17063" y="13609"/>
                    <a:pt x="17009" y="13587"/>
                    <a:pt x="16958" y="13587"/>
                  </a:cubicBezTo>
                  <a:cubicBezTo>
                    <a:pt x="16883" y="13587"/>
                    <a:pt x="16817" y="13635"/>
                    <a:pt x="16825" y="13735"/>
                  </a:cubicBezTo>
                  <a:cubicBezTo>
                    <a:pt x="16831" y="13792"/>
                    <a:pt x="16840" y="13844"/>
                    <a:pt x="16845" y="13899"/>
                  </a:cubicBezTo>
                  <a:cubicBezTo>
                    <a:pt x="16389" y="14471"/>
                    <a:pt x="15962" y="15040"/>
                    <a:pt x="15569" y="15626"/>
                  </a:cubicBezTo>
                  <a:cubicBezTo>
                    <a:pt x="15513" y="15531"/>
                    <a:pt x="15440" y="15484"/>
                    <a:pt x="15348" y="15484"/>
                  </a:cubicBezTo>
                  <a:cubicBezTo>
                    <a:pt x="15181" y="15484"/>
                    <a:pt x="14954" y="15643"/>
                    <a:pt x="14669" y="15960"/>
                  </a:cubicBezTo>
                  <a:cubicBezTo>
                    <a:pt x="15229" y="15091"/>
                    <a:pt x="15742" y="14194"/>
                    <a:pt x="16202" y="13270"/>
                  </a:cubicBezTo>
                  <a:cubicBezTo>
                    <a:pt x="16239" y="13195"/>
                    <a:pt x="16219" y="13105"/>
                    <a:pt x="16155" y="13053"/>
                  </a:cubicBezTo>
                  <a:lnTo>
                    <a:pt x="16155" y="13053"/>
                  </a:lnTo>
                  <a:cubicBezTo>
                    <a:pt x="16323" y="13094"/>
                    <a:pt x="16453" y="13123"/>
                    <a:pt x="16531" y="13134"/>
                  </a:cubicBezTo>
                  <a:cubicBezTo>
                    <a:pt x="16534" y="13135"/>
                    <a:pt x="16538" y="13135"/>
                    <a:pt x="16541" y="13135"/>
                  </a:cubicBezTo>
                  <a:cubicBezTo>
                    <a:pt x="16606" y="13135"/>
                    <a:pt x="16631" y="13038"/>
                    <a:pt x="16559" y="13022"/>
                  </a:cubicBezTo>
                  <a:cubicBezTo>
                    <a:pt x="15255" y="12736"/>
                    <a:pt x="14054" y="11933"/>
                    <a:pt x="12870" y="11324"/>
                  </a:cubicBezTo>
                  <a:cubicBezTo>
                    <a:pt x="12607" y="11185"/>
                    <a:pt x="13202" y="10677"/>
                    <a:pt x="13294" y="10518"/>
                  </a:cubicBezTo>
                  <a:cubicBezTo>
                    <a:pt x="13834" y="9600"/>
                    <a:pt x="13268" y="7926"/>
                    <a:pt x="12873" y="7060"/>
                  </a:cubicBezTo>
                  <a:cubicBezTo>
                    <a:pt x="12709" y="6700"/>
                    <a:pt x="12450" y="6555"/>
                    <a:pt x="12131" y="6555"/>
                  </a:cubicBezTo>
                  <a:cubicBezTo>
                    <a:pt x="10839" y="6555"/>
                    <a:pt x="8583" y="8959"/>
                    <a:pt x="7890" y="9170"/>
                  </a:cubicBezTo>
                  <a:cubicBezTo>
                    <a:pt x="7655" y="9242"/>
                    <a:pt x="7435" y="9275"/>
                    <a:pt x="7232" y="9275"/>
                  </a:cubicBezTo>
                  <a:cubicBezTo>
                    <a:pt x="7028" y="9275"/>
                    <a:pt x="6840" y="9242"/>
                    <a:pt x="6669" y="9185"/>
                  </a:cubicBezTo>
                  <a:cubicBezTo>
                    <a:pt x="6640" y="9162"/>
                    <a:pt x="6605" y="9147"/>
                    <a:pt x="6570" y="9144"/>
                  </a:cubicBezTo>
                  <a:cubicBezTo>
                    <a:pt x="5286" y="8613"/>
                    <a:pt x="4934" y="6537"/>
                    <a:pt x="5595" y="5354"/>
                  </a:cubicBezTo>
                  <a:cubicBezTo>
                    <a:pt x="6218" y="4236"/>
                    <a:pt x="7387" y="3350"/>
                    <a:pt x="8404" y="2628"/>
                  </a:cubicBezTo>
                  <a:cubicBezTo>
                    <a:pt x="9226" y="2045"/>
                    <a:pt x="9825" y="1881"/>
                    <a:pt x="10478" y="1881"/>
                  </a:cubicBezTo>
                  <a:cubicBezTo>
                    <a:pt x="11023" y="1881"/>
                    <a:pt x="11604" y="1995"/>
                    <a:pt x="12385" y="2074"/>
                  </a:cubicBezTo>
                  <a:cubicBezTo>
                    <a:pt x="12413" y="2077"/>
                    <a:pt x="12441" y="2079"/>
                    <a:pt x="12467" y="2079"/>
                  </a:cubicBezTo>
                  <a:cubicBezTo>
                    <a:pt x="12786" y="2079"/>
                    <a:pt x="12994" y="1865"/>
                    <a:pt x="13231" y="1684"/>
                  </a:cubicBezTo>
                  <a:cubicBezTo>
                    <a:pt x="13713" y="1310"/>
                    <a:pt x="14164" y="1142"/>
                    <a:pt x="14573" y="1142"/>
                  </a:cubicBezTo>
                  <a:cubicBezTo>
                    <a:pt x="15317" y="1142"/>
                    <a:pt x="15921" y="1697"/>
                    <a:pt x="16320" y="2565"/>
                  </a:cubicBezTo>
                  <a:cubicBezTo>
                    <a:pt x="16713" y="3429"/>
                    <a:pt x="17287" y="3754"/>
                    <a:pt x="18014" y="3754"/>
                  </a:cubicBezTo>
                  <a:cubicBezTo>
                    <a:pt x="18317" y="3754"/>
                    <a:pt x="18646" y="3698"/>
                    <a:pt x="18999" y="3601"/>
                  </a:cubicBezTo>
                  <a:cubicBezTo>
                    <a:pt x="19114" y="3569"/>
                    <a:pt x="19140" y="3451"/>
                    <a:pt x="19100" y="3356"/>
                  </a:cubicBezTo>
                  <a:cubicBezTo>
                    <a:pt x="18728" y="2475"/>
                    <a:pt x="17942" y="1217"/>
                    <a:pt x="18647" y="229"/>
                  </a:cubicBezTo>
                  <a:cubicBezTo>
                    <a:pt x="18723" y="125"/>
                    <a:pt x="18613" y="0"/>
                    <a:pt x="1850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30" name="Google Shape;8088;p80">
              <a:extLst>
                <a:ext uri="{FF2B5EF4-FFF2-40B4-BE49-F238E27FC236}">
                  <a16:creationId xmlns:a16="http://schemas.microsoft.com/office/drawing/2014/main" id="{6D14DEAE-D1F3-C3DA-9450-83DC4F97DED7}"/>
                </a:ext>
              </a:extLst>
            </p:cNvPr>
            <p:cNvSpPr/>
            <p:nvPr/>
          </p:nvSpPr>
          <p:spPr>
            <a:xfrm>
              <a:off x="2003525" y="3325225"/>
              <a:ext cx="305325" cy="147250"/>
            </a:xfrm>
            <a:custGeom>
              <a:avLst/>
              <a:gdLst/>
              <a:ahLst/>
              <a:cxnLst/>
              <a:rect l="l" t="t" r="r" b="b"/>
              <a:pathLst>
                <a:path w="12213" h="5890" extrusionOk="0">
                  <a:moveTo>
                    <a:pt x="2191" y="1056"/>
                  </a:moveTo>
                  <a:cubicBezTo>
                    <a:pt x="2082" y="1388"/>
                    <a:pt x="1975" y="1723"/>
                    <a:pt x="1836" y="2047"/>
                  </a:cubicBezTo>
                  <a:cubicBezTo>
                    <a:pt x="1698" y="1937"/>
                    <a:pt x="1559" y="1824"/>
                    <a:pt x="1423" y="1706"/>
                  </a:cubicBezTo>
                  <a:cubicBezTo>
                    <a:pt x="1672" y="1478"/>
                    <a:pt x="1929" y="1264"/>
                    <a:pt x="2191" y="1056"/>
                  </a:cubicBezTo>
                  <a:close/>
                  <a:moveTo>
                    <a:pt x="3459" y="1256"/>
                  </a:moveTo>
                  <a:lnTo>
                    <a:pt x="3459" y="1256"/>
                  </a:lnTo>
                  <a:cubicBezTo>
                    <a:pt x="3245" y="1746"/>
                    <a:pt x="3008" y="2223"/>
                    <a:pt x="2887" y="2751"/>
                  </a:cubicBezTo>
                  <a:cubicBezTo>
                    <a:pt x="2884" y="2765"/>
                    <a:pt x="2890" y="2774"/>
                    <a:pt x="2890" y="2786"/>
                  </a:cubicBezTo>
                  <a:cubicBezTo>
                    <a:pt x="2607" y="2621"/>
                    <a:pt x="2339" y="2439"/>
                    <a:pt x="2079" y="2237"/>
                  </a:cubicBezTo>
                  <a:cubicBezTo>
                    <a:pt x="2541" y="1911"/>
                    <a:pt x="2988" y="1567"/>
                    <a:pt x="3459" y="1256"/>
                  </a:cubicBezTo>
                  <a:close/>
                  <a:moveTo>
                    <a:pt x="4207" y="1986"/>
                  </a:moveTo>
                  <a:lnTo>
                    <a:pt x="4207" y="1986"/>
                  </a:lnTo>
                  <a:cubicBezTo>
                    <a:pt x="4065" y="2358"/>
                    <a:pt x="3883" y="2711"/>
                    <a:pt x="3658" y="3037"/>
                  </a:cubicBezTo>
                  <a:cubicBezTo>
                    <a:pt x="3641" y="3062"/>
                    <a:pt x="3635" y="3093"/>
                    <a:pt x="3638" y="3123"/>
                  </a:cubicBezTo>
                  <a:lnTo>
                    <a:pt x="3638" y="3123"/>
                  </a:lnTo>
                  <a:cubicBezTo>
                    <a:pt x="3462" y="3066"/>
                    <a:pt x="3288" y="2994"/>
                    <a:pt x="3124" y="2907"/>
                  </a:cubicBezTo>
                  <a:cubicBezTo>
                    <a:pt x="3130" y="2904"/>
                    <a:pt x="3138" y="2904"/>
                    <a:pt x="3144" y="2901"/>
                  </a:cubicBezTo>
                  <a:cubicBezTo>
                    <a:pt x="3505" y="2604"/>
                    <a:pt x="3854" y="2292"/>
                    <a:pt x="4207" y="1986"/>
                  </a:cubicBezTo>
                  <a:close/>
                  <a:moveTo>
                    <a:pt x="2837" y="346"/>
                  </a:moveTo>
                  <a:cubicBezTo>
                    <a:pt x="3987" y="346"/>
                    <a:pt x="5059" y="1056"/>
                    <a:pt x="6187" y="1992"/>
                  </a:cubicBezTo>
                  <a:cubicBezTo>
                    <a:pt x="6496" y="2243"/>
                    <a:pt x="6834" y="2581"/>
                    <a:pt x="7197" y="2846"/>
                  </a:cubicBezTo>
                  <a:cubicBezTo>
                    <a:pt x="7013" y="2953"/>
                    <a:pt x="6822" y="3066"/>
                    <a:pt x="6629" y="3164"/>
                  </a:cubicBezTo>
                  <a:cubicBezTo>
                    <a:pt x="6588" y="3051"/>
                    <a:pt x="6551" y="2947"/>
                    <a:pt x="6519" y="2846"/>
                  </a:cubicBezTo>
                  <a:cubicBezTo>
                    <a:pt x="6548" y="2731"/>
                    <a:pt x="6574" y="2618"/>
                    <a:pt x="6609" y="2503"/>
                  </a:cubicBezTo>
                  <a:cubicBezTo>
                    <a:pt x="6637" y="2408"/>
                    <a:pt x="6561" y="2342"/>
                    <a:pt x="6481" y="2342"/>
                  </a:cubicBezTo>
                  <a:cubicBezTo>
                    <a:pt x="6449" y="2342"/>
                    <a:pt x="6416" y="2353"/>
                    <a:pt x="6389" y="2376"/>
                  </a:cubicBezTo>
                  <a:cubicBezTo>
                    <a:pt x="6152" y="2578"/>
                    <a:pt x="5910" y="2745"/>
                    <a:pt x="5676" y="2927"/>
                  </a:cubicBezTo>
                  <a:cubicBezTo>
                    <a:pt x="5748" y="2765"/>
                    <a:pt x="5823" y="2604"/>
                    <a:pt x="5919" y="2410"/>
                  </a:cubicBezTo>
                  <a:cubicBezTo>
                    <a:pt x="5951" y="2346"/>
                    <a:pt x="5902" y="2259"/>
                    <a:pt x="5837" y="2259"/>
                  </a:cubicBezTo>
                  <a:cubicBezTo>
                    <a:pt x="5821" y="2259"/>
                    <a:pt x="5803" y="2265"/>
                    <a:pt x="5786" y="2278"/>
                  </a:cubicBezTo>
                  <a:cubicBezTo>
                    <a:pt x="5485" y="2488"/>
                    <a:pt x="5200" y="2716"/>
                    <a:pt x="4925" y="2959"/>
                  </a:cubicBezTo>
                  <a:cubicBezTo>
                    <a:pt x="4876" y="3006"/>
                    <a:pt x="4923" y="3071"/>
                    <a:pt x="4976" y="3071"/>
                  </a:cubicBezTo>
                  <a:cubicBezTo>
                    <a:pt x="4991" y="3071"/>
                    <a:pt x="5007" y="3066"/>
                    <a:pt x="5021" y="3054"/>
                  </a:cubicBezTo>
                  <a:cubicBezTo>
                    <a:pt x="5359" y="2774"/>
                    <a:pt x="5518" y="2668"/>
                    <a:pt x="5569" y="2668"/>
                  </a:cubicBezTo>
                  <a:cubicBezTo>
                    <a:pt x="5642" y="2668"/>
                    <a:pt x="5496" y="2884"/>
                    <a:pt x="5347" y="3115"/>
                  </a:cubicBezTo>
                  <a:cubicBezTo>
                    <a:pt x="5136" y="3187"/>
                    <a:pt x="4917" y="3233"/>
                    <a:pt x="4694" y="3248"/>
                  </a:cubicBezTo>
                  <a:cubicBezTo>
                    <a:pt x="4729" y="3239"/>
                    <a:pt x="4755" y="3219"/>
                    <a:pt x="4772" y="3187"/>
                  </a:cubicBezTo>
                  <a:cubicBezTo>
                    <a:pt x="5000" y="2763"/>
                    <a:pt x="5214" y="2330"/>
                    <a:pt x="5431" y="1899"/>
                  </a:cubicBezTo>
                  <a:cubicBezTo>
                    <a:pt x="5484" y="1790"/>
                    <a:pt x="5389" y="1661"/>
                    <a:pt x="5288" y="1661"/>
                  </a:cubicBezTo>
                  <a:cubicBezTo>
                    <a:pt x="5253" y="1661"/>
                    <a:pt x="5218" y="1676"/>
                    <a:pt x="5188" y="1712"/>
                  </a:cubicBezTo>
                  <a:cubicBezTo>
                    <a:pt x="4914" y="2041"/>
                    <a:pt x="4605" y="2335"/>
                    <a:pt x="4267" y="2595"/>
                  </a:cubicBezTo>
                  <a:cubicBezTo>
                    <a:pt x="4446" y="2260"/>
                    <a:pt x="4590" y="1905"/>
                    <a:pt x="4689" y="1539"/>
                  </a:cubicBezTo>
                  <a:cubicBezTo>
                    <a:pt x="4717" y="1427"/>
                    <a:pt x="4635" y="1353"/>
                    <a:pt x="4544" y="1353"/>
                  </a:cubicBezTo>
                  <a:cubicBezTo>
                    <a:pt x="4507" y="1353"/>
                    <a:pt x="4470" y="1365"/>
                    <a:pt x="4437" y="1391"/>
                  </a:cubicBezTo>
                  <a:cubicBezTo>
                    <a:pt x="4062" y="1697"/>
                    <a:pt x="3698" y="2021"/>
                    <a:pt x="3332" y="2335"/>
                  </a:cubicBezTo>
                  <a:cubicBezTo>
                    <a:pt x="3508" y="1845"/>
                    <a:pt x="3753" y="1383"/>
                    <a:pt x="3938" y="892"/>
                  </a:cubicBezTo>
                  <a:cubicBezTo>
                    <a:pt x="3977" y="786"/>
                    <a:pt x="3879" y="701"/>
                    <a:pt x="3784" y="701"/>
                  </a:cubicBezTo>
                  <a:cubicBezTo>
                    <a:pt x="3759" y="701"/>
                    <a:pt x="3735" y="706"/>
                    <a:pt x="3713" y="719"/>
                  </a:cubicBezTo>
                  <a:cubicBezTo>
                    <a:pt x="3190" y="1007"/>
                    <a:pt x="2731" y="1377"/>
                    <a:pt x="2258" y="1732"/>
                  </a:cubicBezTo>
                  <a:cubicBezTo>
                    <a:pt x="2373" y="1388"/>
                    <a:pt x="2480" y="1045"/>
                    <a:pt x="2622" y="710"/>
                  </a:cubicBezTo>
                  <a:cubicBezTo>
                    <a:pt x="2661" y="618"/>
                    <a:pt x="2595" y="482"/>
                    <a:pt x="2500" y="482"/>
                  </a:cubicBezTo>
                  <a:cubicBezTo>
                    <a:pt x="2475" y="482"/>
                    <a:pt x="2449" y="490"/>
                    <a:pt x="2422" y="511"/>
                  </a:cubicBezTo>
                  <a:cubicBezTo>
                    <a:pt x="2203" y="675"/>
                    <a:pt x="1986" y="846"/>
                    <a:pt x="1773" y="1019"/>
                  </a:cubicBezTo>
                  <a:cubicBezTo>
                    <a:pt x="1888" y="840"/>
                    <a:pt x="2015" y="670"/>
                    <a:pt x="2151" y="508"/>
                  </a:cubicBezTo>
                  <a:cubicBezTo>
                    <a:pt x="2171" y="485"/>
                    <a:pt x="2180" y="456"/>
                    <a:pt x="2180" y="424"/>
                  </a:cubicBezTo>
                  <a:cubicBezTo>
                    <a:pt x="2402" y="371"/>
                    <a:pt x="2621" y="346"/>
                    <a:pt x="2837" y="346"/>
                  </a:cubicBezTo>
                  <a:close/>
                  <a:moveTo>
                    <a:pt x="7555" y="3074"/>
                  </a:moveTo>
                  <a:cubicBezTo>
                    <a:pt x="7729" y="3170"/>
                    <a:pt x="7919" y="3236"/>
                    <a:pt x="8113" y="3268"/>
                  </a:cubicBezTo>
                  <a:cubicBezTo>
                    <a:pt x="8156" y="3274"/>
                    <a:pt x="8196" y="3276"/>
                    <a:pt x="8240" y="3282"/>
                  </a:cubicBezTo>
                  <a:cubicBezTo>
                    <a:pt x="7940" y="3452"/>
                    <a:pt x="7334" y="3745"/>
                    <a:pt x="7247" y="3924"/>
                  </a:cubicBezTo>
                  <a:lnTo>
                    <a:pt x="7247" y="3924"/>
                  </a:lnTo>
                  <a:cubicBezTo>
                    <a:pt x="7391" y="3622"/>
                    <a:pt x="7420" y="3357"/>
                    <a:pt x="7555" y="3074"/>
                  </a:cubicBezTo>
                  <a:close/>
                  <a:moveTo>
                    <a:pt x="8551" y="3314"/>
                  </a:moveTo>
                  <a:lnTo>
                    <a:pt x="8551" y="3314"/>
                  </a:lnTo>
                  <a:cubicBezTo>
                    <a:pt x="8736" y="3334"/>
                    <a:pt x="8921" y="3357"/>
                    <a:pt x="9106" y="3375"/>
                  </a:cubicBezTo>
                  <a:cubicBezTo>
                    <a:pt x="8777" y="3637"/>
                    <a:pt x="8456" y="3915"/>
                    <a:pt x="8147" y="4203"/>
                  </a:cubicBezTo>
                  <a:cubicBezTo>
                    <a:pt x="8289" y="3940"/>
                    <a:pt x="8422" y="3678"/>
                    <a:pt x="8543" y="3401"/>
                  </a:cubicBezTo>
                  <a:cubicBezTo>
                    <a:pt x="8554" y="3375"/>
                    <a:pt x="8557" y="3343"/>
                    <a:pt x="8551" y="3314"/>
                  </a:cubicBezTo>
                  <a:close/>
                  <a:moveTo>
                    <a:pt x="8078" y="3710"/>
                  </a:moveTo>
                  <a:lnTo>
                    <a:pt x="8078" y="3710"/>
                  </a:lnTo>
                  <a:cubicBezTo>
                    <a:pt x="7902" y="4059"/>
                    <a:pt x="7714" y="4400"/>
                    <a:pt x="7512" y="4737"/>
                  </a:cubicBezTo>
                  <a:cubicBezTo>
                    <a:pt x="7371" y="4564"/>
                    <a:pt x="7241" y="4379"/>
                    <a:pt x="7125" y="4186"/>
                  </a:cubicBezTo>
                  <a:cubicBezTo>
                    <a:pt x="7457" y="4059"/>
                    <a:pt x="7778" y="3900"/>
                    <a:pt x="8078" y="3710"/>
                  </a:cubicBezTo>
                  <a:close/>
                  <a:moveTo>
                    <a:pt x="9524" y="3427"/>
                  </a:moveTo>
                  <a:cubicBezTo>
                    <a:pt x="9813" y="3455"/>
                    <a:pt x="10102" y="3484"/>
                    <a:pt x="10388" y="3542"/>
                  </a:cubicBezTo>
                  <a:cubicBezTo>
                    <a:pt x="10407" y="3545"/>
                    <a:pt x="10418" y="3553"/>
                    <a:pt x="10437" y="3559"/>
                  </a:cubicBezTo>
                  <a:lnTo>
                    <a:pt x="10437" y="3559"/>
                  </a:lnTo>
                  <a:cubicBezTo>
                    <a:pt x="9892" y="3945"/>
                    <a:pt x="9417" y="4409"/>
                    <a:pt x="8924" y="4853"/>
                  </a:cubicBezTo>
                  <a:cubicBezTo>
                    <a:pt x="9166" y="4397"/>
                    <a:pt x="9394" y="3938"/>
                    <a:pt x="9524" y="3427"/>
                  </a:cubicBezTo>
                  <a:close/>
                  <a:moveTo>
                    <a:pt x="10731" y="3646"/>
                  </a:moveTo>
                  <a:lnTo>
                    <a:pt x="10731" y="3646"/>
                  </a:lnTo>
                  <a:cubicBezTo>
                    <a:pt x="10922" y="3730"/>
                    <a:pt x="11031" y="3842"/>
                    <a:pt x="11072" y="3972"/>
                  </a:cubicBezTo>
                  <a:cubicBezTo>
                    <a:pt x="11054" y="3972"/>
                    <a:pt x="11037" y="3978"/>
                    <a:pt x="11020" y="3990"/>
                  </a:cubicBezTo>
                  <a:cubicBezTo>
                    <a:pt x="10659" y="4290"/>
                    <a:pt x="10341" y="4639"/>
                    <a:pt x="10007" y="4965"/>
                  </a:cubicBezTo>
                  <a:cubicBezTo>
                    <a:pt x="10252" y="4558"/>
                    <a:pt x="10494" y="4154"/>
                    <a:pt x="10720" y="3736"/>
                  </a:cubicBezTo>
                  <a:cubicBezTo>
                    <a:pt x="10731" y="3707"/>
                    <a:pt x="10737" y="3678"/>
                    <a:pt x="10731" y="3646"/>
                  </a:cubicBezTo>
                  <a:close/>
                  <a:moveTo>
                    <a:pt x="9086" y="3790"/>
                  </a:moveTo>
                  <a:lnTo>
                    <a:pt x="9086" y="3790"/>
                  </a:lnTo>
                  <a:cubicBezTo>
                    <a:pt x="8869" y="4348"/>
                    <a:pt x="8551" y="4861"/>
                    <a:pt x="8289" y="5404"/>
                  </a:cubicBezTo>
                  <a:cubicBezTo>
                    <a:pt x="8087" y="5292"/>
                    <a:pt x="7899" y="5150"/>
                    <a:pt x="7737" y="4986"/>
                  </a:cubicBezTo>
                  <a:lnTo>
                    <a:pt x="7737" y="4983"/>
                  </a:lnTo>
                  <a:cubicBezTo>
                    <a:pt x="8191" y="4587"/>
                    <a:pt x="8627" y="4174"/>
                    <a:pt x="9086" y="3790"/>
                  </a:cubicBezTo>
                  <a:close/>
                  <a:moveTo>
                    <a:pt x="10018" y="4301"/>
                  </a:moveTo>
                  <a:cubicBezTo>
                    <a:pt x="9761" y="4734"/>
                    <a:pt x="9501" y="5162"/>
                    <a:pt x="9262" y="5606"/>
                  </a:cubicBezTo>
                  <a:cubicBezTo>
                    <a:pt x="9202" y="5613"/>
                    <a:pt x="9142" y="5617"/>
                    <a:pt x="9082" y="5617"/>
                  </a:cubicBezTo>
                  <a:cubicBezTo>
                    <a:pt x="8919" y="5617"/>
                    <a:pt x="8757" y="5591"/>
                    <a:pt x="8603" y="5543"/>
                  </a:cubicBezTo>
                  <a:lnTo>
                    <a:pt x="8603" y="5540"/>
                  </a:lnTo>
                  <a:cubicBezTo>
                    <a:pt x="9097" y="5150"/>
                    <a:pt x="9542" y="4708"/>
                    <a:pt x="10018" y="4301"/>
                  </a:cubicBezTo>
                  <a:close/>
                  <a:moveTo>
                    <a:pt x="2955" y="0"/>
                  </a:moveTo>
                  <a:cubicBezTo>
                    <a:pt x="2104" y="0"/>
                    <a:pt x="1362" y="380"/>
                    <a:pt x="609" y="1016"/>
                  </a:cubicBezTo>
                  <a:cubicBezTo>
                    <a:pt x="505" y="929"/>
                    <a:pt x="401" y="843"/>
                    <a:pt x="298" y="759"/>
                  </a:cubicBezTo>
                  <a:cubicBezTo>
                    <a:pt x="263" y="733"/>
                    <a:pt x="228" y="721"/>
                    <a:pt x="195" y="721"/>
                  </a:cubicBezTo>
                  <a:cubicBezTo>
                    <a:pt x="83" y="721"/>
                    <a:pt x="1" y="851"/>
                    <a:pt x="90" y="967"/>
                  </a:cubicBezTo>
                  <a:cubicBezTo>
                    <a:pt x="165" y="1062"/>
                    <a:pt x="260" y="1157"/>
                    <a:pt x="344" y="1256"/>
                  </a:cubicBezTo>
                  <a:cubicBezTo>
                    <a:pt x="300" y="1314"/>
                    <a:pt x="351" y="1381"/>
                    <a:pt x="413" y="1381"/>
                  </a:cubicBezTo>
                  <a:cubicBezTo>
                    <a:pt x="424" y="1381"/>
                    <a:pt x="436" y="1379"/>
                    <a:pt x="448" y="1374"/>
                  </a:cubicBezTo>
                  <a:cubicBezTo>
                    <a:pt x="1161" y="2168"/>
                    <a:pt x="2122" y="2942"/>
                    <a:pt x="3066" y="3308"/>
                  </a:cubicBezTo>
                  <a:cubicBezTo>
                    <a:pt x="3274" y="3392"/>
                    <a:pt x="4334" y="3467"/>
                    <a:pt x="5188" y="3490"/>
                  </a:cubicBezTo>
                  <a:cubicBezTo>
                    <a:pt x="5212" y="3536"/>
                    <a:pt x="5257" y="3569"/>
                    <a:pt x="5304" y="3569"/>
                  </a:cubicBezTo>
                  <a:cubicBezTo>
                    <a:pt x="5332" y="3569"/>
                    <a:pt x="5360" y="3557"/>
                    <a:pt x="5384" y="3531"/>
                  </a:cubicBezTo>
                  <a:cubicBezTo>
                    <a:pt x="5399" y="3516"/>
                    <a:pt x="5413" y="3507"/>
                    <a:pt x="5425" y="3493"/>
                  </a:cubicBezTo>
                  <a:cubicBezTo>
                    <a:pt x="5483" y="3494"/>
                    <a:pt x="5539" y="3494"/>
                    <a:pt x="5593" y="3494"/>
                  </a:cubicBezTo>
                  <a:cubicBezTo>
                    <a:pt x="5768" y="3494"/>
                    <a:pt x="5921" y="3490"/>
                    <a:pt x="6043" y="3481"/>
                  </a:cubicBezTo>
                  <a:lnTo>
                    <a:pt x="6043" y="3481"/>
                  </a:lnTo>
                  <a:cubicBezTo>
                    <a:pt x="5991" y="3578"/>
                    <a:pt x="6066" y="3683"/>
                    <a:pt x="6160" y="3683"/>
                  </a:cubicBezTo>
                  <a:cubicBezTo>
                    <a:pt x="6181" y="3683"/>
                    <a:pt x="6203" y="3678"/>
                    <a:pt x="6225" y="3666"/>
                  </a:cubicBezTo>
                  <a:cubicBezTo>
                    <a:pt x="6288" y="3634"/>
                    <a:pt x="6346" y="3606"/>
                    <a:pt x="6406" y="3577"/>
                  </a:cubicBezTo>
                  <a:cubicBezTo>
                    <a:pt x="6658" y="4091"/>
                    <a:pt x="7001" y="4555"/>
                    <a:pt x="7420" y="4948"/>
                  </a:cubicBezTo>
                  <a:cubicBezTo>
                    <a:pt x="7420" y="5025"/>
                    <a:pt x="7484" y="5088"/>
                    <a:pt x="7560" y="5088"/>
                  </a:cubicBezTo>
                  <a:cubicBezTo>
                    <a:pt x="7566" y="5088"/>
                    <a:pt x="7572" y="5088"/>
                    <a:pt x="7579" y="5087"/>
                  </a:cubicBezTo>
                  <a:cubicBezTo>
                    <a:pt x="7798" y="5274"/>
                    <a:pt x="8040" y="5439"/>
                    <a:pt x="8300" y="5572"/>
                  </a:cubicBezTo>
                  <a:cubicBezTo>
                    <a:pt x="8328" y="5613"/>
                    <a:pt x="8371" y="5638"/>
                    <a:pt x="8419" y="5638"/>
                  </a:cubicBezTo>
                  <a:cubicBezTo>
                    <a:pt x="8422" y="5638"/>
                    <a:pt x="8425" y="5638"/>
                    <a:pt x="8427" y="5638"/>
                  </a:cubicBezTo>
                  <a:cubicBezTo>
                    <a:pt x="8776" y="5799"/>
                    <a:pt x="9138" y="5890"/>
                    <a:pt x="9494" y="5890"/>
                  </a:cubicBezTo>
                  <a:cubicBezTo>
                    <a:pt x="10284" y="5890"/>
                    <a:pt x="11049" y="5444"/>
                    <a:pt x="11594" y="4324"/>
                  </a:cubicBezTo>
                  <a:cubicBezTo>
                    <a:pt x="12212" y="3054"/>
                    <a:pt x="8904" y="3005"/>
                    <a:pt x="8375" y="2962"/>
                  </a:cubicBezTo>
                  <a:cubicBezTo>
                    <a:pt x="8139" y="2942"/>
                    <a:pt x="7913" y="2864"/>
                    <a:pt x="7694" y="2765"/>
                  </a:cubicBezTo>
                  <a:cubicBezTo>
                    <a:pt x="7678" y="2703"/>
                    <a:pt x="7621" y="2663"/>
                    <a:pt x="7560" y="2663"/>
                  </a:cubicBezTo>
                  <a:cubicBezTo>
                    <a:pt x="7542" y="2663"/>
                    <a:pt x="7524" y="2666"/>
                    <a:pt x="7506" y="2673"/>
                  </a:cubicBezTo>
                  <a:cubicBezTo>
                    <a:pt x="6392" y="2084"/>
                    <a:pt x="5428" y="745"/>
                    <a:pt x="4290" y="286"/>
                  </a:cubicBezTo>
                  <a:cubicBezTo>
                    <a:pt x="3810" y="90"/>
                    <a:pt x="3370" y="0"/>
                    <a:pt x="295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31" name="Google Shape;8089;p80">
              <a:extLst>
                <a:ext uri="{FF2B5EF4-FFF2-40B4-BE49-F238E27FC236}">
                  <a16:creationId xmlns:a16="http://schemas.microsoft.com/office/drawing/2014/main" id="{1A39312F-6862-EE80-5608-2BD88A070814}"/>
                </a:ext>
              </a:extLst>
            </p:cNvPr>
            <p:cNvSpPr/>
            <p:nvPr/>
          </p:nvSpPr>
          <p:spPr>
            <a:xfrm>
              <a:off x="2053850" y="2646725"/>
              <a:ext cx="613050" cy="516425"/>
            </a:xfrm>
            <a:custGeom>
              <a:avLst/>
              <a:gdLst/>
              <a:ahLst/>
              <a:cxnLst/>
              <a:rect l="l" t="t" r="r" b="b"/>
              <a:pathLst>
                <a:path w="24522" h="20657" extrusionOk="0">
                  <a:moveTo>
                    <a:pt x="19439" y="1"/>
                  </a:moveTo>
                  <a:cubicBezTo>
                    <a:pt x="19306" y="1"/>
                    <a:pt x="19174" y="135"/>
                    <a:pt x="19267" y="276"/>
                  </a:cubicBezTo>
                  <a:cubicBezTo>
                    <a:pt x="19695" y="920"/>
                    <a:pt x="19787" y="1223"/>
                    <a:pt x="20540" y="1538"/>
                  </a:cubicBezTo>
                  <a:cubicBezTo>
                    <a:pt x="22247" y="2257"/>
                    <a:pt x="21776" y="4864"/>
                    <a:pt x="19934" y="4968"/>
                  </a:cubicBezTo>
                  <a:cubicBezTo>
                    <a:pt x="19054" y="5017"/>
                    <a:pt x="18410" y="5173"/>
                    <a:pt x="17463" y="5256"/>
                  </a:cubicBezTo>
                  <a:cubicBezTo>
                    <a:pt x="15849" y="5395"/>
                    <a:pt x="14294" y="7939"/>
                    <a:pt x="12733" y="7939"/>
                  </a:cubicBezTo>
                  <a:cubicBezTo>
                    <a:pt x="12381" y="7939"/>
                    <a:pt x="12030" y="7810"/>
                    <a:pt x="11677" y="7497"/>
                  </a:cubicBezTo>
                  <a:cubicBezTo>
                    <a:pt x="11499" y="7337"/>
                    <a:pt x="11301" y="7269"/>
                    <a:pt x="11097" y="7269"/>
                  </a:cubicBezTo>
                  <a:cubicBezTo>
                    <a:pt x="10235" y="7269"/>
                    <a:pt x="9245" y="8464"/>
                    <a:pt x="8995" y="9012"/>
                  </a:cubicBezTo>
                  <a:cubicBezTo>
                    <a:pt x="8138" y="10886"/>
                    <a:pt x="6258" y="12249"/>
                    <a:pt x="5029" y="13888"/>
                  </a:cubicBezTo>
                  <a:cubicBezTo>
                    <a:pt x="3377" y="16097"/>
                    <a:pt x="2153" y="18519"/>
                    <a:pt x="77" y="20482"/>
                  </a:cubicBezTo>
                  <a:cubicBezTo>
                    <a:pt x="1" y="20554"/>
                    <a:pt x="74" y="20657"/>
                    <a:pt x="157" y="20657"/>
                  </a:cubicBezTo>
                  <a:cubicBezTo>
                    <a:pt x="181" y="20657"/>
                    <a:pt x="205" y="20649"/>
                    <a:pt x="227" y="20630"/>
                  </a:cubicBezTo>
                  <a:cubicBezTo>
                    <a:pt x="1977" y="19114"/>
                    <a:pt x="3371" y="18831"/>
                    <a:pt x="4457" y="16801"/>
                  </a:cubicBezTo>
                  <a:cubicBezTo>
                    <a:pt x="5828" y="14232"/>
                    <a:pt x="7159" y="12162"/>
                    <a:pt x="8969" y="9884"/>
                  </a:cubicBezTo>
                  <a:cubicBezTo>
                    <a:pt x="9584" y="9110"/>
                    <a:pt x="10372" y="8741"/>
                    <a:pt x="11188" y="8741"/>
                  </a:cubicBezTo>
                  <a:cubicBezTo>
                    <a:pt x="11789" y="8741"/>
                    <a:pt x="12407" y="8941"/>
                    <a:pt x="12982" y="9327"/>
                  </a:cubicBezTo>
                  <a:cubicBezTo>
                    <a:pt x="13035" y="9363"/>
                    <a:pt x="13101" y="9378"/>
                    <a:pt x="13174" y="9378"/>
                  </a:cubicBezTo>
                  <a:cubicBezTo>
                    <a:pt x="13496" y="9378"/>
                    <a:pt x="13956" y="9075"/>
                    <a:pt x="14074" y="8882"/>
                  </a:cubicBezTo>
                  <a:cubicBezTo>
                    <a:pt x="15638" y="6284"/>
                    <a:pt x="17985" y="5455"/>
                    <a:pt x="20740" y="5300"/>
                  </a:cubicBezTo>
                  <a:cubicBezTo>
                    <a:pt x="21326" y="5268"/>
                    <a:pt x="22651" y="5199"/>
                    <a:pt x="22994" y="4575"/>
                  </a:cubicBezTo>
                  <a:cubicBezTo>
                    <a:pt x="24522" y="1821"/>
                    <a:pt x="20725" y="1789"/>
                    <a:pt x="19593" y="86"/>
                  </a:cubicBezTo>
                  <a:cubicBezTo>
                    <a:pt x="19554" y="26"/>
                    <a:pt x="19496" y="1"/>
                    <a:pt x="1943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32" name="Google Shape;8090;p80">
              <a:extLst>
                <a:ext uri="{FF2B5EF4-FFF2-40B4-BE49-F238E27FC236}">
                  <a16:creationId xmlns:a16="http://schemas.microsoft.com/office/drawing/2014/main" id="{6F1B60BF-83E0-1275-5E4C-49E4B07A5260}"/>
                </a:ext>
              </a:extLst>
            </p:cNvPr>
            <p:cNvSpPr/>
            <p:nvPr/>
          </p:nvSpPr>
          <p:spPr>
            <a:xfrm>
              <a:off x="2878850" y="956500"/>
              <a:ext cx="59000" cy="79050"/>
            </a:xfrm>
            <a:custGeom>
              <a:avLst/>
              <a:gdLst/>
              <a:ahLst/>
              <a:cxnLst/>
              <a:rect l="l" t="t" r="r" b="b"/>
              <a:pathLst>
                <a:path w="2360" h="3162" extrusionOk="0">
                  <a:moveTo>
                    <a:pt x="2359" y="0"/>
                  </a:moveTo>
                  <a:lnTo>
                    <a:pt x="2359" y="0"/>
                  </a:lnTo>
                  <a:cubicBezTo>
                    <a:pt x="1542" y="1034"/>
                    <a:pt x="757" y="2087"/>
                    <a:pt x="1" y="3161"/>
                  </a:cubicBezTo>
                  <a:cubicBezTo>
                    <a:pt x="780" y="2113"/>
                    <a:pt x="1568" y="1063"/>
                    <a:pt x="235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33" name="Google Shape;8091;p80">
              <a:extLst>
                <a:ext uri="{FF2B5EF4-FFF2-40B4-BE49-F238E27FC236}">
                  <a16:creationId xmlns:a16="http://schemas.microsoft.com/office/drawing/2014/main" id="{C502F1E2-90F3-37B9-4DCE-6BF8DE59B9B6}"/>
                </a:ext>
              </a:extLst>
            </p:cNvPr>
            <p:cNvSpPr/>
            <p:nvPr/>
          </p:nvSpPr>
          <p:spPr>
            <a:xfrm>
              <a:off x="2591950" y="1603975"/>
              <a:ext cx="3275" cy="3925"/>
            </a:xfrm>
            <a:custGeom>
              <a:avLst/>
              <a:gdLst/>
              <a:ahLst/>
              <a:cxnLst/>
              <a:rect l="l" t="t" r="r" b="b"/>
              <a:pathLst>
                <a:path w="131" h="157" extrusionOk="0">
                  <a:moveTo>
                    <a:pt x="131" y="0"/>
                  </a:moveTo>
                  <a:cubicBezTo>
                    <a:pt x="88" y="52"/>
                    <a:pt x="47" y="104"/>
                    <a:pt x="1" y="156"/>
                  </a:cubicBezTo>
                  <a:cubicBezTo>
                    <a:pt x="47" y="107"/>
                    <a:pt x="90" y="55"/>
                    <a:pt x="13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34" name="Google Shape;8092;p80">
              <a:extLst>
                <a:ext uri="{FF2B5EF4-FFF2-40B4-BE49-F238E27FC236}">
                  <a16:creationId xmlns:a16="http://schemas.microsoft.com/office/drawing/2014/main" id="{C4CCB864-468D-9F1F-39D3-6D91086D07DD}"/>
                </a:ext>
              </a:extLst>
            </p:cNvPr>
            <p:cNvSpPr/>
            <p:nvPr/>
          </p:nvSpPr>
          <p:spPr>
            <a:xfrm>
              <a:off x="2741575" y="1422025"/>
              <a:ext cx="117325" cy="137075"/>
            </a:xfrm>
            <a:custGeom>
              <a:avLst/>
              <a:gdLst/>
              <a:ahLst/>
              <a:cxnLst/>
              <a:rect l="l" t="t" r="r" b="b"/>
              <a:pathLst>
                <a:path w="4693" h="5483" extrusionOk="0">
                  <a:moveTo>
                    <a:pt x="4692" y="0"/>
                  </a:moveTo>
                  <a:lnTo>
                    <a:pt x="4692" y="0"/>
                  </a:lnTo>
                  <a:cubicBezTo>
                    <a:pt x="3061" y="1779"/>
                    <a:pt x="1476" y="3592"/>
                    <a:pt x="1" y="5483"/>
                  </a:cubicBezTo>
                  <a:cubicBezTo>
                    <a:pt x="1568" y="3661"/>
                    <a:pt x="3130" y="1834"/>
                    <a:pt x="469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35" name="Google Shape;8093;p80">
              <a:extLst>
                <a:ext uri="{FF2B5EF4-FFF2-40B4-BE49-F238E27FC236}">
                  <a16:creationId xmlns:a16="http://schemas.microsoft.com/office/drawing/2014/main" id="{E2EA4ECD-C9F0-0771-5AB5-E48253CA4EBA}"/>
                </a:ext>
              </a:extLst>
            </p:cNvPr>
            <p:cNvSpPr/>
            <p:nvPr/>
          </p:nvSpPr>
          <p:spPr>
            <a:xfrm>
              <a:off x="2753550" y="1723425"/>
              <a:ext cx="46075" cy="54600"/>
            </a:xfrm>
            <a:custGeom>
              <a:avLst/>
              <a:gdLst/>
              <a:ahLst/>
              <a:cxnLst/>
              <a:rect l="l" t="t" r="r" b="b"/>
              <a:pathLst>
                <a:path w="1843" h="2184" extrusionOk="0">
                  <a:moveTo>
                    <a:pt x="1843" y="0"/>
                  </a:moveTo>
                  <a:cubicBezTo>
                    <a:pt x="1511" y="379"/>
                    <a:pt x="1185" y="766"/>
                    <a:pt x="853" y="1141"/>
                  </a:cubicBezTo>
                  <a:cubicBezTo>
                    <a:pt x="573" y="1490"/>
                    <a:pt x="287" y="1834"/>
                    <a:pt x="1" y="2183"/>
                  </a:cubicBezTo>
                  <a:cubicBezTo>
                    <a:pt x="362" y="1799"/>
                    <a:pt x="717" y="1406"/>
                    <a:pt x="1055" y="996"/>
                  </a:cubicBezTo>
                  <a:cubicBezTo>
                    <a:pt x="1323" y="670"/>
                    <a:pt x="1577" y="330"/>
                    <a:pt x="184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36" name="Google Shape;8094;p80">
              <a:extLst>
                <a:ext uri="{FF2B5EF4-FFF2-40B4-BE49-F238E27FC236}">
                  <a16:creationId xmlns:a16="http://schemas.microsoft.com/office/drawing/2014/main" id="{651DF106-7E32-8825-57F7-8F853FEEEE9D}"/>
                </a:ext>
              </a:extLst>
            </p:cNvPr>
            <p:cNvSpPr/>
            <p:nvPr/>
          </p:nvSpPr>
          <p:spPr>
            <a:xfrm>
              <a:off x="3013825" y="1258700"/>
              <a:ext cx="106550" cy="113700"/>
            </a:xfrm>
            <a:custGeom>
              <a:avLst/>
              <a:gdLst/>
              <a:ahLst/>
              <a:cxnLst/>
              <a:rect l="l" t="t" r="r" b="b"/>
              <a:pathLst>
                <a:path w="4262" h="4548" extrusionOk="0">
                  <a:moveTo>
                    <a:pt x="4262" y="0"/>
                  </a:moveTo>
                  <a:lnTo>
                    <a:pt x="4262" y="0"/>
                  </a:lnTo>
                  <a:cubicBezTo>
                    <a:pt x="3179" y="1103"/>
                    <a:pt x="2076" y="2191"/>
                    <a:pt x="1063" y="3346"/>
                  </a:cubicBezTo>
                  <a:cubicBezTo>
                    <a:pt x="711" y="3744"/>
                    <a:pt x="353" y="4146"/>
                    <a:pt x="0" y="4547"/>
                  </a:cubicBezTo>
                  <a:cubicBezTo>
                    <a:pt x="953" y="3603"/>
                    <a:pt x="1941" y="2636"/>
                    <a:pt x="2908" y="1649"/>
                  </a:cubicBezTo>
                  <a:cubicBezTo>
                    <a:pt x="3358" y="1097"/>
                    <a:pt x="3808" y="549"/>
                    <a:pt x="426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37" name="Google Shape;8095;p80">
              <a:extLst>
                <a:ext uri="{FF2B5EF4-FFF2-40B4-BE49-F238E27FC236}">
                  <a16:creationId xmlns:a16="http://schemas.microsoft.com/office/drawing/2014/main" id="{78920652-A416-5E25-D81C-E2999557F2F9}"/>
                </a:ext>
              </a:extLst>
            </p:cNvPr>
            <p:cNvSpPr/>
            <p:nvPr/>
          </p:nvSpPr>
          <p:spPr>
            <a:xfrm>
              <a:off x="3189500" y="1467850"/>
              <a:ext cx="5950" cy="5300"/>
            </a:xfrm>
            <a:custGeom>
              <a:avLst/>
              <a:gdLst/>
              <a:ahLst/>
              <a:cxnLst/>
              <a:rect l="l" t="t" r="r" b="b"/>
              <a:pathLst>
                <a:path w="238" h="212" extrusionOk="0">
                  <a:moveTo>
                    <a:pt x="237" y="1"/>
                  </a:moveTo>
                  <a:lnTo>
                    <a:pt x="237" y="1"/>
                  </a:lnTo>
                  <a:cubicBezTo>
                    <a:pt x="142" y="53"/>
                    <a:pt x="64" y="125"/>
                    <a:pt x="0" y="211"/>
                  </a:cubicBezTo>
                  <a:cubicBezTo>
                    <a:pt x="78" y="139"/>
                    <a:pt x="159" y="73"/>
                    <a:pt x="23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38" name="Google Shape;8096;p80">
              <a:extLst>
                <a:ext uri="{FF2B5EF4-FFF2-40B4-BE49-F238E27FC236}">
                  <a16:creationId xmlns:a16="http://schemas.microsoft.com/office/drawing/2014/main" id="{D16CFD3C-A270-8DFB-6DC5-4C68B9004CB1}"/>
                </a:ext>
              </a:extLst>
            </p:cNvPr>
            <p:cNvSpPr/>
            <p:nvPr/>
          </p:nvSpPr>
          <p:spPr>
            <a:xfrm>
              <a:off x="1570450" y="549050"/>
              <a:ext cx="1813800" cy="1774475"/>
            </a:xfrm>
            <a:custGeom>
              <a:avLst/>
              <a:gdLst/>
              <a:ahLst/>
              <a:cxnLst/>
              <a:rect l="l" t="t" r="r" b="b"/>
              <a:pathLst>
                <a:path w="72552" h="70979" extrusionOk="0">
                  <a:moveTo>
                    <a:pt x="55353" y="377"/>
                  </a:moveTo>
                  <a:cubicBezTo>
                    <a:pt x="54860" y="734"/>
                    <a:pt x="54375" y="1110"/>
                    <a:pt x="53899" y="1499"/>
                  </a:cubicBezTo>
                  <a:cubicBezTo>
                    <a:pt x="54156" y="1153"/>
                    <a:pt x="54424" y="812"/>
                    <a:pt x="54664" y="454"/>
                  </a:cubicBezTo>
                  <a:cubicBezTo>
                    <a:pt x="54891" y="417"/>
                    <a:pt x="55121" y="394"/>
                    <a:pt x="55353" y="377"/>
                  </a:cubicBezTo>
                  <a:close/>
                  <a:moveTo>
                    <a:pt x="58324" y="682"/>
                  </a:moveTo>
                  <a:cubicBezTo>
                    <a:pt x="58503" y="734"/>
                    <a:pt x="58680" y="795"/>
                    <a:pt x="58856" y="861"/>
                  </a:cubicBezTo>
                  <a:cubicBezTo>
                    <a:pt x="58313" y="1208"/>
                    <a:pt x="57796" y="1583"/>
                    <a:pt x="57276" y="1958"/>
                  </a:cubicBezTo>
                  <a:cubicBezTo>
                    <a:pt x="57629" y="1534"/>
                    <a:pt x="57984" y="1115"/>
                    <a:pt x="58324" y="682"/>
                  </a:cubicBezTo>
                  <a:close/>
                  <a:moveTo>
                    <a:pt x="54008" y="584"/>
                  </a:moveTo>
                  <a:lnTo>
                    <a:pt x="54008" y="584"/>
                  </a:lnTo>
                  <a:cubicBezTo>
                    <a:pt x="52694" y="1778"/>
                    <a:pt x="52147" y="2227"/>
                    <a:pt x="52096" y="2227"/>
                  </a:cubicBezTo>
                  <a:cubicBezTo>
                    <a:pt x="52037" y="2227"/>
                    <a:pt x="52626" y="1642"/>
                    <a:pt x="53457" y="910"/>
                  </a:cubicBezTo>
                  <a:cubicBezTo>
                    <a:pt x="53509" y="870"/>
                    <a:pt x="53523" y="795"/>
                    <a:pt x="53492" y="737"/>
                  </a:cubicBezTo>
                  <a:lnTo>
                    <a:pt x="53486" y="737"/>
                  </a:lnTo>
                  <a:cubicBezTo>
                    <a:pt x="53656" y="679"/>
                    <a:pt x="53832" y="630"/>
                    <a:pt x="54008" y="584"/>
                  </a:cubicBezTo>
                  <a:close/>
                  <a:moveTo>
                    <a:pt x="55946" y="353"/>
                  </a:moveTo>
                  <a:cubicBezTo>
                    <a:pt x="56234" y="353"/>
                    <a:pt x="56523" y="368"/>
                    <a:pt x="56812" y="394"/>
                  </a:cubicBezTo>
                  <a:cubicBezTo>
                    <a:pt x="56041" y="1026"/>
                    <a:pt x="55279" y="1681"/>
                    <a:pt x="54525" y="2357"/>
                  </a:cubicBezTo>
                  <a:cubicBezTo>
                    <a:pt x="55016" y="1699"/>
                    <a:pt x="55495" y="1035"/>
                    <a:pt x="55946" y="353"/>
                  </a:cubicBezTo>
                  <a:close/>
                  <a:moveTo>
                    <a:pt x="52802" y="1027"/>
                  </a:moveTo>
                  <a:lnTo>
                    <a:pt x="52802" y="1027"/>
                  </a:lnTo>
                  <a:cubicBezTo>
                    <a:pt x="52127" y="1588"/>
                    <a:pt x="51523" y="2216"/>
                    <a:pt x="51023" y="2946"/>
                  </a:cubicBezTo>
                  <a:cubicBezTo>
                    <a:pt x="51253" y="2111"/>
                    <a:pt x="51914" y="1466"/>
                    <a:pt x="52802" y="1027"/>
                  </a:cubicBezTo>
                  <a:close/>
                  <a:moveTo>
                    <a:pt x="57242" y="446"/>
                  </a:moveTo>
                  <a:cubicBezTo>
                    <a:pt x="57476" y="480"/>
                    <a:pt x="57707" y="526"/>
                    <a:pt x="57935" y="578"/>
                  </a:cubicBezTo>
                  <a:cubicBezTo>
                    <a:pt x="57086" y="1395"/>
                    <a:pt x="56226" y="2198"/>
                    <a:pt x="55359" y="2992"/>
                  </a:cubicBezTo>
                  <a:cubicBezTo>
                    <a:pt x="56009" y="2158"/>
                    <a:pt x="56638" y="1309"/>
                    <a:pt x="57242" y="446"/>
                  </a:cubicBezTo>
                  <a:close/>
                  <a:moveTo>
                    <a:pt x="53570" y="1414"/>
                  </a:moveTo>
                  <a:cubicBezTo>
                    <a:pt x="53627" y="1414"/>
                    <a:pt x="53228" y="1840"/>
                    <a:pt x="52507" y="2663"/>
                  </a:cubicBezTo>
                  <a:cubicBezTo>
                    <a:pt x="52441" y="2738"/>
                    <a:pt x="52369" y="2807"/>
                    <a:pt x="52302" y="2882"/>
                  </a:cubicBezTo>
                  <a:cubicBezTo>
                    <a:pt x="51858" y="3289"/>
                    <a:pt x="51424" y="3711"/>
                    <a:pt x="50997" y="4138"/>
                  </a:cubicBezTo>
                  <a:cubicBezTo>
                    <a:pt x="50942" y="3855"/>
                    <a:pt x="50931" y="3566"/>
                    <a:pt x="50965" y="3278"/>
                  </a:cubicBezTo>
                  <a:lnTo>
                    <a:pt x="50965" y="3278"/>
                  </a:lnTo>
                  <a:cubicBezTo>
                    <a:pt x="50997" y="3308"/>
                    <a:pt x="51038" y="3323"/>
                    <a:pt x="51080" y="3323"/>
                  </a:cubicBezTo>
                  <a:cubicBezTo>
                    <a:pt x="51121" y="3323"/>
                    <a:pt x="51163" y="3308"/>
                    <a:pt x="51196" y="3278"/>
                  </a:cubicBezTo>
                  <a:cubicBezTo>
                    <a:pt x="52786" y="2018"/>
                    <a:pt x="53501" y="1414"/>
                    <a:pt x="53570" y="1414"/>
                  </a:cubicBezTo>
                  <a:close/>
                  <a:moveTo>
                    <a:pt x="47666" y="3252"/>
                  </a:moveTo>
                  <a:cubicBezTo>
                    <a:pt x="47775" y="3252"/>
                    <a:pt x="47888" y="3263"/>
                    <a:pt x="47995" y="3286"/>
                  </a:cubicBezTo>
                  <a:cubicBezTo>
                    <a:pt x="47429" y="3846"/>
                    <a:pt x="46269" y="4974"/>
                    <a:pt x="46201" y="4974"/>
                  </a:cubicBezTo>
                  <a:cubicBezTo>
                    <a:pt x="46165" y="4974"/>
                    <a:pt x="46448" y="4644"/>
                    <a:pt x="47319" y="3714"/>
                  </a:cubicBezTo>
                  <a:cubicBezTo>
                    <a:pt x="47585" y="3431"/>
                    <a:pt x="47547" y="3361"/>
                    <a:pt x="47469" y="3315"/>
                  </a:cubicBezTo>
                  <a:lnTo>
                    <a:pt x="47469" y="3315"/>
                  </a:lnTo>
                  <a:cubicBezTo>
                    <a:pt x="47491" y="3326"/>
                    <a:pt x="47514" y="3332"/>
                    <a:pt x="47536" y="3332"/>
                  </a:cubicBezTo>
                  <a:cubicBezTo>
                    <a:pt x="47589" y="3332"/>
                    <a:pt x="47639" y="3302"/>
                    <a:pt x="47666" y="3252"/>
                  </a:cubicBezTo>
                  <a:close/>
                  <a:moveTo>
                    <a:pt x="48413" y="3425"/>
                  </a:moveTo>
                  <a:cubicBezTo>
                    <a:pt x="48578" y="3500"/>
                    <a:pt x="48740" y="3587"/>
                    <a:pt x="48893" y="3688"/>
                  </a:cubicBezTo>
                  <a:cubicBezTo>
                    <a:pt x="47835" y="4793"/>
                    <a:pt x="47293" y="5332"/>
                    <a:pt x="47198" y="5332"/>
                  </a:cubicBezTo>
                  <a:cubicBezTo>
                    <a:pt x="47095" y="5332"/>
                    <a:pt x="47529" y="4684"/>
                    <a:pt x="48410" y="3425"/>
                  </a:cubicBezTo>
                  <a:close/>
                  <a:moveTo>
                    <a:pt x="24572" y="4280"/>
                  </a:moveTo>
                  <a:lnTo>
                    <a:pt x="24572" y="4280"/>
                  </a:lnTo>
                  <a:cubicBezTo>
                    <a:pt x="23923" y="4770"/>
                    <a:pt x="23305" y="5296"/>
                    <a:pt x="22713" y="5856"/>
                  </a:cubicBezTo>
                  <a:cubicBezTo>
                    <a:pt x="23063" y="5411"/>
                    <a:pt x="23397" y="4958"/>
                    <a:pt x="23732" y="4502"/>
                  </a:cubicBezTo>
                  <a:cubicBezTo>
                    <a:pt x="24012" y="4430"/>
                    <a:pt x="24287" y="4340"/>
                    <a:pt x="24572" y="4280"/>
                  </a:cubicBezTo>
                  <a:close/>
                  <a:moveTo>
                    <a:pt x="47036" y="3431"/>
                  </a:moveTo>
                  <a:lnTo>
                    <a:pt x="47036" y="3431"/>
                  </a:lnTo>
                  <a:cubicBezTo>
                    <a:pt x="46401" y="4245"/>
                    <a:pt x="45783" y="4952"/>
                    <a:pt x="45206" y="5870"/>
                  </a:cubicBezTo>
                  <a:cubicBezTo>
                    <a:pt x="45198" y="5890"/>
                    <a:pt x="45192" y="5912"/>
                    <a:pt x="45194" y="5936"/>
                  </a:cubicBezTo>
                  <a:lnTo>
                    <a:pt x="45194" y="5936"/>
                  </a:lnTo>
                  <a:cubicBezTo>
                    <a:pt x="45123" y="5859"/>
                    <a:pt x="45057" y="5780"/>
                    <a:pt x="44984" y="5706"/>
                  </a:cubicBezTo>
                  <a:cubicBezTo>
                    <a:pt x="44989" y="5700"/>
                    <a:pt x="44995" y="5697"/>
                    <a:pt x="44998" y="5688"/>
                  </a:cubicBezTo>
                  <a:cubicBezTo>
                    <a:pt x="45150" y="5016"/>
                    <a:pt x="45144" y="4277"/>
                    <a:pt x="45947" y="4277"/>
                  </a:cubicBezTo>
                  <a:cubicBezTo>
                    <a:pt x="46016" y="4277"/>
                    <a:pt x="46091" y="4283"/>
                    <a:pt x="46173" y="4294"/>
                  </a:cubicBezTo>
                  <a:cubicBezTo>
                    <a:pt x="46185" y="4295"/>
                    <a:pt x="46197" y="4296"/>
                    <a:pt x="46210" y="4296"/>
                  </a:cubicBezTo>
                  <a:cubicBezTo>
                    <a:pt x="46272" y="4296"/>
                    <a:pt x="46335" y="4276"/>
                    <a:pt x="46366" y="4216"/>
                  </a:cubicBezTo>
                  <a:cubicBezTo>
                    <a:pt x="46563" y="3826"/>
                    <a:pt x="46791" y="3581"/>
                    <a:pt x="47036" y="3431"/>
                  </a:cubicBezTo>
                  <a:close/>
                  <a:moveTo>
                    <a:pt x="49181" y="3887"/>
                  </a:moveTo>
                  <a:cubicBezTo>
                    <a:pt x="49334" y="4002"/>
                    <a:pt x="49479" y="4127"/>
                    <a:pt x="49617" y="4251"/>
                  </a:cubicBezTo>
                  <a:cubicBezTo>
                    <a:pt x="48205" y="5470"/>
                    <a:pt x="47619" y="6029"/>
                    <a:pt x="47574" y="6029"/>
                  </a:cubicBezTo>
                  <a:cubicBezTo>
                    <a:pt x="47521" y="6029"/>
                    <a:pt x="48210" y="5263"/>
                    <a:pt x="49181" y="3896"/>
                  </a:cubicBezTo>
                  <a:cubicBezTo>
                    <a:pt x="49181" y="3893"/>
                    <a:pt x="49178" y="3890"/>
                    <a:pt x="49181" y="3887"/>
                  </a:cubicBezTo>
                  <a:close/>
                  <a:moveTo>
                    <a:pt x="63247" y="4479"/>
                  </a:moveTo>
                  <a:cubicBezTo>
                    <a:pt x="63388" y="4496"/>
                    <a:pt x="63527" y="4525"/>
                    <a:pt x="63662" y="4562"/>
                  </a:cubicBezTo>
                  <a:cubicBezTo>
                    <a:pt x="63154" y="5056"/>
                    <a:pt x="62655" y="5558"/>
                    <a:pt x="62161" y="6067"/>
                  </a:cubicBezTo>
                  <a:cubicBezTo>
                    <a:pt x="62539" y="5556"/>
                    <a:pt x="62906" y="5030"/>
                    <a:pt x="63247" y="4479"/>
                  </a:cubicBezTo>
                  <a:close/>
                  <a:moveTo>
                    <a:pt x="61572" y="3110"/>
                  </a:moveTo>
                  <a:cubicBezTo>
                    <a:pt x="61647" y="3249"/>
                    <a:pt x="61728" y="3382"/>
                    <a:pt x="61792" y="3529"/>
                  </a:cubicBezTo>
                  <a:cubicBezTo>
                    <a:pt x="60928" y="4453"/>
                    <a:pt x="60077" y="5385"/>
                    <a:pt x="59222" y="6318"/>
                  </a:cubicBezTo>
                  <a:cubicBezTo>
                    <a:pt x="60054" y="5284"/>
                    <a:pt x="60848" y="4225"/>
                    <a:pt x="61572" y="3110"/>
                  </a:cubicBezTo>
                  <a:close/>
                  <a:moveTo>
                    <a:pt x="47285" y="4438"/>
                  </a:moveTo>
                  <a:cubicBezTo>
                    <a:pt x="47328" y="4438"/>
                    <a:pt x="46817" y="5090"/>
                    <a:pt x="45965" y="6517"/>
                  </a:cubicBezTo>
                  <a:cubicBezTo>
                    <a:pt x="45881" y="6656"/>
                    <a:pt x="45996" y="6778"/>
                    <a:pt x="46122" y="6778"/>
                  </a:cubicBezTo>
                  <a:cubicBezTo>
                    <a:pt x="46164" y="6778"/>
                    <a:pt x="46208" y="6764"/>
                    <a:pt x="46245" y="6733"/>
                  </a:cubicBezTo>
                  <a:cubicBezTo>
                    <a:pt x="46493" y="6549"/>
                    <a:pt x="46722" y="6344"/>
                    <a:pt x="46955" y="6142"/>
                  </a:cubicBezTo>
                  <a:lnTo>
                    <a:pt x="46955" y="6142"/>
                  </a:lnTo>
                  <a:cubicBezTo>
                    <a:pt x="46656" y="6459"/>
                    <a:pt x="46368" y="6787"/>
                    <a:pt x="46091" y="7124"/>
                  </a:cubicBezTo>
                  <a:lnTo>
                    <a:pt x="46091" y="7124"/>
                  </a:lnTo>
                  <a:cubicBezTo>
                    <a:pt x="45875" y="6776"/>
                    <a:pt x="45636" y="6444"/>
                    <a:pt x="45370" y="6130"/>
                  </a:cubicBezTo>
                  <a:cubicBezTo>
                    <a:pt x="45414" y="6130"/>
                    <a:pt x="45457" y="6116"/>
                    <a:pt x="45489" y="6087"/>
                  </a:cubicBezTo>
                  <a:cubicBezTo>
                    <a:pt x="46705" y="5023"/>
                    <a:pt x="47244" y="4438"/>
                    <a:pt x="47285" y="4438"/>
                  </a:cubicBezTo>
                  <a:close/>
                  <a:moveTo>
                    <a:pt x="32910" y="5752"/>
                  </a:moveTo>
                  <a:cubicBezTo>
                    <a:pt x="33095" y="5977"/>
                    <a:pt x="33265" y="6214"/>
                    <a:pt x="33421" y="6462"/>
                  </a:cubicBezTo>
                  <a:lnTo>
                    <a:pt x="33424" y="6462"/>
                  </a:lnTo>
                  <a:cubicBezTo>
                    <a:pt x="33410" y="6468"/>
                    <a:pt x="33395" y="6468"/>
                    <a:pt x="33384" y="6479"/>
                  </a:cubicBezTo>
                  <a:cubicBezTo>
                    <a:pt x="33098" y="6811"/>
                    <a:pt x="32823" y="7155"/>
                    <a:pt x="32543" y="7490"/>
                  </a:cubicBezTo>
                  <a:cubicBezTo>
                    <a:pt x="32766" y="6912"/>
                    <a:pt x="32896" y="6332"/>
                    <a:pt x="32910" y="5752"/>
                  </a:cubicBezTo>
                  <a:close/>
                  <a:moveTo>
                    <a:pt x="32246" y="5076"/>
                  </a:moveTo>
                  <a:cubicBezTo>
                    <a:pt x="32373" y="5183"/>
                    <a:pt x="32500" y="5302"/>
                    <a:pt x="32619" y="5426"/>
                  </a:cubicBezTo>
                  <a:cubicBezTo>
                    <a:pt x="31949" y="6162"/>
                    <a:pt x="31348" y="6953"/>
                    <a:pt x="30788" y="7773"/>
                  </a:cubicBezTo>
                  <a:cubicBezTo>
                    <a:pt x="31308" y="6898"/>
                    <a:pt x="31793" y="5997"/>
                    <a:pt x="32243" y="5076"/>
                  </a:cubicBezTo>
                  <a:close/>
                  <a:moveTo>
                    <a:pt x="60905" y="2192"/>
                  </a:moveTo>
                  <a:cubicBezTo>
                    <a:pt x="61076" y="2365"/>
                    <a:pt x="61232" y="2553"/>
                    <a:pt x="61373" y="2752"/>
                  </a:cubicBezTo>
                  <a:cubicBezTo>
                    <a:pt x="59635" y="4404"/>
                    <a:pt x="57969" y="6121"/>
                    <a:pt x="56347" y="7877"/>
                  </a:cubicBezTo>
                  <a:cubicBezTo>
                    <a:pt x="57923" y="6029"/>
                    <a:pt x="59468" y="4153"/>
                    <a:pt x="60905" y="2192"/>
                  </a:cubicBezTo>
                  <a:close/>
                  <a:moveTo>
                    <a:pt x="19191" y="6165"/>
                  </a:moveTo>
                  <a:cubicBezTo>
                    <a:pt x="18539" y="6757"/>
                    <a:pt x="17880" y="7351"/>
                    <a:pt x="17234" y="7960"/>
                  </a:cubicBezTo>
                  <a:cubicBezTo>
                    <a:pt x="17701" y="7383"/>
                    <a:pt x="18062" y="6927"/>
                    <a:pt x="18215" y="6733"/>
                  </a:cubicBezTo>
                  <a:cubicBezTo>
                    <a:pt x="18235" y="6702"/>
                    <a:pt x="18247" y="6667"/>
                    <a:pt x="18247" y="6630"/>
                  </a:cubicBezTo>
                  <a:lnTo>
                    <a:pt x="18244" y="6630"/>
                  </a:lnTo>
                  <a:cubicBezTo>
                    <a:pt x="18559" y="6471"/>
                    <a:pt x="18873" y="6315"/>
                    <a:pt x="19191" y="6165"/>
                  </a:cubicBezTo>
                  <a:close/>
                  <a:moveTo>
                    <a:pt x="15360" y="8272"/>
                  </a:moveTo>
                  <a:lnTo>
                    <a:pt x="15360" y="8272"/>
                  </a:lnTo>
                  <a:cubicBezTo>
                    <a:pt x="15358" y="8274"/>
                    <a:pt x="15356" y="8276"/>
                    <a:pt x="15354" y="8279"/>
                  </a:cubicBezTo>
                  <a:lnTo>
                    <a:pt x="15354" y="8279"/>
                  </a:lnTo>
                  <a:cubicBezTo>
                    <a:pt x="15356" y="8276"/>
                    <a:pt x="15358" y="8274"/>
                    <a:pt x="15360" y="8272"/>
                  </a:cubicBezTo>
                  <a:close/>
                  <a:moveTo>
                    <a:pt x="43179" y="7239"/>
                  </a:moveTo>
                  <a:lnTo>
                    <a:pt x="43179" y="7239"/>
                  </a:lnTo>
                  <a:cubicBezTo>
                    <a:pt x="42911" y="7628"/>
                    <a:pt x="42642" y="8012"/>
                    <a:pt x="42371" y="8399"/>
                  </a:cubicBezTo>
                  <a:cubicBezTo>
                    <a:pt x="42293" y="7787"/>
                    <a:pt x="42495" y="7299"/>
                    <a:pt x="43179" y="7239"/>
                  </a:cubicBezTo>
                  <a:close/>
                  <a:moveTo>
                    <a:pt x="55960" y="1588"/>
                  </a:moveTo>
                  <a:cubicBezTo>
                    <a:pt x="56013" y="1588"/>
                    <a:pt x="55782" y="1923"/>
                    <a:pt x="55100" y="2787"/>
                  </a:cubicBezTo>
                  <a:cubicBezTo>
                    <a:pt x="54632" y="3379"/>
                    <a:pt x="54147" y="3956"/>
                    <a:pt x="53668" y="4539"/>
                  </a:cubicBezTo>
                  <a:cubicBezTo>
                    <a:pt x="52227" y="5850"/>
                    <a:pt x="50792" y="7161"/>
                    <a:pt x="49386" y="8500"/>
                  </a:cubicBezTo>
                  <a:lnTo>
                    <a:pt x="49383" y="8500"/>
                  </a:lnTo>
                  <a:cubicBezTo>
                    <a:pt x="49915" y="7911"/>
                    <a:pt x="50440" y="7322"/>
                    <a:pt x="50963" y="6728"/>
                  </a:cubicBezTo>
                  <a:cubicBezTo>
                    <a:pt x="51390" y="6315"/>
                    <a:pt x="51817" y="5899"/>
                    <a:pt x="52239" y="5481"/>
                  </a:cubicBezTo>
                  <a:cubicBezTo>
                    <a:pt x="52752" y="4971"/>
                    <a:pt x="55791" y="1588"/>
                    <a:pt x="55960" y="1588"/>
                  </a:cubicBezTo>
                  <a:close/>
                  <a:moveTo>
                    <a:pt x="30629" y="4155"/>
                  </a:moveTo>
                  <a:cubicBezTo>
                    <a:pt x="30777" y="4207"/>
                    <a:pt x="30915" y="4271"/>
                    <a:pt x="31057" y="4332"/>
                  </a:cubicBezTo>
                  <a:cubicBezTo>
                    <a:pt x="29879" y="5700"/>
                    <a:pt x="28724" y="7117"/>
                    <a:pt x="27592" y="8564"/>
                  </a:cubicBezTo>
                  <a:cubicBezTo>
                    <a:pt x="28588" y="7048"/>
                    <a:pt x="29590" y="5561"/>
                    <a:pt x="30629" y="4155"/>
                  </a:cubicBezTo>
                  <a:close/>
                  <a:moveTo>
                    <a:pt x="43595" y="7262"/>
                  </a:moveTo>
                  <a:cubicBezTo>
                    <a:pt x="43687" y="7270"/>
                    <a:pt x="43759" y="7265"/>
                    <a:pt x="43863" y="7288"/>
                  </a:cubicBezTo>
                  <a:cubicBezTo>
                    <a:pt x="44210" y="7366"/>
                    <a:pt x="44550" y="7467"/>
                    <a:pt x="44880" y="7594"/>
                  </a:cubicBezTo>
                  <a:cubicBezTo>
                    <a:pt x="44530" y="7845"/>
                    <a:pt x="44195" y="8108"/>
                    <a:pt x="43872" y="8382"/>
                  </a:cubicBezTo>
                  <a:cubicBezTo>
                    <a:pt x="44060" y="8142"/>
                    <a:pt x="44250" y="7906"/>
                    <a:pt x="44435" y="7666"/>
                  </a:cubicBezTo>
                  <a:cubicBezTo>
                    <a:pt x="44532" y="7538"/>
                    <a:pt x="44401" y="7413"/>
                    <a:pt x="44273" y="7413"/>
                  </a:cubicBezTo>
                  <a:cubicBezTo>
                    <a:pt x="44233" y="7413"/>
                    <a:pt x="44193" y="7425"/>
                    <a:pt x="44161" y="7452"/>
                  </a:cubicBezTo>
                  <a:cubicBezTo>
                    <a:pt x="43368" y="8116"/>
                    <a:pt x="42733" y="8726"/>
                    <a:pt x="42565" y="8726"/>
                  </a:cubicBezTo>
                  <a:cubicBezTo>
                    <a:pt x="42451" y="8726"/>
                    <a:pt x="42550" y="8446"/>
                    <a:pt x="42959" y="7714"/>
                  </a:cubicBezTo>
                  <a:lnTo>
                    <a:pt x="42959" y="7714"/>
                  </a:lnTo>
                  <a:cubicBezTo>
                    <a:pt x="42891" y="7837"/>
                    <a:pt x="42999" y="7952"/>
                    <a:pt x="43107" y="7952"/>
                  </a:cubicBezTo>
                  <a:cubicBezTo>
                    <a:pt x="43156" y="7952"/>
                    <a:pt x="43204" y="7929"/>
                    <a:pt x="43237" y="7874"/>
                  </a:cubicBezTo>
                  <a:lnTo>
                    <a:pt x="43595" y="7262"/>
                  </a:lnTo>
                  <a:close/>
                  <a:moveTo>
                    <a:pt x="33612" y="6774"/>
                  </a:moveTo>
                  <a:cubicBezTo>
                    <a:pt x="33840" y="7172"/>
                    <a:pt x="34045" y="7559"/>
                    <a:pt x="34253" y="7940"/>
                  </a:cubicBezTo>
                  <a:cubicBezTo>
                    <a:pt x="34248" y="7940"/>
                    <a:pt x="34243" y="7940"/>
                    <a:pt x="34238" y="7940"/>
                  </a:cubicBezTo>
                  <a:cubicBezTo>
                    <a:pt x="34214" y="7940"/>
                    <a:pt x="34191" y="7946"/>
                    <a:pt x="34172" y="7958"/>
                  </a:cubicBezTo>
                  <a:cubicBezTo>
                    <a:pt x="33799" y="8232"/>
                    <a:pt x="33447" y="8529"/>
                    <a:pt x="33109" y="8844"/>
                  </a:cubicBezTo>
                  <a:cubicBezTo>
                    <a:pt x="33369" y="8454"/>
                    <a:pt x="33629" y="8067"/>
                    <a:pt x="33880" y="7669"/>
                  </a:cubicBezTo>
                  <a:cubicBezTo>
                    <a:pt x="33969" y="7528"/>
                    <a:pt x="33848" y="7401"/>
                    <a:pt x="33717" y="7401"/>
                  </a:cubicBezTo>
                  <a:cubicBezTo>
                    <a:pt x="33674" y="7401"/>
                    <a:pt x="33629" y="7415"/>
                    <a:pt x="33591" y="7447"/>
                  </a:cubicBezTo>
                  <a:cubicBezTo>
                    <a:pt x="33274" y="7709"/>
                    <a:pt x="32988" y="7998"/>
                    <a:pt x="32691" y="8275"/>
                  </a:cubicBezTo>
                  <a:cubicBezTo>
                    <a:pt x="33000" y="7776"/>
                    <a:pt x="33314" y="7279"/>
                    <a:pt x="33612" y="6774"/>
                  </a:cubicBezTo>
                  <a:close/>
                  <a:moveTo>
                    <a:pt x="15626" y="8027"/>
                  </a:moveTo>
                  <a:cubicBezTo>
                    <a:pt x="15444" y="8223"/>
                    <a:pt x="15253" y="8420"/>
                    <a:pt x="15080" y="8619"/>
                  </a:cubicBezTo>
                  <a:cubicBezTo>
                    <a:pt x="15217" y="8446"/>
                    <a:pt x="15313" y="8323"/>
                    <a:pt x="15354" y="8279"/>
                  </a:cubicBezTo>
                  <a:lnTo>
                    <a:pt x="15354" y="8279"/>
                  </a:lnTo>
                  <a:cubicBezTo>
                    <a:pt x="15111" y="8530"/>
                    <a:pt x="14718" y="8920"/>
                    <a:pt x="14300" y="9338"/>
                  </a:cubicBezTo>
                  <a:cubicBezTo>
                    <a:pt x="14286" y="9320"/>
                    <a:pt x="14269" y="9303"/>
                    <a:pt x="14251" y="9286"/>
                  </a:cubicBezTo>
                  <a:cubicBezTo>
                    <a:pt x="14471" y="8980"/>
                    <a:pt x="14667" y="8700"/>
                    <a:pt x="14832" y="8474"/>
                  </a:cubicBezTo>
                  <a:lnTo>
                    <a:pt x="14829" y="8474"/>
                  </a:lnTo>
                  <a:cubicBezTo>
                    <a:pt x="15103" y="8316"/>
                    <a:pt x="15372" y="8165"/>
                    <a:pt x="15626" y="8027"/>
                  </a:cubicBezTo>
                  <a:close/>
                  <a:moveTo>
                    <a:pt x="61901" y="3916"/>
                  </a:moveTo>
                  <a:cubicBezTo>
                    <a:pt x="61948" y="4072"/>
                    <a:pt x="62008" y="4222"/>
                    <a:pt x="62040" y="4392"/>
                  </a:cubicBezTo>
                  <a:cubicBezTo>
                    <a:pt x="60507" y="6113"/>
                    <a:pt x="58934" y="7779"/>
                    <a:pt x="57346" y="9427"/>
                  </a:cubicBezTo>
                  <a:cubicBezTo>
                    <a:pt x="58858" y="7585"/>
                    <a:pt x="60366" y="5737"/>
                    <a:pt x="61901" y="3916"/>
                  </a:cubicBezTo>
                  <a:close/>
                  <a:moveTo>
                    <a:pt x="38929" y="8428"/>
                  </a:moveTo>
                  <a:cubicBezTo>
                    <a:pt x="38470" y="8956"/>
                    <a:pt x="38032" y="9496"/>
                    <a:pt x="37610" y="10054"/>
                  </a:cubicBezTo>
                  <a:cubicBezTo>
                    <a:pt x="37821" y="9652"/>
                    <a:pt x="38020" y="9239"/>
                    <a:pt x="38196" y="8809"/>
                  </a:cubicBezTo>
                  <a:cubicBezTo>
                    <a:pt x="38225" y="8737"/>
                    <a:pt x="38188" y="8674"/>
                    <a:pt x="38133" y="8636"/>
                  </a:cubicBezTo>
                  <a:cubicBezTo>
                    <a:pt x="38393" y="8549"/>
                    <a:pt x="38658" y="8480"/>
                    <a:pt x="38927" y="8428"/>
                  </a:cubicBezTo>
                  <a:close/>
                  <a:moveTo>
                    <a:pt x="26634" y="3916"/>
                  </a:moveTo>
                  <a:cubicBezTo>
                    <a:pt x="24720" y="6055"/>
                    <a:pt x="22863" y="8238"/>
                    <a:pt x="21062" y="10466"/>
                  </a:cubicBezTo>
                  <a:cubicBezTo>
                    <a:pt x="22707" y="8362"/>
                    <a:pt x="24327" y="6237"/>
                    <a:pt x="25898" y="4109"/>
                  </a:cubicBezTo>
                  <a:cubicBezTo>
                    <a:pt x="25915" y="4083"/>
                    <a:pt x="25924" y="4051"/>
                    <a:pt x="25921" y="4023"/>
                  </a:cubicBezTo>
                  <a:cubicBezTo>
                    <a:pt x="26157" y="3982"/>
                    <a:pt x="26397" y="3948"/>
                    <a:pt x="26634" y="3916"/>
                  </a:cubicBezTo>
                  <a:close/>
                  <a:moveTo>
                    <a:pt x="62147" y="5400"/>
                  </a:moveTo>
                  <a:lnTo>
                    <a:pt x="62147" y="5400"/>
                  </a:lnTo>
                  <a:cubicBezTo>
                    <a:pt x="60842" y="6635"/>
                    <a:pt x="59159" y="9182"/>
                    <a:pt x="57588" y="10770"/>
                  </a:cubicBezTo>
                  <a:cubicBezTo>
                    <a:pt x="57539" y="10819"/>
                    <a:pt x="57493" y="10871"/>
                    <a:pt x="57444" y="10923"/>
                  </a:cubicBezTo>
                  <a:cubicBezTo>
                    <a:pt x="58639" y="9531"/>
                    <a:pt x="59800" y="8113"/>
                    <a:pt x="60900" y="6641"/>
                  </a:cubicBezTo>
                  <a:cubicBezTo>
                    <a:pt x="61315" y="6225"/>
                    <a:pt x="61720" y="5804"/>
                    <a:pt x="62147" y="5400"/>
                  </a:cubicBezTo>
                  <a:close/>
                  <a:moveTo>
                    <a:pt x="65230" y="8330"/>
                  </a:moveTo>
                  <a:cubicBezTo>
                    <a:pt x="65242" y="8598"/>
                    <a:pt x="65250" y="8867"/>
                    <a:pt x="65268" y="9133"/>
                  </a:cubicBezTo>
                  <a:lnTo>
                    <a:pt x="65268" y="9130"/>
                  </a:lnTo>
                  <a:cubicBezTo>
                    <a:pt x="65268" y="9150"/>
                    <a:pt x="65271" y="9173"/>
                    <a:pt x="65273" y="9193"/>
                  </a:cubicBezTo>
                  <a:cubicBezTo>
                    <a:pt x="64575" y="9750"/>
                    <a:pt x="63902" y="10345"/>
                    <a:pt x="63241" y="10963"/>
                  </a:cubicBezTo>
                  <a:cubicBezTo>
                    <a:pt x="63937" y="10103"/>
                    <a:pt x="64612" y="9231"/>
                    <a:pt x="65230" y="8330"/>
                  </a:cubicBezTo>
                  <a:close/>
                  <a:moveTo>
                    <a:pt x="19096" y="7322"/>
                  </a:moveTo>
                  <a:cubicBezTo>
                    <a:pt x="17941" y="8627"/>
                    <a:pt x="16812" y="9955"/>
                    <a:pt x="15675" y="11278"/>
                  </a:cubicBezTo>
                  <a:lnTo>
                    <a:pt x="15672" y="11278"/>
                  </a:lnTo>
                  <a:cubicBezTo>
                    <a:pt x="16679" y="9857"/>
                    <a:pt x="17866" y="8558"/>
                    <a:pt x="19096" y="7322"/>
                  </a:cubicBezTo>
                  <a:close/>
                  <a:moveTo>
                    <a:pt x="40558" y="8495"/>
                  </a:moveTo>
                  <a:cubicBezTo>
                    <a:pt x="40795" y="8570"/>
                    <a:pt x="41023" y="8668"/>
                    <a:pt x="41239" y="8795"/>
                  </a:cubicBezTo>
                  <a:cubicBezTo>
                    <a:pt x="40494" y="9646"/>
                    <a:pt x="39749" y="10498"/>
                    <a:pt x="39007" y="11353"/>
                  </a:cubicBezTo>
                  <a:cubicBezTo>
                    <a:pt x="39579" y="10443"/>
                    <a:pt x="40093" y="9499"/>
                    <a:pt x="40555" y="8526"/>
                  </a:cubicBezTo>
                  <a:cubicBezTo>
                    <a:pt x="40558" y="8518"/>
                    <a:pt x="40555" y="8506"/>
                    <a:pt x="40558" y="8495"/>
                  </a:cubicBezTo>
                  <a:close/>
                  <a:moveTo>
                    <a:pt x="34397" y="8203"/>
                  </a:moveTo>
                  <a:cubicBezTo>
                    <a:pt x="34417" y="8243"/>
                    <a:pt x="34443" y="8281"/>
                    <a:pt x="34463" y="8321"/>
                  </a:cubicBezTo>
                  <a:cubicBezTo>
                    <a:pt x="33802" y="9058"/>
                    <a:pt x="32581" y="10166"/>
                    <a:pt x="31293" y="11434"/>
                  </a:cubicBezTo>
                  <a:cubicBezTo>
                    <a:pt x="31371" y="11327"/>
                    <a:pt x="31452" y="11220"/>
                    <a:pt x="31530" y="11113"/>
                  </a:cubicBezTo>
                  <a:cubicBezTo>
                    <a:pt x="32362" y="10054"/>
                    <a:pt x="33271" y="9072"/>
                    <a:pt x="34354" y="8272"/>
                  </a:cubicBezTo>
                  <a:cubicBezTo>
                    <a:pt x="34377" y="8252"/>
                    <a:pt x="34382" y="8226"/>
                    <a:pt x="34394" y="8203"/>
                  </a:cubicBezTo>
                  <a:close/>
                  <a:moveTo>
                    <a:pt x="34677" y="8691"/>
                  </a:moveTo>
                  <a:cubicBezTo>
                    <a:pt x="34813" y="8919"/>
                    <a:pt x="34963" y="9144"/>
                    <a:pt x="35124" y="9366"/>
                  </a:cubicBezTo>
                  <a:cubicBezTo>
                    <a:pt x="34359" y="10030"/>
                    <a:pt x="33638" y="10732"/>
                    <a:pt x="32948" y="11462"/>
                  </a:cubicBezTo>
                  <a:cubicBezTo>
                    <a:pt x="33537" y="10547"/>
                    <a:pt x="34108" y="9620"/>
                    <a:pt x="34677" y="8691"/>
                  </a:cubicBezTo>
                  <a:close/>
                  <a:moveTo>
                    <a:pt x="31233" y="7657"/>
                  </a:moveTo>
                  <a:cubicBezTo>
                    <a:pt x="31308" y="8682"/>
                    <a:pt x="30947" y="9491"/>
                    <a:pt x="30150" y="10077"/>
                  </a:cubicBezTo>
                  <a:cubicBezTo>
                    <a:pt x="29726" y="10547"/>
                    <a:pt x="29313" y="11029"/>
                    <a:pt x="28900" y="11511"/>
                  </a:cubicBezTo>
                  <a:cubicBezTo>
                    <a:pt x="29671" y="10233"/>
                    <a:pt x="30436" y="8945"/>
                    <a:pt x="31233" y="7657"/>
                  </a:cubicBezTo>
                  <a:close/>
                  <a:moveTo>
                    <a:pt x="48789" y="5492"/>
                  </a:moveTo>
                  <a:lnTo>
                    <a:pt x="48789" y="5492"/>
                  </a:lnTo>
                  <a:cubicBezTo>
                    <a:pt x="47666" y="7152"/>
                    <a:pt x="46228" y="8656"/>
                    <a:pt x="44888" y="10152"/>
                  </a:cubicBezTo>
                  <a:cubicBezTo>
                    <a:pt x="44400" y="10697"/>
                    <a:pt x="43938" y="11257"/>
                    <a:pt x="43459" y="11812"/>
                  </a:cubicBezTo>
                  <a:cubicBezTo>
                    <a:pt x="44343" y="10585"/>
                    <a:pt x="45145" y="9314"/>
                    <a:pt x="45789" y="7966"/>
                  </a:cubicBezTo>
                  <a:cubicBezTo>
                    <a:pt x="45974" y="8050"/>
                    <a:pt x="46161" y="8139"/>
                    <a:pt x="46346" y="8229"/>
                  </a:cubicBezTo>
                  <a:cubicBezTo>
                    <a:pt x="46375" y="8243"/>
                    <a:pt x="46404" y="8249"/>
                    <a:pt x="46432" y="8249"/>
                  </a:cubicBezTo>
                  <a:cubicBezTo>
                    <a:pt x="46559" y="8249"/>
                    <a:pt x="46663" y="8118"/>
                    <a:pt x="46592" y="7984"/>
                  </a:cubicBezTo>
                  <a:cubicBezTo>
                    <a:pt x="46493" y="7802"/>
                    <a:pt x="46392" y="7626"/>
                    <a:pt x="46288" y="7449"/>
                  </a:cubicBezTo>
                  <a:cubicBezTo>
                    <a:pt x="46629" y="7187"/>
                    <a:pt x="48682" y="5648"/>
                    <a:pt x="48789" y="5492"/>
                  </a:cubicBezTo>
                  <a:close/>
                  <a:moveTo>
                    <a:pt x="17456" y="7045"/>
                  </a:moveTo>
                  <a:lnTo>
                    <a:pt x="13660" y="11226"/>
                  </a:lnTo>
                  <a:cubicBezTo>
                    <a:pt x="12926" y="12033"/>
                    <a:pt x="12589" y="12349"/>
                    <a:pt x="12512" y="12349"/>
                  </a:cubicBezTo>
                  <a:cubicBezTo>
                    <a:pt x="12433" y="12349"/>
                    <a:pt x="12630" y="12014"/>
                    <a:pt x="12952" y="11535"/>
                  </a:cubicBezTo>
                  <a:cubicBezTo>
                    <a:pt x="14208" y="10247"/>
                    <a:pt x="15317" y="8832"/>
                    <a:pt x="16570" y="7519"/>
                  </a:cubicBezTo>
                  <a:cubicBezTo>
                    <a:pt x="16708" y="7447"/>
                    <a:pt x="16835" y="7377"/>
                    <a:pt x="16939" y="7320"/>
                  </a:cubicBezTo>
                  <a:lnTo>
                    <a:pt x="16936" y="7320"/>
                  </a:lnTo>
                  <a:cubicBezTo>
                    <a:pt x="17107" y="7224"/>
                    <a:pt x="17286" y="7141"/>
                    <a:pt x="17456" y="7045"/>
                  </a:cubicBezTo>
                  <a:close/>
                  <a:moveTo>
                    <a:pt x="13793" y="9108"/>
                  </a:moveTo>
                  <a:cubicBezTo>
                    <a:pt x="13657" y="9272"/>
                    <a:pt x="13527" y="9439"/>
                    <a:pt x="13394" y="9606"/>
                  </a:cubicBezTo>
                  <a:cubicBezTo>
                    <a:pt x="12614" y="10521"/>
                    <a:pt x="11829" y="11428"/>
                    <a:pt x="11079" y="12372"/>
                  </a:cubicBezTo>
                  <a:cubicBezTo>
                    <a:pt x="10877" y="11286"/>
                    <a:pt x="12267" y="10091"/>
                    <a:pt x="13793" y="9108"/>
                  </a:cubicBezTo>
                  <a:close/>
                  <a:moveTo>
                    <a:pt x="37832" y="8740"/>
                  </a:moveTo>
                  <a:lnTo>
                    <a:pt x="37832" y="8740"/>
                  </a:lnTo>
                  <a:cubicBezTo>
                    <a:pt x="36707" y="10004"/>
                    <a:pt x="35618" y="11295"/>
                    <a:pt x="34544" y="12600"/>
                  </a:cubicBezTo>
                  <a:cubicBezTo>
                    <a:pt x="35110" y="11641"/>
                    <a:pt x="35641" y="10671"/>
                    <a:pt x="36132" y="9710"/>
                  </a:cubicBezTo>
                  <a:cubicBezTo>
                    <a:pt x="36167" y="9644"/>
                    <a:pt x="36155" y="9563"/>
                    <a:pt x="36100" y="9514"/>
                  </a:cubicBezTo>
                  <a:cubicBezTo>
                    <a:pt x="36698" y="9216"/>
                    <a:pt x="37275" y="8945"/>
                    <a:pt x="37832" y="8740"/>
                  </a:cubicBezTo>
                  <a:close/>
                  <a:moveTo>
                    <a:pt x="42198" y="9543"/>
                  </a:moveTo>
                  <a:cubicBezTo>
                    <a:pt x="42270" y="9615"/>
                    <a:pt x="42345" y="9696"/>
                    <a:pt x="42417" y="9774"/>
                  </a:cubicBezTo>
                  <a:cubicBezTo>
                    <a:pt x="41788" y="10443"/>
                    <a:pt x="41196" y="11145"/>
                    <a:pt x="40644" y="11878"/>
                  </a:cubicBezTo>
                  <a:cubicBezTo>
                    <a:pt x="40399" y="12144"/>
                    <a:pt x="40206" y="12360"/>
                    <a:pt x="40119" y="12467"/>
                  </a:cubicBezTo>
                  <a:cubicBezTo>
                    <a:pt x="40064" y="12531"/>
                    <a:pt x="40012" y="12600"/>
                    <a:pt x="39957" y="12666"/>
                  </a:cubicBezTo>
                  <a:cubicBezTo>
                    <a:pt x="40575" y="11763"/>
                    <a:pt x="41164" y="10836"/>
                    <a:pt x="41724" y="9889"/>
                  </a:cubicBezTo>
                  <a:cubicBezTo>
                    <a:pt x="41756" y="9886"/>
                    <a:pt x="41791" y="9875"/>
                    <a:pt x="41819" y="9854"/>
                  </a:cubicBezTo>
                  <a:cubicBezTo>
                    <a:pt x="41967" y="9730"/>
                    <a:pt x="42079" y="9641"/>
                    <a:pt x="42198" y="9543"/>
                  </a:cubicBezTo>
                  <a:close/>
                  <a:moveTo>
                    <a:pt x="28314" y="3795"/>
                  </a:moveTo>
                  <a:cubicBezTo>
                    <a:pt x="28531" y="3795"/>
                    <a:pt x="28747" y="3806"/>
                    <a:pt x="28958" y="3821"/>
                  </a:cubicBezTo>
                  <a:cubicBezTo>
                    <a:pt x="26354" y="6832"/>
                    <a:pt x="23729" y="9817"/>
                    <a:pt x="21232" y="12909"/>
                  </a:cubicBezTo>
                  <a:cubicBezTo>
                    <a:pt x="21530" y="12499"/>
                    <a:pt x="21833" y="12080"/>
                    <a:pt x="22142" y="11659"/>
                  </a:cubicBezTo>
                  <a:cubicBezTo>
                    <a:pt x="24249" y="9078"/>
                    <a:pt x="26354" y="6494"/>
                    <a:pt x="28314" y="3797"/>
                  </a:cubicBezTo>
                  <a:lnTo>
                    <a:pt x="28314" y="3795"/>
                  </a:lnTo>
                  <a:close/>
                  <a:moveTo>
                    <a:pt x="12499" y="11959"/>
                  </a:moveTo>
                  <a:cubicBezTo>
                    <a:pt x="12210" y="12395"/>
                    <a:pt x="11936" y="12854"/>
                    <a:pt x="11668" y="13316"/>
                  </a:cubicBezTo>
                  <a:cubicBezTo>
                    <a:pt x="11610" y="13241"/>
                    <a:pt x="11546" y="13166"/>
                    <a:pt x="11480" y="13096"/>
                  </a:cubicBezTo>
                  <a:lnTo>
                    <a:pt x="11474" y="13096"/>
                  </a:lnTo>
                  <a:cubicBezTo>
                    <a:pt x="11387" y="13001"/>
                    <a:pt x="11310" y="12897"/>
                    <a:pt x="11243" y="12785"/>
                  </a:cubicBezTo>
                  <a:lnTo>
                    <a:pt x="11393" y="12750"/>
                  </a:lnTo>
                  <a:cubicBezTo>
                    <a:pt x="11428" y="12790"/>
                    <a:pt x="11478" y="12810"/>
                    <a:pt x="11527" y="12810"/>
                  </a:cubicBezTo>
                  <a:cubicBezTo>
                    <a:pt x="11568" y="12810"/>
                    <a:pt x="11609" y="12796"/>
                    <a:pt x="11642" y="12767"/>
                  </a:cubicBezTo>
                  <a:cubicBezTo>
                    <a:pt x="11942" y="12510"/>
                    <a:pt x="12219" y="12233"/>
                    <a:pt x="12499" y="11959"/>
                  </a:cubicBezTo>
                  <a:close/>
                  <a:moveTo>
                    <a:pt x="15129" y="11477"/>
                  </a:moveTo>
                  <a:lnTo>
                    <a:pt x="15129" y="11477"/>
                  </a:lnTo>
                  <a:cubicBezTo>
                    <a:pt x="14777" y="11988"/>
                    <a:pt x="14445" y="12510"/>
                    <a:pt x="14133" y="13044"/>
                  </a:cubicBezTo>
                  <a:cubicBezTo>
                    <a:pt x="13688" y="13539"/>
                    <a:pt x="13489" y="13739"/>
                    <a:pt x="13456" y="13739"/>
                  </a:cubicBezTo>
                  <a:cubicBezTo>
                    <a:pt x="13374" y="13739"/>
                    <a:pt x="14341" y="12484"/>
                    <a:pt x="15129" y="11477"/>
                  </a:cubicBezTo>
                  <a:close/>
                  <a:moveTo>
                    <a:pt x="39645" y="8367"/>
                  </a:moveTo>
                  <a:cubicBezTo>
                    <a:pt x="39831" y="8367"/>
                    <a:pt x="40016" y="8382"/>
                    <a:pt x="40200" y="8414"/>
                  </a:cubicBezTo>
                  <a:lnTo>
                    <a:pt x="40203" y="8414"/>
                  </a:lnTo>
                  <a:cubicBezTo>
                    <a:pt x="38687" y="10221"/>
                    <a:pt x="37269" y="12106"/>
                    <a:pt x="35843" y="13983"/>
                  </a:cubicBezTo>
                  <a:cubicBezTo>
                    <a:pt x="37157" y="12173"/>
                    <a:pt x="38401" y="10273"/>
                    <a:pt x="39438" y="8373"/>
                  </a:cubicBezTo>
                  <a:cubicBezTo>
                    <a:pt x="39507" y="8369"/>
                    <a:pt x="39576" y="8367"/>
                    <a:pt x="39645" y="8367"/>
                  </a:cubicBezTo>
                  <a:close/>
                  <a:moveTo>
                    <a:pt x="22205" y="4941"/>
                  </a:moveTo>
                  <a:cubicBezTo>
                    <a:pt x="19613" y="7380"/>
                    <a:pt x="17433" y="10149"/>
                    <a:pt x="15149" y="12880"/>
                  </a:cubicBezTo>
                  <a:cubicBezTo>
                    <a:pt x="14357" y="13828"/>
                    <a:pt x="14010" y="14176"/>
                    <a:pt x="13927" y="14176"/>
                  </a:cubicBezTo>
                  <a:cubicBezTo>
                    <a:pt x="13835" y="14176"/>
                    <a:pt x="14074" y="13739"/>
                    <a:pt x="14390" y="13218"/>
                  </a:cubicBezTo>
                  <a:cubicBezTo>
                    <a:pt x="16798" y="10567"/>
                    <a:pt x="19084" y="7816"/>
                    <a:pt x="21521" y="5189"/>
                  </a:cubicBezTo>
                  <a:cubicBezTo>
                    <a:pt x="21749" y="5105"/>
                    <a:pt x="21974" y="5019"/>
                    <a:pt x="22205" y="4941"/>
                  </a:cubicBezTo>
                  <a:close/>
                  <a:moveTo>
                    <a:pt x="15117" y="10966"/>
                  </a:moveTo>
                  <a:cubicBezTo>
                    <a:pt x="14150" y="12196"/>
                    <a:pt x="13232" y="13469"/>
                    <a:pt x="12401" y="14832"/>
                  </a:cubicBezTo>
                  <a:lnTo>
                    <a:pt x="12398" y="14832"/>
                  </a:lnTo>
                  <a:cubicBezTo>
                    <a:pt x="12329" y="14647"/>
                    <a:pt x="12259" y="14459"/>
                    <a:pt x="12181" y="14271"/>
                  </a:cubicBezTo>
                  <a:cubicBezTo>
                    <a:pt x="13163" y="13244"/>
                    <a:pt x="14150" y="12103"/>
                    <a:pt x="15117" y="10966"/>
                  </a:cubicBezTo>
                  <a:close/>
                  <a:moveTo>
                    <a:pt x="25459" y="4106"/>
                  </a:moveTo>
                  <a:cubicBezTo>
                    <a:pt x="24217" y="5717"/>
                    <a:pt x="22941" y="7296"/>
                    <a:pt x="21674" y="8887"/>
                  </a:cubicBezTo>
                  <a:cubicBezTo>
                    <a:pt x="21186" y="9401"/>
                    <a:pt x="20707" y="9921"/>
                    <a:pt x="20277" y="10443"/>
                  </a:cubicBezTo>
                  <a:cubicBezTo>
                    <a:pt x="19032" y="11945"/>
                    <a:pt x="16457" y="14476"/>
                    <a:pt x="15683" y="16044"/>
                  </a:cubicBezTo>
                  <a:cubicBezTo>
                    <a:pt x="17863" y="11630"/>
                    <a:pt x="22410" y="8512"/>
                    <a:pt x="25026" y="4317"/>
                  </a:cubicBezTo>
                  <a:cubicBezTo>
                    <a:pt x="25046" y="4277"/>
                    <a:pt x="25049" y="4230"/>
                    <a:pt x="25029" y="4187"/>
                  </a:cubicBezTo>
                  <a:cubicBezTo>
                    <a:pt x="25173" y="4158"/>
                    <a:pt x="25314" y="4132"/>
                    <a:pt x="25459" y="4106"/>
                  </a:cubicBezTo>
                  <a:close/>
                  <a:moveTo>
                    <a:pt x="13521" y="14153"/>
                  </a:moveTo>
                  <a:lnTo>
                    <a:pt x="13521" y="14153"/>
                  </a:lnTo>
                  <a:cubicBezTo>
                    <a:pt x="13336" y="14514"/>
                    <a:pt x="13149" y="14875"/>
                    <a:pt x="12984" y="15247"/>
                  </a:cubicBezTo>
                  <a:cubicBezTo>
                    <a:pt x="12928" y="15374"/>
                    <a:pt x="13026" y="15515"/>
                    <a:pt x="13140" y="15515"/>
                  </a:cubicBezTo>
                  <a:cubicBezTo>
                    <a:pt x="13179" y="15515"/>
                    <a:pt x="13220" y="15498"/>
                    <a:pt x="13258" y="15458"/>
                  </a:cubicBezTo>
                  <a:cubicBezTo>
                    <a:pt x="13515" y="15190"/>
                    <a:pt x="13755" y="14904"/>
                    <a:pt x="14006" y="14629"/>
                  </a:cubicBezTo>
                  <a:lnTo>
                    <a:pt x="14006" y="14629"/>
                  </a:lnTo>
                  <a:cubicBezTo>
                    <a:pt x="13712" y="15109"/>
                    <a:pt x="13443" y="15602"/>
                    <a:pt x="13203" y="16110"/>
                  </a:cubicBezTo>
                  <a:cubicBezTo>
                    <a:pt x="13195" y="16142"/>
                    <a:pt x="13192" y="16174"/>
                    <a:pt x="13201" y="16206"/>
                  </a:cubicBezTo>
                  <a:lnTo>
                    <a:pt x="13198" y="16206"/>
                  </a:lnTo>
                  <a:cubicBezTo>
                    <a:pt x="12894" y="15972"/>
                    <a:pt x="12701" y="15597"/>
                    <a:pt x="12531" y="15172"/>
                  </a:cubicBezTo>
                  <a:cubicBezTo>
                    <a:pt x="12560" y="15169"/>
                    <a:pt x="12588" y="15155"/>
                    <a:pt x="12612" y="15135"/>
                  </a:cubicBezTo>
                  <a:cubicBezTo>
                    <a:pt x="12920" y="14814"/>
                    <a:pt x="13218" y="14479"/>
                    <a:pt x="13521" y="14153"/>
                  </a:cubicBezTo>
                  <a:close/>
                  <a:moveTo>
                    <a:pt x="44713" y="8825"/>
                  </a:moveTo>
                  <a:cubicBezTo>
                    <a:pt x="44871" y="8825"/>
                    <a:pt x="42923" y="11924"/>
                    <a:pt x="42264" y="12738"/>
                  </a:cubicBezTo>
                  <a:cubicBezTo>
                    <a:pt x="41268" y="13968"/>
                    <a:pt x="40269" y="15181"/>
                    <a:pt x="39273" y="16399"/>
                  </a:cubicBezTo>
                  <a:cubicBezTo>
                    <a:pt x="39481" y="16108"/>
                    <a:pt x="39697" y="15825"/>
                    <a:pt x="39902" y="15527"/>
                  </a:cubicBezTo>
                  <a:cubicBezTo>
                    <a:pt x="40266" y="14993"/>
                    <a:pt x="40639" y="14465"/>
                    <a:pt x="41008" y="13934"/>
                  </a:cubicBezTo>
                  <a:cubicBezTo>
                    <a:pt x="42359" y="12354"/>
                    <a:pt x="43632" y="10718"/>
                    <a:pt x="44608" y="8913"/>
                  </a:cubicBezTo>
                  <a:cubicBezTo>
                    <a:pt x="44664" y="8853"/>
                    <a:pt x="44698" y="8825"/>
                    <a:pt x="44713" y="8825"/>
                  </a:cubicBezTo>
                  <a:close/>
                  <a:moveTo>
                    <a:pt x="15438" y="14142"/>
                  </a:moveTo>
                  <a:cubicBezTo>
                    <a:pt x="14869" y="14892"/>
                    <a:pt x="14315" y="15657"/>
                    <a:pt x="13789" y="16442"/>
                  </a:cubicBezTo>
                  <a:cubicBezTo>
                    <a:pt x="13662" y="16428"/>
                    <a:pt x="13538" y="16393"/>
                    <a:pt x="13420" y="16341"/>
                  </a:cubicBezTo>
                  <a:lnTo>
                    <a:pt x="13417" y="16341"/>
                  </a:lnTo>
                  <a:cubicBezTo>
                    <a:pt x="13434" y="16333"/>
                    <a:pt x="13455" y="16333"/>
                    <a:pt x="13469" y="16318"/>
                  </a:cubicBezTo>
                  <a:cubicBezTo>
                    <a:pt x="14139" y="15608"/>
                    <a:pt x="14788" y="14875"/>
                    <a:pt x="15438" y="14142"/>
                  </a:cubicBezTo>
                  <a:close/>
                  <a:moveTo>
                    <a:pt x="60773" y="5105"/>
                  </a:moveTo>
                  <a:cubicBezTo>
                    <a:pt x="58785" y="7283"/>
                    <a:pt x="56717" y="9710"/>
                    <a:pt x="54658" y="12216"/>
                  </a:cubicBezTo>
                  <a:cubicBezTo>
                    <a:pt x="53255" y="13671"/>
                    <a:pt x="51866" y="15135"/>
                    <a:pt x="50506" y="16630"/>
                  </a:cubicBezTo>
                  <a:cubicBezTo>
                    <a:pt x="53844" y="12715"/>
                    <a:pt x="57312" y="8893"/>
                    <a:pt x="60773" y="5105"/>
                  </a:cubicBezTo>
                  <a:close/>
                  <a:moveTo>
                    <a:pt x="18611" y="13558"/>
                  </a:moveTo>
                  <a:lnTo>
                    <a:pt x="18611" y="13558"/>
                  </a:lnTo>
                  <a:cubicBezTo>
                    <a:pt x="17970" y="14384"/>
                    <a:pt x="17329" y="15213"/>
                    <a:pt x="16700" y="16047"/>
                  </a:cubicBezTo>
                  <a:cubicBezTo>
                    <a:pt x="15895" y="17119"/>
                    <a:pt x="15586" y="17522"/>
                    <a:pt x="15578" y="17522"/>
                  </a:cubicBezTo>
                  <a:cubicBezTo>
                    <a:pt x="15565" y="17522"/>
                    <a:pt x="16339" y="16462"/>
                    <a:pt x="17060" y="15472"/>
                  </a:cubicBezTo>
                  <a:cubicBezTo>
                    <a:pt x="17580" y="14837"/>
                    <a:pt x="18097" y="14199"/>
                    <a:pt x="18611" y="13558"/>
                  </a:cubicBezTo>
                  <a:close/>
                  <a:moveTo>
                    <a:pt x="70503" y="12383"/>
                  </a:moveTo>
                  <a:cubicBezTo>
                    <a:pt x="70537" y="12383"/>
                    <a:pt x="70288" y="12690"/>
                    <a:pt x="69514" y="13555"/>
                  </a:cubicBezTo>
                  <a:cubicBezTo>
                    <a:pt x="68308" y="14907"/>
                    <a:pt x="67034" y="16200"/>
                    <a:pt x="65802" y="17531"/>
                  </a:cubicBezTo>
                  <a:cubicBezTo>
                    <a:pt x="66801" y="16428"/>
                    <a:pt x="67788" y="15308"/>
                    <a:pt x="68738" y="14156"/>
                  </a:cubicBezTo>
                  <a:cubicBezTo>
                    <a:pt x="68941" y="13909"/>
                    <a:pt x="70426" y="12383"/>
                    <a:pt x="70503" y="12383"/>
                  </a:cubicBezTo>
                  <a:close/>
                  <a:moveTo>
                    <a:pt x="24043" y="5082"/>
                  </a:moveTo>
                  <a:cubicBezTo>
                    <a:pt x="24194" y="5082"/>
                    <a:pt x="23784" y="5718"/>
                    <a:pt x="22147" y="7669"/>
                  </a:cubicBezTo>
                  <a:cubicBezTo>
                    <a:pt x="19494" y="10833"/>
                    <a:pt x="16131" y="13732"/>
                    <a:pt x="14658" y="17675"/>
                  </a:cubicBezTo>
                  <a:cubicBezTo>
                    <a:pt x="14583" y="17309"/>
                    <a:pt x="14503" y="16942"/>
                    <a:pt x="14396" y="16570"/>
                  </a:cubicBezTo>
                  <a:lnTo>
                    <a:pt x="14393" y="16570"/>
                  </a:lnTo>
                  <a:cubicBezTo>
                    <a:pt x="14373" y="16503"/>
                    <a:pt x="14315" y="16457"/>
                    <a:pt x="14246" y="16451"/>
                  </a:cubicBezTo>
                  <a:cubicBezTo>
                    <a:pt x="15709" y="14820"/>
                    <a:pt x="17037" y="13102"/>
                    <a:pt x="18357" y="11350"/>
                  </a:cubicBezTo>
                  <a:cubicBezTo>
                    <a:pt x="19500" y="9831"/>
                    <a:pt x="20658" y="8391"/>
                    <a:pt x="21928" y="6985"/>
                  </a:cubicBezTo>
                  <a:cubicBezTo>
                    <a:pt x="22490" y="6362"/>
                    <a:pt x="23830" y="5082"/>
                    <a:pt x="24043" y="5082"/>
                  </a:cubicBezTo>
                  <a:close/>
                  <a:moveTo>
                    <a:pt x="35012" y="13708"/>
                  </a:moveTo>
                  <a:cubicBezTo>
                    <a:pt x="33889" y="15345"/>
                    <a:pt x="32740" y="16965"/>
                    <a:pt x="31409" y="18446"/>
                  </a:cubicBezTo>
                  <a:cubicBezTo>
                    <a:pt x="32673" y="16977"/>
                    <a:pt x="33788" y="15244"/>
                    <a:pt x="35012" y="13708"/>
                  </a:cubicBezTo>
                  <a:close/>
                  <a:moveTo>
                    <a:pt x="34495" y="8821"/>
                  </a:moveTo>
                  <a:cubicBezTo>
                    <a:pt x="33285" y="10157"/>
                    <a:pt x="32336" y="11740"/>
                    <a:pt x="31331" y="13273"/>
                  </a:cubicBezTo>
                  <a:cubicBezTo>
                    <a:pt x="29928" y="14921"/>
                    <a:pt x="28611" y="16647"/>
                    <a:pt x="27246" y="18342"/>
                  </a:cubicBezTo>
                  <a:cubicBezTo>
                    <a:pt x="27145" y="18468"/>
                    <a:pt x="27245" y="18633"/>
                    <a:pt x="27367" y="18633"/>
                  </a:cubicBezTo>
                  <a:cubicBezTo>
                    <a:pt x="27405" y="18633"/>
                    <a:pt x="27445" y="18617"/>
                    <a:pt x="27483" y="18579"/>
                  </a:cubicBezTo>
                  <a:cubicBezTo>
                    <a:pt x="29065" y="16953"/>
                    <a:pt x="30436" y="15175"/>
                    <a:pt x="31712" y="13322"/>
                  </a:cubicBezTo>
                  <a:cubicBezTo>
                    <a:pt x="32312" y="12611"/>
                    <a:pt x="32927" y="11910"/>
                    <a:pt x="33568" y="11226"/>
                  </a:cubicBezTo>
                  <a:cubicBezTo>
                    <a:pt x="34089" y="10672"/>
                    <a:pt x="34334" y="10447"/>
                    <a:pt x="34387" y="10447"/>
                  </a:cubicBezTo>
                  <a:cubicBezTo>
                    <a:pt x="34600" y="10447"/>
                    <a:pt x="31738" y="14060"/>
                    <a:pt x="31288" y="14615"/>
                  </a:cubicBezTo>
                  <a:cubicBezTo>
                    <a:pt x="30144" y="16021"/>
                    <a:pt x="29079" y="17459"/>
                    <a:pt x="28106" y="18986"/>
                  </a:cubicBezTo>
                  <a:cubicBezTo>
                    <a:pt x="27808" y="18904"/>
                    <a:pt x="27508" y="18858"/>
                    <a:pt x="27214" y="18858"/>
                  </a:cubicBezTo>
                  <a:cubicBezTo>
                    <a:pt x="26839" y="18858"/>
                    <a:pt x="26475" y="18932"/>
                    <a:pt x="26143" y="19096"/>
                  </a:cubicBezTo>
                  <a:cubicBezTo>
                    <a:pt x="26351" y="18807"/>
                    <a:pt x="26556" y="18518"/>
                    <a:pt x="26767" y="18232"/>
                  </a:cubicBezTo>
                  <a:cubicBezTo>
                    <a:pt x="26769" y="18426"/>
                    <a:pt x="26798" y="18619"/>
                    <a:pt x="26853" y="18807"/>
                  </a:cubicBezTo>
                  <a:cubicBezTo>
                    <a:pt x="26865" y="18848"/>
                    <a:pt x="26897" y="18865"/>
                    <a:pt x="26929" y="18865"/>
                  </a:cubicBezTo>
                  <a:cubicBezTo>
                    <a:pt x="26978" y="18865"/>
                    <a:pt x="27027" y="18826"/>
                    <a:pt x="27012" y="18764"/>
                  </a:cubicBezTo>
                  <a:cubicBezTo>
                    <a:pt x="26943" y="18495"/>
                    <a:pt x="26943" y="18209"/>
                    <a:pt x="26998" y="17912"/>
                  </a:cubicBezTo>
                  <a:cubicBezTo>
                    <a:pt x="27006" y="17900"/>
                    <a:pt x="27015" y="17886"/>
                    <a:pt x="27026" y="17874"/>
                  </a:cubicBezTo>
                  <a:cubicBezTo>
                    <a:pt x="27887" y="16662"/>
                    <a:pt x="28678" y="15351"/>
                    <a:pt x="29501" y="14058"/>
                  </a:cubicBezTo>
                  <a:cubicBezTo>
                    <a:pt x="30410" y="13088"/>
                    <a:pt x="31340" y="12230"/>
                    <a:pt x="31862" y="11662"/>
                  </a:cubicBezTo>
                  <a:cubicBezTo>
                    <a:pt x="32734" y="10709"/>
                    <a:pt x="33629" y="9776"/>
                    <a:pt x="34495" y="8821"/>
                  </a:cubicBezTo>
                  <a:close/>
                  <a:moveTo>
                    <a:pt x="27858" y="3809"/>
                  </a:moveTo>
                  <a:lnTo>
                    <a:pt x="27858" y="3809"/>
                  </a:lnTo>
                  <a:cubicBezTo>
                    <a:pt x="26166" y="5986"/>
                    <a:pt x="24466" y="8154"/>
                    <a:pt x="22797" y="10342"/>
                  </a:cubicBezTo>
                  <a:cubicBezTo>
                    <a:pt x="21864" y="11471"/>
                    <a:pt x="20926" y="12594"/>
                    <a:pt x="20002" y="13723"/>
                  </a:cubicBezTo>
                  <a:cubicBezTo>
                    <a:pt x="18713" y="15295"/>
                    <a:pt x="16570" y="17387"/>
                    <a:pt x="15774" y="19265"/>
                  </a:cubicBezTo>
                  <a:lnTo>
                    <a:pt x="15774" y="19265"/>
                  </a:lnTo>
                  <a:cubicBezTo>
                    <a:pt x="18246" y="13421"/>
                    <a:pt x="23543" y="9033"/>
                    <a:pt x="27119" y="3858"/>
                  </a:cubicBezTo>
                  <a:cubicBezTo>
                    <a:pt x="27366" y="3835"/>
                    <a:pt x="27613" y="3818"/>
                    <a:pt x="27858" y="3809"/>
                  </a:cubicBezTo>
                  <a:close/>
                  <a:moveTo>
                    <a:pt x="35211" y="10545"/>
                  </a:moveTo>
                  <a:cubicBezTo>
                    <a:pt x="35436" y="10545"/>
                    <a:pt x="34014" y="12709"/>
                    <a:pt x="33805" y="13027"/>
                  </a:cubicBezTo>
                  <a:cubicBezTo>
                    <a:pt x="33098" y="14116"/>
                    <a:pt x="32362" y="15192"/>
                    <a:pt x="31631" y="16266"/>
                  </a:cubicBezTo>
                  <a:cubicBezTo>
                    <a:pt x="30829" y="17317"/>
                    <a:pt x="30038" y="18377"/>
                    <a:pt x="29267" y="19454"/>
                  </a:cubicBezTo>
                  <a:cubicBezTo>
                    <a:pt x="29252" y="19474"/>
                    <a:pt x="29258" y="19491"/>
                    <a:pt x="29255" y="19508"/>
                  </a:cubicBezTo>
                  <a:cubicBezTo>
                    <a:pt x="28998" y="19344"/>
                    <a:pt x="28727" y="19208"/>
                    <a:pt x="28441" y="19099"/>
                  </a:cubicBezTo>
                  <a:cubicBezTo>
                    <a:pt x="30485" y="16567"/>
                    <a:pt x="32232" y="13812"/>
                    <a:pt x="34377" y="11361"/>
                  </a:cubicBezTo>
                  <a:cubicBezTo>
                    <a:pt x="34892" y="10772"/>
                    <a:pt x="35138" y="10545"/>
                    <a:pt x="35211" y="10545"/>
                  </a:cubicBezTo>
                  <a:close/>
                  <a:moveTo>
                    <a:pt x="37051" y="10278"/>
                  </a:moveTo>
                  <a:cubicBezTo>
                    <a:pt x="37106" y="10278"/>
                    <a:pt x="37052" y="10428"/>
                    <a:pt x="36839" y="10793"/>
                  </a:cubicBezTo>
                  <a:cubicBezTo>
                    <a:pt x="35015" y="13931"/>
                    <a:pt x="32044" y="16988"/>
                    <a:pt x="29824" y="19936"/>
                  </a:cubicBezTo>
                  <a:cubicBezTo>
                    <a:pt x="29720" y="19843"/>
                    <a:pt x="29607" y="19757"/>
                    <a:pt x="29495" y="19673"/>
                  </a:cubicBezTo>
                  <a:cubicBezTo>
                    <a:pt x="29506" y="19664"/>
                    <a:pt x="29518" y="19667"/>
                    <a:pt x="29529" y="19659"/>
                  </a:cubicBezTo>
                  <a:cubicBezTo>
                    <a:pt x="30808" y="18178"/>
                    <a:pt x="32027" y="16552"/>
                    <a:pt x="33141" y="14858"/>
                  </a:cubicBezTo>
                  <a:cubicBezTo>
                    <a:pt x="33485" y="14422"/>
                    <a:pt x="33817" y="13974"/>
                    <a:pt x="34166" y="13544"/>
                  </a:cubicBezTo>
                  <a:cubicBezTo>
                    <a:pt x="34427" y="13217"/>
                    <a:pt x="36807" y="10278"/>
                    <a:pt x="37051" y="10278"/>
                  </a:cubicBezTo>
                  <a:close/>
                  <a:moveTo>
                    <a:pt x="53226" y="13010"/>
                  </a:moveTo>
                  <a:lnTo>
                    <a:pt x="53226" y="13010"/>
                  </a:lnTo>
                  <a:cubicBezTo>
                    <a:pt x="51228" y="15296"/>
                    <a:pt x="49265" y="17606"/>
                    <a:pt x="47336" y="19942"/>
                  </a:cubicBezTo>
                  <a:cubicBezTo>
                    <a:pt x="47403" y="19849"/>
                    <a:pt x="47466" y="19754"/>
                    <a:pt x="47533" y="19662"/>
                  </a:cubicBezTo>
                  <a:cubicBezTo>
                    <a:pt x="49251" y="17303"/>
                    <a:pt x="51225" y="15143"/>
                    <a:pt x="53226" y="13010"/>
                  </a:cubicBezTo>
                  <a:close/>
                  <a:moveTo>
                    <a:pt x="25908" y="5044"/>
                  </a:moveTo>
                  <a:cubicBezTo>
                    <a:pt x="25931" y="5044"/>
                    <a:pt x="25496" y="5615"/>
                    <a:pt x="24313" y="7117"/>
                  </a:cubicBezTo>
                  <a:cubicBezTo>
                    <a:pt x="20984" y="11350"/>
                    <a:pt x="17306" y="15126"/>
                    <a:pt x="15094" y="20103"/>
                  </a:cubicBezTo>
                  <a:cubicBezTo>
                    <a:pt x="15028" y="19760"/>
                    <a:pt x="14967" y="19413"/>
                    <a:pt x="14910" y="19067"/>
                  </a:cubicBezTo>
                  <a:lnTo>
                    <a:pt x="14907" y="19067"/>
                  </a:lnTo>
                  <a:cubicBezTo>
                    <a:pt x="16980" y="16194"/>
                    <a:pt x="19119" y="13374"/>
                    <a:pt x="21327" y="10605"/>
                  </a:cubicBezTo>
                  <a:cubicBezTo>
                    <a:pt x="22031" y="9723"/>
                    <a:pt x="25844" y="5044"/>
                    <a:pt x="25908" y="5044"/>
                  </a:cubicBezTo>
                  <a:close/>
                  <a:moveTo>
                    <a:pt x="55573" y="12002"/>
                  </a:moveTo>
                  <a:lnTo>
                    <a:pt x="55573" y="12002"/>
                  </a:lnTo>
                  <a:cubicBezTo>
                    <a:pt x="54415" y="13431"/>
                    <a:pt x="53301" y="14901"/>
                    <a:pt x="52221" y="16396"/>
                  </a:cubicBezTo>
                  <a:cubicBezTo>
                    <a:pt x="50994" y="17710"/>
                    <a:pt x="49779" y="19023"/>
                    <a:pt x="48592" y="20354"/>
                  </a:cubicBezTo>
                  <a:cubicBezTo>
                    <a:pt x="50385" y="18053"/>
                    <a:pt x="52192" y="15764"/>
                    <a:pt x="54020" y="13489"/>
                  </a:cubicBezTo>
                  <a:cubicBezTo>
                    <a:pt x="54540" y="12995"/>
                    <a:pt x="55056" y="12499"/>
                    <a:pt x="55573" y="12002"/>
                  </a:cubicBezTo>
                  <a:close/>
                  <a:moveTo>
                    <a:pt x="32154" y="18085"/>
                  </a:moveTo>
                  <a:lnTo>
                    <a:pt x="32154" y="18085"/>
                  </a:lnTo>
                  <a:cubicBezTo>
                    <a:pt x="31568" y="18908"/>
                    <a:pt x="30979" y="19722"/>
                    <a:pt x="30381" y="20530"/>
                  </a:cubicBezTo>
                  <a:cubicBezTo>
                    <a:pt x="30289" y="20412"/>
                    <a:pt x="30191" y="20297"/>
                    <a:pt x="30087" y="20187"/>
                  </a:cubicBezTo>
                  <a:cubicBezTo>
                    <a:pt x="30823" y="19534"/>
                    <a:pt x="31516" y="18833"/>
                    <a:pt x="32154" y="18085"/>
                  </a:cubicBezTo>
                  <a:close/>
                  <a:moveTo>
                    <a:pt x="31324" y="6277"/>
                  </a:moveTo>
                  <a:cubicBezTo>
                    <a:pt x="31400" y="6277"/>
                    <a:pt x="29210" y="9473"/>
                    <a:pt x="28750" y="10120"/>
                  </a:cubicBezTo>
                  <a:cubicBezTo>
                    <a:pt x="27263" y="12216"/>
                    <a:pt x="25843" y="14347"/>
                    <a:pt x="24301" y="16405"/>
                  </a:cubicBezTo>
                  <a:cubicBezTo>
                    <a:pt x="23192" y="17886"/>
                    <a:pt x="22072" y="19350"/>
                    <a:pt x="20975" y="20825"/>
                  </a:cubicBezTo>
                  <a:cubicBezTo>
                    <a:pt x="23675" y="16289"/>
                    <a:pt x="27067" y="12040"/>
                    <a:pt x="30170" y="7793"/>
                  </a:cubicBezTo>
                  <a:cubicBezTo>
                    <a:pt x="30974" y="6693"/>
                    <a:pt x="31297" y="6277"/>
                    <a:pt x="31324" y="6277"/>
                  </a:cubicBezTo>
                  <a:close/>
                  <a:moveTo>
                    <a:pt x="64049" y="4730"/>
                  </a:moveTo>
                  <a:cubicBezTo>
                    <a:pt x="64456" y="4955"/>
                    <a:pt x="64760" y="5339"/>
                    <a:pt x="64947" y="5986"/>
                  </a:cubicBezTo>
                  <a:cubicBezTo>
                    <a:pt x="65129" y="6595"/>
                    <a:pt x="65181" y="7244"/>
                    <a:pt x="65210" y="7894"/>
                  </a:cubicBezTo>
                  <a:cubicBezTo>
                    <a:pt x="63925" y="8264"/>
                    <a:pt x="62678" y="9109"/>
                    <a:pt x="61480" y="10186"/>
                  </a:cubicBezTo>
                  <a:cubicBezTo>
                    <a:pt x="62571" y="8907"/>
                    <a:pt x="63688" y="7660"/>
                    <a:pt x="64863" y="6491"/>
                  </a:cubicBezTo>
                  <a:cubicBezTo>
                    <a:pt x="64966" y="6390"/>
                    <a:pt x="64867" y="6243"/>
                    <a:pt x="64754" y="6243"/>
                  </a:cubicBezTo>
                  <a:cubicBezTo>
                    <a:pt x="64721" y="6243"/>
                    <a:pt x="64686" y="6256"/>
                    <a:pt x="64656" y="6286"/>
                  </a:cubicBezTo>
                  <a:cubicBezTo>
                    <a:pt x="62626" y="8307"/>
                    <a:pt x="60764" y="10510"/>
                    <a:pt x="58974" y="12788"/>
                  </a:cubicBezTo>
                  <a:cubicBezTo>
                    <a:pt x="57375" y="14624"/>
                    <a:pt x="55902" y="16564"/>
                    <a:pt x="54600" y="17883"/>
                  </a:cubicBezTo>
                  <a:cubicBezTo>
                    <a:pt x="53656" y="18839"/>
                    <a:pt x="52741" y="19838"/>
                    <a:pt x="51834" y="20851"/>
                  </a:cubicBezTo>
                  <a:cubicBezTo>
                    <a:pt x="53344" y="18920"/>
                    <a:pt x="54877" y="17005"/>
                    <a:pt x="56474" y="15132"/>
                  </a:cubicBezTo>
                  <a:cubicBezTo>
                    <a:pt x="59188" y="11942"/>
                    <a:pt x="61364" y="8290"/>
                    <a:pt x="64448" y="5434"/>
                  </a:cubicBezTo>
                  <a:cubicBezTo>
                    <a:pt x="64576" y="5315"/>
                    <a:pt x="64456" y="5144"/>
                    <a:pt x="64320" y="5144"/>
                  </a:cubicBezTo>
                  <a:cubicBezTo>
                    <a:pt x="64281" y="5144"/>
                    <a:pt x="64241" y="5158"/>
                    <a:pt x="64205" y="5192"/>
                  </a:cubicBezTo>
                  <a:cubicBezTo>
                    <a:pt x="63914" y="5460"/>
                    <a:pt x="63636" y="5755"/>
                    <a:pt x="63348" y="6035"/>
                  </a:cubicBezTo>
                  <a:cubicBezTo>
                    <a:pt x="63608" y="5613"/>
                    <a:pt x="63841" y="5177"/>
                    <a:pt x="64049" y="4730"/>
                  </a:cubicBezTo>
                  <a:close/>
                  <a:moveTo>
                    <a:pt x="25912" y="8601"/>
                  </a:moveTo>
                  <a:lnTo>
                    <a:pt x="25912" y="8601"/>
                  </a:lnTo>
                  <a:cubicBezTo>
                    <a:pt x="25173" y="9641"/>
                    <a:pt x="24440" y="10686"/>
                    <a:pt x="23715" y="11740"/>
                  </a:cubicBezTo>
                  <a:cubicBezTo>
                    <a:pt x="23178" y="12516"/>
                    <a:pt x="22627" y="13284"/>
                    <a:pt x="22081" y="14058"/>
                  </a:cubicBezTo>
                  <a:cubicBezTo>
                    <a:pt x="21954" y="14231"/>
                    <a:pt x="21824" y="14404"/>
                    <a:pt x="21700" y="14580"/>
                  </a:cubicBezTo>
                  <a:cubicBezTo>
                    <a:pt x="21200" y="15270"/>
                    <a:pt x="20672" y="15963"/>
                    <a:pt x="20138" y="16662"/>
                  </a:cubicBezTo>
                  <a:cubicBezTo>
                    <a:pt x="18975" y="17984"/>
                    <a:pt x="17190" y="19742"/>
                    <a:pt x="16601" y="20940"/>
                  </a:cubicBezTo>
                  <a:lnTo>
                    <a:pt x="16599" y="20940"/>
                  </a:lnTo>
                  <a:cubicBezTo>
                    <a:pt x="18871" y="16310"/>
                    <a:pt x="22621" y="12603"/>
                    <a:pt x="25912" y="8601"/>
                  </a:cubicBezTo>
                  <a:close/>
                  <a:moveTo>
                    <a:pt x="39689" y="9545"/>
                  </a:moveTo>
                  <a:lnTo>
                    <a:pt x="39689" y="9545"/>
                  </a:lnTo>
                  <a:cubicBezTo>
                    <a:pt x="39140" y="10712"/>
                    <a:pt x="38462" y="11812"/>
                    <a:pt x="37714" y="12871"/>
                  </a:cubicBezTo>
                  <a:cubicBezTo>
                    <a:pt x="35589" y="15363"/>
                    <a:pt x="33519" y="17892"/>
                    <a:pt x="31614" y="20565"/>
                  </a:cubicBezTo>
                  <a:cubicBezTo>
                    <a:pt x="31744" y="20383"/>
                    <a:pt x="31920" y="20158"/>
                    <a:pt x="32119" y="19916"/>
                  </a:cubicBezTo>
                  <a:lnTo>
                    <a:pt x="32119" y="19916"/>
                  </a:lnTo>
                  <a:cubicBezTo>
                    <a:pt x="31703" y="20464"/>
                    <a:pt x="31305" y="21021"/>
                    <a:pt x="30930" y="21590"/>
                  </a:cubicBezTo>
                  <a:cubicBezTo>
                    <a:pt x="30855" y="21330"/>
                    <a:pt x="30742" y="21082"/>
                    <a:pt x="30600" y="20851"/>
                  </a:cubicBezTo>
                  <a:cubicBezTo>
                    <a:pt x="31917" y="19471"/>
                    <a:pt x="33173" y="18051"/>
                    <a:pt x="34339" y="16535"/>
                  </a:cubicBezTo>
                  <a:cubicBezTo>
                    <a:pt x="35956" y="14433"/>
                    <a:pt x="38583" y="11895"/>
                    <a:pt x="39689" y="9545"/>
                  </a:cubicBezTo>
                  <a:close/>
                  <a:moveTo>
                    <a:pt x="29781" y="3936"/>
                  </a:moveTo>
                  <a:lnTo>
                    <a:pt x="29781" y="3936"/>
                  </a:lnTo>
                  <a:cubicBezTo>
                    <a:pt x="29948" y="3968"/>
                    <a:pt x="30113" y="4005"/>
                    <a:pt x="30271" y="4051"/>
                  </a:cubicBezTo>
                  <a:cubicBezTo>
                    <a:pt x="28940" y="5769"/>
                    <a:pt x="27687" y="7539"/>
                    <a:pt x="26484" y="9343"/>
                  </a:cubicBezTo>
                  <a:cubicBezTo>
                    <a:pt x="25869" y="10224"/>
                    <a:pt x="25254" y="11107"/>
                    <a:pt x="24642" y="11988"/>
                  </a:cubicBezTo>
                  <a:cubicBezTo>
                    <a:pt x="23106" y="14196"/>
                    <a:pt x="21527" y="16365"/>
                    <a:pt x="19913" y="18515"/>
                  </a:cubicBezTo>
                  <a:cubicBezTo>
                    <a:pt x="19116" y="19708"/>
                    <a:pt x="18261" y="20860"/>
                    <a:pt x="17346" y="21968"/>
                  </a:cubicBezTo>
                  <a:lnTo>
                    <a:pt x="17343" y="21968"/>
                  </a:lnTo>
                  <a:cubicBezTo>
                    <a:pt x="18204" y="20929"/>
                    <a:pt x="19015" y="18868"/>
                    <a:pt x="19930" y="17713"/>
                  </a:cubicBezTo>
                  <a:cubicBezTo>
                    <a:pt x="23395" y="13330"/>
                    <a:pt x="26556" y="8575"/>
                    <a:pt x="29772" y="4000"/>
                  </a:cubicBezTo>
                  <a:cubicBezTo>
                    <a:pt x="29786" y="3976"/>
                    <a:pt x="29778" y="3956"/>
                    <a:pt x="29781" y="3936"/>
                  </a:cubicBezTo>
                  <a:close/>
                  <a:moveTo>
                    <a:pt x="28226" y="4971"/>
                  </a:moveTo>
                  <a:cubicBezTo>
                    <a:pt x="28263" y="4971"/>
                    <a:pt x="28078" y="5282"/>
                    <a:pt x="27520" y="6113"/>
                  </a:cubicBezTo>
                  <a:cubicBezTo>
                    <a:pt x="23790" y="11664"/>
                    <a:pt x="18671" y="15960"/>
                    <a:pt x="15686" y="22040"/>
                  </a:cubicBezTo>
                  <a:lnTo>
                    <a:pt x="15683" y="22040"/>
                  </a:lnTo>
                  <a:cubicBezTo>
                    <a:pt x="15675" y="22066"/>
                    <a:pt x="15672" y="22092"/>
                    <a:pt x="15675" y="22121"/>
                  </a:cubicBezTo>
                  <a:cubicBezTo>
                    <a:pt x="15475" y="21628"/>
                    <a:pt x="15317" y="21117"/>
                    <a:pt x="15201" y="20597"/>
                  </a:cubicBezTo>
                  <a:cubicBezTo>
                    <a:pt x="15204" y="20594"/>
                    <a:pt x="15210" y="20594"/>
                    <a:pt x="15213" y="20591"/>
                  </a:cubicBezTo>
                  <a:cubicBezTo>
                    <a:pt x="16373" y="18934"/>
                    <a:pt x="17597" y="17329"/>
                    <a:pt x="18847" y="15744"/>
                  </a:cubicBezTo>
                  <a:lnTo>
                    <a:pt x="18847" y="15744"/>
                  </a:lnTo>
                  <a:cubicBezTo>
                    <a:pt x="17713" y="17378"/>
                    <a:pt x="16613" y="19041"/>
                    <a:pt x="15582" y="20750"/>
                  </a:cubicBezTo>
                  <a:cubicBezTo>
                    <a:pt x="15506" y="20876"/>
                    <a:pt x="15616" y="20991"/>
                    <a:pt x="15727" y="20991"/>
                  </a:cubicBezTo>
                  <a:cubicBezTo>
                    <a:pt x="15776" y="20991"/>
                    <a:pt x="15826" y="20968"/>
                    <a:pt x="15859" y="20914"/>
                  </a:cubicBezTo>
                  <a:cubicBezTo>
                    <a:pt x="17918" y="17594"/>
                    <a:pt x="20259" y="14511"/>
                    <a:pt x="22748" y="11503"/>
                  </a:cubicBezTo>
                  <a:cubicBezTo>
                    <a:pt x="23822" y="10207"/>
                    <a:pt x="24936" y="8945"/>
                    <a:pt x="26039" y="7675"/>
                  </a:cubicBezTo>
                  <a:cubicBezTo>
                    <a:pt x="26350" y="7319"/>
                    <a:pt x="28125" y="4971"/>
                    <a:pt x="28226" y="4971"/>
                  </a:cubicBezTo>
                  <a:close/>
                  <a:moveTo>
                    <a:pt x="40708" y="9785"/>
                  </a:moveTo>
                  <a:cubicBezTo>
                    <a:pt x="40258" y="10539"/>
                    <a:pt x="39755" y="11266"/>
                    <a:pt x="39238" y="11985"/>
                  </a:cubicBezTo>
                  <a:cubicBezTo>
                    <a:pt x="38852" y="12476"/>
                    <a:pt x="38479" y="12978"/>
                    <a:pt x="38115" y="13489"/>
                  </a:cubicBezTo>
                  <a:cubicBezTo>
                    <a:pt x="37593" y="14165"/>
                    <a:pt x="37062" y="14837"/>
                    <a:pt x="36533" y="15498"/>
                  </a:cubicBezTo>
                  <a:cubicBezTo>
                    <a:pt x="34749" y="17745"/>
                    <a:pt x="32893" y="19924"/>
                    <a:pt x="31207" y="22245"/>
                  </a:cubicBezTo>
                  <a:cubicBezTo>
                    <a:pt x="31149" y="22326"/>
                    <a:pt x="31094" y="22413"/>
                    <a:pt x="31034" y="22494"/>
                  </a:cubicBezTo>
                  <a:cubicBezTo>
                    <a:pt x="31048" y="22338"/>
                    <a:pt x="31045" y="22182"/>
                    <a:pt x="31025" y="22026"/>
                  </a:cubicBezTo>
                  <a:cubicBezTo>
                    <a:pt x="31039" y="22014"/>
                    <a:pt x="31057" y="22014"/>
                    <a:pt x="31068" y="21997"/>
                  </a:cubicBezTo>
                  <a:cubicBezTo>
                    <a:pt x="33375" y="18567"/>
                    <a:pt x="35973" y="15389"/>
                    <a:pt x="38667" y="12262"/>
                  </a:cubicBezTo>
                  <a:cubicBezTo>
                    <a:pt x="39264" y="11569"/>
                    <a:pt x="40260" y="10533"/>
                    <a:pt x="40708" y="9785"/>
                  </a:cubicBezTo>
                  <a:close/>
                  <a:moveTo>
                    <a:pt x="26972" y="15588"/>
                  </a:moveTo>
                  <a:lnTo>
                    <a:pt x="26972" y="15588"/>
                  </a:lnTo>
                  <a:cubicBezTo>
                    <a:pt x="26394" y="16489"/>
                    <a:pt x="25817" y="17392"/>
                    <a:pt x="25231" y="18290"/>
                  </a:cubicBezTo>
                  <a:cubicBezTo>
                    <a:pt x="24073" y="19768"/>
                    <a:pt x="22901" y="21244"/>
                    <a:pt x="21737" y="22722"/>
                  </a:cubicBezTo>
                  <a:cubicBezTo>
                    <a:pt x="22185" y="22046"/>
                    <a:pt x="22632" y="21373"/>
                    <a:pt x="23091" y="20704"/>
                  </a:cubicBezTo>
                  <a:cubicBezTo>
                    <a:pt x="24313" y="18934"/>
                    <a:pt x="25641" y="17260"/>
                    <a:pt x="26972" y="15588"/>
                  </a:cubicBezTo>
                  <a:close/>
                  <a:moveTo>
                    <a:pt x="35231" y="17635"/>
                  </a:moveTo>
                  <a:lnTo>
                    <a:pt x="35231" y="17635"/>
                  </a:lnTo>
                  <a:cubicBezTo>
                    <a:pt x="33903" y="19485"/>
                    <a:pt x="32523" y="21296"/>
                    <a:pt x="31143" y="23106"/>
                  </a:cubicBezTo>
                  <a:cubicBezTo>
                    <a:pt x="32082" y="21729"/>
                    <a:pt x="33040" y="20369"/>
                    <a:pt x="34085" y="19061"/>
                  </a:cubicBezTo>
                  <a:cubicBezTo>
                    <a:pt x="34466" y="18585"/>
                    <a:pt x="34847" y="18111"/>
                    <a:pt x="35231" y="17635"/>
                  </a:cubicBezTo>
                  <a:close/>
                  <a:moveTo>
                    <a:pt x="37197" y="16826"/>
                  </a:moveTo>
                  <a:lnTo>
                    <a:pt x="37197" y="16826"/>
                  </a:lnTo>
                  <a:cubicBezTo>
                    <a:pt x="35650" y="19044"/>
                    <a:pt x="33952" y="21117"/>
                    <a:pt x="32281" y="23201"/>
                  </a:cubicBezTo>
                  <a:cubicBezTo>
                    <a:pt x="32304" y="23166"/>
                    <a:pt x="32327" y="23129"/>
                    <a:pt x="32350" y="23094"/>
                  </a:cubicBezTo>
                  <a:cubicBezTo>
                    <a:pt x="33935" y="20975"/>
                    <a:pt x="35560" y="18896"/>
                    <a:pt x="37197" y="16826"/>
                  </a:cubicBezTo>
                  <a:close/>
                  <a:moveTo>
                    <a:pt x="60475" y="16610"/>
                  </a:moveTo>
                  <a:lnTo>
                    <a:pt x="60475" y="16610"/>
                  </a:lnTo>
                  <a:cubicBezTo>
                    <a:pt x="58934" y="18287"/>
                    <a:pt x="57450" y="20019"/>
                    <a:pt x="55937" y="21708"/>
                  </a:cubicBezTo>
                  <a:cubicBezTo>
                    <a:pt x="55333" y="22384"/>
                    <a:pt x="54742" y="23077"/>
                    <a:pt x="54144" y="23761"/>
                  </a:cubicBezTo>
                  <a:cubicBezTo>
                    <a:pt x="55553" y="22069"/>
                    <a:pt x="56959" y="20375"/>
                    <a:pt x="58431" y="18732"/>
                  </a:cubicBezTo>
                  <a:cubicBezTo>
                    <a:pt x="59075" y="18013"/>
                    <a:pt x="59771" y="17314"/>
                    <a:pt x="60475" y="16610"/>
                  </a:cubicBezTo>
                  <a:close/>
                  <a:moveTo>
                    <a:pt x="63899" y="8743"/>
                  </a:moveTo>
                  <a:lnTo>
                    <a:pt x="63899" y="8743"/>
                  </a:lnTo>
                  <a:cubicBezTo>
                    <a:pt x="63893" y="9675"/>
                    <a:pt x="63495" y="10388"/>
                    <a:pt x="62704" y="10885"/>
                  </a:cubicBezTo>
                  <a:cubicBezTo>
                    <a:pt x="60784" y="12854"/>
                    <a:pt x="58962" y="14921"/>
                    <a:pt x="57129" y="16971"/>
                  </a:cubicBezTo>
                  <a:lnTo>
                    <a:pt x="57126" y="16971"/>
                  </a:lnTo>
                  <a:cubicBezTo>
                    <a:pt x="54929" y="19431"/>
                    <a:pt x="52790" y="21939"/>
                    <a:pt x="50711" y="24497"/>
                  </a:cubicBezTo>
                  <a:cubicBezTo>
                    <a:pt x="52960" y="21475"/>
                    <a:pt x="55172" y="18302"/>
                    <a:pt x="57484" y="15216"/>
                  </a:cubicBezTo>
                  <a:cubicBezTo>
                    <a:pt x="58853" y="13798"/>
                    <a:pt x="60215" y="12375"/>
                    <a:pt x="61538" y="10902"/>
                  </a:cubicBezTo>
                  <a:cubicBezTo>
                    <a:pt x="62254" y="10106"/>
                    <a:pt x="63045" y="9384"/>
                    <a:pt x="63899" y="8743"/>
                  </a:cubicBezTo>
                  <a:close/>
                  <a:moveTo>
                    <a:pt x="65288" y="9413"/>
                  </a:moveTo>
                  <a:cubicBezTo>
                    <a:pt x="65308" y="9729"/>
                    <a:pt x="65345" y="10043"/>
                    <a:pt x="65403" y="10357"/>
                  </a:cubicBezTo>
                  <a:lnTo>
                    <a:pt x="65403" y="10357"/>
                  </a:lnTo>
                  <a:cubicBezTo>
                    <a:pt x="65380" y="10357"/>
                    <a:pt x="65357" y="10363"/>
                    <a:pt x="65340" y="10374"/>
                  </a:cubicBezTo>
                  <a:cubicBezTo>
                    <a:pt x="60383" y="14017"/>
                    <a:pt x="56405" y="19419"/>
                    <a:pt x="52374" y="24021"/>
                  </a:cubicBezTo>
                  <a:cubicBezTo>
                    <a:pt x="52164" y="24260"/>
                    <a:pt x="51964" y="24512"/>
                    <a:pt x="51756" y="24754"/>
                  </a:cubicBezTo>
                  <a:cubicBezTo>
                    <a:pt x="54003" y="21916"/>
                    <a:pt x="56301" y="18888"/>
                    <a:pt x="58749" y="16021"/>
                  </a:cubicBezTo>
                  <a:cubicBezTo>
                    <a:pt x="59880" y="14829"/>
                    <a:pt x="60998" y="13628"/>
                    <a:pt x="62063" y="12392"/>
                  </a:cubicBezTo>
                  <a:cubicBezTo>
                    <a:pt x="63105" y="11335"/>
                    <a:pt x="64173" y="10331"/>
                    <a:pt x="65288" y="9413"/>
                  </a:cubicBezTo>
                  <a:close/>
                  <a:moveTo>
                    <a:pt x="52172" y="6347"/>
                  </a:moveTo>
                  <a:cubicBezTo>
                    <a:pt x="52106" y="6427"/>
                    <a:pt x="52037" y="6505"/>
                    <a:pt x="51967" y="6583"/>
                  </a:cubicBezTo>
                  <a:cubicBezTo>
                    <a:pt x="50428" y="8168"/>
                    <a:pt x="48973" y="9831"/>
                    <a:pt x="47608" y="11569"/>
                  </a:cubicBezTo>
                  <a:cubicBezTo>
                    <a:pt x="43748" y="15897"/>
                    <a:pt x="39850" y="20196"/>
                    <a:pt x="36334" y="24841"/>
                  </a:cubicBezTo>
                  <a:cubicBezTo>
                    <a:pt x="36663" y="24356"/>
                    <a:pt x="36992" y="23871"/>
                    <a:pt x="37321" y="23386"/>
                  </a:cubicBezTo>
                  <a:cubicBezTo>
                    <a:pt x="38944" y="21264"/>
                    <a:pt x="40564" y="19136"/>
                    <a:pt x="42177" y="17000"/>
                  </a:cubicBezTo>
                  <a:cubicBezTo>
                    <a:pt x="45186" y="13030"/>
                    <a:pt x="48566" y="9652"/>
                    <a:pt x="52172" y="6347"/>
                  </a:cubicBezTo>
                  <a:close/>
                  <a:moveTo>
                    <a:pt x="71371" y="13501"/>
                  </a:moveTo>
                  <a:cubicBezTo>
                    <a:pt x="71307" y="13931"/>
                    <a:pt x="71073" y="14364"/>
                    <a:pt x="70672" y="14797"/>
                  </a:cubicBezTo>
                  <a:lnTo>
                    <a:pt x="70675" y="14797"/>
                  </a:lnTo>
                  <a:cubicBezTo>
                    <a:pt x="70415" y="15230"/>
                    <a:pt x="70132" y="15643"/>
                    <a:pt x="69846" y="16053"/>
                  </a:cubicBezTo>
                  <a:cubicBezTo>
                    <a:pt x="69834" y="16049"/>
                    <a:pt x="69822" y="16047"/>
                    <a:pt x="69810" y="16047"/>
                  </a:cubicBezTo>
                  <a:cubicBezTo>
                    <a:pt x="69775" y="16047"/>
                    <a:pt x="69740" y="16062"/>
                    <a:pt x="69717" y="16087"/>
                  </a:cubicBezTo>
                  <a:cubicBezTo>
                    <a:pt x="67462" y="18616"/>
                    <a:pt x="65230" y="21169"/>
                    <a:pt x="63022" y="23738"/>
                  </a:cubicBezTo>
                  <a:cubicBezTo>
                    <a:pt x="62410" y="24292"/>
                    <a:pt x="61795" y="24844"/>
                    <a:pt x="61177" y="25389"/>
                  </a:cubicBezTo>
                  <a:cubicBezTo>
                    <a:pt x="62219" y="24107"/>
                    <a:pt x="63284" y="22846"/>
                    <a:pt x="64416" y="21639"/>
                  </a:cubicBezTo>
                  <a:cubicBezTo>
                    <a:pt x="66890" y="18997"/>
                    <a:pt x="69439" y="16555"/>
                    <a:pt x="71371" y="13501"/>
                  </a:cubicBezTo>
                  <a:close/>
                  <a:moveTo>
                    <a:pt x="69411" y="12054"/>
                  </a:moveTo>
                  <a:cubicBezTo>
                    <a:pt x="68744" y="12863"/>
                    <a:pt x="68059" y="13657"/>
                    <a:pt x="67358" y="14430"/>
                  </a:cubicBezTo>
                  <a:cubicBezTo>
                    <a:pt x="63888" y="18348"/>
                    <a:pt x="59988" y="21850"/>
                    <a:pt x="56316" y="25572"/>
                  </a:cubicBezTo>
                  <a:lnTo>
                    <a:pt x="56316" y="25572"/>
                  </a:lnTo>
                  <a:cubicBezTo>
                    <a:pt x="58874" y="22854"/>
                    <a:pt x="61506" y="20232"/>
                    <a:pt x="63966" y="17418"/>
                  </a:cubicBezTo>
                  <a:cubicBezTo>
                    <a:pt x="64988" y="16249"/>
                    <a:pt x="66036" y="15114"/>
                    <a:pt x="67112" y="14000"/>
                  </a:cubicBezTo>
                  <a:cubicBezTo>
                    <a:pt x="67791" y="13255"/>
                    <a:pt x="68562" y="12600"/>
                    <a:pt x="69411" y="12054"/>
                  </a:cubicBezTo>
                  <a:close/>
                  <a:moveTo>
                    <a:pt x="60440" y="4124"/>
                  </a:moveTo>
                  <a:cubicBezTo>
                    <a:pt x="60626" y="4124"/>
                    <a:pt x="55900" y="9463"/>
                    <a:pt x="55365" y="10022"/>
                  </a:cubicBezTo>
                  <a:cubicBezTo>
                    <a:pt x="53209" y="12268"/>
                    <a:pt x="51147" y="14592"/>
                    <a:pt x="49181" y="17000"/>
                  </a:cubicBezTo>
                  <a:lnTo>
                    <a:pt x="49181" y="17003"/>
                  </a:lnTo>
                  <a:cubicBezTo>
                    <a:pt x="47657" y="18873"/>
                    <a:pt x="46271" y="20839"/>
                    <a:pt x="44920" y="22829"/>
                  </a:cubicBezTo>
                  <a:cubicBezTo>
                    <a:pt x="44054" y="23848"/>
                    <a:pt x="43173" y="24867"/>
                    <a:pt x="42296" y="25895"/>
                  </a:cubicBezTo>
                  <a:cubicBezTo>
                    <a:pt x="43303" y="24388"/>
                    <a:pt x="44268" y="22889"/>
                    <a:pt x="45215" y="21501"/>
                  </a:cubicBezTo>
                  <a:cubicBezTo>
                    <a:pt x="45671" y="20831"/>
                    <a:pt x="46150" y="20181"/>
                    <a:pt x="46629" y="19532"/>
                  </a:cubicBezTo>
                  <a:cubicBezTo>
                    <a:pt x="50821" y="14681"/>
                    <a:pt x="54892" y="9739"/>
                    <a:pt x="59372" y="5146"/>
                  </a:cubicBezTo>
                  <a:cubicBezTo>
                    <a:pt x="60080" y="4421"/>
                    <a:pt x="60397" y="4124"/>
                    <a:pt x="60440" y="4124"/>
                  </a:cubicBezTo>
                  <a:close/>
                  <a:moveTo>
                    <a:pt x="31420" y="4516"/>
                  </a:moveTo>
                  <a:cubicBezTo>
                    <a:pt x="31602" y="4617"/>
                    <a:pt x="31778" y="4730"/>
                    <a:pt x="31949" y="4854"/>
                  </a:cubicBezTo>
                  <a:cubicBezTo>
                    <a:pt x="29059" y="8714"/>
                    <a:pt x="26250" y="12632"/>
                    <a:pt x="23478" y="16578"/>
                  </a:cubicBezTo>
                  <a:cubicBezTo>
                    <a:pt x="22361" y="18169"/>
                    <a:pt x="21223" y="19748"/>
                    <a:pt x="20222" y="21417"/>
                  </a:cubicBezTo>
                  <a:cubicBezTo>
                    <a:pt x="19809" y="22141"/>
                    <a:pt x="19396" y="22866"/>
                    <a:pt x="18977" y="23591"/>
                  </a:cubicBezTo>
                  <a:cubicBezTo>
                    <a:pt x="18908" y="23706"/>
                    <a:pt x="18833" y="23816"/>
                    <a:pt x="18752" y="23923"/>
                  </a:cubicBezTo>
                  <a:cubicBezTo>
                    <a:pt x="18726" y="23963"/>
                    <a:pt x="18697" y="24001"/>
                    <a:pt x="18671" y="24041"/>
                  </a:cubicBezTo>
                  <a:cubicBezTo>
                    <a:pt x="17896" y="25056"/>
                    <a:pt x="16512" y="26224"/>
                    <a:pt x="16216" y="26845"/>
                  </a:cubicBezTo>
                  <a:lnTo>
                    <a:pt x="16216" y="26845"/>
                  </a:lnTo>
                  <a:cubicBezTo>
                    <a:pt x="18026" y="23044"/>
                    <a:pt x="20935" y="19745"/>
                    <a:pt x="23481" y="16431"/>
                  </a:cubicBezTo>
                  <a:cubicBezTo>
                    <a:pt x="26383" y="12652"/>
                    <a:pt x="28822" y="8512"/>
                    <a:pt x="31420" y="4516"/>
                  </a:cubicBezTo>
                  <a:close/>
                  <a:moveTo>
                    <a:pt x="30404" y="23400"/>
                  </a:moveTo>
                  <a:lnTo>
                    <a:pt x="30404" y="23400"/>
                  </a:lnTo>
                  <a:cubicBezTo>
                    <a:pt x="29578" y="24636"/>
                    <a:pt x="28802" y="25912"/>
                    <a:pt x="27979" y="27148"/>
                  </a:cubicBezTo>
                  <a:cubicBezTo>
                    <a:pt x="27808" y="27195"/>
                    <a:pt x="27674" y="27219"/>
                    <a:pt x="27575" y="27219"/>
                  </a:cubicBezTo>
                  <a:cubicBezTo>
                    <a:pt x="27174" y="27219"/>
                    <a:pt x="27373" y="26822"/>
                    <a:pt x="28173" y="26027"/>
                  </a:cubicBezTo>
                  <a:cubicBezTo>
                    <a:pt x="28655" y="25282"/>
                    <a:pt x="29148" y="24546"/>
                    <a:pt x="29654" y="23819"/>
                  </a:cubicBezTo>
                  <a:cubicBezTo>
                    <a:pt x="29662" y="23801"/>
                    <a:pt x="29665" y="23778"/>
                    <a:pt x="29662" y="23758"/>
                  </a:cubicBezTo>
                  <a:cubicBezTo>
                    <a:pt x="29899" y="23631"/>
                    <a:pt x="30144" y="23513"/>
                    <a:pt x="30404" y="23400"/>
                  </a:cubicBezTo>
                  <a:close/>
                  <a:moveTo>
                    <a:pt x="29018" y="24145"/>
                  </a:moveTo>
                  <a:cubicBezTo>
                    <a:pt x="28207" y="25199"/>
                    <a:pt x="27410" y="26267"/>
                    <a:pt x="26593" y="27321"/>
                  </a:cubicBezTo>
                  <a:cubicBezTo>
                    <a:pt x="26969" y="26056"/>
                    <a:pt x="27780" y="24974"/>
                    <a:pt x="29018" y="24145"/>
                  </a:cubicBezTo>
                  <a:close/>
                  <a:moveTo>
                    <a:pt x="57871" y="10931"/>
                  </a:moveTo>
                  <a:lnTo>
                    <a:pt x="57871" y="10931"/>
                  </a:lnTo>
                  <a:cubicBezTo>
                    <a:pt x="55305" y="14046"/>
                    <a:pt x="52885" y="17303"/>
                    <a:pt x="50454" y="20464"/>
                  </a:cubicBezTo>
                  <a:cubicBezTo>
                    <a:pt x="48653" y="22808"/>
                    <a:pt x="46889" y="25181"/>
                    <a:pt x="45160" y="27586"/>
                  </a:cubicBezTo>
                  <a:cubicBezTo>
                    <a:pt x="46436" y="25571"/>
                    <a:pt x="47712" y="23553"/>
                    <a:pt x="49080" y="21602"/>
                  </a:cubicBezTo>
                  <a:cubicBezTo>
                    <a:pt x="51445" y="18232"/>
                    <a:pt x="53890" y="14973"/>
                    <a:pt x="56783" y="12037"/>
                  </a:cubicBezTo>
                  <a:cubicBezTo>
                    <a:pt x="57147" y="11667"/>
                    <a:pt x="57510" y="11298"/>
                    <a:pt x="57871" y="10931"/>
                  </a:cubicBezTo>
                  <a:close/>
                  <a:moveTo>
                    <a:pt x="27015" y="16942"/>
                  </a:moveTo>
                  <a:cubicBezTo>
                    <a:pt x="26928" y="17170"/>
                    <a:pt x="26865" y="17404"/>
                    <a:pt x="26819" y="17643"/>
                  </a:cubicBezTo>
                  <a:cubicBezTo>
                    <a:pt x="26391" y="18287"/>
                    <a:pt x="25958" y="18928"/>
                    <a:pt x="25516" y="19566"/>
                  </a:cubicBezTo>
                  <a:cubicBezTo>
                    <a:pt x="25488" y="19598"/>
                    <a:pt x="25453" y="19618"/>
                    <a:pt x="25427" y="19653"/>
                  </a:cubicBezTo>
                  <a:cubicBezTo>
                    <a:pt x="25280" y="19835"/>
                    <a:pt x="25153" y="20034"/>
                    <a:pt x="25049" y="20245"/>
                  </a:cubicBezTo>
                  <a:cubicBezTo>
                    <a:pt x="23267" y="22777"/>
                    <a:pt x="21388" y="25254"/>
                    <a:pt x="19506" y="27722"/>
                  </a:cubicBezTo>
                  <a:cubicBezTo>
                    <a:pt x="20360" y="26302"/>
                    <a:pt x="21212" y="24873"/>
                    <a:pt x="22113" y="23478"/>
                  </a:cubicBezTo>
                  <a:cubicBezTo>
                    <a:pt x="22930" y="22352"/>
                    <a:pt x="23738" y="21223"/>
                    <a:pt x="24526" y="20080"/>
                  </a:cubicBezTo>
                  <a:cubicBezTo>
                    <a:pt x="25349" y="19023"/>
                    <a:pt x="26183" y="17987"/>
                    <a:pt x="27015" y="16942"/>
                  </a:cubicBezTo>
                  <a:close/>
                  <a:moveTo>
                    <a:pt x="30395" y="5526"/>
                  </a:moveTo>
                  <a:cubicBezTo>
                    <a:pt x="30489" y="5526"/>
                    <a:pt x="27391" y="10027"/>
                    <a:pt x="26784" y="11050"/>
                  </a:cubicBezTo>
                  <a:cubicBezTo>
                    <a:pt x="23322" y="16867"/>
                    <a:pt x="18432" y="21645"/>
                    <a:pt x="15426" y="27754"/>
                  </a:cubicBezTo>
                  <a:cubicBezTo>
                    <a:pt x="15346" y="27529"/>
                    <a:pt x="15279" y="27298"/>
                    <a:pt x="15224" y="27067"/>
                  </a:cubicBezTo>
                  <a:cubicBezTo>
                    <a:pt x="15224" y="27067"/>
                    <a:pt x="15227" y="27067"/>
                    <a:pt x="15227" y="27064"/>
                  </a:cubicBezTo>
                  <a:cubicBezTo>
                    <a:pt x="16916" y="24870"/>
                    <a:pt x="18466" y="22592"/>
                    <a:pt x="19965" y="20276"/>
                  </a:cubicBezTo>
                  <a:cubicBezTo>
                    <a:pt x="20938" y="18980"/>
                    <a:pt x="21908" y="17684"/>
                    <a:pt x="22808" y="16344"/>
                  </a:cubicBezTo>
                  <a:cubicBezTo>
                    <a:pt x="24679" y="13555"/>
                    <a:pt x="26518" y="10755"/>
                    <a:pt x="28499" y="8044"/>
                  </a:cubicBezTo>
                  <a:cubicBezTo>
                    <a:pt x="29839" y="6208"/>
                    <a:pt x="30359" y="5526"/>
                    <a:pt x="30395" y="5526"/>
                  </a:cubicBezTo>
                  <a:close/>
                  <a:moveTo>
                    <a:pt x="43780" y="12562"/>
                  </a:moveTo>
                  <a:lnTo>
                    <a:pt x="43780" y="12562"/>
                  </a:lnTo>
                  <a:cubicBezTo>
                    <a:pt x="42351" y="14390"/>
                    <a:pt x="40948" y="16200"/>
                    <a:pt x="39542" y="17898"/>
                  </a:cubicBezTo>
                  <a:cubicBezTo>
                    <a:pt x="36926" y="21059"/>
                    <a:pt x="34599" y="24477"/>
                    <a:pt x="31920" y="27575"/>
                  </a:cubicBezTo>
                  <a:cubicBezTo>
                    <a:pt x="31865" y="27638"/>
                    <a:pt x="31807" y="27699"/>
                    <a:pt x="31752" y="27762"/>
                  </a:cubicBezTo>
                  <a:cubicBezTo>
                    <a:pt x="32171" y="27197"/>
                    <a:pt x="32578" y="26631"/>
                    <a:pt x="32979" y="26056"/>
                  </a:cubicBezTo>
                  <a:cubicBezTo>
                    <a:pt x="33620" y="25291"/>
                    <a:pt x="34264" y="24526"/>
                    <a:pt x="34888" y="23747"/>
                  </a:cubicBezTo>
                  <a:cubicBezTo>
                    <a:pt x="36978" y="21128"/>
                    <a:pt x="38924" y="18397"/>
                    <a:pt x="40997" y="15767"/>
                  </a:cubicBezTo>
                  <a:cubicBezTo>
                    <a:pt x="41868" y="14661"/>
                    <a:pt x="42813" y="13605"/>
                    <a:pt x="43780" y="12562"/>
                  </a:cubicBezTo>
                  <a:close/>
                  <a:moveTo>
                    <a:pt x="29425" y="9929"/>
                  </a:moveTo>
                  <a:cubicBezTo>
                    <a:pt x="28822" y="10946"/>
                    <a:pt x="28239" y="11979"/>
                    <a:pt x="27644" y="13004"/>
                  </a:cubicBezTo>
                  <a:cubicBezTo>
                    <a:pt x="26767" y="14069"/>
                    <a:pt x="25918" y="15158"/>
                    <a:pt x="25083" y="16261"/>
                  </a:cubicBezTo>
                  <a:cubicBezTo>
                    <a:pt x="23770" y="18001"/>
                    <a:pt x="22644" y="19884"/>
                    <a:pt x="21463" y="21714"/>
                  </a:cubicBezTo>
                  <a:cubicBezTo>
                    <a:pt x="20127" y="23779"/>
                    <a:pt x="17565" y="26042"/>
                    <a:pt x="16589" y="27849"/>
                  </a:cubicBezTo>
                  <a:lnTo>
                    <a:pt x="16589" y="27849"/>
                  </a:lnTo>
                  <a:cubicBezTo>
                    <a:pt x="16815" y="27430"/>
                    <a:pt x="17052" y="27019"/>
                    <a:pt x="17289" y="26611"/>
                  </a:cubicBezTo>
                  <a:cubicBezTo>
                    <a:pt x="18409" y="25308"/>
                    <a:pt x="19269" y="23799"/>
                    <a:pt x="20129" y="22280"/>
                  </a:cubicBezTo>
                  <a:cubicBezTo>
                    <a:pt x="23135" y="18105"/>
                    <a:pt x="26579" y="14202"/>
                    <a:pt x="29425" y="9929"/>
                  </a:cubicBezTo>
                  <a:close/>
                  <a:moveTo>
                    <a:pt x="16483" y="27462"/>
                  </a:moveTo>
                  <a:lnTo>
                    <a:pt x="16483" y="27462"/>
                  </a:lnTo>
                  <a:cubicBezTo>
                    <a:pt x="16241" y="27872"/>
                    <a:pt x="16007" y="28291"/>
                    <a:pt x="15779" y="28715"/>
                  </a:cubicBezTo>
                  <a:cubicBezTo>
                    <a:pt x="15718" y="28551"/>
                    <a:pt x="15654" y="28383"/>
                    <a:pt x="15594" y="28219"/>
                  </a:cubicBezTo>
                  <a:cubicBezTo>
                    <a:pt x="15906" y="27985"/>
                    <a:pt x="16203" y="27731"/>
                    <a:pt x="16483" y="27462"/>
                  </a:cubicBezTo>
                  <a:close/>
                  <a:moveTo>
                    <a:pt x="24203" y="18654"/>
                  </a:moveTo>
                  <a:lnTo>
                    <a:pt x="24203" y="18654"/>
                  </a:lnTo>
                  <a:cubicBezTo>
                    <a:pt x="22401" y="21249"/>
                    <a:pt x="20629" y="23862"/>
                    <a:pt x="18845" y="26426"/>
                  </a:cubicBezTo>
                  <a:cubicBezTo>
                    <a:pt x="17651" y="28138"/>
                    <a:pt x="17189" y="28739"/>
                    <a:pt x="17131" y="28739"/>
                  </a:cubicBezTo>
                  <a:cubicBezTo>
                    <a:pt x="17031" y="28739"/>
                    <a:pt x="18122" y="26966"/>
                    <a:pt x="18741" y="26004"/>
                  </a:cubicBezTo>
                  <a:cubicBezTo>
                    <a:pt x="19766" y="24711"/>
                    <a:pt x="20710" y="23363"/>
                    <a:pt x="21631" y="21991"/>
                  </a:cubicBezTo>
                  <a:cubicBezTo>
                    <a:pt x="22410" y="20972"/>
                    <a:pt x="23201" y="19965"/>
                    <a:pt x="23981" y="18951"/>
                  </a:cubicBezTo>
                  <a:cubicBezTo>
                    <a:pt x="24056" y="18853"/>
                    <a:pt x="24128" y="18752"/>
                    <a:pt x="24203" y="18654"/>
                  </a:cubicBezTo>
                  <a:close/>
                  <a:moveTo>
                    <a:pt x="67014" y="25837"/>
                  </a:moveTo>
                  <a:lnTo>
                    <a:pt x="67014" y="25837"/>
                  </a:lnTo>
                  <a:cubicBezTo>
                    <a:pt x="66948" y="26388"/>
                    <a:pt x="66824" y="26934"/>
                    <a:pt x="66645" y="27459"/>
                  </a:cubicBezTo>
                  <a:cubicBezTo>
                    <a:pt x="66033" y="28011"/>
                    <a:pt x="65441" y="28579"/>
                    <a:pt x="64866" y="29163"/>
                  </a:cubicBezTo>
                  <a:cubicBezTo>
                    <a:pt x="65643" y="28077"/>
                    <a:pt x="66359" y="26969"/>
                    <a:pt x="67014" y="25837"/>
                  </a:cubicBezTo>
                  <a:close/>
                  <a:moveTo>
                    <a:pt x="27835" y="25972"/>
                  </a:moveTo>
                  <a:lnTo>
                    <a:pt x="27835" y="25972"/>
                  </a:lnTo>
                  <a:cubicBezTo>
                    <a:pt x="27220" y="26986"/>
                    <a:pt x="26720" y="28063"/>
                    <a:pt x="26345" y="29186"/>
                  </a:cubicBezTo>
                  <a:cubicBezTo>
                    <a:pt x="26339" y="28782"/>
                    <a:pt x="26371" y="28380"/>
                    <a:pt x="26440" y="27985"/>
                  </a:cubicBezTo>
                  <a:lnTo>
                    <a:pt x="26440" y="27982"/>
                  </a:lnTo>
                  <a:cubicBezTo>
                    <a:pt x="26463" y="27979"/>
                    <a:pt x="26487" y="27967"/>
                    <a:pt x="26504" y="27950"/>
                  </a:cubicBezTo>
                  <a:cubicBezTo>
                    <a:pt x="27006" y="27309"/>
                    <a:pt x="27419" y="26642"/>
                    <a:pt x="27835" y="25972"/>
                  </a:cubicBezTo>
                  <a:close/>
                  <a:moveTo>
                    <a:pt x="17138" y="27898"/>
                  </a:moveTo>
                  <a:cubicBezTo>
                    <a:pt x="16789" y="28452"/>
                    <a:pt x="16446" y="29013"/>
                    <a:pt x="16116" y="29584"/>
                  </a:cubicBezTo>
                  <a:cubicBezTo>
                    <a:pt x="16108" y="29596"/>
                    <a:pt x="16116" y="29607"/>
                    <a:pt x="16111" y="29619"/>
                  </a:cubicBezTo>
                  <a:cubicBezTo>
                    <a:pt x="16096" y="29625"/>
                    <a:pt x="16088" y="29636"/>
                    <a:pt x="16073" y="29642"/>
                  </a:cubicBezTo>
                  <a:cubicBezTo>
                    <a:pt x="16038" y="29486"/>
                    <a:pt x="15986" y="29321"/>
                    <a:pt x="15929" y="29148"/>
                  </a:cubicBezTo>
                  <a:cubicBezTo>
                    <a:pt x="16347" y="28741"/>
                    <a:pt x="16749" y="28325"/>
                    <a:pt x="17138" y="27898"/>
                  </a:cubicBezTo>
                  <a:close/>
                  <a:moveTo>
                    <a:pt x="63642" y="12098"/>
                  </a:moveTo>
                  <a:cubicBezTo>
                    <a:pt x="63380" y="12378"/>
                    <a:pt x="62476" y="13980"/>
                    <a:pt x="61855" y="14586"/>
                  </a:cubicBezTo>
                  <a:cubicBezTo>
                    <a:pt x="58890" y="17490"/>
                    <a:pt x="56179" y="20753"/>
                    <a:pt x="53558" y="23963"/>
                  </a:cubicBezTo>
                  <a:cubicBezTo>
                    <a:pt x="51898" y="25996"/>
                    <a:pt x="50108" y="27962"/>
                    <a:pt x="48315" y="29931"/>
                  </a:cubicBezTo>
                  <a:cubicBezTo>
                    <a:pt x="52247" y="24610"/>
                    <a:pt x="56303" y="19431"/>
                    <a:pt x="61073" y="14774"/>
                  </a:cubicBezTo>
                  <a:cubicBezTo>
                    <a:pt x="61956" y="13908"/>
                    <a:pt x="62788" y="12993"/>
                    <a:pt x="63642" y="12098"/>
                  </a:cubicBezTo>
                  <a:close/>
                  <a:moveTo>
                    <a:pt x="21781" y="27875"/>
                  </a:moveTo>
                  <a:lnTo>
                    <a:pt x="21781" y="27875"/>
                  </a:lnTo>
                  <a:cubicBezTo>
                    <a:pt x="21726" y="27956"/>
                    <a:pt x="21671" y="28040"/>
                    <a:pt x="21622" y="28118"/>
                  </a:cubicBezTo>
                  <a:cubicBezTo>
                    <a:pt x="21484" y="28324"/>
                    <a:pt x="20080" y="29959"/>
                    <a:pt x="20018" y="29959"/>
                  </a:cubicBezTo>
                  <a:cubicBezTo>
                    <a:pt x="19993" y="29959"/>
                    <a:pt x="20181" y="29700"/>
                    <a:pt x="20747" y="28987"/>
                  </a:cubicBezTo>
                  <a:cubicBezTo>
                    <a:pt x="21062" y="28591"/>
                    <a:pt x="21420" y="28233"/>
                    <a:pt x="21781" y="27875"/>
                  </a:cubicBezTo>
                  <a:close/>
                  <a:moveTo>
                    <a:pt x="65822" y="24324"/>
                  </a:moveTo>
                  <a:lnTo>
                    <a:pt x="65822" y="24324"/>
                  </a:lnTo>
                  <a:cubicBezTo>
                    <a:pt x="64803" y="25866"/>
                    <a:pt x="63449" y="27275"/>
                    <a:pt x="62225" y="28640"/>
                  </a:cubicBezTo>
                  <a:cubicBezTo>
                    <a:pt x="61740" y="29183"/>
                    <a:pt x="61269" y="29734"/>
                    <a:pt x="60801" y="30289"/>
                  </a:cubicBezTo>
                  <a:cubicBezTo>
                    <a:pt x="61777" y="29116"/>
                    <a:pt x="62753" y="27941"/>
                    <a:pt x="63712" y="26755"/>
                  </a:cubicBezTo>
                  <a:cubicBezTo>
                    <a:pt x="64300" y="26027"/>
                    <a:pt x="65213" y="25147"/>
                    <a:pt x="65822" y="24324"/>
                  </a:cubicBezTo>
                  <a:close/>
                  <a:moveTo>
                    <a:pt x="23227" y="24841"/>
                  </a:moveTo>
                  <a:cubicBezTo>
                    <a:pt x="23267" y="24841"/>
                    <a:pt x="23252" y="24968"/>
                    <a:pt x="23149" y="25285"/>
                  </a:cubicBezTo>
                  <a:cubicBezTo>
                    <a:pt x="22996" y="25759"/>
                    <a:pt x="22780" y="26212"/>
                    <a:pt x="22534" y="26654"/>
                  </a:cubicBezTo>
                  <a:cubicBezTo>
                    <a:pt x="21483" y="27846"/>
                    <a:pt x="20213" y="28816"/>
                    <a:pt x="19589" y="30315"/>
                  </a:cubicBezTo>
                  <a:cubicBezTo>
                    <a:pt x="19615" y="30173"/>
                    <a:pt x="19644" y="30032"/>
                    <a:pt x="19662" y="29884"/>
                  </a:cubicBezTo>
                  <a:cubicBezTo>
                    <a:pt x="19665" y="29841"/>
                    <a:pt x="19644" y="29798"/>
                    <a:pt x="19610" y="29772"/>
                  </a:cubicBezTo>
                  <a:cubicBezTo>
                    <a:pt x="20441" y="28796"/>
                    <a:pt x="21255" y="27823"/>
                    <a:pt x="22003" y="26775"/>
                  </a:cubicBezTo>
                  <a:cubicBezTo>
                    <a:pt x="22166" y="26548"/>
                    <a:pt x="23077" y="24841"/>
                    <a:pt x="23227" y="24841"/>
                  </a:cubicBezTo>
                  <a:close/>
                  <a:moveTo>
                    <a:pt x="24275" y="22554"/>
                  </a:moveTo>
                  <a:lnTo>
                    <a:pt x="24275" y="22554"/>
                  </a:lnTo>
                  <a:cubicBezTo>
                    <a:pt x="24122" y="23169"/>
                    <a:pt x="23986" y="23761"/>
                    <a:pt x="23836" y="24232"/>
                  </a:cubicBezTo>
                  <a:cubicBezTo>
                    <a:pt x="23045" y="26680"/>
                    <a:pt x="22453" y="29197"/>
                    <a:pt x="20069" y="30502"/>
                  </a:cubicBezTo>
                  <a:cubicBezTo>
                    <a:pt x="20054" y="30456"/>
                    <a:pt x="20020" y="30418"/>
                    <a:pt x="19973" y="30404"/>
                  </a:cubicBezTo>
                  <a:cubicBezTo>
                    <a:pt x="21163" y="29391"/>
                    <a:pt x="22142" y="28152"/>
                    <a:pt x="22849" y="26761"/>
                  </a:cubicBezTo>
                  <a:cubicBezTo>
                    <a:pt x="22881" y="26726"/>
                    <a:pt x="22915" y="26691"/>
                    <a:pt x="22947" y="26654"/>
                  </a:cubicBezTo>
                  <a:cubicBezTo>
                    <a:pt x="22982" y="26613"/>
                    <a:pt x="22990" y="26556"/>
                    <a:pt x="22970" y="26507"/>
                  </a:cubicBezTo>
                  <a:cubicBezTo>
                    <a:pt x="23311" y="25811"/>
                    <a:pt x="23571" y="25078"/>
                    <a:pt x="23744" y="24324"/>
                  </a:cubicBezTo>
                  <a:cubicBezTo>
                    <a:pt x="23769" y="24220"/>
                    <a:pt x="23678" y="24118"/>
                    <a:pt x="23583" y="24118"/>
                  </a:cubicBezTo>
                  <a:cubicBezTo>
                    <a:pt x="23546" y="24118"/>
                    <a:pt x="23509" y="24133"/>
                    <a:pt x="23478" y="24168"/>
                  </a:cubicBezTo>
                  <a:cubicBezTo>
                    <a:pt x="23195" y="24494"/>
                    <a:pt x="22933" y="24832"/>
                    <a:pt x="22676" y="25179"/>
                  </a:cubicBezTo>
                  <a:cubicBezTo>
                    <a:pt x="23221" y="24312"/>
                    <a:pt x="23753" y="23438"/>
                    <a:pt x="24275" y="22554"/>
                  </a:cubicBezTo>
                  <a:close/>
                  <a:moveTo>
                    <a:pt x="40986" y="10409"/>
                  </a:moveTo>
                  <a:cubicBezTo>
                    <a:pt x="41013" y="10409"/>
                    <a:pt x="40977" y="10500"/>
                    <a:pt x="40858" y="10709"/>
                  </a:cubicBezTo>
                  <a:cubicBezTo>
                    <a:pt x="40067" y="12095"/>
                    <a:pt x="39111" y="13391"/>
                    <a:pt x="38188" y="14687"/>
                  </a:cubicBezTo>
                  <a:cubicBezTo>
                    <a:pt x="37350" y="15856"/>
                    <a:pt x="36478" y="17000"/>
                    <a:pt x="35604" y="18137"/>
                  </a:cubicBezTo>
                  <a:cubicBezTo>
                    <a:pt x="35465" y="18313"/>
                    <a:pt x="35329" y="18486"/>
                    <a:pt x="35191" y="18660"/>
                  </a:cubicBezTo>
                  <a:cubicBezTo>
                    <a:pt x="32211" y="22419"/>
                    <a:pt x="28738" y="26316"/>
                    <a:pt x="26515" y="30597"/>
                  </a:cubicBezTo>
                  <a:cubicBezTo>
                    <a:pt x="26466" y="30346"/>
                    <a:pt x="26426" y="30095"/>
                    <a:pt x="26397" y="29850"/>
                  </a:cubicBezTo>
                  <a:cubicBezTo>
                    <a:pt x="26423" y="29850"/>
                    <a:pt x="26446" y="29838"/>
                    <a:pt x="26461" y="29815"/>
                  </a:cubicBezTo>
                  <a:cubicBezTo>
                    <a:pt x="26726" y="29440"/>
                    <a:pt x="26998" y="29067"/>
                    <a:pt x="27266" y="28695"/>
                  </a:cubicBezTo>
                  <a:cubicBezTo>
                    <a:pt x="27592" y="28256"/>
                    <a:pt x="27916" y="27812"/>
                    <a:pt x="28230" y="27364"/>
                  </a:cubicBezTo>
                  <a:cubicBezTo>
                    <a:pt x="31530" y="22895"/>
                    <a:pt x="35070" y="18614"/>
                    <a:pt x="38173" y="13994"/>
                  </a:cubicBezTo>
                  <a:cubicBezTo>
                    <a:pt x="38248" y="13885"/>
                    <a:pt x="40821" y="10409"/>
                    <a:pt x="40986" y="10409"/>
                  </a:cubicBezTo>
                  <a:close/>
                  <a:moveTo>
                    <a:pt x="61953" y="24956"/>
                  </a:moveTo>
                  <a:lnTo>
                    <a:pt x="61953" y="24956"/>
                  </a:lnTo>
                  <a:cubicBezTo>
                    <a:pt x="60267" y="26914"/>
                    <a:pt x="58604" y="28888"/>
                    <a:pt x="56936" y="30863"/>
                  </a:cubicBezTo>
                  <a:cubicBezTo>
                    <a:pt x="58027" y="29402"/>
                    <a:pt x="59130" y="27953"/>
                    <a:pt x="60259" y="26521"/>
                  </a:cubicBezTo>
                  <a:cubicBezTo>
                    <a:pt x="60822" y="25996"/>
                    <a:pt x="61388" y="25476"/>
                    <a:pt x="61953" y="24956"/>
                  </a:cubicBezTo>
                  <a:close/>
                  <a:moveTo>
                    <a:pt x="37740" y="17681"/>
                  </a:moveTo>
                  <a:lnTo>
                    <a:pt x="37740" y="17681"/>
                  </a:lnTo>
                  <a:cubicBezTo>
                    <a:pt x="36906" y="18931"/>
                    <a:pt x="36083" y="20187"/>
                    <a:pt x="35251" y="21440"/>
                  </a:cubicBezTo>
                  <a:cubicBezTo>
                    <a:pt x="33909" y="23189"/>
                    <a:pt x="32679" y="25011"/>
                    <a:pt x="31484" y="26859"/>
                  </a:cubicBezTo>
                  <a:cubicBezTo>
                    <a:pt x="30325" y="28409"/>
                    <a:pt x="29112" y="29902"/>
                    <a:pt x="27795" y="31306"/>
                  </a:cubicBezTo>
                  <a:lnTo>
                    <a:pt x="27795" y="31306"/>
                  </a:lnTo>
                  <a:cubicBezTo>
                    <a:pt x="29397" y="29597"/>
                    <a:pt x="30571" y="27078"/>
                    <a:pt x="31891" y="25138"/>
                  </a:cubicBezTo>
                  <a:cubicBezTo>
                    <a:pt x="33666" y="22534"/>
                    <a:pt x="35679" y="20126"/>
                    <a:pt x="37705" y="17721"/>
                  </a:cubicBezTo>
                  <a:cubicBezTo>
                    <a:pt x="37717" y="17707"/>
                    <a:pt x="37729" y="17695"/>
                    <a:pt x="37740" y="17681"/>
                  </a:cubicBezTo>
                  <a:close/>
                  <a:moveTo>
                    <a:pt x="42931" y="17964"/>
                  </a:moveTo>
                  <a:cubicBezTo>
                    <a:pt x="39604" y="22773"/>
                    <a:pt x="36443" y="27693"/>
                    <a:pt x="32904" y="31969"/>
                  </a:cubicBezTo>
                  <a:cubicBezTo>
                    <a:pt x="33895" y="30623"/>
                    <a:pt x="34830" y="29238"/>
                    <a:pt x="35774" y="27861"/>
                  </a:cubicBezTo>
                  <a:cubicBezTo>
                    <a:pt x="38083" y="24489"/>
                    <a:pt x="40444" y="21198"/>
                    <a:pt x="42931" y="17964"/>
                  </a:cubicBezTo>
                  <a:close/>
                  <a:moveTo>
                    <a:pt x="44383" y="8740"/>
                  </a:moveTo>
                  <a:cubicBezTo>
                    <a:pt x="44331" y="8858"/>
                    <a:pt x="44268" y="8977"/>
                    <a:pt x="44210" y="9095"/>
                  </a:cubicBezTo>
                  <a:cubicBezTo>
                    <a:pt x="42149" y="11370"/>
                    <a:pt x="40327" y="13864"/>
                    <a:pt x="38583" y="16428"/>
                  </a:cubicBezTo>
                  <a:cubicBezTo>
                    <a:pt x="37474" y="17612"/>
                    <a:pt x="36386" y="18761"/>
                    <a:pt x="35459" y="19864"/>
                  </a:cubicBezTo>
                  <a:cubicBezTo>
                    <a:pt x="32266" y="23669"/>
                    <a:pt x="29674" y="27904"/>
                    <a:pt x="26902" y="32015"/>
                  </a:cubicBezTo>
                  <a:cubicBezTo>
                    <a:pt x="26894" y="31989"/>
                    <a:pt x="26882" y="31969"/>
                    <a:pt x="26873" y="31943"/>
                  </a:cubicBezTo>
                  <a:cubicBezTo>
                    <a:pt x="26836" y="31833"/>
                    <a:pt x="26813" y="31732"/>
                    <a:pt x="26781" y="31628"/>
                  </a:cubicBezTo>
                  <a:cubicBezTo>
                    <a:pt x="26911" y="31487"/>
                    <a:pt x="27041" y="31342"/>
                    <a:pt x="27171" y="31201"/>
                  </a:cubicBezTo>
                  <a:cubicBezTo>
                    <a:pt x="27191" y="31178"/>
                    <a:pt x="27171" y="31147"/>
                    <a:pt x="27146" y="31147"/>
                  </a:cubicBezTo>
                  <a:cubicBezTo>
                    <a:pt x="27139" y="31147"/>
                    <a:pt x="27131" y="31149"/>
                    <a:pt x="27125" y="31155"/>
                  </a:cubicBezTo>
                  <a:cubicBezTo>
                    <a:pt x="27662" y="30667"/>
                    <a:pt x="28198" y="29717"/>
                    <a:pt x="28712" y="28758"/>
                  </a:cubicBezTo>
                  <a:cubicBezTo>
                    <a:pt x="29630" y="27503"/>
                    <a:pt x="30436" y="26166"/>
                    <a:pt x="31256" y="24829"/>
                  </a:cubicBezTo>
                  <a:cubicBezTo>
                    <a:pt x="32783" y="22834"/>
                    <a:pt x="34408" y="20909"/>
                    <a:pt x="35985" y="18960"/>
                  </a:cubicBezTo>
                  <a:cubicBezTo>
                    <a:pt x="37125" y="17551"/>
                    <a:pt x="38150" y="16079"/>
                    <a:pt x="39160" y="14575"/>
                  </a:cubicBezTo>
                  <a:cubicBezTo>
                    <a:pt x="39562" y="13974"/>
                    <a:pt x="39977" y="13382"/>
                    <a:pt x="40396" y="12790"/>
                  </a:cubicBezTo>
                  <a:cubicBezTo>
                    <a:pt x="40581" y="12559"/>
                    <a:pt x="40766" y="12326"/>
                    <a:pt x="40950" y="12092"/>
                  </a:cubicBezTo>
                  <a:cubicBezTo>
                    <a:pt x="41776" y="11281"/>
                    <a:pt x="44216" y="9118"/>
                    <a:pt x="44383" y="8740"/>
                  </a:cubicBezTo>
                  <a:close/>
                  <a:moveTo>
                    <a:pt x="57142" y="17706"/>
                  </a:moveTo>
                  <a:cubicBezTo>
                    <a:pt x="55448" y="19804"/>
                    <a:pt x="53810" y="21931"/>
                    <a:pt x="52155" y="23923"/>
                  </a:cubicBezTo>
                  <a:cubicBezTo>
                    <a:pt x="49906" y="26631"/>
                    <a:pt x="47657" y="29345"/>
                    <a:pt x="45408" y="32064"/>
                  </a:cubicBezTo>
                  <a:cubicBezTo>
                    <a:pt x="47484" y="29295"/>
                    <a:pt x="49473" y="26455"/>
                    <a:pt x="51577" y="23856"/>
                  </a:cubicBezTo>
                  <a:cubicBezTo>
                    <a:pt x="53298" y="21735"/>
                    <a:pt x="55214" y="19721"/>
                    <a:pt x="57142" y="17706"/>
                  </a:cubicBezTo>
                  <a:close/>
                  <a:moveTo>
                    <a:pt x="59089" y="954"/>
                  </a:moveTo>
                  <a:lnTo>
                    <a:pt x="59089" y="954"/>
                  </a:lnTo>
                  <a:cubicBezTo>
                    <a:pt x="59364" y="1069"/>
                    <a:pt x="59629" y="1205"/>
                    <a:pt x="59886" y="1361"/>
                  </a:cubicBezTo>
                  <a:cubicBezTo>
                    <a:pt x="59843" y="1361"/>
                    <a:pt x="59805" y="1378"/>
                    <a:pt x="59777" y="1410"/>
                  </a:cubicBezTo>
                  <a:cubicBezTo>
                    <a:pt x="55212" y="6716"/>
                    <a:pt x="50235" y="11572"/>
                    <a:pt x="45786" y="16994"/>
                  </a:cubicBezTo>
                  <a:cubicBezTo>
                    <a:pt x="41687" y="21988"/>
                    <a:pt x="38465" y="27953"/>
                    <a:pt x="34102" y="32722"/>
                  </a:cubicBezTo>
                  <a:cubicBezTo>
                    <a:pt x="38574" y="27739"/>
                    <a:pt x="41808" y="21085"/>
                    <a:pt x="45977" y="15926"/>
                  </a:cubicBezTo>
                  <a:cubicBezTo>
                    <a:pt x="48332" y="13007"/>
                    <a:pt x="50801" y="10195"/>
                    <a:pt x="53382" y="7484"/>
                  </a:cubicBezTo>
                  <a:cubicBezTo>
                    <a:pt x="55359" y="5405"/>
                    <a:pt x="57672" y="3616"/>
                    <a:pt x="59084" y="1087"/>
                  </a:cubicBezTo>
                  <a:cubicBezTo>
                    <a:pt x="59104" y="1046"/>
                    <a:pt x="59107" y="997"/>
                    <a:pt x="59089" y="954"/>
                  </a:cubicBezTo>
                  <a:close/>
                  <a:moveTo>
                    <a:pt x="29783" y="29411"/>
                  </a:moveTo>
                  <a:cubicBezTo>
                    <a:pt x="29529" y="29821"/>
                    <a:pt x="29290" y="30237"/>
                    <a:pt x="29062" y="30655"/>
                  </a:cubicBezTo>
                  <a:cubicBezTo>
                    <a:pt x="28525" y="31490"/>
                    <a:pt x="28005" y="32330"/>
                    <a:pt x="27514" y="33176"/>
                  </a:cubicBezTo>
                  <a:cubicBezTo>
                    <a:pt x="27327" y="32924"/>
                    <a:pt x="27168" y="32656"/>
                    <a:pt x="27044" y="32370"/>
                  </a:cubicBezTo>
                  <a:cubicBezTo>
                    <a:pt x="28089" y="31464"/>
                    <a:pt x="28969" y="30465"/>
                    <a:pt x="29783" y="29411"/>
                  </a:cubicBezTo>
                  <a:close/>
                  <a:moveTo>
                    <a:pt x="39946" y="18972"/>
                  </a:moveTo>
                  <a:lnTo>
                    <a:pt x="39946" y="18972"/>
                  </a:lnTo>
                  <a:cubicBezTo>
                    <a:pt x="37558" y="22104"/>
                    <a:pt x="35182" y="25248"/>
                    <a:pt x="32849" y="28418"/>
                  </a:cubicBezTo>
                  <a:cubicBezTo>
                    <a:pt x="32292" y="29215"/>
                    <a:pt x="31744" y="30020"/>
                    <a:pt x="31204" y="30828"/>
                  </a:cubicBezTo>
                  <a:cubicBezTo>
                    <a:pt x="29981" y="32638"/>
                    <a:pt x="29486" y="33269"/>
                    <a:pt x="29397" y="33269"/>
                  </a:cubicBezTo>
                  <a:cubicBezTo>
                    <a:pt x="29214" y="33269"/>
                    <a:pt x="30747" y="30605"/>
                    <a:pt x="31201" y="30035"/>
                  </a:cubicBezTo>
                  <a:cubicBezTo>
                    <a:pt x="32269" y="28692"/>
                    <a:pt x="33450" y="27445"/>
                    <a:pt x="34498" y="26085"/>
                  </a:cubicBezTo>
                  <a:cubicBezTo>
                    <a:pt x="36334" y="23709"/>
                    <a:pt x="38115" y="21322"/>
                    <a:pt x="39946" y="18972"/>
                  </a:cubicBezTo>
                  <a:close/>
                  <a:moveTo>
                    <a:pt x="20187" y="31481"/>
                  </a:moveTo>
                  <a:cubicBezTo>
                    <a:pt x="20476" y="31772"/>
                    <a:pt x="20675" y="32099"/>
                    <a:pt x="20779" y="32442"/>
                  </a:cubicBezTo>
                  <a:cubicBezTo>
                    <a:pt x="20776" y="32448"/>
                    <a:pt x="20770" y="32445"/>
                    <a:pt x="20764" y="32451"/>
                  </a:cubicBezTo>
                  <a:cubicBezTo>
                    <a:pt x="20562" y="32691"/>
                    <a:pt x="20375" y="32939"/>
                    <a:pt x="20181" y="33187"/>
                  </a:cubicBezTo>
                  <a:cubicBezTo>
                    <a:pt x="20323" y="32867"/>
                    <a:pt x="20438" y="32535"/>
                    <a:pt x="20531" y="32197"/>
                  </a:cubicBezTo>
                  <a:cubicBezTo>
                    <a:pt x="20566" y="32061"/>
                    <a:pt x="20468" y="31978"/>
                    <a:pt x="20362" y="31978"/>
                  </a:cubicBezTo>
                  <a:cubicBezTo>
                    <a:pt x="20304" y="31978"/>
                    <a:pt x="20244" y="32003"/>
                    <a:pt x="20201" y="32058"/>
                  </a:cubicBezTo>
                  <a:cubicBezTo>
                    <a:pt x="19887" y="32471"/>
                    <a:pt x="19581" y="32890"/>
                    <a:pt x="19275" y="33311"/>
                  </a:cubicBezTo>
                  <a:cubicBezTo>
                    <a:pt x="19601" y="32711"/>
                    <a:pt x="19916" y="32107"/>
                    <a:pt x="20187" y="31481"/>
                  </a:cubicBezTo>
                  <a:close/>
                  <a:moveTo>
                    <a:pt x="14638" y="29498"/>
                  </a:moveTo>
                  <a:cubicBezTo>
                    <a:pt x="14757" y="29567"/>
                    <a:pt x="14875" y="29636"/>
                    <a:pt x="14988" y="29705"/>
                  </a:cubicBezTo>
                  <a:cubicBezTo>
                    <a:pt x="14160" y="30833"/>
                    <a:pt x="13024" y="32410"/>
                    <a:pt x="12475" y="33326"/>
                  </a:cubicBezTo>
                  <a:lnTo>
                    <a:pt x="12475" y="33326"/>
                  </a:lnTo>
                  <a:cubicBezTo>
                    <a:pt x="13239" y="32051"/>
                    <a:pt x="14032" y="30856"/>
                    <a:pt x="14638" y="29498"/>
                  </a:cubicBezTo>
                  <a:close/>
                  <a:moveTo>
                    <a:pt x="63354" y="5319"/>
                  </a:moveTo>
                  <a:cubicBezTo>
                    <a:pt x="63471" y="5319"/>
                    <a:pt x="62297" y="6873"/>
                    <a:pt x="61506" y="7926"/>
                  </a:cubicBezTo>
                  <a:cubicBezTo>
                    <a:pt x="59101" y="10530"/>
                    <a:pt x="56861" y="13405"/>
                    <a:pt x="54693" y="16298"/>
                  </a:cubicBezTo>
                  <a:cubicBezTo>
                    <a:pt x="55588" y="15164"/>
                    <a:pt x="56520" y="14061"/>
                    <a:pt x="57473" y="12981"/>
                  </a:cubicBezTo>
                  <a:lnTo>
                    <a:pt x="57473" y="12981"/>
                  </a:lnTo>
                  <a:cubicBezTo>
                    <a:pt x="55316" y="15666"/>
                    <a:pt x="53235" y="18368"/>
                    <a:pt x="51188" y="21117"/>
                  </a:cubicBezTo>
                  <a:cubicBezTo>
                    <a:pt x="51563" y="20559"/>
                    <a:pt x="51944" y="20008"/>
                    <a:pt x="52334" y="19459"/>
                  </a:cubicBezTo>
                  <a:lnTo>
                    <a:pt x="52334" y="19459"/>
                  </a:lnTo>
                  <a:cubicBezTo>
                    <a:pt x="51537" y="20528"/>
                    <a:pt x="50740" y="21590"/>
                    <a:pt x="49946" y="22615"/>
                  </a:cubicBezTo>
                  <a:cubicBezTo>
                    <a:pt x="47229" y="26116"/>
                    <a:pt x="44049" y="29617"/>
                    <a:pt x="41360" y="33354"/>
                  </a:cubicBezTo>
                  <a:lnTo>
                    <a:pt x="41360" y="33354"/>
                  </a:lnTo>
                  <a:cubicBezTo>
                    <a:pt x="41610" y="32999"/>
                    <a:pt x="41858" y="32641"/>
                    <a:pt x="42102" y="32281"/>
                  </a:cubicBezTo>
                  <a:cubicBezTo>
                    <a:pt x="44054" y="29780"/>
                    <a:pt x="45858" y="27156"/>
                    <a:pt x="47738" y="24613"/>
                  </a:cubicBezTo>
                  <a:cubicBezTo>
                    <a:pt x="50657" y="20666"/>
                    <a:pt x="53737" y="16861"/>
                    <a:pt x="56768" y="13007"/>
                  </a:cubicBezTo>
                  <a:cubicBezTo>
                    <a:pt x="58108" y="11304"/>
                    <a:pt x="59453" y="9615"/>
                    <a:pt x="60853" y="7963"/>
                  </a:cubicBezTo>
                  <a:cubicBezTo>
                    <a:pt x="61543" y="7164"/>
                    <a:pt x="62262" y="6387"/>
                    <a:pt x="63004" y="5636"/>
                  </a:cubicBezTo>
                  <a:cubicBezTo>
                    <a:pt x="63217" y="5415"/>
                    <a:pt x="63325" y="5319"/>
                    <a:pt x="63354" y="5319"/>
                  </a:cubicBezTo>
                  <a:close/>
                  <a:moveTo>
                    <a:pt x="7666" y="32382"/>
                  </a:moveTo>
                  <a:lnTo>
                    <a:pt x="7666" y="32382"/>
                  </a:lnTo>
                  <a:cubicBezTo>
                    <a:pt x="7649" y="32411"/>
                    <a:pt x="7634" y="32439"/>
                    <a:pt x="7617" y="32468"/>
                  </a:cubicBezTo>
                  <a:cubicBezTo>
                    <a:pt x="7392" y="32832"/>
                    <a:pt x="7155" y="33187"/>
                    <a:pt x="6915" y="33545"/>
                  </a:cubicBezTo>
                  <a:lnTo>
                    <a:pt x="6913" y="33545"/>
                  </a:lnTo>
                  <a:cubicBezTo>
                    <a:pt x="6895" y="33522"/>
                    <a:pt x="6878" y="33499"/>
                    <a:pt x="6861" y="33479"/>
                  </a:cubicBezTo>
                  <a:cubicBezTo>
                    <a:pt x="6269" y="32743"/>
                    <a:pt x="6967" y="32439"/>
                    <a:pt x="7666" y="32382"/>
                  </a:cubicBezTo>
                  <a:close/>
                  <a:moveTo>
                    <a:pt x="18957" y="27705"/>
                  </a:moveTo>
                  <a:lnTo>
                    <a:pt x="18957" y="27705"/>
                  </a:lnTo>
                  <a:cubicBezTo>
                    <a:pt x="18311" y="28834"/>
                    <a:pt x="17658" y="29959"/>
                    <a:pt x="16971" y="31065"/>
                  </a:cubicBezTo>
                  <a:cubicBezTo>
                    <a:pt x="16350" y="31888"/>
                    <a:pt x="15738" y="32714"/>
                    <a:pt x="15129" y="33539"/>
                  </a:cubicBezTo>
                  <a:cubicBezTo>
                    <a:pt x="14913" y="33554"/>
                    <a:pt x="14696" y="33568"/>
                    <a:pt x="14479" y="33591"/>
                  </a:cubicBezTo>
                  <a:cubicBezTo>
                    <a:pt x="14494" y="33568"/>
                    <a:pt x="14505" y="33545"/>
                    <a:pt x="14520" y="33525"/>
                  </a:cubicBezTo>
                  <a:cubicBezTo>
                    <a:pt x="14527" y="33527"/>
                    <a:pt x="14535" y="33528"/>
                    <a:pt x="14542" y="33528"/>
                  </a:cubicBezTo>
                  <a:cubicBezTo>
                    <a:pt x="14580" y="33528"/>
                    <a:pt x="14614" y="33503"/>
                    <a:pt x="14624" y="33464"/>
                  </a:cubicBezTo>
                  <a:cubicBezTo>
                    <a:pt x="14661" y="33343"/>
                    <a:pt x="14725" y="33228"/>
                    <a:pt x="14771" y="33109"/>
                  </a:cubicBezTo>
                  <a:cubicBezTo>
                    <a:pt x="15080" y="32618"/>
                    <a:pt x="15357" y="32107"/>
                    <a:pt x="15602" y="31582"/>
                  </a:cubicBezTo>
                  <a:cubicBezTo>
                    <a:pt x="16561" y="30208"/>
                    <a:pt x="17903" y="28955"/>
                    <a:pt x="18957" y="27705"/>
                  </a:cubicBezTo>
                  <a:close/>
                  <a:moveTo>
                    <a:pt x="33297" y="29090"/>
                  </a:moveTo>
                  <a:cubicBezTo>
                    <a:pt x="32685" y="30020"/>
                    <a:pt x="32102" y="30964"/>
                    <a:pt x="31556" y="31957"/>
                  </a:cubicBezTo>
                  <a:cubicBezTo>
                    <a:pt x="31250" y="32780"/>
                    <a:pt x="30670" y="33329"/>
                    <a:pt x="29815" y="33603"/>
                  </a:cubicBezTo>
                  <a:cubicBezTo>
                    <a:pt x="29977" y="33245"/>
                    <a:pt x="30159" y="32896"/>
                    <a:pt x="30358" y="32558"/>
                  </a:cubicBezTo>
                  <a:cubicBezTo>
                    <a:pt x="31386" y="31487"/>
                    <a:pt x="32359" y="30312"/>
                    <a:pt x="33297" y="29090"/>
                  </a:cubicBezTo>
                  <a:close/>
                  <a:moveTo>
                    <a:pt x="8567" y="32460"/>
                  </a:moveTo>
                  <a:lnTo>
                    <a:pt x="8567" y="32460"/>
                  </a:lnTo>
                  <a:cubicBezTo>
                    <a:pt x="8671" y="32488"/>
                    <a:pt x="8766" y="32517"/>
                    <a:pt x="8861" y="32546"/>
                  </a:cubicBezTo>
                  <a:cubicBezTo>
                    <a:pt x="8570" y="32947"/>
                    <a:pt x="8220" y="33297"/>
                    <a:pt x="7848" y="33623"/>
                  </a:cubicBezTo>
                  <a:cubicBezTo>
                    <a:pt x="8067" y="33262"/>
                    <a:pt x="8313" y="32916"/>
                    <a:pt x="8550" y="32564"/>
                  </a:cubicBezTo>
                  <a:cubicBezTo>
                    <a:pt x="8567" y="32532"/>
                    <a:pt x="8576" y="32494"/>
                    <a:pt x="8567" y="32460"/>
                  </a:cubicBezTo>
                  <a:close/>
                  <a:moveTo>
                    <a:pt x="15328" y="29925"/>
                  </a:moveTo>
                  <a:cubicBezTo>
                    <a:pt x="15449" y="30003"/>
                    <a:pt x="15551" y="30075"/>
                    <a:pt x="15637" y="30136"/>
                  </a:cubicBezTo>
                  <a:cubicBezTo>
                    <a:pt x="14676" y="31328"/>
                    <a:pt x="13613" y="32442"/>
                    <a:pt x="12678" y="33629"/>
                  </a:cubicBezTo>
                  <a:cubicBezTo>
                    <a:pt x="12730" y="33562"/>
                    <a:pt x="12698" y="33464"/>
                    <a:pt x="12617" y="33441"/>
                  </a:cubicBezTo>
                  <a:cubicBezTo>
                    <a:pt x="13619" y="32347"/>
                    <a:pt x="14445" y="31132"/>
                    <a:pt x="15328" y="29925"/>
                  </a:cubicBezTo>
                  <a:close/>
                  <a:moveTo>
                    <a:pt x="23916" y="22709"/>
                  </a:moveTo>
                  <a:cubicBezTo>
                    <a:pt x="23973" y="22709"/>
                    <a:pt x="23052" y="23981"/>
                    <a:pt x="22912" y="24209"/>
                  </a:cubicBezTo>
                  <a:cubicBezTo>
                    <a:pt x="21732" y="26143"/>
                    <a:pt x="20450" y="28014"/>
                    <a:pt x="19122" y="29847"/>
                  </a:cubicBezTo>
                  <a:cubicBezTo>
                    <a:pt x="19001" y="30011"/>
                    <a:pt x="18873" y="30173"/>
                    <a:pt x="18752" y="30335"/>
                  </a:cubicBezTo>
                  <a:cubicBezTo>
                    <a:pt x="17811" y="31429"/>
                    <a:pt x="16879" y="32523"/>
                    <a:pt x="16064" y="33727"/>
                  </a:cubicBezTo>
                  <a:cubicBezTo>
                    <a:pt x="15909" y="33652"/>
                    <a:pt x="15744" y="33591"/>
                    <a:pt x="15577" y="33551"/>
                  </a:cubicBezTo>
                  <a:cubicBezTo>
                    <a:pt x="15680" y="33424"/>
                    <a:pt x="15773" y="33288"/>
                    <a:pt x="15874" y="33158"/>
                  </a:cubicBezTo>
                  <a:cubicBezTo>
                    <a:pt x="17774" y="30869"/>
                    <a:pt x="19690" y="28499"/>
                    <a:pt x="21402" y="26068"/>
                  </a:cubicBezTo>
                  <a:cubicBezTo>
                    <a:pt x="22092" y="25089"/>
                    <a:pt x="22739" y="24105"/>
                    <a:pt x="23504" y="23175"/>
                  </a:cubicBezTo>
                  <a:cubicBezTo>
                    <a:pt x="23780" y="22839"/>
                    <a:pt x="23898" y="22709"/>
                    <a:pt x="23916" y="22709"/>
                  </a:cubicBezTo>
                  <a:close/>
                  <a:moveTo>
                    <a:pt x="14918" y="31868"/>
                  </a:moveTo>
                  <a:cubicBezTo>
                    <a:pt x="14981" y="31868"/>
                    <a:pt x="15001" y="31929"/>
                    <a:pt x="14962" y="32070"/>
                  </a:cubicBezTo>
                  <a:cubicBezTo>
                    <a:pt x="14632" y="32590"/>
                    <a:pt x="14309" y="33112"/>
                    <a:pt x="13997" y="33640"/>
                  </a:cubicBezTo>
                  <a:lnTo>
                    <a:pt x="14000" y="33640"/>
                  </a:lnTo>
                  <a:cubicBezTo>
                    <a:pt x="13582" y="33687"/>
                    <a:pt x="13163" y="33727"/>
                    <a:pt x="12744" y="33753"/>
                  </a:cubicBezTo>
                  <a:cubicBezTo>
                    <a:pt x="13509" y="33047"/>
                    <a:pt x="14640" y="31868"/>
                    <a:pt x="14918" y="31868"/>
                  </a:cubicBezTo>
                  <a:close/>
                  <a:moveTo>
                    <a:pt x="18744" y="31879"/>
                  </a:moveTo>
                  <a:lnTo>
                    <a:pt x="18744" y="31879"/>
                  </a:lnTo>
                  <a:cubicBezTo>
                    <a:pt x="18576" y="32246"/>
                    <a:pt x="18391" y="32607"/>
                    <a:pt x="18201" y="32962"/>
                  </a:cubicBezTo>
                  <a:cubicBezTo>
                    <a:pt x="17932" y="33279"/>
                    <a:pt x="17618" y="33551"/>
                    <a:pt x="17263" y="33767"/>
                  </a:cubicBezTo>
                  <a:cubicBezTo>
                    <a:pt x="17280" y="33710"/>
                    <a:pt x="17289" y="33646"/>
                    <a:pt x="17306" y="33591"/>
                  </a:cubicBezTo>
                  <a:cubicBezTo>
                    <a:pt x="17704" y="32985"/>
                    <a:pt x="18209" y="32413"/>
                    <a:pt x="18744" y="31879"/>
                  </a:cubicBezTo>
                  <a:close/>
                  <a:moveTo>
                    <a:pt x="66440" y="29578"/>
                  </a:moveTo>
                  <a:cubicBezTo>
                    <a:pt x="66659" y="29907"/>
                    <a:pt x="66792" y="30176"/>
                    <a:pt x="66864" y="30398"/>
                  </a:cubicBezTo>
                  <a:cubicBezTo>
                    <a:pt x="66844" y="30404"/>
                    <a:pt x="66824" y="30404"/>
                    <a:pt x="66806" y="30424"/>
                  </a:cubicBezTo>
                  <a:cubicBezTo>
                    <a:pt x="65836" y="31550"/>
                    <a:pt x="64861" y="32667"/>
                    <a:pt x="63879" y="33779"/>
                  </a:cubicBezTo>
                  <a:cubicBezTo>
                    <a:pt x="64869" y="32445"/>
                    <a:pt x="65744" y="31054"/>
                    <a:pt x="66440" y="29578"/>
                  </a:cubicBezTo>
                  <a:close/>
                  <a:moveTo>
                    <a:pt x="53696" y="2429"/>
                  </a:moveTo>
                  <a:cubicBezTo>
                    <a:pt x="53845" y="2429"/>
                    <a:pt x="53297" y="3167"/>
                    <a:pt x="52019" y="4485"/>
                  </a:cubicBezTo>
                  <a:cubicBezTo>
                    <a:pt x="50824" y="5717"/>
                    <a:pt x="49660" y="6999"/>
                    <a:pt x="48514" y="8301"/>
                  </a:cubicBezTo>
                  <a:cubicBezTo>
                    <a:pt x="45630" y="11396"/>
                    <a:pt x="42893" y="14647"/>
                    <a:pt x="40330" y="17788"/>
                  </a:cubicBezTo>
                  <a:cubicBezTo>
                    <a:pt x="37691" y="21018"/>
                    <a:pt x="35448" y="24564"/>
                    <a:pt x="32760" y="27754"/>
                  </a:cubicBezTo>
                  <a:cubicBezTo>
                    <a:pt x="31094" y="29728"/>
                    <a:pt x="29356" y="31542"/>
                    <a:pt x="28432" y="33984"/>
                  </a:cubicBezTo>
                  <a:cubicBezTo>
                    <a:pt x="28314" y="33912"/>
                    <a:pt x="28201" y="33834"/>
                    <a:pt x="28092" y="33747"/>
                  </a:cubicBezTo>
                  <a:cubicBezTo>
                    <a:pt x="28109" y="33733"/>
                    <a:pt x="28123" y="33713"/>
                    <a:pt x="28129" y="33689"/>
                  </a:cubicBezTo>
                  <a:cubicBezTo>
                    <a:pt x="28222" y="33135"/>
                    <a:pt x="28415" y="32595"/>
                    <a:pt x="28666" y="32070"/>
                  </a:cubicBezTo>
                  <a:cubicBezTo>
                    <a:pt x="28837" y="31747"/>
                    <a:pt x="29013" y="31426"/>
                    <a:pt x="29197" y="31114"/>
                  </a:cubicBezTo>
                  <a:lnTo>
                    <a:pt x="29252" y="31031"/>
                  </a:lnTo>
                  <a:cubicBezTo>
                    <a:pt x="29815" y="30323"/>
                    <a:pt x="30447" y="29495"/>
                    <a:pt x="30794" y="29033"/>
                  </a:cubicBezTo>
                  <a:cubicBezTo>
                    <a:pt x="32027" y="27624"/>
                    <a:pt x="33418" y="26299"/>
                    <a:pt x="34388" y="25008"/>
                  </a:cubicBezTo>
                  <a:cubicBezTo>
                    <a:pt x="38208" y="19918"/>
                    <a:pt x="42382" y="15126"/>
                    <a:pt x="46416" y="10209"/>
                  </a:cubicBezTo>
                  <a:cubicBezTo>
                    <a:pt x="47270" y="9164"/>
                    <a:pt x="48142" y="8142"/>
                    <a:pt x="49037" y="7141"/>
                  </a:cubicBezTo>
                  <a:cubicBezTo>
                    <a:pt x="49969" y="6176"/>
                    <a:pt x="50882" y="5200"/>
                    <a:pt x="51754" y="4199"/>
                  </a:cubicBezTo>
                  <a:cubicBezTo>
                    <a:pt x="51771" y="4181"/>
                    <a:pt x="51785" y="4161"/>
                    <a:pt x="51803" y="4147"/>
                  </a:cubicBezTo>
                  <a:cubicBezTo>
                    <a:pt x="52931" y="2969"/>
                    <a:pt x="53569" y="2429"/>
                    <a:pt x="53696" y="2429"/>
                  </a:cubicBezTo>
                  <a:close/>
                  <a:moveTo>
                    <a:pt x="67121" y="24491"/>
                  </a:moveTo>
                  <a:lnTo>
                    <a:pt x="67121" y="24491"/>
                  </a:lnTo>
                  <a:cubicBezTo>
                    <a:pt x="67110" y="24740"/>
                    <a:pt x="67095" y="24985"/>
                    <a:pt x="67075" y="25233"/>
                  </a:cubicBezTo>
                  <a:cubicBezTo>
                    <a:pt x="67060" y="25239"/>
                    <a:pt x="67043" y="25239"/>
                    <a:pt x="67029" y="25257"/>
                  </a:cubicBezTo>
                  <a:cubicBezTo>
                    <a:pt x="64604" y="28204"/>
                    <a:pt x="62127" y="31114"/>
                    <a:pt x="59635" y="34010"/>
                  </a:cubicBezTo>
                  <a:cubicBezTo>
                    <a:pt x="60022" y="33502"/>
                    <a:pt x="60403" y="32991"/>
                    <a:pt x="60784" y="32480"/>
                  </a:cubicBezTo>
                  <a:cubicBezTo>
                    <a:pt x="63030" y="29913"/>
                    <a:pt x="65210" y="27298"/>
                    <a:pt x="67121" y="24491"/>
                  </a:cubicBezTo>
                  <a:close/>
                  <a:moveTo>
                    <a:pt x="17060" y="33314"/>
                  </a:moveTo>
                  <a:lnTo>
                    <a:pt x="17060" y="33314"/>
                  </a:lnTo>
                  <a:cubicBezTo>
                    <a:pt x="16965" y="33551"/>
                    <a:pt x="16899" y="33796"/>
                    <a:pt x="16861" y="34045"/>
                  </a:cubicBezTo>
                  <a:cubicBezTo>
                    <a:pt x="16855" y="34085"/>
                    <a:pt x="16864" y="34125"/>
                    <a:pt x="16884" y="34163"/>
                  </a:cubicBezTo>
                  <a:cubicBezTo>
                    <a:pt x="16881" y="34163"/>
                    <a:pt x="16881" y="34163"/>
                    <a:pt x="16881" y="34166"/>
                  </a:cubicBezTo>
                  <a:cubicBezTo>
                    <a:pt x="16723" y="34073"/>
                    <a:pt x="16549" y="33972"/>
                    <a:pt x="16362" y="33874"/>
                  </a:cubicBezTo>
                  <a:cubicBezTo>
                    <a:pt x="16506" y="33701"/>
                    <a:pt x="16636" y="33525"/>
                    <a:pt x="16778" y="33352"/>
                  </a:cubicBezTo>
                  <a:cubicBezTo>
                    <a:pt x="16814" y="33375"/>
                    <a:pt x="16850" y="33385"/>
                    <a:pt x="16886" y="33385"/>
                  </a:cubicBezTo>
                  <a:cubicBezTo>
                    <a:pt x="16944" y="33385"/>
                    <a:pt x="17002" y="33359"/>
                    <a:pt x="17060" y="33314"/>
                  </a:cubicBezTo>
                  <a:close/>
                  <a:moveTo>
                    <a:pt x="29769" y="33150"/>
                  </a:moveTo>
                  <a:cubicBezTo>
                    <a:pt x="29553" y="33536"/>
                    <a:pt x="29350" y="33932"/>
                    <a:pt x="29157" y="34336"/>
                  </a:cubicBezTo>
                  <a:cubicBezTo>
                    <a:pt x="29004" y="34278"/>
                    <a:pt x="28854" y="34215"/>
                    <a:pt x="28709" y="34143"/>
                  </a:cubicBezTo>
                  <a:cubicBezTo>
                    <a:pt x="29070" y="33825"/>
                    <a:pt x="29423" y="33493"/>
                    <a:pt x="29769" y="33150"/>
                  </a:cubicBezTo>
                  <a:close/>
                  <a:moveTo>
                    <a:pt x="43609" y="23005"/>
                  </a:moveTo>
                  <a:lnTo>
                    <a:pt x="43609" y="23005"/>
                  </a:lnTo>
                  <a:cubicBezTo>
                    <a:pt x="41254" y="26273"/>
                    <a:pt x="38961" y="29596"/>
                    <a:pt x="36447" y="32748"/>
                  </a:cubicBezTo>
                  <a:cubicBezTo>
                    <a:pt x="36161" y="33107"/>
                    <a:pt x="34846" y="34546"/>
                    <a:pt x="34637" y="34546"/>
                  </a:cubicBezTo>
                  <a:cubicBezTo>
                    <a:pt x="34529" y="34546"/>
                    <a:pt x="34715" y="34164"/>
                    <a:pt x="35485" y="33057"/>
                  </a:cubicBezTo>
                  <a:cubicBezTo>
                    <a:pt x="36750" y="31241"/>
                    <a:pt x="38150" y="29521"/>
                    <a:pt x="39542" y="27800"/>
                  </a:cubicBezTo>
                  <a:cubicBezTo>
                    <a:pt x="40861" y="26172"/>
                    <a:pt x="42232" y="24584"/>
                    <a:pt x="43609" y="23005"/>
                  </a:cubicBezTo>
                  <a:close/>
                  <a:moveTo>
                    <a:pt x="64792" y="12711"/>
                  </a:moveTo>
                  <a:cubicBezTo>
                    <a:pt x="64973" y="12711"/>
                    <a:pt x="62293" y="16014"/>
                    <a:pt x="61982" y="16327"/>
                  </a:cubicBezTo>
                  <a:cubicBezTo>
                    <a:pt x="60871" y="17450"/>
                    <a:pt x="59759" y="18550"/>
                    <a:pt x="58685" y="19713"/>
                  </a:cubicBezTo>
                  <a:cubicBezTo>
                    <a:pt x="55798" y="22843"/>
                    <a:pt x="53148" y="26189"/>
                    <a:pt x="50440" y="29469"/>
                  </a:cubicBezTo>
                  <a:cubicBezTo>
                    <a:pt x="48965" y="31253"/>
                    <a:pt x="47394" y="32945"/>
                    <a:pt x="45835" y="34642"/>
                  </a:cubicBezTo>
                  <a:cubicBezTo>
                    <a:pt x="47438" y="32543"/>
                    <a:pt x="48999" y="30421"/>
                    <a:pt x="50633" y="28435"/>
                  </a:cubicBezTo>
                  <a:cubicBezTo>
                    <a:pt x="55053" y="23068"/>
                    <a:pt x="59520" y="17652"/>
                    <a:pt x="64581" y="12877"/>
                  </a:cubicBezTo>
                  <a:cubicBezTo>
                    <a:pt x="64702" y="12762"/>
                    <a:pt x="64769" y="12711"/>
                    <a:pt x="64792" y="12711"/>
                  </a:cubicBezTo>
                  <a:close/>
                  <a:moveTo>
                    <a:pt x="19171" y="32794"/>
                  </a:moveTo>
                  <a:lnTo>
                    <a:pt x="19171" y="32794"/>
                  </a:lnTo>
                  <a:cubicBezTo>
                    <a:pt x="18810" y="33461"/>
                    <a:pt x="18446" y="34125"/>
                    <a:pt x="18129" y="34815"/>
                  </a:cubicBezTo>
                  <a:cubicBezTo>
                    <a:pt x="18004" y="34763"/>
                    <a:pt x="17880" y="34703"/>
                    <a:pt x="17756" y="34639"/>
                  </a:cubicBezTo>
                  <a:cubicBezTo>
                    <a:pt x="18293" y="34073"/>
                    <a:pt x="18738" y="33438"/>
                    <a:pt x="19171" y="32794"/>
                  </a:cubicBezTo>
                  <a:close/>
                  <a:moveTo>
                    <a:pt x="20860" y="33043"/>
                  </a:moveTo>
                  <a:lnTo>
                    <a:pt x="20860" y="33043"/>
                  </a:lnTo>
                  <a:cubicBezTo>
                    <a:pt x="20834" y="33614"/>
                    <a:pt x="20542" y="34186"/>
                    <a:pt x="19878" y="34654"/>
                  </a:cubicBezTo>
                  <a:cubicBezTo>
                    <a:pt x="19716" y="34769"/>
                    <a:pt x="19535" y="34856"/>
                    <a:pt x="19344" y="34914"/>
                  </a:cubicBezTo>
                  <a:cubicBezTo>
                    <a:pt x="19517" y="34671"/>
                    <a:pt x="19696" y="34431"/>
                    <a:pt x="19872" y="34192"/>
                  </a:cubicBezTo>
                  <a:cubicBezTo>
                    <a:pt x="19874" y="34293"/>
                    <a:pt x="19961" y="34370"/>
                    <a:pt x="20050" y="34370"/>
                  </a:cubicBezTo>
                  <a:cubicBezTo>
                    <a:pt x="20100" y="34370"/>
                    <a:pt x="20151" y="34345"/>
                    <a:pt x="20187" y="34284"/>
                  </a:cubicBezTo>
                  <a:cubicBezTo>
                    <a:pt x="20427" y="33880"/>
                    <a:pt x="20637" y="33458"/>
                    <a:pt x="20860" y="33043"/>
                  </a:cubicBezTo>
                  <a:close/>
                  <a:moveTo>
                    <a:pt x="19763" y="33248"/>
                  </a:moveTo>
                  <a:lnTo>
                    <a:pt x="19763" y="33248"/>
                  </a:lnTo>
                  <a:cubicBezTo>
                    <a:pt x="19535" y="33756"/>
                    <a:pt x="19272" y="34250"/>
                    <a:pt x="19015" y="34752"/>
                  </a:cubicBezTo>
                  <a:cubicBezTo>
                    <a:pt x="18972" y="34827"/>
                    <a:pt x="18992" y="34925"/>
                    <a:pt x="19067" y="34977"/>
                  </a:cubicBezTo>
                  <a:cubicBezTo>
                    <a:pt x="19008" y="34983"/>
                    <a:pt x="18949" y="34987"/>
                    <a:pt x="18890" y="34987"/>
                  </a:cubicBezTo>
                  <a:cubicBezTo>
                    <a:pt x="18761" y="34987"/>
                    <a:pt x="18632" y="34971"/>
                    <a:pt x="18507" y="34940"/>
                  </a:cubicBezTo>
                  <a:cubicBezTo>
                    <a:pt x="18931" y="34379"/>
                    <a:pt x="19347" y="33814"/>
                    <a:pt x="19763" y="33248"/>
                  </a:cubicBezTo>
                  <a:close/>
                  <a:moveTo>
                    <a:pt x="39025" y="30502"/>
                  </a:moveTo>
                  <a:cubicBezTo>
                    <a:pt x="38164" y="31689"/>
                    <a:pt x="37382" y="32901"/>
                    <a:pt x="36735" y="34146"/>
                  </a:cubicBezTo>
                  <a:cubicBezTo>
                    <a:pt x="36222" y="34733"/>
                    <a:pt x="35956" y="34999"/>
                    <a:pt x="35891" y="34999"/>
                  </a:cubicBezTo>
                  <a:cubicBezTo>
                    <a:pt x="35802" y="34999"/>
                    <a:pt x="36089" y="34502"/>
                    <a:pt x="36634" y="33652"/>
                  </a:cubicBezTo>
                  <a:cubicBezTo>
                    <a:pt x="37339" y="32552"/>
                    <a:pt x="38170" y="31516"/>
                    <a:pt x="39025" y="30502"/>
                  </a:cubicBezTo>
                  <a:close/>
                  <a:moveTo>
                    <a:pt x="57147" y="2550"/>
                  </a:moveTo>
                  <a:lnTo>
                    <a:pt x="57300" y="3093"/>
                  </a:lnTo>
                  <a:cubicBezTo>
                    <a:pt x="56667" y="3731"/>
                    <a:pt x="56026" y="4360"/>
                    <a:pt x="55374" y="4978"/>
                  </a:cubicBezTo>
                  <a:cubicBezTo>
                    <a:pt x="54234" y="6075"/>
                    <a:pt x="53151" y="7239"/>
                    <a:pt x="52060" y="8385"/>
                  </a:cubicBezTo>
                  <a:cubicBezTo>
                    <a:pt x="49453" y="11119"/>
                    <a:pt x="47059" y="14043"/>
                    <a:pt x="44686" y="16977"/>
                  </a:cubicBezTo>
                  <a:cubicBezTo>
                    <a:pt x="40018" y="22751"/>
                    <a:pt x="36216" y="29174"/>
                    <a:pt x="31660" y="35041"/>
                  </a:cubicBezTo>
                  <a:cubicBezTo>
                    <a:pt x="31657" y="35049"/>
                    <a:pt x="31657" y="35052"/>
                    <a:pt x="31654" y="35058"/>
                  </a:cubicBezTo>
                  <a:cubicBezTo>
                    <a:pt x="31553" y="35026"/>
                    <a:pt x="31449" y="34994"/>
                    <a:pt x="31348" y="34966"/>
                  </a:cubicBezTo>
                  <a:cubicBezTo>
                    <a:pt x="30814" y="34815"/>
                    <a:pt x="30309" y="34697"/>
                    <a:pt x="29838" y="34561"/>
                  </a:cubicBezTo>
                  <a:cubicBezTo>
                    <a:pt x="31262" y="33513"/>
                    <a:pt x="31986" y="31848"/>
                    <a:pt x="32855" y="30283"/>
                  </a:cubicBezTo>
                  <a:cubicBezTo>
                    <a:pt x="35026" y="26368"/>
                    <a:pt x="38240" y="22595"/>
                    <a:pt x="41098" y="19191"/>
                  </a:cubicBezTo>
                  <a:cubicBezTo>
                    <a:pt x="42088" y="18013"/>
                    <a:pt x="43116" y="16855"/>
                    <a:pt x="44155" y="15701"/>
                  </a:cubicBezTo>
                  <a:lnTo>
                    <a:pt x="44155" y="15701"/>
                  </a:lnTo>
                  <a:cubicBezTo>
                    <a:pt x="39365" y="21778"/>
                    <a:pt x="35254" y="28403"/>
                    <a:pt x="30566" y="34547"/>
                  </a:cubicBezTo>
                  <a:cubicBezTo>
                    <a:pt x="30481" y="34656"/>
                    <a:pt x="30599" y="34785"/>
                    <a:pt x="30714" y="34785"/>
                  </a:cubicBezTo>
                  <a:cubicBezTo>
                    <a:pt x="30751" y="34785"/>
                    <a:pt x="30788" y="34772"/>
                    <a:pt x="30817" y="34740"/>
                  </a:cubicBezTo>
                  <a:cubicBezTo>
                    <a:pt x="35275" y="30037"/>
                    <a:pt x="38771" y="24636"/>
                    <a:pt x="42460" y="19332"/>
                  </a:cubicBezTo>
                  <a:cubicBezTo>
                    <a:pt x="44663" y="16162"/>
                    <a:pt x="47059" y="13151"/>
                    <a:pt x="49609" y="10276"/>
                  </a:cubicBezTo>
                  <a:cubicBezTo>
                    <a:pt x="51326" y="8477"/>
                    <a:pt x="53064" y="6702"/>
                    <a:pt x="54739" y="4871"/>
                  </a:cubicBezTo>
                  <a:cubicBezTo>
                    <a:pt x="55533" y="4089"/>
                    <a:pt x="56335" y="3315"/>
                    <a:pt x="57147" y="2550"/>
                  </a:cubicBezTo>
                  <a:close/>
                  <a:moveTo>
                    <a:pt x="13477" y="29024"/>
                  </a:moveTo>
                  <a:cubicBezTo>
                    <a:pt x="13662" y="29024"/>
                    <a:pt x="13948" y="29135"/>
                    <a:pt x="14260" y="29293"/>
                  </a:cubicBezTo>
                  <a:cubicBezTo>
                    <a:pt x="12935" y="31365"/>
                    <a:pt x="11474" y="33329"/>
                    <a:pt x="9941" y="35246"/>
                  </a:cubicBezTo>
                  <a:cubicBezTo>
                    <a:pt x="10227" y="34830"/>
                    <a:pt x="10510" y="34411"/>
                    <a:pt x="10781" y="33990"/>
                  </a:cubicBezTo>
                  <a:cubicBezTo>
                    <a:pt x="11148" y="33458"/>
                    <a:pt x="11486" y="32913"/>
                    <a:pt x="11800" y="32356"/>
                  </a:cubicBezTo>
                  <a:cubicBezTo>
                    <a:pt x="12144" y="32081"/>
                    <a:pt x="12280" y="31810"/>
                    <a:pt x="12239" y="31536"/>
                  </a:cubicBezTo>
                  <a:cubicBezTo>
                    <a:pt x="12381" y="31259"/>
                    <a:pt x="12519" y="30979"/>
                    <a:pt x="12643" y="30693"/>
                  </a:cubicBezTo>
                  <a:lnTo>
                    <a:pt x="12877" y="30782"/>
                  </a:lnTo>
                  <a:cubicBezTo>
                    <a:pt x="12892" y="30788"/>
                    <a:pt x="12907" y="30791"/>
                    <a:pt x="12921" y="30791"/>
                  </a:cubicBezTo>
                  <a:cubicBezTo>
                    <a:pt x="13000" y="30791"/>
                    <a:pt x="13063" y="30711"/>
                    <a:pt x="13068" y="30635"/>
                  </a:cubicBezTo>
                  <a:cubicBezTo>
                    <a:pt x="13105" y="30150"/>
                    <a:pt x="13232" y="29677"/>
                    <a:pt x="13267" y="29192"/>
                  </a:cubicBezTo>
                  <a:cubicBezTo>
                    <a:pt x="13276" y="29074"/>
                    <a:pt x="13354" y="29024"/>
                    <a:pt x="13477" y="29024"/>
                  </a:cubicBezTo>
                  <a:close/>
                  <a:moveTo>
                    <a:pt x="60059" y="1470"/>
                  </a:moveTo>
                  <a:cubicBezTo>
                    <a:pt x="60276" y="1618"/>
                    <a:pt x="60484" y="1782"/>
                    <a:pt x="60677" y="1961"/>
                  </a:cubicBezTo>
                  <a:cubicBezTo>
                    <a:pt x="50605" y="12536"/>
                    <a:pt x="42610" y="24899"/>
                    <a:pt x="32356" y="35272"/>
                  </a:cubicBezTo>
                  <a:cubicBezTo>
                    <a:pt x="32252" y="35240"/>
                    <a:pt x="32145" y="35202"/>
                    <a:pt x="32041" y="35170"/>
                  </a:cubicBezTo>
                  <a:cubicBezTo>
                    <a:pt x="37394" y="30771"/>
                    <a:pt x="40670" y="23940"/>
                    <a:pt x="44952" y="18590"/>
                  </a:cubicBezTo>
                  <a:cubicBezTo>
                    <a:pt x="49701" y="12655"/>
                    <a:pt x="55094" y="7415"/>
                    <a:pt x="60042" y="1673"/>
                  </a:cubicBezTo>
                  <a:cubicBezTo>
                    <a:pt x="60088" y="1615"/>
                    <a:pt x="60097" y="1534"/>
                    <a:pt x="60059" y="1470"/>
                  </a:cubicBezTo>
                  <a:close/>
                  <a:moveTo>
                    <a:pt x="10467" y="32714"/>
                  </a:moveTo>
                  <a:lnTo>
                    <a:pt x="10467" y="32714"/>
                  </a:lnTo>
                  <a:cubicBezTo>
                    <a:pt x="9823" y="33637"/>
                    <a:pt x="9127" y="34524"/>
                    <a:pt x="8376" y="35367"/>
                  </a:cubicBezTo>
                  <a:cubicBezTo>
                    <a:pt x="8934" y="34530"/>
                    <a:pt x="9470" y="33698"/>
                    <a:pt x="9921" y="32786"/>
                  </a:cubicBezTo>
                  <a:cubicBezTo>
                    <a:pt x="9966" y="32790"/>
                    <a:pt x="10009" y="32791"/>
                    <a:pt x="10051" y="32791"/>
                  </a:cubicBezTo>
                  <a:cubicBezTo>
                    <a:pt x="10207" y="32791"/>
                    <a:pt x="10344" y="32766"/>
                    <a:pt x="10467" y="32714"/>
                  </a:cubicBezTo>
                  <a:close/>
                  <a:moveTo>
                    <a:pt x="9188" y="32636"/>
                  </a:moveTo>
                  <a:cubicBezTo>
                    <a:pt x="9280" y="32662"/>
                    <a:pt x="9375" y="32688"/>
                    <a:pt x="9459" y="32708"/>
                  </a:cubicBezTo>
                  <a:cubicBezTo>
                    <a:pt x="8809" y="33637"/>
                    <a:pt x="8171" y="34576"/>
                    <a:pt x="7542" y="35517"/>
                  </a:cubicBezTo>
                  <a:cubicBezTo>
                    <a:pt x="7565" y="35263"/>
                    <a:pt x="7556" y="35006"/>
                    <a:pt x="7510" y="34752"/>
                  </a:cubicBezTo>
                  <a:cubicBezTo>
                    <a:pt x="7738" y="34382"/>
                    <a:pt x="7992" y="34030"/>
                    <a:pt x="8270" y="33695"/>
                  </a:cubicBezTo>
                  <a:lnTo>
                    <a:pt x="8267" y="33695"/>
                  </a:lnTo>
                  <a:cubicBezTo>
                    <a:pt x="8596" y="33392"/>
                    <a:pt x="8893" y="33057"/>
                    <a:pt x="9153" y="32696"/>
                  </a:cubicBezTo>
                  <a:lnTo>
                    <a:pt x="9156" y="32693"/>
                  </a:lnTo>
                  <a:cubicBezTo>
                    <a:pt x="9164" y="32682"/>
                    <a:pt x="9173" y="32673"/>
                    <a:pt x="9182" y="32662"/>
                  </a:cubicBezTo>
                  <a:cubicBezTo>
                    <a:pt x="9190" y="32650"/>
                    <a:pt x="9182" y="32644"/>
                    <a:pt x="9188" y="32636"/>
                  </a:cubicBezTo>
                  <a:close/>
                  <a:moveTo>
                    <a:pt x="36435" y="31311"/>
                  </a:moveTo>
                  <a:lnTo>
                    <a:pt x="36435" y="31311"/>
                  </a:lnTo>
                  <a:cubicBezTo>
                    <a:pt x="35376" y="32717"/>
                    <a:pt x="34348" y="34148"/>
                    <a:pt x="33375" y="35627"/>
                  </a:cubicBezTo>
                  <a:cubicBezTo>
                    <a:pt x="33372" y="35632"/>
                    <a:pt x="33372" y="35635"/>
                    <a:pt x="33372" y="35641"/>
                  </a:cubicBezTo>
                  <a:cubicBezTo>
                    <a:pt x="33124" y="35537"/>
                    <a:pt x="32873" y="35442"/>
                    <a:pt x="32619" y="35355"/>
                  </a:cubicBezTo>
                  <a:cubicBezTo>
                    <a:pt x="33929" y="34042"/>
                    <a:pt x="35194" y="32685"/>
                    <a:pt x="36435" y="31311"/>
                  </a:cubicBezTo>
                  <a:close/>
                  <a:moveTo>
                    <a:pt x="52190" y="15265"/>
                  </a:moveTo>
                  <a:cubicBezTo>
                    <a:pt x="50896" y="16876"/>
                    <a:pt x="49623" y="18489"/>
                    <a:pt x="48393" y="20063"/>
                  </a:cubicBezTo>
                  <a:cubicBezTo>
                    <a:pt x="47212" y="21573"/>
                    <a:pt x="46078" y="23143"/>
                    <a:pt x="44952" y="24725"/>
                  </a:cubicBezTo>
                  <a:cubicBezTo>
                    <a:pt x="43171" y="27015"/>
                    <a:pt x="41490" y="29391"/>
                    <a:pt x="39865" y="31798"/>
                  </a:cubicBezTo>
                  <a:cubicBezTo>
                    <a:pt x="38771" y="33248"/>
                    <a:pt x="37645" y="34662"/>
                    <a:pt x="36455" y="36005"/>
                  </a:cubicBezTo>
                  <a:cubicBezTo>
                    <a:pt x="36608" y="35477"/>
                    <a:pt x="36761" y="34951"/>
                    <a:pt x="36914" y="34426"/>
                  </a:cubicBezTo>
                  <a:cubicBezTo>
                    <a:pt x="36995" y="34293"/>
                    <a:pt x="37088" y="34169"/>
                    <a:pt x="37168" y="34036"/>
                  </a:cubicBezTo>
                  <a:cubicBezTo>
                    <a:pt x="38635" y="32347"/>
                    <a:pt x="39977" y="30571"/>
                    <a:pt x="41259" y="28756"/>
                  </a:cubicBezTo>
                  <a:cubicBezTo>
                    <a:pt x="41612" y="28337"/>
                    <a:pt x="41967" y="27924"/>
                    <a:pt x="42313" y="27500"/>
                  </a:cubicBezTo>
                  <a:cubicBezTo>
                    <a:pt x="44467" y="24858"/>
                    <a:pt x="46340" y="21971"/>
                    <a:pt x="48471" y="19301"/>
                  </a:cubicBezTo>
                  <a:cubicBezTo>
                    <a:pt x="49594" y="17898"/>
                    <a:pt x="50867" y="16567"/>
                    <a:pt x="52190" y="15265"/>
                  </a:cubicBezTo>
                  <a:close/>
                  <a:moveTo>
                    <a:pt x="55850" y="16910"/>
                  </a:moveTo>
                  <a:cubicBezTo>
                    <a:pt x="52885" y="20975"/>
                    <a:pt x="50042" y="25141"/>
                    <a:pt x="46941" y="28987"/>
                  </a:cubicBezTo>
                  <a:cubicBezTo>
                    <a:pt x="45610" y="30635"/>
                    <a:pt x="44230" y="32243"/>
                    <a:pt x="42905" y="33897"/>
                  </a:cubicBezTo>
                  <a:cubicBezTo>
                    <a:pt x="42403" y="34550"/>
                    <a:pt x="41880" y="35188"/>
                    <a:pt x="41343" y="35811"/>
                  </a:cubicBezTo>
                  <a:cubicBezTo>
                    <a:pt x="41069" y="36139"/>
                    <a:pt x="40929" y="36271"/>
                    <a:pt x="40883" y="36271"/>
                  </a:cubicBezTo>
                  <a:cubicBezTo>
                    <a:pt x="40856" y="36271"/>
                    <a:pt x="40861" y="36225"/>
                    <a:pt x="40890" y="36146"/>
                  </a:cubicBezTo>
                  <a:lnTo>
                    <a:pt x="40887" y="36146"/>
                  </a:lnTo>
                  <a:cubicBezTo>
                    <a:pt x="41531" y="35179"/>
                    <a:pt x="42151" y="34189"/>
                    <a:pt x="42815" y="33204"/>
                  </a:cubicBezTo>
                  <a:cubicBezTo>
                    <a:pt x="43843" y="31680"/>
                    <a:pt x="44897" y="30170"/>
                    <a:pt x="45954" y="28666"/>
                  </a:cubicBezTo>
                  <a:cubicBezTo>
                    <a:pt x="48405" y="25407"/>
                    <a:pt x="50954" y="22179"/>
                    <a:pt x="53665" y="19234"/>
                  </a:cubicBezTo>
                  <a:cubicBezTo>
                    <a:pt x="54387" y="18449"/>
                    <a:pt x="55117" y="17678"/>
                    <a:pt x="55850" y="16910"/>
                  </a:cubicBezTo>
                  <a:close/>
                  <a:moveTo>
                    <a:pt x="50994" y="18114"/>
                  </a:moveTo>
                  <a:lnTo>
                    <a:pt x="50994" y="18114"/>
                  </a:lnTo>
                  <a:cubicBezTo>
                    <a:pt x="47042" y="23738"/>
                    <a:pt x="43384" y="29607"/>
                    <a:pt x="39057" y="34841"/>
                  </a:cubicBezTo>
                  <a:cubicBezTo>
                    <a:pt x="38701" y="35270"/>
                    <a:pt x="37633" y="36419"/>
                    <a:pt x="37411" y="36419"/>
                  </a:cubicBezTo>
                  <a:cubicBezTo>
                    <a:pt x="37280" y="36419"/>
                    <a:pt x="37445" y="36018"/>
                    <a:pt x="38225" y="34830"/>
                  </a:cubicBezTo>
                  <a:cubicBezTo>
                    <a:pt x="39175" y="33386"/>
                    <a:pt x="40154" y="31966"/>
                    <a:pt x="41132" y="30546"/>
                  </a:cubicBezTo>
                  <a:cubicBezTo>
                    <a:pt x="43653" y="26896"/>
                    <a:pt x="46349" y="23383"/>
                    <a:pt x="49274" y="20048"/>
                  </a:cubicBezTo>
                  <a:cubicBezTo>
                    <a:pt x="49842" y="19399"/>
                    <a:pt x="50417" y="18755"/>
                    <a:pt x="50994" y="18114"/>
                  </a:cubicBezTo>
                  <a:close/>
                  <a:moveTo>
                    <a:pt x="1925" y="33554"/>
                  </a:moveTo>
                  <a:cubicBezTo>
                    <a:pt x="2971" y="33554"/>
                    <a:pt x="3816" y="33809"/>
                    <a:pt x="4571" y="34252"/>
                  </a:cubicBezTo>
                  <a:cubicBezTo>
                    <a:pt x="4542" y="34255"/>
                    <a:pt x="4514" y="34264"/>
                    <a:pt x="4490" y="34281"/>
                  </a:cubicBezTo>
                  <a:cubicBezTo>
                    <a:pt x="3643" y="34959"/>
                    <a:pt x="2933" y="35723"/>
                    <a:pt x="2212" y="36531"/>
                  </a:cubicBezTo>
                  <a:lnTo>
                    <a:pt x="2212" y="36531"/>
                  </a:lnTo>
                  <a:cubicBezTo>
                    <a:pt x="2601" y="36094"/>
                    <a:pt x="3137" y="35207"/>
                    <a:pt x="3489" y="34506"/>
                  </a:cubicBezTo>
                  <a:cubicBezTo>
                    <a:pt x="3566" y="34369"/>
                    <a:pt x="3453" y="34230"/>
                    <a:pt x="3327" y="34230"/>
                  </a:cubicBezTo>
                  <a:cubicBezTo>
                    <a:pt x="3284" y="34230"/>
                    <a:pt x="3239" y="34246"/>
                    <a:pt x="3200" y="34284"/>
                  </a:cubicBezTo>
                  <a:cubicBezTo>
                    <a:pt x="2455" y="34947"/>
                    <a:pt x="2159" y="35311"/>
                    <a:pt x="2103" y="35311"/>
                  </a:cubicBezTo>
                  <a:cubicBezTo>
                    <a:pt x="2040" y="35311"/>
                    <a:pt x="2285" y="34843"/>
                    <a:pt x="2530" y="33814"/>
                  </a:cubicBezTo>
                  <a:cubicBezTo>
                    <a:pt x="2557" y="33690"/>
                    <a:pt x="2458" y="33594"/>
                    <a:pt x="2351" y="33594"/>
                  </a:cubicBezTo>
                  <a:cubicBezTo>
                    <a:pt x="2310" y="33594"/>
                    <a:pt x="2269" y="33608"/>
                    <a:pt x="2233" y="33640"/>
                  </a:cubicBezTo>
                  <a:cubicBezTo>
                    <a:pt x="1748" y="34100"/>
                    <a:pt x="1531" y="34357"/>
                    <a:pt x="1466" y="34357"/>
                  </a:cubicBezTo>
                  <a:cubicBezTo>
                    <a:pt x="1401" y="34357"/>
                    <a:pt x="1483" y="34109"/>
                    <a:pt x="1601" y="33562"/>
                  </a:cubicBezTo>
                  <a:cubicBezTo>
                    <a:pt x="1711" y="33557"/>
                    <a:pt x="1819" y="33554"/>
                    <a:pt x="1925" y="33554"/>
                  </a:cubicBezTo>
                  <a:close/>
                  <a:moveTo>
                    <a:pt x="65539" y="32604"/>
                  </a:moveTo>
                  <a:cubicBezTo>
                    <a:pt x="65533" y="32679"/>
                    <a:pt x="65533" y="32754"/>
                    <a:pt x="65542" y="32826"/>
                  </a:cubicBezTo>
                  <a:cubicBezTo>
                    <a:pt x="65574" y="32997"/>
                    <a:pt x="65614" y="33167"/>
                    <a:pt x="65663" y="33331"/>
                  </a:cubicBezTo>
                  <a:cubicBezTo>
                    <a:pt x="65164" y="33903"/>
                    <a:pt x="64658" y="34472"/>
                    <a:pt x="64153" y="35038"/>
                  </a:cubicBezTo>
                  <a:cubicBezTo>
                    <a:pt x="63504" y="35500"/>
                    <a:pt x="62912" y="36054"/>
                    <a:pt x="62358" y="36657"/>
                  </a:cubicBezTo>
                  <a:cubicBezTo>
                    <a:pt x="63437" y="35323"/>
                    <a:pt x="64497" y="33972"/>
                    <a:pt x="65539" y="32604"/>
                  </a:cubicBezTo>
                  <a:close/>
                  <a:moveTo>
                    <a:pt x="1874" y="34625"/>
                  </a:moveTo>
                  <a:cubicBezTo>
                    <a:pt x="2081" y="34625"/>
                    <a:pt x="1602" y="35525"/>
                    <a:pt x="1323" y="36198"/>
                  </a:cubicBezTo>
                  <a:cubicBezTo>
                    <a:pt x="1273" y="36319"/>
                    <a:pt x="1393" y="36423"/>
                    <a:pt x="1507" y="36423"/>
                  </a:cubicBezTo>
                  <a:cubicBezTo>
                    <a:pt x="1551" y="36423"/>
                    <a:pt x="1594" y="36408"/>
                    <a:pt x="1627" y="36371"/>
                  </a:cubicBezTo>
                  <a:cubicBezTo>
                    <a:pt x="2343" y="35567"/>
                    <a:pt x="2639" y="35252"/>
                    <a:pt x="2688" y="35252"/>
                  </a:cubicBezTo>
                  <a:cubicBezTo>
                    <a:pt x="2772" y="35252"/>
                    <a:pt x="2160" y="36140"/>
                    <a:pt x="1678" y="37090"/>
                  </a:cubicBezTo>
                  <a:cubicBezTo>
                    <a:pt x="1254" y="36758"/>
                    <a:pt x="1139" y="36074"/>
                    <a:pt x="994" y="35381"/>
                  </a:cubicBezTo>
                  <a:cubicBezTo>
                    <a:pt x="1514" y="34835"/>
                    <a:pt x="1774" y="34625"/>
                    <a:pt x="1874" y="34625"/>
                  </a:cubicBezTo>
                  <a:close/>
                  <a:moveTo>
                    <a:pt x="4799" y="34405"/>
                  </a:moveTo>
                  <a:lnTo>
                    <a:pt x="4799" y="34405"/>
                  </a:lnTo>
                  <a:cubicBezTo>
                    <a:pt x="5212" y="34677"/>
                    <a:pt x="5602" y="34983"/>
                    <a:pt x="5963" y="35321"/>
                  </a:cubicBezTo>
                  <a:cubicBezTo>
                    <a:pt x="5934" y="35323"/>
                    <a:pt x="5908" y="35335"/>
                    <a:pt x="5885" y="35352"/>
                  </a:cubicBezTo>
                  <a:cubicBezTo>
                    <a:pt x="5157" y="35982"/>
                    <a:pt x="4551" y="36822"/>
                    <a:pt x="4222" y="37382"/>
                  </a:cubicBezTo>
                  <a:cubicBezTo>
                    <a:pt x="4661" y="36631"/>
                    <a:pt x="4955" y="35820"/>
                    <a:pt x="5241" y="35000"/>
                  </a:cubicBezTo>
                  <a:cubicBezTo>
                    <a:pt x="5285" y="34871"/>
                    <a:pt x="5162" y="34755"/>
                    <a:pt x="5042" y="34755"/>
                  </a:cubicBezTo>
                  <a:cubicBezTo>
                    <a:pt x="4996" y="34755"/>
                    <a:pt x="4950" y="34772"/>
                    <a:pt x="4915" y="34812"/>
                  </a:cubicBezTo>
                  <a:cubicBezTo>
                    <a:pt x="4277" y="35534"/>
                    <a:pt x="3645" y="36259"/>
                    <a:pt x="3024" y="36995"/>
                  </a:cubicBezTo>
                  <a:cubicBezTo>
                    <a:pt x="3486" y="36447"/>
                    <a:pt x="4306" y="35419"/>
                    <a:pt x="4782" y="34506"/>
                  </a:cubicBezTo>
                  <a:cubicBezTo>
                    <a:pt x="4799" y="34475"/>
                    <a:pt x="4805" y="34440"/>
                    <a:pt x="4799" y="34405"/>
                  </a:cubicBezTo>
                  <a:close/>
                  <a:moveTo>
                    <a:pt x="36530" y="33305"/>
                  </a:moveTo>
                  <a:cubicBezTo>
                    <a:pt x="35907" y="34238"/>
                    <a:pt x="35306" y="35182"/>
                    <a:pt x="34769" y="36161"/>
                  </a:cubicBezTo>
                  <a:cubicBezTo>
                    <a:pt x="34702" y="36280"/>
                    <a:pt x="34804" y="36404"/>
                    <a:pt x="34913" y="36404"/>
                  </a:cubicBezTo>
                  <a:cubicBezTo>
                    <a:pt x="34950" y="36404"/>
                    <a:pt x="34988" y="36390"/>
                    <a:pt x="35020" y="36357"/>
                  </a:cubicBezTo>
                  <a:cubicBezTo>
                    <a:pt x="35474" y="35907"/>
                    <a:pt x="35901" y="35439"/>
                    <a:pt x="36328" y="34971"/>
                  </a:cubicBezTo>
                  <a:lnTo>
                    <a:pt x="36328" y="34971"/>
                  </a:lnTo>
                  <a:cubicBezTo>
                    <a:pt x="36057" y="35549"/>
                    <a:pt x="35820" y="36138"/>
                    <a:pt x="35615" y="36741"/>
                  </a:cubicBezTo>
                  <a:cubicBezTo>
                    <a:pt x="35578" y="36858"/>
                    <a:pt x="35671" y="36934"/>
                    <a:pt x="35768" y="36934"/>
                  </a:cubicBezTo>
                  <a:cubicBezTo>
                    <a:pt x="35808" y="36934"/>
                    <a:pt x="35848" y="36922"/>
                    <a:pt x="35881" y="36894"/>
                  </a:cubicBezTo>
                  <a:cubicBezTo>
                    <a:pt x="36669" y="36236"/>
                    <a:pt x="37324" y="35494"/>
                    <a:pt x="37928" y="34706"/>
                  </a:cubicBezTo>
                  <a:lnTo>
                    <a:pt x="37928" y="34706"/>
                  </a:lnTo>
                  <a:cubicBezTo>
                    <a:pt x="37310" y="35647"/>
                    <a:pt x="36695" y="36591"/>
                    <a:pt x="36086" y="37532"/>
                  </a:cubicBezTo>
                  <a:cubicBezTo>
                    <a:pt x="35462" y="36738"/>
                    <a:pt x="34602" y="36187"/>
                    <a:pt x="33672" y="35771"/>
                  </a:cubicBezTo>
                  <a:cubicBezTo>
                    <a:pt x="34680" y="35055"/>
                    <a:pt x="35627" y="34218"/>
                    <a:pt x="36530" y="33305"/>
                  </a:cubicBezTo>
                  <a:close/>
                  <a:moveTo>
                    <a:pt x="4125" y="35050"/>
                  </a:moveTo>
                  <a:lnTo>
                    <a:pt x="4125" y="35050"/>
                  </a:lnTo>
                  <a:cubicBezTo>
                    <a:pt x="3465" y="35698"/>
                    <a:pt x="2961" y="36802"/>
                    <a:pt x="2487" y="37627"/>
                  </a:cubicBezTo>
                  <a:cubicBezTo>
                    <a:pt x="2323" y="37521"/>
                    <a:pt x="2156" y="37414"/>
                    <a:pt x="1992" y="37305"/>
                  </a:cubicBezTo>
                  <a:lnTo>
                    <a:pt x="1992" y="37305"/>
                  </a:lnTo>
                  <a:cubicBezTo>
                    <a:pt x="2702" y="36549"/>
                    <a:pt x="3384" y="35775"/>
                    <a:pt x="4125" y="35050"/>
                  </a:cubicBezTo>
                  <a:close/>
                  <a:moveTo>
                    <a:pt x="66356" y="35967"/>
                  </a:moveTo>
                  <a:lnTo>
                    <a:pt x="66356" y="35967"/>
                  </a:lnTo>
                  <a:cubicBezTo>
                    <a:pt x="66469" y="36718"/>
                    <a:pt x="66422" y="37359"/>
                    <a:pt x="66004" y="37604"/>
                  </a:cubicBezTo>
                  <a:lnTo>
                    <a:pt x="66001" y="37601"/>
                  </a:lnTo>
                  <a:cubicBezTo>
                    <a:pt x="66027" y="37570"/>
                    <a:pt x="66053" y="37538"/>
                    <a:pt x="66079" y="37506"/>
                  </a:cubicBezTo>
                  <a:cubicBezTo>
                    <a:pt x="66162" y="37393"/>
                    <a:pt x="66054" y="37283"/>
                    <a:pt x="65942" y="37283"/>
                  </a:cubicBezTo>
                  <a:cubicBezTo>
                    <a:pt x="65894" y="37283"/>
                    <a:pt x="65846" y="37303"/>
                    <a:pt x="65810" y="37350"/>
                  </a:cubicBezTo>
                  <a:cubicBezTo>
                    <a:pt x="65649" y="37570"/>
                    <a:pt x="65478" y="37786"/>
                    <a:pt x="65311" y="38006"/>
                  </a:cubicBezTo>
                  <a:cubicBezTo>
                    <a:pt x="65689" y="37336"/>
                    <a:pt x="66041" y="36657"/>
                    <a:pt x="66356" y="35967"/>
                  </a:cubicBezTo>
                  <a:close/>
                  <a:moveTo>
                    <a:pt x="6199" y="35542"/>
                  </a:moveTo>
                  <a:cubicBezTo>
                    <a:pt x="6337" y="35677"/>
                    <a:pt x="6477" y="35809"/>
                    <a:pt x="6618" y="35950"/>
                  </a:cubicBezTo>
                  <a:cubicBezTo>
                    <a:pt x="6583" y="35956"/>
                    <a:pt x="6552" y="35970"/>
                    <a:pt x="6529" y="35993"/>
                  </a:cubicBezTo>
                  <a:cubicBezTo>
                    <a:pt x="5947" y="36638"/>
                    <a:pt x="5033" y="37437"/>
                    <a:pt x="4679" y="38223"/>
                  </a:cubicBezTo>
                  <a:lnTo>
                    <a:pt x="4679" y="38223"/>
                  </a:lnTo>
                  <a:cubicBezTo>
                    <a:pt x="5092" y="37305"/>
                    <a:pt x="5750" y="36499"/>
                    <a:pt x="6191" y="35589"/>
                  </a:cubicBezTo>
                  <a:cubicBezTo>
                    <a:pt x="6199" y="35573"/>
                    <a:pt x="6194" y="35559"/>
                    <a:pt x="6199" y="35542"/>
                  </a:cubicBezTo>
                  <a:close/>
                  <a:moveTo>
                    <a:pt x="12051" y="30950"/>
                  </a:moveTo>
                  <a:cubicBezTo>
                    <a:pt x="11722" y="31619"/>
                    <a:pt x="11373" y="32275"/>
                    <a:pt x="10992" y="32910"/>
                  </a:cubicBezTo>
                  <a:lnTo>
                    <a:pt x="10799" y="33207"/>
                  </a:lnTo>
                  <a:cubicBezTo>
                    <a:pt x="9854" y="34683"/>
                    <a:pt x="8685" y="36013"/>
                    <a:pt x="7504" y="37301"/>
                  </a:cubicBezTo>
                  <a:cubicBezTo>
                    <a:pt x="7144" y="37685"/>
                    <a:pt x="6774" y="38060"/>
                    <a:pt x="6396" y="38424"/>
                  </a:cubicBezTo>
                  <a:cubicBezTo>
                    <a:pt x="6959" y="37870"/>
                    <a:pt x="7372" y="36882"/>
                    <a:pt x="7808" y="36221"/>
                  </a:cubicBezTo>
                  <a:lnTo>
                    <a:pt x="7914" y="36060"/>
                  </a:lnTo>
                  <a:cubicBezTo>
                    <a:pt x="9514" y="34556"/>
                    <a:pt x="10833" y="32777"/>
                    <a:pt x="12051" y="30950"/>
                  </a:cubicBezTo>
                  <a:close/>
                  <a:moveTo>
                    <a:pt x="38569" y="35794"/>
                  </a:moveTo>
                  <a:cubicBezTo>
                    <a:pt x="37858" y="36672"/>
                    <a:pt x="37200" y="37581"/>
                    <a:pt x="36640" y="38540"/>
                  </a:cubicBezTo>
                  <a:cubicBezTo>
                    <a:pt x="36530" y="38251"/>
                    <a:pt x="36435" y="38029"/>
                    <a:pt x="36360" y="37904"/>
                  </a:cubicBezTo>
                  <a:cubicBezTo>
                    <a:pt x="36331" y="37861"/>
                    <a:pt x="36299" y="37824"/>
                    <a:pt x="36271" y="37783"/>
                  </a:cubicBezTo>
                  <a:cubicBezTo>
                    <a:pt x="36273" y="37783"/>
                    <a:pt x="36276" y="37783"/>
                    <a:pt x="36282" y="37780"/>
                  </a:cubicBezTo>
                  <a:cubicBezTo>
                    <a:pt x="37088" y="37171"/>
                    <a:pt x="37850" y="36507"/>
                    <a:pt x="38569" y="35794"/>
                  </a:cubicBezTo>
                  <a:close/>
                  <a:moveTo>
                    <a:pt x="4541" y="35822"/>
                  </a:moveTo>
                  <a:lnTo>
                    <a:pt x="4541" y="35822"/>
                  </a:lnTo>
                  <a:cubicBezTo>
                    <a:pt x="4108" y="36320"/>
                    <a:pt x="3828" y="37286"/>
                    <a:pt x="3486" y="37873"/>
                  </a:cubicBezTo>
                  <a:cubicBezTo>
                    <a:pt x="3404" y="38013"/>
                    <a:pt x="3533" y="38171"/>
                    <a:pt x="3665" y="38171"/>
                  </a:cubicBezTo>
                  <a:cubicBezTo>
                    <a:pt x="3709" y="38171"/>
                    <a:pt x="3754" y="38153"/>
                    <a:pt x="3792" y="38109"/>
                  </a:cubicBezTo>
                  <a:cubicBezTo>
                    <a:pt x="4329" y="37483"/>
                    <a:pt x="5189" y="36764"/>
                    <a:pt x="5541" y="36042"/>
                  </a:cubicBezTo>
                  <a:lnTo>
                    <a:pt x="5541" y="36042"/>
                  </a:lnTo>
                  <a:cubicBezTo>
                    <a:pt x="5111" y="36926"/>
                    <a:pt x="4519" y="37708"/>
                    <a:pt x="4092" y="38597"/>
                  </a:cubicBezTo>
                  <a:cubicBezTo>
                    <a:pt x="3668" y="38358"/>
                    <a:pt x="3250" y="38107"/>
                    <a:pt x="2835" y="37851"/>
                  </a:cubicBezTo>
                  <a:lnTo>
                    <a:pt x="2835" y="37851"/>
                  </a:lnTo>
                  <a:cubicBezTo>
                    <a:pt x="3393" y="37163"/>
                    <a:pt x="3960" y="36487"/>
                    <a:pt x="4541" y="35822"/>
                  </a:cubicBezTo>
                  <a:close/>
                  <a:moveTo>
                    <a:pt x="15421" y="37148"/>
                  </a:moveTo>
                  <a:cubicBezTo>
                    <a:pt x="15419" y="37150"/>
                    <a:pt x="15418" y="37150"/>
                    <a:pt x="15416" y="37150"/>
                  </a:cubicBezTo>
                  <a:cubicBezTo>
                    <a:pt x="15414" y="37150"/>
                    <a:pt x="15412" y="37150"/>
                    <a:pt x="15409" y="37151"/>
                  </a:cubicBezTo>
                  <a:cubicBezTo>
                    <a:pt x="14774" y="37587"/>
                    <a:pt x="14173" y="38072"/>
                    <a:pt x="13616" y="38603"/>
                  </a:cubicBezTo>
                  <a:cubicBezTo>
                    <a:pt x="13613" y="38606"/>
                    <a:pt x="13613" y="38606"/>
                    <a:pt x="13610" y="38606"/>
                  </a:cubicBezTo>
                  <a:cubicBezTo>
                    <a:pt x="13870" y="38176"/>
                    <a:pt x="14136" y="37751"/>
                    <a:pt x="14378" y="37307"/>
                  </a:cubicBezTo>
                  <a:cubicBezTo>
                    <a:pt x="14390" y="37284"/>
                    <a:pt x="14393" y="37258"/>
                    <a:pt x="14393" y="37232"/>
                  </a:cubicBezTo>
                  <a:cubicBezTo>
                    <a:pt x="14517" y="37217"/>
                    <a:pt x="14638" y="37206"/>
                    <a:pt x="14762" y="37191"/>
                  </a:cubicBezTo>
                  <a:cubicBezTo>
                    <a:pt x="15005" y="37165"/>
                    <a:pt x="15219" y="37154"/>
                    <a:pt x="15421" y="37148"/>
                  </a:cubicBezTo>
                  <a:close/>
                  <a:moveTo>
                    <a:pt x="43390" y="31542"/>
                  </a:moveTo>
                  <a:lnTo>
                    <a:pt x="43390" y="31542"/>
                  </a:lnTo>
                  <a:cubicBezTo>
                    <a:pt x="42125" y="33317"/>
                    <a:pt x="40896" y="35101"/>
                    <a:pt x="39697" y="36877"/>
                  </a:cubicBezTo>
                  <a:cubicBezTo>
                    <a:pt x="39054" y="37708"/>
                    <a:pt x="38482" y="38467"/>
                    <a:pt x="38335" y="38794"/>
                  </a:cubicBezTo>
                  <a:cubicBezTo>
                    <a:pt x="39544" y="36103"/>
                    <a:pt x="41456" y="33802"/>
                    <a:pt x="43390" y="31542"/>
                  </a:cubicBezTo>
                  <a:close/>
                  <a:moveTo>
                    <a:pt x="6206" y="36944"/>
                  </a:moveTo>
                  <a:lnTo>
                    <a:pt x="6206" y="36944"/>
                  </a:lnTo>
                  <a:cubicBezTo>
                    <a:pt x="6208" y="36944"/>
                    <a:pt x="6102" y="37077"/>
                    <a:pt x="5888" y="37344"/>
                  </a:cubicBezTo>
                  <a:cubicBezTo>
                    <a:pt x="5556" y="37948"/>
                    <a:pt x="5273" y="38453"/>
                    <a:pt x="5053" y="39071"/>
                  </a:cubicBezTo>
                  <a:lnTo>
                    <a:pt x="5053" y="39074"/>
                  </a:lnTo>
                  <a:cubicBezTo>
                    <a:pt x="4877" y="38996"/>
                    <a:pt x="4690" y="38935"/>
                    <a:pt x="4525" y="38846"/>
                  </a:cubicBezTo>
                  <a:cubicBezTo>
                    <a:pt x="4514" y="38837"/>
                    <a:pt x="4502" y="38831"/>
                    <a:pt x="4490" y="38825"/>
                  </a:cubicBezTo>
                  <a:cubicBezTo>
                    <a:pt x="4900" y="38476"/>
                    <a:pt x="5276" y="38086"/>
                    <a:pt x="5611" y="37665"/>
                  </a:cubicBezTo>
                  <a:cubicBezTo>
                    <a:pt x="6005" y="37185"/>
                    <a:pt x="6203" y="36944"/>
                    <a:pt x="6206" y="36944"/>
                  </a:cubicBezTo>
                  <a:close/>
                  <a:moveTo>
                    <a:pt x="15591" y="37154"/>
                  </a:moveTo>
                  <a:lnTo>
                    <a:pt x="15591" y="37154"/>
                  </a:lnTo>
                  <a:cubicBezTo>
                    <a:pt x="15839" y="37157"/>
                    <a:pt x="16088" y="37177"/>
                    <a:pt x="16333" y="37214"/>
                  </a:cubicBezTo>
                  <a:cubicBezTo>
                    <a:pt x="15989" y="37506"/>
                    <a:pt x="15660" y="37818"/>
                    <a:pt x="15351" y="38150"/>
                  </a:cubicBezTo>
                  <a:cubicBezTo>
                    <a:pt x="15037" y="38441"/>
                    <a:pt x="14762" y="38773"/>
                    <a:pt x="14529" y="39134"/>
                  </a:cubicBezTo>
                  <a:cubicBezTo>
                    <a:pt x="14904" y="38551"/>
                    <a:pt x="15325" y="38023"/>
                    <a:pt x="15678" y="37419"/>
                  </a:cubicBezTo>
                  <a:cubicBezTo>
                    <a:pt x="15738" y="37318"/>
                    <a:pt x="15678" y="37203"/>
                    <a:pt x="15591" y="37154"/>
                  </a:cubicBezTo>
                  <a:close/>
                  <a:moveTo>
                    <a:pt x="13850" y="37278"/>
                  </a:moveTo>
                  <a:lnTo>
                    <a:pt x="13850" y="37278"/>
                  </a:lnTo>
                  <a:cubicBezTo>
                    <a:pt x="13143" y="37870"/>
                    <a:pt x="12470" y="38491"/>
                    <a:pt x="11809" y="39137"/>
                  </a:cubicBezTo>
                  <a:cubicBezTo>
                    <a:pt x="12066" y="38886"/>
                    <a:pt x="12741" y="38023"/>
                    <a:pt x="13085" y="37417"/>
                  </a:cubicBezTo>
                  <a:cubicBezTo>
                    <a:pt x="13105" y="37379"/>
                    <a:pt x="13111" y="37333"/>
                    <a:pt x="13102" y="37290"/>
                  </a:cubicBezTo>
                  <a:lnTo>
                    <a:pt x="13102" y="37290"/>
                  </a:lnTo>
                  <a:cubicBezTo>
                    <a:pt x="13190" y="37294"/>
                    <a:pt x="13279" y="37296"/>
                    <a:pt x="13367" y="37296"/>
                  </a:cubicBezTo>
                  <a:cubicBezTo>
                    <a:pt x="13528" y="37296"/>
                    <a:pt x="13690" y="37289"/>
                    <a:pt x="13850" y="37278"/>
                  </a:cubicBezTo>
                  <a:close/>
                  <a:moveTo>
                    <a:pt x="16861" y="38612"/>
                  </a:moveTo>
                  <a:cubicBezTo>
                    <a:pt x="16968" y="38612"/>
                    <a:pt x="16955" y="38798"/>
                    <a:pt x="16708" y="39308"/>
                  </a:cubicBezTo>
                  <a:cubicBezTo>
                    <a:pt x="16437" y="39374"/>
                    <a:pt x="16165" y="39429"/>
                    <a:pt x="15891" y="39478"/>
                  </a:cubicBezTo>
                  <a:cubicBezTo>
                    <a:pt x="16213" y="39089"/>
                    <a:pt x="16691" y="38612"/>
                    <a:pt x="16861" y="38612"/>
                  </a:cubicBezTo>
                  <a:close/>
                  <a:moveTo>
                    <a:pt x="7782" y="37601"/>
                  </a:moveTo>
                  <a:cubicBezTo>
                    <a:pt x="7669" y="37757"/>
                    <a:pt x="7556" y="37913"/>
                    <a:pt x="7444" y="38069"/>
                  </a:cubicBezTo>
                  <a:lnTo>
                    <a:pt x="7441" y="38069"/>
                  </a:lnTo>
                  <a:cubicBezTo>
                    <a:pt x="7210" y="38225"/>
                    <a:pt x="7103" y="38372"/>
                    <a:pt x="7123" y="38511"/>
                  </a:cubicBezTo>
                  <a:cubicBezTo>
                    <a:pt x="6915" y="38799"/>
                    <a:pt x="6705" y="39088"/>
                    <a:pt x="6500" y="39377"/>
                  </a:cubicBezTo>
                  <a:cubicBezTo>
                    <a:pt x="6465" y="39429"/>
                    <a:pt x="6462" y="39498"/>
                    <a:pt x="6497" y="39550"/>
                  </a:cubicBezTo>
                  <a:cubicBezTo>
                    <a:pt x="6156" y="39472"/>
                    <a:pt x="5818" y="39374"/>
                    <a:pt x="5486" y="39258"/>
                  </a:cubicBezTo>
                  <a:cubicBezTo>
                    <a:pt x="5709" y="38941"/>
                    <a:pt x="5934" y="38618"/>
                    <a:pt x="6159" y="38291"/>
                  </a:cubicBezTo>
                  <a:lnTo>
                    <a:pt x="6159" y="38291"/>
                  </a:lnTo>
                  <a:cubicBezTo>
                    <a:pt x="6044" y="38522"/>
                    <a:pt x="5931" y="38753"/>
                    <a:pt x="5830" y="38993"/>
                  </a:cubicBezTo>
                  <a:cubicBezTo>
                    <a:pt x="5770" y="39136"/>
                    <a:pt x="5903" y="39239"/>
                    <a:pt x="6031" y="39239"/>
                  </a:cubicBezTo>
                  <a:cubicBezTo>
                    <a:pt x="6081" y="39239"/>
                    <a:pt x="6131" y="39224"/>
                    <a:pt x="6168" y="39189"/>
                  </a:cubicBezTo>
                  <a:cubicBezTo>
                    <a:pt x="6716" y="38681"/>
                    <a:pt x="7253" y="38150"/>
                    <a:pt x="7782" y="37601"/>
                  </a:cubicBezTo>
                  <a:close/>
                  <a:moveTo>
                    <a:pt x="16069" y="38133"/>
                  </a:moveTo>
                  <a:cubicBezTo>
                    <a:pt x="16174" y="38133"/>
                    <a:pt x="16057" y="38430"/>
                    <a:pt x="15551" y="39267"/>
                  </a:cubicBezTo>
                  <a:cubicBezTo>
                    <a:pt x="15493" y="39362"/>
                    <a:pt x="15536" y="39466"/>
                    <a:pt x="15608" y="39527"/>
                  </a:cubicBezTo>
                  <a:cubicBezTo>
                    <a:pt x="15305" y="39573"/>
                    <a:pt x="14999" y="39614"/>
                    <a:pt x="14693" y="39637"/>
                  </a:cubicBezTo>
                  <a:cubicBezTo>
                    <a:pt x="14531" y="39654"/>
                    <a:pt x="14361" y="39668"/>
                    <a:pt x="14197" y="39686"/>
                  </a:cubicBezTo>
                  <a:cubicBezTo>
                    <a:pt x="14867" y="39200"/>
                    <a:pt x="15868" y="38133"/>
                    <a:pt x="16069" y="38133"/>
                  </a:cubicBezTo>
                  <a:close/>
                  <a:moveTo>
                    <a:pt x="14959" y="37938"/>
                  </a:moveTo>
                  <a:cubicBezTo>
                    <a:pt x="15084" y="37938"/>
                    <a:pt x="14009" y="39205"/>
                    <a:pt x="13830" y="39484"/>
                  </a:cubicBezTo>
                  <a:cubicBezTo>
                    <a:pt x="13781" y="39562"/>
                    <a:pt x="13795" y="39660"/>
                    <a:pt x="13862" y="39720"/>
                  </a:cubicBezTo>
                  <a:cubicBezTo>
                    <a:pt x="13576" y="39749"/>
                    <a:pt x="13281" y="39775"/>
                    <a:pt x="12984" y="39798"/>
                  </a:cubicBezTo>
                  <a:cubicBezTo>
                    <a:pt x="13463" y="39313"/>
                    <a:pt x="13942" y="38831"/>
                    <a:pt x="14442" y="38364"/>
                  </a:cubicBezTo>
                  <a:cubicBezTo>
                    <a:pt x="14769" y="38058"/>
                    <a:pt x="14921" y="37938"/>
                    <a:pt x="14959" y="37938"/>
                  </a:cubicBezTo>
                  <a:close/>
                  <a:moveTo>
                    <a:pt x="10802" y="35207"/>
                  </a:moveTo>
                  <a:cubicBezTo>
                    <a:pt x="10820" y="35207"/>
                    <a:pt x="10740" y="35417"/>
                    <a:pt x="10495" y="35988"/>
                  </a:cubicBezTo>
                  <a:cubicBezTo>
                    <a:pt x="10241" y="36582"/>
                    <a:pt x="9892" y="37137"/>
                    <a:pt x="9537" y="37679"/>
                  </a:cubicBezTo>
                  <a:cubicBezTo>
                    <a:pt x="8974" y="38358"/>
                    <a:pt x="8448" y="39071"/>
                    <a:pt x="7963" y="39807"/>
                  </a:cubicBezTo>
                  <a:cubicBezTo>
                    <a:pt x="7614" y="39767"/>
                    <a:pt x="7268" y="39715"/>
                    <a:pt x="6930" y="39651"/>
                  </a:cubicBezTo>
                  <a:cubicBezTo>
                    <a:pt x="6959" y="39637"/>
                    <a:pt x="6979" y="39619"/>
                    <a:pt x="7008" y="39605"/>
                  </a:cubicBezTo>
                  <a:cubicBezTo>
                    <a:pt x="7032" y="39594"/>
                    <a:pt x="7016" y="39561"/>
                    <a:pt x="6993" y="39561"/>
                  </a:cubicBezTo>
                  <a:cubicBezTo>
                    <a:pt x="6991" y="39561"/>
                    <a:pt x="6990" y="39561"/>
                    <a:pt x="6988" y="39562"/>
                  </a:cubicBezTo>
                  <a:cubicBezTo>
                    <a:pt x="6915" y="39573"/>
                    <a:pt x="6875" y="39582"/>
                    <a:pt x="6835" y="39588"/>
                  </a:cubicBezTo>
                  <a:lnTo>
                    <a:pt x="6864" y="39550"/>
                  </a:lnTo>
                  <a:cubicBezTo>
                    <a:pt x="7071" y="39489"/>
                    <a:pt x="7450" y="39377"/>
                    <a:pt x="7580" y="39290"/>
                  </a:cubicBezTo>
                  <a:cubicBezTo>
                    <a:pt x="8128" y="38926"/>
                    <a:pt x="8576" y="38398"/>
                    <a:pt x="9011" y="37913"/>
                  </a:cubicBezTo>
                  <a:cubicBezTo>
                    <a:pt x="9274" y="37622"/>
                    <a:pt x="9629" y="37125"/>
                    <a:pt x="9863" y="36810"/>
                  </a:cubicBezTo>
                  <a:cubicBezTo>
                    <a:pt x="10123" y="36464"/>
                    <a:pt x="10757" y="35207"/>
                    <a:pt x="10802" y="35207"/>
                  </a:cubicBezTo>
                  <a:close/>
                  <a:moveTo>
                    <a:pt x="13764" y="37831"/>
                  </a:moveTo>
                  <a:cubicBezTo>
                    <a:pt x="13356" y="38194"/>
                    <a:pt x="12876" y="39093"/>
                    <a:pt x="12542" y="39703"/>
                  </a:cubicBezTo>
                  <a:cubicBezTo>
                    <a:pt x="12519" y="39744"/>
                    <a:pt x="12513" y="39790"/>
                    <a:pt x="12522" y="39833"/>
                  </a:cubicBezTo>
                  <a:cubicBezTo>
                    <a:pt x="12216" y="39856"/>
                    <a:pt x="11907" y="39876"/>
                    <a:pt x="11595" y="39891"/>
                  </a:cubicBezTo>
                  <a:cubicBezTo>
                    <a:pt x="12304" y="39185"/>
                    <a:pt x="13016" y="38493"/>
                    <a:pt x="13764" y="37831"/>
                  </a:cubicBezTo>
                  <a:close/>
                  <a:moveTo>
                    <a:pt x="10917" y="36508"/>
                  </a:moveTo>
                  <a:cubicBezTo>
                    <a:pt x="10977" y="36508"/>
                    <a:pt x="10931" y="36695"/>
                    <a:pt x="10703" y="37200"/>
                  </a:cubicBezTo>
                  <a:lnTo>
                    <a:pt x="10703" y="37197"/>
                  </a:lnTo>
                  <a:cubicBezTo>
                    <a:pt x="10406" y="37853"/>
                    <a:pt x="10028" y="38476"/>
                    <a:pt x="9647" y="39091"/>
                  </a:cubicBezTo>
                  <a:cubicBezTo>
                    <a:pt x="9499" y="39334"/>
                    <a:pt x="9352" y="39573"/>
                    <a:pt x="9208" y="39813"/>
                  </a:cubicBezTo>
                  <a:cubicBezTo>
                    <a:pt x="9196" y="39842"/>
                    <a:pt x="9193" y="39871"/>
                    <a:pt x="9196" y="39899"/>
                  </a:cubicBezTo>
                  <a:cubicBezTo>
                    <a:pt x="8928" y="39888"/>
                    <a:pt x="8659" y="39871"/>
                    <a:pt x="8394" y="39847"/>
                  </a:cubicBezTo>
                  <a:cubicBezTo>
                    <a:pt x="8838" y="39267"/>
                    <a:pt x="9263" y="38678"/>
                    <a:pt x="9658" y="38072"/>
                  </a:cubicBezTo>
                  <a:cubicBezTo>
                    <a:pt x="9670" y="38057"/>
                    <a:pt x="9681" y="38040"/>
                    <a:pt x="9693" y="38026"/>
                  </a:cubicBezTo>
                  <a:cubicBezTo>
                    <a:pt x="9925" y="37735"/>
                    <a:pt x="10765" y="36508"/>
                    <a:pt x="10917" y="36508"/>
                  </a:cubicBezTo>
                  <a:close/>
                  <a:moveTo>
                    <a:pt x="12365" y="38005"/>
                  </a:moveTo>
                  <a:cubicBezTo>
                    <a:pt x="12491" y="38005"/>
                    <a:pt x="11398" y="39439"/>
                    <a:pt x="11249" y="39703"/>
                  </a:cubicBezTo>
                  <a:cubicBezTo>
                    <a:pt x="11214" y="39767"/>
                    <a:pt x="11223" y="39847"/>
                    <a:pt x="11269" y="39902"/>
                  </a:cubicBezTo>
                  <a:cubicBezTo>
                    <a:pt x="11053" y="39911"/>
                    <a:pt x="10842" y="39917"/>
                    <a:pt x="10625" y="39920"/>
                  </a:cubicBezTo>
                  <a:cubicBezTo>
                    <a:pt x="11058" y="39339"/>
                    <a:pt x="11535" y="38791"/>
                    <a:pt x="12046" y="38277"/>
                  </a:cubicBezTo>
                  <a:cubicBezTo>
                    <a:pt x="12238" y="38085"/>
                    <a:pt x="12335" y="38005"/>
                    <a:pt x="12365" y="38005"/>
                  </a:cubicBezTo>
                  <a:close/>
                  <a:moveTo>
                    <a:pt x="11796" y="37384"/>
                  </a:moveTo>
                  <a:cubicBezTo>
                    <a:pt x="11154" y="38054"/>
                    <a:pt x="10636" y="39118"/>
                    <a:pt x="10129" y="39922"/>
                  </a:cubicBezTo>
                  <a:cubicBezTo>
                    <a:pt x="9947" y="39922"/>
                    <a:pt x="9771" y="39922"/>
                    <a:pt x="9592" y="39917"/>
                  </a:cubicBezTo>
                  <a:cubicBezTo>
                    <a:pt x="10297" y="39045"/>
                    <a:pt x="11017" y="38193"/>
                    <a:pt x="11796" y="37384"/>
                  </a:cubicBezTo>
                  <a:close/>
                  <a:moveTo>
                    <a:pt x="65978" y="28885"/>
                  </a:moveTo>
                  <a:cubicBezTo>
                    <a:pt x="65978" y="28894"/>
                    <a:pt x="65978" y="28906"/>
                    <a:pt x="65981" y="28914"/>
                  </a:cubicBezTo>
                  <a:cubicBezTo>
                    <a:pt x="65063" y="30563"/>
                    <a:pt x="63022" y="32272"/>
                    <a:pt x="61870" y="33666"/>
                  </a:cubicBezTo>
                  <a:lnTo>
                    <a:pt x="61867" y="33666"/>
                  </a:lnTo>
                  <a:cubicBezTo>
                    <a:pt x="59982" y="35950"/>
                    <a:pt x="58059" y="38213"/>
                    <a:pt x="56064" y="40402"/>
                  </a:cubicBezTo>
                  <a:cubicBezTo>
                    <a:pt x="55997" y="40474"/>
                    <a:pt x="55937" y="40549"/>
                    <a:pt x="55870" y="40621"/>
                  </a:cubicBezTo>
                  <a:cubicBezTo>
                    <a:pt x="56145" y="40255"/>
                    <a:pt x="56413" y="39894"/>
                    <a:pt x="56685" y="39539"/>
                  </a:cubicBezTo>
                  <a:cubicBezTo>
                    <a:pt x="57978" y="37844"/>
                    <a:pt x="59280" y="36155"/>
                    <a:pt x="60594" y="34472"/>
                  </a:cubicBezTo>
                  <a:cubicBezTo>
                    <a:pt x="61174" y="33811"/>
                    <a:pt x="61745" y="33141"/>
                    <a:pt x="62306" y="32462"/>
                  </a:cubicBezTo>
                  <a:cubicBezTo>
                    <a:pt x="63498" y="31325"/>
                    <a:pt x="65268" y="29933"/>
                    <a:pt x="65978" y="28885"/>
                  </a:cubicBezTo>
                  <a:close/>
                  <a:moveTo>
                    <a:pt x="40993" y="33870"/>
                  </a:moveTo>
                  <a:cubicBezTo>
                    <a:pt x="39628" y="35813"/>
                    <a:pt x="38405" y="37823"/>
                    <a:pt x="37457" y="39931"/>
                  </a:cubicBezTo>
                  <a:cubicBezTo>
                    <a:pt x="37399" y="40056"/>
                    <a:pt x="37493" y="40187"/>
                    <a:pt x="37606" y="40187"/>
                  </a:cubicBezTo>
                  <a:cubicBezTo>
                    <a:pt x="37645" y="40187"/>
                    <a:pt x="37685" y="40172"/>
                    <a:pt x="37723" y="40136"/>
                  </a:cubicBezTo>
                  <a:cubicBezTo>
                    <a:pt x="38730" y="39152"/>
                    <a:pt x="39568" y="38069"/>
                    <a:pt x="40347" y="36946"/>
                  </a:cubicBezTo>
                  <a:cubicBezTo>
                    <a:pt x="41282" y="36299"/>
                    <a:pt x="42169" y="35502"/>
                    <a:pt x="43017" y="34616"/>
                  </a:cubicBezTo>
                  <a:lnTo>
                    <a:pt x="43017" y="34616"/>
                  </a:lnTo>
                  <a:cubicBezTo>
                    <a:pt x="41300" y="36842"/>
                    <a:pt x="39475" y="38970"/>
                    <a:pt x="37373" y="40789"/>
                  </a:cubicBezTo>
                  <a:cubicBezTo>
                    <a:pt x="37157" y="40090"/>
                    <a:pt x="36963" y="39472"/>
                    <a:pt x="36796" y="38981"/>
                  </a:cubicBezTo>
                  <a:cubicBezTo>
                    <a:pt x="38334" y="37381"/>
                    <a:pt x="39708" y="35659"/>
                    <a:pt x="40993" y="33870"/>
                  </a:cubicBezTo>
                  <a:close/>
                  <a:moveTo>
                    <a:pt x="48994" y="28175"/>
                  </a:moveTo>
                  <a:lnTo>
                    <a:pt x="48994" y="28175"/>
                  </a:lnTo>
                  <a:cubicBezTo>
                    <a:pt x="47637" y="29942"/>
                    <a:pt x="46323" y="31755"/>
                    <a:pt x="45024" y="33574"/>
                  </a:cubicBezTo>
                  <a:cubicBezTo>
                    <a:pt x="43474" y="35332"/>
                    <a:pt x="41970" y="37116"/>
                    <a:pt x="40607" y="38978"/>
                  </a:cubicBezTo>
                  <a:cubicBezTo>
                    <a:pt x="40245" y="39472"/>
                    <a:pt x="38898" y="40868"/>
                    <a:pt x="38731" y="40868"/>
                  </a:cubicBezTo>
                  <a:cubicBezTo>
                    <a:pt x="38642" y="40868"/>
                    <a:pt x="38888" y="40472"/>
                    <a:pt x="39796" y="39334"/>
                  </a:cubicBezTo>
                  <a:cubicBezTo>
                    <a:pt x="40927" y="37916"/>
                    <a:pt x="42094" y="36527"/>
                    <a:pt x="43251" y="35136"/>
                  </a:cubicBezTo>
                  <a:cubicBezTo>
                    <a:pt x="45177" y="32823"/>
                    <a:pt x="47091" y="30502"/>
                    <a:pt x="48994" y="28175"/>
                  </a:cubicBezTo>
                  <a:close/>
                  <a:moveTo>
                    <a:pt x="65662" y="30178"/>
                  </a:moveTo>
                  <a:cubicBezTo>
                    <a:pt x="65773" y="30178"/>
                    <a:pt x="65661" y="30504"/>
                    <a:pt x="65141" y="31403"/>
                  </a:cubicBezTo>
                  <a:cubicBezTo>
                    <a:pt x="63735" y="33834"/>
                    <a:pt x="61503" y="35895"/>
                    <a:pt x="59577" y="37913"/>
                  </a:cubicBezTo>
                  <a:cubicBezTo>
                    <a:pt x="58567" y="38976"/>
                    <a:pt x="57559" y="40076"/>
                    <a:pt x="56563" y="41190"/>
                  </a:cubicBezTo>
                  <a:lnTo>
                    <a:pt x="56563" y="41187"/>
                  </a:lnTo>
                  <a:cubicBezTo>
                    <a:pt x="58893" y="38271"/>
                    <a:pt x="61203" y="35326"/>
                    <a:pt x="63573" y="32393"/>
                  </a:cubicBezTo>
                  <a:cubicBezTo>
                    <a:pt x="63884" y="32009"/>
                    <a:pt x="65399" y="30178"/>
                    <a:pt x="65662" y="30178"/>
                  </a:cubicBezTo>
                  <a:close/>
                  <a:moveTo>
                    <a:pt x="66244" y="26642"/>
                  </a:moveTo>
                  <a:lnTo>
                    <a:pt x="66244" y="26642"/>
                  </a:lnTo>
                  <a:cubicBezTo>
                    <a:pt x="65602" y="27787"/>
                    <a:pt x="64856" y="28915"/>
                    <a:pt x="64038" y="30029"/>
                  </a:cubicBezTo>
                  <a:cubicBezTo>
                    <a:pt x="62300" y="31882"/>
                    <a:pt x="60692" y="33848"/>
                    <a:pt x="59127" y="35858"/>
                  </a:cubicBezTo>
                  <a:lnTo>
                    <a:pt x="59124" y="35858"/>
                  </a:lnTo>
                  <a:cubicBezTo>
                    <a:pt x="57398" y="37717"/>
                    <a:pt x="55625" y="39515"/>
                    <a:pt x="53979" y="41251"/>
                  </a:cubicBezTo>
                  <a:cubicBezTo>
                    <a:pt x="54961" y="40035"/>
                    <a:pt x="55931" y="38811"/>
                    <a:pt x="56892" y="37572"/>
                  </a:cubicBezTo>
                  <a:cubicBezTo>
                    <a:pt x="58160" y="36091"/>
                    <a:pt x="59427" y="34610"/>
                    <a:pt x="60698" y="33126"/>
                  </a:cubicBezTo>
                  <a:cubicBezTo>
                    <a:pt x="62442" y="31100"/>
                    <a:pt x="64933" y="28979"/>
                    <a:pt x="66244" y="26642"/>
                  </a:cubicBezTo>
                  <a:close/>
                  <a:moveTo>
                    <a:pt x="65591" y="38130"/>
                  </a:moveTo>
                  <a:cubicBezTo>
                    <a:pt x="65623" y="38335"/>
                    <a:pt x="65675" y="38580"/>
                    <a:pt x="65727" y="38843"/>
                  </a:cubicBezTo>
                  <a:cubicBezTo>
                    <a:pt x="64819" y="39609"/>
                    <a:pt x="63949" y="40473"/>
                    <a:pt x="63113" y="41403"/>
                  </a:cubicBezTo>
                  <a:lnTo>
                    <a:pt x="63113" y="41403"/>
                  </a:lnTo>
                  <a:cubicBezTo>
                    <a:pt x="63387" y="41018"/>
                    <a:pt x="63660" y="40630"/>
                    <a:pt x="63922" y="40240"/>
                  </a:cubicBezTo>
                  <a:cubicBezTo>
                    <a:pt x="64497" y="39553"/>
                    <a:pt x="65045" y="38843"/>
                    <a:pt x="65591" y="38130"/>
                  </a:cubicBezTo>
                  <a:close/>
                  <a:moveTo>
                    <a:pt x="59855" y="31435"/>
                  </a:moveTo>
                  <a:cubicBezTo>
                    <a:pt x="58570" y="33002"/>
                    <a:pt x="57317" y="34596"/>
                    <a:pt x="56029" y="36158"/>
                  </a:cubicBezTo>
                  <a:cubicBezTo>
                    <a:pt x="54540" y="37962"/>
                    <a:pt x="53047" y="39769"/>
                    <a:pt x="51549" y="41577"/>
                  </a:cubicBezTo>
                  <a:cubicBezTo>
                    <a:pt x="54239" y="38144"/>
                    <a:pt x="57051" y="34789"/>
                    <a:pt x="59855" y="31435"/>
                  </a:cubicBezTo>
                  <a:close/>
                  <a:moveTo>
                    <a:pt x="40976" y="37495"/>
                  </a:moveTo>
                  <a:lnTo>
                    <a:pt x="40976" y="37495"/>
                  </a:lnTo>
                  <a:cubicBezTo>
                    <a:pt x="39856" y="38883"/>
                    <a:pt x="38748" y="40280"/>
                    <a:pt x="37645" y="41681"/>
                  </a:cubicBezTo>
                  <a:lnTo>
                    <a:pt x="37417" y="40936"/>
                  </a:lnTo>
                  <a:cubicBezTo>
                    <a:pt x="37425" y="40933"/>
                    <a:pt x="37434" y="40936"/>
                    <a:pt x="37440" y="40930"/>
                  </a:cubicBezTo>
                  <a:cubicBezTo>
                    <a:pt x="38696" y="39882"/>
                    <a:pt x="39856" y="38716"/>
                    <a:pt x="40976" y="37495"/>
                  </a:cubicBezTo>
                  <a:close/>
                  <a:moveTo>
                    <a:pt x="50620" y="27915"/>
                  </a:moveTo>
                  <a:cubicBezTo>
                    <a:pt x="48266" y="30770"/>
                    <a:pt x="45971" y="33679"/>
                    <a:pt x="43774" y="36631"/>
                  </a:cubicBezTo>
                  <a:cubicBezTo>
                    <a:pt x="42546" y="38286"/>
                    <a:pt x="40229" y="40425"/>
                    <a:pt x="39251" y="41857"/>
                  </a:cubicBezTo>
                  <a:lnTo>
                    <a:pt x="39251" y="41857"/>
                  </a:lnTo>
                  <a:cubicBezTo>
                    <a:pt x="40731" y="39688"/>
                    <a:pt x="42410" y="37689"/>
                    <a:pt x="44037" y="35641"/>
                  </a:cubicBezTo>
                  <a:cubicBezTo>
                    <a:pt x="46254" y="33106"/>
                    <a:pt x="48364" y="30470"/>
                    <a:pt x="50593" y="27944"/>
                  </a:cubicBezTo>
                  <a:cubicBezTo>
                    <a:pt x="50602" y="27935"/>
                    <a:pt x="50611" y="27925"/>
                    <a:pt x="50620" y="27915"/>
                  </a:cubicBezTo>
                  <a:close/>
                  <a:moveTo>
                    <a:pt x="70279" y="11347"/>
                  </a:moveTo>
                  <a:cubicBezTo>
                    <a:pt x="70453" y="11497"/>
                    <a:pt x="70614" y="11659"/>
                    <a:pt x="70765" y="11832"/>
                  </a:cubicBezTo>
                  <a:cubicBezTo>
                    <a:pt x="68071" y="14020"/>
                    <a:pt x="66030" y="17011"/>
                    <a:pt x="63616" y="19491"/>
                  </a:cubicBezTo>
                  <a:cubicBezTo>
                    <a:pt x="59621" y="23588"/>
                    <a:pt x="55648" y="27641"/>
                    <a:pt x="51959" y="32021"/>
                  </a:cubicBezTo>
                  <a:cubicBezTo>
                    <a:pt x="49305" y="35168"/>
                    <a:pt x="46883" y="38534"/>
                    <a:pt x="44014" y="41484"/>
                  </a:cubicBezTo>
                  <a:cubicBezTo>
                    <a:pt x="43731" y="41773"/>
                    <a:pt x="43396" y="42088"/>
                    <a:pt x="43038" y="42420"/>
                  </a:cubicBezTo>
                  <a:cubicBezTo>
                    <a:pt x="46846" y="37746"/>
                    <a:pt x="50189" y="32737"/>
                    <a:pt x="54193" y="28190"/>
                  </a:cubicBezTo>
                  <a:cubicBezTo>
                    <a:pt x="59335" y="22349"/>
                    <a:pt x="65380" y="17418"/>
                    <a:pt x="70279" y="11347"/>
                  </a:cubicBezTo>
                  <a:close/>
                  <a:moveTo>
                    <a:pt x="41609" y="38335"/>
                  </a:moveTo>
                  <a:lnTo>
                    <a:pt x="41609" y="38335"/>
                  </a:lnTo>
                  <a:cubicBezTo>
                    <a:pt x="40491" y="39862"/>
                    <a:pt x="39354" y="41375"/>
                    <a:pt x="38167" y="42844"/>
                  </a:cubicBezTo>
                  <a:cubicBezTo>
                    <a:pt x="38089" y="42929"/>
                    <a:pt x="38164" y="43039"/>
                    <a:pt x="38251" y="43039"/>
                  </a:cubicBezTo>
                  <a:cubicBezTo>
                    <a:pt x="38277" y="43039"/>
                    <a:pt x="38304" y="43029"/>
                    <a:pt x="38329" y="43006"/>
                  </a:cubicBezTo>
                  <a:cubicBezTo>
                    <a:pt x="39010" y="42428"/>
                    <a:pt x="39660" y="41811"/>
                    <a:pt x="40295" y="41175"/>
                  </a:cubicBezTo>
                  <a:lnTo>
                    <a:pt x="40295" y="41175"/>
                  </a:lnTo>
                  <a:cubicBezTo>
                    <a:pt x="39617" y="42094"/>
                    <a:pt x="38961" y="43032"/>
                    <a:pt x="38367" y="44025"/>
                  </a:cubicBezTo>
                  <a:cubicBezTo>
                    <a:pt x="38153" y="43352"/>
                    <a:pt x="37951" y="42694"/>
                    <a:pt x="37760" y="42068"/>
                  </a:cubicBezTo>
                  <a:lnTo>
                    <a:pt x="37763" y="42068"/>
                  </a:lnTo>
                  <a:cubicBezTo>
                    <a:pt x="39475" y="41320"/>
                    <a:pt x="40393" y="39741"/>
                    <a:pt x="41609" y="38335"/>
                  </a:cubicBezTo>
                  <a:close/>
                  <a:moveTo>
                    <a:pt x="47830" y="35023"/>
                  </a:moveTo>
                  <a:lnTo>
                    <a:pt x="47830" y="35023"/>
                  </a:lnTo>
                  <a:cubicBezTo>
                    <a:pt x="47279" y="35768"/>
                    <a:pt x="46730" y="36516"/>
                    <a:pt x="46173" y="37255"/>
                  </a:cubicBezTo>
                  <a:cubicBezTo>
                    <a:pt x="44891" y="38961"/>
                    <a:pt x="43552" y="40598"/>
                    <a:pt x="42157" y="42215"/>
                  </a:cubicBezTo>
                  <a:cubicBezTo>
                    <a:pt x="41470" y="42997"/>
                    <a:pt x="40754" y="43754"/>
                    <a:pt x="40012" y="44484"/>
                  </a:cubicBezTo>
                  <a:cubicBezTo>
                    <a:pt x="40644" y="43618"/>
                    <a:pt x="41306" y="42775"/>
                    <a:pt x="42001" y="41955"/>
                  </a:cubicBezTo>
                  <a:cubicBezTo>
                    <a:pt x="43907" y="39628"/>
                    <a:pt x="45850" y="37316"/>
                    <a:pt x="47830" y="35023"/>
                  </a:cubicBezTo>
                  <a:close/>
                  <a:moveTo>
                    <a:pt x="64716" y="35248"/>
                  </a:moveTo>
                  <a:cubicBezTo>
                    <a:pt x="63818" y="36496"/>
                    <a:pt x="62072" y="38641"/>
                    <a:pt x="61653" y="39172"/>
                  </a:cubicBezTo>
                  <a:cubicBezTo>
                    <a:pt x="60172" y="41048"/>
                    <a:pt x="58570" y="42830"/>
                    <a:pt x="56956" y="44594"/>
                  </a:cubicBezTo>
                  <a:cubicBezTo>
                    <a:pt x="58830" y="41825"/>
                    <a:pt x="60752" y="39094"/>
                    <a:pt x="62903" y="36608"/>
                  </a:cubicBezTo>
                  <a:cubicBezTo>
                    <a:pt x="63302" y="36146"/>
                    <a:pt x="64199" y="35422"/>
                    <a:pt x="64716" y="35248"/>
                  </a:cubicBezTo>
                  <a:close/>
                  <a:moveTo>
                    <a:pt x="53229" y="35809"/>
                  </a:moveTo>
                  <a:lnTo>
                    <a:pt x="53229" y="35811"/>
                  </a:lnTo>
                  <a:cubicBezTo>
                    <a:pt x="50867" y="38791"/>
                    <a:pt x="48526" y="41808"/>
                    <a:pt x="46101" y="44839"/>
                  </a:cubicBezTo>
                  <a:cubicBezTo>
                    <a:pt x="45798" y="45217"/>
                    <a:pt x="45460" y="45636"/>
                    <a:pt x="45108" y="46069"/>
                  </a:cubicBezTo>
                  <a:cubicBezTo>
                    <a:pt x="45832" y="45160"/>
                    <a:pt x="46548" y="44244"/>
                    <a:pt x="47259" y="43329"/>
                  </a:cubicBezTo>
                  <a:cubicBezTo>
                    <a:pt x="49227" y="40797"/>
                    <a:pt x="51217" y="38291"/>
                    <a:pt x="53229" y="35809"/>
                  </a:cubicBezTo>
                  <a:close/>
                  <a:moveTo>
                    <a:pt x="52112" y="30150"/>
                  </a:moveTo>
                  <a:lnTo>
                    <a:pt x="52112" y="30150"/>
                  </a:lnTo>
                  <a:cubicBezTo>
                    <a:pt x="47625" y="35451"/>
                    <a:pt x="43976" y="41360"/>
                    <a:pt x="39152" y="46424"/>
                  </a:cubicBezTo>
                  <a:cubicBezTo>
                    <a:pt x="39074" y="46190"/>
                    <a:pt x="38993" y="45956"/>
                    <a:pt x="38915" y="45722"/>
                  </a:cubicBezTo>
                  <a:lnTo>
                    <a:pt x="38915" y="45722"/>
                  </a:lnTo>
                  <a:cubicBezTo>
                    <a:pt x="38942" y="45743"/>
                    <a:pt x="38974" y="45754"/>
                    <a:pt x="39005" y="45754"/>
                  </a:cubicBezTo>
                  <a:cubicBezTo>
                    <a:pt x="39039" y="45754"/>
                    <a:pt x="39073" y="45742"/>
                    <a:pt x="39100" y="45717"/>
                  </a:cubicBezTo>
                  <a:cubicBezTo>
                    <a:pt x="43445" y="41649"/>
                    <a:pt x="46857" y="36799"/>
                    <a:pt x="50414" y="32064"/>
                  </a:cubicBezTo>
                  <a:cubicBezTo>
                    <a:pt x="50980" y="31426"/>
                    <a:pt x="51543" y="30785"/>
                    <a:pt x="52112" y="30150"/>
                  </a:cubicBezTo>
                  <a:close/>
                  <a:moveTo>
                    <a:pt x="63443" y="20083"/>
                  </a:moveTo>
                  <a:lnTo>
                    <a:pt x="63443" y="20083"/>
                  </a:lnTo>
                  <a:cubicBezTo>
                    <a:pt x="60859" y="22869"/>
                    <a:pt x="58232" y="25615"/>
                    <a:pt x="55738" y="28481"/>
                  </a:cubicBezTo>
                  <a:cubicBezTo>
                    <a:pt x="50391" y="34625"/>
                    <a:pt x="45570" y="41005"/>
                    <a:pt x="39897" y="46860"/>
                  </a:cubicBezTo>
                  <a:cubicBezTo>
                    <a:pt x="40047" y="46222"/>
                    <a:pt x="40408" y="45575"/>
                    <a:pt x="40890" y="44949"/>
                  </a:cubicBezTo>
                  <a:cubicBezTo>
                    <a:pt x="41204" y="44591"/>
                    <a:pt x="41519" y="44230"/>
                    <a:pt x="41828" y="43866"/>
                  </a:cubicBezTo>
                  <a:cubicBezTo>
                    <a:pt x="42862" y="42786"/>
                    <a:pt x="44065" y="41793"/>
                    <a:pt x="44848" y="40999"/>
                  </a:cubicBezTo>
                  <a:cubicBezTo>
                    <a:pt x="47504" y="38303"/>
                    <a:pt x="49750" y="35142"/>
                    <a:pt x="52166" y="32232"/>
                  </a:cubicBezTo>
                  <a:cubicBezTo>
                    <a:pt x="55703" y="27973"/>
                    <a:pt x="59650" y="24096"/>
                    <a:pt x="63443" y="20083"/>
                  </a:cubicBezTo>
                  <a:close/>
                  <a:moveTo>
                    <a:pt x="71027" y="12173"/>
                  </a:moveTo>
                  <a:cubicBezTo>
                    <a:pt x="71163" y="12380"/>
                    <a:pt x="71264" y="12609"/>
                    <a:pt x="71322" y="12848"/>
                  </a:cubicBezTo>
                  <a:cubicBezTo>
                    <a:pt x="66134" y="17488"/>
                    <a:pt x="61590" y="23452"/>
                    <a:pt x="56965" y="28660"/>
                  </a:cubicBezTo>
                  <a:cubicBezTo>
                    <a:pt x="55128" y="30725"/>
                    <a:pt x="53330" y="32820"/>
                    <a:pt x="51537" y="34922"/>
                  </a:cubicBezTo>
                  <a:cubicBezTo>
                    <a:pt x="54135" y="32090"/>
                    <a:pt x="56829" y="29330"/>
                    <a:pt x="59318" y="26432"/>
                  </a:cubicBezTo>
                  <a:cubicBezTo>
                    <a:pt x="62970" y="22179"/>
                    <a:pt x="66824" y="17938"/>
                    <a:pt x="70649" y="13847"/>
                  </a:cubicBezTo>
                  <a:lnTo>
                    <a:pt x="70649" y="13847"/>
                  </a:lnTo>
                  <a:cubicBezTo>
                    <a:pt x="69029" y="15579"/>
                    <a:pt x="67179" y="18365"/>
                    <a:pt x="65204" y="20380"/>
                  </a:cubicBezTo>
                  <a:cubicBezTo>
                    <a:pt x="63267" y="22364"/>
                    <a:pt x="61503" y="24460"/>
                    <a:pt x="59788" y="26625"/>
                  </a:cubicBezTo>
                  <a:cubicBezTo>
                    <a:pt x="58983" y="27347"/>
                    <a:pt x="58186" y="28068"/>
                    <a:pt x="57429" y="28808"/>
                  </a:cubicBezTo>
                  <a:cubicBezTo>
                    <a:pt x="53650" y="32494"/>
                    <a:pt x="50567" y="36744"/>
                    <a:pt x="47062" y="40664"/>
                  </a:cubicBezTo>
                  <a:cubicBezTo>
                    <a:pt x="46193" y="41640"/>
                    <a:pt x="45307" y="42579"/>
                    <a:pt x="44458" y="43534"/>
                  </a:cubicBezTo>
                  <a:cubicBezTo>
                    <a:pt x="45012" y="42827"/>
                    <a:pt x="45547" y="42105"/>
                    <a:pt x="46078" y="41389"/>
                  </a:cubicBezTo>
                  <a:cubicBezTo>
                    <a:pt x="46326" y="41057"/>
                    <a:pt x="46589" y="40731"/>
                    <a:pt x="46846" y="40402"/>
                  </a:cubicBezTo>
                  <a:lnTo>
                    <a:pt x="46846" y="40402"/>
                  </a:lnTo>
                  <a:cubicBezTo>
                    <a:pt x="45440" y="42039"/>
                    <a:pt x="44028" y="43670"/>
                    <a:pt x="42596" y="45278"/>
                  </a:cubicBezTo>
                  <a:cubicBezTo>
                    <a:pt x="42220" y="45700"/>
                    <a:pt x="40613" y="47000"/>
                    <a:pt x="40395" y="47000"/>
                  </a:cubicBezTo>
                  <a:cubicBezTo>
                    <a:pt x="40281" y="47000"/>
                    <a:pt x="40542" y="46649"/>
                    <a:pt x="41545" y="45642"/>
                  </a:cubicBezTo>
                  <a:cubicBezTo>
                    <a:pt x="43156" y="44022"/>
                    <a:pt x="44727" y="42362"/>
                    <a:pt x="46271" y="40679"/>
                  </a:cubicBezTo>
                  <a:cubicBezTo>
                    <a:pt x="49357" y="37307"/>
                    <a:pt x="51956" y="33536"/>
                    <a:pt x="54846" y="30003"/>
                  </a:cubicBezTo>
                  <a:cubicBezTo>
                    <a:pt x="59921" y="23796"/>
                    <a:pt x="66024" y="18429"/>
                    <a:pt x="71027" y="12173"/>
                  </a:cubicBezTo>
                  <a:close/>
                  <a:moveTo>
                    <a:pt x="40050" y="45867"/>
                  </a:moveTo>
                  <a:lnTo>
                    <a:pt x="40050" y="45867"/>
                  </a:lnTo>
                  <a:cubicBezTo>
                    <a:pt x="39859" y="46236"/>
                    <a:pt x="39723" y="46615"/>
                    <a:pt x="39663" y="46996"/>
                  </a:cubicBezTo>
                  <a:cubicBezTo>
                    <a:pt x="39657" y="47025"/>
                    <a:pt x="39666" y="47056"/>
                    <a:pt x="39689" y="47079"/>
                  </a:cubicBezTo>
                  <a:cubicBezTo>
                    <a:pt x="39612" y="47154"/>
                    <a:pt x="39540" y="47231"/>
                    <a:pt x="39466" y="47305"/>
                  </a:cubicBezTo>
                  <a:lnTo>
                    <a:pt x="39466" y="47305"/>
                  </a:lnTo>
                  <a:cubicBezTo>
                    <a:pt x="39397" y="47115"/>
                    <a:pt x="39328" y="46923"/>
                    <a:pt x="39259" y="46730"/>
                  </a:cubicBezTo>
                  <a:cubicBezTo>
                    <a:pt x="39530" y="46447"/>
                    <a:pt x="39784" y="46153"/>
                    <a:pt x="40050" y="45867"/>
                  </a:cubicBezTo>
                  <a:close/>
                  <a:moveTo>
                    <a:pt x="60937" y="35222"/>
                  </a:moveTo>
                  <a:lnTo>
                    <a:pt x="60937" y="35222"/>
                  </a:lnTo>
                  <a:cubicBezTo>
                    <a:pt x="58922" y="37855"/>
                    <a:pt x="57005" y="40578"/>
                    <a:pt x="54869" y="43101"/>
                  </a:cubicBezTo>
                  <a:cubicBezTo>
                    <a:pt x="53422" y="44807"/>
                    <a:pt x="51904" y="46462"/>
                    <a:pt x="50371" y="48101"/>
                  </a:cubicBezTo>
                  <a:lnTo>
                    <a:pt x="50622" y="47755"/>
                  </a:lnTo>
                  <a:cubicBezTo>
                    <a:pt x="51456" y="46684"/>
                    <a:pt x="52259" y="45593"/>
                    <a:pt x="53047" y="44510"/>
                  </a:cubicBezTo>
                  <a:cubicBezTo>
                    <a:pt x="53448" y="43990"/>
                    <a:pt x="53847" y="43471"/>
                    <a:pt x="54262" y="42963"/>
                  </a:cubicBezTo>
                  <a:cubicBezTo>
                    <a:pt x="56413" y="40324"/>
                    <a:pt x="58714" y="37803"/>
                    <a:pt x="60937" y="35222"/>
                  </a:cubicBezTo>
                  <a:close/>
                  <a:moveTo>
                    <a:pt x="58714" y="27991"/>
                  </a:moveTo>
                  <a:cubicBezTo>
                    <a:pt x="55071" y="32662"/>
                    <a:pt x="51497" y="37304"/>
                    <a:pt x="47565" y="41750"/>
                  </a:cubicBezTo>
                  <a:cubicBezTo>
                    <a:pt x="45746" y="43806"/>
                    <a:pt x="44204" y="46078"/>
                    <a:pt x="42371" y="48116"/>
                  </a:cubicBezTo>
                  <a:cubicBezTo>
                    <a:pt x="42151" y="47908"/>
                    <a:pt x="41935" y="47697"/>
                    <a:pt x="41715" y="47489"/>
                  </a:cubicBezTo>
                  <a:cubicBezTo>
                    <a:pt x="42460" y="46277"/>
                    <a:pt x="43324" y="45136"/>
                    <a:pt x="44291" y="44091"/>
                  </a:cubicBezTo>
                  <a:cubicBezTo>
                    <a:pt x="45235" y="42980"/>
                    <a:pt x="46271" y="41938"/>
                    <a:pt x="47264" y="40869"/>
                  </a:cubicBezTo>
                  <a:cubicBezTo>
                    <a:pt x="51173" y="36663"/>
                    <a:pt x="54534" y="32055"/>
                    <a:pt x="58671" y="28031"/>
                  </a:cubicBezTo>
                  <a:cubicBezTo>
                    <a:pt x="58685" y="28016"/>
                    <a:pt x="58700" y="28002"/>
                    <a:pt x="58714" y="27991"/>
                  </a:cubicBezTo>
                  <a:close/>
                  <a:moveTo>
                    <a:pt x="66036" y="34582"/>
                  </a:moveTo>
                  <a:cubicBezTo>
                    <a:pt x="66140" y="34942"/>
                    <a:pt x="66235" y="35318"/>
                    <a:pt x="66304" y="35681"/>
                  </a:cubicBezTo>
                  <a:cubicBezTo>
                    <a:pt x="66288" y="35676"/>
                    <a:pt x="66271" y="35673"/>
                    <a:pt x="66254" y="35673"/>
                  </a:cubicBezTo>
                  <a:cubicBezTo>
                    <a:pt x="66220" y="35673"/>
                    <a:pt x="66187" y="35684"/>
                    <a:pt x="66160" y="35707"/>
                  </a:cubicBezTo>
                  <a:cubicBezTo>
                    <a:pt x="65756" y="36034"/>
                    <a:pt x="65377" y="36395"/>
                    <a:pt x="64996" y="36753"/>
                  </a:cubicBezTo>
                  <a:cubicBezTo>
                    <a:pt x="65046" y="36728"/>
                    <a:pt x="65096" y="36716"/>
                    <a:pt x="65146" y="36716"/>
                  </a:cubicBezTo>
                  <a:cubicBezTo>
                    <a:pt x="65285" y="36716"/>
                    <a:pt x="65423" y="36812"/>
                    <a:pt x="65559" y="37012"/>
                  </a:cubicBezTo>
                  <a:lnTo>
                    <a:pt x="65562" y="37012"/>
                  </a:lnTo>
                  <a:cubicBezTo>
                    <a:pt x="65155" y="37907"/>
                    <a:pt x="64644" y="38762"/>
                    <a:pt x="64081" y="39596"/>
                  </a:cubicBezTo>
                  <a:cubicBezTo>
                    <a:pt x="61506" y="42807"/>
                    <a:pt x="58700" y="45835"/>
                    <a:pt x="56084" y="49019"/>
                  </a:cubicBezTo>
                  <a:cubicBezTo>
                    <a:pt x="57175" y="47533"/>
                    <a:pt x="58264" y="46063"/>
                    <a:pt x="59375" y="44654"/>
                  </a:cubicBezTo>
                  <a:cubicBezTo>
                    <a:pt x="60247" y="43543"/>
                    <a:pt x="61009" y="42339"/>
                    <a:pt x="61792" y="41167"/>
                  </a:cubicBezTo>
                  <a:cubicBezTo>
                    <a:pt x="62574" y="39977"/>
                    <a:pt x="63432" y="38837"/>
                    <a:pt x="64355" y="37754"/>
                  </a:cubicBezTo>
                  <a:cubicBezTo>
                    <a:pt x="64491" y="37396"/>
                    <a:pt x="64627" y="37139"/>
                    <a:pt x="64762" y="36963"/>
                  </a:cubicBezTo>
                  <a:lnTo>
                    <a:pt x="64762" y="36963"/>
                  </a:lnTo>
                  <a:cubicBezTo>
                    <a:pt x="64725" y="37001"/>
                    <a:pt x="64682" y="37033"/>
                    <a:pt x="64644" y="37070"/>
                  </a:cubicBezTo>
                  <a:cubicBezTo>
                    <a:pt x="65155" y="36268"/>
                    <a:pt x="65620" y="35436"/>
                    <a:pt x="66036" y="34582"/>
                  </a:cubicBezTo>
                  <a:close/>
                  <a:moveTo>
                    <a:pt x="58029" y="40401"/>
                  </a:moveTo>
                  <a:cubicBezTo>
                    <a:pt x="56729" y="41891"/>
                    <a:pt x="55431" y="43387"/>
                    <a:pt x="54158" y="44908"/>
                  </a:cubicBezTo>
                  <a:cubicBezTo>
                    <a:pt x="52862" y="46462"/>
                    <a:pt x="51583" y="48058"/>
                    <a:pt x="50296" y="49657"/>
                  </a:cubicBezTo>
                  <a:cubicBezTo>
                    <a:pt x="51364" y="48145"/>
                    <a:pt x="52449" y="46638"/>
                    <a:pt x="53630" y="45209"/>
                  </a:cubicBezTo>
                  <a:cubicBezTo>
                    <a:pt x="54978" y="43583"/>
                    <a:pt x="56496" y="42000"/>
                    <a:pt x="58029" y="40401"/>
                  </a:cubicBezTo>
                  <a:close/>
                  <a:moveTo>
                    <a:pt x="43145" y="45090"/>
                  </a:moveTo>
                  <a:lnTo>
                    <a:pt x="43145" y="45090"/>
                  </a:lnTo>
                  <a:cubicBezTo>
                    <a:pt x="42042" y="46470"/>
                    <a:pt x="41080" y="47951"/>
                    <a:pt x="40419" y="49681"/>
                  </a:cubicBezTo>
                  <a:cubicBezTo>
                    <a:pt x="40162" y="49118"/>
                    <a:pt x="39905" y="48491"/>
                    <a:pt x="39654" y="47821"/>
                  </a:cubicBezTo>
                  <a:cubicBezTo>
                    <a:pt x="41002" y="47140"/>
                    <a:pt x="42134" y="46184"/>
                    <a:pt x="43145" y="45090"/>
                  </a:cubicBezTo>
                  <a:close/>
                  <a:moveTo>
                    <a:pt x="60039" y="39729"/>
                  </a:moveTo>
                  <a:lnTo>
                    <a:pt x="60039" y="39732"/>
                  </a:lnTo>
                  <a:cubicBezTo>
                    <a:pt x="59468" y="40604"/>
                    <a:pt x="58931" y="41479"/>
                    <a:pt x="58408" y="42293"/>
                  </a:cubicBezTo>
                  <a:cubicBezTo>
                    <a:pt x="57874" y="43124"/>
                    <a:pt x="57331" y="43956"/>
                    <a:pt x="56780" y="44790"/>
                  </a:cubicBezTo>
                  <a:cubicBezTo>
                    <a:pt x="56338" y="45269"/>
                    <a:pt x="55899" y="45751"/>
                    <a:pt x="55460" y="46233"/>
                  </a:cubicBezTo>
                  <a:cubicBezTo>
                    <a:pt x="54274" y="47533"/>
                    <a:pt x="53142" y="48864"/>
                    <a:pt x="52042" y="50212"/>
                  </a:cubicBezTo>
                  <a:cubicBezTo>
                    <a:pt x="54667" y="46716"/>
                    <a:pt x="57224" y="43095"/>
                    <a:pt x="60039" y="39729"/>
                  </a:cubicBezTo>
                  <a:close/>
                  <a:moveTo>
                    <a:pt x="49935" y="39394"/>
                  </a:moveTo>
                  <a:lnTo>
                    <a:pt x="49935" y="39394"/>
                  </a:lnTo>
                  <a:cubicBezTo>
                    <a:pt x="46981" y="43179"/>
                    <a:pt x="44083" y="47007"/>
                    <a:pt x="40858" y="50570"/>
                  </a:cubicBezTo>
                  <a:cubicBezTo>
                    <a:pt x="40754" y="50376"/>
                    <a:pt x="40650" y="50174"/>
                    <a:pt x="40546" y="49958"/>
                  </a:cubicBezTo>
                  <a:cubicBezTo>
                    <a:pt x="40561" y="49952"/>
                    <a:pt x="40572" y="49958"/>
                    <a:pt x="40584" y="49946"/>
                  </a:cubicBezTo>
                  <a:cubicBezTo>
                    <a:pt x="43101" y="48136"/>
                    <a:pt x="44724" y="45633"/>
                    <a:pt x="46646" y="43243"/>
                  </a:cubicBezTo>
                  <a:cubicBezTo>
                    <a:pt x="47706" y="41926"/>
                    <a:pt x="48817" y="40659"/>
                    <a:pt x="49935" y="39394"/>
                  </a:cubicBezTo>
                  <a:close/>
                  <a:moveTo>
                    <a:pt x="67528" y="20031"/>
                  </a:moveTo>
                  <a:lnTo>
                    <a:pt x="67528" y="20031"/>
                  </a:lnTo>
                  <a:cubicBezTo>
                    <a:pt x="67130" y="21397"/>
                    <a:pt x="67173" y="22857"/>
                    <a:pt x="67127" y="24310"/>
                  </a:cubicBezTo>
                  <a:cubicBezTo>
                    <a:pt x="67100" y="24275"/>
                    <a:pt x="67060" y="24257"/>
                    <a:pt x="67019" y="24257"/>
                  </a:cubicBezTo>
                  <a:cubicBezTo>
                    <a:pt x="66986" y="24257"/>
                    <a:pt x="66952" y="24269"/>
                    <a:pt x="66925" y="24292"/>
                  </a:cubicBezTo>
                  <a:cubicBezTo>
                    <a:pt x="63798" y="27254"/>
                    <a:pt x="61116" y="30912"/>
                    <a:pt x="58532" y="34527"/>
                  </a:cubicBezTo>
                  <a:cubicBezTo>
                    <a:pt x="57588" y="35604"/>
                    <a:pt x="56644" y="36680"/>
                    <a:pt x="55715" y="37772"/>
                  </a:cubicBezTo>
                  <a:cubicBezTo>
                    <a:pt x="53578" y="40272"/>
                    <a:pt x="51347" y="42708"/>
                    <a:pt x="49326" y="45304"/>
                  </a:cubicBezTo>
                  <a:cubicBezTo>
                    <a:pt x="48358" y="46548"/>
                    <a:pt x="47674" y="47458"/>
                    <a:pt x="46724" y="48607"/>
                  </a:cubicBezTo>
                  <a:cubicBezTo>
                    <a:pt x="46534" y="48837"/>
                    <a:pt x="43793" y="51310"/>
                    <a:pt x="43624" y="51310"/>
                  </a:cubicBezTo>
                  <a:cubicBezTo>
                    <a:pt x="43588" y="51310"/>
                    <a:pt x="43671" y="51195"/>
                    <a:pt x="43924" y="50919"/>
                  </a:cubicBezTo>
                  <a:cubicBezTo>
                    <a:pt x="44242" y="50570"/>
                    <a:pt x="44545" y="50212"/>
                    <a:pt x="44859" y="49860"/>
                  </a:cubicBezTo>
                  <a:cubicBezTo>
                    <a:pt x="46008" y="48806"/>
                    <a:pt x="47010" y="47570"/>
                    <a:pt x="47960" y="46300"/>
                  </a:cubicBezTo>
                  <a:cubicBezTo>
                    <a:pt x="50743" y="43014"/>
                    <a:pt x="53445" y="39657"/>
                    <a:pt x="56226" y="36354"/>
                  </a:cubicBezTo>
                  <a:cubicBezTo>
                    <a:pt x="59906" y="31980"/>
                    <a:pt x="64173" y="27633"/>
                    <a:pt x="67141" y="22736"/>
                  </a:cubicBezTo>
                  <a:cubicBezTo>
                    <a:pt x="67202" y="22637"/>
                    <a:pt x="67110" y="22526"/>
                    <a:pt x="67016" y="22526"/>
                  </a:cubicBezTo>
                  <a:cubicBezTo>
                    <a:pt x="66984" y="22526"/>
                    <a:pt x="66952" y="22539"/>
                    <a:pt x="66925" y="22569"/>
                  </a:cubicBezTo>
                  <a:cubicBezTo>
                    <a:pt x="66532" y="23013"/>
                    <a:pt x="66151" y="23475"/>
                    <a:pt x="65761" y="23926"/>
                  </a:cubicBezTo>
                  <a:cubicBezTo>
                    <a:pt x="66495" y="22800"/>
                    <a:pt x="67095" y="21587"/>
                    <a:pt x="67473" y="20224"/>
                  </a:cubicBezTo>
                  <a:cubicBezTo>
                    <a:pt x="67482" y="20184"/>
                    <a:pt x="67473" y="20144"/>
                    <a:pt x="67444" y="20112"/>
                  </a:cubicBezTo>
                  <a:cubicBezTo>
                    <a:pt x="67473" y="20086"/>
                    <a:pt x="67499" y="20060"/>
                    <a:pt x="67528" y="20031"/>
                  </a:cubicBezTo>
                  <a:close/>
                  <a:moveTo>
                    <a:pt x="65900" y="21636"/>
                  </a:moveTo>
                  <a:lnTo>
                    <a:pt x="65900" y="21636"/>
                  </a:lnTo>
                  <a:cubicBezTo>
                    <a:pt x="61310" y="26827"/>
                    <a:pt x="57077" y="32307"/>
                    <a:pt x="52802" y="37760"/>
                  </a:cubicBezTo>
                  <a:cubicBezTo>
                    <a:pt x="49259" y="42278"/>
                    <a:pt x="44845" y="46378"/>
                    <a:pt x="41571" y="51046"/>
                  </a:cubicBezTo>
                  <a:cubicBezTo>
                    <a:pt x="41496" y="51151"/>
                    <a:pt x="41596" y="51254"/>
                    <a:pt x="41699" y="51254"/>
                  </a:cubicBezTo>
                  <a:cubicBezTo>
                    <a:pt x="41743" y="51254"/>
                    <a:pt x="41787" y="51235"/>
                    <a:pt x="41819" y="51190"/>
                  </a:cubicBezTo>
                  <a:cubicBezTo>
                    <a:pt x="45414" y="46072"/>
                    <a:pt x="50218" y="41528"/>
                    <a:pt x="54095" y="36571"/>
                  </a:cubicBezTo>
                  <a:cubicBezTo>
                    <a:pt x="56260" y="33802"/>
                    <a:pt x="58414" y="31022"/>
                    <a:pt x="60608" y="28276"/>
                  </a:cubicBezTo>
                  <a:cubicBezTo>
                    <a:pt x="61702" y="26911"/>
                    <a:pt x="62825" y="25565"/>
                    <a:pt x="63951" y="24226"/>
                  </a:cubicBezTo>
                  <a:lnTo>
                    <a:pt x="63951" y="24226"/>
                  </a:lnTo>
                  <a:cubicBezTo>
                    <a:pt x="63950" y="24228"/>
                    <a:pt x="63949" y="24228"/>
                    <a:pt x="63949" y="24228"/>
                  </a:cubicBezTo>
                  <a:cubicBezTo>
                    <a:pt x="63951" y="24228"/>
                    <a:pt x="66083" y="21685"/>
                    <a:pt x="66525" y="21685"/>
                  </a:cubicBezTo>
                  <a:cubicBezTo>
                    <a:pt x="66647" y="21685"/>
                    <a:pt x="66640" y="21880"/>
                    <a:pt x="66422" y="22378"/>
                  </a:cubicBezTo>
                  <a:cubicBezTo>
                    <a:pt x="66111" y="23094"/>
                    <a:pt x="65715" y="23801"/>
                    <a:pt x="65268" y="24500"/>
                  </a:cubicBezTo>
                  <a:cubicBezTo>
                    <a:pt x="64165" y="25785"/>
                    <a:pt x="63074" y="27081"/>
                    <a:pt x="61997" y="28386"/>
                  </a:cubicBezTo>
                  <a:cubicBezTo>
                    <a:pt x="62796" y="27572"/>
                    <a:pt x="63579" y="26743"/>
                    <a:pt x="64306" y="25880"/>
                  </a:cubicBezTo>
                  <a:lnTo>
                    <a:pt x="64306" y="25880"/>
                  </a:lnTo>
                  <a:cubicBezTo>
                    <a:pt x="63232" y="27303"/>
                    <a:pt x="61962" y="28689"/>
                    <a:pt x="60643" y="30037"/>
                  </a:cubicBezTo>
                  <a:cubicBezTo>
                    <a:pt x="58203" y="33034"/>
                    <a:pt x="55792" y="36054"/>
                    <a:pt x="53318" y="39019"/>
                  </a:cubicBezTo>
                  <a:cubicBezTo>
                    <a:pt x="51670" y="40996"/>
                    <a:pt x="50073" y="43014"/>
                    <a:pt x="48532" y="45076"/>
                  </a:cubicBezTo>
                  <a:cubicBezTo>
                    <a:pt x="48257" y="45442"/>
                    <a:pt x="47980" y="45789"/>
                    <a:pt x="47703" y="46147"/>
                  </a:cubicBezTo>
                  <a:cubicBezTo>
                    <a:pt x="46600" y="47440"/>
                    <a:pt x="45483" y="48719"/>
                    <a:pt x="44351" y="49989"/>
                  </a:cubicBezTo>
                  <a:cubicBezTo>
                    <a:pt x="44135" y="49949"/>
                    <a:pt x="43921" y="49721"/>
                    <a:pt x="43719" y="49279"/>
                  </a:cubicBezTo>
                  <a:cubicBezTo>
                    <a:pt x="44415" y="48396"/>
                    <a:pt x="45125" y="47518"/>
                    <a:pt x="45844" y="46652"/>
                  </a:cubicBezTo>
                  <a:cubicBezTo>
                    <a:pt x="49675" y="41981"/>
                    <a:pt x="53731" y="37466"/>
                    <a:pt x="57735" y="32933"/>
                  </a:cubicBezTo>
                  <a:lnTo>
                    <a:pt x="57735" y="32933"/>
                  </a:lnTo>
                  <a:cubicBezTo>
                    <a:pt x="56595" y="34062"/>
                    <a:pt x="55510" y="35162"/>
                    <a:pt x="54580" y="36227"/>
                  </a:cubicBezTo>
                  <a:cubicBezTo>
                    <a:pt x="50160" y="41308"/>
                    <a:pt x="45623" y="46267"/>
                    <a:pt x="41584" y="51665"/>
                  </a:cubicBezTo>
                  <a:lnTo>
                    <a:pt x="41584" y="51665"/>
                  </a:lnTo>
                  <a:cubicBezTo>
                    <a:pt x="41359" y="51400"/>
                    <a:pt x="41161" y="51112"/>
                    <a:pt x="40991" y="50807"/>
                  </a:cubicBezTo>
                  <a:cubicBezTo>
                    <a:pt x="41008" y="50798"/>
                    <a:pt x="41025" y="50801"/>
                    <a:pt x="41043" y="50786"/>
                  </a:cubicBezTo>
                  <a:cubicBezTo>
                    <a:pt x="45177" y="46707"/>
                    <a:pt x="48638" y="42114"/>
                    <a:pt x="52086" y="37457"/>
                  </a:cubicBezTo>
                  <a:cubicBezTo>
                    <a:pt x="56306" y="31755"/>
                    <a:pt x="60908" y="26608"/>
                    <a:pt x="65900" y="21636"/>
                  </a:cubicBezTo>
                  <a:close/>
                  <a:moveTo>
                    <a:pt x="62805" y="47351"/>
                  </a:moveTo>
                  <a:cubicBezTo>
                    <a:pt x="61760" y="48843"/>
                    <a:pt x="60542" y="50232"/>
                    <a:pt x="59355" y="51595"/>
                  </a:cubicBezTo>
                  <a:cubicBezTo>
                    <a:pt x="59323" y="51629"/>
                    <a:pt x="59294" y="51661"/>
                    <a:pt x="59266" y="51696"/>
                  </a:cubicBezTo>
                  <a:cubicBezTo>
                    <a:pt x="60149" y="50584"/>
                    <a:pt x="61047" y="49481"/>
                    <a:pt x="61982" y="48407"/>
                  </a:cubicBezTo>
                  <a:cubicBezTo>
                    <a:pt x="62248" y="48107"/>
                    <a:pt x="62531" y="47735"/>
                    <a:pt x="62805" y="47351"/>
                  </a:cubicBezTo>
                  <a:close/>
                  <a:moveTo>
                    <a:pt x="57920" y="47204"/>
                  </a:moveTo>
                  <a:cubicBezTo>
                    <a:pt x="57764" y="47409"/>
                    <a:pt x="57600" y="47611"/>
                    <a:pt x="57450" y="47818"/>
                  </a:cubicBezTo>
                  <a:cubicBezTo>
                    <a:pt x="56379" y="49285"/>
                    <a:pt x="55253" y="50705"/>
                    <a:pt x="54121" y="52126"/>
                  </a:cubicBezTo>
                  <a:cubicBezTo>
                    <a:pt x="55212" y="50645"/>
                    <a:pt x="56309" y="49172"/>
                    <a:pt x="57464" y="47746"/>
                  </a:cubicBezTo>
                  <a:cubicBezTo>
                    <a:pt x="57611" y="47562"/>
                    <a:pt x="57770" y="47385"/>
                    <a:pt x="57920" y="47204"/>
                  </a:cubicBezTo>
                  <a:close/>
                  <a:moveTo>
                    <a:pt x="43514" y="50925"/>
                  </a:moveTo>
                  <a:lnTo>
                    <a:pt x="43514" y="50925"/>
                  </a:lnTo>
                  <a:cubicBezTo>
                    <a:pt x="43196" y="51277"/>
                    <a:pt x="42885" y="51638"/>
                    <a:pt x="42567" y="51987"/>
                  </a:cubicBezTo>
                  <a:cubicBezTo>
                    <a:pt x="42518" y="52042"/>
                    <a:pt x="42518" y="52123"/>
                    <a:pt x="42570" y="52175"/>
                  </a:cubicBezTo>
                  <a:lnTo>
                    <a:pt x="42567" y="52172"/>
                  </a:lnTo>
                  <a:cubicBezTo>
                    <a:pt x="42523" y="52182"/>
                    <a:pt x="42478" y="52187"/>
                    <a:pt x="42433" y="52187"/>
                  </a:cubicBezTo>
                  <a:cubicBezTo>
                    <a:pt x="42230" y="52187"/>
                    <a:pt x="42023" y="52087"/>
                    <a:pt x="41811" y="51901"/>
                  </a:cubicBezTo>
                  <a:cubicBezTo>
                    <a:pt x="42408" y="51629"/>
                    <a:pt x="42977" y="51303"/>
                    <a:pt x="43514" y="50925"/>
                  </a:cubicBezTo>
                  <a:close/>
                  <a:moveTo>
                    <a:pt x="56670" y="37119"/>
                  </a:moveTo>
                  <a:lnTo>
                    <a:pt x="56670" y="37119"/>
                  </a:lnTo>
                  <a:cubicBezTo>
                    <a:pt x="56257" y="37694"/>
                    <a:pt x="55844" y="38265"/>
                    <a:pt x="55429" y="38825"/>
                  </a:cubicBezTo>
                  <a:cubicBezTo>
                    <a:pt x="55339" y="38944"/>
                    <a:pt x="55253" y="39059"/>
                    <a:pt x="55163" y="39178"/>
                  </a:cubicBezTo>
                  <a:lnTo>
                    <a:pt x="55051" y="39308"/>
                  </a:lnTo>
                  <a:cubicBezTo>
                    <a:pt x="51653" y="43205"/>
                    <a:pt x="48578" y="47429"/>
                    <a:pt x="45142" y="51303"/>
                  </a:cubicBezTo>
                  <a:cubicBezTo>
                    <a:pt x="44167" y="52218"/>
                    <a:pt x="43182" y="53128"/>
                    <a:pt x="42261" y="54101"/>
                  </a:cubicBezTo>
                  <a:cubicBezTo>
                    <a:pt x="42547" y="53483"/>
                    <a:pt x="42700" y="53240"/>
                    <a:pt x="42781" y="52472"/>
                  </a:cubicBezTo>
                  <a:lnTo>
                    <a:pt x="42778" y="52469"/>
                  </a:lnTo>
                  <a:cubicBezTo>
                    <a:pt x="42888" y="52400"/>
                    <a:pt x="42896" y="52247"/>
                    <a:pt x="42798" y="52166"/>
                  </a:cubicBezTo>
                  <a:cubicBezTo>
                    <a:pt x="47741" y="49398"/>
                    <a:pt x="51124" y="43572"/>
                    <a:pt x="54730" y="39348"/>
                  </a:cubicBezTo>
                  <a:cubicBezTo>
                    <a:pt x="55368" y="38603"/>
                    <a:pt x="56015" y="37858"/>
                    <a:pt x="56670" y="37119"/>
                  </a:cubicBezTo>
                  <a:close/>
                  <a:moveTo>
                    <a:pt x="64937" y="35211"/>
                  </a:moveTo>
                  <a:lnTo>
                    <a:pt x="64937" y="35211"/>
                  </a:lnTo>
                  <a:cubicBezTo>
                    <a:pt x="65201" y="35232"/>
                    <a:pt x="65198" y="35605"/>
                    <a:pt x="64589" y="36640"/>
                  </a:cubicBezTo>
                  <a:cubicBezTo>
                    <a:pt x="64202" y="37304"/>
                    <a:pt x="63738" y="37933"/>
                    <a:pt x="63247" y="38551"/>
                  </a:cubicBezTo>
                  <a:cubicBezTo>
                    <a:pt x="62857" y="38993"/>
                    <a:pt x="62479" y="39452"/>
                    <a:pt x="62106" y="39920"/>
                  </a:cubicBezTo>
                  <a:cubicBezTo>
                    <a:pt x="61688" y="40396"/>
                    <a:pt x="61266" y="40867"/>
                    <a:pt x="60856" y="41331"/>
                  </a:cubicBezTo>
                  <a:cubicBezTo>
                    <a:pt x="58809" y="43641"/>
                    <a:pt x="56823" y="45907"/>
                    <a:pt x="54978" y="48381"/>
                  </a:cubicBezTo>
                  <a:cubicBezTo>
                    <a:pt x="53411" y="50483"/>
                    <a:pt x="51745" y="52533"/>
                    <a:pt x="50076" y="54580"/>
                  </a:cubicBezTo>
                  <a:cubicBezTo>
                    <a:pt x="50515" y="53922"/>
                    <a:pt x="50951" y="53278"/>
                    <a:pt x="51404" y="52669"/>
                  </a:cubicBezTo>
                  <a:cubicBezTo>
                    <a:pt x="52914" y="50625"/>
                    <a:pt x="54346" y="48482"/>
                    <a:pt x="55784" y="46337"/>
                  </a:cubicBezTo>
                  <a:cubicBezTo>
                    <a:pt x="59014" y="42758"/>
                    <a:pt x="62229" y="39200"/>
                    <a:pt x="64937" y="35211"/>
                  </a:cubicBezTo>
                  <a:close/>
                  <a:moveTo>
                    <a:pt x="65805" y="47917"/>
                  </a:moveTo>
                  <a:cubicBezTo>
                    <a:pt x="65903" y="48289"/>
                    <a:pt x="65955" y="48673"/>
                    <a:pt x="65961" y="49057"/>
                  </a:cubicBezTo>
                  <a:cubicBezTo>
                    <a:pt x="65922" y="49022"/>
                    <a:pt x="65870" y="48998"/>
                    <a:pt x="65820" y="48998"/>
                  </a:cubicBezTo>
                  <a:cubicBezTo>
                    <a:pt x="65780" y="48998"/>
                    <a:pt x="65742" y="49013"/>
                    <a:pt x="65712" y="49048"/>
                  </a:cubicBezTo>
                  <a:cubicBezTo>
                    <a:pt x="64107" y="50994"/>
                    <a:pt x="61899" y="53055"/>
                    <a:pt x="60568" y="55102"/>
                  </a:cubicBezTo>
                  <a:cubicBezTo>
                    <a:pt x="62181" y="52617"/>
                    <a:pt x="64162" y="50388"/>
                    <a:pt x="65805" y="47917"/>
                  </a:cubicBezTo>
                  <a:close/>
                  <a:moveTo>
                    <a:pt x="65963" y="49325"/>
                  </a:moveTo>
                  <a:lnTo>
                    <a:pt x="65963" y="49325"/>
                  </a:lnTo>
                  <a:cubicBezTo>
                    <a:pt x="65894" y="51315"/>
                    <a:pt x="64684" y="53301"/>
                    <a:pt x="63001" y="54733"/>
                  </a:cubicBezTo>
                  <a:lnTo>
                    <a:pt x="63001" y="54730"/>
                  </a:lnTo>
                  <a:cubicBezTo>
                    <a:pt x="63700" y="53818"/>
                    <a:pt x="64399" y="52905"/>
                    <a:pt x="65100" y="51996"/>
                  </a:cubicBezTo>
                  <a:cubicBezTo>
                    <a:pt x="65205" y="51860"/>
                    <a:pt x="65088" y="51683"/>
                    <a:pt x="64965" y="51683"/>
                  </a:cubicBezTo>
                  <a:cubicBezTo>
                    <a:pt x="64926" y="51683"/>
                    <a:pt x="64886" y="51701"/>
                    <a:pt x="64852" y="51745"/>
                  </a:cubicBezTo>
                  <a:cubicBezTo>
                    <a:pt x="64432" y="52288"/>
                    <a:pt x="62405" y="55181"/>
                    <a:pt x="62379" y="55181"/>
                  </a:cubicBezTo>
                  <a:cubicBezTo>
                    <a:pt x="62370" y="55181"/>
                    <a:pt x="62558" y="54896"/>
                    <a:pt x="63053" y="54167"/>
                  </a:cubicBezTo>
                  <a:cubicBezTo>
                    <a:pt x="64156" y="52547"/>
                    <a:pt x="65210" y="51127"/>
                    <a:pt x="65963" y="49325"/>
                  </a:cubicBezTo>
                  <a:close/>
                  <a:moveTo>
                    <a:pt x="57854" y="37506"/>
                  </a:moveTo>
                  <a:lnTo>
                    <a:pt x="57854" y="37506"/>
                  </a:lnTo>
                  <a:cubicBezTo>
                    <a:pt x="56728" y="38973"/>
                    <a:pt x="55608" y="40445"/>
                    <a:pt x="54456" y="41889"/>
                  </a:cubicBezTo>
                  <a:cubicBezTo>
                    <a:pt x="52776" y="44002"/>
                    <a:pt x="51075" y="46095"/>
                    <a:pt x="49441" y="48243"/>
                  </a:cubicBezTo>
                  <a:lnTo>
                    <a:pt x="49438" y="48240"/>
                  </a:lnTo>
                  <a:cubicBezTo>
                    <a:pt x="47370" y="50958"/>
                    <a:pt x="43825" y="53775"/>
                    <a:pt x="42252" y="55435"/>
                  </a:cubicBezTo>
                  <a:lnTo>
                    <a:pt x="42252" y="55435"/>
                  </a:lnTo>
                  <a:cubicBezTo>
                    <a:pt x="44034" y="53550"/>
                    <a:pt x="46006" y="52132"/>
                    <a:pt x="47553" y="49995"/>
                  </a:cubicBezTo>
                  <a:cubicBezTo>
                    <a:pt x="50018" y="46594"/>
                    <a:pt x="52412" y="43349"/>
                    <a:pt x="55287" y="40263"/>
                  </a:cubicBezTo>
                  <a:cubicBezTo>
                    <a:pt x="56125" y="39360"/>
                    <a:pt x="56988" y="38439"/>
                    <a:pt x="57854" y="37506"/>
                  </a:cubicBezTo>
                  <a:close/>
                  <a:moveTo>
                    <a:pt x="52605" y="42579"/>
                  </a:moveTo>
                  <a:lnTo>
                    <a:pt x="52605" y="42579"/>
                  </a:lnTo>
                  <a:cubicBezTo>
                    <a:pt x="52317" y="42960"/>
                    <a:pt x="52028" y="43341"/>
                    <a:pt x="51739" y="43719"/>
                  </a:cubicBezTo>
                  <a:cubicBezTo>
                    <a:pt x="51147" y="44418"/>
                    <a:pt x="50587" y="45134"/>
                    <a:pt x="50042" y="45861"/>
                  </a:cubicBezTo>
                  <a:cubicBezTo>
                    <a:pt x="49750" y="46233"/>
                    <a:pt x="49458" y="46606"/>
                    <a:pt x="49164" y="46973"/>
                  </a:cubicBezTo>
                  <a:cubicBezTo>
                    <a:pt x="49305" y="46811"/>
                    <a:pt x="49447" y="46646"/>
                    <a:pt x="49588" y="46482"/>
                  </a:cubicBezTo>
                  <a:lnTo>
                    <a:pt x="49588" y="46482"/>
                  </a:lnTo>
                  <a:cubicBezTo>
                    <a:pt x="49089" y="47175"/>
                    <a:pt x="48601" y="47876"/>
                    <a:pt x="48125" y="48601"/>
                  </a:cubicBezTo>
                  <a:cubicBezTo>
                    <a:pt x="46260" y="51442"/>
                    <a:pt x="43918" y="53359"/>
                    <a:pt x="41635" y="55688"/>
                  </a:cubicBezTo>
                  <a:cubicBezTo>
                    <a:pt x="41707" y="55481"/>
                    <a:pt x="41782" y="55270"/>
                    <a:pt x="41866" y="55050"/>
                  </a:cubicBezTo>
                  <a:lnTo>
                    <a:pt x="41863" y="55050"/>
                  </a:lnTo>
                  <a:cubicBezTo>
                    <a:pt x="43840" y="53237"/>
                    <a:pt x="45619" y="51231"/>
                    <a:pt x="47322" y="49155"/>
                  </a:cubicBezTo>
                  <a:lnTo>
                    <a:pt x="47322" y="49155"/>
                  </a:lnTo>
                  <a:cubicBezTo>
                    <a:pt x="46901" y="49603"/>
                    <a:pt x="46465" y="50039"/>
                    <a:pt x="46023" y="50463"/>
                  </a:cubicBezTo>
                  <a:cubicBezTo>
                    <a:pt x="46745" y="49689"/>
                    <a:pt x="47463" y="48913"/>
                    <a:pt x="48174" y="48113"/>
                  </a:cubicBezTo>
                  <a:cubicBezTo>
                    <a:pt x="49655" y="46274"/>
                    <a:pt x="51101" y="44397"/>
                    <a:pt x="52605" y="42579"/>
                  </a:cubicBezTo>
                  <a:close/>
                  <a:moveTo>
                    <a:pt x="64871" y="48529"/>
                  </a:moveTo>
                  <a:cubicBezTo>
                    <a:pt x="65033" y="48529"/>
                    <a:pt x="62071" y="52456"/>
                    <a:pt x="62080" y="52456"/>
                  </a:cubicBezTo>
                  <a:cubicBezTo>
                    <a:pt x="62080" y="52456"/>
                    <a:pt x="62092" y="52442"/>
                    <a:pt x="62115" y="52412"/>
                  </a:cubicBezTo>
                  <a:lnTo>
                    <a:pt x="62115" y="52412"/>
                  </a:lnTo>
                  <a:cubicBezTo>
                    <a:pt x="61162" y="53642"/>
                    <a:pt x="60279" y="54895"/>
                    <a:pt x="59433" y="56199"/>
                  </a:cubicBezTo>
                  <a:cubicBezTo>
                    <a:pt x="59346" y="56332"/>
                    <a:pt x="59467" y="56462"/>
                    <a:pt x="59594" y="56462"/>
                  </a:cubicBezTo>
                  <a:cubicBezTo>
                    <a:pt x="59636" y="56462"/>
                    <a:pt x="59678" y="56448"/>
                    <a:pt x="59713" y="56416"/>
                  </a:cubicBezTo>
                  <a:cubicBezTo>
                    <a:pt x="61687" y="54628"/>
                    <a:pt x="63311" y="52604"/>
                    <a:pt x="64961" y="50521"/>
                  </a:cubicBezTo>
                  <a:lnTo>
                    <a:pt x="64961" y="50521"/>
                  </a:lnTo>
                  <a:cubicBezTo>
                    <a:pt x="63779" y="52017"/>
                    <a:pt x="62644" y="53934"/>
                    <a:pt x="61673" y="55686"/>
                  </a:cubicBezTo>
                  <a:lnTo>
                    <a:pt x="61673" y="55683"/>
                  </a:lnTo>
                  <a:cubicBezTo>
                    <a:pt x="60712" y="56257"/>
                    <a:pt x="59670" y="56653"/>
                    <a:pt x="58636" y="56791"/>
                  </a:cubicBezTo>
                  <a:cubicBezTo>
                    <a:pt x="58685" y="56710"/>
                    <a:pt x="58642" y="56612"/>
                    <a:pt x="58564" y="56560"/>
                  </a:cubicBezTo>
                  <a:cubicBezTo>
                    <a:pt x="60501" y="54268"/>
                    <a:pt x="62080" y="51707"/>
                    <a:pt x="64041" y="49421"/>
                  </a:cubicBezTo>
                  <a:cubicBezTo>
                    <a:pt x="64586" y="48783"/>
                    <a:pt x="64830" y="48529"/>
                    <a:pt x="64871" y="48529"/>
                  </a:cubicBezTo>
                  <a:close/>
                  <a:moveTo>
                    <a:pt x="44968" y="54583"/>
                  </a:moveTo>
                  <a:cubicBezTo>
                    <a:pt x="44608" y="55002"/>
                    <a:pt x="44261" y="55428"/>
                    <a:pt x="43889" y="55839"/>
                  </a:cubicBezTo>
                  <a:cubicBezTo>
                    <a:pt x="42746" y="57104"/>
                    <a:pt x="42195" y="57641"/>
                    <a:pt x="42141" y="57641"/>
                  </a:cubicBezTo>
                  <a:cubicBezTo>
                    <a:pt x="42073" y="57641"/>
                    <a:pt x="42780" y="56804"/>
                    <a:pt x="44074" y="55504"/>
                  </a:cubicBezTo>
                  <a:cubicBezTo>
                    <a:pt x="44383" y="55203"/>
                    <a:pt x="44671" y="54890"/>
                    <a:pt x="44968" y="54583"/>
                  </a:cubicBezTo>
                  <a:close/>
                  <a:moveTo>
                    <a:pt x="44810" y="54040"/>
                  </a:moveTo>
                  <a:lnTo>
                    <a:pt x="44810" y="54040"/>
                  </a:lnTo>
                  <a:cubicBezTo>
                    <a:pt x="43566" y="55400"/>
                    <a:pt x="42353" y="56783"/>
                    <a:pt x="41190" y="58200"/>
                  </a:cubicBezTo>
                  <a:cubicBezTo>
                    <a:pt x="41196" y="57611"/>
                    <a:pt x="41274" y="57025"/>
                    <a:pt x="41418" y="56453"/>
                  </a:cubicBezTo>
                  <a:lnTo>
                    <a:pt x="41415" y="56451"/>
                  </a:lnTo>
                  <a:cubicBezTo>
                    <a:pt x="42605" y="55772"/>
                    <a:pt x="43736" y="54958"/>
                    <a:pt x="44810" y="54040"/>
                  </a:cubicBezTo>
                  <a:close/>
                  <a:moveTo>
                    <a:pt x="64943" y="39709"/>
                  </a:moveTo>
                  <a:cubicBezTo>
                    <a:pt x="65081" y="39709"/>
                    <a:pt x="64998" y="40181"/>
                    <a:pt x="64693" y="41123"/>
                  </a:cubicBezTo>
                  <a:lnTo>
                    <a:pt x="64696" y="41126"/>
                  </a:lnTo>
                  <a:cubicBezTo>
                    <a:pt x="63807" y="42772"/>
                    <a:pt x="62519" y="44201"/>
                    <a:pt x="61321" y="45627"/>
                  </a:cubicBezTo>
                  <a:cubicBezTo>
                    <a:pt x="59367" y="47957"/>
                    <a:pt x="57403" y="50261"/>
                    <a:pt x="55518" y="52651"/>
                  </a:cubicBezTo>
                  <a:cubicBezTo>
                    <a:pt x="53939" y="54655"/>
                    <a:pt x="52340" y="56606"/>
                    <a:pt x="50772" y="58575"/>
                  </a:cubicBezTo>
                  <a:cubicBezTo>
                    <a:pt x="50925" y="58359"/>
                    <a:pt x="51075" y="58139"/>
                    <a:pt x="51231" y="57929"/>
                  </a:cubicBezTo>
                  <a:cubicBezTo>
                    <a:pt x="55180" y="52614"/>
                    <a:pt x="59621" y="47527"/>
                    <a:pt x="63319" y="42044"/>
                  </a:cubicBezTo>
                  <a:cubicBezTo>
                    <a:pt x="64225" y="40488"/>
                    <a:pt x="64766" y="39709"/>
                    <a:pt x="64943" y="39709"/>
                  </a:cubicBezTo>
                  <a:close/>
                  <a:moveTo>
                    <a:pt x="64318" y="45468"/>
                  </a:moveTo>
                  <a:cubicBezTo>
                    <a:pt x="64967" y="46098"/>
                    <a:pt x="65403" y="46776"/>
                    <a:pt x="65663" y="47478"/>
                  </a:cubicBezTo>
                  <a:lnTo>
                    <a:pt x="65666" y="47478"/>
                  </a:lnTo>
                  <a:cubicBezTo>
                    <a:pt x="62513" y="50067"/>
                    <a:pt x="60608" y="53656"/>
                    <a:pt x="58001" y="56748"/>
                  </a:cubicBezTo>
                  <a:cubicBezTo>
                    <a:pt x="58088" y="55963"/>
                    <a:pt x="58414" y="55224"/>
                    <a:pt x="58931" y="54629"/>
                  </a:cubicBezTo>
                  <a:cubicBezTo>
                    <a:pt x="59811" y="53214"/>
                    <a:pt x="61064" y="51924"/>
                    <a:pt x="62153" y="50653"/>
                  </a:cubicBezTo>
                  <a:cubicBezTo>
                    <a:pt x="63247" y="49375"/>
                    <a:pt x="64208" y="48049"/>
                    <a:pt x="65011" y="46565"/>
                  </a:cubicBezTo>
                  <a:cubicBezTo>
                    <a:pt x="65075" y="46447"/>
                    <a:pt x="64969" y="46311"/>
                    <a:pt x="64860" y="46311"/>
                  </a:cubicBezTo>
                  <a:cubicBezTo>
                    <a:pt x="64823" y="46311"/>
                    <a:pt x="64785" y="46326"/>
                    <a:pt x="64754" y="46363"/>
                  </a:cubicBezTo>
                  <a:cubicBezTo>
                    <a:pt x="62817" y="48644"/>
                    <a:pt x="61032" y="51032"/>
                    <a:pt x="59191" y="53385"/>
                  </a:cubicBezTo>
                  <a:cubicBezTo>
                    <a:pt x="57819" y="55134"/>
                    <a:pt x="54860" y="57221"/>
                    <a:pt x="53925" y="58769"/>
                  </a:cubicBezTo>
                  <a:cubicBezTo>
                    <a:pt x="54135" y="58420"/>
                    <a:pt x="54372" y="58090"/>
                    <a:pt x="54597" y="57753"/>
                  </a:cubicBezTo>
                  <a:cubicBezTo>
                    <a:pt x="55481" y="56598"/>
                    <a:pt x="56361" y="55440"/>
                    <a:pt x="57245" y="54282"/>
                  </a:cubicBezTo>
                  <a:cubicBezTo>
                    <a:pt x="59678" y="51410"/>
                    <a:pt x="62332" y="48708"/>
                    <a:pt x="64318" y="45468"/>
                  </a:cubicBezTo>
                  <a:close/>
                  <a:moveTo>
                    <a:pt x="51407" y="47475"/>
                  </a:moveTo>
                  <a:lnTo>
                    <a:pt x="51407" y="47475"/>
                  </a:lnTo>
                  <a:cubicBezTo>
                    <a:pt x="51367" y="47527"/>
                    <a:pt x="51326" y="47579"/>
                    <a:pt x="51286" y="47631"/>
                  </a:cubicBezTo>
                  <a:cubicBezTo>
                    <a:pt x="50018" y="49363"/>
                    <a:pt x="48832" y="51193"/>
                    <a:pt x="47585" y="52980"/>
                  </a:cubicBezTo>
                  <a:cubicBezTo>
                    <a:pt x="45613" y="55339"/>
                    <a:pt x="43566" y="57620"/>
                    <a:pt x="41337" y="59675"/>
                  </a:cubicBezTo>
                  <a:cubicBezTo>
                    <a:pt x="41282" y="59366"/>
                    <a:pt x="41242" y="59052"/>
                    <a:pt x="41222" y="58740"/>
                  </a:cubicBezTo>
                  <a:cubicBezTo>
                    <a:pt x="43722" y="56627"/>
                    <a:pt x="45818" y="54167"/>
                    <a:pt x="47781" y="51595"/>
                  </a:cubicBezTo>
                  <a:cubicBezTo>
                    <a:pt x="49017" y="50238"/>
                    <a:pt x="50223" y="48864"/>
                    <a:pt x="51407" y="47475"/>
                  </a:cubicBezTo>
                  <a:close/>
                  <a:moveTo>
                    <a:pt x="60975" y="38369"/>
                  </a:moveTo>
                  <a:lnTo>
                    <a:pt x="60975" y="38369"/>
                  </a:lnTo>
                  <a:cubicBezTo>
                    <a:pt x="60721" y="38719"/>
                    <a:pt x="60475" y="39074"/>
                    <a:pt x="60236" y="39435"/>
                  </a:cubicBezTo>
                  <a:lnTo>
                    <a:pt x="60233" y="39435"/>
                  </a:lnTo>
                  <a:cubicBezTo>
                    <a:pt x="58379" y="41522"/>
                    <a:pt x="56552" y="43638"/>
                    <a:pt x="54820" y="45867"/>
                  </a:cubicBezTo>
                  <a:cubicBezTo>
                    <a:pt x="50971" y="50812"/>
                    <a:pt x="47729" y="56846"/>
                    <a:pt x="42688" y="60686"/>
                  </a:cubicBezTo>
                  <a:cubicBezTo>
                    <a:pt x="43572" y="60013"/>
                    <a:pt x="44709" y="57839"/>
                    <a:pt x="45572" y="56921"/>
                  </a:cubicBezTo>
                  <a:cubicBezTo>
                    <a:pt x="46612" y="55810"/>
                    <a:pt x="47663" y="54718"/>
                    <a:pt x="48667" y="53572"/>
                  </a:cubicBezTo>
                  <a:cubicBezTo>
                    <a:pt x="50896" y="51037"/>
                    <a:pt x="52819" y="48202"/>
                    <a:pt x="54967" y="45593"/>
                  </a:cubicBezTo>
                  <a:cubicBezTo>
                    <a:pt x="56962" y="43173"/>
                    <a:pt x="58986" y="40783"/>
                    <a:pt x="60975" y="38369"/>
                  </a:cubicBezTo>
                  <a:close/>
                  <a:moveTo>
                    <a:pt x="65611" y="32240"/>
                  </a:moveTo>
                  <a:cubicBezTo>
                    <a:pt x="65603" y="32260"/>
                    <a:pt x="65594" y="32281"/>
                    <a:pt x="65585" y="32304"/>
                  </a:cubicBezTo>
                  <a:cubicBezTo>
                    <a:pt x="63818" y="34296"/>
                    <a:pt x="62089" y="36568"/>
                    <a:pt x="60360" y="38661"/>
                  </a:cubicBezTo>
                  <a:cubicBezTo>
                    <a:pt x="57025" y="42703"/>
                    <a:pt x="53595" y="46655"/>
                    <a:pt x="50382" y="50798"/>
                  </a:cubicBezTo>
                  <a:cubicBezTo>
                    <a:pt x="47625" y="54355"/>
                    <a:pt x="44207" y="57409"/>
                    <a:pt x="41710" y="61156"/>
                  </a:cubicBezTo>
                  <a:cubicBezTo>
                    <a:pt x="41672" y="61032"/>
                    <a:pt x="41632" y="60917"/>
                    <a:pt x="41597" y="60793"/>
                  </a:cubicBezTo>
                  <a:cubicBezTo>
                    <a:pt x="41525" y="60539"/>
                    <a:pt x="41467" y="60296"/>
                    <a:pt x="41412" y="60056"/>
                  </a:cubicBezTo>
                  <a:cubicBezTo>
                    <a:pt x="44190" y="57911"/>
                    <a:pt x="46317" y="55232"/>
                    <a:pt x="48327" y="52443"/>
                  </a:cubicBezTo>
                  <a:cubicBezTo>
                    <a:pt x="49568" y="50856"/>
                    <a:pt x="50801" y="49262"/>
                    <a:pt x="52117" y="47772"/>
                  </a:cubicBezTo>
                  <a:cubicBezTo>
                    <a:pt x="54785" y="44752"/>
                    <a:pt x="57233" y="41548"/>
                    <a:pt x="59849" y="38491"/>
                  </a:cubicBezTo>
                  <a:cubicBezTo>
                    <a:pt x="60744" y="37541"/>
                    <a:pt x="61621" y="36576"/>
                    <a:pt x="62447" y="35586"/>
                  </a:cubicBezTo>
                  <a:cubicBezTo>
                    <a:pt x="63501" y="34466"/>
                    <a:pt x="64566" y="33363"/>
                    <a:pt x="65611" y="32240"/>
                  </a:cubicBezTo>
                  <a:close/>
                  <a:moveTo>
                    <a:pt x="58804" y="54311"/>
                  </a:moveTo>
                  <a:cubicBezTo>
                    <a:pt x="58189" y="55252"/>
                    <a:pt x="57655" y="56217"/>
                    <a:pt x="57268" y="57169"/>
                  </a:cubicBezTo>
                  <a:lnTo>
                    <a:pt x="57271" y="57169"/>
                  </a:lnTo>
                  <a:cubicBezTo>
                    <a:pt x="55281" y="58307"/>
                    <a:pt x="53483" y="59719"/>
                    <a:pt x="51840" y="61333"/>
                  </a:cubicBezTo>
                  <a:cubicBezTo>
                    <a:pt x="51748" y="61425"/>
                    <a:pt x="51676" y="61520"/>
                    <a:pt x="51589" y="61613"/>
                  </a:cubicBezTo>
                  <a:cubicBezTo>
                    <a:pt x="52016" y="61081"/>
                    <a:pt x="52438" y="60541"/>
                    <a:pt x="52859" y="60004"/>
                  </a:cubicBezTo>
                  <a:cubicBezTo>
                    <a:pt x="52889" y="60072"/>
                    <a:pt x="52954" y="60110"/>
                    <a:pt x="53021" y="60110"/>
                  </a:cubicBezTo>
                  <a:cubicBezTo>
                    <a:pt x="53059" y="60110"/>
                    <a:pt x="53098" y="60097"/>
                    <a:pt x="53131" y="60071"/>
                  </a:cubicBezTo>
                  <a:cubicBezTo>
                    <a:pt x="55261" y="58350"/>
                    <a:pt x="57086" y="56378"/>
                    <a:pt x="58804" y="54311"/>
                  </a:cubicBezTo>
                  <a:close/>
                  <a:moveTo>
                    <a:pt x="55648" y="46488"/>
                  </a:moveTo>
                  <a:cubicBezTo>
                    <a:pt x="53232" y="50091"/>
                    <a:pt x="50682" y="53676"/>
                    <a:pt x="48041" y="57100"/>
                  </a:cubicBezTo>
                  <a:cubicBezTo>
                    <a:pt x="47420" y="57877"/>
                    <a:pt x="46805" y="58656"/>
                    <a:pt x="46199" y="59439"/>
                  </a:cubicBezTo>
                  <a:cubicBezTo>
                    <a:pt x="46055" y="59621"/>
                    <a:pt x="45913" y="59800"/>
                    <a:pt x="45772" y="59981"/>
                  </a:cubicBezTo>
                  <a:cubicBezTo>
                    <a:pt x="45553" y="60250"/>
                    <a:pt x="43291" y="62352"/>
                    <a:pt x="43057" y="62352"/>
                  </a:cubicBezTo>
                  <a:cubicBezTo>
                    <a:pt x="42992" y="62352"/>
                    <a:pt x="43086" y="62187"/>
                    <a:pt x="43430" y="61768"/>
                  </a:cubicBezTo>
                  <a:cubicBezTo>
                    <a:pt x="44129" y="60923"/>
                    <a:pt x="44871" y="59880"/>
                    <a:pt x="45521" y="58997"/>
                  </a:cubicBezTo>
                  <a:cubicBezTo>
                    <a:pt x="48107" y="55489"/>
                    <a:pt x="50691" y="52045"/>
                    <a:pt x="53587" y="48786"/>
                  </a:cubicBezTo>
                  <a:cubicBezTo>
                    <a:pt x="54271" y="48015"/>
                    <a:pt x="54958" y="47250"/>
                    <a:pt x="55648" y="46488"/>
                  </a:cubicBezTo>
                  <a:close/>
                  <a:moveTo>
                    <a:pt x="45590" y="58483"/>
                  </a:moveTo>
                  <a:cubicBezTo>
                    <a:pt x="44504" y="59892"/>
                    <a:pt x="43401" y="61295"/>
                    <a:pt x="42267" y="62681"/>
                  </a:cubicBezTo>
                  <a:cubicBezTo>
                    <a:pt x="42117" y="62320"/>
                    <a:pt x="41972" y="61950"/>
                    <a:pt x="41840" y="61563"/>
                  </a:cubicBezTo>
                  <a:cubicBezTo>
                    <a:pt x="43263" y="60715"/>
                    <a:pt x="44484" y="59655"/>
                    <a:pt x="45590" y="58483"/>
                  </a:cubicBezTo>
                  <a:close/>
                  <a:moveTo>
                    <a:pt x="58737" y="44504"/>
                  </a:moveTo>
                  <a:cubicBezTo>
                    <a:pt x="57556" y="46196"/>
                    <a:pt x="56381" y="47873"/>
                    <a:pt x="55123" y="49403"/>
                  </a:cubicBezTo>
                  <a:cubicBezTo>
                    <a:pt x="51308" y="54035"/>
                    <a:pt x="48203" y="59277"/>
                    <a:pt x="43809" y="63402"/>
                  </a:cubicBezTo>
                  <a:lnTo>
                    <a:pt x="43809" y="63402"/>
                  </a:lnTo>
                  <a:cubicBezTo>
                    <a:pt x="45707" y="61620"/>
                    <a:pt x="47619" y="58452"/>
                    <a:pt x="49409" y="56277"/>
                  </a:cubicBezTo>
                  <a:cubicBezTo>
                    <a:pt x="51116" y="54210"/>
                    <a:pt x="52703" y="52039"/>
                    <a:pt x="54285" y="49874"/>
                  </a:cubicBezTo>
                  <a:cubicBezTo>
                    <a:pt x="55637" y="48023"/>
                    <a:pt x="57181" y="46265"/>
                    <a:pt x="58737" y="44504"/>
                  </a:cubicBezTo>
                  <a:close/>
                  <a:moveTo>
                    <a:pt x="44571" y="61618"/>
                  </a:moveTo>
                  <a:cubicBezTo>
                    <a:pt x="43993" y="62409"/>
                    <a:pt x="43430" y="63209"/>
                    <a:pt x="42890" y="64023"/>
                  </a:cubicBezTo>
                  <a:cubicBezTo>
                    <a:pt x="42729" y="63703"/>
                    <a:pt x="42576" y="63377"/>
                    <a:pt x="42429" y="63047"/>
                  </a:cubicBezTo>
                  <a:lnTo>
                    <a:pt x="42429" y="63045"/>
                  </a:lnTo>
                  <a:cubicBezTo>
                    <a:pt x="43194" y="62655"/>
                    <a:pt x="43912" y="62176"/>
                    <a:pt x="44571" y="61618"/>
                  </a:cubicBezTo>
                  <a:close/>
                  <a:moveTo>
                    <a:pt x="48924" y="59006"/>
                  </a:moveTo>
                  <a:lnTo>
                    <a:pt x="48924" y="59006"/>
                  </a:lnTo>
                  <a:cubicBezTo>
                    <a:pt x="47530" y="61038"/>
                    <a:pt x="46159" y="63047"/>
                    <a:pt x="44579" y="64956"/>
                  </a:cubicBezTo>
                  <a:cubicBezTo>
                    <a:pt x="45676" y="63628"/>
                    <a:pt x="47284" y="61021"/>
                    <a:pt x="48705" y="59286"/>
                  </a:cubicBezTo>
                  <a:cubicBezTo>
                    <a:pt x="48780" y="59190"/>
                    <a:pt x="48849" y="59095"/>
                    <a:pt x="48924" y="59006"/>
                  </a:cubicBezTo>
                  <a:close/>
                  <a:moveTo>
                    <a:pt x="46947" y="60683"/>
                  </a:moveTo>
                  <a:lnTo>
                    <a:pt x="46947" y="60683"/>
                  </a:lnTo>
                  <a:cubicBezTo>
                    <a:pt x="45783" y="62288"/>
                    <a:pt x="44704" y="63931"/>
                    <a:pt x="43771" y="65640"/>
                  </a:cubicBezTo>
                  <a:cubicBezTo>
                    <a:pt x="43534" y="65230"/>
                    <a:pt x="43312" y="64823"/>
                    <a:pt x="43098" y="64413"/>
                  </a:cubicBezTo>
                  <a:cubicBezTo>
                    <a:pt x="44449" y="63264"/>
                    <a:pt x="45726" y="62008"/>
                    <a:pt x="46947" y="60683"/>
                  </a:cubicBezTo>
                  <a:close/>
                  <a:moveTo>
                    <a:pt x="59055" y="46557"/>
                  </a:moveTo>
                  <a:lnTo>
                    <a:pt x="59055" y="46557"/>
                  </a:lnTo>
                  <a:cubicBezTo>
                    <a:pt x="57926" y="48119"/>
                    <a:pt x="56835" y="49683"/>
                    <a:pt x="55764" y="51118"/>
                  </a:cubicBezTo>
                  <a:cubicBezTo>
                    <a:pt x="53795" y="53757"/>
                    <a:pt x="51938" y="56477"/>
                    <a:pt x="49978" y="59124"/>
                  </a:cubicBezTo>
                  <a:cubicBezTo>
                    <a:pt x="49141" y="60253"/>
                    <a:pt x="48399" y="61512"/>
                    <a:pt x="47596" y="62715"/>
                  </a:cubicBezTo>
                  <a:cubicBezTo>
                    <a:pt x="47259" y="63177"/>
                    <a:pt x="46918" y="63639"/>
                    <a:pt x="46589" y="64107"/>
                  </a:cubicBezTo>
                  <a:cubicBezTo>
                    <a:pt x="45988" y="64875"/>
                    <a:pt x="45330" y="65591"/>
                    <a:pt x="44553" y="66183"/>
                  </a:cubicBezTo>
                  <a:cubicBezTo>
                    <a:pt x="44637" y="66118"/>
                    <a:pt x="44584" y="65987"/>
                    <a:pt x="44505" y="65987"/>
                  </a:cubicBezTo>
                  <a:cubicBezTo>
                    <a:pt x="44488" y="65987"/>
                    <a:pt x="44470" y="65993"/>
                    <a:pt x="44452" y="66007"/>
                  </a:cubicBezTo>
                  <a:lnTo>
                    <a:pt x="44126" y="66249"/>
                  </a:lnTo>
                  <a:lnTo>
                    <a:pt x="44002" y="66038"/>
                  </a:lnTo>
                  <a:cubicBezTo>
                    <a:pt x="48306" y="61350"/>
                    <a:pt x="51638" y="55743"/>
                    <a:pt x="55593" y="50757"/>
                  </a:cubicBezTo>
                  <a:cubicBezTo>
                    <a:pt x="56690" y="49372"/>
                    <a:pt x="57871" y="47974"/>
                    <a:pt x="59055" y="46557"/>
                  </a:cubicBezTo>
                  <a:close/>
                  <a:moveTo>
                    <a:pt x="65829" y="39399"/>
                  </a:moveTo>
                  <a:lnTo>
                    <a:pt x="65829" y="39399"/>
                  </a:lnTo>
                  <a:cubicBezTo>
                    <a:pt x="65903" y="39825"/>
                    <a:pt x="65949" y="40262"/>
                    <a:pt x="65917" y="40647"/>
                  </a:cubicBezTo>
                  <a:cubicBezTo>
                    <a:pt x="62724" y="44894"/>
                    <a:pt x="59592" y="49181"/>
                    <a:pt x="56381" y="53411"/>
                  </a:cubicBezTo>
                  <a:cubicBezTo>
                    <a:pt x="54866" y="55316"/>
                    <a:pt x="53356" y="57230"/>
                    <a:pt x="51849" y="59159"/>
                  </a:cubicBezTo>
                  <a:cubicBezTo>
                    <a:pt x="51144" y="60025"/>
                    <a:pt x="50440" y="60891"/>
                    <a:pt x="49721" y="61745"/>
                  </a:cubicBezTo>
                  <a:cubicBezTo>
                    <a:pt x="49260" y="62294"/>
                    <a:pt x="45788" y="66515"/>
                    <a:pt x="45444" y="66515"/>
                  </a:cubicBezTo>
                  <a:cubicBezTo>
                    <a:pt x="45343" y="66515"/>
                    <a:pt x="45514" y="66148"/>
                    <a:pt x="46115" y="65210"/>
                  </a:cubicBezTo>
                  <a:cubicBezTo>
                    <a:pt x="46343" y="64849"/>
                    <a:pt x="46592" y="64500"/>
                    <a:pt x="46828" y="64144"/>
                  </a:cubicBezTo>
                  <a:cubicBezTo>
                    <a:pt x="47899" y="62909"/>
                    <a:pt x="48817" y="61506"/>
                    <a:pt x="49724" y="60123"/>
                  </a:cubicBezTo>
                  <a:cubicBezTo>
                    <a:pt x="52628" y="56332"/>
                    <a:pt x="55821" y="52703"/>
                    <a:pt x="58781" y="49019"/>
                  </a:cubicBezTo>
                  <a:cubicBezTo>
                    <a:pt x="61317" y="45868"/>
                    <a:pt x="64134" y="43095"/>
                    <a:pt x="65829" y="39399"/>
                  </a:cubicBezTo>
                  <a:close/>
                  <a:moveTo>
                    <a:pt x="45887" y="65129"/>
                  </a:moveTo>
                  <a:lnTo>
                    <a:pt x="45887" y="65129"/>
                  </a:lnTo>
                  <a:cubicBezTo>
                    <a:pt x="45448" y="65773"/>
                    <a:pt x="45021" y="66422"/>
                    <a:pt x="44605" y="67086"/>
                  </a:cubicBezTo>
                  <a:lnTo>
                    <a:pt x="44605" y="67083"/>
                  </a:lnTo>
                  <a:cubicBezTo>
                    <a:pt x="44478" y="66861"/>
                    <a:pt x="44354" y="66647"/>
                    <a:pt x="44230" y="66434"/>
                  </a:cubicBezTo>
                  <a:cubicBezTo>
                    <a:pt x="44833" y="66061"/>
                    <a:pt x="45376" y="65614"/>
                    <a:pt x="45887" y="65129"/>
                  </a:cubicBezTo>
                  <a:close/>
                  <a:moveTo>
                    <a:pt x="65103" y="42544"/>
                  </a:moveTo>
                  <a:cubicBezTo>
                    <a:pt x="64863" y="43263"/>
                    <a:pt x="64621" y="43982"/>
                    <a:pt x="64381" y="44698"/>
                  </a:cubicBezTo>
                  <a:cubicBezTo>
                    <a:pt x="61745" y="48581"/>
                    <a:pt x="58449" y="52065"/>
                    <a:pt x="55665" y="55856"/>
                  </a:cubicBezTo>
                  <a:cubicBezTo>
                    <a:pt x="53694" y="58538"/>
                    <a:pt x="51673" y="61177"/>
                    <a:pt x="49528" y="63723"/>
                  </a:cubicBezTo>
                  <a:cubicBezTo>
                    <a:pt x="49214" y="64093"/>
                    <a:pt x="46444" y="67302"/>
                    <a:pt x="46232" y="67302"/>
                  </a:cubicBezTo>
                  <a:cubicBezTo>
                    <a:pt x="46163" y="67302"/>
                    <a:pt x="46367" y="66960"/>
                    <a:pt x="47019" y="66064"/>
                  </a:cubicBezTo>
                  <a:cubicBezTo>
                    <a:pt x="52854" y="58050"/>
                    <a:pt x="59678" y="50850"/>
                    <a:pt x="65103" y="42544"/>
                  </a:cubicBezTo>
                  <a:close/>
                  <a:moveTo>
                    <a:pt x="48589" y="63431"/>
                  </a:moveTo>
                  <a:cubicBezTo>
                    <a:pt x="47429" y="64979"/>
                    <a:pt x="46288" y="66535"/>
                    <a:pt x="45191" y="68100"/>
                  </a:cubicBezTo>
                  <a:cubicBezTo>
                    <a:pt x="45076" y="67906"/>
                    <a:pt x="44963" y="67716"/>
                    <a:pt x="44857" y="67525"/>
                  </a:cubicBezTo>
                  <a:cubicBezTo>
                    <a:pt x="46133" y="66186"/>
                    <a:pt x="47377" y="64820"/>
                    <a:pt x="48589" y="63431"/>
                  </a:cubicBezTo>
                  <a:close/>
                  <a:moveTo>
                    <a:pt x="51130" y="62173"/>
                  </a:moveTo>
                  <a:lnTo>
                    <a:pt x="51130" y="62173"/>
                  </a:lnTo>
                  <a:cubicBezTo>
                    <a:pt x="50045" y="63665"/>
                    <a:pt x="49926" y="65272"/>
                    <a:pt x="49883" y="67266"/>
                  </a:cubicBezTo>
                  <a:lnTo>
                    <a:pt x="49883" y="67266"/>
                  </a:lnTo>
                  <a:cubicBezTo>
                    <a:pt x="49853" y="67243"/>
                    <a:pt x="49817" y="67231"/>
                    <a:pt x="49781" y="67231"/>
                  </a:cubicBezTo>
                  <a:cubicBezTo>
                    <a:pt x="49741" y="67231"/>
                    <a:pt x="49701" y="67245"/>
                    <a:pt x="49669" y="67274"/>
                  </a:cubicBezTo>
                  <a:cubicBezTo>
                    <a:pt x="49453" y="67491"/>
                    <a:pt x="49245" y="67721"/>
                    <a:pt x="49048" y="67961"/>
                  </a:cubicBezTo>
                  <a:cubicBezTo>
                    <a:pt x="49274" y="67551"/>
                    <a:pt x="49484" y="67133"/>
                    <a:pt x="49635" y="66682"/>
                  </a:cubicBezTo>
                  <a:cubicBezTo>
                    <a:pt x="49674" y="66557"/>
                    <a:pt x="49563" y="66456"/>
                    <a:pt x="49452" y="66456"/>
                  </a:cubicBezTo>
                  <a:cubicBezTo>
                    <a:pt x="49409" y="66456"/>
                    <a:pt x="49366" y="66471"/>
                    <a:pt x="49331" y="66506"/>
                  </a:cubicBezTo>
                  <a:cubicBezTo>
                    <a:pt x="48587" y="67274"/>
                    <a:pt x="47908" y="68103"/>
                    <a:pt x="47198" y="68902"/>
                  </a:cubicBezTo>
                  <a:cubicBezTo>
                    <a:pt x="48234" y="67343"/>
                    <a:pt x="49372" y="65851"/>
                    <a:pt x="50140" y="64133"/>
                  </a:cubicBezTo>
                  <a:cubicBezTo>
                    <a:pt x="50201" y="63997"/>
                    <a:pt x="50105" y="63889"/>
                    <a:pt x="49998" y="63889"/>
                  </a:cubicBezTo>
                  <a:cubicBezTo>
                    <a:pt x="49949" y="63889"/>
                    <a:pt x="49897" y="63912"/>
                    <a:pt x="49857" y="63965"/>
                  </a:cubicBezTo>
                  <a:cubicBezTo>
                    <a:pt x="48549" y="65675"/>
                    <a:pt x="47123" y="67277"/>
                    <a:pt x="45708" y="68896"/>
                  </a:cubicBezTo>
                  <a:cubicBezTo>
                    <a:pt x="45601" y="68746"/>
                    <a:pt x="45492" y="68596"/>
                    <a:pt x="45396" y="68437"/>
                  </a:cubicBezTo>
                  <a:cubicBezTo>
                    <a:pt x="47466" y="66477"/>
                    <a:pt x="49343" y="64361"/>
                    <a:pt x="51130" y="62173"/>
                  </a:cubicBezTo>
                  <a:close/>
                  <a:moveTo>
                    <a:pt x="49886" y="67516"/>
                  </a:moveTo>
                  <a:lnTo>
                    <a:pt x="49886" y="67516"/>
                  </a:lnTo>
                  <a:cubicBezTo>
                    <a:pt x="49966" y="68641"/>
                    <a:pt x="49425" y="69325"/>
                    <a:pt x="48261" y="69568"/>
                  </a:cubicBezTo>
                  <a:lnTo>
                    <a:pt x="48261" y="69568"/>
                  </a:lnTo>
                  <a:cubicBezTo>
                    <a:pt x="48809" y="68890"/>
                    <a:pt x="49355" y="68209"/>
                    <a:pt x="49886" y="67516"/>
                  </a:cubicBezTo>
                  <a:close/>
                  <a:moveTo>
                    <a:pt x="49109" y="65377"/>
                  </a:moveTo>
                  <a:cubicBezTo>
                    <a:pt x="48249" y="66832"/>
                    <a:pt x="47207" y="68178"/>
                    <a:pt x="46320" y="69618"/>
                  </a:cubicBezTo>
                  <a:cubicBezTo>
                    <a:pt x="46133" y="69442"/>
                    <a:pt x="45962" y="69249"/>
                    <a:pt x="45806" y="69044"/>
                  </a:cubicBezTo>
                  <a:lnTo>
                    <a:pt x="45809" y="69041"/>
                  </a:lnTo>
                  <a:cubicBezTo>
                    <a:pt x="45844" y="69000"/>
                    <a:pt x="45879" y="68954"/>
                    <a:pt x="45916" y="68911"/>
                  </a:cubicBezTo>
                  <a:lnTo>
                    <a:pt x="45916" y="68908"/>
                  </a:lnTo>
                  <a:cubicBezTo>
                    <a:pt x="46112" y="68755"/>
                    <a:pt x="46346" y="68562"/>
                    <a:pt x="46421" y="68481"/>
                  </a:cubicBezTo>
                  <a:cubicBezTo>
                    <a:pt x="46857" y="68013"/>
                    <a:pt x="47284" y="67542"/>
                    <a:pt x="47706" y="67063"/>
                  </a:cubicBezTo>
                  <a:cubicBezTo>
                    <a:pt x="48191" y="66518"/>
                    <a:pt x="48644" y="65943"/>
                    <a:pt x="49109" y="65377"/>
                  </a:cubicBezTo>
                  <a:close/>
                  <a:moveTo>
                    <a:pt x="48884" y="67528"/>
                  </a:moveTo>
                  <a:lnTo>
                    <a:pt x="48884" y="67528"/>
                  </a:lnTo>
                  <a:cubicBezTo>
                    <a:pt x="48511" y="68253"/>
                    <a:pt x="48050" y="68934"/>
                    <a:pt x="47657" y="69653"/>
                  </a:cubicBezTo>
                  <a:cubicBezTo>
                    <a:pt x="47471" y="69667"/>
                    <a:pt x="47280" y="69674"/>
                    <a:pt x="47091" y="69674"/>
                  </a:cubicBezTo>
                  <a:cubicBezTo>
                    <a:pt x="47055" y="69674"/>
                    <a:pt x="47018" y="69674"/>
                    <a:pt x="46981" y="69673"/>
                  </a:cubicBezTo>
                  <a:lnTo>
                    <a:pt x="46984" y="69670"/>
                  </a:lnTo>
                  <a:cubicBezTo>
                    <a:pt x="47637" y="68974"/>
                    <a:pt x="48249" y="68241"/>
                    <a:pt x="48884" y="67528"/>
                  </a:cubicBezTo>
                  <a:close/>
                  <a:moveTo>
                    <a:pt x="56030" y="1"/>
                  </a:moveTo>
                  <a:cubicBezTo>
                    <a:pt x="52889" y="1"/>
                    <a:pt x="49939" y="1620"/>
                    <a:pt x="50763" y="4375"/>
                  </a:cubicBezTo>
                  <a:cubicBezTo>
                    <a:pt x="49929" y="5218"/>
                    <a:pt x="49118" y="6095"/>
                    <a:pt x="48330" y="6999"/>
                  </a:cubicBezTo>
                  <a:cubicBezTo>
                    <a:pt x="48162" y="7172"/>
                    <a:pt x="47989" y="7346"/>
                    <a:pt x="47827" y="7522"/>
                  </a:cubicBezTo>
                  <a:cubicBezTo>
                    <a:pt x="47599" y="7767"/>
                    <a:pt x="47374" y="8012"/>
                    <a:pt x="47146" y="8261"/>
                  </a:cubicBezTo>
                  <a:cubicBezTo>
                    <a:pt x="48093" y="7034"/>
                    <a:pt x="49020" y="5789"/>
                    <a:pt x="49883" y="4502"/>
                  </a:cubicBezTo>
                  <a:cubicBezTo>
                    <a:pt x="49941" y="4560"/>
                    <a:pt x="49998" y="4617"/>
                    <a:pt x="50053" y="4672"/>
                  </a:cubicBezTo>
                  <a:cubicBezTo>
                    <a:pt x="50084" y="4704"/>
                    <a:pt x="50119" y="4718"/>
                    <a:pt x="50154" y="4718"/>
                  </a:cubicBezTo>
                  <a:cubicBezTo>
                    <a:pt x="50254" y="4718"/>
                    <a:pt x="50345" y="4601"/>
                    <a:pt x="50287" y="4493"/>
                  </a:cubicBezTo>
                  <a:cubicBezTo>
                    <a:pt x="49949" y="3835"/>
                    <a:pt x="49253" y="3278"/>
                    <a:pt x="48497" y="3035"/>
                  </a:cubicBezTo>
                  <a:cubicBezTo>
                    <a:pt x="48462" y="3005"/>
                    <a:pt x="48418" y="2988"/>
                    <a:pt x="48372" y="2988"/>
                  </a:cubicBezTo>
                  <a:cubicBezTo>
                    <a:pt x="48366" y="2988"/>
                    <a:pt x="48359" y="2988"/>
                    <a:pt x="48353" y="2989"/>
                  </a:cubicBezTo>
                  <a:cubicBezTo>
                    <a:pt x="48153" y="2937"/>
                    <a:pt x="47951" y="2908"/>
                    <a:pt x="47744" y="2905"/>
                  </a:cubicBezTo>
                  <a:cubicBezTo>
                    <a:pt x="47711" y="2845"/>
                    <a:pt x="47651" y="2815"/>
                    <a:pt x="47592" y="2815"/>
                  </a:cubicBezTo>
                  <a:cubicBezTo>
                    <a:pt x="47537" y="2815"/>
                    <a:pt x="47482" y="2841"/>
                    <a:pt x="47449" y="2894"/>
                  </a:cubicBezTo>
                  <a:cubicBezTo>
                    <a:pt x="47438" y="2911"/>
                    <a:pt x="47423" y="2928"/>
                    <a:pt x="47412" y="2943"/>
                  </a:cubicBezTo>
                  <a:cubicBezTo>
                    <a:pt x="47172" y="2986"/>
                    <a:pt x="46938" y="3053"/>
                    <a:pt x="46722" y="3194"/>
                  </a:cubicBezTo>
                  <a:cubicBezTo>
                    <a:pt x="46527" y="3318"/>
                    <a:pt x="46202" y="3928"/>
                    <a:pt x="45956" y="3928"/>
                  </a:cubicBezTo>
                  <a:cubicBezTo>
                    <a:pt x="45950" y="3928"/>
                    <a:pt x="45945" y="3928"/>
                    <a:pt x="45939" y="3927"/>
                  </a:cubicBezTo>
                  <a:cubicBezTo>
                    <a:pt x="45894" y="3921"/>
                    <a:pt x="45848" y="3918"/>
                    <a:pt x="45802" y="3918"/>
                  </a:cubicBezTo>
                  <a:cubicBezTo>
                    <a:pt x="45586" y="3918"/>
                    <a:pt x="45373" y="3986"/>
                    <a:pt x="45191" y="4112"/>
                  </a:cubicBezTo>
                  <a:cubicBezTo>
                    <a:pt x="44819" y="4381"/>
                    <a:pt x="44851" y="5108"/>
                    <a:pt x="44813" y="5550"/>
                  </a:cubicBezTo>
                  <a:cubicBezTo>
                    <a:pt x="44735" y="5478"/>
                    <a:pt x="44663" y="5397"/>
                    <a:pt x="44579" y="5330"/>
                  </a:cubicBezTo>
                  <a:cubicBezTo>
                    <a:pt x="44545" y="5303"/>
                    <a:pt x="44508" y="5292"/>
                    <a:pt x="44472" y="5292"/>
                  </a:cubicBezTo>
                  <a:cubicBezTo>
                    <a:pt x="44338" y="5292"/>
                    <a:pt x="44223" y="5449"/>
                    <a:pt x="44348" y="5558"/>
                  </a:cubicBezTo>
                  <a:cubicBezTo>
                    <a:pt x="44894" y="6035"/>
                    <a:pt x="45318" y="6592"/>
                    <a:pt x="45720" y="7190"/>
                  </a:cubicBezTo>
                  <a:cubicBezTo>
                    <a:pt x="45947" y="7526"/>
                    <a:pt x="46197" y="7719"/>
                    <a:pt x="46136" y="7719"/>
                  </a:cubicBezTo>
                  <a:cubicBezTo>
                    <a:pt x="46109" y="7719"/>
                    <a:pt x="46024" y="7682"/>
                    <a:pt x="45853" y="7605"/>
                  </a:cubicBezTo>
                  <a:cubicBezTo>
                    <a:pt x="45134" y="7279"/>
                    <a:pt x="44377" y="7031"/>
                    <a:pt x="43604" y="6869"/>
                  </a:cubicBezTo>
                  <a:cubicBezTo>
                    <a:pt x="43386" y="6822"/>
                    <a:pt x="43155" y="6792"/>
                    <a:pt x="42931" y="6792"/>
                  </a:cubicBezTo>
                  <a:cubicBezTo>
                    <a:pt x="42352" y="6792"/>
                    <a:pt x="41822" y="6997"/>
                    <a:pt x="41695" y="7660"/>
                  </a:cubicBezTo>
                  <a:cubicBezTo>
                    <a:pt x="41635" y="7981"/>
                    <a:pt x="41770" y="8399"/>
                    <a:pt x="41909" y="8714"/>
                  </a:cubicBezTo>
                  <a:cubicBezTo>
                    <a:pt x="41851" y="8659"/>
                    <a:pt x="41782" y="8604"/>
                    <a:pt x="41707" y="8547"/>
                  </a:cubicBezTo>
                  <a:cubicBezTo>
                    <a:pt x="41689" y="8529"/>
                    <a:pt x="41669" y="8512"/>
                    <a:pt x="41646" y="8503"/>
                  </a:cubicBezTo>
                  <a:cubicBezTo>
                    <a:pt x="41447" y="8359"/>
                    <a:pt x="41219" y="8223"/>
                    <a:pt x="41031" y="8154"/>
                  </a:cubicBezTo>
                  <a:cubicBezTo>
                    <a:pt x="40608" y="8000"/>
                    <a:pt x="40192" y="7933"/>
                    <a:pt x="39782" y="7933"/>
                  </a:cubicBezTo>
                  <a:cubicBezTo>
                    <a:pt x="38319" y="7933"/>
                    <a:pt x="36941" y="8782"/>
                    <a:pt x="35656" y="9519"/>
                  </a:cubicBezTo>
                  <a:cubicBezTo>
                    <a:pt x="35627" y="9485"/>
                    <a:pt x="35604" y="9447"/>
                    <a:pt x="35572" y="9413"/>
                  </a:cubicBezTo>
                  <a:cubicBezTo>
                    <a:pt x="35578" y="9404"/>
                    <a:pt x="35583" y="9395"/>
                    <a:pt x="35589" y="9387"/>
                  </a:cubicBezTo>
                  <a:cubicBezTo>
                    <a:pt x="35670" y="9260"/>
                    <a:pt x="35562" y="9153"/>
                    <a:pt x="35445" y="9153"/>
                  </a:cubicBezTo>
                  <a:cubicBezTo>
                    <a:pt x="35424" y="9153"/>
                    <a:pt x="35402" y="9157"/>
                    <a:pt x="35381" y="9164"/>
                  </a:cubicBezTo>
                  <a:cubicBezTo>
                    <a:pt x="35188" y="8910"/>
                    <a:pt x="35009" y="8653"/>
                    <a:pt x="34844" y="8396"/>
                  </a:cubicBezTo>
                  <a:cubicBezTo>
                    <a:pt x="34891" y="8284"/>
                    <a:pt x="34801" y="8168"/>
                    <a:pt x="34694" y="8160"/>
                  </a:cubicBezTo>
                  <a:cubicBezTo>
                    <a:pt x="33935" y="6921"/>
                    <a:pt x="33395" y="5706"/>
                    <a:pt x="32364" y="4773"/>
                  </a:cubicBezTo>
                  <a:cubicBezTo>
                    <a:pt x="32364" y="4686"/>
                    <a:pt x="32292" y="4618"/>
                    <a:pt x="32207" y="4618"/>
                  </a:cubicBezTo>
                  <a:cubicBezTo>
                    <a:pt x="32199" y="4618"/>
                    <a:pt x="32191" y="4619"/>
                    <a:pt x="32183" y="4620"/>
                  </a:cubicBezTo>
                  <a:cubicBezTo>
                    <a:pt x="32004" y="4470"/>
                    <a:pt x="31813" y="4332"/>
                    <a:pt x="31614" y="4207"/>
                  </a:cubicBezTo>
                  <a:cubicBezTo>
                    <a:pt x="31680" y="4085"/>
                    <a:pt x="31564" y="3950"/>
                    <a:pt x="31446" y="3950"/>
                  </a:cubicBezTo>
                  <a:cubicBezTo>
                    <a:pt x="31405" y="3950"/>
                    <a:pt x="31364" y="3967"/>
                    <a:pt x="31331" y="4005"/>
                  </a:cubicBezTo>
                  <a:cubicBezTo>
                    <a:pt x="31325" y="4014"/>
                    <a:pt x="31316" y="4023"/>
                    <a:pt x="31308" y="4034"/>
                  </a:cubicBezTo>
                  <a:cubicBezTo>
                    <a:pt x="31111" y="3927"/>
                    <a:pt x="30912" y="3832"/>
                    <a:pt x="30704" y="3748"/>
                  </a:cubicBezTo>
                  <a:cubicBezTo>
                    <a:pt x="30035" y="3477"/>
                    <a:pt x="29258" y="3370"/>
                    <a:pt x="28444" y="3359"/>
                  </a:cubicBezTo>
                  <a:cubicBezTo>
                    <a:pt x="28407" y="3326"/>
                    <a:pt x="28361" y="3305"/>
                    <a:pt x="28316" y="3305"/>
                  </a:cubicBezTo>
                  <a:cubicBezTo>
                    <a:pt x="28277" y="3305"/>
                    <a:pt x="28240" y="3321"/>
                    <a:pt x="28210" y="3359"/>
                  </a:cubicBezTo>
                  <a:cubicBezTo>
                    <a:pt x="26795" y="3370"/>
                    <a:pt x="25280" y="3662"/>
                    <a:pt x="23926" y="4031"/>
                  </a:cubicBezTo>
                  <a:cubicBezTo>
                    <a:pt x="23890" y="3992"/>
                    <a:pt x="23840" y="3965"/>
                    <a:pt x="23790" y="3965"/>
                  </a:cubicBezTo>
                  <a:cubicBezTo>
                    <a:pt x="23755" y="3965"/>
                    <a:pt x="23721" y="3979"/>
                    <a:pt x="23692" y="4011"/>
                  </a:cubicBezTo>
                  <a:cubicBezTo>
                    <a:pt x="23657" y="4049"/>
                    <a:pt x="23623" y="4089"/>
                    <a:pt x="23588" y="4127"/>
                  </a:cubicBezTo>
                  <a:cubicBezTo>
                    <a:pt x="23094" y="4268"/>
                    <a:pt x="22618" y="4412"/>
                    <a:pt x="22194" y="4551"/>
                  </a:cubicBezTo>
                  <a:cubicBezTo>
                    <a:pt x="22110" y="4580"/>
                    <a:pt x="22015" y="4614"/>
                    <a:pt x="21925" y="4643"/>
                  </a:cubicBezTo>
                  <a:cubicBezTo>
                    <a:pt x="21908" y="4555"/>
                    <a:pt x="21832" y="4501"/>
                    <a:pt x="21753" y="4501"/>
                  </a:cubicBezTo>
                  <a:cubicBezTo>
                    <a:pt x="21712" y="4501"/>
                    <a:pt x="21671" y="4515"/>
                    <a:pt x="21636" y="4545"/>
                  </a:cubicBezTo>
                  <a:cubicBezTo>
                    <a:pt x="21506" y="4652"/>
                    <a:pt x="21382" y="4767"/>
                    <a:pt x="21252" y="4874"/>
                  </a:cubicBezTo>
                  <a:cubicBezTo>
                    <a:pt x="17407" y="6225"/>
                    <a:pt x="11050" y="8936"/>
                    <a:pt x="10123" y="12848"/>
                  </a:cubicBezTo>
                  <a:cubicBezTo>
                    <a:pt x="10100" y="12938"/>
                    <a:pt x="10155" y="13033"/>
                    <a:pt x="10244" y="13059"/>
                  </a:cubicBezTo>
                  <a:cubicBezTo>
                    <a:pt x="11803" y="14017"/>
                    <a:pt x="12493" y="15276"/>
                    <a:pt x="12311" y="16835"/>
                  </a:cubicBezTo>
                  <a:cubicBezTo>
                    <a:pt x="12311" y="16914"/>
                    <a:pt x="12378" y="17006"/>
                    <a:pt x="12466" y="17006"/>
                  </a:cubicBezTo>
                  <a:cubicBezTo>
                    <a:pt x="12471" y="17006"/>
                    <a:pt x="12476" y="17006"/>
                    <a:pt x="12482" y="17005"/>
                  </a:cubicBezTo>
                  <a:cubicBezTo>
                    <a:pt x="12543" y="16998"/>
                    <a:pt x="12602" y="16994"/>
                    <a:pt x="12660" y="16994"/>
                  </a:cubicBezTo>
                  <a:cubicBezTo>
                    <a:pt x="13880" y="16994"/>
                    <a:pt x="14436" y="18635"/>
                    <a:pt x="14970" y="20360"/>
                  </a:cubicBezTo>
                  <a:cubicBezTo>
                    <a:pt x="14962" y="20383"/>
                    <a:pt x="14947" y="20406"/>
                    <a:pt x="14938" y="20429"/>
                  </a:cubicBezTo>
                  <a:cubicBezTo>
                    <a:pt x="14889" y="20528"/>
                    <a:pt x="14953" y="20646"/>
                    <a:pt x="15063" y="20658"/>
                  </a:cubicBezTo>
                  <a:cubicBezTo>
                    <a:pt x="15424" y="21824"/>
                    <a:pt x="15796" y="22990"/>
                    <a:pt x="16373" y="23677"/>
                  </a:cubicBezTo>
                  <a:cubicBezTo>
                    <a:pt x="16386" y="23692"/>
                    <a:pt x="16403" y="23699"/>
                    <a:pt x="16419" y="23699"/>
                  </a:cubicBezTo>
                  <a:cubicBezTo>
                    <a:pt x="16469" y="23699"/>
                    <a:pt x="16520" y="23641"/>
                    <a:pt x="16483" y="23591"/>
                  </a:cubicBezTo>
                  <a:cubicBezTo>
                    <a:pt x="16189" y="23178"/>
                    <a:pt x="15940" y="22730"/>
                    <a:pt x="15744" y="22263"/>
                  </a:cubicBezTo>
                  <a:lnTo>
                    <a:pt x="15744" y="22263"/>
                  </a:lnTo>
                  <a:cubicBezTo>
                    <a:pt x="15771" y="22286"/>
                    <a:pt x="15806" y="22298"/>
                    <a:pt x="15840" y="22298"/>
                  </a:cubicBezTo>
                  <a:cubicBezTo>
                    <a:pt x="15882" y="22298"/>
                    <a:pt x="15923" y="22280"/>
                    <a:pt x="15952" y="22245"/>
                  </a:cubicBezTo>
                  <a:cubicBezTo>
                    <a:pt x="16460" y="21703"/>
                    <a:pt x="16951" y="21148"/>
                    <a:pt x="17433" y="20591"/>
                  </a:cubicBezTo>
                  <a:lnTo>
                    <a:pt x="17433" y="20591"/>
                  </a:lnTo>
                  <a:cubicBezTo>
                    <a:pt x="16994" y="21350"/>
                    <a:pt x="16610" y="22133"/>
                    <a:pt x="16318" y="22944"/>
                  </a:cubicBezTo>
                  <a:cubicBezTo>
                    <a:pt x="16277" y="23062"/>
                    <a:pt x="16378" y="23146"/>
                    <a:pt x="16480" y="23146"/>
                  </a:cubicBezTo>
                  <a:cubicBezTo>
                    <a:pt x="16520" y="23146"/>
                    <a:pt x="16561" y="23132"/>
                    <a:pt x="16593" y="23103"/>
                  </a:cubicBezTo>
                  <a:cubicBezTo>
                    <a:pt x="17387" y="22381"/>
                    <a:pt x="18143" y="21604"/>
                    <a:pt x="18871" y="20793"/>
                  </a:cubicBezTo>
                  <a:lnTo>
                    <a:pt x="18871" y="20793"/>
                  </a:lnTo>
                  <a:cubicBezTo>
                    <a:pt x="18241" y="21746"/>
                    <a:pt x="17621" y="22696"/>
                    <a:pt x="17008" y="23646"/>
                  </a:cubicBezTo>
                  <a:cubicBezTo>
                    <a:pt x="17003" y="23625"/>
                    <a:pt x="17006" y="23608"/>
                    <a:pt x="17000" y="23588"/>
                  </a:cubicBezTo>
                  <a:cubicBezTo>
                    <a:pt x="16986" y="23516"/>
                    <a:pt x="16924" y="23484"/>
                    <a:pt x="16861" y="23484"/>
                  </a:cubicBezTo>
                  <a:cubicBezTo>
                    <a:pt x="16782" y="23484"/>
                    <a:pt x="16701" y="23535"/>
                    <a:pt x="16711" y="23625"/>
                  </a:cubicBezTo>
                  <a:cubicBezTo>
                    <a:pt x="16731" y="23790"/>
                    <a:pt x="16728" y="23954"/>
                    <a:pt x="16700" y="24119"/>
                  </a:cubicBezTo>
                  <a:cubicBezTo>
                    <a:pt x="16512" y="24411"/>
                    <a:pt x="16327" y="24699"/>
                    <a:pt x="16142" y="24991"/>
                  </a:cubicBezTo>
                  <a:cubicBezTo>
                    <a:pt x="15455" y="25505"/>
                    <a:pt x="14451" y="25672"/>
                    <a:pt x="14754" y="26798"/>
                  </a:cubicBezTo>
                  <a:cubicBezTo>
                    <a:pt x="14849" y="27145"/>
                    <a:pt x="14976" y="27480"/>
                    <a:pt x="15135" y="27803"/>
                  </a:cubicBezTo>
                  <a:cubicBezTo>
                    <a:pt x="15164" y="27863"/>
                    <a:pt x="15207" y="27970"/>
                    <a:pt x="15250" y="28092"/>
                  </a:cubicBezTo>
                  <a:cubicBezTo>
                    <a:pt x="15224" y="28172"/>
                    <a:pt x="15259" y="28262"/>
                    <a:pt x="15331" y="28308"/>
                  </a:cubicBezTo>
                  <a:cubicBezTo>
                    <a:pt x="15415" y="28551"/>
                    <a:pt x="15504" y="28828"/>
                    <a:pt x="15582" y="29079"/>
                  </a:cubicBezTo>
                  <a:cubicBezTo>
                    <a:pt x="15559" y="29142"/>
                    <a:pt x="15579" y="29215"/>
                    <a:pt x="15637" y="29255"/>
                  </a:cubicBezTo>
                  <a:cubicBezTo>
                    <a:pt x="15716" y="29537"/>
                    <a:pt x="15763" y="29744"/>
                    <a:pt x="15733" y="29744"/>
                  </a:cubicBezTo>
                  <a:cubicBezTo>
                    <a:pt x="15730" y="29744"/>
                    <a:pt x="15726" y="29742"/>
                    <a:pt x="15721" y="29737"/>
                  </a:cubicBezTo>
                  <a:cubicBezTo>
                    <a:pt x="14996" y="29064"/>
                    <a:pt x="14101" y="28782"/>
                    <a:pt x="13137" y="28727"/>
                  </a:cubicBezTo>
                  <a:cubicBezTo>
                    <a:pt x="13134" y="28726"/>
                    <a:pt x="13131" y="28726"/>
                    <a:pt x="13128" y="28726"/>
                  </a:cubicBezTo>
                  <a:cubicBezTo>
                    <a:pt x="13043" y="28726"/>
                    <a:pt x="12987" y="28804"/>
                    <a:pt x="12981" y="28883"/>
                  </a:cubicBezTo>
                  <a:cubicBezTo>
                    <a:pt x="12921" y="29707"/>
                    <a:pt x="13015" y="30240"/>
                    <a:pt x="12508" y="30240"/>
                  </a:cubicBezTo>
                  <a:cubicBezTo>
                    <a:pt x="12478" y="30240"/>
                    <a:pt x="12445" y="30238"/>
                    <a:pt x="12409" y="30234"/>
                  </a:cubicBezTo>
                  <a:cubicBezTo>
                    <a:pt x="12377" y="30184"/>
                    <a:pt x="12324" y="30152"/>
                    <a:pt x="12269" y="30152"/>
                  </a:cubicBezTo>
                  <a:cubicBezTo>
                    <a:pt x="12238" y="30152"/>
                    <a:pt x="12205" y="30163"/>
                    <a:pt x="12176" y="30188"/>
                  </a:cubicBezTo>
                  <a:cubicBezTo>
                    <a:pt x="12109" y="30167"/>
                    <a:pt x="12051" y="30159"/>
                    <a:pt x="11974" y="30130"/>
                  </a:cubicBezTo>
                  <a:cubicBezTo>
                    <a:pt x="11354" y="29917"/>
                    <a:pt x="10734" y="29803"/>
                    <a:pt x="10098" y="29803"/>
                  </a:cubicBezTo>
                  <a:cubicBezTo>
                    <a:pt x="9872" y="29803"/>
                    <a:pt x="9644" y="29817"/>
                    <a:pt x="9413" y="29847"/>
                  </a:cubicBezTo>
                  <a:cubicBezTo>
                    <a:pt x="9303" y="29861"/>
                    <a:pt x="9242" y="29977"/>
                    <a:pt x="9320" y="30066"/>
                  </a:cubicBezTo>
                  <a:cubicBezTo>
                    <a:pt x="9488" y="30263"/>
                    <a:pt x="9647" y="30468"/>
                    <a:pt x="9794" y="30681"/>
                  </a:cubicBezTo>
                  <a:cubicBezTo>
                    <a:pt x="9797" y="30696"/>
                    <a:pt x="9814" y="30701"/>
                    <a:pt x="9820" y="30716"/>
                  </a:cubicBezTo>
                  <a:cubicBezTo>
                    <a:pt x="10025" y="31002"/>
                    <a:pt x="10227" y="31290"/>
                    <a:pt x="10458" y="31559"/>
                  </a:cubicBezTo>
                  <a:cubicBezTo>
                    <a:pt x="10471" y="31574"/>
                    <a:pt x="10486" y="31580"/>
                    <a:pt x="10503" y="31580"/>
                  </a:cubicBezTo>
                  <a:cubicBezTo>
                    <a:pt x="10553" y="31580"/>
                    <a:pt x="10605" y="31520"/>
                    <a:pt x="10568" y="31472"/>
                  </a:cubicBezTo>
                  <a:cubicBezTo>
                    <a:pt x="10556" y="31458"/>
                    <a:pt x="10518" y="31409"/>
                    <a:pt x="10472" y="31348"/>
                  </a:cubicBezTo>
                  <a:cubicBezTo>
                    <a:pt x="10510" y="31342"/>
                    <a:pt x="10544" y="31328"/>
                    <a:pt x="10570" y="31305"/>
                  </a:cubicBezTo>
                  <a:cubicBezTo>
                    <a:pt x="10637" y="31253"/>
                    <a:pt x="10703" y="31204"/>
                    <a:pt x="10770" y="31155"/>
                  </a:cubicBezTo>
                  <a:lnTo>
                    <a:pt x="10770" y="31155"/>
                  </a:lnTo>
                  <a:cubicBezTo>
                    <a:pt x="10709" y="32116"/>
                    <a:pt x="10374" y="32405"/>
                    <a:pt x="9906" y="32416"/>
                  </a:cubicBezTo>
                  <a:cubicBezTo>
                    <a:pt x="9874" y="32395"/>
                    <a:pt x="9838" y="32384"/>
                    <a:pt x="9803" y="32384"/>
                  </a:cubicBezTo>
                  <a:cubicBezTo>
                    <a:pt x="9771" y="32384"/>
                    <a:pt x="9739" y="32393"/>
                    <a:pt x="9710" y="32411"/>
                  </a:cubicBezTo>
                  <a:cubicBezTo>
                    <a:pt x="9248" y="32361"/>
                    <a:pt x="8694" y="32130"/>
                    <a:pt x="8151" y="32029"/>
                  </a:cubicBezTo>
                  <a:cubicBezTo>
                    <a:pt x="8145" y="32027"/>
                    <a:pt x="8142" y="32018"/>
                    <a:pt x="8134" y="32018"/>
                  </a:cubicBezTo>
                  <a:cubicBezTo>
                    <a:pt x="8132" y="32017"/>
                    <a:pt x="8130" y="32017"/>
                    <a:pt x="8129" y="32017"/>
                  </a:cubicBezTo>
                  <a:cubicBezTo>
                    <a:pt x="8122" y="32017"/>
                    <a:pt x="8114" y="32021"/>
                    <a:pt x="8105" y="32021"/>
                  </a:cubicBezTo>
                  <a:cubicBezTo>
                    <a:pt x="7960" y="31995"/>
                    <a:pt x="7816" y="31978"/>
                    <a:pt x="7675" y="31978"/>
                  </a:cubicBezTo>
                  <a:cubicBezTo>
                    <a:pt x="7579" y="31978"/>
                    <a:pt x="7486" y="31986"/>
                    <a:pt x="7395" y="32003"/>
                  </a:cubicBezTo>
                  <a:cubicBezTo>
                    <a:pt x="6878" y="32102"/>
                    <a:pt x="5997" y="32543"/>
                    <a:pt x="6237" y="33181"/>
                  </a:cubicBezTo>
                  <a:cubicBezTo>
                    <a:pt x="6324" y="33415"/>
                    <a:pt x="6534" y="33637"/>
                    <a:pt x="6716" y="33842"/>
                  </a:cubicBezTo>
                  <a:cubicBezTo>
                    <a:pt x="6685" y="33892"/>
                    <a:pt x="6653" y="33944"/>
                    <a:pt x="6621" y="33993"/>
                  </a:cubicBezTo>
                  <a:cubicBezTo>
                    <a:pt x="6539" y="34112"/>
                    <a:pt x="6654" y="34269"/>
                    <a:pt x="6781" y="34269"/>
                  </a:cubicBezTo>
                  <a:cubicBezTo>
                    <a:pt x="6811" y="34269"/>
                    <a:pt x="6841" y="34261"/>
                    <a:pt x="6869" y="34241"/>
                  </a:cubicBezTo>
                  <a:cubicBezTo>
                    <a:pt x="6901" y="34221"/>
                    <a:pt x="6927" y="34195"/>
                    <a:pt x="6956" y="34174"/>
                  </a:cubicBezTo>
                  <a:cubicBezTo>
                    <a:pt x="7086" y="34379"/>
                    <a:pt x="7175" y="34610"/>
                    <a:pt x="7216" y="34850"/>
                  </a:cubicBezTo>
                  <a:cubicBezTo>
                    <a:pt x="7187" y="34905"/>
                    <a:pt x="7155" y="34951"/>
                    <a:pt x="7126" y="35006"/>
                  </a:cubicBezTo>
                  <a:cubicBezTo>
                    <a:pt x="7093" y="35072"/>
                    <a:pt x="7143" y="35146"/>
                    <a:pt x="7211" y="35146"/>
                  </a:cubicBezTo>
                  <a:cubicBezTo>
                    <a:pt x="7220" y="35146"/>
                    <a:pt x="7230" y="35144"/>
                    <a:pt x="7239" y="35142"/>
                  </a:cubicBezTo>
                  <a:lnTo>
                    <a:pt x="7239" y="35142"/>
                  </a:lnTo>
                  <a:cubicBezTo>
                    <a:pt x="7248" y="35370"/>
                    <a:pt x="7236" y="35598"/>
                    <a:pt x="7201" y="35826"/>
                  </a:cubicBezTo>
                  <a:cubicBezTo>
                    <a:pt x="7198" y="35845"/>
                    <a:pt x="7187" y="35854"/>
                    <a:pt x="7168" y="35854"/>
                  </a:cubicBezTo>
                  <a:cubicBezTo>
                    <a:pt x="6972" y="35854"/>
                    <a:pt x="6004" y="34900"/>
                    <a:pt x="5917" y="34818"/>
                  </a:cubicBezTo>
                  <a:cubicBezTo>
                    <a:pt x="4813" y="33776"/>
                    <a:pt x="3606" y="33350"/>
                    <a:pt x="2205" y="33350"/>
                  </a:cubicBezTo>
                  <a:cubicBezTo>
                    <a:pt x="2020" y="33350"/>
                    <a:pt x="1831" y="33357"/>
                    <a:pt x="1638" y="33372"/>
                  </a:cubicBezTo>
                  <a:lnTo>
                    <a:pt x="1638" y="33369"/>
                  </a:lnTo>
                  <a:cubicBezTo>
                    <a:pt x="1659" y="33267"/>
                    <a:pt x="1579" y="33182"/>
                    <a:pt x="1492" y="33182"/>
                  </a:cubicBezTo>
                  <a:cubicBezTo>
                    <a:pt x="1458" y="33182"/>
                    <a:pt x="1423" y="33195"/>
                    <a:pt x="1393" y="33225"/>
                  </a:cubicBezTo>
                  <a:cubicBezTo>
                    <a:pt x="827" y="33773"/>
                    <a:pt x="965" y="33516"/>
                    <a:pt x="755" y="34163"/>
                  </a:cubicBezTo>
                  <a:cubicBezTo>
                    <a:pt x="734" y="34232"/>
                    <a:pt x="800" y="34288"/>
                    <a:pt x="860" y="34288"/>
                  </a:cubicBezTo>
                  <a:cubicBezTo>
                    <a:pt x="891" y="34288"/>
                    <a:pt x="921" y="34273"/>
                    <a:pt x="937" y="34238"/>
                  </a:cubicBezTo>
                  <a:lnTo>
                    <a:pt x="937" y="34238"/>
                  </a:lnTo>
                  <a:cubicBezTo>
                    <a:pt x="899" y="34394"/>
                    <a:pt x="859" y="34547"/>
                    <a:pt x="821" y="34700"/>
                  </a:cubicBezTo>
                  <a:cubicBezTo>
                    <a:pt x="711" y="34356"/>
                    <a:pt x="564" y="34039"/>
                    <a:pt x="319" y="33811"/>
                  </a:cubicBezTo>
                  <a:cubicBezTo>
                    <a:pt x="286" y="33780"/>
                    <a:pt x="250" y="33767"/>
                    <a:pt x="216" y="33767"/>
                  </a:cubicBezTo>
                  <a:cubicBezTo>
                    <a:pt x="100" y="33767"/>
                    <a:pt x="0" y="33915"/>
                    <a:pt x="105" y="34021"/>
                  </a:cubicBezTo>
                  <a:cubicBezTo>
                    <a:pt x="1058" y="35015"/>
                    <a:pt x="411" y="36545"/>
                    <a:pt x="1511" y="37393"/>
                  </a:cubicBezTo>
                  <a:cubicBezTo>
                    <a:pt x="2495" y="38156"/>
                    <a:pt x="3647" y="38759"/>
                    <a:pt x="4739" y="39351"/>
                  </a:cubicBezTo>
                  <a:cubicBezTo>
                    <a:pt x="4814" y="39394"/>
                    <a:pt x="4900" y="39414"/>
                    <a:pt x="4978" y="39452"/>
                  </a:cubicBezTo>
                  <a:cubicBezTo>
                    <a:pt x="5017" y="39519"/>
                    <a:pt x="5087" y="39558"/>
                    <a:pt x="5160" y="39558"/>
                  </a:cubicBezTo>
                  <a:cubicBezTo>
                    <a:pt x="5176" y="39558"/>
                    <a:pt x="5191" y="39556"/>
                    <a:pt x="5206" y="39553"/>
                  </a:cubicBezTo>
                  <a:cubicBezTo>
                    <a:pt x="5989" y="39899"/>
                    <a:pt x="6884" y="40099"/>
                    <a:pt x="7825" y="40208"/>
                  </a:cubicBezTo>
                  <a:cubicBezTo>
                    <a:pt x="7862" y="40265"/>
                    <a:pt x="7923" y="40305"/>
                    <a:pt x="7983" y="40305"/>
                  </a:cubicBezTo>
                  <a:cubicBezTo>
                    <a:pt x="8022" y="40305"/>
                    <a:pt x="8060" y="40288"/>
                    <a:pt x="8091" y="40249"/>
                  </a:cubicBezTo>
                  <a:lnTo>
                    <a:pt x="8102" y="40234"/>
                  </a:lnTo>
                  <a:cubicBezTo>
                    <a:pt x="8694" y="40292"/>
                    <a:pt x="9302" y="40317"/>
                    <a:pt x="9915" y="40317"/>
                  </a:cubicBezTo>
                  <a:cubicBezTo>
                    <a:pt x="11853" y="40317"/>
                    <a:pt x="13825" y="40075"/>
                    <a:pt x="15400" y="39908"/>
                  </a:cubicBezTo>
                  <a:cubicBezTo>
                    <a:pt x="15816" y="39853"/>
                    <a:pt x="16226" y="39775"/>
                    <a:pt x="16633" y="39680"/>
                  </a:cubicBezTo>
                  <a:cubicBezTo>
                    <a:pt x="16673" y="39745"/>
                    <a:pt x="16742" y="39779"/>
                    <a:pt x="16810" y="39779"/>
                  </a:cubicBezTo>
                  <a:cubicBezTo>
                    <a:pt x="16875" y="39779"/>
                    <a:pt x="16940" y="39749"/>
                    <a:pt x="16982" y="39689"/>
                  </a:cubicBezTo>
                  <a:cubicBezTo>
                    <a:pt x="17017" y="39645"/>
                    <a:pt x="17052" y="39605"/>
                    <a:pt x="17086" y="39562"/>
                  </a:cubicBezTo>
                  <a:cubicBezTo>
                    <a:pt x="18209" y="39250"/>
                    <a:pt x="19387" y="38722"/>
                    <a:pt x="18937" y="37951"/>
                  </a:cubicBezTo>
                  <a:cubicBezTo>
                    <a:pt x="18579" y="37344"/>
                    <a:pt x="17901" y="37090"/>
                    <a:pt x="17101" y="36986"/>
                  </a:cubicBezTo>
                  <a:cubicBezTo>
                    <a:pt x="17092" y="36884"/>
                    <a:pt x="17004" y="36791"/>
                    <a:pt x="16906" y="36791"/>
                  </a:cubicBezTo>
                  <a:cubicBezTo>
                    <a:pt x="16874" y="36791"/>
                    <a:pt x="16841" y="36801"/>
                    <a:pt x="16809" y="36825"/>
                  </a:cubicBezTo>
                  <a:cubicBezTo>
                    <a:pt x="16754" y="36862"/>
                    <a:pt x="16711" y="36906"/>
                    <a:pt x="16659" y="36946"/>
                  </a:cubicBezTo>
                  <a:cubicBezTo>
                    <a:pt x="16285" y="36920"/>
                    <a:pt x="15895" y="36916"/>
                    <a:pt x="15505" y="36916"/>
                  </a:cubicBezTo>
                  <a:cubicBezTo>
                    <a:pt x="15350" y="36916"/>
                    <a:pt x="15195" y="36917"/>
                    <a:pt x="15041" y="36917"/>
                  </a:cubicBezTo>
                  <a:cubicBezTo>
                    <a:pt x="13126" y="36917"/>
                    <a:pt x="11418" y="36826"/>
                    <a:pt x="12121" y="34382"/>
                  </a:cubicBezTo>
                  <a:cubicBezTo>
                    <a:pt x="12138" y="34320"/>
                    <a:pt x="12090" y="34281"/>
                    <a:pt x="12042" y="34281"/>
                  </a:cubicBezTo>
                  <a:cubicBezTo>
                    <a:pt x="12010" y="34281"/>
                    <a:pt x="11978" y="34298"/>
                    <a:pt x="11965" y="34339"/>
                  </a:cubicBezTo>
                  <a:cubicBezTo>
                    <a:pt x="11769" y="34922"/>
                    <a:pt x="11327" y="36227"/>
                    <a:pt x="11832" y="36865"/>
                  </a:cubicBezTo>
                  <a:cubicBezTo>
                    <a:pt x="11408" y="37275"/>
                    <a:pt x="10998" y="37691"/>
                    <a:pt x="10599" y="38133"/>
                  </a:cubicBezTo>
                  <a:cubicBezTo>
                    <a:pt x="10597" y="38138"/>
                    <a:pt x="10591" y="38141"/>
                    <a:pt x="10588" y="38146"/>
                  </a:cubicBezTo>
                  <a:lnTo>
                    <a:pt x="10588" y="38146"/>
                  </a:lnTo>
                  <a:cubicBezTo>
                    <a:pt x="10969" y="37442"/>
                    <a:pt x="11313" y="36729"/>
                    <a:pt x="11590" y="35967"/>
                  </a:cubicBezTo>
                  <a:cubicBezTo>
                    <a:pt x="11635" y="35839"/>
                    <a:pt x="11523" y="35743"/>
                    <a:pt x="11410" y="35743"/>
                  </a:cubicBezTo>
                  <a:cubicBezTo>
                    <a:pt x="11366" y="35743"/>
                    <a:pt x="11321" y="35758"/>
                    <a:pt x="11286" y="35791"/>
                  </a:cubicBezTo>
                  <a:cubicBezTo>
                    <a:pt x="11038" y="36028"/>
                    <a:pt x="10804" y="36273"/>
                    <a:pt x="10570" y="36522"/>
                  </a:cubicBezTo>
                  <a:cubicBezTo>
                    <a:pt x="10874" y="35927"/>
                    <a:pt x="11154" y="35321"/>
                    <a:pt x="11367" y="34671"/>
                  </a:cubicBezTo>
                  <a:cubicBezTo>
                    <a:pt x="11412" y="34540"/>
                    <a:pt x="11310" y="34457"/>
                    <a:pt x="11203" y="34457"/>
                  </a:cubicBezTo>
                  <a:cubicBezTo>
                    <a:pt x="11145" y="34457"/>
                    <a:pt x="11085" y="34482"/>
                    <a:pt x="11047" y="34535"/>
                  </a:cubicBezTo>
                  <a:cubicBezTo>
                    <a:pt x="9834" y="36204"/>
                    <a:pt x="8804" y="38037"/>
                    <a:pt x="7126" y="39244"/>
                  </a:cubicBezTo>
                  <a:cubicBezTo>
                    <a:pt x="8752" y="37353"/>
                    <a:pt x="10348" y="35445"/>
                    <a:pt x="11867" y="33464"/>
                  </a:cubicBezTo>
                  <a:cubicBezTo>
                    <a:pt x="12054" y="33222"/>
                    <a:pt x="12242" y="32959"/>
                    <a:pt x="12427" y="32693"/>
                  </a:cubicBezTo>
                  <a:lnTo>
                    <a:pt x="12427" y="32693"/>
                  </a:lnTo>
                  <a:cubicBezTo>
                    <a:pt x="12167" y="33086"/>
                    <a:pt x="11910" y="33482"/>
                    <a:pt x="11670" y="33877"/>
                  </a:cubicBezTo>
                  <a:cubicBezTo>
                    <a:pt x="11581" y="34027"/>
                    <a:pt x="11713" y="34177"/>
                    <a:pt x="11853" y="34177"/>
                  </a:cubicBezTo>
                  <a:cubicBezTo>
                    <a:pt x="11900" y="34177"/>
                    <a:pt x="11947" y="34160"/>
                    <a:pt x="11988" y="34123"/>
                  </a:cubicBezTo>
                  <a:cubicBezTo>
                    <a:pt x="11997" y="34114"/>
                    <a:pt x="12002" y="34105"/>
                    <a:pt x="12011" y="34097"/>
                  </a:cubicBezTo>
                  <a:cubicBezTo>
                    <a:pt x="12020" y="34098"/>
                    <a:pt x="12028" y="34098"/>
                    <a:pt x="12037" y="34098"/>
                  </a:cubicBezTo>
                  <a:cubicBezTo>
                    <a:pt x="12045" y="34098"/>
                    <a:pt x="12053" y="34098"/>
                    <a:pt x="12060" y="34099"/>
                  </a:cubicBezTo>
                  <a:cubicBezTo>
                    <a:pt x="12069" y="34159"/>
                    <a:pt x="12110" y="34212"/>
                    <a:pt x="12165" y="34212"/>
                  </a:cubicBezTo>
                  <a:cubicBezTo>
                    <a:pt x="12186" y="34212"/>
                    <a:pt x="12207" y="34205"/>
                    <a:pt x="12230" y="34189"/>
                  </a:cubicBezTo>
                  <a:cubicBezTo>
                    <a:pt x="12256" y="34172"/>
                    <a:pt x="12294" y="34140"/>
                    <a:pt x="12329" y="34114"/>
                  </a:cubicBezTo>
                  <a:cubicBezTo>
                    <a:pt x="12457" y="34122"/>
                    <a:pt x="12586" y="34126"/>
                    <a:pt x="12715" y="34126"/>
                  </a:cubicBezTo>
                  <a:cubicBezTo>
                    <a:pt x="12991" y="34126"/>
                    <a:pt x="13267" y="34107"/>
                    <a:pt x="13541" y="34068"/>
                  </a:cubicBezTo>
                  <a:cubicBezTo>
                    <a:pt x="13642" y="34053"/>
                    <a:pt x="13735" y="34045"/>
                    <a:pt x="13830" y="34036"/>
                  </a:cubicBezTo>
                  <a:cubicBezTo>
                    <a:pt x="13862" y="34110"/>
                    <a:pt x="13933" y="34150"/>
                    <a:pt x="14004" y="34150"/>
                  </a:cubicBezTo>
                  <a:cubicBezTo>
                    <a:pt x="14061" y="34150"/>
                    <a:pt x="14118" y="34124"/>
                    <a:pt x="14156" y="34071"/>
                  </a:cubicBezTo>
                  <a:cubicBezTo>
                    <a:pt x="14171" y="34047"/>
                    <a:pt x="14185" y="34024"/>
                    <a:pt x="14202" y="34001"/>
                  </a:cubicBezTo>
                  <a:cubicBezTo>
                    <a:pt x="14342" y="33992"/>
                    <a:pt x="14475" y="33987"/>
                    <a:pt x="14605" y="33987"/>
                  </a:cubicBezTo>
                  <a:cubicBezTo>
                    <a:pt x="15423" y="33987"/>
                    <a:pt x="16084" y="34174"/>
                    <a:pt x="16971" y="34625"/>
                  </a:cubicBezTo>
                  <a:cubicBezTo>
                    <a:pt x="17092" y="34688"/>
                    <a:pt x="17205" y="34749"/>
                    <a:pt x="17314" y="34804"/>
                  </a:cubicBezTo>
                  <a:cubicBezTo>
                    <a:pt x="17340" y="34861"/>
                    <a:pt x="17397" y="34895"/>
                    <a:pt x="17458" y="34895"/>
                  </a:cubicBezTo>
                  <a:cubicBezTo>
                    <a:pt x="17465" y="34895"/>
                    <a:pt x="17472" y="34894"/>
                    <a:pt x="17479" y="34893"/>
                  </a:cubicBezTo>
                  <a:cubicBezTo>
                    <a:pt x="17684" y="35006"/>
                    <a:pt x="17898" y="35110"/>
                    <a:pt x="18117" y="35199"/>
                  </a:cubicBezTo>
                  <a:cubicBezTo>
                    <a:pt x="18120" y="35202"/>
                    <a:pt x="18123" y="35202"/>
                    <a:pt x="18129" y="35202"/>
                  </a:cubicBezTo>
                  <a:cubicBezTo>
                    <a:pt x="18345" y="35286"/>
                    <a:pt x="18557" y="35336"/>
                    <a:pt x="18794" y="35336"/>
                  </a:cubicBezTo>
                  <a:cubicBezTo>
                    <a:pt x="19058" y="35336"/>
                    <a:pt x="19352" y="35274"/>
                    <a:pt x="19719" y="35127"/>
                  </a:cubicBezTo>
                  <a:cubicBezTo>
                    <a:pt x="21602" y="34379"/>
                    <a:pt x="21509" y="32364"/>
                    <a:pt x="20279" y="31279"/>
                  </a:cubicBezTo>
                  <a:cubicBezTo>
                    <a:pt x="20288" y="31261"/>
                    <a:pt x="20300" y="31244"/>
                    <a:pt x="20305" y="31224"/>
                  </a:cubicBezTo>
                  <a:cubicBezTo>
                    <a:pt x="20351" y="31109"/>
                    <a:pt x="20241" y="31010"/>
                    <a:pt x="20136" y="31010"/>
                  </a:cubicBezTo>
                  <a:cubicBezTo>
                    <a:pt x="20095" y="31010"/>
                    <a:pt x="20055" y="31025"/>
                    <a:pt x="20025" y="31059"/>
                  </a:cubicBezTo>
                  <a:cubicBezTo>
                    <a:pt x="20023" y="31062"/>
                    <a:pt x="20020" y="31068"/>
                    <a:pt x="20017" y="31074"/>
                  </a:cubicBezTo>
                  <a:cubicBezTo>
                    <a:pt x="19962" y="31036"/>
                    <a:pt x="19910" y="30996"/>
                    <a:pt x="19852" y="30961"/>
                  </a:cubicBezTo>
                  <a:cubicBezTo>
                    <a:pt x="19913" y="30854"/>
                    <a:pt x="19973" y="30748"/>
                    <a:pt x="20034" y="30644"/>
                  </a:cubicBezTo>
                  <a:cubicBezTo>
                    <a:pt x="22153" y="30265"/>
                    <a:pt x="23022" y="27742"/>
                    <a:pt x="23646" y="25958"/>
                  </a:cubicBezTo>
                  <a:cubicBezTo>
                    <a:pt x="24122" y="24587"/>
                    <a:pt x="24604" y="23198"/>
                    <a:pt x="25029" y="21809"/>
                  </a:cubicBezTo>
                  <a:cubicBezTo>
                    <a:pt x="25297" y="20920"/>
                    <a:pt x="25384" y="19757"/>
                    <a:pt x="26458" y="19350"/>
                  </a:cubicBezTo>
                  <a:cubicBezTo>
                    <a:pt x="26744" y="19241"/>
                    <a:pt x="27038" y="19191"/>
                    <a:pt x="27330" y="19191"/>
                  </a:cubicBezTo>
                  <a:cubicBezTo>
                    <a:pt x="29057" y="19191"/>
                    <a:pt x="30742" y="20928"/>
                    <a:pt x="30728" y="22528"/>
                  </a:cubicBezTo>
                  <a:cubicBezTo>
                    <a:pt x="30728" y="22627"/>
                    <a:pt x="30793" y="22669"/>
                    <a:pt x="30865" y="22669"/>
                  </a:cubicBezTo>
                  <a:cubicBezTo>
                    <a:pt x="30884" y="22669"/>
                    <a:pt x="30903" y="22666"/>
                    <a:pt x="30921" y="22661"/>
                  </a:cubicBezTo>
                  <a:lnTo>
                    <a:pt x="30921" y="22661"/>
                  </a:lnTo>
                  <a:cubicBezTo>
                    <a:pt x="30817" y="22808"/>
                    <a:pt x="30713" y="22956"/>
                    <a:pt x="30612" y="23106"/>
                  </a:cubicBezTo>
                  <a:cubicBezTo>
                    <a:pt x="26954" y="24292"/>
                    <a:pt x="25765" y="25895"/>
                    <a:pt x="26100" y="29757"/>
                  </a:cubicBezTo>
                  <a:cubicBezTo>
                    <a:pt x="26137" y="30188"/>
                    <a:pt x="26198" y="30615"/>
                    <a:pt x="26282" y="31036"/>
                  </a:cubicBezTo>
                  <a:cubicBezTo>
                    <a:pt x="26270" y="31057"/>
                    <a:pt x="26258" y="31074"/>
                    <a:pt x="26250" y="31094"/>
                  </a:cubicBezTo>
                  <a:cubicBezTo>
                    <a:pt x="26204" y="31184"/>
                    <a:pt x="26250" y="31296"/>
                    <a:pt x="26348" y="31328"/>
                  </a:cubicBezTo>
                  <a:cubicBezTo>
                    <a:pt x="26374" y="31449"/>
                    <a:pt x="26411" y="31559"/>
                    <a:pt x="26446" y="31674"/>
                  </a:cubicBezTo>
                  <a:cubicBezTo>
                    <a:pt x="26406" y="31747"/>
                    <a:pt x="26362" y="31819"/>
                    <a:pt x="26325" y="31891"/>
                  </a:cubicBezTo>
                  <a:cubicBezTo>
                    <a:pt x="26295" y="31951"/>
                    <a:pt x="26345" y="32018"/>
                    <a:pt x="26399" y="32018"/>
                  </a:cubicBezTo>
                  <a:cubicBezTo>
                    <a:pt x="26417" y="32018"/>
                    <a:pt x="26436" y="32010"/>
                    <a:pt x="26452" y="31992"/>
                  </a:cubicBezTo>
                  <a:lnTo>
                    <a:pt x="26515" y="31923"/>
                  </a:lnTo>
                  <a:cubicBezTo>
                    <a:pt x="26712" y="32526"/>
                    <a:pt x="26983" y="33028"/>
                    <a:pt x="27350" y="33450"/>
                  </a:cubicBezTo>
                  <a:lnTo>
                    <a:pt x="27338" y="33473"/>
                  </a:lnTo>
                  <a:cubicBezTo>
                    <a:pt x="27271" y="33591"/>
                    <a:pt x="27370" y="33691"/>
                    <a:pt x="27473" y="33691"/>
                  </a:cubicBezTo>
                  <a:cubicBezTo>
                    <a:pt x="27498" y="33691"/>
                    <a:pt x="27523" y="33685"/>
                    <a:pt x="27546" y="33672"/>
                  </a:cubicBezTo>
                  <a:cubicBezTo>
                    <a:pt x="27933" y="34053"/>
                    <a:pt x="28424" y="34356"/>
                    <a:pt x="29021" y="34616"/>
                  </a:cubicBezTo>
                  <a:cubicBezTo>
                    <a:pt x="28998" y="34668"/>
                    <a:pt x="28972" y="34711"/>
                    <a:pt x="28949" y="34761"/>
                  </a:cubicBezTo>
                  <a:cubicBezTo>
                    <a:pt x="28895" y="34878"/>
                    <a:pt x="28974" y="35002"/>
                    <a:pt x="29086" y="35002"/>
                  </a:cubicBezTo>
                  <a:cubicBezTo>
                    <a:pt x="29112" y="35002"/>
                    <a:pt x="29140" y="34995"/>
                    <a:pt x="29169" y="34980"/>
                  </a:cubicBezTo>
                  <a:cubicBezTo>
                    <a:pt x="29272" y="34928"/>
                    <a:pt x="29359" y="34862"/>
                    <a:pt x="29457" y="34801"/>
                  </a:cubicBezTo>
                  <a:cubicBezTo>
                    <a:pt x="29714" y="34893"/>
                    <a:pt x="29988" y="34980"/>
                    <a:pt x="30286" y="35061"/>
                  </a:cubicBezTo>
                  <a:cubicBezTo>
                    <a:pt x="33259" y="35863"/>
                    <a:pt x="35145" y="37061"/>
                    <a:pt x="36372" y="39054"/>
                  </a:cubicBezTo>
                  <a:cubicBezTo>
                    <a:pt x="36377" y="39105"/>
                    <a:pt x="36406" y="39152"/>
                    <a:pt x="36450" y="39178"/>
                  </a:cubicBezTo>
                  <a:cubicBezTo>
                    <a:pt x="36900" y="39934"/>
                    <a:pt x="37258" y="40800"/>
                    <a:pt x="37547" y="41805"/>
                  </a:cubicBezTo>
                  <a:cubicBezTo>
                    <a:pt x="37500" y="41863"/>
                    <a:pt x="37454" y="41920"/>
                    <a:pt x="37408" y="41978"/>
                  </a:cubicBezTo>
                  <a:cubicBezTo>
                    <a:pt x="37352" y="42052"/>
                    <a:pt x="37388" y="42185"/>
                    <a:pt x="37482" y="42185"/>
                  </a:cubicBezTo>
                  <a:cubicBezTo>
                    <a:pt x="37494" y="42185"/>
                    <a:pt x="37508" y="42183"/>
                    <a:pt x="37524" y="42177"/>
                  </a:cubicBezTo>
                  <a:cubicBezTo>
                    <a:pt x="37561" y="42163"/>
                    <a:pt x="37593" y="42143"/>
                    <a:pt x="37630" y="42128"/>
                  </a:cubicBezTo>
                  <a:cubicBezTo>
                    <a:pt x="37694" y="42371"/>
                    <a:pt x="37760" y="42607"/>
                    <a:pt x="37815" y="42864"/>
                  </a:cubicBezTo>
                  <a:cubicBezTo>
                    <a:pt x="38014" y="43762"/>
                    <a:pt x="38566" y="45194"/>
                    <a:pt x="38984" y="46603"/>
                  </a:cubicBezTo>
                  <a:cubicBezTo>
                    <a:pt x="38918" y="46672"/>
                    <a:pt x="38860" y="46744"/>
                    <a:pt x="38794" y="46811"/>
                  </a:cubicBezTo>
                  <a:cubicBezTo>
                    <a:pt x="38694" y="46913"/>
                    <a:pt x="38791" y="47056"/>
                    <a:pt x="38900" y="47056"/>
                  </a:cubicBezTo>
                  <a:cubicBezTo>
                    <a:pt x="38932" y="47056"/>
                    <a:pt x="38966" y="47044"/>
                    <a:pt x="38996" y="47013"/>
                  </a:cubicBezTo>
                  <a:cubicBezTo>
                    <a:pt x="39022" y="46984"/>
                    <a:pt x="39048" y="46952"/>
                    <a:pt x="39077" y="46923"/>
                  </a:cubicBezTo>
                  <a:cubicBezTo>
                    <a:pt x="39134" y="47134"/>
                    <a:pt x="39184" y="47339"/>
                    <a:pt x="39233" y="47544"/>
                  </a:cubicBezTo>
                  <a:cubicBezTo>
                    <a:pt x="39120" y="47660"/>
                    <a:pt x="39013" y="47775"/>
                    <a:pt x="38901" y="47888"/>
                  </a:cubicBezTo>
                  <a:cubicBezTo>
                    <a:pt x="38819" y="47971"/>
                    <a:pt x="38881" y="48138"/>
                    <a:pt x="38991" y="48138"/>
                  </a:cubicBezTo>
                  <a:cubicBezTo>
                    <a:pt x="39006" y="48138"/>
                    <a:pt x="39022" y="48134"/>
                    <a:pt x="39039" y="48127"/>
                  </a:cubicBezTo>
                  <a:cubicBezTo>
                    <a:pt x="39143" y="48084"/>
                    <a:pt x="39236" y="48026"/>
                    <a:pt x="39337" y="47980"/>
                  </a:cubicBezTo>
                  <a:cubicBezTo>
                    <a:pt x="39527" y="48898"/>
                    <a:pt x="39588" y="49721"/>
                    <a:pt x="39342" y="50261"/>
                  </a:cubicBezTo>
                  <a:cubicBezTo>
                    <a:pt x="38595" y="51905"/>
                    <a:pt x="40324" y="52654"/>
                    <a:pt x="41728" y="52654"/>
                  </a:cubicBezTo>
                  <a:cubicBezTo>
                    <a:pt x="42033" y="52654"/>
                    <a:pt x="42322" y="52619"/>
                    <a:pt x="42567" y="52550"/>
                  </a:cubicBezTo>
                  <a:lnTo>
                    <a:pt x="42567" y="52550"/>
                  </a:lnTo>
                  <a:cubicBezTo>
                    <a:pt x="42356" y="53486"/>
                    <a:pt x="41840" y="54259"/>
                    <a:pt x="41392" y="55071"/>
                  </a:cubicBezTo>
                  <a:cubicBezTo>
                    <a:pt x="41320" y="55157"/>
                    <a:pt x="41239" y="55238"/>
                    <a:pt x="41167" y="55328"/>
                  </a:cubicBezTo>
                  <a:cubicBezTo>
                    <a:pt x="41124" y="55377"/>
                    <a:pt x="41121" y="55455"/>
                    <a:pt x="41164" y="55507"/>
                  </a:cubicBezTo>
                  <a:cubicBezTo>
                    <a:pt x="40994" y="55841"/>
                    <a:pt x="40858" y="56197"/>
                    <a:pt x="40763" y="56563"/>
                  </a:cubicBezTo>
                  <a:cubicBezTo>
                    <a:pt x="40592" y="57236"/>
                    <a:pt x="40636" y="57984"/>
                    <a:pt x="40757" y="58728"/>
                  </a:cubicBezTo>
                  <a:cubicBezTo>
                    <a:pt x="40745" y="58740"/>
                    <a:pt x="40734" y="58754"/>
                    <a:pt x="40725" y="58766"/>
                  </a:cubicBezTo>
                  <a:cubicBezTo>
                    <a:pt x="40644" y="58855"/>
                    <a:pt x="40693" y="59000"/>
                    <a:pt x="40812" y="59020"/>
                  </a:cubicBezTo>
                  <a:cubicBezTo>
                    <a:pt x="40875" y="59355"/>
                    <a:pt x="40948" y="59684"/>
                    <a:pt x="41023" y="60004"/>
                  </a:cubicBezTo>
                  <a:cubicBezTo>
                    <a:pt x="40999" y="60062"/>
                    <a:pt x="41014" y="60132"/>
                    <a:pt x="41063" y="60175"/>
                  </a:cubicBezTo>
                  <a:cubicBezTo>
                    <a:pt x="41121" y="60420"/>
                    <a:pt x="41178" y="60663"/>
                    <a:pt x="41230" y="60894"/>
                  </a:cubicBezTo>
                  <a:cubicBezTo>
                    <a:pt x="41643" y="62770"/>
                    <a:pt x="42483" y="64500"/>
                    <a:pt x="43500" y="66113"/>
                  </a:cubicBezTo>
                  <a:lnTo>
                    <a:pt x="43494" y="66122"/>
                  </a:lnTo>
                  <a:cubicBezTo>
                    <a:pt x="43438" y="66233"/>
                    <a:pt x="43521" y="66362"/>
                    <a:pt x="43643" y="66362"/>
                  </a:cubicBezTo>
                  <a:cubicBezTo>
                    <a:pt x="43648" y="66362"/>
                    <a:pt x="43653" y="66362"/>
                    <a:pt x="43658" y="66362"/>
                  </a:cubicBezTo>
                  <a:cubicBezTo>
                    <a:pt x="43866" y="66685"/>
                    <a:pt x="44077" y="67003"/>
                    <a:pt x="44296" y="67317"/>
                  </a:cubicBezTo>
                  <a:cubicBezTo>
                    <a:pt x="44325" y="67355"/>
                    <a:pt x="44351" y="67398"/>
                    <a:pt x="44377" y="67439"/>
                  </a:cubicBezTo>
                  <a:cubicBezTo>
                    <a:pt x="44270" y="67615"/>
                    <a:pt x="44155" y="67785"/>
                    <a:pt x="44048" y="67961"/>
                  </a:cubicBezTo>
                  <a:cubicBezTo>
                    <a:pt x="43983" y="68069"/>
                    <a:pt x="44079" y="68184"/>
                    <a:pt x="44180" y="68184"/>
                  </a:cubicBezTo>
                  <a:cubicBezTo>
                    <a:pt x="44214" y="68184"/>
                    <a:pt x="44249" y="68171"/>
                    <a:pt x="44279" y="68140"/>
                  </a:cubicBezTo>
                  <a:cubicBezTo>
                    <a:pt x="44389" y="68025"/>
                    <a:pt x="44496" y="67906"/>
                    <a:pt x="44602" y="67791"/>
                  </a:cubicBezTo>
                  <a:cubicBezTo>
                    <a:pt x="44724" y="67990"/>
                    <a:pt x="44845" y="68198"/>
                    <a:pt x="44966" y="68409"/>
                  </a:cubicBezTo>
                  <a:cubicBezTo>
                    <a:pt x="44946" y="68437"/>
                    <a:pt x="44923" y="68466"/>
                    <a:pt x="44903" y="68498"/>
                  </a:cubicBezTo>
                  <a:cubicBezTo>
                    <a:pt x="44825" y="68609"/>
                    <a:pt x="44931" y="68721"/>
                    <a:pt x="45040" y="68721"/>
                  </a:cubicBezTo>
                  <a:cubicBezTo>
                    <a:pt x="45073" y="68721"/>
                    <a:pt x="45105" y="68711"/>
                    <a:pt x="45134" y="68689"/>
                  </a:cubicBezTo>
                  <a:cubicBezTo>
                    <a:pt x="45235" y="68859"/>
                    <a:pt x="45339" y="69026"/>
                    <a:pt x="45448" y="69194"/>
                  </a:cubicBezTo>
                  <a:cubicBezTo>
                    <a:pt x="45396" y="69252"/>
                    <a:pt x="45344" y="69312"/>
                    <a:pt x="45292" y="69370"/>
                  </a:cubicBezTo>
                  <a:cubicBezTo>
                    <a:pt x="45231" y="69442"/>
                    <a:pt x="45298" y="69538"/>
                    <a:pt x="45365" y="69538"/>
                  </a:cubicBezTo>
                  <a:cubicBezTo>
                    <a:pt x="45387" y="69538"/>
                    <a:pt x="45408" y="69529"/>
                    <a:pt x="45425" y="69506"/>
                  </a:cubicBezTo>
                  <a:cubicBezTo>
                    <a:pt x="45469" y="69451"/>
                    <a:pt x="45515" y="69399"/>
                    <a:pt x="45558" y="69347"/>
                  </a:cubicBezTo>
                  <a:cubicBezTo>
                    <a:pt x="45717" y="69575"/>
                    <a:pt x="45896" y="69791"/>
                    <a:pt x="46089" y="69991"/>
                  </a:cubicBezTo>
                  <a:cubicBezTo>
                    <a:pt x="46046" y="70063"/>
                    <a:pt x="46000" y="70135"/>
                    <a:pt x="45959" y="70207"/>
                  </a:cubicBezTo>
                  <a:cubicBezTo>
                    <a:pt x="45882" y="70343"/>
                    <a:pt x="45994" y="70475"/>
                    <a:pt x="46117" y="70475"/>
                  </a:cubicBezTo>
                  <a:cubicBezTo>
                    <a:pt x="46159" y="70475"/>
                    <a:pt x="46202" y="70460"/>
                    <a:pt x="46239" y="70424"/>
                  </a:cubicBezTo>
                  <a:cubicBezTo>
                    <a:pt x="46294" y="70375"/>
                    <a:pt x="46343" y="70317"/>
                    <a:pt x="46398" y="70265"/>
                  </a:cubicBezTo>
                  <a:cubicBezTo>
                    <a:pt x="46491" y="70346"/>
                    <a:pt x="46589" y="70418"/>
                    <a:pt x="46690" y="70487"/>
                  </a:cubicBezTo>
                  <a:cubicBezTo>
                    <a:pt x="47228" y="70816"/>
                    <a:pt x="47744" y="70978"/>
                    <a:pt x="48208" y="70978"/>
                  </a:cubicBezTo>
                  <a:cubicBezTo>
                    <a:pt x="49125" y="70978"/>
                    <a:pt x="49842" y="70346"/>
                    <a:pt x="50137" y="69119"/>
                  </a:cubicBezTo>
                  <a:cubicBezTo>
                    <a:pt x="50807" y="66344"/>
                    <a:pt x="49819" y="64118"/>
                    <a:pt x="52100" y="61595"/>
                  </a:cubicBezTo>
                  <a:cubicBezTo>
                    <a:pt x="53500" y="60051"/>
                    <a:pt x="55241" y="58763"/>
                    <a:pt x="57066" y="57701"/>
                  </a:cubicBezTo>
                  <a:lnTo>
                    <a:pt x="57066" y="57701"/>
                  </a:lnTo>
                  <a:cubicBezTo>
                    <a:pt x="57060" y="57718"/>
                    <a:pt x="57051" y="57735"/>
                    <a:pt x="57045" y="57750"/>
                  </a:cubicBezTo>
                  <a:cubicBezTo>
                    <a:pt x="57004" y="57872"/>
                    <a:pt x="57111" y="57969"/>
                    <a:pt x="57219" y="57969"/>
                  </a:cubicBezTo>
                  <a:cubicBezTo>
                    <a:pt x="57261" y="57969"/>
                    <a:pt x="57304" y="57954"/>
                    <a:pt x="57337" y="57920"/>
                  </a:cubicBezTo>
                  <a:cubicBezTo>
                    <a:pt x="57580" y="57672"/>
                    <a:pt x="57811" y="57415"/>
                    <a:pt x="58041" y="57158"/>
                  </a:cubicBezTo>
                  <a:cubicBezTo>
                    <a:pt x="58157" y="57097"/>
                    <a:pt x="58272" y="57025"/>
                    <a:pt x="58388" y="56964"/>
                  </a:cubicBezTo>
                  <a:cubicBezTo>
                    <a:pt x="58396" y="57006"/>
                    <a:pt x="58433" y="57034"/>
                    <a:pt x="58477" y="57034"/>
                  </a:cubicBezTo>
                  <a:cubicBezTo>
                    <a:pt x="58479" y="57034"/>
                    <a:pt x="58481" y="57034"/>
                    <a:pt x="58483" y="57034"/>
                  </a:cubicBezTo>
                  <a:cubicBezTo>
                    <a:pt x="59456" y="56967"/>
                    <a:pt x="60458" y="56653"/>
                    <a:pt x="61402" y="56165"/>
                  </a:cubicBezTo>
                  <a:lnTo>
                    <a:pt x="61402" y="56165"/>
                  </a:lnTo>
                  <a:cubicBezTo>
                    <a:pt x="61359" y="56246"/>
                    <a:pt x="61307" y="56332"/>
                    <a:pt x="61263" y="56413"/>
                  </a:cubicBezTo>
                  <a:cubicBezTo>
                    <a:pt x="61195" y="56540"/>
                    <a:pt x="61313" y="56689"/>
                    <a:pt x="61431" y="56689"/>
                  </a:cubicBezTo>
                  <a:cubicBezTo>
                    <a:pt x="61471" y="56689"/>
                    <a:pt x="61511" y="56672"/>
                    <a:pt x="61543" y="56630"/>
                  </a:cubicBezTo>
                  <a:cubicBezTo>
                    <a:pt x="61800" y="56298"/>
                    <a:pt x="62054" y="55963"/>
                    <a:pt x="62311" y="55631"/>
                  </a:cubicBezTo>
                  <a:cubicBezTo>
                    <a:pt x="65894" y="53249"/>
                    <a:pt x="68238" y="48393"/>
                    <a:pt x="64517" y="45197"/>
                  </a:cubicBezTo>
                  <a:cubicBezTo>
                    <a:pt x="65432" y="44348"/>
                    <a:pt x="65854" y="41779"/>
                    <a:pt x="66668" y="41288"/>
                  </a:cubicBezTo>
                  <a:cubicBezTo>
                    <a:pt x="66743" y="41245"/>
                    <a:pt x="66769" y="41147"/>
                    <a:pt x="66726" y="41072"/>
                  </a:cubicBezTo>
                  <a:cubicBezTo>
                    <a:pt x="66610" y="40849"/>
                    <a:pt x="66509" y="40647"/>
                    <a:pt x="66417" y="40457"/>
                  </a:cubicBezTo>
                  <a:cubicBezTo>
                    <a:pt x="66425" y="40402"/>
                    <a:pt x="66399" y="40347"/>
                    <a:pt x="66353" y="40318"/>
                  </a:cubicBezTo>
                  <a:cubicBezTo>
                    <a:pt x="66142" y="39876"/>
                    <a:pt x="65995" y="39513"/>
                    <a:pt x="65909" y="39224"/>
                  </a:cubicBezTo>
                  <a:cubicBezTo>
                    <a:pt x="65963" y="39103"/>
                    <a:pt x="66027" y="38990"/>
                    <a:pt x="66079" y="38866"/>
                  </a:cubicBezTo>
                  <a:cubicBezTo>
                    <a:pt x="66120" y="38765"/>
                    <a:pt x="66030" y="38701"/>
                    <a:pt x="65942" y="38701"/>
                  </a:cubicBezTo>
                  <a:cubicBezTo>
                    <a:pt x="65907" y="38701"/>
                    <a:pt x="65871" y="38711"/>
                    <a:pt x="65845" y="38733"/>
                  </a:cubicBezTo>
                  <a:cubicBezTo>
                    <a:pt x="65833" y="38742"/>
                    <a:pt x="65825" y="38753"/>
                    <a:pt x="65813" y="38762"/>
                  </a:cubicBezTo>
                  <a:cubicBezTo>
                    <a:pt x="65735" y="37954"/>
                    <a:pt x="66382" y="37948"/>
                    <a:pt x="67289" y="37806"/>
                  </a:cubicBezTo>
                  <a:cubicBezTo>
                    <a:pt x="67381" y="37789"/>
                    <a:pt x="67418" y="37682"/>
                    <a:pt x="67404" y="37604"/>
                  </a:cubicBezTo>
                  <a:cubicBezTo>
                    <a:pt x="66887" y="35145"/>
                    <a:pt x="66090" y="33057"/>
                    <a:pt x="67254" y="30722"/>
                  </a:cubicBezTo>
                  <a:cubicBezTo>
                    <a:pt x="67336" y="30559"/>
                    <a:pt x="67049" y="27985"/>
                    <a:pt x="66940" y="27985"/>
                  </a:cubicBezTo>
                  <a:cubicBezTo>
                    <a:pt x="66934" y="27985"/>
                    <a:pt x="66929" y="27991"/>
                    <a:pt x="66925" y="28004"/>
                  </a:cubicBezTo>
                  <a:lnTo>
                    <a:pt x="66925" y="28004"/>
                  </a:lnTo>
                  <a:cubicBezTo>
                    <a:pt x="68183" y="24358"/>
                    <a:pt x="67219" y="20490"/>
                    <a:pt x="69486" y="17107"/>
                  </a:cubicBezTo>
                  <a:cubicBezTo>
                    <a:pt x="71016" y="14817"/>
                    <a:pt x="72552" y="13105"/>
                    <a:pt x="72246" y="10264"/>
                  </a:cubicBezTo>
                  <a:cubicBezTo>
                    <a:pt x="72237" y="10172"/>
                    <a:pt x="72174" y="10082"/>
                    <a:pt x="72076" y="10082"/>
                  </a:cubicBezTo>
                  <a:cubicBezTo>
                    <a:pt x="72073" y="10082"/>
                    <a:pt x="72070" y="10082"/>
                    <a:pt x="72067" y="10082"/>
                  </a:cubicBezTo>
                  <a:cubicBezTo>
                    <a:pt x="70210" y="10178"/>
                    <a:pt x="68749" y="10871"/>
                    <a:pt x="67003" y="11491"/>
                  </a:cubicBezTo>
                  <a:cubicBezTo>
                    <a:pt x="66906" y="11525"/>
                    <a:pt x="66933" y="11669"/>
                    <a:pt x="67023" y="11669"/>
                  </a:cubicBezTo>
                  <a:cubicBezTo>
                    <a:pt x="67032" y="11669"/>
                    <a:pt x="67042" y="11668"/>
                    <a:pt x="67052" y="11664"/>
                  </a:cubicBezTo>
                  <a:cubicBezTo>
                    <a:pt x="67909" y="11428"/>
                    <a:pt x="68755" y="11148"/>
                    <a:pt x="69587" y="10821"/>
                  </a:cubicBezTo>
                  <a:cubicBezTo>
                    <a:pt x="69740" y="10925"/>
                    <a:pt x="69867" y="11029"/>
                    <a:pt x="70002" y="11133"/>
                  </a:cubicBezTo>
                  <a:cubicBezTo>
                    <a:pt x="64390" y="15516"/>
                    <a:pt x="59727" y="21547"/>
                    <a:pt x="54866" y="26717"/>
                  </a:cubicBezTo>
                  <a:cubicBezTo>
                    <a:pt x="54288" y="27332"/>
                    <a:pt x="53711" y="27950"/>
                    <a:pt x="53134" y="28574"/>
                  </a:cubicBezTo>
                  <a:cubicBezTo>
                    <a:pt x="57724" y="22803"/>
                    <a:pt x="62756" y="17381"/>
                    <a:pt x="67664" y="11881"/>
                  </a:cubicBezTo>
                  <a:cubicBezTo>
                    <a:pt x="67759" y="11775"/>
                    <a:pt x="67662" y="11631"/>
                    <a:pt x="67555" y="11631"/>
                  </a:cubicBezTo>
                  <a:cubicBezTo>
                    <a:pt x="67522" y="11631"/>
                    <a:pt x="67488" y="11644"/>
                    <a:pt x="67459" y="11676"/>
                  </a:cubicBezTo>
                  <a:cubicBezTo>
                    <a:pt x="62554" y="17026"/>
                    <a:pt x="57441" y="22188"/>
                    <a:pt x="52672" y="27659"/>
                  </a:cubicBezTo>
                  <a:cubicBezTo>
                    <a:pt x="50319" y="30358"/>
                    <a:pt x="47974" y="33072"/>
                    <a:pt x="45697" y="35837"/>
                  </a:cubicBezTo>
                  <a:cubicBezTo>
                    <a:pt x="44626" y="37137"/>
                    <a:pt x="43615" y="38485"/>
                    <a:pt x="42570" y="39804"/>
                  </a:cubicBezTo>
                  <a:cubicBezTo>
                    <a:pt x="42192" y="40237"/>
                    <a:pt x="41825" y="40682"/>
                    <a:pt x="41476" y="41135"/>
                  </a:cubicBezTo>
                  <a:cubicBezTo>
                    <a:pt x="41357" y="41574"/>
                    <a:pt x="41196" y="41926"/>
                    <a:pt x="40991" y="42197"/>
                  </a:cubicBezTo>
                  <a:cubicBezTo>
                    <a:pt x="41591" y="41499"/>
                    <a:pt x="42143" y="40734"/>
                    <a:pt x="42758" y="39992"/>
                  </a:cubicBezTo>
                  <a:cubicBezTo>
                    <a:pt x="45344" y="36862"/>
                    <a:pt x="47862" y="33692"/>
                    <a:pt x="50504" y="30606"/>
                  </a:cubicBezTo>
                  <a:cubicBezTo>
                    <a:pt x="55611" y="24633"/>
                    <a:pt x="61307" y="18611"/>
                    <a:pt x="66344" y="12932"/>
                  </a:cubicBezTo>
                  <a:lnTo>
                    <a:pt x="66344" y="12932"/>
                  </a:lnTo>
                  <a:cubicBezTo>
                    <a:pt x="61474" y="18423"/>
                    <a:pt x="56529" y="23836"/>
                    <a:pt x="51953" y="29581"/>
                  </a:cubicBezTo>
                  <a:cubicBezTo>
                    <a:pt x="51526" y="30118"/>
                    <a:pt x="51118" y="30673"/>
                    <a:pt x="50700" y="31221"/>
                  </a:cubicBezTo>
                  <a:cubicBezTo>
                    <a:pt x="46537" y="35809"/>
                    <a:pt x="42460" y="40607"/>
                    <a:pt x="38880" y="45549"/>
                  </a:cubicBezTo>
                  <a:cubicBezTo>
                    <a:pt x="38869" y="45567"/>
                    <a:pt x="38875" y="45581"/>
                    <a:pt x="38872" y="45598"/>
                  </a:cubicBezTo>
                  <a:cubicBezTo>
                    <a:pt x="38719" y="45142"/>
                    <a:pt x="38574" y="44683"/>
                    <a:pt x="38430" y="44227"/>
                  </a:cubicBezTo>
                  <a:lnTo>
                    <a:pt x="38430" y="44227"/>
                  </a:lnTo>
                  <a:cubicBezTo>
                    <a:pt x="38445" y="44232"/>
                    <a:pt x="38461" y="44235"/>
                    <a:pt x="38476" y="44235"/>
                  </a:cubicBezTo>
                  <a:cubicBezTo>
                    <a:pt x="38494" y="44235"/>
                    <a:pt x="38511" y="44232"/>
                    <a:pt x="38528" y="44224"/>
                  </a:cubicBezTo>
                  <a:cubicBezTo>
                    <a:pt x="39475" y="43756"/>
                    <a:pt x="40203" y="43098"/>
                    <a:pt x="40861" y="42353"/>
                  </a:cubicBezTo>
                  <a:lnTo>
                    <a:pt x="40861" y="42353"/>
                  </a:lnTo>
                  <a:cubicBezTo>
                    <a:pt x="40543" y="42693"/>
                    <a:pt x="40143" y="42867"/>
                    <a:pt x="39651" y="42867"/>
                  </a:cubicBezTo>
                  <a:cubicBezTo>
                    <a:pt x="39562" y="42867"/>
                    <a:pt x="39469" y="42861"/>
                    <a:pt x="39374" y="42850"/>
                  </a:cubicBezTo>
                  <a:cubicBezTo>
                    <a:pt x="39856" y="42044"/>
                    <a:pt x="40387" y="41262"/>
                    <a:pt x="40945" y="40494"/>
                  </a:cubicBezTo>
                  <a:cubicBezTo>
                    <a:pt x="42677" y="38672"/>
                    <a:pt x="44273" y="36686"/>
                    <a:pt x="45821" y="34662"/>
                  </a:cubicBezTo>
                  <a:cubicBezTo>
                    <a:pt x="48240" y="32041"/>
                    <a:pt x="50763" y="29492"/>
                    <a:pt x="52957" y="26830"/>
                  </a:cubicBezTo>
                  <a:cubicBezTo>
                    <a:pt x="55276" y="24012"/>
                    <a:pt x="57634" y="21238"/>
                    <a:pt x="60109" y="18553"/>
                  </a:cubicBezTo>
                  <a:cubicBezTo>
                    <a:pt x="62158" y="16330"/>
                    <a:pt x="64370" y="14528"/>
                    <a:pt x="65845" y="11849"/>
                  </a:cubicBezTo>
                  <a:cubicBezTo>
                    <a:pt x="65897" y="11760"/>
                    <a:pt x="65831" y="11647"/>
                    <a:pt x="65727" y="11644"/>
                  </a:cubicBezTo>
                  <a:cubicBezTo>
                    <a:pt x="64996" y="11644"/>
                    <a:pt x="63729" y="13304"/>
                    <a:pt x="63270" y="13737"/>
                  </a:cubicBezTo>
                  <a:cubicBezTo>
                    <a:pt x="63166" y="13836"/>
                    <a:pt x="63071" y="13942"/>
                    <a:pt x="62967" y="14041"/>
                  </a:cubicBezTo>
                  <a:cubicBezTo>
                    <a:pt x="63925" y="12984"/>
                    <a:pt x="64797" y="11869"/>
                    <a:pt x="65464" y="10642"/>
                  </a:cubicBezTo>
                  <a:cubicBezTo>
                    <a:pt x="65646" y="11390"/>
                    <a:pt x="66012" y="12060"/>
                    <a:pt x="66806" y="12158"/>
                  </a:cubicBezTo>
                  <a:cubicBezTo>
                    <a:pt x="66812" y="12159"/>
                    <a:pt x="66817" y="12159"/>
                    <a:pt x="66822" y="12159"/>
                  </a:cubicBezTo>
                  <a:cubicBezTo>
                    <a:pt x="66952" y="12159"/>
                    <a:pt x="66995" y="11951"/>
                    <a:pt x="66879" y="11895"/>
                  </a:cubicBezTo>
                  <a:cubicBezTo>
                    <a:pt x="64563" y="10747"/>
                    <a:pt x="66607" y="4132"/>
                    <a:pt x="63347" y="4132"/>
                  </a:cubicBezTo>
                  <a:cubicBezTo>
                    <a:pt x="63132" y="4132"/>
                    <a:pt x="62893" y="4161"/>
                    <a:pt x="62629" y="4222"/>
                  </a:cubicBezTo>
                  <a:lnTo>
                    <a:pt x="62638" y="4210"/>
                  </a:lnTo>
                  <a:cubicBezTo>
                    <a:pt x="62713" y="4096"/>
                    <a:pt x="62599" y="3965"/>
                    <a:pt x="62486" y="3965"/>
                  </a:cubicBezTo>
                  <a:cubicBezTo>
                    <a:pt x="62449" y="3965"/>
                    <a:pt x="62411" y="3979"/>
                    <a:pt x="62381" y="4014"/>
                  </a:cubicBezTo>
                  <a:cubicBezTo>
                    <a:pt x="62360" y="4037"/>
                    <a:pt x="62340" y="4057"/>
                    <a:pt x="62320" y="4080"/>
                  </a:cubicBezTo>
                  <a:cubicBezTo>
                    <a:pt x="62219" y="3601"/>
                    <a:pt x="62040" y="3142"/>
                    <a:pt x="61795" y="2721"/>
                  </a:cubicBezTo>
                  <a:cubicBezTo>
                    <a:pt x="61792" y="2666"/>
                    <a:pt x="61757" y="2617"/>
                    <a:pt x="61708" y="2594"/>
                  </a:cubicBezTo>
                  <a:cubicBezTo>
                    <a:pt x="60561" y="808"/>
                    <a:pt x="58248" y="1"/>
                    <a:pt x="5603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39" name="Google Shape;8097;p80">
              <a:extLst>
                <a:ext uri="{FF2B5EF4-FFF2-40B4-BE49-F238E27FC236}">
                  <a16:creationId xmlns:a16="http://schemas.microsoft.com/office/drawing/2014/main" id="{07732DED-6347-DCB4-C499-949C44658DFF}"/>
                </a:ext>
              </a:extLst>
            </p:cNvPr>
            <p:cNvSpPr/>
            <p:nvPr/>
          </p:nvSpPr>
          <p:spPr>
            <a:xfrm>
              <a:off x="1156325" y="1192300"/>
              <a:ext cx="429675" cy="394375"/>
            </a:xfrm>
            <a:custGeom>
              <a:avLst/>
              <a:gdLst/>
              <a:ahLst/>
              <a:cxnLst/>
              <a:rect l="l" t="t" r="r" b="b"/>
              <a:pathLst>
                <a:path w="17187" h="15775" extrusionOk="0">
                  <a:moveTo>
                    <a:pt x="11450" y="1377"/>
                  </a:moveTo>
                  <a:cubicBezTo>
                    <a:pt x="11655" y="1755"/>
                    <a:pt x="11857" y="2303"/>
                    <a:pt x="12051" y="3016"/>
                  </a:cubicBezTo>
                  <a:lnTo>
                    <a:pt x="12051" y="3016"/>
                  </a:lnTo>
                  <a:cubicBezTo>
                    <a:pt x="11692" y="3283"/>
                    <a:pt x="11562" y="3384"/>
                    <a:pt x="11159" y="3716"/>
                  </a:cubicBezTo>
                  <a:cubicBezTo>
                    <a:pt x="10929" y="3984"/>
                    <a:pt x="10803" y="4119"/>
                    <a:pt x="10783" y="4119"/>
                  </a:cubicBezTo>
                  <a:cubicBezTo>
                    <a:pt x="10759" y="4119"/>
                    <a:pt x="10875" y="3938"/>
                    <a:pt x="11133" y="3577"/>
                  </a:cubicBezTo>
                  <a:cubicBezTo>
                    <a:pt x="11372" y="3207"/>
                    <a:pt x="11577" y="2815"/>
                    <a:pt x="11739" y="2405"/>
                  </a:cubicBezTo>
                  <a:cubicBezTo>
                    <a:pt x="11795" y="2280"/>
                    <a:pt x="11705" y="2163"/>
                    <a:pt x="11596" y="2163"/>
                  </a:cubicBezTo>
                  <a:cubicBezTo>
                    <a:pt x="11558" y="2163"/>
                    <a:pt x="11519" y="2177"/>
                    <a:pt x="11482" y="2209"/>
                  </a:cubicBezTo>
                  <a:cubicBezTo>
                    <a:pt x="11089" y="2543"/>
                    <a:pt x="10682" y="2881"/>
                    <a:pt x="10272" y="3222"/>
                  </a:cubicBezTo>
                  <a:cubicBezTo>
                    <a:pt x="10691" y="2627"/>
                    <a:pt x="11084" y="2012"/>
                    <a:pt x="11450" y="1377"/>
                  </a:cubicBezTo>
                  <a:close/>
                  <a:moveTo>
                    <a:pt x="11796" y="3664"/>
                  </a:moveTo>
                  <a:cubicBezTo>
                    <a:pt x="11910" y="3664"/>
                    <a:pt x="11269" y="4389"/>
                    <a:pt x="11130" y="4611"/>
                  </a:cubicBezTo>
                  <a:cubicBezTo>
                    <a:pt x="11124" y="4619"/>
                    <a:pt x="11130" y="4628"/>
                    <a:pt x="11127" y="4637"/>
                  </a:cubicBezTo>
                  <a:cubicBezTo>
                    <a:pt x="11086" y="4638"/>
                    <a:pt x="11045" y="4639"/>
                    <a:pt x="11005" y="4639"/>
                  </a:cubicBezTo>
                  <a:cubicBezTo>
                    <a:pt x="10855" y="4639"/>
                    <a:pt x="10706" y="4627"/>
                    <a:pt x="10558" y="4602"/>
                  </a:cubicBezTo>
                  <a:cubicBezTo>
                    <a:pt x="10870" y="4368"/>
                    <a:pt x="11009" y="4258"/>
                    <a:pt x="11390" y="3947"/>
                  </a:cubicBezTo>
                  <a:cubicBezTo>
                    <a:pt x="11638" y="3743"/>
                    <a:pt x="11758" y="3664"/>
                    <a:pt x="11796" y="3664"/>
                  </a:cubicBezTo>
                  <a:close/>
                  <a:moveTo>
                    <a:pt x="11320" y="2772"/>
                  </a:moveTo>
                  <a:lnTo>
                    <a:pt x="11320" y="2772"/>
                  </a:lnTo>
                  <a:cubicBezTo>
                    <a:pt x="10844" y="3176"/>
                    <a:pt x="10495" y="3961"/>
                    <a:pt x="10163" y="4504"/>
                  </a:cubicBezTo>
                  <a:cubicBezTo>
                    <a:pt x="10154" y="4518"/>
                    <a:pt x="10157" y="4535"/>
                    <a:pt x="10154" y="4550"/>
                  </a:cubicBezTo>
                  <a:cubicBezTo>
                    <a:pt x="10101" y="4546"/>
                    <a:pt x="10048" y="4544"/>
                    <a:pt x="9994" y="4544"/>
                  </a:cubicBezTo>
                  <a:cubicBezTo>
                    <a:pt x="9755" y="4544"/>
                    <a:pt x="9505" y="4589"/>
                    <a:pt x="9239" y="4749"/>
                  </a:cubicBezTo>
                  <a:cubicBezTo>
                    <a:pt x="9149" y="4804"/>
                    <a:pt x="9080" y="4847"/>
                    <a:pt x="8999" y="4899"/>
                  </a:cubicBezTo>
                  <a:cubicBezTo>
                    <a:pt x="9118" y="4752"/>
                    <a:pt x="9239" y="4605"/>
                    <a:pt x="9354" y="4455"/>
                  </a:cubicBezTo>
                  <a:cubicBezTo>
                    <a:pt x="9565" y="4273"/>
                    <a:pt x="9776" y="4085"/>
                    <a:pt x="9987" y="3903"/>
                  </a:cubicBezTo>
                  <a:cubicBezTo>
                    <a:pt x="10428" y="3522"/>
                    <a:pt x="10873" y="3147"/>
                    <a:pt x="11320" y="2772"/>
                  </a:cubicBezTo>
                  <a:close/>
                  <a:moveTo>
                    <a:pt x="11263" y="1088"/>
                  </a:moveTo>
                  <a:cubicBezTo>
                    <a:pt x="10717" y="2125"/>
                    <a:pt x="10041" y="3092"/>
                    <a:pt x="9311" y="4022"/>
                  </a:cubicBezTo>
                  <a:cubicBezTo>
                    <a:pt x="8944" y="4328"/>
                    <a:pt x="8584" y="4642"/>
                    <a:pt x="8223" y="4966"/>
                  </a:cubicBezTo>
                  <a:cubicBezTo>
                    <a:pt x="8459" y="4657"/>
                    <a:pt x="8696" y="4351"/>
                    <a:pt x="8930" y="4039"/>
                  </a:cubicBezTo>
                  <a:cubicBezTo>
                    <a:pt x="9603" y="3147"/>
                    <a:pt x="10700" y="1995"/>
                    <a:pt x="11263" y="1088"/>
                  </a:cubicBezTo>
                  <a:close/>
                  <a:moveTo>
                    <a:pt x="8145" y="3696"/>
                  </a:moveTo>
                  <a:cubicBezTo>
                    <a:pt x="7411" y="5133"/>
                    <a:pt x="6164" y="6340"/>
                    <a:pt x="5073" y="7509"/>
                  </a:cubicBezTo>
                  <a:cubicBezTo>
                    <a:pt x="4833" y="7766"/>
                    <a:pt x="4602" y="8026"/>
                    <a:pt x="4369" y="8283"/>
                  </a:cubicBezTo>
                  <a:cubicBezTo>
                    <a:pt x="4715" y="7549"/>
                    <a:pt x="5087" y="6831"/>
                    <a:pt x="5503" y="6132"/>
                  </a:cubicBezTo>
                  <a:cubicBezTo>
                    <a:pt x="5809" y="5635"/>
                    <a:pt x="6156" y="5165"/>
                    <a:pt x="6537" y="4723"/>
                  </a:cubicBezTo>
                  <a:lnTo>
                    <a:pt x="6540" y="4723"/>
                  </a:lnTo>
                  <a:cubicBezTo>
                    <a:pt x="6842" y="4357"/>
                    <a:pt x="8099" y="3783"/>
                    <a:pt x="8145" y="3696"/>
                  </a:cubicBezTo>
                  <a:close/>
                  <a:moveTo>
                    <a:pt x="10733" y="751"/>
                  </a:moveTo>
                  <a:cubicBezTo>
                    <a:pt x="10844" y="751"/>
                    <a:pt x="10955" y="794"/>
                    <a:pt x="11063" y="881"/>
                  </a:cubicBezTo>
                  <a:cubicBezTo>
                    <a:pt x="9600" y="2546"/>
                    <a:pt x="8327" y="4362"/>
                    <a:pt x="6950" y="6100"/>
                  </a:cubicBezTo>
                  <a:cubicBezTo>
                    <a:pt x="6516" y="6649"/>
                    <a:pt x="6049" y="7163"/>
                    <a:pt x="5575" y="7674"/>
                  </a:cubicBezTo>
                  <a:cubicBezTo>
                    <a:pt x="5385" y="7879"/>
                    <a:pt x="5015" y="8147"/>
                    <a:pt x="4675" y="8421"/>
                  </a:cubicBezTo>
                  <a:cubicBezTo>
                    <a:pt x="6037" y="6935"/>
                    <a:pt x="7443" y="5488"/>
                    <a:pt x="8448" y="3727"/>
                  </a:cubicBezTo>
                  <a:cubicBezTo>
                    <a:pt x="8454" y="3728"/>
                    <a:pt x="8460" y="3728"/>
                    <a:pt x="8466" y="3728"/>
                  </a:cubicBezTo>
                  <a:cubicBezTo>
                    <a:pt x="8514" y="3728"/>
                    <a:pt x="8558" y="3708"/>
                    <a:pt x="8586" y="3669"/>
                  </a:cubicBezTo>
                  <a:cubicBezTo>
                    <a:pt x="8921" y="3222"/>
                    <a:pt x="9190" y="2751"/>
                    <a:pt x="9461" y="2261"/>
                  </a:cubicBezTo>
                  <a:cubicBezTo>
                    <a:pt x="9597" y="2009"/>
                    <a:pt x="9741" y="1758"/>
                    <a:pt x="9894" y="1516"/>
                  </a:cubicBezTo>
                  <a:cubicBezTo>
                    <a:pt x="10182" y="1005"/>
                    <a:pt x="10462" y="751"/>
                    <a:pt x="10733" y="751"/>
                  </a:cubicBezTo>
                  <a:close/>
                  <a:moveTo>
                    <a:pt x="7715" y="5970"/>
                  </a:moveTo>
                  <a:cubicBezTo>
                    <a:pt x="6840" y="7001"/>
                    <a:pt x="5936" y="8011"/>
                    <a:pt x="5067" y="9045"/>
                  </a:cubicBezTo>
                  <a:lnTo>
                    <a:pt x="5061" y="9051"/>
                  </a:lnTo>
                  <a:cubicBezTo>
                    <a:pt x="5090" y="9013"/>
                    <a:pt x="5116" y="8976"/>
                    <a:pt x="5131" y="8950"/>
                  </a:cubicBezTo>
                  <a:cubicBezTo>
                    <a:pt x="5662" y="8072"/>
                    <a:pt x="6389" y="7313"/>
                    <a:pt x="7094" y="6571"/>
                  </a:cubicBezTo>
                  <a:cubicBezTo>
                    <a:pt x="7290" y="6363"/>
                    <a:pt x="7507" y="6172"/>
                    <a:pt x="7712" y="5970"/>
                  </a:cubicBezTo>
                  <a:close/>
                  <a:moveTo>
                    <a:pt x="2212" y="8317"/>
                  </a:moveTo>
                  <a:lnTo>
                    <a:pt x="2212" y="8317"/>
                  </a:lnTo>
                  <a:cubicBezTo>
                    <a:pt x="1825" y="8903"/>
                    <a:pt x="1471" y="9566"/>
                    <a:pt x="1122" y="10146"/>
                  </a:cubicBezTo>
                  <a:lnTo>
                    <a:pt x="1122" y="10146"/>
                  </a:lnTo>
                  <a:cubicBezTo>
                    <a:pt x="1021" y="10063"/>
                    <a:pt x="938" y="9962"/>
                    <a:pt x="878" y="9845"/>
                  </a:cubicBezTo>
                  <a:cubicBezTo>
                    <a:pt x="1274" y="9605"/>
                    <a:pt x="1764" y="8935"/>
                    <a:pt x="2212" y="8317"/>
                  </a:cubicBezTo>
                  <a:close/>
                  <a:moveTo>
                    <a:pt x="4989" y="8609"/>
                  </a:moveTo>
                  <a:lnTo>
                    <a:pt x="4989" y="8609"/>
                  </a:lnTo>
                  <a:cubicBezTo>
                    <a:pt x="4672" y="9097"/>
                    <a:pt x="4395" y="9614"/>
                    <a:pt x="4166" y="10148"/>
                  </a:cubicBezTo>
                  <a:cubicBezTo>
                    <a:pt x="4007" y="10107"/>
                    <a:pt x="3849" y="10089"/>
                    <a:pt x="3687" y="10089"/>
                  </a:cubicBezTo>
                  <a:cubicBezTo>
                    <a:pt x="3528" y="10089"/>
                    <a:pt x="3366" y="10106"/>
                    <a:pt x="3199" y="10136"/>
                  </a:cubicBezTo>
                  <a:lnTo>
                    <a:pt x="3202" y="10133"/>
                  </a:lnTo>
                  <a:cubicBezTo>
                    <a:pt x="3321" y="9980"/>
                    <a:pt x="3442" y="9830"/>
                    <a:pt x="3566" y="9683"/>
                  </a:cubicBezTo>
                  <a:cubicBezTo>
                    <a:pt x="3585" y="9696"/>
                    <a:pt x="3607" y="9703"/>
                    <a:pt x="3630" y="9703"/>
                  </a:cubicBezTo>
                  <a:cubicBezTo>
                    <a:pt x="3656" y="9703"/>
                    <a:pt x="3682" y="9694"/>
                    <a:pt x="3702" y="9677"/>
                  </a:cubicBezTo>
                  <a:cubicBezTo>
                    <a:pt x="4149" y="9345"/>
                    <a:pt x="4579" y="8990"/>
                    <a:pt x="4989" y="8609"/>
                  </a:cubicBezTo>
                  <a:close/>
                  <a:moveTo>
                    <a:pt x="7931" y="7116"/>
                  </a:moveTo>
                  <a:cubicBezTo>
                    <a:pt x="8021" y="7333"/>
                    <a:pt x="8139" y="7570"/>
                    <a:pt x="8292" y="7847"/>
                  </a:cubicBezTo>
                  <a:cubicBezTo>
                    <a:pt x="8326" y="7909"/>
                    <a:pt x="8379" y="7935"/>
                    <a:pt x="8433" y="7935"/>
                  </a:cubicBezTo>
                  <a:cubicBezTo>
                    <a:pt x="8472" y="7935"/>
                    <a:pt x="8512" y="7922"/>
                    <a:pt x="8546" y="7899"/>
                  </a:cubicBezTo>
                  <a:lnTo>
                    <a:pt x="8546" y="7899"/>
                  </a:lnTo>
                  <a:cubicBezTo>
                    <a:pt x="8084" y="8439"/>
                    <a:pt x="7608" y="8961"/>
                    <a:pt x="7105" y="9469"/>
                  </a:cubicBezTo>
                  <a:lnTo>
                    <a:pt x="6369" y="10203"/>
                  </a:lnTo>
                  <a:cubicBezTo>
                    <a:pt x="7007" y="9230"/>
                    <a:pt x="7605" y="8263"/>
                    <a:pt x="7931" y="7116"/>
                  </a:cubicBezTo>
                  <a:close/>
                  <a:moveTo>
                    <a:pt x="4568" y="6014"/>
                  </a:moveTo>
                  <a:lnTo>
                    <a:pt x="4568" y="6014"/>
                  </a:lnTo>
                  <a:cubicBezTo>
                    <a:pt x="3869" y="6883"/>
                    <a:pt x="3277" y="7830"/>
                    <a:pt x="2636" y="8759"/>
                  </a:cubicBezTo>
                  <a:cubicBezTo>
                    <a:pt x="2530" y="8913"/>
                    <a:pt x="1531" y="10232"/>
                    <a:pt x="1474" y="10232"/>
                  </a:cubicBezTo>
                  <a:cubicBezTo>
                    <a:pt x="1452" y="10232"/>
                    <a:pt x="1570" y="10037"/>
                    <a:pt x="1932" y="9504"/>
                  </a:cubicBezTo>
                  <a:lnTo>
                    <a:pt x="1935" y="9504"/>
                  </a:lnTo>
                  <a:cubicBezTo>
                    <a:pt x="2524" y="8644"/>
                    <a:pt x="3055" y="7743"/>
                    <a:pt x="3526" y="6810"/>
                  </a:cubicBezTo>
                  <a:cubicBezTo>
                    <a:pt x="3531" y="6799"/>
                    <a:pt x="3526" y="6790"/>
                    <a:pt x="3531" y="6779"/>
                  </a:cubicBezTo>
                  <a:cubicBezTo>
                    <a:pt x="3872" y="6516"/>
                    <a:pt x="4218" y="6265"/>
                    <a:pt x="4568" y="6014"/>
                  </a:cubicBezTo>
                  <a:close/>
                  <a:moveTo>
                    <a:pt x="7732" y="6432"/>
                  </a:moveTo>
                  <a:cubicBezTo>
                    <a:pt x="7749" y="6562"/>
                    <a:pt x="7778" y="6692"/>
                    <a:pt x="7821" y="6816"/>
                  </a:cubicBezTo>
                  <a:cubicBezTo>
                    <a:pt x="7769" y="6816"/>
                    <a:pt x="7723" y="6839"/>
                    <a:pt x="7691" y="6877"/>
                  </a:cubicBezTo>
                  <a:cubicBezTo>
                    <a:pt x="6745" y="8115"/>
                    <a:pt x="5621" y="9172"/>
                    <a:pt x="4568" y="10312"/>
                  </a:cubicBezTo>
                  <a:cubicBezTo>
                    <a:pt x="4542" y="10304"/>
                    <a:pt x="4522" y="10283"/>
                    <a:pt x="4496" y="10275"/>
                  </a:cubicBezTo>
                  <a:lnTo>
                    <a:pt x="4496" y="10272"/>
                  </a:lnTo>
                  <a:cubicBezTo>
                    <a:pt x="5535" y="8961"/>
                    <a:pt x="6646" y="7705"/>
                    <a:pt x="7732" y="6432"/>
                  </a:cubicBezTo>
                  <a:close/>
                  <a:moveTo>
                    <a:pt x="5150" y="5666"/>
                  </a:moveTo>
                  <a:cubicBezTo>
                    <a:pt x="5228" y="5666"/>
                    <a:pt x="4267" y="7260"/>
                    <a:pt x="4042" y="7633"/>
                  </a:cubicBezTo>
                  <a:cubicBezTo>
                    <a:pt x="3534" y="8485"/>
                    <a:pt x="3090" y="9334"/>
                    <a:pt x="2720" y="10249"/>
                  </a:cubicBezTo>
                  <a:cubicBezTo>
                    <a:pt x="2440" y="10332"/>
                    <a:pt x="2146" y="10439"/>
                    <a:pt x="1815" y="10566"/>
                  </a:cubicBezTo>
                  <a:lnTo>
                    <a:pt x="1815" y="10566"/>
                  </a:lnTo>
                  <a:cubicBezTo>
                    <a:pt x="1706" y="10517"/>
                    <a:pt x="1614" y="10465"/>
                    <a:pt x="1522" y="10416"/>
                  </a:cubicBezTo>
                  <a:cubicBezTo>
                    <a:pt x="2694" y="9348"/>
                    <a:pt x="3476" y="8014"/>
                    <a:pt x="4386" y="6695"/>
                  </a:cubicBezTo>
                  <a:cubicBezTo>
                    <a:pt x="4906" y="5941"/>
                    <a:pt x="5118" y="5666"/>
                    <a:pt x="5150" y="5666"/>
                  </a:cubicBezTo>
                  <a:close/>
                  <a:moveTo>
                    <a:pt x="8864" y="8179"/>
                  </a:moveTo>
                  <a:cubicBezTo>
                    <a:pt x="8970" y="8251"/>
                    <a:pt x="9126" y="8329"/>
                    <a:pt x="9328" y="8447"/>
                  </a:cubicBezTo>
                  <a:cubicBezTo>
                    <a:pt x="9327" y="8449"/>
                    <a:pt x="9326" y="8449"/>
                    <a:pt x="9324" y="8449"/>
                  </a:cubicBezTo>
                  <a:cubicBezTo>
                    <a:pt x="9323" y="8449"/>
                    <a:pt x="9321" y="8449"/>
                    <a:pt x="9320" y="8450"/>
                  </a:cubicBezTo>
                  <a:cubicBezTo>
                    <a:pt x="8633" y="9169"/>
                    <a:pt x="7983" y="9923"/>
                    <a:pt x="7313" y="10656"/>
                  </a:cubicBezTo>
                  <a:cubicBezTo>
                    <a:pt x="7486" y="10457"/>
                    <a:pt x="7665" y="10237"/>
                    <a:pt x="7772" y="10067"/>
                  </a:cubicBezTo>
                  <a:cubicBezTo>
                    <a:pt x="8153" y="9449"/>
                    <a:pt x="8508" y="8814"/>
                    <a:pt x="8864" y="8179"/>
                  </a:cubicBezTo>
                  <a:close/>
                  <a:moveTo>
                    <a:pt x="9600" y="8609"/>
                  </a:moveTo>
                  <a:cubicBezTo>
                    <a:pt x="9718" y="8681"/>
                    <a:pt x="9839" y="8753"/>
                    <a:pt x="9961" y="8828"/>
                  </a:cubicBezTo>
                  <a:cubicBezTo>
                    <a:pt x="10103" y="8916"/>
                    <a:pt x="10204" y="8944"/>
                    <a:pt x="10286" y="8944"/>
                  </a:cubicBezTo>
                  <a:cubicBezTo>
                    <a:pt x="10418" y="8944"/>
                    <a:pt x="10496" y="8872"/>
                    <a:pt x="10602" y="8872"/>
                  </a:cubicBezTo>
                  <a:cubicBezTo>
                    <a:pt x="10630" y="8872"/>
                    <a:pt x="10660" y="8876"/>
                    <a:pt x="10693" y="8889"/>
                  </a:cubicBezTo>
                  <a:lnTo>
                    <a:pt x="10693" y="8889"/>
                  </a:lnTo>
                  <a:cubicBezTo>
                    <a:pt x="10673" y="8881"/>
                    <a:pt x="10654" y="8878"/>
                    <a:pt x="10635" y="8878"/>
                  </a:cubicBezTo>
                  <a:cubicBezTo>
                    <a:pt x="10505" y="8878"/>
                    <a:pt x="10420" y="9047"/>
                    <a:pt x="10486" y="9160"/>
                  </a:cubicBezTo>
                  <a:cubicBezTo>
                    <a:pt x="10561" y="9299"/>
                    <a:pt x="10642" y="9440"/>
                    <a:pt x="10720" y="9579"/>
                  </a:cubicBezTo>
                  <a:cubicBezTo>
                    <a:pt x="10677" y="9582"/>
                    <a:pt x="10636" y="9599"/>
                    <a:pt x="10607" y="9628"/>
                  </a:cubicBezTo>
                  <a:cubicBezTo>
                    <a:pt x="10272" y="9946"/>
                    <a:pt x="9961" y="10272"/>
                    <a:pt x="9655" y="10607"/>
                  </a:cubicBezTo>
                  <a:cubicBezTo>
                    <a:pt x="9917" y="10142"/>
                    <a:pt x="10171" y="9669"/>
                    <a:pt x="10371" y="9160"/>
                  </a:cubicBezTo>
                  <a:cubicBezTo>
                    <a:pt x="10422" y="9028"/>
                    <a:pt x="10308" y="8940"/>
                    <a:pt x="10195" y="8940"/>
                  </a:cubicBezTo>
                  <a:cubicBezTo>
                    <a:pt x="10150" y="8940"/>
                    <a:pt x="10105" y="8954"/>
                    <a:pt x="10070" y="8984"/>
                  </a:cubicBezTo>
                  <a:cubicBezTo>
                    <a:pt x="9461" y="9510"/>
                    <a:pt x="8921" y="10090"/>
                    <a:pt x="8396" y="10691"/>
                  </a:cubicBezTo>
                  <a:cubicBezTo>
                    <a:pt x="8800" y="10015"/>
                    <a:pt x="9207" y="9345"/>
                    <a:pt x="9594" y="8661"/>
                  </a:cubicBezTo>
                  <a:cubicBezTo>
                    <a:pt x="9600" y="8644"/>
                    <a:pt x="9594" y="8626"/>
                    <a:pt x="9597" y="8609"/>
                  </a:cubicBezTo>
                  <a:close/>
                  <a:moveTo>
                    <a:pt x="15091" y="8618"/>
                  </a:moveTo>
                  <a:cubicBezTo>
                    <a:pt x="15232" y="8690"/>
                    <a:pt x="15374" y="8762"/>
                    <a:pt x="15512" y="8834"/>
                  </a:cubicBezTo>
                  <a:cubicBezTo>
                    <a:pt x="15535" y="8849"/>
                    <a:pt x="15553" y="8866"/>
                    <a:pt x="15576" y="8880"/>
                  </a:cubicBezTo>
                  <a:cubicBezTo>
                    <a:pt x="14978" y="9591"/>
                    <a:pt x="14294" y="10240"/>
                    <a:pt x="13604" y="10890"/>
                  </a:cubicBezTo>
                  <a:cubicBezTo>
                    <a:pt x="14291" y="10217"/>
                    <a:pt x="14978" y="9426"/>
                    <a:pt x="15091" y="8618"/>
                  </a:cubicBezTo>
                  <a:close/>
                  <a:moveTo>
                    <a:pt x="7548" y="7534"/>
                  </a:moveTo>
                  <a:cubicBezTo>
                    <a:pt x="7404" y="7692"/>
                    <a:pt x="6784" y="9006"/>
                    <a:pt x="6493" y="9469"/>
                  </a:cubicBezTo>
                  <a:cubicBezTo>
                    <a:pt x="6170" y="9986"/>
                    <a:pt x="5824" y="10483"/>
                    <a:pt x="5486" y="10988"/>
                  </a:cubicBezTo>
                  <a:lnTo>
                    <a:pt x="5486" y="10985"/>
                  </a:lnTo>
                  <a:lnTo>
                    <a:pt x="5474" y="10976"/>
                  </a:lnTo>
                  <a:cubicBezTo>
                    <a:pt x="5246" y="10748"/>
                    <a:pt x="4989" y="10552"/>
                    <a:pt x="4709" y="10396"/>
                  </a:cubicBezTo>
                  <a:cubicBezTo>
                    <a:pt x="5650" y="9435"/>
                    <a:pt x="6634" y="8521"/>
                    <a:pt x="7548" y="7534"/>
                  </a:cubicBezTo>
                  <a:close/>
                  <a:moveTo>
                    <a:pt x="10882" y="9871"/>
                  </a:moveTo>
                  <a:cubicBezTo>
                    <a:pt x="10991" y="10070"/>
                    <a:pt x="11101" y="10266"/>
                    <a:pt x="11214" y="10462"/>
                  </a:cubicBezTo>
                  <a:cubicBezTo>
                    <a:pt x="11192" y="10455"/>
                    <a:pt x="11170" y="10452"/>
                    <a:pt x="11149" y="10452"/>
                  </a:cubicBezTo>
                  <a:cubicBezTo>
                    <a:pt x="11108" y="10452"/>
                    <a:pt x="11068" y="10464"/>
                    <a:pt x="11035" y="10488"/>
                  </a:cubicBezTo>
                  <a:cubicBezTo>
                    <a:pt x="10604" y="10829"/>
                    <a:pt x="10197" y="11196"/>
                    <a:pt x="9816" y="11588"/>
                  </a:cubicBezTo>
                  <a:cubicBezTo>
                    <a:pt x="10203" y="11043"/>
                    <a:pt x="10584" y="10491"/>
                    <a:pt x="10882" y="9874"/>
                  </a:cubicBezTo>
                  <a:lnTo>
                    <a:pt x="10882" y="9871"/>
                  </a:lnTo>
                  <a:close/>
                  <a:moveTo>
                    <a:pt x="8125" y="8843"/>
                  </a:moveTo>
                  <a:cubicBezTo>
                    <a:pt x="8032" y="8999"/>
                    <a:pt x="7946" y="9158"/>
                    <a:pt x="7853" y="9313"/>
                  </a:cubicBezTo>
                  <a:cubicBezTo>
                    <a:pt x="7391" y="10096"/>
                    <a:pt x="6889" y="10855"/>
                    <a:pt x="6389" y="11612"/>
                  </a:cubicBezTo>
                  <a:cubicBezTo>
                    <a:pt x="6359" y="11654"/>
                    <a:pt x="6355" y="11709"/>
                    <a:pt x="6379" y="11755"/>
                  </a:cubicBezTo>
                  <a:lnTo>
                    <a:pt x="6379" y="11755"/>
                  </a:lnTo>
                  <a:cubicBezTo>
                    <a:pt x="6178" y="11597"/>
                    <a:pt x="5987" y="11428"/>
                    <a:pt x="5792" y="11256"/>
                  </a:cubicBezTo>
                  <a:cubicBezTo>
                    <a:pt x="6568" y="10451"/>
                    <a:pt x="7359" y="9660"/>
                    <a:pt x="8125" y="8843"/>
                  </a:cubicBezTo>
                  <a:close/>
                  <a:moveTo>
                    <a:pt x="8480" y="9876"/>
                  </a:moveTo>
                  <a:lnTo>
                    <a:pt x="8480" y="9876"/>
                  </a:lnTo>
                  <a:cubicBezTo>
                    <a:pt x="8442" y="9934"/>
                    <a:pt x="8410" y="9992"/>
                    <a:pt x="8376" y="10050"/>
                  </a:cubicBezTo>
                  <a:cubicBezTo>
                    <a:pt x="7957" y="10745"/>
                    <a:pt x="7536" y="11438"/>
                    <a:pt x="7134" y="12146"/>
                  </a:cubicBezTo>
                  <a:cubicBezTo>
                    <a:pt x="7108" y="12198"/>
                    <a:pt x="7111" y="12261"/>
                    <a:pt x="7146" y="12310"/>
                  </a:cubicBezTo>
                  <a:cubicBezTo>
                    <a:pt x="6926" y="12166"/>
                    <a:pt x="6716" y="12010"/>
                    <a:pt x="6505" y="11851"/>
                  </a:cubicBezTo>
                  <a:lnTo>
                    <a:pt x="6508" y="11851"/>
                  </a:lnTo>
                  <a:cubicBezTo>
                    <a:pt x="6519" y="11854"/>
                    <a:pt x="6530" y="11855"/>
                    <a:pt x="6542" y="11855"/>
                  </a:cubicBezTo>
                  <a:cubicBezTo>
                    <a:pt x="6581" y="11855"/>
                    <a:pt x="6621" y="11840"/>
                    <a:pt x="6652" y="11814"/>
                  </a:cubicBezTo>
                  <a:cubicBezTo>
                    <a:pt x="7299" y="11202"/>
                    <a:pt x="7891" y="10540"/>
                    <a:pt x="8480" y="9876"/>
                  </a:cubicBezTo>
                  <a:close/>
                  <a:moveTo>
                    <a:pt x="9871" y="9625"/>
                  </a:moveTo>
                  <a:lnTo>
                    <a:pt x="9871" y="9625"/>
                  </a:lnTo>
                  <a:cubicBezTo>
                    <a:pt x="9092" y="10387"/>
                    <a:pt x="8506" y="11834"/>
                    <a:pt x="7992" y="12789"/>
                  </a:cubicBezTo>
                  <a:cubicBezTo>
                    <a:pt x="7977" y="12815"/>
                    <a:pt x="7986" y="12836"/>
                    <a:pt x="7986" y="12856"/>
                  </a:cubicBezTo>
                  <a:cubicBezTo>
                    <a:pt x="7755" y="12711"/>
                    <a:pt x="7530" y="12567"/>
                    <a:pt x="7302" y="12414"/>
                  </a:cubicBezTo>
                  <a:cubicBezTo>
                    <a:pt x="7342" y="12411"/>
                    <a:pt x="7383" y="12394"/>
                    <a:pt x="7409" y="12359"/>
                  </a:cubicBezTo>
                  <a:cubicBezTo>
                    <a:pt x="8220" y="11438"/>
                    <a:pt x="8991" y="10483"/>
                    <a:pt x="9871" y="9625"/>
                  </a:cubicBezTo>
                  <a:close/>
                  <a:moveTo>
                    <a:pt x="16699" y="10653"/>
                  </a:moveTo>
                  <a:cubicBezTo>
                    <a:pt x="16716" y="10835"/>
                    <a:pt x="16719" y="11017"/>
                    <a:pt x="16708" y="11199"/>
                  </a:cubicBezTo>
                  <a:cubicBezTo>
                    <a:pt x="16664" y="11210"/>
                    <a:pt x="16624" y="11239"/>
                    <a:pt x="16601" y="11277"/>
                  </a:cubicBezTo>
                  <a:cubicBezTo>
                    <a:pt x="16197" y="11894"/>
                    <a:pt x="15717" y="12440"/>
                    <a:pt x="15206" y="12954"/>
                  </a:cubicBezTo>
                  <a:cubicBezTo>
                    <a:pt x="15732" y="12206"/>
                    <a:pt x="16263" y="11459"/>
                    <a:pt x="16699" y="10653"/>
                  </a:cubicBezTo>
                  <a:close/>
                  <a:moveTo>
                    <a:pt x="10088" y="10607"/>
                  </a:moveTo>
                  <a:lnTo>
                    <a:pt x="10088" y="10607"/>
                  </a:lnTo>
                  <a:cubicBezTo>
                    <a:pt x="9591" y="11473"/>
                    <a:pt x="8921" y="12255"/>
                    <a:pt x="8393" y="13101"/>
                  </a:cubicBezTo>
                  <a:lnTo>
                    <a:pt x="8252" y="13015"/>
                  </a:lnTo>
                  <a:cubicBezTo>
                    <a:pt x="8269" y="13000"/>
                    <a:pt x="8292" y="12997"/>
                    <a:pt x="8306" y="12974"/>
                  </a:cubicBezTo>
                  <a:cubicBezTo>
                    <a:pt x="8820" y="12198"/>
                    <a:pt x="9608" y="11363"/>
                    <a:pt x="10088" y="10607"/>
                  </a:cubicBezTo>
                  <a:close/>
                  <a:moveTo>
                    <a:pt x="16546" y="9966"/>
                  </a:moveTo>
                  <a:cubicBezTo>
                    <a:pt x="16595" y="10096"/>
                    <a:pt x="16635" y="10229"/>
                    <a:pt x="16661" y="10364"/>
                  </a:cubicBezTo>
                  <a:cubicBezTo>
                    <a:pt x="16627" y="10340"/>
                    <a:pt x="16588" y="10328"/>
                    <a:pt x="16549" y="10328"/>
                  </a:cubicBezTo>
                  <a:cubicBezTo>
                    <a:pt x="16486" y="10328"/>
                    <a:pt x="16425" y="10359"/>
                    <a:pt x="16387" y="10416"/>
                  </a:cubicBezTo>
                  <a:cubicBezTo>
                    <a:pt x="15665" y="11386"/>
                    <a:pt x="14895" y="12310"/>
                    <a:pt x="14095" y="13214"/>
                  </a:cubicBezTo>
                  <a:cubicBezTo>
                    <a:pt x="14528" y="12590"/>
                    <a:pt x="14975" y="11975"/>
                    <a:pt x="15437" y="11375"/>
                  </a:cubicBezTo>
                  <a:cubicBezTo>
                    <a:pt x="15824" y="10922"/>
                    <a:pt x="16194" y="10454"/>
                    <a:pt x="16546" y="9966"/>
                  </a:cubicBezTo>
                  <a:close/>
                  <a:moveTo>
                    <a:pt x="15891" y="9088"/>
                  </a:moveTo>
                  <a:cubicBezTo>
                    <a:pt x="16072" y="9233"/>
                    <a:pt x="16231" y="9406"/>
                    <a:pt x="16355" y="9602"/>
                  </a:cubicBezTo>
                  <a:cubicBezTo>
                    <a:pt x="15937" y="10119"/>
                    <a:pt x="15527" y="10644"/>
                    <a:pt x="15123" y="11173"/>
                  </a:cubicBezTo>
                  <a:cubicBezTo>
                    <a:pt x="14395" y="12010"/>
                    <a:pt x="13618" y="12804"/>
                    <a:pt x="12801" y="13552"/>
                  </a:cubicBezTo>
                  <a:lnTo>
                    <a:pt x="12801" y="13549"/>
                  </a:lnTo>
                  <a:cubicBezTo>
                    <a:pt x="13910" y="12120"/>
                    <a:pt x="14941" y="10630"/>
                    <a:pt x="15891" y="9088"/>
                  </a:cubicBezTo>
                  <a:close/>
                  <a:moveTo>
                    <a:pt x="11335" y="10679"/>
                  </a:moveTo>
                  <a:cubicBezTo>
                    <a:pt x="11419" y="10829"/>
                    <a:pt x="11499" y="10982"/>
                    <a:pt x="11589" y="11129"/>
                  </a:cubicBezTo>
                  <a:cubicBezTo>
                    <a:pt x="11592" y="11135"/>
                    <a:pt x="11598" y="11135"/>
                    <a:pt x="11600" y="11141"/>
                  </a:cubicBezTo>
                  <a:cubicBezTo>
                    <a:pt x="11491" y="11271"/>
                    <a:pt x="11378" y="11401"/>
                    <a:pt x="11266" y="11528"/>
                  </a:cubicBezTo>
                  <a:cubicBezTo>
                    <a:pt x="10698" y="12179"/>
                    <a:pt x="9930" y="13030"/>
                    <a:pt x="9671" y="13576"/>
                  </a:cubicBezTo>
                  <a:lnTo>
                    <a:pt x="9671" y="13576"/>
                  </a:lnTo>
                  <a:cubicBezTo>
                    <a:pt x="10141" y="12582"/>
                    <a:pt x="10741" y="11645"/>
                    <a:pt x="11326" y="10717"/>
                  </a:cubicBezTo>
                  <a:cubicBezTo>
                    <a:pt x="11335" y="10702"/>
                    <a:pt x="11329" y="10693"/>
                    <a:pt x="11335" y="10679"/>
                  </a:cubicBezTo>
                  <a:close/>
                  <a:moveTo>
                    <a:pt x="10786" y="11152"/>
                  </a:moveTo>
                  <a:cubicBezTo>
                    <a:pt x="10180" y="11718"/>
                    <a:pt x="9672" y="12710"/>
                    <a:pt x="9240" y="13608"/>
                  </a:cubicBezTo>
                  <a:lnTo>
                    <a:pt x="9240" y="13608"/>
                  </a:lnTo>
                  <a:cubicBezTo>
                    <a:pt x="9070" y="13507"/>
                    <a:pt x="8903" y="13407"/>
                    <a:pt x="8734" y="13306"/>
                  </a:cubicBezTo>
                  <a:cubicBezTo>
                    <a:pt x="9412" y="12582"/>
                    <a:pt x="10059" y="11831"/>
                    <a:pt x="10786" y="11152"/>
                  </a:cubicBezTo>
                  <a:close/>
                  <a:moveTo>
                    <a:pt x="14294" y="8205"/>
                  </a:moveTo>
                  <a:cubicBezTo>
                    <a:pt x="14467" y="8294"/>
                    <a:pt x="14640" y="8384"/>
                    <a:pt x="14814" y="8473"/>
                  </a:cubicBezTo>
                  <a:cubicBezTo>
                    <a:pt x="14069" y="9305"/>
                    <a:pt x="13474" y="10240"/>
                    <a:pt x="12903" y="11190"/>
                  </a:cubicBezTo>
                  <a:cubicBezTo>
                    <a:pt x="12510" y="11557"/>
                    <a:pt x="12120" y="11900"/>
                    <a:pt x="11808" y="12200"/>
                  </a:cubicBezTo>
                  <a:cubicBezTo>
                    <a:pt x="11390" y="12602"/>
                    <a:pt x="10183" y="13367"/>
                    <a:pt x="9854" y="13979"/>
                  </a:cubicBezTo>
                  <a:cubicBezTo>
                    <a:pt x="9790" y="13941"/>
                    <a:pt x="9730" y="13898"/>
                    <a:pt x="9666" y="13860"/>
                  </a:cubicBezTo>
                  <a:cubicBezTo>
                    <a:pt x="11306" y="12050"/>
                    <a:pt x="12966" y="10266"/>
                    <a:pt x="14294" y="8205"/>
                  </a:cubicBezTo>
                  <a:close/>
                  <a:moveTo>
                    <a:pt x="15813" y="12893"/>
                  </a:moveTo>
                  <a:lnTo>
                    <a:pt x="15813" y="12893"/>
                  </a:lnTo>
                  <a:cubicBezTo>
                    <a:pt x="15660" y="13153"/>
                    <a:pt x="15492" y="13407"/>
                    <a:pt x="15310" y="13650"/>
                  </a:cubicBezTo>
                  <a:cubicBezTo>
                    <a:pt x="15224" y="13762"/>
                    <a:pt x="15296" y="13860"/>
                    <a:pt x="15400" y="13901"/>
                  </a:cubicBezTo>
                  <a:cubicBezTo>
                    <a:pt x="15065" y="14112"/>
                    <a:pt x="14684" y="14253"/>
                    <a:pt x="14280" y="14369"/>
                  </a:cubicBezTo>
                  <a:cubicBezTo>
                    <a:pt x="14811" y="13892"/>
                    <a:pt x="15330" y="13410"/>
                    <a:pt x="15813" y="12893"/>
                  </a:cubicBezTo>
                  <a:close/>
                  <a:moveTo>
                    <a:pt x="12392" y="12027"/>
                  </a:moveTo>
                  <a:cubicBezTo>
                    <a:pt x="12366" y="12071"/>
                    <a:pt x="12340" y="12111"/>
                    <a:pt x="12314" y="12154"/>
                  </a:cubicBezTo>
                  <a:cubicBezTo>
                    <a:pt x="11647" y="12853"/>
                    <a:pt x="11052" y="13606"/>
                    <a:pt x="10619" y="14473"/>
                  </a:cubicBezTo>
                  <a:cubicBezTo>
                    <a:pt x="10431" y="14348"/>
                    <a:pt x="10241" y="14227"/>
                    <a:pt x="10047" y="14109"/>
                  </a:cubicBezTo>
                  <a:cubicBezTo>
                    <a:pt x="10218" y="13889"/>
                    <a:pt x="10697" y="13580"/>
                    <a:pt x="10853" y="13442"/>
                  </a:cubicBezTo>
                  <a:cubicBezTo>
                    <a:pt x="11375" y="12983"/>
                    <a:pt x="11886" y="12506"/>
                    <a:pt x="12392" y="12027"/>
                  </a:cubicBezTo>
                  <a:close/>
                  <a:moveTo>
                    <a:pt x="14594" y="10448"/>
                  </a:moveTo>
                  <a:cubicBezTo>
                    <a:pt x="13555" y="11990"/>
                    <a:pt x="12441" y="13479"/>
                    <a:pt x="11251" y="14908"/>
                  </a:cubicBezTo>
                  <a:cubicBezTo>
                    <a:pt x="11248" y="14911"/>
                    <a:pt x="11251" y="14914"/>
                    <a:pt x="11248" y="14917"/>
                  </a:cubicBezTo>
                  <a:cubicBezTo>
                    <a:pt x="11147" y="14845"/>
                    <a:pt x="11055" y="14761"/>
                    <a:pt x="10954" y="14692"/>
                  </a:cubicBezTo>
                  <a:cubicBezTo>
                    <a:pt x="11494" y="14042"/>
                    <a:pt x="11956" y="13329"/>
                    <a:pt x="12383" y="12602"/>
                  </a:cubicBezTo>
                  <a:lnTo>
                    <a:pt x="12383" y="12599"/>
                  </a:lnTo>
                  <a:cubicBezTo>
                    <a:pt x="13076" y="11848"/>
                    <a:pt x="13855" y="11161"/>
                    <a:pt x="14594" y="10448"/>
                  </a:cubicBezTo>
                  <a:close/>
                  <a:moveTo>
                    <a:pt x="11914" y="1"/>
                  </a:moveTo>
                  <a:cubicBezTo>
                    <a:pt x="11876" y="1"/>
                    <a:pt x="11837" y="16"/>
                    <a:pt x="11803" y="52"/>
                  </a:cubicBezTo>
                  <a:cubicBezTo>
                    <a:pt x="11745" y="113"/>
                    <a:pt x="11696" y="176"/>
                    <a:pt x="11641" y="234"/>
                  </a:cubicBezTo>
                  <a:cubicBezTo>
                    <a:pt x="11559" y="214"/>
                    <a:pt x="11477" y="204"/>
                    <a:pt x="11396" y="204"/>
                  </a:cubicBezTo>
                  <a:cubicBezTo>
                    <a:pt x="10335" y="204"/>
                    <a:pt x="9419" y="1871"/>
                    <a:pt x="8641" y="3046"/>
                  </a:cubicBezTo>
                  <a:cubicBezTo>
                    <a:pt x="8621" y="3035"/>
                    <a:pt x="8598" y="3028"/>
                    <a:pt x="8575" y="3028"/>
                  </a:cubicBezTo>
                  <a:cubicBezTo>
                    <a:pt x="8562" y="3028"/>
                    <a:pt x="8550" y="3030"/>
                    <a:pt x="8537" y="3034"/>
                  </a:cubicBezTo>
                  <a:cubicBezTo>
                    <a:pt x="8506" y="3046"/>
                    <a:pt x="8480" y="3063"/>
                    <a:pt x="8451" y="3075"/>
                  </a:cubicBezTo>
                  <a:cubicBezTo>
                    <a:pt x="8447" y="3074"/>
                    <a:pt x="8443" y="3074"/>
                    <a:pt x="8439" y="3074"/>
                  </a:cubicBezTo>
                  <a:cubicBezTo>
                    <a:pt x="8427" y="3074"/>
                    <a:pt x="8416" y="3076"/>
                    <a:pt x="8407" y="3080"/>
                  </a:cubicBezTo>
                  <a:lnTo>
                    <a:pt x="8318" y="3132"/>
                  </a:lnTo>
                  <a:cubicBezTo>
                    <a:pt x="7795" y="3334"/>
                    <a:pt x="7307" y="3620"/>
                    <a:pt x="6874" y="3978"/>
                  </a:cubicBezTo>
                  <a:cubicBezTo>
                    <a:pt x="4331" y="5448"/>
                    <a:pt x="1057" y="7385"/>
                    <a:pt x="266" y="9874"/>
                  </a:cubicBezTo>
                  <a:cubicBezTo>
                    <a:pt x="0" y="10706"/>
                    <a:pt x="656" y="10965"/>
                    <a:pt x="1296" y="10965"/>
                  </a:cubicBezTo>
                  <a:cubicBezTo>
                    <a:pt x="1511" y="10965"/>
                    <a:pt x="1724" y="10936"/>
                    <a:pt x="1900" y="10890"/>
                  </a:cubicBezTo>
                  <a:cubicBezTo>
                    <a:pt x="2659" y="10691"/>
                    <a:pt x="3057" y="10327"/>
                    <a:pt x="3582" y="10327"/>
                  </a:cubicBezTo>
                  <a:cubicBezTo>
                    <a:pt x="3986" y="10327"/>
                    <a:pt x="4464" y="10542"/>
                    <a:pt x="5238" y="11210"/>
                  </a:cubicBezTo>
                  <a:cubicBezTo>
                    <a:pt x="5258" y="11228"/>
                    <a:pt x="5275" y="11251"/>
                    <a:pt x="5295" y="11268"/>
                  </a:cubicBezTo>
                  <a:cubicBezTo>
                    <a:pt x="5266" y="11314"/>
                    <a:pt x="5235" y="11357"/>
                    <a:pt x="5206" y="11404"/>
                  </a:cubicBezTo>
                  <a:cubicBezTo>
                    <a:pt x="5132" y="11519"/>
                    <a:pt x="5241" y="11643"/>
                    <a:pt x="5352" y="11643"/>
                  </a:cubicBezTo>
                  <a:cubicBezTo>
                    <a:pt x="5389" y="11643"/>
                    <a:pt x="5426" y="11629"/>
                    <a:pt x="5457" y="11597"/>
                  </a:cubicBezTo>
                  <a:cubicBezTo>
                    <a:pt x="5486" y="11568"/>
                    <a:pt x="5515" y="11539"/>
                    <a:pt x="5544" y="11510"/>
                  </a:cubicBezTo>
                  <a:cubicBezTo>
                    <a:pt x="5878" y="11866"/>
                    <a:pt x="6208" y="12273"/>
                    <a:pt x="6615" y="12495"/>
                  </a:cubicBezTo>
                  <a:cubicBezTo>
                    <a:pt x="7463" y="12957"/>
                    <a:pt x="8292" y="13410"/>
                    <a:pt x="9106" y="13889"/>
                  </a:cubicBezTo>
                  <a:cubicBezTo>
                    <a:pt x="9092" y="13918"/>
                    <a:pt x="9077" y="13947"/>
                    <a:pt x="9066" y="13976"/>
                  </a:cubicBezTo>
                  <a:cubicBezTo>
                    <a:pt x="9001" y="14110"/>
                    <a:pt x="9113" y="14264"/>
                    <a:pt x="9237" y="14264"/>
                  </a:cubicBezTo>
                  <a:cubicBezTo>
                    <a:pt x="9279" y="14264"/>
                    <a:pt x="9322" y="14246"/>
                    <a:pt x="9360" y="14204"/>
                  </a:cubicBezTo>
                  <a:cubicBezTo>
                    <a:pt x="9389" y="14167"/>
                    <a:pt x="9421" y="14135"/>
                    <a:pt x="9453" y="14100"/>
                  </a:cubicBezTo>
                  <a:cubicBezTo>
                    <a:pt x="9799" y="14308"/>
                    <a:pt x="10140" y="14527"/>
                    <a:pt x="10477" y="14753"/>
                  </a:cubicBezTo>
                  <a:cubicBezTo>
                    <a:pt x="10435" y="14873"/>
                    <a:pt x="10528" y="15005"/>
                    <a:pt x="10634" y="15005"/>
                  </a:cubicBezTo>
                  <a:cubicBezTo>
                    <a:pt x="10672" y="15005"/>
                    <a:pt x="10713" y="14988"/>
                    <a:pt x="10749" y="14946"/>
                  </a:cubicBezTo>
                  <a:cubicBezTo>
                    <a:pt x="10752" y="14943"/>
                    <a:pt x="10755" y="14940"/>
                    <a:pt x="10757" y="14940"/>
                  </a:cubicBezTo>
                  <a:cubicBezTo>
                    <a:pt x="11130" y="15191"/>
                    <a:pt x="11497" y="15457"/>
                    <a:pt x="11857" y="15740"/>
                  </a:cubicBezTo>
                  <a:cubicBezTo>
                    <a:pt x="11888" y="15764"/>
                    <a:pt x="11921" y="15774"/>
                    <a:pt x="11953" y="15774"/>
                  </a:cubicBezTo>
                  <a:cubicBezTo>
                    <a:pt x="12070" y="15774"/>
                    <a:pt x="12171" y="15636"/>
                    <a:pt x="12060" y="15541"/>
                  </a:cubicBezTo>
                  <a:cubicBezTo>
                    <a:pt x="11895" y="15396"/>
                    <a:pt x="11713" y="15278"/>
                    <a:pt x="11543" y="15145"/>
                  </a:cubicBezTo>
                  <a:cubicBezTo>
                    <a:pt x="12227" y="14576"/>
                    <a:pt x="12885" y="13982"/>
                    <a:pt x="13526" y="13370"/>
                  </a:cubicBezTo>
                  <a:lnTo>
                    <a:pt x="13526" y="13370"/>
                  </a:lnTo>
                  <a:cubicBezTo>
                    <a:pt x="13214" y="13829"/>
                    <a:pt x="12914" y="14296"/>
                    <a:pt x="12622" y="14770"/>
                  </a:cubicBezTo>
                  <a:cubicBezTo>
                    <a:pt x="12464" y="14810"/>
                    <a:pt x="12308" y="14848"/>
                    <a:pt x="12152" y="14894"/>
                  </a:cubicBezTo>
                  <a:cubicBezTo>
                    <a:pt x="12049" y="14926"/>
                    <a:pt x="12079" y="15077"/>
                    <a:pt x="12174" y="15077"/>
                  </a:cubicBezTo>
                  <a:cubicBezTo>
                    <a:pt x="12182" y="15077"/>
                    <a:pt x="12191" y="15076"/>
                    <a:pt x="12201" y="15073"/>
                  </a:cubicBezTo>
                  <a:cubicBezTo>
                    <a:pt x="12296" y="15047"/>
                    <a:pt x="12403" y="15030"/>
                    <a:pt x="12501" y="15007"/>
                  </a:cubicBezTo>
                  <a:lnTo>
                    <a:pt x="12501" y="15007"/>
                  </a:lnTo>
                  <a:cubicBezTo>
                    <a:pt x="12478" y="15123"/>
                    <a:pt x="12578" y="15230"/>
                    <a:pt x="12686" y="15230"/>
                  </a:cubicBezTo>
                  <a:cubicBezTo>
                    <a:pt x="12728" y="15230"/>
                    <a:pt x="12772" y="15213"/>
                    <a:pt x="12810" y="15174"/>
                  </a:cubicBezTo>
                  <a:cubicBezTo>
                    <a:pt x="12905" y="15079"/>
                    <a:pt x="12992" y="14975"/>
                    <a:pt x="13084" y="14880"/>
                  </a:cubicBezTo>
                  <a:cubicBezTo>
                    <a:pt x="13901" y="14729"/>
                    <a:pt x="14765" y="14611"/>
                    <a:pt x="15463" y="14253"/>
                  </a:cubicBezTo>
                  <a:cubicBezTo>
                    <a:pt x="16373" y="13783"/>
                    <a:pt x="16679" y="12899"/>
                    <a:pt x="16924" y="11955"/>
                  </a:cubicBezTo>
                  <a:cubicBezTo>
                    <a:pt x="17187" y="10933"/>
                    <a:pt x="17071" y="10226"/>
                    <a:pt x="16728" y="9677"/>
                  </a:cubicBezTo>
                  <a:cubicBezTo>
                    <a:pt x="16739" y="9582"/>
                    <a:pt x="16676" y="9495"/>
                    <a:pt x="16581" y="9475"/>
                  </a:cubicBezTo>
                  <a:cubicBezTo>
                    <a:pt x="16404" y="9256"/>
                    <a:pt x="16197" y="9059"/>
                    <a:pt x="15971" y="8889"/>
                  </a:cubicBezTo>
                  <a:cubicBezTo>
                    <a:pt x="15961" y="8794"/>
                    <a:pt x="15882" y="8725"/>
                    <a:pt x="15792" y="8725"/>
                  </a:cubicBezTo>
                  <a:cubicBezTo>
                    <a:pt x="15778" y="8725"/>
                    <a:pt x="15763" y="8727"/>
                    <a:pt x="15749" y="8730"/>
                  </a:cubicBezTo>
                  <a:cubicBezTo>
                    <a:pt x="15172" y="8332"/>
                    <a:pt x="14479" y="7991"/>
                    <a:pt x="13809" y="7552"/>
                  </a:cubicBezTo>
                  <a:cubicBezTo>
                    <a:pt x="13784" y="7479"/>
                    <a:pt x="13712" y="7431"/>
                    <a:pt x="13634" y="7431"/>
                  </a:cubicBezTo>
                  <a:cubicBezTo>
                    <a:pt x="13632" y="7431"/>
                    <a:pt x="13629" y="7431"/>
                    <a:pt x="13627" y="7431"/>
                  </a:cubicBezTo>
                  <a:cubicBezTo>
                    <a:pt x="13610" y="7417"/>
                    <a:pt x="13593" y="7408"/>
                    <a:pt x="13572" y="7394"/>
                  </a:cubicBezTo>
                  <a:cubicBezTo>
                    <a:pt x="13543" y="7373"/>
                    <a:pt x="13514" y="7365"/>
                    <a:pt x="13488" y="7365"/>
                  </a:cubicBezTo>
                  <a:cubicBezTo>
                    <a:pt x="13374" y="7365"/>
                    <a:pt x="13302" y="7525"/>
                    <a:pt x="13379" y="7630"/>
                  </a:cubicBezTo>
                  <a:cubicBezTo>
                    <a:pt x="13113" y="7928"/>
                    <a:pt x="12888" y="8289"/>
                    <a:pt x="12680" y="8664"/>
                  </a:cubicBezTo>
                  <a:cubicBezTo>
                    <a:pt x="12695" y="8592"/>
                    <a:pt x="12718" y="8520"/>
                    <a:pt x="12729" y="8444"/>
                  </a:cubicBezTo>
                  <a:cubicBezTo>
                    <a:pt x="12741" y="8354"/>
                    <a:pt x="12665" y="8294"/>
                    <a:pt x="12596" y="8294"/>
                  </a:cubicBezTo>
                  <a:cubicBezTo>
                    <a:pt x="12550" y="8294"/>
                    <a:pt x="12509" y="8320"/>
                    <a:pt x="12498" y="8381"/>
                  </a:cubicBezTo>
                  <a:cubicBezTo>
                    <a:pt x="12420" y="8820"/>
                    <a:pt x="12282" y="9212"/>
                    <a:pt x="12123" y="9608"/>
                  </a:cubicBezTo>
                  <a:cubicBezTo>
                    <a:pt x="12109" y="9625"/>
                    <a:pt x="12097" y="9648"/>
                    <a:pt x="12083" y="9669"/>
                  </a:cubicBezTo>
                  <a:cubicBezTo>
                    <a:pt x="12071" y="9692"/>
                    <a:pt x="12065" y="9718"/>
                    <a:pt x="12065" y="9744"/>
                  </a:cubicBezTo>
                  <a:cubicBezTo>
                    <a:pt x="11973" y="9963"/>
                    <a:pt x="11878" y="10185"/>
                    <a:pt x="11777" y="10416"/>
                  </a:cubicBezTo>
                  <a:cubicBezTo>
                    <a:pt x="11725" y="10540"/>
                    <a:pt x="11817" y="10783"/>
                    <a:pt x="11846" y="10858"/>
                  </a:cubicBezTo>
                  <a:cubicBezTo>
                    <a:pt x="11843" y="10861"/>
                    <a:pt x="11843" y="10861"/>
                    <a:pt x="11840" y="10864"/>
                  </a:cubicBezTo>
                  <a:cubicBezTo>
                    <a:pt x="11829" y="10841"/>
                    <a:pt x="11805" y="10797"/>
                    <a:pt x="11753" y="10702"/>
                  </a:cubicBezTo>
                  <a:cubicBezTo>
                    <a:pt x="11589" y="10402"/>
                    <a:pt x="11421" y="10102"/>
                    <a:pt x="11257" y="9801"/>
                  </a:cubicBezTo>
                  <a:cubicBezTo>
                    <a:pt x="11150" y="9608"/>
                    <a:pt x="11046" y="9417"/>
                    <a:pt x="10939" y="9227"/>
                  </a:cubicBezTo>
                  <a:cubicBezTo>
                    <a:pt x="10928" y="9172"/>
                    <a:pt x="10905" y="9120"/>
                    <a:pt x="10870" y="9077"/>
                  </a:cubicBezTo>
                  <a:cubicBezTo>
                    <a:pt x="10873" y="9031"/>
                    <a:pt x="10853" y="8987"/>
                    <a:pt x="10818" y="8958"/>
                  </a:cubicBezTo>
                  <a:cubicBezTo>
                    <a:pt x="10267" y="8531"/>
                    <a:pt x="9681" y="8156"/>
                    <a:pt x="9063" y="7832"/>
                  </a:cubicBezTo>
                  <a:cubicBezTo>
                    <a:pt x="9092" y="7783"/>
                    <a:pt x="9121" y="7734"/>
                    <a:pt x="9149" y="7685"/>
                  </a:cubicBezTo>
                  <a:cubicBezTo>
                    <a:pt x="9212" y="7571"/>
                    <a:pt x="9107" y="7440"/>
                    <a:pt x="9000" y="7440"/>
                  </a:cubicBezTo>
                  <a:cubicBezTo>
                    <a:pt x="8963" y="7440"/>
                    <a:pt x="8926" y="7455"/>
                    <a:pt x="8895" y="7492"/>
                  </a:cubicBezTo>
                  <a:cubicBezTo>
                    <a:pt x="8846" y="7555"/>
                    <a:pt x="8791" y="7613"/>
                    <a:pt x="8739" y="7674"/>
                  </a:cubicBezTo>
                  <a:cubicBezTo>
                    <a:pt x="8676" y="7642"/>
                    <a:pt x="8610" y="7607"/>
                    <a:pt x="8546" y="7575"/>
                  </a:cubicBezTo>
                  <a:cubicBezTo>
                    <a:pt x="8515" y="7562"/>
                    <a:pt x="8484" y="7555"/>
                    <a:pt x="8453" y="7555"/>
                  </a:cubicBezTo>
                  <a:cubicBezTo>
                    <a:pt x="8356" y="7555"/>
                    <a:pt x="8273" y="7623"/>
                    <a:pt x="8266" y="7737"/>
                  </a:cubicBezTo>
                  <a:cubicBezTo>
                    <a:pt x="8312" y="6909"/>
                    <a:pt x="7588" y="6233"/>
                    <a:pt x="8552" y="5592"/>
                  </a:cubicBezTo>
                  <a:cubicBezTo>
                    <a:pt x="9093" y="5233"/>
                    <a:pt x="9728" y="4992"/>
                    <a:pt x="10373" y="4992"/>
                  </a:cubicBezTo>
                  <a:cubicBezTo>
                    <a:pt x="10547" y="4992"/>
                    <a:pt x="10722" y="5009"/>
                    <a:pt x="10896" y="5046"/>
                  </a:cubicBezTo>
                  <a:cubicBezTo>
                    <a:pt x="10997" y="5068"/>
                    <a:pt x="11091" y="5078"/>
                    <a:pt x="11178" y="5078"/>
                  </a:cubicBezTo>
                  <a:cubicBezTo>
                    <a:pt x="11522" y="5078"/>
                    <a:pt x="11778" y="4922"/>
                    <a:pt x="12088" y="4691"/>
                  </a:cubicBezTo>
                  <a:cubicBezTo>
                    <a:pt x="12917" y="4076"/>
                    <a:pt x="13569" y="2529"/>
                    <a:pt x="12995" y="1542"/>
                  </a:cubicBezTo>
                  <a:cubicBezTo>
                    <a:pt x="12646" y="944"/>
                    <a:pt x="12311" y="580"/>
                    <a:pt x="11987" y="384"/>
                  </a:cubicBezTo>
                  <a:cubicBezTo>
                    <a:pt x="12010" y="341"/>
                    <a:pt x="12039" y="297"/>
                    <a:pt x="12060" y="251"/>
                  </a:cubicBezTo>
                  <a:cubicBezTo>
                    <a:pt x="12120" y="131"/>
                    <a:pt x="12023" y="1"/>
                    <a:pt x="1191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40" name="Google Shape;8098;p80">
              <a:extLst>
                <a:ext uri="{FF2B5EF4-FFF2-40B4-BE49-F238E27FC236}">
                  <a16:creationId xmlns:a16="http://schemas.microsoft.com/office/drawing/2014/main" id="{F4E5E6F6-058A-92C1-1350-6C66339A1D5A}"/>
                </a:ext>
              </a:extLst>
            </p:cNvPr>
            <p:cNvSpPr/>
            <p:nvPr/>
          </p:nvSpPr>
          <p:spPr>
            <a:xfrm>
              <a:off x="1539350" y="1278375"/>
              <a:ext cx="75750" cy="77625"/>
            </a:xfrm>
            <a:custGeom>
              <a:avLst/>
              <a:gdLst/>
              <a:ahLst/>
              <a:cxnLst/>
              <a:rect l="l" t="t" r="r" b="b"/>
              <a:pathLst>
                <a:path w="3030" h="3105" extrusionOk="0">
                  <a:moveTo>
                    <a:pt x="2033" y="1173"/>
                  </a:moveTo>
                  <a:cubicBezTo>
                    <a:pt x="2224" y="1326"/>
                    <a:pt x="2385" y="1514"/>
                    <a:pt x="2507" y="1728"/>
                  </a:cubicBezTo>
                  <a:cubicBezTo>
                    <a:pt x="2712" y="2109"/>
                    <a:pt x="2553" y="2487"/>
                    <a:pt x="2186" y="2683"/>
                  </a:cubicBezTo>
                  <a:cubicBezTo>
                    <a:pt x="2175" y="2689"/>
                    <a:pt x="2160" y="2689"/>
                    <a:pt x="2146" y="2698"/>
                  </a:cubicBezTo>
                  <a:cubicBezTo>
                    <a:pt x="2308" y="2507"/>
                    <a:pt x="2423" y="2031"/>
                    <a:pt x="2484" y="1837"/>
                  </a:cubicBezTo>
                  <a:cubicBezTo>
                    <a:pt x="2523" y="1718"/>
                    <a:pt x="2408" y="1605"/>
                    <a:pt x="2298" y="1605"/>
                  </a:cubicBezTo>
                  <a:cubicBezTo>
                    <a:pt x="2256" y="1605"/>
                    <a:pt x="2215" y="1622"/>
                    <a:pt x="2183" y="1661"/>
                  </a:cubicBezTo>
                  <a:cubicBezTo>
                    <a:pt x="2039" y="1837"/>
                    <a:pt x="1886" y="2002"/>
                    <a:pt x="1721" y="2155"/>
                  </a:cubicBezTo>
                  <a:cubicBezTo>
                    <a:pt x="1851" y="1837"/>
                    <a:pt x="1958" y="1508"/>
                    <a:pt x="2033" y="1173"/>
                  </a:cubicBezTo>
                  <a:close/>
                  <a:moveTo>
                    <a:pt x="576" y="0"/>
                  </a:moveTo>
                  <a:cubicBezTo>
                    <a:pt x="441" y="0"/>
                    <a:pt x="372" y="202"/>
                    <a:pt x="503" y="278"/>
                  </a:cubicBezTo>
                  <a:cubicBezTo>
                    <a:pt x="555" y="307"/>
                    <a:pt x="613" y="333"/>
                    <a:pt x="668" y="362"/>
                  </a:cubicBezTo>
                  <a:cubicBezTo>
                    <a:pt x="497" y="605"/>
                    <a:pt x="359" y="870"/>
                    <a:pt x="255" y="1150"/>
                  </a:cubicBezTo>
                  <a:cubicBezTo>
                    <a:pt x="238" y="963"/>
                    <a:pt x="229" y="775"/>
                    <a:pt x="232" y="587"/>
                  </a:cubicBezTo>
                  <a:cubicBezTo>
                    <a:pt x="233" y="528"/>
                    <a:pt x="189" y="498"/>
                    <a:pt x="144" y="498"/>
                  </a:cubicBezTo>
                  <a:cubicBezTo>
                    <a:pt x="99" y="498"/>
                    <a:pt x="53" y="528"/>
                    <a:pt x="50" y="587"/>
                  </a:cubicBezTo>
                  <a:cubicBezTo>
                    <a:pt x="1" y="1381"/>
                    <a:pt x="122" y="2282"/>
                    <a:pt x="789" y="2802"/>
                  </a:cubicBezTo>
                  <a:cubicBezTo>
                    <a:pt x="884" y="2874"/>
                    <a:pt x="988" y="2931"/>
                    <a:pt x="1098" y="2978"/>
                  </a:cubicBezTo>
                  <a:cubicBezTo>
                    <a:pt x="1135" y="3017"/>
                    <a:pt x="1186" y="3037"/>
                    <a:pt x="1239" y="3037"/>
                  </a:cubicBezTo>
                  <a:cubicBezTo>
                    <a:pt x="1249" y="3037"/>
                    <a:pt x="1259" y="3037"/>
                    <a:pt x="1268" y="3035"/>
                  </a:cubicBezTo>
                  <a:cubicBezTo>
                    <a:pt x="1415" y="3082"/>
                    <a:pt x="1566" y="3104"/>
                    <a:pt x="1717" y="3104"/>
                  </a:cubicBezTo>
                  <a:cubicBezTo>
                    <a:pt x="1934" y="3104"/>
                    <a:pt x="2150" y="3057"/>
                    <a:pt x="2351" y="2963"/>
                  </a:cubicBezTo>
                  <a:cubicBezTo>
                    <a:pt x="2807" y="2750"/>
                    <a:pt x="3029" y="2227"/>
                    <a:pt x="2871" y="1751"/>
                  </a:cubicBezTo>
                  <a:cubicBezTo>
                    <a:pt x="2596" y="882"/>
                    <a:pt x="1418" y="244"/>
                    <a:pt x="619" y="7"/>
                  </a:cubicBezTo>
                  <a:cubicBezTo>
                    <a:pt x="604" y="2"/>
                    <a:pt x="589" y="0"/>
                    <a:pt x="57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41" name="Google Shape;8099;p80">
              <a:extLst>
                <a:ext uri="{FF2B5EF4-FFF2-40B4-BE49-F238E27FC236}">
                  <a16:creationId xmlns:a16="http://schemas.microsoft.com/office/drawing/2014/main" id="{0D95F1E3-5AA2-E807-6B59-19FBDF3B602C}"/>
                </a:ext>
              </a:extLst>
            </p:cNvPr>
            <p:cNvSpPr/>
            <p:nvPr/>
          </p:nvSpPr>
          <p:spPr>
            <a:xfrm>
              <a:off x="1546875" y="1112825"/>
              <a:ext cx="224550" cy="180650"/>
            </a:xfrm>
            <a:custGeom>
              <a:avLst/>
              <a:gdLst/>
              <a:ahLst/>
              <a:cxnLst/>
              <a:rect l="l" t="t" r="r" b="b"/>
              <a:pathLst>
                <a:path w="8982" h="7226" extrusionOk="0">
                  <a:moveTo>
                    <a:pt x="1738" y="363"/>
                  </a:moveTo>
                  <a:cubicBezTo>
                    <a:pt x="1981" y="363"/>
                    <a:pt x="2234" y="440"/>
                    <a:pt x="2480" y="610"/>
                  </a:cubicBezTo>
                  <a:cubicBezTo>
                    <a:pt x="2462" y="603"/>
                    <a:pt x="2444" y="600"/>
                    <a:pt x="2426" y="600"/>
                  </a:cubicBezTo>
                  <a:cubicBezTo>
                    <a:pt x="2388" y="600"/>
                    <a:pt x="2351" y="614"/>
                    <a:pt x="2324" y="641"/>
                  </a:cubicBezTo>
                  <a:cubicBezTo>
                    <a:pt x="1799" y="1218"/>
                    <a:pt x="1349" y="1849"/>
                    <a:pt x="845" y="2438"/>
                  </a:cubicBezTo>
                  <a:lnTo>
                    <a:pt x="845" y="2438"/>
                  </a:lnTo>
                  <a:cubicBezTo>
                    <a:pt x="1150" y="2080"/>
                    <a:pt x="1441" y="946"/>
                    <a:pt x="1588" y="373"/>
                  </a:cubicBezTo>
                  <a:cubicBezTo>
                    <a:pt x="1637" y="366"/>
                    <a:pt x="1688" y="363"/>
                    <a:pt x="1738" y="363"/>
                  </a:cubicBezTo>
                  <a:close/>
                  <a:moveTo>
                    <a:pt x="2567" y="664"/>
                  </a:moveTo>
                  <a:cubicBezTo>
                    <a:pt x="2590" y="682"/>
                    <a:pt x="2616" y="690"/>
                    <a:pt x="2639" y="711"/>
                  </a:cubicBezTo>
                  <a:cubicBezTo>
                    <a:pt x="2850" y="895"/>
                    <a:pt x="2994" y="1115"/>
                    <a:pt x="3118" y="1340"/>
                  </a:cubicBezTo>
                  <a:cubicBezTo>
                    <a:pt x="2613" y="1767"/>
                    <a:pt x="2160" y="2249"/>
                    <a:pt x="1709" y="2734"/>
                  </a:cubicBezTo>
                  <a:cubicBezTo>
                    <a:pt x="2047" y="2111"/>
                    <a:pt x="2362" y="1481"/>
                    <a:pt x="2598" y="803"/>
                  </a:cubicBezTo>
                  <a:cubicBezTo>
                    <a:pt x="2616" y="754"/>
                    <a:pt x="2601" y="702"/>
                    <a:pt x="2567" y="664"/>
                  </a:cubicBezTo>
                  <a:close/>
                  <a:moveTo>
                    <a:pt x="3317" y="1756"/>
                  </a:moveTo>
                  <a:cubicBezTo>
                    <a:pt x="3384" y="1917"/>
                    <a:pt x="3450" y="2082"/>
                    <a:pt x="3519" y="2241"/>
                  </a:cubicBezTo>
                  <a:lnTo>
                    <a:pt x="3522" y="2241"/>
                  </a:lnTo>
                  <a:cubicBezTo>
                    <a:pt x="3514" y="2246"/>
                    <a:pt x="3508" y="2244"/>
                    <a:pt x="3499" y="2249"/>
                  </a:cubicBezTo>
                  <a:cubicBezTo>
                    <a:pt x="3176" y="2538"/>
                    <a:pt x="2867" y="2844"/>
                    <a:pt x="2564" y="3153"/>
                  </a:cubicBezTo>
                  <a:cubicBezTo>
                    <a:pt x="2829" y="2694"/>
                    <a:pt x="3081" y="2229"/>
                    <a:pt x="3317" y="1756"/>
                  </a:cubicBezTo>
                  <a:close/>
                  <a:moveTo>
                    <a:pt x="2277" y="1183"/>
                  </a:moveTo>
                  <a:cubicBezTo>
                    <a:pt x="2305" y="1183"/>
                    <a:pt x="1758" y="1964"/>
                    <a:pt x="1625" y="2226"/>
                  </a:cubicBezTo>
                  <a:cubicBezTo>
                    <a:pt x="1371" y="2714"/>
                    <a:pt x="1074" y="3188"/>
                    <a:pt x="800" y="3664"/>
                  </a:cubicBezTo>
                  <a:cubicBezTo>
                    <a:pt x="707" y="3569"/>
                    <a:pt x="635" y="3456"/>
                    <a:pt x="589" y="3332"/>
                  </a:cubicBezTo>
                  <a:lnTo>
                    <a:pt x="586" y="3332"/>
                  </a:lnTo>
                  <a:cubicBezTo>
                    <a:pt x="563" y="3266"/>
                    <a:pt x="543" y="3196"/>
                    <a:pt x="528" y="3127"/>
                  </a:cubicBezTo>
                  <a:cubicBezTo>
                    <a:pt x="961" y="2775"/>
                    <a:pt x="1354" y="2371"/>
                    <a:pt x="1689" y="1923"/>
                  </a:cubicBezTo>
                  <a:cubicBezTo>
                    <a:pt x="2108" y="1376"/>
                    <a:pt x="2264" y="1183"/>
                    <a:pt x="2277" y="1183"/>
                  </a:cubicBezTo>
                  <a:close/>
                  <a:moveTo>
                    <a:pt x="3713" y="2616"/>
                  </a:moveTo>
                  <a:cubicBezTo>
                    <a:pt x="3811" y="2778"/>
                    <a:pt x="3935" y="2922"/>
                    <a:pt x="4082" y="3043"/>
                  </a:cubicBezTo>
                  <a:lnTo>
                    <a:pt x="4085" y="3043"/>
                  </a:lnTo>
                  <a:cubicBezTo>
                    <a:pt x="3719" y="3294"/>
                    <a:pt x="3372" y="3577"/>
                    <a:pt x="3049" y="3883"/>
                  </a:cubicBezTo>
                  <a:lnTo>
                    <a:pt x="3049" y="3883"/>
                  </a:lnTo>
                  <a:cubicBezTo>
                    <a:pt x="3285" y="3471"/>
                    <a:pt x="3514" y="3052"/>
                    <a:pt x="3713" y="2616"/>
                  </a:cubicBezTo>
                  <a:close/>
                  <a:moveTo>
                    <a:pt x="2659" y="2246"/>
                  </a:moveTo>
                  <a:lnTo>
                    <a:pt x="2659" y="2246"/>
                  </a:lnTo>
                  <a:cubicBezTo>
                    <a:pt x="2321" y="2864"/>
                    <a:pt x="1969" y="3473"/>
                    <a:pt x="1617" y="4083"/>
                  </a:cubicBezTo>
                  <a:cubicBezTo>
                    <a:pt x="1438" y="4002"/>
                    <a:pt x="1253" y="3950"/>
                    <a:pt x="1086" y="3869"/>
                  </a:cubicBezTo>
                  <a:cubicBezTo>
                    <a:pt x="1634" y="3352"/>
                    <a:pt x="2131" y="2783"/>
                    <a:pt x="2659" y="2246"/>
                  </a:cubicBezTo>
                  <a:close/>
                  <a:moveTo>
                    <a:pt x="2994" y="3240"/>
                  </a:moveTo>
                  <a:cubicBezTo>
                    <a:pt x="2743" y="3693"/>
                    <a:pt x="2480" y="4137"/>
                    <a:pt x="2226" y="4588"/>
                  </a:cubicBezTo>
                  <a:lnTo>
                    <a:pt x="2226" y="4591"/>
                  </a:lnTo>
                  <a:cubicBezTo>
                    <a:pt x="2142" y="4484"/>
                    <a:pt x="2053" y="4386"/>
                    <a:pt x="1955" y="4296"/>
                  </a:cubicBezTo>
                  <a:cubicBezTo>
                    <a:pt x="2298" y="3941"/>
                    <a:pt x="2645" y="3589"/>
                    <a:pt x="2994" y="3240"/>
                  </a:cubicBezTo>
                  <a:close/>
                  <a:moveTo>
                    <a:pt x="4420" y="3248"/>
                  </a:moveTo>
                  <a:cubicBezTo>
                    <a:pt x="4538" y="3306"/>
                    <a:pt x="4663" y="3349"/>
                    <a:pt x="4792" y="3375"/>
                  </a:cubicBezTo>
                  <a:cubicBezTo>
                    <a:pt x="4850" y="3387"/>
                    <a:pt x="4911" y="3393"/>
                    <a:pt x="4971" y="3398"/>
                  </a:cubicBezTo>
                  <a:cubicBezTo>
                    <a:pt x="4946" y="3404"/>
                    <a:pt x="4920" y="3413"/>
                    <a:pt x="4896" y="3430"/>
                  </a:cubicBezTo>
                  <a:cubicBezTo>
                    <a:pt x="4429" y="3846"/>
                    <a:pt x="3975" y="4273"/>
                    <a:pt x="3528" y="4709"/>
                  </a:cubicBezTo>
                  <a:cubicBezTo>
                    <a:pt x="3840" y="4233"/>
                    <a:pt x="4169" y="3768"/>
                    <a:pt x="4420" y="3248"/>
                  </a:cubicBezTo>
                  <a:close/>
                  <a:moveTo>
                    <a:pt x="3687" y="3817"/>
                  </a:moveTo>
                  <a:cubicBezTo>
                    <a:pt x="3361" y="4337"/>
                    <a:pt x="3008" y="4836"/>
                    <a:pt x="2734" y="5388"/>
                  </a:cubicBezTo>
                  <a:cubicBezTo>
                    <a:pt x="2653" y="5243"/>
                    <a:pt x="2572" y="5099"/>
                    <a:pt x="2486" y="4963"/>
                  </a:cubicBezTo>
                  <a:cubicBezTo>
                    <a:pt x="2878" y="4562"/>
                    <a:pt x="3265" y="4175"/>
                    <a:pt x="3684" y="3817"/>
                  </a:cubicBezTo>
                  <a:close/>
                  <a:moveTo>
                    <a:pt x="5139" y="3421"/>
                  </a:moveTo>
                  <a:lnTo>
                    <a:pt x="5139" y="3421"/>
                  </a:lnTo>
                  <a:cubicBezTo>
                    <a:pt x="5256" y="3429"/>
                    <a:pt x="5373" y="3432"/>
                    <a:pt x="5489" y="3432"/>
                  </a:cubicBezTo>
                  <a:cubicBezTo>
                    <a:pt x="5655" y="3432"/>
                    <a:pt x="5821" y="3427"/>
                    <a:pt x="5986" y="3427"/>
                  </a:cubicBezTo>
                  <a:cubicBezTo>
                    <a:pt x="6350" y="3427"/>
                    <a:pt x="6707" y="3450"/>
                    <a:pt x="7044" y="3595"/>
                  </a:cubicBezTo>
                  <a:cubicBezTo>
                    <a:pt x="6660" y="3953"/>
                    <a:pt x="6291" y="4322"/>
                    <a:pt x="5942" y="4706"/>
                  </a:cubicBezTo>
                  <a:cubicBezTo>
                    <a:pt x="6115" y="4478"/>
                    <a:pt x="6276" y="4247"/>
                    <a:pt x="6455" y="4019"/>
                  </a:cubicBezTo>
                  <a:cubicBezTo>
                    <a:pt x="6569" y="3872"/>
                    <a:pt x="6461" y="3701"/>
                    <a:pt x="6318" y="3701"/>
                  </a:cubicBezTo>
                  <a:cubicBezTo>
                    <a:pt x="6276" y="3701"/>
                    <a:pt x="6230" y="3716"/>
                    <a:pt x="6187" y="3751"/>
                  </a:cubicBezTo>
                  <a:cubicBezTo>
                    <a:pt x="5448" y="4351"/>
                    <a:pt x="4749" y="4989"/>
                    <a:pt x="4074" y="5650"/>
                  </a:cubicBezTo>
                  <a:cubicBezTo>
                    <a:pt x="4460" y="4995"/>
                    <a:pt x="4870" y="4351"/>
                    <a:pt x="5188" y="3655"/>
                  </a:cubicBezTo>
                  <a:cubicBezTo>
                    <a:pt x="5228" y="3575"/>
                    <a:pt x="5208" y="3479"/>
                    <a:pt x="5139" y="3421"/>
                  </a:cubicBezTo>
                  <a:close/>
                  <a:moveTo>
                    <a:pt x="8237" y="5194"/>
                  </a:moveTo>
                  <a:lnTo>
                    <a:pt x="8237" y="5194"/>
                  </a:lnTo>
                  <a:cubicBezTo>
                    <a:pt x="8248" y="5382"/>
                    <a:pt x="8214" y="5569"/>
                    <a:pt x="8139" y="5740"/>
                  </a:cubicBezTo>
                  <a:cubicBezTo>
                    <a:pt x="7960" y="6130"/>
                    <a:pt x="7541" y="6265"/>
                    <a:pt x="7088" y="6294"/>
                  </a:cubicBezTo>
                  <a:cubicBezTo>
                    <a:pt x="7287" y="6072"/>
                    <a:pt x="7495" y="5855"/>
                    <a:pt x="7700" y="5639"/>
                  </a:cubicBezTo>
                  <a:cubicBezTo>
                    <a:pt x="7741" y="5673"/>
                    <a:pt x="7793" y="5694"/>
                    <a:pt x="7844" y="5694"/>
                  </a:cubicBezTo>
                  <a:cubicBezTo>
                    <a:pt x="7902" y="5694"/>
                    <a:pt x="7959" y="5668"/>
                    <a:pt x="8000" y="5604"/>
                  </a:cubicBezTo>
                  <a:cubicBezTo>
                    <a:pt x="8092" y="5474"/>
                    <a:pt x="8159" y="5330"/>
                    <a:pt x="8237" y="5194"/>
                  </a:cubicBezTo>
                  <a:close/>
                  <a:moveTo>
                    <a:pt x="4354" y="4438"/>
                  </a:moveTo>
                  <a:lnTo>
                    <a:pt x="4354" y="4438"/>
                  </a:lnTo>
                  <a:cubicBezTo>
                    <a:pt x="3990" y="5064"/>
                    <a:pt x="3603" y="5676"/>
                    <a:pt x="3280" y="6326"/>
                  </a:cubicBezTo>
                  <a:cubicBezTo>
                    <a:pt x="3158" y="6153"/>
                    <a:pt x="3049" y="5974"/>
                    <a:pt x="2951" y="5789"/>
                  </a:cubicBezTo>
                  <a:cubicBezTo>
                    <a:pt x="3413" y="5333"/>
                    <a:pt x="3880" y="4882"/>
                    <a:pt x="4354" y="4438"/>
                  </a:cubicBezTo>
                  <a:close/>
                  <a:moveTo>
                    <a:pt x="5156" y="5139"/>
                  </a:moveTo>
                  <a:lnTo>
                    <a:pt x="5156" y="5139"/>
                  </a:lnTo>
                  <a:cubicBezTo>
                    <a:pt x="4775" y="5673"/>
                    <a:pt x="4426" y="6231"/>
                    <a:pt x="4111" y="6808"/>
                  </a:cubicBezTo>
                  <a:cubicBezTo>
                    <a:pt x="4103" y="6822"/>
                    <a:pt x="4111" y="6837"/>
                    <a:pt x="4105" y="6851"/>
                  </a:cubicBezTo>
                  <a:cubicBezTo>
                    <a:pt x="3918" y="6851"/>
                    <a:pt x="3736" y="6785"/>
                    <a:pt x="3594" y="6666"/>
                  </a:cubicBezTo>
                  <a:lnTo>
                    <a:pt x="3594" y="6664"/>
                  </a:lnTo>
                  <a:cubicBezTo>
                    <a:pt x="4094" y="6132"/>
                    <a:pt x="4616" y="5627"/>
                    <a:pt x="5156" y="5139"/>
                  </a:cubicBezTo>
                  <a:close/>
                  <a:moveTo>
                    <a:pt x="1518" y="0"/>
                  </a:moveTo>
                  <a:cubicBezTo>
                    <a:pt x="577" y="0"/>
                    <a:pt x="135" y="796"/>
                    <a:pt x="40" y="1646"/>
                  </a:cubicBezTo>
                  <a:cubicBezTo>
                    <a:pt x="0" y="2018"/>
                    <a:pt x="6" y="2599"/>
                    <a:pt x="130" y="3115"/>
                  </a:cubicBezTo>
                  <a:cubicBezTo>
                    <a:pt x="124" y="3153"/>
                    <a:pt x="136" y="3193"/>
                    <a:pt x="162" y="3222"/>
                  </a:cubicBezTo>
                  <a:cubicBezTo>
                    <a:pt x="286" y="3655"/>
                    <a:pt x="497" y="4031"/>
                    <a:pt x="863" y="4166"/>
                  </a:cubicBezTo>
                  <a:cubicBezTo>
                    <a:pt x="2266" y="4698"/>
                    <a:pt x="2307" y="5951"/>
                    <a:pt x="3268" y="6921"/>
                  </a:cubicBezTo>
                  <a:cubicBezTo>
                    <a:pt x="3483" y="7138"/>
                    <a:pt x="3713" y="7225"/>
                    <a:pt x="3945" y="7225"/>
                  </a:cubicBezTo>
                  <a:cubicBezTo>
                    <a:pt x="4568" y="7225"/>
                    <a:pt x="5204" y="6595"/>
                    <a:pt x="5598" y="6176"/>
                  </a:cubicBezTo>
                  <a:cubicBezTo>
                    <a:pt x="5658" y="6111"/>
                    <a:pt x="5600" y="6025"/>
                    <a:pt x="5534" y="6025"/>
                  </a:cubicBezTo>
                  <a:cubicBezTo>
                    <a:pt x="5513" y="6025"/>
                    <a:pt x="5493" y="6033"/>
                    <a:pt x="5474" y="6052"/>
                  </a:cubicBezTo>
                  <a:cubicBezTo>
                    <a:pt x="5257" y="6268"/>
                    <a:pt x="5018" y="6462"/>
                    <a:pt x="4761" y="6629"/>
                  </a:cubicBezTo>
                  <a:cubicBezTo>
                    <a:pt x="5350" y="5951"/>
                    <a:pt x="5933" y="5266"/>
                    <a:pt x="6548" y="4617"/>
                  </a:cubicBezTo>
                  <a:lnTo>
                    <a:pt x="6548" y="4617"/>
                  </a:lnTo>
                  <a:cubicBezTo>
                    <a:pt x="6343" y="4914"/>
                    <a:pt x="6152" y="5217"/>
                    <a:pt x="5939" y="5512"/>
                  </a:cubicBezTo>
                  <a:cubicBezTo>
                    <a:pt x="5838" y="5652"/>
                    <a:pt x="5975" y="5793"/>
                    <a:pt x="6114" y="5793"/>
                  </a:cubicBezTo>
                  <a:cubicBezTo>
                    <a:pt x="6159" y="5793"/>
                    <a:pt x="6204" y="5779"/>
                    <a:pt x="6242" y="5746"/>
                  </a:cubicBezTo>
                  <a:cubicBezTo>
                    <a:pt x="6533" y="5477"/>
                    <a:pt x="6834" y="5223"/>
                    <a:pt x="7134" y="4966"/>
                  </a:cubicBezTo>
                  <a:lnTo>
                    <a:pt x="7134" y="4966"/>
                  </a:lnTo>
                  <a:cubicBezTo>
                    <a:pt x="6912" y="5396"/>
                    <a:pt x="6704" y="5829"/>
                    <a:pt x="6516" y="6277"/>
                  </a:cubicBezTo>
                  <a:cubicBezTo>
                    <a:pt x="6239" y="6251"/>
                    <a:pt x="5985" y="6205"/>
                    <a:pt x="5800" y="6173"/>
                  </a:cubicBezTo>
                  <a:cubicBezTo>
                    <a:pt x="5788" y="6170"/>
                    <a:pt x="5775" y="6169"/>
                    <a:pt x="5764" y="6169"/>
                  </a:cubicBezTo>
                  <a:cubicBezTo>
                    <a:pt x="5580" y="6169"/>
                    <a:pt x="5512" y="6452"/>
                    <a:pt x="5711" y="6490"/>
                  </a:cubicBezTo>
                  <a:cubicBezTo>
                    <a:pt x="5973" y="6542"/>
                    <a:pt x="6239" y="6580"/>
                    <a:pt x="6504" y="6603"/>
                  </a:cubicBezTo>
                  <a:cubicBezTo>
                    <a:pt x="6548" y="6643"/>
                    <a:pt x="6604" y="6668"/>
                    <a:pt x="6659" y="6668"/>
                  </a:cubicBezTo>
                  <a:cubicBezTo>
                    <a:pt x="6704" y="6668"/>
                    <a:pt x="6747" y="6652"/>
                    <a:pt x="6782" y="6615"/>
                  </a:cubicBezTo>
                  <a:cubicBezTo>
                    <a:pt x="6793" y="6615"/>
                    <a:pt x="6803" y="6615"/>
                    <a:pt x="6814" y="6615"/>
                  </a:cubicBezTo>
                  <a:cubicBezTo>
                    <a:pt x="7432" y="6615"/>
                    <a:pt x="8019" y="6452"/>
                    <a:pt x="8424" y="5904"/>
                  </a:cubicBezTo>
                  <a:cubicBezTo>
                    <a:pt x="8982" y="5154"/>
                    <a:pt x="8202" y="4129"/>
                    <a:pt x="7697" y="3618"/>
                  </a:cubicBezTo>
                  <a:cubicBezTo>
                    <a:pt x="7757" y="3523"/>
                    <a:pt x="7827" y="3430"/>
                    <a:pt x="7887" y="3335"/>
                  </a:cubicBezTo>
                  <a:cubicBezTo>
                    <a:pt x="7983" y="3187"/>
                    <a:pt x="7853" y="3058"/>
                    <a:pt x="7717" y="3058"/>
                  </a:cubicBezTo>
                  <a:cubicBezTo>
                    <a:pt x="7672" y="3058"/>
                    <a:pt x="7626" y="3072"/>
                    <a:pt x="7587" y="3104"/>
                  </a:cubicBezTo>
                  <a:cubicBezTo>
                    <a:pt x="7495" y="3179"/>
                    <a:pt x="7411" y="3266"/>
                    <a:pt x="7322" y="3344"/>
                  </a:cubicBezTo>
                  <a:cubicBezTo>
                    <a:pt x="6222" y="2760"/>
                    <a:pt x="4634" y="3624"/>
                    <a:pt x="3872" y="2336"/>
                  </a:cubicBezTo>
                  <a:cubicBezTo>
                    <a:pt x="3704" y="2056"/>
                    <a:pt x="3574" y="1773"/>
                    <a:pt x="3447" y="1505"/>
                  </a:cubicBezTo>
                  <a:lnTo>
                    <a:pt x="3453" y="1493"/>
                  </a:lnTo>
                  <a:cubicBezTo>
                    <a:pt x="3514" y="1383"/>
                    <a:pt x="3441" y="1250"/>
                    <a:pt x="3317" y="1242"/>
                  </a:cubicBezTo>
                  <a:cubicBezTo>
                    <a:pt x="2982" y="581"/>
                    <a:pt x="2601" y="61"/>
                    <a:pt x="1623" y="3"/>
                  </a:cubicBezTo>
                  <a:cubicBezTo>
                    <a:pt x="1587" y="1"/>
                    <a:pt x="1553" y="0"/>
                    <a:pt x="151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42" name="Google Shape;8100;p80">
              <a:extLst>
                <a:ext uri="{FF2B5EF4-FFF2-40B4-BE49-F238E27FC236}">
                  <a16:creationId xmlns:a16="http://schemas.microsoft.com/office/drawing/2014/main" id="{2D390F7C-201C-F9B3-0E4F-02106554C596}"/>
                </a:ext>
              </a:extLst>
            </p:cNvPr>
            <p:cNvSpPr/>
            <p:nvPr/>
          </p:nvSpPr>
          <p:spPr>
            <a:xfrm>
              <a:off x="1737125" y="905350"/>
              <a:ext cx="192825" cy="321850"/>
            </a:xfrm>
            <a:custGeom>
              <a:avLst/>
              <a:gdLst/>
              <a:ahLst/>
              <a:cxnLst/>
              <a:rect l="l" t="t" r="r" b="b"/>
              <a:pathLst>
                <a:path w="7713" h="12874" extrusionOk="0">
                  <a:moveTo>
                    <a:pt x="2523" y="1009"/>
                  </a:moveTo>
                  <a:cubicBezTo>
                    <a:pt x="1921" y="1856"/>
                    <a:pt x="1371" y="2721"/>
                    <a:pt x="901" y="3654"/>
                  </a:cubicBezTo>
                  <a:cubicBezTo>
                    <a:pt x="1260" y="2540"/>
                    <a:pt x="1908" y="1342"/>
                    <a:pt x="2523" y="1009"/>
                  </a:cubicBezTo>
                  <a:close/>
                  <a:moveTo>
                    <a:pt x="3306" y="1189"/>
                  </a:moveTo>
                  <a:cubicBezTo>
                    <a:pt x="3418" y="1342"/>
                    <a:pt x="3508" y="1512"/>
                    <a:pt x="3569" y="1694"/>
                  </a:cubicBezTo>
                  <a:cubicBezTo>
                    <a:pt x="3561" y="1693"/>
                    <a:pt x="3554" y="1692"/>
                    <a:pt x="3546" y="1692"/>
                  </a:cubicBezTo>
                  <a:cubicBezTo>
                    <a:pt x="3496" y="1692"/>
                    <a:pt x="3446" y="1717"/>
                    <a:pt x="3416" y="1757"/>
                  </a:cubicBezTo>
                  <a:cubicBezTo>
                    <a:pt x="2864" y="2551"/>
                    <a:pt x="2310" y="3319"/>
                    <a:pt x="1698" y="4067"/>
                  </a:cubicBezTo>
                  <a:cubicBezTo>
                    <a:pt x="1571" y="4229"/>
                    <a:pt x="1213" y="4696"/>
                    <a:pt x="982" y="4979"/>
                  </a:cubicBezTo>
                  <a:lnTo>
                    <a:pt x="979" y="4979"/>
                  </a:lnTo>
                  <a:cubicBezTo>
                    <a:pt x="988" y="4950"/>
                    <a:pt x="982" y="4922"/>
                    <a:pt x="967" y="4896"/>
                  </a:cubicBezTo>
                  <a:cubicBezTo>
                    <a:pt x="1028" y="4803"/>
                    <a:pt x="1097" y="4699"/>
                    <a:pt x="1193" y="4561"/>
                  </a:cubicBezTo>
                  <a:cubicBezTo>
                    <a:pt x="1686" y="3839"/>
                    <a:pt x="2128" y="3120"/>
                    <a:pt x="2509" y="2369"/>
                  </a:cubicBezTo>
                  <a:cubicBezTo>
                    <a:pt x="2769" y="1971"/>
                    <a:pt x="3032" y="1576"/>
                    <a:pt x="3306" y="1189"/>
                  </a:cubicBezTo>
                  <a:close/>
                  <a:moveTo>
                    <a:pt x="3667" y="2009"/>
                  </a:moveTo>
                  <a:cubicBezTo>
                    <a:pt x="3742" y="2297"/>
                    <a:pt x="3800" y="2589"/>
                    <a:pt x="3840" y="2883"/>
                  </a:cubicBezTo>
                  <a:cubicBezTo>
                    <a:pt x="3872" y="3062"/>
                    <a:pt x="3903" y="3227"/>
                    <a:pt x="3938" y="3397"/>
                  </a:cubicBezTo>
                  <a:lnTo>
                    <a:pt x="3932" y="3397"/>
                  </a:lnTo>
                  <a:cubicBezTo>
                    <a:pt x="3903" y="3323"/>
                    <a:pt x="3834" y="3282"/>
                    <a:pt x="3763" y="3282"/>
                  </a:cubicBezTo>
                  <a:cubicBezTo>
                    <a:pt x="3721" y="3282"/>
                    <a:pt x="3678" y="3297"/>
                    <a:pt x="3644" y="3328"/>
                  </a:cubicBezTo>
                  <a:cubicBezTo>
                    <a:pt x="3330" y="3617"/>
                    <a:pt x="1992" y="5145"/>
                    <a:pt x="1930" y="5145"/>
                  </a:cubicBezTo>
                  <a:cubicBezTo>
                    <a:pt x="1911" y="5145"/>
                    <a:pt x="2006" y="5009"/>
                    <a:pt x="2275" y="4665"/>
                  </a:cubicBezTo>
                  <a:cubicBezTo>
                    <a:pt x="2913" y="3848"/>
                    <a:pt x="3349" y="2979"/>
                    <a:pt x="3667" y="2009"/>
                  </a:cubicBezTo>
                  <a:close/>
                  <a:moveTo>
                    <a:pt x="3941" y="3446"/>
                  </a:moveTo>
                  <a:lnTo>
                    <a:pt x="3941" y="3446"/>
                  </a:lnTo>
                  <a:cubicBezTo>
                    <a:pt x="4004" y="3790"/>
                    <a:pt x="4097" y="4128"/>
                    <a:pt x="4218" y="4454"/>
                  </a:cubicBezTo>
                  <a:cubicBezTo>
                    <a:pt x="4211" y="4453"/>
                    <a:pt x="4203" y="4452"/>
                    <a:pt x="4196" y="4452"/>
                  </a:cubicBezTo>
                  <a:cubicBezTo>
                    <a:pt x="4166" y="4452"/>
                    <a:pt x="4137" y="4461"/>
                    <a:pt x="4111" y="4480"/>
                  </a:cubicBezTo>
                  <a:lnTo>
                    <a:pt x="4108" y="4480"/>
                  </a:lnTo>
                  <a:cubicBezTo>
                    <a:pt x="3297" y="5054"/>
                    <a:pt x="2541" y="5701"/>
                    <a:pt x="1854" y="6420"/>
                  </a:cubicBezTo>
                  <a:cubicBezTo>
                    <a:pt x="2342" y="5909"/>
                    <a:pt x="3369" y="4543"/>
                    <a:pt x="3927" y="3547"/>
                  </a:cubicBezTo>
                  <a:cubicBezTo>
                    <a:pt x="3941" y="3516"/>
                    <a:pt x="3947" y="3481"/>
                    <a:pt x="3941" y="3446"/>
                  </a:cubicBezTo>
                  <a:close/>
                  <a:moveTo>
                    <a:pt x="4752" y="5456"/>
                  </a:moveTo>
                  <a:cubicBezTo>
                    <a:pt x="4816" y="5551"/>
                    <a:pt x="4868" y="5646"/>
                    <a:pt x="4940" y="5742"/>
                  </a:cubicBezTo>
                  <a:cubicBezTo>
                    <a:pt x="4975" y="5785"/>
                    <a:pt x="5015" y="5822"/>
                    <a:pt x="5050" y="5863"/>
                  </a:cubicBezTo>
                  <a:lnTo>
                    <a:pt x="5047" y="5863"/>
                  </a:lnTo>
                  <a:cubicBezTo>
                    <a:pt x="4703" y="6088"/>
                    <a:pt x="4380" y="6336"/>
                    <a:pt x="4077" y="6610"/>
                  </a:cubicBezTo>
                  <a:cubicBezTo>
                    <a:pt x="4316" y="6235"/>
                    <a:pt x="4541" y="5851"/>
                    <a:pt x="4752" y="5456"/>
                  </a:cubicBezTo>
                  <a:close/>
                  <a:moveTo>
                    <a:pt x="3168" y="2472"/>
                  </a:moveTo>
                  <a:cubicBezTo>
                    <a:pt x="3184" y="2472"/>
                    <a:pt x="3110" y="2651"/>
                    <a:pt x="2879" y="3146"/>
                  </a:cubicBezTo>
                  <a:cubicBezTo>
                    <a:pt x="2448" y="4064"/>
                    <a:pt x="1730" y="4838"/>
                    <a:pt x="1068" y="5594"/>
                  </a:cubicBezTo>
                  <a:cubicBezTo>
                    <a:pt x="967" y="5710"/>
                    <a:pt x="1060" y="5901"/>
                    <a:pt x="1188" y="5901"/>
                  </a:cubicBezTo>
                  <a:cubicBezTo>
                    <a:pt x="1217" y="5901"/>
                    <a:pt x="1248" y="5892"/>
                    <a:pt x="1279" y="5869"/>
                  </a:cubicBezTo>
                  <a:cubicBezTo>
                    <a:pt x="2036" y="5311"/>
                    <a:pt x="2714" y="4694"/>
                    <a:pt x="3398" y="4044"/>
                  </a:cubicBezTo>
                  <a:lnTo>
                    <a:pt x="3398" y="4044"/>
                  </a:lnTo>
                  <a:cubicBezTo>
                    <a:pt x="2711" y="4696"/>
                    <a:pt x="2004" y="5782"/>
                    <a:pt x="1484" y="6778"/>
                  </a:cubicBezTo>
                  <a:cubicBezTo>
                    <a:pt x="1331" y="6408"/>
                    <a:pt x="1149" y="6024"/>
                    <a:pt x="800" y="5661"/>
                  </a:cubicBezTo>
                  <a:cubicBezTo>
                    <a:pt x="757" y="5612"/>
                    <a:pt x="725" y="5554"/>
                    <a:pt x="705" y="5493"/>
                  </a:cubicBezTo>
                  <a:cubicBezTo>
                    <a:pt x="1328" y="4945"/>
                    <a:pt x="1914" y="4367"/>
                    <a:pt x="2420" y="3698"/>
                  </a:cubicBezTo>
                  <a:cubicBezTo>
                    <a:pt x="2588" y="3474"/>
                    <a:pt x="3130" y="2472"/>
                    <a:pt x="3168" y="2472"/>
                  </a:cubicBezTo>
                  <a:close/>
                  <a:moveTo>
                    <a:pt x="3647" y="5141"/>
                  </a:moveTo>
                  <a:cubicBezTo>
                    <a:pt x="3104" y="5952"/>
                    <a:pt x="2544" y="6755"/>
                    <a:pt x="1995" y="7563"/>
                  </a:cubicBezTo>
                  <a:cubicBezTo>
                    <a:pt x="1902" y="7698"/>
                    <a:pt x="2038" y="7853"/>
                    <a:pt x="2173" y="7853"/>
                  </a:cubicBezTo>
                  <a:cubicBezTo>
                    <a:pt x="2218" y="7853"/>
                    <a:pt x="2262" y="7836"/>
                    <a:pt x="2298" y="7797"/>
                  </a:cubicBezTo>
                  <a:cubicBezTo>
                    <a:pt x="2959" y="7082"/>
                    <a:pt x="3653" y="6407"/>
                    <a:pt x="4354" y="5730"/>
                  </a:cubicBezTo>
                  <a:lnTo>
                    <a:pt x="4354" y="5730"/>
                  </a:lnTo>
                  <a:cubicBezTo>
                    <a:pt x="3760" y="6305"/>
                    <a:pt x="3074" y="7394"/>
                    <a:pt x="2489" y="8221"/>
                  </a:cubicBezTo>
                  <a:cubicBezTo>
                    <a:pt x="2054" y="7965"/>
                    <a:pt x="1843" y="7616"/>
                    <a:pt x="1673" y="7224"/>
                  </a:cubicBezTo>
                  <a:lnTo>
                    <a:pt x="1673" y="7224"/>
                  </a:lnTo>
                  <a:cubicBezTo>
                    <a:pt x="2282" y="6512"/>
                    <a:pt x="3130" y="5909"/>
                    <a:pt x="3647" y="5141"/>
                  </a:cubicBezTo>
                  <a:close/>
                  <a:moveTo>
                    <a:pt x="5341" y="6195"/>
                  </a:moveTo>
                  <a:cubicBezTo>
                    <a:pt x="5431" y="6290"/>
                    <a:pt x="5526" y="6380"/>
                    <a:pt x="5624" y="6472"/>
                  </a:cubicBezTo>
                  <a:cubicBezTo>
                    <a:pt x="4873" y="7054"/>
                    <a:pt x="4158" y="7676"/>
                    <a:pt x="3475" y="8336"/>
                  </a:cubicBezTo>
                  <a:lnTo>
                    <a:pt x="3475" y="8336"/>
                  </a:lnTo>
                  <a:cubicBezTo>
                    <a:pt x="4217" y="7616"/>
                    <a:pt x="4762" y="7090"/>
                    <a:pt x="5341" y="6195"/>
                  </a:cubicBezTo>
                  <a:close/>
                  <a:moveTo>
                    <a:pt x="4694" y="6532"/>
                  </a:moveTo>
                  <a:cubicBezTo>
                    <a:pt x="4276" y="7214"/>
                    <a:pt x="3720" y="7854"/>
                    <a:pt x="3199" y="8496"/>
                  </a:cubicBezTo>
                  <a:cubicBezTo>
                    <a:pt x="3094" y="8470"/>
                    <a:pt x="2988" y="8439"/>
                    <a:pt x="2886" y="8402"/>
                  </a:cubicBezTo>
                  <a:lnTo>
                    <a:pt x="2886" y="8402"/>
                  </a:lnTo>
                  <a:cubicBezTo>
                    <a:pt x="3467" y="7826"/>
                    <a:pt x="4295" y="7182"/>
                    <a:pt x="4694" y="6532"/>
                  </a:cubicBezTo>
                  <a:close/>
                  <a:moveTo>
                    <a:pt x="6386" y="7188"/>
                  </a:moveTo>
                  <a:cubicBezTo>
                    <a:pt x="6447" y="7246"/>
                    <a:pt x="6508" y="7300"/>
                    <a:pt x="6565" y="7358"/>
                  </a:cubicBezTo>
                  <a:cubicBezTo>
                    <a:pt x="6643" y="7439"/>
                    <a:pt x="6718" y="7526"/>
                    <a:pt x="6785" y="7615"/>
                  </a:cubicBezTo>
                  <a:cubicBezTo>
                    <a:pt x="6779" y="7621"/>
                    <a:pt x="6767" y="7618"/>
                    <a:pt x="6762" y="7627"/>
                  </a:cubicBezTo>
                  <a:cubicBezTo>
                    <a:pt x="6227" y="8221"/>
                    <a:pt x="5676" y="8787"/>
                    <a:pt x="5102" y="9342"/>
                  </a:cubicBezTo>
                  <a:lnTo>
                    <a:pt x="4894" y="9538"/>
                  </a:lnTo>
                  <a:cubicBezTo>
                    <a:pt x="5468" y="8816"/>
                    <a:pt x="5991" y="8077"/>
                    <a:pt x="6386" y="7188"/>
                  </a:cubicBezTo>
                  <a:close/>
                  <a:moveTo>
                    <a:pt x="5310" y="6989"/>
                  </a:moveTo>
                  <a:cubicBezTo>
                    <a:pt x="5339" y="6989"/>
                    <a:pt x="5232" y="7161"/>
                    <a:pt x="4888" y="7635"/>
                  </a:cubicBezTo>
                  <a:cubicBezTo>
                    <a:pt x="4296" y="8452"/>
                    <a:pt x="3684" y="9232"/>
                    <a:pt x="3110" y="10043"/>
                  </a:cubicBezTo>
                  <a:cubicBezTo>
                    <a:pt x="3245" y="9616"/>
                    <a:pt x="3410" y="9191"/>
                    <a:pt x="3545" y="8822"/>
                  </a:cubicBezTo>
                  <a:cubicBezTo>
                    <a:pt x="3771" y="8600"/>
                    <a:pt x="3996" y="8377"/>
                    <a:pt x="4224" y="8158"/>
                  </a:cubicBezTo>
                  <a:cubicBezTo>
                    <a:pt x="4377" y="8009"/>
                    <a:pt x="5242" y="6989"/>
                    <a:pt x="5310" y="6989"/>
                  </a:cubicBezTo>
                  <a:close/>
                  <a:moveTo>
                    <a:pt x="7013" y="7944"/>
                  </a:moveTo>
                  <a:cubicBezTo>
                    <a:pt x="7091" y="8080"/>
                    <a:pt x="7154" y="8219"/>
                    <a:pt x="7206" y="8366"/>
                  </a:cubicBezTo>
                  <a:cubicBezTo>
                    <a:pt x="6557" y="9085"/>
                    <a:pt x="5872" y="9766"/>
                    <a:pt x="5182" y="10442"/>
                  </a:cubicBezTo>
                  <a:cubicBezTo>
                    <a:pt x="5774" y="9599"/>
                    <a:pt x="6386" y="8764"/>
                    <a:pt x="7013" y="7944"/>
                  </a:cubicBezTo>
                  <a:close/>
                  <a:moveTo>
                    <a:pt x="5792" y="7590"/>
                  </a:moveTo>
                  <a:lnTo>
                    <a:pt x="5792" y="7590"/>
                  </a:lnTo>
                  <a:cubicBezTo>
                    <a:pt x="5160" y="9057"/>
                    <a:pt x="3800" y="10240"/>
                    <a:pt x="2841" y="11527"/>
                  </a:cubicBezTo>
                  <a:cubicBezTo>
                    <a:pt x="2838" y="11438"/>
                    <a:pt x="2838" y="11348"/>
                    <a:pt x="2847" y="11259"/>
                  </a:cubicBezTo>
                  <a:lnTo>
                    <a:pt x="2844" y="11259"/>
                  </a:lnTo>
                  <a:cubicBezTo>
                    <a:pt x="3802" y="10079"/>
                    <a:pt x="5259" y="8825"/>
                    <a:pt x="5792" y="7590"/>
                  </a:cubicBezTo>
                  <a:close/>
                  <a:moveTo>
                    <a:pt x="5087" y="9896"/>
                  </a:moveTo>
                  <a:lnTo>
                    <a:pt x="5087" y="9896"/>
                  </a:lnTo>
                  <a:cubicBezTo>
                    <a:pt x="4513" y="10693"/>
                    <a:pt x="3955" y="11498"/>
                    <a:pt x="3387" y="12301"/>
                  </a:cubicBezTo>
                  <a:lnTo>
                    <a:pt x="3390" y="12301"/>
                  </a:lnTo>
                  <a:cubicBezTo>
                    <a:pt x="3358" y="12347"/>
                    <a:pt x="3352" y="12405"/>
                    <a:pt x="3372" y="12457"/>
                  </a:cubicBezTo>
                  <a:cubicBezTo>
                    <a:pt x="3164" y="12350"/>
                    <a:pt x="3006" y="12171"/>
                    <a:pt x="2925" y="11951"/>
                  </a:cubicBezTo>
                  <a:cubicBezTo>
                    <a:pt x="2974" y="11951"/>
                    <a:pt x="3023" y="11931"/>
                    <a:pt x="3055" y="11897"/>
                  </a:cubicBezTo>
                  <a:cubicBezTo>
                    <a:pt x="3713" y="11212"/>
                    <a:pt x="4400" y="10554"/>
                    <a:pt x="5087" y="9896"/>
                  </a:cubicBezTo>
                  <a:close/>
                  <a:moveTo>
                    <a:pt x="2533" y="0"/>
                  </a:moveTo>
                  <a:cubicBezTo>
                    <a:pt x="2472" y="0"/>
                    <a:pt x="2411" y="36"/>
                    <a:pt x="2379" y="86"/>
                  </a:cubicBezTo>
                  <a:cubicBezTo>
                    <a:pt x="1334" y="1737"/>
                    <a:pt x="817" y="3559"/>
                    <a:pt x="168" y="5386"/>
                  </a:cubicBezTo>
                  <a:cubicBezTo>
                    <a:pt x="159" y="5424"/>
                    <a:pt x="162" y="5464"/>
                    <a:pt x="182" y="5499"/>
                  </a:cubicBezTo>
                  <a:cubicBezTo>
                    <a:pt x="150" y="5545"/>
                    <a:pt x="116" y="5591"/>
                    <a:pt x="84" y="5638"/>
                  </a:cubicBezTo>
                  <a:cubicBezTo>
                    <a:pt x="1" y="5758"/>
                    <a:pt x="112" y="5868"/>
                    <a:pt x="227" y="5868"/>
                  </a:cubicBezTo>
                  <a:cubicBezTo>
                    <a:pt x="263" y="5868"/>
                    <a:pt x="301" y="5857"/>
                    <a:pt x="332" y="5831"/>
                  </a:cubicBezTo>
                  <a:cubicBezTo>
                    <a:pt x="352" y="5811"/>
                    <a:pt x="373" y="5791"/>
                    <a:pt x="396" y="5773"/>
                  </a:cubicBezTo>
                  <a:cubicBezTo>
                    <a:pt x="1100" y="6660"/>
                    <a:pt x="1230" y="7794"/>
                    <a:pt x="2163" y="8519"/>
                  </a:cubicBezTo>
                  <a:cubicBezTo>
                    <a:pt x="2165" y="8522"/>
                    <a:pt x="2630" y="8701"/>
                    <a:pt x="2902" y="8871"/>
                  </a:cubicBezTo>
                  <a:cubicBezTo>
                    <a:pt x="2850" y="8937"/>
                    <a:pt x="2795" y="9001"/>
                    <a:pt x="2746" y="9067"/>
                  </a:cubicBezTo>
                  <a:cubicBezTo>
                    <a:pt x="2644" y="9205"/>
                    <a:pt x="2778" y="9345"/>
                    <a:pt x="2917" y="9345"/>
                  </a:cubicBezTo>
                  <a:cubicBezTo>
                    <a:pt x="2947" y="9345"/>
                    <a:pt x="2978" y="9339"/>
                    <a:pt x="3006" y="9324"/>
                  </a:cubicBezTo>
                  <a:lnTo>
                    <a:pt x="3006" y="9324"/>
                  </a:lnTo>
                  <a:cubicBezTo>
                    <a:pt x="2780" y="9936"/>
                    <a:pt x="2538" y="10534"/>
                    <a:pt x="2368" y="11163"/>
                  </a:cubicBezTo>
                  <a:cubicBezTo>
                    <a:pt x="2368" y="11166"/>
                    <a:pt x="2368" y="11169"/>
                    <a:pt x="2368" y="11172"/>
                  </a:cubicBezTo>
                  <a:cubicBezTo>
                    <a:pt x="2313" y="11261"/>
                    <a:pt x="2255" y="11345"/>
                    <a:pt x="2203" y="11435"/>
                  </a:cubicBezTo>
                  <a:cubicBezTo>
                    <a:pt x="2131" y="11556"/>
                    <a:pt x="2194" y="11660"/>
                    <a:pt x="2290" y="11703"/>
                  </a:cubicBezTo>
                  <a:cubicBezTo>
                    <a:pt x="2262" y="12611"/>
                    <a:pt x="2964" y="12874"/>
                    <a:pt x="3791" y="12874"/>
                  </a:cubicBezTo>
                  <a:cubicBezTo>
                    <a:pt x="4174" y="12874"/>
                    <a:pt x="4584" y="12817"/>
                    <a:pt x="4960" y="12742"/>
                  </a:cubicBezTo>
                  <a:cubicBezTo>
                    <a:pt x="5070" y="12723"/>
                    <a:pt x="5028" y="12571"/>
                    <a:pt x="4930" y="12571"/>
                  </a:cubicBezTo>
                  <a:cubicBezTo>
                    <a:pt x="4925" y="12571"/>
                    <a:pt x="4919" y="12571"/>
                    <a:pt x="4914" y="12572"/>
                  </a:cubicBezTo>
                  <a:cubicBezTo>
                    <a:pt x="4663" y="12612"/>
                    <a:pt x="4441" y="12631"/>
                    <a:pt x="4245" y="12631"/>
                  </a:cubicBezTo>
                  <a:cubicBezTo>
                    <a:pt x="4016" y="12631"/>
                    <a:pt x="3821" y="12606"/>
                    <a:pt x="3655" y="12561"/>
                  </a:cubicBezTo>
                  <a:cubicBezTo>
                    <a:pt x="3670" y="12552"/>
                    <a:pt x="3690" y="12555"/>
                    <a:pt x="3704" y="12540"/>
                  </a:cubicBezTo>
                  <a:cubicBezTo>
                    <a:pt x="4163" y="12027"/>
                    <a:pt x="4643" y="11533"/>
                    <a:pt x="5133" y="11051"/>
                  </a:cubicBezTo>
                  <a:lnTo>
                    <a:pt x="5133" y="11051"/>
                  </a:lnTo>
                  <a:cubicBezTo>
                    <a:pt x="5032" y="11189"/>
                    <a:pt x="4928" y="11339"/>
                    <a:pt x="4787" y="11541"/>
                  </a:cubicBezTo>
                  <a:cubicBezTo>
                    <a:pt x="4680" y="11694"/>
                    <a:pt x="4823" y="11842"/>
                    <a:pt x="4971" y="11842"/>
                  </a:cubicBezTo>
                  <a:cubicBezTo>
                    <a:pt x="5019" y="11842"/>
                    <a:pt x="5067" y="11826"/>
                    <a:pt x="5107" y="11790"/>
                  </a:cubicBezTo>
                  <a:cubicBezTo>
                    <a:pt x="5844" y="11123"/>
                    <a:pt x="6461" y="10248"/>
                    <a:pt x="7244" y="9636"/>
                  </a:cubicBezTo>
                  <a:lnTo>
                    <a:pt x="7244" y="9636"/>
                  </a:lnTo>
                  <a:cubicBezTo>
                    <a:pt x="6889" y="10984"/>
                    <a:pt x="5408" y="12142"/>
                    <a:pt x="4062" y="12263"/>
                  </a:cubicBezTo>
                  <a:cubicBezTo>
                    <a:pt x="3843" y="12283"/>
                    <a:pt x="3837" y="12616"/>
                    <a:pt x="4044" y="12616"/>
                  </a:cubicBezTo>
                  <a:cubicBezTo>
                    <a:pt x="4050" y="12616"/>
                    <a:pt x="4056" y="12616"/>
                    <a:pt x="4062" y="12615"/>
                  </a:cubicBezTo>
                  <a:cubicBezTo>
                    <a:pt x="6305" y="12408"/>
                    <a:pt x="7662" y="10765"/>
                    <a:pt x="7472" y="8706"/>
                  </a:cubicBezTo>
                  <a:cubicBezTo>
                    <a:pt x="7518" y="8640"/>
                    <a:pt x="7570" y="8579"/>
                    <a:pt x="7616" y="8513"/>
                  </a:cubicBezTo>
                  <a:cubicBezTo>
                    <a:pt x="7713" y="8373"/>
                    <a:pt x="7574" y="8224"/>
                    <a:pt x="7433" y="8224"/>
                  </a:cubicBezTo>
                  <a:cubicBezTo>
                    <a:pt x="7414" y="8224"/>
                    <a:pt x="7395" y="8227"/>
                    <a:pt x="7377" y="8233"/>
                  </a:cubicBezTo>
                  <a:cubicBezTo>
                    <a:pt x="7348" y="8089"/>
                    <a:pt x="7336" y="7944"/>
                    <a:pt x="7290" y="7794"/>
                  </a:cubicBezTo>
                  <a:cubicBezTo>
                    <a:pt x="6866" y="6382"/>
                    <a:pt x="4986" y="5565"/>
                    <a:pt x="4406" y="4073"/>
                  </a:cubicBezTo>
                  <a:cubicBezTo>
                    <a:pt x="3846" y="2638"/>
                    <a:pt x="4097" y="1587"/>
                    <a:pt x="3237" y="597"/>
                  </a:cubicBezTo>
                  <a:cubicBezTo>
                    <a:pt x="3248" y="556"/>
                    <a:pt x="3265" y="519"/>
                    <a:pt x="3277" y="478"/>
                  </a:cubicBezTo>
                  <a:cubicBezTo>
                    <a:pt x="3311" y="364"/>
                    <a:pt x="3227" y="294"/>
                    <a:pt x="3136" y="294"/>
                  </a:cubicBezTo>
                  <a:cubicBezTo>
                    <a:pt x="3088" y="294"/>
                    <a:pt x="3038" y="314"/>
                    <a:pt x="3003" y="357"/>
                  </a:cubicBezTo>
                  <a:cubicBezTo>
                    <a:pt x="2879" y="236"/>
                    <a:pt x="2749" y="126"/>
                    <a:pt x="2613" y="25"/>
                  </a:cubicBezTo>
                  <a:cubicBezTo>
                    <a:pt x="2588" y="8"/>
                    <a:pt x="2561" y="0"/>
                    <a:pt x="253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43" name="Google Shape;8101;p80">
              <a:extLst>
                <a:ext uri="{FF2B5EF4-FFF2-40B4-BE49-F238E27FC236}">
                  <a16:creationId xmlns:a16="http://schemas.microsoft.com/office/drawing/2014/main" id="{9438E9EC-0E05-C17A-8B95-DD24370483C6}"/>
                </a:ext>
              </a:extLst>
            </p:cNvPr>
            <p:cNvSpPr/>
            <p:nvPr/>
          </p:nvSpPr>
          <p:spPr>
            <a:xfrm>
              <a:off x="3134800" y="2033550"/>
              <a:ext cx="230750" cy="177850"/>
            </a:xfrm>
            <a:custGeom>
              <a:avLst/>
              <a:gdLst/>
              <a:ahLst/>
              <a:cxnLst/>
              <a:rect l="l" t="t" r="r" b="b"/>
              <a:pathLst>
                <a:path w="9230" h="7114" extrusionOk="0">
                  <a:moveTo>
                    <a:pt x="3043" y="477"/>
                  </a:moveTo>
                  <a:lnTo>
                    <a:pt x="3043" y="477"/>
                  </a:lnTo>
                  <a:cubicBezTo>
                    <a:pt x="2523" y="1006"/>
                    <a:pt x="2033" y="1551"/>
                    <a:pt x="1571" y="2123"/>
                  </a:cubicBezTo>
                  <a:cubicBezTo>
                    <a:pt x="1776" y="1698"/>
                    <a:pt x="1983" y="1277"/>
                    <a:pt x="2177" y="850"/>
                  </a:cubicBezTo>
                  <a:cubicBezTo>
                    <a:pt x="2188" y="821"/>
                    <a:pt x="2191" y="790"/>
                    <a:pt x="2186" y="762"/>
                  </a:cubicBezTo>
                  <a:lnTo>
                    <a:pt x="2186" y="762"/>
                  </a:lnTo>
                  <a:cubicBezTo>
                    <a:pt x="2465" y="644"/>
                    <a:pt x="2750" y="549"/>
                    <a:pt x="3043" y="477"/>
                  </a:cubicBezTo>
                  <a:close/>
                  <a:moveTo>
                    <a:pt x="1718" y="982"/>
                  </a:moveTo>
                  <a:lnTo>
                    <a:pt x="1718" y="982"/>
                  </a:lnTo>
                  <a:cubicBezTo>
                    <a:pt x="1337" y="1338"/>
                    <a:pt x="996" y="1730"/>
                    <a:pt x="696" y="2157"/>
                  </a:cubicBezTo>
                  <a:cubicBezTo>
                    <a:pt x="693" y="2146"/>
                    <a:pt x="690" y="2132"/>
                    <a:pt x="687" y="2123"/>
                  </a:cubicBezTo>
                  <a:cubicBezTo>
                    <a:pt x="546" y="1522"/>
                    <a:pt x="1054" y="1329"/>
                    <a:pt x="1501" y="1084"/>
                  </a:cubicBezTo>
                  <a:cubicBezTo>
                    <a:pt x="1573" y="1046"/>
                    <a:pt x="1646" y="1020"/>
                    <a:pt x="1718" y="982"/>
                  </a:cubicBezTo>
                  <a:close/>
                  <a:moveTo>
                    <a:pt x="8338" y="1791"/>
                  </a:moveTo>
                  <a:cubicBezTo>
                    <a:pt x="8572" y="2215"/>
                    <a:pt x="8349" y="2631"/>
                    <a:pt x="7965" y="2983"/>
                  </a:cubicBezTo>
                  <a:lnTo>
                    <a:pt x="7965" y="2980"/>
                  </a:lnTo>
                  <a:cubicBezTo>
                    <a:pt x="7991" y="2911"/>
                    <a:pt x="7962" y="2833"/>
                    <a:pt x="7896" y="2796"/>
                  </a:cubicBezTo>
                  <a:cubicBezTo>
                    <a:pt x="8052" y="2466"/>
                    <a:pt x="8199" y="2129"/>
                    <a:pt x="8338" y="1791"/>
                  </a:cubicBezTo>
                  <a:close/>
                  <a:moveTo>
                    <a:pt x="1689" y="1185"/>
                  </a:moveTo>
                  <a:cubicBezTo>
                    <a:pt x="1733" y="1185"/>
                    <a:pt x="1695" y="1324"/>
                    <a:pt x="1510" y="1696"/>
                  </a:cubicBezTo>
                  <a:lnTo>
                    <a:pt x="863" y="3001"/>
                  </a:lnTo>
                  <a:cubicBezTo>
                    <a:pt x="829" y="2778"/>
                    <a:pt x="782" y="2559"/>
                    <a:pt x="733" y="2339"/>
                  </a:cubicBezTo>
                  <a:cubicBezTo>
                    <a:pt x="733" y="2336"/>
                    <a:pt x="736" y="2339"/>
                    <a:pt x="739" y="2334"/>
                  </a:cubicBezTo>
                  <a:lnTo>
                    <a:pt x="739" y="2334"/>
                  </a:lnTo>
                  <a:cubicBezTo>
                    <a:pt x="739" y="2334"/>
                    <a:pt x="738" y="2335"/>
                    <a:pt x="738" y="2335"/>
                  </a:cubicBezTo>
                  <a:cubicBezTo>
                    <a:pt x="737" y="2335"/>
                    <a:pt x="1559" y="1185"/>
                    <a:pt x="1689" y="1185"/>
                  </a:cubicBezTo>
                  <a:close/>
                  <a:moveTo>
                    <a:pt x="6886" y="809"/>
                  </a:moveTo>
                  <a:cubicBezTo>
                    <a:pt x="7226" y="942"/>
                    <a:pt x="7550" y="1107"/>
                    <a:pt x="7856" y="1306"/>
                  </a:cubicBezTo>
                  <a:cubicBezTo>
                    <a:pt x="7913" y="1340"/>
                    <a:pt x="7957" y="1378"/>
                    <a:pt x="8003" y="1418"/>
                  </a:cubicBezTo>
                  <a:cubicBezTo>
                    <a:pt x="7512" y="1961"/>
                    <a:pt x="7059" y="2530"/>
                    <a:pt x="6611" y="3107"/>
                  </a:cubicBezTo>
                  <a:cubicBezTo>
                    <a:pt x="6903" y="2631"/>
                    <a:pt x="7189" y="2155"/>
                    <a:pt x="7408" y="1638"/>
                  </a:cubicBezTo>
                  <a:cubicBezTo>
                    <a:pt x="7466" y="1502"/>
                    <a:pt x="7367" y="1360"/>
                    <a:pt x="7247" y="1360"/>
                  </a:cubicBezTo>
                  <a:cubicBezTo>
                    <a:pt x="7206" y="1360"/>
                    <a:pt x="7163" y="1377"/>
                    <a:pt x="7122" y="1416"/>
                  </a:cubicBezTo>
                  <a:cubicBezTo>
                    <a:pt x="6793" y="1736"/>
                    <a:pt x="6487" y="2074"/>
                    <a:pt x="6190" y="2414"/>
                  </a:cubicBezTo>
                  <a:cubicBezTo>
                    <a:pt x="6441" y="1898"/>
                    <a:pt x="6675" y="1375"/>
                    <a:pt x="6886" y="838"/>
                  </a:cubicBezTo>
                  <a:cubicBezTo>
                    <a:pt x="6888" y="827"/>
                    <a:pt x="6883" y="821"/>
                    <a:pt x="6886" y="809"/>
                  </a:cubicBezTo>
                  <a:close/>
                  <a:moveTo>
                    <a:pt x="4273" y="336"/>
                  </a:moveTo>
                  <a:lnTo>
                    <a:pt x="4273" y="339"/>
                  </a:lnTo>
                  <a:cubicBezTo>
                    <a:pt x="4258" y="344"/>
                    <a:pt x="4241" y="344"/>
                    <a:pt x="4230" y="356"/>
                  </a:cubicBezTo>
                  <a:cubicBezTo>
                    <a:pt x="3274" y="1286"/>
                    <a:pt x="2564" y="2394"/>
                    <a:pt x="1744" y="3436"/>
                  </a:cubicBezTo>
                  <a:cubicBezTo>
                    <a:pt x="2434" y="2559"/>
                    <a:pt x="2979" y="1554"/>
                    <a:pt x="3410" y="509"/>
                  </a:cubicBezTo>
                  <a:cubicBezTo>
                    <a:pt x="3421" y="477"/>
                    <a:pt x="3421" y="446"/>
                    <a:pt x="3410" y="417"/>
                  </a:cubicBezTo>
                  <a:cubicBezTo>
                    <a:pt x="3693" y="368"/>
                    <a:pt x="3984" y="342"/>
                    <a:pt x="4273" y="336"/>
                  </a:cubicBezTo>
                  <a:close/>
                  <a:moveTo>
                    <a:pt x="3005" y="935"/>
                  </a:moveTo>
                  <a:cubicBezTo>
                    <a:pt x="3014" y="935"/>
                    <a:pt x="2926" y="1043"/>
                    <a:pt x="2740" y="1260"/>
                  </a:cubicBezTo>
                  <a:cubicBezTo>
                    <a:pt x="2318" y="2123"/>
                    <a:pt x="1796" y="2917"/>
                    <a:pt x="1423" y="3803"/>
                  </a:cubicBezTo>
                  <a:cubicBezTo>
                    <a:pt x="1348" y="3685"/>
                    <a:pt x="1233" y="3465"/>
                    <a:pt x="1094" y="3292"/>
                  </a:cubicBezTo>
                  <a:lnTo>
                    <a:pt x="1091" y="3292"/>
                  </a:lnTo>
                  <a:cubicBezTo>
                    <a:pt x="1348" y="2865"/>
                    <a:pt x="1637" y="2455"/>
                    <a:pt x="1952" y="2065"/>
                  </a:cubicBezTo>
                  <a:cubicBezTo>
                    <a:pt x="2174" y="1802"/>
                    <a:pt x="2405" y="1548"/>
                    <a:pt x="2645" y="1303"/>
                  </a:cubicBezTo>
                  <a:cubicBezTo>
                    <a:pt x="2875" y="1057"/>
                    <a:pt x="2996" y="935"/>
                    <a:pt x="3005" y="935"/>
                  </a:cubicBezTo>
                  <a:close/>
                  <a:moveTo>
                    <a:pt x="4691" y="332"/>
                  </a:moveTo>
                  <a:cubicBezTo>
                    <a:pt x="4738" y="332"/>
                    <a:pt x="4785" y="333"/>
                    <a:pt x="4833" y="336"/>
                  </a:cubicBezTo>
                  <a:lnTo>
                    <a:pt x="4833" y="339"/>
                  </a:lnTo>
                  <a:cubicBezTo>
                    <a:pt x="5422" y="379"/>
                    <a:pt x="6005" y="495"/>
                    <a:pt x="6562" y="685"/>
                  </a:cubicBezTo>
                  <a:cubicBezTo>
                    <a:pt x="5584" y="1675"/>
                    <a:pt x="4665" y="2706"/>
                    <a:pt x="3831" y="3803"/>
                  </a:cubicBezTo>
                  <a:cubicBezTo>
                    <a:pt x="4414" y="2758"/>
                    <a:pt x="5029" y="1730"/>
                    <a:pt x="5560" y="656"/>
                  </a:cubicBezTo>
                  <a:cubicBezTo>
                    <a:pt x="5619" y="538"/>
                    <a:pt x="5523" y="410"/>
                    <a:pt x="5414" y="410"/>
                  </a:cubicBezTo>
                  <a:cubicBezTo>
                    <a:pt x="5377" y="410"/>
                    <a:pt x="5338" y="425"/>
                    <a:pt x="5303" y="460"/>
                  </a:cubicBezTo>
                  <a:cubicBezTo>
                    <a:pt x="4622" y="1164"/>
                    <a:pt x="3984" y="1909"/>
                    <a:pt x="3395" y="2689"/>
                  </a:cubicBezTo>
                  <a:cubicBezTo>
                    <a:pt x="3776" y="1984"/>
                    <a:pt x="4146" y="1277"/>
                    <a:pt x="4478" y="547"/>
                  </a:cubicBezTo>
                  <a:cubicBezTo>
                    <a:pt x="4512" y="471"/>
                    <a:pt x="4484" y="382"/>
                    <a:pt x="4414" y="336"/>
                  </a:cubicBezTo>
                  <a:cubicBezTo>
                    <a:pt x="4507" y="336"/>
                    <a:pt x="4598" y="332"/>
                    <a:pt x="4691" y="332"/>
                  </a:cubicBezTo>
                  <a:close/>
                  <a:moveTo>
                    <a:pt x="3736" y="1352"/>
                  </a:moveTo>
                  <a:lnTo>
                    <a:pt x="3736" y="1352"/>
                  </a:lnTo>
                  <a:cubicBezTo>
                    <a:pt x="3170" y="2472"/>
                    <a:pt x="2546" y="3558"/>
                    <a:pt x="1960" y="4666"/>
                  </a:cubicBezTo>
                  <a:cubicBezTo>
                    <a:pt x="1836" y="4461"/>
                    <a:pt x="1709" y="4259"/>
                    <a:pt x="1582" y="4057"/>
                  </a:cubicBezTo>
                  <a:lnTo>
                    <a:pt x="1579" y="4057"/>
                  </a:lnTo>
                  <a:cubicBezTo>
                    <a:pt x="1605" y="4054"/>
                    <a:pt x="1628" y="4043"/>
                    <a:pt x="1646" y="4023"/>
                  </a:cubicBezTo>
                  <a:cubicBezTo>
                    <a:pt x="2382" y="3162"/>
                    <a:pt x="3008" y="2215"/>
                    <a:pt x="3736" y="1352"/>
                  </a:cubicBezTo>
                  <a:close/>
                  <a:moveTo>
                    <a:pt x="4671" y="1638"/>
                  </a:moveTo>
                  <a:cubicBezTo>
                    <a:pt x="3947" y="2951"/>
                    <a:pt x="3161" y="4230"/>
                    <a:pt x="2544" y="5599"/>
                  </a:cubicBezTo>
                  <a:cubicBezTo>
                    <a:pt x="2416" y="5397"/>
                    <a:pt x="2289" y="5195"/>
                    <a:pt x="2165" y="4990"/>
                  </a:cubicBezTo>
                  <a:lnTo>
                    <a:pt x="2162" y="4993"/>
                  </a:lnTo>
                  <a:cubicBezTo>
                    <a:pt x="2933" y="3820"/>
                    <a:pt x="3756" y="2692"/>
                    <a:pt x="4671" y="1638"/>
                  </a:cubicBezTo>
                  <a:close/>
                  <a:moveTo>
                    <a:pt x="6453" y="2660"/>
                  </a:moveTo>
                  <a:lnTo>
                    <a:pt x="6453" y="2660"/>
                  </a:lnTo>
                  <a:cubicBezTo>
                    <a:pt x="6034" y="3358"/>
                    <a:pt x="5581" y="4034"/>
                    <a:pt x="5260" y="4790"/>
                  </a:cubicBezTo>
                  <a:cubicBezTo>
                    <a:pt x="5243" y="4831"/>
                    <a:pt x="5240" y="4877"/>
                    <a:pt x="5252" y="4923"/>
                  </a:cubicBezTo>
                  <a:cubicBezTo>
                    <a:pt x="5047" y="5076"/>
                    <a:pt x="4856" y="5247"/>
                    <a:pt x="4680" y="5434"/>
                  </a:cubicBezTo>
                  <a:lnTo>
                    <a:pt x="4677" y="5434"/>
                  </a:lnTo>
                  <a:cubicBezTo>
                    <a:pt x="4486" y="5636"/>
                    <a:pt x="4307" y="5867"/>
                    <a:pt x="4111" y="6072"/>
                  </a:cubicBezTo>
                  <a:cubicBezTo>
                    <a:pt x="4498" y="5440"/>
                    <a:pt x="4882" y="4808"/>
                    <a:pt x="5249" y="4164"/>
                  </a:cubicBezTo>
                  <a:cubicBezTo>
                    <a:pt x="5624" y="3641"/>
                    <a:pt x="6025" y="3139"/>
                    <a:pt x="6453" y="2660"/>
                  </a:cubicBezTo>
                  <a:close/>
                  <a:moveTo>
                    <a:pt x="6129" y="1661"/>
                  </a:moveTo>
                  <a:lnTo>
                    <a:pt x="6129" y="1661"/>
                  </a:lnTo>
                  <a:cubicBezTo>
                    <a:pt x="5780" y="2429"/>
                    <a:pt x="5399" y="3182"/>
                    <a:pt x="4980" y="3916"/>
                  </a:cubicBezTo>
                  <a:cubicBezTo>
                    <a:pt x="4383" y="4764"/>
                    <a:pt x="3843" y="5648"/>
                    <a:pt x="3363" y="6569"/>
                  </a:cubicBezTo>
                  <a:cubicBezTo>
                    <a:pt x="3356" y="6570"/>
                    <a:pt x="3348" y="6570"/>
                    <a:pt x="3341" y="6570"/>
                  </a:cubicBezTo>
                  <a:cubicBezTo>
                    <a:pt x="3092" y="6570"/>
                    <a:pt x="2906" y="6204"/>
                    <a:pt x="2777" y="5977"/>
                  </a:cubicBezTo>
                  <a:lnTo>
                    <a:pt x="2774" y="5977"/>
                  </a:lnTo>
                  <a:cubicBezTo>
                    <a:pt x="3716" y="4395"/>
                    <a:pt x="4870" y="2989"/>
                    <a:pt x="6129" y="1661"/>
                  </a:cubicBezTo>
                  <a:close/>
                  <a:moveTo>
                    <a:pt x="4351" y="0"/>
                  </a:moveTo>
                  <a:cubicBezTo>
                    <a:pt x="3302" y="0"/>
                    <a:pt x="2322" y="273"/>
                    <a:pt x="1325" y="783"/>
                  </a:cubicBezTo>
                  <a:cubicBezTo>
                    <a:pt x="0" y="1462"/>
                    <a:pt x="364" y="1984"/>
                    <a:pt x="554" y="3289"/>
                  </a:cubicBezTo>
                  <a:cubicBezTo>
                    <a:pt x="563" y="3347"/>
                    <a:pt x="609" y="3393"/>
                    <a:pt x="667" y="3405"/>
                  </a:cubicBezTo>
                  <a:cubicBezTo>
                    <a:pt x="629" y="3480"/>
                    <a:pt x="589" y="3552"/>
                    <a:pt x="554" y="3630"/>
                  </a:cubicBezTo>
                  <a:cubicBezTo>
                    <a:pt x="503" y="3742"/>
                    <a:pt x="597" y="3844"/>
                    <a:pt x="690" y="3844"/>
                  </a:cubicBezTo>
                  <a:cubicBezTo>
                    <a:pt x="731" y="3844"/>
                    <a:pt x="772" y="3823"/>
                    <a:pt x="800" y="3774"/>
                  </a:cubicBezTo>
                  <a:cubicBezTo>
                    <a:pt x="826" y="3728"/>
                    <a:pt x="852" y="3688"/>
                    <a:pt x="878" y="3641"/>
                  </a:cubicBezTo>
                  <a:cubicBezTo>
                    <a:pt x="959" y="3757"/>
                    <a:pt x="1037" y="3875"/>
                    <a:pt x="1114" y="3994"/>
                  </a:cubicBezTo>
                  <a:cubicBezTo>
                    <a:pt x="1354" y="4366"/>
                    <a:pt x="1585" y="4744"/>
                    <a:pt x="1819" y="5122"/>
                  </a:cubicBezTo>
                  <a:cubicBezTo>
                    <a:pt x="1998" y="5411"/>
                    <a:pt x="2171" y="5709"/>
                    <a:pt x="2353" y="6000"/>
                  </a:cubicBezTo>
                  <a:cubicBezTo>
                    <a:pt x="2350" y="6009"/>
                    <a:pt x="2344" y="6017"/>
                    <a:pt x="2341" y="6026"/>
                  </a:cubicBezTo>
                  <a:cubicBezTo>
                    <a:pt x="2290" y="6148"/>
                    <a:pt x="2401" y="6234"/>
                    <a:pt x="2512" y="6234"/>
                  </a:cubicBezTo>
                  <a:cubicBezTo>
                    <a:pt x="2514" y="6234"/>
                    <a:pt x="2516" y="6234"/>
                    <a:pt x="2518" y="6234"/>
                  </a:cubicBezTo>
                  <a:cubicBezTo>
                    <a:pt x="2645" y="6436"/>
                    <a:pt x="2786" y="6632"/>
                    <a:pt x="2936" y="6817"/>
                  </a:cubicBezTo>
                  <a:cubicBezTo>
                    <a:pt x="3005" y="6901"/>
                    <a:pt x="3101" y="6933"/>
                    <a:pt x="3205" y="6941"/>
                  </a:cubicBezTo>
                  <a:cubicBezTo>
                    <a:pt x="3214" y="7039"/>
                    <a:pt x="3299" y="7113"/>
                    <a:pt x="3386" y="7113"/>
                  </a:cubicBezTo>
                  <a:cubicBezTo>
                    <a:pt x="3438" y="7113"/>
                    <a:pt x="3490" y="7087"/>
                    <a:pt x="3528" y="7025"/>
                  </a:cubicBezTo>
                  <a:cubicBezTo>
                    <a:pt x="3563" y="6970"/>
                    <a:pt x="3597" y="6912"/>
                    <a:pt x="3632" y="6858"/>
                  </a:cubicBezTo>
                  <a:cubicBezTo>
                    <a:pt x="3742" y="6811"/>
                    <a:pt x="3846" y="6754"/>
                    <a:pt x="3941" y="6681"/>
                  </a:cubicBezTo>
                  <a:cubicBezTo>
                    <a:pt x="4518" y="6196"/>
                    <a:pt x="4934" y="5486"/>
                    <a:pt x="5523" y="5030"/>
                  </a:cubicBezTo>
                  <a:cubicBezTo>
                    <a:pt x="5532" y="5024"/>
                    <a:pt x="5540" y="5027"/>
                    <a:pt x="5549" y="5016"/>
                  </a:cubicBezTo>
                  <a:cubicBezTo>
                    <a:pt x="5555" y="5007"/>
                    <a:pt x="5558" y="5004"/>
                    <a:pt x="5563" y="4998"/>
                  </a:cubicBezTo>
                  <a:cubicBezTo>
                    <a:pt x="5817" y="4811"/>
                    <a:pt x="6095" y="4666"/>
                    <a:pt x="6441" y="4611"/>
                  </a:cubicBezTo>
                  <a:cubicBezTo>
                    <a:pt x="6504" y="4603"/>
                    <a:pt x="6488" y="4502"/>
                    <a:pt x="6426" y="4502"/>
                  </a:cubicBezTo>
                  <a:cubicBezTo>
                    <a:pt x="6425" y="4502"/>
                    <a:pt x="6425" y="4502"/>
                    <a:pt x="6424" y="4502"/>
                  </a:cubicBezTo>
                  <a:cubicBezTo>
                    <a:pt x="6250" y="4502"/>
                    <a:pt x="6077" y="4528"/>
                    <a:pt x="5913" y="4577"/>
                  </a:cubicBezTo>
                  <a:cubicBezTo>
                    <a:pt x="6528" y="3826"/>
                    <a:pt x="7102" y="3047"/>
                    <a:pt x="7723" y="2302"/>
                  </a:cubicBezTo>
                  <a:lnTo>
                    <a:pt x="7723" y="2302"/>
                  </a:lnTo>
                  <a:cubicBezTo>
                    <a:pt x="7590" y="2593"/>
                    <a:pt x="7449" y="2882"/>
                    <a:pt x="7304" y="3177"/>
                  </a:cubicBezTo>
                  <a:cubicBezTo>
                    <a:pt x="7252" y="3263"/>
                    <a:pt x="7284" y="3373"/>
                    <a:pt x="7373" y="3422"/>
                  </a:cubicBezTo>
                  <a:cubicBezTo>
                    <a:pt x="7177" y="3537"/>
                    <a:pt x="6975" y="3644"/>
                    <a:pt x="6767" y="3740"/>
                  </a:cubicBezTo>
                  <a:cubicBezTo>
                    <a:pt x="6577" y="3825"/>
                    <a:pt x="6695" y="4082"/>
                    <a:pt x="6874" y="4082"/>
                  </a:cubicBezTo>
                  <a:cubicBezTo>
                    <a:pt x="6901" y="4082"/>
                    <a:pt x="6929" y="4076"/>
                    <a:pt x="6958" y="4063"/>
                  </a:cubicBezTo>
                  <a:cubicBezTo>
                    <a:pt x="7694" y="3711"/>
                    <a:pt x="9230" y="2908"/>
                    <a:pt x="8710" y="1825"/>
                  </a:cubicBezTo>
                  <a:cubicBezTo>
                    <a:pt x="8647" y="1693"/>
                    <a:pt x="8569" y="1569"/>
                    <a:pt x="8476" y="1456"/>
                  </a:cubicBezTo>
                  <a:cubicBezTo>
                    <a:pt x="8488" y="1430"/>
                    <a:pt x="8499" y="1404"/>
                    <a:pt x="8508" y="1378"/>
                  </a:cubicBezTo>
                  <a:cubicBezTo>
                    <a:pt x="8556" y="1251"/>
                    <a:pt x="8442" y="1151"/>
                    <a:pt x="8327" y="1151"/>
                  </a:cubicBezTo>
                  <a:cubicBezTo>
                    <a:pt x="8288" y="1151"/>
                    <a:pt x="8249" y="1162"/>
                    <a:pt x="8216" y="1187"/>
                  </a:cubicBezTo>
                  <a:cubicBezTo>
                    <a:pt x="7532" y="573"/>
                    <a:pt x="6467" y="292"/>
                    <a:pt x="5636" y="131"/>
                  </a:cubicBezTo>
                  <a:cubicBezTo>
                    <a:pt x="5193" y="43"/>
                    <a:pt x="4766" y="0"/>
                    <a:pt x="435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44" name="Google Shape;8102;p80">
              <a:extLst>
                <a:ext uri="{FF2B5EF4-FFF2-40B4-BE49-F238E27FC236}">
                  <a16:creationId xmlns:a16="http://schemas.microsoft.com/office/drawing/2014/main" id="{3BFE3928-CD15-E7E9-07E6-960044EB49E5}"/>
                </a:ext>
              </a:extLst>
            </p:cNvPr>
            <p:cNvSpPr/>
            <p:nvPr/>
          </p:nvSpPr>
          <p:spPr>
            <a:xfrm>
              <a:off x="3451425" y="1868325"/>
              <a:ext cx="900375" cy="1164925"/>
            </a:xfrm>
            <a:custGeom>
              <a:avLst/>
              <a:gdLst/>
              <a:ahLst/>
              <a:cxnLst/>
              <a:rect l="l" t="t" r="r" b="b"/>
              <a:pathLst>
                <a:path w="36015" h="46597" extrusionOk="0">
                  <a:moveTo>
                    <a:pt x="3990" y="38947"/>
                  </a:moveTo>
                  <a:lnTo>
                    <a:pt x="3990" y="38947"/>
                  </a:lnTo>
                  <a:cubicBezTo>
                    <a:pt x="3280" y="39727"/>
                    <a:pt x="3499" y="39473"/>
                    <a:pt x="2642" y="40625"/>
                  </a:cubicBezTo>
                  <a:cubicBezTo>
                    <a:pt x="2186" y="41240"/>
                    <a:pt x="1938" y="41502"/>
                    <a:pt x="1819" y="41557"/>
                  </a:cubicBezTo>
                  <a:cubicBezTo>
                    <a:pt x="2379" y="40838"/>
                    <a:pt x="2873" y="40067"/>
                    <a:pt x="3292" y="39256"/>
                  </a:cubicBezTo>
                  <a:cubicBezTo>
                    <a:pt x="3520" y="39138"/>
                    <a:pt x="3751" y="39037"/>
                    <a:pt x="3990" y="38947"/>
                  </a:cubicBezTo>
                  <a:close/>
                  <a:moveTo>
                    <a:pt x="2882" y="40864"/>
                  </a:moveTo>
                  <a:cubicBezTo>
                    <a:pt x="2815" y="40968"/>
                    <a:pt x="2749" y="41066"/>
                    <a:pt x="2668" y="41188"/>
                  </a:cubicBezTo>
                  <a:cubicBezTo>
                    <a:pt x="2013" y="42186"/>
                    <a:pt x="1375" y="43180"/>
                    <a:pt x="760" y="44196"/>
                  </a:cubicBezTo>
                  <a:cubicBezTo>
                    <a:pt x="647" y="43875"/>
                    <a:pt x="586" y="43538"/>
                    <a:pt x="584" y="43197"/>
                  </a:cubicBezTo>
                  <a:cubicBezTo>
                    <a:pt x="1513" y="42524"/>
                    <a:pt x="2163" y="41811"/>
                    <a:pt x="2882" y="40864"/>
                  </a:cubicBezTo>
                  <a:close/>
                  <a:moveTo>
                    <a:pt x="4595" y="40283"/>
                  </a:moveTo>
                  <a:cubicBezTo>
                    <a:pt x="3392" y="41799"/>
                    <a:pt x="2445" y="43674"/>
                    <a:pt x="1496" y="45391"/>
                  </a:cubicBezTo>
                  <a:cubicBezTo>
                    <a:pt x="1300" y="45195"/>
                    <a:pt x="1129" y="44970"/>
                    <a:pt x="991" y="44727"/>
                  </a:cubicBezTo>
                  <a:cubicBezTo>
                    <a:pt x="2271" y="43297"/>
                    <a:pt x="3387" y="41802"/>
                    <a:pt x="4595" y="40283"/>
                  </a:cubicBezTo>
                  <a:close/>
                  <a:moveTo>
                    <a:pt x="35747" y="0"/>
                  </a:moveTo>
                  <a:cubicBezTo>
                    <a:pt x="35706" y="0"/>
                    <a:pt x="35664" y="15"/>
                    <a:pt x="35626" y="51"/>
                  </a:cubicBezTo>
                  <a:cubicBezTo>
                    <a:pt x="32162" y="3264"/>
                    <a:pt x="29569" y="7580"/>
                    <a:pt x="26595" y="11255"/>
                  </a:cubicBezTo>
                  <a:cubicBezTo>
                    <a:pt x="23322" y="15300"/>
                    <a:pt x="20025" y="19318"/>
                    <a:pt x="17037" y="23583"/>
                  </a:cubicBezTo>
                  <a:cubicBezTo>
                    <a:pt x="13936" y="28005"/>
                    <a:pt x="11159" y="32651"/>
                    <a:pt x="8127" y="37123"/>
                  </a:cubicBezTo>
                  <a:cubicBezTo>
                    <a:pt x="6337" y="39753"/>
                    <a:pt x="4397" y="42279"/>
                    <a:pt x="2316" y="44687"/>
                  </a:cubicBezTo>
                  <a:cubicBezTo>
                    <a:pt x="3667" y="43119"/>
                    <a:pt x="4660" y="40844"/>
                    <a:pt x="5731" y="39066"/>
                  </a:cubicBezTo>
                  <a:cubicBezTo>
                    <a:pt x="5809" y="38936"/>
                    <a:pt x="5692" y="38796"/>
                    <a:pt x="5571" y="38796"/>
                  </a:cubicBezTo>
                  <a:cubicBezTo>
                    <a:pt x="5530" y="38796"/>
                    <a:pt x="5489" y="38812"/>
                    <a:pt x="5454" y="38849"/>
                  </a:cubicBezTo>
                  <a:cubicBezTo>
                    <a:pt x="3962" y="40433"/>
                    <a:pt x="2736" y="42118"/>
                    <a:pt x="1377" y="43823"/>
                  </a:cubicBezTo>
                  <a:lnTo>
                    <a:pt x="1377" y="43823"/>
                  </a:lnTo>
                  <a:cubicBezTo>
                    <a:pt x="2375" y="42570"/>
                    <a:pt x="3584" y="40456"/>
                    <a:pt x="4539" y="38846"/>
                  </a:cubicBezTo>
                  <a:cubicBezTo>
                    <a:pt x="4550" y="38820"/>
                    <a:pt x="4556" y="38791"/>
                    <a:pt x="4550" y="38762"/>
                  </a:cubicBezTo>
                  <a:cubicBezTo>
                    <a:pt x="5015" y="38637"/>
                    <a:pt x="5487" y="38568"/>
                    <a:pt x="5948" y="38568"/>
                  </a:cubicBezTo>
                  <a:cubicBezTo>
                    <a:pt x="6189" y="38568"/>
                    <a:pt x="6428" y="38587"/>
                    <a:pt x="6661" y="38627"/>
                  </a:cubicBezTo>
                  <a:cubicBezTo>
                    <a:pt x="6666" y="38628"/>
                    <a:pt x="6672" y="38628"/>
                    <a:pt x="6677" y="38628"/>
                  </a:cubicBezTo>
                  <a:cubicBezTo>
                    <a:pt x="6769" y="38628"/>
                    <a:pt x="6805" y="38490"/>
                    <a:pt x="6704" y="38465"/>
                  </a:cubicBezTo>
                  <a:cubicBezTo>
                    <a:pt x="6387" y="38393"/>
                    <a:pt x="6066" y="38359"/>
                    <a:pt x="5747" y="38359"/>
                  </a:cubicBezTo>
                  <a:cubicBezTo>
                    <a:pt x="4963" y="38359"/>
                    <a:pt x="4185" y="38564"/>
                    <a:pt x="3471" y="38913"/>
                  </a:cubicBezTo>
                  <a:cubicBezTo>
                    <a:pt x="3502" y="38852"/>
                    <a:pt x="3534" y="38797"/>
                    <a:pt x="3566" y="38734"/>
                  </a:cubicBezTo>
                  <a:cubicBezTo>
                    <a:pt x="3626" y="38609"/>
                    <a:pt x="3531" y="38486"/>
                    <a:pt x="3419" y="38486"/>
                  </a:cubicBezTo>
                  <a:cubicBezTo>
                    <a:pt x="3380" y="38486"/>
                    <a:pt x="3340" y="38500"/>
                    <a:pt x="3303" y="38534"/>
                  </a:cubicBezTo>
                  <a:cubicBezTo>
                    <a:pt x="3098" y="38725"/>
                    <a:pt x="2905" y="38913"/>
                    <a:pt x="2720" y="39097"/>
                  </a:cubicBezTo>
                  <a:cubicBezTo>
                    <a:pt x="2724" y="39000"/>
                    <a:pt x="2648" y="38905"/>
                    <a:pt x="2556" y="38905"/>
                  </a:cubicBezTo>
                  <a:cubicBezTo>
                    <a:pt x="2529" y="38905"/>
                    <a:pt x="2500" y="38914"/>
                    <a:pt x="2472" y="38933"/>
                  </a:cubicBezTo>
                  <a:cubicBezTo>
                    <a:pt x="2423" y="38970"/>
                    <a:pt x="2379" y="39011"/>
                    <a:pt x="2333" y="39045"/>
                  </a:cubicBezTo>
                  <a:cubicBezTo>
                    <a:pt x="2302" y="39023"/>
                    <a:pt x="2265" y="39012"/>
                    <a:pt x="2229" y="39012"/>
                  </a:cubicBezTo>
                  <a:cubicBezTo>
                    <a:pt x="2185" y="39012"/>
                    <a:pt x="2141" y="39028"/>
                    <a:pt x="2108" y="39060"/>
                  </a:cubicBezTo>
                  <a:cubicBezTo>
                    <a:pt x="1519" y="39626"/>
                    <a:pt x="910" y="40166"/>
                    <a:pt x="275" y="40679"/>
                  </a:cubicBezTo>
                  <a:cubicBezTo>
                    <a:pt x="146" y="40789"/>
                    <a:pt x="265" y="40992"/>
                    <a:pt x="405" y="40992"/>
                  </a:cubicBezTo>
                  <a:cubicBezTo>
                    <a:pt x="435" y="40992"/>
                    <a:pt x="465" y="40983"/>
                    <a:pt x="494" y="40962"/>
                  </a:cubicBezTo>
                  <a:cubicBezTo>
                    <a:pt x="737" y="40792"/>
                    <a:pt x="985" y="40633"/>
                    <a:pt x="1242" y="40489"/>
                  </a:cubicBezTo>
                  <a:lnTo>
                    <a:pt x="1242" y="40489"/>
                  </a:lnTo>
                  <a:cubicBezTo>
                    <a:pt x="1167" y="40662"/>
                    <a:pt x="1100" y="40841"/>
                    <a:pt x="1040" y="41026"/>
                  </a:cubicBezTo>
                  <a:cubicBezTo>
                    <a:pt x="702" y="41531"/>
                    <a:pt x="462" y="42068"/>
                    <a:pt x="344" y="42614"/>
                  </a:cubicBezTo>
                  <a:cubicBezTo>
                    <a:pt x="234" y="42801"/>
                    <a:pt x="133" y="42998"/>
                    <a:pt x="47" y="43200"/>
                  </a:cubicBezTo>
                  <a:cubicBezTo>
                    <a:pt x="0" y="43309"/>
                    <a:pt x="73" y="43453"/>
                    <a:pt x="183" y="43453"/>
                  </a:cubicBezTo>
                  <a:cubicBezTo>
                    <a:pt x="210" y="43453"/>
                    <a:pt x="239" y="43445"/>
                    <a:pt x="269" y="43425"/>
                  </a:cubicBezTo>
                  <a:cubicBezTo>
                    <a:pt x="278" y="43821"/>
                    <a:pt x="367" y="44207"/>
                    <a:pt x="532" y="44568"/>
                  </a:cubicBezTo>
                  <a:cubicBezTo>
                    <a:pt x="439" y="44721"/>
                    <a:pt x="341" y="44871"/>
                    <a:pt x="252" y="45027"/>
                  </a:cubicBezTo>
                  <a:cubicBezTo>
                    <a:pt x="178" y="45157"/>
                    <a:pt x="292" y="45294"/>
                    <a:pt x="412" y="45294"/>
                  </a:cubicBezTo>
                  <a:cubicBezTo>
                    <a:pt x="452" y="45294"/>
                    <a:pt x="494" y="45278"/>
                    <a:pt x="529" y="45241"/>
                  </a:cubicBezTo>
                  <a:cubicBezTo>
                    <a:pt x="610" y="45154"/>
                    <a:pt x="682" y="45065"/>
                    <a:pt x="763" y="44978"/>
                  </a:cubicBezTo>
                  <a:cubicBezTo>
                    <a:pt x="930" y="45224"/>
                    <a:pt x="1129" y="45449"/>
                    <a:pt x="1354" y="45642"/>
                  </a:cubicBezTo>
                  <a:cubicBezTo>
                    <a:pt x="1308" y="45723"/>
                    <a:pt x="1265" y="45807"/>
                    <a:pt x="1219" y="45888"/>
                  </a:cubicBezTo>
                  <a:cubicBezTo>
                    <a:pt x="1145" y="46017"/>
                    <a:pt x="1260" y="46159"/>
                    <a:pt x="1382" y="46159"/>
                  </a:cubicBezTo>
                  <a:cubicBezTo>
                    <a:pt x="1424" y="46159"/>
                    <a:pt x="1466" y="46143"/>
                    <a:pt x="1502" y="46104"/>
                  </a:cubicBezTo>
                  <a:cubicBezTo>
                    <a:pt x="1562" y="46038"/>
                    <a:pt x="1617" y="45968"/>
                    <a:pt x="1678" y="45899"/>
                  </a:cubicBezTo>
                  <a:cubicBezTo>
                    <a:pt x="1917" y="46072"/>
                    <a:pt x="2171" y="46225"/>
                    <a:pt x="2437" y="46355"/>
                  </a:cubicBezTo>
                  <a:cubicBezTo>
                    <a:pt x="2789" y="46528"/>
                    <a:pt x="3170" y="46596"/>
                    <a:pt x="3559" y="46596"/>
                  </a:cubicBezTo>
                  <a:cubicBezTo>
                    <a:pt x="4390" y="46596"/>
                    <a:pt x="5261" y="46284"/>
                    <a:pt x="5976" y="46003"/>
                  </a:cubicBezTo>
                  <a:cubicBezTo>
                    <a:pt x="6609" y="45755"/>
                    <a:pt x="8684" y="44049"/>
                    <a:pt x="9556" y="44049"/>
                  </a:cubicBezTo>
                  <a:cubicBezTo>
                    <a:pt x="9639" y="44049"/>
                    <a:pt x="9711" y="44064"/>
                    <a:pt x="9770" y="44098"/>
                  </a:cubicBezTo>
                  <a:cubicBezTo>
                    <a:pt x="9951" y="44202"/>
                    <a:pt x="10133" y="44253"/>
                    <a:pt x="10306" y="44253"/>
                  </a:cubicBezTo>
                  <a:cubicBezTo>
                    <a:pt x="10433" y="44253"/>
                    <a:pt x="10555" y="44225"/>
                    <a:pt x="10668" y="44173"/>
                  </a:cubicBezTo>
                  <a:cubicBezTo>
                    <a:pt x="10281" y="44069"/>
                    <a:pt x="9727" y="43642"/>
                    <a:pt x="9574" y="43642"/>
                  </a:cubicBezTo>
                  <a:cubicBezTo>
                    <a:pt x="8843" y="43642"/>
                    <a:pt x="8199" y="44430"/>
                    <a:pt x="7596" y="44808"/>
                  </a:cubicBezTo>
                  <a:cubicBezTo>
                    <a:pt x="6410" y="45547"/>
                    <a:pt x="5090" y="46127"/>
                    <a:pt x="3687" y="46248"/>
                  </a:cubicBezTo>
                  <a:cubicBezTo>
                    <a:pt x="3612" y="46255"/>
                    <a:pt x="3537" y="46258"/>
                    <a:pt x="3464" y="46258"/>
                  </a:cubicBezTo>
                  <a:cubicBezTo>
                    <a:pt x="2847" y="46258"/>
                    <a:pt x="2296" y="46046"/>
                    <a:pt x="1842" y="45709"/>
                  </a:cubicBezTo>
                  <a:cubicBezTo>
                    <a:pt x="7504" y="39418"/>
                    <a:pt x="11774" y="32119"/>
                    <a:pt x="16451" y="25104"/>
                  </a:cubicBezTo>
                  <a:cubicBezTo>
                    <a:pt x="19618" y="20352"/>
                    <a:pt x="23267" y="15949"/>
                    <a:pt x="26858" y="11521"/>
                  </a:cubicBezTo>
                  <a:cubicBezTo>
                    <a:pt x="29783" y="7909"/>
                    <a:pt x="32488" y="3472"/>
                    <a:pt x="35880" y="305"/>
                  </a:cubicBezTo>
                  <a:cubicBezTo>
                    <a:pt x="36015" y="181"/>
                    <a:pt x="35890" y="0"/>
                    <a:pt x="3574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45" name="Google Shape;8103;p80">
              <a:extLst>
                <a:ext uri="{FF2B5EF4-FFF2-40B4-BE49-F238E27FC236}">
                  <a16:creationId xmlns:a16="http://schemas.microsoft.com/office/drawing/2014/main" id="{5F837EDE-78DE-3C4C-01B6-608A8148FD34}"/>
                </a:ext>
              </a:extLst>
            </p:cNvPr>
            <p:cNvSpPr/>
            <p:nvPr/>
          </p:nvSpPr>
          <p:spPr>
            <a:xfrm>
              <a:off x="3718175" y="2963250"/>
              <a:ext cx="10100" cy="10000"/>
            </a:xfrm>
            <a:custGeom>
              <a:avLst/>
              <a:gdLst/>
              <a:ahLst/>
              <a:cxnLst/>
              <a:rect l="l" t="t" r="r" b="b"/>
              <a:pathLst>
                <a:path w="404" h="400" extrusionOk="0">
                  <a:moveTo>
                    <a:pt x="379" y="0"/>
                  </a:moveTo>
                  <a:lnTo>
                    <a:pt x="379" y="0"/>
                  </a:lnTo>
                  <a:cubicBezTo>
                    <a:pt x="278" y="174"/>
                    <a:pt x="154" y="309"/>
                    <a:pt x="1" y="379"/>
                  </a:cubicBezTo>
                  <a:cubicBezTo>
                    <a:pt x="51" y="392"/>
                    <a:pt x="99" y="399"/>
                    <a:pt x="142" y="399"/>
                  </a:cubicBezTo>
                  <a:cubicBezTo>
                    <a:pt x="303" y="399"/>
                    <a:pt x="404" y="294"/>
                    <a:pt x="37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46" name="Google Shape;8104;p80">
              <a:extLst>
                <a:ext uri="{FF2B5EF4-FFF2-40B4-BE49-F238E27FC236}">
                  <a16:creationId xmlns:a16="http://schemas.microsoft.com/office/drawing/2014/main" id="{B91F62F8-26B0-F213-DDD8-377CE798C1F9}"/>
                </a:ext>
              </a:extLst>
            </p:cNvPr>
            <p:cNvSpPr/>
            <p:nvPr/>
          </p:nvSpPr>
          <p:spPr>
            <a:xfrm>
              <a:off x="3701000" y="2861350"/>
              <a:ext cx="59850" cy="102000"/>
            </a:xfrm>
            <a:custGeom>
              <a:avLst/>
              <a:gdLst/>
              <a:ahLst/>
              <a:cxnLst/>
              <a:rect l="l" t="t" r="r" b="b"/>
              <a:pathLst>
                <a:path w="2394" h="4080" extrusionOk="0">
                  <a:moveTo>
                    <a:pt x="2166" y="1"/>
                  </a:moveTo>
                  <a:cubicBezTo>
                    <a:pt x="2158" y="1"/>
                    <a:pt x="2149" y="1"/>
                    <a:pt x="2140" y="3"/>
                  </a:cubicBezTo>
                  <a:cubicBezTo>
                    <a:pt x="777" y="199"/>
                    <a:pt x="532" y="878"/>
                    <a:pt x="474" y="2240"/>
                  </a:cubicBezTo>
                  <a:cubicBezTo>
                    <a:pt x="468" y="2393"/>
                    <a:pt x="552" y="2546"/>
                    <a:pt x="616" y="2688"/>
                  </a:cubicBezTo>
                  <a:cubicBezTo>
                    <a:pt x="916" y="3372"/>
                    <a:pt x="1043" y="3805"/>
                    <a:pt x="1066" y="4079"/>
                  </a:cubicBezTo>
                  <a:cubicBezTo>
                    <a:pt x="1121" y="3987"/>
                    <a:pt x="1179" y="3903"/>
                    <a:pt x="1213" y="3782"/>
                  </a:cubicBezTo>
                  <a:cubicBezTo>
                    <a:pt x="1565" y="2503"/>
                    <a:pt x="1" y="678"/>
                    <a:pt x="2218" y="283"/>
                  </a:cubicBezTo>
                  <a:cubicBezTo>
                    <a:pt x="2393" y="250"/>
                    <a:pt x="2329" y="1"/>
                    <a:pt x="216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47" name="Google Shape;8105;p80">
              <a:extLst>
                <a:ext uri="{FF2B5EF4-FFF2-40B4-BE49-F238E27FC236}">
                  <a16:creationId xmlns:a16="http://schemas.microsoft.com/office/drawing/2014/main" id="{8097A039-23C1-9602-23C4-E84D246448BE}"/>
                </a:ext>
              </a:extLst>
            </p:cNvPr>
            <p:cNvSpPr/>
            <p:nvPr/>
          </p:nvSpPr>
          <p:spPr>
            <a:xfrm>
              <a:off x="4162850" y="3176950"/>
              <a:ext cx="825" cy="1400"/>
            </a:xfrm>
            <a:custGeom>
              <a:avLst/>
              <a:gdLst/>
              <a:ahLst/>
              <a:cxnLst/>
              <a:rect l="l" t="t" r="r" b="b"/>
              <a:pathLst>
                <a:path w="33" h="56" extrusionOk="0">
                  <a:moveTo>
                    <a:pt x="32" y="1"/>
                  </a:moveTo>
                  <a:cubicBezTo>
                    <a:pt x="24" y="12"/>
                    <a:pt x="15" y="27"/>
                    <a:pt x="6" y="41"/>
                  </a:cubicBezTo>
                  <a:lnTo>
                    <a:pt x="1" y="56"/>
                  </a:lnTo>
                  <a:cubicBezTo>
                    <a:pt x="9" y="35"/>
                    <a:pt x="24" y="18"/>
                    <a:pt x="3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48" name="Google Shape;8106;p80">
              <a:extLst>
                <a:ext uri="{FF2B5EF4-FFF2-40B4-BE49-F238E27FC236}">
                  <a16:creationId xmlns:a16="http://schemas.microsoft.com/office/drawing/2014/main" id="{E7DF318E-CA91-B2A5-EE28-3179E6E0C4F1}"/>
                </a:ext>
              </a:extLst>
            </p:cNvPr>
            <p:cNvSpPr/>
            <p:nvPr/>
          </p:nvSpPr>
          <p:spPr>
            <a:xfrm>
              <a:off x="3697825" y="3288025"/>
              <a:ext cx="7975" cy="11300"/>
            </a:xfrm>
            <a:custGeom>
              <a:avLst/>
              <a:gdLst/>
              <a:ahLst/>
              <a:cxnLst/>
              <a:rect l="l" t="t" r="r" b="b"/>
              <a:pathLst>
                <a:path w="319" h="452" extrusionOk="0">
                  <a:moveTo>
                    <a:pt x="318" y="1"/>
                  </a:moveTo>
                  <a:lnTo>
                    <a:pt x="318" y="1"/>
                  </a:lnTo>
                  <a:cubicBezTo>
                    <a:pt x="211" y="151"/>
                    <a:pt x="107" y="301"/>
                    <a:pt x="1" y="451"/>
                  </a:cubicBezTo>
                  <a:cubicBezTo>
                    <a:pt x="38" y="399"/>
                    <a:pt x="79" y="347"/>
                    <a:pt x="116" y="295"/>
                  </a:cubicBezTo>
                  <a:cubicBezTo>
                    <a:pt x="185" y="200"/>
                    <a:pt x="249" y="99"/>
                    <a:pt x="31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49" name="Google Shape;8107;p80">
              <a:extLst>
                <a:ext uri="{FF2B5EF4-FFF2-40B4-BE49-F238E27FC236}">
                  <a16:creationId xmlns:a16="http://schemas.microsoft.com/office/drawing/2014/main" id="{9C77D349-047D-A999-9BB3-C2CD77F60EC7}"/>
                </a:ext>
              </a:extLst>
            </p:cNvPr>
            <p:cNvSpPr/>
            <p:nvPr/>
          </p:nvSpPr>
          <p:spPr>
            <a:xfrm>
              <a:off x="3909450" y="3369675"/>
              <a:ext cx="62600" cy="80850"/>
            </a:xfrm>
            <a:custGeom>
              <a:avLst/>
              <a:gdLst/>
              <a:ahLst/>
              <a:cxnLst/>
              <a:rect l="l" t="t" r="r" b="b"/>
              <a:pathLst>
                <a:path w="2504" h="3234" extrusionOk="0">
                  <a:moveTo>
                    <a:pt x="2503" y="0"/>
                  </a:moveTo>
                  <a:lnTo>
                    <a:pt x="2503" y="0"/>
                  </a:lnTo>
                  <a:cubicBezTo>
                    <a:pt x="1712" y="1025"/>
                    <a:pt x="910" y="2038"/>
                    <a:pt x="110" y="3055"/>
                  </a:cubicBezTo>
                  <a:lnTo>
                    <a:pt x="0" y="3234"/>
                  </a:lnTo>
                  <a:cubicBezTo>
                    <a:pt x="846" y="2162"/>
                    <a:pt x="1689" y="1091"/>
                    <a:pt x="250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50" name="Google Shape;8108;p80">
              <a:extLst>
                <a:ext uri="{FF2B5EF4-FFF2-40B4-BE49-F238E27FC236}">
                  <a16:creationId xmlns:a16="http://schemas.microsoft.com/office/drawing/2014/main" id="{F51F05CA-138F-9BD9-C65D-B86FF6E68312}"/>
                </a:ext>
              </a:extLst>
            </p:cNvPr>
            <p:cNvSpPr/>
            <p:nvPr/>
          </p:nvSpPr>
          <p:spPr>
            <a:xfrm>
              <a:off x="3285550" y="3006625"/>
              <a:ext cx="1042475" cy="1050600"/>
            </a:xfrm>
            <a:custGeom>
              <a:avLst/>
              <a:gdLst/>
              <a:ahLst/>
              <a:cxnLst/>
              <a:rect l="l" t="t" r="r" b="b"/>
              <a:pathLst>
                <a:path w="41699" h="42024" extrusionOk="0">
                  <a:moveTo>
                    <a:pt x="18354" y="344"/>
                  </a:moveTo>
                  <a:lnTo>
                    <a:pt x="18354" y="344"/>
                  </a:lnTo>
                  <a:cubicBezTo>
                    <a:pt x="17640" y="1006"/>
                    <a:pt x="16960" y="1703"/>
                    <a:pt x="16321" y="2434"/>
                  </a:cubicBezTo>
                  <a:lnTo>
                    <a:pt x="16321" y="2434"/>
                  </a:lnTo>
                  <a:cubicBezTo>
                    <a:pt x="16682" y="1813"/>
                    <a:pt x="17010" y="1172"/>
                    <a:pt x="17306" y="517"/>
                  </a:cubicBezTo>
                  <a:cubicBezTo>
                    <a:pt x="17314" y="491"/>
                    <a:pt x="17314" y="465"/>
                    <a:pt x="17309" y="436"/>
                  </a:cubicBezTo>
                  <a:cubicBezTo>
                    <a:pt x="17655" y="396"/>
                    <a:pt x="18004" y="364"/>
                    <a:pt x="18354" y="344"/>
                  </a:cubicBezTo>
                  <a:close/>
                  <a:moveTo>
                    <a:pt x="19205" y="327"/>
                  </a:moveTo>
                  <a:lnTo>
                    <a:pt x="19205" y="327"/>
                  </a:lnTo>
                  <a:cubicBezTo>
                    <a:pt x="19402" y="335"/>
                    <a:pt x="19589" y="356"/>
                    <a:pt x="19777" y="384"/>
                  </a:cubicBezTo>
                  <a:cubicBezTo>
                    <a:pt x="19234" y="1072"/>
                    <a:pt x="18706" y="1770"/>
                    <a:pt x="18178" y="2469"/>
                  </a:cubicBezTo>
                  <a:cubicBezTo>
                    <a:pt x="18536" y="1773"/>
                    <a:pt x="18882" y="1072"/>
                    <a:pt x="19202" y="364"/>
                  </a:cubicBezTo>
                  <a:cubicBezTo>
                    <a:pt x="19208" y="353"/>
                    <a:pt x="19202" y="338"/>
                    <a:pt x="19205" y="327"/>
                  </a:cubicBezTo>
                  <a:close/>
                  <a:moveTo>
                    <a:pt x="16985" y="486"/>
                  </a:moveTo>
                  <a:cubicBezTo>
                    <a:pt x="16965" y="488"/>
                    <a:pt x="16948" y="497"/>
                    <a:pt x="16933" y="506"/>
                  </a:cubicBezTo>
                  <a:cubicBezTo>
                    <a:pt x="15628" y="1643"/>
                    <a:pt x="14468" y="2888"/>
                    <a:pt x="13391" y="4192"/>
                  </a:cubicBezTo>
                  <a:cubicBezTo>
                    <a:pt x="14029" y="3081"/>
                    <a:pt x="14661" y="1967"/>
                    <a:pt x="15268" y="841"/>
                  </a:cubicBezTo>
                  <a:cubicBezTo>
                    <a:pt x="15273" y="829"/>
                    <a:pt x="15268" y="818"/>
                    <a:pt x="15273" y="806"/>
                  </a:cubicBezTo>
                  <a:cubicBezTo>
                    <a:pt x="15833" y="670"/>
                    <a:pt x="16405" y="566"/>
                    <a:pt x="16985" y="486"/>
                  </a:cubicBezTo>
                  <a:close/>
                  <a:moveTo>
                    <a:pt x="14834" y="921"/>
                  </a:moveTo>
                  <a:cubicBezTo>
                    <a:pt x="13561" y="2420"/>
                    <a:pt x="12392" y="3987"/>
                    <a:pt x="11281" y="5598"/>
                  </a:cubicBezTo>
                  <a:cubicBezTo>
                    <a:pt x="12103" y="4161"/>
                    <a:pt x="12889" y="2720"/>
                    <a:pt x="13619" y="1294"/>
                  </a:cubicBezTo>
                  <a:cubicBezTo>
                    <a:pt x="14020" y="1155"/>
                    <a:pt x="14425" y="1031"/>
                    <a:pt x="14834" y="921"/>
                  </a:cubicBezTo>
                  <a:close/>
                  <a:moveTo>
                    <a:pt x="15992" y="1704"/>
                  </a:moveTo>
                  <a:cubicBezTo>
                    <a:pt x="14520" y="3476"/>
                    <a:pt x="13096" y="5287"/>
                    <a:pt x="11679" y="7105"/>
                  </a:cubicBezTo>
                  <a:cubicBezTo>
                    <a:pt x="11953" y="6652"/>
                    <a:pt x="12225" y="6199"/>
                    <a:pt x="12493" y="5746"/>
                  </a:cubicBezTo>
                  <a:cubicBezTo>
                    <a:pt x="13330" y="4637"/>
                    <a:pt x="14211" y="3557"/>
                    <a:pt x="15161" y="2532"/>
                  </a:cubicBezTo>
                  <a:cubicBezTo>
                    <a:pt x="15568" y="2094"/>
                    <a:pt x="15833" y="1834"/>
                    <a:pt x="15992" y="1704"/>
                  </a:cubicBezTo>
                  <a:close/>
                  <a:moveTo>
                    <a:pt x="29628" y="7043"/>
                  </a:moveTo>
                  <a:cubicBezTo>
                    <a:pt x="29765" y="7080"/>
                    <a:pt x="29903" y="7106"/>
                    <a:pt x="30043" y="7123"/>
                  </a:cubicBezTo>
                  <a:cubicBezTo>
                    <a:pt x="29760" y="7481"/>
                    <a:pt x="29486" y="7844"/>
                    <a:pt x="29206" y="8205"/>
                  </a:cubicBezTo>
                  <a:cubicBezTo>
                    <a:pt x="29356" y="7844"/>
                    <a:pt x="29498" y="7481"/>
                    <a:pt x="29627" y="7111"/>
                  </a:cubicBezTo>
                  <a:cubicBezTo>
                    <a:pt x="29633" y="7088"/>
                    <a:pt x="29633" y="7066"/>
                    <a:pt x="29628" y="7043"/>
                  </a:cubicBezTo>
                  <a:close/>
                  <a:moveTo>
                    <a:pt x="20442" y="2184"/>
                  </a:moveTo>
                  <a:cubicBezTo>
                    <a:pt x="20528" y="2184"/>
                    <a:pt x="20320" y="2661"/>
                    <a:pt x="19589" y="3961"/>
                  </a:cubicBezTo>
                  <a:cubicBezTo>
                    <a:pt x="18570" y="5777"/>
                    <a:pt x="17156" y="7466"/>
                    <a:pt x="15914" y="9132"/>
                  </a:cubicBezTo>
                  <a:cubicBezTo>
                    <a:pt x="15490" y="9701"/>
                    <a:pt x="15057" y="10261"/>
                    <a:pt x="14624" y="10818"/>
                  </a:cubicBezTo>
                  <a:cubicBezTo>
                    <a:pt x="15747" y="9095"/>
                    <a:pt x="16887" y="7380"/>
                    <a:pt x="17944" y="5610"/>
                  </a:cubicBezTo>
                  <a:cubicBezTo>
                    <a:pt x="18377" y="4882"/>
                    <a:pt x="20239" y="2184"/>
                    <a:pt x="20442" y="2184"/>
                  </a:cubicBezTo>
                  <a:close/>
                  <a:moveTo>
                    <a:pt x="16971" y="11027"/>
                  </a:moveTo>
                  <a:cubicBezTo>
                    <a:pt x="16916" y="11105"/>
                    <a:pt x="16861" y="11182"/>
                    <a:pt x="16806" y="11260"/>
                  </a:cubicBezTo>
                  <a:cubicBezTo>
                    <a:pt x="16861" y="11182"/>
                    <a:pt x="16916" y="11105"/>
                    <a:pt x="16971" y="11027"/>
                  </a:cubicBezTo>
                  <a:close/>
                  <a:moveTo>
                    <a:pt x="28761" y="8358"/>
                  </a:moveTo>
                  <a:lnTo>
                    <a:pt x="28761" y="8358"/>
                  </a:lnTo>
                  <a:cubicBezTo>
                    <a:pt x="28675" y="8641"/>
                    <a:pt x="28559" y="8913"/>
                    <a:pt x="28450" y="9187"/>
                  </a:cubicBezTo>
                  <a:cubicBezTo>
                    <a:pt x="27843" y="9978"/>
                    <a:pt x="27246" y="10772"/>
                    <a:pt x="26651" y="11575"/>
                  </a:cubicBezTo>
                  <a:cubicBezTo>
                    <a:pt x="26801" y="11335"/>
                    <a:pt x="26948" y="11095"/>
                    <a:pt x="27101" y="10859"/>
                  </a:cubicBezTo>
                  <a:cubicBezTo>
                    <a:pt x="27641" y="10016"/>
                    <a:pt x="28196" y="9181"/>
                    <a:pt x="28761" y="8358"/>
                  </a:cubicBezTo>
                  <a:close/>
                  <a:moveTo>
                    <a:pt x="14211" y="2071"/>
                  </a:moveTo>
                  <a:cubicBezTo>
                    <a:pt x="12943" y="3661"/>
                    <a:pt x="11893" y="5633"/>
                    <a:pt x="10859" y="7590"/>
                  </a:cubicBezTo>
                  <a:cubicBezTo>
                    <a:pt x="10215" y="8537"/>
                    <a:pt x="9595" y="9505"/>
                    <a:pt x="8994" y="10486"/>
                  </a:cubicBezTo>
                  <a:cubicBezTo>
                    <a:pt x="8347" y="11283"/>
                    <a:pt x="7701" y="12080"/>
                    <a:pt x="7031" y="12856"/>
                  </a:cubicBezTo>
                  <a:lnTo>
                    <a:pt x="6404" y="13578"/>
                  </a:lnTo>
                  <a:cubicBezTo>
                    <a:pt x="8945" y="9704"/>
                    <a:pt x="11315" y="5705"/>
                    <a:pt x="14211" y="2071"/>
                  </a:cubicBezTo>
                  <a:close/>
                  <a:moveTo>
                    <a:pt x="9430" y="3315"/>
                  </a:moveTo>
                  <a:lnTo>
                    <a:pt x="9430" y="3315"/>
                  </a:lnTo>
                  <a:cubicBezTo>
                    <a:pt x="6869" y="6860"/>
                    <a:pt x="4577" y="10587"/>
                    <a:pt x="1739" y="13927"/>
                  </a:cubicBezTo>
                  <a:cubicBezTo>
                    <a:pt x="2954" y="12495"/>
                    <a:pt x="5024" y="9242"/>
                    <a:pt x="5925" y="6606"/>
                  </a:cubicBezTo>
                  <a:cubicBezTo>
                    <a:pt x="6918" y="5379"/>
                    <a:pt x="8018" y="4233"/>
                    <a:pt x="9430" y="3315"/>
                  </a:cubicBezTo>
                  <a:close/>
                  <a:moveTo>
                    <a:pt x="14684" y="7051"/>
                  </a:moveTo>
                  <a:lnTo>
                    <a:pt x="14684" y="7051"/>
                  </a:lnTo>
                  <a:cubicBezTo>
                    <a:pt x="14332" y="7640"/>
                    <a:pt x="13980" y="8226"/>
                    <a:pt x="13622" y="8806"/>
                  </a:cubicBezTo>
                  <a:cubicBezTo>
                    <a:pt x="12782" y="10030"/>
                    <a:pt x="11950" y="11263"/>
                    <a:pt x="11130" y="12498"/>
                  </a:cubicBezTo>
                  <a:cubicBezTo>
                    <a:pt x="10645" y="13159"/>
                    <a:pt x="10163" y="13821"/>
                    <a:pt x="9681" y="14485"/>
                  </a:cubicBezTo>
                  <a:cubicBezTo>
                    <a:pt x="10435" y="13269"/>
                    <a:pt x="11182" y="12051"/>
                    <a:pt x="11933" y="10833"/>
                  </a:cubicBezTo>
                  <a:cubicBezTo>
                    <a:pt x="12842" y="9577"/>
                    <a:pt x="13775" y="8321"/>
                    <a:pt x="14684" y="7051"/>
                  </a:cubicBezTo>
                  <a:close/>
                  <a:moveTo>
                    <a:pt x="33728" y="6625"/>
                  </a:moveTo>
                  <a:lnTo>
                    <a:pt x="33728" y="6625"/>
                  </a:lnTo>
                  <a:cubicBezTo>
                    <a:pt x="33763" y="6625"/>
                    <a:pt x="32544" y="8578"/>
                    <a:pt x="32350" y="8918"/>
                  </a:cubicBezTo>
                  <a:cubicBezTo>
                    <a:pt x="31100" y="11110"/>
                    <a:pt x="29607" y="13165"/>
                    <a:pt x="28089" y="15203"/>
                  </a:cubicBezTo>
                  <a:cubicBezTo>
                    <a:pt x="28998" y="13766"/>
                    <a:pt x="29913" y="12334"/>
                    <a:pt x="30872" y="10925"/>
                  </a:cubicBezTo>
                  <a:cubicBezTo>
                    <a:pt x="31501" y="9984"/>
                    <a:pt x="32125" y="9040"/>
                    <a:pt x="32743" y="8090"/>
                  </a:cubicBezTo>
                  <a:cubicBezTo>
                    <a:pt x="33451" y="7009"/>
                    <a:pt x="33713" y="6625"/>
                    <a:pt x="33728" y="6625"/>
                  </a:cubicBezTo>
                  <a:close/>
                  <a:moveTo>
                    <a:pt x="11379" y="2226"/>
                  </a:moveTo>
                  <a:lnTo>
                    <a:pt x="11379" y="2226"/>
                  </a:lnTo>
                  <a:cubicBezTo>
                    <a:pt x="9794" y="4389"/>
                    <a:pt x="8226" y="6554"/>
                    <a:pt x="6670" y="8725"/>
                  </a:cubicBezTo>
                  <a:lnTo>
                    <a:pt x="6670" y="8728"/>
                  </a:lnTo>
                  <a:cubicBezTo>
                    <a:pt x="5099" y="10766"/>
                    <a:pt x="3561" y="12874"/>
                    <a:pt x="2181" y="15071"/>
                  </a:cubicBezTo>
                  <a:cubicBezTo>
                    <a:pt x="2010" y="15286"/>
                    <a:pt x="1915" y="15380"/>
                    <a:pt x="1880" y="15380"/>
                  </a:cubicBezTo>
                  <a:cubicBezTo>
                    <a:pt x="1705" y="15380"/>
                    <a:pt x="3071" y="12960"/>
                    <a:pt x="3898" y="11600"/>
                  </a:cubicBezTo>
                  <a:cubicBezTo>
                    <a:pt x="5221" y="9854"/>
                    <a:pt x="6453" y="8041"/>
                    <a:pt x="7689" y="6225"/>
                  </a:cubicBezTo>
                  <a:cubicBezTo>
                    <a:pt x="8472" y="5148"/>
                    <a:pt x="9248" y="4068"/>
                    <a:pt x="9996" y="2963"/>
                  </a:cubicBezTo>
                  <a:cubicBezTo>
                    <a:pt x="10449" y="2700"/>
                    <a:pt x="10911" y="2454"/>
                    <a:pt x="11379" y="2226"/>
                  </a:cubicBezTo>
                  <a:close/>
                  <a:moveTo>
                    <a:pt x="15998" y="2050"/>
                  </a:moveTo>
                  <a:lnTo>
                    <a:pt x="15998" y="2050"/>
                  </a:lnTo>
                  <a:cubicBezTo>
                    <a:pt x="15695" y="2587"/>
                    <a:pt x="15071" y="3508"/>
                    <a:pt x="14572" y="4236"/>
                  </a:cubicBezTo>
                  <a:cubicBezTo>
                    <a:pt x="14047" y="4964"/>
                    <a:pt x="13619" y="5554"/>
                    <a:pt x="13622" y="5554"/>
                  </a:cubicBezTo>
                  <a:cubicBezTo>
                    <a:pt x="13623" y="5554"/>
                    <a:pt x="13727" y="5412"/>
                    <a:pt x="13974" y="5076"/>
                  </a:cubicBezTo>
                  <a:lnTo>
                    <a:pt x="13974" y="5076"/>
                  </a:lnTo>
                  <a:cubicBezTo>
                    <a:pt x="13804" y="5310"/>
                    <a:pt x="13631" y="5546"/>
                    <a:pt x="13460" y="5777"/>
                  </a:cubicBezTo>
                  <a:cubicBezTo>
                    <a:pt x="12713" y="6684"/>
                    <a:pt x="13177" y="6066"/>
                    <a:pt x="11982" y="7778"/>
                  </a:cubicBezTo>
                  <a:cubicBezTo>
                    <a:pt x="11589" y="8335"/>
                    <a:pt x="11188" y="8890"/>
                    <a:pt x="10793" y="9444"/>
                  </a:cubicBezTo>
                  <a:cubicBezTo>
                    <a:pt x="10478" y="9883"/>
                    <a:pt x="10163" y="10327"/>
                    <a:pt x="9849" y="10772"/>
                  </a:cubicBezTo>
                  <a:cubicBezTo>
                    <a:pt x="8726" y="12337"/>
                    <a:pt x="7605" y="13901"/>
                    <a:pt x="6485" y="15466"/>
                  </a:cubicBezTo>
                  <a:cubicBezTo>
                    <a:pt x="7854" y="13312"/>
                    <a:pt x="9216" y="11153"/>
                    <a:pt x="10547" y="8976"/>
                  </a:cubicBezTo>
                  <a:cubicBezTo>
                    <a:pt x="11061" y="8327"/>
                    <a:pt x="11581" y="7686"/>
                    <a:pt x="12086" y="7027"/>
                  </a:cubicBezTo>
                  <a:cubicBezTo>
                    <a:pt x="13374" y="5350"/>
                    <a:pt x="14664" y="3687"/>
                    <a:pt x="15998" y="2050"/>
                  </a:cubicBezTo>
                  <a:close/>
                  <a:moveTo>
                    <a:pt x="2348" y="13552"/>
                  </a:moveTo>
                  <a:lnTo>
                    <a:pt x="2348" y="13552"/>
                  </a:lnTo>
                  <a:cubicBezTo>
                    <a:pt x="1808" y="14389"/>
                    <a:pt x="1286" y="15244"/>
                    <a:pt x="801" y="16119"/>
                  </a:cubicBezTo>
                  <a:cubicBezTo>
                    <a:pt x="818" y="15807"/>
                    <a:pt x="856" y="15495"/>
                    <a:pt x="908" y="15186"/>
                  </a:cubicBezTo>
                  <a:lnTo>
                    <a:pt x="910" y="15186"/>
                  </a:lnTo>
                  <a:cubicBezTo>
                    <a:pt x="1407" y="14655"/>
                    <a:pt x="1883" y="14106"/>
                    <a:pt x="2348" y="13552"/>
                  </a:cubicBezTo>
                  <a:close/>
                  <a:moveTo>
                    <a:pt x="15666" y="8537"/>
                  </a:moveTo>
                  <a:lnTo>
                    <a:pt x="15666" y="8537"/>
                  </a:lnTo>
                  <a:cubicBezTo>
                    <a:pt x="15011" y="9611"/>
                    <a:pt x="14361" y="10685"/>
                    <a:pt x="13683" y="11719"/>
                  </a:cubicBezTo>
                  <a:cubicBezTo>
                    <a:pt x="13362" y="12210"/>
                    <a:pt x="13059" y="12715"/>
                    <a:pt x="12747" y="13209"/>
                  </a:cubicBezTo>
                  <a:cubicBezTo>
                    <a:pt x="11924" y="14242"/>
                    <a:pt x="11104" y="15273"/>
                    <a:pt x="10293" y="16306"/>
                  </a:cubicBezTo>
                  <a:cubicBezTo>
                    <a:pt x="10628" y="15772"/>
                    <a:pt x="10975" y="15247"/>
                    <a:pt x="11335" y="14730"/>
                  </a:cubicBezTo>
                  <a:cubicBezTo>
                    <a:pt x="12788" y="12654"/>
                    <a:pt x="14271" y="10622"/>
                    <a:pt x="15666" y="8537"/>
                  </a:cubicBezTo>
                  <a:close/>
                  <a:moveTo>
                    <a:pt x="17802" y="1187"/>
                  </a:moveTo>
                  <a:cubicBezTo>
                    <a:pt x="17542" y="1458"/>
                    <a:pt x="17092" y="2327"/>
                    <a:pt x="16624" y="3231"/>
                  </a:cubicBezTo>
                  <a:cubicBezTo>
                    <a:pt x="15224" y="5148"/>
                    <a:pt x="13922" y="7134"/>
                    <a:pt x="12663" y="9147"/>
                  </a:cubicBezTo>
                  <a:cubicBezTo>
                    <a:pt x="12346" y="9582"/>
                    <a:pt x="12023" y="10016"/>
                    <a:pt x="11719" y="10463"/>
                  </a:cubicBezTo>
                  <a:cubicBezTo>
                    <a:pt x="10328" y="12530"/>
                    <a:pt x="8933" y="14574"/>
                    <a:pt x="7493" y="16583"/>
                  </a:cubicBezTo>
                  <a:cubicBezTo>
                    <a:pt x="8165" y="15524"/>
                    <a:pt x="8829" y="14459"/>
                    <a:pt x="9468" y="13376"/>
                  </a:cubicBezTo>
                  <a:cubicBezTo>
                    <a:pt x="10966" y="10824"/>
                    <a:pt x="12406" y="8269"/>
                    <a:pt x="14058" y="5855"/>
                  </a:cubicBezTo>
                  <a:cubicBezTo>
                    <a:pt x="14352" y="5454"/>
                    <a:pt x="14638" y="5053"/>
                    <a:pt x="14918" y="4646"/>
                  </a:cubicBezTo>
                  <a:cubicBezTo>
                    <a:pt x="15802" y="3445"/>
                    <a:pt x="16746" y="2281"/>
                    <a:pt x="17802" y="1187"/>
                  </a:cubicBezTo>
                  <a:close/>
                  <a:moveTo>
                    <a:pt x="1976" y="15411"/>
                  </a:moveTo>
                  <a:lnTo>
                    <a:pt x="1976" y="15411"/>
                  </a:lnTo>
                  <a:cubicBezTo>
                    <a:pt x="1557" y="16087"/>
                    <a:pt x="1159" y="16774"/>
                    <a:pt x="781" y="17467"/>
                  </a:cubicBezTo>
                  <a:cubicBezTo>
                    <a:pt x="769" y="17129"/>
                    <a:pt x="772" y="16797"/>
                    <a:pt x="781" y="16477"/>
                  </a:cubicBezTo>
                  <a:lnTo>
                    <a:pt x="783" y="16477"/>
                  </a:lnTo>
                  <a:cubicBezTo>
                    <a:pt x="797" y="16481"/>
                    <a:pt x="811" y="16483"/>
                    <a:pt x="824" y="16483"/>
                  </a:cubicBezTo>
                  <a:cubicBezTo>
                    <a:pt x="854" y="16483"/>
                    <a:pt x="884" y="16472"/>
                    <a:pt x="908" y="16451"/>
                  </a:cubicBezTo>
                  <a:cubicBezTo>
                    <a:pt x="1277" y="16124"/>
                    <a:pt x="1624" y="15766"/>
                    <a:pt x="1976" y="15411"/>
                  </a:cubicBezTo>
                  <a:close/>
                  <a:moveTo>
                    <a:pt x="13163" y="1456"/>
                  </a:moveTo>
                  <a:cubicBezTo>
                    <a:pt x="9635" y="6996"/>
                    <a:pt x="5712" y="13353"/>
                    <a:pt x="1087" y="17946"/>
                  </a:cubicBezTo>
                  <a:cubicBezTo>
                    <a:pt x="1237" y="17796"/>
                    <a:pt x="2360" y="15186"/>
                    <a:pt x="2617" y="14768"/>
                  </a:cubicBezTo>
                  <a:cubicBezTo>
                    <a:pt x="2631" y="14744"/>
                    <a:pt x="2648" y="14721"/>
                    <a:pt x="2663" y="14698"/>
                  </a:cubicBezTo>
                  <a:cubicBezTo>
                    <a:pt x="5333" y="11782"/>
                    <a:pt x="7501" y="8200"/>
                    <a:pt x="9771" y="4914"/>
                  </a:cubicBezTo>
                  <a:cubicBezTo>
                    <a:pt x="10498" y="3944"/>
                    <a:pt x="11214" y="2963"/>
                    <a:pt x="11910" y="1967"/>
                  </a:cubicBezTo>
                  <a:cubicBezTo>
                    <a:pt x="12323" y="1779"/>
                    <a:pt x="12741" y="1611"/>
                    <a:pt x="13163" y="1456"/>
                  </a:cubicBezTo>
                  <a:close/>
                  <a:moveTo>
                    <a:pt x="28288" y="6462"/>
                  </a:moveTo>
                  <a:cubicBezTo>
                    <a:pt x="28631" y="6667"/>
                    <a:pt x="28995" y="6837"/>
                    <a:pt x="29371" y="6967"/>
                  </a:cubicBezTo>
                  <a:lnTo>
                    <a:pt x="29371" y="6970"/>
                  </a:lnTo>
                  <a:cubicBezTo>
                    <a:pt x="29362" y="6978"/>
                    <a:pt x="29350" y="6978"/>
                    <a:pt x="29342" y="6987"/>
                  </a:cubicBezTo>
                  <a:cubicBezTo>
                    <a:pt x="27537" y="9551"/>
                    <a:pt x="25880" y="12213"/>
                    <a:pt x="24209" y="14863"/>
                  </a:cubicBezTo>
                  <a:cubicBezTo>
                    <a:pt x="23236" y="16179"/>
                    <a:pt x="22254" y="17490"/>
                    <a:pt x="21246" y="18780"/>
                  </a:cubicBezTo>
                  <a:cubicBezTo>
                    <a:pt x="23648" y="14649"/>
                    <a:pt x="25805" y="10270"/>
                    <a:pt x="28288" y="6462"/>
                  </a:cubicBezTo>
                  <a:close/>
                  <a:moveTo>
                    <a:pt x="20037" y="10174"/>
                  </a:moveTo>
                  <a:lnTo>
                    <a:pt x="20037" y="10174"/>
                  </a:lnTo>
                  <a:cubicBezTo>
                    <a:pt x="18917" y="11849"/>
                    <a:pt x="17747" y="13494"/>
                    <a:pt x="16593" y="15146"/>
                  </a:cubicBezTo>
                  <a:cubicBezTo>
                    <a:pt x="16419" y="15394"/>
                    <a:pt x="16261" y="15642"/>
                    <a:pt x="16090" y="15891"/>
                  </a:cubicBezTo>
                  <a:cubicBezTo>
                    <a:pt x="15724" y="16387"/>
                    <a:pt x="15369" y="16887"/>
                    <a:pt x="14996" y="17380"/>
                  </a:cubicBezTo>
                  <a:cubicBezTo>
                    <a:pt x="14352" y="18232"/>
                    <a:pt x="13709" y="19078"/>
                    <a:pt x="13071" y="19924"/>
                  </a:cubicBezTo>
                  <a:cubicBezTo>
                    <a:pt x="14982" y="17210"/>
                    <a:pt x="16867" y="14479"/>
                    <a:pt x="18726" y="11730"/>
                  </a:cubicBezTo>
                  <a:cubicBezTo>
                    <a:pt x="19159" y="11217"/>
                    <a:pt x="19601" y="10700"/>
                    <a:pt x="20037" y="10174"/>
                  </a:cubicBezTo>
                  <a:close/>
                  <a:moveTo>
                    <a:pt x="17742" y="7336"/>
                  </a:moveTo>
                  <a:cubicBezTo>
                    <a:pt x="15115" y="11211"/>
                    <a:pt x="12568" y="15160"/>
                    <a:pt x="9846" y="18957"/>
                  </a:cubicBezTo>
                  <a:cubicBezTo>
                    <a:pt x="9574" y="19332"/>
                    <a:pt x="9315" y="19716"/>
                    <a:pt x="9052" y="20094"/>
                  </a:cubicBezTo>
                  <a:cubicBezTo>
                    <a:pt x="10123" y="18290"/>
                    <a:pt x="11185" y="16477"/>
                    <a:pt x="12236" y="14658"/>
                  </a:cubicBezTo>
                  <a:cubicBezTo>
                    <a:pt x="12539" y="14130"/>
                    <a:pt x="12863" y="13613"/>
                    <a:pt x="13183" y="13093"/>
                  </a:cubicBezTo>
                  <a:cubicBezTo>
                    <a:pt x="14742" y="11219"/>
                    <a:pt x="16327" y="9323"/>
                    <a:pt x="17742" y="7336"/>
                  </a:cubicBezTo>
                  <a:close/>
                  <a:moveTo>
                    <a:pt x="5325" y="13587"/>
                  </a:moveTo>
                  <a:lnTo>
                    <a:pt x="5325" y="13587"/>
                  </a:lnTo>
                  <a:cubicBezTo>
                    <a:pt x="3841" y="15810"/>
                    <a:pt x="2377" y="18039"/>
                    <a:pt x="1000" y="20195"/>
                  </a:cubicBezTo>
                  <a:cubicBezTo>
                    <a:pt x="928" y="19635"/>
                    <a:pt x="867" y="19063"/>
                    <a:pt x="830" y="18498"/>
                  </a:cubicBezTo>
                  <a:cubicBezTo>
                    <a:pt x="2458" y="17060"/>
                    <a:pt x="3942" y="15382"/>
                    <a:pt x="5325" y="13587"/>
                  </a:cubicBezTo>
                  <a:close/>
                  <a:moveTo>
                    <a:pt x="26059" y="7599"/>
                  </a:moveTo>
                  <a:cubicBezTo>
                    <a:pt x="23564" y="10833"/>
                    <a:pt x="21533" y="14582"/>
                    <a:pt x="19231" y="17981"/>
                  </a:cubicBezTo>
                  <a:cubicBezTo>
                    <a:pt x="18720" y="18734"/>
                    <a:pt x="18186" y="19482"/>
                    <a:pt x="17646" y="20230"/>
                  </a:cubicBezTo>
                  <a:lnTo>
                    <a:pt x="17644" y="20230"/>
                  </a:lnTo>
                  <a:cubicBezTo>
                    <a:pt x="20329" y="15939"/>
                    <a:pt x="22960" y="11614"/>
                    <a:pt x="26059" y="7599"/>
                  </a:cubicBezTo>
                  <a:close/>
                  <a:moveTo>
                    <a:pt x="23505" y="3891"/>
                  </a:moveTo>
                  <a:cubicBezTo>
                    <a:pt x="23514" y="3891"/>
                    <a:pt x="23517" y="3896"/>
                    <a:pt x="23516" y="3907"/>
                  </a:cubicBezTo>
                  <a:cubicBezTo>
                    <a:pt x="23458" y="4230"/>
                    <a:pt x="23363" y="4548"/>
                    <a:pt x="23233" y="4851"/>
                  </a:cubicBezTo>
                  <a:lnTo>
                    <a:pt x="23236" y="4851"/>
                  </a:lnTo>
                  <a:cubicBezTo>
                    <a:pt x="21189" y="7256"/>
                    <a:pt x="19390" y="9923"/>
                    <a:pt x="17641" y="12605"/>
                  </a:cubicBezTo>
                  <a:cubicBezTo>
                    <a:pt x="17286" y="13047"/>
                    <a:pt x="16933" y="13491"/>
                    <a:pt x="16596" y="13945"/>
                  </a:cubicBezTo>
                  <a:cubicBezTo>
                    <a:pt x="14953" y="16162"/>
                    <a:pt x="13353" y="18411"/>
                    <a:pt x="11699" y="20622"/>
                  </a:cubicBezTo>
                  <a:cubicBezTo>
                    <a:pt x="11627" y="20718"/>
                    <a:pt x="11549" y="20810"/>
                    <a:pt x="11477" y="20905"/>
                  </a:cubicBezTo>
                  <a:cubicBezTo>
                    <a:pt x="14644" y="15945"/>
                    <a:pt x="17288" y="10752"/>
                    <a:pt x="20992" y="6132"/>
                  </a:cubicBezTo>
                  <a:cubicBezTo>
                    <a:pt x="21116" y="5978"/>
                    <a:pt x="23328" y="3891"/>
                    <a:pt x="23505" y="3891"/>
                  </a:cubicBezTo>
                  <a:close/>
                  <a:moveTo>
                    <a:pt x="24652" y="5956"/>
                  </a:moveTo>
                  <a:cubicBezTo>
                    <a:pt x="24822" y="5956"/>
                    <a:pt x="22994" y="9464"/>
                    <a:pt x="22707" y="9978"/>
                  </a:cubicBezTo>
                  <a:cubicBezTo>
                    <a:pt x="21449" y="12244"/>
                    <a:pt x="19959" y="14386"/>
                    <a:pt x="18487" y="16514"/>
                  </a:cubicBezTo>
                  <a:cubicBezTo>
                    <a:pt x="17436" y="18036"/>
                    <a:pt x="16367" y="19537"/>
                    <a:pt x="15305" y="21047"/>
                  </a:cubicBezTo>
                  <a:cubicBezTo>
                    <a:pt x="18348" y="16555"/>
                    <a:pt x="20987" y="11699"/>
                    <a:pt x="23764" y="7238"/>
                  </a:cubicBezTo>
                  <a:cubicBezTo>
                    <a:pt x="24340" y="6313"/>
                    <a:pt x="24598" y="5956"/>
                    <a:pt x="24652" y="5956"/>
                  </a:cubicBezTo>
                  <a:close/>
                  <a:moveTo>
                    <a:pt x="18969" y="16676"/>
                  </a:moveTo>
                  <a:cubicBezTo>
                    <a:pt x="18905" y="16777"/>
                    <a:pt x="18842" y="16878"/>
                    <a:pt x="18775" y="16979"/>
                  </a:cubicBezTo>
                  <a:cubicBezTo>
                    <a:pt x="17848" y="18382"/>
                    <a:pt x="16826" y="19750"/>
                    <a:pt x="15796" y="21119"/>
                  </a:cubicBezTo>
                  <a:lnTo>
                    <a:pt x="15793" y="21116"/>
                  </a:lnTo>
                  <a:cubicBezTo>
                    <a:pt x="16769" y="19675"/>
                    <a:pt x="17805" y="18272"/>
                    <a:pt x="18827" y="16869"/>
                  </a:cubicBezTo>
                  <a:lnTo>
                    <a:pt x="18969" y="16676"/>
                  </a:lnTo>
                  <a:close/>
                  <a:moveTo>
                    <a:pt x="1956" y="19736"/>
                  </a:moveTo>
                  <a:lnTo>
                    <a:pt x="1956" y="19736"/>
                  </a:lnTo>
                  <a:cubicBezTo>
                    <a:pt x="1658" y="20337"/>
                    <a:pt x="1404" y="20957"/>
                    <a:pt x="1205" y="21598"/>
                  </a:cubicBezTo>
                  <a:cubicBezTo>
                    <a:pt x="1159" y="21333"/>
                    <a:pt x="1115" y="21058"/>
                    <a:pt x="1075" y="20778"/>
                  </a:cubicBezTo>
                  <a:lnTo>
                    <a:pt x="1078" y="20778"/>
                  </a:lnTo>
                  <a:cubicBezTo>
                    <a:pt x="1375" y="20435"/>
                    <a:pt x="1670" y="20085"/>
                    <a:pt x="1956" y="19736"/>
                  </a:cubicBezTo>
                  <a:close/>
                  <a:moveTo>
                    <a:pt x="8085" y="11984"/>
                  </a:moveTo>
                  <a:lnTo>
                    <a:pt x="8085" y="11984"/>
                  </a:lnTo>
                  <a:cubicBezTo>
                    <a:pt x="7732" y="12579"/>
                    <a:pt x="7380" y="13177"/>
                    <a:pt x="7028" y="13774"/>
                  </a:cubicBezTo>
                  <a:cubicBezTo>
                    <a:pt x="6312" y="14998"/>
                    <a:pt x="5587" y="16211"/>
                    <a:pt x="4848" y="17421"/>
                  </a:cubicBezTo>
                  <a:cubicBezTo>
                    <a:pt x="4259" y="18388"/>
                    <a:pt x="1629" y="21055"/>
                    <a:pt x="1280" y="22069"/>
                  </a:cubicBezTo>
                  <a:lnTo>
                    <a:pt x="1274" y="22037"/>
                  </a:lnTo>
                  <a:cubicBezTo>
                    <a:pt x="1445" y="21125"/>
                    <a:pt x="1803" y="20224"/>
                    <a:pt x="2282" y="19346"/>
                  </a:cubicBezTo>
                  <a:cubicBezTo>
                    <a:pt x="3359" y="18001"/>
                    <a:pt x="4363" y="16604"/>
                    <a:pt x="5330" y="15177"/>
                  </a:cubicBezTo>
                  <a:cubicBezTo>
                    <a:pt x="5992" y="14418"/>
                    <a:pt x="6641" y="13699"/>
                    <a:pt x="7207" y="13035"/>
                  </a:cubicBezTo>
                  <a:cubicBezTo>
                    <a:pt x="7507" y="12689"/>
                    <a:pt x="7793" y="12334"/>
                    <a:pt x="8085" y="11984"/>
                  </a:cubicBezTo>
                  <a:close/>
                  <a:moveTo>
                    <a:pt x="29846" y="8109"/>
                  </a:moveTo>
                  <a:cubicBezTo>
                    <a:pt x="28896" y="11804"/>
                    <a:pt x="25698" y="15158"/>
                    <a:pt x="23469" y="18137"/>
                  </a:cubicBezTo>
                  <a:lnTo>
                    <a:pt x="23467" y="18134"/>
                  </a:lnTo>
                  <a:cubicBezTo>
                    <a:pt x="22488" y="19442"/>
                    <a:pt x="21518" y="20764"/>
                    <a:pt x="20594" y="22121"/>
                  </a:cubicBezTo>
                  <a:cubicBezTo>
                    <a:pt x="21847" y="20054"/>
                    <a:pt x="23132" y="18013"/>
                    <a:pt x="24555" y="16035"/>
                  </a:cubicBezTo>
                  <a:cubicBezTo>
                    <a:pt x="25707" y="14436"/>
                    <a:pt x="26810" y="12827"/>
                    <a:pt x="27765" y="11136"/>
                  </a:cubicBezTo>
                  <a:cubicBezTo>
                    <a:pt x="28723" y="10034"/>
                    <a:pt x="29646" y="8886"/>
                    <a:pt x="29846" y="8109"/>
                  </a:cubicBezTo>
                  <a:close/>
                  <a:moveTo>
                    <a:pt x="35563" y="5399"/>
                  </a:moveTo>
                  <a:lnTo>
                    <a:pt x="35563" y="5399"/>
                  </a:lnTo>
                  <a:cubicBezTo>
                    <a:pt x="32038" y="11658"/>
                    <a:pt x="27350" y="17106"/>
                    <a:pt x="23181" y="22918"/>
                  </a:cubicBezTo>
                  <a:cubicBezTo>
                    <a:pt x="23449" y="22467"/>
                    <a:pt x="23721" y="22017"/>
                    <a:pt x="23995" y="21569"/>
                  </a:cubicBezTo>
                  <a:cubicBezTo>
                    <a:pt x="24939" y="20181"/>
                    <a:pt x="25845" y="18763"/>
                    <a:pt x="26746" y="17331"/>
                  </a:cubicBezTo>
                  <a:lnTo>
                    <a:pt x="26807" y="17233"/>
                  </a:lnTo>
                  <a:cubicBezTo>
                    <a:pt x="26997" y="16962"/>
                    <a:pt x="27185" y="16684"/>
                    <a:pt x="27381" y="16416"/>
                  </a:cubicBezTo>
                  <a:cubicBezTo>
                    <a:pt x="29928" y="12900"/>
                    <a:pt x="32624" y="9588"/>
                    <a:pt x="34348" y="5581"/>
                  </a:cubicBezTo>
                  <a:cubicBezTo>
                    <a:pt x="34746" y="5480"/>
                    <a:pt x="35153" y="5419"/>
                    <a:pt x="35563" y="5399"/>
                  </a:cubicBezTo>
                  <a:close/>
                  <a:moveTo>
                    <a:pt x="11751" y="8910"/>
                  </a:moveTo>
                  <a:lnTo>
                    <a:pt x="11751" y="8913"/>
                  </a:lnTo>
                  <a:cubicBezTo>
                    <a:pt x="11399" y="9499"/>
                    <a:pt x="11047" y="10091"/>
                    <a:pt x="10700" y="10685"/>
                  </a:cubicBezTo>
                  <a:cubicBezTo>
                    <a:pt x="8884" y="13806"/>
                    <a:pt x="6944" y="16840"/>
                    <a:pt x="5027" y="19895"/>
                  </a:cubicBezTo>
                  <a:cubicBezTo>
                    <a:pt x="4185" y="20982"/>
                    <a:pt x="3317" y="22058"/>
                    <a:pt x="2413" y="23112"/>
                  </a:cubicBezTo>
                  <a:lnTo>
                    <a:pt x="2413" y="23112"/>
                  </a:lnTo>
                  <a:cubicBezTo>
                    <a:pt x="4881" y="20228"/>
                    <a:pt x="7227" y="15573"/>
                    <a:pt x="9444" y="12140"/>
                  </a:cubicBezTo>
                  <a:cubicBezTo>
                    <a:pt x="10149" y="11049"/>
                    <a:pt x="10940" y="9981"/>
                    <a:pt x="11751" y="8910"/>
                  </a:cubicBezTo>
                  <a:close/>
                  <a:moveTo>
                    <a:pt x="22297" y="17854"/>
                  </a:moveTo>
                  <a:lnTo>
                    <a:pt x="22297" y="17854"/>
                  </a:lnTo>
                  <a:cubicBezTo>
                    <a:pt x="21073" y="19739"/>
                    <a:pt x="19803" y="21590"/>
                    <a:pt x="18440" y="23377"/>
                  </a:cubicBezTo>
                  <a:cubicBezTo>
                    <a:pt x="18524" y="23200"/>
                    <a:pt x="18611" y="23021"/>
                    <a:pt x="18703" y="22845"/>
                  </a:cubicBezTo>
                  <a:cubicBezTo>
                    <a:pt x="19280" y="21999"/>
                    <a:pt x="19838" y="21128"/>
                    <a:pt x="20378" y="20238"/>
                  </a:cubicBezTo>
                  <a:cubicBezTo>
                    <a:pt x="20995" y="19413"/>
                    <a:pt x="21656" y="18616"/>
                    <a:pt x="22297" y="17854"/>
                  </a:cubicBezTo>
                  <a:close/>
                  <a:moveTo>
                    <a:pt x="9283" y="14606"/>
                  </a:moveTo>
                  <a:lnTo>
                    <a:pt x="9283" y="14606"/>
                  </a:lnTo>
                  <a:cubicBezTo>
                    <a:pt x="7932" y="16788"/>
                    <a:pt x="6552" y="18954"/>
                    <a:pt x="5053" y="21038"/>
                  </a:cubicBezTo>
                  <a:cubicBezTo>
                    <a:pt x="3676" y="22954"/>
                    <a:pt x="3152" y="23622"/>
                    <a:pt x="3091" y="23622"/>
                  </a:cubicBezTo>
                  <a:cubicBezTo>
                    <a:pt x="2973" y="23622"/>
                    <a:pt x="4620" y="21074"/>
                    <a:pt x="5123" y="20287"/>
                  </a:cubicBezTo>
                  <a:cubicBezTo>
                    <a:pt x="5201" y="20163"/>
                    <a:pt x="5281" y="20042"/>
                    <a:pt x="5359" y="19918"/>
                  </a:cubicBezTo>
                  <a:cubicBezTo>
                    <a:pt x="6719" y="18189"/>
                    <a:pt x="8027" y="16419"/>
                    <a:pt x="9283" y="14606"/>
                  </a:cubicBezTo>
                  <a:close/>
                  <a:moveTo>
                    <a:pt x="23187" y="6250"/>
                  </a:moveTo>
                  <a:cubicBezTo>
                    <a:pt x="23189" y="6250"/>
                    <a:pt x="22911" y="6665"/>
                    <a:pt x="22150" y="7798"/>
                  </a:cubicBezTo>
                  <a:cubicBezTo>
                    <a:pt x="20473" y="10301"/>
                    <a:pt x="18793" y="12799"/>
                    <a:pt x="17109" y="15299"/>
                  </a:cubicBezTo>
                  <a:cubicBezTo>
                    <a:pt x="15253" y="18076"/>
                    <a:pt x="13437" y="20882"/>
                    <a:pt x="11667" y="23714"/>
                  </a:cubicBezTo>
                  <a:cubicBezTo>
                    <a:pt x="12164" y="22658"/>
                    <a:pt x="12646" y="21610"/>
                    <a:pt x="13218" y="20683"/>
                  </a:cubicBezTo>
                  <a:cubicBezTo>
                    <a:pt x="14679" y="18304"/>
                    <a:pt x="16269" y="16015"/>
                    <a:pt x="17860" y="13728"/>
                  </a:cubicBezTo>
                  <a:cubicBezTo>
                    <a:pt x="18943" y="12244"/>
                    <a:pt x="20025" y="10763"/>
                    <a:pt x="21108" y="9279"/>
                  </a:cubicBezTo>
                  <a:cubicBezTo>
                    <a:pt x="21446" y="8812"/>
                    <a:pt x="23181" y="6250"/>
                    <a:pt x="23187" y="6250"/>
                  </a:cubicBezTo>
                  <a:close/>
                  <a:moveTo>
                    <a:pt x="3974" y="19623"/>
                  </a:moveTo>
                  <a:cubicBezTo>
                    <a:pt x="3145" y="20998"/>
                    <a:pt x="2363" y="22381"/>
                    <a:pt x="1626" y="23772"/>
                  </a:cubicBezTo>
                  <a:cubicBezTo>
                    <a:pt x="1592" y="23636"/>
                    <a:pt x="1560" y="23495"/>
                    <a:pt x="1528" y="23339"/>
                  </a:cubicBezTo>
                  <a:lnTo>
                    <a:pt x="1531" y="23339"/>
                  </a:lnTo>
                  <a:cubicBezTo>
                    <a:pt x="2325" y="22086"/>
                    <a:pt x="3142" y="20850"/>
                    <a:pt x="3974" y="19623"/>
                  </a:cubicBezTo>
                  <a:close/>
                  <a:moveTo>
                    <a:pt x="7224" y="20772"/>
                  </a:moveTo>
                  <a:lnTo>
                    <a:pt x="7224" y="20772"/>
                  </a:lnTo>
                  <a:cubicBezTo>
                    <a:pt x="6543" y="22005"/>
                    <a:pt x="5867" y="23247"/>
                    <a:pt x="5137" y="24459"/>
                  </a:cubicBezTo>
                  <a:cubicBezTo>
                    <a:pt x="4683" y="25218"/>
                    <a:pt x="4498" y="25504"/>
                    <a:pt x="4478" y="25504"/>
                  </a:cubicBezTo>
                  <a:cubicBezTo>
                    <a:pt x="4419" y="25504"/>
                    <a:pt x="5804" y="22992"/>
                    <a:pt x="5917" y="22802"/>
                  </a:cubicBezTo>
                  <a:lnTo>
                    <a:pt x="5917" y="22799"/>
                  </a:lnTo>
                  <a:cubicBezTo>
                    <a:pt x="6324" y="22109"/>
                    <a:pt x="6768" y="21437"/>
                    <a:pt x="7224" y="20772"/>
                  </a:cubicBezTo>
                  <a:close/>
                  <a:moveTo>
                    <a:pt x="26862" y="12163"/>
                  </a:moveTo>
                  <a:cubicBezTo>
                    <a:pt x="26065" y="13442"/>
                    <a:pt x="25158" y="14664"/>
                    <a:pt x="24292" y="15882"/>
                  </a:cubicBezTo>
                  <a:cubicBezTo>
                    <a:pt x="23100" y="17553"/>
                    <a:pt x="21925" y="19205"/>
                    <a:pt x="20857" y="20960"/>
                  </a:cubicBezTo>
                  <a:cubicBezTo>
                    <a:pt x="20250" y="21994"/>
                    <a:pt x="19650" y="23030"/>
                    <a:pt x="19052" y="24072"/>
                  </a:cubicBezTo>
                  <a:cubicBezTo>
                    <a:pt x="19021" y="24300"/>
                    <a:pt x="18980" y="24497"/>
                    <a:pt x="18937" y="24676"/>
                  </a:cubicBezTo>
                  <a:cubicBezTo>
                    <a:pt x="18741" y="25002"/>
                    <a:pt x="18544" y="25322"/>
                    <a:pt x="18357" y="25652"/>
                  </a:cubicBezTo>
                  <a:cubicBezTo>
                    <a:pt x="18341" y="25654"/>
                    <a:pt x="18325" y="25655"/>
                    <a:pt x="18308" y="25655"/>
                  </a:cubicBezTo>
                  <a:cubicBezTo>
                    <a:pt x="18150" y="25655"/>
                    <a:pt x="17972" y="25540"/>
                    <a:pt x="17773" y="25302"/>
                  </a:cubicBezTo>
                  <a:cubicBezTo>
                    <a:pt x="17840" y="25011"/>
                    <a:pt x="17921" y="24725"/>
                    <a:pt x="18019" y="24445"/>
                  </a:cubicBezTo>
                  <a:cubicBezTo>
                    <a:pt x="20224" y="21676"/>
                    <a:pt x="22165" y="18711"/>
                    <a:pt x="24053" y="15706"/>
                  </a:cubicBezTo>
                  <a:cubicBezTo>
                    <a:pt x="24604" y="15013"/>
                    <a:pt x="25147" y="14317"/>
                    <a:pt x="25664" y="13598"/>
                  </a:cubicBezTo>
                  <a:cubicBezTo>
                    <a:pt x="25938" y="13214"/>
                    <a:pt x="26374" y="12715"/>
                    <a:pt x="26862" y="12163"/>
                  </a:cubicBezTo>
                  <a:close/>
                  <a:moveTo>
                    <a:pt x="18597" y="2935"/>
                  </a:moveTo>
                  <a:cubicBezTo>
                    <a:pt x="19053" y="2935"/>
                    <a:pt x="18859" y="3386"/>
                    <a:pt x="18019" y="4291"/>
                  </a:cubicBezTo>
                  <a:cubicBezTo>
                    <a:pt x="17519" y="5186"/>
                    <a:pt x="16994" y="6063"/>
                    <a:pt x="16440" y="6924"/>
                  </a:cubicBezTo>
                  <a:cubicBezTo>
                    <a:pt x="14531" y="10001"/>
                    <a:pt x="12279" y="12865"/>
                    <a:pt x="10207" y="15833"/>
                  </a:cubicBezTo>
                  <a:cubicBezTo>
                    <a:pt x="9468" y="16889"/>
                    <a:pt x="8812" y="17989"/>
                    <a:pt x="8174" y="19101"/>
                  </a:cubicBezTo>
                  <a:cubicBezTo>
                    <a:pt x="6433" y="21483"/>
                    <a:pt x="4822" y="23957"/>
                    <a:pt x="3523" y="26679"/>
                  </a:cubicBezTo>
                  <a:cubicBezTo>
                    <a:pt x="3494" y="26749"/>
                    <a:pt x="3515" y="26827"/>
                    <a:pt x="3569" y="26873"/>
                  </a:cubicBezTo>
                  <a:cubicBezTo>
                    <a:pt x="2695" y="26139"/>
                    <a:pt x="2033" y="25320"/>
                    <a:pt x="1808" y="24517"/>
                  </a:cubicBezTo>
                  <a:lnTo>
                    <a:pt x="1808" y="24517"/>
                  </a:lnTo>
                  <a:lnTo>
                    <a:pt x="1811" y="24520"/>
                  </a:lnTo>
                  <a:cubicBezTo>
                    <a:pt x="1791" y="24445"/>
                    <a:pt x="1765" y="24344"/>
                    <a:pt x="1742" y="24254"/>
                  </a:cubicBezTo>
                  <a:cubicBezTo>
                    <a:pt x="2446" y="23466"/>
                    <a:pt x="3136" y="22666"/>
                    <a:pt x="3809" y="21858"/>
                  </a:cubicBezTo>
                  <a:lnTo>
                    <a:pt x="3809" y="21858"/>
                  </a:lnTo>
                  <a:cubicBezTo>
                    <a:pt x="3240" y="22782"/>
                    <a:pt x="2669" y="23706"/>
                    <a:pt x="2114" y="24638"/>
                  </a:cubicBezTo>
                  <a:cubicBezTo>
                    <a:pt x="2056" y="24735"/>
                    <a:pt x="2146" y="24845"/>
                    <a:pt x="2239" y="24845"/>
                  </a:cubicBezTo>
                  <a:cubicBezTo>
                    <a:pt x="2270" y="24845"/>
                    <a:pt x="2302" y="24833"/>
                    <a:pt x="2328" y="24803"/>
                  </a:cubicBezTo>
                  <a:cubicBezTo>
                    <a:pt x="3159" y="23856"/>
                    <a:pt x="3948" y="22877"/>
                    <a:pt x="4704" y="21881"/>
                  </a:cubicBezTo>
                  <a:lnTo>
                    <a:pt x="4704" y="21881"/>
                  </a:lnTo>
                  <a:cubicBezTo>
                    <a:pt x="3959" y="23094"/>
                    <a:pt x="3249" y="24326"/>
                    <a:pt x="2579" y="25579"/>
                  </a:cubicBezTo>
                  <a:cubicBezTo>
                    <a:pt x="2519" y="25693"/>
                    <a:pt x="2611" y="25792"/>
                    <a:pt x="2707" y="25792"/>
                  </a:cubicBezTo>
                  <a:cubicBezTo>
                    <a:pt x="2751" y="25792"/>
                    <a:pt x="2795" y="25772"/>
                    <a:pt x="2827" y="25724"/>
                  </a:cubicBezTo>
                  <a:cubicBezTo>
                    <a:pt x="4591" y="23065"/>
                    <a:pt x="6326" y="20383"/>
                    <a:pt x="8064" y="17706"/>
                  </a:cubicBezTo>
                  <a:cubicBezTo>
                    <a:pt x="11307" y="13286"/>
                    <a:pt x="14681" y="8809"/>
                    <a:pt x="17323" y="4068"/>
                  </a:cubicBezTo>
                  <a:cubicBezTo>
                    <a:pt x="17580" y="3725"/>
                    <a:pt x="17834" y="3375"/>
                    <a:pt x="18091" y="3032"/>
                  </a:cubicBezTo>
                  <a:cubicBezTo>
                    <a:pt x="18306" y="2967"/>
                    <a:pt x="18475" y="2935"/>
                    <a:pt x="18597" y="2935"/>
                  </a:cubicBezTo>
                  <a:close/>
                  <a:moveTo>
                    <a:pt x="25785" y="15821"/>
                  </a:moveTo>
                  <a:lnTo>
                    <a:pt x="25785" y="15821"/>
                  </a:lnTo>
                  <a:cubicBezTo>
                    <a:pt x="25739" y="15899"/>
                    <a:pt x="25692" y="15971"/>
                    <a:pt x="25646" y="16049"/>
                  </a:cubicBezTo>
                  <a:cubicBezTo>
                    <a:pt x="24821" y="17415"/>
                    <a:pt x="23978" y="18772"/>
                    <a:pt x="23126" y="20123"/>
                  </a:cubicBezTo>
                  <a:cubicBezTo>
                    <a:pt x="22407" y="21073"/>
                    <a:pt x="21708" y="22037"/>
                    <a:pt x="21056" y="23033"/>
                  </a:cubicBezTo>
                  <a:cubicBezTo>
                    <a:pt x="19800" y="24525"/>
                    <a:pt x="18326" y="26084"/>
                    <a:pt x="17854" y="27083"/>
                  </a:cubicBezTo>
                  <a:lnTo>
                    <a:pt x="17854" y="27083"/>
                  </a:lnTo>
                  <a:cubicBezTo>
                    <a:pt x="19775" y="22998"/>
                    <a:pt x="23015" y="19518"/>
                    <a:pt x="25785" y="15821"/>
                  </a:cubicBezTo>
                  <a:close/>
                  <a:moveTo>
                    <a:pt x="33834" y="5728"/>
                  </a:moveTo>
                  <a:cubicBezTo>
                    <a:pt x="31732" y="9158"/>
                    <a:pt x="29437" y="12455"/>
                    <a:pt x="27303" y="15862"/>
                  </a:cubicBezTo>
                  <a:cubicBezTo>
                    <a:pt x="26720" y="16791"/>
                    <a:pt x="26137" y="17715"/>
                    <a:pt x="25551" y="18642"/>
                  </a:cubicBezTo>
                  <a:cubicBezTo>
                    <a:pt x="24913" y="19531"/>
                    <a:pt x="24284" y="20429"/>
                    <a:pt x="23698" y="21347"/>
                  </a:cubicBezTo>
                  <a:cubicBezTo>
                    <a:pt x="23490" y="21670"/>
                    <a:pt x="23288" y="22017"/>
                    <a:pt x="23091" y="22369"/>
                  </a:cubicBezTo>
                  <a:cubicBezTo>
                    <a:pt x="22794" y="22793"/>
                    <a:pt x="22508" y="23226"/>
                    <a:pt x="22205" y="23645"/>
                  </a:cubicBezTo>
                  <a:cubicBezTo>
                    <a:pt x="22251" y="23581"/>
                    <a:pt x="22272" y="23551"/>
                    <a:pt x="22272" y="23551"/>
                  </a:cubicBezTo>
                  <a:lnTo>
                    <a:pt x="22272" y="23551"/>
                  </a:lnTo>
                  <a:cubicBezTo>
                    <a:pt x="22271" y="23551"/>
                    <a:pt x="19729" y="27113"/>
                    <a:pt x="19302" y="27113"/>
                  </a:cubicBezTo>
                  <a:cubicBezTo>
                    <a:pt x="19170" y="27113"/>
                    <a:pt x="19239" y="26775"/>
                    <a:pt x="19644" y="25891"/>
                  </a:cubicBezTo>
                  <a:cubicBezTo>
                    <a:pt x="19780" y="25597"/>
                    <a:pt x="19930" y="25311"/>
                    <a:pt x="20074" y="25025"/>
                  </a:cubicBezTo>
                  <a:cubicBezTo>
                    <a:pt x="21590" y="23027"/>
                    <a:pt x="22984" y="20949"/>
                    <a:pt x="24324" y="18798"/>
                  </a:cubicBezTo>
                  <a:cubicBezTo>
                    <a:pt x="24541" y="18451"/>
                    <a:pt x="24748" y="18105"/>
                    <a:pt x="24959" y="17758"/>
                  </a:cubicBezTo>
                  <a:lnTo>
                    <a:pt x="24959" y="17758"/>
                  </a:lnTo>
                  <a:cubicBezTo>
                    <a:pt x="24408" y="18457"/>
                    <a:pt x="23862" y="19162"/>
                    <a:pt x="23322" y="19869"/>
                  </a:cubicBezTo>
                  <a:cubicBezTo>
                    <a:pt x="23891" y="19098"/>
                    <a:pt x="24477" y="18336"/>
                    <a:pt x="25069" y="17579"/>
                  </a:cubicBezTo>
                  <a:cubicBezTo>
                    <a:pt x="25874" y="16257"/>
                    <a:pt x="26671" y="14929"/>
                    <a:pt x="27477" y="13607"/>
                  </a:cubicBezTo>
                  <a:cubicBezTo>
                    <a:pt x="28438" y="12031"/>
                    <a:pt x="30586" y="9868"/>
                    <a:pt x="31238" y="8523"/>
                  </a:cubicBezTo>
                  <a:lnTo>
                    <a:pt x="31238" y="8523"/>
                  </a:lnTo>
                  <a:cubicBezTo>
                    <a:pt x="30196" y="10674"/>
                    <a:pt x="28874" y="12631"/>
                    <a:pt x="27459" y="14525"/>
                  </a:cubicBezTo>
                  <a:cubicBezTo>
                    <a:pt x="29448" y="11947"/>
                    <a:pt x="31313" y="9288"/>
                    <a:pt x="32581" y="6234"/>
                  </a:cubicBezTo>
                  <a:cubicBezTo>
                    <a:pt x="32988" y="6040"/>
                    <a:pt x="33407" y="5870"/>
                    <a:pt x="33834" y="5728"/>
                  </a:cubicBezTo>
                  <a:close/>
                  <a:moveTo>
                    <a:pt x="15161" y="16381"/>
                  </a:moveTo>
                  <a:lnTo>
                    <a:pt x="15161" y="16381"/>
                  </a:lnTo>
                  <a:cubicBezTo>
                    <a:pt x="14961" y="16679"/>
                    <a:pt x="14765" y="16976"/>
                    <a:pt x="14566" y="17271"/>
                  </a:cubicBezTo>
                  <a:cubicBezTo>
                    <a:pt x="12946" y="19641"/>
                    <a:pt x="11298" y="21991"/>
                    <a:pt x="9621" y="24318"/>
                  </a:cubicBezTo>
                  <a:cubicBezTo>
                    <a:pt x="9372" y="24665"/>
                    <a:pt x="7707" y="27131"/>
                    <a:pt x="7608" y="27131"/>
                  </a:cubicBezTo>
                  <a:cubicBezTo>
                    <a:pt x="7567" y="27131"/>
                    <a:pt x="7784" y="26725"/>
                    <a:pt x="8457" y="25608"/>
                  </a:cubicBezTo>
                  <a:cubicBezTo>
                    <a:pt x="8933" y="24817"/>
                    <a:pt x="9433" y="24041"/>
                    <a:pt x="9941" y="23267"/>
                  </a:cubicBezTo>
                  <a:cubicBezTo>
                    <a:pt x="11754" y="21032"/>
                    <a:pt x="13463" y="18714"/>
                    <a:pt x="15161" y="16381"/>
                  </a:cubicBezTo>
                  <a:close/>
                  <a:moveTo>
                    <a:pt x="11633" y="14973"/>
                  </a:moveTo>
                  <a:lnTo>
                    <a:pt x="11633" y="14973"/>
                  </a:lnTo>
                  <a:cubicBezTo>
                    <a:pt x="9107" y="19072"/>
                    <a:pt x="6725" y="23307"/>
                    <a:pt x="4323" y="27450"/>
                  </a:cubicBezTo>
                  <a:cubicBezTo>
                    <a:pt x="4065" y="27269"/>
                    <a:pt x="3819" y="27082"/>
                    <a:pt x="3586" y="26888"/>
                  </a:cubicBezTo>
                  <a:lnTo>
                    <a:pt x="3586" y="26888"/>
                  </a:lnTo>
                  <a:cubicBezTo>
                    <a:pt x="3606" y="26901"/>
                    <a:pt x="3629" y="26908"/>
                    <a:pt x="3652" y="26908"/>
                  </a:cubicBezTo>
                  <a:cubicBezTo>
                    <a:pt x="3689" y="26908"/>
                    <a:pt x="3726" y="26891"/>
                    <a:pt x="3748" y="26858"/>
                  </a:cubicBezTo>
                  <a:cubicBezTo>
                    <a:pt x="5928" y="24098"/>
                    <a:pt x="7527" y="20951"/>
                    <a:pt x="9312" y="17917"/>
                  </a:cubicBezTo>
                  <a:cubicBezTo>
                    <a:pt x="9661" y="17461"/>
                    <a:pt x="10013" y="17011"/>
                    <a:pt x="10365" y="16560"/>
                  </a:cubicBezTo>
                  <a:cubicBezTo>
                    <a:pt x="10775" y="16029"/>
                    <a:pt x="11203" y="15501"/>
                    <a:pt x="11633" y="14973"/>
                  </a:cubicBezTo>
                  <a:close/>
                  <a:moveTo>
                    <a:pt x="17635" y="24907"/>
                  </a:moveTo>
                  <a:cubicBezTo>
                    <a:pt x="17395" y="25660"/>
                    <a:pt x="17251" y="26437"/>
                    <a:pt x="17202" y="27225"/>
                  </a:cubicBezTo>
                  <a:cubicBezTo>
                    <a:pt x="17196" y="27316"/>
                    <a:pt x="17267" y="27366"/>
                    <a:pt x="17342" y="27366"/>
                  </a:cubicBezTo>
                  <a:cubicBezTo>
                    <a:pt x="17381" y="27366"/>
                    <a:pt x="17420" y="27352"/>
                    <a:pt x="17450" y="27323"/>
                  </a:cubicBezTo>
                  <a:lnTo>
                    <a:pt x="17450" y="27323"/>
                  </a:lnTo>
                  <a:cubicBezTo>
                    <a:pt x="17369" y="27482"/>
                    <a:pt x="17294" y="27641"/>
                    <a:pt x="17216" y="27799"/>
                  </a:cubicBezTo>
                  <a:cubicBezTo>
                    <a:pt x="16832" y="27566"/>
                    <a:pt x="16518" y="27268"/>
                    <a:pt x="16341" y="26838"/>
                  </a:cubicBezTo>
                  <a:cubicBezTo>
                    <a:pt x="16469" y="26702"/>
                    <a:pt x="16604" y="26575"/>
                    <a:pt x="16723" y="26431"/>
                  </a:cubicBezTo>
                  <a:cubicBezTo>
                    <a:pt x="16821" y="26313"/>
                    <a:pt x="16725" y="26160"/>
                    <a:pt x="16616" y="26142"/>
                  </a:cubicBezTo>
                  <a:cubicBezTo>
                    <a:pt x="16965" y="25738"/>
                    <a:pt x="17297" y="25322"/>
                    <a:pt x="17635" y="24907"/>
                  </a:cubicBezTo>
                  <a:close/>
                  <a:moveTo>
                    <a:pt x="14338" y="18555"/>
                  </a:moveTo>
                  <a:lnTo>
                    <a:pt x="14338" y="18555"/>
                  </a:lnTo>
                  <a:cubicBezTo>
                    <a:pt x="12961" y="20735"/>
                    <a:pt x="11691" y="22949"/>
                    <a:pt x="10495" y="25288"/>
                  </a:cubicBezTo>
                  <a:cubicBezTo>
                    <a:pt x="10205" y="25858"/>
                    <a:pt x="8640" y="27964"/>
                    <a:pt x="8349" y="27964"/>
                  </a:cubicBezTo>
                  <a:cubicBezTo>
                    <a:pt x="8226" y="27964"/>
                    <a:pt x="8329" y="27590"/>
                    <a:pt x="8850" y="26570"/>
                  </a:cubicBezTo>
                  <a:cubicBezTo>
                    <a:pt x="9802" y="24705"/>
                    <a:pt x="11096" y="22998"/>
                    <a:pt x="12329" y="21309"/>
                  </a:cubicBezTo>
                  <a:cubicBezTo>
                    <a:pt x="12998" y="20394"/>
                    <a:pt x="13668" y="19476"/>
                    <a:pt x="14338" y="18555"/>
                  </a:cubicBezTo>
                  <a:close/>
                  <a:moveTo>
                    <a:pt x="15071" y="12198"/>
                  </a:moveTo>
                  <a:lnTo>
                    <a:pt x="15071" y="12198"/>
                  </a:lnTo>
                  <a:cubicBezTo>
                    <a:pt x="14471" y="13171"/>
                    <a:pt x="13867" y="14138"/>
                    <a:pt x="13267" y="15108"/>
                  </a:cubicBezTo>
                  <a:cubicBezTo>
                    <a:pt x="12632" y="16130"/>
                    <a:pt x="12008" y="17155"/>
                    <a:pt x="11376" y="18177"/>
                  </a:cubicBezTo>
                  <a:cubicBezTo>
                    <a:pt x="10746" y="19084"/>
                    <a:pt x="10114" y="19996"/>
                    <a:pt x="9491" y="20914"/>
                  </a:cubicBezTo>
                  <a:cubicBezTo>
                    <a:pt x="7943" y="22981"/>
                    <a:pt x="6451" y="25089"/>
                    <a:pt x="5099" y="27312"/>
                  </a:cubicBezTo>
                  <a:cubicBezTo>
                    <a:pt x="5039" y="27415"/>
                    <a:pt x="5130" y="27523"/>
                    <a:pt x="5226" y="27523"/>
                  </a:cubicBezTo>
                  <a:cubicBezTo>
                    <a:pt x="5258" y="27523"/>
                    <a:pt x="5291" y="27511"/>
                    <a:pt x="5319" y="27482"/>
                  </a:cubicBezTo>
                  <a:cubicBezTo>
                    <a:pt x="5515" y="27283"/>
                    <a:pt x="5694" y="27066"/>
                    <a:pt x="5879" y="26858"/>
                  </a:cubicBezTo>
                  <a:lnTo>
                    <a:pt x="5879" y="26858"/>
                  </a:lnTo>
                  <a:cubicBezTo>
                    <a:pt x="5674" y="27257"/>
                    <a:pt x="5469" y="27652"/>
                    <a:pt x="5281" y="28059"/>
                  </a:cubicBezTo>
                  <a:cubicBezTo>
                    <a:pt x="5036" y="27918"/>
                    <a:pt x="4791" y="27771"/>
                    <a:pt x="4557" y="27615"/>
                  </a:cubicBezTo>
                  <a:lnTo>
                    <a:pt x="4557" y="27612"/>
                  </a:lnTo>
                  <a:cubicBezTo>
                    <a:pt x="7704" y="22228"/>
                    <a:pt x="11448" y="17262"/>
                    <a:pt x="15071" y="12198"/>
                  </a:cubicBezTo>
                  <a:close/>
                  <a:moveTo>
                    <a:pt x="19356" y="25963"/>
                  </a:moveTo>
                  <a:lnTo>
                    <a:pt x="19356" y="25963"/>
                  </a:lnTo>
                  <a:cubicBezTo>
                    <a:pt x="18966" y="26720"/>
                    <a:pt x="18616" y="27496"/>
                    <a:pt x="18305" y="28287"/>
                  </a:cubicBezTo>
                  <a:cubicBezTo>
                    <a:pt x="18305" y="28293"/>
                    <a:pt x="18308" y="28299"/>
                    <a:pt x="18305" y="28305"/>
                  </a:cubicBezTo>
                  <a:cubicBezTo>
                    <a:pt x="18074" y="28215"/>
                    <a:pt x="17846" y="28123"/>
                    <a:pt x="17623" y="28019"/>
                  </a:cubicBezTo>
                  <a:cubicBezTo>
                    <a:pt x="18221" y="27346"/>
                    <a:pt x="18801" y="26662"/>
                    <a:pt x="19356" y="25963"/>
                  </a:cubicBezTo>
                  <a:close/>
                  <a:moveTo>
                    <a:pt x="20118" y="445"/>
                  </a:moveTo>
                  <a:cubicBezTo>
                    <a:pt x="22684" y="988"/>
                    <a:pt x="24367" y="3162"/>
                    <a:pt x="26238" y="4906"/>
                  </a:cubicBezTo>
                  <a:lnTo>
                    <a:pt x="26238" y="4903"/>
                  </a:lnTo>
                  <a:cubicBezTo>
                    <a:pt x="26645" y="5284"/>
                    <a:pt x="27286" y="5829"/>
                    <a:pt x="28005" y="6288"/>
                  </a:cubicBezTo>
                  <a:cubicBezTo>
                    <a:pt x="22921" y="12357"/>
                    <a:pt x="19667" y="19664"/>
                    <a:pt x="14705" y="25825"/>
                  </a:cubicBezTo>
                  <a:cubicBezTo>
                    <a:pt x="13990" y="26712"/>
                    <a:pt x="13678" y="27039"/>
                    <a:pt x="13604" y="27039"/>
                  </a:cubicBezTo>
                  <a:cubicBezTo>
                    <a:pt x="13434" y="27039"/>
                    <a:pt x="14564" y="25267"/>
                    <a:pt x="14944" y="24702"/>
                  </a:cubicBezTo>
                  <a:cubicBezTo>
                    <a:pt x="16102" y="22972"/>
                    <a:pt x="17326" y="21283"/>
                    <a:pt x="18510" y="19569"/>
                  </a:cubicBezTo>
                  <a:cubicBezTo>
                    <a:pt x="21492" y="15244"/>
                    <a:pt x="24350" y="10838"/>
                    <a:pt x="27081" y="6352"/>
                  </a:cubicBezTo>
                  <a:cubicBezTo>
                    <a:pt x="27143" y="6249"/>
                    <a:pt x="27046" y="6131"/>
                    <a:pt x="26949" y="6131"/>
                  </a:cubicBezTo>
                  <a:cubicBezTo>
                    <a:pt x="26916" y="6131"/>
                    <a:pt x="26883" y="6145"/>
                    <a:pt x="26856" y="6179"/>
                  </a:cubicBezTo>
                  <a:cubicBezTo>
                    <a:pt x="21177" y="13125"/>
                    <a:pt x="17158" y="21194"/>
                    <a:pt x="11887" y="28432"/>
                  </a:cubicBezTo>
                  <a:cubicBezTo>
                    <a:pt x="12637" y="27398"/>
                    <a:pt x="13177" y="25885"/>
                    <a:pt x="13786" y="24531"/>
                  </a:cubicBezTo>
                  <a:cubicBezTo>
                    <a:pt x="16887" y="20331"/>
                    <a:pt x="19944" y="15980"/>
                    <a:pt x="22557" y="11629"/>
                  </a:cubicBezTo>
                  <a:cubicBezTo>
                    <a:pt x="23911" y="9629"/>
                    <a:pt x="25184" y="7579"/>
                    <a:pt x="26290" y="5405"/>
                  </a:cubicBezTo>
                  <a:cubicBezTo>
                    <a:pt x="26346" y="5292"/>
                    <a:pt x="26261" y="5200"/>
                    <a:pt x="26168" y="5200"/>
                  </a:cubicBezTo>
                  <a:cubicBezTo>
                    <a:pt x="26126" y="5200"/>
                    <a:pt x="26083" y="5219"/>
                    <a:pt x="26050" y="5264"/>
                  </a:cubicBezTo>
                  <a:cubicBezTo>
                    <a:pt x="23816" y="8295"/>
                    <a:pt x="22049" y="11681"/>
                    <a:pt x="20080" y="14915"/>
                  </a:cubicBezTo>
                  <a:cubicBezTo>
                    <a:pt x="18169" y="17551"/>
                    <a:pt x="16203" y="20149"/>
                    <a:pt x="14459" y="22892"/>
                  </a:cubicBezTo>
                  <a:cubicBezTo>
                    <a:pt x="13172" y="24608"/>
                    <a:pt x="11918" y="26339"/>
                    <a:pt x="10862" y="28142"/>
                  </a:cubicBezTo>
                  <a:lnTo>
                    <a:pt x="10862" y="28142"/>
                  </a:lnTo>
                  <a:cubicBezTo>
                    <a:pt x="15565" y="20103"/>
                    <a:pt x="21964" y="13260"/>
                    <a:pt x="25658" y="4617"/>
                  </a:cubicBezTo>
                  <a:cubicBezTo>
                    <a:pt x="25699" y="4520"/>
                    <a:pt x="25618" y="4401"/>
                    <a:pt x="25530" y="4401"/>
                  </a:cubicBezTo>
                  <a:cubicBezTo>
                    <a:pt x="25500" y="4401"/>
                    <a:pt x="25469" y="4415"/>
                    <a:pt x="25441" y="4449"/>
                  </a:cubicBezTo>
                  <a:cubicBezTo>
                    <a:pt x="20196" y="11240"/>
                    <a:pt x="16572" y="19164"/>
                    <a:pt x="11304" y="25946"/>
                  </a:cubicBezTo>
                  <a:cubicBezTo>
                    <a:pt x="10660" y="26773"/>
                    <a:pt x="9749" y="27895"/>
                    <a:pt x="9587" y="27895"/>
                  </a:cubicBezTo>
                  <a:cubicBezTo>
                    <a:pt x="9482" y="27895"/>
                    <a:pt x="9695" y="27419"/>
                    <a:pt x="10507" y="26076"/>
                  </a:cubicBezTo>
                  <a:cubicBezTo>
                    <a:pt x="12063" y="23498"/>
                    <a:pt x="13706" y="20969"/>
                    <a:pt x="15351" y="18448"/>
                  </a:cubicBezTo>
                  <a:cubicBezTo>
                    <a:pt x="18313" y="13907"/>
                    <a:pt x="21382" y="9435"/>
                    <a:pt x="24396" y="4929"/>
                  </a:cubicBezTo>
                  <a:cubicBezTo>
                    <a:pt x="24465" y="4828"/>
                    <a:pt x="24375" y="4739"/>
                    <a:pt x="24280" y="4739"/>
                  </a:cubicBezTo>
                  <a:cubicBezTo>
                    <a:pt x="24238" y="4739"/>
                    <a:pt x="24196" y="4756"/>
                    <a:pt x="24165" y="4796"/>
                  </a:cubicBezTo>
                  <a:cubicBezTo>
                    <a:pt x="23288" y="5933"/>
                    <a:pt x="22436" y="7088"/>
                    <a:pt x="21593" y="8252"/>
                  </a:cubicBezTo>
                  <a:cubicBezTo>
                    <a:pt x="22404" y="7007"/>
                    <a:pt x="23192" y="5751"/>
                    <a:pt x="23931" y="4461"/>
                  </a:cubicBezTo>
                  <a:cubicBezTo>
                    <a:pt x="23990" y="4360"/>
                    <a:pt x="23897" y="4246"/>
                    <a:pt x="23802" y="4246"/>
                  </a:cubicBezTo>
                  <a:cubicBezTo>
                    <a:pt x="23769" y="4246"/>
                    <a:pt x="23736" y="4259"/>
                    <a:pt x="23709" y="4291"/>
                  </a:cubicBezTo>
                  <a:cubicBezTo>
                    <a:pt x="23663" y="4340"/>
                    <a:pt x="23623" y="4395"/>
                    <a:pt x="23579" y="4444"/>
                  </a:cubicBezTo>
                  <a:cubicBezTo>
                    <a:pt x="23738" y="3976"/>
                    <a:pt x="23859" y="3497"/>
                    <a:pt x="23940" y="3009"/>
                  </a:cubicBezTo>
                  <a:cubicBezTo>
                    <a:pt x="23955" y="2915"/>
                    <a:pt x="23884" y="2835"/>
                    <a:pt x="23805" y="2835"/>
                  </a:cubicBezTo>
                  <a:cubicBezTo>
                    <a:pt x="23774" y="2835"/>
                    <a:pt x="23741" y="2848"/>
                    <a:pt x="23712" y="2876"/>
                  </a:cubicBezTo>
                  <a:cubicBezTo>
                    <a:pt x="20464" y="5971"/>
                    <a:pt x="17978" y="9582"/>
                    <a:pt x="15626" y="13382"/>
                  </a:cubicBezTo>
                  <a:cubicBezTo>
                    <a:pt x="13512" y="16786"/>
                    <a:pt x="11350" y="20207"/>
                    <a:pt x="9283" y="23665"/>
                  </a:cubicBezTo>
                  <a:cubicBezTo>
                    <a:pt x="8702" y="24367"/>
                    <a:pt x="8116" y="25063"/>
                    <a:pt x="7513" y="25753"/>
                  </a:cubicBezTo>
                  <a:cubicBezTo>
                    <a:pt x="6883" y="26475"/>
                    <a:pt x="6416" y="26954"/>
                    <a:pt x="6282" y="26954"/>
                  </a:cubicBezTo>
                  <a:cubicBezTo>
                    <a:pt x="6176" y="26954"/>
                    <a:pt x="6277" y="26654"/>
                    <a:pt x="6670" y="25937"/>
                  </a:cubicBezTo>
                  <a:cubicBezTo>
                    <a:pt x="8448" y="23735"/>
                    <a:pt x="9883" y="21246"/>
                    <a:pt x="11333" y="18801"/>
                  </a:cubicBezTo>
                  <a:cubicBezTo>
                    <a:pt x="13082" y="16430"/>
                    <a:pt x="14806" y="14083"/>
                    <a:pt x="16492" y="11707"/>
                  </a:cubicBezTo>
                  <a:lnTo>
                    <a:pt x="16492" y="11707"/>
                  </a:lnTo>
                  <a:cubicBezTo>
                    <a:pt x="15091" y="13642"/>
                    <a:pt x="13631" y="15524"/>
                    <a:pt x="12176" y="17403"/>
                  </a:cubicBezTo>
                  <a:cubicBezTo>
                    <a:pt x="12308" y="17184"/>
                    <a:pt x="12441" y="16965"/>
                    <a:pt x="12577" y="16748"/>
                  </a:cubicBezTo>
                  <a:cubicBezTo>
                    <a:pt x="12773" y="16433"/>
                    <a:pt x="12969" y="16122"/>
                    <a:pt x="13163" y="15807"/>
                  </a:cubicBezTo>
                  <a:cubicBezTo>
                    <a:pt x="14716" y="13569"/>
                    <a:pt x="16287" y="11355"/>
                    <a:pt x="17799" y="9161"/>
                  </a:cubicBezTo>
                  <a:cubicBezTo>
                    <a:pt x="19099" y="7274"/>
                    <a:pt x="20587" y="5321"/>
                    <a:pt x="21744" y="3466"/>
                  </a:cubicBezTo>
                  <a:lnTo>
                    <a:pt x="21744" y="3466"/>
                  </a:lnTo>
                  <a:cubicBezTo>
                    <a:pt x="20160" y="6008"/>
                    <a:pt x="18692" y="8572"/>
                    <a:pt x="16971" y="11027"/>
                  </a:cubicBezTo>
                  <a:lnTo>
                    <a:pt x="16971" y="11027"/>
                  </a:lnTo>
                  <a:cubicBezTo>
                    <a:pt x="18983" y="8172"/>
                    <a:pt x="20943" y="5277"/>
                    <a:pt x="22823" y="2255"/>
                  </a:cubicBezTo>
                  <a:cubicBezTo>
                    <a:pt x="22891" y="2147"/>
                    <a:pt x="22800" y="2054"/>
                    <a:pt x="22702" y="2054"/>
                  </a:cubicBezTo>
                  <a:cubicBezTo>
                    <a:pt x="22660" y="2054"/>
                    <a:pt x="22616" y="2072"/>
                    <a:pt x="22583" y="2114"/>
                  </a:cubicBezTo>
                  <a:cubicBezTo>
                    <a:pt x="20109" y="5385"/>
                    <a:pt x="17745" y="8728"/>
                    <a:pt x="15458" y="12126"/>
                  </a:cubicBezTo>
                  <a:cubicBezTo>
                    <a:pt x="17580" y="8719"/>
                    <a:pt x="19705" y="5315"/>
                    <a:pt x="21882" y="1941"/>
                  </a:cubicBezTo>
                  <a:cubicBezTo>
                    <a:pt x="21952" y="1832"/>
                    <a:pt x="21857" y="1736"/>
                    <a:pt x="21756" y="1736"/>
                  </a:cubicBezTo>
                  <a:cubicBezTo>
                    <a:pt x="21713" y="1736"/>
                    <a:pt x="21668" y="1754"/>
                    <a:pt x="21636" y="1796"/>
                  </a:cubicBezTo>
                  <a:cubicBezTo>
                    <a:pt x="20655" y="3121"/>
                    <a:pt x="19702" y="4472"/>
                    <a:pt x="18761" y="5835"/>
                  </a:cubicBezTo>
                  <a:cubicBezTo>
                    <a:pt x="19739" y="4328"/>
                    <a:pt x="20606" y="2769"/>
                    <a:pt x="21267" y="1118"/>
                  </a:cubicBezTo>
                  <a:cubicBezTo>
                    <a:pt x="21306" y="1020"/>
                    <a:pt x="21214" y="940"/>
                    <a:pt x="21123" y="940"/>
                  </a:cubicBezTo>
                  <a:cubicBezTo>
                    <a:pt x="21088" y="940"/>
                    <a:pt x="21054" y="952"/>
                    <a:pt x="21027" y="979"/>
                  </a:cubicBezTo>
                  <a:cubicBezTo>
                    <a:pt x="19789" y="2284"/>
                    <a:pt x="18715" y="3756"/>
                    <a:pt x="17707" y="5281"/>
                  </a:cubicBezTo>
                  <a:cubicBezTo>
                    <a:pt x="18611" y="3733"/>
                    <a:pt x="19433" y="2137"/>
                    <a:pt x="20118" y="445"/>
                  </a:cubicBezTo>
                  <a:close/>
                  <a:moveTo>
                    <a:pt x="28747" y="16390"/>
                  </a:moveTo>
                  <a:lnTo>
                    <a:pt x="28747" y="16390"/>
                  </a:lnTo>
                  <a:cubicBezTo>
                    <a:pt x="27924" y="17603"/>
                    <a:pt x="27119" y="18812"/>
                    <a:pt x="26371" y="19990"/>
                  </a:cubicBezTo>
                  <a:cubicBezTo>
                    <a:pt x="24893" y="22323"/>
                    <a:pt x="23588" y="24771"/>
                    <a:pt x="22170" y="27144"/>
                  </a:cubicBezTo>
                  <a:cubicBezTo>
                    <a:pt x="21519" y="28233"/>
                    <a:pt x="21229" y="28656"/>
                    <a:pt x="21171" y="28656"/>
                  </a:cubicBezTo>
                  <a:cubicBezTo>
                    <a:pt x="20989" y="28656"/>
                    <a:pt x="23065" y="24554"/>
                    <a:pt x="23533" y="23752"/>
                  </a:cubicBezTo>
                  <a:cubicBezTo>
                    <a:pt x="25046" y="21154"/>
                    <a:pt x="26879" y="18757"/>
                    <a:pt x="28747" y="16390"/>
                  </a:cubicBezTo>
                  <a:close/>
                  <a:moveTo>
                    <a:pt x="22153" y="24147"/>
                  </a:moveTo>
                  <a:lnTo>
                    <a:pt x="22153" y="24147"/>
                  </a:lnTo>
                  <a:cubicBezTo>
                    <a:pt x="22003" y="24448"/>
                    <a:pt x="21856" y="24745"/>
                    <a:pt x="21708" y="25039"/>
                  </a:cubicBezTo>
                  <a:cubicBezTo>
                    <a:pt x="20891" y="26246"/>
                    <a:pt x="20095" y="27467"/>
                    <a:pt x="19350" y="28729"/>
                  </a:cubicBezTo>
                  <a:cubicBezTo>
                    <a:pt x="19107" y="28614"/>
                    <a:pt x="18850" y="28510"/>
                    <a:pt x="18585" y="28409"/>
                  </a:cubicBezTo>
                  <a:cubicBezTo>
                    <a:pt x="19872" y="27055"/>
                    <a:pt x="21044" y="25626"/>
                    <a:pt x="22153" y="24147"/>
                  </a:cubicBezTo>
                  <a:close/>
                  <a:moveTo>
                    <a:pt x="27377" y="7335"/>
                  </a:moveTo>
                  <a:cubicBezTo>
                    <a:pt x="27407" y="7335"/>
                    <a:pt x="25807" y="9741"/>
                    <a:pt x="25326" y="10515"/>
                  </a:cubicBezTo>
                  <a:cubicBezTo>
                    <a:pt x="24122" y="12452"/>
                    <a:pt x="22970" y="14424"/>
                    <a:pt x="21804" y="16387"/>
                  </a:cubicBezTo>
                  <a:cubicBezTo>
                    <a:pt x="19535" y="20212"/>
                    <a:pt x="17228" y="24009"/>
                    <a:pt x="14710" y="27675"/>
                  </a:cubicBezTo>
                  <a:cubicBezTo>
                    <a:pt x="13807" y="28244"/>
                    <a:pt x="12767" y="28700"/>
                    <a:pt x="11757" y="29012"/>
                  </a:cubicBezTo>
                  <a:cubicBezTo>
                    <a:pt x="12213" y="28397"/>
                    <a:pt x="12675" y="27782"/>
                    <a:pt x="13114" y="27156"/>
                  </a:cubicBezTo>
                  <a:lnTo>
                    <a:pt x="13114" y="27156"/>
                  </a:lnTo>
                  <a:cubicBezTo>
                    <a:pt x="12955" y="27465"/>
                    <a:pt x="12790" y="27773"/>
                    <a:pt x="12646" y="28094"/>
                  </a:cubicBezTo>
                  <a:cubicBezTo>
                    <a:pt x="12592" y="28208"/>
                    <a:pt x="12683" y="28335"/>
                    <a:pt x="12787" y="28335"/>
                  </a:cubicBezTo>
                  <a:cubicBezTo>
                    <a:pt x="12823" y="28335"/>
                    <a:pt x="12861" y="28320"/>
                    <a:pt x="12894" y="28284"/>
                  </a:cubicBezTo>
                  <a:cubicBezTo>
                    <a:pt x="18114" y="22814"/>
                    <a:pt x="21388" y="16015"/>
                    <a:pt x="25638" y="9831"/>
                  </a:cubicBezTo>
                  <a:cubicBezTo>
                    <a:pt x="26909" y="7980"/>
                    <a:pt x="27362" y="7335"/>
                    <a:pt x="27377" y="7335"/>
                  </a:cubicBezTo>
                  <a:close/>
                  <a:moveTo>
                    <a:pt x="10311" y="23792"/>
                  </a:moveTo>
                  <a:cubicBezTo>
                    <a:pt x="9211" y="25447"/>
                    <a:pt x="8209" y="27167"/>
                    <a:pt x="7392" y="29026"/>
                  </a:cubicBezTo>
                  <a:cubicBezTo>
                    <a:pt x="6754" y="28804"/>
                    <a:pt x="6133" y="28527"/>
                    <a:pt x="5538" y="28204"/>
                  </a:cubicBezTo>
                  <a:cubicBezTo>
                    <a:pt x="6563" y="27173"/>
                    <a:pt x="7539" y="26105"/>
                    <a:pt x="8480" y="25011"/>
                  </a:cubicBezTo>
                  <a:lnTo>
                    <a:pt x="8480" y="25011"/>
                  </a:lnTo>
                  <a:cubicBezTo>
                    <a:pt x="7816" y="26142"/>
                    <a:pt x="7158" y="27277"/>
                    <a:pt x="6526" y="28420"/>
                  </a:cubicBezTo>
                  <a:cubicBezTo>
                    <a:pt x="6474" y="28515"/>
                    <a:pt x="6562" y="28626"/>
                    <a:pt x="6648" y="28626"/>
                  </a:cubicBezTo>
                  <a:cubicBezTo>
                    <a:pt x="6678" y="28626"/>
                    <a:pt x="6707" y="28613"/>
                    <a:pt x="6731" y="28582"/>
                  </a:cubicBezTo>
                  <a:cubicBezTo>
                    <a:pt x="7949" y="27003"/>
                    <a:pt x="9136" y="25400"/>
                    <a:pt x="10311" y="23792"/>
                  </a:cubicBezTo>
                  <a:close/>
                  <a:moveTo>
                    <a:pt x="12490" y="26275"/>
                  </a:moveTo>
                  <a:lnTo>
                    <a:pt x="12490" y="26275"/>
                  </a:lnTo>
                  <a:cubicBezTo>
                    <a:pt x="11997" y="27216"/>
                    <a:pt x="11546" y="28189"/>
                    <a:pt x="11136" y="29185"/>
                  </a:cubicBezTo>
                  <a:cubicBezTo>
                    <a:pt x="10813" y="29269"/>
                    <a:pt x="10487" y="29332"/>
                    <a:pt x="10158" y="29382"/>
                  </a:cubicBezTo>
                  <a:cubicBezTo>
                    <a:pt x="10928" y="28360"/>
                    <a:pt x="11708" y="27323"/>
                    <a:pt x="12490" y="26275"/>
                  </a:cubicBezTo>
                  <a:close/>
                  <a:moveTo>
                    <a:pt x="13911" y="23036"/>
                  </a:moveTo>
                  <a:lnTo>
                    <a:pt x="13911" y="23036"/>
                  </a:lnTo>
                  <a:cubicBezTo>
                    <a:pt x="12484" y="25100"/>
                    <a:pt x="11096" y="27187"/>
                    <a:pt x="9826" y="29361"/>
                  </a:cubicBezTo>
                  <a:cubicBezTo>
                    <a:pt x="9817" y="29384"/>
                    <a:pt x="9811" y="29408"/>
                    <a:pt x="9817" y="29431"/>
                  </a:cubicBezTo>
                  <a:cubicBezTo>
                    <a:pt x="9715" y="29441"/>
                    <a:pt x="9609" y="29446"/>
                    <a:pt x="9500" y="29446"/>
                  </a:cubicBezTo>
                  <a:cubicBezTo>
                    <a:pt x="9000" y="29446"/>
                    <a:pt x="8420" y="29341"/>
                    <a:pt x="7807" y="29159"/>
                  </a:cubicBezTo>
                  <a:cubicBezTo>
                    <a:pt x="8212" y="28879"/>
                    <a:pt x="8587" y="28559"/>
                    <a:pt x="8925" y="28201"/>
                  </a:cubicBezTo>
                  <a:lnTo>
                    <a:pt x="8925" y="28201"/>
                  </a:lnTo>
                  <a:cubicBezTo>
                    <a:pt x="8754" y="28484"/>
                    <a:pt x="8581" y="28764"/>
                    <a:pt x="8414" y="29050"/>
                  </a:cubicBezTo>
                  <a:cubicBezTo>
                    <a:pt x="8353" y="29149"/>
                    <a:pt x="8440" y="29250"/>
                    <a:pt x="8533" y="29250"/>
                  </a:cubicBezTo>
                  <a:cubicBezTo>
                    <a:pt x="8565" y="29250"/>
                    <a:pt x="8597" y="29238"/>
                    <a:pt x="8625" y="29211"/>
                  </a:cubicBezTo>
                  <a:cubicBezTo>
                    <a:pt x="10562" y="27346"/>
                    <a:pt x="12300" y="25253"/>
                    <a:pt x="13911" y="23036"/>
                  </a:cubicBezTo>
                  <a:close/>
                  <a:moveTo>
                    <a:pt x="25242" y="20602"/>
                  </a:moveTo>
                  <a:lnTo>
                    <a:pt x="25242" y="20602"/>
                  </a:lnTo>
                  <a:cubicBezTo>
                    <a:pt x="23256" y="23443"/>
                    <a:pt x="21524" y="26431"/>
                    <a:pt x="20441" y="29763"/>
                  </a:cubicBezTo>
                  <a:cubicBezTo>
                    <a:pt x="20288" y="29373"/>
                    <a:pt x="19999" y="29096"/>
                    <a:pt x="19636" y="28882"/>
                  </a:cubicBezTo>
                  <a:cubicBezTo>
                    <a:pt x="20043" y="28215"/>
                    <a:pt x="20444" y="27548"/>
                    <a:pt x="20839" y="26876"/>
                  </a:cubicBezTo>
                  <a:cubicBezTo>
                    <a:pt x="22179" y="24705"/>
                    <a:pt x="23700" y="22638"/>
                    <a:pt x="25242" y="20602"/>
                  </a:cubicBezTo>
                  <a:close/>
                  <a:moveTo>
                    <a:pt x="18762" y="1"/>
                  </a:moveTo>
                  <a:cubicBezTo>
                    <a:pt x="18729" y="1"/>
                    <a:pt x="18697" y="13"/>
                    <a:pt x="18671" y="38"/>
                  </a:cubicBezTo>
                  <a:cubicBezTo>
                    <a:pt x="18660" y="50"/>
                    <a:pt x="18648" y="61"/>
                    <a:pt x="18634" y="73"/>
                  </a:cubicBezTo>
                  <a:cubicBezTo>
                    <a:pt x="16902" y="81"/>
                    <a:pt x="15247" y="419"/>
                    <a:pt x="13651" y="973"/>
                  </a:cubicBezTo>
                  <a:cubicBezTo>
                    <a:pt x="13625" y="951"/>
                    <a:pt x="13592" y="940"/>
                    <a:pt x="13561" y="940"/>
                  </a:cubicBezTo>
                  <a:cubicBezTo>
                    <a:pt x="13515" y="940"/>
                    <a:pt x="13470" y="963"/>
                    <a:pt x="13446" y="1005"/>
                  </a:cubicBezTo>
                  <a:cubicBezTo>
                    <a:pt x="13434" y="1025"/>
                    <a:pt x="13423" y="1043"/>
                    <a:pt x="13408" y="1063"/>
                  </a:cubicBezTo>
                  <a:cubicBezTo>
                    <a:pt x="13007" y="1207"/>
                    <a:pt x="12611" y="1363"/>
                    <a:pt x="12219" y="1531"/>
                  </a:cubicBezTo>
                  <a:cubicBezTo>
                    <a:pt x="12233" y="1508"/>
                    <a:pt x="12251" y="1484"/>
                    <a:pt x="12268" y="1458"/>
                  </a:cubicBezTo>
                  <a:cubicBezTo>
                    <a:pt x="12339" y="1358"/>
                    <a:pt x="12246" y="1264"/>
                    <a:pt x="12149" y="1264"/>
                  </a:cubicBezTo>
                  <a:cubicBezTo>
                    <a:pt x="12107" y="1264"/>
                    <a:pt x="12064" y="1281"/>
                    <a:pt x="12034" y="1323"/>
                  </a:cubicBezTo>
                  <a:cubicBezTo>
                    <a:pt x="11933" y="1461"/>
                    <a:pt x="11826" y="1609"/>
                    <a:pt x="11722" y="1753"/>
                  </a:cubicBezTo>
                  <a:cubicBezTo>
                    <a:pt x="10666" y="2241"/>
                    <a:pt x="9635" y="2786"/>
                    <a:pt x="8636" y="3384"/>
                  </a:cubicBezTo>
                  <a:cubicBezTo>
                    <a:pt x="7357" y="4149"/>
                    <a:pt x="6355" y="5197"/>
                    <a:pt x="5455" y="6346"/>
                  </a:cubicBezTo>
                  <a:cubicBezTo>
                    <a:pt x="4118" y="7715"/>
                    <a:pt x="2980" y="9239"/>
                    <a:pt x="2100" y="10910"/>
                  </a:cubicBezTo>
                  <a:cubicBezTo>
                    <a:pt x="1670" y="11436"/>
                    <a:pt x="1222" y="11941"/>
                    <a:pt x="720" y="12392"/>
                  </a:cubicBezTo>
                  <a:cubicBezTo>
                    <a:pt x="598" y="12500"/>
                    <a:pt x="711" y="12662"/>
                    <a:pt x="839" y="12662"/>
                  </a:cubicBezTo>
                  <a:cubicBezTo>
                    <a:pt x="875" y="12662"/>
                    <a:pt x="912" y="12649"/>
                    <a:pt x="945" y="12620"/>
                  </a:cubicBezTo>
                  <a:cubicBezTo>
                    <a:pt x="1153" y="12432"/>
                    <a:pt x="1355" y="12241"/>
                    <a:pt x="1548" y="12045"/>
                  </a:cubicBezTo>
                  <a:lnTo>
                    <a:pt x="1548" y="12045"/>
                  </a:lnTo>
                  <a:cubicBezTo>
                    <a:pt x="1225" y="12773"/>
                    <a:pt x="951" y="13520"/>
                    <a:pt x="726" y="14283"/>
                  </a:cubicBezTo>
                  <a:cubicBezTo>
                    <a:pt x="705" y="14348"/>
                    <a:pt x="759" y="14391"/>
                    <a:pt x="813" y="14391"/>
                  </a:cubicBezTo>
                  <a:cubicBezTo>
                    <a:pt x="849" y="14391"/>
                    <a:pt x="885" y="14372"/>
                    <a:pt x="899" y="14329"/>
                  </a:cubicBezTo>
                  <a:cubicBezTo>
                    <a:pt x="1190" y="13362"/>
                    <a:pt x="1577" y="12449"/>
                    <a:pt x="2016" y="11557"/>
                  </a:cubicBezTo>
                  <a:cubicBezTo>
                    <a:pt x="3284" y="10186"/>
                    <a:pt x="4314" y="8670"/>
                    <a:pt x="5429" y="7224"/>
                  </a:cubicBezTo>
                  <a:lnTo>
                    <a:pt x="5429" y="7224"/>
                  </a:lnTo>
                  <a:cubicBezTo>
                    <a:pt x="5374" y="7446"/>
                    <a:pt x="5247" y="7781"/>
                    <a:pt x="5013" y="8292"/>
                  </a:cubicBezTo>
                  <a:cubicBezTo>
                    <a:pt x="4181" y="10111"/>
                    <a:pt x="2862" y="11696"/>
                    <a:pt x="1722" y="13373"/>
                  </a:cubicBezTo>
                  <a:cubicBezTo>
                    <a:pt x="1720" y="13367"/>
                    <a:pt x="1716" y="13362"/>
                    <a:pt x="1711" y="13362"/>
                  </a:cubicBezTo>
                  <a:cubicBezTo>
                    <a:pt x="1709" y="13362"/>
                    <a:pt x="1707" y="13363"/>
                    <a:pt x="1704" y="13364"/>
                  </a:cubicBezTo>
                  <a:cubicBezTo>
                    <a:pt x="1208" y="13572"/>
                    <a:pt x="962" y="14130"/>
                    <a:pt x="838" y="14788"/>
                  </a:cubicBezTo>
                  <a:cubicBezTo>
                    <a:pt x="792" y="14869"/>
                    <a:pt x="743" y="14947"/>
                    <a:pt x="697" y="15027"/>
                  </a:cubicBezTo>
                  <a:cubicBezTo>
                    <a:pt x="662" y="15100"/>
                    <a:pt x="700" y="15189"/>
                    <a:pt x="781" y="15212"/>
                  </a:cubicBezTo>
                  <a:cubicBezTo>
                    <a:pt x="746" y="15547"/>
                    <a:pt x="729" y="15888"/>
                    <a:pt x="731" y="16225"/>
                  </a:cubicBezTo>
                  <a:cubicBezTo>
                    <a:pt x="720" y="16246"/>
                    <a:pt x="708" y="16266"/>
                    <a:pt x="697" y="16286"/>
                  </a:cubicBezTo>
                  <a:cubicBezTo>
                    <a:pt x="662" y="16344"/>
                    <a:pt x="677" y="16416"/>
                    <a:pt x="731" y="16454"/>
                  </a:cubicBezTo>
                  <a:cubicBezTo>
                    <a:pt x="740" y="16849"/>
                    <a:pt x="755" y="17201"/>
                    <a:pt x="763" y="17484"/>
                  </a:cubicBezTo>
                  <a:cubicBezTo>
                    <a:pt x="524" y="17923"/>
                    <a:pt x="278" y="18356"/>
                    <a:pt x="59" y="18804"/>
                  </a:cubicBezTo>
                  <a:cubicBezTo>
                    <a:pt x="1" y="18907"/>
                    <a:pt x="86" y="19011"/>
                    <a:pt x="181" y="19011"/>
                  </a:cubicBezTo>
                  <a:cubicBezTo>
                    <a:pt x="213" y="19011"/>
                    <a:pt x="246" y="18999"/>
                    <a:pt x="275" y="18971"/>
                  </a:cubicBezTo>
                  <a:cubicBezTo>
                    <a:pt x="446" y="18832"/>
                    <a:pt x="607" y="18682"/>
                    <a:pt x="772" y="18538"/>
                  </a:cubicBezTo>
                  <a:cubicBezTo>
                    <a:pt x="772" y="19144"/>
                    <a:pt x="772" y="19811"/>
                    <a:pt x="795" y="20498"/>
                  </a:cubicBezTo>
                  <a:cubicBezTo>
                    <a:pt x="653" y="20721"/>
                    <a:pt x="506" y="20946"/>
                    <a:pt x="371" y="21165"/>
                  </a:cubicBezTo>
                  <a:cubicBezTo>
                    <a:pt x="303" y="21267"/>
                    <a:pt x="402" y="21382"/>
                    <a:pt x="500" y="21382"/>
                  </a:cubicBezTo>
                  <a:cubicBezTo>
                    <a:pt x="533" y="21382"/>
                    <a:pt x="566" y="21369"/>
                    <a:pt x="593" y="21338"/>
                  </a:cubicBezTo>
                  <a:cubicBezTo>
                    <a:pt x="674" y="21249"/>
                    <a:pt x="746" y="21154"/>
                    <a:pt x="827" y="21064"/>
                  </a:cubicBezTo>
                  <a:cubicBezTo>
                    <a:pt x="853" y="21546"/>
                    <a:pt x="896" y="22028"/>
                    <a:pt x="962" y="22502"/>
                  </a:cubicBezTo>
                  <a:cubicBezTo>
                    <a:pt x="919" y="22698"/>
                    <a:pt x="876" y="22894"/>
                    <a:pt x="844" y="23094"/>
                  </a:cubicBezTo>
                  <a:cubicBezTo>
                    <a:pt x="831" y="23171"/>
                    <a:pt x="901" y="23256"/>
                    <a:pt x="974" y="23256"/>
                  </a:cubicBezTo>
                  <a:cubicBezTo>
                    <a:pt x="1002" y="23256"/>
                    <a:pt x="1030" y="23244"/>
                    <a:pt x="1055" y="23215"/>
                  </a:cubicBezTo>
                  <a:cubicBezTo>
                    <a:pt x="1063" y="23203"/>
                    <a:pt x="1072" y="23189"/>
                    <a:pt x="1084" y="23177"/>
                  </a:cubicBezTo>
                  <a:cubicBezTo>
                    <a:pt x="1101" y="23276"/>
                    <a:pt x="1118" y="23374"/>
                    <a:pt x="1141" y="23466"/>
                  </a:cubicBezTo>
                  <a:cubicBezTo>
                    <a:pt x="1141" y="23475"/>
                    <a:pt x="1141" y="23481"/>
                    <a:pt x="1144" y="23489"/>
                  </a:cubicBezTo>
                  <a:cubicBezTo>
                    <a:pt x="1205" y="23740"/>
                    <a:pt x="1280" y="23989"/>
                    <a:pt x="1367" y="24234"/>
                  </a:cubicBezTo>
                  <a:cubicBezTo>
                    <a:pt x="1352" y="24263"/>
                    <a:pt x="1335" y="24292"/>
                    <a:pt x="1320" y="24318"/>
                  </a:cubicBezTo>
                  <a:cubicBezTo>
                    <a:pt x="1276" y="24412"/>
                    <a:pt x="1344" y="24520"/>
                    <a:pt x="1447" y="24520"/>
                  </a:cubicBezTo>
                  <a:cubicBezTo>
                    <a:pt x="1451" y="24520"/>
                    <a:pt x="1455" y="24520"/>
                    <a:pt x="1459" y="24520"/>
                  </a:cubicBezTo>
                  <a:cubicBezTo>
                    <a:pt x="1569" y="24803"/>
                    <a:pt x="1707" y="25074"/>
                    <a:pt x="1872" y="25331"/>
                  </a:cubicBezTo>
                  <a:cubicBezTo>
                    <a:pt x="3162" y="27306"/>
                    <a:pt x="5143" y="28619"/>
                    <a:pt x="7305" y="29205"/>
                  </a:cubicBezTo>
                  <a:cubicBezTo>
                    <a:pt x="7268" y="29298"/>
                    <a:pt x="7330" y="29409"/>
                    <a:pt x="7421" y="29409"/>
                  </a:cubicBezTo>
                  <a:cubicBezTo>
                    <a:pt x="7443" y="29409"/>
                    <a:pt x="7468" y="29403"/>
                    <a:pt x="7493" y="29387"/>
                  </a:cubicBezTo>
                  <a:cubicBezTo>
                    <a:pt x="7539" y="29361"/>
                    <a:pt x="7574" y="29324"/>
                    <a:pt x="7620" y="29295"/>
                  </a:cubicBezTo>
                  <a:cubicBezTo>
                    <a:pt x="8355" y="29466"/>
                    <a:pt x="9107" y="29552"/>
                    <a:pt x="9865" y="29552"/>
                  </a:cubicBezTo>
                  <a:cubicBezTo>
                    <a:pt x="9889" y="29552"/>
                    <a:pt x="9914" y="29552"/>
                    <a:pt x="9938" y="29552"/>
                  </a:cubicBezTo>
                  <a:lnTo>
                    <a:pt x="9979" y="29552"/>
                  </a:lnTo>
                  <a:cubicBezTo>
                    <a:pt x="10322" y="29546"/>
                    <a:pt x="10666" y="29523"/>
                    <a:pt x="11006" y="29483"/>
                  </a:cubicBezTo>
                  <a:lnTo>
                    <a:pt x="11006" y="29483"/>
                  </a:lnTo>
                  <a:cubicBezTo>
                    <a:pt x="10977" y="29558"/>
                    <a:pt x="10943" y="29633"/>
                    <a:pt x="10914" y="29708"/>
                  </a:cubicBezTo>
                  <a:cubicBezTo>
                    <a:pt x="10873" y="29810"/>
                    <a:pt x="10953" y="29870"/>
                    <a:pt x="11038" y="29870"/>
                  </a:cubicBezTo>
                  <a:cubicBezTo>
                    <a:pt x="11085" y="29870"/>
                    <a:pt x="11134" y="29852"/>
                    <a:pt x="11165" y="29812"/>
                  </a:cubicBezTo>
                  <a:cubicBezTo>
                    <a:pt x="11263" y="29685"/>
                    <a:pt x="11356" y="29549"/>
                    <a:pt x="11451" y="29422"/>
                  </a:cubicBezTo>
                  <a:cubicBezTo>
                    <a:pt x="13186" y="29127"/>
                    <a:pt x="14840" y="28351"/>
                    <a:pt x="16160" y="27026"/>
                  </a:cubicBezTo>
                  <a:cubicBezTo>
                    <a:pt x="16232" y="27505"/>
                    <a:pt x="16373" y="28045"/>
                    <a:pt x="16847" y="28201"/>
                  </a:cubicBezTo>
                  <a:cubicBezTo>
                    <a:pt x="16893" y="28215"/>
                    <a:pt x="16942" y="28227"/>
                    <a:pt x="16991" y="28241"/>
                  </a:cubicBezTo>
                  <a:cubicBezTo>
                    <a:pt x="16962" y="28296"/>
                    <a:pt x="16933" y="28354"/>
                    <a:pt x="16907" y="28409"/>
                  </a:cubicBezTo>
                  <a:cubicBezTo>
                    <a:pt x="16858" y="28514"/>
                    <a:pt x="16941" y="28632"/>
                    <a:pt x="17037" y="28632"/>
                  </a:cubicBezTo>
                  <a:cubicBezTo>
                    <a:pt x="17070" y="28632"/>
                    <a:pt x="17104" y="28618"/>
                    <a:pt x="17135" y="28585"/>
                  </a:cubicBezTo>
                  <a:cubicBezTo>
                    <a:pt x="17213" y="28501"/>
                    <a:pt x="17280" y="28412"/>
                    <a:pt x="17358" y="28328"/>
                  </a:cubicBezTo>
                  <a:cubicBezTo>
                    <a:pt x="18007" y="28455"/>
                    <a:pt x="18677" y="28487"/>
                    <a:pt x="19269" y="28847"/>
                  </a:cubicBezTo>
                  <a:cubicBezTo>
                    <a:pt x="19263" y="28856"/>
                    <a:pt x="19257" y="28865"/>
                    <a:pt x="19254" y="28873"/>
                  </a:cubicBezTo>
                  <a:cubicBezTo>
                    <a:pt x="19178" y="28998"/>
                    <a:pt x="19291" y="29116"/>
                    <a:pt x="19404" y="29116"/>
                  </a:cubicBezTo>
                  <a:cubicBezTo>
                    <a:pt x="19453" y="29116"/>
                    <a:pt x="19501" y="29094"/>
                    <a:pt x="19535" y="29041"/>
                  </a:cubicBezTo>
                  <a:cubicBezTo>
                    <a:pt x="19540" y="29047"/>
                    <a:pt x="19549" y="29050"/>
                    <a:pt x="19555" y="29055"/>
                  </a:cubicBezTo>
                  <a:cubicBezTo>
                    <a:pt x="21428" y="30678"/>
                    <a:pt x="19520" y="31382"/>
                    <a:pt x="19656" y="32742"/>
                  </a:cubicBezTo>
                  <a:cubicBezTo>
                    <a:pt x="19760" y="33767"/>
                    <a:pt x="20302" y="34414"/>
                    <a:pt x="21001" y="35147"/>
                  </a:cubicBezTo>
                  <a:cubicBezTo>
                    <a:pt x="22930" y="37168"/>
                    <a:pt x="24422" y="39070"/>
                    <a:pt x="24991" y="41905"/>
                  </a:cubicBezTo>
                  <a:cubicBezTo>
                    <a:pt x="25007" y="41988"/>
                    <a:pt x="25066" y="42024"/>
                    <a:pt x="25128" y="42024"/>
                  </a:cubicBezTo>
                  <a:cubicBezTo>
                    <a:pt x="25222" y="42024"/>
                    <a:pt x="25325" y="41942"/>
                    <a:pt x="25303" y="41819"/>
                  </a:cubicBezTo>
                  <a:cubicBezTo>
                    <a:pt x="24997" y="40078"/>
                    <a:pt x="24235" y="38681"/>
                    <a:pt x="23380" y="37139"/>
                  </a:cubicBezTo>
                  <a:cubicBezTo>
                    <a:pt x="22254" y="35115"/>
                    <a:pt x="19370" y="34434"/>
                    <a:pt x="20337" y="31573"/>
                  </a:cubicBezTo>
                  <a:cubicBezTo>
                    <a:pt x="20528" y="31010"/>
                    <a:pt x="20577" y="30571"/>
                    <a:pt x="20539" y="30201"/>
                  </a:cubicBezTo>
                  <a:cubicBezTo>
                    <a:pt x="20577" y="30193"/>
                    <a:pt x="20611" y="30170"/>
                    <a:pt x="20632" y="30138"/>
                  </a:cubicBezTo>
                  <a:cubicBezTo>
                    <a:pt x="23319" y="26001"/>
                    <a:pt x="25632" y="21636"/>
                    <a:pt x="28337" y="17504"/>
                  </a:cubicBezTo>
                  <a:cubicBezTo>
                    <a:pt x="29151" y="16260"/>
                    <a:pt x="29974" y="15024"/>
                    <a:pt x="30794" y="13792"/>
                  </a:cubicBezTo>
                  <a:cubicBezTo>
                    <a:pt x="31573" y="12796"/>
                    <a:pt x="32347" y="11791"/>
                    <a:pt x="33083" y="10769"/>
                  </a:cubicBezTo>
                  <a:cubicBezTo>
                    <a:pt x="33166" y="10651"/>
                    <a:pt x="33058" y="10545"/>
                    <a:pt x="32945" y="10545"/>
                  </a:cubicBezTo>
                  <a:cubicBezTo>
                    <a:pt x="32928" y="10545"/>
                    <a:pt x="32912" y="10548"/>
                    <a:pt x="32896" y="10552"/>
                  </a:cubicBezTo>
                  <a:cubicBezTo>
                    <a:pt x="33661" y="9346"/>
                    <a:pt x="34391" y="8116"/>
                    <a:pt x="35093" y="6866"/>
                  </a:cubicBezTo>
                  <a:lnTo>
                    <a:pt x="35093" y="6866"/>
                  </a:lnTo>
                  <a:cubicBezTo>
                    <a:pt x="34045" y="8601"/>
                    <a:pt x="32792" y="10472"/>
                    <a:pt x="31484" y="12389"/>
                  </a:cubicBezTo>
                  <a:cubicBezTo>
                    <a:pt x="30981" y="13050"/>
                    <a:pt x="30473" y="13711"/>
                    <a:pt x="29959" y="14369"/>
                  </a:cubicBezTo>
                  <a:cubicBezTo>
                    <a:pt x="31770" y="11935"/>
                    <a:pt x="33525" y="9467"/>
                    <a:pt x="35098" y="6854"/>
                  </a:cubicBezTo>
                  <a:cubicBezTo>
                    <a:pt x="35367" y="6372"/>
                    <a:pt x="35653" y="5902"/>
                    <a:pt x="35910" y="5411"/>
                  </a:cubicBezTo>
                  <a:cubicBezTo>
                    <a:pt x="35912" y="5405"/>
                    <a:pt x="35910" y="5399"/>
                    <a:pt x="35910" y="5393"/>
                  </a:cubicBezTo>
                  <a:cubicBezTo>
                    <a:pt x="35933" y="5393"/>
                    <a:pt x="35957" y="5393"/>
                    <a:pt x="35981" y="5393"/>
                  </a:cubicBezTo>
                  <a:cubicBezTo>
                    <a:pt x="36240" y="5393"/>
                    <a:pt x="36499" y="5407"/>
                    <a:pt x="36758" y="5434"/>
                  </a:cubicBezTo>
                  <a:cubicBezTo>
                    <a:pt x="37299" y="5496"/>
                    <a:pt x="37809" y="5531"/>
                    <a:pt x="38304" y="5531"/>
                  </a:cubicBezTo>
                  <a:cubicBezTo>
                    <a:pt x="39417" y="5531"/>
                    <a:pt x="40455" y="5356"/>
                    <a:pt x="41600" y="4929"/>
                  </a:cubicBezTo>
                  <a:cubicBezTo>
                    <a:pt x="41699" y="4895"/>
                    <a:pt x="41673" y="4753"/>
                    <a:pt x="41587" y="4753"/>
                  </a:cubicBezTo>
                  <a:cubicBezTo>
                    <a:pt x="41577" y="4753"/>
                    <a:pt x="41567" y="4755"/>
                    <a:pt x="41557" y="4758"/>
                  </a:cubicBezTo>
                  <a:cubicBezTo>
                    <a:pt x="40494" y="5096"/>
                    <a:pt x="39462" y="5203"/>
                    <a:pt x="38435" y="5203"/>
                  </a:cubicBezTo>
                  <a:cubicBezTo>
                    <a:pt x="36804" y="5203"/>
                    <a:pt x="35185" y="4936"/>
                    <a:pt x="33473" y="4906"/>
                  </a:cubicBezTo>
                  <a:cubicBezTo>
                    <a:pt x="33458" y="4905"/>
                    <a:pt x="33443" y="4905"/>
                    <a:pt x="33428" y="4905"/>
                  </a:cubicBezTo>
                  <a:cubicBezTo>
                    <a:pt x="32304" y="4905"/>
                    <a:pt x="32296" y="5650"/>
                    <a:pt x="32177" y="6268"/>
                  </a:cubicBezTo>
                  <a:cubicBezTo>
                    <a:pt x="32110" y="6352"/>
                    <a:pt x="32050" y="6441"/>
                    <a:pt x="31980" y="6528"/>
                  </a:cubicBezTo>
                  <a:cubicBezTo>
                    <a:pt x="31709" y="6667"/>
                    <a:pt x="31435" y="6805"/>
                    <a:pt x="31146" y="6955"/>
                  </a:cubicBezTo>
                  <a:cubicBezTo>
                    <a:pt x="31080" y="6987"/>
                    <a:pt x="31010" y="7016"/>
                    <a:pt x="30941" y="7039"/>
                  </a:cubicBezTo>
                  <a:cubicBezTo>
                    <a:pt x="31078" y="7061"/>
                    <a:pt x="31198" y="7072"/>
                    <a:pt x="31304" y="7072"/>
                  </a:cubicBezTo>
                  <a:cubicBezTo>
                    <a:pt x="31417" y="7072"/>
                    <a:pt x="31514" y="7060"/>
                    <a:pt x="31599" y="7039"/>
                  </a:cubicBezTo>
                  <a:lnTo>
                    <a:pt x="31599" y="7039"/>
                  </a:lnTo>
                  <a:cubicBezTo>
                    <a:pt x="30733" y="8185"/>
                    <a:pt x="29902" y="9354"/>
                    <a:pt x="29108" y="10547"/>
                  </a:cubicBezTo>
                  <a:cubicBezTo>
                    <a:pt x="29639" y="9455"/>
                    <a:pt x="30084" y="8327"/>
                    <a:pt x="30393" y="7134"/>
                  </a:cubicBezTo>
                  <a:cubicBezTo>
                    <a:pt x="30580" y="7131"/>
                    <a:pt x="30765" y="7097"/>
                    <a:pt x="30941" y="7036"/>
                  </a:cubicBezTo>
                  <a:cubicBezTo>
                    <a:pt x="30372" y="6941"/>
                    <a:pt x="29529" y="6641"/>
                    <a:pt x="28259" y="6023"/>
                  </a:cubicBezTo>
                  <a:cubicBezTo>
                    <a:pt x="25173" y="4527"/>
                    <a:pt x="23623" y="431"/>
                    <a:pt x="19881" y="110"/>
                  </a:cubicBezTo>
                  <a:cubicBezTo>
                    <a:pt x="19543" y="81"/>
                    <a:pt x="19214" y="84"/>
                    <a:pt x="18879" y="78"/>
                  </a:cubicBezTo>
                  <a:cubicBezTo>
                    <a:pt x="18858" y="28"/>
                    <a:pt x="18810" y="1"/>
                    <a:pt x="1876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51" name="Google Shape;8109;p80">
              <a:extLst>
                <a:ext uri="{FF2B5EF4-FFF2-40B4-BE49-F238E27FC236}">
                  <a16:creationId xmlns:a16="http://schemas.microsoft.com/office/drawing/2014/main" id="{48C35C2C-70B7-0582-C476-C650DB24FCD7}"/>
                </a:ext>
              </a:extLst>
            </p:cNvPr>
            <p:cNvSpPr/>
            <p:nvPr/>
          </p:nvSpPr>
          <p:spPr>
            <a:xfrm>
              <a:off x="4020600" y="4528725"/>
              <a:ext cx="89650" cy="23625"/>
            </a:xfrm>
            <a:custGeom>
              <a:avLst/>
              <a:gdLst/>
              <a:ahLst/>
              <a:cxnLst/>
              <a:rect l="l" t="t" r="r" b="b"/>
              <a:pathLst>
                <a:path w="3586" h="945" extrusionOk="0">
                  <a:moveTo>
                    <a:pt x="0" y="1"/>
                  </a:moveTo>
                  <a:cubicBezTo>
                    <a:pt x="567" y="575"/>
                    <a:pt x="1293" y="944"/>
                    <a:pt x="2237" y="944"/>
                  </a:cubicBezTo>
                  <a:cubicBezTo>
                    <a:pt x="2645" y="944"/>
                    <a:pt x="3093" y="876"/>
                    <a:pt x="3586" y="725"/>
                  </a:cubicBezTo>
                  <a:lnTo>
                    <a:pt x="3586" y="725"/>
                  </a:lnTo>
                  <a:cubicBezTo>
                    <a:pt x="3152" y="825"/>
                    <a:pt x="2752" y="872"/>
                    <a:pt x="2381" y="872"/>
                  </a:cubicBezTo>
                  <a:cubicBezTo>
                    <a:pt x="1399" y="872"/>
                    <a:pt x="625" y="543"/>
                    <a:pt x="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52" name="Google Shape;8110;p80">
              <a:extLst>
                <a:ext uri="{FF2B5EF4-FFF2-40B4-BE49-F238E27FC236}">
                  <a16:creationId xmlns:a16="http://schemas.microsoft.com/office/drawing/2014/main" id="{BC799A7C-6C0A-E1F2-DF20-2DB506CF5631}"/>
                </a:ext>
              </a:extLst>
            </p:cNvPr>
            <p:cNvSpPr/>
            <p:nvPr/>
          </p:nvSpPr>
          <p:spPr>
            <a:xfrm>
              <a:off x="3817925" y="4050975"/>
              <a:ext cx="202775" cy="477700"/>
            </a:xfrm>
            <a:custGeom>
              <a:avLst/>
              <a:gdLst/>
              <a:ahLst/>
              <a:cxnLst/>
              <a:rect l="l" t="t" r="r" b="b"/>
              <a:pathLst>
                <a:path w="8111" h="19108" extrusionOk="0">
                  <a:moveTo>
                    <a:pt x="3197" y="1"/>
                  </a:moveTo>
                  <a:cubicBezTo>
                    <a:pt x="3182" y="1"/>
                    <a:pt x="3167" y="5"/>
                    <a:pt x="3153" y="16"/>
                  </a:cubicBezTo>
                  <a:cubicBezTo>
                    <a:pt x="1" y="2265"/>
                    <a:pt x="3583" y="8105"/>
                    <a:pt x="4626" y="10626"/>
                  </a:cubicBezTo>
                  <a:cubicBezTo>
                    <a:pt x="5587" y="12941"/>
                    <a:pt x="5982" y="17263"/>
                    <a:pt x="8110" y="19108"/>
                  </a:cubicBezTo>
                  <a:cubicBezTo>
                    <a:pt x="6863" y="17846"/>
                    <a:pt x="6378" y="15597"/>
                    <a:pt x="6034" y="14104"/>
                  </a:cubicBezTo>
                  <a:cubicBezTo>
                    <a:pt x="5327" y="11050"/>
                    <a:pt x="154" y="2802"/>
                    <a:pt x="3260" y="157"/>
                  </a:cubicBezTo>
                  <a:cubicBezTo>
                    <a:pt x="3324" y="103"/>
                    <a:pt x="3265" y="1"/>
                    <a:pt x="319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53" name="Google Shape;8111;p80">
              <a:extLst>
                <a:ext uri="{FF2B5EF4-FFF2-40B4-BE49-F238E27FC236}">
                  <a16:creationId xmlns:a16="http://schemas.microsoft.com/office/drawing/2014/main" id="{5D1BBBBF-0F67-75B0-345A-2299E1AD9765}"/>
                </a:ext>
              </a:extLst>
            </p:cNvPr>
            <p:cNvSpPr/>
            <p:nvPr/>
          </p:nvSpPr>
          <p:spPr>
            <a:xfrm>
              <a:off x="4110175" y="3244525"/>
              <a:ext cx="798225" cy="1302350"/>
            </a:xfrm>
            <a:custGeom>
              <a:avLst/>
              <a:gdLst/>
              <a:ahLst/>
              <a:cxnLst/>
              <a:rect l="l" t="t" r="r" b="b"/>
              <a:pathLst>
                <a:path w="31929" h="52094" extrusionOk="0">
                  <a:moveTo>
                    <a:pt x="8813" y="0"/>
                  </a:moveTo>
                  <a:cubicBezTo>
                    <a:pt x="8739" y="0"/>
                    <a:pt x="8678" y="70"/>
                    <a:pt x="8667" y="147"/>
                  </a:cubicBezTo>
                  <a:cubicBezTo>
                    <a:pt x="8277" y="3060"/>
                    <a:pt x="10133" y="5982"/>
                    <a:pt x="11568" y="8367"/>
                  </a:cubicBezTo>
                  <a:cubicBezTo>
                    <a:pt x="13811" y="12091"/>
                    <a:pt x="17059" y="13428"/>
                    <a:pt x="20278" y="16078"/>
                  </a:cubicBezTo>
                  <a:cubicBezTo>
                    <a:pt x="19357" y="17126"/>
                    <a:pt x="18699" y="18477"/>
                    <a:pt x="17787" y="19531"/>
                  </a:cubicBezTo>
                  <a:cubicBezTo>
                    <a:pt x="16289" y="21257"/>
                    <a:pt x="14530" y="22689"/>
                    <a:pt x="13133" y="24511"/>
                  </a:cubicBezTo>
                  <a:cubicBezTo>
                    <a:pt x="12253" y="25660"/>
                    <a:pt x="12299" y="26985"/>
                    <a:pt x="12362" y="28342"/>
                  </a:cubicBezTo>
                  <a:cubicBezTo>
                    <a:pt x="12374" y="28584"/>
                    <a:pt x="12989" y="32606"/>
                    <a:pt x="13026" y="32632"/>
                  </a:cubicBezTo>
                  <a:cubicBezTo>
                    <a:pt x="13225" y="34970"/>
                    <a:pt x="12105" y="37765"/>
                    <a:pt x="11225" y="39829"/>
                  </a:cubicBezTo>
                  <a:cubicBezTo>
                    <a:pt x="10211" y="42202"/>
                    <a:pt x="8667" y="44359"/>
                    <a:pt x="7154" y="46432"/>
                  </a:cubicBezTo>
                  <a:cubicBezTo>
                    <a:pt x="5814" y="48274"/>
                    <a:pt x="4302" y="49665"/>
                    <a:pt x="2402" y="50907"/>
                  </a:cubicBezTo>
                  <a:cubicBezTo>
                    <a:pt x="1498" y="51498"/>
                    <a:pt x="704" y="51877"/>
                    <a:pt x="0" y="52093"/>
                  </a:cubicBezTo>
                  <a:cubicBezTo>
                    <a:pt x="46" y="52082"/>
                    <a:pt x="87" y="52082"/>
                    <a:pt x="133" y="52070"/>
                  </a:cubicBezTo>
                  <a:cubicBezTo>
                    <a:pt x="5878" y="50618"/>
                    <a:pt x="10324" y="43790"/>
                    <a:pt x="12146" y="38527"/>
                  </a:cubicBezTo>
                  <a:cubicBezTo>
                    <a:pt x="12642" y="37092"/>
                    <a:pt x="13194" y="35597"/>
                    <a:pt x="13280" y="34064"/>
                  </a:cubicBezTo>
                  <a:cubicBezTo>
                    <a:pt x="13439" y="31240"/>
                    <a:pt x="12082" y="27155"/>
                    <a:pt x="13428" y="24684"/>
                  </a:cubicBezTo>
                  <a:cubicBezTo>
                    <a:pt x="14421" y="22854"/>
                    <a:pt x="16569" y="21257"/>
                    <a:pt x="18027" y="19770"/>
                  </a:cubicBezTo>
                  <a:cubicBezTo>
                    <a:pt x="19254" y="18520"/>
                    <a:pt x="19943" y="16776"/>
                    <a:pt x="21179" y="15581"/>
                  </a:cubicBezTo>
                  <a:cubicBezTo>
                    <a:pt x="21283" y="15482"/>
                    <a:pt x="21188" y="15350"/>
                    <a:pt x="21077" y="15350"/>
                  </a:cubicBezTo>
                  <a:cubicBezTo>
                    <a:pt x="21045" y="15350"/>
                    <a:pt x="21013" y="15360"/>
                    <a:pt x="20983" y="15385"/>
                  </a:cubicBezTo>
                  <a:cubicBezTo>
                    <a:pt x="20752" y="15575"/>
                    <a:pt x="20535" y="15783"/>
                    <a:pt x="20339" y="16009"/>
                  </a:cubicBezTo>
                  <a:cubicBezTo>
                    <a:pt x="18330" y="14132"/>
                    <a:pt x="15815" y="12989"/>
                    <a:pt x="13843" y="11054"/>
                  </a:cubicBezTo>
                  <a:cubicBezTo>
                    <a:pt x="11649" y="8901"/>
                    <a:pt x="9902" y="5159"/>
                    <a:pt x="9068" y="2278"/>
                  </a:cubicBezTo>
                  <a:cubicBezTo>
                    <a:pt x="8740" y="1144"/>
                    <a:pt x="8844" y="756"/>
                    <a:pt x="9139" y="756"/>
                  </a:cubicBezTo>
                  <a:cubicBezTo>
                    <a:pt x="9616" y="756"/>
                    <a:pt x="10593" y="1766"/>
                    <a:pt x="11060" y="2272"/>
                  </a:cubicBezTo>
                  <a:cubicBezTo>
                    <a:pt x="12175" y="3485"/>
                    <a:pt x="13044" y="4963"/>
                    <a:pt x="13973" y="6317"/>
                  </a:cubicBezTo>
                  <a:cubicBezTo>
                    <a:pt x="15044" y="7873"/>
                    <a:pt x="16222" y="9288"/>
                    <a:pt x="17827" y="10312"/>
                  </a:cubicBezTo>
                  <a:cubicBezTo>
                    <a:pt x="18447" y="10708"/>
                    <a:pt x="19242" y="10882"/>
                    <a:pt x="20120" y="10882"/>
                  </a:cubicBezTo>
                  <a:cubicBezTo>
                    <a:pt x="24818" y="10882"/>
                    <a:pt x="31928" y="5900"/>
                    <a:pt x="27736" y="3072"/>
                  </a:cubicBezTo>
                  <a:cubicBezTo>
                    <a:pt x="27706" y="3052"/>
                    <a:pt x="27677" y="3044"/>
                    <a:pt x="27650" y="3044"/>
                  </a:cubicBezTo>
                  <a:cubicBezTo>
                    <a:pt x="27514" y="3044"/>
                    <a:pt x="27424" y="3259"/>
                    <a:pt x="27568" y="3358"/>
                  </a:cubicBezTo>
                  <a:cubicBezTo>
                    <a:pt x="31148" y="5774"/>
                    <a:pt x="25302" y="9097"/>
                    <a:pt x="23749" y="9882"/>
                  </a:cubicBezTo>
                  <a:cubicBezTo>
                    <a:pt x="22728" y="10400"/>
                    <a:pt x="21723" y="10650"/>
                    <a:pt x="20749" y="10650"/>
                  </a:cubicBezTo>
                  <a:cubicBezTo>
                    <a:pt x="19138" y="10650"/>
                    <a:pt x="17613" y="9965"/>
                    <a:pt x="16239" y="8673"/>
                  </a:cubicBezTo>
                  <a:cubicBezTo>
                    <a:pt x="13436" y="6028"/>
                    <a:pt x="12212" y="2183"/>
                    <a:pt x="8886" y="23"/>
                  </a:cubicBezTo>
                  <a:cubicBezTo>
                    <a:pt x="8861" y="7"/>
                    <a:pt x="8837" y="0"/>
                    <a:pt x="881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54" name="Google Shape;8112;p80">
              <a:extLst>
                <a:ext uri="{FF2B5EF4-FFF2-40B4-BE49-F238E27FC236}">
                  <a16:creationId xmlns:a16="http://schemas.microsoft.com/office/drawing/2014/main" id="{CEED698B-8C3F-233F-F221-D0C034E62D0F}"/>
                </a:ext>
              </a:extLst>
            </p:cNvPr>
            <p:cNvSpPr/>
            <p:nvPr/>
          </p:nvSpPr>
          <p:spPr>
            <a:xfrm>
              <a:off x="3835550" y="2303200"/>
              <a:ext cx="19500" cy="20300"/>
            </a:xfrm>
            <a:custGeom>
              <a:avLst/>
              <a:gdLst/>
              <a:ahLst/>
              <a:cxnLst/>
              <a:rect l="l" t="t" r="r" b="b"/>
              <a:pathLst>
                <a:path w="780" h="812" extrusionOk="0">
                  <a:moveTo>
                    <a:pt x="779" y="1"/>
                  </a:moveTo>
                  <a:cubicBezTo>
                    <a:pt x="638" y="145"/>
                    <a:pt x="494" y="289"/>
                    <a:pt x="352" y="434"/>
                  </a:cubicBezTo>
                  <a:cubicBezTo>
                    <a:pt x="231" y="555"/>
                    <a:pt x="121" y="691"/>
                    <a:pt x="0" y="812"/>
                  </a:cubicBezTo>
                  <a:cubicBezTo>
                    <a:pt x="263" y="549"/>
                    <a:pt x="517" y="269"/>
                    <a:pt x="77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55" name="Google Shape;8113;p80">
              <a:extLst>
                <a:ext uri="{FF2B5EF4-FFF2-40B4-BE49-F238E27FC236}">
                  <a16:creationId xmlns:a16="http://schemas.microsoft.com/office/drawing/2014/main" id="{74EB85E8-9EEB-A93B-7F4F-500D700AD479}"/>
                </a:ext>
              </a:extLst>
            </p:cNvPr>
            <p:cNvSpPr/>
            <p:nvPr/>
          </p:nvSpPr>
          <p:spPr>
            <a:xfrm>
              <a:off x="3855025" y="2280550"/>
              <a:ext cx="21675" cy="22675"/>
            </a:xfrm>
            <a:custGeom>
              <a:avLst/>
              <a:gdLst/>
              <a:ahLst/>
              <a:cxnLst/>
              <a:rect l="l" t="t" r="r" b="b"/>
              <a:pathLst>
                <a:path w="867" h="907" extrusionOk="0">
                  <a:moveTo>
                    <a:pt x="867" y="0"/>
                  </a:moveTo>
                  <a:lnTo>
                    <a:pt x="867" y="0"/>
                  </a:lnTo>
                  <a:cubicBezTo>
                    <a:pt x="578" y="306"/>
                    <a:pt x="289" y="607"/>
                    <a:pt x="0" y="907"/>
                  </a:cubicBezTo>
                  <a:cubicBezTo>
                    <a:pt x="289" y="607"/>
                    <a:pt x="581" y="306"/>
                    <a:pt x="86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56" name="Google Shape;8114;p80">
              <a:extLst>
                <a:ext uri="{FF2B5EF4-FFF2-40B4-BE49-F238E27FC236}">
                  <a16:creationId xmlns:a16="http://schemas.microsoft.com/office/drawing/2014/main" id="{3DFFC97C-48D0-1991-D0E5-3CAB72C9446C}"/>
                </a:ext>
              </a:extLst>
            </p:cNvPr>
            <p:cNvSpPr/>
            <p:nvPr/>
          </p:nvSpPr>
          <p:spPr>
            <a:xfrm>
              <a:off x="3876675" y="2249375"/>
              <a:ext cx="28750" cy="31200"/>
            </a:xfrm>
            <a:custGeom>
              <a:avLst/>
              <a:gdLst/>
              <a:ahLst/>
              <a:cxnLst/>
              <a:rect l="l" t="t" r="r" b="b"/>
              <a:pathLst>
                <a:path w="1150" h="1248" extrusionOk="0">
                  <a:moveTo>
                    <a:pt x="1150" y="0"/>
                  </a:moveTo>
                  <a:lnTo>
                    <a:pt x="1150" y="0"/>
                  </a:lnTo>
                  <a:cubicBezTo>
                    <a:pt x="902" y="272"/>
                    <a:pt x="654" y="544"/>
                    <a:pt x="405" y="814"/>
                  </a:cubicBezTo>
                  <a:lnTo>
                    <a:pt x="405" y="814"/>
                  </a:lnTo>
                  <a:cubicBezTo>
                    <a:pt x="654" y="546"/>
                    <a:pt x="902" y="275"/>
                    <a:pt x="1150" y="0"/>
                  </a:cubicBezTo>
                  <a:close/>
                  <a:moveTo>
                    <a:pt x="405" y="814"/>
                  </a:moveTo>
                  <a:cubicBezTo>
                    <a:pt x="270" y="959"/>
                    <a:pt x="135" y="1103"/>
                    <a:pt x="1" y="1247"/>
                  </a:cubicBezTo>
                  <a:cubicBezTo>
                    <a:pt x="136" y="1104"/>
                    <a:pt x="271" y="959"/>
                    <a:pt x="405" y="814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57" name="Google Shape;8115;p80">
              <a:extLst>
                <a:ext uri="{FF2B5EF4-FFF2-40B4-BE49-F238E27FC236}">
                  <a16:creationId xmlns:a16="http://schemas.microsoft.com/office/drawing/2014/main" id="{46E8443C-5A8B-508A-CB3D-ADA162CB5861}"/>
                </a:ext>
              </a:extLst>
            </p:cNvPr>
            <p:cNvSpPr/>
            <p:nvPr/>
          </p:nvSpPr>
          <p:spPr>
            <a:xfrm>
              <a:off x="3514925" y="1774450"/>
              <a:ext cx="981275" cy="1252850"/>
            </a:xfrm>
            <a:custGeom>
              <a:avLst/>
              <a:gdLst/>
              <a:ahLst/>
              <a:cxnLst/>
              <a:rect l="l" t="t" r="r" b="b"/>
              <a:pathLst>
                <a:path w="39251" h="50114" extrusionOk="0">
                  <a:moveTo>
                    <a:pt x="28510" y="607"/>
                  </a:moveTo>
                  <a:lnTo>
                    <a:pt x="28510" y="607"/>
                  </a:lnTo>
                  <a:cubicBezTo>
                    <a:pt x="28758" y="656"/>
                    <a:pt x="29004" y="719"/>
                    <a:pt x="29243" y="797"/>
                  </a:cubicBezTo>
                  <a:cubicBezTo>
                    <a:pt x="29238" y="800"/>
                    <a:pt x="29232" y="800"/>
                    <a:pt x="29226" y="803"/>
                  </a:cubicBezTo>
                  <a:cubicBezTo>
                    <a:pt x="27800" y="2215"/>
                    <a:pt x="26455" y="3681"/>
                    <a:pt x="25150" y="5171"/>
                  </a:cubicBezTo>
                  <a:cubicBezTo>
                    <a:pt x="26290" y="3673"/>
                    <a:pt x="27410" y="2172"/>
                    <a:pt x="28499" y="670"/>
                  </a:cubicBezTo>
                  <a:cubicBezTo>
                    <a:pt x="28510" y="650"/>
                    <a:pt x="28513" y="627"/>
                    <a:pt x="28510" y="607"/>
                  </a:cubicBezTo>
                  <a:close/>
                  <a:moveTo>
                    <a:pt x="21958" y="1924"/>
                  </a:moveTo>
                  <a:lnTo>
                    <a:pt x="21958" y="1924"/>
                  </a:lnTo>
                  <a:cubicBezTo>
                    <a:pt x="20344" y="3328"/>
                    <a:pt x="18839" y="4833"/>
                    <a:pt x="17355" y="6364"/>
                  </a:cubicBezTo>
                  <a:cubicBezTo>
                    <a:pt x="18385" y="5295"/>
                    <a:pt x="19390" y="4233"/>
                    <a:pt x="20305" y="3038"/>
                  </a:cubicBezTo>
                  <a:cubicBezTo>
                    <a:pt x="20377" y="2945"/>
                    <a:pt x="20302" y="2853"/>
                    <a:pt x="20210" y="2827"/>
                  </a:cubicBezTo>
                  <a:cubicBezTo>
                    <a:pt x="20777" y="2496"/>
                    <a:pt x="21360" y="2194"/>
                    <a:pt x="21958" y="1924"/>
                  </a:cubicBezTo>
                  <a:close/>
                  <a:moveTo>
                    <a:pt x="19916" y="3441"/>
                  </a:moveTo>
                  <a:cubicBezTo>
                    <a:pt x="19946" y="3441"/>
                    <a:pt x="17312" y="6062"/>
                    <a:pt x="17124" y="6260"/>
                  </a:cubicBezTo>
                  <a:cubicBezTo>
                    <a:pt x="16818" y="6586"/>
                    <a:pt x="16607" y="6820"/>
                    <a:pt x="16431" y="7022"/>
                  </a:cubicBezTo>
                  <a:cubicBezTo>
                    <a:pt x="17037" y="5855"/>
                    <a:pt x="18414" y="4877"/>
                    <a:pt x="19344" y="3982"/>
                  </a:cubicBezTo>
                  <a:cubicBezTo>
                    <a:pt x="19742" y="3597"/>
                    <a:pt x="19908" y="3441"/>
                    <a:pt x="19916" y="3441"/>
                  </a:cubicBezTo>
                  <a:close/>
                  <a:moveTo>
                    <a:pt x="19875" y="3032"/>
                  </a:moveTo>
                  <a:cubicBezTo>
                    <a:pt x="18642" y="4187"/>
                    <a:pt x="16925" y="5399"/>
                    <a:pt x="16162" y="6872"/>
                  </a:cubicBezTo>
                  <a:cubicBezTo>
                    <a:pt x="16100" y="6992"/>
                    <a:pt x="16204" y="7103"/>
                    <a:pt x="16305" y="7103"/>
                  </a:cubicBezTo>
                  <a:cubicBezTo>
                    <a:pt x="16332" y="7103"/>
                    <a:pt x="16358" y="7095"/>
                    <a:pt x="16381" y="7078"/>
                  </a:cubicBezTo>
                  <a:lnTo>
                    <a:pt x="16381" y="7078"/>
                  </a:lnTo>
                  <a:cubicBezTo>
                    <a:pt x="16025" y="7492"/>
                    <a:pt x="15805" y="7796"/>
                    <a:pt x="15276" y="8488"/>
                  </a:cubicBezTo>
                  <a:cubicBezTo>
                    <a:pt x="15392" y="8099"/>
                    <a:pt x="15530" y="7718"/>
                    <a:pt x="15698" y="7345"/>
                  </a:cubicBezTo>
                  <a:cubicBezTo>
                    <a:pt x="16523" y="5558"/>
                    <a:pt x="18091" y="4132"/>
                    <a:pt x="19875" y="3032"/>
                  </a:cubicBezTo>
                  <a:close/>
                  <a:moveTo>
                    <a:pt x="23272" y="1373"/>
                  </a:moveTo>
                  <a:cubicBezTo>
                    <a:pt x="20868" y="4227"/>
                    <a:pt x="18194" y="6812"/>
                    <a:pt x="15637" y="9525"/>
                  </a:cubicBezTo>
                  <a:cubicBezTo>
                    <a:pt x="17482" y="7567"/>
                    <a:pt x="20028" y="4501"/>
                    <a:pt x="22222" y="2099"/>
                  </a:cubicBezTo>
                  <a:cubicBezTo>
                    <a:pt x="22309" y="2007"/>
                    <a:pt x="22251" y="1857"/>
                    <a:pt x="22127" y="1842"/>
                  </a:cubicBezTo>
                  <a:cubicBezTo>
                    <a:pt x="22510" y="1676"/>
                    <a:pt x="22892" y="1517"/>
                    <a:pt x="23272" y="1373"/>
                  </a:cubicBezTo>
                  <a:close/>
                  <a:moveTo>
                    <a:pt x="34879" y="5645"/>
                  </a:moveTo>
                  <a:lnTo>
                    <a:pt x="34879" y="5645"/>
                  </a:lnTo>
                  <a:cubicBezTo>
                    <a:pt x="35092" y="5925"/>
                    <a:pt x="35306" y="6202"/>
                    <a:pt x="35517" y="6485"/>
                  </a:cubicBezTo>
                  <a:cubicBezTo>
                    <a:pt x="35500" y="6488"/>
                    <a:pt x="35482" y="6496"/>
                    <a:pt x="35468" y="6508"/>
                  </a:cubicBezTo>
                  <a:cubicBezTo>
                    <a:pt x="34452" y="7498"/>
                    <a:pt x="33476" y="8555"/>
                    <a:pt x="32517" y="9640"/>
                  </a:cubicBezTo>
                  <a:cubicBezTo>
                    <a:pt x="33357" y="8379"/>
                    <a:pt x="34151" y="7085"/>
                    <a:pt x="34867" y="5743"/>
                  </a:cubicBezTo>
                  <a:cubicBezTo>
                    <a:pt x="34882" y="5714"/>
                    <a:pt x="34888" y="5679"/>
                    <a:pt x="34879" y="5645"/>
                  </a:cubicBezTo>
                  <a:close/>
                  <a:moveTo>
                    <a:pt x="19656" y="4406"/>
                  </a:moveTo>
                  <a:cubicBezTo>
                    <a:pt x="17846" y="6320"/>
                    <a:pt x="16142" y="8229"/>
                    <a:pt x="14739" y="10466"/>
                  </a:cubicBezTo>
                  <a:cubicBezTo>
                    <a:pt x="14889" y="9884"/>
                    <a:pt x="15033" y="9307"/>
                    <a:pt x="15197" y="8748"/>
                  </a:cubicBezTo>
                  <a:lnTo>
                    <a:pt x="15197" y="8748"/>
                  </a:lnTo>
                  <a:cubicBezTo>
                    <a:pt x="15230" y="8792"/>
                    <a:pt x="15284" y="8823"/>
                    <a:pt x="15337" y="8823"/>
                  </a:cubicBezTo>
                  <a:cubicBezTo>
                    <a:pt x="15371" y="8823"/>
                    <a:pt x="15404" y="8811"/>
                    <a:pt x="15432" y="8783"/>
                  </a:cubicBezTo>
                  <a:cubicBezTo>
                    <a:pt x="16529" y="7663"/>
                    <a:pt x="17617" y="6531"/>
                    <a:pt x="18706" y="5402"/>
                  </a:cubicBezTo>
                  <a:cubicBezTo>
                    <a:pt x="18830" y="5272"/>
                    <a:pt x="19225" y="4857"/>
                    <a:pt x="19656" y="4406"/>
                  </a:cubicBezTo>
                  <a:close/>
                  <a:moveTo>
                    <a:pt x="20089" y="6554"/>
                  </a:moveTo>
                  <a:lnTo>
                    <a:pt x="20089" y="6554"/>
                  </a:lnTo>
                  <a:cubicBezTo>
                    <a:pt x="18778" y="8177"/>
                    <a:pt x="17430" y="9764"/>
                    <a:pt x="16105" y="11367"/>
                  </a:cubicBezTo>
                  <a:lnTo>
                    <a:pt x="16102" y="11367"/>
                  </a:lnTo>
                  <a:cubicBezTo>
                    <a:pt x="16760" y="10495"/>
                    <a:pt x="17418" y="9623"/>
                    <a:pt x="18074" y="8748"/>
                  </a:cubicBezTo>
                  <a:cubicBezTo>
                    <a:pt x="18746" y="8018"/>
                    <a:pt x="19416" y="7284"/>
                    <a:pt x="20089" y="6554"/>
                  </a:cubicBezTo>
                  <a:close/>
                  <a:moveTo>
                    <a:pt x="20787" y="4628"/>
                  </a:moveTo>
                  <a:lnTo>
                    <a:pt x="20787" y="4628"/>
                  </a:lnTo>
                  <a:cubicBezTo>
                    <a:pt x="20123" y="5503"/>
                    <a:pt x="19462" y="6381"/>
                    <a:pt x="18804" y="7261"/>
                  </a:cubicBezTo>
                  <a:cubicBezTo>
                    <a:pt x="17219" y="8916"/>
                    <a:pt x="15640" y="10590"/>
                    <a:pt x="14162" y="12325"/>
                  </a:cubicBezTo>
                  <a:cubicBezTo>
                    <a:pt x="14335" y="11875"/>
                    <a:pt x="14482" y="11419"/>
                    <a:pt x="14606" y="10957"/>
                  </a:cubicBezTo>
                  <a:cubicBezTo>
                    <a:pt x="14630" y="10974"/>
                    <a:pt x="14659" y="10983"/>
                    <a:pt x="14687" y="10983"/>
                  </a:cubicBezTo>
                  <a:cubicBezTo>
                    <a:pt x="14723" y="10983"/>
                    <a:pt x="14759" y="10969"/>
                    <a:pt x="14785" y="10939"/>
                  </a:cubicBezTo>
                  <a:cubicBezTo>
                    <a:pt x="16722" y="8774"/>
                    <a:pt x="18781" y="6724"/>
                    <a:pt x="20787" y="4628"/>
                  </a:cubicBezTo>
                  <a:close/>
                  <a:moveTo>
                    <a:pt x="21760" y="9187"/>
                  </a:moveTo>
                  <a:lnTo>
                    <a:pt x="21760" y="9187"/>
                  </a:lnTo>
                  <a:cubicBezTo>
                    <a:pt x="19751" y="11655"/>
                    <a:pt x="17799" y="14158"/>
                    <a:pt x="15796" y="16633"/>
                  </a:cubicBezTo>
                  <a:cubicBezTo>
                    <a:pt x="16483" y="15674"/>
                    <a:pt x="17167" y="14719"/>
                    <a:pt x="17900" y="13798"/>
                  </a:cubicBezTo>
                  <a:cubicBezTo>
                    <a:pt x="19145" y="12227"/>
                    <a:pt x="20441" y="10697"/>
                    <a:pt x="21760" y="9187"/>
                  </a:cubicBezTo>
                  <a:close/>
                  <a:moveTo>
                    <a:pt x="27226" y="480"/>
                  </a:moveTo>
                  <a:cubicBezTo>
                    <a:pt x="27549" y="480"/>
                    <a:pt x="27873" y="504"/>
                    <a:pt x="28193" y="552"/>
                  </a:cubicBezTo>
                  <a:cubicBezTo>
                    <a:pt x="22944" y="6811"/>
                    <a:pt x="17294" y="12721"/>
                    <a:pt x="12092" y="19043"/>
                  </a:cubicBezTo>
                  <a:cubicBezTo>
                    <a:pt x="12242" y="18853"/>
                    <a:pt x="12363" y="18691"/>
                    <a:pt x="12435" y="18584"/>
                  </a:cubicBezTo>
                  <a:cubicBezTo>
                    <a:pt x="13758" y="16676"/>
                    <a:pt x="15077" y="14765"/>
                    <a:pt x="16431" y="12879"/>
                  </a:cubicBezTo>
                  <a:cubicBezTo>
                    <a:pt x="17181" y="11834"/>
                    <a:pt x="17970" y="10827"/>
                    <a:pt x="18781" y="9839"/>
                  </a:cubicBezTo>
                  <a:cubicBezTo>
                    <a:pt x="21665" y="6820"/>
                    <a:pt x="24616" y="3915"/>
                    <a:pt x="27032" y="483"/>
                  </a:cubicBezTo>
                  <a:cubicBezTo>
                    <a:pt x="27096" y="481"/>
                    <a:pt x="27161" y="480"/>
                    <a:pt x="27226" y="480"/>
                  </a:cubicBezTo>
                  <a:close/>
                  <a:moveTo>
                    <a:pt x="15637" y="11468"/>
                  </a:moveTo>
                  <a:lnTo>
                    <a:pt x="15637" y="11468"/>
                  </a:lnTo>
                  <a:cubicBezTo>
                    <a:pt x="14072" y="13543"/>
                    <a:pt x="12499" y="15611"/>
                    <a:pt x="10894" y="17655"/>
                  </a:cubicBezTo>
                  <a:cubicBezTo>
                    <a:pt x="10703" y="17897"/>
                    <a:pt x="9698" y="19311"/>
                    <a:pt x="9620" y="19311"/>
                  </a:cubicBezTo>
                  <a:cubicBezTo>
                    <a:pt x="9582" y="19311"/>
                    <a:pt x="9763" y="18976"/>
                    <a:pt x="10365" y="18010"/>
                  </a:cubicBezTo>
                  <a:cubicBezTo>
                    <a:pt x="11670" y="15920"/>
                    <a:pt x="13454" y="13982"/>
                    <a:pt x="15062" y="12114"/>
                  </a:cubicBezTo>
                  <a:lnTo>
                    <a:pt x="15060" y="12114"/>
                  </a:lnTo>
                  <a:cubicBezTo>
                    <a:pt x="15247" y="11895"/>
                    <a:pt x="15446" y="11687"/>
                    <a:pt x="15637" y="11468"/>
                  </a:cubicBezTo>
                  <a:close/>
                  <a:moveTo>
                    <a:pt x="34726" y="7697"/>
                  </a:moveTo>
                  <a:cubicBezTo>
                    <a:pt x="34654" y="7787"/>
                    <a:pt x="33170" y="10258"/>
                    <a:pt x="32402" y="11032"/>
                  </a:cubicBezTo>
                  <a:cubicBezTo>
                    <a:pt x="30947" y="12496"/>
                    <a:pt x="29723" y="14248"/>
                    <a:pt x="28432" y="15856"/>
                  </a:cubicBezTo>
                  <a:cubicBezTo>
                    <a:pt x="27485" y="17037"/>
                    <a:pt x="26558" y="18229"/>
                    <a:pt x="25629" y="19421"/>
                  </a:cubicBezTo>
                  <a:cubicBezTo>
                    <a:pt x="28507" y="15385"/>
                    <a:pt x="31521" y="11439"/>
                    <a:pt x="34726" y="7697"/>
                  </a:cubicBezTo>
                  <a:close/>
                  <a:moveTo>
                    <a:pt x="26553" y="509"/>
                  </a:moveTo>
                  <a:lnTo>
                    <a:pt x="26553" y="509"/>
                  </a:lnTo>
                  <a:cubicBezTo>
                    <a:pt x="23819" y="3684"/>
                    <a:pt x="20810" y="6638"/>
                    <a:pt x="18255" y="9955"/>
                  </a:cubicBezTo>
                  <a:cubicBezTo>
                    <a:pt x="18166" y="10073"/>
                    <a:pt x="18082" y="10192"/>
                    <a:pt x="17993" y="10310"/>
                  </a:cubicBezTo>
                  <a:cubicBezTo>
                    <a:pt x="15830" y="12663"/>
                    <a:pt x="13714" y="15088"/>
                    <a:pt x="11855" y="17611"/>
                  </a:cubicBezTo>
                  <a:cubicBezTo>
                    <a:pt x="11257" y="18399"/>
                    <a:pt x="10686" y="19205"/>
                    <a:pt x="10137" y="20025"/>
                  </a:cubicBezTo>
                  <a:cubicBezTo>
                    <a:pt x="10651" y="19133"/>
                    <a:pt x="11197" y="18261"/>
                    <a:pt x="11780" y="17415"/>
                  </a:cubicBezTo>
                  <a:cubicBezTo>
                    <a:pt x="13223" y="15224"/>
                    <a:pt x="14947" y="13217"/>
                    <a:pt x="16624" y="11208"/>
                  </a:cubicBezTo>
                  <a:cubicBezTo>
                    <a:pt x="19410" y="7868"/>
                    <a:pt x="22101" y="4447"/>
                    <a:pt x="24916" y="1132"/>
                  </a:cubicBezTo>
                  <a:cubicBezTo>
                    <a:pt x="25015" y="1016"/>
                    <a:pt x="24911" y="861"/>
                    <a:pt x="24799" y="861"/>
                  </a:cubicBezTo>
                  <a:cubicBezTo>
                    <a:pt x="24764" y="861"/>
                    <a:pt x="24727" y="876"/>
                    <a:pt x="24696" y="913"/>
                  </a:cubicBezTo>
                  <a:cubicBezTo>
                    <a:pt x="23423" y="2408"/>
                    <a:pt x="22043" y="3878"/>
                    <a:pt x="20634" y="5350"/>
                  </a:cubicBezTo>
                  <a:cubicBezTo>
                    <a:pt x="21599" y="4074"/>
                    <a:pt x="22563" y="2798"/>
                    <a:pt x="23539" y="1528"/>
                  </a:cubicBezTo>
                  <a:cubicBezTo>
                    <a:pt x="23608" y="1438"/>
                    <a:pt x="23527" y="1334"/>
                    <a:pt x="23432" y="1311"/>
                  </a:cubicBezTo>
                  <a:cubicBezTo>
                    <a:pt x="23845" y="1158"/>
                    <a:pt x="24249" y="1020"/>
                    <a:pt x="24642" y="898"/>
                  </a:cubicBezTo>
                  <a:lnTo>
                    <a:pt x="24642" y="896"/>
                  </a:lnTo>
                  <a:cubicBezTo>
                    <a:pt x="25262" y="699"/>
                    <a:pt x="25903" y="569"/>
                    <a:pt x="26553" y="509"/>
                  </a:cubicBezTo>
                  <a:close/>
                  <a:moveTo>
                    <a:pt x="33837" y="6961"/>
                  </a:moveTo>
                  <a:cubicBezTo>
                    <a:pt x="33129" y="8292"/>
                    <a:pt x="32327" y="9577"/>
                    <a:pt x="31472" y="10833"/>
                  </a:cubicBezTo>
                  <a:cubicBezTo>
                    <a:pt x="29844" y="12758"/>
                    <a:pt x="28291" y="14788"/>
                    <a:pt x="26795" y="16866"/>
                  </a:cubicBezTo>
                  <a:cubicBezTo>
                    <a:pt x="25828" y="17998"/>
                    <a:pt x="24835" y="19113"/>
                    <a:pt x="23836" y="20221"/>
                  </a:cubicBezTo>
                  <a:cubicBezTo>
                    <a:pt x="24512" y="19190"/>
                    <a:pt x="25179" y="18157"/>
                    <a:pt x="25871" y="17138"/>
                  </a:cubicBezTo>
                  <a:cubicBezTo>
                    <a:pt x="27381" y="14909"/>
                    <a:pt x="28984" y="12752"/>
                    <a:pt x="30638" y="10633"/>
                  </a:cubicBezTo>
                  <a:cubicBezTo>
                    <a:pt x="31518" y="9507"/>
                    <a:pt x="33210" y="8136"/>
                    <a:pt x="33837" y="6961"/>
                  </a:cubicBezTo>
                  <a:close/>
                  <a:moveTo>
                    <a:pt x="16281" y="12611"/>
                  </a:moveTo>
                  <a:lnTo>
                    <a:pt x="16281" y="12611"/>
                  </a:lnTo>
                  <a:cubicBezTo>
                    <a:pt x="13893" y="15888"/>
                    <a:pt x="11636" y="19257"/>
                    <a:pt x="9274" y="22554"/>
                  </a:cubicBezTo>
                  <a:cubicBezTo>
                    <a:pt x="7521" y="21391"/>
                    <a:pt x="9080" y="18859"/>
                    <a:pt x="10763" y="16796"/>
                  </a:cubicBezTo>
                  <a:lnTo>
                    <a:pt x="10763" y="16796"/>
                  </a:lnTo>
                  <a:cubicBezTo>
                    <a:pt x="10005" y="17939"/>
                    <a:pt x="9314" y="19116"/>
                    <a:pt x="8723" y="20342"/>
                  </a:cubicBezTo>
                  <a:cubicBezTo>
                    <a:pt x="8669" y="20454"/>
                    <a:pt x="8766" y="20585"/>
                    <a:pt x="8867" y="20585"/>
                  </a:cubicBezTo>
                  <a:cubicBezTo>
                    <a:pt x="8902" y="20585"/>
                    <a:pt x="8938" y="20570"/>
                    <a:pt x="8968" y="20533"/>
                  </a:cubicBezTo>
                  <a:cubicBezTo>
                    <a:pt x="9860" y="19439"/>
                    <a:pt x="10729" y="18327"/>
                    <a:pt x="11598" y="17216"/>
                  </a:cubicBezTo>
                  <a:lnTo>
                    <a:pt x="11598" y="17216"/>
                  </a:lnTo>
                  <a:cubicBezTo>
                    <a:pt x="10709" y="18500"/>
                    <a:pt x="9892" y="19831"/>
                    <a:pt x="9153" y="21203"/>
                  </a:cubicBezTo>
                  <a:cubicBezTo>
                    <a:pt x="9093" y="21317"/>
                    <a:pt x="9196" y="21448"/>
                    <a:pt x="9299" y="21448"/>
                  </a:cubicBezTo>
                  <a:cubicBezTo>
                    <a:pt x="9334" y="21448"/>
                    <a:pt x="9369" y="21433"/>
                    <a:pt x="9398" y="21396"/>
                  </a:cubicBezTo>
                  <a:cubicBezTo>
                    <a:pt x="11690" y="18451"/>
                    <a:pt x="13859" y="15440"/>
                    <a:pt x="16281" y="12611"/>
                  </a:cubicBezTo>
                  <a:close/>
                  <a:moveTo>
                    <a:pt x="25176" y="4412"/>
                  </a:moveTo>
                  <a:lnTo>
                    <a:pt x="25176" y="4412"/>
                  </a:lnTo>
                  <a:cubicBezTo>
                    <a:pt x="20002" y="10154"/>
                    <a:pt x="14794" y="16485"/>
                    <a:pt x="10339" y="22822"/>
                  </a:cubicBezTo>
                  <a:cubicBezTo>
                    <a:pt x="10302" y="22871"/>
                    <a:pt x="10308" y="22946"/>
                    <a:pt x="10357" y="22990"/>
                  </a:cubicBezTo>
                  <a:cubicBezTo>
                    <a:pt x="10077" y="22926"/>
                    <a:pt x="9805" y="22831"/>
                    <a:pt x="9548" y="22707"/>
                  </a:cubicBezTo>
                  <a:cubicBezTo>
                    <a:pt x="14505" y="16376"/>
                    <a:pt x="19760" y="10333"/>
                    <a:pt x="25176" y="4412"/>
                  </a:cubicBezTo>
                  <a:close/>
                  <a:moveTo>
                    <a:pt x="29489" y="878"/>
                  </a:moveTo>
                  <a:cubicBezTo>
                    <a:pt x="30187" y="1135"/>
                    <a:pt x="30828" y="1505"/>
                    <a:pt x="31432" y="1955"/>
                  </a:cubicBezTo>
                  <a:cubicBezTo>
                    <a:pt x="28250" y="5486"/>
                    <a:pt x="25014" y="8968"/>
                    <a:pt x="21876" y="12530"/>
                  </a:cubicBezTo>
                  <a:cubicBezTo>
                    <a:pt x="24728" y="8916"/>
                    <a:pt x="27592" y="5313"/>
                    <a:pt x="30413" y="1669"/>
                  </a:cubicBezTo>
                  <a:cubicBezTo>
                    <a:pt x="30503" y="1555"/>
                    <a:pt x="30409" y="1401"/>
                    <a:pt x="30298" y="1401"/>
                  </a:cubicBezTo>
                  <a:cubicBezTo>
                    <a:pt x="30263" y="1401"/>
                    <a:pt x="30226" y="1416"/>
                    <a:pt x="30193" y="1453"/>
                  </a:cubicBezTo>
                  <a:cubicBezTo>
                    <a:pt x="25173" y="6990"/>
                    <a:pt x="20591" y="13468"/>
                    <a:pt x="15617" y="18997"/>
                  </a:cubicBezTo>
                  <a:cubicBezTo>
                    <a:pt x="19451" y="14796"/>
                    <a:pt x="22987" y="10336"/>
                    <a:pt x="26657" y="5985"/>
                  </a:cubicBezTo>
                  <a:lnTo>
                    <a:pt x="26657" y="5985"/>
                  </a:lnTo>
                  <a:cubicBezTo>
                    <a:pt x="23697" y="9533"/>
                    <a:pt x="20758" y="13339"/>
                    <a:pt x="17990" y="17077"/>
                  </a:cubicBezTo>
                  <a:cubicBezTo>
                    <a:pt x="16188" y="19254"/>
                    <a:pt x="14439" y="21474"/>
                    <a:pt x="12787" y="23772"/>
                  </a:cubicBezTo>
                  <a:cubicBezTo>
                    <a:pt x="12201" y="23322"/>
                    <a:pt x="11783" y="23209"/>
                    <a:pt x="11029" y="23114"/>
                  </a:cubicBezTo>
                  <a:cubicBezTo>
                    <a:pt x="10853" y="23091"/>
                    <a:pt x="10689" y="23062"/>
                    <a:pt x="10533" y="23030"/>
                  </a:cubicBezTo>
                  <a:cubicBezTo>
                    <a:pt x="10550" y="23024"/>
                    <a:pt x="10570" y="23024"/>
                    <a:pt x="10585" y="23010"/>
                  </a:cubicBezTo>
                  <a:cubicBezTo>
                    <a:pt x="12323" y="21393"/>
                    <a:pt x="13729" y="19511"/>
                    <a:pt x="15103" y="17597"/>
                  </a:cubicBezTo>
                  <a:cubicBezTo>
                    <a:pt x="18123" y="14078"/>
                    <a:pt x="21093" y="10437"/>
                    <a:pt x="23937" y="6750"/>
                  </a:cubicBezTo>
                  <a:cubicBezTo>
                    <a:pt x="25279" y="5287"/>
                    <a:pt x="26645" y="3844"/>
                    <a:pt x="28034" y="2423"/>
                  </a:cubicBezTo>
                  <a:lnTo>
                    <a:pt x="28034" y="2423"/>
                  </a:lnTo>
                  <a:cubicBezTo>
                    <a:pt x="21935" y="8688"/>
                    <a:pt x="17772" y="16613"/>
                    <a:pt x="11549" y="22791"/>
                  </a:cubicBezTo>
                  <a:cubicBezTo>
                    <a:pt x="11440" y="22900"/>
                    <a:pt x="11544" y="23053"/>
                    <a:pt x="11663" y="23053"/>
                  </a:cubicBezTo>
                  <a:cubicBezTo>
                    <a:pt x="11698" y="23053"/>
                    <a:pt x="11735" y="23040"/>
                    <a:pt x="11768" y="23007"/>
                  </a:cubicBezTo>
                  <a:cubicBezTo>
                    <a:pt x="12245" y="22542"/>
                    <a:pt x="12707" y="22060"/>
                    <a:pt x="13174" y="21581"/>
                  </a:cubicBezTo>
                  <a:cubicBezTo>
                    <a:pt x="15914" y="18778"/>
                    <a:pt x="18218" y="15512"/>
                    <a:pt x="20536" y="12368"/>
                  </a:cubicBezTo>
                  <a:cubicBezTo>
                    <a:pt x="23400" y="8485"/>
                    <a:pt x="26720" y="4949"/>
                    <a:pt x="29469" y="991"/>
                  </a:cubicBezTo>
                  <a:cubicBezTo>
                    <a:pt x="29495" y="959"/>
                    <a:pt x="29500" y="916"/>
                    <a:pt x="29489" y="878"/>
                  </a:cubicBezTo>
                  <a:close/>
                  <a:moveTo>
                    <a:pt x="34293" y="4891"/>
                  </a:moveTo>
                  <a:cubicBezTo>
                    <a:pt x="34457" y="5096"/>
                    <a:pt x="34619" y="5301"/>
                    <a:pt x="34778" y="5512"/>
                  </a:cubicBezTo>
                  <a:cubicBezTo>
                    <a:pt x="34756" y="5499"/>
                    <a:pt x="34733" y="5493"/>
                    <a:pt x="34709" y="5493"/>
                  </a:cubicBezTo>
                  <a:cubicBezTo>
                    <a:pt x="34670" y="5493"/>
                    <a:pt x="34632" y="5510"/>
                    <a:pt x="34605" y="5541"/>
                  </a:cubicBezTo>
                  <a:cubicBezTo>
                    <a:pt x="29945" y="10570"/>
                    <a:pt x="26059" y="16162"/>
                    <a:pt x="22332" y="21884"/>
                  </a:cubicBezTo>
                  <a:cubicBezTo>
                    <a:pt x="21636" y="22652"/>
                    <a:pt x="20943" y="23423"/>
                    <a:pt x="20253" y="24194"/>
                  </a:cubicBezTo>
                  <a:cubicBezTo>
                    <a:pt x="22257" y="21009"/>
                    <a:pt x="24292" y="17874"/>
                    <a:pt x="26671" y="14923"/>
                  </a:cubicBezTo>
                  <a:cubicBezTo>
                    <a:pt x="29330" y="11627"/>
                    <a:pt x="32093" y="8523"/>
                    <a:pt x="34293" y="4891"/>
                  </a:cubicBezTo>
                  <a:close/>
                  <a:moveTo>
                    <a:pt x="25981" y="18015"/>
                  </a:moveTo>
                  <a:lnTo>
                    <a:pt x="25981" y="18015"/>
                  </a:lnTo>
                  <a:cubicBezTo>
                    <a:pt x="24353" y="20331"/>
                    <a:pt x="22794" y="22678"/>
                    <a:pt x="21295" y="24985"/>
                  </a:cubicBezTo>
                  <a:cubicBezTo>
                    <a:pt x="20718" y="25727"/>
                    <a:pt x="20144" y="26469"/>
                    <a:pt x="19569" y="27211"/>
                  </a:cubicBezTo>
                  <a:cubicBezTo>
                    <a:pt x="19029" y="27903"/>
                    <a:pt x="18495" y="28596"/>
                    <a:pt x="17958" y="29286"/>
                  </a:cubicBezTo>
                  <a:cubicBezTo>
                    <a:pt x="18218" y="28885"/>
                    <a:pt x="18484" y="28487"/>
                    <a:pt x="18740" y="28085"/>
                  </a:cubicBezTo>
                  <a:cubicBezTo>
                    <a:pt x="20222" y="25787"/>
                    <a:pt x="21703" y="23492"/>
                    <a:pt x="23189" y="21200"/>
                  </a:cubicBezTo>
                  <a:cubicBezTo>
                    <a:pt x="23195" y="21194"/>
                    <a:pt x="23198" y="21191"/>
                    <a:pt x="23201" y="21185"/>
                  </a:cubicBezTo>
                  <a:cubicBezTo>
                    <a:pt x="24131" y="20135"/>
                    <a:pt x="25054" y="19078"/>
                    <a:pt x="25981" y="18015"/>
                  </a:cubicBezTo>
                  <a:close/>
                  <a:moveTo>
                    <a:pt x="15758" y="22814"/>
                  </a:moveTo>
                  <a:lnTo>
                    <a:pt x="15758" y="22814"/>
                  </a:lnTo>
                  <a:cubicBezTo>
                    <a:pt x="14930" y="24084"/>
                    <a:pt x="14104" y="25357"/>
                    <a:pt x="13270" y="26619"/>
                  </a:cubicBezTo>
                  <a:cubicBezTo>
                    <a:pt x="12354" y="28002"/>
                    <a:pt x="11431" y="29384"/>
                    <a:pt x="10504" y="30767"/>
                  </a:cubicBezTo>
                  <a:cubicBezTo>
                    <a:pt x="10769" y="30225"/>
                    <a:pt x="10992" y="29665"/>
                    <a:pt x="11168" y="29087"/>
                  </a:cubicBezTo>
                  <a:cubicBezTo>
                    <a:pt x="11191" y="29012"/>
                    <a:pt x="11153" y="28931"/>
                    <a:pt x="11081" y="28902"/>
                  </a:cubicBezTo>
                  <a:cubicBezTo>
                    <a:pt x="12603" y="26853"/>
                    <a:pt x="14162" y="24823"/>
                    <a:pt x="15758" y="22814"/>
                  </a:cubicBezTo>
                  <a:close/>
                  <a:moveTo>
                    <a:pt x="10022" y="29904"/>
                  </a:moveTo>
                  <a:cubicBezTo>
                    <a:pt x="9721" y="30288"/>
                    <a:pt x="9441" y="30689"/>
                    <a:pt x="9176" y="31102"/>
                  </a:cubicBezTo>
                  <a:cubicBezTo>
                    <a:pt x="8607" y="31870"/>
                    <a:pt x="8035" y="32638"/>
                    <a:pt x="7475" y="33415"/>
                  </a:cubicBezTo>
                  <a:cubicBezTo>
                    <a:pt x="7805" y="31775"/>
                    <a:pt x="9020" y="30998"/>
                    <a:pt x="10022" y="29904"/>
                  </a:cubicBezTo>
                  <a:close/>
                  <a:moveTo>
                    <a:pt x="19000" y="28466"/>
                  </a:moveTo>
                  <a:cubicBezTo>
                    <a:pt x="17467" y="30689"/>
                    <a:pt x="15802" y="32846"/>
                    <a:pt x="14118" y="34997"/>
                  </a:cubicBezTo>
                  <a:cubicBezTo>
                    <a:pt x="14621" y="34278"/>
                    <a:pt x="15120" y="33556"/>
                    <a:pt x="15614" y="32832"/>
                  </a:cubicBezTo>
                  <a:cubicBezTo>
                    <a:pt x="16734" y="31371"/>
                    <a:pt x="17863" y="29916"/>
                    <a:pt x="19000" y="28466"/>
                  </a:cubicBezTo>
                  <a:close/>
                  <a:moveTo>
                    <a:pt x="4606" y="34702"/>
                  </a:moveTo>
                  <a:lnTo>
                    <a:pt x="4606" y="34702"/>
                  </a:lnTo>
                  <a:cubicBezTo>
                    <a:pt x="4389" y="34994"/>
                    <a:pt x="4176" y="35288"/>
                    <a:pt x="3973" y="35589"/>
                  </a:cubicBezTo>
                  <a:cubicBezTo>
                    <a:pt x="3904" y="35690"/>
                    <a:pt x="3751" y="35900"/>
                    <a:pt x="3584" y="36131"/>
                  </a:cubicBezTo>
                  <a:cubicBezTo>
                    <a:pt x="3578" y="36131"/>
                    <a:pt x="3573" y="36130"/>
                    <a:pt x="3567" y="36130"/>
                  </a:cubicBezTo>
                  <a:cubicBezTo>
                    <a:pt x="3535" y="36130"/>
                    <a:pt x="3502" y="36144"/>
                    <a:pt x="3480" y="36169"/>
                  </a:cubicBezTo>
                  <a:cubicBezTo>
                    <a:pt x="3301" y="36336"/>
                    <a:pt x="3136" y="36518"/>
                    <a:pt x="2986" y="36715"/>
                  </a:cubicBezTo>
                  <a:cubicBezTo>
                    <a:pt x="3272" y="35880"/>
                    <a:pt x="3815" y="35164"/>
                    <a:pt x="4606" y="34702"/>
                  </a:cubicBezTo>
                  <a:close/>
                  <a:moveTo>
                    <a:pt x="33173" y="6112"/>
                  </a:moveTo>
                  <a:cubicBezTo>
                    <a:pt x="33034" y="6314"/>
                    <a:pt x="32806" y="6655"/>
                    <a:pt x="32445" y="7192"/>
                  </a:cubicBezTo>
                  <a:cubicBezTo>
                    <a:pt x="28525" y="13073"/>
                    <a:pt x="23622" y="18093"/>
                    <a:pt x="19861" y="24142"/>
                  </a:cubicBezTo>
                  <a:cubicBezTo>
                    <a:pt x="19465" y="24780"/>
                    <a:pt x="19044" y="25398"/>
                    <a:pt x="18634" y="26027"/>
                  </a:cubicBezTo>
                  <a:cubicBezTo>
                    <a:pt x="17846" y="26939"/>
                    <a:pt x="17075" y="27854"/>
                    <a:pt x="16333" y="28781"/>
                  </a:cubicBezTo>
                  <a:cubicBezTo>
                    <a:pt x="14113" y="31553"/>
                    <a:pt x="11815" y="34405"/>
                    <a:pt x="9618" y="37338"/>
                  </a:cubicBezTo>
                  <a:cubicBezTo>
                    <a:pt x="12386" y="33213"/>
                    <a:pt x="15218" y="29087"/>
                    <a:pt x="18152" y="25051"/>
                  </a:cubicBezTo>
                  <a:cubicBezTo>
                    <a:pt x="20094" y="22612"/>
                    <a:pt x="21959" y="20100"/>
                    <a:pt x="23801" y="17582"/>
                  </a:cubicBezTo>
                  <a:cubicBezTo>
                    <a:pt x="25505" y="15443"/>
                    <a:pt x="27243" y="13333"/>
                    <a:pt x="28989" y="11231"/>
                  </a:cubicBezTo>
                  <a:cubicBezTo>
                    <a:pt x="30075" y="9926"/>
                    <a:pt x="31160" y="8624"/>
                    <a:pt x="32249" y="7322"/>
                  </a:cubicBezTo>
                  <a:cubicBezTo>
                    <a:pt x="32621" y="6872"/>
                    <a:pt x="32973" y="6392"/>
                    <a:pt x="33173" y="6112"/>
                  </a:cubicBezTo>
                  <a:close/>
                  <a:moveTo>
                    <a:pt x="5778" y="34258"/>
                  </a:moveTo>
                  <a:lnTo>
                    <a:pt x="5778" y="34258"/>
                  </a:lnTo>
                  <a:cubicBezTo>
                    <a:pt x="5527" y="34653"/>
                    <a:pt x="5281" y="35049"/>
                    <a:pt x="5039" y="35447"/>
                  </a:cubicBezTo>
                  <a:cubicBezTo>
                    <a:pt x="4415" y="36348"/>
                    <a:pt x="3714" y="37237"/>
                    <a:pt x="3289" y="38227"/>
                  </a:cubicBezTo>
                  <a:cubicBezTo>
                    <a:pt x="3281" y="38234"/>
                    <a:pt x="3275" y="38237"/>
                    <a:pt x="3270" y="38237"/>
                  </a:cubicBezTo>
                  <a:cubicBezTo>
                    <a:pt x="3223" y="38237"/>
                    <a:pt x="3354" y="37896"/>
                    <a:pt x="3803" y="36948"/>
                  </a:cubicBezTo>
                  <a:cubicBezTo>
                    <a:pt x="4199" y="36114"/>
                    <a:pt x="4724" y="35352"/>
                    <a:pt x="5105" y="34509"/>
                  </a:cubicBezTo>
                  <a:cubicBezTo>
                    <a:pt x="5114" y="34489"/>
                    <a:pt x="5108" y="34471"/>
                    <a:pt x="5111" y="34457"/>
                  </a:cubicBezTo>
                  <a:cubicBezTo>
                    <a:pt x="5327" y="34370"/>
                    <a:pt x="5550" y="34307"/>
                    <a:pt x="5778" y="34258"/>
                  </a:cubicBezTo>
                  <a:close/>
                  <a:moveTo>
                    <a:pt x="10603" y="29607"/>
                  </a:moveTo>
                  <a:cubicBezTo>
                    <a:pt x="10727" y="29607"/>
                    <a:pt x="9375" y="32145"/>
                    <a:pt x="9104" y="32557"/>
                  </a:cubicBezTo>
                  <a:cubicBezTo>
                    <a:pt x="7761" y="34598"/>
                    <a:pt x="6003" y="36345"/>
                    <a:pt x="4730" y="38438"/>
                  </a:cubicBezTo>
                  <a:cubicBezTo>
                    <a:pt x="4727" y="38450"/>
                    <a:pt x="4718" y="38455"/>
                    <a:pt x="4715" y="38464"/>
                  </a:cubicBezTo>
                  <a:cubicBezTo>
                    <a:pt x="4640" y="38453"/>
                    <a:pt x="4565" y="38427"/>
                    <a:pt x="4499" y="38389"/>
                  </a:cubicBezTo>
                  <a:cubicBezTo>
                    <a:pt x="5486" y="36614"/>
                    <a:pt x="6886" y="35109"/>
                    <a:pt x="8079" y="33452"/>
                  </a:cubicBezTo>
                  <a:lnTo>
                    <a:pt x="8076" y="33452"/>
                  </a:lnTo>
                  <a:cubicBezTo>
                    <a:pt x="8737" y="32537"/>
                    <a:pt x="9303" y="31553"/>
                    <a:pt x="9909" y="30597"/>
                  </a:cubicBezTo>
                  <a:cubicBezTo>
                    <a:pt x="10361" y="29882"/>
                    <a:pt x="10562" y="29607"/>
                    <a:pt x="10603" y="29607"/>
                  </a:cubicBezTo>
                  <a:close/>
                  <a:moveTo>
                    <a:pt x="7461" y="35257"/>
                  </a:moveTo>
                  <a:cubicBezTo>
                    <a:pt x="7126" y="35747"/>
                    <a:pt x="6797" y="36238"/>
                    <a:pt x="6462" y="36726"/>
                  </a:cubicBezTo>
                  <a:cubicBezTo>
                    <a:pt x="6116" y="37306"/>
                    <a:pt x="5781" y="37892"/>
                    <a:pt x="5452" y="38484"/>
                  </a:cubicBezTo>
                  <a:cubicBezTo>
                    <a:pt x="5379" y="38490"/>
                    <a:pt x="5322" y="38490"/>
                    <a:pt x="5255" y="38490"/>
                  </a:cubicBezTo>
                  <a:cubicBezTo>
                    <a:pt x="5980" y="37506"/>
                    <a:pt x="6589" y="36351"/>
                    <a:pt x="7169" y="35620"/>
                  </a:cubicBezTo>
                  <a:lnTo>
                    <a:pt x="7461" y="35257"/>
                  </a:lnTo>
                  <a:close/>
                  <a:moveTo>
                    <a:pt x="6841" y="34147"/>
                  </a:moveTo>
                  <a:cubicBezTo>
                    <a:pt x="6879" y="34147"/>
                    <a:pt x="6917" y="34147"/>
                    <a:pt x="6956" y="34148"/>
                  </a:cubicBezTo>
                  <a:cubicBezTo>
                    <a:pt x="6575" y="34682"/>
                    <a:pt x="6191" y="35213"/>
                    <a:pt x="5812" y="35753"/>
                  </a:cubicBezTo>
                  <a:cubicBezTo>
                    <a:pt x="5024" y="36882"/>
                    <a:pt x="4031" y="37927"/>
                    <a:pt x="3647" y="39169"/>
                  </a:cubicBezTo>
                  <a:cubicBezTo>
                    <a:pt x="3633" y="39169"/>
                    <a:pt x="3619" y="39169"/>
                    <a:pt x="3605" y="39169"/>
                  </a:cubicBezTo>
                  <a:cubicBezTo>
                    <a:pt x="3477" y="39169"/>
                    <a:pt x="3350" y="39157"/>
                    <a:pt x="3226" y="39134"/>
                  </a:cubicBezTo>
                  <a:cubicBezTo>
                    <a:pt x="3255" y="38952"/>
                    <a:pt x="3307" y="38773"/>
                    <a:pt x="3373" y="38603"/>
                  </a:cubicBezTo>
                  <a:cubicBezTo>
                    <a:pt x="3994" y="37693"/>
                    <a:pt x="4571" y="36764"/>
                    <a:pt x="5131" y="35817"/>
                  </a:cubicBezTo>
                  <a:cubicBezTo>
                    <a:pt x="5212" y="35681"/>
                    <a:pt x="5290" y="35545"/>
                    <a:pt x="5362" y="35415"/>
                  </a:cubicBezTo>
                  <a:cubicBezTo>
                    <a:pt x="5639" y="35020"/>
                    <a:pt x="5905" y="34616"/>
                    <a:pt x="6142" y="34194"/>
                  </a:cubicBezTo>
                  <a:cubicBezTo>
                    <a:pt x="6375" y="34162"/>
                    <a:pt x="6608" y="34147"/>
                    <a:pt x="6841" y="34147"/>
                  </a:cubicBezTo>
                  <a:close/>
                  <a:moveTo>
                    <a:pt x="4577" y="34959"/>
                  </a:moveTo>
                  <a:cubicBezTo>
                    <a:pt x="3973" y="36305"/>
                    <a:pt x="3145" y="37327"/>
                    <a:pt x="2899" y="38813"/>
                  </a:cubicBezTo>
                  <a:cubicBezTo>
                    <a:pt x="2879" y="38900"/>
                    <a:pt x="2946" y="38981"/>
                    <a:pt x="3035" y="38984"/>
                  </a:cubicBezTo>
                  <a:cubicBezTo>
                    <a:pt x="2992" y="39134"/>
                    <a:pt x="2960" y="39290"/>
                    <a:pt x="2937" y="39446"/>
                  </a:cubicBezTo>
                  <a:lnTo>
                    <a:pt x="2934" y="39446"/>
                  </a:lnTo>
                  <a:cubicBezTo>
                    <a:pt x="2764" y="38839"/>
                    <a:pt x="2712" y="38201"/>
                    <a:pt x="2787" y="37575"/>
                  </a:cubicBezTo>
                  <a:cubicBezTo>
                    <a:pt x="2798" y="37566"/>
                    <a:pt x="2810" y="37569"/>
                    <a:pt x="2822" y="37558"/>
                  </a:cubicBezTo>
                  <a:cubicBezTo>
                    <a:pt x="3535" y="36758"/>
                    <a:pt x="4193" y="35814"/>
                    <a:pt x="4577" y="34959"/>
                  </a:cubicBezTo>
                  <a:close/>
                  <a:moveTo>
                    <a:pt x="31706" y="2166"/>
                  </a:moveTo>
                  <a:cubicBezTo>
                    <a:pt x="32555" y="2850"/>
                    <a:pt x="33320" y="3696"/>
                    <a:pt x="34056" y="4602"/>
                  </a:cubicBezTo>
                  <a:cubicBezTo>
                    <a:pt x="31683" y="7495"/>
                    <a:pt x="29290" y="10362"/>
                    <a:pt x="26928" y="13252"/>
                  </a:cubicBezTo>
                  <a:cubicBezTo>
                    <a:pt x="26940" y="13237"/>
                    <a:pt x="26951" y="13223"/>
                    <a:pt x="26960" y="13206"/>
                  </a:cubicBezTo>
                  <a:cubicBezTo>
                    <a:pt x="27404" y="12623"/>
                    <a:pt x="27852" y="12039"/>
                    <a:pt x="28291" y="11453"/>
                  </a:cubicBezTo>
                  <a:cubicBezTo>
                    <a:pt x="29905" y="9305"/>
                    <a:pt x="32569" y="7039"/>
                    <a:pt x="33164" y="4302"/>
                  </a:cubicBezTo>
                  <a:cubicBezTo>
                    <a:pt x="33187" y="4192"/>
                    <a:pt x="33086" y="4077"/>
                    <a:pt x="32986" y="4077"/>
                  </a:cubicBezTo>
                  <a:cubicBezTo>
                    <a:pt x="32948" y="4077"/>
                    <a:pt x="32909" y="4094"/>
                    <a:pt x="32878" y="4135"/>
                  </a:cubicBezTo>
                  <a:cubicBezTo>
                    <a:pt x="28562" y="9591"/>
                    <a:pt x="24722" y="15388"/>
                    <a:pt x="20634" y="21015"/>
                  </a:cubicBezTo>
                  <a:cubicBezTo>
                    <a:pt x="19944" y="21942"/>
                    <a:pt x="19251" y="22869"/>
                    <a:pt x="18570" y="23801"/>
                  </a:cubicBezTo>
                  <a:cubicBezTo>
                    <a:pt x="17225" y="25585"/>
                    <a:pt x="15848" y="27346"/>
                    <a:pt x="14401" y="29058"/>
                  </a:cubicBezTo>
                  <a:cubicBezTo>
                    <a:pt x="11598" y="32375"/>
                    <a:pt x="8962" y="35698"/>
                    <a:pt x="6502" y="39275"/>
                  </a:cubicBezTo>
                  <a:cubicBezTo>
                    <a:pt x="6240" y="39659"/>
                    <a:pt x="5940" y="40064"/>
                    <a:pt x="5619" y="40476"/>
                  </a:cubicBezTo>
                  <a:cubicBezTo>
                    <a:pt x="6638" y="39062"/>
                    <a:pt x="7441" y="37364"/>
                    <a:pt x="8324" y="35996"/>
                  </a:cubicBezTo>
                  <a:cubicBezTo>
                    <a:pt x="10541" y="32560"/>
                    <a:pt x="12747" y="29142"/>
                    <a:pt x="15140" y="25828"/>
                  </a:cubicBezTo>
                  <a:cubicBezTo>
                    <a:pt x="20683" y="18145"/>
                    <a:pt x="26735" y="10772"/>
                    <a:pt x="32690" y="3410"/>
                  </a:cubicBezTo>
                  <a:cubicBezTo>
                    <a:pt x="32802" y="3272"/>
                    <a:pt x="32700" y="3115"/>
                    <a:pt x="32566" y="3115"/>
                  </a:cubicBezTo>
                  <a:cubicBezTo>
                    <a:pt x="32526" y="3115"/>
                    <a:pt x="32483" y="3129"/>
                    <a:pt x="32442" y="3162"/>
                  </a:cubicBezTo>
                  <a:cubicBezTo>
                    <a:pt x="31155" y="4172"/>
                    <a:pt x="29933" y="5278"/>
                    <a:pt x="28758" y="6450"/>
                  </a:cubicBezTo>
                  <a:cubicBezTo>
                    <a:pt x="29783" y="5053"/>
                    <a:pt x="30779" y="3635"/>
                    <a:pt x="31706" y="2169"/>
                  </a:cubicBezTo>
                  <a:lnTo>
                    <a:pt x="31706" y="2166"/>
                  </a:lnTo>
                  <a:close/>
                  <a:moveTo>
                    <a:pt x="31533" y="4314"/>
                  </a:moveTo>
                  <a:cubicBezTo>
                    <a:pt x="30167" y="5532"/>
                    <a:pt x="29059" y="7365"/>
                    <a:pt x="27921" y="8797"/>
                  </a:cubicBezTo>
                  <a:cubicBezTo>
                    <a:pt x="24959" y="12524"/>
                    <a:pt x="22011" y="16266"/>
                    <a:pt x="19078" y="20022"/>
                  </a:cubicBezTo>
                  <a:cubicBezTo>
                    <a:pt x="16561" y="23250"/>
                    <a:pt x="14147" y="26549"/>
                    <a:pt x="11835" y="29924"/>
                  </a:cubicBezTo>
                  <a:cubicBezTo>
                    <a:pt x="10515" y="31856"/>
                    <a:pt x="9294" y="33859"/>
                    <a:pt x="8041" y="35831"/>
                  </a:cubicBezTo>
                  <a:cubicBezTo>
                    <a:pt x="7948" y="35978"/>
                    <a:pt x="4548" y="41393"/>
                    <a:pt x="3972" y="41393"/>
                  </a:cubicBezTo>
                  <a:cubicBezTo>
                    <a:pt x="3960" y="41393"/>
                    <a:pt x="3949" y="41391"/>
                    <a:pt x="3939" y="41386"/>
                  </a:cubicBezTo>
                  <a:lnTo>
                    <a:pt x="3936" y="41383"/>
                  </a:lnTo>
                  <a:cubicBezTo>
                    <a:pt x="3807" y="41224"/>
                    <a:pt x="3688" y="41061"/>
                    <a:pt x="3576" y="40887"/>
                  </a:cubicBezTo>
                  <a:lnTo>
                    <a:pt x="3576" y="40887"/>
                  </a:lnTo>
                  <a:cubicBezTo>
                    <a:pt x="3606" y="40922"/>
                    <a:pt x="3649" y="40944"/>
                    <a:pt x="3692" y="40944"/>
                  </a:cubicBezTo>
                  <a:cubicBezTo>
                    <a:pt x="3716" y="40944"/>
                    <a:pt x="3739" y="40937"/>
                    <a:pt x="3760" y="40921"/>
                  </a:cubicBezTo>
                  <a:cubicBezTo>
                    <a:pt x="5521" y="39616"/>
                    <a:pt x="6323" y="37462"/>
                    <a:pt x="7542" y="35693"/>
                  </a:cubicBezTo>
                  <a:cubicBezTo>
                    <a:pt x="10198" y="31841"/>
                    <a:pt x="12790" y="27921"/>
                    <a:pt x="15357" y="24012"/>
                  </a:cubicBezTo>
                  <a:cubicBezTo>
                    <a:pt x="17233" y="21154"/>
                    <a:pt x="19312" y="18454"/>
                    <a:pt x="21437" y="15790"/>
                  </a:cubicBezTo>
                  <a:cubicBezTo>
                    <a:pt x="23374" y="13431"/>
                    <a:pt x="25314" y="11084"/>
                    <a:pt x="27225" y="8745"/>
                  </a:cubicBezTo>
                  <a:cubicBezTo>
                    <a:pt x="28536" y="7143"/>
                    <a:pt x="29988" y="5691"/>
                    <a:pt x="31533" y="4314"/>
                  </a:cubicBezTo>
                  <a:close/>
                  <a:moveTo>
                    <a:pt x="21434" y="23270"/>
                  </a:moveTo>
                  <a:cubicBezTo>
                    <a:pt x="20733" y="24358"/>
                    <a:pt x="20031" y="25450"/>
                    <a:pt x="19332" y="26544"/>
                  </a:cubicBezTo>
                  <a:cubicBezTo>
                    <a:pt x="17851" y="28862"/>
                    <a:pt x="16338" y="31148"/>
                    <a:pt x="14794" y="33409"/>
                  </a:cubicBezTo>
                  <a:cubicBezTo>
                    <a:pt x="13925" y="34549"/>
                    <a:pt x="13056" y="35690"/>
                    <a:pt x="12204" y="36842"/>
                  </a:cubicBezTo>
                  <a:cubicBezTo>
                    <a:pt x="11410" y="37924"/>
                    <a:pt x="10645" y="39024"/>
                    <a:pt x="9886" y="40133"/>
                  </a:cubicBezTo>
                  <a:cubicBezTo>
                    <a:pt x="8954" y="41236"/>
                    <a:pt x="7937" y="42321"/>
                    <a:pt x="6956" y="43430"/>
                  </a:cubicBezTo>
                  <a:cubicBezTo>
                    <a:pt x="10972" y="38129"/>
                    <a:pt x="14895" y="32707"/>
                    <a:pt x="18411" y="27127"/>
                  </a:cubicBezTo>
                  <a:cubicBezTo>
                    <a:pt x="18608" y="26818"/>
                    <a:pt x="18801" y="26509"/>
                    <a:pt x="18995" y="26200"/>
                  </a:cubicBezTo>
                  <a:cubicBezTo>
                    <a:pt x="19791" y="25213"/>
                    <a:pt x="20614" y="24240"/>
                    <a:pt x="21434" y="23270"/>
                  </a:cubicBezTo>
                  <a:close/>
                  <a:moveTo>
                    <a:pt x="15042" y="29047"/>
                  </a:moveTo>
                  <a:cubicBezTo>
                    <a:pt x="12756" y="32312"/>
                    <a:pt x="10461" y="35571"/>
                    <a:pt x="8203" y="38854"/>
                  </a:cubicBezTo>
                  <a:cubicBezTo>
                    <a:pt x="6990" y="40615"/>
                    <a:pt x="5850" y="42428"/>
                    <a:pt x="4669" y="44212"/>
                  </a:cubicBezTo>
                  <a:cubicBezTo>
                    <a:pt x="4294" y="44783"/>
                    <a:pt x="1895" y="47604"/>
                    <a:pt x="1659" y="47604"/>
                  </a:cubicBezTo>
                  <a:cubicBezTo>
                    <a:pt x="1584" y="47604"/>
                    <a:pt x="1725" y="47323"/>
                    <a:pt x="2212" y="46603"/>
                  </a:cubicBezTo>
                  <a:lnTo>
                    <a:pt x="2209" y="46603"/>
                  </a:lnTo>
                  <a:cubicBezTo>
                    <a:pt x="6248" y="40635"/>
                    <a:pt x="10674" y="34838"/>
                    <a:pt x="15042" y="29047"/>
                  </a:cubicBezTo>
                  <a:close/>
                  <a:moveTo>
                    <a:pt x="8760" y="41776"/>
                  </a:moveTo>
                  <a:lnTo>
                    <a:pt x="8763" y="41778"/>
                  </a:lnTo>
                  <a:cubicBezTo>
                    <a:pt x="8630" y="41975"/>
                    <a:pt x="8497" y="42168"/>
                    <a:pt x="8365" y="42362"/>
                  </a:cubicBezTo>
                  <a:cubicBezTo>
                    <a:pt x="7140" y="44160"/>
                    <a:pt x="4796" y="46043"/>
                    <a:pt x="3962" y="47931"/>
                  </a:cubicBezTo>
                  <a:cubicBezTo>
                    <a:pt x="4915" y="45765"/>
                    <a:pt x="6907" y="43733"/>
                    <a:pt x="8760" y="41776"/>
                  </a:cubicBezTo>
                  <a:close/>
                  <a:moveTo>
                    <a:pt x="16087" y="29852"/>
                  </a:moveTo>
                  <a:lnTo>
                    <a:pt x="16087" y="29852"/>
                  </a:lnTo>
                  <a:cubicBezTo>
                    <a:pt x="13524" y="33574"/>
                    <a:pt x="10850" y="37208"/>
                    <a:pt x="8203" y="40901"/>
                  </a:cubicBezTo>
                  <a:cubicBezTo>
                    <a:pt x="7172" y="42338"/>
                    <a:pt x="6139" y="43776"/>
                    <a:pt x="5105" y="45211"/>
                  </a:cubicBezTo>
                  <a:cubicBezTo>
                    <a:pt x="4867" y="45542"/>
                    <a:pt x="3102" y="48268"/>
                    <a:pt x="2957" y="48268"/>
                  </a:cubicBezTo>
                  <a:cubicBezTo>
                    <a:pt x="2903" y="48268"/>
                    <a:pt x="3072" y="47893"/>
                    <a:pt x="3624" y="46883"/>
                  </a:cubicBezTo>
                  <a:lnTo>
                    <a:pt x="3627" y="46883"/>
                  </a:lnTo>
                  <a:cubicBezTo>
                    <a:pt x="3783" y="46597"/>
                    <a:pt x="3965" y="46325"/>
                    <a:pt x="4129" y="46045"/>
                  </a:cubicBezTo>
                  <a:cubicBezTo>
                    <a:pt x="4744" y="45162"/>
                    <a:pt x="5325" y="44235"/>
                    <a:pt x="5882" y="43306"/>
                  </a:cubicBezTo>
                  <a:cubicBezTo>
                    <a:pt x="7132" y="41501"/>
                    <a:pt x="8480" y="39763"/>
                    <a:pt x="9808" y="38037"/>
                  </a:cubicBezTo>
                  <a:cubicBezTo>
                    <a:pt x="11910" y="35300"/>
                    <a:pt x="13980" y="32560"/>
                    <a:pt x="16087" y="29852"/>
                  </a:cubicBezTo>
                  <a:close/>
                  <a:moveTo>
                    <a:pt x="14318" y="29714"/>
                  </a:moveTo>
                  <a:lnTo>
                    <a:pt x="14318" y="29714"/>
                  </a:lnTo>
                  <a:cubicBezTo>
                    <a:pt x="11641" y="33455"/>
                    <a:pt x="8858" y="37104"/>
                    <a:pt x="6144" y="40817"/>
                  </a:cubicBezTo>
                  <a:cubicBezTo>
                    <a:pt x="4155" y="43537"/>
                    <a:pt x="1698" y="46190"/>
                    <a:pt x="339" y="49311"/>
                  </a:cubicBezTo>
                  <a:cubicBezTo>
                    <a:pt x="1107" y="45875"/>
                    <a:pt x="4886" y="42159"/>
                    <a:pt x="6785" y="39440"/>
                  </a:cubicBezTo>
                  <a:lnTo>
                    <a:pt x="6783" y="39440"/>
                  </a:lnTo>
                  <a:cubicBezTo>
                    <a:pt x="9150" y="36056"/>
                    <a:pt x="11702" y="32878"/>
                    <a:pt x="14318" y="29714"/>
                  </a:cubicBezTo>
                  <a:close/>
                  <a:moveTo>
                    <a:pt x="27060" y="1"/>
                  </a:moveTo>
                  <a:cubicBezTo>
                    <a:pt x="27025" y="1"/>
                    <a:pt x="26989" y="15"/>
                    <a:pt x="26960" y="50"/>
                  </a:cubicBezTo>
                  <a:cubicBezTo>
                    <a:pt x="26931" y="84"/>
                    <a:pt x="26902" y="116"/>
                    <a:pt x="26873" y="148"/>
                  </a:cubicBezTo>
                  <a:cubicBezTo>
                    <a:pt x="23077" y="162"/>
                    <a:pt x="19202" y="2789"/>
                    <a:pt x="16725" y="5281"/>
                  </a:cubicBezTo>
                  <a:cubicBezTo>
                    <a:pt x="15129" y="6886"/>
                    <a:pt x="14569" y="9014"/>
                    <a:pt x="14075" y="11144"/>
                  </a:cubicBezTo>
                  <a:cubicBezTo>
                    <a:pt x="13203" y="14918"/>
                    <a:pt x="9317" y="15764"/>
                    <a:pt x="8255" y="19049"/>
                  </a:cubicBezTo>
                  <a:cubicBezTo>
                    <a:pt x="7871" y="20233"/>
                    <a:pt x="7493" y="21829"/>
                    <a:pt x="8512" y="22848"/>
                  </a:cubicBezTo>
                  <a:cubicBezTo>
                    <a:pt x="8861" y="23198"/>
                    <a:pt x="9234" y="23244"/>
                    <a:pt x="9684" y="23359"/>
                  </a:cubicBezTo>
                  <a:cubicBezTo>
                    <a:pt x="9912" y="23391"/>
                    <a:pt x="10143" y="23414"/>
                    <a:pt x="10374" y="23429"/>
                  </a:cubicBezTo>
                  <a:cubicBezTo>
                    <a:pt x="10460" y="23420"/>
                    <a:pt x="10543" y="23416"/>
                    <a:pt x="10621" y="23416"/>
                  </a:cubicBezTo>
                  <a:cubicBezTo>
                    <a:pt x="11886" y="23416"/>
                    <a:pt x="12124" y="24488"/>
                    <a:pt x="11341" y="26630"/>
                  </a:cubicBezTo>
                  <a:cubicBezTo>
                    <a:pt x="11201" y="26665"/>
                    <a:pt x="11247" y="26864"/>
                    <a:pt x="11376" y="26864"/>
                  </a:cubicBezTo>
                  <a:cubicBezTo>
                    <a:pt x="11385" y="26864"/>
                    <a:pt x="11395" y="26863"/>
                    <a:pt x="11405" y="26861"/>
                  </a:cubicBezTo>
                  <a:cubicBezTo>
                    <a:pt x="12626" y="26613"/>
                    <a:pt x="14390" y="25279"/>
                    <a:pt x="13010" y="23968"/>
                  </a:cubicBezTo>
                  <a:cubicBezTo>
                    <a:pt x="14762" y="21639"/>
                    <a:pt x="16541" y="19326"/>
                    <a:pt x="18339" y="17037"/>
                  </a:cubicBezTo>
                  <a:cubicBezTo>
                    <a:pt x="20100" y="14944"/>
                    <a:pt x="21919" y="12900"/>
                    <a:pt x="23741" y="10870"/>
                  </a:cubicBezTo>
                  <a:cubicBezTo>
                    <a:pt x="25280" y="9158"/>
                    <a:pt x="26839" y="7469"/>
                    <a:pt x="28392" y="5772"/>
                  </a:cubicBezTo>
                  <a:cubicBezTo>
                    <a:pt x="28720" y="5412"/>
                    <a:pt x="30516" y="3132"/>
                    <a:pt x="30650" y="3132"/>
                  </a:cubicBezTo>
                  <a:cubicBezTo>
                    <a:pt x="30703" y="3132"/>
                    <a:pt x="30493" y="3493"/>
                    <a:pt x="29824" y="4478"/>
                  </a:cubicBezTo>
                  <a:cubicBezTo>
                    <a:pt x="28851" y="5907"/>
                    <a:pt x="27794" y="7279"/>
                    <a:pt x="26700" y="8627"/>
                  </a:cubicBezTo>
                  <a:cubicBezTo>
                    <a:pt x="25513" y="9949"/>
                    <a:pt x="24370" y="11326"/>
                    <a:pt x="23256" y="12735"/>
                  </a:cubicBezTo>
                  <a:cubicBezTo>
                    <a:pt x="22401" y="13743"/>
                    <a:pt x="21552" y="14756"/>
                    <a:pt x="20727" y="15781"/>
                  </a:cubicBezTo>
                  <a:cubicBezTo>
                    <a:pt x="19246" y="17623"/>
                    <a:pt x="17906" y="19563"/>
                    <a:pt x="16598" y="21532"/>
                  </a:cubicBezTo>
                  <a:cubicBezTo>
                    <a:pt x="15859" y="22499"/>
                    <a:pt x="15120" y="23452"/>
                    <a:pt x="14367" y="24378"/>
                  </a:cubicBezTo>
                  <a:cubicBezTo>
                    <a:pt x="13085" y="25961"/>
                    <a:pt x="11838" y="27557"/>
                    <a:pt x="10614" y="29168"/>
                  </a:cubicBezTo>
                  <a:cubicBezTo>
                    <a:pt x="10755" y="28966"/>
                    <a:pt x="10879" y="28752"/>
                    <a:pt x="10983" y="28527"/>
                  </a:cubicBezTo>
                  <a:cubicBezTo>
                    <a:pt x="11003" y="28483"/>
                    <a:pt x="10967" y="28444"/>
                    <a:pt x="10931" y="28444"/>
                  </a:cubicBezTo>
                  <a:cubicBezTo>
                    <a:pt x="10915" y="28444"/>
                    <a:pt x="10899" y="28452"/>
                    <a:pt x="10888" y="28472"/>
                  </a:cubicBezTo>
                  <a:cubicBezTo>
                    <a:pt x="10062" y="29947"/>
                    <a:pt x="8030" y="30528"/>
                    <a:pt x="7421" y="32081"/>
                  </a:cubicBezTo>
                  <a:cubicBezTo>
                    <a:pt x="7045" y="33028"/>
                    <a:pt x="7184" y="33727"/>
                    <a:pt x="5934" y="33787"/>
                  </a:cubicBezTo>
                  <a:cubicBezTo>
                    <a:pt x="5172" y="33822"/>
                    <a:pt x="4499" y="34174"/>
                    <a:pt x="3887" y="34593"/>
                  </a:cubicBezTo>
                  <a:cubicBezTo>
                    <a:pt x="1421" y="36284"/>
                    <a:pt x="2143" y="39954"/>
                    <a:pt x="3898" y="41865"/>
                  </a:cubicBezTo>
                  <a:lnTo>
                    <a:pt x="4002" y="42041"/>
                  </a:lnTo>
                  <a:cubicBezTo>
                    <a:pt x="4023" y="42076"/>
                    <a:pt x="4062" y="42096"/>
                    <a:pt x="4102" y="42096"/>
                  </a:cubicBezTo>
                  <a:cubicBezTo>
                    <a:pt x="4111" y="42096"/>
                    <a:pt x="4120" y="42095"/>
                    <a:pt x="4129" y="42093"/>
                  </a:cubicBezTo>
                  <a:cubicBezTo>
                    <a:pt x="4164" y="42131"/>
                    <a:pt x="4202" y="42171"/>
                    <a:pt x="4242" y="42206"/>
                  </a:cubicBezTo>
                  <a:cubicBezTo>
                    <a:pt x="4242" y="42206"/>
                    <a:pt x="4245" y="42206"/>
                    <a:pt x="4248" y="42209"/>
                  </a:cubicBezTo>
                  <a:cubicBezTo>
                    <a:pt x="2371" y="44559"/>
                    <a:pt x="350" y="47192"/>
                    <a:pt x="10" y="49703"/>
                  </a:cubicBezTo>
                  <a:cubicBezTo>
                    <a:pt x="1" y="49767"/>
                    <a:pt x="41" y="49827"/>
                    <a:pt x="105" y="49848"/>
                  </a:cubicBezTo>
                  <a:cubicBezTo>
                    <a:pt x="96" y="49868"/>
                    <a:pt x="88" y="49885"/>
                    <a:pt x="79" y="49905"/>
                  </a:cubicBezTo>
                  <a:cubicBezTo>
                    <a:pt x="40" y="50010"/>
                    <a:pt x="142" y="50114"/>
                    <a:pt x="242" y="50114"/>
                  </a:cubicBezTo>
                  <a:cubicBezTo>
                    <a:pt x="269" y="50114"/>
                    <a:pt x="295" y="50106"/>
                    <a:pt x="319" y="50090"/>
                  </a:cubicBezTo>
                  <a:cubicBezTo>
                    <a:pt x="1231" y="49452"/>
                    <a:pt x="2051" y="48658"/>
                    <a:pt x="2804" y="47775"/>
                  </a:cubicBezTo>
                  <a:lnTo>
                    <a:pt x="2804" y="47775"/>
                  </a:lnTo>
                  <a:cubicBezTo>
                    <a:pt x="2507" y="48326"/>
                    <a:pt x="2201" y="48875"/>
                    <a:pt x="1924" y="49435"/>
                  </a:cubicBezTo>
                  <a:cubicBezTo>
                    <a:pt x="1866" y="49553"/>
                    <a:pt x="1970" y="49695"/>
                    <a:pt x="2079" y="49695"/>
                  </a:cubicBezTo>
                  <a:cubicBezTo>
                    <a:pt x="2116" y="49695"/>
                    <a:pt x="2154" y="49678"/>
                    <a:pt x="2186" y="49637"/>
                  </a:cubicBezTo>
                  <a:cubicBezTo>
                    <a:pt x="2804" y="48837"/>
                    <a:pt x="3422" y="48037"/>
                    <a:pt x="4043" y="47235"/>
                  </a:cubicBezTo>
                  <a:lnTo>
                    <a:pt x="4043" y="47235"/>
                  </a:lnTo>
                  <a:cubicBezTo>
                    <a:pt x="3734" y="47734"/>
                    <a:pt x="3460" y="48254"/>
                    <a:pt x="3220" y="48788"/>
                  </a:cubicBezTo>
                  <a:cubicBezTo>
                    <a:pt x="3166" y="48908"/>
                    <a:pt x="3258" y="49041"/>
                    <a:pt x="3365" y="49041"/>
                  </a:cubicBezTo>
                  <a:cubicBezTo>
                    <a:pt x="3402" y="49041"/>
                    <a:pt x="3441" y="49025"/>
                    <a:pt x="3477" y="48987"/>
                  </a:cubicBezTo>
                  <a:cubicBezTo>
                    <a:pt x="4629" y="47804"/>
                    <a:pt x="5671" y="46545"/>
                    <a:pt x="6661" y="45249"/>
                  </a:cubicBezTo>
                  <a:lnTo>
                    <a:pt x="6661" y="45249"/>
                  </a:lnTo>
                  <a:cubicBezTo>
                    <a:pt x="6055" y="46230"/>
                    <a:pt x="5478" y="47229"/>
                    <a:pt x="4949" y="48251"/>
                  </a:cubicBezTo>
                  <a:cubicBezTo>
                    <a:pt x="4889" y="48367"/>
                    <a:pt x="4986" y="48495"/>
                    <a:pt x="5092" y="48495"/>
                  </a:cubicBezTo>
                  <a:cubicBezTo>
                    <a:pt x="5128" y="48495"/>
                    <a:pt x="5165" y="48480"/>
                    <a:pt x="5198" y="48444"/>
                  </a:cubicBezTo>
                  <a:cubicBezTo>
                    <a:pt x="5295" y="48338"/>
                    <a:pt x="6277" y="47005"/>
                    <a:pt x="6573" y="47005"/>
                  </a:cubicBezTo>
                  <a:cubicBezTo>
                    <a:pt x="6679" y="47005"/>
                    <a:pt x="6697" y="47178"/>
                    <a:pt x="6552" y="47645"/>
                  </a:cubicBezTo>
                  <a:cubicBezTo>
                    <a:pt x="6514" y="47760"/>
                    <a:pt x="6607" y="47836"/>
                    <a:pt x="6704" y="47836"/>
                  </a:cubicBezTo>
                  <a:cubicBezTo>
                    <a:pt x="6743" y="47836"/>
                    <a:pt x="6782" y="47824"/>
                    <a:pt x="6814" y="47798"/>
                  </a:cubicBezTo>
                  <a:cubicBezTo>
                    <a:pt x="7030" y="47455"/>
                    <a:pt x="7198" y="47283"/>
                    <a:pt x="7316" y="47283"/>
                  </a:cubicBezTo>
                  <a:cubicBezTo>
                    <a:pt x="7421" y="47283"/>
                    <a:pt x="7487" y="47417"/>
                    <a:pt x="7516" y="47685"/>
                  </a:cubicBezTo>
                  <a:cubicBezTo>
                    <a:pt x="7506" y="47785"/>
                    <a:pt x="7578" y="47835"/>
                    <a:pt x="7655" y="47835"/>
                  </a:cubicBezTo>
                  <a:cubicBezTo>
                    <a:pt x="7733" y="47835"/>
                    <a:pt x="7816" y="47785"/>
                    <a:pt x="7828" y="47685"/>
                  </a:cubicBezTo>
                  <a:lnTo>
                    <a:pt x="7934" y="46715"/>
                  </a:lnTo>
                  <a:cubicBezTo>
                    <a:pt x="7946" y="46621"/>
                    <a:pt x="7864" y="46565"/>
                    <a:pt x="7781" y="46565"/>
                  </a:cubicBezTo>
                  <a:cubicBezTo>
                    <a:pt x="7740" y="46565"/>
                    <a:pt x="7699" y="46579"/>
                    <a:pt x="7669" y="46608"/>
                  </a:cubicBezTo>
                  <a:cubicBezTo>
                    <a:pt x="7357" y="46910"/>
                    <a:pt x="7192" y="47092"/>
                    <a:pt x="7125" y="47092"/>
                  </a:cubicBezTo>
                  <a:cubicBezTo>
                    <a:pt x="7055" y="47092"/>
                    <a:pt x="7091" y="46897"/>
                    <a:pt x="7178" y="46435"/>
                  </a:cubicBezTo>
                  <a:cubicBezTo>
                    <a:pt x="7199" y="46325"/>
                    <a:pt x="7115" y="46238"/>
                    <a:pt x="7023" y="46238"/>
                  </a:cubicBezTo>
                  <a:cubicBezTo>
                    <a:pt x="6986" y="46238"/>
                    <a:pt x="6949" y="46251"/>
                    <a:pt x="6915" y="46282"/>
                  </a:cubicBezTo>
                  <a:cubicBezTo>
                    <a:pt x="6263" y="46881"/>
                    <a:pt x="5949" y="47112"/>
                    <a:pt x="5851" y="47112"/>
                  </a:cubicBezTo>
                  <a:cubicBezTo>
                    <a:pt x="5557" y="47112"/>
                    <a:pt x="7177" y="45064"/>
                    <a:pt x="7467" y="44625"/>
                  </a:cubicBezTo>
                  <a:cubicBezTo>
                    <a:pt x="8861" y="42523"/>
                    <a:pt x="10541" y="40606"/>
                    <a:pt x="12144" y="38663"/>
                  </a:cubicBezTo>
                  <a:cubicBezTo>
                    <a:pt x="14491" y="35817"/>
                    <a:pt x="16595" y="32837"/>
                    <a:pt x="18611" y="29745"/>
                  </a:cubicBezTo>
                  <a:cubicBezTo>
                    <a:pt x="19751" y="27999"/>
                    <a:pt x="20909" y="26258"/>
                    <a:pt x="22087" y="24520"/>
                  </a:cubicBezTo>
                  <a:cubicBezTo>
                    <a:pt x="25398" y="20250"/>
                    <a:pt x="28715" y="15986"/>
                    <a:pt x="32148" y="11811"/>
                  </a:cubicBezTo>
                  <a:cubicBezTo>
                    <a:pt x="33430" y="10252"/>
                    <a:pt x="35589" y="8939"/>
                    <a:pt x="35733" y="6771"/>
                  </a:cubicBezTo>
                  <a:cubicBezTo>
                    <a:pt x="36727" y="8099"/>
                    <a:pt x="37723" y="9412"/>
                    <a:pt x="38843" y="10452"/>
                  </a:cubicBezTo>
                  <a:cubicBezTo>
                    <a:pt x="38883" y="10489"/>
                    <a:pt x="38927" y="10504"/>
                    <a:pt x="38970" y="10504"/>
                  </a:cubicBezTo>
                  <a:cubicBezTo>
                    <a:pt x="39119" y="10504"/>
                    <a:pt x="39250" y="10313"/>
                    <a:pt x="39111" y="10183"/>
                  </a:cubicBezTo>
                  <a:cubicBezTo>
                    <a:pt x="36285" y="7559"/>
                    <a:pt x="34815" y="4013"/>
                    <a:pt x="31859" y="1854"/>
                  </a:cubicBezTo>
                  <a:cubicBezTo>
                    <a:pt x="31839" y="1781"/>
                    <a:pt x="31770" y="1730"/>
                    <a:pt x="31695" y="1730"/>
                  </a:cubicBezTo>
                  <a:cubicBezTo>
                    <a:pt x="31693" y="1730"/>
                    <a:pt x="31691" y="1730"/>
                    <a:pt x="31689" y="1730"/>
                  </a:cubicBezTo>
                  <a:cubicBezTo>
                    <a:pt x="30967" y="1225"/>
                    <a:pt x="30179" y="823"/>
                    <a:pt x="29347" y="538"/>
                  </a:cubicBezTo>
                  <a:cubicBezTo>
                    <a:pt x="28660" y="309"/>
                    <a:pt x="27947" y="182"/>
                    <a:pt x="27225" y="159"/>
                  </a:cubicBezTo>
                  <a:cubicBezTo>
                    <a:pt x="27221" y="75"/>
                    <a:pt x="27141" y="1"/>
                    <a:pt x="2706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58" name="Google Shape;8116;p80">
              <a:extLst>
                <a:ext uri="{FF2B5EF4-FFF2-40B4-BE49-F238E27FC236}">
                  <a16:creationId xmlns:a16="http://schemas.microsoft.com/office/drawing/2014/main" id="{4D06A9CA-8963-44A1-0E8A-335AB11458E6}"/>
                </a:ext>
              </a:extLst>
            </p:cNvPr>
            <p:cNvSpPr/>
            <p:nvPr/>
          </p:nvSpPr>
          <p:spPr>
            <a:xfrm>
              <a:off x="4676950" y="2073550"/>
              <a:ext cx="20750" cy="22675"/>
            </a:xfrm>
            <a:custGeom>
              <a:avLst/>
              <a:gdLst/>
              <a:ahLst/>
              <a:cxnLst/>
              <a:rect l="l" t="t" r="r" b="b"/>
              <a:pathLst>
                <a:path w="830" h="907" extrusionOk="0">
                  <a:moveTo>
                    <a:pt x="829" y="0"/>
                  </a:moveTo>
                  <a:cubicBezTo>
                    <a:pt x="748" y="87"/>
                    <a:pt x="662" y="174"/>
                    <a:pt x="581" y="260"/>
                  </a:cubicBezTo>
                  <a:cubicBezTo>
                    <a:pt x="388" y="477"/>
                    <a:pt x="194" y="693"/>
                    <a:pt x="1" y="907"/>
                  </a:cubicBezTo>
                  <a:cubicBezTo>
                    <a:pt x="278" y="604"/>
                    <a:pt x="555" y="301"/>
                    <a:pt x="82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59" name="Google Shape;8117;p80">
              <a:extLst>
                <a:ext uri="{FF2B5EF4-FFF2-40B4-BE49-F238E27FC236}">
                  <a16:creationId xmlns:a16="http://schemas.microsoft.com/office/drawing/2014/main" id="{DF92E61D-E628-1CA1-E08B-75A520A4CDCF}"/>
                </a:ext>
              </a:extLst>
            </p:cNvPr>
            <p:cNvSpPr/>
            <p:nvPr/>
          </p:nvSpPr>
          <p:spPr>
            <a:xfrm>
              <a:off x="4104175" y="2561150"/>
              <a:ext cx="133900" cy="132250"/>
            </a:xfrm>
            <a:custGeom>
              <a:avLst/>
              <a:gdLst/>
              <a:ahLst/>
              <a:cxnLst/>
              <a:rect l="l" t="t" r="r" b="b"/>
              <a:pathLst>
                <a:path w="5356" h="5290" extrusionOk="0">
                  <a:moveTo>
                    <a:pt x="5356" y="1"/>
                  </a:moveTo>
                  <a:lnTo>
                    <a:pt x="5356" y="1"/>
                  </a:lnTo>
                  <a:cubicBezTo>
                    <a:pt x="3525" y="1727"/>
                    <a:pt x="1701" y="3480"/>
                    <a:pt x="0" y="5290"/>
                  </a:cubicBezTo>
                  <a:cubicBezTo>
                    <a:pt x="249" y="5056"/>
                    <a:pt x="497" y="4822"/>
                    <a:pt x="748" y="4591"/>
                  </a:cubicBezTo>
                  <a:cubicBezTo>
                    <a:pt x="2333" y="3110"/>
                    <a:pt x="3852" y="1563"/>
                    <a:pt x="535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60" name="Google Shape;8118;p80">
              <a:extLst>
                <a:ext uri="{FF2B5EF4-FFF2-40B4-BE49-F238E27FC236}">
                  <a16:creationId xmlns:a16="http://schemas.microsoft.com/office/drawing/2014/main" id="{B1159FDF-DBBD-9252-4CC2-6041AB2535D0}"/>
                </a:ext>
              </a:extLst>
            </p:cNvPr>
            <p:cNvSpPr/>
            <p:nvPr/>
          </p:nvSpPr>
          <p:spPr>
            <a:xfrm>
              <a:off x="4529425" y="2080700"/>
              <a:ext cx="100725" cy="115050"/>
            </a:xfrm>
            <a:custGeom>
              <a:avLst/>
              <a:gdLst/>
              <a:ahLst/>
              <a:cxnLst/>
              <a:rect l="l" t="t" r="r" b="b"/>
              <a:pathLst>
                <a:path w="4029" h="4602" extrusionOk="0">
                  <a:moveTo>
                    <a:pt x="4028" y="0"/>
                  </a:moveTo>
                  <a:cubicBezTo>
                    <a:pt x="2686" y="1533"/>
                    <a:pt x="1343" y="3066"/>
                    <a:pt x="1" y="4602"/>
                  </a:cubicBezTo>
                  <a:cubicBezTo>
                    <a:pt x="468" y="4088"/>
                    <a:pt x="939" y="3577"/>
                    <a:pt x="1404" y="3060"/>
                  </a:cubicBezTo>
                  <a:cubicBezTo>
                    <a:pt x="2302" y="2067"/>
                    <a:pt x="3168" y="1039"/>
                    <a:pt x="402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61" name="Google Shape;8119;p80">
              <a:extLst>
                <a:ext uri="{FF2B5EF4-FFF2-40B4-BE49-F238E27FC236}">
                  <a16:creationId xmlns:a16="http://schemas.microsoft.com/office/drawing/2014/main" id="{6EAE07A6-CAEC-2164-9B93-C66B4541559E}"/>
                </a:ext>
              </a:extLst>
            </p:cNvPr>
            <p:cNvSpPr/>
            <p:nvPr/>
          </p:nvSpPr>
          <p:spPr>
            <a:xfrm>
              <a:off x="4023550" y="2864950"/>
              <a:ext cx="12525" cy="11925"/>
            </a:xfrm>
            <a:custGeom>
              <a:avLst/>
              <a:gdLst/>
              <a:ahLst/>
              <a:cxnLst/>
              <a:rect l="l" t="t" r="r" b="b"/>
              <a:pathLst>
                <a:path w="501" h="477" extrusionOk="0">
                  <a:moveTo>
                    <a:pt x="500" y="0"/>
                  </a:moveTo>
                  <a:lnTo>
                    <a:pt x="500" y="0"/>
                  </a:lnTo>
                  <a:cubicBezTo>
                    <a:pt x="336" y="159"/>
                    <a:pt x="168" y="318"/>
                    <a:pt x="1" y="477"/>
                  </a:cubicBezTo>
                  <a:cubicBezTo>
                    <a:pt x="136" y="468"/>
                    <a:pt x="301" y="312"/>
                    <a:pt x="50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62" name="Google Shape;8120;p80">
              <a:extLst>
                <a:ext uri="{FF2B5EF4-FFF2-40B4-BE49-F238E27FC236}">
                  <a16:creationId xmlns:a16="http://schemas.microsoft.com/office/drawing/2014/main" id="{D744F3E9-F9DE-5A4B-8EB2-C93295B97925}"/>
                </a:ext>
              </a:extLst>
            </p:cNvPr>
            <p:cNvSpPr/>
            <p:nvPr/>
          </p:nvSpPr>
          <p:spPr>
            <a:xfrm>
              <a:off x="4146900" y="2619550"/>
              <a:ext cx="291675" cy="383175"/>
            </a:xfrm>
            <a:custGeom>
              <a:avLst/>
              <a:gdLst/>
              <a:ahLst/>
              <a:cxnLst/>
              <a:rect l="l" t="t" r="r" b="b"/>
              <a:pathLst>
                <a:path w="11667" h="15327" extrusionOk="0">
                  <a:moveTo>
                    <a:pt x="11667" y="0"/>
                  </a:moveTo>
                  <a:lnTo>
                    <a:pt x="11667" y="0"/>
                  </a:lnTo>
                  <a:cubicBezTo>
                    <a:pt x="10873" y="933"/>
                    <a:pt x="10076" y="1860"/>
                    <a:pt x="9259" y="2772"/>
                  </a:cubicBezTo>
                  <a:lnTo>
                    <a:pt x="9236" y="2795"/>
                  </a:lnTo>
                  <a:cubicBezTo>
                    <a:pt x="7764" y="4830"/>
                    <a:pt x="6317" y="6886"/>
                    <a:pt x="4900" y="8962"/>
                  </a:cubicBezTo>
                  <a:cubicBezTo>
                    <a:pt x="3734" y="10678"/>
                    <a:pt x="2482" y="12334"/>
                    <a:pt x="1150" y="13927"/>
                  </a:cubicBezTo>
                  <a:lnTo>
                    <a:pt x="1150" y="13927"/>
                  </a:lnTo>
                  <a:cubicBezTo>
                    <a:pt x="1636" y="13343"/>
                    <a:pt x="2727" y="11050"/>
                    <a:pt x="3436" y="10050"/>
                  </a:cubicBezTo>
                  <a:cubicBezTo>
                    <a:pt x="4856" y="8047"/>
                    <a:pt x="6398" y="6101"/>
                    <a:pt x="7992" y="4190"/>
                  </a:cubicBezTo>
                  <a:lnTo>
                    <a:pt x="7992" y="4190"/>
                  </a:lnTo>
                  <a:cubicBezTo>
                    <a:pt x="4972" y="7579"/>
                    <a:pt x="2091" y="10983"/>
                    <a:pt x="53" y="15105"/>
                  </a:cubicBezTo>
                  <a:cubicBezTo>
                    <a:pt x="1" y="15211"/>
                    <a:pt x="87" y="15326"/>
                    <a:pt x="183" y="15326"/>
                  </a:cubicBezTo>
                  <a:cubicBezTo>
                    <a:pt x="215" y="15326"/>
                    <a:pt x="248" y="15313"/>
                    <a:pt x="278" y="15281"/>
                  </a:cubicBezTo>
                  <a:cubicBezTo>
                    <a:pt x="3274" y="12085"/>
                    <a:pt x="5593" y="8405"/>
                    <a:pt x="8110" y="4833"/>
                  </a:cubicBezTo>
                  <a:cubicBezTo>
                    <a:pt x="9265" y="3196"/>
                    <a:pt x="10457" y="1594"/>
                    <a:pt x="1166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63" name="Google Shape;8121;p80">
              <a:extLst>
                <a:ext uri="{FF2B5EF4-FFF2-40B4-BE49-F238E27FC236}">
                  <a16:creationId xmlns:a16="http://schemas.microsoft.com/office/drawing/2014/main" id="{F641EAC6-83D0-5F98-D5C9-1C02F92D7138}"/>
                </a:ext>
              </a:extLst>
            </p:cNvPr>
            <p:cNvSpPr/>
            <p:nvPr/>
          </p:nvSpPr>
          <p:spPr>
            <a:xfrm>
              <a:off x="4438500" y="2570050"/>
              <a:ext cx="41375" cy="49525"/>
            </a:xfrm>
            <a:custGeom>
              <a:avLst/>
              <a:gdLst/>
              <a:ahLst/>
              <a:cxnLst/>
              <a:rect l="l" t="t" r="r" b="b"/>
              <a:pathLst>
                <a:path w="1655" h="1981" extrusionOk="0">
                  <a:moveTo>
                    <a:pt x="1654" y="0"/>
                  </a:moveTo>
                  <a:lnTo>
                    <a:pt x="1654" y="0"/>
                  </a:lnTo>
                  <a:cubicBezTo>
                    <a:pt x="1305" y="396"/>
                    <a:pt x="956" y="794"/>
                    <a:pt x="603" y="1192"/>
                  </a:cubicBezTo>
                  <a:cubicBezTo>
                    <a:pt x="404" y="1455"/>
                    <a:pt x="202" y="1718"/>
                    <a:pt x="0" y="1980"/>
                  </a:cubicBezTo>
                  <a:cubicBezTo>
                    <a:pt x="557" y="1325"/>
                    <a:pt x="1106" y="664"/>
                    <a:pt x="165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64" name="Google Shape;8122;p80">
              <a:extLst>
                <a:ext uri="{FF2B5EF4-FFF2-40B4-BE49-F238E27FC236}">
                  <a16:creationId xmlns:a16="http://schemas.microsoft.com/office/drawing/2014/main" id="{5AC989FF-1995-97F2-0F88-3740C2C2F26C}"/>
                </a:ext>
              </a:extLst>
            </p:cNvPr>
            <p:cNvSpPr/>
            <p:nvPr/>
          </p:nvSpPr>
          <p:spPr>
            <a:xfrm>
              <a:off x="4346675" y="2672675"/>
              <a:ext cx="43475" cy="51550"/>
            </a:xfrm>
            <a:custGeom>
              <a:avLst/>
              <a:gdLst/>
              <a:ahLst/>
              <a:cxnLst/>
              <a:rect l="l" t="t" r="r" b="b"/>
              <a:pathLst>
                <a:path w="1739" h="2062" extrusionOk="0">
                  <a:moveTo>
                    <a:pt x="1739" y="0"/>
                  </a:moveTo>
                  <a:lnTo>
                    <a:pt x="1739" y="0"/>
                  </a:lnTo>
                  <a:cubicBezTo>
                    <a:pt x="1153" y="685"/>
                    <a:pt x="575" y="1372"/>
                    <a:pt x="1" y="2062"/>
                  </a:cubicBezTo>
                  <a:cubicBezTo>
                    <a:pt x="414" y="1597"/>
                    <a:pt x="829" y="1135"/>
                    <a:pt x="1245" y="670"/>
                  </a:cubicBezTo>
                  <a:cubicBezTo>
                    <a:pt x="1407" y="445"/>
                    <a:pt x="1574" y="226"/>
                    <a:pt x="173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65" name="Google Shape;8123;p80">
              <a:extLst>
                <a:ext uri="{FF2B5EF4-FFF2-40B4-BE49-F238E27FC236}">
                  <a16:creationId xmlns:a16="http://schemas.microsoft.com/office/drawing/2014/main" id="{0DA81DEC-2BD9-16A9-A0EF-E3C38C04DF39}"/>
                </a:ext>
              </a:extLst>
            </p:cNvPr>
            <p:cNvSpPr/>
            <p:nvPr/>
          </p:nvSpPr>
          <p:spPr>
            <a:xfrm>
              <a:off x="3715150" y="1348850"/>
              <a:ext cx="1605150" cy="1793100"/>
            </a:xfrm>
            <a:custGeom>
              <a:avLst/>
              <a:gdLst/>
              <a:ahLst/>
              <a:cxnLst/>
              <a:rect l="l" t="t" r="r" b="b"/>
              <a:pathLst>
                <a:path w="64206" h="71724" extrusionOk="0">
                  <a:moveTo>
                    <a:pt x="50004" y="923"/>
                  </a:moveTo>
                  <a:cubicBezTo>
                    <a:pt x="50129" y="923"/>
                    <a:pt x="48748" y="2564"/>
                    <a:pt x="48675" y="2665"/>
                  </a:cubicBezTo>
                  <a:cubicBezTo>
                    <a:pt x="47824" y="3614"/>
                    <a:pt x="46767" y="4405"/>
                    <a:pt x="45774" y="5199"/>
                  </a:cubicBezTo>
                  <a:cubicBezTo>
                    <a:pt x="45540" y="5387"/>
                    <a:pt x="45318" y="5586"/>
                    <a:pt x="45087" y="5777"/>
                  </a:cubicBezTo>
                  <a:cubicBezTo>
                    <a:pt x="46605" y="4137"/>
                    <a:pt x="48167" y="2529"/>
                    <a:pt x="49830" y="1051"/>
                  </a:cubicBezTo>
                  <a:cubicBezTo>
                    <a:pt x="49930" y="962"/>
                    <a:pt x="49985" y="923"/>
                    <a:pt x="50004" y="923"/>
                  </a:cubicBezTo>
                  <a:close/>
                  <a:moveTo>
                    <a:pt x="46698" y="2105"/>
                  </a:moveTo>
                  <a:lnTo>
                    <a:pt x="46698" y="2105"/>
                  </a:lnTo>
                  <a:cubicBezTo>
                    <a:pt x="45416" y="3196"/>
                    <a:pt x="44074" y="4203"/>
                    <a:pt x="42780" y="5280"/>
                  </a:cubicBezTo>
                  <a:cubicBezTo>
                    <a:pt x="42384" y="5612"/>
                    <a:pt x="41454" y="6614"/>
                    <a:pt x="41429" y="6614"/>
                  </a:cubicBezTo>
                  <a:cubicBezTo>
                    <a:pt x="41414" y="6614"/>
                    <a:pt x="41698" y="6284"/>
                    <a:pt x="42552" y="5306"/>
                  </a:cubicBezTo>
                  <a:cubicBezTo>
                    <a:pt x="43464" y="4267"/>
                    <a:pt x="44619" y="3421"/>
                    <a:pt x="45745" y="2636"/>
                  </a:cubicBezTo>
                  <a:cubicBezTo>
                    <a:pt x="45754" y="2633"/>
                    <a:pt x="45751" y="2627"/>
                    <a:pt x="45757" y="2621"/>
                  </a:cubicBezTo>
                  <a:cubicBezTo>
                    <a:pt x="46063" y="2445"/>
                    <a:pt x="46380" y="2272"/>
                    <a:pt x="46698" y="2105"/>
                  </a:cubicBezTo>
                  <a:close/>
                  <a:moveTo>
                    <a:pt x="50407" y="718"/>
                  </a:moveTo>
                  <a:cubicBezTo>
                    <a:pt x="51022" y="718"/>
                    <a:pt x="51244" y="1089"/>
                    <a:pt x="50737" y="2073"/>
                  </a:cubicBezTo>
                  <a:cubicBezTo>
                    <a:pt x="49596" y="4281"/>
                    <a:pt x="46920" y="5716"/>
                    <a:pt x="44914" y="7151"/>
                  </a:cubicBezTo>
                  <a:cubicBezTo>
                    <a:pt x="46169" y="5852"/>
                    <a:pt x="47466" y="4593"/>
                    <a:pt x="48762" y="3334"/>
                  </a:cubicBezTo>
                  <a:cubicBezTo>
                    <a:pt x="49453" y="2664"/>
                    <a:pt x="49748" y="2409"/>
                    <a:pt x="49795" y="2409"/>
                  </a:cubicBezTo>
                  <a:cubicBezTo>
                    <a:pt x="49933" y="2409"/>
                    <a:pt x="48016" y="4531"/>
                    <a:pt x="47639" y="4916"/>
                  </a:cubicBezTo>
                  <a:cubicBezTo>
                    <a:pt x="47552" y="5006"/>
                    <a:pt x="47637" y="5133"/>
                    <a:pt x="47735" y="5133"/>
                  </a:cubicBezTo>
                  <a:cubicBezTo>
                    <a:pt x="47764" y="5133"/>
                    <a:pt x="47794" y="5122"/>
                    <a:pt x="47821" y="5095"/>
                  </a:cubicBezTo>
                  <a:cubicBezTo>
                    <a:pt x="49054" y="3868"/>
                    <a:pt x="50243" y="2907"/>
                    <a:pt x="50884" y="1270"/>
                  </a:cubicBezTo>
                  <a:cubicBezTo>
                    <a:pt x="50923" y="1171"/>
                    <a:pt x="50833" y="1098"/>
                    <a:pt x="50745" y="1098"/>
                  </a:cubicBezTo>
                  <a:cubicBezTo>
                    <a:pt x="50711" y="1098"/>
                    <a:pt x="50676" y="1109"/>
                    <a:pt x="50650" y="1134"/>
                  </a:cubicBezTo>
                  <a:cubicBezTo>
                    <a:pt x="50027" y="1726"/>
                    <a:pt x="49417" y="2333"/>
                    <a:pt x="48800" y="2930"/>
                  </a:cubicBezTo>
                  <a:cubicBezTo>
                    <a:pt x="49420" y="2272"/>
                    <a:pt x="49957" y="1550"/>
                    <a:pt x="50350" y="719"/>
                  </a:cubicBezTo>
                  <a:cubicBezTo>
                    <a:pt x="50369" y="718"/>
                    <a:pt x="50388" y="718"/>
                    <a:pt x="50407" y="718"/>
                  </a:cubicBezTo>
                  <a:close/>
                  <a:moveTo>
                    <a:pt x="48802" y="1123"/>
                  </a:moveTo>
                  <a:cubicBezTo>
                    <a:pt x="48315" y="1530"/>
                    <a:pt x="47841" y="1949"/>
                    <a:pt x="47368" y="2373"/>
                  </a:cubicBezTo>
                  <a:cubicBezTo>
                    <a:pt x="47304" y="2416"/>
                    <a:pt x="47258" y="2448"/>
                    <a:pt x="47255" y="2451"/>
                  </a:cubicBezTo>
                  <a:cubicBezTo>
                    <a:pt x="45315" y="4123"/>
                    <a:pt x="43401" y="5861"/>
                    <a:pt x="41663" y="7749"/>
                  </a:cubicBezTo>
                  <a:cubicBezTo>
                    <a:pt x="40927" y="8444"/>
                    <a:pt x="40188" y="9137"/>
                    <a:pt x="39425" y="9807"/>
                  </a:cubicBezTo>
                  <a:cubicBezTo>
                    <a:pt x="40531" y="8834"/>
                    <a:pt x="41897" y="6807"/>
                    <a:pt x="43256" y="5543"/>
                  </a:cubicBezTo>
                  <a:cubicBezTo>
                    <a:pt x="44463" y="4420"/>
                    <a:pt x="45716" y="3349"/>
                    <a:pt x="46935" y="2237"/>
                  </a:cubicBezTo>
                  <a:cubicBezTo>
                    <a:pt x="46949" y="2229"/>
                    <a:pt x="46958" y="2220"/>
                    <a:pt x="46969" y="2211"/>
                  </a:cubicBezTo>
                  <a:cubicBezTo>
                    <a:pt x="46972" y="2209"/>
                    <a:pt x="46973" y="2209"/>
                    <a:pt x="46972" y="2209"/>
                  </a:cubicBezTo>
                  <a:lnTo>
                    <a:pt x="46972" y="2209"/>
                  </a:lnTo>
                  <a:cubicBezTo>
                    <a:pt x="46972" y="2209"/>
                    <a:pt x="46970" y="2209"/>
                    <a:pt x="46969" y="2209"/>
                  </a:cubicBezTo>
                  <a:cubicBezTo>
                    <a:pt x="46969" y="2209"/>
                    <a:pt x="46969" y="2209"/>
                    <a:pt x="46969" y="2208"/>
                  </a:cubicBezTo>
                  <a:cubicBezTo>
                    <a:pt x="47168" y="2024"/>
                    <a:pt x="47376" y="1848"/>
                    <a:pt x="47573" y="1663"/>
                  </a:cubicBezTo>
                  <a:cubicBezTo>
                    <a:pt x="48000" y="1458"/>
                    <a:pt x="48416" y="1273"/>
                    <a:pt x="48802" y="1123"/>
                  </a:cubicBezTo>
                  <a:close/>
                  <a:moveTo>
                    <a:pt x="49643" y="840"/>
                  </a:moveTo>
                  <a:lnTo>
                    <a:pt x="49643" y="840"/>
                  </a:lnTo>
                  <a:cubicBezTo>
                    <a:pt x="47310" y="2722"/>
                    <a:pt x="45269" y="5101"/>
                    <a:pt x="43285" y="7356"/>
                  </a:cubicBezTo>
                  <a:cubicBezTo>
                    <a:pt x="41937" y="8595"/>
                    <a:pt x="40641" y="9882"/>
                    <a:pt x="39339" y="11181"/>
                  </a:cubicBezTo>
                  <a:cubicBezTo>
                    <a:pt x="38820" y="11700"/>
                    <a:pt x="38595" y="11896"/>
                    <a:pt x="38551" y="11896"/>
                  </a:cubicBezTo>
                  <a:cubicBezTo>
                    <a:pt x="38422" y="11896"/>
                    <a:pt x="39849" y="10211"/>
                    <a:pt x="40006" y="10006"/>
                  </a:cubicBezTo>
                  <a:cubicBezTo>
                    <a:pt x="40531" y="9325"/>
                    <a:pt x="41109" y="8681"/>
                    <a:pt x="41700" y="8052"/>
                  </a:cubicBezTo>
                  <a:cubicBezTo>
                    <a:pt x="42624" y="7186"/>
                    <a:pt x="43531" y="6305"/>
                    <a:pt x="44437" y="5419"/>
                  </a:cubicBezTo>
                  <a:cubicBezTo>
                    <a:pt x="45231" y="4645"/>
                    <a:pt x="46040" y="3886"/>
                    <a:pt x="46851" y="3135"/>
                  </a:cubicBezTo>
                  <a:cubicBezTo>
                    <a:pt x="47676" y="2419"/>
                    <a:pt x="48502" y="1706"/>
                    <a:pt x="49328" y="996"/>
                  </a:cubicBezTo>
                  <a:cubicBezTo>
                    <a:pt x="49348" y="979"/>
                    <a:pt x="49360" y="953"/>
                    <a:pt x="49362" y="924"/>
                  </a:cubicBezTo>
                  <a:cubicBezTo>
                    <a:pt x="49458" y="892"/>
                    <a:pt x="49553" y="866"/>
                    <a:pt x="49643" y="840"/>
                  </a:cubicBezTo>
                  <a:close/>
                  <a:moveTo>
                    <a:pt x="54467" y="11600"/>
                  </a:moveTo>
                  <a:cubicBezTo>
                    <a:pt x="54501" y="11727"/>
                    <a:pt x="54516" y="11857"/>
                    <a:pt x="54539" y="11987"/>
                  </a:cubicBezTo>
                  <a:cubicBezTo>
                    <a:pt x="54529" y="11984"/>
                    <a:pt x="54519" y="11983"/>
                    <a:pt x="54509" y="11983"/>
                  </a:cubicBezTo>
                  <a:cubicBezTo>
                    <a:pt x="54476" y="11983"/>
                    <a:pt x="54445" y="11997"/>
                    <a:pt x="54421" y="12021"/>
                  </a:cubicBezTo>
                  <a:cubicBezTo>
                    <a:pt x="53568" y="12877"/>
                    <a:pt x="53191" y="13192"/>
                    <a:pt x="53116" y="13192"/>
                  </a:cubicBezTo>
                  <a:cubicBezTo>
                    <a:pt x="52992" y="13192"/>
                    <a:pt x="53707" y="12316"/>
                    <a:pt x="54467" y="11600"/>
                  </a:cubicBezTo>
                  <a:close/>
                  <a:moveTo>
                    <a:pt x="40600" y="11840"/>
                  </a:moveTo>
                  <a:cubicBezTo>
                    <a:pt x="40427" y="12273"/>
                    <a:pt x="40326" y="12706"/>
                    <a:pt x="40329" y="13133"/>
                  </a:cubicBezTo>
                  <a:cubicBezTo>
                    <a:pt x="39394" y="13968"/>
                    <a:pt x="38963" y="14281"/>
                    <a:pt x="38844" y="14281"/>
                  </a:cubicBezTo>
                  <a:cubicBezTo>
                    <a:pt x="38568" y="14281"/>
                    <a:pt x="39954" y="12607"/>
                    <a:pt x="40600" y="11840"/>
                  </a:cubicBezTo>
                  <a:close/>
                  <a:moveTo>
                    <a:pt x="47994" y="3713"/>
                  </a:moveTo>
                  <a:lnTo>
                    <a:pt x="47994" y="3713"/>
                  </a:lnTo>
                  <a:cubicBezTo>
                    <a:pt x="46484" y="5191"/>
                    <a:pt x="44994" y="6680"/>
                    <a:pt x="43548" y="8213"/>
                  </a:cubicBezTo>
                  <a:cubicBezTo>
                    <a:pt x="42708" y="8929"/>
                    <a:pt x="41755" y="9873"/>
                    <a:pt x="41103" y="10890"/>
                  </a:cubicBezTo>
                  <a:cubicBezTo>
                    <a:pt x="40029" y="12105"/>
                    <a:pt x="38987" y="13352"/>
                    <a:pt x="37979" y="14631"/>
                  </a:cubicBezTo>
                  <a:cubicBezTo>
                    <a:pt x="37093" y="11225"/>
                    <a:pt x="40820" y="6473"/>
                    <a:pt x="42916" y="4478"/>
                  </a:cubicBezTo>
                  <a:cubicBezTo>
                    <a:pt x="43072" y="4328"/>
                    <a:pt x="43404" y="4085"/>
                    <a:pt x="43840" y="3793"/>
                  </a:cubicBezTo>
                  <a:lnTo>
                    <a:pt x="43840" y="3793"/>
                  </a:lnTo>
                  <a:cubicBezTo>
                    <a:pt x="42714" y="4743"/>
                    <a:pt x="41700" y="5806"/>
                    <a:pt x="40944" y="7102"/>
                  </a:cubicBezTo>
                  <a:cubicBezTo>
                    <a:pt x="40894" y="7188"/>
                    <a:pt x="40972" y="7283"/>
                    <a:pt x="41053" y="7283"/>
                  </a:cubicBezTo>
                  <a:cubicBezTo>
                    <a:pt x="41081" y="7283"/>
                    <a:pt x="41108" y="7272"/>
                    <a:pt x="41132" y="7246"/>
                  </a:cubicBezTo>
                  <a:cubicBezTo>
                    <a:pt x="41937" y="6360"/>
                    <a:pt x="42815" y="5575"/>
                    <a:pt x="43730" y="4824"/>
                  </a:cubicBezTo>
                  <a:lnTo>
                    <a:pt x="43730" y="4824"/>
                  </a:lnTo>
                  <a:cubicBezTo>
                    <a:pt x="41859" y="6525"/>
                    <a:pt x="40081" y="8288"/>
                    <a:pt x="38686" y="10442"/>
                  </a:cubicBezTo>
                  <a:cubicBezTo>
                    <a:pt x="38630" y="10532"/>
                    <a:pt x="38708" y="10610"/>
                    <a:pt x="38791" y="10610"/>
                  </a:cubicBezTo>
                  <a:cubicBezTo>
                    <a:pt x="38818" y="10610"/>
                    <a:pt x="38845" y="10602"/>
                    <a:pt x="38868" y="10584"/>
                  </a:cubicBezTo>
                  <a:cubicBezTo>
                    <a:pt x="39373" y="10159"/>
                    <a:pt x="39850" y="9709"/>
                    <a:pt x="40338" y="9270"/>
                  </a:cubicBezTo>
                  <a:lnTo>
                    <a:pt x="40338" y="9270"/>
                  </a:lnTo>
                  <a:cubicBezTo>
                    <a:pt x="39469" y="10324"/>
                    <a:pt x="38655" y="11424"/>
                    <a:pt x="37936" y="12599"/>
                  </a:cubicBezTo>
                  <a:cubicBezTo>
                    <a:pt x="37884" y="12681"/>
                    <a:pt x="37959" y="12769"/>
                    <a:pt x="38038" y="12769"/>
                  </a:cubicBezTo>
                  <a:cubicBezTo>
                    <a:pt x="38064" y="12769"/>
                    <a:pt x="38090" y="12759"/>
                    <a:pt x="38112" y="12737"/>
                  </a:cubicBezTo>
                  <a:cubicBezTo>
                    <a:pt x="38793" y="12056"/>
                    <a:pt x="39475" y="11369"/>
                    <a:pt x="40159" y="10685"/>
                  </a:cubicBezTo>
                  <a:lnTo>
                    <a:pt x="40159" y="10685"/>
                  </a:lnTo>
                  <a:cubicBezTo>
                    <a:pt x="39010" y="11961"/>
                    <a:pt x="37942" y="13349"/>
                    <a:pt x="38187" y="13967"/>
                  </a:cubicBezTo>
                  <a:cubicBezTo>
                    <a:pt x="38199" y="13997"/>
                    <a:pt x="38225" y="14010"/>
                    <a:pt x="38251" y="14010"/>
                  </a:cubicBezTo>
                  <a:cubicBezTo>
                    <a:pt x="38288" y="14010"/>
                    <a:pt x="38324" y="13982"/>
                    <a:pt x="38308" y="13935"/>
                  </a:cubicBezTo>
                  <a:cubicBezTo>
                    <a:pt x="37924" y="12810"/>
                    <a:pt x="42416" y="8713"/>
                    <a:pt x="43127" y="7925"/>
                  </a:cubicBezTo>
                  <a:cubicBezTo>
                    <a:pt x="43326" y="7702"/>
                    <a:pt x="43531" y="7483"/>
                    <a:pt x="43733" y="7261"/>
                  </a:cubicBezTo>
                  <a:cubicBezTo>
                    <a:pt x="44267" y="6781"/>
                    <a:pt x="44810" y="6308"/>
                    <a:pt x="45370" y="5858"/>
                  </a:cubicBezTo>
                  <a:cubicBezTo>
                    <a:pt x="46239" y="5162"/>
                    <a:pt x="47154" y="4472"/>
                    <a:pt x="47994" y="3713"/>
                  </a:cubicBezTo>
                  <a:close/>
                  <a:moveTo>
                    <a:pt x="54588" y="12249"/>
                  </a:moveTo>
                  <a:cubicBezTo>
                    <a:pt x="54675" y="12876"/>
                    <a:pt x="54698" y="13523"/>
                    <a:pt x="54738" y="14161"/>
                  </a:cubicBezTo>
                  <a:cubicBezTo>
                    <a:pt x="53967" y="14533"/>
                    <a:pt x="53225" y="14969"/>
                    <a:pt x="52527" y="15466"/>
                  </a:cubicBezTo>
                  <a:cubicBezTo>
                    <a:pt x="53199" y="14830"/>
                    <a:pt x="53863" y="14184"/>
                    <a:pt x="54510" y="13511"/>
                  </a:cubicBezTo>
                  <a:cubicBezTo>
                    <a:pt x="54611" y="13407"/>
                    <a:pt x="54519" y="13277"/>
                    <a:pt x="54408" y="13277"/>
                  </a:cubicBezTo>
                  <a:cubicBezTo>
                    <a:pt x="54377" y="13277"/>
                    <a:pt x="54344" y="13288"/>
                    <a:pt x="54314" y="13312"/>
                  </a:cubicBezTo>
                  <a:cubicBezTo>
                    <a:pt x="52459" y="14787"/>
                    <a:pt x="51730" y="15317"/>
                    <a:pt x="51628" y="15317"/>
                  </a:cubicBezTo>
                  <a:cubicBezTo>
                    <a:pt x="51423" y="15317"/>
                    <a:pt x="53777" y="13155"/>
                    <a:pt x="54588" y="12249"/>
                  </a:cubicBezTo>
                  <a:close/>
                  <a:moveTo>
                    <a:pt x="40727" y="14498"/>
                  </a:moveTo>
                  <a:cubicBezTo>
                    <a:pt x="40831" y="14712"/>
                    <a:pt x="40947" y="14920"/>
                    <a:pt x="41074" y="15119"/>
                  </a:cubicBezTo>
                  <a:cubicBezTo>
                    <a:pt x="41061" y="15116"/>
                    <a:pt x="41048" y="15114"/>
                    <a:pt x="41036" y="15114"/>
                  </a:cubicBezTo>
                  <a:cubicBezTo>
                    <a:pt x="41004" y="15114"/>
                    <a:pt x="40973" y="15124"/>
                    <a:pt x="40947" y="15142"/>
                  </a:cubicBezTo>
                  <a:cubicBezTo>
                    <a:pt x="40232" y="15737"/>
                    <a:pt x="39896" y="15955"/>
                    <a:pt x="39788" y="15955"/>
                  </a:cubicBezTo>
                  <a:cubicBezTo>
                    <a:pt x="39555" y="15955"/>
                    <a:pt x="40365" y="14953"/>
                    <a:pt x="40727" y="14498"/>
                  </a:cubicBezTo>
                  <a:close/>
                  <a:moveTo>
                    <a:pt x="53846" y="10874"/>
                  </a:moveTo>
                  <a:cubicBezTo>
                    <a:pt x="54053" y="10874"/>
                    <a:pt x="54232" y="10994"/>
                    <a:pt x="54363" y="11285"/>
                  </a:cubicBezTo>
                  <a:cubicBezTo>
                    <a:pt x="53786" y="11758"/>
                    <a:pt x="53186" y="12328"/>
                    <a:pt x="53100" y="12328"/>
                  </a:cubicBezTo>
                  <a:cubicBezTo>
                    <a:pt x="53039" y="12328"/>
                    <a:pt x="53232" y="12047"/>
                    <a:pt x="53866" y="11253"/>
                  </a:cubicBezTo>
                  <a:cubicBezTo>
                    <a:pt x="53954" y="11144"/>
                    <a:pt x="53859" y="10998"/>
                    <a:pt x="53756" y="10998"/>
                  </a:cubicBezTo>
                  <a:cubicBezTo>
                    <a:pt x="53723" y="10998"/>
                    <a:pt x="53690" y="11013"/>
                    <a:pt x="53661" y="11048"/>
                  </a:cubicBezTo>
                  <a:lnTo>
                    <a:pt x="51938" y="13202"/>
                  </a:lnTo>
                  <a:cubicBezTo>
                    <a:pt x="51846" y="13316"/>
                    <a:pt x="51931" y="13449"/>
                    <a:pt x="52041" y="13449"/>
                  </a:cubicBezTo>
                  <a:cubicBezTo>
                    <a:pt x="52074" y="13449"/>
                    <a:pt x="52109" y="13437"/>
                    <a:pt x="52143" y="13410"/>
                  </a:cubicBezTo>
                  <a:cubicBezTo>
                    <a:pt x="53119" y="12638"/>
                    <a:pt x="53493" y="12341"/>
                    <a:pt x="53512" y="12341"/>
                  </a:cubicBezTo>
                  <a:lnTo>
                    <a:pt x="53512" y="12341"/>
                  </a:lnTo>
                  <a:cubicBezTo>
                    <a:pt x="53557" y="12341"/>
                    <a:pt x="51462" y="14126"/>
                    <a:pt x="50841" y="15067"/>
                  </a:cubicBezTo>
                  <a:cubicBezTo>
                    <a:pt x="50778" y="15160"/>
                    <a:pt x="50867" y="15284"/>
                    <a:pt x="50965" y="15284"/>
                  </a:cubicBezTo>
                  <a:cubicBezTo>
                    <a:pt x="50988" y="15284"/>
                    <a:pt x="51012" y="15277"/>
                    <a:pt x="51034" y="15261"/>
                  </a:cubicBezTo>
                  <a:cubicBezTo>
                    <a:pt x="52531" y="14177"/>
                    <a:pt x="52106" y="14519"/>
                    <a:pt x="53195" y="13591"/>
                  </a:cubicBezTo>
                  <a:lnTo>
                    <a:pt x="53195" y="13591"/>
                  </a:lnTo>
                  <a:cubicBezTo>
                    <a:pt x="52455" y="14222"/>
                    <a:pt x="51158" y="15350"/>
                    <a:pt x="50434" y="16118"/>
                  </a:cubicBezTo>
                  <a:cubicBezTo>
                    <a:pt x="50346" y="16211"/>
                    <a:pt x="50424" y="16358"/>
                    <a:pt x="50529" y="16358"/>
                  </a:cubicBezTo>
                  <a:cubicBezTo>
                    <a:pt x="50552" y="16358"/>
                    <a:pt x="50577" y="16351"/>
                    <a:pt x="50601" y="16335"/>
                  </a:cubicBezTo>
                  <a:cubicBezTo>
                    <a:pt x="50709" y="16265"/>
                    <a:pt x="53112" y="14499"/>
                    <a:pt x="53174" y="14499"/>
                  </a:cubicBezTo>
                  <a:lnTo>
                    <a:pt x="53174" y="14499"/>
                  </a:lnTo>
                  <a:cubicBezTo>
                    <a:pt x="53177" y="14499"/>
                    <a:pt x="53175" y="14503"/>
                    <a:pt x="53168" y="14510"/>
                  </a:cubicBezTo>
                  <a:cubicBezTo>
                    <a:pt x="52039" y="15691"/>
                    <a:pt x="50786" y="16762"/>
                    <a:pt x="49559" y="17859"/>
                  </a:cubicBezTo>
                  <a:cubicBezTo>
                    <a:pt x="49977" y="16381"/>
                    <a:pt x="50436" y="14975"/>
                    <a:pt x="51297" y="13537"/>
                  </a:cubicBezTo>
                  <a:lnTo>
                    <a:pt x="51297" y="13540"/>
                  </a:lnTo>
                  <a:cubicBezTo>
                    <a:pt x="51619" y="13006"/>
                    <a:pt x="52977" y="10874"/>
                    <a:pt x="53846" y="10874"/>
                  </a:cubicBezTo>
                  <a:close/>
                  <a:moveTo>
                    <a:pt x="41178" y="15284"/>
                  </a:moveTo>
                  <a:cubicBezTo>
                    <a:pt x="41674" y="16034"/>
                    <a:pt x="42310" y="16710"/>
                    <a:pt x="43031" y="17307"/>
                  </a:cubicBezTo>
                  <a:cubicBezTo>
                    <a:pt x="42631" y="17623"/>
                    <a:pt x="42161" y="17998"/>
                    <a:pt x="41980" y="17998"/>
                  </a:cubicBezTo>
                  <a:cubicBezTo>
                    <a:pt x="41826" y="17998"/>
                    <a:pt x="41879" y="17730"/>
                    <a:pt x="42356" y="16932"/>
                  </a:cubicBezTo>
                  <a:cubicBezTo>
                    <a:pt x="42412" y="16839"/>
                    <a:pt x="42328" y="16713"/>
                    <a:pt x="42231" y="16713"/>
                  </a:cubicBezTo>
                  <a:cubicBezTo>
                    <a:pt x="42208" y="16713"/>
                    <a:pt x="42185" y="16720"/>
                    <a:pt x="42162" y="16736"/>
                  </a:cubicBezTo>
                  <a:cubicBezTo>
                    <a:pt x="41644" y="17109"/>
                    <a:pt x="41314" y="17354"/>
                    <a:pt x="41193" y="17354"/>
                  </a:cubicBezTo>
                  <a:cubicBezTo>
                    <a:pt x="41059" y="17354"/>
                    <a:pt x="41184" y="17051"/>
                    <a:pt x="41599" y="16285"/>
                  </a:cubicBezTo>
                  <a:cubicBezTo>
                    <a:pt x="41659" y="16176"/>
                    <a:pt x="41576" y="16077"/>
                    <a:pt x="41475" y="16077"/>
                  </a:cubicBezTo>
                  <a:cubicBezTo>
                    <a:pt x="41454" y="16077"/>
                    <a:pt x="41431" y="16082"/>
                    <a:pt x="41409" y="16092"/>
                  </a:cubicBezTo>
                  <a:cubicBezTo>
                    <a:pt x="40960" y="16295"/>
                    <a:pt x="40699" y="16391"/>
                    <a:pt x="40577" y="16391"/>
                  </a:cubicBezTo>
                  <a:cubicBezTo>
                    <a:pt x="40328" y="16391"/>
                    <a:pt x="40660" y="15995"/>
                    <a:pt x="41169" y="15315"/>
                  </a:cubicBezTo>
                  <a:cubicBezTo>
                    <a:pt x="41178" y="15304"/>
                    <a:pt x="41175" y="15295"/>
                    <a:pt x="41178" y="15284"/>
                  </a:cubicBezTo>
                  <a:close/>
                  <a:moveTo>
                    <a:pt x="39788" y="14044"/>
                  </a:moveTo>
                  <a:cubicBezTo>
                    <a:pt x="39870" y="14044"/>
                    <a:pt x="39479" y="14454"/>
                    <a:pt x="38770" y="15494"/>
                  </a:cubicBezTo>
                  <a:cubicBezTo>
                    <a:pt x="38701" y="15594"/>
                    <a:pt x="38796" y="15709"/>
                    <a:pt x="38897" y="15709"/>
                  </a:cubicBezTo>
                  <a:cubicBezTo>
                    <a:pt x="38920" y="15709"/>
                    <a:pt x="38942" y="15703"/>
                    <a:pt x="38964" y="15691"/>
                  </a:cubicBezTo>
                  <a:cubicBezTo>
                    <a:pt x="39628" y="15297"/>
                    <a:pt x="39916" y="15129"/>
                    <a:pt x="39983" y="15129"/>
                  </a:cubicBezTo>
                  <a:cubicBezTo>
                    <a:pt x="40105" y="15129"/>
                    <a:pt x="39496" y="15686"/>
                    <a:pt x="39093" y="16464"/>
                  </a:cubicBezTo>
                  <a:cubicBezTo>
                    <a:pt x="39042" y="16565"/>
                    <a:pt x="39118" y="16681"/>
                    <a:pt x="39216" y="16681"/>
                  </a:cubicBezTo>
                  <a:cubicBezTo>
                    <a:pt x="39239" y="16681"/>
                    <a:pt x="39263" y="16675"/>
                    <a:pt x="39287" y="16661"/>
                  </a:cubicBezTo>
                  <a:cubicBezTo>
                    <a:pt x="39899" y="16298"/>
                    <a:pt x="40190" y="16081"/>
                    <a:pt x="40243" y="16081"/>
                  </a:cubicBezTo>
                  <a:cubicBezTo>
                    <a:pt x="40303" y="16081"/>
                    <a:pt x="40061" y="16355"/>
                    <a:pt x="39633" y="17004"/>
                  </a:cubicBezTo>
                  <a:cubicBezTo>
                    <a:pt x="39565" y="17106"/>
                    <a:pt x="39657" y="17215"/>
                    <a:pt x="39759" y="17215"/>
                  </a:cubicBezTo>
                  <a:cubicBezTo>
                    <a:pt x="39782" y="17215"/>
                    <a:pt x="39805" y="17210"/>
                    <a:pt x="39827" y="17198"/>
                  </a:cubicBezTo>
                  <a:cubicBezTo>
                    <a:pt x="40261" y="16961"/>
                    <a:pt x="40527" y="16852"/>
                    <a:pt x="40670" y="16852"/>
                  </a:cubicBezTo>
                  <a:cubicBezTo>
                    <a:pt x="40967" y="16852"/>
                    <a:pt x="40737" y="17319"/>
                    <a:pt x="40387" y="18084"/>
                  </a:cubicBezTo>
                  <a:cubicBezTo>
                    <a:pt x="40372" y="18113"/>
                    <a:pt x="40369" y="18148"/>
                    <a:pt x="40375" y="18179"/>
                  </a:cubicBezTo>
                  <a:cubicBezTo>
                    <a:pt x="39402" y="17224"/>
                    <a:pt x="38525" y="16193"/>
                    <a:pt x="38080" y="14998"/>
                  </a:cubicBezTo>
                  <a:cubicBezTo>
                    <a:pt x="39186" y="14429"/>
                    <a:pt x="39709" y="14044"/>
                    <a:pt x="39788" y="14044"/>
                  </a:cubicBezTo>
                  <a:close/>
                  <a:moveTo>
                    <a:pt x="41470" y="17765"/>
                  </a:moveTo>
                  <a:cubicBezTo>
                    <a:pt x="41642" y="17765"/>
                    <a:pt x="41476" y="18095"/>
                    <a:pt x="40976" y="18751"/>
                  </a:cubicBezTo>
                  <a:cubicBezTo>
                    <a:pt x="40808" y="18598"/>
                    <a:pt x="40647" y="18439"/>
                    <a:pt x="40482" y="18280"/>
                  </a:cubicBezTo>
                  <a:lnTo>
                    <a:pt x="40482" y="18280"/>
                  </a:lnTo>
                  <a:cubicBezTo>
                    <a:pt x="40493" y="18283"/>
                    <a:pt x="40505" y="18285"/>
                    <a:pt x="40517" y="18285"/>
                  </a:cubicBezTo>
                  <a:cubicBezTo>
                    <a:pt x="40549" y="18285"/>
                    <a:pt x="40581" y="18274"/>
                    <a:pt x="40609" y="18254"/>
                  </a:cubicBezTo>
                  <a:cubicBezTo>
                    <a:pt x="41063" y="17928"/>
                    <a:pt x="41350" y="17765"/>
                    <a:pt x="41470" y="17765"/>
                  </a:cubicBezTo>
                  <a:close/>
                  <a:moveTo>
                    <a:pt x="43317" y="17547"/>
                  </a:moveTo>
                  <a:cubicBezTo>
                    <a:pt x="43531" y="17715"/>
                    <a:pt x="43753" y="17873"/>
                    <a:pt x="43978" y="18026"/>
                  </a:cubicBezTo>
                  <a:cubicBezTo>
                    <a:pt x="43275" y="18408"/>
                    <a:pt x="42747" y="18764"/>
                    <a:pt x="42594" y="18764"/>
                  </a:cubicBezTo>
                  <a:cubicBezTo>
                    <a:pt x="42450" y="18764"/>
                    <a:pt x="42636" y="18450"/>
                    <a:pt x="43317" y="17550"/>
                  </a:cubicBezTo>
                  <a:lnTo>
                    <a:pt x="43317" y="17547"/>
                  </a:lnTo>
                  <a:close/>
                  <a:moveTo>
                    <a:pt x="42438" y="18157"/>
                  </a:moveTo>
                  <a:cubicBezTo>
                    <a:pt x="42487" y="18157"/>
                    <a:pt x="42222" y="18466"/>
                    <a:pt x="41579" y="19302"/>
                  </a:cubicBezTo>
                  <a:cubicBezTo>
                    <a:pt x="41461" y="19196"/>
                    <a:pt x="41342" y="19086"/>
                    <a:pt x="41224" y="18979"/>
                  </a:cubicBezTo>
                  <a:cubicBezTo>
                    <a:pt x="41953" y="18527"/>
                    <a:pt x="42384" y="18157"/>
                    <a:pt x="42438" y="18157"/>
                  </a:cubicBezTo>
                  <a:close/>
                  <a:moveTo>
                    <a:pt x="44319" y="18252"/>
                  </a:moveTo>
                  <a:cubicBezTo>
                    <a:pt x="44518" y="18379"/>
                    <a:pt x="44714" y="18506"/>
                    <a:pt x="44919" y="18621"/>
                  </a:cubicBezTo>
                  <a:cubicBezTo>
                    <a:pt x="44432" y="18997"/>
                    <a:pt x="43697" y="19550"/>
                    <a:pt x="43496" y="19550"/>
                  </a:cubicBezTo>
                  <a:cubicBezTo>
                    <a:pt x="43341" y="19550"/>
                    <a:pt x="43499" y="19226"/>
                    <a:pt x="44319" y="18252"/>
                  </a:cubicBezTo>
                  <a:close/>
                  <a:moveTo>
                    <a:pt x="57896" y="13713"/>
                  </a:moveTo>
                  <a:lnTo>
                    <a:pt x="57896" y="13713"/>
                  </a:lnTo>
                  <a:cubicBezTo>
                    <a:pt x="56785" y="14882"/>
                    <a:pt x="55671" y="16052"/>
                    <a:pt x="54553" y="17218"/>
                  </a:cubicBezTo>
                  <a:cubicBezTo>
                    <a:pt x="52766" y="18887"/>
                    <a:pt x="51049" y="20622"/>
                    <a:pt x="49400" y="22423"/>
                  </a:cubicBezTo>
                  <a:cubicBezTo>
                    <a:pt x="50076" y="21612"/>
                    <a:pt x="50745" y="20801"/>
                    <a:pt x="51409" y="19987"/>
                  </a:cubicBezTo>
                  <a:cubicBezTo>
                    <a:pt x="52789" y="18537"/>
                    <a:pt x="54126" y="17042"/>
                    <a:pt x="55373" y="15451"/>
                  </a:cubicBezTo>
                  <a:cubicBezTo>
                    <a:pt x="55414" y="15396"/>
                    <a:pt x="55414" y="15318"/>
                    <a:pt x="55367" y="15266"/>
                  </a:cubicBezTo>
                  <a:cubicBezTo>
                    <a:pt x="56153" y="14530"/>
                    <a:pt x="57042" y="13855"/>
                    <a:pt x="57896" y="13713"/>
                  </a:cubicBezTo>
                  <a:close/>
                  <a:moveTo>
                    <a:pt x="57466" y="15010"/>
                  </a:moveTo>
                  <a:cubicBezTo>
                    <a:pt x="57599" y="15010"/>
                    <a:pt x="56095" y="16565"/>
                    <a:pt x="55832" y="16834"/>
                  </a:cubicBezTo>
                  <a:cubicBezTo>
                    <a:pt x="54828" y="17859"/>
                    <a:pt x="53806" y="18875"/>
                    <a:pt x="52795" y="19897"/>
                  </a:cubicBezTo>
                  <a:cubicBezTo>
                    <a:pt x="51837" y="20864"/>
                    <a:pt x="50901" y="21857"/>
                    <a:pt x="49969" y="22848"/>
                  </a:cubicBezTo>
                  <a:cubicBezTo>
                    <a:pt x="51964" y="20648"/>
                    <a:pt x="53967" y="18454"/>
                    <a:pt x="55974" y="16265"/>
                  </a:cubicBezTo>
                  <a:cubicBezTo>
                    <a:pt x="56040" y="16205"/>
                    <a:pt x="56107" y="16141"/>
                    <a:pt x="56176" y="16081"/>
                  </a:cubicBezTo>
                  <a:cubicBezTo>
                    <a:pt x="57053" y="15293"/>
                    <a:pt x="57409" y="15010"/>
                    <a:pt x="57466" y="15010"/>
                  </a:cubicBezTo>
                  <a:close/>
                  <a:moveTo>
                    <a:pt x="36149" y="21730"/>
                  </a:moveTo>
                  <a:lnTo>
                    <a:pt x="36149" y="21730"/>
                  </a:lnTo>
                  <a:cubicBezTo>
                    <a:pt x="35903" y="22054"/>
                    <a:pt x="35658" y="22380"/>
                    <a:pt x="35424" y="22715"/>
                  </a:cubicBezTo>
                  <a:cubicBezTo>
                    <a:pt x="35350" y="22820"/>
                    <a:pt x="35453" y="22930"/>
                    <a:pt x="35559" y="22930"/>
                  </a:cubicBezTo>
                  <a:cubicBezTo>
                    <a:pt x="35582" y="22930"/>
                    <a:pt x="35605" y="22925"/>
                    <a:pt x="35626" y="22914"/>
                  </a:cubicBezTo>
                  <a:cubicBezTo>
                    <a:pt x="35803" y="22822"/>
                    <a:pt x="35926" y="22780"/>
                    <a:pt x="36003" y="22780"/>
                  </a:cubicBezTo>
                  <a:cubicBezTo>
                    <a:pt x="36273" y="22780"/>
                    <a:pt x="35983" y="23294"/>
                    <a:pt x="35505" y="23948"/>
                  </a:cubicBezTo>
                  <a:cubicBezTo>
                    <a:pt x="35005" y="22472"/>
                    <a:pt x="35389" y="21892"/>
                    <a:pt x="36149" y="21730"/>
                  </a:cubicBezTo>
                  <a:close/>
                  <a:moveTo>
                    <a:pt x="46089" y="19230"/>
                  </a:moveTo>
                  <a:cubicBezTo>
                    <a:pt x="46372" y="19366"/>
                    <a:pt x="46657" y="19490"/>
                    <a:pt x="46943" y="19603"/>
                  </a:cubicBezTo>
                  <a:cubicBezTo>
                    <a:pt x="44608" y="21320"/>
                    <a:pt x="42468" y="23289"/>
                    <a:pt x="40450" y="25408"/>
                  </a:cubicBezTo>
                  <a:cubicBezTo>
                    <a:pt x="42278" y="23307"/>
                    <a:pt x="44146" y="21234"/>
                    <a:pt x="46089" y="19230"/>
                  </a:cubicBezTo>
                  <a:close/>
                  <a:moveTo>
                    <a:pt x="49611" y="22848"/>
                  </a:moveTo>
                  <a:cubicBezTo>
                    <a:pt x="48869" y="23670"/>
                    <a:pt x="48121" y="24487"/>
                    <a:pt x="47379" y="25310"/>
                  </a:cubicBezTo>
                  <a:cubicBezTo>
                    <a:pt x="45800" y="27071"/>
                    <a:pt x="44247" y="28861"/>
                    <a:pt x="42694" y="30651"/>
                  </a:cubicBezTo>
                  <a:cubicBezTo>
                    <a:pt x="43912" y="29179"/>
                    <a:pt x="45139" y="27712"/>
                    <a:pt x="46377" y="26254"/>
                  </a:cubicBezTo>
                  <a:cubicBezTo>
                    <a:pt x="47454" y="25117"/>
                    <a:pt x="48531" y="23979"/>
                    <a:pt x="49611" y="22848"/>
                  </a:cubicBezTo>
                  <a:close/>
                  <a:moveTo>
                    <a:pt x="28713" y="28360"/>
                  </a:moveTo>
                  <a:cubicBezTo>
                    <a:pt x="28755" y="28360"/>
                    <a:pt x="27453" y="30067"/>
                    <a:pt x="26119" y="31685"/>
                  </a:cubicBezTo>
                  <a:cubicBezTo>
                    <a:pt x="25233" y="32762"/>
                    <a:pt x="24321" y="33818"/>
                    <a:pt x="23408" y="34875"/>
                  </a:cubicBezTo>
                  <a:cubicBezTo>
                    <a:pt x="24592" y="33452"/>
                    <a:pt x="25770" y="32025"/>
                    <a:pt x="26919" y="30570"/>
                  </a:cubicBezTo>
                  <a:cubicBezTo>
                    <a:pt x="28183" y="28969"/>
                    <a:pt x="28688" y="28360"/>
                    <a:pt x="28713" y="28360"/>
                  </a:cubicBezTo>
                  <a:close/>
                  <a:moveTo>
                    <a:pt x="48750" y="22695"/>
                  </a:moveTo>
                  <a:lnTo>
                    <a:pt x="48750" y="22695"/>
                  </a:lnTo>
                  <a:cubicBezTo>
                    <a:pt x="44406" y="27698"/>
                    <a:pt x="39988" y="32637"/>
                    <a:pt x="35496" y="37511"/>
                  </a:cubicBezTo>
                  <a:cubicBezTo>
                    <a:pt x="38314" y="34072"/>
                    <a:pt x="41045" y="30570"/>
                    <a:pt x="44125" y="27354"/>
                  </a:cubicBezTo>
                  <a:cubicBezTo>
                    <a:pt x="45644" y="25769"/>
                    <a:pt x="47206" y="24239"/>
                    <a:pt x="48750" y="22695"/>
                  </a:cubicBezTo>
                  <a:close/>
                  <a:moveTo>
                    <a:pt x="46258" y="20583"/>
                  </a:moveTo>
                  <a:cubicBezTo>
                    <a:pt x="46470" y="20583"/>
                    <a:pt x="46135" y="21188"/>
                    <a:pt x="44616" y="23015"/>
                  </a:cubicBezTo>
                  <a:cubicBezTo>
                    <a:pt x="43626" y="24207"/>
                    <a:pt x="42601" y="25388"/>
                    <a:pt x="41562" y="26566"/>
                  </a:cubicBezTo>
                  <a:cubicBezTo>
                    <a:pt x="40805" y="27369"/>
                    <a:pt x="40052" y="28177"/>
                    <a:pt x="39304" y="28988"/>
                  </a:cubicBezTo>
                  <a:cubicBezTo>
                    <a:pt x="39737" y="28523"/>
                    <a:pt x="40182" y="28062"/>
                    <a:pt x="40638" y="27605"/>
                  </a:cubicBezTo>
                  <a:lnTo>
                    <a:pt x="40638" y="27605"/>
                  </a:lnTo>
                  <a:cubicBezTo>
                    <a:pt x="39241" y="29164"/>
                    <a:pt x="37809" y="30709"/>
                    <a:pt x="36362" y="32236"/>
                  </a:cubicBezTo>
                  <a:cubicBezTo>
                    <a:pt x="37061" y="31454"/>
                    <a:pt x="37765" y="30674"/>
                    <a:pt x="38473" y="29895"/>
                  </a:cubicBezTo>
                  <a:lnTo>
                    <a:pt x="38473" y="29895"/>
                  </a:lnTo>
                  <a:cubicBezTo>
                    <a:pt x="37523" y="30928"/>
                    <a:pt x="36576" y="31968"/>
                    <a:pt x="35632" y="33007"/>
                  </a:cubicBezTo>
                  <a:cubicBezTo>
                    <a:pt x="34125" y="34586"/>
                    <a:pt x="32603" y="36145"/>
                    <a:pt x="31091" y="37681"/>
                  </a:cubicBezTo>
                  <a:cubicBezTo>
                    <a:pt x="32286" y="36154"/>
                    <a:pt x="33478" y="34632"/>
                    <a:pt x="34691" y="33134"/>
                  </a:cubicBezTo>
                  <a:cubicBezTo>
                    <a:pt x="36651" y="30709"/>
                    <a:pt x="38660" y="28316"/>
                    <a:pt x="40673" y="25931"/>
                  </a:cubicBezTo>
                  <a:cubicBezTo>
                    <a:pt x="41654" y="24765"/>
                    <a:pt x="42702" y="23665"/>
                    <a:pt x="43770" y="22579"/>
                  </a:cubicBezTo>
                  <a:cubicBezTo>
                    <a:pt x="44411" y="21928"/>
                    <a:pt x="45943" y="20583"/>
                    <a:pt x="46258" y="20583"/>
                  </a:cubicBezTo>
                  <a:close/>
                  <a:moveTo>
                    <a:pt x="38830" y="23803"/>
                  </a:moveTo>
                  <a:cubicBezTo>
                    <a:pt x="38936" y="23803"/>
                    <a:pt x="38791" y="24073"/>
                    <a:pt x="38233" y="24776"/>
                  </a:cubicBezTo>
                  <a:cubicBezTo>
                    <a:pt x="37852" y="25258"/>
                    <a:pt x="37456" y="25729"/>
                    <a:pt x="37067" y="26202"/>
                  </a:cubicBezTo>
                  <a:cubicBezTo>
                    <a:pt x="36397" y="26924"/>
                    <a:pt x="35742" y="27660"/>
                    <a:pt x="35101" y="28408"/>
                  </a:cubicBezTo>
                  <a:cubicBezTo>
                    <a:pt x="33262" y="30311"/>
                    <a:pt x="31501" y="32311"/>
                    <a:pt x="29685" y="34217"/>
                  </a:cubicBezTo>
                  <a:cubicBezTo>
                    <a:pt x="27825" y="36168"/>
                    <a:pt x="26007" y="38149"/>
                    <a:pt x="24228" y="40161"/>
                  </a:cubicBezTo>
                  <a:cubicBezTo>
                    <a:pt x="23977" y="40415"/>
                    <a:pt x="23732" y="40675"/>
                    <a:pt x="23483" y="40932"/>
                  </a:cubicBezTo>
                  <a:cubicBezTo>
                    <a:pt x="24941" y="39073"/>
                    <a:pt x="26382" y="37205"/>
                    <a:pt x="27846" y="35357"/>
                  </a:cubicBezTo>
                  <a:cubicBezTo>
                    <a:pt x="30663" y="32262"/>
                    <a:pt x="33467" y="29150"/>
                    <a:pt x="36209" y="25992"/>
                  </a:cubicBezTo>
                  <a:cubicBezTo>
                    <a:pt x="37168" y="25093"/>
                    <a:pt x="38599" y="23803"/>
                    <a:pt x="38830" y="23803"/>
                  </a:cubicBezTo>
                  <a:close/>
                  <a:moveTo>
                    <a:pt x="42968" y="27320"/>
                  </a:moveTo>
                  <a:lnTo>
                    <a:pt x="42968" y="27320"/>
                  </a:lnTo>
                  <a:cubicBezTo>
                    <a:pt x="39538" y="31321"/>
                    <a:pt x="36244" y="35435"/>
                    <a:pt x="32632" y="39286"/>
                  </a:cubicBezTo>
                  <a:cubicBezTo>
                    <a:pt x="31529" y="40461"/>
                    <a:pt x="30415" y="41628"/>
                    <a:pt x="29306" y="42797"/>
                  </a:cubicBezTo>
                  <a:cubicBezTo>
                    <a:pt x="30323" y="41365"/>
                    <a:pt x="31350" y="39973"/>
                    <a:pt x="32413" y="38663"/>
                  </a:cubicBezTo>
                  <a:cubicBezTo>
                    <a:pt x="35678" y="34641"/>
                    <a:pt x="39313" y="30977"/>
                    <a:pt x="42968" y="27320"/>
                  </a:cubicBezTo>
                  <a:close/>
                  <a:moveTo>
                    <a:pt x="33213" y="34029"/>
                  </a:moveTo>
                  <a:cubicBezTo>
                    <a:pt x="31541" y="36200"/>
                    <a:pt x="29895" y="38397"/>
                    <a:pt x="28233" y="40559"/>
                  </a:cubicBezTo>
                  <a:cubicBezTo>
                    <a:pt x="26630" y="42162"/>
                    <a:pt x="25022" y="43761"/>
                    <a:pt x="23411" y="45355"/>
                  </a:cubicBezTo>
                  <a:cubicBezTo>
                    <a:pt x="26821" y="41708"/>
                    <a:pt x="30025" y="37877"/>
                    <a:pt x="33213" y="34029"/>
                  </a:cubicBezTo>
                  <a:close/>
                  <a:moveTo>
                    <a:pt x="54776" y="14576"/>
                  </a:moveTo>
                  <a:cubicBezTo>
                    <a:pt x="54796" y="14833"/>
                    <a:pt x="54833" y="15090"/>
                    <a:pt x="54885" y="15341"/>
                  </a:cubicBezTo>
                  <a:lnTo>
                    <a:pt x="54882" y="15341"/>
                  </a:lnTo>
                  <a:cubicBezTo>
                    <a:pt x="54897" y="15399"/>
                    <a:pt x="54940" y="15442"/>
                    <a:pt x="54995" y="15460"/>
                  </a:cubicBezTo>
                  <a:cubicBezTo>
                    <a:pt x="53485" y="17218"/>
                    <a:pt x="51972" y="18976"/>
                    <a:pt x="50454" y="20729"/>
                  </a:cubicBezTo>
                  <a:cubicBezTo>
                    <a:pt x="48323" y="22917"/>
                    <a:pt x="46063" y="24998"/>
                    <a:pt x="43929" y="27152"/>
                  </a:cubicBezTo>
                  <a:cubicBezTo>
                    <a:pt x="40011" y="31119"/>
                    <a:pt x="36703" y="35652"/>
                    <a:pt x="33129" y="39919"/>
                  </a:cubicBezTo>
                  <a:cubicBezTo>
                    <a:pt x="32479" y="40695"/>
                    <a:pt x="31801" y="41446"/>
                    <a:pt x="31120" y="42191"/>
                  </a:cubicBezTo>
                  <a:cubicBezTo>
                    <a:pt x="29439" y="43957"/>
                    <a:pt x="27756" y="45721"/>
                    <a:pt x="26067" y="47480"/>
                  </a:cubicBezTo>
                  <a:cubicBezTo>
                    <a:pt x="26798" y="46408"/>
                    <a:pt x="27528" y="45349"/>
                    <a:pt x="28256" y="44292"/>
                  </a:cubicBezTo>
                  <a:cubicBezTo>
                    <a:pt x="29786" y="42696"/>
                    <a:pt x="31316" y="41099"/>
                    <a:pt x="32840" y="39497"/>
                  </a:cubicBezTo>
                  <a:cubicBezTo>
                    <a:pt x="36775" y="35363"/>
                    <a:pt x="40309" y="30798"/>
                    <a:pt x="43938" y="26344"/>
                  </a:cubicBezTo>
                  <a:cubicBezTo>
                    <a:pt x="43946" y="26335"/>
                    <a:pt x="43955" y="26326"/>
                    <a:pt x="43964" y="26318"/>
                  </a:cubicBezTo>
                  <a:cubicBezTo>
                    <a:pt x="47443" y="22833"/>
                    <a:pt x="51632" y="19392"/>
                    <a:pt x="54429" y="15318"/>
                  </a:cubicBezTo>
                  <a:cubicBezTo>
                    <a:pt x="54493" y="15226"/>
                    <a:pt x="54415" y="15116"/>
                    <a:pt x="54322" y="15099"/>
                  </a:cubicBezTo>
                  <a:cubicBezTo>
                    <a:pt x="54472" y="14926"/>
                    <a:pt x="54628" y="14755"/>
                    <a:pt x="54776" y="14576"/>
                  </a:cubicBezTo>
                  <a:close/>
                  <a:moveTo>
                    <a:pt x="48001" y="21382"/>
                  </a:moveTo>
                  <a:cubicBezTo>
                    <a:pt x="47628" y="21864"/>
                    <a:pt x="47250" y="22337"/>
                    <a:pt x="46871" y="22807"/>
                  </a:cubicBezTo>
                  <a:cubicBezTo>
                    <a:pt x="45837" y="23953"/>
                    <a:pt x="44798" y="25082"/>
                    <a:pt x="43767" y="26119"/>
                  </a:cubicBezTo>
                  <a:cubicBezTo>
                    <a:pt x="39778" y="30126"/>
                    <a:pt x="35843" y="34119"/>
                    <a:pt x="32217" y="38463"/>
                  </a:cubicBezTo>
                  <a:cubicBezTo>
                    <a:pt x="30522" y="40496"/>
                    <a:pt x="28960" y="42621"/>
                    <a:pt x="27436" y="44774"/>
                  </a:cubicBezTo>
                  <a:cubicBezTo>
                    <a:pt x="25981" y="46302"/>
                    <a:pt x="24526" y="47832"/>
                    <a:pt x="23071" y="49359"/>
                  </a:cubicBezTo>
                  <a:cubicBezTo>
                    <a:pt x="26079" y="45733"/>
                    <a:pt x="29006" y="42043"/>
                    <a:pt x="31986" y="38487"/>
                  </a:cubicBezTo>
                  <a:cubicBezTo>
                    <a:pt x="35822" y="33908"/>
                    <a:pt x="39821" y="29482"/>
                    <a:pt x="43981" y="25209"/>
                  </a:cubicBezTo>
                  <a:cubicBezTo>
                    <a:pt x="45269" y="23889"/>
                    <a:pt x="46632" y="22633"/>
                    <a:pt x="48001" y="21382"/>
                  </a:cubicBezTo>
                  <a:close/>
                  <a:moveTo>
                    <a:pt x="29306" y="35562"/>
                  </a:moveTo>
                  <a:cubicBezTo>
                    <a:pt x="27701" y="37577"/>
                    <a:pt x="26079" y="39581"/>
                    <a:pt x="24352" y="41480"/>
                  </a:cubicBezTo>
                  <a:cubicBezTo>
                    <a:pt x="21806" y="44284"/>
                    <a:pt x="19202" y="47032"/>
                    <a:pt x="16615" y="49795"/>
                  </a:cubicBezTo>
                  <a:cubicBezTo>
                    <a:pt x="18994" y="46755"/>
                    <a:pt x="21416" y="43761"/>
                    <a:pt x="23954" y="40845"/>
                  </a:cubicBezTo>
                  <a:cubicBezTo>
                    <a:pt x="25669" y="39099"/>
                    <a:pt x="27491" y="37346"/>
                    <a:pt x="29306" y="35562"/>
                  </a:cubicBezTo>
                  <a:close/>
                  <a:moveTo>
                    <a:pt x="33649" y="23688"/>
                  </a:moveTo>
                  <a:cubicBezTo>
                    <a:pt x="34136" y="23711"/>
                    <a:pt x="34676" y="23875"/>
                    <a:pt x="35257" y="24213"/>
                  </a:cubicBezTo>
                  <a:cubicBezTo>
                    <a:pt x="35271" y="24219"/>
                    <a:pt x="35285" y="24222"/>
                    <a:pt x="35300" y="24222"/>
                  </a:cubicBezTo>
                  <a:cubicBezTo>
                    <a:pt x="34506" y="25261"/>
                    <a:pt x="33397" y="26503"/>
                    <a:pt x="33259" y="26653"/>
                  </a:cubicBezTo>
                  <a:cubicBezTo>
                    <a:pt x="31795" y="28223"/>
                    <a:pt x="30302" y="29771"/>
                    <a:pt x="28836" y="31341"/>
                  </a:cubicBezTo>
                  <a:cubicBezTo>
                    <a:pt x="27161" y="33137"/>
                    <a:pt x="25553" y="34999"/>
                    <a:pt x="23957" y="36870"/>
                  </a:cubicBezTo>
                  <a:cubicBezTo>
                    <a:pt x="23137" y="37768"/>
                    <a:pt x="22329" y="38674"/>
                    <a:pt x="21543" y="39604"/>
                  </a:cubicBezTo>
                  <a:cubicBezTo>
                    <a:pt x="20588" y="40736"/>
                    <a:pt x="19612" y="41873"/>
                    <a:pt x="18633" y="43013"/>
                  </a:cubicBezTo>
                  <a:cubicBezTo>
                    <a:pt x="16500" y="45392"/>
                    <a:pt x="14277" y="47760"/>
                    <a:pt x="12091" y="50170"/>
                  </a:cubicBezTo>
                  <a:cubicBezTo>
                    <a:pt x="14332" y="47358"/>
                    <a:pt x="16572" y="44549"/>
                    <a:pt x="18850" y="41769"/>
                  </a:cubicBezTo>
                  <a:cubicBezTo>
                    <a:pt x="23827" y="35701"/>
                    <a:pt x="29884" y="30501"/>
                    <a:pt x="34616" y="24274"/>
                  </a:cubicBezTo>
                  <a:cubicBezTo>
                    <a:pt x="34698" y="24165"/>
                    <a:pt x="34584" y="24022"/>
                    <a:pt x="34467" y="24022"/>
                  </a:cubicBezTo>
                  <a:cubicBezTo>
                    <a:pt x="34441" y="24022"/>
                    <a:pt x="34415" y="24029"/>
                    <a:pt x="34390" y="24046"/>
                  </a:cubicBezTo>
                  <a:cubicBezTo>
                    <a:pt x="33882" y="24394"/>
                    <a:pt x="33151" y="25036"/>
                    <a:pt x="32959" y="25036"/>
                  </a:cubicBezTo>
                  <a:cubicBezTo>
                    <a:pt x="32823" y="25036"/>
                    <a:pt x="32959" y="24712"/>
                    <a:pt x="33640" y="23731"/>
                  </a:cubicBezTo>
                  <a:cubicBezTo>
                    <a:pt x="33649" y="23717"/>
                    <a:pt x="33646" y="23702"/>
                    <a:pt x="33649" y="23688"/>
                  </a:cubicBezTo>
                  <a:close/>
                  <a:moveTo>
                    <a:pt x="9455" y="50032"/>
                  </a:moveTo>
                  <a:lnTo>
                    <a:pt x="9455" y="50032"/>
                  </a:lnTo>
                  <a:cubicBezTo>
                    <a:pt x="8130" y="51692"/>
                    <a:pt x="6799" y="53346"/>
                    <a:pt x="5483" y="55012"/>
                  </a:cubicBezTo>
                  <a:cubicBezTo>
                    <a:pt x="5196" y="55374"/>
                    <a:pt x="2346" y="58789"/>
                    <a:pt x="2248" y="58789"/>
                  </a:cubicBezTo>
                  <a:cubicBezTo>
                    <a:pt x="2222" y="58789"/>
                    <a:pt x="2380" y="58562"/>
                    <a:pt x="2812" y="57997"/>
                  </a:cubicBezTo>
                  <a:cubicBezTo>
                    <a:pt x="4761" y="55448"/>
                    <a:pt x="6834" y="53020"/>
                    <a:pt x="8950" y="50609"/>
                  </a:cubicBezTo>
                  <a:cubicBezTo>
                    <a:pt x="9118" y="50419"/>
                    <a:pt x="9288" y="50225"/>
                    <a:pt x="9455" y="50032"/>
                  </a:cubicBezTo>
                  <a:close/>
                  <a:moveTo>
                    <a:pt x="17784" y="50970"/>
                  </a:moveTo>
                  <a:lnTo>
                    <a:pt x="17784" y="50970"/>
                  </a:lnTo>
                  <a:cubicBezTo>
                    <a:pt x="16736" y="52029"/>
                    <a:pt x="15694" y="53092"/>
                    <a:pt x="14655" y="54160"/>
                  </a:cubicBezTo>
                  <a:cubicBezTo>
                    <a:pt x="13705" y="55145"/>
                    <a:pt x="12825" y="56204"/>
                    <a:pt x="11906" y="57220"/>
                  </a:cubicBezTo>
                  <a:cubicBezTo>
                    <a:pt x="11642" y="57513"/>
                    <a:pt x="10210" y="58917"/>
                    <a:pt x="10066" y="58917"/>
                  </a:cubicBezTo>
                  <a:cubicBezTo>
                    <a:pt x="9995" y="58917"/>
                    <a:pt x="10242" y="58569"/>
                    <a:pt x="11113" y="57564"/>
                  </a:cubicBezTo>
                  <a:cubicBezTo>
                    <a:pt x="13154" y="55202"/>
                    <a:pt x="15495" y="53092"/>
                    <a:pt x="17784" y="50970"/>
                  </a:cubicBezTo>
                  <a:close/>
                  <a:moveTo>
                    <a:pt x="9917" y="51039"/>
                  </a:moveTo>
                  <a:cubicBezTo>
                    <a:pt x="8835" y="52442"/>
                    <a:pt x="7743" y="53843"/>
                    <a:pt x="6626" y="55225"/>
                  </a:cubicBezTo>
                  <a:cubicBezTo>
                    <a:pt x="5535" y="56579"/>
                    <a:pt x="4441" y="57933"/>
                    <a:pt x="3381" y="59316"/>
                  </a:cubicBezTo>
                  <a:lnTo>
                    <a:pt x="3381" y="59313"/>
                  </a:lnTo>
                  <a:cubicBezTo>
                    <a:pt x="3488" y="59129"/>
                    <a:pt x="3615" y="58918"/>
                    <a:pt x="3771" y="58647"/>
                  </a:cubicBezTo>
                  <a:cubicBezTo>
                    <a:pt x="4796" y="56966"/>
                    <a:pt x="6130" y="55474"/>
                    <a:pt x="7409" y="53984"/>
                  </a:cubicBezTo>
                  <a:cubicBezTo>
                    <a:pt x="8252" y="53005"/>
                    <a:pt x="9080" y="52021"/>
                    <a:pt x="9917" y="51039"/>
                  </a:cubicBezTo>
                  <a:close/>
                  <a:moveTo>
                    <a:pt x="54504" y="18791"/>
                  </a:moveTo>
                  <a:lnTo>
                    <a:pt x="54504" y="18791"/>
                  </a:lnTo>
                  <a:cubicBezTo>
                    <a:pt x="47457" y="26543"/>
                    <a:pt x="40875" y="34809"/>
                    <a:pt x="34466" y="43114"/>
                  </a:cubicBezTo>
                  <a:cubicBezTo>
                    <a:pt x="31428" y="46790"/>
                    <a:pt x="28409" y="50471"/>
                    <a:pt x="25334" y="54111"/>
                  </a:cubicBezTo>
                  <a:cubicBezTo>
                    <a:pt x="23761" y="55976"/>
                    <a:pt x="22095" y="57749"/>
                    <a:pt x="20461" y="59547"/>
                  </a:cubicBezTo>
                  <a:cubicBezTo>
                    <a:pt x="26073" y="52278"/>
                    <a:pt x="31688" y="44994"/>
                    <a:pt x="37436" y="37843"/>
                  </a:cubicBezTo>
                  <a:cubicBezTo>
                    <a:pt x="40973" y="33440"/>
                    <a:pt x="44639" y="29144"/>
                    <a:pt x="48439" y="24949"/>
                  </a:cubicBezTo>
                  <a:cubicBezTo>
                    <a:pt x="50350" y="22839"/>
                    <a:pt x="52483" y="20856"/>
                    <a:pt x="54504" y="18791"/>
                  </a:cubicBezTo>
                  <a:close/>
                  <a:moveTo>
                    <a:pt x="38139" y="23513"/>
                  </a:moveTo>
                  <a:cubicBezTo>
                    <a:pt x="38242" y="23513"/>
                    <a:pt x="36313" y="25473"/>
                    <a:pt x="35770" y="26064"/>
                  </a:cubicBezTo>
                  <a:cubicBezTo>
                    <a:pt x="32326" y="29413"/>
                    <a:pt x="29185" y="33073"/>
                    <a:pt x="26148" y="36829"/>
                  </a:cubicBezTo>
                  <a:cubicBezTo>
                    <a:pt x="23437" y="39809"/>
                    <a:pt x="20723" y="42788"/>
                    <a:pt x="18056" y="45805"/>
                  </a:cubicBezTo>
                  <a:cubicBezTo>
                    <a:pt x="15071" y="49183"/>
                    <a:pt x="12057" y="52538"/>
                    <a:pt x="9141" y="55976"/>
                  </a:cubicBezTo>
                  <a:cubicBezTo>
                    <a:pt x="8070" y="57241"/>
                    <a:pt x="6886" y="58390"/>
                    <a:pt x="5757" y="59585"/>
                  </a:cubicBezTo>
                  <a:cubicBezTo>
                    <a:pt x="6193" y="59036"/>
                    <a:pt x="6606" y="58468"/>
                    <a:pt x="7004" y="57905"/>
                  </a:cubicBezTo>
                  <a:cubicBezTo>
                    <a:pt x="7033" y="57930"/>
                    <a:pt x="7072" y="57947"/>
                    <a:pt x="7111" y="57947"/>
                  </a:cubicBezTo>
                  <a:cubicBezTo>
                    <a:pt x="7151" y="57947"/>
                    <a:pt x="7192" y="57930"/>
                    <a:pt x="7221" y="57887"/>
                  </a:cubicBezTo>
                  <a:cubicBezTo>
                    <a:pt x="8373" y="56195"/>
                    <a:pt x="9594" y="54521"/>
                    <a:pt x="10859" y="52864"/>
                  </a:cubicBezTo>
                  <a:cubicBezTo>
                    <a:pt x="12911" y="50341"/>
                    <a:pt x="15053" y="47895"/>
                    <a:pt x="17204" y="45438"/>
                  </a:cubicBezTo>
                  <a:cubicBezTo>
                    <a:pt x="21875" y="40106"/>
                    <a:pt x="26616" y="34820"/>
                    <a:pt x="31472" y="29647"/>
                  </a:cubicBezTo>
                  <a:cubicBezTo>
                    <a:pt x="31668" y="29456"/>
                    <a:pt x="31867" y="29265"/>
                    <a:pt x="32066" y="29078"/>
                  </a:cubicBezTo>
                  <a:cubicBezTo>
                    <a:pt x="33672" y="27553"/>
                    <a:pt x="35303" y="26064"/>
                    <a:pt x="36928" y="24568"/>
                  </a:cubicBezTo>
                  <a:cubicBezTo>
                    <a:pt x="37760" y="23802"/>
                    <a:pt x="38099" y="23513"/>
                    <a:pt x="38139" y="23513"/>
                  </a:cubicBezTo>
                  <a:close/>
                  <a:moveTo>
                    <a:pt x="14080" y="54039"/>
                  </a:moveTo>
                  <a:cubicBezTo>
                    <a:pt x="12264" y="55892"/>
                    <a:pt x="10503" y="57798"/>
                    <a:pt x="8875" y="59824"/>
                  </a:cubicBezTo>
                  <a:cubicBezTo>
                    <a:pt x="8892" y="59495"/>
                    <a:pt x="9040" y="59134"/>
                    <a:pt x="9259" y="58756"/>
                  </a:cubicBezTo>
                  <a:cubicBezTo>
                    <a:pt x="9744" y="58147"/>
                    <a:pt x="10241" y="57547"/>
                    <a:pt x="10746" y="56955"/>
                  </a:cubicBezTo>
                  <a:cubicBezTo>
                    <a:pt x="11956" y="55762"/>
                    <a:pt x="13388" y="54680"/>
                    <a:pt x="13870" y="54238"/>
                  </a:cubicBezTo>
                  <a:cubicBezTo>
                    <a:pt x="13942" y="54172"/>
                    <a:pt x="14008" y="54102"/>
                    <a:pt x="14080" y="54039"/>
                  </a:cubicBezTo>
                  <a:close/>
                  <a:moveTo>
                    <a:pt x="27314" y="43429"/>
                  </a:moveTo>
                  <a:lnTo>
                    <a:pt x="27314" y="43429"/>
                  </a:lnTo>
                  <a:cubicBezTo>
                    <a:pt x="24038" y="47361"/>
                    <a:pt x="20793" y="51325"/>
                    <a:pt x="17493" y="55220"/>
                  </a:cubicBezTo>
                  <a:cubicBezTo>
                    <a:pt x="17184" y="55586"/>
                    <a:pt x="16863" y="55936"/>
                    <a:pt x="16549" y="56294"/>
                  </a:cubicBezTo>
                  <a:cubicBezTo>
                    <a:pt x="15703" y="57209"/>
                    <a:pt x="14843" y="58110"/>
                    <a:pt x="13930" y="58935"/>
                  </a:cubicBezTo>
                  <a:cubicBezTo>
                    <a:pt x="13304" y="59501"/>
                    <a:pt x="12712" y="59983"/>
                    <a:pt x="12227" y="60540"/>
                  </a:cubicBezTo>
                  <a:cubicBezTo>
                    <a:pt x="13344" y="58753"/>
                    <a:pt x="14718" y="57134"/>
                    <a:pt x="16078" y="55531"/>
                  </a:cubicBezTo>
                  <a:cubicBezTo>
                    <a:pt x="19641" y="51339"/>
                    <a:pt x="23657" y="47540"/>
                    <a:pt x="27314" y="43429"/>
                  </a:cubicBezTo>
                  <a:close/>
                  <a:moveTo>
                    <a:pt x="12184" y="57342"/>
                  </a:moveTo>
                  <a:lnTo>
                    <a:pt x="12184" y="57342"/>
                  </a:lnTo>
                  <a:cubicBezTo>
                    <a:pt x="11404" y="58323"/>
                    <a:pt x="10731" y="59383"/>
                    <a:pt x="10232" y="60561"/>
                  </a:cubicBezTo>
                  <a:cubicBezTo>
                    <a:pt x="9929" y="60370"/>
                    <a:pt x="9594" y="60240"/>
                    <a:pt x="9242" y="60177"/>
                  </a:cubicBezTo>
                  <a:cubicBezTo>
                    <a:pt x="9380" y="59980"/>
                    <a:pt x="9519" y="59781"/>
                    <a:pt x="9658" y="59585"/>
                  </a:cubicBezTo>
                  <a:cubicBezTo>
                    <a:pt x="10544" y="58889"/>
                    <a:pt x="11390" y="58141"/>
                    <a:pt x="12184" y="57342"/>
                  </a:cubicBezTo>
                  <a:close/>
                  <a:moveTo>
                    <a:pt x="26994" y="42144"/>
                  </a:moveTo>
                  <a:lnTo>
                    <a:pt x="26994" y="42144"/>
                  </a:lnTo>
                  <a:cubicBezTo>
                    <a:pt x="26873" y="42300"/>
                    <a:pt x="26751" y="42456"/>
                    <a:pt x="26630" y="42609"/>
                  </a:cubicBezTo>
                  <a:cubicBezTo>
                    <a:pt x="26437" y="42803"/>
                    <a:pt x="26249" y="43005"/>
                    <a:pt x="26053" y="43198"/>
                  </a:cubicBezTo>
                  <a:cubicBezTo>
                    <a:pt x="24312" y="44933"/>
                    <a:pt x="22620" y="46720"/>
                    <a:pt x="20914" y="48493"/>
                  </a:cubicBezTo>
                  <a:cubicBezTo>
                    <a:pt x="22317" y="47168"/>
                    <a:pt x="23714" y="45857"/>
                    <a:pt x="25063" y="44546"/>
                  </a:cubicBezTo>
                  <a:lnTo>
                    <a:pt x="25063" y="44546"/>
                  </a:lnTo>
                  <a:cubicBezTo>
                    <a:pt x="23914" y="45935"/>
                    <a:pt x="22747" y="47289"/>
                    <a:pt x="21532" y="48580"/>
                  </a:cubicBezTo>
                  <a:cubicBezTo>
                    <a:pt x="19329" y="50921"/>
                    <a:pt x="16898" y="53049"/>
                    <a:pt x="14851" y="55537"/>
                  </a:cubicBezTo>
                  <a:cubicBezTo>
                    <a:pt x="14384" y="56103"/>
                    <a:pt x="13725" y="57079"/>
                    <a:pt x="13298" y="57676"/>
                  </a:cubicBezTo>
                  <a:cubicBezTo>
                    <a:pt x="12591" y="58750"/>
                    <a:pt x="11768" y="59744"/>
                    <a:pt x="10844" y="60639"/>
                  </a:cubicBezTo>
                  <a:cubicBezTo>
                    <a:pt x="10856" y="59270"/>
                    <a:pt x="11430" y="58133"/>
                    <a:pt x="12568" y="57226"/>
                  </a:cubicBezTo>
                  <a:cubicBezTo>
                    <a:pt x="13494" y="56048"/>
                    <a:pt x="14505" y="54905"/>
                    <a:pt x="15559" y="53782"/>
                  </a:cubicBezTo>
                  <a:lnTo>
                    <a:pt x="15559" y="53782"/>
                  </a:lnTo>
                  <a:cubicBezTo>
                    <a:pt x="15371" y="53958"/>
                    <a:pt x="15186" y="54134"/>
                    <a:pt x="15001" y="54313"/>
                  </a:cubicBezTo>
                  <a:cubicBezTo>
                    <a:pt x="15775" y="53453"/>
                    <a:pt x="16546" y="52592"/>
                    <a:pt x="17343" y="51770"/>
                  </a:cubicBezTo>
                  <a:cubicBezTo>
                    <a:pt x="20504" y="48504"/>
                    <a:pt x="23752" y="45329"/>
                    <a:pt x="26994" y="42144"/>
                  </a:cubicBezTo>
                  <a:close/>
                  <a:moveTo>
                    <a:pt x="32167" y="37436"/>
                  </a:moveTo>
                  <a:lnTo>
                    <a:pt x="32167" y="37436"/>
                  </a:lnTo>
                  <a:cubicBezTo>
                    <a:pt x="29485" y="40525"/>
                    <a:pt x="26824" y="43628"/>
                    <a:pt x="24067" y="46654"/>
                  </a:cubicBezTo>
                  <a:cubicBezTo>
                    <a:pt x="19629" y="51521"/>
                    <a:pt x="14822" y="55927"/>
                    <a:pt x="11303" y="61531"/>
                  </a:cubicBezTo>
                  <a:cubicBezTo>
                    <a:pt x="11141" y="61331"/>
                    <a:pt x="10965" y="61141"/>
                    <a:pt x="10778" y="60968"/>
                  </a:cubicBezTo>
                  <a:cubicBezTo>
                    <a:pt x="12149" y="59712"/>
                    <a:pt x="13209" y="58271"/>
                    <a:pt x="14300" y="56735"/>
                  </a:cubicBezTo>
                  <a:cubicBezTo>
                    <a:pt x="16399" y="53776"/>
                    <a:pt x="19196" y="51348"/>
                    <a:pt x="21722" y="48767"/>
                  </a:cubicBezTo>
                  <a:cubicBezTo>
                    <a:pt x="23867" y="46576"/>
                    <a:pt x="25859" y="44229"/>
                    <a:pt x="27799" y="41830"/>
                  </a:cubicBezTo>
                  <a:cubicBezTo>
                    <a:pt x="29263" y="40366"/>
                    <a:pt x="30718" y="38902"/>
                    <a:pt x="32167" y="37436"/>
                  </a:cubicBezTo>
                  <a:close/>
                  <a:moveTo>
                    <a:pt x="21815" y="52266"/>
                  </a:moveTo>
                  <a:lnTo>
                    <a:pt x="21815" y="52266"/>
                  </a:lnTo>
                  <a:cubicBezTo>
                    <a:pt x="20412" y="53941"/>
                    <a:pt x="19046" y="55650"/>
                    <a:pt x="17715" y="57391"/>
                  </a:cubicBezTo>
                  <a:cubicBezTo>
                    <a:pt x="17247" y="57884"/>
                    <a:pt x="16780" y="58378"/>
                    <a:pt x="16329" y="58889"/>
                  </a:cubicBezTo>
                  <a:cubicBezTo>
                    <a:pt x="15652" y="59642"/>
                    <a:pt x="13299" y="61075"/>
                    <a:pt x="12915" y="61737"/>
                  </a:cubicBezTo>
                  <a:lnTo>
                    <a:pt x="12915" y="61737"/>
                  </a:lnTo>
                  <a:cubicBezTo>
                    <a:pt x="14896" y="58313"/>
                    <a:pt x="18807" y="55176"/>
                    <a:pt x="21815" y="52266"/>
                  </a:cubicBezTo>
                  <a:close/>
                  <a:moveTo>
                    <a:pt x="13119" y="49498"/>
                  </a:moveTo>
                  <a:cubicBezTo>
                    <a:pt x="11958" y="50817"/>
                    <a:pt x="10821" y="52154"/>
                    <a:pt x="9773" y="53537"/>
                  </a:cubicBezTo>
                  <a:cubicBezTo>
                    <a:pt x="7720" y="56242"/>
                    <a:pt x="5979" y="59960"/>
                    <a:pt x="3069" y="61880"/>
                  </a:cubicBezTo>
                  <a:cubicBezTo>
                    <a:pt x="4195" y="60168"/>
                    <a:pt x="5417" y="58502"/>
                    <a:pt x="6713" y="56877"/>
                  </a:cubicBezTo>
                  <a:cubicBezTo>
                    <a:pt x="6768" y="56807"/>
                    <a:pt x="6825" y="56738"/>
                    <a:pt x="6880" y="56669"/>
                  </a:cubicBezTo>
                  <a:cubicBezTo>
                    <a:pt x="8852" y="54212"/>
                    <a:pt x="10974" y="51839"/>
                    <a:pt x="13119" y="49498"/>
                  </a:cubicBezTo>
                  <a:close/>
                  <a:moveTo>
                    <a:pt x="3909" y="60278"/>
                  </a:moveTo>
                  <a:lnTo>
                    <a:pt x="3909" y="60278"/>
                  </a:lnTo>
                  <a:cubicBezTo>
                    <a:pt x="3502" y="60875"/>
                    <a:pt x="3090" y="61467"/>
                    <a:pt x="2708" y="62079"/>
                  </a:cubicBezTo>
                  <a:cubicBezTo>
                    <a:pt x="2703" y="62088"/>
                    <a:pt x="2708" y="62094"/>
                    <a:pt x="2706" y="62102"/>
                  </a:cubicBezTo>
                  <a:cubicBezTo>
                    <a:pt x="2657" y="62131"/>
                    <a:pt x="2610" y="62160"/>
                    <a:pt x="2561" y="62186"/>
                  </a:cubicBezTo>
                  <a:cubicBezTo>
                    <a:pt x="2544" y="62114"/>
                    <a:pt x="2532" y="62042"/>
                    <a:pt x="2512" y="61972"/>
                  </a:cubicBezTo>
                  <a:cubicBezTo>
                    <a:pt x="2983" y="61412"/>
                    <a:pt x="3442" y="60841"/>
                    <a:pt x="3909" y="60278"/>
                  </a:cubicBezTo>
                  <a:close/>
                  <a:moveTo>
                    <a:pt x="9138" y="60324"/>
                  </a:moveTo>
                  <a:cubicBezTo>
                    <a:pt x="9216" y="60341"/>
                    <a:pt x="9297" y="60347"/>
                    <a:pt x="9372" y="60367"/>
                  </a:cubicBezTo>
                  <a:cubicBezTo>
                    <a:pt x="9363" y="60384"/>
                    <a:pt x="9351" y="60399"/>
                    <a:pt x="9351" y="60422"/>
                  </a:cubicBezTo>
                  <a:cubicBezTo>
                    <a:pt x="9360" y="60483"/>
                    <a:pt x="9383" y="60532"/>
                    <a:pt x="9395" y="60589"/>
                  </a:cubicBezTo>
                  <a:cubicBezTo>
                    <a:pt x="8843" y="61106"/>
                    <a:pt x="8012" y="61995"/>
                    <a:pt x="7836" y="62278"/>
                  </a:cubicBezTo>
                  <a:cubicBezTo>
                    <a:pt x="8185" y="61715"/>
                    <a:pt x="8563" y="61170"/>
                    <a:pt x="8939" y="60624"/>
                  </a:cubicBezTo>
                  <a:cubicBezTo>
                    <a:pt x="8953" y="60644"/>
                    <a:pt x="8962" y="60662"/>
                    <a:pt x="8976" y="60679"/>
                  </a:cubicBezTo>
                  <a:cubicBezTo>
                    <a:pt x="8994" y="60701"/>
                    <a:pt x="9015" y="60710"/>
                    <a:pt x="9035" y="60710"/>
                  </a:cubicBezTo>
                  <a:cubicBezTo>
                    <a:pt x="9097" y="60710"/>
                    <a:pt x="9155" y="60622"/>
                    <a:pt x="9100" y="60555"/>
                  </a:cubicBezTo>
                  <a:cubicBezTo>
                    <a:pt x="9083" y="60523"/>
                    <a:pt x="9066" y="60491"/>
                    <a:pt x="9051" y="60457"/>
                  </a:cubicBezTo>
                  <a:cubicBezTo>
                    <a:pt x="9080" y="60413"/>
                    <a:pt x="9109" y="60370"/>
                    <a:pt x="9138" y="60324"/>
                  </a:cubicBezTo>
                  <a:close/>
                  <a:moveTo>
                    <a:pt x="32938" y="40684"/>
                  </a:moveTo>
                  <a:cubicBezTo>
                    <a:pt x="26701" y="47967"/>
                    <a:pt x="20711" y="55457"/>
                    <a:pt x="14108" y="62423"/>
                  </a:cubicBezTo>
                  <a:lnTo>
                    <a:pt x="14108" y="62423"/>
                  </a:lnTo>
                  <a:cubicBezTo>
                    <a:pt x="15022" y="61455"/>
                    <a:pt x="15976" y="60288"/>
                    <a:pt x="16947" y="59042"/>
                  </a:cubicBezTo>
                  <a:cubicBezTo>
                    <a:pt x="19941" y="56103"/>
                    <a:pt x="22519" y="52607"/>
                    <a:pt x="24982" y="49053"/>
                  </a:cubicBezTo>
                  <a:cubicBezTo>
                    <a:pt x="26954" y="46914"/>
                    <a:pt x="29009" y="44850"/>
                    <a:pt x="30992" y="42719"/>
                  </a:cubicBezTo>
                  <a:cubicBezTo>
                    <a:pt x="31639" y="42038"/>
                    <a:pt x="32292" y="41362"/>
                    <a:pt x="32938" y="40684"/>
                  </a:cubicBezTo>
                  <a:close/>
                  <a:moveTo>
                    <a:pt x="26393" y="46247"/>
                  </a:moveTo>
                  <a:cubicBezTo>
                    <a:pt x="25712" y="47226"/>
                    <a:pt x="25028" y="48207"/>
                    <a:pt x="24349" y="49189"/>
                  </a:cubicBezTo>
                  <a:cubicBezTo>
                    <a:pt x="24263" y="49310"/>
                    <a:pt x="24173" y="49428"/>
                    <a:pt x="24090" y="49550"/>
                  </a:cubicBezTo>
                  <a:cubicBezTo>
                    <a:pt x="22897" y="50794"/>
                    <a:pt x="21705" y="52041"/>
                    <a:pt x="20516" y="53288"/>
                  </a:cubicBezTo>
                  <a:cubicBezTo>
                    <a:pt x="17669" y="56259"/>
                    <a:pt x="14170" y="59097"/>
                    <a:pt x="12074" y="62674"/>
                  </a:cubicBezTo>
                  <a:cubicBezTo>
                    <a:pt x="12019" y="62573"/>
                    <a:pt x="11961" y="62478"/>
                    <a:pt x="11909" y="62391"/>
                  </a:cubicBezTo>
                  <a:cubicBezTo>
                    <a:pt x="11814" y="62235"/>
                    <a:pt x="11707" y="62082"/>
                    <a:pt x="11603" y="61932"/>
                  </a:cubicBezTo>
                  <a:cubicBezTo>
                    <a:pt x="11629" y="61877"/>
                    <a:pt x="11641" y="61819"/>
                    <a:pt x="11670" y="61764"/>
                  </a:cubicBezTo>
                  <a:cubicBezTo>
                    <a:pt x="11895" y="61551"/>
                    <a:pt x="12114" y="61334"/>
                    <a:pt x="12337" y="61124"/>
                  </a:cubicBezTo>
                  <a:lnTo>
                    <a:pt x="12337" y="61124"/>
                  </a:lnTo>
                  <a:cubicBezTo>
                    <a:pt x="12335" y="61124"/>
                    <a:pt x="12333" y="61124"/>
                    <a:pt x="12331" y="61124"/>
                  </a:cubicBezTo>
                  <a:cubicBezTo>
                    <a:pt x="12261" y="61124"/>
                    <a:pt x="12205" y="61072"/>
                    <a:pt x="12152" y="60991"/>
                  </a:cubicBezTo>
                  <a:cubicBezTo>
                    <a:pt x="12712" y="60237"/>
                    <a:pt x="13471" y="59527"/>
                    <a:pt x="14216" y="58857"/>
                  </a:cubicBezTo>
                  <a:lnTo>
                    <a:pt x="14216" y="58857"/>
                  </a:lnTo>
                  <a:cubicBezTo>
                    <a:pt x="13890" y="59198"/>
                    <a:pt x="13575" y="59547"/>
                    <a:pt x="13246" y="59885"/>
                  </a:cubicBezTo>
                  <a:cubicBezTo>
                    <a:pt x="13125" y="60148"/>
                    <a:pt x="12986" y="60399"/>
                    <a:pt x="12836" y="60644"/>
                  </a:cubicBezTo>
                  <a:cubicBezTo>
                    <a:pt x="15429" y="58133"/>
                    <a:pt x="17883" y="55448"/>
                    <a:pt x="20261" y="52688"/>
                  </a:cubicBezTo>
                  <a:cubicBezTo>
                    <a:pt x="20747" y="52185"/>
                    <a:pt x="21232" y="51686"/>
                    <a:pt x="21708" y="51178"/>
                  </a:cubicBezTo>
                  <a:cubicBezTo>
                    <a:pt x="23261" y="49524"/>
                    <a:pt x="24823" y="47881"/>
                    <a:pt x="26393" y="46247"/>
                  </a:cubicBezTo>
                  <a:close/>
                  <a:moveTo>
                    <a:pt x="9499" y="61020"/>
                  </a:moveTo>
                  <a:cubicBezTo>
                    <a:pt x="9556" y="61170"/>
                    <a:pt x="9626" y="61314"/>
                    <a:pt x="9707" y="61453"/>
                  </a:cubicBezTo>
                  <a:cubicBezTo>
                    <a:pt x="9242" y="61860"/>
                    <a:pt x="8685" y="62275"/>
                    <a:pt x="8428" y="62749"/>
                  </a:cubicBezTo>
                  <a:cubicBezTo>
                    <a:pt x="8751" y="62151"/>
                    <a:pt x="9147" y="61600"/>
                    <a:pt x="9499" y="61020"/>
                  </a:cubicBezTo>
                  <a:close/>
                  <a:moveTo>
                    <a:pt x="16993" y="48323"/>
                  </a:moveTo>
                  <a:lnTo>
                    <a:pt x="16993" y="48323"/>
                  </a:lnTo>
                  <a:cubicBezTo>
                    <a:pt x="16237" y="49249"/>
                    <a:pt x="15475" y="50170"/>
                    <a:pt x="14701" y="51077"/>
                  </a:cubicBezTo>
                  <a:cubicBezTo>
                    <a:pt x="13630" y="52333"/>
                    <a:pt x="12596" y="53612"/>
                    <a:pt x="11583" y="54908"/>
                  </a:cubicBezTo>
                  <a:cubicBezTo>
                    <a:pt x="9522" y="56865"/>
                    <a:pt x="7414" y="58947"/>
                    <a:pt x="6332" y="61196"/>
                  </a:cubicBezTo>
                  <a:cubicBezTo>
                    <a:pt x="6282" y="61299"/>
                    <a:pt x="6363" y="61408"/>
                    <a:pt x="6456" y="61408"/>
                  </a:cubicBezTo>
                  <a:cubicBezTo>
                    <a:pt x="6488" y="61408"/>
                    <a:pt x="6521" y="61395"/>
                    <a:pt x="6551" y="61366"/>
                  </a:cubicBezTo>
                  <a:cubicBezTo>
                    <a:pt x="7045" y="60875"/>
                    <a:pt x="7530" y="60361"/>
                    <a:pt x="8015" y="59853"/>
                  </a:cubicBezTo>
                  <a:lnTo>
                    <a:pt x="8015" y="59853"/>
                  </a:lnTo>
                  <a:cubicBezTo>
                    <a:pt x="7582" y="60471"/>
                    <a:pt x="7157" y="61095"/>
                    <a:pt x="6756" y="61730"/>
                  </a:cubicBezTo>
                  <a:cubicBezTo>
                    <a:pt x="6686" y="61840"/>
                    <a:pt x="6787" y="61945"/>
                    <a:pt x="6890" y="61945"/>
                  </a:cubicBezTo>
                  <a:cubicBezTo>
                    <a:pt x="6935" y="61945"/>
                    <a:pt x="6979" y="61925"/>
                    <a:pt x="7010" y="61877"/>
                  </a:cubicBezTo>
                  <a:cubicBezTo>
                    <a:pt x="7530" y="61051"/>
                    <a:pt x="8093" y="60263"/>
                    <a:pt x="8676" y="59495"/>
                  </a:cubicBezTo>
                  <a:lnTo>
                    <a:pt x="8676" y="59495"/>
                  </a:lnTo>
                  <a:cubicBezTo>
                    <a:pt x="8630" y="59723"/>
                    <a:pt x="8641" y="59960"/>
                    <a:pt x="8708" y="60182"/>
                  </a:cubicBezTo>
                  <a:cubicBezTo>
                    <a:pt x="8237" y="60708"/>
                    <a:pt x="7781" y="61239"/>
                    <a:pt x="7397" y="61834"/>
                  </a:cubicBezTo>
                  <a:cubicBezTo>
                    <a:pt x="7323" y="61950"/>
                    <a:pt x="7429" y="62060"/>
                    <a:pt x="7536" y="62060"/>
                  </a:cubicBezTo>
                  <a:cubicBezTo>
                    <a:pt x="7582" y="62060"/>
                    <a:pt x="7628" y="62039"/>
                    <a:pt x="7660" y="61990"/>
                  </a:cubicBezTo>
                  <a:cubicBezTo>
                    <a:pt x="7709" y="61915"/>
                    <a:pt x="7764" y="61848"/>
                    <a:pt x="7813" y="61776"/>
                  </a:cubicBezTo>
                  <a:lnTo>
                    <a:pt x="7813" y="61776"/>
                  </a:lnTo>
                  <a:cubicBezTo>
                    <a:pt x="7668" y="62004"/>
                    <a:pt x="7518" y="62232"/>
                    <a:pt x="7377" y="62463"/>
                  </a:cubicBezTo>
                  <a:lnTo>
                    <a:pt x="7377" y="62466"/>
                  </a:lnTo>
                  <a:cubicBezTo>
                    <a:pt x="6924" y="61975"/>
                    <a:pt x="6307" y="61580"/>
                    <a:pt x="5750" y="61580"/>
                  </a:cubicBezTo>
                  <a:cubicBezTo>
                    <a:pt x="5601" y="61580"/>
                    <a:pt x="5455" y="61609"/>
                    <a:pt x="5318" y="61672"/>
                  </a:cubicBezTo>
                  <a:cubicBezTo>
                    <a:pt x="5474" y="61340"/>
                    <a:pt x="5604" y="60999"/>
                    <a:pt x="5708" y="60650"/>
                  </a:cubicBezTo>
                  <a:cubicBezTo>
                    <a:pt x="5731" y="60562"/>
                    <a:pt x="5660" y="60500"/>
                    <a:pt x="5588" y="60500"/>
                  </a:cubicBezTo>
                  <a:cubicBezTo>
                    <a:pt x="5550" y="60500"/>
                    <a:pt x="5511" y="60518"/>
                    <a:pt x="5486" y="60558"/>
                  </a:cubicBezTo>
                  <a:cubicBezTo>
                    <a:pt x="4920" y="61473"/>
                    <a:pt x="4158" y="62267"/>
                    <a:pt x="3580" y="63173"/>
                  </a:cubicBezTo>
                  <a:cubicBezTo>
                    <a:pt x="5916" y="59368"/>
                    <a:pt x="9984" y="55936"/>
                    <a:pt x="12963" y="52688"/>
                  </a:cubicBezTo>
                  <a:cubicBezTo>
                    <a:pt x="14303" y="51227"/>
                    <a:pt x="15654" y="49778"/>
                    <a:pt x="16993" y="48323"/>
                  </a:cubicBezTo>
                  <a:close/>
                  <a:moveTo>
                    <a:pt x="33074" y="42052"/>
                  </a:moveTo>
                  <a:cubicBezTo>
                    <a:pt x="29332" y="46625"/>
                    <a:pt x="25660" y="51244"/>
                    <a:pt x="22060" y="55907"/>
                  </a:cubicBezTo>
                  <a:cubicBezTo>
                    <a:pt x="20781" y="57564"/>
                    <a:pt x="19508" y="59224"/>
                    <a:pt x="18189" y="60852"/>
                  </a:cubicBezTo>
                  <a:cubicBezTo>
                    <a:pt x="17702" y="61450"/>
                    <a:pt x="15982" y="63204"/>
                    <a:pt x="15741" y="63204"/>
                  </a:cubicBezTo>
                  <a:cubicBezTo>
                    <a:pt x="15598" y="63204"/>
                    <a:pt x="15979" y="62584"/>
                    <a:pt x="17452" y="60731"/>
                  </a:cubicBezTo>
                  <a:cubicBezTo>
                    <a:pt x="19381" y="58314"/>
                    <a:pt x="21503" y="56016"/>
                    <a:pt x="23492" y="53646"/>
                  </a:cubicBezTo>
                  <a:cubicBezTo>
                    <a:pt x="26720" y="49801"/>
                    <a:pt x="29858" y="45897"/>
                    <a:pt x="33074" y="42052"/>
                  </a:cubicBezTo>
                  <a:close/>
                  <a:moveTo>
                    <a:pt x="9943" y="61834"/>
                  </a:moveTo>
                  <a:cubicBezTo>
                    <a:pt x="10053" y="61984"/>
                    <a:pt x="10166" y="62134"/>
                    <a:pt x="10287" y="62278"/>
                  </a:cubicBezTo>
                  <a:cubicBezTo>
                    <a:pt x="9707" y="62792"/>
                    <a:pt x="8737" y="63450"/>
                    <a:pt x="8485" y="64031"/>
                  </a:cubicBezTo>
                  <a:cubicBezTo>
                    <a:pt x="8829" y="63237"/>
                    <a:pt x="9424" y="62547"/>
                    <a:pt x="9943" y="61834"/>
                  </a:cubicBezTo>
                  <a:close/>
                  <a:moveTo>
                    <a:pt x="58304" y="13690"/>
                  </a:moveTo>
                  <a:cubicBezTo>
                    <a:pt x="59002" y="13725"/>
                    <a:pt x="59655" y="14190"/>
                    <a:pt x="60180" y="15376"/>
                  </a:cubicBezTo>
                  <a:cubicBezTo>
                    <a:pt x="60202" y="15420"/>
                    <a:pt x="60248" y="15448"/>
                    <a:pt x="60300" y="15448"/>
                  </a:cubicBezTo>
                  <a:cubicBezTo>
                    <a:pt x="60302" y="15448"/>
                    <a:pt x="60305" y="15448"/>
                    <a:pt x="60307" y="15448"/>
                  </a:cubicBezTo>
                  <a:lnTo>
                    <a:pt x="60307" y="15448"/>
                  </a:lnTo>
                  <a:cubicBezTo>
                    <a:pt x="58895" y="16964"/>
                    <a:pt x="57605" y="18534"/>
                    <a:pt x="56338" y="20180"/>
                  </a:cubicBezTo>
                  <a:cubicBezTo>
                    <a:pt x="52385" y="25316"/>
                    <a:pt x="48211" y="30224"/>
                    <a:pt x="44050" y="35184"/>
                  </a:cubicBezTo>
                  <a:lnTo>
                    <a:pt x="44053" y="35181"/>
                  </a:lnTo>
                  <a:lnTo>
                    <a:pt x="44053" y="35181"/>
                  </a:lnTo>
                  <a:cubicBezTo>
                    <a:pt x="36345" y="44376"/>
                    <a:pt x="28859" y="53753"/>
                    <a:pt x="21246" y="63023"/>
                  </a:cubicBezTo>
                  <a:cubicBezTo>
                    <a:pt x="20432" y="64015"/>
                    <a:pt x="20090" y="64394"/>
                    <a:pt x="20044" y="64394"/>
                  </a:cubicBezTo>
                  <a:cubicBezTo>
                    <a:pt x="19907" y="64394"/>
                    <a:pt x="22316" y="61123"/>
                    <a:pt x="22744" y="60529"/>
                  </a:cubicBezTo>
                  <a:cubicBezTo>
                    <a:pt x="24661" y="57864"/>
                    <a:pt x="26827" y="55370"/>
                    <a:pt x="28940" y="52861"/>
                  </a:cubicBezTo>
                  <a:cubicBezTo>
                    <a:pt x="32566" y="48556"/>
                    <a:pt x="36025" y="44122"/>
                    <a:pt x="39515" y="39708"/>
                  </a:cubicBezTo>
                  <a:cubicBezTo>
                    <a:pt x="43184" y="35063"/>
                    <a:pt x="47047" y="30562"/>
                    <a:pt x="50884" y="26055"/>
                  </a:cubicBezTo>
                  <a:cubicBezTo>
                    <a:pt x="53941" y="22467"/>
                    <a:pt x="57513" y="19037"/>
                    <a:pt x="59816" y="14888"/>
                  </a:cubicBezTo>
                  <a:cubicBezTo>
                    <a:pt x="59875" y="14783"/>
                    <a:pt x="59783" y="14667"/>
                    <a:pt x="59686" y="14667"/>
                  </a:cubicBezTo>
                  <a:cubicBezTo>
                    <a:pt x="59653" y="14667"/>
                    <a:pt x="59620" y="14681"/>
                    <a:pt x="59591" y="14712"/>
                  </a:cubicBezTo>
                  <a:cubicBezTo>
                    <a:pt x="57533" y="16938"/>
                    <a:pt x="55500" y="19187"/>
                    <a:pt x="53494" y="21459"/>
                  </a:cubicBezTo>
                  <a:cubicBezTo>
                    <a:pt x="55408" y="19129"/>
                    <a:pt x="57279" y="16771"/>
                    <a:pt x="59074" y="14354"/>
                  </a:cubicBezTo>
                  <a:cubicBezTo>
                    <a:pt x="59156" y="14244"/>
                    <a:pt x="59040" y="14118"/>
                    <a:pt x="58927" y="14118"/>
                  </a:cubicBezTo>
                  <a:cubicBezTo>
                    <a:pt x="58891" y="14118"/>
                    <a:pt x="58855" y="14131"/>
                    <a:pt x="58826" y="14161"/>
                  </a:cubicBezTo>
                  <a:cubicBezTo>
                    <a:pt x="58093" y="14920"/>
                    <a:pt x="57383" y="15699"/>
                    <a:pt x="56661" y="16470"/>
                  </a:cubicBezTo>
                  <a:cubicBezTo>
                    <a:pt x="57354" y="15679"/>
                    <a:pt x="58024" y="14871"/>
                    <a:pt x="58636" y="14025"/>
                  </a:cubicBezTo>
                  <a:cubicBezTo>
                    <a:pt x="58717" y="13911"/>
                    <a:pt x="58610" y="13809"/>
                    <a:pt x="58501" y="13809"/>
                  </a:cubicBezTo>
                  <a:cubicBezTo>
                    <a:pt x="58466" y="13809"/>
                    <a:pt x="58431" y="13819"/>
                    <a:pt x="58402" y="13843"/>
                  </a:cubicBezTo>
                  <a:cubicBezTo>
                    <a:pt x="58052" y="14126"/>
                    <a:pt x="57726" y="14432"/>
                    <a:pt x="57385" y="14721"/>
                  </a:cubicBezTo>
                  <a:cubicBezTo>
                    <a:pt x="57686" y="14389"/>
                    <a:pt x="57986" y="14060"/>
                    <a:pt x="58289" y="13730"/>
                  </a:cubicBezTo>
                  <a:cubicBezTo>
                    <a:pt x="58301" y="13716"/>
                    <a:pt x="58298" y="13702"/>
                    <a:pt x="58304" y="13690"/>
                  </a:cubicBezTo>
                  <a:close/>
                  <a:moveTo>
                    <a:pt x="23310" y="40383"/>
                  </a:moveTo>
                  <a:lnTo>
                    <a:pt x="23310" y="40383"/>
                  </a:lnTo>
                  <a:cubicBezTo>
                    <a:pt x="22167" y="41833"/>
                    <a:pt x="21027" y="43279"/>
                    <a:pt x="19883" y="44725"/>
                  </a:cubicBezTo>
                  <a:cubicBezTo>
                    <a:pt x="19857" y="44754"/>
                    <a:pt x="19826" y="44786"/>
                    <a:pt x="19800" y="44815"/>
                  </a:cubicBezTo>
                  <a:cubicBezTo>
                    <a:pt x="16607" y="48250"/>
                    <a:pt x="13442" y="51712"/>
                    <a:pt x="10307" y="55202"/>
                  </a:cubicBezTo>
                  <a:cubicBezTo>
                    <a:pt x="7931" y="57835"/>
                    <a:pt x="4894" y="60491"/>
                    <a:pt x="3173" y="63606"/>
                  </a:cubicBezTo>
                  <a:cubicBezTo>
                    <a:pt x="3150" y="63650"/>
                    <a:pt x="3186" y="63688"/>
                    <a:pt x="3224" y="63688"/>
                  </a:cubicBezTo>
                  <a:cubicBezTo>
                    <a:pt x="3241" y="63688"/>
                    <a:pt x="3259" y="63680"/>
                    <a:pt x="3271" y="63661"/>
                  </a:cubicBezTo>
                  <a:cubicBezTo>
                    <a:pt x="3339" y="63541"/>
                    <a:pt x="3422" y="63422"/>
                    <a:pt x="3501" y="63303"/>
                  </a:cubicBezTo>
                  <a:lnTo>
                    <a:pt x="3501" y="63303"/>
                  </a:lnTo>
                  <a:cubicBezTo>
                    <a:pt x="3332" y="63574"/>
                    <a:pt x="3186" y="63862"/>
                    <a:pt x="3066" y="64161"/>
                  </a:cubicBezTo>
                  <a:cubicBezTo>
                    <a:pt x="3053" y="64193"/>
                    <a:pt x="3085" y="64220"/>
                    <a:pt x="3116" y="64220"/>
                  </a:cubicBezTo>
                  <a:cubicBezTo>
                    <a:pt x="3132" y="64220"/>
                    <a:pt x="3147" y="64213"/>
                    <a:pt x="3156" y="64195"/>
                  </a:cubicBezTo>
                  <a:cubicBezTo>
                    <a:pt x="3673" y="63162"/>
                    <a:pt x="4432" y="62307"/>
                    <a:pt x="5139" y="61409"/>
                  </a:cubicBezTo>
                  <a:lnTo>
                    <a:pt x="5139" y="61409"/>
                  </a:lnTo>
                  <a:cubicBezTo>
                    <a:pt x="4637" y="62397"/>
                    <a:pt x="3866" y="63220"/>
                    <a:pt x="3462" y="64256"/>
                  </a:cubicBezTo>
                  <a:cubicBezTo>
                    <a:pt x="3439" y="64315"/>
                    <a:pt x="3496" y="64369"/>
                    <a:pt x="3549" y="64369"/>
                  </a:cubicBezTo>
                  <a:cubicBezTo>
                    <a:pt x="3570" y="64369"/>
                    <a:pt x="3589" y="64361"/>
                    <a:pt x="3603" y="64343"/>
                  </a:cubicBezTo>
                  <a:cubicBezTo>
                    <a:pt x="3933" y="63930"/>
                    <a:pt x="4262" y="63468"/>
                    <a:pt x="4571" y="62994"/>
                  </a:cubicBezTo>
                  <a:lnTo>
                    <a:pt x="4571" y="62994"/>
                  </a:lnTo>
                  <a:cubicBezTo>
                    <a:pt x="4562" y="63046"/>
                    <a:pt x="4550" y="63101"/>
                    <a:pt x="4542" y="63150"/>
                  </a:cubicBezTo>
                  <a:cubicBezTo>
                    <a:pt x="4458" y="63622"/>
                    <a:pt x="3971" y="64644"/>
                    <a:pt x="3487" y="64644"/>
                  </a:cubicBezTo>
                  <a:cubicBezTo>
                    <a:pt x="3267" y="64644"/>
                    <a:pt x="3047" y="64432"/>
                    <a:pt x="2867" y="63858"/>
                  </a:cubicBezTo>
                  <a:cubicBezTo>
                    <a:pt x="2723" y="63396"/>
                    <a:pt x="2694" y="62862"/>
                    <a:pt x="2602" y="62359"/>
                  </a:cubicBezTo>
                  <a:cubicBezTo>
                    <a:pt x="3318" y="62004"/>
                    <a:pt x="3944" y="61513"/>
                    <a:pt x="4522" y="60956"/>
                  </a:cubicBezTo>
                  <a:lnTo>
                    <a:pt x="4522" y="60956"/>
                  </a:lnTo>
                  <a:cubicBezTo>
                    <a:pt x="3907" y="61681"/>
                    <a:pt x="3321" y="62437"/>
                    <a:pt x="2812" y="63263"/>
                  </a:cubicBezTo>
                  <a:cubicBezTo>
                    <a:pt x="2768" y="63337"/>
                    <a:pt x="2831" y="63401"/>
                    <a:pt x="2898" y="63401"/>
                  </a:cubicBezTo>
                  <a:cubicBezTo>
                    <a:pt x="2927" y="63401"/>
                    <a:pt x="2958" y="63388"/>
                    <a:pt x="2980" y="63358"/>
                  </a:cubicBezTo>
                  <a:cubicBezTo>
                    <a:pt x="5468" y="59845"/>
                    <a:pt x="8754" y="56897"/>
                    <a:pt x="11563" y="53635"/>
                  </a:cubicBezTo>
                  <a:cubicBezTo>
                    <a:pt x="14511" y="50214"/>
                    <a:pt x="17556" y="46876"/>
                    <a:pt x="20539" y="43484"/>
                  </a:cubicBezTo>
                  <a:cubicBezTo>
                    <a:pt x="21454" y="42442"/>
                    <a:pt x="22383" y="41414"/>
                    <a:pt x="23310" y="40383"/>
                  </a:cubicBezTo>
                  <a:close/>
                  <a:moveTo>
                    <a:pt x="10503" y="62524"/>
                  </a:moveTo>
                  <a:cubicBezTo>
                    <a:pt x="10570" y="62602"/>
                    <a:pt x="10636" y="62680"/>
                    <a:pt x="10703" y="62755"/>
                  </a:cubicBezTo>
                  <a:cubicBezTo>
                    <a:pt x="10036" y="63433"/>
                    <a:pt x="9392" y="64135"/>
                    <a:pt x="8742" y="64833"/>
                  </a:cubicBezTo>
                  <a:cubicBezTo>
                    <a:pt x="8815" y="64735"/>
                    <a:pt x="8881" y="64634"/>
                    <a:pt x="8950" y="64539"/>
                  </a:cubicBezTo>
                  <a:cubicBezTo>
                    <a:pt x="9444" y="63849"/>
                    <a:pt x="9966" y="63182"/>
                    <a:pt x="10503" y="62524"/>
                  </a:cubicBezTo>
                  <a:close/>
                  <a:moveTo>
                    <a:pt x="11657" y="64457"/>
                  </a:moveTo>
                  <a:cubicBezTo>
                    <a:pt x="11781" y="64457"/>
                    <a:pt x="11263" y="65140"/>
                    <a:pt x="11240" y="65263"/>
                  </a:cubicBezTo>
                  <a:lnTo>
                    <a:pt x="11240" y="65263"/>
                  </a:lnTo>
                  <a:cubicBezTo>
                    <a:pt x="11246" y="65227"/>
                    <a:pt x="11218" y="65204"/>
                    <a:pt x="11192" y="65204"/>
                  </a:cubicBezTo>
                  <a:cubicBezTo>
                    <a:pt x="11174" y="65204"/>
                    <a:pt x="11158" y="65214"/>
                    <a:pt x="11153" y="65238"/>
                  </a:cubicBezTo>
                  <a:lnTo>
                    <a:pt x="11150" y="65240"/>
                  </a:lnTo>
                  <a:lnTo>
                    <a:pt x="11110" y="65391"/>
                  </a:lnTo>
                  <a:cubicBezTo>
                    <a:pt x="11107" y="65399"/>
                    <a:pt x="11113" y="65405"/>
                    <a:pt x="11115" y="65414"/>
                  </a:cubicBezTo>
                  <a:cubicBezTo>
                    <a:pt x="11076" y="65412"/>
                    <a:pt x="11036" y="65410"/>
                    <a:pt x="10997" y="65410"/>
                  </a:cubicBezTo>
                  <a:cubicBezTo>
                    <a:pt x="10872" y="65410"/>
                    <a:pt x="10747" y="65421"/>
                    <a:pt x="10622" y="65445"/>
                  </a:cubicBezTo>
                  <a:cubicBezTo>
                    <a:pt x="10547" y="65460"/>
                    <a:pt x="10472" y="65486"/>
                    <a:pt x="10402" y="65520"/>
                  </a:cubicBezTo>
                  <a:cubicBezTo>
                    <a:pt x="10674" y="65278"/>
                    <a:pt x="10942" y="65030"/>
                    <a:pt x="11214" y="64787"/>
                  </a:cubicBezTo>
                  <a:cubicBezTo>
                    <a:pt x="11482" y="64548"/>
                    <a:pt x="11612" y="64457"/>
                    <a:pt x="11657" y="64457"/>
                  </a:cubicBezTo>
                  <a:close/>
                  <a:moveTo>
                    <a:pt x="11840" y="64623"/>
                  </a:moveTo>
                  <a:lnTo>
                    <a:pt x="11840" y="64623"/>
                  </a:lnTo>
                  <a:cubicBezTo>
                    <a:pt x="11970" y="65112"/>
                    <a:pt x="12015" y="65608"/>
                    <a:pt x="11771" y="65608"/>
                  </a:cubicBezTo>
                  <a:cubicBezTo>
                    <a:pt x="11728" y="65608"/>
                    <a:pt x="11675" y="65593"/>
                    <a:pt x="11612" y="65558"/>
                  </a:cubicBezTo>
                  <a:cubicBezTo>
                    <a:pt x="11494" y="65497"/>
                    <a:pt x="11370" y="65454"/>
                    <a:pt x="11237" y="65434"/>
                  </a:cubicBezTo>
                  <a:cubicBezTo>
                    <a:pt x="11465" y="65353"/>
                    <a:pt x="11684" y="64960"/>
                    <a:pt x="11840" y="64623"/>
                  </a:cubicBezTo>
                  <a:close/>
                  <a:moveTo>
                    <a:pt x="11439" y="63676"/>
                  </a:moveTo>
                  <a:cubicBezTo>
                    <a:pt x="11456" y="63699"/>
                    <a:pt x="11476" y="63719"/>
                    <a:pt x="11494" y="63742"/>
                  </a:cubicBezTo>
                  <a:lnTo>
                    <a:pt x="11494" y="63745"/>
                  </a:lnTo>
                  <a:cubicBezTo>
                    <a:pt x="11560" y="63837"/>
                    <a:pt x="11644" y="64016"/>
                    <a:pt x="11719" y="64224"/>
                  </a:cubicBezTo>
                  <a:cubicBezTo>
                    <a:pt x="11081" y="64631"/>
                    <a:pt x="10555" y="65134"/>
                    <a:pt x="9987" y="65645"/>
                  </a:cubicBezTo>
                  <a:cubicBezTo>
                    <a:pt x="10541" y="65145"/>
                    <a:pt x="11012" y="64334"/>
                    <a:pt x="11439" y="63676"/>
                  </a:cubicBezTo>
                  <a:close/>
                  <a:moveTo>
                    <a:pt x="9306" y="61069"/>
                  </a:moveTo>
                  <a:cubicBezTo>
                    <a:pt x="8924" y="61454"/>
                    <a:pt x="8318" y="62341"/>
                    <a:pt x="7946" y="63023"/>
                  </a:cubicBezTo>
                  <a:cubicBezTo>
                    <a:pt x="7892" y="63118"/>
                    <a:pt x="7971" y="63247"/>
                    <a:pt x="8069" y="63247"/>
                  </a:cubicBezTo>
                  <a:cubicBezTo>
                    <a:pt x="8093" y="63247"/>
                    <a:pt x="8118" y="63240"/>
                    <a:pt x="8142" y="63222"/>
                  </a:cubicBezTo>
                  <a:cubicBezTo>
                    <a:pt x="8448" y="62997"/>
                    <a:pt x="8627" y="62862"/>
                    <a:pt x="8921" y="62625"/>
                  </a:cubicBezTo>
                  <a:cubicBezTo>
                    <a:pt x="9083" y="62492"/>
                    <a:pt x="9236" y="62348"/>
                    <a:pt x="9389" y="62209"/>
                  </a:cubicBezTo>
                  <a:lnTo>
                    <a:pt x="9389" y="62209"/>
                  </a:lnTo>
                  <a:cubicBezTo>
                    <a:pt x="8910" y="62890"/>
                    <a:pt x="8393" y="63528"/>
                    <a:pt x="8052" y="64317"/>
                  </a:cubicBezTo>
                  <a:cubicBezTo>
                    <a:pt x="8005" y="64428"/>
                    <a:pt x="8082" y="64531"/>
                    <a:pt x="8177" y="64531"/>
                  </a:cubicBezTo>
                  <a:cubicBezTo>
                    <a:pt x="8210" y="64531"/>
                    <a:pt x="8245" y="64519"/>
                    <a:pt x="8278" y="64490"/>
                  </a:cubicBezTo>
                  <a:cubicBezTo>
                    <a:pt x="8633" y="64184"/>
                    <a:pt x="8988" y="63875"/>
                    <a:pt x="9337" y="63563"/>
                  </a:cubicBezTo>
                  <a:lnTo>
                    <a:pt x="9337" y="63563"/>
                  </a:lnTo>
                  <a:cubicBezTo>
                    <a:pt x="8780" y="64305"/>
                    <a:pt x="8246" y="65059"/>
                    <a:pt x="7720" y="65821"/>
                  </a:cubicBezTo>
                  <a:cubicBezTo>
                    <a:pt x="7769" y="65544"/>
                    <a:pt x="7844" y="65261"/>
                    <a:pt x="7896" y="65009"/>
                  </a:cubicBezTo>
                  <a:cubicBezTo>
                    <a:pt x="7995" y="64519"/>
                    <a:pt x="8119" y="63921"/>
                    <a:pt x="7977" y="63433"/>
                  </a:cubicBezTo>
                  <a:cubicBezTo>
                    <a:pt x="7911" y="63200"/>
                    <a:pt x="7773" y="62952"/>
                    <a:pt x="7592" y="62710"/>
                  </a:cubicBezTo>
                  <a:lnTo>
                    <a:pt x="7592" y="62710"/>
                  </a:lnTo>
                  <a:cubicBezTo>
                    <a:pt x="8209" y="62208"/>
                    <a:pt x="8743" y="61634"/>
                    <a:pt x="9306" y="61069"/>
                  </a:cubicBezTo>
                  <a:close/>
                  <a:moveTo>
                    <a:pt x="43848" y="29704"/>
                  </a:moveTo>
                  <a:lnTo>
                    <a:pt x="43848" y="29704"/>
                  </a:lnTo>
                  <a:cubicBezTo>
                    <a:pt x="37843" y="36737"/>
                    <a:pt x="32248" y="44113"/>
                    <a:pt x="26549" y="51400"/>
                  </a:cubicBezTo>
                  <a:cubicBezTo>
                    <a:pt x="24352" y="54215"/>
                    <a:pt x="22132" y="57010"/>
                    <a:pt x="19924" y="59816"/>
                  </a:cubicBezTo>
                  <a:cubicBezTo>
                    <a:pt x="19003" y="60985"/>
                    <a:pt x="18085" y="62157"/>
                    <a:pt x="17172" y="63332"/>
                  </a:cubicBezTo>
                  <a:cubicBezTo>
                    <a:pt x="16814" y="63771"/>
                    <a:pt x="16462" y="64218"/>
                    <a:pt x="16116" y="64672"/>
                  </a:cubicBezTo>
                  <a:cubicBezTo>
                    <a:pt x="16070" y="64602"/>
                    <a:pt x="16029" y="64542"/>
                    <a:pt x="15997" y="64498"/>
                  </a:cubicBezTo>
                  <a:cubicBezTo>
                    <a:pt x="15959" y="64445"/>
                    <a:pt x="15903" y="64419"/>
                    <a:pt x="15849" y="64419"/>
                  </a:cubicBezTo>
                  <a:cubicBezTo>
                    <a:pt x="15783" y="64419"/>
                    <a:pt x="15718" y="64459"/>
                    <a:pt x="15691" y="64539"/>
                  </a:cubicBezTo>
                  <a:cubicBezTo>
                    <a:pt x="15328" y="65578"/>
                    <a:pt x="14942" y="65975"/>
                    <a:pt x="14554" y="65975"/>
                  </a:cubicBezTo>
                  <a:cubicBezTo>
                    <a:pt x="13715" y="65975"/>
                    <a:pt x="12864" y="64113"/>
                    <a:pt x="12198" y="62890"/>
                  </a:cubicBezTo>
                  <a:cubicBezTo>
                    <a:pt x="12207" y="62888"/>
                    <a:pt x="12218" y="62890"/>
                    <a:pt x="12230" y="62885"/>
                  </a:cubicBezTo>
                  <a:cubicBezTo>
                    <a:pt x="13298" y="62183"/>
                    <a:pt x="14314" y="61415"/>
                    <a:pt x="15279" y="60581"/>
                  </a:cubicBezTo>
                  <a:lnTo>
                    <a:pt x="15279" y="60581"/>
                  </a:lnTo>
                  <a:cubicBezTo>
                    <a:pt x="14467" y="61643"/>
                    <a:pt x="13653" y="62706"/>
                    <a:pt x="12825" y="63754"/>
                  </a:cubicBezTo>
                  <a:cubicBezTo>
                    <a:pt x="12743" y="63855"/>
                    <a:pt x="12824" y="63988"/>
                    <a:pt x="12923" y="63988"/>
                  </a:cubicBezTo>
                  <a:cubicBezTo>
                    <a:pt x="12953" y="63988"/>
                    <a:pt x="12986" y="63975"/>
                    <a:pt x="13015" y="63944"/>
                  </a:cubicBezTo>
                  <a:cubicBezTo>
                    <a:pt x="22245" y="54385"/>
                    <a:pt x="30337" y="43833"/>
                    <a:pt x="39232" y="33974"/>
                  </a:cubicBezTo>
                  <a:cubicBezTo>
                    <a:pt x="40248" y="32848"/>
                    <a:pt x="41270" y="31731"/>
                    <a:pt x="42301" y="30619"/>
                  </a:cubicBezTo>
                  <a:lnTo>
                    <a:pt x="42301" y="30619"/>
                  </a:lnTo>
                  <a:cubicBezTo>
                    <a:pt x="39934" y="33469"/>
                    <a:pt x="37584" y="36333"/>
                    <a:pt x="35156" y="39125"/>
                  </a:cubicBezTo>
                  <a:cubicBezTo>
                    <a:pt x="31082" y="43807"/>
                    <a:pt x="27248" y="48660"/>
                    <a:pt x="23284" y="53433"/>
                  </a:cubicBezTo>
                  <a:cubicBezTo>
                    <a:pt x="20443" y="56851"/>
                    <a:pt x="16586" y="60159"/>
                    <a:pt x="14932" y="64348"/>
                  </a:cubicBezTo>
                  <a:cubicBezTo>
                    <a:pt x="14890" y="64452"/>
                    <a:pt x="14987" y="64532"/>
                    <a:pt x="15080" y="64532"/>
                  </a:cubicBezTo>
                  <a:cubicBezTo>
                    <a:pt x="15117" y="64532"/>
                    <a:pt x="15153" y="64520"/>
                    <a:pt x="15180" y="64493"/>
                  </a:cubicBezTo>
                  <a:cubicBezTo>
                    <a:pt x="22539" y="57333"/>
                    <a:pt x="28579" y="48401"/>
                    <a:pt x="34942" y="40352"/>
                  </a:cubicBezTo>
                  <a:cubicBezTo>
                    <a:pt x="37812" y="36720"/>
                    <a:pt x="40800" y="33186"/>
                    <a:pt x="43848" y="29704"/>
                  </a:cubicBezTo>
                  <a:close/>
                  <a:moveTo>
                    <a:pt x="10887" y="62986"/>
                  </a:moveTo>
                  <a:cubicBezTo>
                    <a:pt x="11029" y="63150"/>
                    <a:pt x="11162" y="63318"/>
                    <a:pt x="11294" y="63491"/>
                  </a:cubicBezTo>
                  <a:lnTo>
                    <a:pt x="11292" y="63491"/>
                  </a:lnTo>
                  <a:cubicBezTo>
                    <a:pt x="10249" y="64366"/>
                    <a:pt x="9470" y="65468"/>
                    <a:pt x="8558" y="66470"/>
                  </a:cubicBezTo>
                  <a:cubicBezTo>
                    <a:pt x="8806" y="66095"/>
                    <a:pt x="9054" y="65723"/>
                    <a:pt x="9305" y="65353"/>
                  </a:cubicBezTo>
                  <a:cubicBezTo>
                    <a:pt x="9839" y="64568"/>
                    <a:pt x="10368" y="63780"/>
                    <a:pt x="10887" y="62986"/>
                  </a:cubicBezTo>
                  <a:close/>
                  <a:moveTo>
                    <a:pt x="58961" y="15873"/>
                  </a:moveTo>
                  <a:cubicBezTo>
                    <a:pt x="59031" y="15873"/>
                    <a:pt x="58588" y="16499"/>
                    <a:pt x="57155" y="18318"/>
                  </a:cubicBezTo>
                  <a:cubicBezTo>
                    <a:pt x="54351" y="21881"/>
                    <a:pt x="51210" y="25221"/>
                    <a:pt x="48277" y="28679"/>
                  </a:cubicBezTo>
                  <a:cubicBezTo>
                    <a:pt x="43040" y="34855"/>
                    <a:pt x="38031" y="41192"/>
                    <a:pt x="32979" y="47517"/>
                  </a:cubicBezTo>
                  <a:cubicBezTo>
                    <a:pt x="28169" y="53539"/>
                    <a:pt x="22848" y="59134"/>
                    <a:pt x="18939" y="65821"/>
                  </a:cubicBezTo>
                  <a:cubicBezTo>
                    <a:pt x="18881" y="65922"/>
                    <a:pt x="18971" y="66034"/>
                    <a:pt x="19066" y="66043"/>
                  </a:cubicBezTo>
                  <a:cubicBezTo>
                    <a:pt x="18794" y="66431"/>
                    <a:pt x="18503" y="66584"/>
                    <a:pt x="18213" y="66584"/>
                  </a:cubicBezTo>
                  <a:cubicBezTo>
                    <a:pt x="17471" y="66584"/>
                    <a:pt x="16730" y="65580"/>
                    <a:pt x="16292" y="64934"/>
                  </a:cubicBezTo>
                  <a:lnTo>
                    <a:pt x="16292" y="64932"/>
                  </a:lnTo>
                  <a:cubicBezTo>
                    <a:pt x="17164" y="63808"/>
                    <a:pt x="18036" y="62683"/>
                    <a:pt x="18905" y="61557"/>
                  </a:cubicBezTo>
                  <a:cubicBezTo>
                    <a:pt x="19251" y="61202"/>
                    <a:pt x="19592" y="60846"/>
                    <a:pt x="19906" y="60491"/>
                  </a:cubicBezTo>
                  <a:cubicBezTo>
                    <a:pt x="23293" y="56657"/>
                    <a:pt x="26665" y="52844"/>
                    <a:pt x="29973" y="48958"/>
                  </a:cubicBezTo>
                  <a:lnTo>
                    <a:pt x="29973" y="48958"/>
                  </a:lnTo>
                  <a:lnTo>
                    <a:pt x="29223" y="49939"/>
                  </a:lnTo>
                  <a:cubicBezTo>
                    <a:pt x="28466" y="50930"/>
                    <a:pt x="27739" y="51943"/>
                    <a:pt x="27003" y="52950"/>
                  </a:cubicBezTo>
                  <a:cubicBezTo>
                    <a:pt x="27840" y="51975"/>
                    <a:pt x="28686" y="51005"/>
                    <a:pt x="29540" y="50037"/>
                  </a:cubicBezTo>
                  <a:cubicBezTo>
                    <a:pt x="31968" y="46868"/>
                    <a:pt x="34471" y="43755"/>
                    <a:pt x="36974" y="40640"/>
                  </a:cubicBezTo>
                  <a:lnTo>
                    <a:pt x="37073" y="40519"/>
                  </a:lnTo>
                  <a:cubicBezTo>
                    <a:pt x="39039" y="38224"/>
                    <a:pt x="41028" y="35946"/>
                    <a:pt x="43023" y="33674"/>
                  </a:cubicBezTo>
                  <a:lnTo>
                    <a:pt x="43023" y="33674"/>
                  </a:lnTo>
                  <a:cubicBezTo>
                    <a:pt x="41031" y="36059"/>
                    <a:pt x="39053" y="38452"/>
                    <a:pt x="37090" y="40857"/>
                  </a:cubicBezTo>
                  <a:cubicBezTo>
                    <a:pt x="34919" y="43516"/>
                    <a:pt x="32780" y="46204"/>
                    <a:pt x="30591" y="48848"/>
                  </a:cubicBezTo>
                  <a:cubicBezTo>
                    <a:pt x="32872" y="46264"/>
                    <a:pt x="35156" y="43689"/>
                    <a:pt x="37295" y="41062"/>
                  </a:cubicBezTo>
                  <a:cubicBezTo>
                    <a:pt x="42385" y="34809"/>
                    <a:pt x="47613" y="28671"/>
                    <a:pt x="52905" y="22588"/>
                  </a:cubicBezTo>
                  <a:cubicBezTo>
                    <a:pt x="54037" y="21286"/>
                    <a:pt x="55183" y="19998"/>
                    <a:pt x="56329" y="18711"/>
                  </a:cubicBezTo>
                  <a:cubicBezTo>
                    <a:pt x="56933" y="18033"/>
                    <a:pt x="58832" y="15873"/>
                    <a:pt x="58961" y="15873"/>
                  </a:cubicBezTo>
                  <a:close/>
                  <a:moveTo>
                    <a:pt x="10598" y="63243"/>
                  </a:moveTo>
                  <a:cubicBezTo>
                    <a:pt x="9668" y="64201"/>
                    <a:pt x="8787" y="65610"/>
                    <a:pt x="7974" y="66872"/>
                  </a:cubicBezTo>
                  <a:cubicBezTo>
                    <a:pt x="7862" y="66713"/>
                    <a:pt x="7761" y="66549"/>
                    <a:pt x="7672" y="66380"/>
                  </a:cubicBezTo>
                  <a:lnTo>
                    <a:pt x="7672" y="66380"/>
                  </a:lnTo>
                  <a:cubicBezTo>
                    <a:pt x="8634" y="65323"/>
                    <a:pt x="9602" y="64269"/>
                    <a:pt x="10598" y="63243"/>
                  </a:cubicBezTo>
                  <a:close/>
                  <a:moveTo>
                    <a:pt x="11047" y="63873"/>
                  </a:moveTo>
                  <a:lnTo>
                    <a:pt x="11047" y="63873"/>
                  </a:lnTo>
                  <a:cubicBezTo>
                    <a:pt x="11057" y="63873"/>
                    <a:pt x="10983" y="63989"/>
                    <a:pt x="10757" y="64311"/>
                  </a:cubicBezTo>
                  <a:cubicBezTo>
                    <a:pt x="10371" y="64859"/>
                    <a:pt x="9969" y="65393"/>
                    <a:pt x="9603" y="65956"/>
                  </a:cubicBezTo>
                  <a:cubicBezTo>
                    <a:pt x="9553" y="66032"/>
                    <a:pt x="9619" y="66098"/>
                    <a:pt x="9689" y="66098"/>
                  </a:cubicBezTo>
                  <a:cubicBezTo>
                    <a:pt x="9712" y="66098"/>
                    <a:pt x="9736" y="66091"/>
                    <a:pt x="9756" y="66075"/>
                  </a:cubicBezTo>
                  <a:cubicBezTo>
                    <a:pt x="9839" y="66011"/>
                    <a:pt x="9912" y="65942"/>
                    <a:pt x="9990" y="65876"/>
                  </a:cubicBezTo>
                  <a:lnTo>
                    <a:pt x="9990" y="65876"/>
                  </a:lnTo>
                  <a:cubicBezTo>
                    <a:pt x="9718" y="66196"/>
                    <a:pt x="9513" y="66618"/>
                    <a:pt x="9343" y="66886"/>
                  </a:cubicBezTo>
                  <a:lnTo>
                    <a:pt x="9343" y="66889"/>
                  </a:lnTo>
                  <a:cubicBezTo>
                    <a:pt x="9143" y="67234"/>
                    <a:pt x="8931" y="67404"/>
                    <a:pt x="8706" y="67404"/>
                  </a:cubicBezTo>
                  <a:cubicBezTo>
                    <a:pt x="8547" y="67404"/>
                    <a:pt x="8381" y="67319"/>
                    <a:pt x="8208" y="67149"/>
                  </a:cubicBezTo>
                  <a:cubicBezTo>
                    <a:pt x="9048" y="66387"/>
                    <a:pt x="9712" y="65468"/>
                    <a:pt x="10446" y="64605"/>
                  </a:cubicBezTo>
                  <a:cubicBezTo>
                    <a:pt x="10589" y="64436"/>
                    <a:pt x="11024" y="63873"/>
                    <a:pt x="11047" y="63873"/>
                  </a:cubicBezTo>
                  <a:close/>
                  <a:moveTo>
                    <a:pt x="51544" y="0"/>
                  </a:moveTo>
                  <a:cubicBezTo>
                    <a:pt x="51532" y="0"/>
                    <a:pt x="51520" y="1"/>
                    <a:pt x="51508" y="3"/>
                  </a:cubicBezTo>
                  <a:cubicBezTo>
                    <a:pt x="45670" y="863"/>
                    <a:pt x="40863" y="4740"/>
                    <a:pt x="38597" y="10125"/>
                  </a:cubicBezTo>
                  <a:cubicBezTo>
                    <a:pt x="37809" y="12001"/>
                    <a:pt x="37656" y="13439"/>
                    <a:pt x="37939" y="14675"/>
                  </a:cubicBezTo>
                  <a:cubicBezTo>
                    <a:pt x="37901" y="14724"/>
                    <a:pt x="37858" y="14770"/>
                    <a:pt x="37820" y="14819"/>
                  </a:cubicBezTo>
                  <a:cubicBezTo>
                    <a:pt x="37739" y="14922"/>
                    <a:pt x="37806" y="15060"/>
                    <a:pt x="37917" y="15060"/>
                  </a:cubicBezTo>
                  <a:cubicBezTo>
                    <a:pt x="37940" y="15060"/>
                    <a:pt x="37965" y="15055"/>
                    <a:pt x="37991" y="15041"/>
                  </a:cubicBezTo>
                  <a:cubicBezTo>
                    <a:pt x="38002" y="15035"/>
                    <a:pt x="38014" y="15030"/>
                    <a:pt x="38025" y="15024"/>
                  </a:cubicBezTo>
                  <a:cubicBezTo>
                    <a:pt x="38467" y="16459"/>
                    <a:pt x="39524" y="17634"/>
                    <a:pt x="40895" y="18927"/>
                  </a:cubicBezTo>
                  <a:cubicBezTo>
                    <a:pt x="40906" y="18996"/>
                    <a:pt x="40964" y="19048"/>
                    <a:pt x="41033" y="19057"/>
                  </a:cubicBezTo>
                  <a:cubicBezTo>
                    <a:pt x="41172" y="19187"/>
                    <a:pt x="41316" y="19320"/>
                    <a:pt x="41461" y="19453"/>
                  </a:cubicBezTo>
                  <a:lnTo>
                    <a:pt x="41443" y="19476"/>
                  </a:lnTo>
                  <a:cubicBezTo>
                    <a:pt x="41360" y="19588"/>
                    <a:pt x="41477" y="19713"/>
                    <a:pt x="41594" y="19713"/>
                  </a:cubicBezTo>
                  <a:cubicBezTo>
                    <a:pt x="41618" y="19713"/>
                    <a:pt x="41643" y="19708"/>
                    <a:pt x="41666" y="19695"/>
                  </a:cubicBezTo>
                  <a:lnTo>
                    <a:pt x="41700" y="19675"/>
                  </a:lnTo>
                  <a:cubicBezTo>
                    <a:pt x="42102" y="20041"/>
                    <a:pt x="42520" y="20423"/>
                    <a:pt x="42956" y="20830"/>
                  </a:cubicBezTo>
                  <a:cubicBezTo>
                    <a:pt x="42973" y="20846"/>
                    <a:pt x="42992" y="20853"/>
                    <a:pt x="43011" y="20853"/>
                  </a:cubicBezTo>
                  <a:cubicBezTo>
                    <a:pt x="43074" y="20853"/>
                    <a:pt x="43130" y="20772"/>
                    <a:pt x="43072" y="20711"/>
                  </a:cubicBezTo>
                  <a:cubicBezTo>
                    <a:pt x="42702" y="20333"/>
                    <a:pt x="42292" y="19958"/>
                    <a:pt x="41871" y="19574"/>
                  </a:cubicBezTo>
                  <a:cubicBezTo>
                    <a:pt x="42528" y="19185"/>
                    <a:pt x="43050" y="18782"/>
                    <a:pt x="43210" y="18782"/>
                  </a:cubicBezTo>
                  <a:cubicBezTo>
                    <a:pt x="43351" y="18782"/>
                    <a:pt x="43210" y="19097"/>
                    <a:pt x="42630" y="20013"/>
                  </a:cubicBezTo>
                  <a:cubicBezTo>
                    <a:pt x="42554" y="20134"/>
                    <a:pt x="42661" y="20248"/>
                    <a:pt x="42777" y="20248"/>
                  </a:cubicBezTo>
                  <a:cubicBezTo>
                    <a:pt x="42801" y="20248"/>
                    <a:pt x="42826" y="20243"/>
                    <a:pt x="42849" y="20232"/>
                  </a:cubicBezTo>
                  <a:cubicBezTo>
                    <a:pt x="43877" y="19756"/>
                    <a:pt x="44340" y="19479"/>
                    <a:pt x="44403" y="19479"/>
                  </a:cubicBezTo>
                  <a:cubicBezTo>
                    <a:pt x="44484" y="19479"/>
                    <a:pt x="43912" y="19931"/>
                    <a:pt x="43028" y="21003"/>
                  </a:cubicBezTo>
                  <a:cubicBezTo>
                    <a:pt x="42973" y="21069"/>
                    <a:pt x="43031" y="21156"/>
                    <a:pt x="43095" y="21156"/>
                  </a:cubicBezTo>
                  <a:cubicBezTo>
                    <a:pt x="43116" y="21156"/>
                    <a:pt x="43137" y="21148"/>
                    <a:pt x="43155" y="21127"/>
                  </a:cubicBezTo>
                  <a:cubicBezTo>
                    <a:pt x="43860" y="20356"/>
                    <a:pt x="44561" y="19582"/>
                    <a:pt x="45263" y="18809"/>
                  </a:cubicBezTo>
                  <a:cubicBezTo>
                    <a:pt x="45448" y="18910"/>
                    <a:pt x="45632" y="19014"/>
                    <a:pt x="45820" y="19103"/>
                  </a:cubicBezTo>
                  <a:cubicBezTo>
                    <a:pt x="42353" y="22085"/>
                    <a:pt x="39524" y="25740"/>
                    <a:pt x="36596" y="29274"/>
                  </a:cubicBezTo>
                  <a:cubicBezTo>
                    <a:pt x="37751" y="27952"/>
                    <a:pt x="38917" y="26641"/>
                    <a:pt x="40092" y="25339"/>
                  </a:cubicBezTo>
                  <a:lnTo>
                    <a:pt x="40092" y="25339"/>
                  </a:lnTo>
                  <a:cubicBezTo>
                    <a:pt x="39373" y="26162"/>
                    <a:pt x="38660" y="26988"/>
                    <a:pt x="37950" y="27819"/>
                  </a:cubicBezTo>
                  <a:cubicBezTo>
                    <a:pt x="34610" y="31722"/>
                    <a:pt x="31397" y="35738"/>
                    <a:pt x="28111" y="39685"/>
                  </a:cubicBezTo>
                  <a:cubicBezTo>
                    <a:pt x="24855" y="43594"/>
                    <a:pt x="21159" y="47075"/>
                    <a:pt x="17527" y="50609"/>
                  </a:cubicBezTo>
                  <a:cubicBezTo>
                    <a:pt x="20007" y="47996"/>
                    <a:pt x="22378" y="45239"/>
                    <a:pt x="24800" y="42621"/>
                  </a:cubicBezTo>
                  <a:cubicBezTo>
                    <a:pt x="27441" y="39760"/>
                    <a:pt x="30008" y="36821"/>
                    <a:pt x="32569" y="33876"/>
                  </a:cubicBezTo>
                  <a:lnTo>
                    <a:pt x="32569" y="33876"/>
                  </a:lnTo>
                  <a:cubicBezTo>
                    <a:pt x="28357" y="38507"/>
                    <a:pt x="24052" y="43054"/>
                    <a:pt x="19797" y="47638"/>
                  </a:cubicBezTo>
                  <a:cubicBezTo>
                    <a:pt x="17285" y="50343"/>
                    <a:pt x="14666" y="52875"/>
                    <a:pt x="12048" y="55433"/>
                  </a:cubicBezTo>
                  <a:cubicBezTo>
                    <a:pt x="12778" y="54587"/>
                    <a:pt x="13509" y="53736"/>
                    <a:pt x="14216" y="52858"/>
                  </a:cubicBezTo>
                  <a:cubicBezTo>
                    <a:pt x="18076" y="48715"/>
                    <a:pt x="21916" y="44552"/>
                    <a:pt x="25738" y="40372"/>
                  </a:cubicBezTo>
                  <a:cubicBezTo>
                    <a:pt x="27820" y="38085"/>
                    <a:pt x="29731" y="35657"/>
                    <a:pt x="31639" y="33226"/>
                  </a:cubicBezTo>
                  <a:cubicBezTo>
                    <a:pt x="32673" y="32170"/>
                    <a:pt x="33686" y="31096"/>
                    <a:pt x="34656" y="29999"/>
                  </a:cubicBezTo>
                  <a:cubicBezTo>
                    <a:pt x="36983" y="27657"/>
                    <a:pt x="39197" y="25250"/>
                    <a:pt x="41059" y="22648"/>
                  </a:cubicBezTo>
                  <a:cubicBezTo>
                    <a:pt x="41136" y="22543"/>
                    <a:pt x="41035" y="22440"/>
                    <a:pt x="40932" y="22440"/>
                  </a:cubicBezTo>
                  <a:cubicBezTo>
                    <a:pt x="40899" y="22440"/>
                    <a:pt x="40865" y="22451"/>
                    <a:pt x="40837" y="22475"/>
                  </a:cubicBezTo>
                  <a:cubicBezTo>
                    <a:pt x="40294" y="22952"/>
                    <a:pt x="39781" y="23457"/>
                    <a:pt x="39264" y="23959"/>
                  </a:cubicBezTo>
                  <a:cubicBezTo>
                    <a:pt x="39555" y="23491"/>
                    <a:pt x="39832" y="23021"/>
                    <a:pt x="40095" y="22545"/>
                  </a:cubicBezTo>
                  <a:cubicBezTo>
                    <a:pt x="40160" y="22428"/>
                    <a:pt x="40068" y="22324"/>
                    <a:pt x="39964" y="22324"/>
                  </a:cubicBezTo>
                  <a:cubicBezTo>
                    <a:pt x="39929" y="22324"/>
                    <a:pt x="39893" y="22336"/>
                    <a:pt x="39861" y="22363"/>
                  </a:cubicBezTo>
                  <a:cubicBezTo>
                    <a:pt x="39134" y="22969"/>
                    <a:pt x="38427" y="23590"/>
                    <a:pt x="37725" y="24225"/>
                  </a:cubicBezTo>
                  <a:cubicBezTo>
                    <a:pt x="38256" y="23604"/>
                    <a:pt x="38802" y="22992"/>
                    <a:pt x="39324" y="22366"/>
                  </a:cubicBezTo>
                  <a:cubicBezTo>
                    <a:pt x="39422" y="22248"/>
                    <a:pt x="39327" y="22098"/>
                    <a:pt x="39209" y="22098"/>
                  </a:cubicBezTo>
                  <a:cubicBezTo>
                    <a:pt x="39174" y="22098"/>
                    <a:pt x="39137" y="22111"/>
                    <a:pt x="39102" y="22143"/>
                  </a:cubicBezTo>
                  <a:cubicBezTo>
                    <a:pt x="37711" y="23437"/>
                    <a:pt x="36319" y="24727"/>
                    <a:pt x="34925" y="26015"/>
                  </a:cubicBezTo>
                  <a:cubicBezTo>
                    <a:pt x="36097" y="24793"/>
                    <a:pt x="37266" y="23567"/>
                    <a:pt x="38461" y="22363"/>
                  </a:cubicBezTo>
                  <a:cubicBezTo>
                    <a:pt x="38568" y="22253"/>
                    <a:pt x="38464" y="22101"/>
                    <a:pt x="38346" y="22101"/>
                  </a:cubicBezTo>
                  <a:cubicBezTo>
                    <a:pt x="38312" y="22101"/>
                    <a:pt x="38276" y="22115"/>
                    <a:pt x="38245" y="22146"/>
                  </a:cubicBezTo>
                  <a:cubicBezTo>
                    <a:pt x="36354" y="24043"/>
                    <a:pt x="34489" y="25969"/>
                    <a:pt x="32653" y="27920"/>
                  </a:cubicBezTo>
                  <a:cubicBezTo>
                    <a:pt x="34359" y="26012"/>
                    <a:pt x="36053" y="24095"/>
                    <a:pt x="37705" y="22146"/>
                  </a:cubicBezTo>
                  <a:cubicBezTo>
                    <a:pt x="37802" y="22044"/>
                    <a:pt x="37725" y="21881"/>
                    <a:pt x="37595" y="21881"/>
                  </a:cubicBezTo>
                  <a:cubicBezTo>
                    <a:pt x="37582" y="21881"/>
                    <a:pt x="37568" y="21883"/>
                    <a:pt x="37555" y="21886"/>
                  </a:cubicBezTo>
                  <a:cubicBezTo>
                    <a:pt x="37146" y="21974"/>
                    <a:pt x="36679" y="22165"/>
                    <a:pt x="36457" y="22165"/>
                  </a:cubicBezTo>
                  <a:cubicBezTo>
                    <a:pt x="36285" y="22165"/>
                    <a:pt x="36261" y="22051"/>
                    <a:pt x="36524" y="21687"/>
                  </a:cubicBezTo>
                  <a:cubicBezTo>
                    <a:pt x="36582" y="21684"/>
                    <a:pt x="36642" y="21683"/>
                    <a:pt x="36703" y="21683"/>
                  </a:cubicBezTo>
                  <a:cubicBezTo>
                    <a:pt x="37627" y="21683"/>
                    <a:pt x="38824" y="22014"/>
                    <a:pt x="39734" y="22163"/>
                  </a:cubicBezTo>
                  <a:cubicBezTo>
                    <a:pt x="40128" y="22228"/>
                    <a:pt x="40556" y="22279"/>
                    <a:pt x="40983" y="22279"/>
                  </a:cubicBezTo>
                  <a:cubicBezTo>
                    <a:pt x="41775" y="22279"/>
                    <a:pt x="42562" y="22105"/>
                    <a:pt x="43109" y="21525"/>
                  </a:cubicBezTo>
                  <a:cubicBezTo>
                    <a:pt x="43199" y="21431"/>
                    <a:pt x="43118" y="21295"/>
                    <a:pt x="43012" y="21295"/>
                  </a:cubicBezTo>
                  <a:cubicBezTo>
                    <a:pt x="42991" y="21295"/>
                    <a:pt x="42969" y="21300"/>
                    <a:pt x="42948" y="21312"/>
                  </a:cubicBezTo>
                  <a:cubicBezTo>
                    <a:pt x="42221" y="21715"/>
                    <a:pt x="41484" y="21855"/>
                    <a:pt x="40740" y="21855"/>
                  </a:cubicBezTo>
                  <a:cubicBezTo>
                    <a:pt x="39417" y="21855"/>
                    <a:pt x="38071" y="21412"/>
                    <a:pt x="36715" y="21216"/>
                  </a:cubicBezTo>
                  <a:cubicBezTo>
                    <a:pt x="36524" y="21189"/>
                    <a:pt x="36333" y="21171"/>
                    <a:pt x="36148" y="21171"/>
                  </a:cubicBezTo>
                  <a:cubicBezTo>
                    <a:pt x="35552" y="21171"/>
                    <a:pt x="35022" y="21357"/>
                    <a:pt x="34795" y="22005"/>
                  </a:cubicBezTo>
                  <a:cubicBezTo>
                    <a:pt x="34694" y="22288"/>
                    <a:pt x="34873" y="23572"/>
                    <a:pt x="34881" y="23578"/>
                  </a:cubicBezTo>
                  <a:cubicBezTo>
                    <a:pt x="34411" y="23308"/>
                    <a:pt x="33916" y="23209"/>
                    <a:pt x="33407" y="23209"/>
                  </a:cubicBezTo>
                  <a:cubicBezTo>
                    <a:pt x="33197" y="23209"/>
                    <a:pt x="32985" y="23226"/>
                    <a:pt x="32771" y="23255"/>
                  </a:cubicBezTo>
                  <a:cubicBezTo>
                    <a:pt x="30943" y="23503"/>
                    <a:pt x="30984" y="25859"/>
                    <a:pt x="31319" y="27149"/>
                  </a:cubicBezTo>
                  <a:cubicBezTo>
                    <a:pt x="31330" y="27194"/>
                    <a:pt x="31363" y="27213"/>
                    <a:pt x="31396" y="27213"/>
                  </a:cubicBezTo>
                  <a:cubicBezTo>
                    <a:pt x="31447" y="27213"/>
                    <a:pt x="31501" y="27169"/>
                    <a:pt x="31489" y="27103"/>
                  </a:cubicBezTo>
                  <a:cubicBezTo>
                    <a:pt x="31313" y="26156"/>
                    <a:pt x="31426" y="25348"/>
                    <a:pt x="31746" y="24753"/>
                  </a:cubicBezTo>
                  <a:cubicBezTo>
                    <a:pt x="31761" y="24823"/>
                    <a:pt x="31819" y="24884"/>
                    <a:pt x="31890" y="24884"/>
                  </a:cubicBezTo>
                  <a:cubicBezTo>
                    <a:pt x="31913" y="24884"/>
                    <a:pt x="31938" y="24878"/>
                    <a:pt x="31963" y="24863"/>
                  </a:cubicBezTo>
                  <a:cubicBezTo>
                    <a:pt x="32381" y="24606"/>
                    <a:pt x="32607" y="24503"/>
                    <a:pt x="32702" y="24503"/>
                  </a:cubicBezTo>
                  <a:cubicBezTo>
                    <a:pt x="33011" y="24503"/>
                    <a:pt x="31969" y="25574"/>
                    <a:pt x="31636" y="26049"/>
                  </a:cubicBezTo>
                  <a:cubicBezTo>
                    <a:pt x="31561" y="26157"/>
                    <a:pt x="31667" y="26296"/>
                    <a:pt x="31781" y="26296"/>
                  </a:cubicBezTo>
                  <a:cubicBezTo>
                    <a:pt x="31807" y="26296"/>
                    <a:pt x="31834" y="26288"/>
                    <a:pt x="31859" y="26272"/>
                  </a:cubicBezTo>
                  <a:cubicBezTo>
                    <a:pt x="31884" y="26253"/>
                    <a:pt x="32747" y="25579"/>
                    <a:pt x="32959" y="25579"/>
                  </a:cubicBezTo>
                  <a:cubicBezTo>
                    <a:pt x="33084" y="25579"/>
                    <a:pt x="32982" y="25814"/>
                    <a:pt x="32346" y="26557"/>
                  </a:cubicBezTo>
                  <a:cubicBezTo>
                    <a:pt x="30897" y="28252"/>
                    <a:pt x="29234" y="29788"/>
                    <a:pt x="27649" y="31359"/>
                  </a:cubicBezTo>
                  <a:cubicBezTo>
                    <a:pt x="24835" y="34147"/>
                    <a:pt x="22262" y="37164"/>
                    <a:pt x="19710" y="40193"/>
                  </a:cubicBezTo>
                  <a:cubicBezTo>
                    <a:pt x="14493" y="46397"/>
                    <a:pt x="9611" y="52872"/>
                    <a:pt x="4470" y="59134"/>
                  </a:cubicBezTo>
                  <a:cubicBezTo>
                    <a:pt x="4369" y="59259"/>
                    <a:pt x="4276" y="59374"/>
                    <a:pt x="4190" y="59484"/>
                  </a:cubicBezTo>
                  <a:cubicBezTo>
                    <a:pt x="4250" y="59394"/>
                    <a:pt x="4314" y="59308"/>
                    <a:pt x="4386" y="59207"/>
                  </a:cubicBezTo>
                  <a:cubicBezTo>
                    <a:pt x="5991" y="56911"/>
                    <a:pt x="7801" y="54761"/>
                    <a:pt x="9582" y="52598"/>
                  </a:cubicBezTo>
                  <a:cubicBezTo>
                    <a:pt x="11751" y="49965"/>
                    <a:pt x="13896" y="47318"/>
                    <a:pt x="15977" y="44610"/>
                  </a:cubicBezTo>
                  <a:cubicBezTo>
                    <a:pt x="20553" y="38660"/>
                    <a:pt x="25877" y="33186"/>
                    <a:pt x="30086" y="26967"/>
                  </a:cubicBezTo>
                  <a:cubicBezTo>
                    <a:pt x="30164" y="26852"/>
                    <a:pt x="30051" y="26724"/>
                    <a:pt x="29938" y="26724"/>
                  </a:cubicBezTo>
                  <a:cubicBezTo>
                    <a:pt x="29900" y="26724"/>
                    <a:pt x="29863" y="26738"/>
                    <a:pt x="29832" y="26771"/>
                  </a:cubicBezTo>
                  <a:cubicBezTo>
                    <a:pt x="25395" y="31431"/>
                    <a:pt x="21338" y="36630"/>
                    <a:pt x="17297" y="41700"/>
                  </a:cubicBezTo>
                  <a:cubicBezTo>
                    <a:pt x="21177" y="36382"/>
                    <a:pt x="25602" y="31509"/>
                    <a:pt x="29330" y="26104"/>
                  </a:cubicBezTo>
                  <a:cubicBezTo>
                    <a:pt x="29405" y="25994"/>
                    <a:pt x="29290" y="25861"/>
                    <a:pt x="29179" y="25861"/>
                  </a:cubicBezTo>
                  <a:cubicBezTo>
                    <a:pt x="29143" y="25861"/>
                    <a:pt x="29107" y="25875"/>
                    <a:pt x="29078" y="25911"/>
                  </a:cubicBezTo>
                  <a:cubicBezTo>
                    <a:pt x="24803" y="31356"/>
                    <a:pt x="20490" y="36725"/>
                    <a:pt x="16003" y="41983"/>
                  </a:cubicBezTo>
                  <a:cubicBezTo>
                    <a:pt x="16029" y="41945"/>
                    <a:pt x="16058" y="41908"/>
                    <a:pt x="16084" y="41870"/>
                  </a:cubicBezTo>
                  <a:cubicBezTo>
                    <a:pt x="18498" y="38515"/>
                    <a:pt x="20732" y="35063"/>
                    <a:pt x="23564" y="32040"/>
                  </a:cubicBezTo>
                  <a:cubicBezTo>
                    <a:pt x="25487" y="29993"/>
                    <a:pt x="27326" y="28056"/>
                    <a:pt x="28371" y="25420"/>
                  </a:cubicBezTo>
                  <a:cubicBezTo>
                    <a:pt x="28413" y="25316"/>
                    <a:pt x="28310" y="25220"/>
                    <a:pt x="28212" y="25220"/>
                  </a:cubicBezTo>
                  <a:cubicBezTo>
                    <a:pt x="28175" y="25220"/>
                    <a:pt x="28138" y="25234"/>
                    <a:pt x="28111" y="25267"/>
                  </a:cubicBezTo>
                  <a:cubicBezTo>
                    <a:pt x="23368" y="30960"/>
                    <a:pt x="18379" y="36532"/>
                    <a:pt x="13870" y="42407"/>
                  </a:cubicBezTo>
                  <a:cubicBezTo>
                    <a:pt x="11150" y="45955"/>
                    <a:pt x="8595" y="49648"/>
                    <a:pt x="5702" y="53057"/>
                  </a:cubicBezTo>
                  <a:cubicBezTo>
                    <a:pt x="3632" y="55503"/>
                    <a:pt x="1603" y="57769"/>
                    <a:pt x="32" y="60581"/>
                  </a:cubicBezTo>
                  <a:cubicBezTo>
                    <a:pt x="0" y="60637"/>
                    <a:pt x="48" y="60687"/>
                    <a:pt x="96" y="60687"/>
                  </a:cubicBezTo>
                  <a:cubicBezTo>
                    <a:pt x="118" y="60687"/>
                    <a:pt x="139" y="60677"/>
                    <a:pt x="153" y="60653"/>
                  </a:cubicBezTo>
                  <a:cubicBezTo>
                    <a:pt x="2579" y="56579"/>
                    <a:pt x="6060" y="53280"/>
                    <a:pt x="8918" y="49515"/>
                  </a:cubicBezTo>
                  <a:cubicBezTo>
                    <a:pt x="12749" y="44471"/>
                    <a:pt x="16644" y="39540"/>
                    <a:pt x="20726" y="34699"/>
                  </a:cubicBezTo>
                  <a:cubicBezTo>
                    <a:pt x="22187" y="32967"/>
                    <a:pt x="23625" y="31211"/>
                    <a:pt x="25063" y="29465"/>
                  </a:cubicBezTo>
                  <a:cubicBezTo>
                    <a:pt x="25790" y="28584"/>
                    <a:pt x="26515" y="27701"/>
                    <a:pt x="27239" y="26817"/>
                  </a:cubicBezTo>
                  <a:lnTo>
                    <a:pt x="27239" y="26817"/>
                  </a:lnTo>
                  <a:cubicBezTo>
                    <a:pt x="26281" y="27987"/>
                    <a:pt x="25438" y="29557"/>
                    <a:pt x="24344" y="30761"/>
                  </a:cubicBezTo>
                  <a:cubicBezTo>
                    <a:pt x="21185" y="34246"/>
                    <a:pt x="18547" y="37875"/>
                    <a:pt x="15818" y="41714"/>
                  </a:cubicBezTo>
                  <a:cubicBezTo>
                    <a:pt x="15001" y="42863"/>
                    <a:pt x="14167" y="43995"/>
                    <a:pt x="13312" y="45115"/>
                  </a:cubicBezTo>
                  <a:cubicBezTo>
                    <a:pt x="10717" y="48074"/>
                    <a:pt x="8127" y="51039"/>
                    <a:pt x="5584" y="54039"/>
                  </a:cubicBezTo>
                  <a:cubicBezTo>
                    <a:pt x="3999" y="55910"/>
                    <a:pt x="1764" y="58052"/>
                    <a:pt x="1132" y="60471"/>
                  </a:cubicBezTo>
                  <a:cubicBezTo>
                    <a:pt x="1107" y="60569"/>
                    <a:pt x="1198" y="60666"/>
                    <a:pt x="1289" y="60666"/>
                  </a:cubicBezTo>
                  <a:cubicBezTo>
                    <a:pt x="1324" y="60666"/>
                    <a:pt x="1358" y="60652"/>
                    <a:pt x="1386" y="60618"/>
                  </a:cubicBezTo>
                  <a:cubicBezTo>
                    <a:pt x="5376" y="55710"/>
                    <a:pt x="9392" y="50800"/>
                    <a:pt x="13209" y="45750"/>
                  </a:cubicBezTo>
                  <a:cubicBezTo>
                    <a:pt x="14970" y="43732"/>
                    <a:pt x="16719" y="41708"/>
                    <a:pt x="18457" y="39673"/>
                  </a:cubicBezTo>
                  <a:lnTo>
                    <a:pt x="18457" y="39673"/>
                  </a:lnTo>
                  <a:cubicBezTo>
                    <a:pt x="16762" y="41937"/>
                    <a:pt x="15079" y="44209"/>
                    <a:pt x="13385" y="46472"/>
                  </a:cubicBezTo>
                  <a:cubicBezTo>
                    <a:pt x="9383" y="51091"/>
                    <a:pt x="4891" y="55578"/>
                    <a:pt x="2114" y="60973"/>
                  </a:cubicBezTo>
                  <a:cubicBezTo>
                    <a:pt x="2050" y="61098"/>
                    <a:pt x="2145" y="61199"/>
                    <a:pt x="2249" y="61199"/>
                  </a:cubicBezTo>
                  <a:cubicBezTo>
                    <a:pt x="2296" y="61199"/>
                    <a:pt x="2345" y="61178"/>
                    <a:pt x="2382" y="61129"/>
                  </a:cubicBezTo>
                  <a:cubicBezTo>
                    <a:pt x="3332" y="59882"/>
                    <a:pt x="4299" y="58647"/>
                    <a:pt x="5269" y="57417"/>
                  </a:cubicBezTo>
                  <a:lnTo>
                    <a:pt x="5269" y="57417"/>
                  </a:lnTo>
                  <a:cubicBezTo>
                    <a:pt x="4276" y="58805"/>
                    <a:pt x="3300" y="60203"/>
                    <a:pt x="2368" y="61614"/>
                  </a:cubicBezTo>
                  <a:cubicBezTo>
                    <a:pt x="2249" y="61378"/>
                    <a:pt x="2076" y="61178"/>
                    <a:pt x="1860" y="61031"/>
                  </a:cubicBezTo>
                  <a:cubicBezTo>
                    <a:pt x="1850" y="61025"/>
                    <a:pt x="1839" y="61022"/>
                    <a:pt x="1830" y="61022"/>
                  </a:cubicBezTo>
                  <a:cubicBezTo>
                    <a:pt x="1783" y="61022"/>
                    <a:pt x="1747" y="61085"/>
                    <a:pt x="1788" y="61124"/>
                  </a:cubicBezTo>
                  <a:cubicBezTo>
                    <a:pt x="1993" y="61323"/>
                    <a:pt x="2120" y="61585"/>
                    <a:pt x="2209" y="61883"/>
                  </a:cubicBezTo>
                  <a:cubicBezTo>
                    <a:pt x="2197" y="61929"/>
                    <a:pt x="2212" y="61975"/>
                    <a:pt x="2241" y="62010"/>
                  </a:cubicBezTo>
                  <a:cubicBezTo>
                    <a:pt x="2553" y="63217"/>
                    <a:pt x="2316" y="64866"/>
                    <a:pt x="3836" y="64866"/>
                  </a:cubicBezTo>
                  <a:cubicBezTo>
                    <a:pt x="3890" y="64866"/>
                    <a:pt x="3946" y="64864"/>
                    <a:pt x="4005" y="64859"/>
                  </a:cubicBezTo>
                  <a:cubicBezTo>
                    <a:pt x="5312" y="64767"/>
                    <a:pt x="4321" y="61950"/>
                    <a:pt x="5736" y="61950"/>
                  </a:cubicBezTo>
                  <a:cubicBezTo>
                    <a:pt x="5827" y="61950"/>
                    <a:pt x="5928" y="61962"/>
                    <a:pt x="6040" y="61987"/>
                  </a:cubicBezTo>
                  <a:cubicBezTo>
                    <a:pt x="6649" y="62120"/>
                    <a:pt x="7036" y="62339"/>
                    <a:pt x="7290" y="62607"/>
                  </a:cubicBezTo>
                  <a:cubicBezTo>
                    <a:pt x="7235" y="62715"/>
                    <a:pt x="7323" y="62801"/>
                    <a:pt x="7421" y="62801"/>
                  </a:cubicBezTo>
                  <a:cubicBezTo>
                    <a:pt x="7431" y="62801"/>
                    <a:pt x="7442" y="62800"/>
                    <a:pt x="7452" y="62798"/>
                  </a:cubicBezTo>
                  <a:lnTo>
                    <a:pt x="7452" y="62798"/>
                  </a:lnTo>
                  <a:cubicBezTo>
                    <a:pt x="8390" y="64230"/>
                    <a:pt x="6167" y="66822"/>
                    <a:pt x="7879" y="67576"/>
                  </a:cubicBezTo>
                  <a:cubicBezTo>
                    <a:pt x="8108" y="67677"/>
                    <a:pt x="8309" y="67721"/>
                    <a:pt x="8488" y="67721"/>
                  </a:cubicBezTo>
                  <a:cubicBezTo>
                    <a:pt x="9668" y="67721"/>
                    <a:pt x="9904" y="65812"/>
                    <a:pt x="11065" y="65812"/>
                  </a:cubicBezTo>
                  <a:cubicBezTo>
                    <a:pt x="11282" y="65812"/>
                    <a:pt x="11532" y="65879"/>
                    <a:pt x="11826" y="66037"/>
                  </a:cubicBezTo>
                  <a:cubicBezTo>
                    <a:pt x="11850" y="66051"/>
                    <a:pt x="11877" y="66057"/>
                    <a:pt x="11902" y="66057"/>
                  </a:cubicBezTo>
                  <a:cubicBezTo>
                    <a:pt x="11970" y="66057"/>
                    <a:pt x="12034" y="66014"/>
                    <a:pt x="12057" y="65945"/>
                  </a:cubicBezTo>
                  <a:cubicBezTo>
                    <a:pt x="12657" y="64366"/>
                    <a:pt x="11572" y="63381"/>
                    <a:pt x="10659" y="62296"/>
                  </a:cubicBezTo>
                  <a:cubicBezTo>
                    <a:pt x="10698" y="62199"/>
                    <a:pt x="10632" y="62106"/>
                    <a:pt x="10544" y="62106"/>
                  </a:cubicBezTo>
                  <a:cubicBezTo>
                    <a:pt x="10533" y="62106"/>
                    <a:pt x="10521" y="62108"/>
                    <a:pt x="10509" y="62111"/>
                  </a:cubicBezTo>
                  <a:cubicBezTo>
                    <a:pt x="10371" y="61941"/>
                    <a:pt x="10238" y="61762"/>
                    <a:pt x="10117" y="61574"/>
                  </a:cubicBezTo>
                  <a:lnTo>
                    <a:pt x="10134" y="61548"/>
                  </a:lnTo>
                  <a:cubicBezTo>
                    <a:pt x="10310" y="61406"/>
                    <a:pt x="10460" y="61253"/>
                    <a:pt x="10625" y="61106"/>
                  </a:cubicBezTo>
                  <a:cubicBezTo>
                    <a:pt x="10827" y="61297"/>
                    <a:pt x="11014" y="61499"/>
                    <a:pt x="11182" y="61718"/>
                  </a:cubicBezTo>
                  <a:cubicBezTo>
                    <a:pt x="11110" y="61834"/>
                    <a:pt x="11032" y="61941"/>
                    <a:pt x="10962" y="62059"/>
                  </a:cubicBezTo>
                  <a:cubicBezTo>
                    <a:pt x="10898" y="62167"/>
                    <a:pt x="10990" y="62270"/>
                    <a:pt x="11089" y="62270"/>
                  </a:cubicBezTo>
                  <a:cubicBezTo>
                    <a:pt x="11122" y="62270"/>
                    <a:pt x="11156" y="62259"/>
                    <a:pt x="11185" y="62232"/>
                  </a:cubicBezTo>
                  <a:cubicBezTo>
                    <a:pt x="11231" y="62189"/>
                    <a:pt x="11274" y="62148"/>
                    <a:pt x="11318" y="62105"/>
                  </a:cubicBezTo>
                  <a:lnTo>
                    <a:pt x="11318" y="62105"/>
                  </a:lnTo>
                  <a:cubicBezTo>
                    <a:pt x="11283" y="62212"/>
                    <a:pt x="11242" y="62313"/>
                    <a:pt x="11214" y="62428"/>
                  </a:cubicBezTo>
                  <a:cubicBezTo>
                    <a:pt x="11196" y="62498"/>
                    <a:pt x="11252" y="62542"/>
                    <a:pt x="11305" y="62542"/>
                  </a:cubicBezTo>
                  <a:cubicBezTo>
                    <a:pt x="11341" y="62542"/>
                    <a:pt x="11375" y="62523"/>
                    <a:pt x="11387" y="62478"/>
                  </a:cubicBezTo>
                  <a:cubicBezTo>
                    <a:pt x="11416" y="62374"/>
                    <a:pt x="11471" y="62275"/>
                    <a:pt x="11508" y="62174"/>
                  </a:cubicBezTo>
                  <a:cubicBezTo>
                    <a:pt x="12360" y="63442"/>
                    <a:pt x="12978" y="65053"/>
                    <a:pt x="13708" y="66055"/>
                  </a:cubicBezTo>
                  <a:cubicBezTo>
                    <a:pt x="13961" y="66400"/>
                    <a:pt x="14296" y="66615"/>
                    <a:pt x="14622" y="66615"/>
                  </a:cubicBezTo>
                  <a:cubicBezTo>
                    <a:pt x="14899" y="66615"/>
                    <a:pt x="15168" y="66460"/>
                    <a:pt x="15374" y="66095"/>
                  </a:cubicBezTo>
                  <a:cubicBezTo>
                    <a:pt x="15446" y="65968"/>
                    <a:pt x="15524" y="65844"/>
                    <a:pt x="15611" y="65725"/>
                  </a:cubicBezTo>
                  <a:cubicBezTo>
                    <a:pt x="15614" y="65726"/>
                    <a:pt x="15617" y="65726"/>
                    <a:pt x="15621" y="65726"/>
                  </a:cubicBezTo>
                  <a:cubicBezTo>
                    <a:pt x="15657" y="65726"/>
                    <a:pt x="15691" y="65711"/>
                    <a:pt x="15714" y="65682"/>
                  </a:cubicBezTo>
                  <a:lnTo>
                    <a:pt x="15908" y="65428"/>
                  </a:lnTo>
                  <a:cubicBezTo>
                    <a:pt x="15981" y="65381"/>
                    <a:pt x="16050" y="65360"/>
                    <a:pt x="16115" y="65360"/>
                  </a:cubicBezTo>
                  <a:cubicBezTo>
                    <a:pt x="16759" y="65360"/>
                    <a:pt x="17034" y="67467"/>
                    <a:pt x="18012" y="67467"/>
                  </a:cubicBezTo>
                  <a:cubicBezTo>
                    <a:pt x="18155" y="67467"/>
                    <a:pt x="18313" y="67422"/>
                    <a:pt x="18489" y="67319"/>
                  </a:cubicBezTo>
                  <a:cubicBezTo>
                    <a:pt x="18849" y="67108"/>
                    <a:pt x="19112" y="67024"/>
                    <a:pt x="19330" y="67024"/>
                  </a:cubicBezTo>
                  <a:cubicBezTo>
                    <a:pt x="19846" y="67024"/>
                    <a:pt x="20115" y="67494"/>
                    <a:pt x="20839" y="67894"/>
                  </a:cubicBezTo>
                  <a:cubicBezTo>
                    <a:pt x="22098" y="68589"/>
                    <a:pt x="26073" y="68647"/>
                    <a:pt x="24500" y="71531"/>
                  </a:cubicBezTo>
                  <a:cubicBezTo>
                    <a:pt x="24444" y="71635"/>
                    <a:pt x="24527" y="71724"/>
                    <a:pt x="24615" y="71724"/>
                  </a:cubicBezTo>
                  <a:cubicBezTo>
                    <a:pt x="24654" y="71724"/>
                    <a:pt x="24693" y="71706"/>
                    <a:pt x="24722" y="71664"/>
                  </a:cubicBezTo>
                  <a:cubicBezTo>
                    <a:pt x="25660" y="70281"/>
                    <a:pt x="25091" y="69161"/>
                    <a:pt x="23931" y="68113"/>
                  </a:cubicBezTo>
                  <a:cubicBezTo>
                    <a:pt x="23807" y="68001"/>
                    <a:pt x="23607" y="67923"/>
                    <a:pt x="23429" y="67923"/>
                  </a:cubicBezTo>
                  <a:cubicBezTo>
                    <a:pt x="23391" y="67923"/>
                    <a:pt x="23354" y="67926"/>
                    <a:pt x="23319" y="67934"/>
                  </a:cubicBezTo>
                  <a:cubicBezTo>
                    <a:pt x="23073" y="67985"/>
                    <a:pt x="22844" y="68009"/>
                    <a:pt x="22631" y="68009"/>
                  </a:cubicBezTo>
                  <a:cubicBezTo>
                    <a:pt x="21191" y="68009"/>
                    <a:pt x="20434" y="66922"/>
                    <a:pt x="19470" y="65783"/>
                  </a:cubicBezTo>
                  <a:cubicBezTo>
                    <a:pt x="19447" y="65762"/>
                    <a:pt x="19417" y="65751"/>
                    <a:pt x="19384" y="65751"/>
                  </a:cubicBezTo>
                  <a:cubicBezTo>
                    <a:pt x="19380" y="65751"/>
                    <a:pt x="19376" y="65751"/>
                    <a:pt x="19372" y="65751"/>
                  </a:cubicBezTo>
                  <a:cubicBezTo>
                    <a:pt x="26948" y="56597"/>
                    <a:pt x="34382" y="47324"/>
                    <a:pt x="41960" y="38172"/>
                  </a:cubicBezTo>
                  <a:cubicBezTo>
                    <a:pt x="49308" y="29303"/>
                    <a:pt x="57117" y="20659"/>
                    <a:pt x="64130" y="11551"/>
                  </a:cubicBezTo>
                  <a:cubicBezTo>
                    <a:pt x="64205" y="11452"/>
                    <a:pt x="64101" y="11322"/>
                    <a:pt x="63996" y="11322"/>
                  </a:cubicBezTo>
                  <a:cubicBezTo>
                    <a:pt x="63973" y="11322"/>
                    <a:pt x="63949" y="11328"/>
                    <a:pt x="63927" y="11343"/>
                  </a:cubicBezTo>
                  <a:cubicBezTo>
                    <a:pt x="63696" y="11504"/>
                    <a:pt x="61783" y="13157"/>
                    <a:pt x="61682" y="13157"/>
                  </a:cubicBezTo>
                  <a:cubicBezTo>
                    <a:pt x="61647" y="13157"/>
                    <a:pt x="61830" y="12958"/>
                    <a:pt x="62377" y="12428"/>
                  </a:cubicBezTo>
                  <a:cubicBezTo>
                    <a:pt x="62474" y="12336"/>
                    <a:pt x="62380" y="12201"/>
                    <a:pt x="62275" y="12201"/>
                  </a:cubicBezTo>
                  <a:cubicBezTo>
                    <a:pt x="62245" y="12201"/>
                    <a:pt x="62214" y="12212"/>
                    <a:pt x="62187" y="12238"/>
                  </a:cubicBezTo>
                  <a:cubicBezTo>
                    <a:pt x="61664" y="12688"/>
                    <a:pt x="61191" y="13194"/>
                    <a:pt x="60781" y="13745"/>
                  </a:cubicBezTo>
                  <a:cubicBezTo>
                    <a:pt x="60703" y="13837"/>
                    <a:pt x="60773" y="13991"/>
                    <a:pt x="60876" y="13991"/>
                  </a:cubicBezTo>
                  <a:cubicBezTo>
                    <a:pt x="60900" y="13991"/>
                    <a:pt x="60925" y="13983"/>
                    <a:pt x="60951" y="13964"/>
                  </a:cubicBezTo>
                  <a:cubicBezTo>
                    <a:pt x="61309" y="13713"/>
                    <a:pt x="61661" y="13453"/>
                    <a:pt x="62005" y="13185"/>
                  </a:cubicBezTo>
                  <a:cubicBezTo>
                    <a:pt x="62545" y="12728"/>
                    <a:pt x="62796" y="12548"/>
                    <a:pt x="62858" y="12548"/>
                  </a:cubicBezTo>
                  <a:cubicBezTo>
                    <a:pt x="63082" y="12548"/>
                    <a:pt x="60778" y="14941"/>
                    <a:pt x="60714" y="15009"/>
                  </a:cubicBezTo>
                  <a:cubicBezTo>
                    <a:pt x="60630" y="15096"/>
                    <a:pt x="60561" y="15177"/>
                    <a:pt x="60483" y="15258"/>
                  </a:cubicBezTo>
                  <a:cubicBezTo>
                    <a:pt x="60483" y="15255"/>
                    <a:pt x="60486" y="15252"/>
                    <a:pt x="60483" y="15249"/>
                  </a:cubicBezTo>
                  <a:cubicBezTo>
                    <a:pt x="60096" y="14183"/>
                    <a:pt x="59382" y="13162"/>
                    <a:pt x="58298" y="13162"/>
                  </a:cubicBezTo>
                  <a:cubicBezTo>
                    <a:pt x="58032" y="13162"/>
                    <a:pt x="57743" y="13223"/>
                    <a:pt x="57432" y="13361"/>
                  </a:cubicBezTo>
                  <a:cubicBezTo>
                    <a:pt x="56987" y="13560"/>
                    <a:pt x="56566" y="13800"/>
                    <a:pt x="56167" y="14080"/>
                  </a:cubicBezTo>
                  <a:cubicBezTo>
                    <a:pt x="55841" y="14306"/>
                    <a:pt x="55550" y="14758"/>
                    <a:pt x="55340" y="14758"/>
                  </a:cubicBezTo>
                  <a:cubicBezTo>
                    <a:pt x="55210" y="14758"/>
                    <a:pt x="55110" y="14584"/>
                    <a:pt x="55053" y="14074"/>
                  </a:cubicBezTo>
                  <a:cubicBezTo>
                    <a:pt x="54943" y="13113"/>
                    <a:pt x="54929" y="12232"/>
                    <a:pt x="54735" y="11349"/>
                  </a:cubicBezTo>
                  <a:cubicBezTo>
                    <a:pt x="54810" y="11274"/>
                    <a:pt x="54767" y="11187"/>
                    <a:pt x="54692" y="11147"/>
                  </a:cubicBezTo>
                  <a:cubicBezTo>
                    <a:pt x="54608" y="10809"/>
                    <a:pt x="54493" y="10477"/>
                    <a:pt x="54348" y="10162"/>
                  </a:cubicBezTo>
                  <a:cubicBezTo>
                    <a:pt x="54322" y="10101"/>
                    <a:pt x="54255" y="10069"/>
                    <a:pt x="54190" y="10069"/>
                  </a:cubicBezTo>
                  <a:cubicBezTo>
                    <a:pt x="54156" y="10069"/>
                    <a:pt x="54122" y="10078"/>
                    <a:pt x="54094" y="10096"/>
                  </a:cubicBezTo>
                  <a:cubicBezTo>
                    <a:pt x="51762" y="11571"/>
                    <a:pt x="49007" y="15399"/>
                    <a:pt x="48791" y="18569"/>
                  </a:cubicBezTo>
                  <a:cubicBezTo>
                    <a:pt x="48623" y="18725"/>
                    <a:pt x="48450" y="18875"/>
                    <a:pt x="48286" y="19034"/>
                  </a:cubicBezTo>
                  <a:cubicBezTo>
                    <a:pt x="48191" y="19124"/>
                    <a:pt x="48277" y="19247"/>
                    <a:pt x="48378" y="19247"/>
                  </a:cubicBezTo>
                  <a:cubicBezTo>
                    <a:pt x="48407" y="19247"/>
                    <a:pt x="48437" y="19237"/>
                    <a:pt x="48465" y="19213"/>
                  </a:cubicBezTo>
                  <a:cubicBezTo>
                    <a:pt x="48574" y="19123"/>
                    <a:pt x="48675" y="19031"/>
                    <a:pt x="48782" y="18942"/>
                  </a:cubicBezTo>
                  <a:lnTo>
                    <a:pt x="48782" y="18942"/>
                  </a:lnTo>
                  <a:cubicBezTo>
                    <a:pt x="48776" y="19265"/>
                    <a:pt x="48802" y="19591"/>
                    <a:pt x="48863" y="19912"/>
                  </a:cubicBezTo>
                  <a:cubicBezTo>
                    <a:pt x="48870" y="19944"/>
                    <a:pt x="48897" y="19959"/>
                    <a:pt x="48925" y="19959"/>
                  </a:cubicBezTo>
                  <a:cubicBezTo>
                    <a:pt x="48954" y="19959"/>
                    <a:pt x="48984" y="19943"/>
                    <a:pt x="48993" y="19912"/>
                  </a:cubicBezTo>
                  <a:cubicBezTo>
                    <a:pt x="49137" y="19395"/>
                    <a:pt x="49273" y="18892"/>
                    <a:pt x="49409" y="18399"/>
                  </a:cubicBezTo>
                  <a:cubicBezTo>
                    <a:pt x="50786" y="17201"/>
                    <a:pt x="52125" y="15994"/>
                    <a:pt x="53679" y="14981"/>
                  </a:cubicBezTo>
                  <a:lnTo>
                    <a:pt x="53679" y="14981"/>
                  </a:lnTo>
                  <a:cubicBezTo>
                    <a:pt x="53243" y="15266"/>
                    <a:pt x="52512" y="16118"/>
                    <a:pt x="51747" y="17027"/>
                  </a:cubicBezTo>
                  <a:cubicBezTo>
                    <a:pt x="50924" y="17810"/>
                    <a:pt x="50171" y="18676"/>
                    <a:pt x="49440" y="19568"/>
                  </a:cubicBezTo>
                  <a:cubicBezTo>
                    <a:pt x="48479" y="20440"/>
                    <a:pt x="47532" y="21326"/>
                    <a:pt x="46600" y="22224"/>
                  </a:cubicBezTo>
                  <a:cubicBezTo>
                    <a:pt x="47105" y="21621"/>
                    <a:pt x="47601" y="21009"/>
                    <a:pt x="48060" y="20379"/>
                  </a:cubicBezTo>
                  <a:cubicBezTo>
                    <a:pt x="48133" y="20281"/>
                    <a:pt x="48034" y="20177"/>
                    <a:pt x="47935" y="20177"/>
                  </a:cubicBezTo>
                  <a:cubicBezTo>
                    <a:pt x="47904" y="20177"/>
                    <a:pt x="47873" y="20187"/>
                    <a:pt x="47847" y="20212"/>
                  </a:cubicBezTo>
                  <a:cubicBezTo>
                    <a:pt x="46906" y="21104"/>
                    <a:pt x="45979" y="22010"/>
                    <a:pt x="45064" y="22931"/>
                  </a:cubicBezTo>
                  <a:cubicBezTo>
                    <a:pt x="45881" y="21932"/>
                    <a:pt x="46620" y="20882"/>
                    <a:pt x="47194" y="19730"/>
                  </a:cubicBezTo>
                  <a:cubicBezTo>
                    <a:pt x="47200" y="19721"/>
                    <a:pt x="47194" y="19712"/>
                    <a:pt x="47197" y="19707"/>
                  </a:cubicBezTo>
                  <a:lnTo>
                    <a:pt x="47197" y="19707"/>
                  </a:lnTo>
                  <a:cubicBezTo>
                    <a:pt x="47544" y="19839"/>
                    <a:pt x="47887" y="19958"/>
                    <a:pt x="48225" y="20062"/>
                  </a:cubicBezTo>
                  <a:cubicBezTo>
                    <a:pt x="48245" y="20068"/>
                    <a:pt x="48264" y="20071"/>
                    <a:pt x="48281" y="20071"/>
                  </a:cubicBezTo>
                  <a:cubicBezTo>
                    <a:pt x="48456" y="20071"/>
                    <a:pt x="48514" y="19784"/>
                    <a:pt x="48317" y="19724"/>
                  </a:cubicBezTo>
                  <a:cubicBezTo>
                    <a:pt x="47342" y="19403"/>
                    <a:pt x="46398" y="19002"/>
                    <a:pt x="45491" y="18523"/>
                  </a:cubicBezTo>
                  <a:cubicBezTo>
                    <a:pt x="45516" y="18426"/>
                    <a:pt x="45449" y="18312"/>
                    <a:pt x="45357" y="18312"/>
                  </a:cubicBezTo>
                  <a:cubicBezTo>
                    <a:pt x="45332" y="18312"/>
                    <a:pt x="45305" y="18321"/>
                    <a:pt x="45277" y="18341"/>
                  </a:cubicBezTo>
                  <a:cubicBezTo>
                    <a:pt x="45263" y="18353"/>
                    <a:pt x="45243" y="18370"/>
                    <a:pt x="45225" y="18381"/>
                  </a:cubicBezTo>
                  <a:cubicBezTo>
                    <a:pt x="44616" y="18049"/>
                    <a:pt x="44030" y="17671"/>
                    <a:pt x="43473" y="17256"/>
                  </a:cubicBezTo>
                  <a:cubicBezTo>
                    <a:pt x="43450" y="17201"/>
                    <a:pt x="43401" y="17160"/>
                    <a:pt x="43340" y="17154"/>
                  </a:cubicBezTo>
                  <a:cubicBezTo>
                    <a:pt x="41920" y="16046"/>
                    <a:pt x="40852" y="14660"/>
                    <a:pt x="40869" y="13066"/>
                  </a:cubicBezTo>
                  <a:cubicBezTo>
                    <a:pt x="40895" y="13026"/>
                    <a:pt x="40927" y="12986"/>
                    <a:pt x="40953" y="12945"/>
                  </a:cubicBezTo>
                  <a:cubicBezTo>
                    <a:pt x="41008" y="12862"/>
                    <a:pt x="40958" y="12786"/>
                    <a:pt x="40886" y="12755"/>
                  </a:cubicBezTo>
                  <a:cubicBezTo>
                    <a:pt x="40892" y="12700"/>
                    <a:pt x="40886" y="12642"/>
                    <a:pt x="40895" y="12584"/>
                  </a:cubicBezTo>
                  <a:cubicBezTo>
                    <a:pt x="41010" y="11819"/>
                    <a:pt x="41348" y="11115"/>
                    <a:pt x="41816" y="10465"/>
                  </a:cubicBezTo>
                  <a:cubicBezTo>
                    <a:pt x="42275" y="9951"/>
                    <a:pt x="42734" y="9440"/>
                    <a:pt x="43205" y="8938"/>
                  </a:cubicBezTo>
                  <a:cubicBezTo>
                    <a:pt x="44180" y="8058"/>
                    <a:pt x="45283" y="7298"/>
                    <a:pt x="46172" y="6657"/>
                  </a:cubicBezTo>
                  <a:cubicBezTo>
                    <a:pt x="48505" y="4966"/>
                    <a:pt x="51216" y="3271"/>
                    <a:pt x="51730" y="225"/>
                  </a:cubicBezTo>
                  <a:cubicBezTo>
                    <a:pt x="51751" y="93"/>
                    <a:pt x="51666" y="0"/>
                    <a:pt x="5154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66" name="Google Shape;8124;p80">
              <a:extLst>
                <a:ext uri="{FF2B5EF4-FFF2-40B4-BE49-F238E27FC236}">
                  <a16:creationId xmlns:a16="http://schemas.microsoft.com/office/drawing/2014/main" id="{1AE5AEDB-B4C0-F481-EA26-6F622DB645CC}"/>
                </a:ext>
              </a:extLst>
            </p:cNvPr>
            <p:cNvSpPr/>
            <p:nvPr/>
          </p:nvSpPr>
          <p:spPr>
            <a:xfrm>
              <a:off x="5218275" y="1585725"/>
              <a:ext cx="162200" cy="137000"/>
            </a:xfrm>
            <a:custGeom>
              <a:avLst/>
              <a:gdLst/>
              <a:ahLst/>
              <a:cxnLst/>
              <a:rect l="l" t="t" r="r" b="b"/>
              <a:pathLst>
                <a:path w="6488" h="5480" extrusionOk="0">
                  <a:moveTo>
                    <a:pt x="6328" y="0"/>
                  </a:moveTo>
                  <a:cubicBezTo>
                    <a:pt x="6297" y="0"/>
                    <a:pt x="6266" y="11"/>
                    <a:pt x="6242" y="35"/>
                  </a:cubicBezTo>
                  <a:cubicBezTo>
                    <a:pt x="5003" y="1207"/>
                    <a:pt x="3508" y="1478"/>
                    <a:pt x="1987" y="2157"/>
                  </a:cubicBezTo>
                  <a:cubicBezTo>
                    <a:pt x="581" y="2783"/>
                    <a:pt x="0" y="3906"/>
                    <a:pt x="321" y="5407"/>
                  </a:cubicBezTo>
                  <a:cubicBezTo>
                    <a:pt x="331" y="5458"/>
                    <a:pt x="367" y="5480"/>
                    <a:pt x="404" y="5480"/>
                  </a:cubicBezTo>
                  <a:cubicBezTo>
                    <a:pt x="461" y="5480"/>
                    <a:pt x="523" y="5430"/>
                    <a:pt x="511" y="5355"/>
                  </a:cubicBezTo>
                  <a:cubicBezTo>
                    <a:pt x="147" y="3202"/>
                    <a:pt x="1784" y="2518"/>
                    <a:pt x="3514" y="1934"/>
                  </a:cubicBezTo>
                  <a:cubicBezTo>
                    <a:pt x="4481" y="1611"/>
                    <a:pt x="6049" y="1230"/>
                    <a:pt x="6453" y="159"/>
                  </a:cubicBezTo>
                  <a:cubicBezTo>
                    <a:pt x="6488" y="68"/>
                    <a:pt x="6407" y="0"/>
                    <a:pt x="632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67" name="Google Shape;8125;p80">
              <a:extLst>
                <a:ext uri="{FF2B5EF4-FFF2-40B4-BE49-F238E27FC236}">
                  <a16:creationId xmlns:a16="http://schemas.microsoft.com/office/drawing/2014/main" id="{62E6D8E9-F27A-046A-9545-44374EDF6F3C}"/>
                </a:ext>
              </a:extLst>
            </p:cNvPr>
            <p:cNvSpPr/>
            <p:nvPr/>
          </p:nvSpPr>
          <p:spPr>
            <a:xfrm>
              <a:off x="4237700" y="3191475"/>
              <a:ext cx="64175" cy="89875"/>
            </a:xfrm>
            <a:custGeom>
              <a:avLst/>
              <a:gdLst/>
              <a:ahLst/>
              <a:cxnLst/>
              <a:rect l="l" t="t" r="r" b="b"/>
              <a:pathLst>
                <a:path w="2567" h="3595" extrusionOk="0">
                  <a:moveTo>
                    <a:pt x="2567" y="0"/>
                  </a:moveTo>
                  <a:lnTo>
                    <a:pt x="2567" y="0"/>
                  </a:lnTo>
                  <a:cubicBezTo>
                    <a:pt x="1698" y="1192"/>
                    <a:pt x="841" y="2391"/>
                    <a:pt x="0" y="3594"/>
                  </a:cubicBezTo>
                  <a:cubicBezTo>
                    <a:pt x="852" y="2393"/>
                    <a:pt x="1707" y="1195"/>
                    <a:pt x="256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68" name="Google Shape;8126;p80">
              <a:extLst>
                <a:ext uri="{FF2B5EF4-FFF2-40B4-BE49-F238E27FC236}">
                  <a16:creationId xmlns:a16="http://schemas.microsoft.com/office/drawing/2014/main" id="{0DA3D26B-495A-30C8-C1F9-CA75158477B0}"/>
                </a:ext>
              </a:extLst>
            </p:cNvPr>
            <p:cNvSpPr/>
            <p:nvPr/>
          </p:nvSpPr>
          <p:spPr>
            <a:xfrm>
              <a:off x="4212000" y="3281400"/>
              <a:ext cx="25725" cy="37050"/>
            </a:xfrm>
            <a:custGeom>
              <a:avLst/>
              <a:gdLst/>
              <a:ahLst/>
              <a:cxnLst/>
              <a:rect l="l" t="t" r="r" b="b"/>
              <a:pathLst>
                <a:path w="1029" h="1482" extrusionOk="0">
                  <a:moveTo>
                    <a:pt x="1028" y="0"/>
                  </a:moveTo>
                  <a:lnTo>
                    <a:pt x="1028" y="0"/>
                  </a:lnTo>
                  <a:cubicBezTo>
                    <a:pt x="988" y="57"/>
                    <a:pt x="948" y="115"/>
                    <a:pt x="908" y="172"/>
                  </a:cubicBezTo>
                  <a:lnTo>
                    <a:pt x="908" y="172"/>
                  </a:lnTo>
                  <a:cubicBezTo>
                    <a:pt x="948" y="115"/>
                    <a:pt x="988" y="58"/>
                    <a:pt x="1028" y="0"/>
                  </a:cubicBezTo>
                  <a:close/>
                  <a:moveTo>
                    <a:pt x="908" y="172"/>
                  </a:moveTo>
                  <a:lnTo>
                    <a:pt x="908" y="172"/>
                  </a:lnTo>
                  <a:cubicBezTo>
                    <a:pt x="698" y="468"/>
                    <a:pt x="486" y="763"/>
                    <a:pt x="281" y="1063"/>
                  </a:cubicBezTo>
                  <a:cubicBezTo>
                    <a:pt x="185" y="1201"/>
                    <a:pt x="93" y="1343"/>
                    <a:pt x="1" y="1481"/>
                  </a:cubicBezTo>
                  <a:cubicBezTo>
                    <a:pt x="304" y="1045"/>
                    <a:pt x="603" y="607"/>
                    <a:pt x="908" y="172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69" name="Google Shape;8127;p80">
              <a:extLst>
                <a:ext uri="{FF2B5EF4-FFF2-40B4-BE49-F238E27FC236}">
                  <a16:creationId xmlns:a16="http://schemas.microsoft.com/office/drawing/2014/main" id="{6A3A4324-A6BE-9C96-BE9E-C0DC6BF4D18A}"/>
                </a:ext>
              </a:extLst>
            </p:cNvPr>
            <p:cNvSpPr/>
            <p:nvPr/>
          </p:nvSpPr>
          <p:spPr>
            <a:xfrm>
              <a:off x="3872150" y="3337350"/>
              <a:ext cx="734525" cy="1216250"/>
            </a:xfrm>
            <a:custGeom>
              <a:avLst/>
              <a:gdLst/>
              <a:ahLst/>
              <a:cxnLst/>
              <a:rect l="l" t="t" r="r" b="b"/>
              <a:pathLst>
                <a:path w="29381" h="48650" extrusionOk="0">
                  <a:moveTo>
                    <a:pt x="21014" y="7933"/>
                  </a:moveTo>
                  <a:cubicBezTo>
                    <a:pt x="19328" y="10105"/>
                    <a:pt x="17651" y="12280"/>
                    <a:pt x="15985" y="14467"/>
                  </a:cubicBezTo>
                  <a:cubicBezTo>
                    <a:pt x="16242" y="14057"/>
                    <a:pt x="16499" y="13650"/>
                    <a:pt x="16750" y="13240"/>
                  </a:cubicBezTo>
                  <a:cubicBezTo>
                    <a:pt x="18199" y="11469"/>
                    <a:pt x="19639" y="9704"/>
                    <a:pt x="21014" y="7933"/>
                  </a:cubicBezTo>
                  <a:close/>
                  <a:moveTo>
                    <a:pt x="19403" y="3982"/>
                  </a:moveTo>
                  <a:cubicBezTo>
                    <a:pt x="19486" y="3982"/>
                    <a:pt x="19117" y="4641"/>
                    <a:pt x="17963" y="6446"/>
                  </a:cubicBezTo>
                  <a:cubicBezTo>
                    <a:pt x="17504" y="7168"/>
                    <a:pt x="17016" y="7873"/>
                    <a:pt x="16536" y="8583"/>
                  </a:cubicBezTo>
                  <a:cubicBezTo>
                    <a:pt x="13854" y="11802"/>
                    <a:pt x="11357" y="15194"/>
                    <a:pt x="8568" y="18318"/>
                  </a:cubicBezTo>
                  <a:cubicBezTo>
                    <a:pt x="8277" y="18641"/>
                    <a:pt x="7985" y="18970"/>
                    <a:pt x="7691" y="19302"/>
                  </a:cubicBezTo>
                  <a:cubicBezTo>
                    <a:pt x="8534" y="18116"/>
                    <a:pt x="9365" y="16923"/>
                    <a:pt x="10220" y="15748"/>
                  </a:cubicBezTo>
                  <a:cubicBezTo>
                    <a:pt x="12223" y="13003"/>
                    <a:pt x="14302" y="10315"/>
                    <a:pt x="16418" y="7659"/>
                  </a:cubicBezTo>
                  <a:cubicBezTo>
                    <a:pt x="17555" y="6230"/>
                    <a:pt x="19249" y="3982"/>
                    <a:pt x="19403" y="3982"/>
                  </a:cubicBezTo>
                  <a:close/>
                  <a:moveTo>
                    <a:pt x="20097" y="6907"/>
                  </a:moveTo>
                  <a:cubicBezTo>
                    <a:pt x="20241" y="6907"/>
                    <a:pt x="18773" y="9115"/>
                    <a:pt x="18485" y="9622"/>
                  </a:cubicBezTo>
                  <a:cubicBezTo>
                    <a:pt x="18197" y="10133"/>
                    <a:pt x="17890" y="10638"/>
                    <a:pt x="17582" y="11138"/>
                  </a:cubicBezTo>
                  <a:cubicBezTo>
                    <a:pt x="15927" y="13219"/>
                    <a:pt x="14438" y="15454"/>
                    <a:pt x="12821" y="17564"/>
                  </a:cubicBezTo>
                  <a:cubicBezTo>
                    <a:pt x="11279" y="19577"/>
                    <a:pt x="9726" y="21574"/>
                    <a:pt x="8196" y="23589"/>
                  </a:cubicBezTo>
                  <a:cubicBezTo>
                    <a:pt x="11813" y="18465"/>
                    <a:pt x="15139" y="13087"/>
                    <a:pt x="18993" y="8187"/>
                  </a:cubicBezTo>
                  <a:cubicBezTo>
                    <a:pt x="19729" y="7253"/>
                    <a:pt x="20039" y="6907"/>
                    <a:pt x="20097" y="6907"/>
                  </a:cubicBezTo>
                  <a:close/>
                  <a:moveTo>
                    <a:pt x="21779" y="8381"/>
                  </a:moveTo>
                  <a:cubicBezTo>
                    <a:pt x="20639" y="9657"/>
                    <a:pt x="19626" y="12509"/>
                    <a:pt x="18612" y="14123"/>
                  </a:cubicBezTo>
                  <a:cubicBezTo>
                    <a:pt x="17582" y="15760"/>
                    <a:pt x="16473" y="17351"/>
                    <a:pt x="15341" y="18927"/>
                  </a:cubicBezTo>
                  <a:cubicBezTo>
                    <a:pt x="14039" y="20518"/>
                    <a:pt x="12659" y="22048"/>
                    <a:pt x="11282" y="23604"/>
                  </a:cubicBezTo>
                  <a:cubicBezTo>
                    <a:pt x="11181" y="23719"/>
                    <a:pt x="11080" y="23838"/>
                    <a:pt x="10979" y="23953"/>
                  </a:cubicBezTo>
                  <a:cubicBezTo>
                    <a:pt x="14429" y="18632"/>
                    <a:pt x="17599" y="13046"/>
                    <a:pt x="21779" y="8381"/>
                  </a:cubicBezTo>
                  <a:close/>
                  <a:moveTo>
                    <a:pt x="26096" y="11711"/>
                  </a:moveTo>
                  <a:cubicBezTo>
                    <a:pt x="26434" y="11711"/>
                    <a:pt x="25243" y="13816"/>
                    <a:pt x="24984" y="14262"/>
                  </a:cubicBezTo>
                  <a:cubicBezTo>
                    <a:pt x="24900" y="14406"/>
                    <a:pt x="24805" y="14547"/>
                    <a:pt x="24721" y="14689"/>
                  </a:cubicBezTo>
                  <a:lnTo>
                    <a:pt x="24718" y="14689"/>
                  </a:lnTo>
                  <a:cubicBezTo>
                    <a:pt x="23229" y="16785"/>
                    <a:pt x="21701" y="18849"/>
                    <a:pt x="20134" y="20887"/>
                  </a:cubicBezTo>
                  <a:cubicBezTo>
                    <a:pt x="18572" y="22741"/>
                    <a:pt x="16952" y="24545"/>
                    <a:pt x="15454" y="26341"/>
                  </a:cubicBezTo>
                  <a:cubicBezTo>
                    <a:pt x="15105" y="26759"/>
                    <a:pt x="14747" y="27172"/>
                    <a:pt x="14397" y="27588"/>
                  </a:cubicBezTo>
                  <a:cubicBezTo>
                    <a:pt x="15463" y="25977"/>
                    <a:pt x="16525" y="24360"/>
                    <a:pt x="17587" y="22741"/>
                  </a:cubicBezTo>
                  <a:cubicBezTo>
                    <a:pt x="19773" y="19961"/>
                    <a:pt x="21898" y="17128"/>
                    <a:pt x="23768" y="14175"/>
                  </a:cubicBezTo>
                  <a:cubicBezTo>
                    <a:pt x="24178" y="13684"/>
                    <a:pt x="24583" y="13190"/>
                    <a:pt x="25013" y="12714"/>
                  </a:cubicBezTo>
                  <a:cubicBezTo>
                    <a:pt x="25651" y="11986"/>
                    <a:pt x="25974" y="11711"/>
                    <a:pt x="26096" y="11711"/>
                  </a:cubicBezTo>
                  <a:close/>
                  <a:moveTo>
                    <a:pt x="12717" y="13984"/>
                  </a:moveTo>
                  <a:lnTo>
                    <a:pt x="12717" y="13984"/>
                  </a:lnTo>
                  <a:cubicBezTo>
                    <a:pt x="11294" y="15919"/>
                    <a:pt x="9847" y="17839"/>
                    <a:pt x="8424" y="19764"/>
                  </a:cubicBezTo>
                  <a:cubicBezTo>
                    <a:pt x="6804" y="21950"/>
                    <a:pt x="5225" y="24164"/>
                    <a:pt x="3686" y="26404"/>
                  </a:cubicBezTo>
                  <a:cubicBezTo>
                    <a:pt x="2768" y="27741"/>
                    <a:pt x="1905" y="29115"/>
                    <a:pt x="1045" y="30489"/>
                  </a:cubicBezTo>
                  <a:cubicBezTo>
                    <a:pt x="857" y="30792"/>
                    <a:pt x="755" y="30919"/>
                    <a:pt x="719" y="30919"/>
                  </a:cubicBezTo>
                  <a:cubicBezTo>
                    <a:pt x="539" y="30919"/>
                    <a:pt x="1891" y="27883"/>
                    <a:pt x="2159" y="27221"/>
                  </a:cubicBezTo>
                  <a:cubicBezTo>
                    <a:pt x="3545" y="25198"/>
                    <a:pt x="4945" y="23182"/>
                    <a:pt x="6354" y="21176"/>
                  </a:cubicBezTo>
                  <a:cubicBezTo>
                    <a:pt x="7991" y="19265"/>
                    <a:pt x="9752" y="17446"/>
                    <a:pt x="11357" y="15613"/>
                  </a:cubicBezTo>
                  <a:cubicBezTo>
                    <a:pt x="11822" y="15081"/>
                    <a:pt x="12269" y="14533"/>
                    <a:pt x="12717" y="13984"/>
                  </a:cubicBezTo>
                  <a:close/>
                  <a:moveTo>
                    <a:pt x="17235" y="24629"/>
                  </a:moveTo>
                  <a:lnTo>
                    <a:pt x="17235" y="24629"/>
                  </a:lnTo>
                  <a:cubicBezTo>
                    <a:pt x="15393" y="26973"/>
                    <a:pt x="13546" y="29309"/>
                    <a:pt x="11686" y="31638"/>
                  </a:cubicBezTo>
                  <a:lnTo>
                    <a:pt x="11683" y="31638"/>
                  </a:lnTo>
                  <a:cubicBezTo>
                    <a:pt x="12174" y="30922"/>
                    <a:pt x="12659" y="30204"/>
                    <a:pt x="13138" y="29485"/>
                  </a:cubicBezTo>
                  <a:cubicBezTo>
                    <a:pt x="14513" y="27874"/>
                    <a:pt x="15878" y="26254"/>
                    <a:pt x="17235" y="24629"/>
                  </a:cubicBezTo>
                  <a:close/>
                  <a:moveTo>
                    <a:pt x="25482" y="10711"/>
                  </a:moveTo>
                  <a:cubicBezTo>
                    <a:pt x="25525" y="10711"/>
                    <a:pt x="25505" y="10800"/>
                    <a:pt x="25400" y="11008"/>
                  </a:cubicBezTo>
                  <a:cubicBezTo>
                    <a:pt x="24903" y="11992"/>
                    <a:pt x="24340" y="12939"/>
                    <a:pt x="23754" y="13872"/>
                  </a:cubicBezTo>
                  <a:cubicBezTo>
                    <a:pt x="21828" y="16167"/>
                    <a:pt x="20073" y="18592"/>
                    <a:pt x="18399" y="21081"/>
                  </a:cubicBezTo>
                  <a:cubicBezTo>
                    <a:pt x="16773" y="23050"/>
                    <a:pt x="15116" y="24993"/>
                    <a:pt x="13572" y="26970"/>
                  </a:cubicBezTo>
                  <a:cubicBezTo>
                    <a:pt x="12194" y="28740"/>
                    <a:pt x="10823" y="30527"/>
                    <a:pt x="9458" y="32334"/>
                  </a:cubicBezTo>
                  <a:cubicBezTo>
                    <a:pt x="10771" y="30383"/>
                    <a:pt x="12021" y="28379"/>
                    <a:pt x="13289" y="26381"/>
                  </a:cubicBezTo>
                  <a:cubicBezTo>
                    <a:pt x="13505" y="26041"/>
                    <a:pt x="13736" y="25709"/>
                    <a:pt x="13958" y="25371"/>
                  </a:cubicBezTo>
                  <a:cubicBezTo>
                    <a:pt x="14539" y="24689"/>
                    <a:pt x="15096" y="24011"/>
                    <a:pt x="15616" y="23341"/>
                  </a:cubicBezTo>
                  <a:cubicBezTo>
                    <a:pt x="17180" y="21320"/>
                    <a:pt x="18817" y="19372"/>
                    <a:pt x="20269" y="17270"/>
                  </a:cubicBezTo>
                  <a:cubicBezTo>
                    <a:pt x="21051" y="16141"/>
                    <a:pt x="21797" y="14987"/>
                    <a:pt x="22581" y="13854"/>
                  </a:cubicBezTo>
                  <a:lnTo>
                    <a:pt x="22581" y="13854"/>
                  </a:lnTo>
                  <a:cubicBezTo>
                    <a:pt x="22384" y="14140"/>
                    <a:pt x="22310" y="14260"/>
                    <a:pt x="22328" y="14260"/>
                  </a:cubicBezTo>
                  <a:cubicBezTo>
                    <a:pt x="22426" y="14260"/>
                    <a:pt x="25212" y="10711"/>
                    <a:pt x="25482" y="10711"/>
                  </a:cubicBezTo>
                  <a:close/>
                  <a:moveTo>
                    <a:pt x="20681" y="26993"/>
                  </a:moveTo>
                  <a:cubicBezTo>
                    <a:pt x="19190" y="28772"/>
                    <a:pt x="17651" y="30699"/>
                    <a:pt x="16118" y="32707"/>
                  </a:cubicBezTo>
                  <a:cubicBezTo>
                    <a:pt x="16516" y="32138"/>
                    <a:pt x="16912" y="31566"/>
                    <a:pt x="17299" y="30989"/>
                  </a:cubicBezTo>
                  <a:cubicBezTo>
                    <a:pt x="18426" y="29656"/>
                    <a:pt x="19553" y="28324"/>
                    <a:pt x="20681" y="26993"/>
                  </a:cubicBezTo>
                  <a:close/>
                  <a:moveTo>
                    <a:pt x="22917" y="12674"/>
                  </a:moveTo>
                  <a:lnTo>
                    <a:pt x="22917" y="12674"/>
                  </a:lnTo>
                  <a:cubicBezTo>
                    <a:pt x="22645" y="13061"/>
                    <a:pt x="22380" y="13450"/>
                    <a:pt x="22103" y="13831"/>
                  </a:cubicBezTo>
                  <a:cubicBezTo>
                    <a:pt x="21084" y="15093"/>
                    <a:pt x="20113" y="16415"/>
                    <a:pt x="19175" y="17761"/>
                  </a:cubicBezTo>
                  <a:cubicBezTo>
                    <a:pt x="17680" y="19732"/>
                    <a:pt x="16170" y="21696"/>
                    <a:pt x="14712" y="23691"/>
                  </a:cubicBezTo>
                  <a:cubicBezTo>
                    <a:pt x="14097" y="24534"/>
                    <a:pt x="13520" y="25411"/>
                    <a:pt x="12957" y="26295"/>
                  </a:cubicBezTo>
                  <a:cubicBezTo>
                    <a:pt x="11207" y="28408"/>
                    <a:pt x="9319" y="30515"/>
                    <a:pt x="7581" y="32712"/>
                  </a:cubicBezTo>
                  <a:cubicBezTo>
                    <a:pt x="9221" y="30463"/>
                    <a:pt x="10760" y="28139"/>
                    <a:pt x="12327" y="25821"/>
                  </a:cubicBezTo>
                  <a:lnTo>
                    <a:pt x="12327" y="25818"/>
                  </a:lnTo>
                  <a:cubicBezTo>
                    <a:pt x="15503" y="21118"/>
                    <a:pt x="19435" y="17102"/>
                    <a:pt x="22917" y="12674"/>
                  </a:cubicBezTo>
                  <a:close/>
                  <a:moveTo>
                    <a:pt x="13081" y="17749"/>
                  </a:moveTo>
                  <a:lnTo>
                    <a:pt x="13081" y="17749"/>
                  </a:lnTo>
                  <a:cubicBezTo>
                    <a:pt x="9775" y="22452"/>
                    <a:pt x="6449" y="27210"/>
                    <a:pt x="2861" y="31685"/>
                  </a:cubicBezTo>
                  <a:cubicBezTo>
                    <a:pt x="2266" y="32426"/>
                    <a:pt x="2009" y="32719"/>
                    <a:pt x="1973" y="32719"/>
                  </a:cubicBezTo>
                  <a:cubicBezTo>
                    <a:pt x="1846" y="32719"/>
                    <a:pt x="4538" y="28994"/>
                    <a:pt x="4838" y="28561"/>
                  </a:cubicBezTo>
                  <a:cubicBezTo>
                    <a:pt x="6778" y="25778"/>
                    <a:pt x="8883" y="23104"/>
                    <a:pt x="10962" y="20422"/>
                  </a:cubicBezTo>
                  <a:cubicBezTo>
                    <a:pt x="11655" y="19527"/>
                    <a:pt x="12368" y="18638"/>
                    <a:pt x="13081" y="17749"/>
                  </a:cubicBezTo>
                  <a:close/>
                  <a:moveTo>
                    <a:pt x="20621" y="24669"/>
                  </a:moveTo>
                  <a:cubicBezTo>
                    <a:pt x="20805" y="24669"/>
                    <a:pt x="18785" y="28194"/>
                    <a:pt x="18505" y="28647"/>
                  </a:cubicBezTo>
                  <a:cubicBezTo>
                    <a:pt x="18312" y="28962"/>
                    <a:pt x="18110" y="29274"/>
                    <a:pt x="17908" y="29583"/>
                  </a:cubicBezTo>
                  <a:cubicBezTo>
                    <a:pt x="15904" y="31771"/>
                    <a:pt x="13837" y="34009"/>
                    <a:pt x="11935" y="36333"/>
                  </a:cubicBezTo>
                  <a:cubicBezTo>
                    <a:pt x="14576" y="32816"/>
                    <a:pt x="17302" y="29352"/>
                    <a:pt x="19796" y="25737"/>
                  </a:cubicBezTo>
                  <a:cubicBezTo>
                    <a:pt x="20325" y="24970"/>
                    <a:pt x="20567" y="24669"/>
                    <a:pt x="20621" y="24669"/>
                  </a:cubicBezTo>
                  <a:close/>
                  <a:moveTo>
                    <a:pt x="13011" y="22126"/>
                  </a:moveTo>
                  <a:lnTo>
                    <a:pt x="13011" y="22126"/>
                  </a:lnTo>
                  <a:cubicBezTo>
                    <a:pt x="11071" y="24764"/>
                    <a:pt x="9094" y="27374"/>
                    <a:pt x="7171" y="30025"/>
                  </a:cubicBezTo>
                  <a:cubicBezTo>
                    <a:pt x="5678" y="32080"/>
                    <a:pt x="3340" y="34603"/>
                    <a:pt x="2511" y="37020"/>
                  </a:cubicBezTo>
                  <a:cubicBezTo>
                    <a:pt x="3074" y="35377"/>
                    <a:pt x="3863" y="33812"/>
                    <a:pt x="4783" y="32311"/>
                  </a:cubicBezTo>
                  <a:cubicBezTo>
                    <a:pt x="6634" y="30232"/>
                    <a:pt x="8294" y="27978"/>
                    <a:pt x="9865" y="25639"/>
                  </a:cubicBezTo>
                  <a:cubicBezTo>
                    <a:pt x="10918" y="24438"/>
                    <a:pt x="11984" y="23269"/>
                    <a:pt x="13011" y="22126"/>
                  </a:cubicBezTo>
                  <a:close/>
                  <a:moveTo>
                    <a:pt x="12411" y="27158"/>
                  </a:moveTo>
                  <a:lnTo>
                    <a:pt x="12411" y="27158"/>
                  </a:lnTo>
                  <a:cubicBezTo>
                    <a:pt x="11490" y="28630"/>
                    <a:pt x="10598" y="30126"/>
                    <a:pt x="9663" y="31575"/>
                  </a:cubicBezTo>
                  <a:cubicBezTo>
                    <a:pt x="8525" y="33339"/>
                    <a:pt x="7304" y="35031"/>
                    <a:pt x="6016" y="36691"/>
                  </a:cubicBezTo>
                  <a:cubicBezTo>
                    <a:pt x="5887" y="36859"/>
                    <a:pt x="3749" y="38965"/>
                    <a:pt x="3681" y="38965"/>
                  </a:cubicBezTo>
                  <a:cubicBezTo>
                    <a:pt x="3679" y="38965"/>
                    <a:pt x="3679" y="38964"/>
                    <a:pt x="3681" y="38960"/>
                  </a:cubicBezTo>
                  <a:cubicBezTo>
                    <a:pt x="5505" y="34808"/>
                    <a:pt x="9131" y="30882"/>
                    <a:pt x="12411" y="27158"/>
                  </a:cubicBezTo>
                  <a:close/>
                  <a:moveTo>
                    <a:pt x="15933" y="24825"/>
                  </a:moveTo>
                  <a:lnTo>
                    <a:pt x="15933" y="24825"/>
                  </a:lnTo>
                  <a:cubicBezTo>
                    <a:pt x="15058" y="26179"/>
                    <a:pt x="14181" y="27533"/>
                    <a:pt x="13303" y="28884"/>
                  </a:cubicBezTo>
                  <a:cubicBezTo>
                    <a:pt x="10993" y="31607"/>
                    <a:pt x="8669" y="34318"/>
                    <a:pt x="6389" y="37063"/>
                  </a:cubicBezTo>
                  <a:cubicBezTo>
                    <a:pt x="6066" y="37451"/>
                    <a:pt x="4223" y="39951"/>
                    <a:pt x="4214" y="39951"/>
                  </a:cubicBezTo>
                  <a:cubicBezTo>
                    <a:pt x="4211" y="39951"/>
                    <a:pt x="4467" y="39597"/>
                    <a:pt x="5162" y="38642"/>
                  </a:cubicBezTo>
                  <a:cubicBezTo>
                    <a:pt x="6776" y="36419"/>
                    <a:pt x="8545" y="34300"/>
                    <a:pt x="10200" y="32103"/>
                  </a:cubicBezTo>
                  <a:cubicBezTo>
                    <a:pt x="12033" y="29669"/>
                    <a:pt x="13990" y="27259"/>
                    <a:pt x="15933" y="24825"/>
                  </a:cubicBezTo>
                  <a:close/>
                  <a:moveTo>
                    <a:pt x="22758" y="18119"/>
                  </a:moveTo>
                  <a:lnTo>
                    <a:pt x="22758" y="18119"/>
                  </a:lnTo>
                  <a:cubicBezTo>
                    <a:pt x="21508" y="20111"/>
                    <a:pt x="20324" y="22155"/>
                    <a:pt x="18990" y="23999"/>
                  </a:cubicBezTo>
                  <a:cubicBezTo>
                    <a:pt x="14565" y="30105"/>
                    <a:pt x="9862" y="36006"/>
                    <a:pt x="5251" y="41971"/>
                  </a:cubicBezTo>
                  <a:cubicBezTo>
                    <a:pt x="8395" y="37903"/>
                    <a:pt x="11963" y="32588"/>
                    <a:pt x="15194" y="27949"/>
                  </a:cubicBezTo>
                  <a:cubicBezTo>
                    <a:pt x="17567" y="24539"/>
                    <a:pt x="20249" y="21395"/>
                    <a:pt x="22758" y="18119"/>
                  </a:cubicBezTo>
                  <a:close/>
                  <a:moveTo>
                    <a:pt x="21384" y="29247"/>
                  </a:moveTo>
                  <a:cubicBezTo>
                    <a:pt x="21655" y="29247"/>
                    <a:pt x="21385" y="30039"/>
                    <a:pt x="21008" y="30902"/>
                  </a:cubicBezTo>
                  <a:cubicBezTo>
                    <a:pt x="18664" y="33717"/>
                    <a:pt x="16649" y="36873"/>
                    <a:pt x="14542" y="39936"/>
                  </a:cubicBezTo>
                  <a:cubicBezTo>
                    <a:pt x="13600" y="40969"/>
                    <a:pt x="12639" y="41983"/>
                    <a:pt x="11681" y="42999"/>
                  </a:cubicBezTo>
                  <a:cubicBezTo>
                    <a:pt x="12356" y="41933"/>
                    <a:pt x="13023" y="40860"/>
                    <a:pt x="13678" y="39783"/>
                  </a:cubicBezTo>
                  <a:cubicBezTo>
                    <a:pt x="15800" y="36766"/>
                    <a:pt x="17876" y="33717"/>
                    <a:pt x="19903" y="30634"/>
                  </a:cubicBezTo>
                  <a:cubicBezTo>
                    <a:pt x="20128" y="30383"/>
                    <a:pt x="20342" y="30120"/>
                    <a:pt x="20575" y="29874"/>
                  </a:cubicBezTo>
                  <a:lnTo>
                    <a:pt x="20575" y="29872"/>
                  </a:lnTo>
                  <a:cubicBezTo>
                    <a:pt x="21001" y="29428"/>
                    <a:pt x="21255" y="29247"/>
                    <a:pt x="21384" y="29247"/>
                  </a:cubicBezTo>
                  <a:close/>
                  <a:moveTo>
                    <a:pt x="21439" y="21950"/>
                  </a:moveTo>
                  <a:lnTo>
                    <a:pt x="21439" y="21950"/>
                  </a:lnTo>
                  <a:cubicBezTo>
                    <a:pt x="20139" y="23734"/>
                    <a:pt x="18852" y="25532"/>
                    <a:pt x="17538" y="27311"/>
                  </a:cubicBezTo>
                  <a:cubicBezTo>
                    <a:pt x="15673" y="29837"/>
                    <a:pt x="13981" y="32481"/>
                    <a:pt x="12261" y="35106"/>
                  </a:cubicBezTo>
                  <a:cubicBezTo>
                    <a:pt x="10350" y="38013"/>
                    <a:pt x="7077" y="41243"/>
                    <a:pt x="5583" y="43669"/>
                  </a:cubicBezTo>
                  <a:lnTo>
                    <a:pt x="5583" y="43669"/>
                  </a:lnTo>
                  <a:cubicBezTo>
                    <a:pt x="9147" y="37872"/>
                    <a:pt x="13534" y="32460"/>
                    <a:pt x="17486" y="26921"/>
                  </a:cubicBezTo>
                  <a:cubicBezTo>
                    <a:pt x="18676" y="25249"/>
                    <a:pt x="20050" y="23610"/>
                    <a:pt x="21439" y="21950"/>
                  </a:cubicBezTo>
                  <a:close/>
                  <a:moveTo>
                    <a:pt x="15307" y="33339"/>
                  </a:moveTo>
                  <a:lnTo>
                    <a:pt x="15307" y="33339"/>
                  </a:lnTo>
                  <a:cubicBezTo>
                    <a:pt x="15171" y="33527"/>
                    <a:pt x="15035" y="33717"/>
                    <a:pt x="14900" y="33905"/>
                  </a:cubicBezTo>
                  <a:cubicBezTo>
                    <a:pt x="12541" y="37187"/>
                    <a:pt x="10174" y="40418"/>
                    <a:pt x="7968" y="43807"/>
                  </a:cubicBezTo>
                  <a:cubicBezTo>
                    <a:pt x="7404" y="44673"/>
                    <a:pt x="7126" y="44998"/>
                    <a:pt x="7031" y="44998"/>
                  </a:cubicBezTo>
                  <a:cubicBezTo>
                    <a:pt x="6792" y="44998"/>
                    <a:pt x="7718" y="42922"/>
                    <a:pt x="8138" y="42245"/>
                  </a:cubicBezTo>
                  <a:lnTo>
                    <a:pt x="8138" y="42242"/>
                  </a:lnTo>
                  <a:cubicBezTo>
                    <a:pt x="9486" y="40071"/>
                    <a:pt x="11224" y="38134"/>
                    <a:pt x="12884" y="36194"/>
                  </a:cubicBezTo>
                  <a:cubicBezTo>
                    <a:pt x="13696" y="35247"/>
                    <a:pt x="14498" y="34292"/>
                    <a:pt x="15307" y="33339"/>
                  </a:cubicBezTo>
                  <a:close/>
                  <a:moveTo>
                    <a:pt x="13421" y="41532"/>
                  </a:moveTo>
                  <a:cubicBezTo>
                    <a:pt x="12844" y="42338"/>
                    <a:pt x="12261" y="43134"/>
                    <a:pt x="11652" y="43902"/>
                  </a:cubicBezTo>
                  <a:cubicBezTo>
                    <a:pt x="10436" y="45439"/>
                    <a:pt x="9601" y="46523"/>
                    <a:pt x="9523" y="46523"/>
                  </a:cubicBezTo>
                  <a:cubicBezTo>
                    <a:pt x="9461" y="46523"/>
                    <a:pt x="9874" y="45844"/>
                    <a:pt x="10947" y="44174"/>
                  </a:cubicBezTo>
                  <a:lnTo>
                    <a:pt x="10944" y="44171"/>
                  </a:lnTo>
                  <a:cubicBezTo>
                    <a:pt x="10953" y="44159"/>
                    <a:pt x="10959" y="44148"/>
                    <a:pt x="10967" y="44136"/>
                  </a:cubicBezTo>
                  <a:cubicBezTo>
                    <a:pt x="11776" y="43259"/>
                    <a:pt x="12599" y="42395"/>
                    <a:pt x="13421" y="41532"/>
                  </a:cubicBezTo>
                  <a:close/>
                  <a:moveTo>
                    <a:pt x="18775" y="1"/>
                  </a:moveTo>
                  <a:cubicBezTo>
                    <a:pt x="18725" y="1"/>
                    <a:pt x="18675" y="20"/>
                    <a:pt x="18644" y="63"/>
                  </a:cubicBezTo>
                  <a:cubicBezTo>
                    <a:pt x="12835" y="8095"/>
                    <a:pt x="6836" y="15988"/>
                    <a:pt x="1215" y="24152"/>
                  </a:cubicBezTo>
                  <a:cubicBezTo>
                    <a:pt x="2673" y="22033"/>
                    <a:pt x="4195" y="19802"/>
                    <a:pt x="5748" y="17518"/>
                  </a:cubicBezTo>
                  <a:lnTo>
                    <a:pt x="5748" y="17518"/>
                  </a:lnTo>
                  <a:cubicBezTo>
                    <a:pt x="3808" y="20148"/>
                    <a:pt x="1847" y="22761"/>
                    <a:pt x="236" y="25593"/>
                  </a:cubicBezTo>
                  <a:cubicBezTo>
                    <a:pt x="181" y="25691"/>
                    <a:pt x="262" y="25776"/>
                    <a:pt x="348" y="25776"/>
                  </a:cubicBezTo>
                  <a:cubicBezTo>
                    <a:pt x="386" y="25776"/>
                    <a:pt x="425" y="25758"/>
                    <a:pt x="453" y="25717"/>
                  </a:cubicBezTo>
                  <a:cubicBezTo>
                    <a:pt x="3392" y="21378"/>
                    <a:pt x="6452" y="17128"/>
                    <a:pt x="9556" y="12908"/>
                  </a:cubicBezTo>
                  <a:cubicBezTo>
                    <a:pt x="10939" y="11025"/>
                    <a:pt x="12327" y="9146"/>
                    <a:pt x="13722" y="7272"/>
                  </a:cubicBezTo>
                  <a:cubicBezTo>
                    <a:pt x="14417" y="6334"/>
                    <a:pt x="15110" y="5396"/>
                    <a:pt x="15803" y="4454"/>
                  </a:cubicBezTo>
                  <a:cubicBezTo>
                    <a:pt x="15911" y="4308"/>
                    <a:pt x="17634" y="1641"/>
                    <a:pt x="17876" y="1641"/>
                  </a:cubicBezTo>
                  <a:cubicBezTo>
                    <a:pt x="17958" y="1641"/>
                    <a:pt x="17869" y="1950"/>
                    <a:pt x="17486" y="2771"/>
                  </a:cubicBezTo>
                  <a:cubicBezTo>
                    <a:pt x="15468" y="7102"/>
                    <a:pt x="12220" y="10901"/>
                    <a:pt x="9348" y="14672"/>
                  </a:cubicBezTo>
                  <a:cubicBezTo>
                    <a:pt x="8083" y="16332"/>
                    <a:pt x="6744" y="18283"/>
                    <a:pt x="5473" y="20200"/>
                  </a:cubicBezTo>
                  <a:cubicBezTo>
                    <a:pt x="3767" y="22527"/>
                    <a:pt x="2101" y="24886"/>
                    <a:pt x="531" y="27314"/>
                  </a:cubicBezTo>
                  <a:cubicBezTo>
                    <a:pt x="459" y="27426"/>
                    <a:pt x="560" y="27532"/>
                    <a:pt x="663" y="27532"/>
                  </a:cubicBezTo>
                  <a:cubicBezTo>
                    <a:pt x="708" y="27532"/>
                    <a:pt x="753" y="27512"/>
                    <a:pt x="785" y="27464"/>
                  </a:cubicBezTo>
                  <a:cubicBezTo>
                    <a:pt x="4622" y="21577"/>
                    <a:pt x="9561" y="15956"/>
                    <a:pt x="13609" y="9954"/>
                  </a:cubicBezTo>
                  <a:cubicBezTo>
                    <a:pt x="14282" y="9079"/>
                    <a:pt x="14957" y="8210"/>
                    <a:pt x="15624" y="7330"/>
                  </a:cubicBezTo>
                  <a:cubicBezTo>
                    <a:pt x="16008" y="6826"/>
                    <a:pt x="18297" y="3289"/>
                    <a:pt x="18366" y="3289"/>
                  </a:cubicBezTo>
                  <a:cubicBezTo>
                    <a:pt x="18388" y="3289"/>
                    <a:pt x="18176" y="3662"/>
                    <a:pt x="17590" y="4631"/>
                  </a:cubicBezTo>
                  <a:cubicBezTo>
                    <a:pt x="16210" y="6911"/>
                    <a:pt x="14726" y="9131"/>
                    <a:pt x="13199" y="11320"/>
                  </a:cubicBezTo>
                  <a:cubicBezTo>
                    <a:pt x="11008" y="14178"/>
                    <a:pt x="8880" y="17082"/>
                    <a:pt x="6796" y="20018"/>
                  </a:cubicBezTo>
                  <a:cubicBezTo>
                    <a:pt x="4374" y="23035"/>
                    <a:pt x="1827" y="26043"/>
                    <a:pt x="210" y="29516"/>
                  </a:cubicBezTo>
                  <a:cubicBezTo>
                    <a:pt x="148" y="29637"/>
                    <a:pt x="249" y="29743"/>
                    <a:pt x="352" y="29743"/>
                  </a:cubicBezTo>
                  <a:cubicBezTo>
                    <a:pt x="397" y="29743"/>
                    <a:pt x="443" y="29722"/>
                    <a:pt x="476" y="29672"/>
                  </a:cubicBezTo>
                  <a:cubicBezTo>
                    <a:pt x="693" y="29352"/>
                    <a:pt x="915" y="29037"/>
                    <a:pt x="1131" y="28717"/>
                  </a:cubicBezTo>
                  <a:lnTo>
                    <a:pt x="1131" y="28717"/>
                  </a:lnTo>
                  <a:cubicBezTo>
                    <a:pt x="707" y="29747"/>
                    <a:pt x="392" y="30819"/>
                    <a:pt x="199" y="31916"/>
                  </a:cubicBezTo>
                  <a:cubicBezTo>
                    <a:pt x="182" y="32022"/>
                    <a:pt x="266" y="32105"/>
                    <a:pt x="352" y="32105"/>
                  </a:cubicBezTo>
                  <a:cubicBezTo>
                    <a:pt x="396" y="32105"/>
                    <a:pt x="440" y="32083"/>
                    <a:pt x="470" y="32031"/>
                  </a:cubicBezTo>
                  <a:cubicBezTo>
                    <a:pt x="5115" y="24268"/>
                    <a:pt x="10843" y="17252"/>
                    <a:pt x="15994" y="9842"/>
                  </a:cubicBezTo>
                  <a:cubicBezTo>
                    <a:pt x="17285" y="8214"/>
                    <a:pt x="19280" y="5766"/>
                    <a:pt x="19573" y="5766"/>
                  </a:cubicBezTo>
                  <a:cubicBezTo>
                    <a:pt x="19668" y="5766"/>
                    <a:pt x="19585" y="6023"/>
                    <a:pt x="19242" y="6646"/>
                  </a:cubicBezTo>
                  <a:cubicBezTo>
                    <a:pt x="16817" y="11048"/>
                    <a:pt x="12708" y="15206"/>
                    <a:pt x="9732" y="19320"/>
                  </a:cubicBezTo>
                  <a:cubicBezTo>
                    <a:pt x="6461" y="23835"/>
                    <a:pt x="2578" y="28148"/>
                    <a:pt x="55" y="33140"/>
                  </a:cubicBezTo>
                  <a:cubicBezTo>
                    <a:pt x="1" y="33250"/>
                    <a:pt x="90" y="33366"/>
                    <a:pt x="190" y="33366"/>
                  </a:cubicBezTo>
                  <a:cubicBezTo>
                    <a:pt x="223" y="33366"/>
                    <a:pt x="258" y="33353"/>
                    <a:pt x="288" y="33322"/>
                  </a:cubicBezTo>
                  <a:cubicBezTo>
                    <a:pt x="1969" y="31615"/>
                    <a:pt x="3519" y="29797"/>
                    <a:pt x="4994" y="27911"/>
                  </a:cubicBezTo>
                  <a:lnTo>
                    <a:pt x="4994" y="27911"/>
                  </a:lnTo>
                  <a:cubicBezTo>
                    <a:pt x="3548" y="29924"/>
                    <a:pt x="2151" y="31970"/>
                    <a:pt x="840" y="34084"/>
                  </a:cubicBezTo>
                  <a:cubicBezTo>
                    <a:pt x="773" y="34192"/>
                    <a:pt x="877" y="34316"/>
                    <a:pt x="981" y="34316"/>
                  </a:cubicBezTo>
                  <a:cubicBezTo>
                    <a:pt x="1016" y="34316"/>
                    <a:pt x="1051" y="34302"/>
                    <a:pt x="1079" y="34268"/>
                  </a:cubicBezTo>
                  <a:cubicBezTo>
                    <a:pt x="1954" y="33246"/>
                    <a:pt x="2832" y="32201"/>
                    <a:pt x="3712" y="31142"/>
                  </a:cubicBezTo>
                  <a:lnTo>
                    <a:pt x="3712" y="31142"/>
                  </a:lnTo>
                  <a:cubicBezTo>
                    <a:pt x="2777" y="32571"/>
                    <a:pt x="1905" y="34020"/>
                    <a:pt x="1157" y="35501"/>
                  </a:cubicBezTo>
                  <a:cubicBezTo>
                    <a:pt x="1095" y="35616"/>
                    <a:pt x="1187" y="35729"/>
                    <a:pt x="1291" y="35729"/>
                  </a:cubicBezTo>
                  <a:cubicBezTo>
                    <a:pt x="1326" y="35729"/>
                    <a:pt x="1362" y="35716"/>
                    <a:pt x="1394" y="35686"/>
                  </a:cubicBezTo>
                  <a:cubicBezTo>
                    <a:pt x="2393" y="34811"/>
                    <a:pt x="3346" y="33885"/>
                    <a:pt x="4244" y="32909"/>
                  </a:cubicBezTo>
                  <a:lnTo>
                    <a:pt x="4244" y="32909"/>
                  </a:lnTo>
                  <a:cubicBezTo>
                    <a:pt x="3262" y="34589"/>
                    <a:pt x="2405" y="36344"/>
                    <a:pt x="1758" y="38212"/>
                  </a:cubicBezTo>
                  <a:cubicBezTo>
                    <a:pt x="1718" y="38330"/>
                    <a:pt x="1819" y="38414"/>
                    <a:pt x="1920" y="38414"/>
                  </a:cubicBezTo>
                  <a:cubicBezTo>
                    <a:pt x="1972" y="38414"/>
                    <a:pt x="2024" y="38391"/>
                    <a:pt x="2055" y="38339"/>
                  </a:cubicBezTo>
                  <a:cubicBezTo>
                    <a:pt x="5984" y="31817"/>
                    <a:pt x="10762" y="25862"/>
                    <a:pt x="15171" y="19669"/>
                  </a:cubicBezTo>
                  <a:cubicBezTo>
                    <a:pt x="16080" y="18604"/>
                    <a:pt x="16952" y="17515"/>
                    <a:pt x="17749" y="16323"/>
                  </a:cubicBezTo>
                  <a:cubicBezTo>
                    <a:pt x="18529" y="15154"/>
                    <a:pt x="19244" y="13941"/>
                    <a:pt x="19998" y="12757"/>
                  </a:cubicBezTo>
                  <a:cubicBezTo>
                    <a:pt x="20338" y="12224"/>
                    <a:pt x="22267" y="9564"/>
                    <a:pt x="22610" y="9564"/>
                  </a:cubicBezTo>
                  <a:cubicBezTo>
                    <a:pt x="22733" y="9564"/>
                    <a:pt x="22651" y="9907"/>
                    <a:pt x="22218" y="10814"/>
                  </a:cubicBezTo>
                  <a:cubicBezTo>
                    <a:pt x="20012" y="15434"/>
                    <a:pt x="15564" y="19903"/>
                    <a:pt x="12578" y="24103"/>
                  </a:cubicBezTo>
                  <a:cubicBezTo>
                    <a:pt x="8952" y="29208"/>
                    <a:pt x="5306" y="34318"/>
                    <a:pt x="1931" y="39592"/>
                  </a:cubicBezTo>
                  <a:cubicBezTo>
                    <a:pt x="1853" y="39715"/>
                    <a:pt x="1966" y="39832"/>
                    <a:pt x="2081" y="39832"/>
                  </a:cubicBezTo>
                  <a:cubicBezTo>
                    <a:pt x="2130" y="39832"/>
                    <a:pt x="2180" y="39810"/>
                    <a:pt x="2214" y="39757"/>
                  </a:cubicBezTo>
                  <a:cubicBezTo>
                    <a:pt x="2644" y="39087"/>
                    <a:pt x="3089" y="38426"/>
                    <a:pt x="3528" y="37759"/>
                  </a:cubicBezTo>
                  <a:cubicBezTo>
                    <a:pt x="4379" y="36812"/>
                    <a:pt x="5193" y="35839"/>
                    <a:pt x="5973" y="34840"/>
                  </a:cubicBezTo>
                  <a:lnTo>
                    <a:pt x="5973" y="34840"/>
                  </a:lnTo>
                  <a:cubicBezTo>
                    <a:pt x="4778" y="36512"/>
                    <a:pt x="3718" y="38247"/>
                    <a:pt x="2907" y="40083"/>
                  </a:cubicBezTo>
                  <a:cubicBezTo>
                    <a:pt x="2866" y="40177"/>
                    <a:pt x="2937" y="40276"/>
                    <a:pt x="3021" y="40276"/>
                  </a:cubicBezTo>
                  <a:cubicBezTo>
                    <a:pt x="3050" y="40276"/>
                    <a:pt x="3081" y="40264"/>
                    <a:pt x="3109" y="40236"/>
                  </a:cubicBezTo>
                  <a:cubicBezTo>
                    <a:pt x="4062" y="39292"/>
                    <a:pt x="4965" y="38299"/>
                    <a:pt x="5817" y="37262"/>
                  </a:cubicBezTo>
                  <a:lnTo>
                    <a:pt x="5817" y="37262"/>
                  </a:lnTo>
                  <a:cubicBezTo>
                    <a:pt x="4882" y="38561"/>
                    <a:pt x="3964" y="39872"/>
                    <a:pt x="3071" y="41189"/>
                  </a:cubicBezTo>
                  <a:cubicBezTo>
                    <a:pt x="3013" y="41273"/>
                    <a:pt x="3100" y="41375"/>
                    <a:pt x="3184" y="41375"/>
                  </a:cubicBezTo>
                  <a:cubicBezTo>
                    <a:pt x="3212" y="41375"/>
                    <a:pt x="3240" y="41363"/>
                    <a:pt x="3262" y="41336"/>
                  </a:cubicBezTo>
                  <a:cubicBezTo>
                    <a:pt x="6106" y="37730"/>
                    <a:pt x="9082" y="34237"/>
                    <a:pt x="12062" y="30746"/>
                  </a:cubicBezTo>
                  <a:lnTo>
                    <a:pt x="12062" y="30746"/>
                  </a:lnTo>
                  <a:cubicBezTo>
                    <a:pt x="11311" y="31861"/>
                    <a:pt x="10537" y="32975"/>
                    <a:pt x="9746" y="34087"/>
                  </a:cubicBezTo>
                  <a:cubicBezTo>
                    <a:pt x="7696" y="36691"/>
                    <a:pt x="5667" y="39309"/>
                    <a:pt x="3707" y="41977"/>
                  </a:cubicBezTo>
                  <a:cubicBezTo>
                    <a:pt x="3646" y="42059"/>
                    <a:pt x="3731" y="42155"/>
                    <a:pt x="3813" y="42155"/>
                  </a:cubicBezTo>
                  <a:cubicBezTo>
                    <a:pt x="3840" y="42155"/>
                    <a:pt x="3867" y="42144"/>
                    <a:pt x="3889" y="42118"/>
                  </a:cubicBezTo>
                  <a:cubicBezTo>
                    <a:pt x="5964" y="39624"/>
                    <a:pt x="7904" y="37037"/>
                    <a:pt x="9769" y="34398"/>
                  </a:cubicBezTo>
                  <a:cubicBezTo>
                    <a:pt x="11741" y="31910"/>
                    <a:pt x="13745" y="29444"/>
                    <a:pt x="15731" y="26967"/>
                  </a:cubicBezTo>
                  <a:cubicBezTo>
                    <a:pt x="15997" y="26638"/>
                    <a:pt x="16254" y="26300"/>
                    <a:pt x="16519" y="25971"/>
                  </a:cubicBezTo>
                  <a:lnTo>
                    <a:pt x="16519" y="25971"/>
                  </a:lnTo>
                  <a:cubicBezTo>
                    <a:pt x="12339" y="31731"/>
                    <a:pt x="8430" y="37666"/>
                    <a:pt x="4163" y="43386"/>
                  </a:cubicBezTo>
                  <a:cubicBezTo>
                    <a:pt x="4088" y="43485"/>
                    <a:pt x="4181" y="43579"/>
                    <a:pt x="4279" y="43579"/>
                  </a:cubicBezTo>
                  <a:cubicBezTo>
                    <a:pt x="4320" y="43579"/>
                    <a:pt x="4363" y="43562"/>
                    <a:pt x="4394" y="43521"/>
                  </a:cubicBezTo>
                  <a:cubicBezTo>
                    <a:pt x="8288" y="38449"/>
                    <a:pt x="12244" y="33420"/>
                    <a:pt x="16106" y="28324"/>
                  </a:cubicBezTo>
                  <a:cubicBezTo>
                    <a:pt x="19969" y="23226"/>
                    <a:pt x="23050" y="16912"/>
                    <a:pt x="27504" y="12350"/>
                  </a:cubicBezTo>
                  <a:lnTo>
                    <a:pt x="27504" y="12350"/>
                  </a:lnTo>
                  <a:lnTo>
                    <a:pt x="27048" y="13956"/>
                  </a:lnTo>
                  <a:cubicBezTo>
                    <a:pt x="26237" y="15223"/>
                    <a:pt x="25330" y="16424"/>
                    <a:pt x="24331" y="17553"/>
                  </a:cubicBezTo>
                  <a:cubicBezTo>
                    <a:pt x="23387" y="18699"/>
                    <a:pt x="22423" y="19822"/>
                    <a:pt x="21511" y="20997"/>
                  </a:cubicBezTo>
                  <a:cubicBezTo>
                    <a:pt x="19675" y="23359"/>
                    <a:pt x="17954" y="25821"/>
                    <a:pt x="16216" y="28258"/>
                  </a:cubicBezTo>
                  <a:cubicBezTo>
                    <a:pt x="12278" y="33786"/>
                    <a:pt x="8037" y="39179"/>
                    <a:pt x="4483" y="44965"/>
                  </a:cubicBezTo>
                  <a:cubicBezTo>
                    <a:pt x="4425" y="45060"/>
                    <a:pt x="4509" y="45158"/>
                    <a:pt x="4598" y="45158"/>
                  </a:cubicBezTo>
                  <a:cubicBezTo>
                    <a:pt x="4628" y="45158"/>
                    <a:pt x="4659" y="45147"/>
                    <a:pt x="4685" y="45121"/>
                  </a:cubicBezTo>
                  <a:cubicBezTo>
                    <a:pt x="5967" y="43853"/>
                    <a:pt x="7136" y="42505"/>
                    <a:pt x="8245" y="41111"/>
                  </a:cubicBezTo>
                  <a:lnTo>
                    <a:pt x="8245" y="41111"/>
                  </a:lnTo>
                  <a:cubicBezTo>
                    <a:pt x="7102" y="42779"/>
                    <a:pt x="6008" y="44483"/>
                    <a:pt x="5003" y="46252"/>
                  </a:cubicBezTo>
                  <a:cubicBezTo>
                    <a:pt x="4971" y="46310"/>
                    <a:pt x="5020" y="46364"/>
                    <a:pt x="5070" y="46364"/>
                  </a:cubicBezTo>
                  <a:cubicBezTo>
                    <a:pt x="5092" y="46364"/>
                    <a:pt x="5115" y="46353"/>
                    <a:pt x="5130" y="46328"/>
                  </a:cubicBezTo>
                  <a:cubicBezTo>
                    <a:pt x="5987" y="44852"/>
                    <a:pt x="6914" y="43417"/>
                    <a:pt x="7870" y="42006"/>
                  </a:cubicBezTo>
                  <a:lnTo>
                    <a:pt x="7870" y="42006"/>
                  </a:lnTo>
                  <a:cubicBezTo>
                    <a:pt x="6868" y="43677"/>
                    <a:pt x="6010" y="45401"/>
                    <a:pt x="5393" y="47197"/>
                  </a:cubicBezTo>
                  <a:cubicBezTo>
                    <a:pt x="5357" y="47297"/>
                    <a:pt x="5455" y="47388"/>
                    <a:pt x="5549" y="47388"/>
                  </a:cubicBezTo>
                  <a:cubicBezTo>
                    <a:pt x="5584" y="47388"/>
                    <a:pt x="5620" y="47375"/>
                    <a:pt x="5647" y="47344"/>
                  </a:cubicBezTo>
                  <a:cubicBezTo>
                    <a:pt x="6946" y="45831"/>
                    <a:pt x="8101" y="44206"/>
                    <a:pt x="9227" y="42554"/>
                  </a:cubicBezTo>
                  <a:lnTo>
                    <a:pt x="9227" y="42554"/>
                  </a:lnTo>
                  <a:cubicBezTo>
                    <a:pt x="8089" y="44350"/>
                    <a:pt x="7009" y="46154"/>
                    <a:pt x="6034" y="47944"/>
                  </a:cubicBezTo>
                  <a:cubicBezTo>
                    <a:pt x="5968" y="48066"/>
                    <a:pt x="6073" y="48178"/>
                    <a:pt x="6178" y="48178"/>
                  </a:cubicBezTo>
                  <a:cubicBezTo>
                    <a:pt x="6225" y="48178"/>
                    <a:pt x="6271" y="48156"/>
                    <a:pt x="6302" y="48103"/>
                  </a:cubicBezTo>
                  <a:cubicBezTo>
                    <a:pt x="9296" y="42947"/>
                    <a:pt x="13147" y="38466"/>
                    <a:pt x="16944" y="33913"/>
                  </a:cubicBezTo>
                  <a:lnTo>
                    <a:pt x="16944" y="33913"/>
                  </a:lnTo>
                  <a:cubicBezTo>
                    <a:pt x="16479" y="34603"/>
                    <a:pt x="16028" y="35308"/>
                    <a:pt x="15584" y="36021"/>
                  </a:cubicBezTo>
                  <a:cubicBezTo>
                    <a:pt x="14521" y="37716"/>
                    <a:pt x="13398" y="39428"/>
                    <a:pt x="12304" y="41163"/>
                  </a:cubicBezTo>
                  <a:cubicBezTo>
                    <a:pt x="11536" y="42237"/>
                    <a:pt x="10765" y="43305"/>
                    <a:pt x="9989" y="44373"/>
                  </a:cubicBezTo>
                  <a:cubicBezTo>
                    <a:pt x="9989" y="44373"/>
                    <a:pt x="9989" y="44373"/>
                    <a:pt x="9989" y="44373"/>
                  </a:cubicBezTo>
                  <a:cubicBezTo>
                    <a:pt x="9986" y="44373"/>
                    <a:pt x="9337" y="45341"/>
                    <a:pt x="8820" y="46157"/>
                  </a:cubicBezTo>
                  <a:cubicBezTo>
                    <a:pt x="8184" y="46890"/>
                    <a:pt x="7561" y="47635"/>
                    <a:pt x="6972" y="48412"/>
                  </a:cubicBezTo>
                  <a:cubicBezTo>
                    <a:pt x="6880" y="48532"/>
                    <a:pt x="6997" y="48649"/>
                    <a:pt x="7118" y="48649"/>
                  </a:cubicBezTo>
                  <a:cubicBezTo>
                    <a:pt x="7169" y="48649"/>
                    <a:pt x="7220" y="48629"/>
                    <a:pt x="7258" y="48579"/>
                  </a:cubicBezTo>
                  <a:cubicBezTo>
                    <a:pt x="7601" y="48126"/>
                    <a:pt x="7933" y="47664"/>
                    <a:pt x="8277" y="47208"/>
                  </a:cubicBezTo>
                  <a:cubicBezTo>
                    <a:pt x="8363" y="47130"/>
                    <a:pt x="8519" y="46957"/>
                    <a:pt x="8785" y="46628"/>
                  </a:cubicBezTo>
                  <a:cubicBezTo>
                    <a:pt x="9085" y="46258"/>
                    <a:pt x="9400" y="45897"/>
                    <a:pt x="9714" y="45536"/>
                  </a:cubicBezTo>
                  <a:lnTo>
                    <a:pt x="9714" y="45536"/>
                  </a:lnTo>
                  <a:cubicBezTo>
                    <a:pt x="9253" y="46388"/>
                    <a:pt x="8808" y="47243"/>
                    <a:pt x="8407" y="48109"/>
                  </a:cubicBezTo>
                  <a:cubicBezTo>
                    <a:pt x="8353" y="48225"/>
                    <a:pt x="8438" y="48320"/>
                    <a:pt x="8532" y="48320"/>
                  </a:cubicBezTo>
                  <a:cubicBezTo>
                    <a:pt x="8575" y="48320"/>
                    <a:pt x="8620" y="48300"/>
                    <a:pt x="8655" y="48253"/>
                  </a:cubicBezTo>
                  <a:cubicBezTo>
                    <a:pt x="12350" y="43351"/>
                    <a:pt x="17668" y="38126"/>
                    <a:pt x="20523" y="32545"/>
                  </a:cubicBezTo>
                  <a:cubicBezTo>
                    <a:pt x="20532" y="32528"/>
                    <a:pt x="20544" y="32513"/>
                    <a:pt x="20552" y="32496"/>
                  </a:cubicBezTo>
                  <a:lnTo>
                    <a:pt x="20552" y="32496"/>
                  </a:lnTo>
                  <a:cubicBezTo>
                    <a:pt x="17726" y="38134"/>
                    <a:pt x="13014" y="42797"/>
                    <a:pt x="9657" y="48103"/>
                  </a:cubicBezTo>
                  <a:cubicBezTo>
                    <a:pt x="9587" y="48214"/>
                    <a:pt x="9692" y="48336"/>
                    <a:pt x="9799" y="48336"/>
                  </a:cubicBezTo>
                  <a:cubicBezTo>
                    <a:pt x="9834" y="48336"/>
                    <a:pt x="9870" y="48322"/>
                    <a:pt x="9899" y="48291"/>
                  </a:cubicBezTo>
                  <a:cubicBezTo>
                    <a:pt x="10751" y="47396"/>
                    <a:pt x="11585" y="46489"/>
                    <a:pt x="12405" y="45571"/>
                  </a:cubicBezTo>
                  <a:lnTo>
                    <a:pt x="12405" y="45571"/>
                  </a:lnTo>
                  <a:cubicBezTo>
                    <a:pt x="11952" y="46198"/>
                    <a:pt x="11502" y="46824"/>
                    <a:pt x="11074" y="47471"/>
                  </a:cubicBezTo>
                  <a:cubicBezTo>
                    <a:pt x="10998" y="47586"/>
                    <a:pt x="11104" y="47702"/>
                    <a:pt x="11216" y="47702"/>
                  </a:cubicBezTo>
                  <a:cubicBezTo>
                    <a:pt x="11252" y="47702"/>
                    <a:pt x="11289" y="47690"/>
                    <a:pt x="11320" y="47661"/>
                  </a:cubicBezTo>
                  <a:cubicBezTo>
                    <a:pt x="12062" y="46980"/>
                    <a:pt x="12752" y="46267"/>
                    <a:pt x="13410" y="45531"/>
                  </a:cubicBezTo>
                  <a:cubicBezTo>
                    <a:pt x="13426" y="45601"/>
                    <a:pt x="13502" y="45656"/>
                    <a:pt x="13580" y="45656"/>
                  </a:cubicBezTo>
                  <a:cubicBezTo>
                    <a:pt x="13616" y="45656"/>
                    <a:pt x="13653" y="45643"/>
                    <a:pt x="13684" y="45614"/>
                  </a:cubicBezTo>
                  <a:cubicBezTo>
                    <a:pt x="16467" y="42973"/>
                    <a:pt x="18627" y="40019"/>
                    <a:pt x="20636" y="36760"/>
                  </a:cubicBezTo>
                  <a:cubicBezTo>
                    <a:pt x="20710" y="36642"/>
                    <a:pt x="20602" y="36529"/>
                    <a:pt x="20494" y="36529"/>
                  </a:cubicBezTo>
                  <a:cubicBezTo>
                    <a:pt x="20447" y="36529"/>
                    <a:pt x="20399" y="36551"/>
                    <a:pt x="20368" y="36604"/>
                  </a:cubicBezTo>
                  <a:cubicBezTo>
                    <a:pt x="19528" y="37966"/>
                    <a:pt x="18663" y="39290"/>
                    <a:pt x="17742" y="40600"/>
                  </a:cubicBezTo>
                  <a:lnTo>
                    <a:pt x="17742" y="40600"/>
                  </a:lnTo>
                  <a:cubicBezTo>
                    <a:pt x="17769" y="40562"/>
                    <a:pt x="17780" y="40544"/>
                    <a:pt x="17777" y="40544"/>
                  </a:cubicBezTo>
                  <a:lnTo>
                    <a:pt x="17777" y="40544"/>
                  </a:lnTo>
                  <a:cubicBezTo>
                    <a:pt x="17732" y="40544"/>
                    <a:pt x="14714" y="44341"/>
                    <a:pt x="14645" y="44341"/>
                  </a:cubicBezTo>
                  <a:cubicBezTo>
                    <a:pt x="14624" y="44341"/>
                    <a:pt x="14875" y="43990"/>
                    <a:pt x="15564" y="43077"/>
                  </a:cubicBezTo>
                  <a:cubicBezTo>
                    <a:pt x="17784" y="40126"/>
                    <a:pt x="19955" y="37257"/>
                    <a:pt x="21577" y="33922"/>
                  </a:cubicBezTo>
                  <a:cubicBezTo>
                    <a:pt x="21649" y="33801"/>
                    <a:pt x="21547" y="33691"/>
                    <a:pt x="21443" y="33691"/>
                  </a:cubicBezTo>
                  <a:cubicBezTo>
                    <a:pt x="21395" y="33691"/>
                    <a:pt x="21347" y="33714"/>
                    <a:pt x="21314" y="33769"/>
                  </a:cubicBezTo>
                  <a:cubicBezTo>
                    <a:pt x="19984" y="35747"/>
                    <a:pt x="18713" y="37765"/>
                    <a:pt x="17417" y="39765"/>
                  </a:cubicBezTo>
                  <a:cubicBezTo>
                    <a:pt x="15943" y="42041"/>
                    <a:pt x="13342" y="44649"/>
                    <a:pt x="12212" y="46332"/>
                  </a:cubicBezTo>
                  <a:lnTo>
                    <a:pt x="12212" y="46332"/>
                  </a:lnTo>
                  <a:cubicBezTo>
                    <a:pt x="12953" y="45228"/>
                    <a:pt x="13737" y="44167"/>
                    <a:pt x="14533" y="43114"/>
                  </a:cubicBezTo>
                  <a:cubicBezTo>
                    <a:pt x="16762" y="40450"/>
                    <a:pt x="18829" y="37664"/>
                    <a:pt x="20650" y="34676"/>
                  </a:cubicBezTo>
                  <a:cubicBezTo>
                    <a:pt x="21135" y="33881"/>
                    <a:pt x="21305" y="33568"/>
                    <a:pt x="21269" y="33568"/>
                  </a:cubicBezTo>
                  <a:cubicBezTo>
                    <a:pt x="21265" y="33568"/>
                    <a:pt x="21258" y="33573"/>
                    <a:pt x="21248" y="33581"/>
                  </a:cubicBezTo>
                  <a:cubicBezTo>
                    <a:pt x="21528" y="33073"/>
                    <a:pt x="21802" y="32562"/>
                    <a:pt x="22054" y="32034"/>
                  </a:cubicBezTo>
                  <a:cubicBezTo>
                    <a:pt x="22109" y="31913"/>
                    <a:pt x="22004" y="31801"/>
                    <a:pt x="21905" y="31801"/>
                  </a:cubicBezTo>
                  <a:cubicBezTo>
                    <a:pt x="21860" y="31801"/>
                    <a:pt x="21816" y="31823"/>
                    <a:pt x="21788" y="31878"/>
                  </a:cubicBezTo>
                  <a:cubicBezTo>
                    <a:pt x="20549" y="34346"/>
                    <a:pt x="19100" y="36633"/>
                    <a:pt x="17501" y="38847"/>
                  </a:cubicBezTo>
                  <a:cubicBezTo>
                    <a:pt x="16883" y="39690"/>
                    <a:pt x="16254" y="40522"/>
                    <a:pt x="15613" y="41345"/>
                  </a:cubicBezTo>
                  <a:cubicBezTo>
                    <a:pt x="14083" y="43233"/>
                    <a:pt x="11883" y="45155"/>
                    <a:pt x="10731" y="46980"/>
                  </a:cubicBezTo>
                  <a:cubicBezTo>
                    <a:pt x="14328" y="41278"/>
                    <a:pt x="19089" y="36509"/>
                    <a:pt x="21889" y="30296"/>
                  </a:cubicBezTo>
                  <a:cubicBezTo>
                    <a:pt x="21935" y="30193"/>
                    <a:pt x="21851" y="30074"/>
                    <a:pt x="21757" y="30074"/>
                  </a:cubicBezTo>
                  <a:cubicBezTo>
                    <a:pt x="21756" y="30074"/>
                    <a:pt x="21754" y="30074"/>
                    <a:pt x="21753" y="30074"/>
                  </a:cubicBezTo>
                  <a:cubicBezTo>
                    <a:pt x="21987" y="29519"/>
                    <a:pt x="22201" y="28954"/>
                    <a:pt x="22388" y="28376"/>
                  </a:cubicBezTo>
                  <a:cubicBezTo>
                    <a:pt x="22420" y="28276"/>
                    <a:pt x="22328" y="28170"/>
                    <a:pt x="22231" y="28170"/>
                  </a:cubicBezTo>
                  <a:cubicBezTo>
                    <a:pt x="22205" y="28170"/>
                    <a:pt x="22179" y="28177"/>
                    <a:pt x="22155" y="28194"/>
                  </a:cubicBezTo>
                  <a:cubicBezTo>
                    <a:pt x="21658" y="28561"/>
                    <a:pt x="21182" y="28956"/>
                    <a:pt x="20728" y="29375"/>
                  </a:cubicBezTo>
                  <a:cubicBezTo>
                    <a:pt x="21112" y="28789"/>
                    <a:pt x="21505" y="28206"/>
                    <a:pt x="21883" y="27617"/>
                  </a:cubicBezTo>
                  <a:cubicBezTo>
                    <a:pt x="21954" y="27508"/>
                    <a:pt x="21858" y="27411"/>
                    <a:pt x="21759" y="27411"/>
                  </a:cubicBezTo>
                  <a:cubicBezTo>
                    <a:pt x="21716" y="27411"/>
                    <a:pt x="21672" y="27429"/>
                    <a:pt x="21641" y="27472"/>
                  </a:cubicBezTo>
                  <a:cubicBezTo>
                    <a:pt x="17330" y="33431"/>
                    <a:pt x="11496" y="39301"/>
                    <a:pt x="7875" y="45291"/>
                  </a:cubicBezTo>
                  <a:cubicBezTo>
                    <a:pt x="12062" y="38016"/>
                    <a:pt x="17561" y="31520"/>
                    <a:pt x="22515" y="24779"/>
                  </a:cubicBezTo>
                  <a:cubicBezTo>
                    <a:pt x="22585" y="24681"/>
                    <a:pt x="22482" y="24565"/>
                    <a:pt x="22384" y="24565"/>
                  </a:cubicBezTo>
                  <a:cubicBezTo>
                    <a:pt x="22351" y="24565"/>
                    <a:pt x="22318" y="24578"/>
                    <a:pt x="22293" y="24609"/>
                  </a:cubicBezTo>
                  <a:cubicBezTo>
                    <a:pt x="21251" y="25876"/>
                    <a:pt x="20122" y="27149"/>
                    <a:pt x="18956" y="28434"/>
                  </a:cubicBezTo>
                  <a:cubicBezTo>
                    <a:pt x="19966" y="26800"/>
                    <a:pt x="20907" y="25120"/>
                    <a:pt x="21739" y="23367"/>
                  </a:cubicBezTo>
                  <a:cubicBezTo>
                    <a:pt x="21793" y="23255"/>
                    <a:pt x="21701" y="23129"/>
                    <a:pt x="21599" y="23129"/>
                  </a:cubicBezTo>
                  <a:cubicBezTo>
                    <a:pt x="21564" y="23129"/>
                    <a:pt x="21528" y="23144"/>
                    <a:pt x="21496" y="23180"/>
                  </a:cubicBezTo>
                  <a:cubicBezTo>
                    <a:pt x="18736" y="26260"/>
                    <a:pt x="16577" y="29860"/>
                    <a:pt x="14085" y="33160"/>
                  </a:cubicBezTo>
                  <a:cubicBezTo>
                    <a:pt x="13445" y="34009"/>
                    <a:pt x="12804" y="34857"/>
                    <a:pt x="12163" y="35706"/>
                  </a:cubicBezTo>
                  <a:cubicBezTo>
                    <a:pt x="13159" y="34234"/>
                    <a:pt x="14134" y="32747"/>
                    <a:pt x="15122" y="31260"/>
                  </a:cubicBezTo>
                  <a:cubicBezTo>
                    <a:pt x="19418" y="24811"/>
                    <a:pt x="24086" y="18286"/>
                    <a:pt x="29277" y="12532"/>
                  </a:cubicBezTo>
                  <a:cubicBezTo>
                    <a:pt x="29381" y="12419"/>
                    <a:pt x="29276" y="12264"/>
                    <a:pt x="29161" y="12264"/>
                  </a:cubicBezTo>
                  <a:cubicBezTo>
                    <a:pt x="29125" y="12264"/>
                    <a:pt x="29089" y="12278"/>
                    <a:pt x="29057" y="12313"/>
                  </a:cubicBezTo>
                  <a:cubicBezTo>
                    <a:pt x="28200" y="13263"/>
                    <a:pt x="27377" y="14238"/>
                    <a:pt x="26572" y="15229"/>
                  </a:cubicBezTo>
                  <a:cubicBezTo>
                    <a:pt x="27325" y="14031"/>
                    <a:pt x="27992" y="12801"/>
                    <a:pt x="28512" y="11513"/>
                  </a:cubicBezTo>
                  <a:cubicBezTo>
                    <a:pt x="28551" y="11414"/>
                    <a:pt x="28465" y="11352"/>
                    <a:pt x="28379" y="11352"/>
                  </a:cubicBezTo>
                  <a:cubicBezTo>
                    <a:pt x="28344" y="11352"/>
                    <a:pt x="28310" y="11362"/>
                    <a:pt x="28284" y="11383"/>
                  </a:cubicBezTo>
                  <a:cubicBezTo>
                    <a:pt x="27397" y="12093"/>
                    <a:pt x="26609" y="12910"/>
                    <a:pt x="25870" y="13774"/>
                  </a:cubicBezTo>
                  <a:cubicBezTo>
                    <a:pt x="26344" y="13046"/>
                    <a:pt x="26806" y="12307"/>
                    <a:pt x="27242" y="11551"/>
                  </a:cubicBezTo>
                  <a:cubicBezTo>
                    <a:pt x="27306" y="11440"/>
                    <a:pt x="27211" y="11341"/>
                    <a:pt x="27113" y="11341"/>
                  </a:cubicBezTo>
                  <a:cubicBezTo>
                    <a:pt x="27071" y="11341"/>
                    <a:pt x="27027" y="11360"/>
                    <a:pt x="26996" y="11406"/>
                  </a:cubicBezTo>
                  <a:cubicBezTo>
                    <a:pt x="26742" y="11790"/>
                    <a:pt x="26471" y="12160"/>
                    <a:pt x="26211" y="12541"/>
                  </a:cubicBezTo>
                  <a:cubicBezTo>
                    <a:pt x="26531" y="11900"/>
                    <a:pt x="26829" y="11245"/>
                    <a:pt x="27088" y="10569"/>
                  </a:cubicBezTo>
                  <a:cubicBezTo>
                    <a:pt x="27124" y="10475"/>
                    <a:pt x="27039" y="10404"/>
                    <a:pt x="26957" y="10404"/>
                  </a:cubicBezTo>
                  <a:cubicBezTo>
                    <a:pt x="26925" y="10404"/>
                    <a:pt x="26893" y="10415"/>
                    <a:pt x="26869" y="10439"/>
                  </a:cubicBezTo>
                  <a:cubicBezTo>
                    <a:pt x="26046" y="11259"/>
                    <a:pt x="25270" y="12108"/>
                    <a:pt x="24510" y="12974"/>
                  </a:cubicBezTo>
                  <a:cubicBezTo>
                    <a:pt x="25137" y="11935"/>
                    <a:pt x="25732" y="10881"/>
                    <a:pt x="26280" y="9807"/>
                  </a:cubicBezTo>
                  <a:cubicBezTo>
                    <a:pt x="26330" y="9716"/>
                    <a:pt x="26255" y="9625"/>
                    <a:pt x="26171" y="9625"/>
                  </a:cubicBezTo>
                  <a:cubicBezTo>
                    <a:pt x="26142" y="9625"/>
                    <a:pt x="26113" y="9636"/>
                    <a:pt x="26087" y="9660"/>
                  </a:cubicBezTo>
                  <a:cubicBezTo>
                    <a:pt x="25218" y="10390"/>
                    <a:pt x="24409" y="11210"/>
                    <a:pt x="23627" y="12065"/>
                  </a:cubicBezTo>
                  <a:cubicBezTo>
                    <a:pt x="24386" y="10970"/>
                    <a:pt x="25131" y="9862"/>
                    <a:pt x="25830" y="8719"/>
                  </a:cubicBezTo>
                  <a:cubicBezTo>
                    <a:pt x="25902" y="8603"/>
                    <a:pt x="25802" y="8499"/>
                    <a:pt x="25698" y="8499"/>
                  </a:cubicBezTo>
                  <a:cubicBezTo>
                    <a:pt x="25652" y="8499"/>
                    <a:pt x="25606" y="8520"/>
                    <a:pt x="25573" y="8568"/>
                  </a:cubicBezTo>
                  <a:cubicBezTo>
                    <a:pt x="22310" y="13240"/>
                    <a:pt x="18214" y="17201"/>
                    <a:pt x="14836" y="21771"/>
                  </a:cubicBezTo>
                  <a:cubicBezTo>
                    <a:pt x="11198" y="26699"/>
                    <a:pt x="8106" y="32025"/>
                    <a:pt x="4197" y="36743"/>
                  </a:cubicBezTo>
                  <a:cubicBezTo>
                    <a:pt x="7307" y="32060"/>
                    <a:pt x="10578" y="27481"/>
                    <a:pt x="13831" y="22899"/>
                  </a:cubicBezTo>
                  <a:cubicBezTo>
                    <a:pt x="17059" y="18358"/>
                    <a:pt x="21678" y="13895"/>
                    <a:pt x="23494" y="8528"/>
                  </a:cubicBezTo>
                  <a:cubicBezTo>
                    <a:pt x="23531" y="8414"/>
                    <a:pt x="23435" y="8330"/>
                    <a:pt x="23336" y="8330"/>
                  </a:cubicBezTo>
                  <a:cubicBezTo>
                    <a:pt x="23297" y="8330"/>
                    <a:pt x="23257" y="8343"/>
                    <a:pt x="23226" y="8372"/>
                  </a:cubicBezTo>
                  <a:cubicBezTo>
                    <a:pt x="22253" y="9293"/>
                    <a:pt x="21418" y="10286"/>
                    <a:pt x="20645" y="11331"/>
                  </a:cubicBezTo>
                  <a:cubicBezTo>
                    <a:pt x="21418" y="10015"/>
                    <a:pt x="22155" y="8675"/>
                    <a:pt x="22847" y="7307"/>
                  </a:cubicBezTo>
                  <a:cubicBezTo>
                    <a:pt x="22906" y="7191"/>
                    <a:pt x="22813" y="7068"/>
                    <a:pt x="22707" y="7068"/>
                  </a:cubicBezTo>
                  <a:cubicBezTo>
                    <a:pt x="22671" y="7068"/>
                    <a:pt x="22633" y="7082"/>
                    <a:pt x="22599" y="7116"/>
                  </a:cubicBezTo>
                  <a:cubicBezTo>
                    <a:pt x="16689" y="13052"/>
                    <a:pt x="12818" y="20532"/>
                    <a:pt x="8101" y="27371"/>
                  </a:cubicBezTo>
                  <a:cubicBezTo>
                    <a:pt x="7145" y="28570"/>
                    <a:pt x="6236" y="29802"/>
                    <a:pt x="5390" y="31075"/>
                  </a:cubicBezTo>
                  <a:cubicBezTo>
                    <a:pt x="5017" y="31549"/>
                    <a:pt x="4636" y="32022"/>
                    <a:pt x="4249" y="32484"/>
                  </a:cubicBezTo>
                  <a:cubicBezTo>
                    <a:pt x="3218" y="33712"/>
                    <a:pt x="2614" y="34275"/>
                    <a:pt x="2434" y="34275"/>
                  </a:cubicBezTo>
                  <a:cubicBezTo>
                    <a:pt x="2213" y="34275"/>
                    <a:pt x="2631" y="33425"/>
                    <a:pt x="3684" y="31913"/>
                  </a:cubicBezTo>
                  <a:cubicBezTo>
                    <a:pt x="5280" y="29620"/>
                    <a:pt x="6931" y="27363"/>
                    <a:pt x="8551" y="25082"/>
                  </a:cubicBezTo>
                  <a:cubicBezTo>
                    <a:pt x="10327" y="22767"/>
                    <a:pt x="12056" y="20391"/>
                    <a:pt x="13696" y="17974"/>
                  </a:cubicBezTo>
                  <a:cubicBezTo>
                    <a:pt x="16525" y="14175"/>
                    <a:pt x="19435" y="10436"/>
                    <a:pt x="22339" y="6698"/>
                  </a:cubicBezTo>
                  <a:cubicBezTo>
                    <a:pt x="22412" y="6604"/>
                    <a:pt x="22346" y="6444"/>
                    <a:pt x="22243" y="6444"/>
                  </a:cubicBezTo>
                  <a:cubicBezTo>
                    <a:pt x="22219" y="6444"/>
                    <a:pt x="22193" y="6452"/>
                    <a:pt x="22166" y="6472"/>
                  </a:cubicBezTo>
                  <a:cubicBezTo>
                    <a:pt x="20936" y="7414"/>
                    <a:pt x="19854" y="8493"/>
                    <a:pt x="18843" y="9637"/>
                  </a:cubicBezTo>
                  <a:cubicBezTo>
                    <a:pt x="19588" y="8288"/>
                    <a:pt x="20295" y="6931"/>
                    <a:pt x="20951" y="5569"/>
                  </a:cubicBezTo>
                  <a:cubicBezTo>
                    <a:pt x="21009" y="5453"/>
                    <a:pt x="20912" y="5351"/>
                    <a:pt x="20812" y="5351"/>
                  </a:cubicBezTo>
                  <a:cubicBezTo>
                    <a:pt x="20768" y="5351"/>
                    <a:pt x="20723" y="5371"/>
                    <a:pt x="20691" y="5419"/>
                  </a:cubicBezTo>
                  <a:cubicBezTo>
                    <a:pt x="17258" y="10136"/>
                    <a:pt x="13612" y="14596"/>
                    <a:pt x="10404" y="19484"/>
                  </a:cubicBezTo>
                  <a:cubicBezTo>
                    <a:pt x="8973" y="21667"/>
                    <a:pt x="7543" y="23846"/>
                    <a:pt x="6048" y="25989"/>
                  </a:cubicBezTo>
                  <a:cubicBezTo>
                    <a:pt x="4867" y="27680"/>
                    <a:pt x="3571" y="29283"/>
                    <a:pt x="2234" y="30853"/>
                  </a:cubicBezTo>
                  <a:cubicBezTo>
                    <a:pt x="1596" y="31599"/>
                    <a:pt x="1207" y="32007"/>
                    <a:pt x="1111" y="32007"/>
                  </a:cubicBezTo>
                  <a:cubicBezTo>
                    <a:pt x="1015" y="32007"/>
                    <a:pt x="1217" y="31593"/>
                    <a:pt x="1764" y="30694"/>
                  </a:cubicBezTo>
                  <a:cubicBezTo>
                    <a:pt x="4717" y="25844"/>
                    <a:pt x="8612" y="21488"/>
                    <a:pt x="11862" y="16831"/>
                  </a:cubicBezTo>
                  <a:cubicBezTo>
                    <a:pt x="14732" y="12723"/>
                    <a:pt x="18641" y="9123"/>
                    <a:pt x="20633" y="4466"/>
                  </a:cubicBezTo>
                  <a:cubicBezTo>
                    <a:pt x="20678" y="4359"/>
                    <a:pt x="20599" y="4243"/>
                    <a:pt x="20504" y="4243"/>
                  </a:cubicBezTo>
                  <a:cubicBezTo>
                    <a:pt x="20472" y="4243"/>
                    <a:pt x="20437" y="4257"/>
                    <a:pt x="20405" y="4290"/>
                  </a:cubicBezTo>
                  <a:cubicBezTo>
                    <a:pt x="19559" y="5136"/>
                    <a:pt x="18757" y="6019"/>
                    <a:pt x="17968" y="6914"/>
                  </a:cubicBezTo>
                  <a:cubicBezTo>
                    <a:pt x="18941" y="5439"/>
                    <a:pt x="19894" y="3946"/>
                    <a:pt x="20795" y="2419"/>
                  </a:cubicBezTo>
                  <a:cubicBezTo>
                    <a:pt x="20857" y="2311"/>
                    <a:pt x="20757" y="2189"/>
                    <a:pt x="20656" y="2189"/>
                  </a:cubicBezTo>
                  <a:cubicBezTo>
                    <a:pt x="20621" y="2189"/>
                    <a:pt x="20587" y="2203"/>
                    <a:pt x="20558" y="2237"/>
                  </a:cubicBezTo>
                  <a:cubicBezTo>
                    <a:pt x="18705" y="4388"/>
                    <a:pt x="16903" y="6579"/>
                    <a:pt x="15154" y="8808"/>
                  </a:cubicBezTo>
                  <a:cubicBezTo>
                    <a:pt x="16707" y="6542"/>
                    <a:pt x="18191" y="4249"/>
                    <a:pt x="19533" y="1946"/>
                  </a:cubicBezTo>
                  <a:cubicBezTo>
                    <a:pt x="19601" y="1830"/>
                    <a:pt x="19503" y="1729"/>
                    <a:pt x="19400" y="1729"/>
                  </a:cubicBezTo>
                  <a:cubicBezTo>
                    <a:pt x="19355" y="1729"/>
                    <a:pt x="19309" y="1749"/>
                    <a:pt x="19276" y="1795"/>
                  </a:cubicBezTo>
                  <a:cubicBezTo>
                    <a:pt x="18069" y="3519"/>
                    <a:pt x="16822" y="5214"/>
                    <a:pt x="15558" y="6897"/>
                  </a:cubicBezTo>
                  <a:cubicBezTo>
                    <a:pt x="16857" y="4729"/>
                    <a:pt x="18012" y="2500"/>
                    <a:pt x="18915" y="179"/>
                  </a:cubicBezTo>
                  <a:cubicBezTo>
                    <a:pt x="18959" y="69"/>
                    <a:pt x="18868" y="1"/>
                    <a:pt x="1877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70" name="Google Shape;8128;p80">
              <a:extLst>
                <a:ext uri="{FF2B5EF4-FFF2-40B4-BE49-F238E27FC236}">
                  <a16:creationId xmlns:a16="http://schemas.microsoft.com/office/drawing/2014/main" id="{9917E58B-AFD4-CEA3-F46F-BB72C9535687}"/>
                </a:ext>
              </a:extLst>
            </p:cNvPr>
            <p:cNvSpPr/>
            <p:nvPr/>
          </p:nvSpPr>
          <p:spPr>
            <a:xfrm>
              <a:off x="4007750" y="3526075"/>
              <a:ext cx="134350" cy="162425"/>
            </a:xfrm>
            <a:custGeom>
              <a:avLst/>
              <a:gdLst/>
              <a:ahLst/>
              <a:cxnLst/>
              <a:rect l="l" t="t" r="r" b="b"/>
              <a:pathLst>
                <a:path w="5374" h="6497" extrusionOk="0">
                  <a:moveTo>
                    <a:pt x="5373" y="0"/>
                  </a:moveTo>
                  <a:lnTo>
                    <a:pt x="5373" y="0"/>
                  </a:lnTo>
                  <a:cubicBezTo>
                    <a:pt x="3600" y="2174"/>
                    <a:pt x="1747" y="4296"/>
                    <a:pt x="0" y="6496"/>
                  </a:cubicBezTo>
                  <a:cubicBezTo>
                    <a:pt x="1724" y="4394"/>
                    <a:pt x="3523" y="2345"/>
                    <a:pt x="5223" y="231"/>
                  </a:cubicBezTo>
                  <a:cubicBezTo>
                    <a:pt x="5272" y="156"/>
                    <a:pt x="5321" y="78"/>
                    <a:pt x="537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71" name="Google Shape;8129;p80">
              <a:extLst>
                <a:ext uri="{FF2B5EF4-FFF2-40B4-BE49-F238E27FC236}">
                  <a16:creationId xmlns:a16="http://schemas.microsoft.com/office/drawing/2014/main" id="{61D4F9A1-5A05-D807-506B-2485F0EAA3BC}"/>
                </a:ext>
              </a:extLst>
            </p:cNvPr>
            <p:cNvSpPr/>
            <p:nvPr/>
          </p:nvSpPr>
          <p:spPr>
            <a:xfrm>
              <a:off x="4015750" y="3586775"/>
              <a:ext cx="128225" cy="188550"/>
            </a:xfrm>
            <a:custGeom>
              <a:avLst/>
              <a:gdLst/>
              <a:ahLst/>
              <a:cxnLst/>
              <a:rect l="l" t="t" r="r" b="b"/>
              <a:pathLst>
                <a:path w="5129" h="7542" extrusionOk="0">
                  <a:moveTo>
                    <a:pt x="5128" y="0"/>
                  </a:moveTo>
                  <a:lnTo>
                    <a:pt x="5128" y="0"/>
                  </a:lnTo>
                  <a:cubicBezTo>
                    <a:pt x="3402" y="2535"/>
                    <a:pt x="1684" y="5067"/>
                    <a:pt x="1" y="7541"/>
                  </a:cubicBezTo>
                  <a:cubicBezTo>
                    <a:pt x="1291" y="5794"/>
                    <a:pt x="2570" y="4042"/>
                    <a:pt x="3731" y="2212"/>
                  </a:cubicBezTo>
                  <a:cubicBezTo>
                    <a:pt x="4199" y="1476"/>
                    <a:pt x="4666" y="739"/>
                    <a:pt x="512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72" name="Google Shape;8130;p80">
              <a:extLst>
                <a:ext uri="{FF2B5EF4-FFF2-40B4-BE49-F238E27FC236}">
                  <a16:creationId xmlns:a16="http://schemas.microsoft.com/office/drawing/2014/main" id="{26219DCF-9A03-DF7E-C76B-647BFF913DA7}"/>
                </a:ext>
              </a:extLst>
            </p:cNvPr>
            <p:cNvSpPr/>
            <p:nvPr/>
          </p:nvSpPr>
          <p:spPr>
            <a:xfrm>
              <a:off x="3786475" y="1293300"/>
              <a:ext cx="2115175" cy="2649500"/>
            </a:xfrm>
            <a:custGeom>
              <a:avLst/>
              <a:gdLst/>
              <a:ahLst/>
              <a:cxnLst/>
              <a:rect l="l" t="t" r="r" b="b"/>
              <a:pathLst>
                <a:path w="84607" h="105980" extrusionOk="0">
                  <a:moveTo>
                    <a:pt x="76277" y="1331"/>
                  </a:moveTo>
                  <a:cubicBezTo>
                    <a:pt x="76575" y="1331"/>
                    <a:pt x="76912" y="1381"/>
                    <a:pt x="77288" y="1480"/>
                  </a:cubicBezTo>
                  <a:cubicBezTo>
                    <a:pt x="77106" y="1627"/>
                    <a:pt x="76927" y="1777"/>
                    <a:pt x="76748" y="1925"/>
                  </a:cubicBezTo>
                  <a:cubicBezTo>
                    <a:pt x="76729" y="1910"/>
                    <a:pt x="76707" y="1903"/>
                    <a:pt x="76684" y="1903"/>
                  </a:cubicBezTo>
                  <a:cubicBezTo>
                    <a:pt x="76652" y="1903"/>
                    <a:pt x="76620" y="1918"/>
                    <a:pt x="76598" y="1945"/>
                  </a:cubicBezTo>
                  <a:cubicBezTo>
                    <a:pt x="76485" y="2072"/>
                    <a:pt x="76373" y="2199"/>
                    <a:pt x="76260" y="2326"/>
                  </a:cubicBezTo>
                  <a:cubicBezTo>
                    <a:pt x="75587" y="2900"/>
                    <a:pt x="74923" y="3481"/>
                    <a:pt x="74277" y="4084"/>
                  </a:cubicBezTo>
                  <a:cubicBezTo>
                    <a:pt x="74311" y="3986"/>
                    <a:pt x="74352" y="3853"/>
                    <a:pt x="74427" y="3634"/>
                  </a:cubicBezTo>
                  <a:cubicBezTo>
                    <a:pt x="74482" y="3403"/>
                    <a:pt x="74537" y="3172"/>
                    <a:pt x="74594" y="2944"/>
                  </a:cubicBezTo>
                  <a:cubicBezTo>
                    <a:pt x="74734" y="1866"/>
                    <a:pt x="75297" y="1331"/>
                    <a:pt x="76277" y="1331"/>
                  </a:cubicBezTo>
                  <a:close/>
                  <a:moveTo>
                    <a:pt x="80781" y="3937"/>
                  </a:moveTo>
                  <a:cubicBezTo>
                    <a:pt x="80931" y="4018"/>
                    <a:pt x="81203" y="4096"/>
                    <a:pt x="81494" y="4168"/>
                  </a:cubicBezTo>
                  <a:cubicBezTo>
                    <a:pt x="81001" y="4376"/>
                    <a:pt x="80527" y="4630"/>
                    <a:pt x="80080" y="4921"/>
                  </a:cubicBezTo>
                  <a:cubicBezTo>
                    <a:pt x="80313" y="4592"/>
                    <a:pt x="80553" y="4269"/>
                    <a:pt x="80781" y="3937"/>
                  </a:cubicBezTo>
                  <a:close/>
                  <a:moveTo>
                    <a:pt x="79973" y="3391"/>
                  </a:moveTo>
                  <a:cubicBezTo>
                    <a:pt x="80120" y="3509"/>
                    <a:pt x="80273" y="3619"/>
                    <a:pt x="80432" y="3720"/>
                  </a:cubicBezTo>
                  <a:cubicBezTo>
                    <a:pt x="79837" y="4272"/>
                    <a:pt x="79251" y="4826"/>
                    <a:pt x="78677" y="5395"/>
                  </a:cubicBezTo>
                  <a:cubicBezTo>
                    <a:pt x="79164" y="4765"/>
                    <a:pt x="79597" y="4096"/>
                    <a:pt x="79973" y="3391"/>
                  </a:cubicBezTo>
                  <a:close/>
                  <a:moveTo>
                    <a:pt x="82580" y="4419"/>
                  </a:moveTo>
                  <a:cubicBezTo>
                    <a:pt x="83062" y="4549"/>
                    <a:pt x="83394" y="4754"/>
                    <a:pt x="83613" y="5014"/>
                  </a:cubicBezTo>
                  <a:cubicBezTo>
                    <a:pt x="83570" y="5017"/>
                    <a:pt x="83530" y="5031"/>
                    <a:pt x="83495" y="5060"/>
                  </a:cubicBezTo>
                  <a:cubicBezTo>
                    <a:pt x="83056" y="5447"/>
                    <a:pt x="82640" y="5854"/>
                    <a:pt x="82216" y="6252"/>
                  </a:cubicBezTo>
                  <a:cubicBezTo>
                    <a:pt x="82404" y="5874"/>
                    <a:pt x="82565" y="5481"/>
                    <a:pt x="82701" y="5083"/>
                  </a:cubicBezTo>
                  <a:cubicBezTo>
                    <a:pt x="82742" y="4959"/>
                    <a:pt x="82633" y="4855"/>
                    <a:pt x="82519" y="4855"/>
                  </a:cubicBezTo>
                  <a:cubicBezTo>
                    <a:pt x="82490" y="4855"/>
                    <a:pt x="82460" y="4862"/>
                    <a:pt x="82433" y="4878"/>
                  </a:cubicBezTo>
                  <a:cubicBezTo>
                    <a:pt x="82401" y="4895"/>
                    <a:pt x="82372" y="4915"/>
                    <a:pt x="82337" y="4936"/>
                  </a:cubicBezTo>
                  <a:cubicBezTo>
                    <a:pt x="82424" y="4765"/>
                    <a:pt x="82499" y="4592"/>
                    <a:pt x="82580" y="4419"/>
                  </a:cubicBezTo>
                  <a:close/>
                  <a:moveTo>
                    <a:pt x="70694" y="3917"/>
                  </a:moveTo>
                  <a:lnTo>
                    <a:pt x="70694" y="3917"/>
                  </a:lnTo>
                  <a:cubicBezTo>
                    <a:pt x="70781" y="3986"/>
                    <a:pt x="70861" y="4061"/>
                    <a:pt x="70939" y="4139"/>
                  </a:cubicBezTo>
                  <a:cubicBezTo>
                    <a:pt x="70925" y="4150"/>
                    <a:pt x="70908" y="4150"/>
                    <a:pt x="70896" y="4171"/>
                  </a:cubicBezTo>
                  <a:cubicBezTo>
                    <a:pt x="70691" y="4477"/>
                    <a:pt x="70477" y="4777"/>
                    <a:pt x="70267" y="5080"/>
                  </a:cubicBezTo>
                  <a:cubicBezTo>
                    <a:pt x="70254" y="5075"/>
                    <a:pt x="70241" y="5073"/>
                    <a:pt x="70228" y="5073"/>
                  </a:cubicBezTo>
                  <a:cubicBezTo>
                    <a:pt x="70200" y="5073"/>
                    <a:pt x="70173" y="5083"/>
                    <a:pt x="70151" y="5103"/>
                  </a:cubicBezTo>
                  <a:cubicBezTo>
                    <a:pt x="69689" y="5490"/>
                    <a:pt x="69259" y="5900"/>
                    <a:pt x="68843" y="6324"/>
                  </a:cubicBezTo>
                  <a:cubicBezTo>
                    <a:pt x="69519" y="5605"/>
                    <a:pt x="70145" y="4849"/>
                    <a:pt x="70677" y="4003"/>
                  </a:cubicBezTo>
                  <a:cubicBezTo>
                    <a:pt x="70694" y="3977"/>
                    <a:pt x="70700" y="3948"/>
                    <a:pt x="70694" y="3917"/>
                  </a:cubicBezTo>
                  <a:close/>
                  <a:moveTo>
                    <a:pt x="71136" y="4364"/>
                  </a:moveTo>
                  <a:cubicBezTo>
                    <a:pt x="71231" y="4485"/>
                    <a:pt x="71329" y="4612"/>
                    <a:pt x="71427" y="4760"/>
                  </a:cubicBezTo>
                  <a:cubicBezTo>
                    <a:pt x="71419" y="4765"/>
                    <a:pt x="71404" y="4765"/>
                    <a:pt x="71395" y="4774"/>
                  </a:cubicBezTo>
                  <a:cubicBezTo>
                    <a:pt x="70656" y="5516"/>
                    <a:pt x="69946" y="6290"/>
                    <a:pt x="69224" y="7052"/>
                  </a:cubicBezTo>
                  <a:cubicBezTo>
                    <a:pt x="69883" y="6177"/>
                    <a:pt x="70526" y="5288"/>
                    <a:pt x="71133" y="4364"/>
                  </a:cubicBezTo>
                  <a:close/>
                  <a:moveTo>
                    <a:pt x="70202" y="4401"/>
                  </a:moveTo>
                  <a:lnTo>
                    <a:pt x="70202" y="4401"/>
                  </a:lnTo>
                  <a:cubicBezTo>
                    <a:pt x="70233" y="4401"/>
                    <a:pt x="69227" y="5551"/>
                    <a:pt x="69217" y="5551"/>
                  </a:cubicBezTo>
                  <a:cubicBezTo>
                    <a:pt x="69216" y="5551"/>
                    <a:pt x="69220" y="5546"/>
                    <a:pt x="69230" y="5533"/>
                  </a:cubicBezTo>
                  <a:lnTo>
                    <a:pt x="69230" y="5533"/>
                  </a:lnTo>
                  <a:cubicBezTo>
                    <a:pt x="68197" y="6789"/>
                    <a:pt x="66978" y="7863"/>
                    <a:pt x="65806" y="8972"/>
                  </a:cubicBezTo>
                  <a:cubicBezTo>
                    <a:pt x="66274" y="8464"/>
                    <a:pt x="66739" y="7947"/>
                    <a:pt x="67201" y="7430"/>
                  </a:cubicBezTo>
                  <a:cubicBezTo>
                    <a:pt x="67876" y="6668"/>
                    <a:pt x="68569" y="5929"/>
                    <a:pt x="69294" y="5216"/>
                  </a:cubicBezTo>
                  <a:cubicBezTo>
                    <a:pt x="69582" y="4936"/>
                    <a:pt x="69880" y="4667"/>
                    <a:pt x="70189" y="4410"/>
                  </a:cubicBezTo>
                  <a:cubicBezTo>
                    <a:pt x="70196" y="4404"/>
                    <a:pt x="70201" y="4401"/>
                    <a:pt x="70202" y="4401"/>
                  </a:cubicBezTo>
                  <a:close/>
                  <a:moveTo>
                    <a:pt x="69766" y="3526"/>
                  </a:moveTo>
                  <a:cubicBezTo>
                    <a:pt x="70017" y="3526"/>
                    <a:pt x="70278" y="3609"/>
                    <a:pt x="70550" y="3801"/>
                  </a:cubicBezTo>
                  <a:cubicBezTo>
                    <a:pt x="70515" y="3801"/>
                    <a:pt x="70480" y="3813"/>
                    <a:pt x="70454" y="3836"/>
                  </a:cubicBezTo>
                  <a:cubicBezTo>
                    <a:pt x="69767" y="4393"/>
                    <a:pt x="69132" y="5005"/>
                    <a:pt x="68517" y="5634"/>
                  </a:cubicBezTo>
                  <a:cubicBezTo>
                    <a:pt x="68907" y="5068"/>
                    <a:pt x="69268" y="4480"/>
                    <a:pt x="69556" y="3839"/>
                  </a:cubicBezTo>
                  <a:cubicBezTo>
                    <a:pt x="69604" y="3743"/>
                    <a:pt x="69525" y="3658"/>
                    <a:pt x="69444" y="3658"/>
                  </a:cubicBezTo>
                  <a:cubicBezTo>
                    <a:pt x="69408" y="3658"/>
                    <a:pt x="69371" y="3675"/>
                    <a:pt x="69346" y="3714"/>
                  </a:cubicBezTo>
                  <a:cubicBezTo>
                    <a:pt x="67536" y="6249"/>
                    <a:pt x="64995" y="8169"/>
                    <a:pt x="63257" y="10744"/>
                  </a:cubicBezTo>
                  <a:cubicBezTo>
                    <a:pt x="63032" y="8542"/>
                    <a:pt x="65480" y="8065"/>
                    <a:pt x="66594" y="6835"/>
                  </a:cubicBezTo>
                  <a:cubicBezTo>
                    <a:pt x="67341" y="6011"/>
                    <a:pt x="68397" y="3526"/>
                    <a:pt x="69766" y="3526"/>
                  </a:cubicBezTo>
                  <a:close/>
                  <a:moveTo>
                    <a:pt x="68789" y="4872"/>
                  </a:moveTo>
                  <a:cubicBezTo>
                    <a:pt x="68549" y="5285"/>
                    <a:pt x="68272" y="5681"/>
                    <a:pt x="68000" y="6064"/>
                  </a:cubicBezTo>
                  <a:cubicBezTo>
                    <a:pt x="67891" y="6223"/>
                    <a:pt x="67772" y="6376"/>
                    <a:pt x="67654" y="6529"/>
                  </a:cubicBezTo>
                  <a:cubicBezTo>
                    <a:pt x="66747" y="7514"/>
                    <a:pt x="65873" y="8530"/>
                    <a:pt x="64957" y="9512"/>
                  </a:cubicBezTo>
                  <a:cubicBezTo>
                    <a:pt x="64542" y="9953"/>
                    <a:pt x="64106" y="10372"/>
                    <a:pt x="63661" y="10785"/>
                  </a:cubicBezTo>
                  <a:cubicBezTo>
                    <a:pt x="63496" y="10942"/>
                    <a:pt x="63384" y="11051"/>
                    <a:pt x="63314" y="11120"/>
                  </a:cubicBezTo>
                  <a:lnTo>
                    <a:pt x="63314" y="11120"/>
                  </a:lnTo>
                  <a:cubicBezTo>
                    <a:pt x="63312" y="11107"/>
                    <a:pt x="63309" y="11096"/>
                    <a:pt x="63306" y="11082"/>
                  </a:cubicBezTo>
                  <a:cubicBezTo>
                    <a:pt x="63358" y="11007"/>
                    <a:pt x="63436" y="10894"/>
                    <a:pt x="63528" y="10750"/>
                  </a:cubicBezTo>
                  <a:cubicBezTo>
                    <a:pt x="64340" y="9477"/>
                    <a:pt x="65471" y="8397"/>
                    <a:pt x="66525" y="7329"/>
                  </a:cubicBezTo>
                  <a:cubicBezTo>
                    <a:pt x="67307" y="6535"/>
                    <a:pt x="68075" y="5730"/>
                    <a:pt x="68789" y="4872"/>
                  </a:cubicBezTo>
                  <a:close/>
                  <a:moveTo>
                    <a:pt x="68413" y="6766"/>
                  </a:moveTo>
                  <a:cubicBezTo>
                    <a:pt x="67905" y="7303"/>
                    <a:pt x="67417" y="7860"/>
                    <a:pt x="66935" y="8426"/>
                  </a:cubicBezTo>
                  <a:lnTo>
                    <a:pt x="66938" y="8423"/>
                  </a:lnTo>
                  <a:lnTo>
                    <a:pt x="66938" y="8423"/>
                  </a:lnTo>
                  <a:cubicBezTo>
                    <a:pt x="66427" y="9021"/>
                    <a:pt x="65916" y="9613"/>
                    <a:pt x="65388" y="10193"/>
                  </a:cubicBezTo>
                  <a:cubicBezTo>
                    <a:pt x="64923" y="10706"/>
                    <a:pt x="64025" y="11261"/>
                    <a:pt x="63683" y="11848"/>
                  </a:cubicBezTo>
                  <a:lnTo>
                    <a:pt x="63683" y="11848"/>
                  </a:lnTo>
                  <a:cubicBezTo>
                    <a:pt x="63939" y="11400"/>
                    <a:pt x="64224" y="10965"/>
                    <a:pt x="64533" y="10548"/>
                  </a:cubicBezTo>
                  <a:cubicBezTo>
                    <a:pt x="65760" y="9229"/>
                    <a:pt x="67146" y="8051"/>
                    <a:pt x="68413" y="6766"/>
                  </a:cubicBezTo>
                  <a:close/>
                  <a:moveTo>
                    <a:pt x="81024" y="7953"/>
                  </a:moveTo>
                  <a:cubicBezTo>
                    <a:pt x="80712" y="8510"/>
                    <a:pt x="80259" y="9009"/>
                    <a:pt x="79655" y="9445"/>
                  </a:cubicBezTo>
                  <a:cubicBezTo>
                    <a:pt x="78801" y="10479"/>
                    <a:pt x="77911" y="11478"/>
                    <a:pt x="77063" y="12514"/>
                  </a:cubicBezTo>
                  <a:cubicBezTo>
                    <a:pt x="77198" y="12344"/>
                    <a:pt x="77325" y="12165"/>
                    <a:pt x="77461" y="11994"/>
                  </a:cubicBezTo>
                  <a:cubicBezTo>
                    <a:pt x="78575" y="10574"/>
                    <a:pt x="79779" y="9243"/>
                    <a:pt x="81024" y="7953"/>
                  </a:cubicBezTo>
                  <a:close/>
                  <a:moveTo>
                    <a:pt x="74005" y="5412"/>
                  </a:moveTo>
                  <a:lnTo>
                    <a:pt x="74005" y="5415"/>
                  </a:lnTo>
                  <a:cubicBezTo>
                    <a:pt x="73113" y="6622"/>
                    <a:pt x="72253" y="7872"/>
                    <a:pt x="71390" y="8879"/>
                  </a:cubicBezTo>
                  <a:cubicBezTo>
                    <a:pt x="70197" y="10268"/>
                    <a:pt x="68988" y="11642"/>
                    <a:pt x="67778" y="13014"/>
                  </a:cubicBezTo>
                  <a:cubicBezTo>
                    <a:pt x="69822" y="10453"/>
                    <a:pt x="71898" y="7921"/>
                    <a:pt x="74005" y="5412"/>
                  </a:cubicBezTo>
                  <a:close/>
                  <a:moveTo>
                    <a:pt x="70494" y="6125"/>
                  </a:moveTo>
                  <a:cubicBezTo>
                    <a:pt x="70637" y="6125"/>
                    <a:pt x="68201" y="9121"/>
                    <a:pt x="67642" y="9783"/>
                  </a:cubicBezTo>
                  <a:cubicBezTo>
                    <a:pt x="66144" y="11564"/>
                    <a:pt x="64553" y="13256"/>
                    <a:pt x="62963" y="14939"/>
                  </a:cubicBezTo>
                  <a:cubicBezTo>
                    <a:pt x="63979" y="13637"/>
                    <a:pt x="65001" y="12338"/>
                    <a:pt x="66049" y="11059"/>
                  </a:cubicBezTo>
                  <a:lnTo>
                    <a:pt x="66052" y="11059"/>
                  </a:lnTo>
                  <a:cubicBezTo>
                    <a:pt x="67103" y="9780"/>
                    <a:pt x="68208" y="8550"/>
                    <a:pt x="69320" y="7329"/>
                  </a:cubicBezTo>
                  <a:cubicBezTo>
                    <a:pt x="70110" y="6460"/>
                    <a:pt x="70446" y="6125"/>
                    <a:pt x="70494" y="6125"/>
                  </a:cubicBezTo>
                  <a:close/>
                  <a:moveTo>
                    <a:pt x="74952" y="3807"/>
                  </a:moveTo>
                  <a:lnTo>
                    <a:pt x="74952" y="3810"/>
                  </a:lnTo>
                  <a:cubicBezTo>
                    <a:pt x="71078" y="8192"/>
                    <a:pt x="67169" y="12546"/>
                    <a:pt x="63370" y="16989"/>
                  </a:cubicBezTo>
                  <a:cubicBezTo>
                    <a:pt x="66860" y="12277"/>
                    <a:pt x="70602" y="7779"/>
                    <a:pt x="74952" y="3807"/>
                  </a:cubicBezTo>
                  <a:close/>
                  <a:moveTo>
                    <a:pt x="80921" y="5118"/>
                  </a:moveTo>
                  <a:cubicBezTo>
                    <a:pt x="80988" y="5118"/>
                    <a:pt x="81006" y="5170"/>
                    <a:pt x="80957" y="5288"/>
                  </a:cubicBezTo>
                  <a:cubicBezTo>
                    <a:pt x="79750" y="6512"/>
                    <a:pt x="78564" y="7753"/>
                    <a:pt x="77400" y="9018"/>
                  </a:cubicBezTo>
                  <a:cubicBezTo>
                    <a:pt x="77216" y="9217"/>
                    <a:pt x="77031" y="9422"/>
                    <a:pt x="76849" y="9627"/>
                  </a:cubicBezTo>
                  <a:cubicBezTo>
                    <a:pt x="74583" y="12119"/>
                    <a:pt x="72383" y="14674"/>
                    <a:pt x="70249" y="17289"/>
                  </a:cubicBezTo>
                  <a:cubicBezTo>
                    <a:pt x="70708" y="16671"/>
                    <a:pt x="71165" y="16048"/>
                    <a:pt x="71626" y="15433"/>
                  </a:cubicBezTo>
                  <a:cubicBezTo>
                    <a:pt x="74083" y="12575"/>
                    <a:pt x="76523" y="9702"/>
                    <a:pt x="78783" y="6700"/>
                  </a:cubicBezTo>
                  <a:cubicBezTo>
                    <a:pt x="79527" y="5991"/>
                    <a:pt x="80644" y="5118"/>
                    <a:pt x="80921" y="5118"/>
                  </a:cubicBezTo>
                  <a:close/>
                  <a:moveTo>
                    <a:pt x="73604" y="7774"/>
                  </a:moveTo>
                  <a:cubicBezTo>
                    <a:pt x="71855" y="9974"/>
                    <a:pt x="70125" y="12194"/>
                    <a:pt x="68419" y="14437"/>
                  </a:cubicBezTo>
                  <a:cubicBezTo>
                    <a:pt x="68318" y="14555"/>
                    <a:pt x="68211" y="14676"/>
                    <a:pt x="68110" y="14798"/>
                  </a:cubicBezTo>
                  <a:cubicBezTo>
                    <a:pt x="67342" y="15739"/>
                    <a:pt x="66563" y="16668"/>
                    <a:pt x="65789" y="17604"/>
                  </a:cubicBezTo>
                  <a:lnTo>
                    <a:pt x="65789" y="17601"/>
                  </a:lnTo>
                  <a:cubicBezTo>
                    <a:pt x="66909" y="16080"/>
                    <a:pt x="68026" y="14558"/>
                    <a:pt x="69147" y="13034"/>
                  </a:cubicBezTo>
                  <a:cubicBezTo>
                    <a:pt x="70509" y="11177"/>
                    <a:pt x="72062" y="9477"/>
                    <a:pt x="73604" y="7774"/>
                  </a:cubicBezTo>
                  <a:close/>
                  <a:moveTo>
                    <a:pt x="79265" y="4113"/>
                  </a:moveTo>
                  <a:cubicBezTo>
                    <a:pt x="78957" y="4751"/>
                    <a:pt x="78547" y="5380"/>
                    <a:pt x="78073" y="6004"/>
                  </a:cubicBezTo>
                  <a:cubicBezTo>
                    <a:pt x="76736" y="7346"/>
                    <a:pt x="75437" y="8729"/>
                    <a:pt x="74176" y="10152"/>
                  </a:cubicBezTo>
                  <a:cubicBezTo>
                    <a:pt x="73044" y="11241"/>
                    <a:pt x="71938" y="12295"/>
                    <a:pt x="71069" y="13308"/>
                  </a:cubicBezTo>
                  <a:cubicBezTo>
                    <a:pt x="69695" y="14916"/>
                    <a:pt x="68335" y="16539"/>
                    <a:pt x="66967" y="18152"/>
                  </a:cubicBezTo>
                  <a:cubicBezTo>
                    <a:pt x="69017" y="15343"/>
                    <a:pt x="71162" y="12612"/>
                    <a:pt x="73517" y="10046"/>
                  </a:cubicBezTo>
                  <a:cubicBezTo>
                    <a:pt x="75267" y="8137"/>
                    <a:pt x="78258" y="6180"/>
                    <a:pt x="79265" y="4113"/>
                  </a:cubicBezTo>
                  <a:close/>
                  <a:moveTo>
                    <a:pt x="69187" y="10837"/>
                  </a:moveTo>
                  <a:lnTo>
                    <a:pt x="69187" y="10837"/>
                  </a:lnTo>
                  <a:cubicBezTo>
                    <a:pt x="67723" y="12664"/>
                    <a:pt x="66271" y="14500"/>
                    <a:pt x="64833" y="16348"/>
                  </a:cubicBezTo>
                  <a:lnTo>
                    <a:pt x="63557" y="17792"/>
                  </a:lnTo>
                  <a:cubicBezTo>
                    <a:pt x="61969" y="19602"/>
                    <a:pt x="60419" y="21444"/>
                    <a:pt x="58877" y="23294"/>
                  </a:cubicBezTo>
                  <a:lnTo>
                    <a:pt x="59221" y="22798"/>
                  </a:lnTo>
                  <a:cubicBezTo>
                    <a:pt x="62469" y="18759"/>
                    <a:pt x="65789" y="14772"/>
                    <a:pt x="69187" y="10837"/>
                  </a:cubicBezTo>
                  <a:close/>
                  <a:moveTo>
                    <a:pt x="72978" y="5328"/>
                  </a:moveTo>
                  <a:lnTo>
                    <a:pt x="72978" y="5328"/>
                  </a:lnTo>
                  <a:cubicBezTo>
                    <a:pt x="68462" y="9740"/>
                    <a:pt x="64582" y="14731"/>
                    <a:pt x="60916" y="19890"/>
                  </a:cubicBezTo>
                  <a:cubicBezTo>
                    <a:pt x="59810" y="21215"/>
                    <a:pt x="58719" y="22555"/>
                    <a:pt x="57642" y="23903"/>
                  </a:cubicBezTo>
                  <a:cubicBezTo>
                    <a:pt x="57547" y="24001"/>
                    <a:pt x="57454" y="24103"/>
                    <a:pt x="57359" y="24201"/>
                  </a:cubicBezTo>
                  <a:cubicBezTo>
                    <a:pt x="60047" y="20583"/>
                    <a:pt x="62734" y="16969"/>
                    <a:pt x="65549" y="13447"/>
                  </a:cubicBezTo>
                  <a:cubicBezTo>
                    <a:pt x="67873" y="10773"/>
                    <a:pt x="70203" y="8106"/>
                    <a:pt x="72539" y="5447"/>
                  </a:cubicBezTo>
                  <a:cubicBezTo>
                    <a:pt x="72550" y="5435"/>
                    <a:pt x="72547" y="5424"/>
                    <a:pt x="72553" y="5412"/>
                  </a:cubicBezTo>
                  <a:lnTo>
                    <a:pt x="72550" y="5412"/>
                  </a:lnTo>
                  <a:cubicBezTo>
                    <a:pt x="72698" y="5403"/>
                    <a:pt x="72839" y="5375"/>
                    <a:pt x="72978" y="5328"/>
                  </a:cubicBezTo>
                  <a:close/>
                  <a:moveTo>
                    <a:pt x="61590" y="20516"/>
                  </a:moveTo>
                  <a:lnTo>
                    <a:pt x="61590" y="20516"/>
                  </a:lnTo>
                  <a:cubicBezTo>
                    <a:pt x="59406" y="23329"/>
                    <a:pt x="57213" y="26137"/>
                    <a:pt x="55015" y="28941"/>
                  </a:cubicBezTo>
                  <a:cubicBezTo>
                    <a:pt x="55731" y="27890"/>
                    <a:pt x="56449" y="26839"/>
                    <a:pt x="57165" y="25789"/>
                  </a:cubicBezTo>
                  <a:cubicBezTo>
                    <a:pt x="58618" y="24013"/>
                    <a:pt x="60094" y="22254"/>
                    <a:pt x="61590" y="20516"/>
                  </a:cubicBezTo>
                  <a:close/>
                  <a:moveTo>
                    <a:pt x="79766" y="4813"/>
                  </a:moveTo>
                  <a:lnTo>
                    <a:pt x="79766" y="4813"/>
                  </a:lnTo>
                  <a:cubicBezTo>
                    <a:pt x="79807" y="4813"/>
                    <a:pt x="79597" y="5090"/>
                    <a:pt x="79306" y="5473"/>
                  </a:cubicBezTo>
                  <a:cubicBezTo>
                    <a:pt x="76376" y="7736"/>
                    <a:pt x="73991" y="11584"/>
                    <a:pt x="71921" y="14440"/>
                  </a:cubicBezTo>
                  <a:cubicBezTo>
                    <a:pt x="69811" y="16899"/>
                    <a:pt x="67723" y="19371"/>
                    <a:pt x="65682" y="21894"/>
                  </a:cubicBezTo>
                  <a:cubicBezTo>
                    <a:pt x="63592" y="24481"/>
                    <a:pt x="61467" y="27039"/>
                    <a:pt x="59336" y="29594"/>
                  </a:cubicBezTo>
                  <a:cubicBezTo>
                    <a:pt x="65376" y="21305"/>
                    <a:pt x="71566" y="13086"/>
                    <a:pt x="78648" y="5888"/>
                  </a:cubicBezTo>
                  <a:cubicBezTo>
                    <a:pt x="79414" y="5109"/>
                    <a:pt x="79724" y="4813"/>
                    <a:pt x="79766" y="4813"/>
                  </a:cubicBezTo>
                  <a:close/>
                  <a:moveTo>
                    <a:pt x="70518" y="14454"/>
                  </a:moveTo>
                  <a:cubicBezTo>
                    <a:pt x="66063" y="19925"/>
                    <a:pt x="61949" y="25734"/>
                    <a:pt x="57812" y="31427"/>
                  </a:cubicBezTo>
                  <a:cubicBezTo>
                    <a:pt x="56574" y="32914"/>
                    <a:pt x="55338" y="34400"/>
                    <a:pt x="54111" y="35890"/>
                  </a:cubicBezTo>
                  <a:cubicBezTo>
                    <a:pt x="57619" y="31095"/>
                    <a:pt x="61129" y="26302"/>
                    <a:pt x="64576" y="21464"/>
                  </a:cubicBezTo>
                  <a:cubicBezTo>
                    <a:pt x="64825" y="21172"/>
                    <a:pt x="65067" y="20878"/>
                    <a:pt x="65313" y="20586"/>
                  </a:cubicBezTo>
                  <a:cubicBezTo>
                    <a:pt x="67039" y="18536"/>
                    <a:pt x="68774" y="16492"/>
                    <a:pt x="70518" y="14454"/>
                  </a:cubicBezTo>
                  <a:close/>
                  <a:moveTo>
                    <a:pt x="53207" y="29103"/>
                  </a:moveTo>
                  <a:lnTo>
                    <a:pt x="53207" y="29103"/>
                  </a:lnTo>
                  <a:cubicBezTo>
                    <a:pt x="51192" y="31765"/>
                    <a:pt x="49148" y="34409"/>
                    <a:pt x="47032" y="36984"/>
                  </a:cubicBezTo>
                  <a:cubicBezTo>
                    <a:pt x="46992" y="37033"/>
                    <a:pt x="46951" y="37080"/>
                    <a:pt x="46914" y="37129"/>
                  </a:cubicBezTo>
                  <a:cubicBezTo>
                    <a:pt x="48929" y="34386"/>
                    <a:pt x="51002" y="31687"/>
                    <a:pt x="53207" y="29103"/>
                  </a:cubicBezTo>
                  <a:close/>
                  <a:moveTo>
                    <a:pt x="71606" y="4985"/>
                  </a:moveTo>
                  <a:cubicBezTo>
                    <a:pt x="71777" y="5172"/>
                    <a:pt x="71996" y="5308"/>
                    <a:pt x="72241" y="5375"/>
                  </a:cubicBezTo>
                  <a:cubicBezTo>
                    <a:pt x="69655" y="8085"/>
                    <a:pt x="67224" y="10929"/>
                    <a:pt x="64880" y="13839"/>
                  </a:cubicBezTo>
                  <a:cubicBezTo>
                    <a:pt x="63849" y="15023"/>
                    <a:pt x="62815" y="16204"/>
                    <a:pt x="61790" y="17393"/>
                  </a:cubicBezTo>
                  <a:cubicBezTo>
                    <a:pt x="55573" y="24603"/>
                    <a:pt x="49671" y="32002"/>
                    <a:pt x="43884" y="39511"/>
                  </a:cubicBezTo>
                  <a:lnTo>
                    <a:pt x="43884" y="39511"/>
                  </a:lnTo>
                  <a:cubicBezTo>
                    <a:pt x="44252" y="39024"/>
                    <a:pt x="44619" y="38536"/>
                    <a:pt x="44985" y="38047"/>
                  </a:cubicBezTo>
                  <a:cubicBezTo>
                    <a:pt x="46559" y="35942"/>
                    <a:pt x="48112" y="33806"/>
                    <a:pt x="49671" y="31672"/>
                  </a:cubicBezTo>
                  <a:cubicBezTo>
                    <a:pt x="52815" y="27913"/>
                    <a:pt x="55918" y="24123"/>
                    <a:pt x="58892" y="20225"/>
                  </a:cubicBezTo>
                  <a:cubicBezTo>
                    <a:pt x="59949" y="18837"/>
                    <a:pt x="61011" y="17454"/>
                    <a:pt x="62073" y="16074"/>
                  </a:cubicBezTo>
                  <a:cubicBezTo>
                    <a:pt x="65414" y="12511"/>
                    <a:pt x="68901" y="9116"/>
                    <a:pt x="71606" y="4985"/>
                  </a:cubicBezTo>
                  <a:close/>
                  <a:moveTo>
                    <a:pt x="81546" y="5793"/>
                  </a:moveTo>
                  <a:cubicBezTo>
                    <a:pt x="81546" y="5813"/>
                    <a:pt x="81543" y="5831"/>
                    <a:pt x="81543" y="5848"/>
                  </a:cubicBezTo>
                  <a:cubicBezTo>
                    <a:pt x="80943" y="7020"/>
                    <a:pt x="80192" y="8123"/>
                    <a:pt x="79361" y="9185"/>
                  </a:cubicBezTo>
                  <a:lnTo>
                    <a:pt x="79361" y="9182"/>
                  </a:lnTo>
                  <a:cubicBezTo>
                    <a:pt x="78541" y="10098"/>
                    <a:pt x="77750" y="11039"/>
                    <a:pt x="76979" y="11997"/>
                  </a:cubicBezTo>
                  <a:cubicBezTo>
                    <a:pt x="76243" y="12829"/>
                    <a:pt x="75507" y="13649"/>
                    <a:pt x="74822" y="14466"/>
                  </a:cubicBezTo>
                  <a:cubicBezTo>
                    <a:pt x="70890" y="19174"/>
                    <a:pt x="67588" y="24475"/>
                    <a:pt x="63852" y="29348"/>
                  </a:cubicBezTo>
                  <a:cubicBezTo>
                    <a:pt x="61152" y="32870"/>
                    <a:pt x="58398" y="36355"/>
                    <a:pt x="55653" y="39842"/>
                  </a:cubicBezTo>
                  <a:cubicBezTo>
                    <a:pt x="59720" y="33638"/>
                    <a:pt x="63800" y="27449"/>
                    <a:pt x="68228" y="21550"/>
                  </a:cubicBezTo>
                  <a:cubicBezTo>
                    <a:pt x="71009" y="17849"/>
                    <a:pt x="73864" y="14177"/>
                    <a:pt x="76710" y="10525"/>
                  </a:cubicBezTo>
                  <a:lnTo>
                    <a:pt x="76719" y="10516"/>
                  </a:lnTo>
                  <a:cubicBezTo>
                    <a:pt x="77842" y="9327"/>
                    <a:pt x="79023" y="8207"/>
                    <a:pt x="80068" y="6974"/>
                  </a:cubicBezTo>
                  <a:cubicBezTo>
                    <a:pt x="80542" y="6564"/>
                    <a:pt x="81029" y="6168"/>
                    <a:pt x="81546" y="5793"/>
                  </a:cubicBezTo>
                  <a:close/>
                  <a:moveTo>
                    <a:pt x="55208" y="28167"/>
                  </a:moveTo>
                  <a:lnTo>
                    <a:pt x="55208" y="28167"/>
                  </a:lnTo>
                  <a:cubicBezTo>
                    <a:pt x="54813" y="28751"/>
                    <a:pt x="54417" y="29331"/>
                    <a:pt x="54019" y="29911"/>
                  </a:cubicBezTo>
                  <a:cubicBezTo>
                    <a:pt x="53430" y="30774"/>
                    <a:pt x="52818" y="31623"/>
                    <a:pt x="52214" y="32478"/>
                  </a:cubicBezTo>
                  <a:cubicBezTo>
                    <a:pt x="51311" y="33612"/>
                    <a:pt x="50401" y="34744"/>
                    <a:pt x="49489" y="35876"/>
                  </a:cubicBezTo>
                  <a:cubicBezTo>
                    <a:pt x="48386" y="37233"/>
                    <a:pt x="47280" y="38587"/>
                    <a:pt x="46172" y="39941"/>
                  </a:cubicBezTo>
                  <a:cubicBezTo>
                    <a:pt x="48014" y="37383"/>
                    <a:pt x="49876" y="34857"/>
                    <a:pt x="51761" y="32354"/>
                  </a:cubicBezTo>
                  <a:cubicBezTo>
                    <a:pt x="52919" y="30968"/>
                    <a:pt x="54068" y="29573"/>
                    <a:pt x="55208" y="28167"/>
                  </a:cubicBezTo>
                  <a:close/>
                  <a:moveTo>
                    <a:pt x="53109" y="29827"/>
                  </a:moveTo>
                  <a:lnTo>
                    <a:pt x="53109" y="29827"/>
                  </a:lnTo>
                  <a:cubicBezTo>
                    <a:pt x="52070" y="31236"/>
                    <a:pt x="51036" y="32651"/>
                    <a:pt x="50011" y="34071"/>
                  </a:cubicBezTo>
                  <a:cubicBezTo>
                    <a:pt x="49359" y="34857"/>
                    <a:pt x="48712" y="35648"/>
                    <a:pt x="48051" y="36430"/>
                  </a:cubicBezTo>
                  <a:cubicBezTo>
                    <a:pt x="46709" y="38021"/>
                    <a:pt x="45352" y="39603"/>
                    <a:pt x="43986" y="41176"/>
                  </a:cubicBezTo>
                  <a:cubicBezTo>
                    <a:pt x="44154" y="40937"/>
                    <a:pt x="44324" y="40703"/>
                    <a:pt x="44494" y="40463"/>
                  </a:cubicBezTo>
                  <a:cubicBezTo>
                    <a:pt x="47436" y="36979"/>
                    <a:pt x="50323" y="33445"/>
                    <a:pt x="53109" y="29827"/>
                  </a:cubicBezTo>
                  <a:close/>
                  <a:moveTo>
                    <a:pt x="60344" y="17318"/>
                  </a:moveTo>
                  <a:cubicBezTo>
                    <a:pt x="54911" y="24071"/>
                    <a:pt x="49757" y="31106"/>
                    <a:pt x="44235" y="37680"/>
                  </a:cubicBezTo>
                  <a:cubicBezTo>
                    <a:pt x="42404" y="39854"/>
                    <a:pt x="40626" y="42065"/>
                    <a:pt x="38862" y="44288"/>
                  </a:cubicBezTo>
                  <a:cubicBezTo>
                    <a:pt x="40880" y="41681"/>
                    <a:pt x="42904" y="39083"/>
                    <a:pt x="44968" y="36545"/>
                  </a:cubicBezTo>
                  <a:cubicBezTo>
                    <a:pt x="49599" y="30849"/>
                    <a:pt x="53817" y="24784"/>
                    <a:pt x="58632" y="19244"/>
                  </a:cubicBezTo>
                  <a:cubicBezTo>
                    <a:pt x="59198" y="18594"/>
                    <a:pt x="59767" y="17953"/>
                    <a:pt x="60344" y="17318"/>
                  </a:cubicBezTo>
                  <a:close/>
                  <a:moveTo>
                    <a:pt x="58288" y="27177"/>
                  </a:moveTo>
                  <a:lnTo>
                    <a:pt x="58288" y="27177"/>
                  </a:lnTo>
                  <a:cubicBezTo>
                    <a:pt x="53603" y="33376"/>
                    <a:pt x="48808" y="39484"/>
                    <a:pt x="43954" y="45550"/>
                  </a:cubicBezTo>
                  <a:cubicBezTo>
                    <a:pt x="45632" y="43177"/>
                    <a:pt x="47309" y="40801"/>
                    <a:pt x="49027" y="38460"/>
                  </a:cubicBezTo>
                  <a:cubicBezTo>
                    <a:pt x="51905" y="34533"/>
                    <a:pt x="55104" y="30861"/>
                    <a:pt x="58288" y="27177"/>
                  </a:cubicBezTo>
                  <a:close/>
                  <a:moveTo>
                    <a:pt x="42979" y="42259"/>
                  </a:moveTo>
                  <a:lnTo>
                    <a:pt x="42979" y="42259"/>
                  </a:lnTo>
                  <a:cubicBezTo>
                    <a:pt x="42878" y="42403"/>
                    <a:pt x="42774" y="42548"/>
                    <a:pt x="42673" y="42689"/>
                  </a:cubicBezTo>
                  <a:cubicBezTo>
                    <a:pt x="41448" y="44093"/>
                    <a:pt x="40223" y="45497"/>
                    <a:pt x="38997" y="46901"/>
                  </a:cubicBezTo>
                  <a:lnTo>
                    <a:pt x="38997" y="46901"/>
                  </a:lnTo>
                  <a:cubicBezTo>
                    <a:pt x="40329" y="45358"/>
                    <a:pt x="41655" y="43809"/>
                    <a:pt x="42979" y="42259"/>
                  </a:cubicBezTo>
                  <a:close/>
                  <a:moveTo>
                    <a:pt x="49425" y="36358"/>
                  </a:moveTo>
                  <a:lnTo>
                    <a:pt x="49425" y="36358"/>
                  </a:lnTo>
                  <a:cubicBezTo>
                    <a:pt x="46616" y="40189"/>
                    <a:pt x="43726" y="43954"/>
                    <a:pt x="40793" y="47684"/>
                  </a:cubicBezTo>
                  <a:cubicBezTo>
                    <a:pt x="41841" y="46122"/>
                    <a:pt x="42886" y="44580"/>
                    <a:pt x="43934" y="43076"/>
                  </a:cubicBezTo>
                  <a:cubicBezTo>
                    <a:pt x="45127" y="41627"/>
                    <a:pt x="46319" y="40177"/>
                    <a:pt x="47511" y="38728"/>
                  </a:cubicBezTo>
                  <a:lnTo>
                    <a:pt x="47511" y="38731"/>
                  </a:lnTo>
                  <a:cubicBezTo>
                    <a:pt x="48155" y="37943"/>
                    <a:pt x="48787" y="37149"/>
                    <a:pt x="49425" y="36358"/>
                  </a:cubicBezTo>
                  <a:close/>
                  <a:moveTo>
                    <a:pt x="61496" y="18132"/>
                  </a:moveTo>
                  <a:cubicBezTo>
                    <a:pt x="59388" y="20869"/>
                    <a:pt x="57316" y="23638"/>
                    <a:pt x="55240" y="26403"/>
                  </a:cubicBezTo>
                  <a:cubicBezTo>
                    <a:pt x="51492" y="30494"/>
                    <a:pt x="48198" y="34952"/>
                    <a:pt x="44971" y="39464"/>
                  </a:cubicBezTo>
                  <a:cubicBezTo>
                    <a:pt x="42499" y="42426"/>
                    <a:pt x="39999" y="45365"/>
                    <a:pt x="37476" y="48284"/>
                  </a:cubicBezTo>
                  <a:cubicBezTo>
                    <a:pt x="39223" y="45911"/>
                    <a:pt x="40969" y="43541"/>
                    <a:pt x="42736" y="41185"/>
                  </a:cubicBezTo>
                  <a:lnTo>
                    <a:pt x="42736" y="41188"/>
                  </a:lnTo>
                  <a:cubicBezTo>
                    <a:pt x="48689" y="33263"/>
                    <a:pt x="55029" y="25644"/>
                    <a:pt x="61496" y="18132"/>
                  </a:cubicBezTo>
                  <a:close/>
                  <a:moveTo>
                    <a:pt x="77392" y="14474"/>
                  </a:moveTo>
                  <a:lnTo>
                    <a:pt x="77392" y="14474"/>
                  </a:lnTo>
                  <a:cubicBezTo>
                    <a:pt x="68751" y="25878"/>
                    <a:pt x="60497" y="37625"/>
                    <a:pt x="52018" y="49121"/>
                  </a:cubicBezTo>
                  <a:lnTo>
                    <a:pt x="52015" y="49124"/>
                  </a:lnTo>
                  <a:cubicBezTo>
                    <a:pt x="51827" y="49378"/>
                    <a:pt x="51643" y="49635"/>
                    <a:pt x="51455" y="49892"/>
                  </a:cubicBezTo>
                  <a:cubicBezTo>
                    <a:pt x="52263" y="48680"/>
                    <a:pt x="53080" y="47473"/>
                    <a:pt x="53915" y="46278"/>
                  </a:cubicBezTo>
                  <a:cubicBezTo>
                    <a:pt x="59010" y="38988"/>
                    <a:pt x="64573" y="32030"/>
                    <a:pt x="69611" y="24706"/>
                  </a:cubicBezTo>
                  <a:cubicBezTo>
                    <a:pt x="72010" y="21218"/>
                    <a:pt x="74750" y="17872"/>
                    <a:pt x="77392" y="14474"/>
                  </a:cubicBezTo>
                  <a:close/>
                  <a:moveTo>
                    <a:pt x="46264" y="33283"/>
                  </a:moveTo>
                  <a:lnTo>
                    <a:pt x="46019" y="33647"/>
                  </a:lnTo>
                  <a:cubicBezTo>
                    <a:pt x="42777" y="38410"/>
                    <a:pt x="38847" y="42868"/>
                    <a:pt x="35135" y="47271"/>
                  </a:cubicBezTo>
                  <a:cubicBezTo>
                    <a:pt x="34266" y="48301"/>
                    <a:pt x="33400" y="49335"/>
                    <a:pt x="32536" y="50368"/>
                  </a:cubicBezTo>
                  <a:cubicBezTo>
                    <a:pt x="34742" y="47404"/>
                    <a:pt x="36959" y="44447"/>
                    <a:pt x="39275" y="41557"/>
                  </a:cubicBezTo>
                  <a:lnTo>
                    <a:pt x="39278" y="41557"/>
                  </a:lnTo>
                  <a:cubicBezTo>
                    <a:pt x="41527" y="38748"/>
                    <a:pt x="43882" y="36006"/>
                    <a:pt x="46264" y="33283"/>
                  </a:cubicBezTo>
                  <a:close/>
                  <a:moveTo>
                    <a:pt x="61115" y="25592"/>
                  </a:moveTo>
                  <a:lnTo>
                    <a:pt x="61115" y="25592"/>
                  </a:lnTo>
                  <a:cubicBezTo>
                    <a:pt x="58314" y="29455"/>
                    <a:pt x="55514" y="33315"/>
                    <a:pt x="52711" y="37175"/>
                  </a:cubicBezTo>
                  <a:cubicBezTo>
                    <a:pt x="49267" y="41915"/>
                    <a:pt x="45606" y="46491"/>
                    <a:pt x="41910" y="51044"/>
                  </a:cubicBezTo>
                  <a:cubicBezTo>
                    <a:pt x="44171" y="47721"/>
                    <a:pt x="46394" y="44366"/>
                    <a:pt x="48773" y="41144"/>
                  </a:cubicBezTo>
                  <a:cubicBezTo>
                    <a:pt x="52705" y="35821"/>
                    <a:pt x="56877" y="30676"/>
                    <a:pt x="61115" y="25592"/>
                  </a:cubicBezTo>
                  <a:close/>
                  <a:moveTo>
                    <a:pt x="77715" y="1613"/>
                  </a:moveTo>
                  <a:cubicBezTo>
                    <a:pt x="77857" y="1662"/>
                    <a:pt x="77998" y="1702"/>
                    <a:pt x="78154" y="1763"/>
                  </a:cubicBezTo>
                  <a:cubicBezTo>
                    <a:pt x="75761" y="5245"/>
                    <a:pt x="72559" y="8048"/>
                    <a:pt x="69972" y="11382"/>
                  </a:cubicBezTo>
                  <a:cubicBezTo>
                    <a:pt x="67368" y="14737"/>
                    <a:pt x="64937" y="18242"/>
                    <a:pt x="62414" y="21660"/>
                  </a:cubicBezTo>
                  <a:cubicBezTo>
                    <a:pt x="62414" y="21663"/>
                    <a:pt x="62414" y="21663"/>
                    <a:pt x="62411" y="21663"/>
                  </a:cubicBezTo>
                  <a:cubicBezTo>
                    <a:pt x="58563" y="26259"/>
                    <a:pt x="54691" y="30838"/>
                    <a:pt x="50935" y="35503"/>
                  </a:cubicBezTo>
                  <a:cubicBezTo>
                    <a:pt x="47191" y="40154"/>
                    <a:pt x="43813" y="45094"/>
                    <a:pt x="40366" y="49979"/>
                  </a:cubicBezTo>
                  <a:cubicBezTo>
                    <a:pt x="39125" y="51113"/>
                    <a:pt x="37952" y="52306"/>
                    <a:pt x="36832" y="53547"/>
                  </a:cubicBezTo>
                  <a:cubicBezTo>
                    <a:pt x="37436" y="52667"/>
                    <a:pt x="38036" y="51786"/>
                    <a:pt x="38631" y="50905"/>
                  </a:cubicBezTo>
                  <a:cubicBezTo>
                    <a:pt x="42771" y="45700"/>
                    <a:pt x="46873" y="40469"/>
                    <a:pt x="50753" y="35062"/>
                  </a:cubicBezTo>
                  <a:cubicBezTo>
                    <a:pt x="51481" y="34048"/>
                    <a:pt x="52200" y="33026"/>
                    <a:pt x="52910" y="31996"/>
                  </a:cubicBezTo>
                  <a:cubicBezTo>
                    <a:pt x="56764" y="27114"/>
                    <a:pt x="60561" y="22180"/>
                    <a:pt x="64400" y="17283"/>
                  </a:cubicBezTo>
                  <a:cubicBezTo>
                    <a:pt x="68910" y="12121"/>
                    <a:pt x="73471" y="7000"/>
                    <a:pt x="77715" y="1613"/>
                  </a:cubicBezTo>
                  <a:close/>
                  <a:moveTo>
                    <a:pt x="39950" y="44653"/>
                  </a:moveTo>
                  <a:cubicBezTo>
                    <a:pt x="38376" y="46723"/>
                    <a:pt x="36807" y="48800"/>
                    <a:pt x="35239" y="50882"/>
                  </a:cubicBezTo>
                  <a:cubicBezTo>
                    <a:pt x="34453" y="51791"/>
                    <a:pt x="33669" y="52699"/>
                    <a:pt x="32886" y="53608"/>
                  </a:cubicBezTo>
                  <a:lnTo>
                    <a:pt x="32886" y="53608"/>
                  </a:lnTo>
                  <a:cubicBezTo>
                    <a:pt x="35261" y="50641"/>
                    <a:pt x="37619" y="47661"/>
                    <a:pt x="39950" y="44653"/>
                  </a:cubicBezTo>
                  <a:close/>
                  <a:moveTo>
                    <a:pt x="52411" y="41124"/>
                  </a:moveTo>
                  <a:lnTo>
                    <a:pt x="52411" y="41124"/>
                  </a:lnTo>
                  <a:cubicBezTo>
                    <a:pt x="48406" y="46630"/>
                    <a:pt x="44359" y="52109"/>
                    <a:pt x="40268" y="57569"/>
                  </a:cubicBezTo>
                  <a:cubicBezTo>
                    <a:pt x="44113" y="51945"/>
                    <a:pt x="48204" y="46509"/>
                    <a:pt x="52411" y="41124"/>
                  </a:cubicBezTo>
                  <a:close/>
                  <a:moveTo>
                    <a:pt x="78437" y="1893"/>
                  </a:moveTo>
                  <a:cubicBezTo>
                    <a:pt x="78662" y="1988"/>
                    <a:pt x="78881" y="2080"/>
                    <a:pt x="79124" y="2202"/>
                  </a:cubicBezTo>
                  <a:cubicBezTo>
                    <a:pt x="79242" y="2545"/>
                    <a:pt x="79436" y="2863"/>
                    <a:pt x="79687" y="3128"/>
                  </a:cubicBezTo>
                  <a:cubicBezTo>
                    <a:pt x="77542" y="6073"/>
                    <a:pt x="74655" y="8273"/>
                    <a:pt x="72204" y="10944"/>
                  </a:cubicBezTo>
                  <a:cubicBezTo>
                    <a:pt x="70053" y="13288"/>
                    <a:pt x="68165" y="15883"/>
                    <a:pt x="66294" y="18450"/>
                  </a:cubicBezTo>
                  <a:cubicBezTo>
                    <a:pt x="65460" y="19599"/>
                    <a:pt x="64623" y="20751"/>
                    <a:pt x="63791" y="21903"/>
                  </a:cubicBezTo>
                  <a:cubicBezTo>
                    <a:pt x="63471" y="22284"/>
                    <a:pt x="63147" y="22659"/>
                    <a:pt x="62827" y="23040"/>
                  </a:cubicBezTo>
                  <a:cubicBezTo>
                    <a:pt x="57905" y="28904"/>
                    <a:pt x="53083" y="34854"/>
                    <a:pt x="48490" y="40980"/>
                  </a:cubicBezTo>
                  <a:cubicBezTo>
                    <a:pt x="44988" y="45654"/>
                    <a:pt x="41809" y="50576"/>
                    <a:pt x="38417" y="55334"/>
                  </a:cubicBezTo>
                  <a:cubicBezTo>
                    <a:pt x="37525" y="56431"/>
                    <a:pt x="36636" y="57528"/>
                    <a:pt x="35750" y="58625"/>
                  </a:cubicBezTo>
                  <a:cubicBezTo>
                    <a:pt x="40634" y="51826"/>
                    <a:pt x="45326" y="44898"/>
                    <a:pt x="50378" y="38220"/>
                  </a:cubicBezTo>
                  <a:cubicBezTo>
                    <a:pt x="56421" y="30237"/>
                    <a:pt x="62856" y="22567"/>
                    <a:pt x="68950" y="14627"/>
                  </a:cubicBezTo>
                  <a:cubicBezTo>
                    <a:pt x="69288" y="14189"/>
                    <a:pt x="69640" y="13747"/>
                    <a:pt x="70001" y="13302"/>
                  </a:cubicBezTo>
                  <a:cubicBezTo>
                    <a:pt x="73047" y="9898"/>
                    <a:pt x="76113" y="6451"/>
                    <a:pt x="78255" y="2597"/>
                  </a:cubicBezTo>
                  <a:cubicBezTo>
                    <a:pt x="78319" y="2482"/>
                    <a:pt x="78215" y="2352"/>
                    <a:pt x="78108" y="2352"/>
                  </a:cubicBezTo>
                  <a:cubicBezTo>
                    <a:pt x="78215" y="2196"/>
                    <a:pt x="78333" y="2049"/>
                    <a:pt x="78437" y="1893"/>
                  </a:cubicBezTo>
                  <a:close/>
                  <a:moveTo>
                    <a:pt x="50032" y="47655"/>
                  </a:moveTo>
                  <a:lnTo>
                    <a:pt x="50032" y="47655"/>
                  </a:lnTo>
                  <a:cubicBezTo>
                    <a:pt x="46224" y="53218"/>
                    <a:pt x="42309" y="58761"/>
                    <a:pt x="38166" y="64010"/>
                  </a:cubicBezTo>
                  <a:lnTo>
                    <a:pt x="38166" y="64007"/>
                  </a:lnTo>
                  <a:cubicBezTo>
                    <a:pt x="41983" y="58452"/>
                    <a:pt x="45938" y="53004"/>
                    <a:pt x="50032" y="47655"/>
                  </a:cubicBezTo>
                  <a:close/>
                  <a:moveTo>
                    <a:pt x="39073" y="51699"/>
                  </a:moveTo>
                  <a:lnTo>
                    <a:pt x="39073" y="51699"/>
                  </a:lnTo>
                  <a:cubicBezTo>
                    <a:pt x="35464" y="56249"/>
                    <a:pt x="31887" y="60825"/>
                    <a:pt x="28382" y="65453"/>
                  </a:cubicBezTo>
                  <a:cubicBezTo>
                    <a:pt x="29251" y="64099"/>
                    <a:pt x="30126" y="62754"/>
                    <a:pt x="31006" y="61411"/>
                  </a:cubicBezTo>
                  <a:lnTo>
                    <a:pt x="31006" y="61417"/>
                  </a:lnTo>
                  <a:cubicBezTo>
                    <a:pt x="32409" y="59691"/>
                    <a:pt x="33752" y="57898"/>
                    <a:pt x="35057" y="56073"/>
                  </a:cubicBezTo>
                  <a:cubicBezTo>
                    <a:pt x="36333" y="54563"/>
                    <a:pt x="37684" y="53114"/>
                    <a:pt x="39073" y="51699"/>
                  </a:cubicBezTo>
                  <a:close/>
                  <a:moveTo>
                    <a:pt x="47306" y="48682"/>
                  </a:moveTo>
                  <a:lnTo>
                    <a:pt x="47306" y="48682"/>
                  </a:lnTo>
                  <a:cubicBezTo>
                    <a:pt x="44520" y="52756"/>
                    <a:pt x="41749" y="56835"/>
                    <a:pt x="38899" y="60863"/>
                  </a:cubicBezTo>
                  <a:cubicBezTo>
                    <a:pt x="37534" y="62788"/>
                    <a:pt x="36056" y="64622"/>
                    <a:pt x="34546" y="66426"/>
                  </a:cubicBezTo>
                  <a:cubicBezTo>
                    <a:pt x="35204" y="65338"/>
                    <a:pt x="35854" y="64269"/>
                    <a:pt x="36512" y="63239"/>
                  </a:cubicBezTo>
                  <a:cubicBezTo>
                    <a:pt x="37343" y="61934"/>
                    <a:pt x="38212" y="60658"/>
                    <a:pt x="39070" y="59376"/>
                  </a:cubicBezTo>
                  <a:cubicBezTo>
                    <a:pt x="41322" y="56483"/>
                    <a:pt x="43576" y="53593"/>
                    <a:pt x="45799" y="50683"/>
                  </a:cubicBezTo>
                  <a:cubicBezTo>
                    <a:pt x="46307" y="50019"/>
                    <a:pt x="46804" y="49349"/>
                    <a:pt x="47306" y="48682"/>
                  </a:cubicBezTo>
                  <a:close/>
                  <a:moveTo>
                    <a:pt x="41148" y="46477"/>
                  </a:moveTo>
                  <a:lnTo>
                    <a:pt x="41148" y="46477"/>
                  </a:lnTo>
                  <a:cubicBezTo>
                    <a:pt x="40161" y="47874"/>
                    <a:pt x="39171" y="49266"/>
                    <a:pt x="38175" y="50657"/>
                  </a:cubicBezTo>
                  <a:cubicBezTo>
                    <a:pt x="36275" y="52929"/>
                    <a:pt x="34500" y="55302"/>
                    <a:pt x="32816" y="57745"/>
                  </a:cubicBezTo>
                  <a:cubicBezTo>
                    <a:pt x="30735" y="60366"/>
                    <a:pt x="28656" y="62996"/>
                    <a:pt x="26606" y="65652"/>
                  </a:cubicBezTo>
                  <a:lnTo>
                    <a:pt x="26606" y="65655"/>
                  </a:lnTo>
                  <a:cubicBezTo>
                    <a:pt x="26318" y="66030"/>
                    <a:pt x="26038" y="66414"/>
                    <a:pt x="25749" y="66793"/>
                  </a:cubicBezTo>
                  <a:cubicBezTo>
                    <a:pt x="25660" y="66885"/>
                    <a:pt x="25573" y="66977"/>
                    <a:pt x="25483" y="67067"/>
                  </a:cubicBezTo>
                  <a:cubicBezTo>
                    <a:pt x="27680" y="63790"/>
                    <a:pt x="30036" y="60617"/>
                    <a:pt x="32418" y="57473"/>
                  </a:cubicBezTo>
                  <a:cubicBezTo>
                    <a:pt x="35247" y="53743"/>
                    <a:pt x="38183" y="50100"/>
                    <a:pt x="41148" y="46477"/>
                  </a:cubicBezTo>
                  <a:close/>
                  <a:moveTo>
                    <a:pt x="25481" y="58934"/>
                  </a:moveTo>
                  <a:lnTo>
                    <a:pt x="25481" y="58934"/>
                  </a:lnTo>
                  <a:cubicBezTo>
                    <a:pt x="23200" y="61645"/>
                    <a:pt x="20850" y="64304"/>
                    <a:pt x="18713" y="67113"/>
                  </a:cubicBezTo>
                  <a:cubicBezTo>
                    <a:pt x="20593" y="64116"/>
                    <a:pt x="23076" y="61541"/>
                    <a:pt x="25481" y="58934"/>
                  </a:cubicBezTo>
                  <a:close/>
                  <a:moveTo>
                    <a:pt x="53011" y="25630"/>
                  </a:moveTo>
                  <a:lnTo>
                    <a:pt x="53011" y="25630"/>
                  </a:lnTo>
                  <a:cubicBezTo>
                    <a:pt x="50967" y="28300"/>
                    <a:pt x="48969" y="31008"/>
                    <a:pt x="46893" y="33638"/>
                  </a:cubicBezTo>
                  <a:cubicBezTo>
                    <a:pt x="39119" y="43471"/>
                    <a:pt x="31558" y="53703"/>
                    <a:pt x="23188" y="63028"/>
                  </a:cubicBezTo>
                  <a:cubicBezTo>
                    <a:pt x="22467" y="63822"/>
                    <a:pt x="21730" y="64604"/>
                    <a:pt x="20980" y="65378"/>
                  </a:cubicBezTo>
                  <a:cubicBezTo>
                    <a:pt x="20710" y="65658"/>
                    <a:pt x="18829" y="67682"/>
                    <a:pt x="18705" y="67682"/>
                  </a:cubicBezTo>
                  <a:cubicBezTo>
                    <a:pt x="18654" y="67682"/>
                    <a:pt x="18902" y="67337"/>
                    <a:pt x="19686" y="66383"/>
                  </a:cubicBezTo>
                  <a:cubicBezTo>
                    <a:pt x="21840" y="63767"/>
                    <a:pt x="24190" y="61365"/>
                    <a:pt x="26274" y="58677"/>
                  </a:cubicBezTo>
                  <a:cubicBezTo>
                    <a:pt x="27568" y="57009"/>
                    <a:pt x="28838" y="55323"/>
                    <a:pt x="30103" y="53631"/>
                  </a:cubicBezTo>
                  <a:cubicBezTo>
                    <a:pt x="32230" y="51119"/>
                    <a:pt x="34338" y="48590"/>
                    <a:pt x="36460" y="46073"/>
                  </a:cubicBezTo>
                  <a:cubicBezTo>
                    <a:pt x="39159" y="42871"/>
                    <a:pt x="41841" y="39603"/>
                    <a:pt x="44382" y="36277"/>
                  </a:cubicBezTo>
                  <a:cubicBezTo>
                    <a:pt x="45513" y="34793"/>
                    <a:pt x="46553" y="33246"/>
                    <a:pt x="47630" y="31733"/>
                  </a:cubicBezTo>
                  <a:cubicBezTo>
                    <a:pt x="49425" y="29698"/>
                    <a:pt x="51227" y="27668"/>
                    <a:pt x="53011" y="25630"/>
                  </a:cubicBezTo>
                  <a:close/>
                  <a:moveTo>
                    <a:pt x="31321" y="56174"/>
                  </a:moveTo>
                  <a:cubicBezTo>
                    <a:pt x="28431" y="60103"/>
                    <a:pt x="25521" y="64044"/>
                    <a:pt x="22337" y="67702"/>
                  </a:cubicBezTo>
                  <a:lnTo>
                    <a:pt x="22337" y="67705"/>
                  </a:lnTo>
                  <a:cubicBezTo>
                    <a:pt x="21742" y="68387"/>
                    <a:pt x="21462" y="68656"/>
                    <a:pt x="21392" y="68656"/>
                  </a:cubicBezTo>
                  <a:cubicBezTo>
                    <a:pt x="21150" y="68656"/>
                    <a:pt x="23384" y="65480"/>
                    <a:pt x="23867" y="64916"/>
                  </a:cubicBezTo>
                  <a:cubicBezTo>
                    <a:pt x="24848" y="63767"/>
                    <a:pt x="25853" y="62644"/>
                    <a:pt x="26829" y="61492"/>
                  </a:cubicBezTo>
                  <a:cubicBezTo>
                    <a:pt x="28330" y="59725"/>
                    <a:pt x="29828" y="57950"/>
                    <a:pt x="31321" y="56174"/>
                  </a:cubicBezTo>
                  <a:close/>
                  <a:moveTo>
                    <a:pt x="62989" y="31020"/>
                  </a:moveTo>
                  <a:lnTo>
                    <a:pt x="62989" y="31020"/>
                  </a:lnTo>
                  <a:cubicBezTo>
                    <a:pt x="61744" y="32700"/>
                    <a:pt x="60497" y="34374"/>
                    <a:pt x="59247" y="36046"/>
                  </a:cubicBezTo>
                  <a:cubicBezTo>
                    <a:pt x="53424" y="43772"/>
                    <a:pt x="48071" y="51806"/>
                    <a:pt x="42390" y="59624"/>
                  </a:cubicBezTo>
                  <a:cubicBezTo>
                    <a:pt x="39812" y="63172"/>
                    <a:pt x="37005" y="66530"/>
                    <a:pt x="34271" y="69937"/>
                  </a:cubicBezTo>
                  <a:cubicBezTo>
                    <a:pt x="34860" y="68964"/>
                    <a:pt x="35444" y="68017"/>
                    <a:pt x="36038" y="67116"/>
                  </a:cubicBezTo>
                  <a:lnTo>
                    <a:pt x="36038" y="67113"/>
                  </a:lnTo>
                  <a:cubicBezTo>
                    <a:pt x="42450" y="59679"/>
                    <a:pt x="47970" y="51526"/>
                    <a:pt x="53383" y="43298"/>
                  </a:cubicBezTo>
                  <a:cubicBezTo>
                    <a:pt x="53418" y="43252"/>
                    <a:pt x="53453" y="43209"/>
                    <a:pt x="53487" y="43163"/>
                  </a:cubicBezTo>
                  <a:cubicBezTo>
                    <a:pt x="56649" y="39109"/>
                    <a:pt x="59839" y="35079"/>
                    <a:pt x="62989" y="31020"/>
                  </a:cubicBezTo>
                  <a:close/>
                  <a:moveTo>
                    <a:pt x="48178" y="36597"/>
                  </a:moveTo>
                  <a:lnTo>
                    <a:pt x="48178" y="36597"/>
                  </a:lnTo>
                  <a:cubicBezTo>
                    <a:pt x="46521" y="38901"/>
                    <a:pt x="44875" y="41211"/>
                    <a:pt x="43239" y="43529"/>
                  </a:cubicBezTo>
                  <a:cubicBezTo>
                    <a:pt x="36760" y="51442"/>
                    <a:pt x="30354" y="59402"/>
                    <a:pt x="24640" y="67890"/>
                  </a:cubicBezTo>
                  <a:cubicBezTo>
                    <a:pt x="24236" y="68265"/>
                    <a:pt x="23829" y="68646"/>
                    <a:pt x="23416" y="69019"/>
                  </a:cubicBezTo>
                  <a:lnTo>
                    <a:pt x="23416" y="69021"/>
                  </a:lnTo>
                  <a:cubicBezTo>
                    <a:pt x="22674" y="69691"/>
                    <a:pt x="22299" y="69956"/>
                    <a:pt x="22169" y="69956"/>
                  </a:cubicBezTo>
                  <a:cubicBezTo>
                    <a:pt x="21681" y="69956"/>
                    <a:pt x="24629" y="66248"/>
                    <a:pt x="24617" y="66248"/>
                  </a:cubicBezTo>
                  <a:lnTo>
                    <a:pt x="24617" y="66248"/>
                  </a:lnTo>
                  <a:cubicBezTo>
                    <a:pt x="24616" y="66248"/>
                    <a:pt x="24602" y="66264"/>
                    <a:pt x="24574" y="66298"/>
                  </a:cubicBezTo>
                  <a:lnTo>
                    <a:pt x="24574" y="66298"/>
                  </a:lnTo>
                  <a:cubicBezTo>
                    <a:pt x="28341" y="61744"/>
                    <a:pt x="32084" y="57201"/>
                    <a:pt x="35706" y="52525"/>
                  </a:cubicBezTo>
                  <a:cubicBezTo>
                    <a:pt x="38140" y="49387"/>
                    <a:pt x="40450" y="46142"/>
                    <a:pt x="42762" y="42894"/>
                  </a:cubicBezTo>
                  <a:cubicBezTo>
                    <a:pt x="44575" y="40804"/>
                    <a:pt x="46382" y="38705"/>
                    <a:pt x="48178" y="36597"/>
                  </a:cubicBezTo>
                  <a:close/>
                  <a:moveTo>
                    <a:pt x="80657" y="8715"/>
                  </a:moveTo>
                  <a:cubicBezTo>
                    <a:pt x="79750" y="9968"/>
                    <a:pt x="78818" y="11359"/>
                    <a:pt x="78033" y="12381"/>
                  </a:cubicBezTo>
                  <a:cubicBezTo>
                    <a:pt x="70671" y="21946"/>
                    <a:pt x="63794" y="31946"/>
                    <a:pt x="56709" y="41722"/>
                  </a:cubicBezTo>
                  <a:cubicBezTo>
                    <a:pt x="53776" y="45769"/>
                    <a:pt x="51045" y="49921"/>
                    <a:pt x="48398" y="54116"/>
                  </a:cubicBezTo>
                  <a:cubicBezTo>
                    <a:pt x="43747" y="60620"/>
                    <a:pt x="39217" y="67203"/>
                    <a:pt x="34312" y="73531"/>
                  </a:cubicBezTo>
                  <a:cubicBezTo>
                    <a:pt x="34043" y="73877"/>
                    <a:pt x="33714" y="74250"/>
                    <a:pt x="33342" y="74642"/>
                  </a:cubicBezTo>
                  <a:cubicBezTo>
                    <a:pt x="37291" y="69688"/>
                    <a:pt x="40750" y="64241"/>
                    <a:pt x="44318" y="59206"/>
                  </a:cubicBezTo>
                  <a:lnTo>
                    <a:pt x="44318" y="59208"/>
                  </a:lnTo>
                  <a:cubicBezTo>
                    <a:pt x="51640" y="48870"/>
                    <a:pt x="58684" y="38335"/>
                    <a:pt x="65907" y="27928"/>
                  </a:cubicBezTo>
                  <a:cubicBezTo>
                    <a:pt x="66488" y="27091"/>
                    <a:pt x="67071" y="26253"/>
                    <a:pt x="67654" y="25419"/>
                  </a:cubicBezTo>
                  <a:cubicBezTo>
                    <a:pt x="68416" y="24409"/>
                    <a:pt x="69175" y="23398"/>
                    <a:pt x="69935" y="22391"/>
                  </a:cubicBezTo>
                  <a:cubicBezTo>
                    <a:pt x="72660" y="18764"/>
                    <a:pt x="75380" y="15141"/>
                    <a:pt x="78241" y="11619"/>
                  </a:cubicBezTo>
                  <a:cubicBezTo>
                    <a:pt x="79060" y="10612"/>
                    <a:pt x="79901" y="9688"/>
                    <a:pt x="80657" y="8715"/>
                  </a:cubicBezTo>
                  <a:close/>
                  <a:moveTo>
                    <a:pt x="68685" y="20396"/>
                  </a:moveTo>
                  <a:lnTo>
                    <a:pt x="68685" y="20396"/>
                  </a:lnTo>
                  <a:cubicBezTo>
                    <a:pt x="63580" y="27212"/>
                    <a:pt x="59062" y="34351"/>
                    <a:pt x="54284" y="41404"/>
                  </a:cubicBezTo>
                  <a:cubicBezTo>
                    <a:pt x="53990" y="41840"/>
                    <a:pt x="53692" y="42279"/>
                    <a:pt x="53395" y="42715"/>
                  </a:cubicBezTo>
                  <a:cubicBezTo>
                    <a:pt x="52269" y="44156"/>
                    <a:pt x="51146" y="45599"/>
                    <a:pt x="50029" y="47046"/>
                  </a:cubicBezTo>
                  <a:cubicBezTo>
                    <a:pt x="45008" y="53561"/>
                    <a:pt x="40253" y="60265"/>
                    <a:pt x="35651" y="67076"/>
                  </a:cubicBezTo>
                  <a:cubicBezTo>
                    <a:pt x="33428" y="69662"/>
                    <a:pt x="31116" y="72160"/>
                    <a:pt x="29072" y="74850"/>
                  </a:cubicBezTo>
                  <a:cubicBezTo>
                    <a:pt x="30666" y="72725"/>
                    <a:pt x="32106" y="70430"/>
                    <a:pt x="33492" y="68155"/>
                  </a:cubicBezTo>
                  <a:lnTo>
                    <a:pt x="33492" y="68158"/>
                  </a:lnTo>
                  <a:cubicBezTo>
                    <a:pt x="34797" y="66657"/>
                    <a:pt x="36090" y="65153"/>
                    <a:pt x="37303" y="63579"/>
                  </a:cubicBezTo>
                  <a:cubicBezTo>
                    <a:pt x="45288" y="53209"/>
                    <a:pt x="52359" y="42109"/>
                    <a:pt x="59995" y="31459"/>
                  </a:cubicBezTo>
                  <a:cubicBezTo>
                    <a:pt x="62752" y="27951"/>
                    <a:pt x="65509" y="24440"/>
                    <a:pt x="68263" y="20930"/>
                  </a:cubicBezTo>
                  <a:cubicBezTo>
                    <a:pt x="68402" y="20751"/>
                    <a:pt x="68543" y="20575"/>
                    <a:pt x="68685" y="20396"/>
                  </a:cubicBezTo>
                  <a:close/>
                  <a:moveTo>
                    <a:pt x="54498" y="35931"/>
                  </a:moveTo>
                  <a:lnTo>
                    <a:pt x="54498" y="35931"/>
                  </a:lnTo>
                  <a:cubicBezTo>
                    <a:pt x="53949" y="36664"/>
                    <a:pt x="53398" y="37394"/>
                    <a:pt x="52846" y="38119"/>
                  </a:cubicBezTo>
                  <a:cubicBezTo>
                    <a:pt x="47944" y="44528"/>
                    <a:pt x="42800" y="50778"/>
                    <a:pt x="38123" y="57355"/>
                  </a:cubicBezTo>
                  <a:cubicBezTo>
                    <a:pt x="33729" y="63530"/>
                    <a:pt x="29722" y="69957"/>
                    <a:pt x="24531" y="75509"/>
                  </a:cubicBezTo>
                  <a:cubicBezTo>
                    <a:pt x="25065" y="74717"/>
                    <a:pt x="25639" y="73955"/>
                    <a:pt x="26191" y="73199"/>
                  </a:cubicBezTo>
                  <a:cubicBezTo>
                    <a:pt x="28370" y="70217"/>
                    <a:pt x="30527" y="67223"/>
                    <a:pt x="32692" y="64226"/>
                  </a:cubicBezTo>
                  <a:cubicBezTo>
                    <a:pt x="37005" y="58262"/>
                    <a:pt x="41515" y="52381"/>
                    <a:pt x="46056" y="46558"/>
                  </a:cubicBezTo>
                  <a:cubicBezTo>
                    <a:pt x="46891" y="45504"/>
                    <a:pt x="47719" y="44447"/>
                    <a:pt x="48539" y="43382"/>
                  </a:cubicBezTo>
                  <a:cubicBezTo>
                    <a:pt x="49007" y="42784"/>
                    <a:pt x="49477" y="42181"/>
                    <a:pt x="49945" y="41583"/>
                  </a:cubicBezTo>
                  <a:cubicBezTo>
                    <a:pt x="51441" y="39681"/>
                    <a:pt x="52965" y="37801"/>
                    <a:pt x="54498" y="35931"/>
                  </a:cubicBezTo>
                  <a:close/>
                  <a:moveTo>
                    <a:pt x="35545" y="59815"/>
                  </a:moveTo>
                  <a:lnTo>
                    <a:pt x="35545" y="59815"/>
                  </a:lnTo>
                  <a:cubicBezTo>
                    <a:pt x="31512" y="65081"/>
                    <a:pt x="26647" y="70693"/>
                    <a:pt x="23431" y="76669"/>
                  </a:cubicBezTo>
                  <a:cubicBezTo>
                    <a:pt x="22990" y="77093"/>
                    <a:pt x="22738" y="77263"/>
                    <a:pt x="22616" y="77263"/>
                  </a:cubicBezTo>
                  <a:cubicBezTo>
                    <a:pt x="22453" y="77263"/>
                    <a:pt x="22528" y="76953"/>
                    <a:pt x="22700" y="76536"/>
                  </a:cubicBezTo>
                  <a:cubicBezTo>
                    <a:pt x="23133" y="75892"/>
                    <a:pt x="23572" y="75252"/>
                    <a:pt x="24014" y="74614"/>
                  </a:cubicBezTo>
                  <a:cubicBezTo>
                    <a:pt x="26110" y="71781"/>
                    <a:pt x="28200" y="68949"/>
                    <a:pt x="30290" y="66114"/>
                  </a:cubicBezTo>
                  <a:cubicBezTo>
                    <a:pt x="30351" y="66033"/>
                    <a:pt x="30412" y="65953"/>
                    <a:pt x="30475" y="65875"/>
                  </a:cubicBezTo>
                  <a:cubicBezTo>
                    <a:pt x="32184" y="63871"/>
                    <a:pt x="33899" y="61873"/>
                    <a:pt x="35545" y="59815"/>
                  </a:cubicBezTo>
                  <a:close/>
                  <a:moveTo>
                    <a:pt x="68096" y="19550"/>
                  </a:moveTo>
                  <a:lnTo>
                    <a:pt x="68096" y="19550"/>
                  </a:lnTo>
                  <a:cubicBezTo>
                    <a:pt x="64562" y="24310"/>
                    <a:pt x="61100" y="29132"/>
                    <a:pt x="57633" y="33933"/>
                  </a:cubicBezTo>
                  <a:cubicBezTo>
                    <a:pt x="50514" y="42958"/>
                    <a:pt x="43354" y="51945"/>
                    <a:pt x="37121" y="61628"/>
                  </a:cubicBezTo>
                  <a:cubicBezTo>
                    <a:pt x="37008" y="61804"/>
                    <a:pt x="36893" y="61989"/>
                    <a:pt x="36780" y="62168"/>
                  </a:cubicBezTo>
                  <a:cubicBezTo>
                    <a:pt x="33313" y="66720"/>
                    <a:pt x="29817" y="71250"/>
                    <a:pt x="26251" y="75702"/>
                  </a:cubicBezTo>
                  <a:lnTo>
                    <a:pt x="26251" y="75705"/>
                  </a:lnTo>
                  <a:cubicBezTo>
                    <a:pt x="25859" y="76196"/>
                    <a:pt x="23136" y="77910"/>
                    <a:pt x="23087" y="78020"/>
                  </a:cubicBezTo>
                  <a:cubicBezTo>
                    <a:pt x="23292" y="77570"/>
                    <a:pt x="23523" y="77128"/>
                    <a:pt x="23777" y="76701"/>
                  </a:cubicBezTo>
                  <a:cubicBezTo>
                    <a:pt x="27715" y="72783"/>
                    <a:pt x="30969" y="68297"/>
                    <a:pt x="34139" y="63721"/>
                  </a:cubicBezTo>
                  <a:cubicBezTo>
                    <a:pt x="38435" y="57525"/>
                    <a:pt x="42935" y="51558"/>
                    <a:pt x="47540" y="45590"/>
                  </a:cubicBezTo>
                  <a:cubicBezTo>
                    <a:pt x="50554" y="41687"/>
                    <a:pt x="53487" y="37651"/>
                    <a:pt x="56429" y="33598"/>
                  </a:cubicBezTo>
                  <a:cubicBezTo>
                    <a:pt x="59596" y="29781"/>
                    <a:pt x="62798" y="25991"/>
                    <a:pt x="65933" y="22148"/>
                  </a:cubicBezTo>
                  <a:cubicBezTo>
                    <a:pt x="66643" y="21273"/>
                    <a:pt x="67368" y="20410"/>
                    <a:pt x="68096" y="19550"/>
                  </a:cubicBezTo>
                  <a:close/>
                  <a:moveTo>
                    <a:pt x="31786" y="70133"/>
                  </a:moveTo>
                  <a:lnTo>
                    <a:pt x="31786" y="70133"/>
                  </a:lnTo>
                  <a:cubicBezTo>
                    <a:pt x="29794" y="73216"/>
                    <a:pt x="27672" y="76207"/>
                    <a:pt x="25201" y="78808"/>
                  </a:cubicBezTo>
                  <a:cubicBezTo>
                    <a:pt x="27337" y="76559"/>
                    <a:pt x="29011" y="73410"/>
                    <a:pt x="31076" y="70964"/>
                  </a:cubicBezTo>
                  <a:cubicBezTo>
                    <a:pt x="31309" y="70684"/>
                    <a:pt x="31549" y="70410"/>
                    <a:pt x="31786" y="70133"/>
                  </a:cubicBezTo>
                  <a:close/>
                  <a:moveTo>
                    <a:pt x="34220" y="69195"/>
                  </a:moveTo>
                  <a:lnTo>
                    <a:pt x="34220" y="69195"/>
                  </a:lnTo>
                  <a:cubicBezTo>
                    <a:pt x="33838" y="69763"/>
                    <a:pt x="33452" y="70326"/>
                    <a:pt x="33073" y="70895"/>
                  </a:cubicBezTo>
                  <a:cubicBezTo>
                    <a:pt x="32213" y="72194"/>
                    <a:pt x="31358" y="73499"/>
                    <a:pt x="30513" y="74810"/>
                  </a:cubicBezTo>
                  <a:cubicBezTo>
                    <a:pt x="29736" y="75864"/>
                    <a:pt x="28982" y="76935"/>
                    <a:pt x="28252" y="78026"/>
                  </a:cubicBezTo>
                  <a:cubicBezTo>
                    <a:pt x="27305" y="79247"/>
                    <a:pt x="26268" y="80487"/>
                    <a:pt x="26039" y="80487"/>
                  </a:cubicBezTo>
                  <a:cubicBezTo>
                    <a:pt x="25931" y="80487"/>
                    <a:pt x="26004" y="80209"/>
                    <a:pt x="26352" y="79521"/>
                  </a:cubicBezTo>
                  <a:cubicBezTo>
                    <a:pt x="28301" y="75682"/>
                    <a:pt x="31344" y="72405"/>
                    <a:pt x="34220" y="69195"/>
                  </a:cubicBezTo>
                  <a:close/>
                  <a:moveTo>
                    <a:pt x="48135" y="40766"/>
                  </a:moveTo>
                  <a:lnTo>
                    <a:pt x="48135" y="40766"/>
                  </a:lnTo>
                  <a:cubicBezTo>
                    <a:pt x="45277" y="44612"/>
                    <a:pt x="42479" y="48506"/>
                    <a:pt x="39742" y="52450"/>
                  </a:cubicBezTo>
                  <a:cubicBezTo>
                    <a:pt x="36821" y="56682"/>
                    <a:pt x="33792" y="60837"/>
                    <a:pt x="30732" y="64971"/>
                  </a:cubicBezTo>
                  <a:cubicBezTo>
                    <a:pt x="30547" y="65211"/>
                    <a:pt x="30365" y="65453"/>
                    <a:pt x="30181" y="65693"/>
                  </a:cubicBezTo>
                  <a:cubicBezTo>
                    <a:pt x="27475" y="68796"/>
                    <a:pt x="24779" y="71957"/>
                    <a:pt x="22871" y="75563"/>
                  </a:cubicBezTo>
                  <a:cubicBezTo>
                    <a:pt x="22311" y="76323"/>
                    <a:pt x="21745" y="77079"/>
                    <a:pt x="21188" y="77841"/>
                  </a:cubicBezTo>
                  <a:cubicBezTo>
                    <a:pt x="21158" y="77822"/>
                    <a:pt x="21125" y="77813"/>
                    <a:pt x="21091" y="77813"/>
                  </a:cubicBezTo>
                  <a:cubicBezTo>
                    <a:pt x="21054" y="77813"/>
                    <a:pt x="21016" y="77825"/>
                    <a:pt x="20985" y="77850"/>
                  </a:cubicBezTo>
                  <a:lnTo>
                    <a:pt x="20985" y="77853"/>
                  </a:lnTo>
                  <a:cubicBezTo>
                    <a:pt x="20053" y="78673"/>
                    <a:pt x="19239" y="79611"/>
                    <a:pt x="18485" y="80604"/>
                  </a:cubicBezTo>
                  <a:cubicBezTo>
                    <a:pt x="19083" y="79634"/>
                    <a:pt x="19678" y="78661"/>
                    <a:pt x="20272" y="77691"/>
                  </a:cubicBezTo>
                  <a:cubicBezTo>
                    <a:pt x="20431" y="77466"/>
                    <a:pt x="20593" y="77241"/>
                    <a:pt x="20752" y="77018"/>
                  </a:cubicBezTo>
                  <a:cubicBezTo>
                    <a:pt x="21430" y="76045"/>
                    <a:pt x="22080" y="75061"/>
                    <a:pt x="22738" y="74079"/>
                  </a:cubicBezTo>
                  <a:lnTo>
                    <a:pt x="22738" y="74079"/>
                  </a:lnTo>
                  <a:cubicBezTo>
                    <a:pt x="22441" y="74717"/>
                    <a:pt x="22158" y="75367"/>
                    <a:pt x="21909" y="76037"/>
                  </a:cubicBezTo>
                  <a:cubicBezTo>
                    <a:pt x="21873" y="76136"/>
                    <a:pt x="21954" y="76202"/>
                    <a:pt x="22038" y="76202"/>
                  </a:cubicBezTo>
                  <a:cubicBezTo>
                    <a:pt x="22093" y="76202"/>
                    <a:pt x="22148" y="76174"/>
                    <a:pt x="22172" y="76109"/>
                  </a:cubicBezTo>
                  <a:cubicBezTo>
                    <a:pt x="22654" y="74824"/>
                    <a:pt x="23226" y="73577"/>
                    <a:pt x="23890" y="72376"/>
                  </a:cubicBezTo>
                  <a:cubicBezTo>
                    <a:pt x="24964" y="70748"/>
                    <a:pt x="26026" y="69114"/>
                    <a:pt x="27077" y="67474"/>
                  </a:cubicBezTo>
                  <a:cubicBezTo>
                    <a:pt x="29733" y="63900"/>
                    <a:pt x="32816" y="60580"/>
                    <a:pt x="35501" y="57127"/>
                  </a:cubicBezTo>
                  <a:cubicBezTo>
                    <a:pt x="37219" y="54918"/>
                    <a:pt x="38870" y="52658"/>
                    <a:pt x="40502" y="50386"/>
                  </a:cubicBezTo>
                  <a:cubicBezTo>
                    <a:pt x="43034" y="47170"/>
                    <a:pt x="45577" y="43962"/>
                    <a:pt x="48135" y="40766"/>
                  </a:cubicBezTo>
                  <a:close/>
                  <a:moveTo>
                    <a:pt x="61779" y="33234"/>
                  </a:moveTo>
                  <a:lnTo>
                    <a:pt x="61779" y="33234"/>
                  </a:lnTo>
                  <a:cubicBezTo>
                    <a:pt x="59273" y="36886"/>
                    <a:pt x="56773" y="40541"/>
                    <a:pt x="54284" y="44199"/>
                  </a:cubicBezTo>
                  <a:cubicBezTo>
                    <a:pt x="49524" y="51151"/>
                    <a:pt x="44694" y="58054"/>
                    <a:pt x="39797" y="64907"/>
                  </a:cubicBezTo>
                  <a:cubicBezTo>
                    <a:pt x="37716" y="67806"/>
                    <a:pt x="35657" y="70722"/>
                    <a:pt x="33535" y="73594"/>
                  </a:cubicBezTo>
                  <a:cubicBezTo>
                    <a:pt x="32025" y="75630"/>
                    <a:pt x="30412" y="77584"/>
                    <a:pt x="28697" y="79452"/>
                  </a:cubicBezTo>
                  <a:cubicBezTo>
                    <a:pt x="28226" y="79967"/>
                    <a:pt x="26948" y="81430"/>
                    <a:pt x="26691" y="81430"/>
                  </a:cubicBezTo>
                  <a:cubicBezTo>
                    <a:pt x="26567" y="81430"/>
                    <a:pt x="26679" y="81093"/>
                    <a:pt x="27227" y="80154"/>
                  </a:cubicBezTo>
                  <a:lnTo>
                    <a:pt x="27227" y="80157"/>
                  </a:lnTo>
                  <a:cubicBezTo>
                    <a:pt x="29583" y="77708"/>
                    <a:pt x="31483" y="74608"/>
                    <a:pt x="33290" y="71579"/>
                  </a:cubicBezTo>
                  <a:cubicBezTo>
                    <a:pt x="35770" y="68470"/>
                    <a:pt x="38371" y="65444"/>
                    <a:pt x="40790" y="62309"/>
                  </a:cubicBezTo>
                  <a:cubicBezTo>
                    <a:pt x="45921" y="55666"/>
                    <a:pt x="50407" y="48535"/>
                    <a:pt x="55399" y="41780"/>
                  </a:cubicBezTo>
                  <a:cubicBezTo>
                    <a:pt x="57509" y="38921"/>
                    <a:pt x="59637" y="36072"/>
                    <a:pt x="61779" y="33234"/>
                  </a:cubicBezTo>
                  <a:close/>
                  <a:moveTo>
                    <a:pt x="20334" y="78956"/>
                  </a:moveTo>
                  <a:cubicBezTo>
                    <a:pt x="20346" y="78956"/>
                    <a:pt x="20356" y="78958"/>
                    <a:pt x="20365" y="78964"/>
                  </a:cubicBezTo>
                  <a:cubicBezTo>
                    <a:pt x="20180" y="79215"/>
                    <a:pt x="19992" y="79467"/>
                    <a:pt x="19808" y="79721"/>
                  </a:cubicBezTo>
                  <a:cubicBezTo>
                    <a:pt x="18996" y="80835"/>
                    <a:pt x="18162" y="81947"/>
                    <a:pt x="17319" y="83058"/>
                  </a:cubicBezTo>
                  <a:cubicBezTo>
                    <a:pt x="17527" y="82697"/>
                    <a:pt x="17732" y="82336"/>
                    <a:pt x="17945" y="81981"/>
                  </a:cubicBezTo>
                  <a:cubicBezTo>
                    <a:pt x="18308" y="81375"/>
                    <a:pt x="19986" y="78956"/>
                    <a:pt x="20334" y="78956"/>
                  </a:cubicBezTo>
                  <a:close/>
                  <a:moveTo>
                    <a:pt x="43790" y="61547"/>
                  </a:moveTo>
                  <a:lnTo>
                    <a:pt x="43790" y="61547"/>
                  </a:lnTo>
                  <a:cubicBezTo>
                    <a:pt x="41555" y="65205"/>
                    <a:pt x="39330" y="68877"/>
                    <a:pt x="37040" y="72532"/>
                  </a:cubicBezTo>
                  <a:cubicBezTo>
                    <a:pt x="35348" y="75231"/>
                    <a:pt x="33512" y="77879"/>
                    <a:pt x="31315" y="80191"/>
                  </a:cubicBezTo>
                  <a:cubicBezTo>
                    <a:pt x="30611" y="80875"/>
                    <a:pt x="29906" y="81563"/>
                    <a:pt x="29205" y="82250"/>
                  </a:cubicBezTo>
                  <a:cubicBezTo>
                    <a:pt x="28564" y="82875"/>
                    <a:pt x="28202" y="83124"/>
                    <a:pt x="28033" y="83124"/>
                  </a:cubicBezTo>
                  <a:cubicBezTo>
                    <a:pt x="27420" y="83124"/>
                    <a:pt x="29364" y="79833"/>
                    <a:pt x="29710" y="79420"/>
                  </a:cubicBezTo>
                  <a:cubicBezTo>
                    <a:pt x="32811" y="75725"/>
                    <a:pt x="35894" y="72087"/>
                    <a:pt x="38813" y="68230"/>
                  </a:cubicBezTo>
                  <a:cubicBezTo>
                    <a:pt x="40490" y="66016"/>
                    <a:pt x="42150" y="63787"/>
                    <a:pt x="43790" y="61547"/>
                  </a:cubicBezTo>
                  <a:close/>
                  <a:moveTo>
                    <a:pt x="19045" y="82752"/>
                  </a:moveTo>
                  <a:lnTo>
                    <a:pt x="19045" y="82752"/>
                  </a:lnTo>
                  <a:cubicBezTo>
                    <a:pt x="18061" y="84207"/>
                    <a:pt x="17059" y="85648"/>
                    <a:pt x="16060" y="87091"/>
                  </a:cubicBezTo>
                  <a:cubicBezTo>
                    <a:pt x="15821" y="87440"/>
                    <a:pt x="15584" y="87790"/>
                    <a:pt x="15341" y="88136"/>
                  </a:cubicBezTo>
                  <a:cubicBezTo>
                    <a:pt x="15760" y="87507"/>
                    <a:pt x="16182" y="86880"/>
                    <a:pt x="16606" y="86254"/>
                  </a:cubicBezTo>
                  <a:cubicBezTo>
                    <a:pt x="17131" y="85538"/>
                    <a:pt x="17634" y="84808"/>
                    <a:pt x="18116" y="84063"/>
                  </a:cubicBezTo>
                  <a:cubicBezTo>
                    <a:pt x="18422" y="83624"/>
                    <a:pt x="18728" y="83185"/>
                    <a:pt x="19045" y="82752"/>
                  </a:cubicBezTo>
                  <a:close/>
                  <a:moveTo>
                    <a:pt x="17440" y="75194"/>
                  </a:moveTo>
                  <a:lnTo>
                    <a:pt x="17440" y="75194"/>
                  </a:lnTo>
                  <a:cubicBezTo>
                    <a:pt x="16658" y="76940"/>
                    <a:pt x="15373" y="78514"/>
                    <a:pt x="14239" y="80038"/>
                  </a:cubicBezTo>
                  <a:cubicBezTo>
                    <a:pt x="10797" y="84652"/>
                    <a:pt x="7191" y="89158"/>
                    <a:pt x="3915" y="93896"/>
                  </a:cubicBezTo>
                  <a:cubicBezTo>
                    <a:pt x="5142" y="91962"/>
                    <a:pt x="6435" y="90065"/>
                    <a:pt x="7668" y="88165"/>
                  </a:cubicBezTo>
                  <a:cubicBezTo>
                    <a:pt x="9703" y="85030"/>
                    <a:pt x="11906" y="82016"/>
                    <a:pt x="13970" y="78901"/>
                  </a:cubicBezTo>
                  <a:lnTo>
                    <a:pt x="14741" y="77760"/>
                  </a:lnTo>
                  <a:cubicBezTo>
                    <a:pt x="15255" y="76406"/>
                    <a:pt x="16153" y="75552"/>
                    <a:pt x="17440" y="75194"/>
                  </a:cubicBezTo>
                  <a:close/>
                  <a:moveTo>
                    <a:pt x="19349" y="75603"/>
                  </a:moveTo>
                  <a:cubicBezTo>
                    <a:pt x="19836" y="75603"/>
                    <a:pt x="19547" y="76094"/>
                    <a:pt x="18482" y="77076"/>
                  </a:cubicBezTo>
                  <a:cubicBezTo>
                    <a:pt x="17550" y="78485"/>
                    <a:pt x="16485" y="79801"/>
                    <a:pt x="15538" y="81199"/>
                  </a:cubicBezTo>
                  <a:cubicBezTo>
                    <a:pt x="13159" y="84709"/>
                    <a:pt x="10976" y="88353"/>
                    <a:pt x="8638" y="91889"/>
                  </a:cubicBezTo>
                  <a:cubicBezTo>
                    <a:pt x="7460" y="93668"/>
                    <a:pt x="6192" y="95377"/>
                    <a:pt x="4885" y="97054"/>
                  </a:cubicBezTo>
                  <a:cubicBezTo>
                    <a:pt x="6120" y="94947"/>
                    <a:pt x="7376" y="92857"/>
                    <a:pt x="8655" y="90778"/>
                  </a:cubicBezTo>
                  <a:cubicBezTo>
                    <a:pt x="10725" y="87420"/>
                    <a:pt x="13170" y="84317"/>
                    <a:pt x="15183" y="80925"/>
                  </a:cubicBezTo>
                  <a:cubicBezTo>
                    <a:pt x="16280" y="79080"/>
                    <a:pt x="17371" y="77336"/>
                    <a:pt x="18794" y="75708"/>
                  </a:cubicBezTo>
                  <a:cubicBezTo>
                    <a:pt x="19034" y="75638"/>
                    <a:pt x="19219" y="75603"/>
                    <a:pt x="19349" y="75603"/>
                  </a:cubicBezTo>
                  <a:close/>
                  <a:moveTo>
                    <a:pt x="9452" y="87328"/>
                  </a:moveTo>
                  <a:cubicBezTo>
                    <a:pt x="8675" y="88439"/>
                    <a:pt x="7939" y="89571"/>
                    <a:pt x="7246" y="90726"/>
                  </a:cubicBezTo>
                  <a:cubicBezTo>
                    <a:pt x="6836" y="91335"/>
                    <a:pt x="6415" y="91938"/>
                    <a:pt x="6013" y="92550"/>
                  </a:cubicBezTo>
                  <a:cubicBezTo>
                    <a:pt x="5309" y="93619"/>
                    <a:pt x="4700" y="94759"/>
                    <a:pt x="4045" y="95859"/>
                  </a:cubicBezTo>
                  <a:cubicBezTo>
                    <a:pt x="3563" y="96669"/>
                    <a:pt x="1571" y="99119"/>
                    <a:pt x="1181" y="99119"/>
                  </a:cubicBezTo>
                  <a:cubicBezTo>
                    <a:pt x="1029" y="99119"/>
                    <a:pt x="1121" y="98745"/>
                    <a:pt x="1643" y="97756"/>
                  </a:cubicBezTo>
                  <a:lnTo>
                    <a:pt x="1643" y="97753"/>
                  </a:lnTo>
                  <a:cubicBezTo>
                    <a:pt x="1885" y="97288"/>
                    <a:pt x="2159" y="96835"/>
                    <a:pt x="2422" y="96376"/>
                  </a:cubicBezTo>
                  <a:cubicBezTo>
                    <a:pt x="4561" y="93292"/>
                    <a:pt x="7033" y="90327"/>
                    <a:pt x="9452" y="87328"/>
                  </a:cubicBezTo>
                  <a:close/>
                  <a:moveTo>
                    <a:pt x="14755" y="80789"/>
                  </a:moveTo>
                  <a:cubicBezTo>
                    <a:pt x="13817" y="82354"/>
                    <a:pt x="12925" y="83941"/>
                    <a:pt x="11938" y="85373"/>
                  </a:cubicBezTo>
                  <a:cubicBezTo>
                    <a:pt x="8973" y="89672"/>
                    <a:pt x="6239" y="94118"/>
                    <a:pt x="3637" y="98645"/>
                  </a:cubicBezTo>
                  <a:cubicBezTo>
                    <a:pt x="2736" y="99757"/>
                    <a:pt x="2284" y="100283"/>
                    <a:pt x="2194" y="100283"/>
                  </a:cubicBezTo>
                  <a:cubicBezTo>
                    <a:pt x="2077" y="100283"/>
                    <a:pt x="2571" y="99398"/>
                    <a:pt x="3487" y="97756"/>
                  </a:cubicBezTo>
                  <a:lnTo>
                    <a:pt x="3487" y="97753"/>
                  </a:lnTo>
                  <a:cubicBezTo>
                    <a:pt x="6296" y="92721"/>
                    <a:pt x="9524" y="88081"/>
                    <a:pt x="12807" y="83448"/>
                  </a:cubicBezTo>
                  <a:cubicBezTo>
                    <a:pt x="13465" y="82567"/>
                    <a:pt x="14114" y="81681"/>
                    <a:pt x="14755" y="80789"/>
                  </a:cubicBezTo>
                  <a:close/>
                  <a:moveTo>
                    <a:pt x="20192" y="79781"/>
                  </a:moveTo>
                  <a:cubicBezTo>
                    <a:pt x="20119" y="79966"/>
                    <a:pt x="20030" y="80183"/>
                    <a:pt x="19912" y="80448"/>
                  </a:cubicBezTo>
                  <a:lnTo>
                    <a:pt x="19912" y="80451"/>
                  </a:lnTo>
                  <a:cubicBezTo>
                    <a:pt x="19594" y="81176"/>
                    <a:pt x="19236" y="81874"/>
                    <a:pt x="18861" y="82564"/>
                  </a:cubicBezTo>
                  <a:cubicBezTo>
                    <a:pt x="17238" y="84758"/>
                    <a:pt x="15717" y="87022"/>
                    <a:pt x="14224" y="89314"/>
                  </a:cubicBezTo>
                  <a:cubicBezTo>
                    <a:pt x="14634" y="88809"/>
                    <a:pt x="15041" y="88304"/>
                    <a:pt x="15440" y="87793"/>
                  </a:cubicBezTo>
                  <a:lnTo>
                    <a:pt x="15440" y="87793"/>
                  </a:lnTo>
                  <a:cubicBezTo>
                    <a:pt x="14995" y="88382"/>
                    <a:pt x="14539" y="88965"/>
                    <a:pt x="14074" y="89545"/>
                  </a:cubicBezTo>
                  <a:cubicBezTo>
                    <a:pt x="13742" y="90053"/>
                    <a:pt x="13410" y="90561"/>
                    <a:pt x="13081" y="91069"/>
                  </a:cubicBezTo>
                  <a:cubicBezTo>
                    <a:pt x="11675" y="93255"/>
                    <a:pt x="10243" y="95423"/>
                    <a:pt x="8753" y="97554"/>
                  </a:cubicBezTo>
                  <a:cubicBezTo>
                    <a:pt x="7581" y="99234"/>
                    <a:pt x="6299" y="100830"/>
                    <a:pt x="4980" y="102395"/>
                  </a:cubicBezTo>
                  <a:cubicBezTo>
                    <a:pt x="4415" y="103065"/>
                    <a:pt x="3956" y="103590"/>
                    <a:pt x="3843" y="103590"/>
                  </a:cubicBezTo>
                  <a:cubicBezTo>
                    <a:pt x="3752" y="103590"/>
                    <a:pt x="3887" y="103246"/>
                    <a:pt x="4377" y="102358"/>
                  </a:cubicBezTo>
                  <a:cubicBezTo>
                    <a:pt x="5664" y="100022"/>
                    <a:pt x="7212" y="97880"/>
                    <a:pt x="8851" y="95813"/>
                  </a:cubicBezTo>
                  <a:lnTo>
                    <a:pt x="8851" y="95813"/>
                  </a:lnTo>
                  <a:cubicBezTo>
                    <a:pt x="8000" y="96852"/>
                    <a:pt x="7168" y="97906"/>
                    <a:pt x="6377" y="98989"/>
                  </a:cubicBezTo>
                  <a:cubicBezTo>
                    <a:pt x="8023" y="96537"/>
                    <a:pt x="9735" y="94133"/>
                    <a:pt x="11455" y="91731"/>
                  </a:cubicBezTo>
                  <a:cubicBezTo>
                    <a:pt x="12506" y="90264"/>
                    <a:pt x="13554" y="88797"/>
                    <a:pt x="14582" y="87316"/>
                  </a:cubicBezTo>
                  <a:cubicBezTo>
                    <a:pt x="15442" y="86196"/>
                    <a:pt x="16288" y="85076"/>
                    <a:pt x="17108" y="83956"/>
                  </a:cubicBezTo>
                  <a:cubicBezTo>
                    <a:pt x="18130" y="82559"/>
                    <a:pt x="19167" y="81173"/>
                    <a:pt x="20192" y="79781"/>
                  </a:cubicBezTo>
                  <a:close/>
                  <a:moveTo>
                    <a:pt x="76819" y="0"/>
                  </a:moveTo>
                  <a:cubicBezTo>
                    <a:pt x="76115" y="0"/>
                    <a:pt x="75406" y="391"/>
                    <a:pt x="74704" y="1414"/>
                  </a:cubicBezTo>
                  <a:cubicBezTo>
                    <a:pt x="74317" y="1977"/>
                    <a:pt x="74225" y="2886"/>
                    <a:pt x="74069" y="3535"/>
                  </a:cubicBezTo>
                  <a:cubicBezTo>
                    <a:pt x="73802" y="4642"/>
                    <a:pt x="73395" y="5028"/>
                    <a:pt x="72951" y="5028"/>
                  </a:cubicBezTo>
                  <a:cubicBezTo>
                    <a:pt x="72042" y="5028"/>
                    <a:pt x="70980" y="3406"/>
                    <a:pt x="70656" y="3022"/>
                  </a:cubicBezTo>
                  <a:cubicBezTo>
                    <a:pt x="70431" y="2753"/>
                    <a:pt x="70020" y="2615"/>
                    <a:pt x="69612" y="2615"/>
                  </a:cubicBezTo>
                  <a:cubicBezTo>
                    <a:pt x="69231" y="2615"/>
                    <a:pt x="68854" y="2735"/>
                    <a:pt x="68633" y="2978"/>
                  </a:cubicBezTo>
                  <a:cubicBezTo>
                    <a:pt x="68029" y="3639"/>
                    <a:pt x="67631" y="4312"/>
                    <a:pt x="67198" y="5106"/>
                  </a:cubicBezTo>
                  <a:cubicBezTo>
                    <a:pt x="66306" y="6746"/>
                    <a:pt x="64758" y="7447"/>
                    <a:pt x="63372" y="8495"/>
                  </a:cubicBezTo>
                  <a:cubicBezTo>
                    <a:pt x="62420" y="9217"/>
                    <a:pt x="62919" y="10274"/>
                    <a:pt x="62983" y="11177"/>
                  </a:cubicBezTo>
                  <a:cubicBezTo>
                    <a:pt x="62896" y="11313"/>
                    <a:pt x="62801" y="11443"/>
                    <a:pt x="62723" y="11584"/>
                  </a:cubicBezTo>
                  <a:cubicBezTo>
                    <a:pt x="62664" y="11687"/>
                    <a:pt x="62746" y="11774"/>
                    <a:pt x="62838" y="11774"/>
                  </a:cubicBezTo>
                  <a:cubicBezTo>
                    <a:pt x="62869" y="11774"/>
                    <a:pt x="62900" y="11765"/>
                    <a:pt x="62928" y="11743"/>
                  </a:cubicBezTo>
                  <a:cubicBezTo>
                    <a:pt x="62931" y="11737"/>
                    <a:pt x="62937" y="11732"/>
                    <a:pt x="62942" y="11729"/>
                  </a:cubicBezTo>
                  <a:lnTo>
                    <a:pt x="62942" y="11729"/>
                  </a:lnTo>
                  <a:cubicBezTo>
                    <a:pt x="62899" y="11911"/>
                    <a:pt x="62807" y="12075"/>
                    <a:pt x="62677" y="12211"/>
                  </a:cubicBezTo>
                  <a:cubicBezTo>
                    <a:pt x="62630" y="12258"/>
                    <a:pt x="62674" y="12322"/>
                    <a:pt x="62726" y="12322"/>
                  </a:cubicBezTo>
                  <a:cubicBezTo>
                    <a:pt x="62742" y="12322"/>
                    <a:pt x="62758" y="12316"/>
                    <a:pt x="62772" y="12303"/>
                  </a:cubicBezTo>
                  <a:cubicBezTo>
                    <a:pt x="62887" y="12199"/>
                    <a:pt x="62980" y="12124"/>
                    <a:pt x="63058" y="12058"/>
                  </a:cubicBezTo>
                  <a:lnTo>
                    <a:pt x="63058" y="12058"/>
                  </a:lnTo>
                  <a:cubicBezTo>
                    <a:pt x="62841" y="12373"/>
                    <a:pt x="62642" y="12699"/>
                    <a:pt x="62460" y="13034"/>
                  </a:cubicBezTo>
                  <a:cubicBezTo>
                    <a:pt x="62432" y="13088"/>
                    <a:pt x="62477" y="13136"/>
                    <a:pt x="62523" y="13136"/>
                  </a:cubicBezTo>
                  <a:cubicBezTo>
                    <a:pt x="62544" y="13136"/>
                    <a:pt x="62564" y="13126"/>
                    <a:pt x="62579" y="13103"/>
                  </a:cubicBezTo>
                  <a:cubicBezTo>
                    <a:pt x="62859" y="12632"/>
                    <a:pt x="63168" y="12179"/>
                    <a:pt x="63502" y="11749"/>
                  </a:cubicBezTo>
                  <a:lnTo>
                    <a:pt x="63502" y="11749"/>
                  </a:lnTo>
                  <a:cubicBezTo>
                    <a:pt x="63404" y="11908"/>
                    <a:pt x="63303" y="12061"/>
                    <a:pt x="63211" y="12222"/>
                  </a:cubicBezTo>
                  <a:cubicBezTo>
                    <a:pt x="63161" y="12312"/>
                    <a:pt x="63232" y="12388"/>
                    <a:pt x="63311" y="12388"/>
                  </a:cubicBezTo>
                  <a:cubicBezTo>
                    <a:pt x="63337" y="12388"/>
                    <a:pt x="63363" y="12380"/>
                    <a:pt x="63387" y="12361"/>
                  </a:cubicBezTo>
                  <a:cubicBezTo>
                    <a:pt x="65795" y="10438"/>
                    <a:pt x="67538" y="7878"/>
                    <a:pt x="69779" y="5787"/>
                  </a:cubicBezTo>
                  <a:lnTo>
                    <a:pt x="69779" y="5787"/>
                  </a:lnTo>
                  <a:cubicBezTo>
                    <a:pt x="68477" y="7609"/>
                    <a:pt x="67065" y="9338"/>
                    <a:pt x="65610" y="11027"/>
                  </a:cubicBezTo>
                  <a:cubicBezTo>
                    <a:pt x="65136" y="11567"/>
                    <a:pt x="64651" y="12098"/>
                    <a:pt x="64187" y="12647"/>
                  </a:cubicBezTo>
                  <a:cubicBezTo>
                    <a:pt x="62945" y="14041"/>
                    <a:pt x="61686" y="15418"/>
                    <a:pt x="60425" y="16798"/>
                  </a:cubicBezTo>
                  <a:cubicBezTo>
                    <a:pt x="61456" y="15493"/>
                    <a:pt x="62466" y="14174"/>
                    <a:pt x="63445" y="12832"/>
                  </a:cubicBezTo>
                  <a:cubicBezTo>
                    <a:pt x="63525" y="12720"/>
                    <a:pt x="63412" y="12598"/>
                    <a:pt x="63299" y="12598"/>
                  </a:cubicBezTo>
                  <a:cubicBezTo>
                    <a:pt x="63263" y="12598"/>
                    <a:pt x="63226" y="12611"/>
                    <a:pt x="63196" y="12641"/>
                  </a:cubicBezTo>
                  <a:cubicBezTo>
                    <a:pt x="54498" y="21530"/>
                    <a:pt x="46484" y="30953"/>
                    <a:pt x="38504" y="40478"/>
                  </a:cubicBezTo>
                  <a:cubicBezTo>
                    <a:pt x="30954" y="49488"/>
                    <a:pt x="23468" y="58579"/>
                    <a:pt x="17100" y="68479"/>
                  </a:cubicBezTo>
                  <a:cubicBezTo>
                    <a:pt x="17067" y="68529"/>
                    <a:pt x="17112" y="68575"/>
                    <a:pt x="17159" y="68575"/>
                  </a:cubicBezTo>
                  <a:cubicBezTo>
                    <a:pt x="17179" y="68575"/>
                    <a:pt x="17200" y="68566"/>
                    <a:pt x="17215" y="68545"/>
                  </a:cubicBezTo>
                  <a:cubicBezTo>
                    <a:pt x="24098" y="58302"/>
                    <a:pt x="31950" y="48809"/>
                    <a:pt x="39866" y="39357"/>
                  </a:cubicBezTo>
                  <a:cubicBezTo>
                    <a:pt x="43646" y="34848"/>
                    <a:pt x="47390" y="30312"/>
                    <a:pt x="51282" y="25898"/>
                  </a:cubicBezTo>
                  <a:cubicBezTo>
                    <a:pt x="54762" y="21945"/>
                    <a:pt x="59123" y="18257"/>
                    <a:pt x="62185" y="14032"/>
                  </a:cubicBezTo>
                  <a:lnTo>
                    <a:pt x="62185" y="14032"/>
                  </a:lnTo>
                  <a:cubicBezTo>
                    <a:pt x="58591" y="18993"/>
                    <a:pt x="54110" y="23305"/>
                    <a:pt x="50092" y="27913"/>
                  </a:cubicBezTo>
                  <a:cubicBezTo>
                    <a:pt x="46290" y="32276"/>
                    <a:pt x="42684" y="36828"/>
                    <a:pt x="39055" y="41338"/>
                  </a:cubicBezTo>
                  <a:cubicBezTo>
                    <a:pt x="35680" y="45533"/>
                    <a:pt x="32484" y="49829"/>
                    <a:pt x="29291" y="54159"/>
                  </a:cubicBezTo>
                  <a:cubicBezTo>
                    <a:pt x="29187" y="54298"/>
                    <a:pt x="29078" y="54433"/>
                    <a:pt x="28974" y="54572"/>
                  </a:cubicBezTo>
                  <a:cubicBezTo>
                    <a:pt x="27903" y="55836"/>
                    <a:pt x="26832" y="57104"/>
                    <a:pt x="25740" y="58351"/>
                  </a:cubicBezTo>
                  <a:cubicBezTo>
                    <a:pt x="23084" y="61382"/>
                    <a:pt x="20171" y="64139"/>
                    <a:pt x="18211" y="67693"/>
                  </a:cubicBezTo>
                  <a:cubicBezTo>
                    <a:pt x="18197" y="67719"/>
                    <a:pt x="18205" y="67751"/>
                    <a:pt x="18231" y="67766"/>
                  </a:cubicBezTo>
                  <a:cubicBezTo>
                    <a:pt x="17989" y="68095"/>
                    <a:pt x="17738" y="68418"/>
                    <a:pt x="17501" y="68750"/>
                  </a:cubicBezTo>
                  <a:cubicBezTo>
                    <a:pt x="17424" y="68859"/>
                    <a:pt x="17530" y="68969"/>
                    <a:pt x="17637" y="68969"/>
                  </a:cubicBezTo>
                  <a:cubicBezTo>
                    <a:pt x="17672" y="68969"/>
                    <a:pt x="17706" y="68958"/>
                    <a:pt x="17735" y="68932"/>
                  </a:cubicBezTo>
                  <a:cubicBezTo>
                    <a:pt x="18973" y="67780"/>
                    <a:pt x="20180" y="66596"/>
                    <a:pt x="21355" y="65381"/>
                  </a:cubicBezTo>
                  <a:lnTo>
                    <a:pt x="21355" y="65381"/>
                  </a:lnTo>
                  <a:cubicBezTo>
                    <a:pt x="20356" y="66677"/>
                    <a:pt x="19435" y="68014"/>
                    <a:pt x="18667" y="69420"/>
                  </a:cubicBezTo>
                  <a:cubicBezTo>
                    <a:pt x="18635" y="69478"/>
                    <a:pt x="18687" y="69533"/>
                    <a:pt x="18738" y="69533"/>
                  </a:cubicBezTo>
                  <a:cubicBezTo>
                    <a:pt x="18761" y="69533"/>
                    <a:pt x="18783" y="69522"/>
                    <a:pt x="18797" y="69495"/>
                  </a:cubicBezTo>
                  <a:cubicBezTo>
                    <a:pt x="19834" y="67639"/>
                    <a:pt x="21124" y="65863"/>
                    <a:pt x="22539" y="64139"/>
                  </a:cubicBezTo>
                  <a:cubicBezTo>
                    <a:pt x="24334" y="62237"/>
                    <a:pt x="26070" y="60274"/>
                    <a:pt x="27761" y="58270"/>
                  </a:cubicBezTo>
                  <a:cubicBezTo>
                    <a:pt x="29237" y="56665"/>
                    <a:pt x="30683" y="55071"/>
                    <a:pt x="31976" y="53458"/>
                  </a:cubicBezTo>
                  <a:cubicBezTo>
                    <a:pt x="36896" y="47323"/>
                    <a:pt x="41706" y="41127"/>
                    <a:pt x="46775" y="35114"/>
                  </a:cubicBezTo>
                  <a:cubicBezTo>
                    <a:pt x="47006" y="34839"/>
                    <a:pt x="47234" y="34568"/>
                    <a:pt x="47462" y="34294"/>
                  </a:cubicBezTo>
                  <a:lnTo>
                    <a:pt x="47462" y="34294"/>
                  </a:lnTo>
                  <a:cubicBezTo>
                    <a:pt x="45453" y="36973"/>
                    <a:pt x="43446" y="39655"/>
                    <a:pt x="41440" y="42337"/>
                  </a:cubicBezTo>
                  <a:cubicBezTo>
                    <a:pt x="38007" y="46942"/>
                    <a:pt x="34494" y="51474"/>
                    <a:pt x="30897" y="55929"/>
                  </a:cubicBezTo>
                  <a:cubicBezTo>
                    <a:pt x="29537" y="57517"/>
                    <a:pt x="28183" y="59110"/>
                    <a:pt x="26837" y="60710"/>
                  </a:cubicBezTo>
                  <a:cubicBezTo>
                    <a:pt x="25651" y="62058"/>
                    <a:pt x="24493" y="63432"/>
                    <a:pt x="23408" y="64841"/>
                  </a:cubicBezTo>
                  <a:cubicBezTo>
                    <a:pt x="22013" y="66544"/>
                    <a:pt x="20633" y="68262"/>
                    <a:pt x="19268" y="69991"/>
                  </a:cubicBezTo>
                  <a:cubicBezTo>
                    <a:pt x="19187" y="70092"/>
                    <a:pt x="19275" y="70228"/>
                    <a:pt x="19371" y="70228"/>
                  </a:cubicBezTo>
                  <a:cubicBezTo>
                    <a:pt x="19401" y="70228"/>
                    <a:pt x="19432" y="70215"/>
                    <a:pt x="19458" y="70182"/>
                  </a:cubicBezTo>
                  <a:lnTo>
                    <a:pt x="20945" y="68355"/>
                  </a:lnTo>
                  <a:lnTo>
                    <a:pt x="20945" y="68355"/>
                  </a:lnTo>
                  <a:cubicBezTo>
                    <a:pt x="20694" y="68753"/>
                    <a:pt x="20431" y="69146"/>
                    <a:pt x="20197" y="69550"/>
                  </a:cubicBezTo>
                  <a:cubicBezTo>
                    <a:pt x="20149" y="69633"/>
                    <a:pt x="20221" y="69746"/>
                    <a:pt x="20308" y="69746"/>
                  </a:cubicBezTo>
                  <a:cubicBezTo>
                    <a:pt x="20329" y="69746"/>
                    <a:pt x="20352" y="69739"/>
                    <a:pt x="20373" y="69723"/>
                  </a:cubicBezTo>
                  <a:cubicBezTo>
                    <a:pt x="24392" y="66712"/>
                    <a:pt x="27143" y="62041"/>
                    <a:pt x="30163" y="58083"/>
                  </a:cubicBezTo>
                  <a:cubicBezTo>
                    <a:pt x="31384" y="56483"/>
                    <a:pt x="32597" y="54872"/>
                    <a:pt x="33795" y="53255"/>
                  </a:cubicBezTo>
                  <a:cubicBezTo>
                    <a:pt x="33991" y="53025"/>
                    <a:pt x="34185" y="52791"/>
                    <a:pt x="34381" y="52563"/>
                  </a:cubicBezTo>
                  <a:cubicBezTo>
                    <a:pt x="36720" y="49843"/>
                    <a:pt x="39070" y="47132"/>
                    <a:pt x="41428" y="44430"/>
                  </a:cubicBezTo>
                  <a:lnTo>
                    <a:pt x="41428" y="44430"/>
                  </a:lnTo>
                  <a:cubicBezTo>
                    <a:pt x="40819" y="45282"/>
                    <a:pt x="40204" y="46133"/>
                    <a:pt x="39589" y="46982"/>
                  </a:cubicBezTo>
                  <a:cubicBezTo>
                    <a:pt x="36252" y="51564"/>
                    <a:pt x="32689" y="55989"/>
                    <a:pt x="29176" y="60438"/>
                  </a:cubicBezTo>
                  <a:cubicBezTo>
                    <a:pt x="26465" y="63874"/>
                    <a:pt x="23243" y="66937"/>
                    <a:pt x="21147" y="70811"/>
                  </a:cubicBezTo>
                  <a:cubicBezTo>
                    <a:pt x="21103" y="70893"/>
                    <a:pt x="21171" y="71004"/>
                    <a:pt x="21255" y="71004"/>
                  </a:cubicBezTo>
                  <a:cubicBezTo>
                    <a:pt x="21275" y="71004"/>
                    <a:pt x="21297" y="70997"/>
                    <a:pt x="21317" y="70982"/>
                  </a:cubicBezTo>
                  <a:cubicBezTo>
                    <a:pt x="22276" y="70271"/>
                    <a:pt x="23194" y="69504"/>
                    <a:pt x="24095" y="68712"/>
                  </a:cubicBezTo>
                  <a:lnTo>
                    <a:pt x="24095" y="68712"/>
                  </a:lnTo>
                  <a:cubicBezTo>
                    <a:pt x="23526" y="69567"/>
                    <a:pt x="22949" y="70410"/>
                    <a:pt x="22397" y="71276"/>
                  </a:cubicBezTo>
                  <a:cubicBezTo>
                    <a:pt x="22329" y="71382"/>
                    <a:pt x="22421" y="71476"/>
                    <a:pt x="22518" y="71476"/>
                  </a:cubicBezTo>
                  <a:cubicBezTo>
                    <a:pt x="22561" y="71476"/>
                    <a:pt x="22605" y="71458"/>
                    <a:pt x="22637" y="71415"/>
                  </a:cubicBezTo>
                  <a:cubicBezTo>
                    <a:pt x="23725" y="69934"/>
                    <a:pt x="24828" y="68461"/>
                    <a:pt x="25945" y="67000"/>
                  </a:cubicBezTo>
                  <a:cubicBezTo>
                    <a:pt x="26835" y="66132"/>
                    <a:pt x="27692" y="65219"/>
                    <a:pt x="28535" y="64287"/>
                  </a:cubicBezTo>
                  <a:lnTo>
                    <a:pt x="28535" y="64287"/>
                  </a:lnTo>
                  <a:cubicBezTo>
                    <a:pt x="27357" y="66152"/>
                    <a:pt x="26185" y="68017"/>
                    <a:pt x="25019" y="69885"/>
                  </a:cubicBezTo>
                  <a:cubicBezTo>
                    <a:pt x="24923" y="70029"/>
                    <a:pt x="24828" y="70173"/>
                    <a:pt x="24733" y="70318"/>
                  </a:cubicBezTo>
                  <a:cubicBezTo>
                    <a:pt x="23353" y="72180"/>
                    <a:pt x="21973" y="74045"/>
                    <a:pt x="20619" y="75924"/>
                  </a:cubicBezTo>
                  <a:cubicBezTo>
                    <a:pt x="21759" y="74362"/>
                    <a:pt x="22931" y="72815"/>
                    <a:pt x="24109" y="71273"/>
                  </a:cubicBezTo>
                  <a:lnTo>
                    <a:pt x="24109" y="71273"/>
                  </a:lnTo>
                  <a:cubicBezTo>
                    <a:pt x="23382" y="72382"/>
                    <a:pt x="22646" y="73479"/>
                    <a:pt x="21904" y="74570"/>
                  </a:cubicBezTo>
                  <a:cubicBezTo>
                    <a:pt x="20287" y="76932"/>
                    <a:pt x="18739" y="79328"/>
                    <a:pt x="17204" y="81730"/>
                  </a:cubicBezTo>
                  <a:cubicBezTo>
                    <a:pt x="16190" y="83217"/>
                    <a:pt x="15177" y="84698"/>
                    <a:pt x="14155" y="86179"/>
                  </a:cubicBezTo>
                  <a:cubicBezTo>
                    <a:pt x="14729" y="85396"/>
                    <a:pt x="15295" y="84611"/>
                    <a:pt x="15867" y="83829"/>
                  </a:cubicBezTo>
                  <a:lnTo>
                    <a:pt x="15867" y="83829"/>
                  </a:lnTo>
                  <a:cubicBezTo>
                    <a:pt x="14342" y="86225"/>
                    <a:pt x="12818" y="88616"/>
                    <a:pt x="11248" y="90974"/>
                  </a:cubicBezTo>
                  <a:cubicBezTo>
                    <a:pt x="9244" y="93607"/>
                    <a:pt x="7298" y="96280"/>
                    <a:pt x="5497" y="99014"/>
                  </a:cubicBezTo>
                  <a:cubicBezTo>
                    <a:pt x="4391" y="100435"/>
                    <a:pt x="3248" y="101832"/>
                    <a:pt x="2044" y="103192"/>
                  </a:cubicBezTo>
                  <a:cubicBezTo>
                    <a:pt x="3011" y="101743"/>
                    <a:pt x="3995" y="100302"/>
                    <a:pt x="4997" y="98873"/>
                  </a:cubicBezTo>
                  <a:cubicBezTo>
                    <a:pt x="6224" y="97277"/>
                    <a:pt x="7396" y="95642"/>
                    <a:pt x="8528" y="93980"/>
                  </a:cubicBezTo>
                  <a:cubicBezTo>
                    <a:pt x="9697" y="92461"/>
                    <a:pt x="10861" y="90937"/>
                    <a:pt x="11958" y="89366"/>
                  </a:cubicBezTo>
                  <a:cubicBezTo>
                    <a:pt x="12697" y="88309"/>
                    <a:pt x="13424" y="87241"/>
                    <a:pt x="14158" y="86179"/>
                  </a:cubicBezTo>
                  <a:lnTo>
                    <a:pt x="14158" y="86179"/>
                  </a:lnTo>
                  <a:cubicBezTo>
                    <a:pt x="12550" y="88376"/>
                    <a:pt x="10944" y="90573"/>
                    <a:pt x="9342" y="92773"/>
                  </a:cubicBezTo>
                  <a:cubicBezTo>
                    <a:pt x="11935" y="88878"/>
                    <a:pt x="14386" y="84880"/>
                    <a:pt x="17025" y="81005"/>
                  </a:cubicBezTo>
                  <a:lnTo>
                    <a:pt x="17025" y="81005"/>
                  </a:lnTo>
                  <a:cubicBezTo>
                    <a:pt x="14444" y="84683"/>
                    <a:pt x="11909" y="88393"/>
                    <a:pt x="9455" y="92158"/>
                  </a:cubicBezTo>
                  <a:cubicBezTo>
                    <a:pt x="7333" y="95414"/>
                    <a:pt x="3796" y="98856"/>
                    <a:pt x="2122" y="101873"/>
                  </a:cubicBezTo>
                  <a:cubicBezTo>
                    <a:pt x="2760" y="100721"/>
                    <a:pt x="3430" y="99586"/>
                    <a:pt x="4088" y="98446"/>
                  </a:cubicBezTo>
                  <a:cubicBezTo>
                    <a:pt x="6475" y="95570"/>
                    <a:pt x="8594" y="92499"/>
                    <a:pt x="10650" y="89343"/>
                  </a:cubicBezTo>
                  <a:cubicBezTo>
                    <a:pt x="13924" y="84323"/>
                    <a:pt x="17590" y="79429"/>
                    <a:pt x="20599" y="74258"/>
                  </a:cubicBezTo>
                  <a:cubicBezTo>
                    <a:pt x="20657" y="74156"/>
                    <a:pt x="20571" y="74026"/>
                    <a:pt x="20467" y="74026"/>
                  </a:cubicBezTo>
                  <a:cubicBezTo>
                    <a:pt x="20442" y="74026"/>
                    <a:pt x="20416" y="74033"/>
                    <a:pt x="20391" y="74051"/>
                  </a:cubicBezTo>
                  <a:cubicBezTo>
                    <a:pt x="19276" y="74810"/>
                    <a:pt x="18335" y="75765"/>
                    <a:pt x="17478" y="76811"/>
                  </a:cubicBezTo>
                  <a:cubicBezTo>
                    <a:pt x="17992" y="76066"/>
                    <a:pt x="18506" y="75321"/>
                    <a:pt x="19014" y="74567"/>
                  </a:cubicBezTo>
                  <a:cubicBezTo>
                    <a:pt x="19084" y="74462"/>
                    <a:pt x="18988" y="74366"/>
                    <a:pt x="18889" y="74366"/>
                  </a:cubicBezTo>
                  <a:cubicBezTo>
                    <a:pt x="18847" y="74366"/>
                    <a:pt x="18804" y="74383"/>
                    <a:pt x="18774" y="74426"/>
                  </a:cubicBezTo>
                  <a:cubicBezTo>
                    <a:pt x="17911" y="75621"/>
                    <a:pt x="17042" y="76822"/>
                    <a:pt x="16173" y="78026"/>
                  </a:cubicBezTo>
                  <a:cubicBezTo>
                    <a:pt x="16929" y="76747"/>
                    <a:pt x="17625" y="75439"/>
                    <a:pt x="18217" y="74088"/>
                  </a:cubicBezTo>
                  <a:cubicBezTo>
                    <a:pt x="18254" y="74005"/>
                    <a:pt x="18195" y="73887"/>
                    <a:pt x="18109" y="73887"/>
                  </a:cubicBezTo>
                  <a:cubicBezTo>
                    <a:pt x="18088" y="73887"/>
                    <a:pt x="18065" y="73895"/>
                    <a:pt x="18041" y="73912"/>
                  </a:cubicBezTo>
                  <a:cubicBezTo>
                    <a:pt x="14698" y="76317"/>
                    <a:pt x="12642" y="80411"/>
                    <a:pt x="10332" y="83728"/>
                  </a:cubicBezTo>
                  <a:cubicBezTo>
                    <a:pt x="7206" y="88229"/>
                    <a:pt x="3946" y="92871"/>
                    <a:pt x="1368" y="97762"/>
                  </a:cubicBezTo>
                  <a:cubicBezTo>
                    <a:pt x="1264" y="97926"/>
                    <a:pt x="1155" y="98088"/>
                    <a:pt x="1051" y="98255"/>
                  </a:cubicBezTo>
                  <a:cubicBezTo>
                    <a:pt x="1036" y="98278"/>
                    <a:pt x="1045" y="98307"/>
                    <a:pt x="1068" y="98322"/>
                  </a:cubicBezTo>
                  <a:cubicBezTo>
                    <a:pt x="710" y="99014"/>
                    <a:pt x="366" y="99716"/>
                    <a:pt x="37" y="100420"/>
                  </a:cubicBezTo>
                  <a:cubicBezTo>
                    <a:pt x="0" y="100504"/>
                    <a:pt x="62" y="100618"/>
                    <a:pt x="149" y="100618"/>
                  </a:cubicBezTo>
                  <a:cubicBezTo>
                    <a:pt x="169" y="100618"/>
                    <a:pt x="191" y="100612"/>
                    <a:pt x="213" y="100597"/>
                  </a:cubicBezTo>
                  <a:cubicBezTo>
                    <a:pt x="1622" y="99627"/>
                    <a:pt x="2693" y="98371"/>
                    <a:pt x="3629" y="97002"/>
                  </a:cubicBezTo>
                  <a:lnTo>
                    <a:pt x="3629" y="97002"/>
                  </a:lnTo>
                  <a:cubicBezTo>
                    <a:pt x="2731" y="98579"/>
                    <a:pt x="1816" y="100146"/>
                    <a:pt x="820" y="101676"/>
                  </a:cubicBezTo>
                  <a:cubicBezTo>
                    <a:pt x="757" y="101774"/>
                    <a:pt x="849" y="101878"/>
                    <a:pt x="943" y="101878"/>
                  </a:cubicBezTo>
                  <a:cubicBezTo>
                    <a:pt x="974" y="101878"/>
                    <a:pt x="1005" y="101867"/>
                    <a:pt x="1031" y="101841"/>
                  </a:cubicBezTo>
                  <a:cubicBezTo>
                    <a:pt x="1752" y="101110"/>
                    <a:pt x="2439" y="100354"/>
                    <a:pt x="3109" y="99589"/>
                  </a:cubicBezTo>
                  <a:lnTo>
                    <a:pt x="3109" y="99589"/>
                  </a:lnTo>
                  <a:cubicBezTo>
                    <a:pt x="2445" y="100755"/>
                    <a:pt x="1784" y="101919"/>
                    <a:pt x="1134" y="103094"/>
                  </a:cubicBezTo>
                  <a:cubicBezTo>
                    <a:pt x="1081" y="103193"/>
                    <a:pt x="1166" y="103301"/>
                    <a:pt x="1258" y="103301"/>
                  </a:cubicBezTo>
                  <a:cubicBezTo>
                    <a:pt x="1289" y="103301"/>
                    <a:pt x="1321" y="103289"/>
                    <a:pt x="1348" y="103258"/>
                  </a:cubicBezTo>
                  <a:cubicBezTo>
                    <a:pt x="2038" y="102508"/>
                    <a:pt x="2696" y="101734"/>
                    <a:pt x="3343" y="100955"/>
                  </a:cubicBezTo>
                  <a:lnTo>
                    <a:pt x="3343" y="100955"/>
                  </a:lnTo>
                  <a:cubicBezTo>
                    <a:pt x="2820" y="101720"/>
                    <a:pt x="2312" y="102496"/>
                    <a:pt x="1830" y="103290"/>
                  </a:cubicBezTo>
                  <a:cubicBezTo>
                    <a:pt x="1803" y="103334"/>
                    <a:pt x="1837" y="103362"/>
                    <a:pt x="1876" y="103362"/>
                  </a:cubicBezTo>
                  <a:cubicBezTo>
                    <a:pt x="1883" y="103362"/>
                    <a:pt x="1890" y="103361"/>
                    <a:pt x="1897" y="103359"/>
                  </a:cubicBezTo>
                  <a:lnTo>
                    <a:pt x="1897" y="103359"/>
                  </a:lnTo>
                  <a:cubicBezTo>
                    <a:pt x="1876" y="103383"/>
                    <a:pt x="1856" y="103406"/>
                    <a:pt x="1836" y="103432"/>
                  </a:cubicBezTo>
                  <a:cubicBezTo>
                    <a:pt x="1791" y="103481"/>
                    <a:pt x="1836" y="103547"/>
                    <a:pt x="1885" y="103547"/>
                  </a:cubicBezTo>
                  <a:cubicBezTo>
                    <a:pt x="1900" y="103547"/>
                    <a:pt x="1915" y="103541"/>
                    <a:pt x="1928" y="103527"/>
                  </a:cubicBezTo>
                  <a:cubicBezTo>
                    <a:pt x="2719" y="102693"/>
                    <a:pt x="3482" y="101835"/>
                    <a:pt x="4229" y="100972"/>
                  </a:cubicBezTo>
                  <a:lnTo>
                    <a:pt x="4229" y="100972"/>
                  </a:lnTo>
                  <a:cubicBezTo>
                    <a:pt x="3499" y="102150"/>
                    <a:pt x="2792" y="103339"/>
                    <a:pt x="2136" y="104546"/>
                  </a:cubicBezTo>
                  <a:cubicBezTo>
                    <a:pt x="2106" y="104602"/>
                    <a:pt x="2155" y="104652"/>
                    <a:pt x="2203" y="104652"/>
                  </a:cubicBezTo>
                  <a:cubicBezTo>
                    <a:pt x="2225" y="104652"/>
                    <a:pt x="2246" y="104642"/>
                    <a:pt x="2260" y="104618"/>
                  </a:cubicBezTo>
                  <a:cubicBezTo>
                    <a:pt x="3213" y="102915"/>
                    <a:pt x="4273" y="101249"/>
                    <a:pt x="5387" y="99601"/>
                  </a:cubicBezTo>
                  <a:cubicBezTo>
                    <a:pt x="5979" y="98890"/>
                    <a:pt x="6559" y="98171"/>
                    <a:pt x="7128" y="97444"/>
                  </a:cubicBezTo>
                  <a:lnTo>
                    <a:pt x="7128" y="97444"/>
                  </a:lnTo>
                  <a:cubicBezTo>
                    <a:pt x="5367" y="100060"/>
                    <a:pt x="3675" y="102721"/>
                    <a:pt x="2139" y="105490"/>
                  </a:cubicBezTo>
                  <a:cubicBezTo>
                    <a:pt x="2109" y="105544"/>
                    <a:pt x="2156" y="105594"/>
                    <a:pt x="2203" y="105594"/>
                  </a:cubicBezTo>
                  <a:cubicBezTo>
                    <a:pt x="2223" y="105594"/>
                    <a:pt x="2244" y="105583"/>
                    <a:pt x="2257" y="105559"/>
                  </a:cubicBezTo>
                  <a:cubicBezTo>
                    <a:pt x="2618" y="104930"/>
                    <a:pt x="3002" y="104321"/>
                    <a:pt x="3378" y="103700"/>
                  </a:cubicBezTo>
                  <a:lnTo>
                    <a:pt x="3378" y="103700"/>
                  </a:lnTo>
                  <a:cubicBezTo>
                    <a:pt x="3204" y="104023"/>
                    <a:pt x="3025" y="104341"/>
                    <a:pt x="2867" y="104670"/>
                  </a:cubicBezTo>
                  <a:cubicBezTo>
                    <a:pt x="2817" y="104769"/>
                    <a:pt x="2898" y="104876"/>
                    <a:pt x="2989" y="104876"/>
                  </a:cubicBezTo>
                  <a:cubicBezTo>
                    <a:pt x="3020" y="104876"/>
                    <a:pt x="3052" y="104864"/>
                    <a:pt x="3080" y="104835"/>
                  </a:cubicBezTo>
                  <a:cubicBezTo>
                    <a:pt x="4408" y="103455"/>
                    <a:pt x="5630" y="101997"/>
                    <a:pt x="6805" y="100504"/>
                  </a:cubicBezTo>
                  <a:lnTo>
                    <a:pt x="6805" y="100504"/>
                  </a:lnTo>
                  <a:cubicBezTo>
                    <a:pt x="5655" y="102182"/>
                    <a:pt x="4590" y="103914"/>
                    <a:pt x="3793" y="105802"/>
                  </a:cubicBezTo>
                  <a:cubicBezTo>
                    <a:pt x="3751" y="105901"/>
                    <a:pt x="3846" y="105979"/>
                    <a:pt x="3936" y="105979"/>
                  </a:cubicBezTo>
                  <a:cubicBezTo>
                    <a:pt x="3982" y="105979"/>
                    <a:pt x="4026" y="105959"/>
                    <a:pt x="4050" y="105912"/>
                  </a:cubicBezTo>
                  <a:cubicBezTo>
                    <a:pt x="6776" y="100530"/>
                    <a:pt x="10494" y="95879"/>
                    <a:pt x="14293" y="91222"/>
                  </a:cubicBezTo>
                  <a:cubicBezTo>
                    <a:pt x="14698" y="90732"/>
                    <a:pt x="15128" y="90232"/>
                    <a:pt x="15572" y="89733"/>
                  </a:cubicBezTo>
                  <a:lnTo>
                    <a:pt x="15572" y="89733"/>
                  </a:lnTo>
                  <a:cubicBezTo>
                    <a:pt x="15148" y="90400"/>
                    <a:pt x="14724" y="91067"/>
                    <a:pt x="14302" y="91736"/>
                  </a:cubicBezTo>
                  <a:cubicBezTo>
                    <a:pt x="14871" y="90902"/>
                    <a:pt x="15440" y="90071"/>
                    <a:pt x="16008" y="89239"/>
                  </a:cubicBezTo>
                  <a:cubicBezTo>
                    <a:pt x="18301" y="86670"/>
                    <a:pt x="20844" y="83950"/>
                    <a:pt x="21875" y="80835"/>
                  </a:cubicBezTo>
                  <a:cubicBezTo>
                    <a:pt x="21912" y="80722"/>
                    <a:pt x="21824" y="80652"/>
                    <a:pt x="21733" y="80652"/>
                  </a:cubicBezTo>
                  <a:cubicBezTo>
                    <a:pt x="21682" y="80652"/>
                    <a:pt x="21630" y="80673"/>
                    <a:pt x="21598" y="80720"/>
                  </a:cubicBezTo>
                  <a:cubicBezTo>
                    <a:pt x="20168" y="82674"/>
                    <a:pt x="18823" y="84683"/>
                    <a:pt x="17507" y="86710"/>
                  </a:cubicBezTo>
                  <a:cubicBezTo>
                    <a:pt x="15555" y="89199"/>
                    <a:pt x="13540" y="91650"/>
                    <a:pt x="11574" y="94141"/>
                  </a:cubicBezTo>
                  <a:cubicBezTo>
                    <a:pt x="11782" y="93838"/>
                    <a:pt x="11992" y="93538"/>
                    <a:pt x="12195" y="93235"/>
                  </a:cubicBezTo>
                  <a:cubicBezTo>
                    <a:pt x="15188" y="88699"/>
                    <a:pt x="18364" y="84288"/>
                    <a:pt x="21369" y="79758"/>
                  </a:cubicBezTo>
                  <a:cubicBezTo>
                    <a:pt x="21430" y="79666"/>
                    <a:pt x="21337" y="79557"/>
                    <a:pt x="21247" y="79557"/>
                  </a:cubicBezTo>
                  <a:cubicBezTo>
                    <a:pt x="21216" y="79557"/>
                    <a:pt x="21186" y="79569"/>
                    <a:pt x="21162" y="79599"/>
                  </a:cubicBezTo>
                  <a:cubicBezTo>
                    <a:pt x="20610" y="80272"/>
                    <a:pt x="20085" y="80962"/>
                    <a:pt x="19559" y="81652"/>
                  </a:cubicBezTo>
                  <a:cubicBezTo>
                    <a:pt x="20062" y="80722"/>
                    <a:pt x="20518" y="79767"/>
                    <a:pt x="20919" y="78791"/>
                  </a:cubicBezTo>
                  <a:cubicBezTo>
                    <a:pt x="21156" y="78471"/>
                    <a:pt x="21393" y="78150"/>
                    <a:pt x="21629" y="77830"/>
                  </a:cubicBezTo>
                  <a:cubicBezTo>
                    <a:pt x="21647" y="77872"/>
                    <a:pt x="21686" y="77895"/>
                    <a:pt x="21727" y="77895"/>
                  </a:cubicBezTo>
                  <a:cubicBezTo>
                    <a:pt x="21753" y="77895"/>
                    <a:pt x="21779" y="77885"/>
                    <a:pt x="21800" y="77864"/>
                  </a:cubicBezTo>
                  <a:lnTo>
                    <a:pt x="21800" y="77864"/>
                  </a:lnTo>
                  <a:cubicBezTo>
                    <a:pt x="21727" y="78040"/>
                    <a:pt x="21652" y="78214"/>
                    <a:pt x="21583" y="78393"/>
                  </a:cubicBezTo>
                  <a:cubicBezTo>
                    <a:pt x="21544" y="78500"/>
                    <a:pt x="21637" y="78574"/>
                    <a:pt x="21729" y="78574"/>
                  </a:cubicBezTo>
                  <a:cubicBezTo>
                    <a:pt x="21766" y="78574"/>
                    <a:pt x="21803" y="78562"/>
                    <a:pt x="21831" y="78537"/>
                  </a:cubicBezTo>
                  <a:cubicBezTo>
                    <a:pt x="22250" y="78165"/>
                    <a:pt x="22648" y="77775"/>
                    <a:pt x="23053" y="77391"/>
                  </a:cubicBezTo>
                  <a:lnTo>
                    <a:pt x="23053" y="77391"/>
                  </a:lnTo>
                  <a:cubicBezTo>
                    <a:pt x="22755" y="77968"/>
                    <a:pt x="22469" y="78546"/>
                    <a:pt x="22207" y="79132"/>
                  </a:cubicBezTo>
                  <a:cubicBezTo>
                    <a:pt x="22153" y="79250"/>
                    <a:pt x="22234" y="79393"/>
                    <a:pt x="22353" y="79393"/>
                  </a:cubicBezTo>
                  <a:cubicBezTo>
                    <a:pt x="22381" y="79393"/>
                    <a:pt x="22412" y="79385"/>
                    <a:pt x="22443" y="79366"/>
                  </a:cubicBezTo>
                  <a:cubicBezTo>
                    <a:pt x="26410" y="77004"/>
                    <a:pt x="28593" y="72956"/>
                    <a:pt x="31321" y="69379"/>
                  </a:cubicBezTo>
                  <a:cubicBezTo>
                    <a:pt x="32935" y="67266"/>
                    <a:pt x="34575" y="65167"/>
                    <a:pt x="36206" y="63068"/>
                  </a:cubicBezTo>
                  <a:lnTo>
                    <a:pt x="36206" y="63068"/>
                  </a:lnTo>
                  <a:cubicBezTo>
                    <a:pt x="35120" y="64801"/>
                    <a:pt x="34041" y="66567"/>
                    <a:pt x="32935" y="68329"/>
                  </a:cubicBezTo>
                  <a:cubicBezTo>
                    <a:pt x="29808" y="71998"/>
                    <a:pt x="26644" y="75630"/>
                    <a:pt x="24092" y="79758"/>
                  </a:cubicBezTo>
                  <a:cubicBezTo>
                    <a:pt x="24009" y="79895"/>
                    <a:pt x="24126" y="80019"/>
                    <a:pt x="24252" y="80019"/>
                  </a:cubicBezTo>
                  <a:cubicBezTo>
                    <a:pt x="24293" y="80019"/>
                    <a:pt x="24335" y="80005"/>
                    <a:pt x="24372" y="79975"/>
                  </a:cubicBezTo>
                  <a:cubicBezTo>
                    <a:pt x="26049" y="78546"/>
                    <a:pt x="27542" y="76863"/>
                    <a:pt x="28919" y="75047"/>
                  </a:cubicBezTo>
                  <a:lnTo>
                    <a:pt x="28919" y="75047"/>
                  </a:lnTo>
                  <a:cubicBezTo>
                    <a:pt x="27348" y="77134"/>
                    <a:pt x="25945" y="79342"/>
                    <a:pt x="24877" y="81805"/>
                  </a:cubicBezTo>
                  <a:cubicBezTo>
                    <a:pt x="24826" y="81920"/>
                    <a:pt x="24910" y="82089"/>
                    <a:pt x="25028" y="82089"/>
                  </a:cubicBezTo>
                  <a:cubicBezTo>
                    <a:pt x="25058" y="82089"/>
                    <a:pt x="25090" y="82078"/>
                    <a:pt x="25123" y="82053"/>
                  </a:cubicBezTo>
                  <a:cubicBezTo>
                    <a:pt x="25561" y="81718"/>
                    <a:pt x="25980" y="81352"/>
                    <a:pt x="26387" y="80974"/>
                  </a:cubicBezTo>
                  <a:lnTo>
                    <a:pt x="26387" y="80974"/>
                  </a:lnTo>
                  <a:cubicBezTo>
                    <a:pt x="26098" y="81464"/>
                    <a:pt x="25792" y="81941"/>
                    <a:pt x="25515" y="82440"/>
                  </a:cubicBezTo>
                  <a:cubicBezTo>
                    <a:pt x="25442" y="82572"/>
                    <a:pt x="25548" y="82693"/>
                    <a:pt x="25667" y="82693"/>
                  </a:cubicBezTo>
                  <a:cubicBezTo>
                    <a:pt x="25706" y="82693"/>
                    <a:pt x="25747" y="82679"/>
                    <a:pt x="25784" y="82648"/>
                  </a:cubicBezTo>
                  <a:cubicBezTo>
                    <a:pt x="26650" y="81903"/>
                    <a:pt x="27487" y="81121"/>
                    <a:pt x="28301" y="80310"/>
                  </a:cubicBezTo>
                  <a:lnTo>
                    <a:pt x="28301" y="80310"/>
                  </a:lnTo>
                  <a:cubicBezTo>
                    <a:pt x="27380" y="81736"/>
                    <a:pt x="26849" y="83202"/>
                    <a:pt x="27219" y="84623"/>
                  </a:cubicBezTo>
                  <a:cubicBezTo>
                    <a:pt x="27239" y="84703"/>
                    <a:pt x="27323" y="84758"/>
                    <a:pt x="27404" y="84758"/>
                  </a:cubicBezTo>
                  <a:cubicBezTo>
                    <a:pt x="27448" y="84758"/>
                    <a:pt x="27491" y="84741"/>
                    <a:pt x="27522" y="84704"/>
                  </a:cubicBezTo>
                  <a:cubicBezTo>
                    <a:pt x="29392" y="82411"/>
                    <a:pt x="31768" y="80581"/>
                    <a:pt x="33538" y="78211"/>
                  </a:cubicBezTo>
                  <a:cubicBezTo>
                    <a:pt x="35894" y="75061"/>
                    <a:pt x="37987" y="71764"/>
                    <a:pt x="39999" y="68386"/>
                  </a:cubicBezTo>
                  <a:cubicBezTo>
                    <a:pt x="41859" y="65260"/>
                    <a:pt x="43715" y="62150"/>
                    <a:pt x="45606" y="59067"/>
                  </a:cubicBezTo>
                  <a:cubicBezTo>
                    <a:pt x="58222" y="41791"/>
                    <a:pt x="70206" y="24007"/>
                    <a:pt x="83440" y="7211"/>
                  </a:cubicBezTo>
                  <a:cubicBezTo>
                    <a:pt x="83549" y="7071"/>
                    <a:pt x="83428" y="6887"/>
                    <a:pt x="83300" y="6887"/>
                  </a:cubicBezTo>
                  <a:cubicBezTo>
                    <a:pt x="83260" y="6887"/>
                    <a:pt x="83218" y="6906"/>
                    <a:pt x="83183" y="6951"/>
                  </a:cubicBezTo>
                  <a:cubicBezTo>
                    <a:pt x="81916" y="8556"/>
                    <a:pt x="80663" y="10173"/>
                    <a:pt x="79418" y="11798"/>
                  </a:cubicBezTo>
                  <a:cubicBezTo>
                    <a:pt x="80989" y="9682"/>
                    <a:pt x="82487" y="7528"/>
                    <a:pt x="83787" y="5285"/>
                  </a:cubicBezTo>
                  <a:cubicBezTo>
                    <a:pt x="83789" y="5279"/>
                    <a:pt x="83787" y="5273"/>
                    <a:pt x="83789" y="5268"/>
                  </a:cubicBezTo>
                  <a:lnTo>
                    <a:pt x="83789" y="5268"/>
                  </a:lnTo>
                  <a:cubicBezTo>
                    <a:pt x="84606" y="6867"/>
                    <a:pt x="82213" y="9913"/>
                    <a:pt x="81624" y="11068"/>
                  </a:cubicBezTo>
                  <a:cubicBezTo>
                    <a:pt x="81566" y="11180"/>
                    <a:pt x="81621" y="11293"/>
                    <a:pt x="81734" y="11336"/>
                  </a:cubicBezTo>
                  <a:lnTo>
                    <a:pt x="82828" y="11772"/>
                  </a:lnTo>
                  <a:cubicBezTo>
                    <a:pt x="82853" y="11782"/>
                    <a:pt x="82876" y="11787"/>
                    <a:pt x="82898" y="11787"/>
                  </a:cubicBezTo>
                  <a:cubicBezTo>
                    <a:pt x="83068" y="11787"/>
                    <a:pt x="83121" y="11503"/>
                    <a:pt x="82929" y="11426"/>
                  </a:cubicBezTo>
                  <a:cubicBezTo>
                    <a:pt x="81197" y="10730"/>
                    <a:pt x="84592" y="8527"/>
                    <a:pt x="84474" y="7196"/>
                  </a:cubicBezTo>
                  <a:cubicBezTo>
                    <a:pt x="84335" y="5629"/>
                    <a:pt x="84110" y="4728"/>
                    <a:pt x="82727" y="4101"/>
                  </a:cubicBezTo>
                  <a:cubicBezTo>
                    <a:pt x="82762" y="4023"/>
                    <a:pt x="82802" y="3945"/>
                    <a:pt x="82837" y="3865"/>
                  </a:cubicBezTo>
                  <a:cubicBezTo>
                    <a:pt x="82893" y="3733"/>
                    <a:pt x="82795" y="3593"/>
                    <a:pt x="82677" y="3593"/>
                  </a:cubicBezTo>
                  <a:cubicBezTo>
                    <a:pt x="82636" y="3593"/>
                    <a:pt x="82594" y="3609"/>
                    <a:pt x="82554" y="3648"/>
                  </a:cubicBezTo>
                  <a:cubicBezTo>
                    <a:pt x="82470" y="3732"/>
                    <a:pt x="82392" y="3818"/>
                    <a:pt x="82308" y="3899"/>
                  </a:cubicBezTo>
                  <a:cubicBezTo>
                    <a:pt x="80683" y="3002"/>
                    <a:pt x="78770" y="0"/>
                    <a:pt x="7681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73" name="Google Shape;8131;p80">
              <a:extLst>
                <a:ext uri="{FF2B5EF4-FFF2-40B4-BE49-F238E27FC236}">
                  <a16:creationId xmlns:a16="http://schemas.microsoft.com/office/drawing/2014/main" id="{73D8CAF9-0E97-75D6-F63B-28032E48A08D}"/>
                </a:ext>
              </a:extLst>
            </p:cNvPr>
            <p:cNvSpPr/>
            <p:nvPr/>
          </p:nvSpPr>
          <p:spPr>
            <a:xfrm>
              <a:off x="5490650" y="3675725"/>
              <a:ext cx="84675" cy="91500"/>
            </a:xfrm>
            <a:custGeom>
              <a:avLst/>
              <a:gdLst/>
              <a:ahLst/>
              <a:cxnLst/>
              <a:rect l="l" t="t" r="r" b="b"/>
              <a:pathLst>
                <a:path w="3387" h="3660" extrusionOk="0">
                  <a:moveTo>
                    <a:pt x="1251" y="0"/>
                  </a:moveTo>
                  <a:cubicBezTo>
                    <a:pt x="1029" y="0"/>
                    <a:pt x="828" y="94"/>
                    <a:pt x="673" y="328"/>
                  </a:cubicBezTo>
                  <a:cubicBezTo>
                    <a:pt x="1" y="1344"/>
                    <a:pt x="1260" y="2918"/>
                    <a:pt x="1892" y="3608"/>
                  </a:cubicBezTo>
                  <a:cubicBezTo>
                    <a:pt x="1926" y="3644"/>
                    <a:pt x="1964" y="3660"/>
                    <a:pt x="2001" y="3660"/>
                  </a:cubicBezTo>
                  <a:cubicBezTo>
                    <a:pt x="2122" y="3660"/>
                    <a:pt x="2229" y="3496"/>
                    <a:pt x="2123" y="3377"/>
                  </a:cubicBezTo>
                  <a:cubicBezTo>
                    <a:pt x="1545" y="2719"/>
                    <a:pt x="578" y="1578"/>
                    <a:pt x="876" y="602"/>
                  </a:cubicBezTo>
                  <a:cubicBezTo>
                    <a:pt x="944" y="377"/>
                    <a:pt x="1090" y="287"/>
                    <a:pt x="1277" y="287"/>
                  </a:cubicBezTo>
                  <a:cubicBezTo>
                    <a:pt x="1930" y="287"/>
                    <a:pt x="3091" y="1367"/>
                    <a:pt x="3286" y="1555"/>
                  </a:cubicBezTo>
                  <a:cubicBezTo>
                    <a:pt x="3297" y="1565"/>
                    <a:pt x="3308" y="1569"/>
                    <a:pt x="3319" y="1569"/>
                  </a:cubicBezTo>
                  <a:cubicBezTo>
                    <a:pt x="3356" y="1569"/>
                    <a:pt x="3387" y="1521"/>
                    <a:pt x="3356" y="1486"/>
                  </a:cubicBezTo>
                  <a:cubicBezTo>
                    <a:pt x="3049" y="1123"/>
                    <a:pt x="2020" y="0"/>
                    <a:pt x="125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74" name="Google Shape;8132;p80">
              <a:extLst>
                <a:ext uri="{FF2B5EF4-FFF2-40B4-BE49-F238E27FC236}">
                  <a16:creationId xmlns:a16="http://schemas.microsoft.com/office/drawing/2014/main" id="{8AB59317-73C9-7DC8-8221-EFB650271709}"/>
                </a:ext>
              </a:extLst>
            </p:cNvPr>
            <p:cNvSpPr/>
            <p:nvPr/>
          </p:nvSpPr>
          <p:spPr>
            <a:xfrm>
              <a:off x="5646325" y="3602300"/>
              <a:ext cx="178375" cy="319450"/>
            </a:xfrm>
            <a:custGeom>
              <a:avLst/>
              <a:gdLst/>
              <a:ahLst/>
              <a:cxnLst/>
              <a:rect l="l" t="t" r="r" b="b"/>
              <a:pathLst>
                <a:path w="7135" h="12778" extrusionOk="0">
                  <a:moveTo>
                    <a:pt x="1104" y="0"/>
                  </a:moveTo>
                  <a:cubicBezTo>
                    <a:pt x="568" y="0"/>
                    <a:pt x="0" y="114"/>
                    <a:pt x="7" y="953"/>
                  </a:cubicBezTo>
                  <a:cubicBezTo>
                    <a:pt x="24" y="2691"/>
                    <a:pt x="957" y="4423"/>
                    <a:pt x="1546" y="6031"/>
                  </a:cubicBezTo>
                  <a:cubicBezTo>
                    <a:pt x="2394" y="8355"/>
                    <a:pt x="5856" y="9432"/>
                    <a:pt x="5919" y="12125"/>
                  </a:cubicBezTo>
                  <a:cubicBezTo>
                    <a:pt x="5919" y="12180"/>
                    <a:pt x="5948" y="12232"/>
                    <a:pt x="5997" y="12261"/>
                  </a:cubicBezTo>
                  <a:cubicBezTo>
                    <a:pt x="6376" y="12449"/>
                    <a:pt x="6754" y="12610"/>
                    <a:pt x="7135" y="12778"/>
                  </a:cubicBezTo>
                  <a:cubicBezTo>
                    <a:pt x="6687" y="12431"/>
                    <a:pt x="6352" y="12024"/>
                    <a:pt x="6214" y="11519"/>
                  </a:cubicBezTo>
                  <a:cubicBezTo>
                    <a:pt x="5818" y="10076"/>
                    <a:pt x="4308" y="8837"/>
                    <a:pt x="3330" y="7812"/>
                  </a:cubicBezTo>
                  <a:cubicBezTo>
                    <a:pt x="2481" y="6917"/>
                    <a:pt x="1846" y="5936"/>
                    <a:pt x="1407" y="4778"/>
                  </a:cubicBezTo>
                  <a:cubicBezTo>
                    <a:pt x="1176" y="4177"/>
                    <a:pt x="960" y="3571"/>
                    <a:pt x="755" y="2965"/>
                  </a:cubicBezTo>
                  <a:cubicBezTo>
                    <a:pt x="340" y="2143"/>
                    <a:pt x="394" y="1733"/>
                    <a:pt x="917" y="1733"/>
                  </a:cubicBezTo>
                  <a:cubicBezTo>
                    <a:pt x="1336" y="1733"/>
                    <a:pt x="2058" y="1998"/>
                    <a:pt x="3082" y="2526"/>
                  </a:cubicBezTo>
                  <a:cubicBezTo>
                    <a:pt x="3106" y="2596"/>
                    <a:pt x="3167" y="2639"/>
                    <a:pt x="3232" y="2639"/>
                  </a:cubicBezTo>
                  <a:cubicBezTo>
                    <a:pt x="3269" y="2639"/>
                    <a:pt x="3306" y="2626"/>
                    <a:pt x="3338" y="2595"/>
                  </a:cubicBezTo>
                  <a:cubicBezTo>
                    <a:pt x="4268" y="1700"/>
                    <a:pt x="3942" y="2174"/>
                    <a:pt x="4459" y="1031"/>
                  </a:cubicBezTo>
                  <a:cubicBezTo>
                    <a:pt x="4516" y="908"/>
                    <a:pt x="4406" y="793"/>
                    <a:pt x="4305" y="793"/>
                  </a:cubicBezTo>
                  <a:cubicBezTo>
                    <a:pt x="4259" y="793"/>
                    <a:pt x="4215" y="817"/>
                    <a:pt x="4190" y="875"/>
                  </a:cubicBezTo>
                  <a:cubicBezTo>
                    <a:pt x="3921" y="1472"/>
                    <a:pt x="3675" y="1691"/>
                    <a:pt x="3441" y="1691"/>
                  </a:cubicBezTo>
                  <a:cubicBezTo>
                    <a:pt x="2799" y="1691"/>
                    <a:pt x="2249" y="36"/>
                    <a:pt x="1557" y="14"/>
                  </a:cubicBezTo>
                  <a:cubicBezTo>
                    <a:pt x="1419" y="10"/>
                    <a:pt x="1263" y="0"/>
                    <a:pt x="110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75" name="Google Shape;8133;p80">
              <a:extLst>
                <a:ext uri="{FF2B5EF4-FFF2-40B4-BE49-F238E27FC236}">
                  <a16:creationId xmlns:a16="http://schemas.microsoft.com/office/drawing/2014/main" id="{44CFC424-544E-0240-D9E3-874B0B855912}"/>
                </a:ext>
              </a:extLst>
            </p:cNvPr>
            <p:cNvSpPr/>
            <p:nvPr/>
          </p:nvSpPr>
          <p:spPr>
            <a:xfrm>
              <a:off x="5824675" y="3921725"/>
              <a:ext cx="90675" cy="31725"/>
            </a:xfrm>
            <a:custGeom>
              <a:avLst/>
              <a:gdLst/>
              <a:ahLst/>
              <a:cxnLst/>
              <a:rect l="l" t="t" r="r" b="b"/>
              <a:pathLst>
                <a:path w="3627" h="1269" extrusionOk="0">
                  <a:moveTo>
                    <a:pt x="1" y="1"/>
                  </a:moveTo>
                  <a:cubicBezTo>
                    <a:pt x="853" y="653"/>
                    <a:pt x="2163" y="1049"/>
                    <a:pt x="3627" y="1268"/>
                  </a:cubicBezTo>
                  <a:cubicBezTo>
                    <a:pt x="2386" y="945"/>
                    <a:pt x="1173" y="520"/>
                    <a:pt x="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76" name="Google Shape;8134;p80">
              <a:extLst>
                <a:ext uri="{FF2B5EF4-FFF2-40B4-BE49-F238E27FC236}">
                  <a16:creationId xmlns:a16="http://schemas.microsoft.com/office/drawing/2014/main" id="{FF8EA1AB-7973-207C-0FFD-A28EFC77AEAA}"/>
                </a:ext>
              </a:extLst>
            </p:cNvPr>
            <p:cNvSpPr/>
            <p:nvPr/>
          </p:nvSpPr>
          <p:spPr>
            <a:xfrm>
              <a:off x="5516775" y="3755850"/>
              <a:ext cx="747050" cy="258800"/>
            </a:xfrm>
            <a:custGeom>
              <a:avLst/>
              <a:gdLst/>
              <a:ahLst/>
              <a:cxnLst/>
              <a:rect l="l" t="t" r="r" b="b"/>
              <a:pathLst>
                <a:path w="29882" h="10352" extrusionOk="0">
                  <a:moveTo>
                    <a:pt x="86" y="1"/>
                  </a:moveTo>
                  <a:cubicBezTo>
                    <a:pt x="33" y="1"/>
                    <a:pt x="1" y="85"/>
                    <a:pt x="56" y="126"/>
                  </a:cubicBezTo>
                  <a:cubicBezTo>
                    <a:pt x="4539" y="3446"/>
                    <a:pt x="7842" y="7499"/>
                    <a:pt x="13411" y="8980"/>
                  </a:cubicBezTo>
                  <a:cubicBezTo>
                    <a:pt x="16414" y="9779"/>
                    <a:pt x="19137" y="10352"/>
                    <a:pt x="21849" y="10352"/>
                  </a:cubicBezTo>
                  <a:cubicBezTo>
                    <a:pt x="24413" y="10352"/>
                    <a:pt x="26966" y="9840"/>
                    <a:pt x="29737" y="8521"/>
                  </a:cubicBezTo>
                  <a:cubicBezTo>
                    <a:pt x="29882" y="8449"/>
                    <a:pt x="29791" y="8251"/>
                    <a:pt x="29654" y="8251"/>
                  </a:cubicBezTo>
                  <a:cubicBezTo>
                    <a:pt x="29633" y="8251"/>
                    <a:pt x="29610" y="8256"/>
                    <a:pt x="29587" y="8267"/>
                  </a:cubicBezTo>
                  <a:cubicBezTo>
                    <a:pt x="29269" y="8414"/>
                    <a:pt x="28958" y="8544"/>
                    <a:pt x="28649" y="8674"/>
                  </a:cubicBezTo>
                  <a:cubicBezTo>
                    <a:pt x="27571" y="7997"/>
                    <a:pt x="26612" y="7735"/>
                    <a:pt x="25494" y="7735"/>
                  </a:cubicBezTo>
                  <a:cubicBezTo>
                    <a:pt x="24990" y="7735"/>
                    <a:pt x="24455" y="7788"/>
                    <a:pt x="23862" y="7880"/>
                  </a:cubicBezTo>
                  <a:cubicBezTo>
                    <a:pt x="23082" y="8000"/>
                    <a:pt x="21466" y="8147"/>
                    <a:pt x="19645" y="8147"/>
                  </a:cubicBezTo>
                  <a:cubicBezTo>
                    <a:pt x="18440" y="8147"/>
                    <a:pt x="17145" y="8083"/>
                    <a:pt x="15943" y="7903"/>
                  </a:cubicBezTo>
                  <a:lnTo>
                    <a:pt x="15943" y="7903"/>
                  </a:lnTo>
                  <a:cubicBezTo>
                    <a:pt x="16659" y="8088"/>
                    <a:pt x="17386" y="8253"/>
                    <a:pt x="18149" y="8374"/>
                  </a:cubicBezTo>
                  <a:cubicBezTo>
                    <a:pt x="18631" y="8449"/>
                    <a:pt x="19122" y="8479"/>
                    <a:pt x="19617" y="8479"/>
                  </a:cubicBezTo>
                  <a:cubicBezTo>
                    <a:pt x="21451" y="8479"/>
                    <a:pt x="23355" y="8073"/>
                    <a:pt x="25177" y="8073"/>
                  </a:cubicBezTo>
                  <a:cubicBezTo>
                    <a:pt x="26320" y="8073"/>
                    <a:pt x="27431" y="8233"/>
                    <a:pt x="28473" y="8752"/>
                  </a:cubicBezTo>
                  <a:cubicBezTo>
                    <a:pt x="26183" y="9663"/>
                    <a:pt x="24022" y="10020"/>
                    <a:pt x="21877" y="10020"/>
                  </a:cubicBezTo>
                  <a:cubicBezTo>
                    <a:pt x="18680" y="10020"/>
                    <a:pt x="15520" y="9227"/>
                    <a:pt x="12028" y="8296"/>
                  </a:cubicBezTo>
                  <a:cubicBezTo>
                    <a:pt x="7337" y="7043"/>
                    <a:pt x="4020" y="2678"/>
                    <a:pt x="122" y="13"/>
                  </a:cubicBezTo>
                  <a:cubicBezTo>
                    <a:pt x="110" y="5"/>
                    <a:pt x="98" y="1"/>
                    <a:pt x="8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77" name="Google Shape;8135;p80">
              <a:extLst>
                <a:ext uri="{FF2B5EF4-FFF2-40B4-BE49-F238E27FC236}">
                  <a16:creationId xmlns:a16="http://schemas.microsoft.com/office/drawing/2014/main" id="{C08C0614-6F7D-0AD9-6A6A-963B67236B44}"/>
                </a:ext>
              </a:extLst>
            </p:cNvPr>
            <p:cNvSpPr/>
            <p:nvPr/>
          </p:nvSpPr>
          <p:spPr>
            <a:xfrm>
              <a:off x="5788675" y="3606475"/>
              <a:ext cx="8175" cy="6375"/>
            </a:xfrm>
            <a:custGeom>
              <a:avLst/>
              <a:gdLst/>
              <a:ahLst/>
              <a:cxnLst/>
              <a:rect l="l" t="t" r="r" b="b"/>
              <a:pathLst>
                <a:path w="327" h="255" extrusionOk="0">
                  <a:moveTo>
                    <a:pt x="165" y="0"/>
                  </a:moveTo>
                  <a:cubicBezTo>
                    <a:pt x="0" y="0"/>
                    <a:pt x="0" y="254"/>
                    <a:pt x="165" y="254"/>
                  </a:cubicBezTo>
                  <a:cubicBezTo>
                    <a:pt x="326" y="254"/>
                    <a:pt x="326" y="0"/>
                    <a:pt x="16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78" name="Google Shape;8136;p80">
              <a:extLst>
                <a:ext uri="{FF2B5EF4-FFF2-40B4-BE49-F238E27FC236}">
                  <a16:creationId xmlns:a16="http://schemas.microsoft.com/office/drawing/2014/main" id="{D74B838C-71D5-FAE9-5423-1A5EF8618A89}"/>
                </a:ext>
              </a:extLst>
            </p:cNvPr>
            <p:cNvSpPr/>
            <p:nvPr/>
          </p:nvSpPr>
          <p:spPr>
            <a:xfrm>
              <a:off x="5590950" y="3167925"/>
              <a:ext cx="491425" cy="517425"/>
            </a:xfrm>
            <a:custGeom>
              <a:avLst/>
              <a:gdLst/>
              <a:ahLst/>
              <a:cxnLst/>
              <a:rect l="l" t="t" r="r" b="b"/>
              <a:pathLst>
                <a:path w="19657" h="20697" extrusionOk="0">
                  <a:moveTo>
                    <a:pt x="19231" y="1"/>
                  </a:moveTo>
                  <a:cubicBezTo>
                    <a:pt x="19186" y="1"/>
                    <a:pt x="19144" y="22"/>
                    <a:pt x="19122" y="73"/>
                  </a:cubicBezTo>
                  <a:cubicBezTo>
                    <a:pt x="18487" y="1557"/>
                    <a:pt x="17136" y="2518"/>
                    <a:pt x="16466" y="3999"/>
                  </a:cubicBezTo>
                  <a:cubicBezTo>
                    <a:pt x="16423" y="4089"/>
                    <a:pt x="16449" y="4239"/>
                    <a:pt x="16570" y="4256"/>
                  </a:cubicBezTo>
                  <a:cubicBezTo>
                    <a:pt x="17197" y="4346"/>
                    <a:pt x="19405" y="4441"/>
                    <a:pt x="18915" y="5584"/>
                  </a:cubicBezTo>
                  <a:cubicBezTo>
                    <a:pt x="18915" y="5583"/>
                    <a:pt x="18915" y="5583"/>
                    <a:pt x="18915" y="5583"/>
                  </a:cubicBezTo>
                  <a:lnTo>
                    <a:pt x="18915" y="5583"/>
                  </a:lnTo>
                  <a:cubicBezTo>
                    <a:pt x="18901" y="5583"/>
                    <a:pt x="17691" y="7559"/>
                    <a:pt x="17128" y="7559"/>
                  </a:cubicBezTo>
                  <a:cubicBezTo>
                    <a:pt x="17058" y="7559"/>
                    <a:pt x="16998" y="7528"/>
                    <a:pt x="16951" y="7458"/>
                  </a:cubicBezTo>
                  <a:cubicBezTo>
                    <a:pt x="16564" y="6881"/>
                    <a:pt x="15886" y="5888"/>
                    <a:pt x="15083" y="5888"/>
                  </a:cubicBezTo>
                  <a:cubicBezTo>
                    <a:pt x="14015" y="5888"/>
                    <a:pt x="13646" y="7640"/>
                    <a:pt x="12237" y="7640"/>
                  </a:cubicBezTo>
                  <a:cubicBezTo>
                    <a:pt x="12021" y="7640"/>
                    <a:pt x="11327" y="8376"/>
                    <a:pt x="11362" y="8376"/>
                  </a:cubicBezTo>
                  <a:cubicBezTo>
                    <a:pt x="11369" y="8376"/>
                    <a:pt x="11398" y="8353"/>
                    <a:pt x="11457" y="8298"/>
                  </a:cubicBezTo>
                  <a:lnTo>
                    <a:pt x="11457" y="8298"/>
                  </a:lnTo>
                  <a:cubicBezTo>
                    <a:pt x="10118" y="9540"/>
                    <a:pt x="9295" y="9947"/>
                    <a:pt x="7416" y="10074"/>
                  </a:cubicBezTo>
                  <a:cubicBezTo>
                    <a:pt x="7326" y="10079"/>
                    <a:pt x="7237" y="10166"/>
                    <a:pt x="7271" y="10261"/>
                  </a:cubicBezTo>
                  <a:cubicBezTo>
                    <a:pt x="7571" y="11096"/>
                    <a:pt x="7938" y="11598"/>
                    <a:pt x="8533" y="12251"/>
                  </a:cubicBezTo>
                  <a:cubicBezTo>
                    <a:pt x="9338" y="13128"/>
                    <a:pt x="9535" y="13841"/>
                    <a:pt x="9379" y="14534"/>
                  </a:cubicBezTo>
                  <a:cubicBezTo>
                    <a:pt x="9342" y="14477"/>
                    <a:pt x="9284" y="14434"/>
                    <a:pt x="9223" y="14434"/>
                  </a:cubicBezTo>
                  <a:cubicBezTo>
                    <a:pt x="9183" y="14434"/>
                    <a:pt x="9141" y="14453"/>
                    <a:pt x="9104" y="14499"/>
                  </a:cubicBezTo>
                  <a:cubicBezTo>
                    <a:pt x="8516" y="15233"/>
                    <a:pt x="7973" y="16001"/>
                    <a:pt x="7427" y="16763"/>
                  </a:cubicBezTo>
                  <a:cubicBezTo>
                    <a:pt x="8019" y="15738"/>
                    <a:pt x="8605" y="14710"/>
                    <a:pt x="9087" y="13625"/>
                  </a:cubicBezTo>
                  <a:cubicBezTo>
                    <a:pt x="9147" y="13489"/>
                    <a:pt x="9043" y="13340"/>
                    <a:pt x="8921" y="13340"/>
                  </a:cubicBezTo>
                  <a:cubicBezTo>
                    <a:pt x="8879" y="13340"/>
                    <a:pt x="8835" y="13357"/>
                    <a:pt x="8796" y="13400"/>
                  </a:cubicBezTo>
                  <a:cubicBezTo>
                    <a:pt x="8074" y="14144"/>
                    <a:pt x="7404" y="14921"/>
                    <a:pt x="6749" y="15724"/>
                  </a:cubicBezTo>
                  <a:cubicBezTo>
                    <a:pt x="6748" y="15724"/>
                    <a:pt x="6748" y="15724"/>
                    <a:pt x="6747" y="15724"/>
                  </a:cubicBezTo>
                  <a:lnTo>
                    <a:pt x="6747" y="15724"/>
                  </a:lnTo>
                  <a:cubicBezTo>
                    <a:pt x="7295" y="14850"/>
                    <a:pt x="7803" y="13953"/>
                    <a:pt x="8152" y="12946"/>
                  </a:cubicBezTo>
                  <a:cubicBezTo>
                    <a:pt x="8197" y="12818"/>
                    <a:pt x="8089" y="12732"/>
                    <a:pt x="7979" y="12732"/>
                  </a:cubicBezTo>
                  <a:cubicBezTo>
                    <a:pt x="7934" y="12732"/>
                    <a:pt x="7890" y="12745"/>
                    <a:pt x="7854" y="12776"/>
                  </a:cubicBezTo>
                  <a:cubicBezTo>
                    <a:pt x="7566" y="13027"/>
                    <a:pt x="7291" y="13296"/>
                    <a:pt x="7032" y="13579"/>
                  </a:cubicBezTo>
                  <a:cubicBezTo>
                    <a:pt x="7300" y="13076"/>
                    <a:pt x="7514" y="12545"/>
                    <a:pt x="7670" y="11999"/>
                  </a:cubicBezTo>
                  <a:cubicBezTo>
                    <a:pt x="7703" y="11881"/>
                    <a:pt x="7608" y="11793"/>
                    <a:pt x="7507" y="11793"/>
                  </a:cubicBezTo>
                  <a:cubicBezTo>
                    <a:pt x="7467" y="11793"/>
                    <a:pt x="7427" y="11807"/>
                    <a:pt x="7392" y="11838"/>
                  </a:cubicBezTo>
                  <a:cubicBezTo>
                    <a:pt x="6059" y="13079"/>
                    <a:pt x="4918" y="14474"/>
                    <a:pt x="3810" y="15917"/>
                  </a:cubicBezTo>
                  <a:cubicBezTo>
                    <a:pt x="3082" y="16864"/>
                    <a:pt x="2369" y="17820"/>
                    <a:pt x="1621" y="18752"/>
                  </a:cubicBezTo>
                  <a:cubicBezTo>
                    <a:pt x="1367" y="19061"/>
                    <a:pt x="1110" y="19367"/>
                    <a:pt x="848" y="19667"/>
                  </a:cubicBezTo>
                  <a:cubicBezTo>
                    <a:pt x="822" y="19699"/>
                    <a:pt x="403" y="20327"/>
                    <a:pt x="393" y="20327"/>
                  </a:cubicBezTo>
                  <a:cubicBezTo>
                    <a:pt x="389" y="20327"/>
                    <a:pt x="443" y="20239"/>
                    <a:pt x="596" y="19999"/>
                  </a:cubicBezTo>
                  <a:cubicBezTo>
                    <a:pt x="605" y="19984"/>
                    <a:pt x="591" y="19967"/>
                    <a:pt x="577" y="19967"/>
                  </a:cubicBezTo>
                  <a:cubicBezTo>
                    <a:pt x="573" y="19967"/>
                    <a:pt x="568" y="19969"/>
                    <a:pt x="565" y="19973"/>
                  </a:cubicBezTo>
                  <a:cubicBezTo>
                    <a:pt x="391" y="20170"/>
                    <a:pt x="221" y="20366"/>
                    <a:pt x="51" y="20565"/>
                  </a:cubicBezTo>
                  <a:cubicBezTo>
                    <a:pt x="0" y="20622"/>
                    <a:pt x="47" y="20696"/>
                    <a:pt x="104" y="20696"/>
                  </a:cubicBezTo>
                  <a:cubicBezTo>
                    <a:pt x="122" y="20696"/>
                    <a:pt x="140" y="20689"/>
                    <a:pt x="158" y="20672"/>
                  </a:cubicBezTo>
                  <a:cubicBezTo>
                    <a:pt x="2199" y="18743"/>
                    <a:pt x="3743" y="16359"/>
                    <a:pt x="5542" y="14217"/>
                  </a:cubicBezTo>
                  <a:cubicBezTo>
                    <a:pt x="5926" y="13758"/>
                    <a:pt x="6339" y="13324"/>
                    <a:pt x="6754" y="12891"/>
                  </a:cubicBezTo>
                  <a:cubicBezTo>
                    <a:pt x="7023" y="12614"/>
                    <a:pt x="7161" y="12504"/>
                    <a:pt x="7213" y="12504"/>
                  </a:cubicBezTo>
                  <a:cubicBezTo>
                    <a:pt x="7380" y="12504"/>
                    <a:pt x="6651" y="13639"/>
                    <a:pt x="6477" y="13945"/>
                  </a:cubicBezTo>
                  <a:cubicBezTo>
                    <a:pt x="6067" y="14664"/>
                    <a:pt x="5556" y="15322"/>
                    <a:pt x="5034" y="15975"/>
                  </a:cubicBezTo>
                  <a:cubicBezTo>
                    <a:pt x="4569" y="16431"/>
                    <a:pt x="4370" y="16685"/>
                    <a:pt x="4430" y="16734"/>
                  </a:cubicBezTo>
                  <a:cubicBezTo>
                    <a:pt x="4303" y="16896"/>
                    <a:pt x="4173" y="17060"/>
                    <a:pt x="4049" y="17222"/>
                  </a:cubicBezTo>
                  <a:cubicBezTo>
                    <a:pt x="3962" y="17339"/>
                    <a:pt x="4088" y="17481"/>
                    <a:pt x="4209" y="17481"/>
                  </a:cubicBezTo>
                  <a:cubicBezTo>
                    <a:pt x="4248" y="17481"/>
                    <a:pt x="4287" y="17466"/>
                    <a:pt x="4318" y="17430"/>
                  </a:cubicBezTo>
                  <a:cubicBezTo>
                    <a:pt x="5459" y="16095"/>
                    <a:pt x="6422" y="14616"/>
                    <a:pt x="7681" y="13382"/>
                  </a:cubicBezTo>
                  <a:lnTo>
                    <a:pt x="7681" y="13382"/>
                  </a:lnTo>
                  <a:cubicBezTo>
                    <a:pt x="7096" y="13959"/>
                    <a:pt x="6721" y="15160"/>
                    <a:pt x="6267" y="15865"/>
                  </a:cubicBezTo>
                  <a:cubicBezTo>
                    <a:pt x="5735" y="16685"/>
                    <a:pt x="5175" y="17485"/>
                    <a:pt x="4670" y="18319"/>
                  </a:cubicBezTo>
                  <a:cubicBezTo>
                    <a:pt x="4590" y="18449"/>
                    <a:pt x="4715" y="18599"/>
                    <a:pt x="4840" y="18599"/>
                  </a:cubicBezTo>
                  <a:cubicBezTo>
                    <a:pt x="4882" y="18599"/>
                    <a:pt x="4925" y="18582"/>
                    <a:pt x="4959" y="18541"/>
                  </a:cubicBezTo>
                  <a:cubicBezTo>
                    <a:pt x="6027" y="17222"/>
                    <a:pt x="7060" y="15877"/>
                    <a:pt x="8186" y="14606"/>
                  </a:cubicBezTo>
                  <a:lnTo>
                    <a:pt x="8186" y="14606"/>
                  </a:lnTo>
                  <a:cubicBezTo>
                    <a:pt x="7424" y="16076"/>
                    <a:pt x="6532" y="17473"/>
                    <a:pt x="5767" y="18945"/>
                  </a:cubicBezTo>
                  <a:cubicBezTo>
                    <a:pt x="5696" y="19081"/>
                    <a:pt x="5815" y="19237"/>
                    <a:pt x="5940" y="19237"/>
                  </a:cubicBezTo>
                  <a:cubicBezTo>
                    <a:pt x="5984" y="19237"/>
                    <a:pt x="6027" y="19218"/>
                    <a:pt x="6064" y="19174"/>
                  </a:cubicBezTo>
                  <a:cubicBezTo>
                    <a:pt x="7208" y="17820"/>
                    <a:pt x="8158" y="16324"/>
                    <a:pt x="9249" y="14930"/>
                  </a:cubicBezTo>
                  <a:lnTo>
                    <a:pt x="9249" y="14930"/>
                  </a:lnTo>
                  <a:cubicBezTo>
                    <a:pt x="9012" y="15513"/>
                    <a:pt x="8567" y="16102"/>
                    <a:pt x="8056" y="16783"/>
                  </a:cubicBezTo>
                  <a:cubicBezTo>
                    <a:pt x="8050" y="16793"/>
                    <a:pt x="8060" y="16804"/>
                    <a:pt x="8069" y="16804"/>
                  </a:cubicBezTo>
                  <a:cubicBezTo>
                    <a:pt x="8073" y="16804"/>
                    <a:pt x="8077" y="16802"/>
                    <a:pt x="8080" y="16798"/>
                  </a:cubicBezTo>
                  <a:cubicBezTo>
                    <a:pt x="8449" y="16313"/>
                    <a:pt x="10158" y="14702"/>
                    <a:pt x="9893" y="13925"/>
                  </a:cubicBezTo>
                  <a:cubicBezTo>
                    <a:pt x="9474" y="12698"/>
                    <a:pt x="6985" y="10608"/>
                    <a:pt x="8960" y="10244"/>
                  </a:cubicBezTo>
                  <a:cubicBezTo>
                    <a:pt x="10864" y="9889"/>
                    <a:pt x="11629" y="7984"/>
                    <a:pt x="13540" y="7984"/>
                  </a:cubicBezTo>
                  <a:cubicBezTo>
                    <a:pt x="13542" y="7984"/>
                    <a:pt x="13543" y="7984"/>
                    <a:pt x="13545" y="7984"/>
                  </a:cubicBezTo>
                  <a:cubicBezTo>
                    <a:pt x="13712" y="7984"/>
                    <a:pt x="14112" y="7559"/>
                    <a:pt x="14099" y="7559"/>
                  </a:cubicBezTo>
                  <a:lnTo>
                    <a:pt x="14099" y="7559"/>
                  </a:lnTo>
                  <a:cubicBezTo>
                    <a:pt x="14098" y="7559"/>
                    <a:pt x="14095" y="7561"/>
                    <a:pt x="14090" y="7565"/>
                  </a:cubicBezTo>
                  <a:cubicBezTo>
                    <a:pt x="14490" y="7222"/>
                    <a:pt x="15202" y="6670"/>
                    <a:pt x="15781" y="6670"/>
                  </a:cubicBezTo>
                  <a:cubicBezTo>
                    <a:pt x="16197" y="6670"/>
                    <a:pt x="16545" y="6955"/>
                    <a:pt x="16657" y="7810"/>
                  </a:cubicBezTo>
                  <a:cubicBezTo>
                    <a:pt x="16670" y="7907"/>
                    <a:pt x="16742" y="7985"/>
                    <a:pt x="16830" y="7985"/>
                  </a:cubicBezTo>
                  <a:cubicBezTo>
                    <a:pt x="16858" y="7985"/>
                    <a:pt x="16887" y="7978"/>
                    <a:pt x="16917" y="7960"/>
                  </a:cubicBezTo>
                  <a:cubicBezTo>
                    <a:pt x="18320" y="7169"/>
                    <a:pt x="18972" y="6315"/>
                    <a:pt x="19610" y="4831"/>
                  </a:cubicBezTo>
                  <a:cubicBezTo>
                    <a:pt x="19656" y="4741"/>
                    <a:pt x="19633" y="4597"/>
                    <a:pt x="19512" y="4577"/>
                  </a:cubicBezTo>
                  <a:cubicBezTo>
                    <a:pt x="17610" y="4251"/>
                    <a:pt x="16429" y="4089"/>
                    <a:pt x="18138" y="2158"/>
                  </a:cubicBezTo>
                  <a:cubicBezTo>
                    <a:pt x="18715" y="1508"/>
                    <a:pt x="19117" y="1011"/>
                    <a:pt x="19382" y="183"/>
                  </a:cubicBezTo>
                  <a:cubicBezTo>
                    <a:pt x="19415" y="82"/>
                    <a:pt x="19319" y="1"/>
                    <a:pt x="1923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79" name="Google Shape;8137;p80">
              <a:extLst>
                <a:ext uri="{FF2B5EF4-FFF2-40B4-BE49-F238E27FC236}">
                  <a16:creationId xmlns:a16="http://schemas.microsoft.com/office/drawing/2014/main" id="{E318E1B4-77EC-5D0A-502E-FE2241A5D755}"/>
                </a:ext>
              </a:extLst>
            </p:cNvPr>
            <p:cNvSpPr/>
            <p:nvPr/>
          </p:nvSpPr>
          <p:spPr>
            <a:xfrm>
              <a:off x="5996400" y="2979625"/>
              <a:ext cx="227725" cy="171275"/>
            </a:xfrm>
            <a:custGeom>
              <a:avLst/>
              <a:gdLst/>
              <a:ahLst/>
              <a:cxnLst/>
              <a:rect l="l" t="t" r="r" b="b"/>
              <a:pathLst>
                <a:path w="9109" h="6851" extrusionOk="0">
                  <a:moveTo>
                    <a:pt x="4161" y="1"/>
                  </a:moveTo>
                  <a:cubicBezTo>
                    <a:pt x="3709" y="1"/>
                    <a:pt x="3360" y="207"/>
                    <a:pt x="3020" y="624"/>
                  </a:cubicBezTo>
                  <a:cubicBezTo>
                    <a:pt x="2122" y="1730"/>
                    <a:pt x="1934" y="3159"/>
                    <a:pt x="358" y="3581"/>
                  </a:cubicBezTo>
                  <a:cubicBezTo>
                    <a:pt x="254" y="3610"/>
                    <a:pt x="222" y="3722"/>
                    <a:pt x="266" y="3812"/>
                  </a:cubicBezTo>
                  <a:cubicBezTo>
                    <a:pt x="797" y="4972"/>
                    <a:pt x="1588" y="6274"/>
                    <a:pt x="2783" y="6846"/>
                  </a:cubicBezTo>
                  <a:cubicBezTo>
                    <a:pt x="2790" y="6849"/>
                    <a:pt x="2797" y="6851"/>
                    <a:pt x="2805" y="6851"/>
                  </a:cubicBezTo>
                  <a:cubicBezTo>
                    <a:pt x="2848" y="6851"/>
                    <a:pt x="2889" y="6797"/>
                    <a:pt x="2847" y="6762"/>
                  </a:cubicBezTo>
                  <a:cubicBezTo>
                    <a:pt x="2298" y="6338"/>
                    <a:pt x="0" y="4115"/>
                    <a:pt x="1065" y="3682"/>
                  </a:cubicBezTo>
                  <a:cubicBezTo>
                    <a:pt x="1761" y="3399"/>
                    <a:pt x="2212" y="2665"/>
                    <a:pt x="2575" y="2048"/>
                  </a:cubicBezTo>
                  <a:cubicBezTo>
                    <a:pt x="2755" y="1740"/>
                    <a:pt x="3571" y="215"/>
                    <a:pt x="4146" y="215"/>
                  </a:cubicBezTo>
                  <a:cubicBezTo>
                    <a:pt x="4272" y="215"/>
                    <a:pt x="4387" y="288"/>
                    <a:pt x="4481" y="466"/>
                  </a:cubicBezTo>
                  <a:cubicBezTo>
                    <a:pt x="4767" y="997"/>
                    <a:pt x="5133" y="1496"/>
                    <a:pt x="5485" y="1984"/>
                  </a:cubicBezTo>
                  <a:cubicBezTo>
                    <a:pt x="6066" y="2792"/>
                    <a:pt x="6972" y="4276"/>
                    <a:pt x="8061" y="4424"/>
                  </a:cubicBezTo>
                  <a:cubicBezTo>
                    <a:pt x="8096" y="4429"/>
                    <a:pt x="8131" y="4431"/>
                    <a:pt x="8163" y="4431"/>
                  </a:cubicBezTo>
                  <a:cubicBezTo>
                    <a:pt x="9108" y="4431"/>
                    <a:pt x="8736" y="2396"/>
                    <a:pt x="8641" y="1944"/>
                  </a:cubicBezTo>
                  <a:cubicBezTo>
                    <a:pt x="8627" y="1875"/>
                    <a:pt x="8568" y="1843"/>
                    <a:pt x="8509" y="1843"/>
                  </a:cubicBezTo>
                  <a:cubicBezTo>
                    <a:pt x="8434" y="1843"/>
                    <a:pt x="8357" y="1893"/>
                    <a:pt x="8364" y="1981"/>
                  </a:cubicBezTo>
                  <a:cubicBezTo>
                    <a:pt x="8385" y="2350"/>
                    <a:pt x="8673" y="4050"/>
                    <a:pt x="8055" y="4050"/>
                  </a:cubicBezTo>
                  <a:cubicBezTo>
                    <a:pt x="7990" y="4050"/>
                    <a:pt x="7916" y="4031"/>
                    <a:pt x="7830" y="3991"/>
                  </a:cubicBezTo>
                  <a:cubicBezTo>
                    <a:pt x="7307" y="3742"/>
                    <a:pt x="6880" y="3179"/>
                    <a:pt x="6513" y="2749"/>
                  </a:cubicBezTo>
                  <a:cubicBezTo>
                    <a:pt x="5942" y="2079"/>
                    <a:pt x="4983" y="1060"/>
                    <a:pt x="4729" y="183"/>
                  </a:cubicBezTo>
                  <a:cubicBezTo>
                    <a:pt x="4712" y="122"/>
                    <a:pt x="4665" y="76"/>
                    <a:pt x="4608" y="58"/>
                  </a:cubicBezTo>
                  <a:cubicBezTo>
                    <a:pt x="4447" y="20"/>
                    <a:pt x="4299" y="1"/>
                    <a:pt x="416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80" name="Google Shape;8138;p80">
              <a:extLst>
                <a:ext uri="{FF2B5EF4-FFF2-40B4-BE49-F238E27FC236}">
                  <a16:creationId xmlns:a16="http://schemas.microsoft.com/office/drawing/2014/main" id="{C7B13F71-03F4-5147-76D1-FF3EED71E9EA}"/>
                </a:ext>
              </a:extLst>
            </p:cNvPr>
            <p:cNvSpPr/>
            <p:nvPr/>
          </p:nvSpPr>
          <p:spPr>
            <a:xfrm>
              <a:off x="6186125" y="2701725"/>
              <a:ext cx="225450" cy="340000"/>
            </a:xfrm>
            <a:custGeom>
              <a:avLst/>
              <a:gdLst/>
              <a:ahLst/>
              <a:cxnLst/>
              <a:rect l="l" t="t" r="r" b="b"/>
              <a:pathLst>
                <a:path w="9018" h="13600" extrusionOk="0">
                  <a:moveTo>
                    <a:pt x="8802" y="1"/>
                  </a:moveTo>
                  <a:cubicBezTo>
                    <a:pt x="8731" y="1"/>
                    <a:pt x="8659" y="39"/>
                    <a:pt x="8630" y="126"/>
                  </a:cubicBezTo>
                  <a:cubicBezTo>
                    <a:pt x="7501" y="3530"/>
                    <a:pt x="4773" y="6177"/>
                    <a:pt x="1791" y="8088"/>
                  </a:cubicBezTo>
                  <a:cubicBezTo>
                    <a:pt x="1" y="9234"/>
                    <a:pt x="1369" y="12104"/>
                    <a:pt x="215" y="13490"/>
                  </a:cubicBezTo>
                  <a:cubicBezTo>
                    <a:pt x="175" y="13538"/>
                    <a:pt x="214" y="13600"/>
                    <a:pt x="261" y="13600"/>
                  </a:cubicBezTo>
                  <a:cubicBezTo>
                    <a:pt x="275" y="13600"/>
                    <a:pt x="290" y="13594"/>
                    <a:pt x="304" y="13579"/>
                  </a:cubicBezTo>
                  <a:cubicBezTo>
                    <a:pt x="1006" y="12840"/>
                    <a:pt x="1087" y="12430"/>
                    <a:pt x="977" y="11379"/>
                  </a:cubicBezTo>
                  <a:cubicBezTo>
                    <a:pt x="755" y="9191"/>
                    <a:pt x="1912" y="8692"/>
                    <a:pt x="3229" y="7525"/>
                  </a:cubicBezTo>
                  <a:cubicBezTo>
                    <a:pt x="5723" y="5311"/>
                    <a:pt x="7894" y="3469"/>
                    <a:pt x="8974" y="221"/>
                  </a:cubicBezTo>
                  <a:cubicBezTo>
                    <a:pt x="9017" y="87"/>
                    <a:pt x="8910" y="1"/>
                    <a:pt x="880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81" name="Google Shape;8139;p80">
              <a:extLst>
                <a:ext uri="{FF2B5EF4-FFF2-40B4-BE49-F238E27FC236}">
                  <a16:creationId xmlns:a16="http://schemas.microsoft.com/office/drawing/2014/main" id="{1A1A26EE-1217-1E23-777B-0900294AA910}"/>
                </a:ext>
              </a:extLst>
            </p:cNvPr>
            <p:cNvSpPr/>
            <p:nvPr/>
          </p:nvSpPr>
          <p:spPr>
            <a:xfrm>
              <a:off x="6187425" y="2719500"/>
              <a:ext cx="405000" cy="468050"/>
            </a:xfrm>
            <a:custGeom>
              <a:avLst/>
              <a:gdLst/>
              <a:ahLst/>
              <a:cxnLst/>
              <a:rect l="l" t="t" r="r" b="b"/>
              <a:pathLst>
                <a:path w="16200" h="18722" extrusionOk="0">
                  <a:moveTo>
                    <a:pt x="9192" y="0"/>
                  </a:moveTo>
                  <a:cubicBezTo>
                    <a:pt x="9126" y="0"/>
                    <a:pt x="9058" y="44"/>
                    <a:pt x="9066" y="119"/>
                  </a:cubicBezTo>
                  <a:cubicBezTo>
                    <a:pt x="9355" y="2894"/>
                    <a:pt x="7559" y="5362"/>
                    <a:pt x="6820" y="7955"/>
                  </a:cubicBezTo>
                  <a:cubicBezTo>
                    <a:pt x="6739" y="8232"/>
                    <a:pt x="6797" y="8552"/>
                    <a:pt x="6875" y="8827"/>
                  </a:cubicBezTo>
                  <a:cubicBezTo>
                    <a:pt x="7516" y="11055"/>
                    <a:pt x="5657" y="12161"/>
                    <a:pt x="4190" y="13007"/>
                  </a:cubicBezTo>
                  <a:cubicBezTo>
                    <a:pt x="1725" y="14427"/>
                    <a:pt x="310" y="15553"/>
                    <a:pt x="13" y="18521"/>
                  </a:cubicBezTo>
                  <a:cubicBezTo>
                    <a:pt x="1" y="18628"/>
                    <a:pt x="111" y="18709"/>
                    <a:pt x="206" y="18715"/>
                  </a:cubicBezTo>
                  <a:cubicBezTo>
                    <a:pt x="277" y="18719"/>
                    <a:pt x="349" y="18721"/>
                    <a:pt x="420" y="18721"/>
                  </a:cubicBezTo>
                  <a:cubicBezTo>
                    <a:pt x="3416" y="18721"/>
                    <a:pt x="6998" y="15027"/>
                    <a:pt x="9020" y="13183"/>
                  </a:cubicBezTo>
                  <a:cubicBezTo>
                    <a:pt x="10544" y="11789"/>
                    <a:pt x="10908" y="10504"/>
                    <a:pt x="11379" y="8454"/>
                  </a:cubicBezTo>
                  <a:cubicBezTo>
                    <a:pt x="12046" y="5558"/>
                    <a:pt x="15256" y="5195"/>
                    <a:pt x="16154" y="2576"/>
                  </a:cubicBezTo>
                  <a:cubicBezTo>
                    <a:pt x="16199" y="2444"/>
                    <a:pt x="16090" y="2356"/>
                    <a:pt x="15979" y="2356"/>
                  </a:cubicBezTo>
                  <a:cubicBezTo>
                    <a:pt x="15907" y="2356"/>
                    <a:pt x="15834" y="2394"/>
                    <a:pt x="15804" y="2481"/>
                  </a:cubicBezTo>
                  <a:cubicBezTo>
                    <a:pt x="14930" y="4970"/>
                    <a:pt x="12871" y="4565"/>
                    <a:pt x="11875" y="6378"/>
                  </a:cubicBezTo>
                  <a:cubicBezTo>
                    <a:pt x="10784" y="8359"/>
                    <a:pt x="10842" y="10770"/>
                    <a:pt x="9216" y="12461"/>
                  </a:cubicBezTo>
                  <a:cubicBezTo>
                    <a:pt x="7972" y="13758"/>
                    <a:pt x="6494" y="14863"/>
                    <a:pt x="5053" y="15920"/>
                  </a:cubicBezTo>
                  <a:cubicBezTo>
                    <a:pt x="4445" y="16366"/>
                    <a:pt x="2233" y="18074"/>
                    <a:pt x="1173" y="18074"/>
                  </a:cubicBezTo>
                  <a:cubicBezTo>
                    <a:pt x="703" y="18074"/>
                    <a:pt x="460" y="17737"/>
                    <a:pt x="685" y="16803"/>
                  </a:cubicBezTo>
                  <a:cubicBezTo>
                    <a:pt x="1418" y="13769"/>
                    <a:pt x="5873" y="13186"/>
                    <a:pt x="7380" y="10513"/>
                  </a:cubicBezTo>
                  <a:cubicBezTo>
                    <a:pt x="8393" y="8714"/>
                    <a:pt x="7906" y="5836"/>
                    <a:pt x="8847" y="3734"/>
                  </a:cubicBezTo>
                  <a:cubicBezTo>
                    <a:pt x="9424" y="2446"/>
                    <a:pt x="9528" y="1479"/>
                    <a:pt x="9303" y="88"/>
                  </a:cubicBezTo>
                  <a:cubicBezTo>
                    <a:pt x="9294" y="28"/>
                    <a:pt x="9244" y="0"/>
                    <a:pt x="919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82" name="Google Shape;8140;p80">
              <a:extLst>
                <a:ext uri="{FF2B5EF4-FFF2-40B4-BE49-F238E27FC236}">
                  <a16:creationId xmlns:a16="http://schemas.microsoft.com/office/drawing/2014/main" id="{70F3D929-CF1A-4A47-26B9-B927621785FA}"/>
                </a:ext>
              </a:extLst>
            </p:cNvPr>
            <p:cNvSpPr/>
            <p:nvPr/>
          </p:nvSpPr>
          <p:spPr>
            <a:xfrm>
              <a:off x="6328025" y="2219625"/>
              <a:ext cx="575775" cy="590850"/>
            </a:xfrm>
            <a:custGeom>
              <a:avLst/>
              <a:gdLst/>
              <a:ahLst/>
              <a:cxnLst/>
              <a:rect l="l" t="t" r="r" b="b"/>
              <a:pathLst>
                <a:path w="23031" h="23634" extrusionOk="0">
                  <a:moveTo>
                    <a:pt x="22854" y="0"/>
                  </a:moveTo>
                  <a:cubicBezTo>
                    <a:pt x="22850" y="0"/>
                    <a:pt x="22847" y="0"/>
                    <a:pt x="22843" y="1"/>
                  </a:cubicBezTo>
                  <a:cubicBezTo>
                    <a:pt x="21490" y="130"/>
                    <a:pt x="20759" y="1531"/>
                    <a:pt x="19663" y="1531"/>
                  </a:cubicBezTo>
                  <a:cubicBezTo>
                    <a:pt x="19287" y="1531"/>
                    <a:pt x="18869" y="1366"/>
                    <a:pt x="18368" y="930"/>
                  </a:cubicBezTo>
                  <a:cubicBezTo>
                    <a:pt x="18331" y="899"/>
                    <a:pt x="18282" y="877"/>
                    <a:pt x="18234" y="877"/>
                  </a:cubicBezTo>
                  <a:cubicBezTo>
                    <a:pt x="18206" y="877"/>
                    <a:pt x="18179" y="884"/>
                    <a:pt x="18154" y="901"/>
                  </a:cubicBezTo>
                  <a:cubicBezTo>
                    <a:pt x="16208" y="2299"/>
                    <a:pt x="15426" y="5639"/>
                    <a:pt x="12864" y="5639"/>
                  </a:cubicBezTo>
                  <a:cubicBezTo>
                    <a:pt x="12326" y="5639"/>
                    <a:pt x="11709" y="5492"/>
                    <a:pt x="10986" y="5148"/>
                  </a:cubicBezTo>
                  <a:cubicBezTo>
                    <a:pt x="10473" y="4904"/>
                    <a:pt x="9883" y="4794"/>
                    <a:pt x="9287" y="4794"/>
                  </a:cubicBezTo>
                  <a:cubicBezTo>
                    <a:pt x="8579" y="4794"/>
                    <a:pt x="7861" y="4949"/>
                    <a:pt x="7253" y="5217"/>
                  </a:cubicBezTo>
                  <a:cubicBezTo>
                    <a:pt x="6032" y="5754"/>
                    <a:pt x="1" y="9268"/>
                    <a:pt x="2048" y="11603"/>
                  </a:cubicBezTo>
                  <a:cubicBezTo>
                    <a:pt x="3500" y="13264"/>
                    <a:pt x="6950" y="12536"/>
                    <a:pt x="7322" y="15423"/>
                  </a:cubicBezTo>
                  <a:cubicBezTo>
                    <a:pt x="7579" y="17427"/>
                    <a:pt x="6525" y="19909"/>
                    <a:pt x="6603" y="22008"/>
                  </a:cubicBezTo>
                  <a:cubicBezTo>
                    <a:pt x="6649" y="23211"/>
                    <a:pt x="7077" y="23633"/>
                    <a:pt x="7646" y="23633"/>
                  </a:cubicBezTo>
                  <a:cubicBezTo>
                    <a:pt x="8439" y="23633"/>
                    <a:pt x="9507" y="22812"/>
                    <a:pt x="10195" y="22144"/>
                  </a:cubicBezTo>
                  <a:cubicBezTo>
                    <a:pt x="10256" y="22085"/>
                    <a:pt x="10201" y="22008"/>
                    <a:pt x="10135" y="22008"/>
                  </a:cubicBezTo>
                  <a:cubicBezTo>
                    <a:pt x="10117" y="22008"/>
                    <a:pt x="10097" y="22014"/>
                    <a:pt x="10079" y="22028"/>
                  </a:cubicBezTo>
                  <a:cubicBezTo>
                    <a:pt x="9209" y="22752"/>
                    <a:pt x="8568" y="23055"/>
                    <a:pt x="8103" y="23055"/>
                  </a:cubicBezTo>
                  <a:cubicBezTo>
                    <a:pt x="5994" y="23055"/>
                    <a:pt x="7520" y="16814"/>
                    <a:pt x="7669" y="15423"/>
                  </a:cubicBezTo>
                  <a:cubicBezTo>
                    <a:pt x="7813" y="14057"/>
                    <a:pt x="6147" y="13113"/>
                    <a:pt x="5154" y="12594"/>
                  </a:cubicBezTo>
                  <a:cubicBezTo>
                    <a:pt x="4138" y="12065"/>
                    <a:pt x="1961" y="12319"/>
                    <a:pt x="2377" y="10125"/>
                  </a:cubicBezTo>
                  <a:cubicBezTo>
                    <a:pt x="2917" y="7273"/>
                    <a:pt x="6416" y="5350"/>
                    <a:pt x="9345" y="5350"/>
                  </a:cubicBezTo>
                  <a:cubicBezTo>
                    <a:pt x="10143" y="5350"/>
                    <a:pt x="10898" y="5492"/>
                    <a:pt x="11540" y="5798"/>
                  </a:cubicBezTo>
                  <a:cubicBezTo>
                    <a:pt x="12185" y="6105"/>
                    <a:pt x="12733" y="6258"/>
                    <a:pt x="13243" y="6258"/>
                  </a:cubicBezTo>
                  <a:cubicBezTo>
                    <a:pt x="14041" y="6258"/>
                    <a:pt x="14745" y="5882"/>
                    <a:pt x="15576" y="5134"/>
                  </a:cubicBezTo>
                  <a:cubicBezTo>
                    <a:pt x="17094" y="3768"/>
                    <a:pt x="16916" y="1685"/>
                    <a:pt x="18517" y="1685"/>
                  </a:cubicBezTo>
                  <a:cubicBezTo>
                    <a:pt x="18836" y="1685"/>
                    <a:pt x="19227" y="1768"/>
                    <a:pt x="19716" y="1956"/>
                  </a:cubicBezTo>
                  <a:lnTo>
                    <a:pt x="19716" y="1956"/>
                  </a:lnTo>
                  <a:cubicBezTo>
                    <a:pt x="19716" y="1956"/>
                    <a:pt x="19716" y="1956"/>
                    <a:pt x="19716" y="1956"/>
                  </a:cubicBezTo>
                  <a:lnTo>
                    <a:pt x="19716" y="1956"/>
                  </a:lnTo>
                  <a:cubicBezTo>
                    <a:pt x="19716" y="1956"/>
                    <a:pt x="19722" y="1958"/>
                    <a:pt x="19736" y="1964"/>
                  </a:cubicBezTo>
                  <a:cubicBezTo>
                    <a:pt x="19730" y="1961"/>
                    <a:pt x="19723" y="1959"/>
                    <a:pt x="19716" y="1956"/>
                  </a:cubicBezTo>
                  <a:lnTo>
                    <a:pt x="19716" y="1956"/>
                  </a:lnTo>
                  <a:cubicBezTo>
                    <a:pt x="19723" y="1957"/>
                    <a:pt x="20154" y="2108"/>
                    <a:pt x="20398" y="2108"/>
                  </a:cubicBezTo>
                  <a:cubicBezTo>
                    <a:pt x="20449" y="2108"/>
                    <a:pt x="20493" y="2101"/>
                    <a:pt x="20522" y="2085"/>
                  </a:cubicBezTo>
                  <a:cubicBezTo>
                    <a:pt x="20715" y="2004"/>
                    <a:pt x="20897" y="1897"/>
                    <a:pt x="21062" y="1767"/>
                  </a:cubicBezTo>
                  <a:cubicBezTo>
                    <a:pt x="21070" y="1756"/>
                    <a:pt x="21079" y="1744"/>
                    <a:pt x="21088" y="1733"/>
                  </a:cubicBezTo>
                  <a:cubicBezTo>
                    <a:pt x="21282" y="1374"/>
                    <a:pt x="21414" y="1194"/>
                    <a:pt x="21484" y="1194"/>
                  </a:cubicBezTo>
                  <a:cubicBezTo>
                    <a:pt x="21615" y="1194"/>
                    <a:pt x="21534" y="1811"/>
                    <a:pt x="21243" y="3044"/>
                  </a:cubicBezTo>
                  <a:cubicBezTo>
                    <a:pt x="19465" y="5064"/>
                    <a:pt x="16985" y="6208"/>
                    <a:pt x="15412" y="8465"/>
                  </a:cubicBezTo>
                  <a:cubicBezTo>
                    <a:pt x="13371" y="11396"/>
                    <a:pt x="15432" y="16101"/>
                    <a:pt x="14127" y="19410"/>
                  </a:cubicBezTo>
                  <a:cubicBezTo>
                    <a:pt x="14076" y="19539"/>
                    <a:pt x="14182" y="19623"/>
                    <a:pt x="14292" y="19623"/>
                  </a:cubicBezTo>
                  <a:cubicBezTo>
                    <a:pt x="14364" y="19623"/>
                    <a:pt x="14437" y="19587"/>
                    <a:pt x="14471" y="19505"/>
                  </a:cubicBezTo>
                  <a:cubicBezTo>
                    <a:pt x="15210" y="17646"/>
                    <a:pt x="15391" y="16309"/>
                    <a:pt x="15241" y="14335"/>
                  </a:cubicBezTo>
                  <a:cubicBezTo>
                    <a:pt x="14964" y="10671"/>
                    <a:pt x="15533" y="8226"/>
                    <a:pt x="18406" y="5858"/>
                  </a:cubicBezTo>
                  <a:cubicBezTo>
                    <a:pt x="20403" y="4213"/>
                    <a:pt x="22664" y="2916"/>
                    <a:pt x="23022" y="180"/>
                  </a:cubicBezTo>
                  <a:cubicBezTo>
                    <a:pt x="23030" y="91"/>
                    <a:pt x="22938" y="0"/>
                    <a:pt x="2285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83" name="Google Shape;8141;p80">
              <a:extLst>
                <a:ext uri="{FF2B5EF4-FFF2-40B4-BE49-F238E27FC236}">
                  <a16:creationId xmlns:a16="http://schemas.microsoft.com/office/drawing/2014/main" id="{0A37F106-A8E6-F230-D5F9-55A211B87318}"/>
                </a:ext>
              </a:extLst>
            </p:cNvPr>
            <p:cNvSpPr/>
            <p:nvPr/>
          </p:nvSpPr>
          <p:spPr>
            <a:xfrm>
              <a:off x="6705250" y="2055250"/>
              <a:ext cx="527450" cy="644225"/>
            </a:xfrm>
            <a:custGeom>
              <a:avLst/>
              <a:gdLst/>
              <a:ahLst/>
              <a:cxnLst/>
              <a:rect l="l" t="t" r="r" b="b"/>
              <a:pathLst>
                <a:path w="21098" h="25769" extrusionOk="0">
                  <a:moveTo>
                    <a:pt x="20872" y="0"/>
                  </a:moveTo>
                  <a:cubicBezTo>
                    <a:pt x="20801" y="0"/>
                    <a:pt x="20735" y="40"/>
                    <a:pt x="20719" y="132"/>
                  </a:cubicBezTo>
                  <a:cubicBezTo>
                    <a:pt x="20151" y="1200"/>
                    <a:pt x="19582" y="2268"/>
                    <a:pt x="19013" y="3336"/>
                  </a:cubicBezTo>
                  <a:cubicBezTo>
                    <a:pt x="18953" y="3397"/>
                    <a:pt x="18941" y="3487"/>
                    <a:pt x="18984" y="3562"/>
                  </a:cubicBezTo>
                  <a:cubicBezTo>
                    <a:pt x="20887" y="7471"/>
                    <a:pt x="15352" y="6304"/>
                    <a:pt x="13889" y="8161"/>
                  </a:cubicBezTo>
                  <a:cubicBezTo>
                    <a:pt x="12961" y="9337"/>
                    <a:pt x="12262" y="11520"/>
                    <a:pt x="10665" y="11520"/>
                  </a:cubicBezTo>
                  <a:cubicBezTo>
                    <a:pt x="10424" y="11520"/>
                    <a:pt x="10162" y="11470"/>
                    <a:pt x="9876" y="11359"/>
                  </a:cubicBezTo>
                  <a:cubicBezTo>
                    <a:pt x="9715" y="11297"/>
                    <a:pt x="9576" y="11270"/>
                    <a:pt x="9453" y="11270"/>
                  </a:cubicBezTo>
                  <a:cubicBezTo>
                    <a:pt x="9162" y="11270"/>
                    <a:pt x="8953" y="11421"/>
                    <a:pt x="8724" y="11628"/>
                  </a:cubicBezTo>
                  <a:cubicBezTo>
                    <a:pt x="6284" y="13819"/>
                    <a:pt x="5144" y="25480"/>
                    <a:pt x="983" y="25480"/>
                  </a:cubicBezTo>
                  <a:cubicBezTo>
                    <a:pt x="703" y="25480"/>
                    <a:pt x="409" y="25427"/>
                    <a:pt x="100" y="25315"/>
                  </a:cubicBezTo>
                  <a:cubicBezTo>
                    <a:pt x="93" y="25312"/>
                    <a:pt x="85" y="25311"/>
                    <a:pt x="78" y="25311"/>
                  </a:cubicBezTo>
                  <a:cubicBezTo>
                    <a:pt x="24" y="25311"/>
                    <a:pt x="0" y="25394"/>
                    <a:pt x="51" y="25428"/>
                  </a:cubicBezTo>
                  <a:cubicBezTo>
                    <a:pt x="417" y="25666"/>
                    <a:pt x="766" y="25769"/>
                    <a:pt x="1098" y="25769"/>
                  </a:cubicBezTo>
                  <a:cubicBezTo>
                    <a:pt x="2632" y="25769"/>
                    <a:pt x="3788" y="23564"/>
                    <a:pt x="4445" y="22356"/>
                  </a:cubicBezTo>
                  <a:cubicBezTo>
                    <a:pt x="5444" y="20514"/>
                    <a:pt x="6160" y="18496"/>
                    <a:pt x="6911" y="16542"/>
                  </a:cubicBezTo>
                  <a:cubicBezTo>
                    <a:pt x="7782" y="14270"/>
                    <a:pt x="7979" y="12054"/>
                    <a:pt x="10347" y="12054"/>
                  </a:cubicBezTo>
                  <a:cubicBezTo>
                    <a:pt x="10630" y="12054"/>
                    <a:pt x="10945" y="12086"/>
                    <a:pt x="11296" y="12153"/>
                  </a:cubicBezTo>
                  <a:cubicBezTo>
                    <a:pt x="11372" y="12168"/>
                    <a:pt x="11447" y="12175"/>
                    <a:pt x="11519" y="12175"/>
                  </a:cubicBezTo>
                  <a:cubicBezTo>
                    <a:pt x="12526" y="12175"/>
                    <a:pt x="13213" y="10847"/>
                    <a:pt x="13534" y="10153"/>
                  </a:cubicBezTo>
                  <a:cubicBezTo>
                    <a:pt x="14937" y="7136"/>
                    <a:pt x="16649" y="7626"/>
                    <a:pt x="19178" y="6772"/>
                  </a:cubicBezTo>
                  <a:cubicBezTo>
                    <a:pt x="19888" y="6529"/>
                    <a:pt x="19995" y="5920"/>
                    <a:pt x="20038" y="5282"/>
                  </a:cubicBezTo>
                  <a:cubicBezTo>
                    <a:pt x="20162" y="3492"/>
                    <a:pt x="20751" y="2040"/>
                    <a:pt x="21072" y="230"/>
                  </a:cubicBezTo>
                  <a:cubicBezTo>
                    <a:pt x="21098" y="91"/>
                    <a:pt x="20979" y="0"/>
                    <a:pt x="2087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84" name="Google Shape;8142;p80">
              <a:extLst>
                <a:ext uri="{FF2B5EF4-FFF2-40B4-BE49-F238E27FC236}">
                  <a16:creationId xmlns:a16="http://schemas.microsoft.com/office/drawing/2014/main" id="{78997A0C-8FAF-2E1A-5329-D8F904785754}"/>
                </a:ext>
              </a:extLst>
            </p:cNvPr>
            <p:cNvSpPr/>
            <p:nvPr/>
          </p:nvSpPr>
          <p:spPr>
            <a:xfrm>
              <a:off x="5768900" y="1995950"/>
              <a:ext cx="164800" cy="211150"/>
            </a:xfrm>
            <a:custGeom>
              <a:avLst/>
              <a:gdLst/>
              <a:ahLst/>
              <a:cxnLst/>
              <a:rect l="l" t="t" r="r" b="b"/>
              <a:pathLst>
                <a:path w="6592" h="8446" extrusionOk="0">
                  <a:moveTo>
                    <a:pt x="6591" y="1"/>
                  </a:moveTo>
                  <a:lnTo>
                    <a:pt x="6591" y="1"/>
                  </a:lnTo>
                  <a:cubicBezTo>
                    <a:pt x="6233" y="442"/>
                    <a:pt x="5875" y="887"/>
                    <a:pt x="5517" y="1329"/>
                  </a:cubicBezTo>
                  <a:cubicBezTo>
                    <a:pt x="3797" y="3477"/>
                    <a:pt x="2102" y="5648"/>
                    <a:pt x="413" y="7825"/>
                  </a:cubicBezTo>
                  <a:cubicBezTo>
                    <a:pt x="277" y="8032"/>
                    <a:pt x="139" y="8240"/>
                    <a:pt x="0" y="8445"/>
                  </a:cubicBezTo>
                  <a:cubicBezTo>
                    <a:pt x="2223" y="5651"/>
                    <a:pt x="4429" y="2842"/>
                    <a:pt x="659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85" name="Google Shape;8143;p80">
              <a:extLst>
                <a:ext uri="{FF2B5EF4-FFF2-40B4-BE49-F238E27FC236}">
                  <a16:creationId xmlns:a16="http://schemas.microsoft.com/office/drawing/2014/main" id="{1DAA812E-3216-B261-8C0B-2F9CCB839BB8}"/>
                </a:ext>
              </a:extLst>
            </p:cNvPr>
            <p:cNvSpPr/>
            <p:nvPr/>
          </p:nvSpPr>
          <p:spPr>
            <a:xfrm>
              <a:off x="5705950" y="2238400"/>
              <a:ext cx="36900" cy="47575"/>
            </a:xfrm>
            <a:custGeom>
              <a:avLst/>
              <a:gdLst/>
              <a:ahLst/>
              <a:cxnLst/>
              <a:rect l="l" t="t" r="r" b="b"/>
              <a:pathLst>
                <a:path w="1476" h="1903" extrusionOk="0">
                  <a:moveTo>
                    <a:pt x="1476" y="0"/>
                  </a:moveTo>
                  <a:lnTo>
                    <a:pt x="1476" y="0"/>
                  </a:lnTo>
                  <a:cubicBezTo>
                    <a:pt x="985" y="635"/>
                    <a:pt x="494" y="1271"/>
                    <a:pt x="1" y="1903"/>
                  </a:cubicBezTo>
                  <a:cubicBezTo>
                    <a:pt x="425" y="1377"/>
                    <a:pt x="847" y="846"/>
                    <a:pt x="1268" y="318"/>
                  </a:cubicBezTo>
                  <a:lnTo>
                    <a:pt x="1476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86" name="Google Shape;8144;p80">
              <a:extLst>
                <a:ext uri="{FF2B5EF4-FFF2-40B4-BE49-F238E27FC236}">
                  <a16:creationId xmlns:a16="http://schemas.microsoft.com/office/drawing/2014/main" id="{709B4582-C40E-0D4F-5851-20078A1028CC}"/>
                </a:ext>
              </a:extLst>
            </p:cNvPr>
            <p:cNvSpPr/>
            <p:nvPr/>
          </p:nvSpPr>
          <p:spPr>
            <a:xfrm>
              <a:off x="5166150" y="3442125"/>
              <a:ext cx="4425" cy="5725"/>
            </a:xfrm>
            <a:custGeom>
              <a:avLst/>
              <a:gdLst/>
              <a:ahLst/>
              <a:cxnLst/>
              <a:rect l="l" t="t" r="r" b="b"/>
              <a:pathLst>
                <a:path w="177" h="229" extrusionOk="0">
                  <a:moveTo>
                    <a:pt x="177" y="1"/>
                  </a:moveTo>
                  <a:cubicBezTo>
                    <a:pt x="108" y="76"/>
                    <a:pt x="59" y="151"/>
                    <a:pt x="1" y="229"/>
                  </a:cubicBezTo>
                  <a:cubicBezTo>
                    <a:pt x="59" y="154"/>
                    <a:pt x="119" y="76"/>
                    <a:pt x="17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87" name="Google Shape;8145;p80">
              <a:extLst>
                <a:ext uri="{FF2B5EF4-FFF2-40B4-BE49-F238E27FC236}">
                  <a16:creationId xmlns:a16="http://schemas.microsoft.com/office/drawing/2014/main" id="{EF960428-68DA-9D9A-E270-345A374F86AD}"/>
                </a:ext>
              </a:extLst>
            </p:cNvPr>
            <p:cNvSpPr/>
            <p:nvPr/>
          </p:nvSpPr>
          <p:spPr>
            <a:xfrm>
              <a:off x="5451900" y="3109550"/>
              <a:ext cx="52075" cy="70600"/>
            </a:xfrm>
            <a:custGeom>
              <a:avLst/>
              <a:gdLst/>
              <a:ahLst/>
              <a:cxnLst/>
              <a:rect l="l" t="t" r="r" b="b"/>
              <a:pathLst>
                <a:path w="2083" h="2824" extrusionOk="0">
                  <a:moveTo>
                    <a:pt x="2082" y="0"/>
                  </a:moveTo>
                  <a:cubicBezTo>
                    <a:pt x="1386" y="942"/>
                    <a:pt x="693" y="1883"/>
                    <a:pt x="0" y="2824"/>
                  </a:cubicBezTo>
                  <a:cubicBezTo>
                    <a:pt x="249" y="2492"/>
                    <a:pt x="500" y="2163"/>
                    <a:pt x="745" y="1831"/>
                  </a:cubicBezTo>
                  <a:cubicBezTo>
                    <a:pt x="1199" y="1224"/>
                    <a:pt x="1637" y="612"/>
                    <a:pt x="208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88" name="Google Shape;8146;p80">
              <a:extLst>
                <a:ext uri="{FF2B5EF4-FFF2-40B4-BE49-F238E27FC236}">
                  <a16:creationId xmlns:a16="http://schemas.microsoft.com/office/drawing/2014/main" id="{191D4581-6D2F-BE1C-40D8-1D84F6B31ABB}"/>
                </a:ext>
              </a:extLst>
            </p:cNvPr>
            <p:cNvSpPr/>
            <p:nvPr/>
          </p:nvSpPr>
          <p:spPr>
            <a:xfrm>
              <a:off x="6131925" y="2028500"/>
              <a:ext cx="71475" cy="94575"/>
            </a:xfrm>
            <a:custGeom>
              <a:avLst/>
              <a:gdLst/>
              <a:ahLst/>
              <a:cxnLst/>
              <a:rect l="l" t="t" r="r" b="b"/>
              <a:pathLst>
                <a:path w="2859" h="3783" extrusionOk="0">
                  <a:moveTo>
                    <a:pt x="2859" y="1"/>
                  </a:moveTo>
                  <a:lnTo>
                    <a:pt x="2859" y="1"/>
                  </a:lnTo>
                  <a:cubicBezTo>
                    <a:pt x="1898" y="1251"/>
                    <a:pt x="945" y="2513"/>
                    <a:pt x="1" y="3783"/>
                  </a:cubicBezTo>
                  <a:cubicBezTo>
                    <a:pt x="399" y="3260"/>
                    <a:pt x="795" y="2732"/>
                    <a:pt x="1196" y="2212"/>
                  </a:cubicBezTo>
                  <a:cubicBezTo>
                    <a:pt x="1753" y="1488"/>
                    <a:pt x="2308" y="749"/>
                    <a:pt x="285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89" name="Google Shape;8147;p80">
              <a:extLst>
                <a:ext uri="{FF2B5EF4-FFF2-40B4-BE49-F238E27FC236}">
                  <a16:creationId xmlns:a16="http://schemas.microsoft.com/office/drawing/2014/main" id="{E2D66A71-9EBE-CEAD-91E5-1095BB38D84C}"/>
                </a:ext>
              </a:extLst>
            </p:cNvPr>
            <p:cNvSpPr/>
            <p:nvPr/>
          </p:nvSpPr>
          <p:spPr>
            <a:xfrm>
              <a:off x="6257025" y="2090000"/>
              <a:ext cx="175750" cy="248300"/>
            </a:xfrm>
            <a:custGeom>
              <a:avLst/>
              <a:gdLst/>
              <a:ahLst/>
              <a:cxnLst/>
              <a:rect l="l" t="t" r="r" b="b"/>
              <a:pathLst>
                <a:path w="7030" h="9932" extrusionOk="0">
                  <a:moveTo>
                    <a:pt x="7030" y="1"/>
                  </a:moveTo>
                  <a:cubicBezTo>
                    <a:pt x="4631" y="3257"/>
                    <a:pt x="2295" y="6580"/>
                    <a:pt x="0" y="9932"/>
                  </a:cubicBezTo>
                  <a:cubicBezTo>
                    <a:pt x="2295" y="6791"/>
                    <a:pt x="4585" y="3650"/>
                    <a:pt x="6747" y="422"/>
                  </a:cubicBezTo>
                  <a:cubicBezTo>
                    <a:pt x="6842" y="281"/>
                    <a:pt x="6935" y="142"/>
                    <a:pt x="703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90" name="Google Shape;8148;p80">
              <a:extLst>
                <a:ext uri="{FF2B5EF4-FFF2-40B4-BE49-F238E27FC236}">
                  <a16:creationId xmlns:a16="http://schemas.microsoft.com/office/drawing/2014/main" id="{14C6CA7E-4A0A-0CAA-1F79-037A2EA1BE7B}"/>
                </a:ext>
              </a:extLst>
            </p:cNvPr>
            <p:cNvSpPr/>
            <p:nvPr/>
          </p:nvSpPr>
          <p:spPr>
            <a:xfrm>
              <a:off x="6294325" y="2124500"/>
              <a:ext cx="299850" cy="401100"/>
            </a:xfrm>
            <a:custGeom>
              <a:avLst/>
              <a:gdLst/>
              <a:ahLst/>
              <a:cxnLst/>
              <a:rect l="l" t="t" r="r" b="b"/>
              <a:pathLst>
                <a:path w="11994" h="16044" extrusionOk="0">
                  <a:moveTo>
                    <a:pt x="11993" y="1"/>
                  </a:moveTo>
                  <a:lnTo>
                    <a:pt x="11993" y="1"/>
                  </a:lnTo>
                  <a:cubicBezTo>
                    <a:pt x="10339" y="1926"/>
                    <a:pt x="8690" y="3849"/>
                    <a:pt x="7253" y="5858"/>
                  </a:cubicBezTo>
                  <a:cubicBezTo>
                    <a:pt x="4807" y="9274"/>
                    <a:pt x="2382" y="12648"/>
                    <a:pt x="1" y="16044"/>
                  </a:cubicBezTo>
                  <a:cubicBezTo>
                    <a:pt x="2128" y="13122"/>
                    <a:pt x="4328" y="10252"/>
                    <a:pt x="6496" y="7362"/>
                  </a:cubicBezTo>
                  <a:cubicBezTo>
                    <a:pt x="8341" y="4900"/>
                    <a:pt x="10099" y="2405"/>
                    <a:pt x="1199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91" name="Google Shape;8149;p80">
              <a:extLst>
                <a:ext uri="{FF2B5EF4-FFF2-40B4-BE49-F238E27FC236}">
                  <a16:creationId xmlns:a16="http://schemas.microsoft.com/office/drawing/2014/main" id="{A0640911-E73E-CD70-BA5B-CEA5DCA69AB0}"/>
                </a:ext>
              </a:extLst>
            </p:cNvPr>
            <p:cNvSpPr/>
            <p:nvPr/>
          </p:nvSpPr>
          <p:spPr>
            <a:xfrm>
              <a:off x="6594150" y="2032400"/>
              <a:ext cx="76950" cy="92050"/>
            </a:xfrm>
            <a:custGeom>
              <a:avLst/>
              <a:gdLst/>
              <a:ahLst/>
              <a:cxnLst/>
              <a:rect l="l" t="t" r="r" b="b"/>
              <a:pathLst>
                <a:path w="3078" h="3682" extrusionOk="0">
                  <a:moveTo>
                    <a:pt x="3078" y="1"/>
                  </a:moveTo>
                  <a:lnTo>
                    <a:pt x="3078" y="1"/>
                  </a:lnTo>
                  <a:cubicBezTo>
                    <a:pt x="2858" y="255"/>
                    <a:pt x="2648" y="503"/>
                    <a:pt x="2425" y="754"/>
                  </a:cubicBezTo>
                  <a:cubicBezTo>
                    <a:pt x="1579" y="1707"/>
                    <a:pt x="780" y="2689"/>
                    <a:pt x="0" y="3682"/>
                  </a:cubicBezTo>
                  <a:cubicBezTo>
                    <a:pt x="1045" y="2463"/>
                    <a:pt x="2082" y="1242"/>
                    <a:pt x="307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92" name="Google Shape;8150;p80">
              <a:extLst>
                <a:ext uri="{FF2B5EF4-FFF2-40B4-BE49-F238E27FC236}">
                  <a16:creationId xmlns:a16="http://schemas.microsoft.com/office/drawing/2014/main" id="{A3D0D0B2-EBA5-94FA-5594-E75EE4A9EF7E}"/>
                </a:ext>
              </a:extLst>
            </p:cNvPr>
            <p:cNvSpPr/>
            <p:nvPr/>
          </p:nvSpPr>
          <p:spPr>
            <a:xfrm>
              <a:off x="6161675" y="2525575"/>
              <a:ext cx="132675" cy="194325"/>
            </a:xfrm>
            <a:custGeom>
              <a:avLst/>
              <a:gdLst/>
              <a:ahLst/>
              <a:cxnLst/>
              <a:rect l="l" t="t" r="r" b="b"/>
              <a:pathLst>
                <a:path w="5307" h="7773" extrusionOk="0">
                  <a:moveTo>
                    <a:pt x="5307" y="1"/>
                  </a:moveTo>
                  <a:lnTo>
                    <a:pt x="5307" y="1"/>
                  </a:lnTo>
                  <a:cubicBezTo>
                    <a:pt x="3459" y="2535"/>
                    <a:pt x="1672" y="5116"/>
                    <a:pt x="0" y="7772"/>
                  </a:cubicBezTo>
                  <a:cubicBezTo>
                    <a:pt x="1733" y="5154"/>
                    <a:pt x="3499" y="2564"/>
                    <a:pt x="530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93" name="Google Shape;8151;p80">
              <a:extLst>
                <a:ext uri="{FF2B5EF4-FFF2-40B4-BE49-F238E27FC236}">
                  <a16:creationId xmlns:a16="http://schemas.microsoft.com/office/drawing/2014/main" id="{BEA49092-C105-8EFB-1594-B7C098EA5AB5}"/>
                </a:ext>
              </a:extLst>
            </p:cNvPr>
            <p:cNvSpPr/>
            <p:nvPr/>
          </p:nvSpPr>
          <p:spPr>
            <a:xfrm>
              <a:off x="6379550" y="3041325"/>
              <a:ext cx="23100" cy="28100"/>
            </a:xfrm>
            <a:custGeom>
              <a:avLst/>
              <a:gdLst/>
              <a:ahLst/>
              <a:cxnLst/>
              <a:rect l="l" t="t" r="r" b="b"/>
              <a:pathLst>
                <a:path w="924" h="1124" extrusionOk="0">
                  <a:moveTo>
                    <a:pt x="691" y="1"/>
                  </a:moveTo>
                  <a:cubicBezTo>
                    <a:pt x="643" y="1"/>
                    <a:pt x="594" y="21"/>
                    <a:pt x="558" y="70"/>
                  </a:cubicBezTo>
                  <a:cubicBezTo>
                    <a:pt x="350" y="408"/>
                    <a:pt x="166" y="706"/>
                    <a:pt x="76" y="867"/>
                  </a:cubicBezTo>
                  <a:cubicBezTo>
                    <a:pt x="0" y="1001"/>
                    <a:pt x="116" y="1124"/>
                    <a:pt x="232" y="1124"/>
                  </a:cubicBezTo>
                  <a:cubicBezTo>
                    <a:pt x="284" y="1124"/>
                    <a:pt x="336" y="1099"/>
                    <a:pt x="371" y="1040"/>
                  </a:cubicBezTo>
                  <a:cubicBezTo>
                    <a:pt x="529" y="778"/>
                    <a:pt x="688" y="515"/>
                    <a:pt x="844" y="252"/>
                  </a:cubicBezTo>
                  <a:cubicBezTo>
                    <a:pt x="924" y="122"/>
                    <a:pt x="808" y="1"/>
                    <a:pt x="69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94" name="Google Shape;8152;p80">
              <a:extLst>
                <a:ext uri="{FF2B5EF4-FFF2-40B4-BE49-F238E27FC236}">
                  <a16:creationId xmlns:a16="http://schemas.microsoft.com/office/drawing/2014/main" id="{13908D11-083A-DD1F-12F4-35E4F56E13FA}"/>
                </a:ext>
              </a:extLst>
            </p:cNvPr>
            <p:cNvSpPr/>
            <p:nvPr/>
          </p:nvSpPr>
          <p:spPr>
            <a:xfrm>
              <a:off x="6393200" y="3039675"/>
              <a:ext cx="2425" cy="3650"/>
            </a:xfrm>
            <a:custGeom>
              <a:avLst/>
              <a:gdLst/>
              <a:ahLst/>
              <a:cxnLst/>
              <a:rect l="l" t="t" r="r" b="b"/>
              <a:pathLst>
                <a:path w="97" h="146" extrusionOk="0">
                  <a:moveTo>
                    <a:pt x="96" y="1"/>
                  </a:moveTo>
                  <a:cubicBezTo>
                    <a:pt x="91" y="9"/>
                    <a:pt x="85" y="18"/>
                    <a:pt x="80" y="26"/>
                  </a:cubicBezTo>
                  <a:lnTo>
                    <a:pt x="80" y="26"/>
                  </a:lnTo>
                  <a:cubicBezTo>
                    <a:pt x="86" y="18"/>
                    <a:pt x="91" y="9"/>
                    <a:pt x="96" y="1"/>
                  </a:cubicBezTo>
                  <a:close/>
                  <a:moveTo>
                    <a:pt x="80" y="26"/>
                  </a:moveTo>
                  <a:lnTo>
                    <a:pt x="80" y="26"/>
                  </a:lnTo>
                  <a:cubicBezTo>
                    <a:pt x="55" y="66"/>
                    <a:pt x="25" y="104"/>
                    <a:pt x="2" y="144"/>
                  </a:cubicBezTo>
                  <a:lnTo>
                    <a:pt x="2" y="144"/>
                  </a:lnTo>
                  <a:cubicBezTo>
                    <a:pt x="5" y="139"/>
                    <a:pt x="10" y="139"/>
                    <a:pt x="12" y="136"/>
                  </a:cubicBezTo>
                  <a:cubicBezTo>
                    <a:pt x="36" y="99"/>
                    <a:pt x="57" y="63"/>
                    <a:pt x="80" y="26"/>
                  </a:cubicBezTo>
                  <a:close/>
                  <a:moveTo>
                    <a:pt x="2" y="144"/>
                  </a:moveTo>
                  <a:cubicBezTo>
                    <a:pt x="1" y="144"/>
                    <a:pt x="1" y="145"/>
                    <a:pt x="1" y="145"/>
                  </a:cubicBezTo>
                  <a:cubicBezTo>
                    <a:pt x="1" y="145"/>
                    <a:pt x="1" y="144"/>
                    <a:pt x="2" y="144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95" name="Google Shape;8153;p80">
              <a:extLst>
                <a:ext uri="{FF2B5EF4-FFF2-40B4-BE49-F238E27FC236}">
                  <a16:creationId xmlns:a16="http://schemas.microsoft.com/office/drawing/2014/main" id="{1A17114F-0562-43DF-5E3B-16E422BA1F05}"/>
                </a:ext>
              </a:extLst>
            </p:cNvPr>
            <p:cNvSpPr/>
            <p:nvPr/>
          </p:nvSpPr>
          <p:spPr>
            <a:xfrm>
              <a:off x="6013550" y="3351625"/>
              <a:ext cx="475" cy="600"/>
            </a:xfrm>
            <a:custGeom>
              <a:avLst/>
              <a:gdLst/>
              <a:ahLst/>
              <a:cxnLst/>
              <a:rect l="l" t="t" r="r" b="b"/>
              <a:pathLst>
                <a:path w="19" h="24" extrusionOk="0">
                  <a:moveTo>
                    <a:pt x="18" y="0"/>
                  </a:moveTo>
                  <a:cubicBezTo>
                    <a:pt x="8" y="14"/>
                    <a:pt x="1" y="23"/>
                    <a:pt x="1" y="23"/>
                  </a:cubicBezTo>
                  <a:cubicBezTo>
                    <a:pt x="1" y="23"/>
                    <a:pt x="6" y="16"/>
                    <a:pt x="1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96" name="Google Shape;8154;p80">
              <a:extLst>
                <a:ext uri="{FF2B5EF4-FFF2-40B4-BE49-F238E27FC236}">
                  <a16:creationId xmlns:a16="http://schemas.microsoft.com/office/drawing/2014/main" id="{4113EA0F-E1B9-E1F0-FBC7-C59A97F5CB9B}"/>
                </a:ext>
              </a:extLst>
            </p:cNvPr>
            <p:cNvSpPr/>
            <p:nvPr/>
          </p:nvSpPr>
          <p:spPr>
            <a:xfrm>
              <a:off x="6661050" y="2225050"/>
              <a:ext cx="3275" cy="4200"/>
            </a:xfrm>
            <a:custGeom>
              <a:avLst/>
              <a:gdLst/>
              <a:ahLst/>
              <a:cxnLst/>
              <a:rect l="l" t="t" r="r" b="b"/>
              <a:pathLst>
                <a:path w="131" h="168" extrusionOk="0">
                  <a:moveTo>
                    <a:pt x="129" y="0"/>
                  </a:moveTo>
                  <a:cubicBezTo>
                    <a:pt x="128" y="0"/>
                    <a:pt x="118" y="11"/>
                    <a:pt x="102" y="32"/>
                  </a:cubicBezTo>
                  <a:cubicBezTo>
                    <a:pt x="72" y="71"/>
                    <a:pt x="45" y="110"/>
                    <a:pt x="17" y="147"/>
                  </a:cubicBezTo>
                  <a:lnTo>
                    <a:pt x="17" y="147"/>
                  </a:lnTo>
                  <a:cubicBezTo>
                    <a:pt x="97" y="44"/>
                    <a:pt x="130" y="0"/>
                    <a:pt x="129" y="0"/>
                  </a:cubicBezTo>
                  <a:close/>
                  <a:moveTo>
                    <a:pt x="17" y="147"/>
                  </a:moveTo>
                  <a:lnTo>
                    <a:pt x="17" y="147"/>
                  </a:lnTo>
                  <a:cubicBezTo>
                    <a:pt x="12" y="153"/>
                    <a:pt x="6" y="160"/>
                    <a:pt x="0" y="168"/>
                  </a:cubicBezTo>
                  <a:cubicBezTo>
                    <a:pt x="6" y="161"/>
                    <a:pt x="11" y="154"/>
                    <a:pt x="17" y="147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97" name="Google Shape;8155;p80">
              <a:extLst>
                <a:ext uri="{FF2B5EF4-FFF2-40B4-BE49-F238E27FC236}">
                  <a16:creationId xmlns:a16="http://schemas.microsoft.com/office/drawing/2014/main" id="{92E0085D-B21F-74A4-13E1-5F4391E9DCDE}"/>
                </a:ext>
              </a:extLst>
            </p:cNvPr>
            <p:cNvSpPr/>
            <p:nvPr/>
          </p:nvSpPr>
          <p:spPr>
            <a:xfrm>
              <a:off x="4492925" y="1558725"/>
              <a:ext cx="2898050" cy="2460325"/>
            </a:xfrm>
            <a:custGeom>
              <a:avLst/>
              <a:gdLst/>
              <a:ahLst/>
              <a:cxnLst/>
              <a:rect l="l" t="t" r="r" b="b"/>
              <a:pathLst>
                <a:path w="115922" h="98413" extrusionOk="0">
                  <a:moveTo>
                    <a:pt x="61043" y="3433"/>
                  </a:moveTo>
                  <a:cubicBezTo>
                    <a:pt x="61363" y="3488"/>
                    <a:pt x="61675" y="3546"/>
                    <a:pt x="61969" y="3618"/>
                  </a:cubicBezTo>
                  <a:cubicBezTo>
                    <a:pt x="61253" y="4259"/>
                    <a:pt x="60549" y="4917"/>
                    <a:pt x="59853" y="5592"/>
                  </a:cubicBezTo>
                  <a:cubicBezTo>
                    <a:pt x="60275" y="4891"/>
                    <a:pt x="60673" y="4172"/>
                    <a:pt x="61043" y="3433"/>
                  </a:cubicBezTo>
                  <a:close/>
                  <a:moveTo>
                    <a:pt x="59591" y="3190"/>
                  </a:moveTo>
                  <a:cubicBezTo>
                    <a:pt x="59881" y="3251"/>
                    <a:pt x="60186" y="3300"/>
                    <a:pt x="60491" y="3349"/>
                  </a:cubicBezTo>
                  <a:lnTo>
                    <a:pt x="60491" y="3349"/>
                  </a:lnTo>
                  <a:cubicBezTo>
                    <a:pt x="59606" y="4142"/>
                    <a:pt x="58747" y="4961"/>
                    <a:pt x="57919" y="5800"/>
                  </a:cubicBezTo>
                  <a:cubicBezTo>
                    <a:pt x="58493" y="4943"/>
                    <a:pt x="59054" y="4077"/>
                    <a:pt x="59591" y="3190"/>
                  </a:cubicBezTo>
                  <a:close/>
                  <a:moveTo>
                    <a:pt x="65678" y="2890"/>
                  </a:moveTo>
                  <a:cubicBezTo>
                    <a:pt x="65824" y="2890"/>
                    <a:pt x="65972" y="2906"/>
                    <a:pt x="66121" y="2939"/>
                  </a:cubicBezTo>
                  <a:cubicBezTo>
                    <a:pt x="64747" y="4140"/>
                    <a:pt x="63471" y="5523"/>
                    <a:pt x="62261" y="7001"/>
                  </a:cubicBezTo>
                  <a:cubicBezTo>
                    <a:pt x="62833" y="6049"/>
                    <a:pt x="63378" y="5087"/>
                    <a:pt x="63860" y="4114"/>
                  </a:cubicBezTo>
                  <a:cubicBezTo>
                    <a:pt x="63909" y="4028"/>
                    <a:pt x="63870" y="3917"/>
                    <a:pt x="63776" y="3881"/>
                  </a:cubicBezTo>
                  <a:lnTo>
                    <a:pt x="63776" y="3881"/>
                  </a:lnTo>
                  <a:cubicBezTo>
                    <a:pt x="64389" y="3222"/>
                    <a:pt x="65021" y="2890"/>
                    <a:pt x="65678" y="2890"/>
                  </a:cubicBezTo>
                  <a:close/>
                  <a:moveTo>
                    <a:pt x="58505" y="4354"/>
                  </a:moveTo>
                  <a:lnTo>
                    <a:pt x="58505" y="4354"/>
                  </a:lnTo>
                  <a:cubicBezTo>
                    <a:pt x="57985" y="5220"/>
                    <a:pt x="57431" y="6063"/>
                    <a:pt x="56865" y="6897"/>
                  </a:cubicBezTo>
                  <a:cubicBezTo>
                    <a:pt x="56380" y="7411"/>
                    <a:pt x="55904" y="7934"/>
                    <a:pt x="55436" y="8462"/>
                  </a:cubicBezTo>
                  <a:cubicBezTo>
                    <a:pt x="56724" y="6788"/>
                    <a:pt x="58095" y="5035"/>
                    <a:pt x="58505" y="4354"/>
                  </a:cubicBezTo>
                  <a:close/>
                  <a:moveTo>
                    <a:pt x="69051" y="7732"/>
                  </a:moveTo>
                  <a:cubicBezTo>
                    <a:pt x="69092" y="8159"/>
                    <a:pt x="69201" y="8578"/>
                    <a:pt x="69377" y="8970"/>
                  </a:cubicBezTo>
                  <a:cubicBezTo>
                    <a:pt x="68638" y="9626"/>
                    <a:pt x="67920" y="10304"/>
                    <a:pt x="67221" y="11006"/>
                  </a:cubicBezTo>
                  <a:cubicBezTo>
                    <a:pt x="67870" y="9946"/>
                    <a:pt x="68488" y="8861"/>
                    <a:pt x="69051" y="7732"/>
                  </a:cubicBezTo>
                  <a:close/>
                  <a:moveTo>
                    <a:pt x="84084" y="7608"/>
                  </a:moveTo>
                  <a:cubicBezTo>
                    <a:pt x="84373" y="7711"/>
                    <a:pt x="84656" y="7833"/>
                    <a:pt x="84927" y="7977"/>
                  </a:cubicBezTo>
                  <a:cubicBezTo>
                    <a:pt x="84904" y="7980"/>
                    <a:pt x="84884" y="7992"/>
                    <a:pt x="84866" y="8006"/>
                  </a:cubicBezTo>
                  <a:cubicBezTo>
                    <a:pt x="83931" y="9060"/>
                    <a:pt x="83019" y="10125"/>
                    <a:pt x="82109" y="11190"/>
                  </a:cubicBezTo>
                  <a:cubicBezTo>
                    <a:pt x="82857" y="10047"/>
                    <a:pt x="83518" y="8849"/>
                    <a:pt x="84084" y="7608"/>
                  </a:cubicBezTo>
                  <a:close/>
                  <a:moveTo>
                    <a:pt x="87444" y="9709"/>
                  </a:moveTo>
                  <a:cubicBezTo>
                    <a:pt x="87779" y="9955"/>
                    <a:pt x="88143" y="10163"/>
                    <a:pt x="88524" y="10333"/>
                  </a:cubicBezTo>
                  <a:cubicBezTo>
                    <a:pt x="88019" y="10867"/>
                    <a:pt x="87537" y="11427"/>
                    <a:pt x="87043" y="11973"/>
                  </a:cubicBezTo>
                  <a:cubicBezTo>
                    <a:pt x="87358" y="11407"/>
                    <a:pt x="87672" y="10838"/>
                    <a:pt x="87961" y="10255"/>
                  </a:cubicBezTo>
                  <a:cubicBezTo>
                    <a:pt x="88024" y="10128"/>
                    <a:pt x="87927" y="10002"/>
                    <a:pt x="87813" y="10002"/>
                  </a:cubicBezTo>
                  <a:cubicBezTo>
                    <a:pt x="87775" y="10002"/>
                    <a:pt x="87735" y="10016"/>
                    <a:pt x="87698" y="10050"/>
                  </a:cubicBezTo>
                  <a:cubicBezTo>
                    <a:pt x="86997" y="10697"/>
                    <a:pt x="86350" y="11413"/>
                    <a:pt x="85721" y="12152"/>
                  </a:cubicBezTo>
                  <a:cubicBezTo>
                    <a:pt x="86292" y="11338"/>
                    <a:pt x="86876" y="10529"/>
                    <a:pt x="87444" y="9709"/>
                  </a:cubicBezTo>
                  <a:close/>
                  <a:moveTo>
                    <a:pt x="72219" y="7833"/>
                  </a:moveTo>
                  <a:cubicBezTo>
                    <a:pt x="72233" y="7833"/>
                    <a:pt x="72247" y="7833"/>
                    <a:pt x="72262" y="7833"/>
                  </a:cubicBezTo>
                  <a:cubicBezTo>
                    <a:pt x="70729" y="9279"/>
                    <a:pt x="69250" y="10772"/>
                    <a:pt x="67830" y="12310"/>
                  </a:cubicBezTo>
                  <a:cubicBezTo>
                    <a:pt x="68442" y="11366"/>
                    <a:pt x="69040" y="10414"/>
                    <a:pt x="69626" y="9452"/>
                  </a:cubicBezTo>
                  <a:cubicBezTo>
                    <a:pt x="69654" y="9474"/>
                    <a:pt x="69686" y="9484"/>
                    <a:pt x="69718" y="9484"/>
                  </a:cubicBezTo>
                  <a:cubicBezTo>
                    <a:pt x="69767" y="9484"/>
                    <a:pt x="69816" y="9463"/>
                    <a:pt x="69854" y="9426"/>
                  </a:cubicBezTo>
                  <a:lnTo>
                    <a:pt x="69854" y="9429"/>
                  </a:lnTo>
                  <a:cubicBezTo>
                    <a:pt x="69888" y="9453"/>
                    <a:pt x="69931" y="9467"/>
                    <a:pt x="69973" y="9467"/>
                  </a:cubicBezTo>
                  <a:cubicBezTo>
                    <a:pt x="70036" y="9467"/>
                    <a:pt x="70096" y="9435"/>
                    <a:pt x="70122" y="9357"/>
                  </a:cubicBezTo>
                  <a:cubicBezTo>
                    <a:pt x="70540" y="8021"/>
                    <a:pt x="71319" y="7833"/>
                    <a:pt x="72219" y="7833"/>
                  </a:cubicBezTo>
                  <a:close/>
                  <a:moveTo>
                    <a:pt x="88876" y="10483"/>
                  </a:moveTo>
                  <a:cubicBezTo>
                    <a:pt x="89237" y="10630"/>
                    <a:pt x="89610" y="10766"/>
                    <a:pt x="89982" y="10905"/>
                  </a:cubicBezTo>
                  <a:cubicBezTo>
                    <a:pt x="89102" y="11704"/>
                    <a:pt x="88256" y="12544"/>
                    <a:pt x="87430" y="13402"/>
                  </a:cubicBezTo>
                  <a:cubicBezTo>
                    <a:pt x="87970" y="12458"/>
                    <a:pt x="88452" y="11482"/>
                    <a:pt x="88876" y="10483"/>
                  </a:cubicBezTo>
                  <a:close/>
                  <a:moveTo>
                    <a:pt x="104289" y="11818"/>
                  </a:moveTo>
                  <a:cubicBezTo>
                    <a:pt x="104309" y="11818"/>
                    <a:pt x="104330" y="11819"/>
                    <a:pt x="104351" y="11820"/>
                  </a:cubicBezTo>
                  <a:cubicBezTo>
                    <a:pt x="103669" y="12539"/>
                    <a:pt x="103026" y="13286"/>
                    <a:pt x="102393" y="14046"/>
                  </a:cubicBezTo>
                  <a:cubicBezTo>
                    <a:pt x="102720" y="13523"/>
                    <a:pt x="103002" y="12998"/>
                    <a:pt x="103282" y="12443"/>
                  </a:cubicBezTo>
                  <a:cubicBezTo>
                    <a:pt x="103511" y="11992"/>
                    <a:pt x="103868" y="11818"/>
                    <a:pt x="104289" y="11818"/>
                  </a:cubicBezTo>
                  <a:close/>
                  <a:moveTo>
                    <a:pt x="55404" y="8959"/>
                  </a:moveTo>
                  <a:cubicBezTo>
                    <a:pt x="54042" y="10812"/>
                    <a:pt x="52592" y="12608"/>
                    <a:pt x="51109" y="14375"/>
                  </a:cubicBezTo>
                  <a:cubicBezTo>
                    <a:pt x="52047" y="13119"/>
                    <a:pt x="52997" y="11872"/>
                    <a:pt x="53981" y="10648"/>
                  </a:cubicBezTo>
                  <a:cubicBezTo>
                    <a:pt x="54440" y="10073"/>
                    <a:pt x="54919" y="9513"/>
                    <a:pt x="55404" y="8959"/>
                  </a:cubicBezTo>
                  <a:close/>
                  <a:moveTo>
                    <a:pt x="102055" y="14949"/>
                  </a:moveTo>
                  <a:lnTo>
                    <a:pt x="102055" y="14949"/>
                  </a:lnTo>
                  <a:cubicBezTo>
                    <a:pt x="102054" y="14951"/>
                    <a:pt x="102053" y="14953"/>
                    <a:pt x="102051" y="14955"/>
                  </a:cubicBezTo>
                  <a:lnTo>
                    <a:pt x="102051" y="14955"/>
                  </a:lnTo>
                  <a:cubicBezTo>
                    <a:pt x="102053" y="14953"/>
                    <a:pt x="102054" y="14951"/>
                    <a:pt x="102055" y="14949"/>
                  </a:cubicBezTo>
                  <a:close/>
                  <a:moveTo>
                    <a:pt x="50733" y="10997"/>
                  </a:moveTo>
                  <a:cubicBezTo>
                    <a:pt x="49674" y="12443"/>
                    <a:pt x="48568" y="13858"/>
                    <a:pt x="47445" y="15249"/>
                  </a:cubicBezTo>
                  <a:lnTo>
                    <a:pt x="47442" y="15249"/>
                  </a:lnTo>
                  <a:cubicBezTo>
                    <a:pt x="48528" y="13823"/>
                    <a:pt x="49625" y="12406"/>
                    <a:pt x="50733" y="10997"/>
                  </a:cubicBezTo>
                  <a:close/>
                  <a:moveTo>
                    <a:pt x="86929" y="11333"/>
                  </a:moveTo>
                  <a:cubicBezTo>
                    <a:pt x="87008" y="11333"/>
                    <a:pt x="86834" y="11743"/>
                    <a:pt x="86220" y="12839"/>
                  </a:cubicBezTo>
                  <a:lnTo>
                    <a:pt x="86217" y="12839"/>
                  </a:lnTo>
                  <a:cubicBezTo>
                    <a:pt x="86191" y="12888"/>
                    <a:pt x="86160" y="12934"/>
                    <a:pt x="86134" y="12983"/>
                  </a:cubicBezTo>
                  <a:cubicBezTo>
                    <a:pt x="85366" y="13849"/>
                    <a:pt x="84615" y="14733"/>
                    <a:pt x="83876" y="15628"/>
                  </a:cubicBezTo>
                  <a:cubicBezTo>
                    <a:pt x="84061" y="15327"/>
                    <a:pt x="84254" y="15030"/>
                    <a:pt x="84436" y="14724"/>
                  </a:cubicBezTo>
                  <a:cubicBezTo>
                    <a:pt x="84900" y="13954"/>
                    <a:pt x="86727" y="11333"/>
                    <a:pt x="86929" y="11333"/>
                  </a:cubicBezTo>
                  <a:close/>
                  <a:moveTo>
                    <a:pt x="85135" y="8078"/>
                  </a:moveTo>
                  <a:cubicBezTo>
                    <a:pt x="85810" y="8459"/>
                    <a:pt x="86471" y="8953"/>
                    <a:pt x="87141" y="9478"/>
                  </a:cubicBezTo>
                  <a:cubicBezTo>
                    <a:pt x="84756" y="11429"/>
                    <a:pt x="82818" y="13748"/>
                    <a:pt x="81039" y="16204"/>
                  </a:cubicBezTo>
                  <a:lnTo>
                    <a:pt x="81039" y="16204"/>
                  </a:lnTo>
                  <a:cubicBezTo>
                    <a:pt x="82739" y="13791"/>
                    <a:pt x="84376" y="11342"/>
                    <a:pt x="85914" y="8837"/>
                  </a:cubicBezTo>
                  <a:cubicBezTo>
                    <a:pt x="85990" y="8714"/>
                    <a:pt x="85878" y="8583"/>
                    <a:pt x="85762" y="8583"/>
                  </a:cubicBezTo>
                  <a:cubicBezTo>
                    <a:pt x="85723" y="8583"/>
                    <a:pt x="85684" y="8598"/>
                    <a:pt x="85652" y="8632"/>
                  </a:cubicBezTo>
                  <a:cubicBezTo>
                    <a:pt x="84615" y="9721"/>
                    <a:pt x="83610" y="10835"/>
                    <a:pt x="82635" y="11978"/>
                  </a:cubicBezTo>
                  <a:cubicBezTo>
                    <a:pt x="83509" y="10760"/>
                    <a:pt x="84347" y="9510"/>
                    <a:pt x="85123" y="8205"/>
                  </a:cubicBezTo>
                  <a:lnTo>
                    <a:pt x="85123" y="8202"/>
                  </a:lnTo>
                  <a:cubicBezTo>
                    <a:pt x="85146" y="8165"/>
                    <a:pt x="85149" y="8119"/>
                    <a:pt x="85135" y="8078"/>
                  </a:cubicBezTo>
                  <a:close/>
                  <a:moveTo>
                    <a:pt x="103692" y="12878"/>
                  </a:moveTo>
                  <a:lnTo>
                    <a:pt x="103692" y="12878"/>
                  </a:lnTo>
                  <a:cubicBezTo>
                    <a:pt x="103709" y="12878"/>
                    <a:pt x="103679" y="12942"/>
                    <a:pt x="103588" y="13093"/>
                  </a:cubicBezTo>
                  <a:cubicBezTo>
                    <a:pt x="102616" y="14710"/>
                    <a:pt x="101351" y="16156"/>
                    <a:pt x="100066" y="17556"/>
                  </a:cubicBezTo>
                  <a:cubicBezTo>
                    <a:pt x="100723" y="16680"/>
                    <a:pt x="101380" y="15807"/>
                    <a:pt x="102051" y="14955"/>
                  </a:cubicBezTo>
                  <a:lnTo>
                    <a:pt x="102051" y="14955"/>
                  </a:lnTo>
                  <a:cubicBezTo>
                    <a:pt x="102040" y="14969"/>
                    <a:pt x="102035" y="14975"/>
                    <a:pt x="102034" y="14975"/>
                  </a:cubicBezTo>
                  <a:cubicBezTo>
                    <a:pt x="102025" y="14975"/>
                    <a:pt x="103600" y="12878"/>
                    <a:pt x="103692" y="12878"/>
                  </a:cubicBezTo>
                  <a:close/>
                  <a:moveTo>
                    <a:pt x="111392" y="17729"/>
                  </a:moveTo>
                  <a:cubicBezTo>
                    <a:pt x="111513" y="17854"/>
                    <a:pt x="111643" y="17975"/>
                    <a:pt x="111767" y="18099"/>
                  </a:cubicBezTo>
                  <a:cubicBezTo>
                    <a:pt x="110771" y="19136"/>
                    <a:pt x="110258" y="19642"/>
                    <a:pt x="110167" y="19642"/>
                  </a:cubicBezTo>
                  <a:cubicBezTo>
                    <a:pt x="110064" y="19642"/>
                    <a:pt x="110501" y="18993"/>
                    <a:pt x="111389" y="17729"/>
                  </a:cubicBezTo>
                  <a:close/>
                  <a:moveTo>
                    <a:pt x="107154" y="13298"/>
                  </a:moveTo>
                  <a:cubicBezTo>
                    <a:pt x="108193" y="14150"/>
                    <a:pt x="109085" y="15108"/>
                    <a:pt x="109328" y="15397"/>
                  </a:cubicBezTo>
                  <a:cubicBezTo>
                    <a:pt x="109946" y="16133"/>
                    <a:pt x="110535" y="16814"/>
                    <a:pt x="111144" y="17464"/>
                  </a:cubicBezTo>
                  <a:cubicBezTo>
                    <a:pt x="110730" y="17777"/>
                    <a:pt x="110330" y="18111"/>
                    <a:pt x="109930" y="18448"/>
                  </a:cubicBezTo>
                  <a:lnTo>
                    <a:pt x="109930" y="18448"/>
                  </a:lnTo>
                  <a:cubicBezTo>
                    <a:pt x="110079" y="18071"/>
                    <a:pt x="110229" y="17696"/>
                    <a:pt x="110350" y="17302"/>
                  </a:cubicBezTo>
                  <a:cubicBezTo>
                    <a:pt x="110385" y="17185"/>
                    <a:pt x="110281" y="17087"/>
                    <a:pt x="110176" y="17087"/>
                  </a:cubicBezTo>
                  <a:cubicBezTo>
                    <a:pt x="110136" y="17087"/>
                    <a:pt x="110096" y="17101"/>
                    <a:pt x="110064" y="17135"/>
                  </a:cubicBezTo>
                  <a:cubicBezTo>
                    <a:pt x="109334" y="17903"/>
                    <a:pt x="108638" y="18699"/>
                    <a:pt x="107936" y="19490"/>
                  </a:cubicBezTo>
                  <a:cubicBezTo>
                    <a:pt x="108606" y="18483"/>
                    <a:pt x="109247" y="17455"/>
                    <a:pt x="109853" y="16396"/>
                  </a:cubicBezTo>
                  <a:cubicBezTo>
                    <a:pt x="109923" y="16270"/>
                    <a:pt x="109820" y="16154"/>
                    <a:pt x="109707" y="16154"/>
                  </a:cubicBezTo>
                  <a:cubicBezTo>
                    <a:pt x="109669" y="16154"/>
                    <a:pt x="109630" y="16167"/>
                    <a:pt x="109596" y="16196"/>
                  </a:cubicBezTo>
                  <a:cubicBezTo>
                    <a:pt x="108603" y="17063"/>
                    <a:pt x="107676" y="18001"/>
                    <a:pt x="106782" y="18977"/>
                  </a:cubicBezTo>
                  <a:cubicBezTo>
                    <a:pt x="107570" y="17750"/>
                    <a:pt x="108291" y="16479"/>
                    <a:pt x="108903" y="15134"/>
                  </a:cubicBezTo>
                  <a:cubicBezTo>
                    <a:pt x="108968" y="15013"/>
                    <a:pt x="108870" y="14896"/>
                    <a:pt x="108762" y="14896"/>
                  </a:cubicBezTo>
                  <a:cubicBezTo>
                    <a:pt x="108726" y="14896"/>
                    <a:pt x="108688" y="14909"/>
                    <a:pt x="108655" y="14941"/>
                  </a:cubicBezTo>
                  <a:cubicBezTo>
                    <a:pt x="108011" y="15463"/>
                    <a:pt x="107405" y="16023"/>
                    <a:pt x="106813" y="16598"/>
                  </a:cubicBezTo>
                  <a:cubicBezTo>
                    <a:pt x="107220" y="15919"/>
                    <a:pt x="107616" y="15229"/>
                    <a:pt x="107977" y="14513"/>
                  </a:cubicBezTo>
                  <a:cubicBezTo>
                    <a:pt x="108041" y="14384"/>
                    <a:pt x="107931" y="14239"/>
                    <a:pt x="107814" y="14239"/>
                  </a:cubicBezTo>
                  <a:cubicBezTo>
                    <a:pt x="107773" y="14239"/>
                    <a:pt x="107732" y="14256"/>
                    <a:pt x="107697" y="14297"/>
                  </a:cubicBezTo>
                  <a:cubicBezTo>
                    <a:pt x="106042" y="16162"/>
                    <a:pt x="104229" y="18050"/>
                    <a:pt x="102454" y="19973"/>
                  </a:cubicBezTo>
                  <a:cubicBezTo>
                    <a:pt x="104227" y="17923"/>
                    <a:pt x="105910" y="15801"/>
                    <a:pt x="107154" y="13298"/>
                  </a:cubicBezTo>
                  <a:close/>
                  <a:moveTo>
                    <a:pt x="112036" y="18362"/>
                  </a:moveTo>
                  <a:cubicBezTo>
                    <a:pt x="112247" y="18567"/>
                    <a:pt x="112469" y="18774"/>
                    <a:pt x="112691" y="18977"/>
                  </a:cubicBezTo>
                  <a:cubicBezTo>
                    <a:pt x="112687" y="18976"/>
                    <a:pt x="112683" y="18976"/>
                    <a:pt x="112678" y="18976"/>
                  </a:cubicBezTo>
                  <a:cubicBezTo>
                    <a:pt x="112657" y="18976"/>
                    <a:pt x="112635" y="18982"/>
                    <a:pt x="112616" y="18994"/>
                  </a:cubicBezTo>
                  <a:cubicBezTo>
                    <a:pt x="111554" y="19788"/>
                    <a:pt x="111816" y="19577"/>
                    <a:pt x="110806" y="20446"/>
                  </a:cubicBezTo>
                  <a:cubicBezTo>
                    <a:pt x="111178" y="20123"/>
                    <a:pt x="111770" y="18887"/>
                    <a:pt x="112033" y="18365"/>
                  </a:cubicBezTo>
                  <a:lnTo>
                    <a:pt x="112036" y="18362"/>
                  </a:lnTo>
                  <a:close/>
                  <a:moveTo>
                    <a:pt x="58309" y="7680"/>
                  </a:moveTo>
                  <a:cubicBezTo>
                    <a:pt x="55220" y="12345"/>
                    <a:pt x="50950" y="16439"/>
                    <a:pt x="47459" y="20712"/>
                  </a:cubicBezTo>
                  <a:cubicBezTo>
                    <a:pt x="50846" y="16147"/>
                    <a:pt x="54437" y="11756"/>
                    <a:pt x="58309" y="7680"/>
                  </a:cubicBezTo>
                  <a:close/>
                  <a:moveTo>
                    <a:pt x="64978" y="14060"/>
                  </a:moveTo>
                  <a:lnTo>
                    <a:pt x="64978" y="14060"/>
                  </a:lnTo>
                  <a:cubicBezTo>
                    <a:pt x="63321" y="16430"/>
                    <a:pt x="61482" y="18685"/>
                    <a:pt x="59671" y="20948"/>
                  </a:cubicBezTo>
                  <a:cubicBezTo>
                    <a:pt x="60959" y="19104"/>
                    <a:pt x="62275" y="17279"/>
                    <a:pt x="63658" y="15501"/>
                  </a:cubicBezTo>
                  <a:cubicBezTo>
                    <a:pt x="63999" y="15062"/>
                    <a:pt x="64464" y="14568"/>
                    <a:pt x="64978" y="14060"/>
                  </a:cubicBezTo>
                  <a:close/>
                  <a:moveTo>
                    <a:pt x="112876" y="19132"/>
                  </a:moveTo>
                  <a:cubicBezTo>
                    <a:pt x="113118" y="19346"/>
                    <a:pt x="113352" y="19557"/>
                    <a:pt x="113618" y="19765"/>
                  </a:cubicBezTo>
                  <a:cubicBezTo>
                    <a:pt x="113962" y="20039"/>
                    <a:pt x="114132" y="20339"/>
                    <a:pt x="114187" y="20639"/>
                  </a:cubicBezTo>
                  <a:cubicBezTo>
                    <a:pt x="113634" y="21001"/>
                    <a:pt x="113032" y="21425"/>
                    <a:pt x="112783" y="21425"/>
                  </a:cubicBezTo>
                  <a:cubicBezTo>
                    <a:pt x="112568" y="21425"/>
                    <a:pt x="112613" y="21113"/>
                    <a:pt x="113170" y="20180"/>
                  </a:cubicBezTo>
                  <a:cubicBezTo>
                    <a:pt x="113251" y="20044"/>
                    <a:pt x="113137" y="19922"/>
                    <a:pt x="113014" y="19922"/>
                  </a:cubicBezTo>
                  <a:cubicBezTo>
                    <a:pt x="112973" y="19922"/>
                    <a:pt x="112930" y="19936"/>
                    <a:pt x="112893" y="19967"/>
                  </a:cubicBezTo>
                  <a:cubicBezTo>
                    <a:pt x="112069" y="20670"/>
                    <a:pt x="111717" y="20928"/>
                    <a:pt x="111637" y="20928"/>
                  </a:cubicBezTo>
                  <a:cubicBezTo>
                    <a:pt x="111470" y="20928"/>
                    <a:pt x="112479" y="19808"/>
                    <a:pt x="112856" y="19236"/>
                  </a:cubicBezTo>
                  <a:cubicBezTo>
                    <a:pt x="112876" y="19205"/>
                    <a:pt x="112882" y="19167"/>
                    <a:pt x="112876" y="19132"/>
                  </a:cubicBezTo>
                  <a:close/>
                  <a:moveTo>
                    <a:pt x="112032" y="19730"/>
                  </a:moveTo>
                  <a:cubicBezTo>
                    <a:pt x="112106" y="19730"/>
                    <a:pt x="111824" y="20149"/>
                    <a:pt x="110846" y="21384"/>
                  </a:cubicBezTo>
                  <a:cubicBezTo>
                    <a:pt x="110835" y="21402"/>
                    <a:pt x="110829" y="21425"/>
                    <a:pt x="110826" y="21448"/>
                  </a:cubicBezTo>
                  <a:cubicBezTo>
                    <a:pt x="110688" y="21370"/>
                    <a:pt x="110546" y="21304"/>
                    <a:pt x="110402" y="21249"/>
                  </a:cubicBezTo>
                  <a:cubicBezTo>
                    <a:pt x="110972" y="20708"/>
                    <a:pt x="111918" y="19730"/>
                    <a:pt x="112032" y="19730"/>
                  </a:cubicBezTo>
                  <a:close/>
                  <a:moveTo>
                    <a:pt x="112314" y="20826"/>
                  </a:moveTo>
                  <a:cubicBezTo>
                    <a:pt x="112392" y="20826"/>
                    <a:pt x="112197" y="21153"/>
                    <a:pt x="111767" y="22051"/>
                  </a:cubicBezTo>
                  <a:cubicBezTo>
                    <a:pt x="111701" y="22019"/>
                    <a:pt x="111637" y="21982"/>
                    <a:pt x="111574" y="21942"/>
                  </a:cubicBezTo>
                  <a:cubicBezTo>
                    <a:pt x="111375" y="21806"/>
                    <a:pt x="111233" y="21711"/>
                    <a:pt x="111112" y="21630"/>
                  </a:cubicBezTo>
                  <a:lnTo>
                    <a:pt x="111115" y="21630"/>
                  </a:lnTo>
                  <a:cubicBezTo>
                    <a:pt x="111847" y="21190"/>
                    <a:pt x="112232" y="20826"/>
                    <a:pt x="112314" y="20826"/>
                  </a:cubicBezTo>
                  <a:close/>
                  <a:moveTo>
                    <a:pt x="113767" y="21222"/>
                  </a:moveTo>
                  <a:cubicBezTo>
                    <a:pt x="113905" y="21222"/>
                    <a:pt x="113920" y="21384"/>
                    <a:pt x="113742" y="21817"/>
                  </a:cubicBezTo>
                  <a:cubicBezTo>
                    <a:pt x="113422" y="22108"/>
                    <a:pt x="113009" y="22264"/>
                    <a:pt x="112587" y="22264"/>
                  </a:cubicBezTo>
                  <a:cubicBezTo>
                    <a:pt x="112438" y="22264"/>
                    <a:pt x="112288" y="22244"/>
                    <a:pt x="112140" y="22204"/>
                  </a:cubicBezTo>
                  <a:lnTo>
                    <a:pt x="112143" y="22204"/>
                  </a:lnTo>
                  <a:cubicBezTo>
                    <a:pt x="112813" y="21792"/>
                    <a:pt x="113507" y="21222"/>
                    <a:pt x="113767" y="21222"/>
                  </a:cubicBezTo>
                  <a:close/>
                  <a:moveTo>
                    <a:pt x="109609" y="18024"/>
                  </a:moveTo>
                  <a:cubicBezTo>
                    <a:pt x="109711" y="18024"/>
                    <a:pt x="109671" y="18268"/>
                    <a:pt x="109397" y="18907"/>
                  </a:cubicBezTo>
                  <a:cubicBezTo>
                    <a:pt x="108107" y="20048"/>
                    <a:pt x="106888" y="21298"/>
                    <a:pt x="105725" y="22608"/>
                  </a:cubicBezTo>
                  <a:cubicBezTo>
                    <a:pt x="105910" y="22363"/>
                    <a:pt x="106094" y="22123"/>
                    <a:pt x="106273" y="21875"/>
                  </a:cubicBezTo>
                  <a:cubicBezTo>
                    <a:pt x="106689" y="21393"/>
                    <a:pt x="107093" y="20899"/>
                    <a:pt x="107512" y="20420"/>
                  </a:cubicBezTo>
                  <a:cubicBezTo>
                    <a:pt x="107964" y="19902"/>
                    <a:pt x="109329" y="18024"/>
                    <a:pt x="109609" y="18024"/>
                  </a:cubicBezTo>
                  <a:close/>
                  <a:moveTo>
                    <a:pt x="63918" y="17279"/>
                  </a:moveTo>
                  <a:lnTo>
                    <a:pt x="63918" y="17279"/>
                  </a:lnTo>
                  <a:cubicBezTo>
                    <a:pt x="62431" y="19234"/>
                    <a:pt x="60890" y="21153"/>
                    <a:pt x="59354" y="23067"/>
                  </a:cubicBezTo>
                  <a:cubicBezTo>
                    <a:pt x="60823" y="21096"/>
                    <a:pt x="62353" y="19173"/>
                    <a:pt x="63918" y="17279"/>
                  </a:cubicBezTo>
                  <a:close/>
                  <a:moveTo>
                    <a:pt x="71488" y="9475"/>
                  </a:moveTo>
                  <a:lnTo>
                    <a:pt x="71488" y="9475"/>
                  </a:lnTo>
                  <a:cubicBezTo>
                    <a:pt x="70731" y="10740"/>
                    <a:pt x="69943" y="11990"/>
                    <a:pt x="69123" y="13220"/>
                  </a:cubicBezTo>
                  <a:cubicBezTo>
                    <a:pt x="67169" y="15864"/>
                    <a:pt x="65238" y="18529"/>
                    <a:pt x="63329" y="21211"/>
                  </a:cubicBezTo>
                  <a:cubicBezTo>
                    <a:pt x="62784" y="21916"/>
                    <a:pt x="62232" y="22620"/>
                    <a:pt x="61678" y="23319"/>
                  </a:cubicBezTo>
                  <a:cubicBezTo>
                    <a:pt x="63768" y="20362"/>
                    <a:pt x="65838" y="17395"/>
                    <a:pt x="67798" y="14349"/>
                  </a:cubicBezTo>
                  <a:cubicBezTo>
                    <a:pt x="68142" y="13815"/>
                    <a:pt x="68832" y="12492"/>
                    <a:pt x="69574" y="11364"/>
                  </a:cubicBezTo>
                  <a:cubicBezTo>
                    <a:pt x="70264" y="10731"/>
                    <a:pt x="70899" y="10108"/>
                    <a:pt x="71384" y="9519"/>
                  </a:cubicBezTo>
                  <a:cubicBezTo>
                    <a:pt x="71401" y="9513"/>
                    <a:pt x="71419" y="9504"/>
                    <a:pt x="71436" y="9504"/>
                  </a:cubicBezTo>
                  <a:cubicBezTo>
                    <a:pt x="71456" y="9499"/>
                    <a:pt x="71473" y="9490"/>
                    <a:pt x="71488" y="9475"/>
                  </a:cubicBezTo>
                  <a:close/>
                  <a:moveTo>
                    <a:pt x="101022" y="19684"/>
                  </a:moveTo>
                  <a:lnTo>
                    <a:pt x="101022" y="19684"/>
                  </a:lnTo>
                  <a:cubicBezTo>
                    <a:pt x="100522" y="20411"/>
                    <a:pt x="100029" y="21148"/>
                    <a:pt x="99526" y="21884"/>
                  </a:cubicBezTo>
                  <a:lnTo>
                    <a:pt x="99526" y="21881"/>
                  </a:lnTo>
                  <a:cubicBezTo>
                    <a:pt x="99483" y="21944"/>
                    <a:pt x="99425" y="22025"/>
                    <a:pt x="99359" y="22118"/>
                  </a:cubicBezTo>
                  <a:cubicBezTo>
                    <a:pt x="98836" y="22721"/>
                    <a:pt x="98305" y="23310"/>
                    <a:pt x="97754" y="23887"/>
                  </a:cubicBezTo>
                  <a:cubicBezTo>
                    <a:pt x="98779" y="22444"/>
                    <a:pt x="99882" y="21049"/>
                    <a:pt x="101022" y="19684"/>
                  </a:cubicBezTo>
                  <a:close/>
                  <a:moveTo>
                    <a:pt x="55740" y="2785"/>
                  </a:moveTo>
                  <a:lnTo>
                    <a:pt x="55740" y="2785"/>
                  </a:lnTo>
                  <a:cubicBezTo>
                    <a:pt x="55134" y="4169"/>
                    <a:pt x="54344" y="5473"/>
                    <a:pt x="53577" y="6770"/>
                  </a:cubicBezTo>
                  <a:cubicBezTo>
                    <a:pt x="53412" y="7050"/>
                    <a:pt x="53225" y="7319"/>
                    <a:pt x="53051" y="7593"/>
                  </a:cubicBezTo>
                  <a:lnTo>
                    <a:pt x="53049" y="7593"/>
                  </a:lnTo>
                  <a:cubicBezTo>
                    <a:pt x="48776" y="12752"/>
                    <a:pt x="44725" y="18108"/>
                    <a:pt x="40796" y="23552"/>
                  </a:cubicBezTo>
                  <a:cubicBezTo>
                    <a:pt x="40701" y="23674"/>
                    <a:pt x="40603" y="23795"/>
                    <a:pt x="40507" y="23916"/>
                  </a:cubicBezTo>
                  <a:cubicBezTo>
                    <a:pt x="40513" y="23908"/>
                    <a:pt x="40519" y="23899"/>
                    <a:pt x="40528" y="23890"/>
                  </a:cubicBezTo>
                  <a:cubicBezTo>
                    <a:pt x="44497" y="18209"/>
                    <a:pt x="48730" y="12715"/>
                    <a:pt x="52656" y="7001"/>
                  </a:cubicBezTo>
                  <a:cubicBezTo>
                    <a:pt x="53495" y="5784"/>
                    <a:pt x="55169" y="4087"/>
                    <a:pt x="55740" y="2785"/>
                  </a:cubicBezTo>
                  <a:close/>
                  <a:moveTo>
                    <a:pt x="79755" y="8431"/>
                  </a:moveTo>
                  <a:cubicBezTo>
                    <a:pt x="79287" y="9074"/>
                    <a:pt x="78316" y="10792"/>
                    <a:pt x="77328" y="12412"/>
                  </a:cubicBezTo>
                  <a:cubicBezTo>
                    <a:pt x="76861" y="13110"/>
                    <a:pt x="76407" y="13823"/>
                    <a:pt x="75966" y="14531"/>
                  </a:cubicBezTo>
                  <a:cubicBezTo>
                    <a:pt x="75908" y="14614"/>
                    <a:pt x="75850" y="14698"/>
                    <a:pt x="75795" y="14773"/>
                  </a:cubicBezTo>
                  <a:cubicBezTo>
                    <a:pt x="73292" y="18209"/>
                    <a:pt x="70388" y="21361"/>
                    <a:pt x="67634" y="24595"/>
                  </a:cubicBezTo>
                  <a:cubicBezTo>
                    <a:pt x="67605" y="24632"/>
                    <a:pt x="67573" y="24670"/>
                    <a:pt x="67541" y="24707"/>
                  </a:cubicBezTo>
                  <a:cubicBezTo>
                    <a:pt x="71636" y="19295"/>
                    <a:pt x="75750" y="13900"/>
                    <a:pt x="79755" y="8431"/>
                  </a:cubicBezTo>
                  <a:close/>
                  <a:moveTo>
                    <a:pt x="101781" y="14776"/>
                  </a:moveTo>
                  <a:lnTo>
                    <a:pt x="101781" y="14776"/>
                  </a:lnTo>
                  <a:cubicBezTo>
                    <a:pt x="100150" y="16794"/>
                    <a:pt x="98623" y="18896"/>
                    <a:pt x="97000" y="20922"/>
                  </a:cubicBezTo>
                  <a:cubicBezTo>
                    <a:pt x="96368" y="21636"/>
                    <a:pt x="95759" y="22360"/>
                    <a:pt x="95167" y="23099"/>
                  </a:cubicBezTo>
                  <a:cubicBezTo>
                    <a:pt x="94815" y="23495"/>
                    <a:pt x="94463" y="23893"/>
                    <a:pt x="94096" y="24274"/>
                  </a:cubicBezTo>
                  <a:cubicBezTo>
                    <a:pt x="93851" y="24537"/>
                    <a:pt x="93224" y="24996"/>
                    <a:pt x="92583" y="25443"/>
                  </a:cubicBezTo>
                  <a:lnTo>
                    <a:pt x="92583" y="25441"/>
                  </a:lnTo>
                  <a:cubicBezTo>
                    <a:pt x="93123" y="24785"/>
                    <a:pt x="93663" y="24124"/>
                    <a:pt x="94197" y="23457"/>
                  </a:cubicBezTo>
                  <a:cubicBezTo>
                    <a:pt x="96351" y="20769"/>
                    <a:pt x="99039" y="18310"/>
                    <a:pt x="100716" y="15290"/>
                  </a:cubicBezTo>
                  <a:cubicBezTo>
                    <a:pt x="100725" y="15273"/>
                    <a:pt x="100727" y="15252"/>
                    <a:pt x="100727" y="15232"/>
                  </a:cubicBezTo>
                  <a:cubicBezTo>
                    <a:pt x="101120" y="15143"/>
                    <a:pt x="101472" y="15010"/>
                    <a:pt x="101781" y="14776"/>
                  </a:cubicBezTo>
                  <a:close/>
                  <a:moveTo>
                    <a:pt x="104677" y="11854"/>
                  </a:moveTo>
                  <a:lnTo>
                    <a:pt x="104677" y="11854"/>
                  </a:lnTo>
                  <a:cubicBezTo>
                    <a:pt x="104948" y="11918"/>
                    <a:pt x="105208" y="12016"/>
                    <a:pt x="105453" y="12143"/>
                  </a:cubicBezTo>
                  <a:cubicBezTo>
                    <a:pt x="103349" y="15059"/>
                    <a:pt x="101215" y="17943"/>
                    <a:pt x="98917" y="20715"/>
                  </a:cubicBezTo>
                  <a:cubicBezTo>
                    <a:pt x="97575" y="22334"/>
                    <a:pt x="94177" y="24690"/>
                    <a:pt x="93429" y="25989"/>
                  </a:cubicBezTo>
                  <a:lnTo>
                    <a:pt x="93429" y="25986"/>
                  </a:lnTo>
                  <a:cubicBezTo>
                    <a:pt x="93802" y="25340"/>
                    <a:pt x="94206" y="24716"/>
                    <a:pt x="94639" y="24113"/>
                  </a:cubicBezTo>
                  <a:cubicBezTo>
                    <a:pt x="96195" y="22548"/>
                    <a:pt x="97592" y="20816"/>
                    <a:pt x="98940" y="19043"/>
                  </a:cubicBezTo>
                  <a:cubicBezTo>
                    <a:pt x="101005" y="16814"/>
                    <a:pt x="103089" y="14594"/>
                    <a:pt x="104665" y="11987"/>
                  </a:cubicBezTo>
                  <a:cubicBezTo>
                    <a:pt x="104688" y="11947"/>
                    <a:pt x="104694" y="11898"/>
                    <a:pt x="104677" y="11854"/>
                  </a:cubicBezTo>
                  <a:close/>
                  <a:moveTo>
                    <a:pt x="99397" y="16199"/>
                  </a:moveTo>
                  <a:lnTo>
                    <a:pt x="99397" y="16199"/>
                  </a:lnTo>
                  <a:cubicBezTo>
                    <a:pt x="97635" y="17767"/>
                    <a:pt x="95438" y="21361"/>
                    <a:pt x="93960" y="23220"/>
                  </a:cubicBezTo>
                  <a:cubicBezTo>
                    <a:pt x="93187" y="24193"/>
                    <a:pt x="92401" y="25155"/>
                    <a:pt x="91605" y="26105"/>
                  </a:cubicBezTo>
                  <a:cubicBezTo>
                    <a:pt x="91426" y="26229"/>
                    <a:pt x="91264" y="26336"/>
                    <a:pt x="91134" y="26419"/>
                  </a:cubicBezTo>
                  <a:lnTo>
                    <a:pt x="91134" y="26416"/>
                  </a:lnTo>
                  <a:cubicBezTo>
                    <a:pt x="92866" y="24159"/>
                    <a:pt x="94627" y="21615"/>
                    <a:pt x="96102" y="19202"/>
                  </a:cubicBezTo>
                  <a:cubicBezTo>
                    <a:pt x="97119" y="18113"/>
                    <a:pt x="98219" y="17109"/>
                    <a:pt x="99397" y="16199"/>
                  </a:cubicBezTo>
                  <a:close/>
                  <a:moveTo>
                    <a:pt x="105760" y="12310"/>
                  </a:moveTo>
                  <a:cubicBezTo>
                    <a:pt x="106149" y="12539"/>
                    <a:pt x="106525" y="12793"/>
                    <a:pt x="106877" y="13073"/>
                  </a:cubicBezTo>
                  <a:cubicBezTo>
                    <a:pt x="106591" y="13286"/>
                    <a:pt x="106322" y="13511"/>
                    <a:pt x="106060" y="13740"/>
                  </a:cubicBezTo>
                  <a:cubicBezTo>
                    <a:pt x="106172" y="13575"/>
                    <a:pt x="106285" y="13413"/>
                    <a:pt x="106398" y="13252"/>
                  </a:cubicBezTo>
                  <a:cubicBezTo>
                    <a:pt x="106482" y="13128"/>
                    <a:pt x="106356" y="12982"/>
                    <a:pt x="106235" y="12982"/>
                  </a:cubicBezTo>
                  <a:cubicBezTo>
                    <a:pt x="106194" y="12982"/>
                    <a:pt x="106154" y="12999"/>
                    <a:pt x="106123" y="13038"/>
                  </a:cubicBezTo>
                  <a:cubicBezTo>
                    <a:pt x="102887" y="17057"/>
                    <a:pt x="99431" y="20879"/>
                    <a:pt x="96495" y="25120"/>
                  </a:cubicBezTo>
                  <a:cubicBezTo>
                    <a:pt x="96273" y="25331"/>
                    <a:pt x="96065" y="25553"/>
                    <a:pt x="95840" y="25758"/>
                  </a:cubicBezTo>
                  <a:cubicBezTo>
                    <a:pt x="95327" y="26227"/>
                    <a:pt x="95067" y="26419"/>
                    <a:pt x="94986" y="26419"/>
                  </a:cubicBezTo>
                  <a:cubicBezTo>
                    <a:pt x="94643" y="26419"/>
                    <a:pt x="97473" y="23000"/>
                    <a:pt x="97858" y="22530"/>
                  </a:cubicBezTo>
                  <a:cubicBezTo>
                    <a:pt x="98888" y="21272"/>
                    <a:pt x="99942" y="20030"/>
                    <a:pt x="100982" y="18777"/>
                  </a:cubicBezTo>
                  <a:cubicBezTo>
                    <a:pt x="102696" y="16705"/>
                    <a:pt x="104293" y="14568"/>
                    <a:pt x="105760" y="12310"/>
                  </a:cubicBezTo>
                  <a:close/>
                  <a:moveTo>
                    <a:pt x="94734" y="16888"/>
                  </a:moveTo>
                  <a:cubicBezTo>
                    <a:pt x="94764" y="16888"/>
                    <a:pt x="94757" y="16933"/>
                    <a:pt x="94699" y="17037"/>
                  </a:cubicBezTo>
                  <a:lnTo>
                    <a:pt x="94699" y="17034"/>
                  </a:lnTo>
                  <a:cubicBezTo>
                    <a:pt x="92933" y="20238"/>
                    <a:pt x="90404" y="23021"/>
                    <a:pt x="87961" y="25718"/>
                  </a:cubicBezTo>
                  <a:cubicBezTo>
                    <a:pt x="87288" y="26457"/>
                    <a:pt x="86596" y="27176"/>
                    <a:pt x="85900" y="27892"/>
                  </a:cubicBezTo>
                  <a:cubicBezTo>
                    <a:pt x="86344" y="27303"/>
                    <a:pt x="86725" y="26809"/>
                    <a:pt x="86827" y="26682"/>
                  </a:cubicBezTo>
                  <a:cubicBezTo>
                    <a:pt x="87620" y="25648"/>
                    <a:pt x="88394" y="24603"/>
                    <a:pt x="89148" y="23544"/>
                  </a:cubicBezTo>
                  <a:cubicBezTo>
                    <a:pt x="90274" y="21965"/>
                    <a:pt x="91388" y="20414"/>
                    <a:pt x="92612" y="18904"/>
                  </a:cubicBezTo>
                  <a:lnTo>
                    <a:pt x="92612" y="18904"/>
                  </a:lnTo>
                  <a:cubicBezTo>
                    <a:pt x="92602" y="18917"/>
                    <a:pt x="92598" y="18923"/>
                    <a:pt x="92600" y="18923"/>
                  </a:cubicBezTo>
                  <a:cubicBezTo>
                    <a:pt x="92627" y="18923"/>
                    <a:pt x="94532" y="16888"/>
                    <a:pt x="94734" y="16888"/>
                  </a:cubicBezTo>
                  <a:close/>
                  <a:moveTo>
                    <a:pt x="85172" y="14597"/>
                  </a:moveTo>
                  <a:cubicBezTo>
                    <a:pt x="82300" y="19234"/>
                    <a:pt x="78653" y="23495"/>
                    <a:pt x="75434" y="27897"/>
                  </a:cubicBezTo>
                  <a:lnTo>
                    <a:pt x="75434" y="27897"/>
                  </a:lnTo>
                  <a:cubicBezTo>
                    <a:pt x="77464" y="24953"/>
                    <a:pt x="79499" y="22014"/>
                    <a:pt x="81613" y="19127"/>
                  </a:cubicBezTo>
                  <a:cubicBezTo>
                    <a:pt x="82747" y="17574"/>
                    <a:pt x="83948" y="16081"/>
                    <a:pt x="85172" y="14597"/>
                  </a:cubicBezTo>
                  <a:close/>
                  <a:moveTo>
                    <a:pt x="92666" y="14951"/>
                  </a:moveTo>
                  <a:cubicBezTo>
                    <a:pt x="92900" y="14951"/>
                    <a:pt x="91331" y="17215"/>
                    <a:pt x="90998" y="17654"/>
                  </a:cubicBezTo>
                  <a:cubicBezTo>
                    <a:pt x="88914" y="20383"/>
                    <a:pt x="86956" y="23203"/>
                    <a:pt x="84783" y="25862"/>
                  </a:cubicBezTo>
                  <a:cubicBezTo>
                    <a:pt x="84185" y="26595"/>
                    <a:pt x="83532" y="27271"/>
                    <a:pt x="82866" y="27929"/>
                  </a:cubicBezTo>
                  <a:cubicBezTo>
                    <a:pt x="83657" y="26180"/>
                    <a:pt x="84705" y="24520"/>
                    <a:pt x="85859" y="22938"/>
                  </a:cubicBezTo>
                  <a:cubicBezTo>
                    <a:pt x="86879" y="21713"/>
                    <a:pt x="87877" y="20478"/>
                    <a:pt x="88795" y="19196"/>
                  </a:cubicBezTo>
                  <a:lnTo>
                    <a:pt x="89041" y="18896"/>
                  </a:lnTo>
                  <a:cubicBezTo>
                    <a:pt x="89913" y="17842"/>
                    <a:pt x="90837" y="16829"/>
                    <a:pt x="91755" y="15815"/>
                  </a:cubicBezTo>
                  <a:cubicBezTo>
                    <a:pt x="92321" y="15192"/>
                    <a:pt x="92589" y="14951"/>
                    <a:pt x="92666" y="14951"/>
                  </a:cubicBezTo>
                  <a:close/>
                  <a:moveTo>
                    <a:pt x="90544" y="20084"/>
                  </a:moveTo>
                  <a:cubicBezTo>
                    <a:pt x="90414" y="20267"/>
                    <a:pt x="90282" y="20448"/>
                    <a:pt x="90152" y="20631"/>
                  </a:cubicBezTo>
                  <a:cubicBezTo>
                    <a:pt x="89012" y="22259"/>
                    <a:pt x="87849" y="23856"/>
                    <a:pt x="86622" y="25426"/>
                  </a:cubicBezTo>
                  <a:cubicBezTo>
                    <a:pt x="86012" y="26185"/>
                    <a:pt x="85374" y="26916"/>
                    <a:pt x="84707" y="27623"/>
                  </a:cubicBezTo>
                  <a:cubicBezTo>
                    <a:pt x="84563" y="27949"/>
                    <a:pt x="84399" y="28186"/>
                    <a:pt x="84222" y="28354"/>
                  </a:cubicBezTo>
                  <a:cubicBezTo>
                    <a:pt x="84344" y="28134"/>
                    <a:pt x="84456" y="27938"/>
                    <a:pt x="84531" y="27802"/>
                  </a:cubicBezTo>
                  <a:cubicBezTo>
                    <a:pt x="86111" y="24957"/>
                    <a:pt x="88344" y="22532"/>
                    <a:pt x="90544" y="20084"/>
                  </a:cubicBezTo>
                  <a:close/>
                  <a:moveTo>
                    <a:pt x="92396" y="12207"/>
                  </a:moveTo>
                  <a:cubicBezTo>
                    <a:pt x="92814" y="12582"/>
                    <a:pt x="93146" y="13044"/>
                    <a:pt x="93371" y="13558"/>
                  </a:cubicBezTo>
                  <a:cubicBezTo>
                    <a:pt x="93594" y="14080"/>
                    <a:pt x="93955" y="14531"/>
                    <a:pt x="94414" y="14865"/>
                  </a:cubicBezTo>
                  <a:cubicBezTo>
                    <a:pt x="93337" y="16202"/>
                    <a:pt x="92326" y="17585"/>
                    <a:pt x="91330" y="18979"/>
                  </a:cubicBezTo>
                  <a:cubicBezTo>
                    <a:pt x="88689" y="22118"/>
                    <a:pt x="85776" y="24993"/>
                    <a:pt x="83821" y="28596"/>
                  </a:cubicBezTo>
                  <a:cubicBezTo>
                    <a:pt x="83751" y="28617"/>
                    <a:pt x="83679" y="28627"/>
                    <a:pt x="83605" y="28627"/>
                  </a:cubicBezTo>
                  <a:cubicBezTo>
                    <a:pt x="83375" y="28627"/>
                    <a:pt x="83124" y="28530"/>
                    <a:pt x="82854" y="28345"/>
                  </a:cubicBezTo>
                  <a:lnTo>
                    <a:pt x="82854" y="28342"/>
                  </a:lnTo>
                  <a:cubicBezTo>
                    <a:pt x="84335" y="26919"/>
                    <a:pt x="85663" y="25340"/>
                    <a:pt x="86913" y="23671"/>
                  </a:cubicBezTo>
                  <a:cubicBezTo>
                    <a:pt x="89061" y="20795"/>
                    <a:pt x="92722" y="17559"/>
                    <a:pt x="93464" y="13985"/>
                  </a:cubicBezTo>
                  <a:cubicBezTo>
                    <a:pt x="93482" y="13891"/>
                    <a:pt x="93405" y="13807"/>
                    <a:pt x="93323" y="13807"/>
                  </a:cubicBezTo>
                  <a:cubicBezTo>
                    <a:pt x="93291" y="13807"/>
                    <a:pt x="93258" y="13819"/>
                    <a:pt x="93230" y="13849"/>
                  </a:cubicBezTo>
                  <a:cubicBezTo>
                    <a:pt x="92193" y="14941"/>
                    <a:pt x="91148" y="16055"/>
                    <a:pt x="90123" y="17195"/>
                  </a:cubicBezTo>
                  <a:cubicBezTo>
                    <a:pt x="91068" y="15642"/>
                    <a:pt x="91856" y="14002"/>
                    <a:pt x="92396" y="12207"/>
                  </a:cubicBezTo>
                  <a:close/>
                  <a:moveTo>
                    <a:pt x="65801" y="3548"/>
                  </a:moveTo>
                  <a:cubicBezTo>
                    <a:pt x="65939" y="3548"/>
                    <a:pt x="64792" y="5298"/>
                    <a:pt x="64793" y="5298"/>
                  </a:cubicBezTo>
                  <a:cubicBezTo>
                    <a:pt x="64793" y="5298"/>
                    <a:pt x="64793" y="5298"/>
                    <a:pt x="64793" y="5298"/>
                  </a:cubicBezTo>
                  <a:lnTo>
                    <a:pt x="64793" y="5298"/>
                  </a:lnTo>
                  <a:cubicBezTo>
                    <a:pt x="63390" y="7469"/>
                    <a:pt x="61715" y="9464"/>
                    <a:pt x="60090" y="11465"/>
                  </a:cubicBezTo>
                  <a:cubicBezTo>
                    <a:pt x="55351" y="17297"/>
                    <a:pt x="50759" y="23326"/>
                    <a:pt x="46357" y="29484"/>
                  </a:cubicBezTo>
                  <a:lnTo>
                    <a:pt x="46357" y="29484"/>
                  </a:lnTo>
                  <a:cubicBezTo>
                    <a:pt x="46424" y="29388"/>
                    <a:pt x="46491" y="29292"/>
                    <a:pt x="46559" y="29197"/>
                  </a:cubicBezTo>
                  <a:cubicBezTo>
                    <a:pt x="50866" y="23067"/>
                    <a:pt x="55136" y="16904"/>
                    <a:pt x="59891" y="11112"/>
                  </a:cubicBezTo>
                  <a:cubicBezTo>
                    <a:pt x="61637" y="8988"/>
                    <a:pt x="63170" y="6739"/>
                    <a:pt x="64882" y="4588"/>
                  </a:cubicBezTo>
                  <a:cubicBezTo>
                    <a:pt x="65491" y="3822"/>
                    <a:pt x="65747" y="3548"/>
                    <a:pt x="65801" y="3548"/>
                  </a:cubicBezTo>
                  <a:close/>
                  <a:moveTo>
                    <a:pt x="84145" y="24987"/>
                  </a:moveTo>
                  <a:lnTo>
                    <a:pt x="84145" y="24987"/>
                  </a:lnTo>
                  <a:cubicBezTo>
                    <a:pt x="83460" y="26107"/>
                    <a:pt x="82848" y="27271"/>
                    <a:pt x="82314" y="28469"/>
                  </a:cubicBezTo>
                  <a:cubicBezTo>
                    <a:pt x="82118" y="28657"/>
                    <a:pt x="81927" y="28850"/>
                    <a:pt x="81728" y="29038"/>
                  </a:cubicBezTo>
                  <a:lnTo>
                    <a:pt x="81725" y="29035"/>
                  </a:lnTo>
                  <a:cubicBezTo>
                    <a:pt x="81197" y="29531"/>
                    <a:pt x="80921" y="29734"/>
                    <a:pt x="80825" y="29734"/>
                  </a:cubicBezTo>
                  <a:cubicBezTo>
                    <a:pt x="80424" y="29734"/>
                    <a:pt x="83152" y="26191"/>
                    <a:pt x="83697" y="25527"/>
                  </a:cubicBezTo>
                  <a:cubicBezTo>
                    <a:pt x="83844" y="25348"/>
                    <a:pt x="83994" y="25166"/>
                    <a:pt x="84145" y="24987"/>
                  </a:cubicBezTo>
                  <a:close/>
                  <a:moveTo>
                    <a:pt x="94676" y="15039"/>
                  </a:moveTo>
                  <a:cubicBezTo>
                    <a:pt x="95427" y="15480"/>
                    <a:pt x="96349" y="15622"/>
                    <a:pt x="97293" y="15622"/>
                  </a:cubicBezTo>
                  <a:cubicBezTo>
                    <a:pt x="98252" y="15622"/>
                    <a:pt x="99234" y="15476"/>
                    <a:pt x="100084" y="15348"/>
                  </a:cubicBezTo>
                  <a:lnTo>
                    <a:pt x="100084" y="15348"/>
                  </a:lnTo>
                  <a:cubicBezTo>
                    <a:pt x="98932" y="16104"/>
                    <a:pt x="97855" y="16964"/>
                    <a:pt x="96865" y="17923"/>
                  </a:cubicBezTo>
                  <a:cubicBezTo>
                    <a:pt x="97168" y="17400"/>
                    <a:pt x="97456" y="16886"/>
                    <a:pt x="97722" y="16390"/>
                  </a:cubicBezTo>
                  <a:cubicBezTo>
                    <a:pt x="97784" y="16274"/>
                    <a:pt x="97684" y="16144"/>
                    <a:pt x="97577" y="16144"/>
                  </a:cubicBezTo>
                  <a:cubicBezTo>
                    <a:pt x="97540" y="16144"/>
                    <a:pt x="97503" y="16159"/>
                    <a:pt x="97471" y="16196"/>
                  </a:cubicBezTo>
                  <a:cubicBezTo>
                    <a:pt x="96746" y="17016"/>
                    <a:pt x="96053" y="17865"/>
                    <a:pt x="95355" y="18705"/>
                  </a:cubicBezTo>
                  <a:cubicBezTo>
                    <a:pt x="95909" y="17856"/>
                    <a:pt x="96446" y="16987"/>
                    <a:pt x="96934" y="16078"/>
                  </a:cubicBezTo>
                  <a:lnTo>
                    <a:pt x="96934" y="16075"/>
                  </a:lnTo>
                  <a:cubicBezTo>
                    <a:pt x="96996" y="15957"/>
                    <a:pt x="96897" y="15831"/>
                    <a:pt x="96789" y="15831"/>
                  </a:cubicBezTo>
                  <a:cubicBezTo>
                    <a:pt x="96752" y="15831"/>
                    <a:pt x="96713" y="15846"/>
                    <a:pt x="96680" y="15882"/>
                  </a:cubicBezTo>
                  <a:cubicBezTo>
                    <a:pt x="92471" y="20307"/>
                    <a:pt x="89364" y="25637"/>
                    <a:pt x="84933" y="29863"/>
                  </a:cubicBezTo>
                  <a:cubicBezTo>
                    <a:pt x="84551" y="30227"/>
                    <a:pt x="84351" y="30378"/>
                    <a:pt x="84283" y="30378"/>
                  </a:cubicBezTo>
                  <a:cubicBezTo>
                    <a:pt x="84181" y="30378"/>
                    <a:pt x="84371" y="30043"/>
                    <a:pt x="84687" y="29575"/>
                  </a:cubicBezTo>
                  <a:cubicBezTo>
                    <a:pt x="88813" y="25403"/>
                    <a:pt x="92817" y="21084"/>
                    <a:pt x="95669" y="15916"/>
                  </a:cubicBezTo>
                  <a:cubicBezTo>
                    <a:pt x="95734" y="15795"/>
                    <a:pt x="95639" y="15689"/>
                    <a:pt x="95533" y="15689"/>
                  </a:cubicBezTo>
                  <a:cubicBezTo>
                    <a:pt x="95497" y="15689"/>
                    <a:pt x="95460" y="15701"/>
                    <a:pt x="95427" y="15729"/>
                  </a:cubicBezTo>
                  <a:cubicBezTo>
                    <a:pt x="92791" y="17934"/>
                    <a:pt x="90851" y="20599"/>
                    <a:pt x="88879" y="23385"/>
                  </a:cubicBezTo>
                  <a:cubicBezTo>
                    <a:pt x="87456" y="25394"/>
                    <a:pt x="85631" y="27219"/>
                    <a:pt x="84439" y="29378"/>
                  </a:cubicBezTo>
                  <a:cubicBezTo>
                    <a:pt x="83961" y="29844"/>
                    <a:pt x="83702" y="30026"/>
                    <a:pt x="83587" y="30026"/>
                  </a:cubicBezTo>
                  <a:cubicBezTo>
                    <a:pt x="83353" y="30026"/>
                    <a:pt x="83728" y="29261"/>
                    <a:pt x="84093" y="28590"/>
                  </a:cubicBezTo>
                  <a:cubicBezTo>
                    <a:pt x="87196" y="25611"/>
                    <a:pt x="89621" y="22002"/>
                    <a:pt x="92014" y="18414"/>
                  </a:cubicBezTo>
                  <a:cubicBezTo>
                    <a:pt x="92959" y="17325"/>
                    <a:pt x="93865" y="16214"/>
                    <a:pt x="94676" y="15039"/>
                  </a:cubicBezTo>
                  <a:close/>
                  <a:moveTo>
                    <a:pt x="60272" y="4276"/>
                  </a:moveTo>
                  <a:cubicBezTo>
                    <a:pt x="59954" y="4931"/>
                    <a:pt x="59599" y="5569"/>
                    <a:pt x="59230" y="6199"/>
                  </a:cubicBezTo>
                  <a:cubicBezTo>
                    <a:pt x="53086" y="12261"/>
                    <a:pt x="47716" y="19418"/>
                    <a:pt x="42785" y="26616"/>
                  </a:cubicBezTo>
                  <a:cubicBezTo>
                    <a:pt x="41775" y="27912"/>
                    <a:pt x="40767" y="29214"/>
                    <a:pt x="39765" y="30519"/>
                  </a:cubicBezTo>
                  <a:cubicBezTo>
                    <a:pt x="42442" y="26743"/>
                    <a:pt x="45089" y="22946"/>
                    <a:pt x="47708" y="19124"/>
                  </a:cubicBezTo>
                  <a:cubicBezTo>
                    <a:pt x="48196" y="18411"/>
                    <a:pt x="48709" y="17715"/>
                    <a:pt x="49209" y="17013"/>
                  </a:cubicBezTo>
                  <a:cubicBezTo>
                    <a:pt x="51839" y="13869"/>
                    <a:pt x="54449" y="10726"/>
                    <a:pt x="56816" y="7388"/>
                  </a:cubicBezTo>
                  <a:cubicBezTo>
                    <a:pt x="56851" y="7354"/>
                    <a:pt x="56885" y="7313"/>
                    <a:pt x="56917" y="7276"/>
                  </a:cubicBezTo>
                  <a:cubicBezTo>
                    <a:pt x="57552" y="6580"/>
                    <a:pt x="60032" y="4767"/>
                    <a:pt x="60272" y="4276"/>
                  </a:cubicBezTo>
                  <a:close/>
                  <a:moveTo>
                    <a:pt x="108320" y="18370"/>
                  </a:moveTo>
                  <a:lnTo>
                    <a:pt x="108320" y="18370"/>
                  </a:lnTo>
                  <a:cubicBezTo>
                    <a:pt x="107775" y="19271"/>
                    <a:pt x="107203" y="20154"/>
                    <a:pt x="106594" y="21015"/>
                  </a:cubicBezTo>
                  <a:cubicBezTo>
                    <a:pt x="104870" y="23039"/>
                    <a:pt x="103225" y="25129"/>
                    <a:pt x="101622" y="27251"/>
                  </a:cubicBezTo>
                  <a:cubicBezTo>
                    <a:pt x="100863" y="28137"/>
                    <a:pt x="100098" y="29018"/>
                    <a:pt x="99345" y="29898"/>
                  </a:cubicBezTo>
                  <a:cubicBezTo>
                    <a:pt x="99143" y="30132"/>
                    <a:pt x="98946" y="30372"/>
                    <a:pt x="98747" y="30608"/>
                  </a:cubicBezTo>
                  <a:cubicBezTo>
                    <a:pt x="97760" y="30527"/>
                    <a:pt x="97682" y="30123"/>
                    <a:pt x="98533" y="29396"/>
                  </a:cubicBezTo>
                  <a:cubicBezTo>
                    <a:pt x="99740" y="27606"/>
                    <a:pt x="101409" y="26061"/>
                    <a:pt x="102884" y="24494"/>
                  </a:cubicBezTo>
                  <a:cubicBezTo>
                    <a:pt x="104743" y="22513"/>
                    <a:pt x="106169" y="20065"/>
                    <a:pt x="108320" y="18370"/>
                  </a:cubicBezTo>
                  <a:close/>
                  <a:moveTo>
                    <a:pt x="84049" y="9366"/>
                  </a:moveTo>
                  <a:cubicBezTo>
                    <a:pt x="80899" y="14664"/>
                    <a:pt x="76419" y="19124"/>
                    <a:pt x="72579" y="23913"/>
                  </a:cubicBezTo>
                  <a:cubicBezTo>
                    <a:pt x="70561" y="26428"/>
                    <a:pt x="68589" y="28983"/>
                    <a:pt x="66635" y="31552"/>
                  </a:cubicBezTo>
                  <a:cubicBezTo>
                    <a:pt x="68139" y="29454"/>
                    <a:pt x="69643" y="27355"/>
                    <a:pt x="71147" y="25253"/>
                  </a:cubicBezTo>
                  <a:cubicBezTo>
                    <a:pt x="72998" y="22672"/>
                    <a:pt x="74970" y="20175"/>
                    <a:pt x="76979" y="17715"/>
                  </a:cubicBezTo>
                  <a:cubicBezTo>
                    <a:pt x="77865" y="16705"/>
                    <a:pt x="78737" y="15685"/>
                    <a:pt x="79577" y="14649"/>
                  </a:cubicBezTo>
                  <a:cubicBezTo>
                    <a:pt x="81145" y="12954"/>
                    <a:pt x="82932" y="11245"/>
                    <a:pt x="84049" y="9366"/>
                  </a:cubicBezTo>
                  <a:close/>
                  <a:moveTo>
                    <a:pt x="87815" y="11646"/>
                  </a:moveTo>
                  <a:cubicBezTo>
                    <a:pt x="87936" y="11646"/>
                    <a:pt x="87864" y="11955"/>
                    <a:pt x="87444" y="12793"/>
                  </a:cubicBezTo>
                  <a:cubicBezTo>
                    <a:pt x="87213" y="13255"/>
                    <a:pt x="86968" y="13705"/>
                    <a:pt x="86708" y="14150"/>
                  </a:cubicBezTo>
                  <a:cubicBezTo>
                    <a:pt x="83582" y="17519"/>
                    <a:pt x="80819" y="21272"/>
                    <a:pt x="78217" y="25155"/>
                  </a:cubicBezTo>
                  <a:cubicBezTo>
                    <a:pt x="76456" y="27352"/>
                    <a:pt x="74727" y="29572"/>
                    <a:pt x="73032" y="31818"/>
                  </a:cubicBezTo>
                  <a:cubicBezTo>
                    <a:pt x="74002" y="30461"/>
                    <a:pt x="74972" y="29098"/>
                    <a:pt x="75940" y="27736"/>
                  </a:cubicBezTo>
                  <a:cubicBezTo>
                    <a:pt x="79416" y="22828"/>
                    <a:pt x="83414" y="18194"/>
                    <a:pt x="86466" y="12998"/>
                  </a:cubicBezTo>
                  <a:cubicBezTo>
                    <a:pt x="87004" y="12351"/>
                    <a:pt x="87631" y="11646"/>
                    <a:pt x="87815" y="11646"/>
                  </a:cubicBezTo>
                  <a:close/>
                  <a:moveTo>
                    <a:pt x="66554" y="3078"/>
                  </a:moveTo>
                  <a:cubicBezTo>
                    <a:pt x="66687" y="3136"/>
                    <a:pt x="66817" y="3199"/>
                    <a:pt x="66941" y="3274"/>
                  </a:cubicBezTo>
                  <a:cubicBezTo>
                    <a:pt x="67051" y="3323"/>
                    <a:pt x="67146" y="3384"/>
                    <a:pt x="67244" y="3436"/>
                  </a:cubicBezTo>
                  <a:cubicBezTo>
                    <a:pt x="67227" y="3447"/>
                    <a:pt x="67209" y="3450"/>
                    <a:pt x="67195" y="3470"/>
                  </a:cubicBezTo>
                  <a:cubicBezTo>
                    <a:pt x="65601" y="5543"/>
                    <a:pt x="64002" y="7613"/>
                    <a:pt x="62391" y="9678"/>
                  </a:cubicBezTo>
                  <a:cubicBezTo>
                    <a:pt x="61282" y="11032"/>
                    <a:pt x="60205" y="12417"/>
                    <a:pt x="59157" y="13832"/>
                  </a:cubicBezTo>
                  <a:cubicBezTo>
                    <a:pt x="54446" y="19866"/>
                    <a:pt x="49731" y="25900"/>
                    <a:pt x="45127" y="32014"/>
                  </a:cubicBezTo>
                  <a:cubicBezTo>
                    <a:pt x="48204" y="27750"/>
                    <a:pt x="51357" y="23538"/>
                    <a:pt x="54449" y="19288"/>
                  </a:cubicBezTo>
                  <a:cubicBezTo>
                    <a:pt x="58413" y="13838"/>
                    <a:pt x="63090" y="8878"/>
                    <a:pt x="66554" y="3078"/>
                  </a:cubicBezTo>
                  <a:close/>
                  <a:moveTo>
                    <a:pt x="84725" y="10134"/>
                  </a:moveTo>
                  <a:lnTo>
                    <a:pt x="84725" y="10134"/>
                  </a:lnTo>
                  <a:cubicBezTo>
                    <a:pt x="83232" y="12567"/>
                    <a:pt x="81509" y="14857"/>
                    <a:pt x="79794" y="17135"/>
                  </a:cubicBezTo>
                  <a:cubicBezTo>
                    <a:pt x="75530" y="22785"/>
                    <a:pt x="71251" y="28388"/>
                    <a:pt x="67053" y="34067"/>
                  </a:cubicBezTo>
                  <a:cubicBezTo>
                    <a:pt x="68979" y="31336"/>
                    <a:pt x="70910" y="28605"/>
                    <a:pt x="72807" y="25856"/>
                  </a:cubicBezTo>
                  <a:cubicBezTo>
                    <a:pt x="75631" y="21765"/>
                    <a:pt x="78451" y="17686"/>
                    <a:pt x="81540" y="13792"/>
                  </a:cubicBezTo>
                  <a:lnTo>
                    <a:pt x="81540" y="13794"/>
                  </a:lnTo>
                  <a:cubicBezTo>
                    <a:pt x="82458" y="12640"/>
                    <a:pt x="84104" y="11144"/>
                    <a:pt x="84725" y="10134"/>
                  </a:cubicBezTo>
                  <a:close/>
                  <a:moveTo>
                    <a:pt x="107735" y="16116"/>
                  </a:moveTo>
                  <a:cubicBezTo>
                    <a:pt x="107787" y="16116"/>
                    <a:pt x="106195" y="19367"/>
                    <a:pt x="105783" y="19973"/>
                  </a:cubicBezTo>
                  <a:cubicBezTo>
                    <a:pt x="105575" y="20276"/>
                    <a:pt x="105347" y="20564"/>
                    <a:pt x="105127" y="20862"/>
                  </a:cubicBezTo>
                  <a:cubicBezTo>
                    <a:pt x="103716" y="22528"/>
                    <a:pt x="102350" y="24245"/>
                    <a:pt x="100909" y="25879"/>
                  </a:cubicBezTo>
                  <a:cubicBezTo>
                    <a:pt x="100520" y="26304"/>
                    <a:pt x="100130" y="26728"/>
                    <a:pt x="99743" y="27150"/>
                  </a:cubicBezTo>
                  <a:cubicBezTo>
                    <a:pt x="99604" y="27303"/>
                    <a:pt x="99463" y="27453"/>
                    <a:pt x="99324" y="27603"/>
                  </a:cubicBezTo>
                  <a:cubicBezTo>
                    <a:pt x="96469" y="30591"/>
                    <a:pt x="93545" y="33475"/>
                    <a:pt x="90915" y="36642"/>
                  </a:cubicBezTo>
                  <a:cubicBezTo>
                    <a:pt x="91492" y="35747"/>
                    <a:pt x="92058" y="34800"/>
                    <a:pt x="92520" y="34079"/>
                  </a:cubicBezTo>
                  <a:lnTo>
                    <a:pt x="92523" y="34079"/>
                  </a:lnTo>
                  <a:cubicBezTo>
                    <a:pt x="94688" y="31483"/>
                    <a:pt x="96859" y="28893"/>
                    <a:pt x="99099" y="26373"/>
                  </a:cubicBezTo>
                  <a:cubicBezTo>
                    <a:pt x="101527" y="23639"/>
                    <a:pt x="103958" y="20943"/>
                    <a:pt x="105970" y="17931"/>
                  </a:cubicBezTo>
                  <a:cubicBezTo>
                    <a:pt x="106542" y="17311"/>
                    <a:pt x="107125" y="16705"/>
                    <a:pt x="107731" y="16118"/>
                  </a:cubicBezTo>
                  <a:cubicBezTo>
                    <a:pt x="107733" y="16117"/>
                    <a:pt x="107734" y="16116"/>
                    <a:pt x="107735" y="16116"/>
                  </a:cubicBezTo>
                  <a:close/>
                  <a:moveTo>
                    <a:pt x="95285" y="33458"/>
                  </a:moveTo>
                  <a:cubicBezTo>
                    <a:pt x="93796" y="35150"/>
                    <a:pt x="92231" y="37277"/>
                    <a:pt x="90811" y="39474"/>
                  </a:cubicBezTo>
                  <a:cubicBezTo>
                    <a:pt x="90490" y="39855"/>
                    <a:pt x="90208" y="40238"/>
                    <a:pt x="90009" y="40629"/>
                  </a:cubicBezTo>
                  <a:lnTo>
                    <a:pt x="90009" y="40629"/>
                  </a:lnTo>
                  <a:cubicBezTo>
                    <a:pt x="90044" y="40529"/>
                    <a:pt x="89965" y="40400"/>
                    <a:pt x="89866" y="40400"/>
                  </a:cubicBezTo>
                  <a:cubicBezTo>
                    <a:pt x="89840" y="40400"/>
                    <a:pt x="89813" y="40409"/>
                    <a:pt x="89786" y="40430"/>
                  </a:cubicBezTo>
                  <a:cubicBezTo>
                    <a:pt x="89372" y="40741"/>
                    <a:pt x="89221" y="40864"/>
                    <a:pt x="89216" y="40864"/>
                  </a:cubicBezTo>
                  <a:cubicBezTo>
                    <a:pt x="89208" y="40864"/>
                    <a:pt x="89615" y="40513"/>
                    <a:pt x="89869" y="40133"/>
                  </a:cubicBezTo>
                  <a:cubicBezTo>
                    <a:pt x="91454" y="37754"/>
                    <a:pt x="93400" y="35597"/>
                    <a:pt x="95285" y="33458"/>
                  </a:cubicBezTo>
                  <a:close/>
                  <a:moveTo>
                    <a:pt x="89291" y="12009"/>
                  </a:moveTo>
                  <a:cubicBezTo>
                    <a:pt x="89483" y="12009"/>
                    <a:pt x="86058" y="16573"/>
                    <a:pt x="86101" y="16573"/>
                  </a:cubicBezTo>
                  <a:cubicBezTo>
                    <a:pt x="86109" y="16573"/>
                    <a:pt x="86249" y="16400"/>
                    <a:pt x="86573" y="15986"/>
                  </a:cubicBezTo>
                  <a:lnTo>
                    <a:pt x="86573" y="15986"/>
                  </a:lnTo>
                  <a:cubicBezTo>
                    <a:pt x="80264" y="24045"/>
                    <a:pt x="74310" y="32497"/>
                    <a:pt x="68490" y="40969"/>
                  </a:cubicBezTo>
                  <a:lnTo>
                    <a:pt x="68490" y="40969"/>
                  </a:lnTo>
                  <a:cubicBezTo>
                    <a:pt x="68664" y="40714"/>
                    <a:pt x="68838" y="40458"/>
                    <a:pt x="69011" y="40202"/>
                  </a:cubicBezTo>
                  <a:cubicBezTo>
                    <a:pt x="72536" y="34985"/>
                    <a:pt x="75954" y="29699"/>
                    <a:pt x="79427" y="24447"/>
                  </a:cubicBezTo>
                  <a:cubicBezTo>
                    <a:pt x="79797" y="23887"/>
                    <a:pt x="80175" y="23333"/>
                    <a:pt x="80550" y="22779"/>
                  </a:cubicBezTo>
                  <a:cubicBezTo>
                    <a:pt x="82672" y="20183"/>
                    <a:pt x="84811" y="17617"/>
                    <a:pt x="86587" y="14808"/>
                  </a:cubicBezTo>
                  <a:cubicBezTo>
                    <a:pt x="87410" y="13878"/>
                    <a:pt x="88273" y="12989"/>
                    <a:pt x="89156" y="12117"/>
                  </a:cubicBezTo>
                  <a:cubicBezTo>
                    <a:pt x="89231" y="12043"/>
                    <a:pt x="89275" y="12009"/>
                    <a:pt x="89291" y="12009"/>
                  </a:cubicBezTo>
                  <a:close/>
                  <a:moveTo>
                    <a:pt x="61220" y="4814"/>
                  </a:moveTo>
                  <a:cubicBezTo>
                    <a:pt x="61609" y="4814"/>
                    <a:pt x="58071" y="9421"/>
                    <a:pt x="57653" y="10004"/>
                  </a:cubicBezTo>
                  <a:cubicBezTo>
                    <a:pt x="55745" y="12668"/>
                    <a:pt x="53767" y="15281"/>
                    <a:pt x="51784" y="17888"/>
                  </a:cubicBezTo>
                  <a:cubicBezTo>
                    <a:pt x="47133" y="23991"/>
                    <a:pt x="42329" y="29973"/>
                    <a:pt x="37615" y="36024"/>
                  </a:cubicBezTo>
                  <a:cubicBezTo>
                    <a:pt x="36243" y="37785"/>
                    <a:pt x="34886" y="39558"/>
                    <a:pt x="33544" y="41339"/>
                  </a:cubicBezTo>
                  <a:cubicBezTo>
                    <a:pt x="33859" y="40831"/>
                    <a:pt x="34176" y="40320"/>
                    <a:pt x="34497" y="39824"/>
                  </a:cubicBezTo>
                  <a:cubicBezTo>
                    <a:pt x="37514" y="35118"/>
                    <a:pt x="40611" y="30357"/>
                    <a:pt x="43868" y="25695"/>
                  </a:cubicBezTo>
                  <a:cubicBezTo>
                    <a:pt x="45961" y="23030"/>
                    <a:pt x="48083" y="20388"/>
                    <a:pt x="50254" y="17796"/>
                  </a:cubicBezTo>
                  <a:cubicBezTo>
                    <a:pt x="53254" y="14216"/>
                    <a:pt x="56447" y="10827"/>
                    <a:pt x="59002" y="6955"/>
                  </a:cubicBezTo>
                  <a:cubicBezTo>
                    <a:pt x="59438" y="6505"/>
                    <a:pt x="59856" y="6037"/>
                    <a:pt x="60298" y="5595"/>
                  </a:cubicBezTo>
                  <a:cubicBezTo>
                    <a:pt x="60852" y="5042"/>
                    <a:pt x="61134" y="4814"/>
                    <a:pt x="61220" y="4814"/>
                  </a:cubicBezTo>
                  <a:close/>
                  <a:moveTo>
                    <a:pt x="68873" y="10082"/>
                  </a:moveTo>
                  <a:cubicBezTo>
                    <a:pt x="68097" y="11383"/>
                    <a:pt x="67261" y="12649"/>
                    <a:pt x="66395" y="13893"/>
                  </a:cubicBezTo>
                  <a:cubicBezTo>
                    <a:pt x="61912" y="18933"/>
                    <a:pt x="57902" y="24372"/>
                    <a:pt x="54019" y="29907"/>
                  </a:cubicBezTo>
                  <a:cubicBezTo>
                    <a:pt x="51085" y="33770"/>
                    <a:pt x="48213" y="37681"/>
                    <a:pt x="45309" y="41565"/>
                  </a:cubicBezTo>
                  <a:cubicBezTo>
                    <a:pt x="45164" y="41758"/>
                    <a:pt x="45020" y="41951"/>
                    <a:pt x="44875" y="42145"/>
                  </a:cubicBezTo>
                  <a:cubicBezTo>
                    <a:pt x="45358" y="41452"/>
                    <a:pt x="45837" y="40750"/>
                    <a:pt x="46322" y="40063"/>
                  </a:cubicBezTo>
                  <a:cubicBezTo>
                    <a:pt x="49010" y="36261"/>
                    <a:pt x="51689" y="32447"/>
                    <a:pt x="54356" y="28628"/>
                  </a:cubicBezTo>
                  <a:cubicBezTo>
                    <a:pt x="55355" y="27233"/>
                    <a:pt x="56357" y="25839"/>
                    <a:pt x="57356" y="24442"/>
                  </a:cubicBezTo>
                  <a:cubicBezTo>
                    <a:pt x="60076" y="20665"/>
                    <a:pt x="63069" y="17164"/>
                    <a:pt x="65679" y="13376"/>
                  </a:cubicBezTo>
                  <a:cubicBezTo>
                    <a:pt x="67000" y="12113"/>
                    <a:pt x="68421" y="10838"/>
                    <a:pt x="68873" y="10082"/>
                  </a:cubicBezTo>
                  <a:close/>
                  <a:moveTo>
                    <a:pt x="75076" y="19886"/>
                  </a:moveTo>
                  <a:lnTo>
                    <a:pt x="75076" y="19886"/>
                  </a:lnTo>
                  <a:cubicBezTo>
                    <a:pt x="70166" y="26232"/>
                    <a:pt x="65497" y="32742"/>
                    <a:pt x="60693" y="39243"/>
                  </a:cubicBezTo>
                  <a:lnTo>
                    <a:pt x="60690" y="39240"/>
                  </a:lnTo>
                  <a:cubicBezTo>
                    <a:pt x="59605" y="40713"/>
                    <a:pt x="58508" y="42191"/>
                    <a:pt x="57408" y="43672"/>
                  </a:cubicBezTo>
                  <a:cubicBezTo>
                    <a:pt x="58595" y="41928"/>
                    <a:pt x="59793" y="40193"/>
                    <a:pt x="61005" y="38473"/>
                  </a:cubicBezTo>
                  <a:cubicBezTo>
                    <a:pt x="65356" y="32315"/>
                    <a:pt x="69733" y="26087"/>
                    <a:pt x="74655" y="20368"/>
                  </a:cubicBezTo>
                  <a:cubicBezTo>
                    <a:pt x="74793" y="20206"/>
                    <a:pt x="74935" y="20048"/>
                    <a:pt x="75076" y="19886"/>
                  </a:cubicBezTo>
                  <a:close/>
                  <a:moveTo>
                    <a:pt x="55344" y="31778"/>
                  </a:moveTo>
                  <a:lnTo>
                    <a:pt x="55344" y="31778"/>
                  </a:lnTo>
                  <a:cubicBezTo>
                    <a:pt x="54515" y="32918"/>
                    <a:pt x="53689" y="34058"/>
                    <a:pt x="52864" y="35196"/>
                  </a:cubicBezTo>
                  <a:cubicBezTo>
                    <a:pt x="50797" y="38037"/>
                    <a:pt x="48640" y="40860"/>
                    <a:pt x="46458" y="43681"/>
                  </a:cubicBezTo>
                  <a:cubicBezTo>
                    <a:pt x="46983" y="42936"/>
                    <a:pt x="47508" y="42194"/>
                    <a:pt x="48034" y="41449"/>
                  </a:cubicBezTo>
                  <a:cubicBezTo>
                    <a:pt x="50358" y="38164"/>
                    <a:pt x="52832" y="34962"/>
                    <a:pt x="55344" y="31778"/>
                  </a:cubicBezTo>
                  <a:close/>
                  <a:moveTo>
                    <a:pt x="55774" y="396"/>
                  </a:moveTo>
                  <a:cubicBezTo>
                    <a:pt x="56683" y="462"/>
                    <a:pt x="56995" y="1372"/>
                    <a:pt x="57668" y="2200"/>
                  </a:cubicBezTo>
                  <a:cubicBezTo>
                    <a:pt x="56542" y="3468"/>
                    <a:pt x="55430" y="4747"/>
                    <a:pt x="54333" y="6040"/>
                  </a:cubicBezTo>
                  <a:lnTo>
                    <a:pt x="54330" y="6037"/>
                  </a:lnTo>
                  <a:cubicBezTo>
                    <a:pt x="55176" y="4599"/>
                    <a:pt x="55936" y="3112"/>
                    <a:pt x="56608" y="1585"/>
                  </a:cubicBezTo>
                  <a:cubicBezTo>
                    <a:pt x="56656" y="1471"/>
                    <a:pt x="56564" y="1338"/>
                    <a:pt x="56463" y="1338"/>
                  </a:cubicBezTo>
                  <a:cubicBezTo>
                    <a:pt x="56428" y="1338"/>
                    <a:pt x="56392" y="1354"/>
                    <a:pt x="56360" y="1392"/>
                  </a:cubicBezTo>
                  <a:cubicBezTo>
                    <a:pt x="51966" y="6586"/>
                    <a:pt x="48302" y="12550"/>
                    <a:pt x="44304" y="18061"/>
                  </a:cubicBezTo>
                  <a:cubicBezTo>
                    <a:pt x="41772" y="21546"/>
                    <a:pt x="39301" y="25074"/>
                    <a:pt x="36829" y="28602"/>
                  </a:cubicBezTo>
                  <a:cubicBezTo>
                    <a:pt x="32811" y="33735"/>
                    <a:pt x="28853" y="38914"/>
                    <a:pt x="24955" y="44134"/>
                  </a:cubicBezTo>
                  <a:cubicBezTo>
                    <a:pt x="25198" y="43787"/>
                    <a:pt x="25452" y="43450"/>
                    <a:pt x="25688" y="43098"/>
                  </a:cubicBezTo>
                  <a:cubicBezTo>
                    <a:pt x="33639" y="31396"/>
                    <a:pt x="41639" y="19950"/>
                    <a:pt x="50098" y="8604"/>
                  </a:cubicBezTo>
                  <a:cubicBezTo>
                    <a:pt x="51129" y="7224"/>
                    <a:pt x="52116" y="5725"/>
                    <a:pt x="53043" y="4256"/>
                  </a:cubicBezTo>
                  <a:cubicBezTo>
                    <a:pt x="54019" y="3029"/>
                    <a:pt x="54945" y="1764"/>
                    <a:pt x="55774" y="396"/>
                  </a:cubicBezTo>
                  <a:close/>
                  <a:moveTo>
                    <a:pt x="58043" y="2552"/>
                  </a:moveTo>
                  <a:cubicBezTo>
                    <a:pt x="58364" y="2804"/>
                    <a:pt x="58765" y="2977"/>
                    <a:pt x="59218" y="3095"/>
                  </a:cubicBezTo>
                  <a:cubicBezTo>
                    <a:pt x="54423" y="7749"/>
                    <a:pt x="50768" y="13953"/>
                    <a:pt x="46697" y="19239"/>
                  </a:cubicBezTo>
                  <a:cubicBezTo>
                    <a:pt x="45909" y="20264"/>
                    <a:pt x="45150" y="21306"/>
                    <a:pt x="44379" y="22340"/>
                  </a:cubicBezTo>
                  <a:cubicBezTo>
                    <a:pt x="40525" y="27069"/>
                    <a:pt x="36997" y="32081"/>
                    <a:pt x="33587" y="37188"/>
                  </a:cubicBezTo>
                  <a:cubicBezTo>
                    <a:pt x="32753" y="38322"/>
                    <a:pt x="31921" y="39463"/>
                    <a:pt x="31067" y="40586"/>
                  </a:cubicBezTo>
                  <a:cubicBezTo>
                    <a:pt x="29892" y="42127"/>
                    <a:pt x="28702" y="43658"/>
                    <a:pt x="27499" y="45179"/>
                  </a:cubicBezTo>
                  <a:cubicBezTo>
                    <a:pt x="28229" y="44073"/>
                    <a:pt x="28965" y="42970"/>
                    <a:pt x="29698" y="41871"/>
                  </a:cubicBezTo>
                  <a:cubicBezTo>
                    <a:pt x="34246" y="35098"/>
                    <a:pt x="38836" y="28356"/>
                    <a:pt x="43689" y="21797"/>
                  </a:cubicBezTo>
                  <a:cubicBezTo>
                    <a:pt x="48406" y="15417"/>
                    <a:pt x="54189" y="9533"/>
                    <a:pt x="58043" y="2552"/>
                  </a:cubicBezTo>
                  <a:close/>
                  <a:moveTo>
                    <a:pt x="74839" y="40649"/>
                  </a:moveTo>
                  <a:cubicBezTo>
                    <a:pt x="74854" y="40649"/>
                    <a:pt x="72536" y="44019"/>
                    <a:pt x="72161" y="44541"/>
                  </a:cubicBezTo>
                  <a:cubicBezTo>
                    <a:pt x="71817" y="45023"/>
                    <a:pt x="71476" y="45502"/>
                    <a:pt x="71136" y="45979"/>
                  </a:cubicBezTo>
                  <a:cubicBezTo>
                    <a:pt x="72042" y="44668"/>
                    <a:pt x="72946" y="43360"/>
                    <a:pt x="73855" y="42050"/>
                  </a:cubicBezTo>
                  <a:cubicBezTo>
                    <a:pt x="74561" y="41035"/>
                    <a:pt x="74834" y="40649"/>
                    <a:pt x="74839" y="40649"/>
                  </a:cubicBezTo>
                  <a:close/>
                  <a:moveTo>
                    <a:pt x="56409" y="34416"/>
                  </a:moveTo>
                  <a:lnTo>
                    <a:pt x="56409" y="34419"/>
                  </a:lnTo>
                  <a:cubicBezTo>
                    <a:pt x="54763" y="36864"/>
                    <a:pt x="53109" y="39310"/>
                    <a:pt x="51412" y="41720"/>
                  </a:cubicBezTo>
                  <a:cubicBezTo>
                    <a:pt x="50026" y="43692"/>
                    <a:pt x="48626" y="45655"/>
                    <a:pt x="47214" y="47607"/>
                  </a:cubicBezTo>
                  <a:cubicBezTo>
                    <a:pt x="47399" y="47333"/>
                    <a:pt x="47578" y="47053"/>
                    <a:pt x="47762" y="46778"/>
                  </a:cubicBezTo>
                  <a:cubicBezTo>
                    <a:pt x="50586" y="42615"/>
                    <a:pt x="53490" y="38510"/>
                    <a:pt x="56409" y="34416"/>
                  </a:cubicBezTo>
                  <a:close/>
                  <a:moveTo>
                    <a:pt x="51454" y="21673"/>
                  </a:moveTo>
                  <a:lnTo>
                    <a:pt x="51454" y="21673"/>
                  </a:lnTo>
                  <a:cubicBezTo>
                    <a:pt x="48295" y="26079"/>
                    <a:pt x="45229" y="30553"/>
                    <a:pt x="42075" y="34965"/>
                  </a:cubicBezTo>
                  <a:cubicBezTo>
                    <a:pt x="38374" y="40138"/>
                    <a:pt x="34399" y="45090"/>
                    <a:pt x="30484" y="50098"/>
                  </a:cubicBezTo>
                  <a:cubicBezTo>
                    <a:pt x="33111" y="46057"/>
                    <a:pt x="35781" y="42044"/>
                    <a:pt x="38694" y="38213"/>
                  </a:cubicBezTo>
                  <a:cubicBezTo>
                    <a:pt x="42907" y="32669"/>
                    <a:pt x="47260" y="27232"/>
                    <a:pt x="51454" y="21673"/>
                  </a:cubicBezTo>
                  <a:close/>
                  <a:moveTo>
                    <a:pt x="62414" y="3751"/>
                  </a:moveTo>
                  <a:cubicBezTo>
                    <a:pt x="62729" y="3860"/>
                    <a:pt x="63017" y="3999"/>
                    <a:pt x="63248" y="4186"/>
                  </a:cubicBezTo>
                  <a:cubicBezTo>
                    <a:pt x="63283" y="4211"/>
                    <a:pt x="63324" y="4225"/>
                    <a:pt x="63365" y="4225"/>
                  </a:cubicBezTo>
                  <a:cubicBezTo>
                    <a:pt x="63373" y="4225"/>
                    <a:pt x="63380" y="4225"/>
                    <a:pt x="63387" y="4224"/>
                  </a:cubicBezTo>
                  <a:lnTo>
                    <a:pt x="63387" y="4224"/>
                  </a:lnTo>
                  <a:cubicBezTo>
                    <a:pt x="59498" y="10215"/>
                    <a:pt x="54763" y="15553"/>
                    <a:pt x="50320" y="21127"/>
                  </a:cubicBezTo>
                  <a:cubicBezTo>
                    <a:pt x="46296" y="26180"/>
                    <a:pt x="42511" y="31434"/>
                    <a:pt x="38599" y="36573"/>
                  </a:cubicBezTo>
                  <a:cubicBezTo>
                    <a:pt x="34681" y="41720"/>
                    <a:pt x="30738" y="46836"/>
                    <a:pt x="27068" y="52163"/>
                  </a:cubicBezTo>
                  <a:cubicBezTo>
                    <a:pt x="28861" y="49175"/>
                    <a:pt x="30599" y="46169"/>
                    <a:pt x="32360" y="43262"/>
                  </a:cubicBezTo>
                  <a:cubicBezTo>
                    <a:pt x="42263" y="30008"/>
                    <a:pt x="53132" y="17395"/>
                    <a:pt x="62414" y="3751"/>
                  </a:cubicBezTo>
                  <a:close/>
                  <a:moveTo>
                    <a:pt x="51706" y="5878"/>
                  </a:moveTo>
                  <a:lnTo>
                    <a:pt x="51706" y="5878"/>
                  </a:lnTo>
                  <a:cubicBezTo>
                    <a:pt x="44362" y="16468"/>
                    <a:pt x="36174" y="26465"/>
                    <a:pt x="29130" y="37295"/>
                  </a:cubicBezTo>
                  <a:cubicBezTo>
                    <a:pt x="25593" y="42731"/>
                    <a:pt x="21860" y="47962"/>
                    <a:pt x="17951" y="53101"/>
                  </a:cubicBezTo>
                  <a:cubicBezTo>
                    <a:pt x="20015" y="49426"/>
                    <a:pt x="22123" y="45808"/>
                    <a:pt x="24545" y="42514"/>
                  </a:cubicBezTo>
                  <a:cubicBezTo>
                    <a:pt x="29866" y="35274"/>
                    <a:pt x="35091" y="27949"/>
                    <a:pt x="40334" y="20651"/>
                  </a:cubicBezTo>
                  <a:cubicBezTo>
                    <a:pt x="43285" y="16543"/>
                    <a:pt x="46114" y="12331"/>
                    <a:pt x="49440" y="8511"/>
                  </a:cubicBezTo>
                  <a:lnTo>
                    <a:pt x="49440" y="8508"/>
                  </a:lnTo>
                  <a:cubicBezTo>
                    <a:pt x="50205" y="7628"/>
                    <a:pt x="50961" y="6756"/>
                    <a:pt x="51706" y="5878"/>
                  </a:cubicBezTo>
                  <a:close/>
                  <a:moveTo>
                    <a:pt x="82556" y="7316"/>
                  </a:moveTo>
                  <a:cubicBezTo>
                    <a:pt x="82900" y="7316"/>
                    <a:pt x="83235" y="7359"/>
                    <a:pt x="83564" y="7437"/>
                  </a:cubicBezTo>
                  <a:cubicBezTo>
                    <a:pt x="74360" y="16650"/>
                    <a:pt x="67631" y="28010"/>
                    <a:pt x="60076" y="38539"/>
                  </a:cubicBezTo>
                  <a:cubicBezTo>
                    <a:pt x="56522" y="43493"/>
                    <a:pt x="52867" y="48369"/>
                    <a:pt x="49194" y="53237"/>
                  </a:cubicBezTo>
                  <a:cubicBezTo>
                    <a:pt x="51163" y="50410"/>
                    <a:pt x="53121" y="47578"/>
                    <a:pt x="55069" y="44737"/>
                  </a:cubicBezTo>
                  <a:cubicBezTo>
                    <a:pt x="59478" y="38314"/>
                    <a:pt x="63852" y="31881"/>
                    <a:pt x="68485" y="25617"/>
                  </a:cubicBezTo>
                  <a:cubicBezTo>
                    <a:pt x="70882" y="22377"/>
                    <a:pt x="73298" y="19153"/>
                    <a:pt x="75677" y="15899"/>
                  </a:cubicBezTo>
                  <a:cubicBezTo>
                    <a:pt x="77481" y="13434"/>
                    <a:pt x="79343" y="9487"/>
                    <a:pt x="81907" y="7781"/>
                  </a:cubicBezTo>
                  <a:cubicBezTo>
                    <a:pt x="82044" y="7689"/>
                    <a:pt x="81961" y="7492"/>
                    <a:pt x="81834" y="7492"/>
                  </a:cubicBezTo>
                  <a:cubicBezTo>
                    <a:pt x="81809" y="7492"/>
                    <a:pt x="81782" y="7500"/>
                    <a:pt x="81754" y="7518"/>
                  </a:cubicBezTo>
                  <a:cubicBezTo>
                    <a:pt x="80923" y="8069"/>
                    <a:pt x="80152" y="8800"/>
                    <a:pt x="79421" y="9631"/>
                  </a:cubicBezTo>
                  <a:cubicBezTo>
                    <a:pt x="79811" y="8950"/>
                    <a:pt x="80184" y="8254"/>
                    <a:pt x="80536" y="7544"/>
                  </a:cubicBezTo>
                  <a:cubicBezTo>
                    <a:pt x="80540" y="7629"/>
                    <a:pt x="80612" y="7711"/>
                    <a:pt x="80705" y="7711"/>
                  </a:cubicBezTo>
                  <a:cubicBezTo>
                    <a:pt x="80727" y="7711"/>
                    <a:pt x="80749" y="7707"/>
                    <a:pt x="80772" y="7697"/>
                  </a:cubicBezTo>
                  <a:cubicBezTo>
                    <a:pt x="80845" y="7668"/>
                    <a:pt x="80911" y="7645"/>
                    <a:pt x="80980" y="7619"/>
                  </a:cubicBezTo>
                  <a:cubicBezTo>
                    <a:pt x="81021" y="7680"/>
                    <a:pt x="81053" y="7749"/>
                    <a:pt x="81099" y="7807"/>
                  </a:cubicBezTo>
                  <a:cubicBezTo>
                    <a:pt x="81108" y="7817"/>
                    <a:pt x="81118" y="7821"/>
                    <a:pt x="81127" y="7821"/>
                  </a:cubicBezTo>
                  <a:cubicBezTo>
                    <a:pt x="81156" y="7821"/>
                    <a:pt x="81183" y="7784"/>
                    <a:pt x="81168" y="7752"/>
                  </a:cubicBezTo>
                  <a:cubicBezTo>
                    <a:pt x="81139" y="7697"/>
                    <a:pt x="81116" y="7636"/>
                    <a:pt x="81090" y="7579"/>
                  </a:cubicBezTo>
                  <a:cubicBezTo>
                    <a:pt x="81599" y="7397"/>
                    <a:pt x="82086" y="7316"/>
                    <a:pt x="82556" y="7316"/>
                  </a:cubicBezTo>
                  <a:close/>
                  <a:moveTo>
                    <a:pt x="54007" y="23772"/>
                  </a:moveTo>
                  <a:cubicBezTo>
                    <a:pt x="50823" y="28270"/>
                    <a:pt x="47693" y="32808"/>
                    <a:pt x="44529" y="37283"/>
                  </a:cubicBezTo>
                  <a:cubicBezTo>
                    <a:pt x="40753" y="42624"/>
                    <a:pt x="36971" y="47962"/>
                    <a:pt x="33186" y="53297"/>
                  </a:cubicBezTo>
                  <a:cubicBezTo>
                    <a:pt x="36162" y="48724"/>
                    <a:pt x="39012" y="44091"/>
                    <a:pt x="41962" y="39728"/>
                  </a:cubicBezTo>
                  <a:cubicBezTo>
                    <a:pt x="43363" y="37653"/>
                    <a:pt x="44754" y="35539"/>
                    <a:pt x="46146" y="33409"/>
                  </a:cubicBezTo>
                  <a:cubicBezTo>
                    <a:pt x="48718" y="30201"/>
                    <a:pt x="51380" y="27005"/>
                    <a:pt x="54007" y="23772"/>
                  </a:cubicBezTo>
                  <a:close/>
                  <a:moveTo>
                    <a:pt x="81428" y="18162"/>
                  </a:moveTo>
                  <a:lnTo>
                    <a:pt x="81428" y="18162"/>
                  </a:lnTo>
                  <a:cubicBezTo>
                    <a:pt x="80677" y="19332"/>
                    <a:pt x="79935" y="20495"/>
                    <a:pt x="79179" y="21624"/>
                  </a:cubicBezTo>
                  <a:lnTo>
                    <a:pt x="79179" y="21627"/>
                  </a:lnTo>
                  <a:cubicBezTo>
                    <a:pt x="78235" y="22900"/>
                    <a:pt x="77305" y="24188"/>
                    <a:pt x="76390" y="25490"/>
                  </a:cubicBezTo>
                  <a:cubicBezTo>
                    <a:pt x="72213" y="31062"/>
                    <a:pt x="68038" y="36619"/>
                    <a:pt x="63999" y="42298"/>
                  </a:cubicBezTo>
                  <a:cubicBezTo>
                    <a:pt x="61242" y="46172"/>
                    <a:pt x="58459" y="50029"/>
                    <a:pt x="55647" y="53866"/>
                  </a:cubicBezTo>
                  <a:cubicBezTo>
                    <a:pt x="57053" y="51574"/>
                    <a:pt x="58479" y="49296"/>
                    <a:pt x="59960" y="47056"/>
                  </a:cubicBezTo>
                  <a:cubicBezTo>
                    <a:pt x="60878" y="45667"/>
                    <a:pt x="61799" y="44273"/>
                    <a:pt x="62723" y="42872"/>
                  </a:cubicBezTo>
                  <a:cubicBezTo>
                    <a:pt x="69025" y="34682"/>
                    <a:pt x="75354" y="26509"/>
                    <a:pt x="81428" y="18162"/>
                  </a:cubicBezTo>
                  <a:close/>
                  <a:moveTo>
                    <a:pt x="73341" y="42226"/>
                  </a:moveTo>
                  <a:lnTo>
                    <a:pt x="73341" y="42226"/>
                  </a:lnTo>
                  <a:cubicBezTo>
                    <a:pt x="70174" y="46776"/>
                    <a:pt x="67042" y="51349"/>
                    <a:pt x="63884" y="55907"/>
                  </a:cubicBezTo>
                  <a:cubicBezTo>
                    <a:pt x="64129" y="55081"/>
                    <a:pt x="64923" y="53341"/>
                    <a:pt x="65281" y="52674"/>
                  </a:cubicBezTo>
                  <a:cubicBezTo>
                    <a:pt x="66667" y="50078"/>
                    <a:pt x="68673" y="47812"/>
                    <a:pt x="70538" y="45557"/>
                  </a:cubicBezTo>
                  <a:cubicBezTo>
                    <a:pt x="71465" y="44437"/>
                    <a:pt x="72386" y="43317"/>
                    <a:pt x="73341" y="42226"/>
                  </a:cubicBezTo>
                  <a:close/>
                  <a:moveTo>
                    <a:pt x="86412" y="10525"/>
                  </a:moveTo>
                  <a:cubicBezTo>
                    <a:pt x="85555" y="11323"/>
                    <a:pt x="84770" y="12897"/>
                    <a:pt x="84081" y="13858"/>
                  </a:cubicBezTo>
                  <a:cubicBezTo>
                    <a:pt x="81962" y="16797"/>
                    <a:pt x="79745" y="19664"/>
                    <a:pt x="77539" y="22536"/>
                  </a:cubicBezTo>
                  <a:cubicBezTo>
                    <a:pt x="73867" y="27320"/>
                    <a:pt x="70264" y="32153"/>
                    <a:pt x="66646" y="36974"/>
                  </a:cubicBezTo>
                  <a:cubicBezTo>
                    <a:pt x="67940" y="35040"/>
                    <a:pt x="69245" y="33108"/>
                    <a:pt x="70564" y="31183"/>
                  </a:cubicBezTo>
                  <a:lnTo>
                    <a:pt x="70564" y="31183"/>
                  </a:lnTo>
                  <a:cubicBezTo>
                    <a:pt x="68549" y="33940"/>
                    <a:pt x="66534" y="36697"/>
                    <a:pt x="64608" y="39515"/>
                  </a:cubicBezTo>
                  <a:cubicBezTo>
                    <a:pt x="64276" y="40003"/>
                    <a:pt x="63956" y="40502"/>
                    <a:pt x="63627" y="40993"/>
                  </a:cubicBezTo>
                  <a:cubicBezTo>
                    <a:pt x="59810" y="46048"/>
                    <a:pt x="55985" y="51097"/>
                    <a:pt x="52208" y="56179"/>
                  </a:cubicBezTo>
                  <a:cubicBezTo>
                    <a:pt x="55468" y="51198"/>
                    <a:pt x="58719" y="46210"/>
                    <a:pt x="62163" y="41351"/>
                  </a:cubicBezTo>
                  <a:cubicBezTo>
                    <a:pt x="67932" y="33211"/>
                    <a:pt x="74429" y="25449"/>
                    <a:pt x="80260" y="17301"/>
                  </a:cubicBezTo>
                  <a:lnTo>
                    <a:pt x="80260" y="17301"/>
                  </a:lnTo>
                  <a:cubicBezTo>
                    <a:pt x="79353" y="18600"/>
                    <a:pt x="78478" y="19928"/>
                    <a:pt x="77594" y="21252"/>
                  </a:cubicBezTo>
                  <a:lnTo>
                    <a:pt x="77594" y="21252"/>
                  </a:lnTo>
                  <a:cubicBezTo>
                    <a:pt x="79517" y="18639"/>
                    <a:pt x="81477" y="16064"/>
                    <a:pt x="83492" y="13555"/>
                  </a:cubicBezTo>
                  <a:cubicBezTo>
                    <a:pt x="84375" y="12456"/>
                    <a:pt x="85382" y="11483"/>
                    <a:pt x="86412" y="10525"/>
                  </a:cubicBezTo>
                  <a:close/>
                  <a:moveTo>
                    <a:pt x="65570" y="6487"/>
                  </a:moveTo>
                  <a:lnTo>
                    <a:pt x="65570" y="6487"/>
                  </a:lnTo>
                  <a:cubicBezTo>
                    <a:pt x="64718" y="7766"/>
                    <a:pt x="63476" y="9553"/>
                    <a:pt x="63153" y="10010"/>
                  </a:cubicBezTo>
                  <a:cubicBezTo>
                    <a:pt x="61357" y="12536"/>
                    <a:pt x="59518" y="15030"/>
                    <a:pt x="57630" y="17493"/>
                  </a:cubicBezTo>
                  <a:cubicBezTo>
                    <a:pt x="59974" y="14600"/>
                    <a:pt x="62327" y="11742"/>
                    <a:pt x="64420" y="8690"/>
                  </a:cubicBezTo>
                  <a:lnTo>
                    <a:pt x="64420" y="8690"/>
                  </a:lnTo>
                  <a:cubicBezTo>
                    <a:pt x="63742" y="9888"/>
                    <a:pt x="63075" y="11104"/>
                    <a:pt x="62368" y="12082"/>
                  </a:cubicBezTo>
                  <a:cubicBezTo>
                    <a:pt x="60151" y="15154"/>
                    <a:pt x="57734" y="18087"/>
                    <a:pt x="55410" y="21078"/>
                  </a:cubicBezTo>
                  <a:cubicBezTo>
                    <a:pt x="53046" y="24118"/>
                    <a:pt x="50655" y="27138"/>
                    <a:pt x="48268" y="30158"/>
                  </a:cubicBezTo>
                  <a:cubicBezTo>
                    <a:pt x="49186" y="28749"/>
                    <a:pt x="50110" y="27343"/>
                    <a:pt x="51039" y="25934"/>
                  </a:cubicBezTo>
                  <a:lnTo>
                    <a:pt x="51039" y="25934"/>
                  </a:lnTo>
                  <a:cubicBezTo>
                    <a:pt x="50623" y="26460"/>
                    <a:pt x="50208" y="26982"/>
                    <a:pt x="49789" y="27505"/>
                  </a:cubicBezTo>
                  <a:cubicBezTo>
                    <a:pt x="48779" y="29044"/>
                    <a:pt x="47765" y="30577"/>
                    <a:pt x="46749" y="32095"/>
                  </a:cubicBezTo>
                  <a:cubicBezTo>
                    <a:pt x="45057" y="34240"/>
                    <a:pt x="43363" y="36379"/>
                    <a:pt x="41697" y="38542"/>
                  </a:cubicBezTo>
                  <a:cubicBezTo>
                    <a:pt x="37363" y="44157"/>
                    <a:pt x="33252" y="49830"/>
                    <a:pt x="29519" y="55864"/>
                  </a:cubicBezTo>
                  <a:cubicBezTo>
                    <a:pt x="29095" y="56551"/>
                    <a:pt x="28642" y="57232"/>
                    <a:pt x="28174" y="57908"/>
                  </a:cubicBezTo>
                  <a:cubicBezTo>
                    <a:pt x="30925" y="53684"/>
                    <a:pt x="33544" y="49362"/>
                    <a:pt x="36240" y="45098"/>
                  </a:cubicBezTo>
                  <a:cubicBezTo>
                    <a:pt x="38507" y="41998"/>
                    <a:pt x="40819" y="38932"/>
                    <a:pt x="43207" y="35918"/>
                  </a:cubicBezTo>
                  <a:cubicBezTo>
                    <a:pt x="44994" y="33654"/>
                    <a:pt x="46761" y="31373"/>
                    <a:pt x="48525" y="29093"/>
                  </a:cubicBezTo>
                  <a:lnTo>
                    <a:pt x="48525" y="29093"/>
                  </a:lnTo>
                  <a:cubicBezTo>
                    <a:pt x="45002" y="33495"/>
                    <a:pt x="41466" y="37886"/>
                    <a:pt x="38007" y="42335"/>
                  </a:cubicBezTo>
                  <a:cubicBezTo>
                    <a:pt x="38287" y="41902"/>
                    <a:pt x="38570" y="41469"/>
                    <a:pt x="38856" y="41039"/>
                  </a:cubicBezTo>
                  <a:cubicBezTo>
                    <a:pt x="41307" y="37676"/>
                    <a:pt x="43770" y="34324"/>
                    <a:pt x="46281" y="31004"/>
                  </a:cubicBezTo>
                  <a:cubicBezTo>
                    <a:pt x="48773" y="27707"/>
                    <a:pt x="51363" y="24479"/>
                    <a:pt x="53941" y="21243"/>
                  </a:cubicBezTo>
                  <a:lnTo>
                    <a:pt x="53941" y="21243"/>
                  </a:lnTo>
                  <a:cubicBezTo>
                    <a:pt x="52610" y="23218"/>
                    <a:pt x="51302" y="25207"/>
                    <a:pt x="49997" y="27190"/>
                  </a:cubicBezTo>
                  <a:cubicBezTo>
                    <a:pt x="50482" y="26564"/>
                    <a:pt x="50967" y="25940"/>
                    <a:pt x="51455" y="25316"/>
                  </a:cubicBezTo>
                  <a:cubicBezTo>
                    <a:pt x="52991" y="23001"/>
                    <a:pt x="54553" y="20703"/>
                    <a:pt x="56152" y="18440"/>
                  </a:cubicBezTo>
                  <a:cubicBezTo>
                    <a:pt x="56984" y="17383"/>
                    <a:pt x="57815" y="16326"/>
                    <a:pt x="58632" y="15258"/>
                  </a:cubicBezTo>
                  <a:cubicBezTo>
                    <a:pt x="60269" y="13122"/>
                    <a:pt x="61897" y="10982"/>
                    <a:pt x="63520" y="8835"/>
                  </a:cubicBezTo>
                  <a:cubicBezTo>
                    <a:pt x="64192" y="8038"/>
                    <a:pt x="64877" y="7255"/>
                    <a:pt x="65570" y="6487"/>
                  </a:cubicBezTo>
                  <a:close/>
                  <a:moveTo>
                    <a:pt x="64591" y="53266"/>
                  </a:moveTo>
                  <a:cubicBezTo>
                    <a:pt x="64057" y="54386"/>
                    <a:pt x="63624" y="55552"/>
                    <a:pt x="63297" y="56750"/>
                  </a:cubicBezTo>
                  <a:cubicBezTo>
                    <a:pt x="62887" y="57336"/>
                    <a:pt x="62475" y="57922"/>
                    <a:pt x="62068" y="58508"/>
                  </a:cubicBezTo>
                  <a:cubicBezTo>
                    <a:pt x="62385" y="57824"/>
                    <a:pt x="62619" y="57102"/>
                    <a:pt x="62763" y="56360"/>
                  </a:cubicBezTo>
                  <a:cubicBezTo>
                    <a:pt x="62785" y="56264"/>
                    <a:pt x="62711" y="56174"/>
                    <a:pt x="62614" y="56174"/>
                  </a:cubicBezTo>
                  <a:cubicBezTo>
                    <a:pt x="62607" y="56174"/>
                    <a:pt x="62600" y="56175"/>
                    <a:pt x="62593" y="56176"/>
                  </a:cubicBezTo>
                  <a:cubicBezTo>
                    <a:pt x="63260" y="55203"/>
                    <a:pt x="63924" y="54233"/>
                    <a:pt x="64591" y="53266"/>
                  </a:cubicBezTo>
                  <a:close/>
                  <a:moveTo>
                    <a:pt x="43409" y="43767"/>
                  </a:moveTo>
                  <a:lnTo>
                    <a:pt x="43409" y="43767"/>
                  </a:lnTo>
                  <a:cubicBezTo>
                    <a:pt x="42153" y="45609"/>
                    <a:pt x="40891" y="47451"/>
                    <a:pt x="39627" y="49299"/>
                  </a:cubicBezTo>
                  <a:cubicBezTo>
                    <a:pt x="37814" y="51825"/>
                    <a:pt x="36033" y="54374"/>
                    <a:pt x="34283" y="56946"/>
                  </a:cubicBezTo>
                  <a:cubicBezTo>
                    <a:pt x="33379" y="58211"/>
                    <a:pt x="32467" y="59467"/>
                    <a:pt x="31543" y="60711"/>
                  </a:cubicBezTo>
                  <a:cubicBezTo>
                    <a:pt x="31976" y="60047"/>
                    <a:pt x="32406" y="59383"/>
                    <a:pt x="32834" y="58716"/>
                  </a:cubicBezTo>
                  <a:cubicBezTo>
                    <a:pt x="36139" y="53566"/>
                    <a:pt x="39780" y="48684"/>
                    <a:pt x="43409" y="43767"/>
                  </a:cubicBezTo>
                  <a:close/>
                  <a:moveTo>
                    <a:pt x="67957" y="3956"/>
                  </a:moveTo>
                  <a:cubicBezTo>
                    <a:pt x="68708" y="4703"/>
                    <a:pt x="68973" y="5766"/>
                    <a:pt x="69002" y="6981"/>
                  </a:cubicBezTo>
                  <a:cubicBezTo>
                    <a:pt x="69005" y="7056"/>
                    <a:pt x="69011" y="7117"/>
                    <a:pt x="69014" y="7186"/>
                  </a:cubicBezTo>
                  <a:cubicBezTo>
                    <a:pt x="68994" y="7195"/>
                    <a:pt x="68973" y="7195"/>
                    <a:pt x="68956" y="7218"/>
                  </a:cubicBezTo>
                  <a:cubicBezTo>
                    <a:pt x="60615" y="17308"/>
                    <a:pt x="53588" y="28325"/>
                    <a:pt x="45906" y="38906"/>
                  </a:cubicBezTo>
                  <a:cubicBezTo>
                    <a:pt x="41997" y="44284"/>
                    <a:pt x="37999" y="49599"/>
                    <a:pt x="33968" y="54885"/>
                  </a:cubicBezTo>
                  <a:cubicBezTo>
                    <a:pt x="32057" y="57391"/>
                    <a:pt x="30126" y="59880"/>
                    <a:pt x="28194" y="62368"/>
                  </a:cubicBezTo>
                  <a:cubicBezTo>
                    <a:pt x="34378" y="53762"/>
                    <a:pt x="40369" y="45014"/>
                    <a:pt x="46746" y="36535"/>
                  </a:cubicBezTo>
                  <a:cubicBezTo>
                    <a:pt x="50667" y="31321"/>
                    <a:pt x="54483" y="26032"/>
                    <a:pt x="58332" y="20767"/>
                  </a:cubicBezTo>
                  <a:cubicBezTo>
                    <a:pt x="62018" y="15723"/>
                    <a:pt x="66066" y="10991"/>
                    <a:pt x="68581" y="5211"/>
                  </a:cubicBezTo>
                  <a:cubicBezTo>
                    <a:pt x="68630" y="5095"/>
                    <a:pt x="68535" y="4957"/>
                    <a:pt x="68430" y="4957"/>
                  </a:cubicBezTo>
                  <a:cubicBezTo>
                    <a:pt x="68394" y="4957"/>
                    <a:pt x="68357" y="4973"/>
                    <a:pt x="68324" y="5012"/>
                  </a:cubicBezTo>
                  <a:cubicBezTo>
                    <a:pt x="67053" y="6502"/>
                    <a:pt x="65815" y="8020"/>
                    <a:pt x="64591" y="9553"/>
                  </a:cubicBezTo>
                  <a:cubicBezTo>
                    <a:pt x="65786" y="7723"/>
                    <a:pt x="66915" y="5861"/>
                    <a:pt x="67957" y="3956"/>
                  </a:cubicBezTo>
                  <a:close/>
                  <a:moveTo>
                    <a:pt x="75198" y="57281"/>
                  </a:moveTo>
                  <a:cubicBezTo>
                    <a:pt x="74233" y="58820"/>
                    <a:pt x="73260" y="60298"/>
                    <a:pt x="72045" y="61687"/>
                  </a:cubicBezTo>
                  <a:cubicBezTo>
                    <a:pt x="71353" y="62621"/>
                    <a:pt x="70864" y="63081"/>
                    <a:pt x="70571" y="63081"/>
                  </a:cubicBezTo>
                  <a:cubicBezTo>
                    <a:pt x="70463" y="63081"/>
                    <a:pt x="70382" y="63018"/>
                    <a:pt x="70327" y="62894"/>
                  </a:cubicBezTo>
                  <a:cubicBezTo>
                    <a:pt x="72005" y="61086"/>
                    <a:pt x="73676" y="59236"/>
                    <a:pt x="75198" y="57281"/>
                  </a:cubicBezTo>
                  <a:close/>
                  <a:moveTo>
                    <a:pt x="14357" y="58207"/>
                  </a:moveTo>
                  <a:cubicBezTo>
                    <a:pt x="14232" y="58428"/>
                    <a:pt x="14104" y="58645"/>
                    <a:pt x="13982" y="58866"/>
                  </a:cubicBezTo>
                  <a:cubicBezTo>
                    <a:pt x="12671" y="60512"/>
                    <a:pt x="11372" y="62166"/>
                    <a:pt x="10081" y="63829"/>
                  </a:cubicBezTo>
                  <a:cubicBezTo>
                    <a:pt x="11034" y="62536"/>
                    <a:pt x="11990" y="61245"/>
                    <a:pt x="12968" y="59981"/>
                  </a:cubicBezTo>
                  <a:cubicBezTo>
                    <a:pt x="13428" y="59388"/>
                    <a:pt x="13894" y="58796"/>
                    <a:pt x="14357" y="58207"/>
                  </a:cubicBezTo>
                  <a:close/>
                  <a:moveTo>
                    <a:pt x="60636" y="56236"/>
                  </a:moveTo>
                  <a:lnTo>
                    <a:pt x="60636" y="56236"/>
                  </a:lnTo>
                  <a:cubicBezTo>
                    <a:pt x="60552" y="56378"/>
                    <a:pt x="60468" y="56516"/>
                    <a:pt x="60384" y="56658"/>
                  </a:cubicBezTo>
                  <a:cubicBezTo>
                    <a:pt x="60090" y="57059"/>
                    <a:pt x="59798" y="57466"/>
                    <a:pt x="59501" y="57862"/>
                  </a:cubicBezTo>
                  <a:cubicBezTo>
                    <a:pt x="57864" y="60033"/>
                    <a:pt x="56077" y="62212"/>
                    <a:pt x="54290" y="64432"/>
                  </a:cubicBezTo>
                  <a:cubicBezTo>
                    <a:pt x="54966" y="63454"/>
                    <a:pt x="55635" y="62469"/>
                    <a:pt x="56305" y="61485"/>
                  </a:cubicBezTo>
                  <a:cubicBezTo>
                    <a:pt x="57777" y="59730"/>
                    <a:pt x="59241" y="57983"/>
                    <a:pt x="60636" y="56236"/>
                  </a:cubicBezTo>
                  <a:close/>
                  <a:moveTo>
                    <a:pt x="27995" y="49270"/>
                  </a:moveTo>
                  <a:cubicBezTo>
                    <a:pt x="27434" y="50172"/>
                    <a:pt x="26870" y="51068"/>
                    <a:pt x="26318" y="51969"/>
                  </a:cubicBezTo>
                  <a:cubicBezTo>
                    <a:pt x="23699" y="56254"/>
                    <a:pt x="21170" y="60599"/>
                    <a:pt x="18130" y="64574"/>
                  </a:cubicBezTo>
                  <a:cubicBezTo>
                    <a:pt x="21149" y="59295"/>
                    <a:pt x="24484" y="54224"/>
                    <a:pt x="27995" y="49270"/>
                  </a:cubicBezTo>
                  <a:close/>
                  <a:moveTo>
                    <a:pt x="71762" y="32239"/>
                  </a:moveTo>
                  <a:lnTo>
                    <a:pt x="71762" y="32239"/>
                  </a:lnTo>
                  <a:cubicBezTo>
                    <a:pt x="69190" y="36079"/>
                    <a:pt x="66661" y="39930"/>
                    <a:pt x="64091" y="43684"/>
                  </a:cubicBezTo>
                  <a:cubicBezTo>
                    <a:pt x="59686" y="50119"/>
                    <a:pt x="55321" y="56568"/>
                    <a:pt x="50534" y="62726"/>
                  </a:cubicBezTo>
                  <a:cubicBezTo>
                    <a:pt x="50017" y="63390"/>
                    <a:pt x="49506" y="64054"/>
                    <a:pt x="48998" y="64724"/>
                  </a:cubicBezTo>
                  <a:cubicBezTo>
                    <a:pt x="50557" y="62247"/>
                    <a:pt x="52073" y="59744"/>
                    <a:pt x="53588" y="57244"/>
                  </a:cubicBezTo>
                  <a:cubicBezTo>
                    <a:pt x="56822" y="52841"/>
                    <a:pt x="60029" y="48421"/>
                    <a:pt x="63211" y="43984"/>
                  </a:cubicBezTo>
                  <a:cubicBezTo>
                    <a:pt x="66029" y="40043"/>
                    <a:pt x="68881" y="36128"/>
                    <a:pt x="71762" y="32239"/>
                  </a:cubicBezTo>
                  <a:close/>
                  <a:moveTo>
                    <a:pt x="32510" y="50277"/>
                  </a:moveTo>
                  <a:cubicBezTo>
                    <a:pt x="30106" y="54137"/>
                    <a:pt x="27721" y="58006"/>
                    <a:pt x="25180" y="61779"/>
                  </a:cubicBezTo>
                  <a:cubicBezTo>
                    <a:pt x="24248" y="63162"/>
                    <a:pt x="23275" y="64513"/>
                    <a:pt x="22273" y="65844"/>
                  </a:cubicBezTo>
                  <a:cubicBezTo>
                    <a:pt x="22744" y="64886"/>
                    <a:pt x="23200" y="63962"/>
                    <a:pt x="23650" y="63246"/>
                  </a:cubicBezTo>
                  <a:cubicBezTo>
                    <a:pt x="25449" y="60388"/>
                    <a:pt x="27374" y="57608"/>
                    <a:pt x="29306" y="54836"/>
                  </a:cubicBezTo>
                  <a:cubicBezTo>
                    <a:pt x="30365" y="53312"/>
                    <a:pt x="31434" y="51793"/>
                    <a:pt x="32510" y="50277"/>
                  </a:cubicBezTo>
                  <a:close/>
                  <a:moveTo>
                    <a:pt x="74382" y="38202"/>
                  </a:moveTo>
                  <a:cubicBezTo>
                    <a:pt x="72998" y="39793"/>
                    <a:pt x="71878" y="42293"/>
                    <a:pt x="70518" y="44114"/>
                  </a:cubicBezTo>
                  <a:cubicBezTo>
                    <a:pt x="66932" y="48909"/>
                    <a:pt x="63670" y="54013"/>
                    <a:pt x="60315" y="58970"/>
                  </a:cubicBezTo>
                  <a:cubicBezTo>
                    <a:pt x="58404" y="61794"/>
                    <a:pt x="56412" y="64539"/>
                    <a:pt x="54336" y="67207"/>
                  </a:cubicBezTo>
                  <a:cubicBezTo>
                    <a:pt x="56597" y="63693"/>
                    <a:pt x="58713" y="60076"/>
                    <a:pt x="60815" y="56450"/>
                  </a:cubicBezTo>
                  <a:cubicBezTo>
                    <a:pt x="63497" y="52977"/>
                    <a:pt x="66138" y="49475"/>
                    <a:pt x="68595" y="45846"/>
                  </a:cubicBezTo>
                  <a:cubicBezTo>
                    <a:pt x="70392" y="43191"/>
                    <a:pt x="72272" y="40622"/>
                    <a:pt x="74382" y="38202"/>
                  </a:cubicBezTo>
                  <a:close/>
                  <a:moveTo>
                    <a:pt x="67127" y="42958"/>
                  </a:moveTo>
                  <a:lnTo>
                    <a:pt x="67127" y="42958"/>
                  </a:lnTo>
                  <a:cubicBezTo>
                    <a:pt x="66047" y="44535"/>
                    <a:pt x="64971" y="46113"/>
                    <a:pt x="63898" y="47688"/>
                  </a:cubicBezTo>
                  <a:cubicBezTo>
                    <a:pt x="59946" y="53485"/>
                    <a:pt x="56392" y="59579"/>
                    <a:pt x="52081" y="65120"/>
                  </a:cubicBezTo>
                  <a:cubicBezTo>
                    <a:pt x="51441" y="65942"/>
                    <a:pt x="50776" y="66748"/>
                    <a:pt x="50121" y="67556"/>
                  </a:cubicBezTo>
                  <a:cubicBezTo>
                    <a:pt x="55480" y="59167"/>
                    <a:pt x="61474" y="51145"/>
                    <a:pt x="67127" y="42958"/>
                  </a:cubicBezTo>
                  <a:close/>
                  <a:moveTo>
                    <a:pt x="68422" y="12400"/>
                  </a:moveTo>
                  <a:lnTo>
                    <a:pt x="68422" y="12400"/>
                  </a:lnTo>
                  <a:cubicBezTo>
                    <a:pt x="67639" y="13693"/>
                    <a:pt x="66967" y="15021"/>
                    <a:pt x="66594" y="15593"/>
                  </a:cubicBezTo>
                  <a:cubicBezTo>
                    <a:pt x="64192" y="19300"/>
                    <a:pt x="61666" y="22943"/>
                    <a:pt x="59097" y="26555"/>
                  </a:cubicBezTo>
                  <a:cubicBezTo>
                    <a:pt x="55563" y="30952"/>
                    <a:pt x="51995" y="35320"/>
                    <a:pt x="48764" y="39853"/>
                  </a:cubicBezTo>
                  <a:cubicBezTo>
                    <a:pt x="46570" y="42933"/>
                    <a:pt x="44379" y="46060"/>
                    <a:pt x="42182" y="49192"/>
                  </a:cubicBezTo>
                  <a:cubicBezTo>
                    <a:pt x="37340" y="55437"/>
                    <a:pt x="32545" y="61759"/>
                    <a:pt x="28396" y="68391"/>
                  </a:cubicBezTo>
                  <a:cubicBezTo>
                    <a:pt x="28206" y="68645"/>
                    <a:pt x="28021" y="68899"/>
                    <a:pt x="27831" y="69150"/>
                  </a:cubicBezTo>
                  <a:cubicBezTo>
                    <a:pt x="33870" y="58898"/>
                    <a:pt x="40938" y="49238"/>
                    <a:pt x="47757" y="39515"/>
                  </a:cubicBezTo>
                  <a:cubicBezTo>
                    <a:pt x="49114" y="37578"/>
                    <a:pt x="50465" y="35637"/>
                    <a:pt x="51804" y="33692"/>
                  </a:cubicBezTo>
                  <a:cubicBezTo>
                    <a:pt x="56914" y="27236"/>
                    <a:pt x="62146" y="20795"/>
                    <a:pt x="66716" y="13994"/>
                  </a:cubicBezTo>
                  <a:cubicBezTo>
                    <a:pt x="67215" y="13483"/>
                    <a:pt x="67813" y="12943"/>
                    <a:pt x="68422" y="12400"/>
                  </a:cubicBezTo>
                  <a:close/>
                  <a:moveTo>
                    <a:pt x="44162" y="35909"/>
                  </a:moveTo>
                  <a:lnTo>
                    <a:pt x="44162" y="35909"/>
                  </a:lnTo>
                  <a:cubicBezTo>
                    <a:pt x="36575" y="47030"/>
                    <a:pt x="29707" y="59571"/>
                    <a:pt x="20535" y="69470"/>
                  </a:cubicBezTo>
                  <a:cubicBezTo>
                    <a:pt x="20550" y="69424"/>
                    <a:pt x="20564" y="69381"/>
                    <a:pt x="20576" y="69337"/>
                  </a:cubicBezTo>
                  <a:cubicBezTo>
                    <a:pt x="21393" y="68105"/>
                    <a:pt x="22282" y="66921"/>
                    <a:pt x="23240" y="65792"/>
                  </a:cubicBezTo>
                  <a:cubicBezTo>
                    <a:pt x="23945" y="64909"/>
                    <a:pt x="24499" y="64124"/>
                    <a:pt x="25163" y="63200"/>
                  </a:cubicBezTo>
                  <a:cubicBezTo>
                    <a:pt x="27158" y="60428"/>
                    <a:pt x="28905" y="57472"/>
                    <a:pt x="30700" y="54573"/>
                  </a:cubicBezTo>
                  <a:cubicBezTo>
                    <a:pt x="34751" y="48029"/>
                    <a:pt x="39428" y="41963"/>
                    <a:pt x="44162" y="35909"/>
                  </a:cubicBezTo>
                  <a:close/>
                  <a:moveTo>
                    <a:pt x="40253" y="30366"/>
                  </a:moveTo>
                  <a:lnTo>
                    <a:pt x="40253" y="30366"/>
                  </a:lnTo>
                  <a:cubicBezTo>
                    <a:pt x="39514" y="31474"/>
                    <a:pt x="38781" y="32577"/>
                    <a:pt x="38059" y="33677"/>
                  </a:cubicBezTo>
                  <a:cubicBezTo>
                    <a:pt x="35299" y="37869"/>
                    <a:pt x="32539" y="42078"/>
                    <a:pt x="29846" y="46322"/>
                  </a:cubicBezTo>
                  <a:cubicBezTo>
                    <a:pt x="25229" y="52665"/>
                    <a:pt x="20864" y="59181"/>
                    <a:pt x="16996" y="66003"/>
                  </a:cubicBezTo>
                  <a:cubicBezTo>
                    <a:pt x="16118" y="67074"/>
                    <a:pt x="15211" y="68119"/>
                    <a:pt x="14230" y="69112"/>
                  </a:cubicBezTo>
                  <a:cubicBezTo>
                    <a:pt x="13963" y="69383"/>
                    <a:pt x="13808" y="69496"/>
                    <a:pt x="13735" y="69496"/>
                  </a:cubicBezTo>
                  <a:cubicBezTo>
                    <a:pt x="13445" y="69496"/>
                    <a:pt x="14461" y="67700"/>
                    <a:pt x="14946" y="66892"/>
                  </a:cubicBezTo>
                  <a:cubicBezTo>
                    <a:pt x="18254" y="63018"/>
                    <a:pt x="20781" y="58055"/>
                    <a:pt x="23517" y="53932"/>
                  </a:cubicBezTo>
                  <a:cubicBezTo>
                    <a:pt x="23650" y="53730"/>
                    <a:pt x="23786" y="53528"/>
                    <a:pt x="23922" y="53323"/>
                  </a:cubicBezTo>
                  <a:cubicBezTo>
                    <a:pt x="24770" y="52056"/>
                    <a:pt x="25622" y="50788"/>
                    <a:pt x="26477" y="49521"/>
                  </a:cubicBezTo>
                  <a:cubicBezTo>
                    <a:pt x="29390" y="45234"/>
                    <a:pt x="32375" y="40996"/>
                    <a:pt x="35432" y="36807"/>
                  </a:cubicBezTo>
                  <a:cubicBezTo>
                    <a:pt x="37014" y="34647"/>
                    <a:pt x="38622" y="32499"/>
                    <a:pt x="40253" y="30366"/>
                  </a:cubicBezTo>
                  <a:close/>
                  <a:moveTo>
                    <a:pt x="22611" y="61289"/>
                  </a:moveTo>
                  <a:cubicBezTo>
                    <a:pt x="21638" y="62755"/>
                    <a:pt x="20651" y="64210"/>
                    <a:pt x="19637" y="65648"/>
                  </a:cubicBezTo>
                  <a:cubicBezTo>
                    <a:pt x="18817" y="66811"/>
                    <a:pt x="17157" y="68489"/>
                    <a:pt x="16632" y="69563"/>
                  </a:cubicBezTo>
                  <a:cubicBezTo>
                    <a:pt x="17709" y="67360"/>
                    <a:pt x="19473" y="65353"/>
                    <a:pt x="20954" y="63436"/>
                  </a:cubicBezTo>
                  <a:cubicBezTo>
                    <a:pt x="21508" y="62723"/>
                    <a:pt x="22059" y="62004"/>
                    <a:pt x="22611" y="61289"/>
                  </a:cubicBezTo>
                  <a:close/>
                  <a:moveTo>
                    <a:pt x="46463" y="20302"/>
                  </a:moveTo>
                  <a:lnTo>
                    <a:pt x="46463" y="20302"/>
                  </a:lnTo>
                  <a:cubicBezTo>
                    <a:pt x="43683" y="24370"/>
                    <a:pt x="40978" y="28501"/>
                    <a:pt x="38048" y="32447"/>
                  </a:cubicBezTo>
                  <a:cubicBezTo>
                    <a:pt x="35242" y="36224"/>
                    <a:pt x="32542" y="40072"/>
                    <a:pt x="29892" y="43955"/>
                  </a:cubicBezTo>
                  <a:cubicBezTo>
                    <a:pt x="26918" y="48210"/>
                    <a:pt x="24023" y="52526"/>
                    <a:pt x="21173" y="56860"/>
                  </a:cubicBezTo>
                  <a:cubicBezTo>
                    <a:pt x="19516" y="59374"/>
                    <a:pt x="18075" y="62045"/>
                    <a:pt x="16294" y="64470"/>
                  </a:cubicBezTo>
                  <a:cubicBezTo>
                    <a:pt x="15561" y="65466"/>
                    <a:pt x="14784" y="66422"/>
                    <a:pt x="14175" y="67461"/>
                  </a:cubicBezTo>
                  <a:cubicBezTo>
                    <a:pt x="13618" y="68061"/>
                    <a:pt x="13049" y="68633"/>
                    <a:pt x="12454" y="69164"/>
                  </a:cubicBezTo>
                  <a:cubicBezTo>
                    <a:pt x="12378" y="69232"/>
                    <a:pt x="12449" y="69335"/>
                    <a:pt x="12531" y="69335"/>
                  </a:cubicBezTo>
                  <a:cubicBezTo>
                    <a:pt x="12554" y="69335"/>
                    <a:pt x="12577" y="69327"/>
                    <a:pt x="12599" y="69309"/>
                  </a:cubicBezTo>
                  <a:cubicBezTo>
                    <a:pt x="13020" y="68936"/>
                    <a:pt x="13422" y="68538"/>
                    <a:pt x="13817" y="68128"/>
                  </a:cubicBezTo>
                  <a:lnTo>
                    <a:pt x="13817" y="68128"/>
                  </a:lnTo>
                  <a:cubicBezTo>
                    <a:pt x="13523" y="68728"/>
                    <a:pt x="13295" y="69363"/>
                    <a:pt x="13176" y="70053"/>
                  </a:cubicBezTo>
                  <a:cubicBezTo>
                    <a:pt x="12772" y="69944"/>
                    <a:pt x="12365" y="69843"/>
                    <a:pt x="11958" y="69771"/>
                  </a:cubicBezTo>
                  <a:cubicBezTo>
                    <a:pt x="13528" y="67530"/>
                    <a:pt x="15035" y="65255"/>
                    <a:pt x="16568" y="63156"/>
                  </a:cubicBezTo>
                  <a:cubicBezTo>
                    <a:pt x="21476" y="56435"/>
                    <a:pt x="26020" y="49449"/>
                    <a:pt x="30660" y="42540"/>
                  </a:cubicBezTo>
                  <a:cubicBezTo>
                    <a:pt x="35565" y="35236"/>
                    <a:pt x="40314" y="27788"/>
                    <a:pt x="45900" y="20980"/>
                  </a:cubicBezTo>
                  <a:cubicBezTo>
                    <a:pt x="46088" y="20752"/>
                    <a:pt x="46276" y="20527"/>
                    <a:pt x="46463" y="20302"/>
                  </a:cubicBezTo>
                  <a:close/>
                  <a:moveTo>
                    <a:pt x="32860" y="38282"/>
                  </a:moveTo>
                  <a:lnTo>
                    <a:pt x="32860" y="38282"/>
                  </a:lnTo>
                  <a:cubicBezTo>
                    <a:pt x="28584" y="44726"/>
                    <a:pt x="24467" y="51291"/>
                    <a:pt x="20096" y="57602"/>
                  </a:cubicBezTo>
                  <a:cubicBezTo>
                    <a:pt x="17296" y="61652"/>
                    <a:pt x="14418" y="65717"/>
                    <a:pt x="11444" y="69698"/>
                  </a:cubicBezTo>
                  <a:lnTo>
                    <a:pt x="11444" y="69695"/>
                  </a:lnTo>
                  <a:cubicBezTo>
                    <a:pt x="11409" y="69704"/>
                    <a:pt x="11389" y="69736"/>
                    <a:pt x="11389" y="69768"/>
                  </a:cubicBezTo>
                  <a:cubicBezTo>
                    <a:pt x="11187" y="70042"/>
                    <a:pt x="10985" y="70316"/>
                    <a:pt x="10780" y="70588"/>
                  </a:cubicBezTo>
                  <a:cubicBezTo>
                    <a:pt x="11028" y="70004"/>
                    <a:pt x="11242" y="69410"/>
                    <a:pt x="11421" y="68803"/>
                  </a:cubicBezTo>
                  <a:cubicBezTo>
                    <a:pt x="11421" y="68795"/>
                    <a:pt x="11418" y="68789"/>
                    <a:pt x="11418" y="68783"/>
                  </a:cubicBezTo>
                  <a:cubicBezTo>
                    <a:pt x="16739" y="61808"/>
                    <a:pt x="21482" y="54363"/>
                    <a:pt x="26286" y="47024"/>
                  </a:cubicBezTo>
                  <a:cubicBezTo>
                    <a:pt x="28500" y="44125"/>
                    <a:pt x="30692" y="41209"/>
                    <a:pt x="32860" y="38282"/>
                  </a:cubicBezTo>
                  <a:close/>
                  <a:moveTo>
                    <a:pt x="26534" y="62865"/>
                  </a:moveTo>
                  <a:lnTo>
                    <a:pt x="26534" y="62865"/>
                  </a:lnTo>
                  <a:cubicBezTo>
                    <a:pt x="24577" y="65616"/>
                    <a:pt x="22518" y="68287"/>
                    <a:pt x="20148" y="70741"/>
                  </a:cubicBezTo>
                  <a:cubicBezTo>
                    <a:pt x="20206" y="70556"/>
                    <a:pt x="20261" y="70371"/>
                    <a:pt x="20319" y="70189"/>
                  </a:cubicBezTo>
                  <a:lnTo>
                    <a:pt x="20316" y="70189"/>
                  </a:lnTo>
                  <a:cubicBezTo>
                    <a:pt x="22524" y="67906"/>
                    <a:pt x="24580" y="65440"/>
                    <a:pt x="26534" y="62865"/>
                  </a:cubicBezTo>
                  <a:close/>
                  <a:moveTo>
                    <a:pt x="26003" y="58884"/>
                  </a:moveTo>
                  <a:cubicBezTo>
                    <a:pt x="23864" y="62129"/>
                    <a:pt x="21834" y="65454"/>
                    <a:pt x="19923" y="68861"/>
                  </a:cubicBezTo>
                  <a:cubicBezTo>
                    <a:pt x="19403" y="69499"/>
                    <a:pt x="18881" y="70134"/>
                    <a:pt x="18347" y="70764"/>
                  </a:cubicBezTo>
                  <a:cubicBezTo>
                    <a:pt x="19048" y="69935"/>
                    <a:pt x="19634" y="67761"/>
                    <a:pt x="20345" y="66707"/>
                  </a:cubicBezTo>
                  <a:cubicBezTo>
                    <a:pt x="21505" y="64984"/>
                    <a:pt x="22801" y="63338"/>
                    <a:pt x="24017" y="61655"/>
                  </a:cubicBezTo>
                  <a:cubicBezTo>
                    <a:pt x="24681" y="60734"/>
                    <a:pt x="25342" y="59810"/>
                    <a:pt x="26003" y="58884"/>
                  </a:cubicBezTo>
                  <a:close/>
                  <a:moveTo>
                    <a:pt x="58837" y="11179"/>
                  </a:moveTo>
                  <a:cubicBezTo>
                    <a:pt x="51576" y="21237"/>
                    <a:pt x="43764" y="30888"/>
                    <a:pt x="36315" y="40805"/>
                  </a:cubicBezTo>
                  <a:cubicBezTo>
                    <a:pt x="32848" y="45422"/>
                    <a:pt x="29698" y="50246"/>
                    <a:pt x="26598" y="55110"/>
                  </a:cubicBezTo>
                  <a:cubicBezTo>
                    <a:pt x="22735" y="60044"/>
                    <a:pt x="18419" y="65174"/>
                    <a:pt x="15691" y="70726"/>
                  </a:cubicBezTo>
                  <a:cubicBezTo>
                    <a:pt x="15665" y="70784"/>
                    <a:pt x="15676" y="70850"/>
                    <a:pt x="15717" y="70899"/>
                  </a:cubicBezTo>
                  <a:cubicBezTo>
                    <a:pt x="15001" y="70637"/>
                    <a:pt x="14288" y="70377"/>
                    <a:pt x="13566" y="70163"/>
                  </a:cubicBezTo>
                  <a:lnTo>
                    <a:pt x="13566" y="70160"/>
                  </a:lnTo>
                  <a:cubicBezTo>
                    <a:pt x="14461" y="69323"/>
                    <a:pt x="15318" y="68443"/>
                    <a:pt x="16153" y="67533"/>
                  </a:cubicBezTo>
                  <a:lnTo>
                    <a:pt x="16153" y="67533"/>
                  </a:lnTo>
                  <a:cubicBezTo>
                    <a:pt x="15682" y="68385"/>
                    <a:pt x="15200" y="69231"/>
                    <a:pt x="14744" y="70097"/>
                  </a:cubicBezTo>
                  <a:cubicBezTo>
                    <a:pt x="14674" y="70230"/>
                    <a:pt x="14777" y="70339"/>
                    <a:pt x="14889" y="70339"/>
                  </a:cubicBezTo>
                  <a:cubicBezTo>
                    <a:pt x="14940" y="70339"/>
                    <a:pt x="14993" y="70316"/>
                    <a:pt x="15032" y="70264"/>
                  </a:cubicBezTo>
                  <a:cubicBezTo>
                    <a:pt x="23679" y="58855"/>
                    <a:pt x="31292" y="46724"/>
                    <a:pt x="39985" y="35320"/>
                  </a:cubicBezTo>
                  <a:cubicBezTo>
                    <a:pt x="44532" y="29355"/>
                    <a:pt x="48955" y="23284"/>
                    <a:pt x="53713" y="17484"/>
                  </a:cubicBezTo>
                  <a:cubicBezTo>
                    <a:pt x="55430" y="15391"/>
                    <a:pt x="57177" y="13321"/>
                    <a:pt x="58837" y="11179"/>
                  </a:cubicBezTo>
                  <a:close/>
                  <a:moveTo>
                    <a:pt x="44533" y="32057"/>
                  </a:moveTo>
                  <a:lnTo>
                    <a:pt x="44533" y="32057"/>
                  </a:lnTo>
                  <a:cubicBezTo>
                    <a:pt x="42264" y="35288"/>
                    <a:pt x="40048" y="38552"/>
                    <a:pt x="37892" y="41839"/>
                  </a:cubicBezTo>
                  <a:cubicBezTo>
                    <a:pt x="34439" y="46617"/>
                    <a:pt x="31009" y="51412"/>
                    <a:pt x="27545" y="56184"/>
                  </a:cubicBezTo>
                  <a:cubicBezTo>
                    <a:pt x="24060" y="60991"/>
                    <a:pt x="19496" y="65888"/>
                    <a:pt x="17429" y="71529"/>
                  </a:cubicBezTo>
                  <a:cubicBezTo>
                    <a:pt x="16912" y="71347"/>
                    <a:pt x="16398" y="71156"/>
                    <a:pt x="15884" y="70963"/>
                  </a:cubicBezTo>
                  <a:cubicBezTo>
                    <a:pt x="15910" y="70957"/>
                    <a:pt x="15933" y="70946"/>
                    <a:pt x="15951" y="70928"/>
                  </a:cubicBezTo>
                  <a:cubicBezTo>
                    <a:pt x="19816" y="66292"/>
                    <a:pt x="23206" y="61294"/>
                    <a:pt x="26508" y="56230"/>
                  </a:cubicBezTo>
                  <a:cubicBezTo>
                    <a:pt x="32632" y="48263"/>
                    <a:pt x="38704" y="40231"/>
                    <a:pt x="44533" y="32057"/>
                  </a:cubicBezTo>
                  <a:close/>
                  <a:moveTo>
                    <a:pt x="19066" y="70411"/>
                  </a:moveTo>
                  <a:cubicBezTo>
                    <a:pt x="18838" y="70833"/>
                    <a:pt x="18598" y="71246"/>
                    <a:pt x="18370" y="71673"/>
                  </a:cubicBezTo>
                  <a:cubicBezTo>
                    <a:pt x="18341" y="71728"/>
                    <a:pt x="18347" y="71794"/>
                    <a:pt x="18390" y="71843"/>
                  </a:cubicBezTo>
                  <a:lnTo>
                    <a:pt x="18387" y="71843"/>
                  </a:lnTo>
                  <a:cubicBezTo>
                    <a:pt x="18240" y="71797"/>
                    <a:pt x="18093" y="71754"/>
                    <a:pt x="17948" y="71705"/>
                  </a:cubicBezTo>
                  <a:cubicBezTo>
                    <a:pt x="18324" y="71278"/>
                    <a:pt x="18699" y="70847"/>
                    <a:pt x="19066" y="70411"/>
                  </a:cubicBezTo>
                  <a:close/>
                  <a:moveTo>
                    <a:pt x="67452" y="6539"/>
                  </a:moveTo>
                  <a:cubicBezTo>
                    <a:pt x="66733" y="7411"/>
                    <a:pt x="64937" y="11263"/>
                    <a:pt x="63722" y="13024"/>
                  </a:cubicBezTo>
                  <a:cubicBezTo>
                    <a:pt x="61929" y="15619"/>
                    <a:pt x="59943" y="18085"/>
                    <a:pt x="58052" y="20602"/>
                  </a:cubicBezTo>
                  <a:cubicBezTo>
                    <a:pt x="53770" y="26312"/>
                    <a:pt x="49648" y="32141"/>
                    <a:pt x="45358" y="37849"/>
                  </a:cubicBezTo>
                  <a:cubicBezTo>
                    <a:pt x="36881" y="49120"/>
                    <a:pt x="29170" y="60982"/>
                    <a:pt x="20576" y="72147"/>
                  </a:cubicBezTo>
                  <a:cubicBezTo>
                    <a:pt x="20524" y="72216"/>
                    <a:pt x="20555" y="72291"/>
                    <a:pt x="20610" y="72340"/>
                  </a:cubicBezTo>
                  <a:cubicBezTo>
                    <a:pt x="20123" y="72277"/>
                    <a:pt x="19638" y="72185"/>
                    <a:pt x="19162" y="72060"/>
                  </a:cubicBezTo>
                  <a:lnTo>
                    <a:pt x="19162" y="72060"/>
                  </a:lnTo>
                  <a:cubicBezTo>
                    <a:pt x="19194" y="72057"/>
                    <a:pt x="19224" y="72046"/>
                    <a:pt x="19248" y="72022"/>
                  </a:cubicBezTo>
                  <a:cubicBezTo>
                    <a:pt x="28180" y="63462"/>
                    <a:pt x="34647" y="51851"/>
                    <a:pt x="41760" y="41795"/>
                  </a:cubicBezTo>
                  <a:cubicBezTo>
                    <a:pt x="47289" y="33977"/>
                    <a:pt x="52699" y="25992"/>
                    <a:pt x="58392" y="18243"/>
                  </a:cubicBezTo>
                  <a:cubicBezTo>
                    <a:pt x="59420" y="16912"/>
                    <a:pt x="60422" y="15567"/>
                    <a:pt x="61406" y="14210"/>
                  </a:cubicBezTo>
                  <a:cubicBezTo>
                    <a:pt x="63375" y="11612"/>
                    <a:pt x="65382" y="9048"/>
                    <a:pt x="67452" y="6539"/>
                  </a:cubicBezTo>
                  <a:close/>
                  <a:moveTo>
                    <a:pt x="83172" y="8243"/>
                  </a:moveTo>
                  <a:lnTo>
                    <a:pt x="83172" y="8243"/>
                  </a:lnTo>
                  <a:cubicBezTo>
                    <a:pt x="82652" y="8780"/>
                    <a:pt x="80530" y="12943"/>
                    <a:pt x="79511" y="14320"/>
                  </a:cubicBezTo>
                  <a:cubicBezTo>
                    <a:pt x="79133" y="14782"/>
                    <a:pt x="78746" y="15241"/>
                    <a:pt x="78373" y="15708"/>
                  </a:cubicBezTo>
                  <a:cubicBezTo>
                    <a:pt x="76786" y="17588"/>
                    <a:pt x="75091" y="19387"/>
                    <a:pt x="73486" y="21249"/>
                  </a:cubicBezTo>
                  <a:cubicBezTo>
                    <a:pt x="69256" y="26157"/>
                    <a:pt x="65538" y="31575"/>
                    <a:pt x="61773" y="36841"/>
                  </a:cubicBezTo>
                  <a:cubicBezTo>
                    <a:pt x="58534" y="41374"/>
                    <a:pt x="55399" y="45976"/>
                    <a:pt x="52295" y="50595"/>
                  </a:cubicBezTo>
                  <a:cubicBezTo>
                    <a:pt x="47003" y="57810"/>
                    <a:pt x="41818" y="65154"/>
                    <a:pt x="37280" y="72733"/>
                  </a:cubicBezTo>
                  <a:cubicBezTo>
                    <a:pt x="36949" y="72523"/>
                    <a:pt x="36552" y="72392"/>
                    <a:pt x="36045" y="72392"/>
                  </a:cubicBezTo>
                  <a:cubicBezTo>
                    <a:pt x="36034" y="72392"/>
                    <a:pt x="36023" y="72392"/>
                    <a:pt x="36012" y="72392"/>
                  </a:cubicBezTo>
                  <a:cubicBezTo>
                    <a:pt x="35914" y="72395"/>
                    <a:pt x="35819" y="72424"/>
                    <a:pt x="35732" y="72473"/>
                  </a:cubicBezTo>
                  <a:cubicBezTo>
                    <a:pt x="36240" y="71803"/>
                    <a:pt x="36734" y="71113"/>
                    <a:pt x="37213" y="70414"/>
                  </a:cubicBezTo>
                  <a:lnTo>
                    <a:pt x="37213" y="70414"/>
                  </a:lnTo>
                  <a:cubicBezTo>
                    <a:pt x="36974" y="70989"/>
                    <a:pt x="36777" y="71578"/>
                    <a:pt x="36665" y="72193"/>
                  </a:cubicBezTo>
                  <a:cubicBezTo>
                    <a:pt x="36647" y="72287"/>
                    <a:pt x="36727" y="72349"/>
                    <a:pt x="36799" y="72349"/>
                  </a:cubicBezTo>
                  <a:cubicBezTo>
                    <a:pt x="36847" y="72349"/>
                    <a:pt x="36892" y="72322"/>
                    <a:pt x="36904" y="72259"/>
                  </a:cubicBezTo>
                  <a:cubicBezTo>
                    <a:pt x="37427" y="69482"/>
                    <a:pt x="39529" y="67146"/>
                    <a:pt x="41076" y="64866"/>
                  </a:cubicBezTo>
                  <a:cubicBezTo>
                    <a:pt x="42907" y="62163"/>
                    <a:pt x="44841" y="59533"/>
                    <a:pt x="46792" y="56920"/>
                  </a:cubicBezTo>
                  <a:cubicBezTo>
                    <a:pt x="50970" y="51323"/>
                    <a:pt x="55220" y="45780"/>
                    <a:pt x="59325" y="40127"/>
                  </a:cubicBezTo>
                  <a:cubicBezTo>
                    <a:pt x="67108" y="29413"/>
                    <a:pt x="73922" y="17793"/>
                    <a:pt x="83172" y="8243"/>
                  </a:cubicBezTo>
                  <a:close/>
                  <a:moveTo>
                    <a:pt x="75258" y="29705"/>
                  </a:moveTo>
                  <a:lnTo>
                    <a:pt x="75258" y="29705"/>
                  </a:lnTo>
                  <a:cubicBezTo>
                    <a:pt x="72724" y="33697"/>
                    <a:pt x="70275" y="37725"/>
                    <a:pt x="67706" y="41530"/>
                  </a:cubicBezTo>
                  <a:cubicBezTo>
                    <a:pt x="61383" y="50887"/>
                    <a:pt x="54527" y="59955"/>
                    <a:pt x="48525" y="69537"/>
                  </a:cubicBezTo>
                  <a:cubicBezTo>
                    <a:pt x="47644" y="70616"/>
                    <a:pt x="46764" y="71696"/>
                    <a:pt x="45906" y="72793"/>
                  </a:cubicBezTo>
                  <a:cubicBezTo>
                    <a:pt x="47425" y="70336"/>
                    <a:pt x="48961" y="67897"/>
                    <a:pt x="50511" y="65478"/>
                  </a:cubicBezTo>
                  <a:cubicBezTo>
                    <a:pt x="52027" y="63214"/>
                    <a:pt x="53499" y="60922"/>
                    <a:pt x="54960" y="58621"/>
                  </a:cubicBezTo>
                  <a:cubicBezTo>
                    <a:pt x="59351" y="51958"/>
                    <a:pt x="63881" y="45401"/>
                    <a:pt x="68615" y="38923"/>
                  </a:cubicBezTo>
                  <a:cubicBezTo>
                    <a:pt x="70847" y="35871"/>
                    <a:pt x="73027" y="32768"/>
                    <a:pt x="75258" y="29705"/>
                  </a:cubicBezTo>
                  <a:close/>
                  <a:moveTo>
                    <a:pt x="77022" y="19046"/>
                  </a:moveTo>
                  <a:lnTo>
                    <a:pt x="77022" y="19046"/>
                  </a:lnTo>
                  <a:cubicBezTo>
                    <a:pt x="72302" y="25394"/>
                    <a:pt x="67992" y="32101"/>
                    <a:pt x="63410" y="38464"/>
                  </a:cubicBezTo>
                  <a:cubicBezTo>
                    <a:pt x="59126" y="44414"/>
                    <a:pt x="54853" y="50376"/>
                    <a:pt x="50595" y="56343"/>
                  </a:cubicBezTo>
                  <a:cubicBezTo>
                    <a:pt x="46769" y="61687"/>
                    <a:pt x="41815" y="67091"/>
                    <a:pt x="38793" y="72889"/>
                  </a:cubicBezTo>
                  <a:cubicBezTo>
                    <a:pt x="40453" y="69704"/>
                    <a:pt x="42274" y="66583"/>
                    <a:pt x="44188" y="63506"/>
                  </a:cubicBezTo>
                  <a:cubicBezTo>
                    <a:pt x="46484" y="60116"/>
                    <a:pt x="48744" y="56695"/>
                    <a:pt x="51002" y="53274"/>
                  </a:cubicBezTo>
                  <a:cubicBezTo>
                    <a:pt x="54177" y="48756"/>
                    <a:pt x="57463" y="44327"/>
                    <a:pt x="60714" y="39962"/>
                  </a:cubicBezTo>
                  <a:lnTo>
                    <a:pt x="60714" y="39965"/>
                  </a:lnTo>
                  <a:cubicBezTo>
                    <a:pt x="65281" y="33833"/>
                    <a:pt x="69883" y="27664"/>
                    <a:pt x="74750" y="21765"/>
                  </a:cubicBezTo>
                  <a:cubicBezTo>
                    <a:pt x="75504" y="20853"/>
                    <a:pt x="76266" y="19950"/>
                    <a:pt x="77022" y="19046"/>
                  </a:cubicBezTo>
                  <a:close/>
                  <a:moveTo>
                    <a:pt x="41593" y="67291"/>
                  </a:moveTo>
                  <a:lnTo>
                    <a:pt x="41593" y="67291"/>
                  </a:lnTo>
                  <a:cubicBezTo>
                    <a:pt x="40380" y="69358"/>
                    <a:pt x="39202" y="71445"/>
                    <a:pt x="38091" y="73561"/>
                  </a:cubicBezTo>
                  <a:lnTo>
                    <a:pt x="38091" y="73558"/>
                  </a:lnTo>
                  <a:cubicBezTo>
                    <a:pt x="37944" y="73336"/>
                    <a:pt x="37768" y="73131"/>
                    <a:pt x="37568" y="72949"/>
                  </a:cubicBezTo>
                  <a:cubicBezTo>
                    <a:pt x="38934" y="71084"/>
                    <a:pt x="40276" y="69196"/>
                    <a:pt x="41593" y="67291"/>
                  </a:cubicBezTo>
                  <a:close/>
                  <a:moveTo>
                    <a:pt x="48239" y="38247"/>
                  </a:moveTo>
                  <a:lnTo>
                    <a:pt x="48239" y="38247"/>
                  </a:lnTo>
                  <a:cubicBezTo>
                    <a:pt x="40767" y="49022"/>
                    <a:pt x="33033" y="59628"/>
                    <a:pt x="26448" y="70966"/>
                  </a:cubicBezTo>
                  <a:cubicBezTo>
                    <a:pt x="25672" y="71973"/>
                    <a:pt x="24897" y="72982"/>
                    <a:pt x="24116" y="73973"/>
                  </a:cubicBezTo>
                  <a:lnTo>
                    <a:pt x="24116" y="73973"/>
                  </a:lnTo>
                  <a:cubicBezTo>
                    <a:pt x="27803" y="69279"/>
                    <a:pt x="30449" y="63788"/>
                    <a:pt x="33544" y="58708"/>
                  </a:cubicBezTo>
                  <a:cubicBezTo>
                    <a:pt x="33743" y="58378"/>
                    <a:pt x="33951" y="58058"/>
                    <a:pt x="34156" y="57732"/>
                  </a:cubicBezTo>
                  <a:cubicBezTo>
                    <a:pt x="36287" y="54723"/>
                    <a:pt x="38365" y="51675"/>
                    <a:pt x="40429" y="48638"/>
                  </a:cubicBezTo>
                  <a:cubicBezTo>
                    <a:pt x="42139" y="46317"/>
                    <a:pt x="43882" y="44021"/>
                    <a:pt x="45591" y="41729"/>
                  </a:cubicBezTo>
                  <a:cubicBezTo>
                    <a:pt x="46460" y="40563"/>
                    <a:pt x="47344" y="39402"/>
                    <a:pt x="48239" y="38247"/>
                  </a:cubicBezTo>
                  <a:close/>
                  <a:moveTo>
                    <a:pt x="30331" y="33796"/>
                  </a:moveTo>
                  <a:lnTo>
                    <a:pt x="30331" y="33796"/>
                  </a:lnTo>
                  <a:cubicBezTo>
                    <a:pt x="25022" y="41126"/>
                    <a:pt x="19926" y="48551"/>
                    <a:pt x="15388" y="56401"/>
                  </a:cubicBezTo>
                  <a:cubicBezTo>
                    <a:pt x="14882" y="57048"/>
                    <a:pt x="14389" y="57697"/>
                    <a:pt x="13878" y="58341"/>
                  </a:cubicBezTo>
                  <a:cubicBezTo>
                    <a:pt x="11727" y="61058"/>
                    <a:pt x="9640" y="63823"/>
                    <a:pt x="7584" y="66609"/>
                  </a:cubicBezTo>
                  <a:cubicBezTo>
                    <a:pt x="6305" y="68344"/>
                    <a:pt x="4991" y="70048"/>
                    <a:pt x="3617" y="71702"/>
                  </a:cubicBezTo>
                  <a:cubicBezTo>
                    <a:pt x="3177" y="72234"/>
                    <a:pt x="1685" y="73996"/>
                    <a:pt x="1492" y="73996"/>
                  </a:cubicBezTo>
                  <a:cubicBezTo>
                    <a:pt x="1398" y="73996"/>
                    <a:pt x="1612" y="73578"/>
                    <a:pt x="2405" y="72398"/>
                  </a:cubicBezTo>
                  <a:cubicBezTo>
                    <a:pt x="6406" y="66442"/>
                    <a:pt x="11201" y="61239"/>
                    <a:pt x="14981" y="55105"/>
                  </a:cubicBezTo>
                  <a:cubicBezTo>
                    <a:pt x="19074" y="48453"/>
                    <a:pt x="23728" y="42390"/>
                    <a:pt x="28489" y="36209"/>
                  </a:cubicBezTo>
                  <a:cubicBezTo>
                    <a:pt x="29107" y="35407"/>
                    <a:pt x="29716" y="34601"/>
                    <a:pt x="30331" y="33796"/>
                  </a:cubicBezTo>
                  <a:close/>
                  <a:moveTo>
                    <a:pt x="27828" y="69312"/>
                  </a:moveTo>
                  <a:lnTo>
                    <a:pt x="27828" y="69312"/>
                  </a:lnTo>
                  <a:cubicBezTo>
                    <a:pt x="26809" y="70974"/>
                    <a:pt x="25836" y="72658"/>
                    <a:pt x="24909" y="74364"/>
                  </a:cubicBezTo>
                  <a:cubicBezTo>
                    <a:pt x="25013" y="74144"/>
                    <a:pt x="25154" y="73864"/>
                    <a:pt x="25354" y="73501"/>
                  </a:cubicBezTo>
                  <a:cubicBezTo>
                    <a:pt x="26041" y="72248"/>
                    <a:pt x="26757" y="71009"/>
                    <a:pt x="27475" y="69776"/>
                  </a:cubicBezTo>
                  <a:cubicBezTo>
                    <a:pt x="27594" y="69623"/>
                    <a:pt x="27709" y="69465"/>
                    <a:pt x="27828" y="69312"/>
                  </a:cubicBezTo>
                  <a:close/>
                  <a:moveTo>
                    <a:pt x="12521" y="61338"/>
                  </a:moveTo>
                  <a:cubicBezTo>
                    <a:pt x="10119" y="64776"/>
                    <a:pt x="7757" y="68240"/>
                    <a:pt x="5436" y="71722"/>
                  </a:cubicBezTo>
                  <a:cubicBezTo>
                    <a:pt x="4787" y="72461"/>
                    <a:pt x="4122" y="73186"/>
                    <a:pt x="3415" y="73879"/>
                  </a:cubicBezTo>
                  <a:lnTo>
                    <a:pt x="3415" y="73876"/>
                  </a:lnTo>
                  <a:cubicBezTo>
                    <a:pt x="2760" y="74518"/>
                    <a:pt x="2467" y="74754"/>
                    <a:pt x="2390" y="74754"/>
                  </a:cubicBezTo>
                  <a:cubicBezTo>
                    <a:pt x="2195" y="74754"/>
                    <a:pt x="3396" y="73227"/>
                    <a:pt x="3560" y="72995"/>
                  </a:cubicBezTo>
                  <a:cubicBezTo>
                    <a:pt x="4538" y="71610"/>
                    <a:pt x="5563" y="70253"/>
                    <a:pt x="6585" y="68893"/>
                  </a:cubicBezTo>
                  <a:cubicBezTo>
                    <a:pt x="8508" y="66332"/>
                    <a:pt x="10506" y="63829"/>
                    <a:pt x="12521" y="61338"/>
                  </a:cubicBezTo>
                  <a:close/>
                  <a:moveTo>
                    <a:pt x="68163" y="8657"/>
                  </a:moveTo>
                  <a:cubicBezTo>
                    <a:pt x="68217" y="8657"/>
                    <a:pt x="68048" y="9021"/>
                    <a:pt x="67492" y="10041"/>
                  </a:cubicBezTo>
                  <a:cubicBezTo>
                    <a:pt x="67189" y="10598"/>
                    <a:pt x="66866" y="11144"/>
                    <a:pt x="66534" y="11684"/>
                  </a:cubicBezTo>
                  <a:cubicBezTo>
                    <a:pt x="60812" y="17585"/>
                    <a:pt x="56247" y="24814"/>
                    <a:pt x="51669" y="31717"/>
                  </a:cubicBezTo>
                  <a:cubicBezTo>
                    <a:pt x="49411" y="34893"/>
                    <a:pt x="47168" y="38086"/>
                    <a:pt x="44873" y="41230"/>
                  </a:cubicBezTo>
                  <a:cubicBezTo>
                    <a:pt x="41293" y="46123"/>
                    <a:pt x="37540" y="50892"/>
                    <a:pt x="34211" y="55962"/>
                  </a:cubicBezTo>
                  <a:cubicBezTo>
                    <a:pt x="32473" y="58612"/>
                    <a:pt x="30585" y="61647"/>
                    <a:pt x="28674" y="64487"/>
                  </a:cubicBezTo>
                  <a:cubicBezTo>
                    <a:pt x="26679" y="67048"/>
                    <a:pt x="24629" y="69557"/>
                    <a:pt x="22490" y="71956"/>
                  </a:cubicBezTo>
                  <a:cubicBezTo>
                    <a:pt x="22381" y="72078"/>
                    <a:pt x="22487" y="72240"/>
                    <a:pt x="22611" y="72240"/>
                  </a:cubicBezTo>
                  <a:cubicBezTo>
                    <a:pt x="22648" y="72240"/>
                    <a:pt x="22688" y="72225"/>
                    <a:pt x="22723" y="72190"/>
                  </a:cubicBezTo>
                  <a:cubicBezTo>
                    <a:pt x="24239" y="70651"/>
                    <a:pt x="25622" y="69014"/>
                    <a:pt x="26927" y="67322"/>
                  </a:cubicBezTo>
                  <a:cubicBezTo>
                    <a:pt x="28428" y="65486"/>
                    <a:pt x="29877" y="63587"/>
                    <a:pt x="31304" y="61664"/>
                  </a:cubicBezTo>
                  <a:lnTo>
                    <a:pt x="31304" y="61664"/>
                  </a:lnTo>
                  <a:cubicBezTo>
                    <a:pt x="28645" y="66139"/>
                    <a:pt x="26208" y="70735"/>
                    <a:pt x="22980" y="74872"/>
                  </a:cubicBezTo>
                  <a:cubicBezTo>
                    <a:pt x="22943" y="74029"/>
                    <a:pt x="23116" y="73267"/>
                    <a:pt x="23584" y="72658"/>
                  </a:cubicBezTo>
                  <a:lnTo>
                    <a:pt x="23581" y="72658"/>
                  </a:lnTo>
                  <a:cubicBezTo>
                    <a:pt x="23618" y="72608"/>
                    <a:pt x="23572" y="72554"/>
                    <a:pt x="23520" y="72545"/>
                  </a:cubicBezTo>
                  <a:cubicBezTo>
                    <a:pt x="23751" y="72490"/>
                    <a:pt x="23982" y="72427"/>
                    <a:pt x="24216" y="72346"/>
                  </a:cubicBezTo>
                  <a:cubicBezTo>
                    <a:pt x="24401" y="72281"/>
                    <a:pt x="24349" y="72006"/>
                    <a:pt x="24184" y="72006"/>
                  </a:cubicBezTo>
                  <a:cubicBezTo>
                    <a:pt x="24166" y="72006"/>
                    <a:pt x="24147" y="72010"/>
                    <a:pt x="24127" y="72017"/>
                  </a:cubicBezTo>
                  <a:cubicBezTo>
                    <a:pt x="23312" y="72299"/>
                    <a:pt x="22513" y="72415"/>
                    <a:pt x="21726" y="72415"/>
                  </a:cubicBezTo>
                  <a:cubicBezTo>
                    <a:pt x="21412" y="72415"/>
                    <a:pt x="21100" y="72397"/>
                    <a:pt x="20789" y="72363"/>
                  </a:cubicBezTo>
                  <a:cubicBezTo>
                    <a:pt x="20804" y="72357"/>
                    <a:pt x="20818" y="72357"/>
                    <a:pt x="20830" y="72343"/>
                  </a:cubicBezTo>
                  <a:cubicBezTo>
                    <a:pt x="29063" y="61846"/>
                    <a:pt x="37222" y="51291"/>
                    <a:pt x="45118" y="40534"/>
                  </a:cubicBezTo>
                  <a:cubicBezTo>
                    <a:pt x="48984" y="35265"/>
                    <a:pt x="52647" y="29863"/>
                    <a:pt x="56377" y="24497"/>
                  </a:cubicBezTo>
                  <a:cubicBezTo>
                    <a:pt x="58410" y="21575"/>
                    <a:pt x="60483" y="18685"/>
                    <a:pt x="62602" y="15827"/>
                  </a:cubicBezTo>
                  <a:cubicBezTo>
                    <a:pt x="64008" y="13927"/>
                    <a:pt x="65463" y="12065"/>
                    <a:pt x="66929" y="10212"/>
                  </a:cubicBezTo>
                  <a:cubicBezTo>
                    <a:pt x="67456" y="9548"/>
                    <a:pt x="68080" y="8657"/>
                    <a:pt x="68163" y="8657"/>
                  </a:cubicBezTo>
                  <a:close/>
                  <a:moveTo>
                    <a:pt x="52457" y="66136"/>
                  </a:moveTo>
                  <a:cubicBezTo>
                    <a:pt x="51256" y="67903"/>
                    <a:pt x="50049" y="69669"/>
                    <a:pt x="48808" y="71413"/>
                  </a:cubicBezTo>
                  <a:cubicBezTo>
                    <a:pt x="47944" y="72626"/>
                    <a:pt x="47029" y="73798"/>
                    <a:pt x="46100" y="74958"/>
                  </a:cubicBezTo>
                  <a:cubicBezTo>
                    <a:pt x="47965" y="71895"/>
                    <a:pt x="50159" y="68980"/>
                    <a:pt x="52457" y="66136"/>
                  </a:cubicBezTo>
                  <a:close/>
                  <a:moveTo>
                    <a:pt x="60229" y="25605"/>
                  </a:moveTo>
                  <a:lnTo>
                    <a:pt x="60229" y="25605"/>
                  </a:lnTo>
                  <a:cubicBezTo>
                    <a:pt x="55754" y="31983"/>
                    <a:pt x="51342" y="38406"/>
                    <a:pt x="46902" y="44792"/>
                  </a:cubicBezTo>
                  <a:cubicBezTo>
                    <a:pt x="43132" y="50217"/>
                    <a:pt x="39529" y="55760"/>
                    <a:pt x="35727" y="61164"/>
                  </a:cubicBezTo>
                  <a:cubicBezTo>
                    <a:pt x="33527" y="64291"/>
                    <a:pt x="31223" y="67340"/>
                    <a:pt x="28812" y="70310"/>
                  </a:cubicBezTo>
                  <a:cubicBezTo>
                    <a:pt x="28312" y="70930"/>
                    <a:pt x="25198" y="74969"/>
                    <a:pt x="24772" y="74969"/>
                  </a:cubicBezTo>
                  <a:cubicBezTo>
                    <a:pt x="24743" y="74969"/>
                    <a:pt x="24727" y="74951"/>
                    <a:pt x="24724" y="74912"/>
                  </a:cubicBezTo>
                  <a:cubicBezTo>
                    <a:pt x="24843" y="74739"/>
                    <a:pt x="25007" y="74491"/>
                    <a:pt x="25203" y="74141"/>
                  </a:cubicBezTo>
                  <a:cubicBezTo>
                    <a:pt x="26015" y="72712"/>
                    <a:pt x="26889" y="71324"/>
                    <a:pt x="27776" y="69938"/>
                  </a:cubicBezTo>
                  <a:cubicBezTo>
                    <a:pt x="29291" y="67571"/>
                    <a:pt x="30934" y="65284"/>
                    <a:pt x="32606" y="63021"/>
                  </a:cubicBezTo>
                  <a:cubicBezTo>
                    <a:pt x="32744" y="62833"/>
                    <a:pt x="32880" y="62648"/>
                    <a:pt x="33019" y="62464"/>
                  </a:cubicBezTo>
                  <a:cubicBezTo>
                    <a:pt x="33504" y="61808"/>
                    <a:pt x="33991" y="61156"/>
                    <a:pt x="34479" y="60500"/>
                  </a:cubicBezTo>
                  <a:cubicBezTo>
                    <a:pt x="38960" y="54501"/>
                    <a:pt x="43374" y="48453"/>
                    <a:pt x="47872" y="42465"/>
                  </a:cubicBezTo>
                  <a:cubicBezTo>
                    <a:pt x="51553" y="37563"/>
                    <a:pt x="55110" y="32586"/>
                    <a:pt x="58655" y="27591"/>
                  </a:cubicBezTo>
                  <a:cubicBezTo>
                    <a:pt x="59181" y="26930"/>
                    <a:pt x="59703" y="26269"/>
                    <a:pt x="60229" y="25605"/>
                  </a:cubicBezTo>
                  <a:close/>
                  <a:moveTo>
                    <a:pt x="10506" y="72132"/>
                  </a:moveTo>
                  <a:lnTo>
                    <a:pt x="10506" y="72132"/>
                  </a:lnTo>
                  <a:cubicBezTo>
                    <a:pt x="9980" y="72701"/>
                    <a:pt x="9489" y="73749"/>
                    <a:pt x="9013" y="74800"/>
                  </a:cubicBezTo>
                  <a:lnTo>
                    <a:pt x="9010" y="74800"/>
                  </a:lnTo>
                  <a:cubicBezTo>
                    <a:pt x="8987" y="74823"/>
                    <a:pt x="8967" y="74852"/>
                    <a:pt x="8944" y="74875"/>
                  </a:cubicBezTo>
                  <a:cubicBezTo>
                    <a:pt x="8756" y="75080"/>
                    <a:pt x="8548" y="75319"/>
                    <a:pt x="8361" y="75539"/>
                  </a:cubicBezTo>
                  <a:cubicBezTo>
                    <a:pt x="8312" y="75444"/>
                    <a:pt x="8271" y="75342"/>
                    <a:pt x="8239" y="75241"/>
                  </a:cubicBezTo>
                  <a:cubicBezTo>
                    <a:pt x="8283" y="75169"/>
                    <a:pt x="8326" y="75097"/>
                    <a:pt x="8378" y="75013"/>
                  </a:cubicBezTo>
                  <a:cubicBezTo>
                    <a:pt x="8696" y="74499"/>
                    <a:pt x="9004" y="73991"/>
                    <a:pt x="9305" y="73480"/>
                  </a:cubicBezTo>
                  <a:cubicBezTo>
                    <a:pt x="9674" y="73004"/>
                    <a:pt x="10075" y="72554"/>
                    <a:pt x="10506" y="72132"/>
                  </a:cubicBezTo>
                  <a:close/>
                  <a:moveTo>
                    <a:pt x="60552" y="45696"/>
                  </a:moveTo>
                  <a:lnTo>
                    <a:pt x="60552" y="45696"/>
                  </a:lnTo>
                  <a:cubicBezTo>
                    <a:pt x="58499" y="48921"/>
                    <a:pt x="56493" y="52180"/>
                    <a:pt x="54489" y="55445"/>
                  </a:cubicBezTo>
                  <a:cubicBezTo>
                    <a:pt x="53277" y="57099"/>
                    <a:pt x="52073" y="58760"/>
                    <a:pt x="50852" y="60408"/>
                  </a:cubicBezTo>
                  <a:cubicBezTo>
                    <a:pt x="47176" y="65377"/>
                    <a:pt x="43080" y="70238"/>
                    <a:pt x="40224" y="75752"/>
                  </a:cubicBezTo>
                  <a:cubicBezTo>
                    <a:pt x="40206" y="75744"/>
                    <a:pt x="40192" y="75729"/>
                    <a:pt x="40170" y="75729"/>
                  </a:cubicBezTo>
                  <a:cubicBezTo>
                    <a:pt x="40168" y="75729"/>
                    <a:pt x="40166" y="75729"/>
                    <a:pt x="40164" y="75729"/>
                  </a:cubicBezTo>
                  <a:cubicBezTo>
                    <a:pt x="40121" y="75734"/>
                    <a:pt x="40079" y="75736"/>
                    <a:pt x="40038" y="75736"/>
                  </a:cubicBezTo>
                  <a:cubicBezTo>
                    <a:pt x="39192" y="75736"/>
                    <a:pt x="38840" y="74813"/>
                    <a:pt x="38331" y="73939"/>
                  </a:cubicBezTo>
                  <a:cubicBezTo>
                    <a:pt x="44896" y="64866"/>
                    <a:pt x="51507" y="55806"/>
                    <a:pt x="58055" y="46706"/>
                  </a:cubicBezTo>
                  <a:lnTo>
                    <a:pt x="58055" y="46706"/>
                  </a:lnTo>
                  <a:cubicBezTo>
                    <a:pt x="54798" y="51530"/>
                    <a:pt x="51651" y="56421"/>
                    <a:pt x="48447" y="61280"/>
                  </a:cubicBezTo>
                  <a:cubicBezTo>
                    <a:pt x="45228" y="65688"/>
                    <a:pt x="42064" y="70140"/>
                    <a:pt x="39000" y="74661"/>
                  </a:cubicBezTo>
                  <a:cubicBezTo>
                    <a:pt x="38912" y="74792"/>
                    <a:pt x="39027" y="74906"/>
                    <a:pt x="39148" y="74906"/>
                  </a:cubicBezTo>
                  <a:cubicBezTo>
                    <a:pt x="39200" y="74906"/>
                    <a:pt x="39254" y="74885"/>
                    <a:pt x="39292" y="74834"/>
                  </a:cubicBezTo>
                  <a:cubicBezTo>
                    <a:pt x="42595" y="70527"/>
                    <a:pt x="45664" y="66061"/>
                    <a:pt x="48666" y="61548"/>
                  </a:cubicBezTo>
                  <a:cubicBezTo>
                    <a:pt x="49362" y="60596"/>
                    <a:pt x="50052" y="59637"/>
                    <a:pt x="50753" y="58687"/>
                  </a:cubicBezTo>
                  <a:cubicBezTo>
                    <a:pt x="53967" y="54322"/>
                    <a:pt x="57249" y="50003"/>
                    <a:pt x="60552" y="45696"/>
                  </a:cubicBezTo>
                  <a:close/>
                  <a:moveTo>
                    <a:pt x="57691" y="53569"/>
                  </a:moveTo>
                  <a:lnTo>
                    <a:pt x="57691" y="53569"/>
                  </a:lnTo>
                  <a:cubicBezTo>
                    <a:pt x="56626" y="55255"/>
                    <a:pt x="55560" y="56944"/>
                    <a:pt x="54504" y="58635"/>
                  </a:cubicBezTo>
                  <a:cubicBezTo>
                    <a:pt x="53184" y="60682"/>
                    <a:pt x="51876" y="62729"/>
                    <a:pt x="50574" y="64779"/>
                  </a:cubicBezTo>
                  <a:cubicBezTo>
                    <a:pt x="48920" y="67288"/>
                    <a:pt x="47200" y="69750"/>
                    <a:pt x="45410" y="72163"/>
                  </a:cubicBezTo>
                  <a:lnTo>
                    <a:pt x="45410" y="72163"/>
                  </a:lnTo>
                  <a:cubicBezTo>
                    <a:pt x="45444" y="72118"/>
                    <a:pt x="45461" y="72096"/>
                    <a:pt x="45463" y="72096"/>
                  </a:cubicBezTo>
                  <a:lnTo>
                    <a:pt x="45463" y="72096"/>
                  </a:lnTo>
                  <a:cubicBezTo>
                    <a:pt x="45491" y="72096"/>
                    <a:pt x="42851" y="75906"/>
                    <a:pt x="42459" y="75906"/>
                  </a:cubicBezTo>
                  <a:cubicBezTo>
                    <a:pt x="42339" y="75906"/>
                    <a:pt x="42431" y="75546"/>
                    <a:pt x="42878" y="74606"/>
                  </a:cubicBezTo>
                  <a:cubicBezTo>
                    <a:pt x="43764" y="72738"/>
                    <a:pt x="44930" y="70998"/>
                    <a:pt x="46074" y="69283"/>
                  </a:cubicBezTo>
                  <a:cubicBezTo>
                    <a:pt x="49581" y="64011"/>
                    <a:pt x="53753" y="59167"/>
                    <a:pt x="57405" y="53982"/>
                  </a:cubicBezTo>
                  <a:cubicBezTo>
                    <a:pt x="57500" y="53843"/>
                    <a:pt x="57593" y="53707"/>
                    <a:pt x="57691" y="53569"/>
                  </a:cubicBezTo>
                  <a:close/>
                  <a:moveTo>
                    <a:pt x="34303" y="32716"/>
                  </a:moveTo>
                  <a:cubicBezTo>
                    <a:pt x="33039" y="34523"/>
                    <a:pt x="31777" y="36327"/>
                    <a:pt x="30518" y="38135"/>
                  </a:cubicBezTo>
                  <a:lnTo>
                    <a:pt x="30518" y="38132"/>
                  </a:lnTo>
                  <a:cubicBezTo>
                    <a:pt x="26107" y="44443"/>
                    <a:pt x="21482" y="50592"/>
                    <a:pt x="17027" y="56866"/>
                  </a:cubicBezTo>
                  <a:cubicBezTo>
                    <a:pt x="12420" y="63356"/>
                    <a:pt x="8381" y="70189"/>
                    <a:pt x="2947" y="76056"/>
                  </a:cubicBezTo>
                  <a:cubicBezTo>
                    <a:pt x="4287" y="74609"/>
                    <a:pt x="5404" y="72767"/>
                    <a:pt x="6513" y="70983"/>
                  </a:cubicBezTo>
                  <a:cubicBezTo>
                    <a:pt x="8924" y="68186"/>
                    <a:pt x="11014" y="65088"/>
                    <a:pt x="12954" y="61863"/>
                  </a:cubicBezTo>
                  <a:cubicBezTo>
                    <a:pt x="13739" y="60772"/>
                    <a:pt x="14516" y="59675"/>
                    <a:pt x="15266" y="58555"/>
                  </a:cubicBezTo>
                  <a:cubicBezTo>
                    <a:pt x="16248" y="57091"/>
                    <a:pt x="17253" y="55647"/>
                    <a:pt x="18257" y="54212"/>
                  </a:cubicBezTo>
                  <a:cubicBezTo>
                    <a:pt x="23809" y="47188"/>
                    <a:pt x="29110" y="39997"/>
                    <a:pt x="34303" y="32716"/>
                  </a:cubicBezTo>
                  <a:close/>
                  <a:moveTo>
                    <a:pt x="74698" y="16563"/>
                  </a:moveTo>
                  <a:lnTo>
                    <a:pt x="74698" y="16563"/>
                  </a:lnTo>
                  <a:cubicBezTo>
                    <a:pt x="74248" y="17270"/>
                    <a:pt x="73806" y="17940"/>
                    <a:pt x="73364" y="18538"/>
                  </a:cubicBezTo>
                  <a:cubicBezTo>
                    <a:pt x="68855" y="24664"/>
                    <a:pt x="64291" y="30735"/>
                    <a:pt x="59989" y="37009"/>
                  </a:cubicBezTo>
                  <a:cubicBezTo>
                    <a:pt x="55829" y="43083"/>
                    <a:pt x="51741" y="49293"/>
                    <a:pt x="47543" y="55428"/>
                  </a:cubicBezTo>
                  <a:cubicBezTo>
                    <a:pt x="47205" y="55875"/>
                    <a:pt x="46870" y="56323"/>
                    <a:pt x="46530" y="56770"/>
                  </a:cubicBezTo>
                  <a:cubicBezTo>
                    <a:pt x="44567" y="59374"/>
                    <a:pt x="42678" y="62033"/>
                    <a:pt x="40834" y="64724"/>
                  </a:cubicBezTo>
                  <a:cubicBezTo>
                    <a:pt x="40008" y="65931"/>
                    <a:pt x="39064" y="67135"/>
                    <a:pt x="38270" y="68402"/>
                  </a:cubicBezTo>
                  <a:cubicBezTo>
                    <a:pt x="36471" y="70784"/>
                    <a:pt x="34650" y="73140"/>
                    <a:pt x="32762" y="75432"/>
                  </a:cubicBezTo>
                  <a:cubicBezTo>
                    <a:pt x="32372" y="75905"/>
                    <a:pt x="32185" y="76098"/>
                    <a:pt x="32141" y="76098"/>
                  </a:cubicBezTo>
                  <a:cubicBezTo>
                    <a:pt x="31958" y="76098"/>
                    <a:pt x="34248" y="72748"/>
                    <a:pt x="34655" y="72271"/>
                  </a:cubicBezTo>
                  <a:cubicBezTo>
                    <a:pt x="35701" y="71047"/>
                    <a:pt x="36702" y="69779"/>
                    <a:pt x="37690" y="68509"/>
                  </a:cubicBezTo>
                  <a:cubicBezTo>
                    <a:pt x="39725" y="65896"/>
                    <a:pt x="41466" y="63050"/>
                    <a:pt x="43230" y="60252"/>
                  </a:cubicBezTo>
                  <a:cubicBezTo>
                    <a:pt x="47257" y="53863"/>
                    <a:pt x="51490" y="47604"/>
                    <a:pt x="55742" y="41365"/>
                  </a:cubicBezTo>
                  <a:cubicBezTo>
                    <a:pt x="60200" y="34835"/>
                    <a:pt x="64741" y="28385"/>
                    <a:pt x="69886" y="22372"/>
                  </a:cubicBezTo>
                  <a:cubicBezTo>
                    <a:pt x="71525" y="20455"/>
                    <a:pt x="73154" y="18535"/>
                    <a:pt x="74698" y="16563"/>
                  </a:cubicBezTo>
                  <a:close/>
                  <a:moveTo>
                    <a:pt x="52298" y="58990"/>
                  </a:moveTo>
                  <a:cubicBezTo>
                    <a:pt x="49079" y="64187"/>
                    <a:pt x="45788" y="69335"/>
                    <a:pt x="42150" y="74240"/>
                  </a:cubicBezTo>
                  <a:cubicBezTo>
                    <a:pt x="41483" y="75140"/>
                    <a:pt x="41016" y="75744"/>
                    <a:pt x="40698" y="76128"/>
                  </a:cubicBezTo>
                  <a:lnTo>
                    <a:pt x="40441" y="75969"/>
                  </a:lnTo>
                  <a:cubicBezTo>
                    <a:pt x="41119" y="74696"/>
                    <a:pt x="42777" y="72051"/>
                    <a:pt x="43270" y="71309"/>
                  </a:cubicBezTo>
                  <a:cubicBezTo>
                    <a:pt x="45037" y="68659"/>
                    <a:pt x="47009" y="66124"/>
                    <a:pt x="48917" y="63575"/>
                  </a:cubicBezTo>
                  <a:cubicBezTo>
                    <a:pt x="50055" y="62054"/>
                    <a:pt x="51172" y="60518"/>
                    <a:pt x="52298" y="58990"/>
                  </a:cubicBezTo>
                  <a:close/>
                  <a:moveTo>
                    <a:pt x="23512" y="50630"/>
                  </a:moveTo>
                  <a:cubicBezTo>
                    <a:pt x="20313" y="55451"/>
                    <a:pt x="17097" y="60261"/>
                    <a:pt x="13768" y="64993"/>
                  </a:cubicBezTo>
                  <a:cubicBezTo>
                    <a:pt x="12778" y="66396"/>
                    <a:pt x="11756" y="67773"/>
                    <a:pt x="10714" y="69138"/>
                  </a:cubicBezTo>
                  <a:cubicBezTo>
                    <a:pt x="9227" y="70795"/>
                    <a:pt x="7818" y="72510"/>
                    <a:pt x="6574" y="74341"/>
                  </a:cubicBezTo>
                  <a:lnTo>
                    <a:pt x="6571" y="74338"/>
                  </a:lnTo>
                  <a:cubicBezTo>
                    <a:pt x="6023" y="75008"/>
                    <a:pt x="4963" y="76259"/>
                    <a:pt x="4695" y="76259"/>
                  </a:cubicBezTo>
                  <a:cubicBezTo>
                    <a:pt x="4569" y="76259"/>
                    <a:pt x="4618" y="75983"/>
                    <a:pt x="4977" y="75241"/>
                  </a:cubicBezTo>
                  <a:cubicBezTo>
                    <a:pt x="5771" y="73596"/>
                    <a:pt x="7067" y="72193"/>
                    <a:pt x="8205" y="70781"/>
                  </a:cubicBezTo>
                  <a:cubicBezTo>
                    <a:pt x="12911" y="64943"/>
                    <a:pt x="17152" y="58731"/>
                    <a:pt x="21791" y="52838"/>
                  </a:cubicBezTo>
                  <a:cubicBezTo>
                    <a:pt x="22368" y="52105"/>
                    <a:pt x="22937" y="51366"/>
                    <a:pt x="23512" y="50630"/>
                  </a:cubicBezTo>
                  <a:close/>
                  <a:moveTo>
                    <a:pt x="43316" y="73171"/>
                  </a:moveTo>
                  <a:lnTo>
                    <a:pt x="43316" y="73171"/>
                  </a:lnTo>
                  <a:cubicBezTo>
                    <a:pt x="42684" y="74309"/>
                    <a:pt x="42110" y="75478"/>
                    <a:pt x="41587" y="76682"/>
                  </a:cubicBezTo>
                  <a:lnTo>
                    <a:pt x="40958" y="76289"/>
                  </a:lnTo>
                  <a:cubicBezTo>
                    <a:pt x="41766" y="75267"/>
                    <a:pt x="42549" y="74225"/>
                    <a:pt x="43316" y="73171"/>
                  </a:cubicBezTo>
                  <a:close/>
                  <a:moveTo>
                    <a:pt x="90326" y="11037"/>
                  </a:moveTo>
                  <a:cubicBezTo>
                    <a:pt x="90920" y="11268"/>
                    <a:pt x="91498" y="11531"/>
                    <a:pt x="92012" y="11901"/>
                  </a:cubicBezTo>
                  <a:cubicBezTo>
                    <a:pt x="91948" y="11961"/>
                    <a:pt x="91887" y="12025"/>
                    <a:pt x="91824" y="12085"/>
                  </a:cubicBezTo>
                  <a:cubicBezTo>
                    <a:pt x="91799" y="12071"/>
                    <a:pt x="91772" y="12063"/>
                    <a:pt x="91746" y="12063"/>
                  </a:cubicBezTo>
                  <a:cubicBezTo>
                    <a:pt x="91695" y="12063"/>
                    <a:pt x="91646" y="12090"/>
                    <a:pt x="91619" y="12137"/>
                  </a:cubicBezTo>
                  <a:cubicBezTo>
                    <a:pt x="91538" y="12267"/>
                    <a:pt x="91454" y="12397"/>
                    <a:pt x="91374" y="12530"/>
                  </a:cubicBezTo>
                  <a:cubicBezTo>
                    <a:pt x="88813" y="15183"/>
                    <a:pt x="87095" y="18451"/>
                    <a:pt x="85005" y="21500"/>
                  </a:cubicBezTo>
                  <a:cubicBezTo>
                    <a:pt x="81688" y="26336"/>
                    <a:pt x="77943" y="30810"/>
                    <a:pt x="74834" y="35802"/>
                  </a:cubicBezTo>
                  <a:cubicBezTo>
                    <a:pt x="74796" y="35862"/>
                    <a:pt x="74849" y="35919"/>
                    <a:pt x="74903" y="35919"/>
                  </a:cubicBezTo>
                  <a:cubicBezTo>
                    <a:pt x="74926" y="35919"/>
                    <a:pt x="74950" y="35908"/>
                    <a:pt x="74967" y="35883"/>
                  </a:cubicBezTo>
                  <a:cubicBezTo>
                    <a:pt x="77591" y="31841"/>
                    <a:pt x="80481" y="27998"/>
                    <a:pt x="83379" y="24153"/>
                  </a:cubicBezTo>
                  <a:cubicBezTo>
                    <a:pt x="85940" y="20758"/>
                    <a:pt x="88013" y="17028"/>
                    <a:pt x="90643" y="13690"/>
                  </a:cubicBezTo>
                  <a:cubicBezTo>
                    <a:pt x="90655" y="13676"/>
                    <a:pt x="90663" y="13667"/>
                    <a:pt x="90675" y="13653"/>
                  </a:cubicBezTo>
                  <a:lnTo>
                    <a:pt x="90675" y="13653"/>
                  </a:lnTo>
                  <a:cubicBezTo>
                    <a:pt x="89826" y="15010"/>
                    <a:pt x="88969" y="16361"/>
                    <a:pt x="88097" y="17706"/>
                  </a:cubicBezTo>
                  <a:cubicBezTo>
                    <a:pt x="87779" y="18122"/>
                    <a:pt x="87456" y="18538"/>
                    <a:pt x="87127" y="18951"/>
                  </a:cubicBezTo>
                  <a:cubicBezTo>
                    <a:pt x="87335" y="18711"/>
                    <a:pt x="87545" y="18471"/>
                    <a:pt x="87750" y="18232"/>
                  </a:cubicBezTo>
                  <a:lnTo>
                    <a:pt x="87750" y="18232"/>
                  </a:lnTo>
                  <a:cubicBezTo>
                    <a:pt x="82736" y="25911"/>
                    <a:pt x="77314" y="33377"/>
                    <a:pt x="71860" y="40762"/>
                  </a:cubicBezTo>
                  <a:cubicBezTo>
                    <a:pt x="69845" y="43253"/>
                    <a:pt x="67963" y="45866"/>
                    <a:pt x="66121" y="48514"/>
                  </a:cubicBezTo>
                  <a:cubicBezTo>
                    <a:pt x="65108" y="49876"/>
                    <a:pt x="64086" y="51236"/>
                    <a:pt x="63058" y="52590"/>
                  </a:cubicBezTo>
                  <a:cubicBezTo>
                    <a:pt x="64037" y="50916"/>
                    <a:pt x="65024" y="49244"/>
                    <a:pt x="66031" y="47590"/>
                  </a:cubicBezTo>
                  <a:cubicBezTo>
                    <a:pt x="66265" y="47206"/>
                    <a:pt x="66511" y="46828"/>
                    <a:pt x="66750" y="46446"/>
                  </a:cubicBezTo>
                  <a:lnTo>
                    <a:pt x="66750" y="46446"/>
                  </a:lnTo>
                  <a:cubicBezTo>
                    <a:pt x="65093" y="48949"/>
                    <a:pt x="63482" y="51496"/>
                    <a:pt x="61915" y="54085"/>
                  </a:cubicBezTo>
                  <a:cubicBezTo>
                    <a:pt x="60341" y="56141"/>
                    <a:pt x="58753" y="58188"/>
                    <a:pt x="57154" y="60223"/>
                  </a:cubicBezTo>
                  <a:cubicBezTo>
                    <a:pt x="60214" y="55659"/>
                    <a:pt x="63222" y="51063"/>
                    <a:pt x="66369" y="46625"/>
                  </a:cubicBezTo>
                  <a:cubicBezTo>
                    <a:pt x="74522" y="35135"/>
                    <a:pt x="82294" y="23385"/>
                    <a:pt x="90799" y="12149"/>
                  </a:cubicBezTo>
                  <a:cubicBezTo>
                    <a:pt x="90896" y="12021"/>
                    <a:pt x="90774" y="11897"/>
                    <a:pt x="90647" y="11897"/>
                  </a:cubicBezTo>
                  <a:cubicBezTo>
                    <a:pt x="90593" y="11897"/>
                    <a:pt x="90538" y="11920"/>
                    <a:pt x="90499" y="11973"/>
                  </a:cubicBezTo>
                  <a:cubicBezTo>
                    <a:pt x="81991" y="23206"/>
                    <a:pt x="74225" y="34962"/>
                    <a:pt x="66078" y="46455"/>
                  </a:cubicBezTo>
                  <a:cubicBezTo>
                    <a:pt x="62197" y="51929"/>
                    <a:pt x="58372" y="57437"/>
                    <a:pt x="54596" y="62980"/>
                  </a:cubicBezTo>
                  <a:cubicBezTo>
                    <a:pt x="53900" y="64005"/>
                    <a:pt x="53204" y="65027"/>
                    <a:pt x="52512" y="66052"/>
                  </a:cubicBezTo>
                  <a:cubicBezTo>
                    <a:pt x="50014" y="69158"/>
                    <a:pt x="47552" y="72265"/>
                    <a:pt x="45528" y="75660"/>
                  </a:cubicBezTo>
                  <a:cubicBezTo>
                    <a:pt x="45245" y="76006"/>
                    <a:pt x="44971" y="76356"/>
                    <a:pt x="44688" y="76699"/>
                  </a:cubicBezTo>
                  <a:lnTo>
                    <a:pt x="44688" y="76699"/>
                  </a:lnTo>
                  <a:cubicBezTo>
                    <a:pt x="44697" y="76685"/>
                    <a:pt x="46351" y="73691"/>
                    <a:pt x="46382" y="73636"/>
                  </a:cubicBezTo>
                  <a:cubicBezTo>
                    <a:pt x="47098" y="72403"/>
                    <a:pt x="47843" y="71185"/>
                    <a:pt x="48594" y="69970"/>
                  </a:cubicBezTo>
                  <a:cubicBezTo>
                    <a:pt x="50543" y="67542"/>
                    <a:pt x="52529" y="65143"/>
                    <a:pt x="54397" y="62648"/>
                  </a:cubicBezTo>
                  <a:cubicBezTo>
                    <a:pt x="58635" y="56981"/>
                    <a:pt x="62206" y="50748"/>
                    <a:pt x="66216" y="44911"/>
                  </a:cubicBezTo>
                  <a:cubicBezTo>
                    <a:pt x="70278" y="39004"/>
                    <a:pt x="74583" y="33270"/>
                    <a:pt x="78688" y="27395"/>
                  </a:cubicBezTo>
                  <a:cubicBezTo>
                    <a:pt x="82479" y="21973"/>
                    <a:pt x="87193" y="16866"/>
                    <a:pt x="90326" y="11046"/>
                  </a:cubicBezTo>
                  <a:lnTo>
                    <a:pt x="90326" y="11037"/>
                  </a:lnTo>
                  <a:close/>
                  <a:moveTo>
                    <a:pt x="52546" y="69479"/>
                  </a:moveTo>
                  <a:cubicBezTo>
                    <a:pt x="52486" y="69571"/>
                    <a:pt x="52425" y="69664"/>
                    <a:pt x="52364" y="69759"/>
                  </a:cubicBezTo>
                  <a:cubicBezTo>
                    <a:pt x="51163" y="71324"/>
                    <a:pt x="50020" y="73013"/>
                    <a:pt x="48819" y="74661"/>
                  </a:cubicBezTo>
                  <a:cubicBezTo>
                    <a:pt x="48184" y="75469"/>
                    <a:pt x="47537" y="76266"/>
                    <a:pt x="46879" y="77057"/>
                  </a:cubicBezTo>
                  <a:cubicBezTo>
                    <a:pt x="46943" y="76956"/>
                    <a:pt x="47000" y="76870"/>
                    <a:pt x="47041" y="76809"/>
                  </a:cubicBezTo>
                  <a:cubicBezTo>
                    <a:pt x="48767" y="74286"/>
                    <a:pt x="50641" y="71872"/>
                    <a:pt x="52546" y="69479"/>
                  </a:cubicBezTo>
                  <a:close/>
                  <a:moveTo>
                    <a:pt x="10635" y="69851"/>
                  </a:moveTo>
                  <a:cubicBezTo>
                    <a:pt x="10854" y="69851"/>
                    <a:pt x="10375" y="70881"/>
                    <a:pt x="9980" y="71662"/>
                  </a:cubicBezTo>
                  <a:lnTo>
                    <a:pt x="9977" y="71659"/>
                  </a:lnTo>
                  <a:cubicBezTo>
                    <a:pt x="8719" y="73310"/>
                    <a:pt x="7443" y="74938"/>
                    <a:pt x="6143" y="76543"/>
                  </a:cubicBezTo>
                  <a:cubicBezTo>
                    <a:pt x="5570" y="77251"/>
                    <a:pt x="5257" y="77559"/>
                    <a:pt x="5155" y="77559"/>
                  </a:cubicBezTo>
                  <a:cubicBezTo>
                    <a:pt x="5031" y="77559"/>
                    <a:pt x="5226" y="77094"/>
                    <a:pt x="5650" y="76333"/>
                  </a:cubicBezTo>
                  <a:cubicBezTo>
                    <a:pt x="5996" y="75703"/>
                    <a:pt x="6392" y="75097"/>
                    <a:pt x="6805" y="74502"/>
                  </a:cubicBezTo>
                  <a:cubicBezTo>
                    <a:pt x="8101" y="72987"/>
                    <a:pt x="9360" y="71439"/>
                    <a:pt x="10586" y="69863"/>
                  </a:cubicBezTo>
                  <a:cubicBezTo>
                    <a:pt x="10605" y="69855"/>
                    <a:pt x="10621" y="69851"/>
                    <a:pt x="10635" y="69851"/>
                  </a:cubicBezTo>
                  <a:close/>
                  <a:moveTo>
                    <a:pt x="74467" y="7700"/>
                  </a:moveTo>
                  <a:lnTo>
                    <a:pt x="74467" y="7700"/>
                  </a:lnTo>
                  <a:cubicBezTo>
                    <a:pt x="65650" y="18673"/>
                    <a:pt x="57792" y="30617"/>
                    <a:pt x="49922" y="42272"/>
                  </a:cubicBezTo>
                  <a:cubicBezTo>
                    <a:pt x="45652" y="48594"/>
                    <a:pt x="41420" y="54949"/>
                    <a:pt x="36864" y="61072"/>
                  </a:cubicBezTo>
                  <a:cubicBezTo>
                    <a:pt x="32649" y="66736"/>
                    <a:pt x="27885" y="71956"/>
                    <a:pt x="23728" y="77666"/>
                  </a:cubicBezTo>
                  <a:cubicBezTo>
                    <a:pt x="23385" y="76868"/>
                    <a:pt x="23134" y="76077"/>
                    <a:pt x="23036" y="75339"/>
                  </a:cubicBezTo>
                  <a:lnTo>
                    <a:pt x="23036" y="75339"/>
                  </a:lnTo>
                  <a:cubicBezTo>
                    <a:pt x="23036" y="75338"/>
                    <a:pt x="23037" y="75338"/>
                    <a:pt x="23038" y="75337"/>
                  </a:cubicBezTo>
                  <a:cubicBezTo>
                    <a:pt x="24083" y="74066"/>
                    <a:pt x="25117" y="72785"/>
                    <a:pt x="26136" y="71494"/>
                  </a:cubicBezTo>
                  <a:lnTo>
                    <a:pt x="26136" y="71494"/>
                  </a:lnTo>
                  <a:cubicBezTo>
                    <a:pt x="25201" y="73114"/>
                    <a:pt x="24291" y="74748"/>
                    <a:pt x="23408" y="76399"/>
                  </a:cubicBezTo>
                  <a:cubicBezTo>
                    <a:pt x="23343" y="76520"/>
                    <a:pt x="23445" y="76650"/>
                    <a:pt x="23556" y="76650"/>
                  </a:cubicBezTo>
                  <a:cubicBezTo>
                    <a:pt x="23595" y="76650"/>
                    <a:pt x="23634" y="76634"/>
                    <a:pt x="23668" y="76598"/>
                  </a:cubicBezTo>
                  <a:cubicBezTo>
                    <a:pt x="32392" y="67429"/>
                    <a:pt x="39153" y="56724"/>
                    <a:pt x="46258" y="46308"/>
                  </a:cubicBezTo>
                  <a:cubicBezTo>
                    <a:pt x="52390" y="37321"/>
                    <a:pt x="58586" y="28310"/>
                    <a:pt x="64963" y="19470"/>
                  </a:cubicBezTo>
                  <a:cubicBezTo>
                    <a:pt x="65855" y="18284"/>
                    <a:pt x="66727" y="17088"/>
                    <a:pt x="67585" y="15882"/>
                  </a:cubicBezTo>
                  <a:cubicBezTo>
                    <a:pt x="68497" y="14637"/>
                    <a:pt x="69398" y="13382"/>
                    <a:pt x="70316" y="12143"/>
                  </a:cubicBezTo>
                  <a:cubicBezTo>
                    <a:pt x="70376" y="12065"/>
                    <a:pt x="70342" y="11990"/>
                    <a:pt x="70281" y="11947"/>
                  </a:cubicBezTo>
                  <a:cubicBezTo>
                    <a:pt x="71162" y="10598"/>
                    <a:pt x="72010" y="9233"/>
                    <a:pt x="72827" y="7847"/>
                  </a:cubicBezTo>
                  <a:cubicBezTo>
                    <a:pt x="72979" y="7853"/>
                    <a:pt x="73133" y="7858"/>
                    <a:pt x="73287" y="7858"/>
                  </a:cubicBezTo>
                  <a:cubicBezTo>
                    <a:pt x="73681" y="7858"/>
                    <a:pt x="74079" y="7827"/>
                    <a:pt x="74467" y="7700"/>
                  </a:cubicBezTo>
                  <a:close/>
                  <a:moveTo>
                    <a:pt x="37955" y="61000"/>
                  </a:moveTo>
                  <a:lnTo>
                    <a:pt x="37955" y="61003"/>
                  </a:lnTo>
                  <a:cubicBezTo>
                    <a:pt x="34987" y="65659"/>
                    <a:pt x="32109" y="70374"/>
                    <a:pt x="29381" y="75152"/>
                  </a:cubicBezTo>
                  <a:cubicBezTo>
                    <a:pt x="28723" y="76327"/>
                    <a:pt x="27943" y="77433"/>
                    <a:pt x="27060" y="78446"/>
                  </a:cubicBezTo>
                  <a:cubicBezTo>
                    <a:pt x="26901" y="78215"/>
                    <a:pt x="26768" y="77967"/>
                    <a:pt x="26664" y="77704"/>
                  </a:cubicBezTo>
                  <a:cubicBezTo>
                    <a:pt x="27513" y="76084"/>
                    <a:pt x="28414" y="74491"/>
                    <a:pt x="29366" y="72920"/>
                  </a:cubicBezTo>
                  <a:cubicBezTo>
                    <a:pt x="30282" y="71708"/>
                    <a:pt x="31177" y="70475"/>
                    <a:pt x="32066" y="69242"/>
                  </a:cubicBezTo>
                  <a:cubicBezTo>
                    <a:pt x="34041" y="66502"/>
                    <a:pt x="36004" y="63754"/>
                    <a:pt x="37955" y="61000"/>
                  </a:cubicBezTo>
                  <a:close/>
                  <a:moveTo>
                    <a:pt x="59556" y="58072"/>
                  </a:moveTo>
                  <a:cubicBezTo>
                    <a:pt x="57316" y="61929"/>
                    <a:pt x="55023" y="65752"/>
                    <a:pt x="52555" y="69467"/>
                  </a:cubicBezTo>
                  <a:cubicBezTo>
                    <a:pt x="51824" y="70368"/>
                    <a:pt x="51085" y="71272"/>
                    <a:pt x="50329" y="72161"/>
                  </a:cubicBezTo>
                  <a:cubicBezTo>
                    <a:pt x="48597" y="74191"/>
                    <a:pt x="46899" y="76278"/>
                    <a:pt x="45548" y="78564"/>
                  </a:cubicBezTo>
                  <a:cubicBezTo>
                    <a:pt x="45435" y="78664"/>
                    <a:pt x="45360" y="78710"/>
                    <a:pt x="45316" y="78710"/>
                  </a:cubicBezTo>
                  <a:cubicBezTo>
                    <a:pt x="44894" y="78710"/>
                    <a:pt x="47405" y="74485"/>
                    <a:pt x="47852" y="73815"/>
                  </a:cubicBezTo>
                  <a:cubicBezTo>
                    <a:pt x="51481" y="68385"/>
                    <a:pt x="55540" y="63246"/>
                    <a:pt x="59556" y="58072"/>
                  </a:cubicBezTo>
                  <a:close/>
                  <a:moveTo>
                    <a:pt x="46657" y="70986"/>
                  </a:moveTo>
                  <a:cubicBezTo>
                    <a:pt x="45360" y="73053"/>
                    <a:pt x="44067" y="75117"/>
                    <a:pt x="42779" y="77181"/>
                  </a:cubicBezTo>
                  <a:cubicBezTo>
                    <a:pt x="42697" y="77310"/>
                    <a:pt x="42812" y="77430"/>
                    <a:pt x="42930" y="77430"/>
                  </a:cubicBezTo>
                  <a:cubicBezTo>
                    <a:pt x="42982" y="77430"/>
                    <a:pt x="43034" y="77407"/>
                    <a:pt x="43071" y="77352"/>
                  </a:cubicBezTo>
                  <a:cubicBezTo>
                    <a:pt x="44341" y="75444"/>
                    <a:pt x="45713" y="73613"/>
                    <a:pt x="47127" y="71815"/>
                  </a:cubicBezTo>
                  <a:lnTo>
                    <a:pt x="47127" y="71815"/>
                  </a:lnTo>
                  <a:cubicBezTo>
                    <a:pt x="45900" y="73841"/>
                    <a:pt x="44699" y="75885"/>
                    <a:pt x="43571" y="77973"/>
                  </a:cubicBezTo>
                  <a:cubicBezTo>
                    <a:pt x="43508" y="78089"/>
                    <a:pt x="43611" y="78221"/>
                    <a:pt x="43720" y="78221"/>
                  </a:cubicBezTo>
                  <a:cubicBezTo>
                    <a:pt x="43757" y="78221"/>
                    <a:pt x="43795" y="78206"/>
                    <a:pt x="43827" y="78169"/>
                  </a:cubicBezTo>
                  <a:cubicBezTo>
                    <a:pt x="44128" y="77828"/>
                    <a:pt x="44408" y="77467"/>
                    <a:pt x="44702" y="77124"/>
                  </a:cubicBezTo>
                  <a:lnTo>
                    <a:pt x="44702" y="77124"/>
                  </a:lnTo>
                  <a:cubicBezTo>
                    <a:pt x="44203" y="78050"/>
                    <a:pt x="43726" y="78997"/>
                    <a:pt x="43302" y="79979"/>
                  </a:cubicBezTo>
                  <a:cubicBezTo>
                    <a:pt x="43120" y="79067"/>
                    <a:pt x="42918" y="78186"/>
                    <a:pt x="42742" y="77392"/>
                  </a:cubicBezTo>
                  <a:cubicBezTo>
                    <a:pt x="42725" y="77323"/>
                    <a:pt x="42648" y="77262"/>
                    <a:pt x="42574" y="77262"/>
                  </a:cubicBezTo>
                  <a:cubicBezTo>
                    <a:pt x="42559" y="77262"/>
                    <a:pt x="42543" y="77265"/>
                    <a:pt x="42528" y="77271"/>
                  </a:cubicBezTo>
                  <a:cubicBezTo>
                    <a:pt x="42352" y="77161"/>
                    <a:pt x="42176" y="77052"/>
                    <a:pt x="42000" y="76942"/>
                  </a:cubicBezTo>
                  <a:cubicBezTo>
                    <a:pt x="43625" y="75010"/>
                    <a:pt x="45173" y="73021"/>
                    <a:pt x="46657" y="70986"/>
                  </a:cubicBezTo>
                  <a:close/>
                  <a:moveTo>
                    <a:pt x="74251" y="8477"/>
                  </a:moveTo>
                  <a:lnTo>
                    <a:pt x="74251" y="8477"/>
                  </a:lnTo>
                  <a:cubicBezTo>
                    <a:pt x="73890" y="8941"/>
                    <a:pt x="72562" y="10821"/>
                    <a:pt x="72149" y="11447"/>
                  </a:cubicBezTo>
                  <a:cubicBezTo>
                    <a:pt x="70509" y="13945"/>
                    <a:pt x="68815" y="16407"/>
                    <a:pt x="67114" y="18867"/>
                  </a:cubicBezTo>
                  <a:cubicBezTo>
                    <a:pt x="66560" y="19667"/>
                    <a:pt x="65991" y="20461"/>
                    <a:pt x="65431" y="21260"/>
                  </a:cubicBezTo>
                  <a:cubicBezTo>
                    <a:pt x="64299" y="22837"/>
                    <a:pt x="63185" y="24421"/>
                    <a:pt x="62088" y="26018"/>
                  </a:cubicBezTo>
                  <a:cubicBezTo>
                    <a:pt x="57209" y="32875"/>
                    <a:pt x="52249" y="39676"/>
                    <a:pt x="47491" y="46620"/>
                  </a:cubicBezTo>
                  <a:cubicBezTo>
                    <a:pt x="45554" y="49449"/>
                    <a:pt x="43634" y="52301"/>
                    <a:pt x="41737" y="55177"/>
                  </a:cubicBezTo>
                  <a:cubicBezTo>
                    <a:pt x="40917" y="56308"/>
                    <a:pt x="40112" y="57452"/>
                    <a:pt x="39295" y="58586"/>
                  </a:cubicBezTo>
                  <a:cubicBezTo>
                    <a:pt x="37811" y="60552"/>
                    <a:pt x="36350" y="62530"/>
                    <a:pt x="34924" y="64534"/>
                  </a:cubicBezTo>
                  <a:cubicBezTo>
                    <a:pt x="35911" y="63185"/>
                    <a:pt x="36904" y="61846"/>
                    <a:pt x="37909" y="60512"/>
                  </a:cubicBezTo>
                  <a:cubicBezTo>
                    <a:pt x="37993" y="60399"/>
                    <a:pt x="38077" y="60284"/>
                    <a:pt x="38163" y="60171"/>
                  </a:cubicBezTo>
                  <a:lnTo>
                    <a:pt x="38163" y="60171"/>
                  </a:lnTo>
                  <a:cubicBezTo>
                    <a:pt x="37447" y="61173"/>
                    <a:pt x="36723" y="62163"/>
                    <a:pt x="36015" y="63171"/>
                  </a:cubicBezTo>
                  <a:cubicBezTo>
                    <a:pt x="34560" y="65235"/>
                    <a:pt x="33105" y="67308"/>
                    <a:pt x="31618" y="69361"/>
                  </a:cubicBezTo>
                  <a:cubicBezTo>
                    <a:pt x="32687" y="67732"/>
                    <a:pt x="33789" y="66124"/>
                    <a:pt x="34927" y="64534"/>
                  </a:cubicBezTo>
                  <a:lnTo>
                    <a:pt x="34927" y="64534"/>
                  </a:lnTo>
                  <a:cubicBezTo>
                    <a:pt x="33391" y="66627"/>
                    <a:pt x="31898" y="68746"/>
                    <a:pt x="30481" y="70914"/>
                  </a:cubicBezTo>
                  <a:cubicBezTo>
                    <a:pt x="29638" y="72057"/>
                    <a:pt x="28789" y="73192"/>
                    <a:pt x="27914" y="74306"/>
                  </a:cubicBezTo>
                  <a:cubicBezTo>
                    <a:pt x="27637" y="74661"/>
                    <a:pt x="27369" y="75002"/>
                    <a:pt x="27106" y="75340"/>
                  </a:cubicBezTo>
                  <a:cubicBezTo>
                    <a:pt x="27369" y="75054"/>
                    <a:pt x="27709" y="74782"/>
                    <a:pt x="28134" y="74528"/>
                  </a:cubicBezTo>
                  <a:cubicBezTo>
                    <a:pt x="28295" y="74332"/>
                    <a:pt x="28440" y="74124"/>
                    <a:pt x="28599" y="73925"/>
                  </a:cubicBezTo>
                  <a:lnTo>
                    <a:pt x="28599" y="73925"/>
                  </a:lnTo>
                  <a:cubicBezTo>
                    <a:pt x="27900" y="75091"/>
                    <a:pt x="27224" y="76269"/>
                    <a:pt x="26592" y="77476"/>
                  </a:cubicBezTo>
                  <a:cubicBezTo>
                    <a:pt x="26387" y="76780"/>
                    <a:pt x="26497" y="76145"/>
                    <a:pt x="26933" y="75565"/>
                  </a:cubicBezTo>
                  <a:lnTo>
                    <a:pt x="26933" y="75565"/>
                  </a:lnTo>
                  <a:cubicBezTo>
                    <a:pt x="25925" y="76890"/>
                    <a:pt x="25128" y="78198"/>
                    <a:pt x="24987" y="79985"/>
                  </a:cubicBezTo>
                  <a:cubicBezTo>
                    <a:pt x="24557" y="79324"/>
                    <a:pt x="24173" y="78634"/>
                    <a:pt x="23841" y="77918"/>
                  </a:cubicBezTo>
                  <a:lnTo>
                    <a:pt x="23838" y="77918"/>
                  </a:lnTo>
                  <a:cubicBezTo>
                    <a:pt x="30166" y="69369"/>
                    <a:pt x="37210" y="61453"/>
                    <a:pt x="43285" y="52697"/>
                  </a:cubicBezTo>
                  <a:cubicBezTo>
                    <a:pt x="49642" y="43542"/>
                    <a:pt x="55837" y="34286"/>
                    <a:pt x="62275" y="25187"/>
                  </a:cubicBezTo>
                  <a:cubicBezTo>
                    <a:pt x="65249" y="20986"/>
                    <a:pt x="68119" y="16710"/>
                    <a:pt x="71147" y="12550"/>
                  </a:cubicBezTo>
                  <a:cubicBezTo>
                    <a:pt x="72158" y="11173"/>
                    <a:pt x="73194" y="9816"/>
                    <a:pt x="74251" y="8477"/>
                  </a:cubicBezTo>
                  <a:close/>
                  <a:moveTo>
                    <a:pt x="62180" y="57662"/>
                  </a:moveTo>
                  <a:cubicBezTo>
                    <a:pt x="62033" y="58225"/>
                    <a:pt x="61814" y="58768"/>
                    <a:pt x="61531" y="59273"/>
                  </a:cubicBezTo>
                  <a:cubicBezTo>
                    <a:pt x="60930" y="60134"/>
                    <a:pt x="60335" y="60994"/>
                    <a:pt x="59729" y="61851"/>
                  </a:cubicBezTo>
                  <a:cubicBezTo>
                    <a:pt x="59689" y="61906"/>
                    <a:pt x="59648" y="61958"/>
                    <a:pt x="59608" y="62016"/>
                  </a:cubicBezTo>
                  <a:cubicBezTo>
                    <a:pt x="59019" y="62749"/>
                    <a:pt x="58430" y="63445"/>
                    <a:pt x="57959" y="64080"/>
                  </a:cubicBezTo>
                  <a:cubicBezTo>
                    <a:pt x="56291" y="66332"/>
                    <a:pt x="54720" y="68659"/>
                    <a:pt x="53046" y="70908"/>
                  </a:cubicBezTo>
                  <a:cubicBezTo>
                    <a:pt x="52965" y="71021"/>
                    <a:pt x="52881" y="71133"/>
                    <a:pt x="52800" y="71246"/>
                  </a:cubicBezTo>
                  <a:cubicBezTo>
                    <a:pt x="52003" y="72288"/>
                    <a:pt x="51221" y="73342"/>
                    <a:pt x="50410" y="74375"/>
                  </a:cubicBezTo>
                  <a:cubicBezTo>
                    <a:pt x="48987" y="76194"/>
                    <a:pt x="47511" y="77975"/>
                    <a:pt x="46027" y="79745"/>
                  </a:cubicBezTo>
                  <a:cubicBezTo>
                    <a:pt x="45372" y="80526"/>
                    <a:pt x="45044" y="80832"/>
                    <a:pt x="44933" y="80832"/>
                  </a:cubicBezTo>
                  <a:cubicBezTo>
                    <a:pt x="44705" y="80832"/>
                    <a:pt x="45407" y="79523"/>
                    <a:pt x="46076" y="78380"/>
                  </a:cubicBezTo>
                  <a:cubicBezTo>
                    <a:pt x="46535" y="77851"/>
                    <a:pt x="46971" y="77309"/>
                    <a:pt x="47416" y="76772"/>
                  </a:cubicBezTo>
                  <a:cubicBezTo>
                    <a:pt x="47699" y="76440"/>
                    <a:pt x="47979" y="76110"/>
                    <a:pt x="48250" y="75770"/>
                  </a:cubicBezTo>
                  <a:cubicBezTo>
                    <a:pt x="48279" y="75732"/>
                    <a:pt x="48308" y="75698"/>
                    <a:pt x="48337" y="75660"/>
                  </a:cubicBezTo>
                  <a:cubicBezTo>
                    <a:pt x="48825" y="75045"/>
                    <a:pt x="49304" y="74419"/>
                    <a:pt x="49772" y="73783"/>
                  </a:cubicBezTo>
                  <a:cubicBezTo>
                    <a:pt x="50323" y="73047"/>
                    <a:pt x="50863" y="72305"/>
                    <a:pt x="51394" y="71555"/>
                  </a:cubicBezTo>
                  <a:cubicBezTo>
                    <a:pt x="52188" y="70449"/>
                    <a:pt x="52979" y="69358"/>
                    <a:pt x="53793" y="68318"/>
                  </a:cubicBezTo>
                  <a:cubicBezTo>
                    <a:pt x="55217" y="66505"/>
                    <a:pt x="56626" y="64681"/>
                    <a:pt x="58023" y="62850"/>
                  </a:cubicBezTo>
                  <a:cubicBezTo>
                    <a:pt x="58927" y="61664"/>
                    <a:pt x="61617" y="59184"/>
                    <a:pt x="62180" y="57662"/>
                  </a:cubicBezTo>
                  <a:close/>
                  <a:moveTo>
                    <a:pt x="78645" y="5265"/>
                  </a:moveTo>
                  <a:cubicBezTo>
                    <a:pt x="78867" y="5265"/>
                    <a:pt x="79090" y="5308"/>
                    <a:pt x="79312" y="5408"/>
                  </a:cubicBezTo>
                  <a:cubicBezTo>
                    <a:pt x="75186" y="9268"/>
                    <a:pt x="71823" y="14187"/>
                    <a:pt x="68416" y="18792"/>
                  </a:cubicBezTo>
                  <a:cubicBezTo>
                    <a:pt x="71696" y="14525"/>
                    <a:pt x="75079" y="10359"/>
                    <a:pt x="78642" y="6398"/>
                  </a:cubicBezTo>
                  <a:lnTo>
                    <a:pt x="78642" y="6398"/>
                  </a:lnTo>
                  <a:cubicBezTo>
                    <a:pt x="78575" y="6822"/>
                    <a:pt x="78509" y="7244"/>
                    <a:pt x="78446" y="7668"/>
                  </a:cubicBezTo>
                  <a:cubicBezTo>
                    <a:pt x="77816" y="8800"/>
                    <a:pt x="77071" y="9862"/>
                    <a:pt x="76223" y="10844"/>
                  </a:cubicBezTo>
                  <a:cubicBezTo>
                    <a:pt x="75406" y="11872"/>
                    <a:pt x="74499" y="12842"/>
                    <a:pt x="73639" y="13835"/>
                  </a:cubicBezTo>
                  <a:cubicBezTo>
                    <a:pt x="71525" y="16269"/>
                    <a:pt x="69721" y="18994"/>
                    <a:pt x="67778" y="21563"/>
                  </a:cubicBezTo>
                  <a:cubicBezTo>
                    <a:pt x="62758" y="28203"/>
                    <a:pt x="57795" y="34887"/>
                    <a:pt x="52890" y="41616"/>
                  </a:cubicBezTo>
                  <a:cubicBezTo>
                    <a:pt x="43498" y="54536"/>
                    <a:pt x="34517" y="68087"/>
                    <a:pt x="26298" y="81789"/>
                  </a:cubicBezTo>
                  <a:lnTo>
                    <a:pt x="26295" y="81789"/>
                  </a:lnTo>
                  <a:cubicBezTo>
                    <a:pt x="25902" y="81304"/>
                    <a:pt x="25518" y="80787"/>
                    <a:pt x="25157" y="80253"/>
                  </a:cubicBezTo>
                  <a:cubicBezTo>
                    <a:pt x="25175" y="80250"/>
                    <a:pt x="25192" y="80247"/>
                    <a:pt x="25206" y="80239"/>
                  </a:cubicBezTo>
                  <a:cubicBezTo>
                    <a:pt x="29756" y="77453"/>
                    <a:pt x="32080" y="71153"/>
                    <a:pt x="34788" y="66788"/>
                  </a:cubicBezTo>
                  <a:cubicBezTo>
                    <a:pt x="37485" y="62438"/>
                    <a:pt x="40259" y="58133"/>
                    <a:pt x="43071" y="53854"/>
                  </a:cubicBezTo>
                  <a:cubicBezTo>
                    <a:pt x="43969" y="52607"/>
                    <a:pt x="44855" y="51357"/>
                    <a:pt x="45744" y="50110"/>
                  </a:cubicBezTo>
                  <a:cubicBezTo>
                    <a:pt x="47355" y="47979"/>
                    <a:pt x="48940" y="45846"/>
                    <a:pt x="50462" y="43698"/>
                  </a:cubicBezTo>
                  <a:cubicBezTo>
                    <a:pt x="55416" y="36706"/>
                    <a:pt x="60370" y="29537"/>
                    <a:pt x="65558" y="22574"/>
                  </a:cubicBezTo>
                  <a:lnTo>
                    <a:pt x="65558" y="22574"/>
                  </a:lnTo>
                  <a:cubicBezTo>
                    <a:pt x="62475" y="26610"/>
                    <a:pt x="59440" y="30683"/>
                    <a:pt x="56461" y="34800"/>
                  </a:cubicBezTo>
                  <a:cubicBezTo>
                    <a:pt x="58159" y="32326"/>
                    <a:pt x="59850" y="29846"/>
                    <a:pt x="61536" y="27360"/>
                  </a:cubicBezTo>
                  <a:cubicBezTo>
                    <a:pt x="64438" y="23076"/>
                    <a:pt x="67504" y="18902"/>
                    <a:pt x="70596" y="14753"/>
                  </a:cubicBezTo>
                  <a:cubicBezTo>
                    <a:pt x="72680" y="11955"/>
                    <a:pt x="75853" y="9294"/>
                    <a:pt x="77403" y="6158"/>
                  </a:cubicBezTo>
                  <a:cubicBezTo>
                    <a:pt x="77469" y="6027"/>
                    <a:pt x="77354" y="5907"/>
                    <a:pt x="77245" y="5907"/>
                  </a:cubicBezTo>
                  <a:cubicBezTo>
                    <a:pt x="77195" y="5907"/>
                    <a:pt x="77147" y="5931"/>
                    <a:pt x="77118" y="5991"/>
                  </a:cubicBezTo>
                  <a:cubicBezTo>
                    <a:pt x="76133" y="7983"/>
                    <a:pt x="74242" y="9418"/>
                    <a:pt x="72900" y="11161"/>
                  </a:cubicBezTo>
                  <a:cubicBezTo>
                    <a:pt x="72288" y="11955"/>
                    <a:pt x="71693" y="12758"/>
                    <a:pt x="71092" y="13555"/>
                  </a:cubicBezTo>
                  <a:cubicBezTo>
                    <a:pt x="72490" y="11488"/>
                    <a:pt x="73870" y="9409"/>
                    <a:pt x="75221" y="7307"/>
                  </a:cubicBezTo>
                  <a:cubicBezTo>
                    <a:pt x="76163" y="6624"/>
                    <a:pt x="77403" y="5265"/>
                    <a:pt x="78645" y="5265"/>
                  </a:cubicBezTo>
                  <a:close/>
                  <a:moveTo>
                    <a:pt x="79574" y="5552"/>
                  </a:moveTo>
                  <a:cubicBezTo>
                    <a:pt x="79623" y="5584"/>
                    <a:pt x="79670" y="5607"/>
                    <a:pt x="79719" y="5647"/>
                  </a:cubicBezTo>
                  <a:cubicBezTo>
                    <a:pt x="80108" y="5950"/>
                    <a:pt x="80334" y="6404"/>
                    <a:pt x="80556" y="6860"/>
                  </a:cubicBezTo>
                  <a:cubicBezTo>
                    <a:pt x="71017" y="19742"/>
                    <a:pt x="61028" y="32346"/>
                    <a:pt x="51972" y="45572"/>
                  </a:cubicBezTo>
                  <a:cubicBezTo>
                    <a:pt x="48181" y="51103"/>
                    <a:pt x="44405" y="56629"/>
                    <a:pt x="40441" y="62033"/>
                  </a:cubicBezTo>
                  <a:cubicBezTo>
                    <a:pt x="44440" y="56638"/>
                    <a:pt x="48458" y="51253"/>
                    <a:pt x="52232" y="45722"/>
                  </a:cubicBezTo>
                  <a:cubicBezTo>
                    <a:pt x="54123" y="42947"/>
                    <a:pt x="56068" y="40211"/>
                    <a:pt x="58040" y="37488"/>
                  </a:cubicBezTo>
                  <a:lnTo>
                    <a:pt x="58040" y="37488"/>
                  </a:lnTo>
                  <a:cubicBezTo>
                    <a:pt x="57189" y="38732"/>
                    <a:pt x="56337" y="39974"/>
                    <a:pt x="55488" y="41218"/>
                  </a:cubicBezTo>
                  <a:cubicBezTo>
                    <a:pt x="51215" y="47440"/>
                    <a:pt x="46995" y="53713"/>
                    <a:pt x="42970" y="60099"/>
                  </a:cubicBezTo>
                  <a:cubicBezTo>
                    <a:pt x="39278" y="65957"/>
                    <a:pt x="34150" y="71024"/>
                    <a:pt x="30836" y="77040"/>
                  </a:cubicBezTo>
                  <a:cubicBezTo>
                    <a:pt x="30785" y="77131"/>
                    <a:pt x="30862" y="77253"/>
                    <a:pt x="30957" y="77253"/>
                  </a:cubicBezTo>
                  <a:cubicBezTo>
                    <a:pt x="30980" y="77253"/>
                    <a:pt x="31003" y="77246"/>
                    <a:pt x="31026" y="77231"/>
                  </a:cubicBezTo>
                  <a:cubicBezTo>
                    <a:pt x="32502" y="76206"/>
                    <a:pt x="33818" y="74852"/>
                    <a:pt x="35037" y="73353"/>
                  </a:cubicBezTo>
                  <a:lnTo>
                    <a:pt x="35037" y="73353"/>
                  </a:lnTo>
                  <a:cubicBezTo>
                    <a:pt x="34217" y="75536"/>
                    <a:pt x="32840" y="76613"/>
                    <a:pt x="30709" y="77672"/>
                  </a:cubicBezTo>
                  <a:cubicBezTo>
                    <a:pt x="30591" y="77733"/>
                    <a:pt x="30478" y="77799"/>
                    <a:pt x="30374" y="77877"/>
                  </a:cubicBezTo>
                  <a:cubicBezTo>
                    <a:pt x="30504" y="77646"/>
                    <a:pt x="30637" y="77415"/>
                    <a:pt x="30758" y="77179"/>
                  </a:cubicBezTo>
                  <a:cubicBezTo>
                    <a:pt x="30812" y="77073"/>
                    <a:pt x="30724" y="76978"/>
                    <a:pt x="30634" y="76978"/>
                  </a:cubicBezTo>
                  <a:cubicBezTo>
                    <a:pt x="30594" y="76978"/>
                    <a:pt x="30553" y="76997"/>
                    <a:pt x="30524" y="77043"/>
                  </a:cubicBezTo>
                  <a:cubicBezTo>
                    <a:pt x="30100" y="77724"/>
                    <a:pt x="29710" y="78426"/>
                    <a:pt x="29340" y="79133"/>
                  </a:cubicBezTo>
                  <a:cubicBezTo>
                    <a:pt x="29202" y="79367"/>
                    <a:pt x="29060" y="79601"/>
                    <a:pt x="28925" y="79835"/>
                  </a:cubicBezTo>
                  <a:cubicBezTo>
                    <a:pt x="28368" y="80810"/>
                    <a:pt x="27937" y="81812"/>
                    <a:pt x="27669" y="82901"/>
                  </a:cubicBezTo>
                  <a:cubicBezTo>
                    <a:pt x="27666" y="82909"/>
                    <a:pt x="27672" y="82915"/>
                    <a:pt x="27672" y="82924"/>
                  </a:cubicBezTo>
                  <a:cubicBezTo>
                    <a:pt x="27637" y="83016"/>
                    <a:pt x="27608" y="83109"/>
                    <a:pt x="27577" y="83201"/>
                  </a:cubicBezTo>
                  <a:cubicBezTo>
                    <a:pt x="27213" y="82834"/>
                    <a:pt x="26843" y="82442"/>
                    <a:pt x="26479" y="82006"/>
                  </a:cubicBezTo>
                  <a:cubicBezTo>
                    <a:pt x="30169" y="76125"/>
                    <a:pt x="34228" y="70466"/>
                    <a:pt x="38359" y="64857"/>
                  </a:cubicBezTo>
                  <a:lnTo>
                    <a:pt x="38359" y="64857"/>
                  </a:lnTo>
                  <a:cubicBezTo>
                    <a:pt x="36188" y="67755"/>
                    <a:pt x="33997" y="70640"/>
                    <a:pt x="31861" y="73567"/>
                  </a:cubicBezTo>
                  <a:cubicBezTo>
                    <a:pt x="31338" y="74283"/>
                    <a:pt x="30839" y="75019"/>
                    <a:pt x="30331" y="75747"/>
                  </a:cubicBezTo>
                  <a:cubicBezTo>
                    <a:pt x="38175" y="63188"/>
                    <a:pt x="46504" y="50803"/>
                    <a:pt x="55222" y="38865"/>
                  </a:cubicBezTo>
                  <a:cubicBezTo>
                    <a:pt x="59784" y="32615"/>
                    <a:pt x="64406" y="26411"/>
                    <a:pt x="69083" y="20253"/>
                  </a:cubicBezTo>
                  <a:cubicBezTo>
                    <a:pt x="72516" y="15726"/>
                    <a:pt x="77767" y="11069"/>
                    <a:pt x="79574" y="5552"/>
                  </a:cubicBezTo>
                  <a:close/>
                  <a:moveTo>
                    <a:pt x="29381" y="81847"/>
                  </a:moveTo>
                  <a:cubicBezTo>
                    <a:pt x="28982" y="82193"/>
                    <a:pt x="28662" y="83195"/>
                    <a:pt x="28394" y="83966"/>
                  </a:cubicBezTo>
                  <a:lnTo>
                    <a:pt x="28391" y="83966"/>
                  </a:lnTo>
                  <a:cubicBezTo>
                    <a:pt x="28157" y="83764"/>
                    <a:pt x="27917" y="83544"/>
                    <a:pt x="27675" y="83302"/>
                  </a:cubicBezTo>
                  <a:cubicBezTo>
                    <a:pt x="27704" y="83224"/>
                    <a:pt x="27732" y="83146"/>
                    <a:pt x="27761" y="83068"/>
                  </a:cubicBezTo>
                  <a:cubicBezTo>
                    <a:pt x="27778" y="83076"/>
                    <a:pt x="27796" y="83080"/>
                    <a:pt x="27814" y="83080"/>
                  </a:cubicBezTo>
                  <a:cubicBezTo>
                    <a:pt x="27849" y="83080"/>
                    <a:pt x="27883" y="83066"/>
                    <a:pt x="27906" y="83039"/>
                  </a:cubicBezTo>
                  <a:cubicBezTo>
                    <a:pt x="28342" y="82551"/>
                    <a:pt x="28896" y="82268"/>
                    <a:pt x="29381" y="81847"/>
                  </a:cubicBezTo>
                  <a:close/>
                  <a:moveTo>
                    <a:pt x="29929" y="82909"/>
                  </a:moveTo>
                  <a:lnTo>
                    <a:pt x="29929" y="82909"/>
                  </a:lnTo>
                  <a:cubicBezTo>
                    <a:pt x="29817" y="83132"/>
                    <a:pt x="29693" y="83348"/>
                    <a:pt x="29577" y="83553"/>
                  </a:cubicBezTo>
                  <a:cubicBezTo>
                    <a:pt x="29485" y="83721"/>
                    <a:pt x="29136" y="84177"/>
                    <a:pt x="29092" y="84514"/>
                  </a:cubicBezTo>
                  <a:cubicBezTo>
                    <a:pt x="28982" y="84437"/>
                    <a:pt x="28879" y="84373"/>
                    <a:pt x="28766" y="84286"/>
                  </a:cubicBezTo>
                  <a:lnTo>
                    <a:pt x="28763" y="84286"/>
                  </a:lnTo>
                  <a:cubicBezTo>
                    <a:pt x="29098" y="83856"/>
                    <a:pt x="29433" y="83429"/>
                    <a:pt x="29791" y="83022"/>
                  </a:cubicBezTo>
                  <a:cubicBezTo>
                    <a:pt x="29854" y="82993"/>
                    <a:pt x="29883" y="82947"/>
                    <a:pt x="29929" y="82909"/>
                  </a:cubicBezTo>
                  <a:close/>
                  <a:moveTo>
                    <a:pt x="29300" y="79719"/>
                  </a:moveTo>
                  <a:cubicBezTo>
                    <a:pt x="29300" y="79748"/>
                    <a:pt x="29291" y="79774"/>
                    <a:pt x="29291" y="79800"/>
                  </a:cubicBezTo>
                  <a:cubicBezTo>
                    <a:pt x="29291" y="80045"/>
                    <a:pt x="29323" y="80337"/>
                    <a:pt x="29465" y="80539"/>
                  </a:cubicBezTo>
                  <a:cubicBezTo>
                    <a:pt x="29589" y="80732"/>
                    <a:pt x="29719" y="80923"/>
                    <a:pt x="29860" y="81105"/>
                  </a:cubicBezTo>
                  <a:cubicBezTo>
                    <a:pt x="31044" y="81968"/>
                    <a:pt x="30911" y="83189"/>
                    <a:pt x="29459" y="84769"/>
                  </a:cubicBezTo>
                  <a:cubicBezTo>
                    <a:pt x="29453" y="84766"/>
                    <a:pt x="29447" y="84763"/>
                    <a:pt x="29444" y="84760"/>
                  </a:cubicBezTo>
                  <a:cubicBezTo>
                    <a:pt x="29526" y="84691"/>
                    <a:pt x="29492" y="84551"/>
                    <a:pt x="29381" y="84551"/>
                  </a:cubicBezTo>
                  <a:cubicBezTo>
                    <a:pt x="29370" y="84551"/>
                    <a:pt x="29358" y="84552"/>
                    <a:pt x="29346" y="84555"/>
                  </a:cubicBezTo>
                  <a:cubicBezTo>
                    <a:pt x="29748" y="84463"/>
                    <a:pt x="30348" y="82768"/>
                    <a:pt x="30469" y="82349"/>
                  </a:cubicBezTo>
                  <a:cubicBezTo>
                    <a:pt x="30502" y="82240"/>
                    <a:pt x="30414" y="82163"/>
                    <a:pt x="30322" y="82163"/>
                  </a:cubicBezTo>
                  <a:cubicBezTo>
                    <a:pt x="30286" y="82163"/>
                    <a:pt x="30249" y="82175"/>
                    <a:pt x="30218" y="82202"/>
                  </a:cubicBezTo>
                  <a:cubicBezTo>
                    <a:pt x="29534" y="82802"/>
                    <a:pt x="29029" y="83415"/>
                    <a:pt x="28659" y="84197"/>
                  </a:cubicBezTo>
                  <a:lnTo>
                    <a:pt x="28656" y="84194"/>
                  </a:lnTo>
                  <a:cubicBezTo>
                    <a:pt x="29058" y="83316"/>
                    <a:pt x="29482" y="82520"/>
                    <a:pt x="29675" y="81558"/>
                  </a:cubicBezTo>
                  <a:cubicBezTo>
                    <a:pt x="29706" y="81455"/>
                    <a:pt x="29624" y="81373"/>
                    <a:pt x="29537" y="81373"/>
                  </a:cubicBezTo>
                  <a:cubicBezTo>
                    <a:pt x="29502" y="81373"/>
                    <a:pt x="29466" y="81386"/>
                    <a:pt x="29436" y="81417"/>
                  </a:cubicBezTo>
                  <a:cubicBezTo>
                    <a:pt x="29060" y="81743"/>
                    <a:pt x="28630" y="81974"/>
                    <a:pt x="28258" y="82294"/>
                  </a:cubicBezTo>
                  <a:cubicBezTo>
                    <a:pt x="28189" y="82343"/>
                    <a:pt x="28137" y="82378"/>
                    <a:pt x="28090" y="82413"/>
                  </a:cubicBezTo>
                  <a:cubicBezTo>
                    <a:pt x="28145" y="82216"/>
                    <a:pt x="28209" y="82020"/>
                    <a:pt x="28287" y="81830"/>
                  </a:cubicBezTo>
                  <a:cubicBezTo>
                    <a:pt x="28599" y="81119"/>
                    <a:pt x="28933" y="80421"/>
                    <a:pt x="29291" y="79736"/>
                  </a:cubicBezTo>
                  <a:cubicBezTo>
                    <a:pt x="29294" y="79731"/>
                    <a:pt x="29297" y="79725"/>
                    <a:pt x="29300" y="79719"/>
                  </a:cubicBezTo>
                  <a:close/>
                  <a:moveTo>
                    <a:pt x="56855" y="95539"/>
                  </a:moveTo>
                  <a:cubicBezTo>
                    <a:pt x="56854" y="95540"/>
                    <a:pt x="56854" y="95540"/>
                    <a:pt x="56854" y="95540"/>
                  </a:cubicBezTo>
                  <a:cubicBezTo>
                    <a:pt x="56854" y="95540"/>
                    <a:pt x="56854" y="95540"/>
                    <a:pt x="56855" y="95539"/>
                  </a:cubicBezTo>
                  <a:close/>
                  <a:moveTo>
                    <a:pt x="56012" y="1"/>
                  </a:moveTo>
                  <a:cubicBezTo>
                    <a:pt x="55592" y="1"/>
                    <a:pt x="55116" y="195"/>
                    <a:pt x="54573" y="462"/>
                  </a:cubicBezTo>
                  <a:cubicBezTo>
                    <a:pt x="54488" y="503"/>
                    <a:pt x="54534" y="642"/>
                    <a:pt x="54616" y="642"/>
                  </a:cubicBezTo>
                  <a:cubicBezTo>
                    <a:pt x="54626" y="642"/>
                    <a:pt x="54637" y="640"/>
                    <a:pt x="54648" y="635"/>
                  </a:cubicBezTo>
                  <a:cubicBezTo>
                    <a:pt x="54879" y="534"/>
                    <a:pt x="55124" y="462"/>
                    <a:pt x="55373" y="419"/>
                  </a:cubicBezTo>
                  <a:lnTo>
                    <a:pt x="55373" y="419"/>
                  </a:lnTo>
                  <a:cubicBezTo>
                    <a:pt x="54628" y="1574"/>
                    <a:pt x="53863" y="2711"/>
                    <a:pt x="53092" y="3849"/>
                  </a:cubicBezTo>
                  <a:cubicBezTo>
                    <a:pt x="52182" y="5012"/>
                    <a:pt x="51189" y="6124"/>
                    <a:pt x="50193" y="7224"/>
                  </a:cubicBezTo>
                  <a:cubicBezTo>
                    <a:pt x="51787" y="5015"/>
                    <a:pt x="53199" y="2729"/>
                    <a:pt x="54102" y="286"/>
                  </a:cubicBezTo>
                  <a:cubicBezTo>
                    <a:pt x="54144" y="174"/>
                    <a:pt x="54045" y="93"/>
                    <a:pt x="53946" y="93"/>
                  </a:cubicBezTo>
                  <a:cubicBezTo>
                    <a:pt x="53908" y="93"/>
                    <a:pt x="53870" y="106"/>
                    <a:pt x="53840" y="133"/>
                  </a:cubicBezTo>
                  <a:cubicBezTo>
                    <a:pt x="49272" y="4328"/>
                    <a:pt x="46010" y="10356"/>
                    <a:pt x="42283" y="15287"/>
                  </a:cubicBezTo>
                  <a:cubicBezTo>
                    <a:pt x="37309" y="21866"/>
                    <a:pt x="32233" y="28385"/>
                    <a:pt x="27418" y="35086"/>
                  </a:cubicBezTo>
                  <a:cubicBezTo>
                    <a:pt x="22420" y="42041"/>
                    <a:pt x="17816" y="49264"/>
                    <a:pt x="12567" y="56043"/>
                  </a:cubicBezTo>
                  <a:cubicBezTo>
                    <a:pt x="8283" y="61574"/>
                    <a:pt x="3407" y="66482"/>
                    <a:pt x="29" y="72666"/>
                  </a:cubicBezTo>
                  <a:cubicBezTo>
                    <a:pt x="1" y="72716"/>
                    <a:pt x="46" y="72764"/>
                    <a:pt x="90" y="72764"/>
                  </a:cubicBezTo>
                  <a:cubicBezTo>
                    <a:pt x="109" y="72764"/>
                    <a:pt x="127" y="72755"/>
                    <a:pt x="138" y="72733"/>
                  </a:cubicBezTo>
                  <a:cubicBezTo>
                    <a:pt x="3866" y="66176"/>
                    <a:pt x="9258" y="60864"/>
                    <a:pt x="13843" y="54934"/>
                  </a:cubicBezTo>
                  <a:cubicBezTo>
                    <a:pt x="18402" y="49045"/>
                    <a:pt x="22438" y="42763"/>
                    <a:pt x="26702" y="36665"/>
                  </a:cubicBezTo>
                  <a:cubicBezTo>
                    <a:pt x="31081" y="30400"/>
                    <a:pt x="35816" y="24381"/>
                    <a:pt x="40421" y="18284"/>
                  </a:cubicBezTo>
                  <a:cubicBezTo>
                    <a:pt x="42811" y="15117"/>
                    <a:pt x="45222" y="11964"/>
                    <a:pt x="47586" y="8780"/>
                  </a:cubicBezTo>
                  <a:cubicBezTo>
                    <a:pt x="48398" y="7686"/>
                    <a:pt x="49131" y="6525"/>
                    <a:pt x="49893" y="5396"/>
                  </a:cubicBezTo>
                  <a:cubicBezTo>
                    <a:pt x="50365" y="4696"/>
                    <a:pt x="52762" y="1490"/>
                    <a:pt x="53130" y="1490"/>
                  </a:cubicBezTo>
                  <a:cubicBezTo>
                    <a:pt x="53247" y="1490"/>
                    <a:pt x="53157" y="1819"/>
                    <a:pt x="52728" y="2665"/>
                  </a:cubicBezTo>
                  <a:cubicBezTo>
                    <a:pt x="51415" y="5255"/>
                    <a:pt x="49212" y="7290"/>
                    <a:pt x="47532" y="9626"/>
                  </a:cubicBezTo>
                  <a:cubicBezTo>
                    <a:pt x="45222" y="12839"/>
                    <a:pt x="42973" y="16095"/>
                    <a:pt x="40707" y="19340"/>
                  </a:cubicBezTo>
                  <a:cubicBezTo>
                    <a:pt x="35724" y="26477"/>
                    <a:pt x="30351" y="33360"/>
                    <a:pt x="25004" y="40225"/>
                  </a:cubicBezTo>
                  <a:cubicBezTo>
                    <a:pt x="20957" y="45422"/>
                    <a:pt x="17342" y="50690"/>
                    <a:pt x="13889" y="56303"/>
                  </a:cubicBezTo>
                  <a:cubicBezTo>
                    <a:pt x="9810" y="62934"/>
                    <a:pt x="4394" y="68549"/>
                    <a:pt x="271" y="75146"/>
                  </a:cubicBezTo>
                  <a:cubicBezTo>
                    <a:pt x="202" y="75257"/>
                    <a:pt x="300" y="75365"/>
                    <a:pt x="404" y="75365"/>
                  </a:cubicBezTo>
                  <a:cubicBezTo>
                    <a:pt x="439" y="75365"/>
                    <a:pt x="475" y="75353"/>
                    <a:pt x="505" y="75325"/>
                  </a:cubicBezTo>
                  <a:cubicBezTo>
                    <a:pt x="2283" y="73668"/>
                    <a:pt x="3894" y="71855"/>
                    <a:pt x="5425" y="69964"/>
                  </a:cubicBezTo>
                  <a:lnTo>
                    <a:pt x="5425" y="69964"/>
                  </a:lnTo>
                  <a:cubicBezTo>
                    <a:pt x="4047" y="71829"/>
                    <a:pt x="2691" y="73708"/>
                    <a:pt x="1377" y="75620"/>
                  </a:cubicBezTo>
                  <a:cubicBezTo>
                    <a:pt x="1298" y="75731"/>
                    <a:pt x="1402" y="75832"/>
                    <a:pt x="1509" y="75832"/>
                  </a:cubicBezTo>
                  <a:cubicBezTo>
                    <a:pt x="1543" y="75832"/>
                    <a:pt x="1577" y="75822"/>
                    <a:pt x="1605" y="75799"/>
                  </a:cubicBezTo>
                  <a:cubicBezTo>
                    <a:pt x="2624" y="74976"/>
                    <a:pt x="3571" y="74087"/>
                    <a:pt x="4486" y="73169"/>
                  </a:cubicBezTo>
                  <a:lnTo>
                    <a:pt x="4486" y="73169"/>
                  </a:lnTo>
                  <a:cubicBezTo>
                    <a:pt x="3600" y="74508"/>
                    <a:pt x="2705" y="75845"/>
                    <a:pt x="1839" y="77190"/>
                  </a:cubicBezTo>
                  <a:cubicBezTo>
                    <a:pt x="1765" y="77303"/>
                    <a:pt x="1873" y="77424"/>
                    <a:pt x="1983" y="77424"/>
                  </a:cubicBezTo>
                  <a:cubicBezTo>
                    <a:pt x="2020" y="77424"/>
                    <a:pt x="2056" y="77411"/>
                    <a:pt x="2087" y="77381"/>
                  </a:cubicBezTo>
                  <a:cubicBezTo>
                    <a:pt x="6213" y="73206"/>
                    <a:pt x="9564" y="68474"/>
                    <a:pt x="12841" y="63621"/>
                  </a:cubicBezTo>
                  <a:cubicBezTo>
                    <a:pt x="16941" y="57544"/>
                    <a:pt x="21297" y="51681"/>
                    <a:pt x="25570" y="45722"/>
                  </a:cubicBezTo>
                  <a:cubicBezTo>
                    <a:pt x="31047" y="38086"/>
                    <a:pt x="36373" y="30334"/>
                    <a:pt x="41893" y="22727"/>
                  </a:cubicBezTo>
                  <a:cubicBezTo>
                    <a:pt x="43051" y="21240"/>
                    <a:pt x="44214" y="19756"/>
                    <a:pt x="45401" y="18292"/>
                  </a:cubicBezTo>
                  <a:cubicBezTo>
                    <a:pt x="48118" y="14941"/>
                    <a:pt x="50828" y="11583"/>
                    <a:pt x="53144" y="7971"/>
                  </a:cubicBezTo>
                  <a:cubicBezTo>
                    <a:pt x="54134" y="6759"/>
                    <a:pt x="55150" y="5566"/>
                    <a:pt x="56169" y="4377"/>
                  </a:cubicBezTo>
                  <a:cubicBezTo>
                    <a:pt x="56823" y="3617"/>
                    <a:pt x="57324" y="2991"/>
                    <a:pt x="57398" y="2991"/>
                  </a:cubicBezTo>
                  <a:cubicBezTo>
                    <a:pt x="57456" y="2991"/>
                    <a:pt x="57254" y="3372"/>
                    <a:pt x="56660" y="4368"/>
                  </a:cubicBezTo>
                  <a:cubicBezTo>
                    <a:pt x="54703" y="7662"/>
                    <a:pt x="52087" y="10570"/>
                    <a:pt x="49671" y="13529"/>
                  </a:cubicBezTo>
                  <a:cubicBezTo>
                    <a:pt x="45306" y="18878"/>
                    <a:pt x="41246" y="24488"/>
                    <a:pt x="37286" y="30141"/>
                  </a:cubicBezTo>
                  <a:cubicBezTo>
                    <a:pt x="33146" y="36053"/>
                    <a:pt x="29173" y="42081"/>
                    <a:pt x="25189" y="48101"/>
                  </a:cubicBezTo>
                  <a:cubicBezTo>
                    <a:pt x="22146" y="51929"/>
                    <a:pt x="19092" y="55751"/>
                    <a:pt x="16158" y="59669"/>
                  </a:cubicBezTo>
                  <a:cubicBezTo>
                    <a:pt x="13442" y="63304"/>
                    <a:pt x="10815" y="67013"/>
                    <a:pt x="7982" y="70562"/>
                  </a:cubicBezTo>
                  <a:cubicBezTo>
                    <a:pt x="6233" y="72756"/>
                    <a:pt x="4590" y="74843"/>
                    <a:pt x="3710" y="77542"/>
                  </a:cubicBezTo>
                  <a:cubicBezTo>
                    <a:pt x="3674" y="77650"/>
                    <a:pt x="3772" y="77743"/>
                    <a:pt x="3869" y="77743"/>
                  </a:cubicBezTo>
                  <a:cubicBezTo>
                    <a:pt x="3907" y="77743"/>
                    <a:pt x="3945" y="77729"/>
                    <a:pt x="3975" y="77695"/>
                  </a:cubicBezTo>
                  <a:cubicBezTo>
                    <a:pt x="4501" y="77130"/>
                    <a:pt x="5015" y="76555"/>
                    <a:pt x="5528" y="75975"/>
                  </a:cubicBezTo>
                  <a:lnTo>
                    <a:pt x="5528" y="75975"/>
                  </a:lnTo>
                  <a:cubicBezTo>
                    <a:pt x="5049" y="76777"/>
                    <a:pt x="4602" y="77597"/>
                    <a:pt x="4195" y="78446"/>
                  </a:cubicBezTo>
                  <a:cubicBezTo>
                    <a:pt x="4128" y="78569"/>
                    <a:pt x="4229" y="78691"/>
                    <a:pt x="4341" y="78691"/>
                  </a:cubicBezTo>
                  <a:cubicBezTo>
                    <a:pt x="4379" y="78691"/>
                    <a:pt x="4418" y="78677"/>
                    <a:pt x="4452" y="78645"/>
                  </a:cubicBezTo>
                  <a:cubicBezTo>
                    <a:pt x="5670" y="77586"/>
                    <a:pt x="6807" y="76396"/>
                    <a:pt x="7890" y="75129"/>
                  </a:cubicBezTo>
                  <a:lnTo>
                    <a:pt x="7890" y="75129"/>
                  </a:lnTo>
                  <a:cubicBezTo>
                    <a:pt x="7777" y="75337"/>
                    <a:pt x="7674" y="75556"/>
                    <a:pt x="7572" y="75773"/>
                  </a:cubicBezTo>
                  <a:cubicBezTo>
                    <a:pt x="7278" y="76240"/>
                    <a:pt x="6989" y="76711"/>
                    <a:pt x="6718" y="77187"/>
                  </a:cubicBezTo>
                  <a:cubicBezTo>
                    <a:pt x="6651" y="77306"/>
                    <a:pt x="6754" y="77430"/>
                    <a:pt x="6865" y="77430"/>
                  </a:cubicBezTo>
                  <a:cubicBezTo>
                    <a:pt x="6902" y="77430"/>
                    <a:pt x="6939" y="77416"/>
                    <a:pt x="6972" y="77384"/>
                  </a:cubicBezTo>
                  <a:cubicBezTo>
                    <a:pt x="7015" y="77337"/>
                    <a:pt x="7056" y="77291"/>
                    <a:pt x="7102" y="77248"/>
                  </a:cubicBezTo>
                  <a:cubicBezTo>
                    <a:pt x="7126" y="77262"/>
                    <a:pt x="7154" y="77269"/>
                    <a:pt x="7182" y="77269"/>
                  </a:cubicBezTo>
                  <a:cubicBezTo>
                    <a:pt x="7207" y="77269"/>
                    <a:pt x="7232" y="77263"/>
                    <a:pt x="7255" y="77251"/>
                  </a:cubicBezTo>
                  <a:cubicBezTo>
                    <a:pt x="7555" y="77069"/>
                    <a:pt x="7844" y="76873"/>
                    <a:pt x="8121" y="76668"/>
                  </a:cubicBezTo>
                  <a:lnTo>
                    <a:pt x="8121" y="76668"/>
                  </a:lnTo>
                  <a:cubicBezTo>
                    <a:pt x="8020" y="76852"/>
                    <a:pt x="7919" y="77028"/>
                    <a:pt x="7815" y="77184"/>
                  </a:cubicBezTo>
                  <a:cubicBezTo>
                    <a:pt x="7739" y="77299"/>
                    <a:pt x="7857" y="77439"/>
                    <a:pt x="7973" y="77439"/>
                  </a:cubicBezTo>
                  <a:cubicBezTo>
                    <a:pt x="8011" y="77439"/>
                    <a:pt x="8050" y="77423"/>
                    <a:pt x="8081" y="77386"/>
                  </a:cubicBezTo>
                  <a:cubicBezTo>
                    <a:pt x="8765" y="76604"/>
                    <a:pt x="9420" y="75799"/>
                    <a:pt x="10050" y="74967"/>
                  </a:cubicBezTo>
                  <a:cubicBezTo>
                    <a:pt x="10696" y="74142"/>
                    <a:pt x="11002" y="73838"/>
                    <a:pt x="11104" y="73838"/>
                  </a:cubicBezTo>
                  <a:cubicBezTo>
                    <a:pt x="11345" y="73838"/>
                    <a:pt x="10424" y="75567"/>
                    <a:pt x="10179" y="76082"/>
                  </a:cubicBezTo>
                  <a:cubicBezTo>
                    <a:pt x="10119" y="76204"/>
                    <a:pt x="10218" y="76339"/>
                    <a:pt x="10330" y="76339"/>
                  </a:cubicBezTo>
                  <a:cubicBezTo>
                    <a:pt x="10368" y="76339"/>
                    <a:pt x="10407" y="76323"/>
                    <a:pt x="10442" y="76287"/>
                  </a:cubicBezTo>
                  <a:cubicBezTo>
                    <a:pt x="10846" y="75900"/>
                    <a:pt x="11216" y="75478"/>
                    <a:pt x="11545" y="75025"/>
                  </a:cubicBezTo>
                  <a:cubicBezTo>
                    <a:pt x="11646" y="74898"/>
                    <a:pt x="11534" y="74731"/>
                    <a:pt x="11416" y="74731"/>
                  </a:cubicBezTo>
                  <a:cubicBezTo>
                    <a:pt x="11378" y="74731"/>
                    <a:pt x="11340" y="74748"/>
                    <a:pt x="11308" y="74788"/>
                  </a:cubicBezTo>
                  <a:cubicBezTo>
                    <a:pt x="11031" y="75135"/>
                    <a:pt x="10888" y="75276"/>
                    <a:pt x="10838" y="75276"/>
                  </a:cubicBezTo>
                  <a:cubicBezTo>
                    <a:pt x="10642" y="75276"/>
                    <a:pt x="11880" y="73099"/>
                    <a:pt x="12062" y="72588"/>
                  </a:cubicBezTo>
                  <a:cubicBezTo>
                    <a:pt x="12101" y="72476"/>
                    <a:pt x="11999" y="72386"/>
                    <a:pt x="11895" y="72386"/>
                  </a:cubicBezTo>
                  <a:cubicBezTo>
                    <a:pt x="11876" y="72386"/>
                    <a:pt x="11857" y="72389"/>
                    <a:pt x="11839" y="72395"/>
                  </a:cubicBezTo>
                  <a:cubicBezTo>
                    <a:pt x="12018" y="72106"/>
                    <a:pt x="12189" y="71815"/>
                    <a:pt x="12353" y="71523"/>
                  </a:cubicBezTo>
                  <a:cubicBezTo>
                    <a:pt x="12416" y="71407"/>
                    <a:pt x="12312" y="71277"/>
                    <a:pt x="12205" y="71277"/>
                  </a:cubicBezTo>
                  <a:cubicBezTo>
                    <a:pt x="12168" y="71277"/>
                    <a:pt x="12130" y="71292"/>
                    <a:pt x="12099" y="71330"/>
                  </a:cubicBezTo>
                  <a:cubicBezTo>
                    <a:pt x="11658" y="71843"/>
                    <a:pt x="11199" y="72340"/>
                    <a:pt x="10748" y="72851"/>
                  </a:cubicBezTo>
                  <a:cubicBezTo>
                    <a:pt x="10985" y="72352"/>
                    <a:pt x="11213" y="71846"/>
                    <a:pt x="11424" y="71327"/>
                  </a:cubicBezTo>
                  <a:cubicBezTo>
                    <a:pt x="11471" y="71209"/>
                    <a:pt x="11368" y="71132"/>
                    <a:pt x="11265" y="71132"/>
                  </a:cubicBezTo>
                  <a:cubicBezTo>
                    <a:pt x="11224" y="71132"/>
                    <a:pt x="11184" y="71144"/>
                    <a:pt x="11152" y="71171"/>
                  </a:cubicBezTo>
                  <a:cubicBezTo>
                    <a:pt x="10930" y="71358"/>
                    <a:pt x="10742" y="71563"/>
                    <a:pt x="10535" y="71760"/>
                  </a:cubicBezTo>
                  <a:cubicBezTo>
                    <a:pt x="10976" y="71156"/>
                    <a:pt x="11415" y="70547"/>
                    <a:pt x="11845" y="69935"/>
                  </a:cubicBezTo>
                  <a:cubicBezTo>
                    <a:pt x="12307" y="70033"/>
                    <a:pt x="12766" y="70160"/>
                    <a:pt x="13225" y="70305"/>
                  </a:cubicBezTo>
                  <a:cubicBezTo>
                    <a:pt x="13251" y="70331"/>
                    <a:pt x="13289" y="70343"/>
                    <a:pt x="13326" y="70343"/>
                  </a:cubicBezTo>
                  <a:cubicBezTo>
                    <a:pt x="13330" y="70343"/>
                    <a:pt x="13334" y="70342"/>
                    <a:pt x="13338" y="70342"/>
                  </a:cubicBezTo>
                  <a:cubicBezTo>
                    <a:pt x="14674" y="70769"/>
                    <a:pt x="15997" y="71338"/>
                    <a:pt x="17322" y="71820"/>
                  </a:cubicBezTo>
                  <a:cubicBezTo>
                    <a:pt x="17299" y="71890"/>
                    <a:pt x="17270" y="71959"/>
                    <a:pt x="17247" y="72028"/>
                  </a:cubicBezTo>
                  <a:cubicBezTo>
                    <a:pt x="17207" y="72145"/>
                    <a:pt x="17315" y="72245"/>
                    <a:pt x="17420" y="72245"/>
                  </a:cubicBezTo>
                  <a:cubicBezTo>
                    <a:pt x="17461" y="72245"/>
                    <a:pt x="17501" y="72230"/>
                    <a:pt x="17533" y="72196"/>
                  </a:cubicBezTo>
                  <a:cubicBezTo>
                    <a:pt x="17599" y="72118"/>
                    <a:pt x="17663" y="72040"/>
                    <a:pt x="17729" y="71965"/>
                  </a:cubicBezTo>
                  <a:cubicBezTo>
                    <a:pt x="19047" y="72420"/>
                    <a:pt x="20375" y="72762"/>
                    <a:pt x="21735" y="72762"/>
                  </a:cubicBezTo>
                  <a:cubicBezTo>
                    <a:pt x="22307" y="72762"/>
                    <a:pt x="22886" y="72701"/>
                    <a:pt x="23471" y="72562"/>
                  </a:cubicBezTo>
                  <a:lnTo>
                    <a:pt x="23471" y="72562"/>
                  </a:lnTo>
                  <a:cubicBezTo>
                    <a:pt x="23468" y="72565"/>
                    <a:pt x="23465" y="72562"/>
                    <a:pt x="23463" y="72568"/>
                  </a:cubicBezTo>
                  <a:cubicBezTo>
                    <a:pt x="22111" y="74156"/>
                    <a:pt x="22446" y="76151"/>
                    <a:pt x="23422" y="78088"/>
                  </a:cubicBezTo>
                  <a:cubicBezTo>
                    <a:pt x="23327" y="78218"/>
                    <a:pt x="23232" y="78345"/>
                    <a:pt x="23139" y="78475"/>
                  </a:cubicBezTo>
                  <a:cubicBezTo>
                    <a:pt x="23079" y="78560"/>
                    <a:pt x="23158" y="78641"/>
                    <a:pt x="23241" y="78641"/>
                  </a:cubicBezTo>
                  <a:cubicBezTo>
                    <a:pt x="23276" y="78641"/>
                    <a:pt x="23312" y="78626"/>
                    <a:pt x="23338" y="78590"/>
                  </a:cubicBezTo>
                  <a:cubicBezTo>
                    <a:pt x="23405" y="78501"/>
                    <a:pt x="23474" y="78414"/>
                    <a:pt x="23540" y="78322"/>
                  </a:cubicBezTo>
                  <a:cubicBezTo>
                    <a:pt x="24239" y="79641"/>
                    <a:pt x="25221" y="80920"/>
                    <a:pt x="26162" y="82017"/>
                  </a:cubicBezTo>
                  <a:cubicBezTo>
                    <a:pt x="26147" y="82040"/>
                    <a:pt x="26133" y="82066"/>
                    <a:pt x="26119" y="82089"/>
                  </a:cubicBezTo>
                  <a:cubicBezTo>
                    <a:pt x="26058" y="82190"/>
                    <a:pt x="26148" y="82282"/>
                    <a:pt x="26238" y="82282"/>
                  </a:cubicBezTo>
                  <a:cubicBezTo>
                    <a:pt x="26277" y="82282"/>
                    <a:pt x="26317" y="82264"/>
                    <a:pt x="26344" y="82222"/>
                  </a:cubicBezTo>
                  <a:cubicBezTo>
                    <a:pt x="26748" y="82684"/>
                    <a:pt x="27129" y="83097"/>
                    <a:pt x="27484" y="83475"/>
                  </a:cubicBezTo>
                  <a:cubicBezTo>
                    <a:pt x="27369" y="83819"/>
                    <a:pt x="27242" y="84156"/>
                    <a:pt x="27138" y="84506"/>
                  </a:cubicBezTo>
                  <a:cubicBezTo>
                    <a:pt x="27129" y="84536"/>
                    <a:pt x="27153" y="84555"/>
                    <a:pt x="27178" y="84555"/>
                  </a:cubicBezTo>
                  <a:cubicBezTo>
                    <a:pt x="27193" y="84555"/>
                    <a:pt x="27209" y="84547"/>
                    <a:pt x="27216" y="84529"/>
                  </a:cubicBezTo>
                  <a:cubicBezTo>
                    <a:pt x="27325" y="84206"/>
                    <a:pt x="27455" y="83891"/>
                    <a:pt x="27577" y="83570"/>
                  </a:cubicBezTo>
                  <a:cubicBezTo>
                    <a:pt x="27640" y="83640"/>
                    <a:pt x="27709" y="83715"/>
                    <a:pt x="27770" y="83781"/>
                  </a:cubicBezTo>
                  <a:cubicBezTo>
                    <a:pt x="27900" y="83917"/>
                    <a:pt x="28073" y="84099"/>
                    <a:pt x="28275" y="84295"/>
                  </a:cubicBezTo>
                  <a:cubicBezTo>
                    <a:pt x="28235" y="84408"/>
                    <a:pt x="28191" y="84512"/>
                    <a:pt x="28151" y="84601"/>
                  </a:cubicBezTo>
                  <a:cubicBezTo>
                    <a:pt x="28104" y="84704"/>
                    <a:pt x="28194" y="84831"/>
                    <a:pt x="28290" y="84831"/>
                  </a:cubicBezTo>
                  <a:cubicBezTo>
                    <a:pt x="28323" y="84831"/>
                    <a:pt x="28356" y="84816"/>
                    <a:pt x="28385" y="84780"/>
                  </a:cubicBezTo>
                  <a:cubicBezTo>
                    <a:pt x="28443" y="84708"/>
                    <a:pt x="28497" y="84633"/>
                    <a:pt x="28555" y="84561"/>
                  </a:cubicBezTo>
                  <a:cubicBezTo>
                    <a:pt x="29148" y="85095"/>
                    <a:pt x="29899" y="85641"/>
                    <a:pt x="30565" y="85641"/>
                  </a:cubicBezTo>
                  <a:cubicBezTo>
                    <a:pt x="30752" y="85641"/>
                    <a:pt x="30933" y="85598"/>
                    <a:pt x="31102" y="85499"/>
                  </a:cubicBezTo>
                  <a:cubicBezTo>
                    <a:pt x="32340" y="84771"/>
                    <a:pt x="31806" y="82710"/>
                    <a:pt x="31136" y="81838"/>
                  </a:cubicBezTo>
                  <a:cubicBezTo>
                    <a:pt x="27787" y="77485"/>
                    <a:pt x="33532" y="78022"/>
                    <a:pt x="34858" y="75559"/>
                  </a:cubicBezTo>
                  <a:cubicBezTo>
                    <a:pt x="35008" y="75279"/>
                    <a:pt x="35086" y="74681"/>
                    <a:pt x="35143" y="74378"/>
                  </a:cubicBezTo>
                  <a:cubicBezTo>
                    <a:pt x="35273" y="73714"/>
                    <a:pt x="35805" y="73429"/>
                    <a:pt x="36394" y="73429"/>
                  </a:cubicBezTo>
                  <a:cubicBezTo>
                    <a:pt x="36911" y="73429"/>
                    <a:pt x="37472" y="73648"/>
                    <a:pt x="37843" y="74020"/>
                  </a:cubicBezTo>
                  <a:cubicBezTo>
                    <a:pt x="37811" y="74081"/>
                    <a:pt x="37779" y="74139"/>
                    <a:pt x="37747" y="74196"/>
                  </a:cubicBezTo>
                  <a:cubicBezTo>
                    <a:pt x="37680" y="74325"/>
                    <a:pt x="37780" y="74432"/>
                    <a:pt x="37889" y="74432"/>
                  </a:cubicBezTo>
                  <a:cubicBezTo>
                    <a:pt x="37938" y="74432"/>
                    <a:pt x="37990" y="74410"/>
                    <a:pt x="38027" y="74358"/>
                  </a:cubicBezTo>
                  <a:lnTo>
                    <a:pt x="38065" y="74306"/>
                  </a:lnTo>
                  <a:cubicBezTo>
                    <a:pt x="38186" y="74499"/>
                    <a:pt x="38256" y="74719"/>
                    <a:pt x="38264" y="74947"/>
                  </a:cubicBezTo>
                  <a:cubicBezTo>
                    <a:pt x="38273" y="75256"/>
                    <a:pt x="38334" y="75796"/>
                    <a:pt x="38648" y="75980"/>
                  </a:cubicBezTo>
                  <a:cubicBezTo>
                    <a:pt x="38859" y="76102"/>
                    <a:pt x="39254" y="76494"/>
                    <a:pt x="39676" y="76896"/>
                  </a:cubicBezTo>
                  <a:cubicBezTo>
                    <a:pt x="39503" y="77257"/>
                    <a:pt x="39318" y="77606"/>
                    <a:pt x="39159" y="77973"/>
                  </a:cubicBezTo>
                  <a:cubicBezTo>
                    <a:pt x="39106" y="78093"/>
                    <a:pt x="39205" y="78236"/>
                    <a:pt x="39314" y="78236"/>
                  </a:cubicBezTo>
                  <a:cubicBezTo>
                    <a:pt x="39352" y="78236"/>
                    <a:pt x="39391" y="78219"/>
                    <a:pt x="39425" y="78177"/>
                  </a:cubicBezTo>
                  <a:cubicBezTo>
                    <a:pt x="39664" y="77895"/>
                    <a:pt x="39892" y="77606"/>
                    <a:pt x="40126" y="77320"/>
                  </a:cubicBezTo>
                  <a:cubicBezTo>
                    <a:pt x="40513" y="77672"/>
                    <a:pt x="40871" y="77955"/>
                    <a:pt x="41065" y="77955"/>
                  </a:cubicBezTo>
                  <a:cubicBezTo>
                    <a:pt x="42855" y="77961"/>
                    <a:pt x="42658" y="78619"/>
                    <a:pt x="42927" y="80349"/>
                  </a:cubicBezTo>
                  <a:cubicBezTo>
                    <a:pt x="43213" y="82190"/>
                    <a:pt x="43689" y="84506"/>
                    <a:pt x="43288" y="86377"/>
                  </a:cubicBezTo>
                  <a:cubicBezTo>
                    <a:pt x="43285" y="86391"/>
                    <a:pt x="43293" y="86400"/>
                    <a:pt x="43293" y="86411"/>
                  </a:cubicBezTo>
                  <a:cubicBezTo>
                    <a:pt x="42888" y="86760"/>
                    <a:pt x="42590" y="87066"/>
                    <a:pt x="42448" y="87066"/>
                  </a:cubicBezTo>
                  <a:cubicBezTo>
                    <a:pt x="42330" y="87066"/>
                    <a:pt x="42319" y="86856"/>
                    <a:pt x="42442" y="86287"/>
                  </a:cubicBezTo>
                  <a:cubicBezTo>
                    <a:pt x="42461" y="86200"/>
                    <a:pt x="42402" y="86099"/>
                    <a:pt x="42305" y="86099"/>
                  </a:cubicBezTo>
                  <a:cubicBezTo>
                    <a:pt x="42303" y="86099"/>
                    <a:pt x="42300" y="86099"/>
                    <a:pt x="42297" y="86099"/>
                  </a:cubicBezTo>
                  <a:cubicBezTo>
                    <a:pt x="42276" y="86100"/>
                    <a:pt x="42255" y="86101"/>
                    <a:pt x="42234" y="86101"/>
                  </a:cubicBezTo>
                  <a:cubicBezTo>
                    <a:pt x="41971" y="86101"/>
                    <a:pt x="41804" y="86034"/>
                    <a:pt x="41691" y="85975"/>
                  </a:cubicBezTo>
                  <a:cubicBezTo>
                    <a:pt x="41763" y="85715"/>
                    <a:pt x="41835" y="85453"/>
                    <a:pt x="41908" y="85193"/>
                  </a:cubicBezTo>
                  <a:cubicBezTo>
                    <a:pt x="41948" y="85119"/>
                    <a:pt x="41885" y="85052"/>
                    <a:pt x="41821" y="85052"/>
                  </a:cubicBezTo>
                  <a:cubicBezTo>
                    <a:pt x="41793" y="85052"/>
                    <a:pt x="41764" y="85066"/>
                    <a:pt x="41743" y="85098"/>
                  </a:cubicBezTo>
                  <a:cubicBezTo>
                    <a:pt x="41469" y="85510"/>
                    <a:pt x="41192" y="85923"/>
                    <a:pt x="40917" y="86333"/>
                  </a:cubicBezTo>
                  <a:cubicBezTo>
                    <a:pt x="40851" y="86436"/>
                    <a:pt x="40945" y="86544"/>
                    <a:pt x="41047" y="86544"/>
                  </a:cubicBezTo>
                  <a:cubicBezTo>
                    <a:pt x="41057" y="86544"/>
                    <a:pt x="41067" y="86543"/>
                    <a:pt x="41076" y="86541"/>
                  </a:cubicBezTo>
                  <a:cubicBezTo>
                    <a:pt x="42043" y="86657"/>
                    <a:pt x="42240" y="87069"/>
                    <a:pt x="41671" y="87780"/>
                  </a:cubicBezTo>
                  <a:cubicBezTo>
                    <a:pt x="41625" y="87900"/>
                    <a:pt x="41727" y="87975"/>
                    <a:pt x="41829" y="87975"/>
                  </a:cubicBezTo>
                  <a:cubicBezTo>
                    <a:pt x="41868" y="87975"/>
                    <a:pt x="41908" y="87964"/>
                    <a:pt x="41939" y="87938"/>
                  </a:cubicBezTo>
                  <a:cubicBezTo>
                    <a:pt x="42456" y="87518"/>
                    <a:pt x="42732" y="87406"/>
                    <a:pt x="42899" y="87406"/>
                  </a:cubicBezTo>
                  <a:cubicBezTo>
                    <a:pt x="42998" y="87406"/>
                    <a:pt x="43058" y="87445"/>
                    <a:pt x="43109" y="87482"/>
                  </a:cubicBezTo>
                  <a:cubicBezTo>
                    <a:pt x="42843" y="87881"/>
                    <a:pt x="42566" y="88276"/>
                    <a:pt x="42312" y="88683"/>
                  </a:cubicBezTo>
                  <a:cubicBezTo>
                    <a:pt x="42231" y="88812"/>
                    <a:pt x="42347" y="88932"/>
                    <a:pt x="42463" y="88932"/>
                  </a:cubicBezTo>
                  <a:cubicBezTo>
                    <a:pt x="42514" y="88932"/>
                    <a:pt x="42565" y="88909"/>
                    <a:pt x="42600" y="88854"/>
                  </a:cubicBezTo>
                  <a:cubicBezTo>
                    <a:pt x="43265" y="87826"/>
                    <a:pt x="43305" y="87866"/>
                    <a:pt x="43435" y="87427"/>
                  </a:cubicBezTo>
                  <a:cubicBezTo>
                    <a:pt x="43573" y="87289"/>
                    <a:pt x="43781" y="87018"/>
                    <a:pt x="44136" y="86492"/>
                  </a:cubicBezTo>
                  <a:cubicBezTo>
                    <a:pt x="44616" y="85780"/>
                    <a:pt x="44843" y="85500"/>
                    <a:pt x="44902" y="85500"/>
                  </a:cubicBezTo>
                  <a:cubicBezTo>
                    <a:pt x="45106" y="85500"/>
                    <a:pt x="43328" y="88828"/>
                    <a:pt x="43097" y="89316"/>
                  </a:cubicBezTo>
                  <a:cubicBezTo>
                    <a:pt x="43020" y="89447"/>
                    <a:pt x="43132" y="89568"/>
                    <a:pt x="43247" y="89568"/>
                  </a:cubicBezTo>
                  <a:cubicBezTo>
                    <a:pt x="43298" y="89568"/>
                    <a:pt x="43351" y="89543"/>
                    <a:pt x="43386" y="89483"/>
                  </a:cubicBezTo>
                  <a:cubicBezTo>
                    <a:pt x="44061" y="88526"/>
                    <a:pt x="44749" y="87584"/>
                    <a:pt x="45458" y="86655"/>
                  </a:cubicBezTo>
                  <a:lnTo>
                    <a:pt x="45458" y="86655"/>
                  </a:lnTo>
                  <a:cubicBezTo>
                    <a:pt x="44885" y="87425"/>
                    <a:pt x="44410" y="89190"/>
                    <a:pt x="43882" y="90098"/>
                  </a:cubicBezTo>
                  <a:cubicBezTo>
                    <a:pt x="43802" y="90236"/>
                    <a:pt x="43913" y="90349"/>
                    <a:pt x="44032" y="90349"/>
                  </a:cubicBezTo>
                  <a:cubicBezTo>
                    <a:pt x="44085" y="90349"/>
                    <a:pt x="44140" y="90326"/>
                    <a:pt x="44180" y="90274"/>
                  </a:cubicBezTo>
                  <a:cubicBezTo>
                    <a:pt x="45392" y="88670"/>
                    <a:pt x="45891" y="88107"/>
                    <a:pt x="46005" y="88107"/>
                  </a:cubicBezTo>
                  <a:cubicBezTo>
                    <a:pt x="46203" y="88107"/>
                    <a:pt x="45225" y="89828"/>
                    <a:pt x="44821" y="90727"/>
                  </a:cubicBezTo>
                  <a:cubicBezTo>
                    <a:pt x="44763" y="90861"/>
                    <a:pt x="44862" y="90997"/>
                    <a:pt x="44979" y="90997"/>
                  </a:cubicBezTo>
                  <a:cubicBezTo>
                    <a:pt x="45019" y="90997"/>
                    <a:pt x="45062" y="90981"/>
                    <a:pt x="45101" y="90944"/>
                  </a:cubicBezTo>
                  <a:cubicBezTo>
                    <a:pt x="45727" y="90375"/>
                    <a:pt x="46319" y="89769"/>
                    <a:pt x="46876" y="89134"/>
                  </a:cubicBezTo>
                  <a:lnTo>
                    <a:pt x="46876" y="89134"/>
                  </a:lnTo>
                  <a:cubicBezTo>
                    <a:pt x="46674" y="90190"/>
                    <a:pt x="46296" y="91207"/>
                    <a:pt x="45762" y="92139"/>
                  </a:cubicBezTo>
                  <a:cubicBezTo>
                    <a:pt x="45680" y="92284"/>
                    <a:pt x="45801" y="92414"/>
                    <a:pt x="45925" y="92414"/>
                  </a:cubicBezTo>
                  <a:cubicBezTo>
                    <a:pt x="45981" y="92414"/>
                    <a:pt x="46038" y="92388"/>
                    <a:pt x="46076" y="92324"/>
                  </a:cubicBezTo>
                  <a:cubicBezTo>
                    <a:pt x="47117" y="90894"/>
                    <a:pt x="47551" y="90400"/>
                    <a:pt x="47651" y="90400"/>
                  </a:cubicBezTo>
                  <a:cubicBezTo>
                    <a:pt x="47831" y="90400"/>
                    <a:pt x="46932" y="91997"/>
                    <a:pt x="46550" y="92613"/>
                  </a:cubicBezTo>
                  <a:cubicBezTo>
                    <a:pt x="46465" y="92747"/>
                    <a:pt x="46586" y="92886"/>
                    <a:pt x="46715" y="92886"/>
                  </a:cubicBezTo>
                  <a:cubicBezTo>
                    <a:pt x="46758" y="92886"/>
                    <a:pt x="46801" y="92871"/>
                    <a:pt x="46839" y="92835"/>
                  </a:cubicBezTo>
                  <a:cubicBezTo>
                    <a:pt x="47401" y="92275"/>
                    <a:pt x="48790" y="90873"/>
                    <a:pt x="48961" y="90873"/>
                  </a:cubicBezTo>
                  <a:cubicBezTo>
                    <a:pt x="49068" y="90873"/>
                    <a:pt x="48701" y="91417"/>
                    <a:pt x="47367" y="93048"/>
                  </a:cubicBezTo>
                  <a:cubicBezTo>
                    <a:pt x="47257" y="93187"/>
                    <a:pt x="47368" y="93364"/>
                    <a:pt x="47500" y="93364"/>
                  </a:cubicBezTo>
                  <a:cubicBezTo>
                    <a:pt x="47541" y="93364"/>
                    <a:pt x="47585" y="93347"/>
                    <a:pt x="47624" y="93305"/>
                  </a:cubicBezTo>
                  <a:cubicBezTo>
                    <a:pt x="48458" y="92442"/>
                    <a:pt x="48947" y="92034"/>
                    <a:pt x="49124" y="92034"/>
                  </a:cubicBezTo>
                  <a:cubicBezTo>
                    <a:pt x="49356" y="92034"/>
                    <a:pt x="49052" y="92734"/>
                    <a:pt x="48282" y="94027"/>
                  </a:cubicBezTo>
                  <a:cubicBezTo>
                    <a:pt x="48195" y="94175"/>
                    <a:pt x="48314" y="94296"/>
                    <a:pt x="48444" y="94296"/>
                  </a:cubicBezTo>
                  <a:cubicBezTo>
                    <a:pt x="48487" y="94296"/>
                    <a:pt x="48532" y="94283"/>
                    <a:pt x="48571" y="94252"/>
                  </a:cubicBezTo>
                  <a:cubicBezTo>
                    <a:pt x="49526" y="93511"/>
                    <a:pt x="49983" y="93213"/>
                    <a:pt x="50130" y="93213"/>
                  </a:cubicBezTo>
                  <a:cubicBezTo>
                    <a:pt x="50384" y="93213"/>
                    <a:pt x="49709" y="94105"/>
                    <a:pt x="49070" y="95133"/>
                  </a:cubicBezTo>
                  <a:cubicBezTo>
                    <a:pt x="48988" y="95262"/>
                    <a:pt x="49111" y="95409"/>
                    <a:pt x="49236" y="95409"/>
                  </a:cubicBezTo>
                  <a:cubicBezTo>
                    <a:pt x="49278" y="95409"/>
                    <a:pt x="49321" y="95392"/>
                    <a:pt x="49356" y="95352"/>
                  </a:cubicBezTo>
                  <a:cubicBezTo>
                    <a:pt x="49896" y="94574"/>
                    <a:pt x="50228" y="94184"/>
                    <a:pt x="50354" y="94184"/>
                  </a:cubicBezTo>
                  <a:cubicBezTo>
                    <a:pt x="50492" y="94184"/>
                    <a:pt x="50379" y="94657"/>
                    <a:pt x="50014" y="95603"/>
                  </a:cubicBezTo>
                  <a:cubicBezTo>
                    <a:pt x="49941" y="95746"/>
                    <a:pt x="50050" y="95875"/>
                    <a:pt x="50175" y="95875"/>
                  </a:cubicBezTo>
                  <a:cubicBezTo>
                    <a:pt x="50218" y="95875"/>
                    <a:pt x="50263" y="95860"/>
                    <a:pt x="50303" y="95826"/>
                  </a:cubicBezTo>
                  <a:cubicBezTo>
                    <a:pt x="51031" y="95235"/>
                    <a:pt x="51505" y="94939"/>
                    <a:pt x="51728" y="94939"/>
                  </a:cubicBezTo>
                  <a:cubicBezTo>
                    <a:pt x="51967" y="94939"/>
                    <a:pt x="51914" y="95281"/>
                    <a:pt x="51570" y="95964"/>
                  </a:cubicBezTo>
                  <a:cubicBezTo>
                    <a:pt x="51531" y="96091"/>
                    <a:pt x="51643" y="96195"/>
                    <a:pt x="51756" y="96195"/>
                  </a:cubicBezTo>
                  <a:cubicBezTo>
                    <a:pt x="51800" y="96195"/>
                    <a:pt x="51844" y="96180"/>
                    <a:pt x="51879" y="96143"/>
                  </a:cubicBezTo>
                  <a:cubicBezTo>
                    <a:pt x="52408" y="95574"/>
                    <a:pt x="52755" y="95290"/>
                    <a:pt x="52922" y="95290"/>
                  </a:cubicBezTo>
                  <a:cubicBezTo>
                    <a:pt x="53101" y="95290"/>
                    <a:pt x="53070" y="95619"/>
                    <a:pt x="52829" y="96279"/>
                  </a:cubicBezTo>
                  <a:cubicBezTo>
                    <a:pt x="52806" y="96402"/>
                    <a:pt x="52909" y="96518"/>
                    <a:pt x="53017" y="96518"/>
                  </a:cubicBezTo>
                  <a:cubicBezTo>
                    <a:pt x="53059" y="96518"/>
                    <a:pt x="53101" y="96501"/>
                    <a:pt x="53138" y="96461"/>
                  </a:cubicBezTo>
                  <a:cubicBezTo>
                    <a:pt x="53402" y="95934"/>
                    <a:pt x="53614" y="95671"/>
                    <a:pt x="53774" y="95671"/>
                  </a:cubicBezTo>
                  <a:cubicBezTo>
                    <a:pt x="53920" y="95671"/>
                    <a:pt x="54023" y="95890"/>
                    <a:pt x="54082" y="96328"/>
                  </a:cubicBezTo>
                  <a:cubicBezTo>
                    <a:pt x="54071" y="96438"/>
                    <a:pt x="54176" y="96512"/>
                    <a:pt x="54276" y="96512"/>
                  </a:cubicBezTo>
                  <a:cubicBezTo>
                    <a:pt x="54306" y="96512"/>
                    <a:pt x="54336" y="96505"/>
                    <a:pt x="54362" y="96490"/>
                  </a:cubicBezTo>
                  <a:cubicBezTo>
                    <a:pt x="54671" y="96168"/>
                    <a:pt x="54897" y="96008"/>
                    <a:pt x="55041" y="96008"/>
                  </a:cubicBezTo>
                  <a:cubicBezTo>
                    <a:pt x="55219" y="96008"/>
                    <a:pt x="55270" y="96256"/>
                    <a:pt x="55194" y="96752"/>
                  </a:cubicBezTo>
                  <a:cubicBezTo>
                    <a:pt x="55159" y="96890"/>
                    <a:pt x="55258" y="96978"/>
                    <a:pt x="55369" y="96978"/>
                  </a:cubicBezTo>
                  <a:cubicBezTo>
                    <a:pt x="55414" y="96978"/>
                    <a:pt x="55462" y="96963"/>
                    <a:pt x="55503" y="96931"/>
                  </a:cubicBezTo>
                  <a:cubicBezTo>
                    <a:pt x="56061" y="96419"/>
                    <a:pt x="56445" y="96163"/>
                    <a:pt x="56656" y="96163"/>
                  </a:cubicBezTo>
                  <a:cubicBezTo>
                    <a:pt x="56870" y="96163"/>
                    <a:pt x="56905" y="96428"/>
                    <a:pt x="56761" y="96957"/>
                  </a:cubicBezTo>
                  <a:cubicBezTo>
                    <a:pt x="56750" y="97065"/>
                    <a:pt x="56852" y="97143"/>
                    <a:pt x="56952" y="97143"/>
                  </a:cubicBezTo>
                  <a:cubicBezTo>
                    <a:pt x="56983" y="97143"/>
                    <a:pt x="57014" y="97136"/>
                    <a:pt x="57041" y="97119"/>
                  </a:cubicBezTo>
                  <a:cubicBezTo>
                    <a:pt x="57508" y="96832"/>
                    <a:pt x="57739" y="96673"/>
                    <a:pt x="57792" y="96673"/>
                  </a:cubicBezTo>
                  <a:cubicBezTo>
                    <a:pt x="57859" y="96673"/>
                    <a:pt x="57640" y="96928"/>
                    <a:pt x="57258" y="97494"/>
                  </a:cubicBezTo>
                  <a:cubicBezTo>
                    <a:pt x="57167" y="97626"/>
                    <a:pt x="57298" y="97776"/>
                    <a:pt x="57428" y="97776"/>
                  </a:cubicBezTo>
                  <a:cubicBezTo>
                    <a:pt x="57471" y="97776"/>
                    <a:pt x="57515" y="97759"/>
                    <a:pt x="57549" y="97720"/>
                  </a:cubicBezTo>
                  <a:cubicBezTo>
                    <a:pt x="57876" y="97348"/>
                    <a:pt x="58421" y="96504"/>
                    <a:pt x="58635" y="96504"/>
                  </a:cubicBezTo>
                  <a:cubicBezTo>
                    <a:pt x="58737" y="96504"/>
                    <a:pt x="58763" y="96696"/>
                    <a:pt x="58655" y="97223"/>
                  </a:cubicBezTo>
                  <a:cubicBezTo>
                    <a:pt x="58633" y="97332"/>
                    <a:pt x="58713" y="97465"/>
                    <a:pt x="58828" y="97465"/>
                  </a:cubicBezTo>
                  <a:cubicBezTo>
                    <a:pt x="58846" y="97465"/>
                    <a:pt x="58866" y="97462"/>
                    <a:pt x="58886" y="97454"/>
                  </a:cubicBezTo>
                  <a:cubicBezTo>
                    <a:pt x="59343" y="97276"/>
                    <a:pt x="59839" y="96976"/>
                    <a:pt x="60093" y="96976"/>
                  </a:cubicBezTo>
                  <a:cubicBezTo>
                    <a:pt x="60332" y="96976"/>
                    <a:pt x="60357" y="97242"/>
                    <a:pt x="59931" y="98124"/>
                  </a:cubicBezTo>
                  <a:cubicBezTo>
                    <a:pt x="59867" y="98259"/>
                    <a:pt x="59978" y="98412"/>
                    <a:pt x="60102" y="98412"/>
                  </a:cubicBezTo>
                  <a:cubicBezTo>
                    <a:pt x="60144" y="98412"/>
                    <a:pt x="60187" y="98395"/>
                    <a:pt x="60226" y="98352"/>
                  </a:cubicBezTo>
                  <a:cubicBezTo>
                    <a:pt x="60562" y="97982"/>
                    <a:pt x="61209" y="96902"/>
                    <a:pt x="61404" y="96902"/>
                  </a:cubicBezTo>
                  <a:cubicBezTo>
                    <a:pt x="61490" y="96902"/>
                    <a:pt x="61487" y="97114"/>
                    <a:pt x="61329" y="97697"/>
                  </a:cubicBezTo>
                  <a:cubicBezTo>
                    <a:pt x="61289" y="97837"/>
                    <a:pt x="61396" y="97927"/>
                    <a:pt x="61512" y="97927"/>
                  </a:cubicBezTo>
                  <a:cubicBezTo>
                    <a:pt x="61558" y="97927"/>
                    <a:pt x="61606" y="97913"/>
                    <a:pt x="61646" y="97881"/>
                  </a:cubicBezTo>
                  <a:cubicBezTo>
                    <a:pt x="62251" y="97396"/>
                    <a:pt x="62857" y="96844"/>
                    <a:pt x="63162" y="96844"/>
                  </a:cubicBezTo>
                  <a:cubicBezTo>
                    <a:pt x="63389" y="96844"/>
                    <a:pt x="63450" y="97149"/>
                    <a:pt x="63219" y="98011"/>
                  </a:cubicBezTo>
                  <a:cubicBezTo>
                    <a:pt x="63186" y="98134"/>
                    <a:pt x="63302" y="98257"/>
                    <a:pt x="63415" y="98257"/>
                  </a:cubicBezTo>
                  <a:cubicBezTo>
                    <a:pt x="63458" y="98257"/>
                    <a:pt x="63501" y="98239"/>
                    <a:pt x="63534" y="98196"/>
                  </a:cubicBezTo>
                  <a:cubicBezTo>
                    <a:pt x="63549" y="98177"/>
                    <a:pt x="64616" y="96649"/>
                    <a:pt x="64793" y="96649"/>
                  </a:cubicBezTo>
                  <a:cubicBezTo>
                    <a:pt x="64860" y="96649"/>
                    <a:pt x="64798" y="96873"/>
                    <a:pt x="64496" y="97492"/>
                  </a:cubicBezTo>
                  <a:cubicBezTo>
                    <a:pt x="64418" y="97636"/>
                    <a:pt x="64536" y="97778"/>
                    <a:pt x="64667" y="97778"/>
                  </a:cubicBezTo>
                  <a:cubicBezTo>
                    <a:pt x="64711" y="97778"/>
                    <a:pt x="64756" y="97762"/>
                    <a:pt x="64796" y="97725"/>
                  </a:cubicBezTo>
                  <a:cubicBezTo>
                    <a:pt x="65078" y="97483"/>
                    <a:pt x="65798" y="96507"/>
                    <a:pt x="65984" y="96507"/>
                  </a:cubicBezTo>
                  <a:cubicBezTo>
                    <a:pt x="66057" y="96507"/>
                    <a:pt x="66047" y="96658"/>
                    <a:pt x="65896" y="97064"/>
                  </a:cubicBezTo>
                  <a:cubicBezTo>
                    <a:pt x="65850" y="97190"/>
                    <a:pt x="65967" y="97303"/>
                    <a:pt x="66085" y="97303"/>
                  </a:cubicBezTo>
                  <a:cubicBezTo>
                    <a:pt x="66116" y="97303"/>
                    <a:pt x="66148" y="97295"/>
                    <a:pt x="66176" y="97278"/>
                  </a:cubicBezTo>
                  <a:cubicBezTo>
                    <a:pt x="66511" y="97072"/>
                    <a:pt x="67379" y="96294"/>
                    <a:pt x="67730" y="96294"/>
                  </a:cubicBezTo>
                  <a:cubicBezTo>
                    <a:pt x="67890" y="96294"/>
                    <a:pt x="67942" y="96456"/>
                    <a:pt x="67787" y="96908"/>
                  </a:cubicBezTo>
                  <a:cubicBezTo>
                    <a:pt x="67748" y="97025"/>
                    <a:pt x="67861" y="97151"/>
                    <a:pt x="67976" y="97151"/>
                  </a:cubicBezTo>
                  <a:cubicBezTo>
                    <a:pt x="68006" y="97151"/>
                    <a:pt x="68036" y="97142"/>
                    <a:pt x="68064" y="97122"/>
                  </a:cubicBezTo>
                  <a:lnTo>
                    <a:pt x="68529" y="96784"/>
                  </a:lnTo>
                  <a:cubicBezTo>
                    <a:pt x="68633" y="96706"/>
                    <a:pt x="68647" y="96588"/>
                    <a:pt x="68566" y="96487"/>
                  </a:cubicBezTo>
                  <a:cubicBezTo>
                    <a:pt x="68520" y="96426"/>
                    <a:pt x="68468" y="96371"/>
                    <a:pt x="68413" y="96317"/>
                  </a:cubicBezTo>
                  <a:cubicBezTo>
                    <a:pt x="68508" y="96192"/>
                    <a:pt x="68534" y="96008"/>
                    <a:pt x="68468" y="95748"/>
                  </a:cubicBezTo>
                  <a:cubicBezTo>
                    <a:pt x="68486" y="95634"/>
                    <a:pt x="68399" y="95505"/>
                    <a:pt x="68287" y="95505"/>
                  </a:cubicBezTo>
                  <a:cubicBezTo>
                    <a:pt x="68256" y="95505"/>
                    <a:pt x="68224" y="95515"/>
                    <a:pt x="68191" y="95537"/>
                  </a:cubicBezTo>
                  <a:cubicBezTo>
                    <a:pt x="67897" y="95735"/>
                    <a:pt x="67058" y="96533"/>
                    <a:pt x="66743" y="96533"/>
                  </a:cubicBezTo>
                  <a:cubicBezTo>
                    <a:pt x="66599" y="96533"/>
                    <a:pt x="66565" y="96368"/>
                    <a:pt x="66739" y="95907"/>
                  </a:cubicBezTo>
                  <a:cubicBezTo>
                    <a:pt x="66791" y="95772"/>
                    <a:pt x="66670" y="95670"/>
                    <a:pt x="66550" y="95670"/>
                  </a:cubicBezTo>
                  <a:cubicBezTo>
                    <a:pt x="66502" y="95670"/>
                    <a:pt x="66455" y="95686"/>
                    <a:pt x="66418" y="95722"/>
                  </a:cubicBezTo>
                  <a:cubicBezTo>
                    <a:pt x="65945" y="96184"/>
                    <a:pt x="65463" y="96833"/>
                    <a:pt x="65348" y="96833"/>
                  </a:cubicBezTo>
                  <a:cubicBezTo>
                    <a:pt x="65279" y="96833"/>
                    <a:pt x="65341" y="96600"/>
                    <a:pt x="65616" y="95953"/>
                  </a:cubicBezTo>
                  <a:cubicBezTo>
                    <a:pt x="65678" y="95809"/>
                    <a:pt x="65576" y="95665"/>
                    <a:pt x="65449" y="95665"/>
                  </a:cubicBezTo>
                  <a:cubicBezTo>
                    <a:pt x="65405" y="95665"/>
                    <a:pt x="65359" y="95682"/>
                    <a:pt x="65315" y="95722"/>
                  </a:cubicBezTo>
                  <a:cubicBezTo>
                    <a:pt x="64635" y="96344"/>
                    <a:pt x="64219" y="96925"/>
                    <a:pt x="64052" y="96925"/>
                  </a:cubicBezTo>
                  <a:cubicBezTo>
                    <a:pt x="63936" y="96925"/>
                    <a:pt x="63940" y="96646"/>
                    <a:pt x="64060" y="95907"/>
                  </a:cubicBezTo>
                  <a:cubicBezTo>
                    <a:pt x="64080" y="95768"/>
                    <a:pt x="63988" y="95672"/>
                    <a:pt x="63877" y="95672"/>
                  </a:cubicBezTo>
                  <a:cubicBezTo>
                    <a:pt x="63833" y="95672"/>
                    <a:pt x="63786" y="95687"/>
                    <a:pt x="63742" y="95722"/>
                  </a:cubicBezTo>
                  <a:cubicBezTo>
                    <a:pt x="63282" y="96090"/>
                    <a:pt x="62532" y="96911"/>
                    <a:pt x="62213" y="96911"/>
                  </a:cubicBezTo>
                  <a:cubicBezTo>
                    <a:pt x="62048" y="96911"/>
                    <a:pt x="61999" y="96689"/>
                    <a:pt x="62169" y="96065"/>
                  </a:cubicBezTo>
                  <a:cubicBezTo>
                    <a:pt x="62202" y="95940"/>
                    <a:pt x="62088" y="95820"/>
                    <a:pt x="61974" y="95820"/>
                  </a:cubicBezTo>
                  <a:cubicBezTo>
                    <a:pt x="61930" y="95820"/>
                    <a:pt x="61886" y="95838"/>
                    <a:pt x="61851" y="95881"/>
                  </a:cubicBezTo>
                  <a:cubicBezTo>
                    <a:pt x="61263" y="96604"/>
                    <a:pt x="60916" y="97161"/>
                    <a:pt x="60856" y="97161"/>
                  </a:cubicBezTo>
                  <a:cubicBezTo>
                    <a:pt x="60811" y="97161"/>
                    <a:pt x="60926" y="96849"/>
                    <a:pt x="61222" y="96062"/>
                  </a:cubicBezTo>
                  <a:cubicBezTo>
                    <a:pt x="61275" y="95922"/>
                    <a:pt x="61158" y="95838"/>
                    <a:pt x="61041" y="95838"/>
                  </a:cubicBezTo>
                  <a:cubicBezTo>
                    <a:pt x="60993" y="95838"/>
                    <a:pt x="60946" y="95852"/>
                    <a:pt x="60910" y="95881"/>
                  </a:cubicBezTo>
                  <a:cubicBezTo>
                    <a:pt x="60148" y="96452"/>
                    <a:pt x="59636" y="96738"/>
                    <a:pt x="59375" y="96738"/>
                  </a:cubicBezTo>
                  <a:cubicBezTo>
                    <a:pt x="59118" y="96738"/>
                    <a:pt x="59103" y="96461"/>
                    <a:pt x="59331" y="95907"/>
                  </a:cubicBezTo>
                  <a:cubicBezTo>
                    <a:pt x="59364" y="95771"/>
                    <a:pt x="59261" y="95674"/>
                    <a:pt x="59150" y="95674"/>
                  </a:cubicBezTo>
                  <a:cubicBezTo>
                    <a:pt x="59105" y="95674"/>
                    <a:pt x="59059" y="95690"/>
                    <a:pt x="59019" y="95725"/>
                  </a:cubicBezTo>
                  <a:cubicBezTo>
                    <a:pt x="58551" y="96130"/>
                    <a:pt x="58150" y="96808"/>
                    <a:pt x="58148" y="96808"/>
                  </a:cubicBezTo>
                  <a:cubicBezTo>
                    <a:pt x="58147" y="96808"/>
                    <a:pt x="58257" y="96621"/>
                    <a:pt x="58525" y="96109"/>
                  </a:cubicBezTo>
                  <a:cubicBezTo>
                    <a:pt x="58588" y="95988"/>
                    <a:pt x="58489" y="95821"/>
                    <a:pt x="58363" y="95821"/>
                  </a:cubicBezTo>
                  <a:cubicBezTo>
                    <a:pt x="58333" y="95821"/>
                    <a:pt x="58300" y="95831"/>
                    <a:pt x="58268" y="95855"/>
                  </a:cubicBezTo>
                  <a:cubicBezTo>
                    <a:pt x="57911" y="96114"/>
                    <a:pt x="57642" y="96331"/>
                    <a:pt x="57453" y="96331"/>
                  </a:cubicBezTo>
                  <a:cubicBezTo>
                    <a:pt x="57285" y="96331"/>
                    <a:pt x="57180" y="96161"/>
                    <a:pt x="57131" y="95699"/>
                  </a:cubicBezTo>
                  <a:cubicBezTo>
                    <a:pt x="57120" y="95600"/>
                    <a:pt x="57038" y="95512"/>
                    <a:pt x="56944" y="95512"/>
                  </a:cubicBezTo>
                  <a:cubicBezTo>
                    <a:pt x="56915" y="95512"/>
                    <a:pt x="56884" y="95521"/>
                    <a:pt x="56855" y="95539"/>
                  </a:cubicBezTo>
                  <a:lnTo>
                    <a:pt x="56855" y="95539"/>
                  </a:lnTo>
                  <a:cubicBezTo>
                    <a:pt x="56856" y="95539"/>
                    <a:pt x="56856" y="95538"/>
                    <a:pt x="56857" y="95538"/>
                  </a:cubicBezTo>
                  <a:lnTo>
                    <a:pt x="56857" y="95538"/>
                  </a:lnTo>
                  <a:cubicBezTo>
                    <a:pt x="56869" y="95538"/>
                    <a:pt x="56287" y="96052"/>
                    <a:pt x="55993" y="96052"/>
                  </a:cubicBezTo>
                  <a:cubicBezTo>
                    <a:pt x="55852" y="96052"/>
                    <a:pt x="55778" y="95936"/>
                    <a:pt x="55863" y="95592"/>
                  </a:cubicBezTo>
                  <a:cubicBezTo>
                    <a:pt x="55895" y="95467"/>
                    <a:pt x="55798" y="95359"/>
                    <a:pt x="55684" y="95359"/>
                  </a:cubicBezTo>
                  <a:cubicBezTo>
                    <a:pt x="55654" y="95359"/>
                    <a:pt x="55622" y="95367"/>
                    <a:pt x="55592" y="95384"/>
                  </a:cubicBezTo>
                  <a:cubicBezTo>
                    <a:pt x="55357" y="95613"/>
                    <a:pt x="55163" y="95727"/>
                    <a:pt x="55012" y="95727"/>
                  </a:cubicBezTo>
                  <a:cubicBezTo>
                    <a:pt x="54779" y="95727"/>
                    <a:pt x="54645" y="95456"/>
                    <a:pt x="54610" y="94913"/>
                  </a:cubicBezTo>
                  <a:cubicBezTo>
                    <a:pt x="54624" y="94798"/>
                    <a:pt x="54527" y="94735"/>
                    <a:pt x="54429" y="94735"/>
                  </a:cubicBezTo>
                  <a:cubicBezTo>
                    <a:pt x="54380" y="94735"/>
                    <a:pt x="54331" y="94751"/>
                    <a:pt x="54296" y="94784"/>
                  </a:cubicBezTo>
                  <a:cubicBezTo>
                    <a:pt x="53851" y="95190"/>
                    <a:pt x="53588" y="95450"/>
                    <a:pt x="53485" y="95450"/>
                  </a:cubicBezTo>
                  <a:cubicBezTo>
                    <a:pt x="53379" y="95450"/>
                    <a:pt x="53445" y="95171"/>
                    <a:pt x="53658" y="94489"/>
                  </a:cubicBezTo>
                  <a:cubicBezTo>
                    <a:pt x="53701" y="94351"/>
                    <a:pt x="53594" y="94268"/>
                    <a:pt x="53482" y="94268"/>
                  </a:cubicBezTo>
                  <a:cubicBezTo>
                    <a:pt x="53436" y="94268"/>
                    <a:pt x="53390" y="94281"/>
                    <a:pt x="53352" y="94310"/>
                  </a:cubicBezTo>
                  <a:cubicBezTo>
                    <a:pt x="52840" y="94705"/>
                    <a:pt x="52504" y="95092"/>
                    <a:pt x="52368" y="95092"/>
                  </a:cubicBezTo>
                  <a:cubicBezTo>
                    <a:pt x="52269" y="95092"/>
                    <a:pt x="52276" y="94887"/>
                    <a:pt x="52399" y="94330"/>
                  </a:cubicBezTo>
                  <a:cubicBezTo>
                    <a:pt x="52429" y="94207"/>
                    <a:pt x="52329" y="94099"/>
                    <a:pt x="52216" y="94099"/>
                  </a:cubicBezTo>
                  <a:cubicBezTo>
                    <a:pt x="52187" y="94099"/>
                    <a:pt x="52157" y="94106"/>
                    <a:pt x="52128" y="94122"/>
                  </a:cubicBezTo>
                  <a:cubicBezTo>
                    <a:pt x="51521" y="94454"/>
                    <a:pt x="51200" y="94631"/>
                    <a:pt x="51063" y="94631"/>
                  </a:cubicBezTo>
                  <a:cubicBezTo>
                    <a:pt x="50838" y="94631"/>
                    <a:pt x="51119" y="94146"/>
                    <a:pt x="51452" y="93072"/>
                  </a:cubicBezTo>
                  <a:cubicBezTo>
                    <a:pt x="51491" y="92943"/>
                    <a:pt x="51382" y="92840"/>
                    <a:pt x="51270" y="92840"/>
                  </a:cubicBezTo>
                  <a:cubicBezTo>
                    <a:pt x="51226" y="92840"/>
                    <a:pt x="51182" y="92856"/>
                    <a:pt x="51146" y="92893"/>
                  </a:cubicBezTo>
                  <a:cubicBezTo>
                    <a:pt x="50353" y="93700"/>
                    <a:pt x="50055" y="94011"/>
                    <a:pt x="50026" y="94011"/>
                  </a:cubicBezTo>
                  <a:cubicBezTo>
                    <a:pt x="49976" y="94011"/>
                    <a:pt x="50736" y="93072"/>
                    <a:pt x="51117" y="92171"/>
                  </a:cubicBezTo>
                  <a:cubicBezTo>
                    <a:pt x="51177" y="92029"/>
                    <a:pt x="51081" y="91897"/>
                    <a:pt x="50958" y="91897"/>
                  </a:cubicBezTo>
                  <a:cubicBezTo>
                    <a:pt x="50916" y="91897"/>
                    <a:pt x="50871" y="91912"/>
                    <a:pt x="50828" y="91949"/>
                  </a:cubicBezTo>
                  <a:cubicBezTo>
                    <a:pt x="49992" y="92662"/>
                    <a:pt x="49588" y="92941"/>
                    <a:pt x="49443" y="92941"/>
                  </a:cubicBezTo>
                  <a:cubicBezTo>
                    <a:pt x="49140" y="92941"/>
                    <a:pt x="49978" y="91715"/>
                    <a:pt x="50349" y="90710"/>
                  </a:cubicBezTo>
                  <a:cubicBezTo>
                    <a:pt x="50399" y="90574"/>
                    <a:pt x="50284" y="90488"/>
                    <a:pt x="50170" y="90488"/>
                  </a:cubicBezTo>
                  <a:cubicBezTo>
                    <a:pt x="50124" y="90488"/>
                    <a:pt x="50079" y="90501"/>
                    <a:pt x="50043" y="90531"/>
                  </a:cubicBezTo>
                  <a:cubicBezTo>
                    <a:pt x="49662" y="90840"/>
                    <a:pt x="49298" y="91166"/>
                    <a:pt x="48955" y="91515"/>
                  </a:cubicBezTo>
                  <a:cubicBezTo>
                    <a:pt x="49238" y="91071"/>
                    <a:pt x="49486" y="90603"/>
                    <a:pt x="49700" y="90124"/>
                  </a:cubicBezTo>
                  <a:cubicBezTo>
                    <a:pt x="49762" y="89984"/>
                    <a:pt x="49662" y="89852"/>
                    <a:pt x="49540" y="89852"/>
                  </a:cubicBezTo>
                  <a:cubicBezTo>
                    <a:pt x="49498" y="89852"/>
                    <a:pt x="49455" y="89867"/>
                    <a:pt x="49414" y="89902"/>
                  </a:cubicBezTo>
                  <a:cubicBezTo>
                    <a:pt x="48269" y="90911"/>
                    <a:pt x="47793" y="91465"/>
                    <a:pt x="47717" y="91465"/>
                  </a:cubicBezTo>
                  <a:cubicBezTo>
                    <a:pt x="47639" y="91465"/>
                    <a:pt x="47983" y="90881"/>
                    <a:pt x="48458" y="89607"/>
                  </a:cubicBezTo>
                  <a:cubicBezTo>
                    <a:pt x="48508" y="89476"/>
                    <a:pt x="48392" y="89380"/>
                    <a:pt x="48276" y="89380"/>
                  </a:cubicBezTo>
                  <a:cubicBezTo>
                    <a:pt x="48232" y="89380"/>
                    <a:pt x="48187" y="89394"/>
                    <a:pt x="48152" y="89425"/>
                  </a:cubicBezTo>
                  <a:cubicBezTo>
                    <a:pt x="47077" y="90430"/>
                    <a:pt x="46638" y="90847"/>
                    <a:pt x="46557" y="90847"/>
                  </a:cubicBezTo>
                  <a:cubicBezTo>
                    <a:pt x="46422" y="90847"/>
                    <a:pt x="47270" y="89701"/>
                    <a:pt x="47826" y="88187"/>
                  </a:cubicBezTo>
                  <a:cubicBezTo>
                    <a:pt x="47874" y="88060"/>
                    <a:pt x="47760" y="87963"/>
                    <a:pt x="47647" y="87963"/>
                  </a:cubicBezTo>
                  <a:cubicBezTo>
                    <a:pt x="47603" y="87963"/>
                    <a:pt x="47560" y="87978"/>
                    <a:pt x="47526" y="88011"/>
                  </a:cubicBezTo>
                  <a:cubicBezTo>
                    <a:pt x="46481" y="89017"/>
                    <a:pt x="46019" y="89453"/>
                    <a:pt x="45893" y="89453"/>
                  </a:cubicBezTo>
                  <a:cubicBezTo>
                    <a:pt x="45710" y="89453"/>
                    <a:pt x="46239" y="88527"/>
                    <a:pt x="46720" y="87084"/>
                  </a:cubicBezTo>
                  <a:cubicBezTo>
                    <a:pt x="46758" y="86967"/>
                    <a:pt x="46647" y="86860"/>
                    <a:pt x="46539" y="86860"/>
                  </a:cubicBezTo>
                  <a:cubicBezTo>
                    <a:pt x="46498" y="86860"/>
                    <a:pt x="46457" y="86876"/>
                    <a:pt x="46426" y="86914"/>
                  </a:cubicBezTo>
                  <a:cubicBezTo>
                    <a:pt x="45282" y="88285"/>
                    <a:pt x="44869" y="88815"/>
                    <a:pt x="44843" y="88815"/>
                  </a:cubicBezTo>
                  <a:cubicBezTo>
                    <a:pt x="44797" y="88815"/>
                    <a:pt x="45916" y="87219"/>
                    <a:pt x="46400" y="85663"/>
                  </a:cubicBezTo>
                  <a:cubicBezTo>
                    <a:pt x="46435" y="85545"/>
                    <a:pt x="46333" y="85451"/>
                    <a:pt x="46229" y="85451"/>
                  </a:cubicBezTo>
                  <a:cubicBezTo>
                    <a:pt x="46189" y="85451"/>
                    <a:pt x="46147" y="85466"/>
                    <a:pt x="46114" y="85499"/>
                  </a:cubicBezTo>
                  <a:cubicBezTo>
                    <a:pt x="45228" y="86400"/>
                    <a:pt x="44509" y="87318"/>
                    <a:pt x="43787" y="88348"/>
                  </a:cubicBezTo>
                  <a:cubicBezTo>
                    <a:pt x="44665" y="87095"/>
                    <a:pt x="45277" y="85548"/>
                    <a:pt x="45906" y="84128"/>
                  </a:cubicBezTo>
                  <a:cubicBezTo>
                    <a:pt x="45958" y="84012"/>
                    <a:pt x="45858" y="83869"/>
                    <a:pt x="45753" y="83869"/>
                  </a:cubicBezTo>
                  <a:cubicBezTo>
                    <a:pt x="45716" y="83869"/>
                    <a:pt x="45678" y="83887"/>
                    <a:pt x="45646" y="83928"/>
                  </a:cubicBezTo>
                  <a:cubicBezTo>
                    <a:pt x="44953" y="84820"/>
                    <a:pt x="44295" y="85730"/>
                    <a:pt x="43657" y="86651"/>
                  </a:cubicBezTo>
                  <a:cubicBezTo>
                    <a:pt x="43677" y="86587"/>
                    <a:pt x="43698" y="86524"/>
                    <a:pt x="43718" y="86452"/>
                  </a:cubicBezTo>
                  <a:cubicBezTo>
                    <a:pt x="43744" y="86382"/>
                    <a:pt x="43715" y="86307"/>
                    <a:pt x="43651" y="86276"/>
                  </a:cubicBezTo>
                  <a:cubicBezTo>
                    <a:pt x="44021" y="84442"/>
                    <a:pt x="43747" y="82242"/>
                    <a:pt x="43345" y="80193"/>
                  </a:cubicBezTo>
                  <a:cubicBezTo>
                    <a:pt x="43882" y="78971"/>
                    <a:pt x="44486" y="77779"/>
                    <a:pt x="45138" y="76607"/>
                  </a:cubicBezTo>
                  <a:cubicBezTo>
                    <a:pt x="45834" y="75784"/>
                    <a:pt x="46530" y="74958"/>
                    <a:pt x="47202" y="74113"/>
                  </a:cubicBezTo>
                  <a:lnTo>
                    <a:pt x="47202" y="74113"/>
                  </a:lnTo>
                  <a:cubicBezTo>
                    <a:pt x="46042" y="75986"/>
                    <a:pt x="45020" y="77909"/>
                    <a:pt x="44197" y="79898"/>
                  </a:cubicBezTo>
                  <a:cubicBezTo>
                    <a:pt x="44128" y="79956"/>
                    <a:pt x="44067" y="80019"/>
                    <a:pt x="44001" y="80077"/>
                  </a:cubicBezTo>
                  <a:cubicBezTo>
                    <a:pt x="43966" y="80105"/>
                    <a:pt x="43998" y="80147"/>
                    <a:pt x="44034" y="80147"/>
                  </a:cubicBezTo>
                  <a:cubicBezTo>
                    <a:pt x="44043" y="80147"/>
                    <a:pt x="44053" y="80144"/>
                    <a:pt x="44061" y="80138"/>
                  </a:cubicBezTo>
                  <a:cubicBezTo>
                    <a:pt x="44079" y="80120"/>
                    <a:pt x="44096" y="80103"/>
                    <a:pt x="44113" y="80089"/>
                  </a:cubicBezTo>
                  <a:lnTo>
                    <a:pt x="44113" y="80089"/>
                  </a:lnTo>
                  <a:cubicBezTo>
                    <a:pt x="44096" y="80135"/>
                    <a:pt x="44073" y="80181"/>
                    <a:pt x="44056" y="80227"/>
                  </a:cubicBezTo>
                  <a:cubicBezTo>
                    <a:pt x="44016" y="80323"/>
                    <a:pt x="44107" y="80401"/>
                    <a:pt x="44195" y="80401"/>
                  </a:cubicBezTo>
                  <a:cubicBezTo>
                    <a:pt x="44228" y="80401"/>
                    <a:pt x="44262" y="80389"/>
                    <a:pt x="44287" y="80363"/>
                  </a:cubicBezTo>
                  <a:cubicBezTo>
                    <a:pt x="44512" y="80123"/>
                    <a:pt x="44725" y="79878"/>
                    <a:pt x="44945" y="79638"/>
                  </a:cubicBezTo>
                  <a:lnTo>
                    <a:pt x="44945" y="79638"/>
                  </a:lnTo>
                  <a:cubicBezTo>
                    <a:pt x="44471" y="80536"/>
                    <a:pt x="44064" y="81469"/>
                    <a:pt x="43726" y="82427"/>
                  </a:cubicBezTo>
                  <a:cubicBezTo>
                    <a:pt x="43691" y="82529"/>
                    <a:pt x="43788" y="82620"/>
                    <a:pt x="43881" y="82620"/>
                  </a:cubicBezTo>
                  <a:cubicBezTo>
                    <a:pt x="43917" y="82620"/>
                    <a:pt x="43953" y="82607"/>
                    <a:pt x="43980" y="82574"/>
                  </a:cubicBezTo>
                  <a:cubicBezTo>
                    <a:pt x="45513" y="80816"/>
                    <a:pt x="47015" y="79032"/>
                    <a:pt x="48484" y="77225"/>
                  </a:cubicBezTo>
                  <a:lnTo>
                    <a:pt x="48484" y="77225"/>
                  </a:lnTo>
                  <a:cubicBezTo>
                    <a:pt x="46919" y="79480"/>
                    <a:pt x="45421" y="81775"/>
                    <a:pt x="44058" y="84125"/>
                  </a:cubicBezTo>
                  <a:cubicBezTo>
                    <a:pt x="43990" y="84243"/>
                    <a:pt x="44091" y="84348"/>
                    <a:pt x="44194" y="84348"/>
                  </a:cubicBezTo>
                  <a:cubicBezTo>
                    <a:pt x="44240" y="84348"/>
                    <a:pt x="44286" y="84327"/>
                    <a:pt x="44318" y="84278"/>
                  </a:cubicBezTo>
                  <a:cubicBezTo>
                    <a:pt x="46795" y="80395"/>
                    <a:pt x="49827" y="76977"/>
                    <a:pt x="52815" y="73486"/>
                  </a:cubicBezTo>
                  <a:cubicBezTo>
                    <a:pt x="53320" y="72894"/>
                    <a:pt x="53805" y="72288"/>
                    <a:pt x="54278" y="71679"/>
                  </a:cubicBezTo>
                  <a:lnTo>
                    <a:pt x="54278" y="71679"/>
                  </a:lnTo>
                  <a:cubicBezTo>
                    <a:pt x="53785" y="72432"/>
                    <a:pt x="53277" y="73174"/>
                    <a:pt x="52728" y="73890"/>
                  </a:cubicBezTo>
                  <a:cubicBezTo>
                    <a:pt x="52649" y="73993"/>
                    <a:pt x="52753" y="74103"/>
                    <a:pt x="52859" y="74103"/>
                  </a:cubicBezTo>
                  <a:cubicBezTo>
                    <a:pt x="52892" y="74103"/>
                    <a:pt x="52926" y="74092"/>
                    <a:pt x="52953" y="74066"/>
                  </a:cubicBezTo>
                  <a:cubicBezTo>
                    <a:pt x="54645" y="72461"/>
                    <a:pt x="56175" y="70732"/>
                    <a:pt x="57645" y="68945"/>
                  </a:cubicBezTo>
                  <a:lnTo>
                    <a:pt x="57645" y="68945"/>
                  </a:lnTo>
                  <a:cubicBezTo>
                    <a:pt x="56787" y="70131"/>
                    <a:pt x="55973" y="71338"/>
                    <a:pt x="55234" y="72623"/>
                  </a:cubicBezTo>
                  <a:cubicBezTo>
                    <a:pt x="55167" y="72740"/>
                    <a:pt x="55268" y="72863"/>
                    <a:pt x="55377" y="72863"/>
                  </a:cubicBezTo>
                  <a:cubicBezTo>
                    <a:pt x="55413" y="72863"/>
                    <a:pt x="55450" y="72849"/>
                    <a:pt x="55482" y="72816"/>
                  </a:cubicBezTo>
                  <a:cubicBezTo>
                    <a:pt x="57720" y="70501"/>
                    <a:pt x="59458" y="67848"/>
                    <a:pt x="61473" y="65342"/>
                  </a:cubicBezTo>
                  <a:lnTo>
                    <a:pt x="61473" y="65342"/>
                  </a:lnTo>
                  <a:cubicBezTo>
                    <a:pt x="60777" y="66208"/>
                    <a:pt x="58681" y="69138"/>
                    <a:pt x="57749" y="70891"/>
                  </a:cubicBezTo>
                  <a:cubicBezTo>
                    <a:pt x="57682" y="71016"/>
                    <a:pt x="57779" y="71125"/>
                    <a:pt x="57891" y="71125"/>
                  </a:cubicBezTo>
                  <a:cubicBezTo>
                    <a:pt x="57929" y="71125"/>
                    <a:pt x="57968" y="71113"/>
                    <a:pt x="58003" y="71084"/>
                  </a:cubicBezTo>
                  <a:cubicBezTo>
                    <a:pt x="59103" y="70207"/>
                    <a:pt x="59693" y="69620"/>
                    <a:pt x="59828" y="69620"/>
                  </a:cubicBezTo>
                  <a:cubicBezTo>
                    <a:pt x="59958" y="69620"/>
                    <a:pt x="59667" y="70164"/>
                    <a:pt x="59004" y="71517"/>
                  </a:cubicBezTo>
                  <a:cubicBezTo>
                    <a:pt x="58944" y="71642"/>
                    <a:pt x="59042" y="71767"/>
                    <a:pt x="59154" y="71767"/>
                  </a:cubicBezTo>
                  <a:cubicBezTo>
                    <a:pt x="59192" y="71767"/>
                    <a:pt x="59231" y="71753"/>
                    <a:pt x="59267" y="71719"/>
                  </a:cubicBezTo>
                  <a:cubicBezTo>
                    <a:pt x="59779" y="71235"/>
                    <a:pt x="60510" y="70314"/>
                    <a:pt x="60762" y="70314"/>
                  </a:cubicBezTo>
                  <a:cubicBezTo>
                    <a:pt x="60911" y="70314"/>
                    <a:pt x="60893" y="70636"/>
                    <a:pt x="60563" y="71558"/>
                  </a:cubicBezTo>
                  <a:cubicBezTo>
                    <a:pt x="60524" y="71668"/>
                    <a:pt x="60632" y="71771"/>
                    <a:pt x="60734" y="71771"/>
                  </a:cubicBezTo>
                  <a:cubicBezTo>
                    <a:pt x="60773" y="71771"/>
                    <a:pt x="60812" y="71755"/>
                    <a:pt x="60841" y="71719"/>
                  </a:cubicBezTo>
                  <a:cubicBezTo>
                    <a:pt x="60947" y="71589"/>
                    <a:pt x="61525" y="70853"/>
                    <a:pt x="61880" y="70322"/>
                  </a:cubicBezTo>
                  <a:cubicBezTo>
                    <a:pt x="61900" y="70316"/>
                    <a:pt x="61923" y="70319"/>
                    <a:pt x="61946" y="70302"/>
                  </a:cubicBezTo>
                  <a:cubicBezTo>
                    <a:pt x="62192" y="70134"/>
                    <a:pt x="62405" y="69921"/>
                    <a:pt x="62576" y="69672"/>
                  </a:cubicBezTo>
                  <a:cubicBezTo>
                    <a:pt x="62677" y="69547"/>
                    <a:pt x="62570" y="69380"/>
                    <a:pt x="62450" y="69380"/>
                  </a:cubicBezTo>
                  <a:cubicBezTo>
                    <a:pt x="62412" y="69380"/>
                    <a:pt x="62373" y="69396"/>
                    <a:pt x="62339" y="69436"/>
                  </a:cubicBezTo>
                  <a:cubicBezTo>
                    <a:pt x="62200" y="69589"/>
                    <a:pt x="62073" y="69736"/>
                    <a:pt x="61964" y="69869"/>
                  </a:cubicBezTo>
                  <a:cubicBezTo>
                    <a:pt x="61874" y="69929"/>
                    <a:pt x="61790" y="69993"/>
                    <a:pt x="61710" y="70062"/>
                  </a:cubicBezTo>
                  <a:cubicBezTo>
                    <a:pt x="61663" y="70100"/>
                    <a:pt x="61649" y="70163"/>
                    <a:pt x="61675" y="70218"/>
                  </a:cubicBezTo>
                  <a:cubicBezTo>
                    <a:pt x="61526" y="70394"/>
                    <a:pt x="61427" y="70502"/>
                    <a:pt x="61385" y="70502"/>
                  </a:cubicBezTo>
                  <a:cubicBezTo>
                    <a:pt x="61315" y="70502"/>
                    <a:pt x="61400" y="70209"/>
                    <a:pt x="61675" y="69439"/>
                  </a:cubicBezTo>
                  <a:cubicBezTo>
                    <a:pt x="61720" y="69315"/>
                    <a:pt x="61619" y="69236"/>
                    <a:pt x="61514" y="69236"/>
                  </a:cubicBezTo>
                  <a:cubicBezTo>
                    <a:pt x="61472" y="69236"/>
                    <a:pt x="61429" y="69249"/>
                    <a:pt x="61395" y="69277"/>
                  </a:cubicBezTo>
                  <a:cubicBezTo>
                    <a:pt x="60446" y="70065"/>
                    <a:pt x="60002" y="70453"/>
                    <a:pt x="59914" y="70453"/>
                  </a:cubicBezTo>
                  <a:cubicBezTo>
                    <a:pt x="59801" y="70453"/>
                    <a:pt x="60279" y="69806"/>
                    <a:pt x="61025" y="68532"/>
                  </a:cubicBezTo>
                  <a:cubicBezTo>
                    <a:pt x="61099" y="68404"/>
                    <a:pt x="60995" y="68292"/>
                    <a:pt x="60880" y="68292"/>
                  </a:cubicBezTo>
                  <a:cubicBezTo>
                    <a:pt x="60842" y="68292"/>
                    <a:pt x="60803" y="68305"/>
                    <a:pt x="60768" y="68333"/>
                  </a:cubicBezTo>
                  <a:cubicBezTo>
                    <a:pt x="60240" y="68765"/>
                    <a:pt x="59003" y="70007"/>
                    <a:pt x="58765" y="70007"/>
                  </a:cubicBezTo>
                  <a:cubicBezTo>
                    <a:pt x="58641" y="70007"/>
                    <a:pt x="58790" y="69667"/>
                    <a:pt x="59458" y="68694"/>
                  </a:cubicBezTo>
                  <a:cubicBezTo>
                    <a:pt x="60523" y="67140"/>
                    <a:pt x="61704" y="65795"/>
                    <a:pt x="62596" y="64118"/>
                  </a:cubicBezTo>
                  <a:cubicBezTo>
                    <a:pt x="62656" y="64004"/>
                    <a:pt x="62559" y="63878"/>
                    <a:pt x="62453" y="63878"/>
                  </a:cubicBezTo>
                  <a:cubicBezTo>
                    <a:pt x="62417" y="63878"/>
                    <a:pt x="62380" y="63893"/>
                    <a:pt x="62348" y="63927"/>
                  </a:cubicBezTo>
                  <a:cubicBezTo>
                    <a:pt x="60483" y="65954"/>
                    <a:pt x="58927" y="68197"/>
                    <a:pt x="57229" y="70354"/>
                  </a:cubicBezTo>
                  <a:cubicBezTo>
                    <a:pt x="58828" y="68272"/>
                    <a:pt x="60402" y="65824"/>
                    <a:pt x="61805" y="63641"/>
                  </a:cubicBezTo>
                  <a:cubicBezTo>
                    <a:pt x="61879" y="63523"/>
                    <a:pt x="61778" y="63423"/>
                    <a:pt x="61670" y="63423"/>
                  </a:cubicBezTo>
                  <a:cubicBezTo>
                    <a:pt x="61623" y="63423"/>
                    <a:pt x="61575" y="63442"/>
                    <a:pt x="61539" y="63488"/>
                  </a:cubicBezTo>
                  <a:cubicBezTo>
                    <a:pt x="59388" y="66297"/>
                    <a:pt x="57255" y="69107"/>
                    <a:pt x="54888" y="71739"/>
                  </a:cubicBezTo>
                  <a:cubicBezTo>
                    <a:pt x="54159" y="72550"/>
                    <a:pt x="53871" y="72867"/>
                    <a:pt x="53847" y="72867"/>
                  </a:cubicBezTo>
                  <a:cubicBezTo>
                    <a:pt x="53814" y="72867"/>
                    <a:pt x="54235" y="72320"/>
                    <a:pt x="54706" y="71624"/>
                  </a:cubicBezTo>
                  <a:cubicBezTo>
                    <a:pt x="55390" y="70614"/>
                    <a:pt x="56005" y="69548"/>
                    <a:pt x="56620" y="68489"/>
                  </a:cubicBezTo>
                  <a:cubicBezTo>
                    <a:pt x="57884" y="66679"/>
                    <a:pt x="59097" y="64837"/>
                    <a:pt x="60370" y="63003"/>
                  </a:cubicBezTo>
                  <a:cubicBezTo>
                    <a:pt x="60435" y="62910"/>
                    <a:pt x="60339" y="62800"/>
                    <a:pt x="60246" y="62800"/>
                  </a:cubicBezTo>
                  <a:cubicBezTo>
                    <a:pt x="60215" y="62800"/>
                    <a:pt x="60184" y="62812"/>
                    <a:pt x="60159" y="62842"/>
                  </a:cubicBezTo>
                  <a:cubicBezTo>
                    <a:pt x="58589" y="64721"/>
                    <a:pt x="57318" y="66797"/>
                    <a:pt x="56045" y="68876"/>
                  </a:cubicBezTo>
                  <a:cubicBezTo>
                    <a:pt x="55563" y="69563"/>
                    <a:pt x="55072" y="70247"/>
                    <a:pt x="54547" y="70925"/>
                  </a:cubicBezTo>
                  <a:cubicBezTo>
                    <a:pt x="52361" y="73743"/>
                    <a:pt x="49913" y="76362"/>
                    <a:pt x="47650" y="79119"/>
                  </a:cubicBezTo>
                  <a:cubicBezTo>
                    <a:pt x="47295" y="79549"/>
                    <a:pt x="46241" y="81157"/>
                    <a:pt x="45617" y="82121"/>
                  </a:cubicBezTo>
                  <a:lnTo>
                    <a:pt x="45906" y="81674"/>
                  </a:lnTo>
                  <a:cubicBezTo>
                    <a:pt x="47892" y="78559"/>
                    <a:pt x="50069" y="75510"/>
                    <a:pt x="52234" y="72516"/>
                  </a:cubicBezTo>
                  <a:cubicBezTo>
                    <a:pt x="52327" y="72389"/>
                    <a:pt x="52416" y="72259"/>
                    <a:pt x="52509" y="72132"/>
                  </a:cubicBezTo>
                  <a:cubicBezTo>
                    <a:pt x="55427" y="68350"/>
                    <a:pt x="58248" y="64496"/>
                    <a:pt x="61014" y="60593"/>
                  </a:cubicBezTo>
                  <a:cubicBezTo>
                    <a:pt x="61718" y="59600"/>
                    <a:pt x="62408" y="58598"/>
                    <a:pt x="63104" y="57599"/>
                  </a:cubicBezTo>
                  <a:cubicBezTo>
                    <a:pt x="63118" y="57681"/>
                    <a:pt x="63187" y="57728"/>
                    <a:pt x="63256" y="57728"/>
                  </a:cubicBezTo>
                  <a:cubicBezTo>
                    <a:pt x="63303" y="57728"/>
                    <a:pt x="63351" y="57706"/>
                    <a:pt x="63381" y="57660"/>
                  </a:cubicBezTo>
                  <a:cubicBezTo>
                    <a:pt x="65578" y="54758"/>
                    <a:pt x="67403" y="51611"/>
                    <a:pt x="69502" y="48643"/>
                  </a:cubicBezTo>
                  <a:cubicBezTo>
                    <a:pt x="71488" y="45837"/>
                    <a:pt x="73616" y="43227"/>
                    <a:pt x="75290" y="40236"/>
                  </a:cubicBezTo>
                  <a:lnTo>
                    <a:pt x="75290" y="40236"/>
                  </a:lnTo>
                  <a:cubicBezTo>
                    <a:pt x="75313" y="40424"/>
                    <a:pt x="75227" y="40831"/>
                    <a:pt x="75024" y="41466"/>
                  </a:cubicBezTo>
                  <a:cubicBezTo>
                    <a:pt x="74106" y="43236"/>
                    <a:pt x="72698" y="44905"/>
                    <a:pt x="71488" y="46444"/>
                  </a:cubicBezTo>
                  <a:cubicBezTo>
                    <a:pt x="68832" y="49824"/>
                    <a:pt x="66219" y="53208"/>
                    <a:pt x="64224" y="57033"/>
                  </a:cubicBezTo>
                  <a:cubicBezTo>
                    <a:pt x="64171" y="57138"/>
                    <a:pt x="64263" y="57259"/>
                    <a:pt x="64358" y="57259"/>
                  </a:cubicBezTo>
                  <a:cubicBezTo>
                    <a:pt x="64391" y="57259"/>
                    <a:pt x="64425" y="57244"/>
                    <a:pt x="64452" y="57209"/>
                  </a:cubicBezTo>
                  <a:cubicBezTo>
                    <a:pt x="66228" y="54960"/>
                    <a:pt x="68006" y="52711"/>
                    <a:pt x="69782" y="50462"/>
                  </a:cubicBezTo>
                  <a:lnTo>
                    <a:pt x="69782" y="50462"/>
                  </a:lnTo>
                  <a:cubicBezTo>
                    <a:pt x="68003" y="52893"/>
                    <a:pt x="66236" y="55333"/>
                    <a:pt x="64548" y="57827"/>
                  </a:cubicBezTo>
                  <a:cubicBezTo>
                    <a:pt x="64482" y="57922"/>
                    <a:pt x="64579" y="58032"/>
                    <a:pt x="64673" y="58032"/>
                  </a:cubicBezTo>
                  <a:cubicBezTo>
                    <a:pt x="64705" y="58032"/>
                    <a:pt x="64736" y="58020"/>
                    <a:pt x="64761" y="57992"/>
                  </a:cubicBezTo>
                  <a:cubicBezTo>
                    <a:pt x="69328" y="52766"/>
                    <a:pt x="72674" y="46585"/>
                    <a:pt x="77706" y="41755"/>
                  </a:cubicBezTo>
                  <a:lnTo>
                    <a:pt x="77706" y="41755"/>
                  </a:lnTo>
                  <a:cubicBezTo>
                    <a:pt x="77620" y="42200"/>
                    <a:pt x="77533" y="42644"/>
                    <a:pt x="77447" y="43089"/>
                  </a:cubicBezTo>
                  <a:cubicBezTo>
                    <a:pt x="76696" y="44330"/>
                    <a:pt x="75836" y="45502"/>
                    <a:pt x="74880" y="46594"/>
                  </a:cubicBezTo>
                  <a:cubicBezTo>
                    <a:pt x="73656" y="48092"/>
                    <a:pt x="72308" y="49492"/>
                    <a:pt x="71043" y="50956"/>
                  </a:cubicBezTo>
                  <a:cubicBezTo>
                    <a:pt x="68953" y="53375"/>
                    <a:pt x="66926" y="55893"/>
                    <a:pt x="65009" y="58453"/>
                  </a:cubicBezTo>
                  <a:cubicBezTo>
                    <a:pt x="64929" y="58558"/>
                    <a:pt x="65036" y="58672"/>
                    <a:pt x="65145" y="58672"/>
                  </a:cubicBezTo>
                  <a:cubicBezTo>
                    <a:pt x="65180" y="58672"/>
                    <a:pt x="65215" y="58660"/>
                    <a:pt x="65243" y="58632"/>
                  </a:cubicBezTo>
                  <a:cubicBezTo>
                    <a:pt x="66199" y="57741"/>
                    <a:pt x="66746" y="57188"/>
                    <a:pt x="66890" y="57188"/>
                  </a:cubicBezTo>
                  <a:cubicBezTo>
                    <a:pt x="67035" y="57188"/>
                    <a:pt x="66774" y="57747"/>
                    <a:pt x="66112" y="59083"/>
                  </a:cubicBezTo>
                  <a:cubicBezTo>
                    <a:pt x="66055" y="59202"/>
                    <a:pt x="66143" y="59297"/>
                    <a:pt x="66240" y="59297"/>
                  </a:cubicBezTo>
                  <a:cubicBezTo>
                    <a:pt x="66284" y="59297"/>
                    <a:pt x="66331" y="59277"/>
                    <a:pt x="66366" y="59230"/>
                  </a:cubicBezTo>
                  <a:cubicBezTo>
                    <a:pt x="67334" y="57932"/>
                    <a:pt x="67742" y="57475"/>
                    <a:pt x="67841" y="57475"/>
                  </a:cubicBezTo>
                  <a:cubicBezTo>
                    <a:pt x="68036" y="57475"/>
                    <a:pt x="67034" y="59245"/>
                    <a:pt x="66745" y="59871"/>
                  </a:cubicBezTo>
                  <a:cubicBezTo>
                    <a:pt x="66689" y="59990"/>
                    <a:pt x="66775" y="60084"/>
                    <a:pt x="66871" y="60084"/>
                  </a:cubicBezTo>
                  <a:cubicBezTo>
                    <a:pt x="66914" y="60084"/>
                    <a:pt x="66960" y="60064"/>
                    <a:pt x="66996" y="60018"/>
                  </a:cubicBezTo>
                  <a:cubicBezTo>
                    <a:pt x="67476" y="59395"/>
                    <a:pt x="67703" y="59167"/>
                    <a:pt x="67789" y="59167"/>
                  </a:cubicBezTo>
                  <a:cubicBezTo>
                    <a:pt x="67986" y="59167"/>
                    <a:pt x="67452" y="60362"/>
                    <a:pt x="67553" y="60772"/>
                  </a:cubicBezTo>
                  <a:cubicBezTo>
                    <a:pt x="67570" y="60838"/>
                    <a:pt x="67637" y="60881"/>
                    <a:pt x="67703" y="60881"/>
                  </a:cubicBezTo>
                  <a:cubicBezTo>
                    <a:pt x="67740" y="60881"/>
                    <a:pt x="67775" y="60868"/>
                    <a:pt x="67801" y="60838"/>
                  </a:cubicBezTo>
                  <a:cubicBezTo>
                    <a:pt x="67894" y="60731"/>
                    <a:pt x="67986" y="60627"/>
                    <a:pt x="68078" y="60523"/>
                  </a:cubicBezTo>
                  <a:cubicBezTo>
                    <a:pt x="68173" y="60413"/>
                    <a:pt x="68074" y="60264"/>
                    <a:pt x="67966" y="60264"/>
                  </a:cubicBezTo>
                  <a:cubicBezTo>
                    <a:pt x="67932" y="60264"/>
                    <a:pt x="67898" y="60279"/>
                    <a:pt x="67868" y="60313"/>
                  </a:cubicBezTo>
                  <a:cubicBezTo>
                    <a:pt x="68150" y="59588"/>
                    <a:pt x="68390" y="58846"/>
                    <a:pt x="68586" y="58093"/>
                  </a:cubicBezTo>
                  <a:cubicBezTo>
                    <a:pt x="68618" y="57994"/>
                    <a:pt x="68528" y="57906"/>
                    <a:pt x="68437" y="57906"/>
                  </a:cubicBezTo>
                  <a:cubicBezTo>
                    <a:pt x="68403" y="57906"/>
                    <a:pt x="68369" y="57919"/>
                    <a:pt x="68341" y="57948"/>
                  </a:cubicBezTo>
                  <a:cubicBezTo>
                    <a:pt x="67771" y="58585"/>
                    <a:pt x="67506" y="58828"/>
                    <a:pt x="67428" y="58828"/>
                  </a:cubicBezTo>
                  <a:cubicBezTo>
                    <a:pt x="67225" y="58828"/>
                    <a:pt x="68314" y="57155"/>
                    <a:pt x="68569" y="56551"/>
                  </a:cubicBezTo>
                  <a:cubicBezTo>
                    <a:pt x="68614" y="56448"/>
                    <a:pt x="68533" y="56327"/>
                    <a:pt x="68439" y="56327"/>
                  </a:cubicBezTo>
                  <a:cubicBezTo>
                    <a:pt x="68407" y="56327"/>
                    <a:pt x="68374" y="56341"/>
                    <a:pt x="68344" y="56375"/>
                  </a:cubicBezTo>
                  <a:cubicBezTo>
                    <a:pt x="67450" y="57359"/>
                    <a:pt x="67099" y="57751"/>
                    <a:pt x="67041" y="57751"/>
                  </a:cubicBezTo>
                  <a:cubicBezTo>
                    <a:pt x="66954" y="57751"/>
                    <a:pt x="67551" y="56841"/>
                    <a:pt x="67957" y="55731"/>
                  </a:cubicBezTo>
                  <a:cubicBezTo>
                    <a:pt x="67995" y="55631"/>
                    <a:pt x="67899" y="55542"/>
                    <a:pt x="67807" y="55542"/>
                  </a:cubicBezTo>
                  <a:cubicBezTo>
                    <a:pt x="67772" y="55542"/>
                    <a:pt x="67737" y="55555"/>
                    <a:pt x="67712" y="55587"/>
                  </a:cubicBezTo>
                  <a:cubicBezTo>
                    <a:pt x="67157" y="56262"/>
                    <a:pt x="66577" y="56915"/>
                    <a:pt x="65971" y="57544"/>
                  </a:cubicBezTo>
                  <a:cubicBezTo>
                    <a:pt x="66765" y="56626"/>
                    <a:pt x="67547" y="55699"/>
                    <a:pt x="68318" y="54764"/>
                  </a:cubicBezTo>
                  <a:cubicBezTo>
                    <a:pt x="69912" y="52844"/>
                    <a:pt x="71456" y="50898"/>
                    <a:pt x="73116" y="49036"/>
                  </a:cubicBezTo>
                  <a:cubicBezTo>
                    <a:pt x="73451" y="48661"/>
                    <a:pt x="73780" y="48288"/>
                    <a:pt x="74106" y="47913"/>
                  </a:cubicBezTo>
                  <a:lnTo>
                    <a:pt x="74106" y="47913"/>
                  </a:lnTo>
                  <a:cubicBezTo>
                    <a:pt x="72859" y="49533"/>
                    <a:pt x="71626" y="51158"/>
                    <a:pt x="70425" y="52815"/>
                  </a:cubicBezTo>
                  <a:cubicBezTo>
                    <a:pt x="70386" y="52869"/>
                    <a:pt x="70445" y="52935"/>
                    <a:pt x="70500" y="52935"/>
                  </a:cubicBezTo>
                  <a:cubicBezTo>
                    <a:pt x="70518" y="52935"/>
                    <a:pt x="70536" y="52928"/>
                    <a:pt x="70550" y="52910"/>
                  </a:cubicBezTo>
                  <a:cubicBezTo>
                    <a:pt x="72698" y="50130"/>
                    <a:pt x="74863" y="47359"/>
                    <a:pt x="77066" y="44622"/>
                  </a:cubicBezTo>
                  <a:cubicBezTo>
                    <a:pt x="77750" y="43773"/>
                    <a:pt x="79003" y="42610"/>
                    <a:pt x="79479" y="41634"/>
                  </a:cubicBezTo>
                  <a:lnTo>
                    <a:pt x="79479" y="41634"/>
                  </a:lnTo>
                  <a:cubicBezTo>
                    <a:pt x="78616" y="43409"/>
                    <a:pt x="77311" y="45017"/>
                    <a:pt x="76179" y="46628"/>
                  </a:cubicBezTo>
                  <a:cubicBezTo>
                    <a:pt x="76099" y="46746"/>
                    <a:pt x="76213" y="46874"/>
                    <a:pt x="76330" y="46874"/>
                  </a:cubicBezTo>
                  <a:cubicBezTo>
                    <a:pt x="76368" y="46874"/>
                    <a:pt x="76407" y="46860"/>
                    <a:pt x="76439" y="46828"/>
                  </a:cubicBezTo>
                  <a:cubicBezTo>
                    <a:pt x="77403" y="45835"/>
                    <a:pt x="78344" y="44821"/>
                    <a:pt x="79274" y="43794"/>
                  </a:cubicBezTo>
                  <a:lnTo>
                    <a:pt x="79274" y="43794"/>
                  </a:lnTo>
                  <a:cubicBezTo>
                    <a:pt x="78315" y="44854"/>
                    <a:pt x="77620" y="46623"/>
                    <a:pt x="76970" y="47890"/>
                  </a:cubicBezTo>
                  <a:cubicBezTo>
                    <a:pt x="76912" y="48006"/>
                    <a:pt x="77014" y="48140"/>
                    <a:pt x="77120" y="48140"/>
                  </a:cubicBezTo>
                  <a:cubicBezTo>
                    <a:pt x="77157" y="48140"/>
                    <a:pt x="77193" y="48124"/>
                    <a:pt x="77224" y="48086"/>
                  </a:cubicBezTo>
                  <a:cubicBezTo>
                    <a:pt x="77490" y="47755"/>
                    <a:pt x="78778" y="45948"/>
                    <a:pt x="78983" y="45948"/>
                  </a:cubicBezTo>
                  <a:cubicBezTo>
                    <a:pt x="79077" y="45948"/>
                    <a:pt x="78945" y="46324"/>
                    <a:pt x="78388" y="47390"/>
                  </a:cubicBezTo>
                  <a:cubicBezTo>
                    <a:pt x="77727" y="48658"/>
                    <a:pt x="76774" y="49821"/>
                    <a:pt x="76029" y="51043"/>
                  </a:cubicBezTo>
                  <a:cubicBezTo>
                    <a:pt x="75962" y="51155"/>
                    <a:pt x="76066" y="51282"/>
                    <a:pt x="76173" y="51282"/>
                  </a:cubicBezTo>
                  <a:cubicBezTo>
                    <a:pt x="76209" y="51282"/>
                    <a:pt x="76245" y="51267"/>
                    <a:pt x="76275" y="51233"/>
                  </a:cubicBezTo>
                  <a:cubicBezTo>
                    <a:pt x="76780" y="50661"/>
                    <a:pt x="79003" y="48693"/>
                    <a:pt x="79086" y="48511"/>
                  </a:cubicBezTo>
                  <a:lnTo>
                    <a:pt x="79086" y="48511"/>
                  </a:lnTo>
                  <a:cubicBezTo>
                    <a:pt x="78125" y="50618"/>
                    <a:pt x="76387" y="52451"/>
                    <a:pt x="75085" y="54351"/>
                  </a:cubicBezTo>
                  <a:cubicBezTo>
                    <a:pt x="75009" y="54462"/>
                    <a:pt x="75119" y="54587"/>
                    <a:pt x="75229" y="54587"/>
                  </a:cubicBezTo>
                  <a:cubicBezTo>
                    <a:pt x="75265" y="54587"/>
                    <a:pt x="75301" y="54574"/>
                    <a:pt x="75330" y="54542"/>
                  </a:cubicBezTo>
                  <a:cubicBezTo>
                    <a:pt x="76139" y="53645"/>
                    <a:pt x="78141" y="51245"/>
                    <a:pt x="78508" y="51245"/>
                  </a:cubicBezTo>
                  <a:cubicBezTo>
                    <a:pt x="78673" y="51245"/>
                    <a:pt x="78507" y="51729"/>
                    <a:pt x="77756" y="53052"/>
                  </a:cubicBezTo>
                  <a:cubicBezTo>
                    <a:pt x="76035" y="56080"/>
                    <a:pt x="73618" y="58722"/>
                    <a:pt x="71312" y="61312"/>
                  </a:cubicBezTo>
                  <a:cubicBezTo>
                    <a:pt x="70962" y="61701"/>
                    <a:pt x="70604" y="62085"/>
                    <a:pt x="70252" y="62472"/>
                  </a:cubicBezTo>
                  <a:cubicBezTo>
                    <a:pt x="70246" y="62348"/>
                    <a:pt x="70246" y="62221"/>
                    <a:pt x="70252" y="62094"/>
                  </a:cubicBezTo>
                  <a:cubicBezTo>
                    <a:pt x="70512" y="61670"/>
                    <a:pt x="70778" y="61216"/>
                    <a:pt x="70991" y="60827"/>
                  </a:cubicBezTo>
                  <a:cubicBezTo>
                    <a:pt x="71569" y="60041"/>
                    <a:pt x="72285" y="59025"/>
                    <a:pt x="72360" y="58918"/>
                  </a:cubicBezTo>
                  <a:cubicBezTo>
                    <a:pt x="72436" y="58812"/>
                    <a:pt x="72323" y="58682"/>
                    <a:pt x="72215" y="58682"/>
                  </a:cubicBezTo>
                  <a:cubicBezTo>
                    <a:pt x="72180" y="58682"/>
                    <a:pt x="72145" y="58696"/>
                    <a:pt x="72117" y="58731"/>
                  </a:cubicBezTo>
                  <a:cubicBezTo>
                    <a:pt x="70662" y="60587"/>
                    <a:pt x="69224" y="62212"/>
                    <a:pt x="68445" y="64467"/>
                  </a:cubicBezTo>
                  <a:cubicBezTo>
                    <a:pt x="68405" y="64580"/>
                    <a:pt x="68510" y="64676"/>
                    <a:pt x="68613" y="64676"/>
                  </a:cubicBezTo>
                  <a:cubicBezTo>
                    <a:pt x="68653" y="64676"/>
                    <a:pt x="68692" y="64662"/>
                    <a:pt x="68722" y="64629"/>
                  </a:cubicBezTo>
                  <a:cubicBezTo>
                    <a:pt x="69005" y="64320"/>
                    <a:pt x="69294" y="64011"/>
                    <a:pt x="69580" y="63705"/>
                  </a:cubicBezTo>
                  <a:cubicBezTo>
                    <a:pt x="69594" y="63702"/>
                    <a:pt x="69611" y="63699"/>
                    <a:pt x="69626" y="63696"/>
                  </a:cubicBezTo>
                  <a:cubicBezTo>
                    <a:pt x="71857" y="62700"/>
                    <a:pt x="73177" y="60939"/>
                    <a:pt x="74525" y="58964"/>
                  </a:cubicBezTo>
                  <a:cubicBezTo>
                    <a:pt x="75437" y="57636"/>
                    <a:pt x="76237" y="56228"/>
                    <a:pt x="77120" y="54879"/>
                  </a:cubicBezTo>
                  <a:cubicBezTo>
                    <a:pt x="78190" y="53250"/>
                    <a:pt x="80126" y="51953"/>
                    <a:pt x="81132" y="50448"/>
                  </a:cubicBezTo>
                  <a:lnTo>
                    <a:pt x="81132" y="50448"/>
                  </a:lnTo>
                  <a:cubicBezTo>
                    <a:pt x="79011" y="53625"/>
                    <a:pt x="76781" y="56714"/>
                    <a:pt x="74332" y="59637"/>
                  </a:cubicBezTo>
                  <a:cubicBezTo>
                    <a:pt x="73373" y="60688"/>
                    <a:pt x="72423" y="61748"/>
                    <a:pt x="71482" y="62816"/>
                  </a:cubicBezTo>
                  <a:cubicBezTo>
                    <a:pt x="71374" y="62940"/>
                    <a:pt x="71481" y="63104"/>
                    <a:pt x="71604" y="63104"/>
                  </a:cubicBezTo>
                  <a:cubicBezTo>
                    <a:pt x="71642" y="63104"/>
                    <a:pt x="71681" y="63089"/>
                    <a:pt x="71716" y="63052"/>
                  </a:cubicBezTo>
                  <a:cubicBezTo>
                    <a:pt x="72920" y="61805"/>
                    <a:pt x="74052" y="60506"/>
                    <a:pt x="75143" y="59175"/>
                  </a:cubicBezTo>
                  <a:cubicBezTo>
                    <a:pt x="75449" y="58875"/>
                    <a:pt x="75738" y="58583"/>
                    <a:pt x="75974" y="58326"/>
                  </a:cubicBezTo>
                  <a:cubicBezTo>
                    <a:pt x="76657" y="57586"/>
                    <a:pt x="76985" y="57303"/>
                    <a:pt x="77089" y="57303"/>
                  </a:cubicBezTo>
                  <a:cubicBezTo>
                    <a:pt x="77292" y="57303"/>
                    <a:pt x="76645" y="58377"/>
                    <a:pt x="76113" y="59239"/>
                  </a:cubicBezTo>
                  <a:cubicBezTo>
                    <a:pt x="76762" y="58208"/>
                    <a:pt x="77698" y="57186"/>
                    <a:pt x="78220" y="55890"/>
                  </a:cubicBezTo>
                  <a:cubicBezTo>
                    <a:pt x="78266" y="55776"/>
                    <a:pt x="78156" y="55681"/>
                    <a:pt x="78050" y="55681"/>
                  </a:cubicBezTo>
                  <a:cubicBezTo>
                    <a:pt x="78009" y="55681"/>
                    <a:pt x="77968" y="55695"/>
                    <a:pt x="77937" y="55728"/>
                  </a:cubicBezTo>
                  <a:cubicBezTo>
                    <a:pt x="77747" y="55930"/>
                    <a:pt x="77562" y="56135"/>
                    <a:pt x="77372" y="56340"/>
                  </a:cubicBezTo>
                  <a:cubicBezTo>
                    <a:pt x="79084" y="54057"/>
                    <a:pt x="80700" y="51698"/>
                    <a:pt x="82300" y="49319"/>
                  </a:cubicBezTo>
                  <a:cubicBezTo>
                    <a:pt x="82385" y="49191"/>
                    <a:pt x="82268" y="49067"/>
                    <a:pt x="82146" y="49067"/>
                  </a:cubicBezTo>
                  <a:cubicBezTo>
                    <a:pt x="82106" y="49067"/>
                    <a:pt x="82065" y="49081"/>
                    <a:pt x="82031" y="49111"/>
                  </a:cubicBezTo>
                  <a:cubicBezTo>
                    <a:pt x="80472" y="50497"/>
                    <a:pt x="79035" y="52015"/>
                    <a:pt x="77741" y="53652"/>
                  </a:cubicBezTo>
                  <a:cubicBezTo>
                    <a:pt x="78529" y="52356"/>
                    <a:pt x="79225" y="51011"/>
                    <a:pt x="79785" y="49590"/>
                  </a:cubicBezTo>
                  <a:cubicBezTo>
                    <a:pt x="79829" y="49482"/>
                    <a:pt x="79723" y="49390"/>
                    <a:pt x="79623" y="49390"/>
                  </a:cubicBezTo>
                  <a:cubicBezTo>
                    <a:pt x="79585" y="49390"/>
                    <a:pt x="79547" y="49403"/>
                    <a:pt x="79520" y="49434"/>
                  </a:cubicBezTo>
                  <a:cubicBezTo>
                    <a:pt x="78370" y="50708"/>
                    <a:pt x="77085" y="51990"/>
                    <a:pt x="76134" y="53374"/>
                  </a:cubicBezTo>
                  <a:lnTo>
                    <a:pt x="76134" y="53374"/>
                  </a:lnTo>
                  <a:cubicBezTo>
                    <a:pt x="77490" y="51398"/>
                    <a:pt x="78922" y="49621"/>
                    <a:pt x="79924" y="47419"/>
                  </a:cubicBezTo>
                  <a:cubicBezTo>
                    <a:pt x="79977" y="47303"/>
                    <a:pt x="79892" y="47185"/>
                    <a:pt x="79787" y="47185"/>
                  </a:cubicBezTo>
                  <a:cubicBezTo>
                    <a:pt x="79752" y="47185"/>
                    <a:pt x="79714" y="47199"/>
                    <a:pt x="79678" y="47232"/>
                  </a:cubicBezTo>
                  <a:cubicBezTo>
                    <a:pt x="78856" y="48000"/>
                    <a:pt x="77398" y="49400"/>
                    <a:pt x="77040" y="49986"/>
                  </a:cubicBezTo>
                  <a:cubicBezTo>
                    <a:pt x="78099" y="48245"/>
                    <a:pt x="79162" y="46813"/>
                    <a:pt x="79782" y="44864"/>
                  </a:cubicBezTo>
                  <a:cubicBezTo>
                    <a:pt x="79816" y="44760"/>
                    <a:pt x="79717" y="44662"/>
                    <a:pt x="79622" y="44662"/>
                  </a:cubicBezTo>
                  <a:cubicBezTo>
                    <a:pt x="79586" y="44662"/>
                    <a:pt x="79550" y="44677"/>
                    <a:pt x="79522" y="44711"/>
                  </a:cubicBezTo>
                  <a:cubicBezTo>
                    <a:pt x="78479" y="46001"/>
                    <a:pt x="78048" y="46490"/>
                    <a:pt x="77983" y="46490"/>
                  </a:cubicBezTo>
                  <a:cubicBezTo>
                    <a:pt x="77838" y="46490"/>
                    <a:pt x="79495" y="44082"/>
                    <a:pt x="80247" y="42699"/>
                  </a:cubicBezTo>
                  <a:cubicBezTo>
                    <a:pt x="80312" y="42581"/>
                    <a:pt x="80208" y="42448"/>
                    <a:pt x="80097" y="42448"/>
                  </a:cubicBezTo>
                  <a:cubicBezTo>
                    <a:pt x="80059" y="42448"/>
                    <a:pt x="80020" y="42463"/>
                    <a:pt x="79987" y="42500"/>
                  </a:cubicBezTo>
                  <a:cubicBezTo>
                    <a:pt x="79234" y="43346"/>
                    <a:pt x="77649" y="45110"/>
                    <a:pt x="77328" y="45566"/>
                  </a:cubicBezTo>
                  <a:cubicBezTo>
                    <a:pt x="78480" y="43926"/>
                    <a:pt x="79528" y="42298"/>
                    <a:pt x="80406" y="40496"/>
                  </a:cubicBezTo>
                  <a:cubicBezTo>
                    <a:pt x="80464" y="40376"/>
                    <a:pt x="80361" y="40236"/>
                    <a:pt x="80253" y="40236"/>
                  </a:cubicBezTo>
                  <a:cubicBezTo>
                    <a:pt x="80215" y="40236"/>
                    <a:pt x="80176" y="40253"/>
                    <a:pt x="80143" y="40294"/>
                  </a:cubicBezTo>
                  <a:cubicBezTo>
                    <a:pt x="79115" y="41567"/>
                    <a:pt x="78093" y="42846"/>
                    <a:pt x="77074" y="44125"/>
                  </a:cubicBezTo>
                  <a:cubicBezTo>
                    <a:pt x="77761" y="43080"/>
                    <a:pt x="78362" y="41974"/>
                    <a:pt x="78830" y="40765"/>
                  </a:cubicBezTo>
                  <a:cubicBezTo>
                    <a:pt x="78871" y="40657"/>
                    <a:pt x="78778" y="40586"/>
                    <a:pt x="78685" y="40586"/>
                  </a:cubicBezTo>
                  <a:cubicBezTo>
                    <a:pt x="78649" y="40586"/>
                    <a:pt x="78613" y="40597"/>
                    <a:pt x="78584" y="40620"/>
                  </a:cubicBezTo>
                  <a:cubicBezTo>
                    <a:pt x="73994" y="44538"/>
                    <a:pt x="70841" y="49657"/>
                    <a:pt x="67293" y="54467"/>
                  </a:cubicBezTo>
                  <a:cubicBezTo>
                    <a:pt x="66167" y="55992"/>
                    <a:pt x="65731" y="56571"/>
                    <a:pt x="65717" y="56571"/>
                  </a:cubicBezTo>
                  <a:cubicBezTo>
                    <a:pt x="65676" y="56571"/>
                    <a:pt x="69073" y="51862"/>
                    <a:pt x="69718" y="50979"/>
                  </a:cubicBezTo>
                  <a:cubicBezTo>
                    <a:pt x="70919" y="49333"/>
                    <a:pt x="72126" y="47694"/>
                    <a:pt x="73327" y="46048"/>
                  </a:cubicBezTo>
                  <a:cubicBezTo>
                    <a:pt x="74984" y="44070"/>
                    <a:pt x="76889" y="42304"/>
                    <a:pt x="77718" y="39818"/>
                  </a:cubicBezTo>
                  <a:cubicBezTo>
                    <a:pt x="77752" y="39716"/>
                    <a:pt x="77670" y="39649"/>
                    <a:pt x="77585" y="39649"/>
                  </a:cubicBezTo>
                  <a:cubicBezTo>
                    <a:pt x="77540" y="39649"/>
                    <a:pt x="77494" y="39668"/>
                    <a:pt x="77464" y="39711"/>
                  </a:cubicBezTo>
                  <a:cubicBezTo>
                    <a:pt x="76020" y="41853"/>
                    <a:pt x="74516" y="43949"/>
                    <a:pt x="73001" y="46039"/>
                  </a:cubicBezTo>
                  <a:cubicBezTo>
                    <a:pt x="72230" y="46960"/>
                    <a:pt x="71456" y="47881"/>
                    <a:pt x="70703" y="48817"/>
                  </a:cubicBezTo>
                  <a:cubicBezTo>
                    <a:pt x="69617" y="50168"/>
                    <a:pt x="68552" y="51536"/>
                    <a:pt x="67481" y="52899"/>
                  </a:cubicBezTo>
                  <a:cubicBezTo>
                    <a:pt x="67173" y="53285"/>
                    <a:pt x="65443" y="55717"/>
                    <a:pt x="65318" y="55717"/>
                  </a:cubicBezTo>
                  <a:cubicBezTo>
                    <a:pt x="65267" y="55717"/>
                    <a:pt x="65482" y="55314"/>
                    <a:pt x="66167" y="54207"/>
                  </a:cubicBezTo>
                  <a:cubicBezTo>
                    <a:pt x="69375" y="49022"/>
                    <a:pt x="74170" y="44752"/>
                    <a:pt x="76459" y="39033"/>
                  </a:cubicBezTo>
                  <a:cubicBezTo>
                    <a:pt x="76503" y="38927"/>
                    <a:pt x="76410" y="38854"/>
                    <a:pt x="76317" y="38854"/>
                  </a:cubicBezTo>
                  <a:cubicBezTo>
                    <a:pt x="76280" y="38854"/>
                    <a:pt x="76243" y="38866"/>
                    <a:pt x="76214" y="38891"/>
                  </a:cubicBezTo>
                  <a:cubicBezTo>
                    <a:pt x="76087" y="39001"/>
                    <a:pt x="75957" y="39122"/>
                    <a:pt x="75830" y="39235"/>
                  </a:cubicBezTo>
                  <a:cubicBezTo>
                    <a:pt x="75897" y="39104"/>
                    <a:pt x="75796" y="38993"/>
                    <a:pt x="75685" y="38993"/>
                  </a:cubicBezTo>
                  <a:cubicBezTo>
                    <a:pt x="75635" y="38993"/>
                    <a:pt x="75583" y="39016"/>
                    <a:pt x="75544" y="39070"/>
                  </a:cubicBezTo>
                  <a:cubicBezTo>
                    <a:pt x="75267" y="39463"/>
                    <a:pt x="74996" y="39858"/>
                    <a:pt x="74718" y="40254"/>
                  </a:cubicBezTo>
                  <a:cubicBezTo>
                    <a:pt x="73616" y="41287"/>
                    <a:pt x="72487" y="42413"/>
                    <a:pt x="71378" y="43620"/>
                  </a:cubicBezTo>
                  <a:cubicBezTo>
                    <a:pt x="72966" y="41527"/>
                    <a:pt x="74528" y="39405"/>
                    <a:pt x="75518" y="36989"/>
                  </a:cubicBezTo>
                  <a:cubicBezTo>
                    <a:pt x="75560" y="36885"/>
                    <a:pt x="75463" y="36802"/>
                    <a:pt x="75368" y="36802"/>
                  </a:cubicBezTo>
                  <a:cubicBezTo>
                    <a:pt x="75331" y="36802"/>
                    <a:pt x="75295" y="36815"/>
                    <a:pt x="75267" y="36844"/>
                  </a:cubicBezTo>
                  <a:cubicBezTo>
                    <a:pt x="74845" y="37283"/>
                    <a:pt x="74450" y="37748"/>
                    <a:pt x="74043" y="38204"/>
                  </a:cubicBezTo>
                  <a:cubicBezTo>
                    <a:pt x="77178" y="33842"/>
                    <a:pt x="80308" y="29474"/>
                    <a:pt x="83426" y="25100"/>
                  </a:cubicBezTo>
                  <a:cubicBezTo>
                    <a:pt x="85083" y="22790"/>
                    <a:pt x="86697" y="20449"/>
                    <a:pt x="88273" y="18082"/>
                  </a:cubicBezTo>
                  <a:cubicBezTo>
                    <a:pt x="88417" y="17865"/>
                    <a:pt x="88914" y="17039"/>
                    <a:pt x="89434" y="16156"/>
                  </a:cubicBezTo>
                  <a:cubicBezTo>
                    <a:pt x="90251" y="15076"/>
                    <a:pt x="90987" y="13936"/>
                    <a:pt x="91633" y="12744"/>
                  </a:cubicBezTo>
                  <a:lnTo>
                    <a:pt x="91633" y="12744"/>
                  </a:lnTo>
                  <a:cubicBezTo>
                    <a:pt x="92023" y="12824"/>
                    <a:pt x="90704" y="15714"/>
                    <a:pt x="90282" y="16488"/>
                  </a:cubicBezTo>
                  <a:cubicBezTo>
                    <a:pt x="89933" y="17126"/>
                    <a:pt x="89535" y="17735"/>
                    <a:pt x="89119" y="18336"/>
                  </a:cubicBezTo>
                  <a:cubicBezTo>
                    <a:pt x="87817" y="19834"/>
                    <a:pt x="86570" y="21387"/>
                    <a:pt x="85438" y="23013"/>
                  </a:cubicBezTo>
                  <a:cubicBezTo>
                    <a:pt x="83356" y="25516"/>
                    <a:pt x="81234" y="27955"/>
                    <a:pt x="79494" y="30730"/>
                  </a:cubicBezTo>
                  <a:cubicBezTo>
                    <a:pt x="79431" y="30830"/>
                    <a:pt x="79522" y="30958"/>
                    <a:pt x="79627" y="30958"/>
                  </a:cubicBezTo>
                  <a:cubicBezTo>
                    <a:pt x="79651" y="30958"/>
                    <a:pt x="79677" y="30951"/>
                    <a:pt x="79701" y="30935"/>
                  </a:cubicBezTo>
                  <a:cubicBezTo>
                    <a:pt x="80518" y="30369"/>
                    <a:pt x="81301" y="29754"/>
                    <a:pt x="82043" y="29093"/>
                  </a:cubicBezTo>
                  <a:lnTo>
                    <a:pt x="82043" y="29093"/>
                  </a:lnTo>
                  <a:cubicBezTo>
                    <a:pt x="81858" y="29540"/>
                    <a:pt x="81682" y="29991"/>
                    <a:pt x="81520" y="30450"/>
                  </a:cubicBezTo>
                  <a:cubicBezTo>
                    <a:pt x="81486" y="30545"/>
                    <a:pt x="81580" y="30652"/>
                    <a:pt x="81677" y="30652"/>
                  </a:cubicBezTo>
                  <a:cubicBezTo>
                    <a:pt x="81703" y="30652"/>
                    <a:pt x="81730" y="30644"/>
                    <a:pt x="81754" y="30626"/>
                  </a:cubicBezTo>
                  <a:cubicBezTo>
                    <a:pt x="82375" y="30155"/>
                    <a:pt x="82967" y="29656"/>
                    <a:pt x="83535" y="29139"/>
                  </a:cubicBezTo>
                  <a:lnTo>
                    <a:pt x="83535" y="29139"/>
                  </a:lnTo>
                  <a:cubicBezTo>
                    <a:pt x="83189" y="29817"/>
                    <a:pt x="82886" y="30519"/>
                    <a:pt x="82626" y="31238"/>
                  </a:cubicBezTo>
                  <a:cubicBezTo>
                    <a:pt x="82586" y="31346"/>
                    <a:pt x="82683" y="31430"/>
                    <a:pt x="82780" y="31430"/>
                  </a:cubicBezTo>
                  <a:cubicBezTo>
                    <a:pt x="82818" y="31430"/>
                    <a:pt x="82856" y="31417"/>
                    <a:pt x="82886" y="31388"/>
                  </a:cubicBezTo>
                  <a:cubicBezTo>
                    <a:pt x="83258" y="31015"/>
                    <a:pt x="83631" y="30640"/>
                    <a:pt x="84003" y="30265"/>
                  </a:cubicBezTo>
                  <a:lnTo>
                    <a:pt x="84003" y="30265"/>
                  </a:lnTo>
                  <a:cubicBezTo>
                    <a:pt x="83908" y="30481"/>
                    <a:pt x="83807" y="30698"/>
                    <a:pt x="83726" y="30920"/>
                  </a:cubicBezTo>
                  <a:cubicBezTo>
                    <a:pt x="83685" y="31038"/>
                    <a:pt x="83782" y="31114"/>
                    <a:pt x="83881" y="31114"/>
                  </a:cubicBezTo>
                  <a:cubicBezTo>
                    <a:pt x="83921" y="31114"/>
                    <a:pt x="83960" y="31102"/>
                    <a:pt x="83992" y="31076"/>
                  </a:cubicBezTo>
                  <a:cubicBezTo>
                    <a:pt x="88712" y="27095"/>
                    <a:pt x="91850" y="21812"/>
                    <a:pt x="95877" y="17198"/>
                  </a:cubicBezTo>
                  <a:lnTo>
                    <a:pt x="95877" y="17198"/>
                  </a:lnTo>
                  <a:cubicBezTo>
                    <a:pt x="94113" y="19219"/>
                    <a:pt x="92491" y="22279"/>
                    <a:pt x="90634" y="24531"/>
                  </a:cubicBezTo>
                  <a:cubicBezTo>
                    <a:pt x="88686" y="26899"/>
                    <a:pt x="86682" y="29214"/>
                    <a:pt x="84840" y="31668"/>
                  </a:cubicBezTo>
                  <a:cubicBezTo>
                    <a:pt x="84757" y="31779"/>
                    <a:pt x="84877" y="31911"/>
                    <a:pt x="84991" y="31911"/>
                  </a:cubicBezTo>
                  <a:cubicBezTo>
                    <a:pt x="85029" y="31911"/>
                    <a:pt x="85065" y="31897"/>
                    <a:pt x="85094" y="31864"/>
                  </a:cubicBezTo>
                  <a:cubicBezTo>
                    <a:pt x="87294" y="29370"/>
                    <a:pt x="89353" y="26771"/>
                    <a:pt x="91394" y="24147"/>
                  </a:cubicBezTo>
                  <a:cubicBezTo>
                    <a:pt x="92107" y="23232"/>
                    <a:pt x="92982" y="22291"/>
                    <a:pt x="93848" y="21327"/>
                  </a:cubicBezTo>
                  <a:lnTo>
                    <a:pt x="93848" y="21327"/>
                  </a:lnTo>
                  <a:cubicBezTo>
                    <a:pt x="92777" y="22735"/>
                    <a:pt x="91801" y="24216"/>
                    <a:pt x="90932" y="25758"/>
                  </a:cubicBezTo>
                  <a:cubicBezTo>
                    <a:pt x="89298" y="27788"/>
                    <a:pt x="87661" y="29814"/>
                    <a:pt x="86258" y="31983"/>
                  </a:cubicBezTo>
                  <a:cubicBezTo>
                    <a:pt x="86180" y="32101"/>
                    <a:pt x="86288" y="32225"/>
                    <a:pt x="86401" y="32225"/>
                  </a:cubicBezTo>
                  <a:cubicBezTo>
                    <a:pt x="86439" y="32225"/>
                    <a:pt x="86477" y="32211"/>
                    <a:pt x="86509" y="32179"/>
                  </a:cubicBezTo>
                  <a:cubicBezTo>
                    <a:pt x="88224" y="30487"/>
                    <a:pt x="89820" y="28709"/>
                    <a:pt x="91368" y="26884"/>
                  </a:cubicBezTo>
                  <a:cubicBezTo>
                    <a:pt x="92193" y="26307"/>
                    <a:pt x="92985" y="25698"/>
                    <a:pt x="93721" y="25025"/>
                  </a:cubicBezTo>
                  <a:lnTo>
                    <a:pt x="93721" y="25025"/>
                  </a:lnTo>
                  <a:cubicBezTo>
                    <a:pt x="93253" y="25692"/>
                    <a:pt x="92806" y="26376"/>
                    <a:pt x="92390" y="27095"/>
                  </a:cubicBezTo>
                  <a:cubicBezTo>
                    <a:pt x="92312" y="27231"/>
                    <a:pt x="92421" y="27347"/>
                    <a:pt x="92543" y="27347"/>
                  </a:cubicBezTo>
                  <a:cubicBezTo>
                    <a:pt x="92583" y="27347"/>
                    <a:pt x="92625" y="27334"/>
                    <a:pt x="92661" y="27306"/>
                  </a:cubicBezTo>
                  <a:cubicBezTo>
                    <a:pt x="93819" y="26388"/>
                    <a:pt x="94927" y="25406"/>
                    <a:pt x="95981" y="24364"/>
                  </a:cubicBezTo>
                  <a:lnTo>
                    <a:pt x="95981" y="24364"/>
                  </a:lnTo>
                  <a:cubicBezTo>
                    <a:pt x="95187" y="25366"/>
                    <a:pt x="94405" y="26376"/>
                    <a:pt x="93654" y="27412"/>
                  </a:cubicBezTo>
                  <a:cubicBezTo>
                    <a:pt x="93577" y="27523"/>
                    <a:pt x="93689" y="27668"/>
                    <a:pt x="93805" y="27668"/>
                  </a:cubicBezTo>
                  <a:cubicBezTo>
                    <a:pt x="93831" y="27668"/>
                    <a:pt x="93858" y="27660"/>
                    <a:pt x="93882" y="27643"/>
                  </a:cubicBezTo>
                  <a:cubicBezTo>
                    <a:pt x="94538" y="27190"/>
                    <a:pt x="95164" y="26705"/>
                    <a:pt x="95770" y="26200"/>
                  </a:cubicBezTo>
                  <a:lnTo>
                    <a:pt x="95770" y="26200"/>
                  </a:lnTo>
                  <a:cubicBezTo>
                    <a:pt x="95641" y="26393"/>
                    <a:pt x="95508" y="26581"/>
                    <a:pt x="95381" y="26777"/>
                  </a:cubicBezTo>
                  <a:cubicBezTo>
                    <a:pt x="95301" y="26907"/>
                    <a:pt x="95415" y="27035"/>
                    <a:pt x="95537" y="27035"/>
                  </a:cubicBezTo>
                  <a:cubicBezTo>
                    <a:pt x="95578" y="27035"/>
                    <a:pt x="95620" y="27021"/>
                    <a:pt x="95655" y="26988"/>
                  </a:cubicBezTo>
                  <a:cubicBezTo>
                    <a:pt x="97041" y="25698"/>
                    <a:pt x="98213" y="24237"/>
                    <a:pt x="99316" y="22721"/>
                  </a:cubicBezTo>
                  <a:cubicBezTo>
                    <a:pt x="101533" y="20227"/>
                    <a:pt x="103470" y="17458"/>
                    <a:pt x="105373" y="14718"/>
                  </a:cubicBezTo>
                  <a:cubicBezTo>
                    <a:pt x="105757" y="14325"/>
                    <a:pt x="105964" y="14167"/>
                    <a:pt x="106050" y="14167"/>
                  </a:cubicBezTo>
                  <a:cubicBezTo>
                    <a:pt x="106391" y="14167"/>
                    <a:pt x="104797" y="16674"/>
                    <a:pt x="104723" y="16782"/>
                  </a:cubicBezTo>
                  <a:cubicBezTo>
                    <a:pt x="103655" y="18370"/>
                    <a:pt x="102312" y="19814"/>
                    <a:pt x="101045" y="21249"/>
                  </a:cubicBezTo>
                  <a:cubicBezTo>
                    <a:pt x="99102" y="23449"/>
                    <a:pt x="97188" y="25605"/>
                    <a:pt x="95540" y="28036"/>
                  </a:cubicBezTo>
                  <a:cubicBezTo>
                    <a:pt x="95453" y="28164"/>
                    <a:pt x="95574" y="28300"/>
                    <a:pt x="95698" y="28300"/>
                  </a:cubicBezTo>
                  <a:cubicBezTo>
                    <a:pt x="95739" y="28300"/>
                    <a:pt x="95780" y="28285"/>
                    <a:pt x="95814" y="28250"/>
                  </a:cubicBezTo>
                  <a:cubicBezTo>
                    <a:pt x="98914" y="25083"/>
                    <a:pt x="101775" y="21711"/>
                    <a:pt x="104648" y="18336"/>
                  </a:cubicBezTo>
                  <a:cubicBezTo>
                    <a:pt x="104978" y="17948"/>
                    <a:pt x="106705" y="15615"/>
                    <a:pt x="106899" y="15615"/>
                  </a:cubicBezTo>
                  <a:cubicBezTo>
                    <a:pt x="106971" y="15615"/>
                    <a:pt x="106831" y="15937"/>
                    <a:pt x="106328" y="16803"/>
                  </a:cubicBezTo>
                  <a:cubicBezTo>
                    <a:pt x="106178" y="17063"/>
                    <a:pt x="106002" y="17305"/>
                    <a:pt x="105840" y="17559"/>
                  </a:cubicBezTo>
                  <a:cubicBezTo>
                    <a:pt x="103135" y="20388"/>
                    <a:pt x="100843" y="23639"/>
                    <a:pt x="98305" y="26601"/>
                  </a:cubicBezTo>
                  <a:cubicBezTo>
                    <a:pt x="96175" y="29081"/>
                    <a:pt x="94067" y="31555"/>
                    <a:pt x="92095" y="34133"/>
                  </a:cubicBezTo>
                  <a:cubicBezTo>
                    <a:pt x="91963" y="34286"/>
                    <a:pt x="91835" y="34442"/>
                    <a:pt x="91703" y="34595"/>
                  </a:cubicBezTo>
                  <a:cubicBezTo>
                    <a:pt x="91356" y="34997"/>
                    <a:pt x="89555" y="37434"/>
                    <a:pt x="89352" y="37434"/>
                  </a:cubicBezTo>
                  <a:cubicBezTo>
                    <a:pt x="89278" y="37434"/>
                    <a:pt x="89419" y="37107"/>
                    <a:pt x="89924" y="36232"/>
                  </a:cubicBezTo>
                  <a:cubicBezTo>
                    <a:pt x="91371" y="33729"/>
                    <a:pt x="93530" y="31607"/>
                    <a:pt x="95499" y="29508"/>
                  </a:cubicBezTo>
                  <a:cubicBezTo>
                    <a:pt x="95617" y="29384"/>
                    <a:pt x="95499" y="29210"/>
                    <a:pt x="95367" y="29210"/>
                  </a:cubicBezTo>
                  <a:cubicBezTo>
                    <a:pt x="95327" y="29210"/>
                    <a:pt x="95287" y="29226"/>
                    <a:pt x="95251" y="29263"/>
                  </a:cubicBezTo>
                  <a:cubicBezTo>
                    <a:pt x="93282" y="31345"/>
                    <a:pt x="91264" y="33363"/>
                    <a:pt x="89428" y="35565"/>
                  </a:cubicBezTo>
                  <a:cubicBezTo>
                    <a:pt x="89320" y="35693"/>
                    <a:pt x="89434" y="35864"/>
                    <a:pt x="89556" y="35864"/>
                  </a:cubicBezTo>
                  <a:cubicBezTo>
                    <a:pt x="89595" y="35864"/>
                    <a:pt x="89634" y="35848"/>
                    <a:pt x="89667" y="35808"/>
                  </a:cubicBezTo>
                  <a:cubicBezTo>
                    <a:pt x="89901" y="35528"/>
                    <a:pt x="90144" y="35262"/>
                    <a:pt x="90380" y="34988"/>
                  </a:cubicBezTo>
                  <a:lnTo>
                    <a:pt x="90380" y="34988"/>
                  </a:lnTo>
                  <a:cubicBezTo>
                    <a:pt x="89595" y="36125"/>
                    <a:pt x="88888" y="37315"/>
                    <a:pt x="88290" y="38588"/>
                  </a:cubicBezTo>
                  <a:cubicBezTo>
                    <a:pt x="88230" y="38717"/>
                    <a:pt x="88337" y="38866"/>
                    <a:pt x="88453" y="38866"/>
                  </a:cubicBezTo>
                  <a:cubicBezTo>
                    <a:pt x="88493" y="38866"/>
                    <a:pt x="88535" y="38848"/>
                    <a:pt x="88570" y="38805"/>
                  </a:cubicBezTo>
                  <a:cubicBezTo>
                    <a:pt x="88925" y="38383"/>
                    <a:pt x="89280" y="37956"/>
                    <a:pt x="89636" y="37531"/>
                  </a:cubicBezTo>
                  <a:lnTo>
                    <a:pt x="89636" y="37531"/>
                  </a:lnTo>
                  <a:cubicBezTo>
                    <a:pt x="89145" y="38253"/>
                    <a:pt x="88663" y="38984"/>
                    <a:pt x="88201" y="39731"/>
                  </a:cubicBezTo>
                  <a:cubicBezTo>
                    <a:pt x="88161" y="39796"/>
                    <a:pt x="88220" y="39885"/>
                    <a:pt x="88287" y="39885"/>
                  </a:cubicBezTo>
                  <a:cubicBezTo>
                    <a:pt x="88303" y="39885"/>
                    <a:pt x="88320" y="39880"/>
                    <a:pt x="88336" y="39867"/>
                  </a:cubicBezTo>
                  <a:lnTo>
                    <a:pt x="88772" y="39535"/>
                  </a:lnTo>
                  <a:cubicBezTo>
                    <a:pt x="88807" y="39592"/>
                    <a:pt x="88871" y="39633"/>
                    <a:pt x="88934" y="39633"/>
                  </a:cubicBezTo>
                  <a:cubicBezTo>
                    <a:pt x="88970" y="39633"/>
                    <a:pt x="89006" y="39620"/>
                    <a:pt x="89035" y="39587"/>
                  </a:cubicBezTo>
                  <a:cubicBezTo>
                    <a:pt x="92185" y="36134"/>
                    <a:pt x="95228" y="32597"/>
                    <a:pt x="98369" y="29139"/>
                  </a:cubicBezTo>
                  <a:lnTo>
                    <a:pt x="98369" y="29139"/>
                  </a:lnTo>
                  <a:cubicBezTo>
                    <a:pt x="97765" y="29970"/>
                    <a:pt x="97223" y="30845"/>
                    <a:pt x="96801" y="31818"/>
                  </a:cubicBezTo>
                  <a:cubicBezTo>
                    <a:pt x="96749" y="31939"/>
                    <a:pt x="96810" y="32072"/>
                    <a:pt x="96951" y="32078"/>
                  </a:cubicBezTo>
                  <a:cubicBezTo>
                    <a:pt x="96985" y="32079"/>
                    <a:pt x="97018" y="32080"/>
                    <a:pt x="97052" y="32080"/>
                  </a:cubicBezTo>
                  <a:cubicBezTo>
                    <a:pt x="97218" y="32080"/>
                    <a:pt x="97386" y="32062"/>
                    <a:pt x="97549" y="32029"/>
                  </a:cubicBezTo>
                  <a:lnTo>
                    <a:pt x="97549" y="32029"/>
                  </a:lnTo>
                  <a:cubicBezTo>
                    <a:pt x="96524" y="33259"/>
                    <a:pt x="95514" y="34497"/>
                    <a:pt x="94509" y="35747"/>
                  </a:cubicBezTo>
                  <a:cubicBezTo>
                    <a:pt x="93856" y="36564"/>
                    <a:pt x="92875" y="37407"/>
                    <a:pt x="91965" y="38276"/>
                  </a:cubicBezTo>
                  <a:cubicBezTo>
                    <a:pt x="93406" y="36195"/>
                    <a:pt x="94994" y="34200"/>
                    <a:pt x="96455" y="32144"/>
                  </a:cubicBezTo>
                  <a:cubicBezTo>
                    <a:pt x="96533" y="32035"/>
                    <a:pt x="96421" y="31907"/>
                    <a:pt x="96311" y="31907"/>
                  </a:cubicBezTo>
                  <a:cubicBezTo>
                    <a:pt x="96275" y="31907"/>
                    <a:pt x="96239" y="31921"/>
                    <a:pt x="96209" y="31954"/>
                  </a:cubicBezTo>
                  <a:cubicBezTo>
                    <a:pt x="93498" y="34991"/>
                    <a:pt x="90889" y="38048"/>
                    <a:pt x="88625" y="41435"/>
                  </a:cubicBezTo>
                  <a:cubicBezTo>
                    <a:pt x="88547" y="41550"/>
                    <a:pt x="88656" y="41669"/>
                    <a:pt x="88768" y="41669"/>
                  </a:cubicBezTo>
                  <a:cubicBezTo>
                    <a:pt x="88804" y="41669"/>
                    <a:pt x="88840" y="41657"/>
                    <a:pt x="88871" y="41628"/>
                  </a:cubicBezTo>
                  <a:lnTo>
                    <a:pt x="89410" y="41123"/>
                  </a:lnTo>
                  <a:lnTo>
                    <a:pt x="89410" y="41123"/>
                  </a:lnTo>
                  <a:cubicBezTo>
                    <a:pt x="89346" y="41241"/>
                    <a:pt x="89442" y="41358"/>
                    <a:pt x="89550" y="41358"/>
                  </a:cubicBezTo>
                  <a:cubicBezTo>
                    <a:pt x="89587" y="41358"/>
                    <a:pt x="89625" y="41345"/>
                    <a:pt x="89659" y="41313"/>
                  </a:cubicBezTo>
                  <a:lnTo>
                    <a:pt x="89685" y="41290"/>
                  </a:lnTo>
                  <a:lnTo>
                    <a:pt x="89685" y="41290"/>
                  </a:lnTo>
                  <a:cubicBezTo>
                    <a:pt x="89370" y="41816"/>
                    <a:pt x="89067" y="42335"/>
                    <a:pt x="88778" y="42852"/>
                  </a:cubicBezTo>
                  <a:cubicBezTo>
                    <a:pt x="88716" y="42968"/>
                    <a:pt x="88817" y="43097"/>
                    <a:pt x="88923" y="43097"/>
                  </a:cubicBezTo>
                  <a:cubicBezTo>
                    <a:pt x="88960" y="43097"/>
                    <a:pt x="88998" y="43082"/>
                    <a:pt x="89029" y="43046"/>
                  </a:cubicBezTo>
                  <a:cubicBezTo>
                    <a:pt x="89664" y="42324"/>
                    <a:pt x="90323" y="41628"/>
                    <a:pt x="90972" y="40924"/>
                  </a:cubicBezTo>
                  <a:lnTo>
                    <a:pt x="90972" y="40924"/>
                  </a:lnTo>
                  <a:cubicBezTo>
                    <a:pt x="90008" y="42197"/>
                    <a:pt x="89119" y="43525"/>
                    <a:pt x="88305" y="44899"/>
                  </a:cubicBezTo>
                  <a:cubicBezTo>
                    <a:pt x="88236" y="45020"/>
                    <a:pt x="88339" y="45142"/>
                    <a:pt x="88450" y="45142"/>
                  </a:cubicBezTo>
                  <a:cubicBezTo>
                    <a:pt x="88488" y="45142"/>
                    <a:pt x="88526" y="45128"/>
                    <a:pt x="88559" y="45095"/>
                  </a:cubicBezTo>
                  <a:cubicBezTo>
                    <a:pt x="90009" y="43660"/>
                    <a:pt x="91324" y="42117"/>
                    <a:pt x="92667" y="40580"/>
                  </a:cubicBezTo>
                  <a:lnTo>
                    <a:pt x="92667" y="40580"/>
                  </a:lnTo>
                  <a:cubicBezTo>
                    <a:pt x="91520" y="41894"/>
                    <a:pt x="90231" y="43807"/>
                    <a:pt x="89093" y="45375"/>
                  </a:cubicBezTo>
                  <a:cubicBezTo>
                    <a:pt x="89012" y="45489"/>
                    <a:pt x="89127" y="45618"/>
                    <a:pt x="89242" y="45618"/>
                  </a:cubicBezTo>
                  <a:cubicBezTo>
                    <a:pt x="89279" y="45618"/>
                    <a:pt x="89316" y="45604"/>
                    <a:pt x="89347" y="45572"/>
                  </a:cubicBezTo>
                  <a:cubicBezTo>
                    <a:pt x="89578" y="45323"/>
                    <a:pt x="90848" y="43938"/>
                    <a:pt x="91544" y="43080"/>
                  </a:cubicBezTo>
                  <a:cubicBezTo>
                    <a:pt x="92104" y="42636"/>
                    <a:pt x="92632" y="42151"/>
                    <a:pt x="93126" y="41631"/>
                  </a:cubicBezTo>
                  <a:cubicBezTo>
                    <a:pt x="93243" y="41517"/>
                    <a:pt x="93133" y="41359"/>
                    <a:pt x="93006" y="41359"/>
                  </a:cubicBezTo>
                  <a:cubicBezTo>
                    <a:pt x="92970" y="41359"/>
                    <a:pt x="92932" y="41372"/>
                    <a:pt x="92898" y="41403"/>
                  </a:cubicBezTo>
                  <a:cubicBezTo>
                    <a:pt x="92595" y="41671"/>
                    <a:pt x="92228" y="42050"/>
                    <a:pt x="91861" y="42445"/>
                  </a:cubicBezTo>
                  <a:cubicBezTo>
                    <a:pt x="91694" y="42555"/>
                    <a:pt x="91532" y="42673"/>
                    <a:pt x="91382" y="42800"/>
                  </a:cubicBezTo>
                  <a:cubicBezTo>
                    <a:pt x="92211" y="41689"/>
                    <a:pt x="93036" y="40583"/>
                    <a:pt x="93781" y="39393"/>
                  </a:cubicBezTo>
                  <a:cubicBezTo>
                    <a:pt x="93855" y="39277"/>
                    <a:pt x="93747" y="39150"/>
                    <a:pt x="93634" y="39150"/>
                  </a:cubicBezTo>
                  <a:cubicBezTo>
                    <a:pt x="93597" y="39150"/>
                    <a:pt x="93559" y="39164"/>
                    <a:pt x="93527" y="39197"/>
                  </a:cubicBezTo>
                  <a:cubicBezTo>
                    <a:pt x="92269" y="40534"/>
                    <a:pt x="90222" y="42283"/>
                    <a:pt x="89361" y="43741"/>
                  </a:cubicBezTo>
                  <a:cubicBezTo>
                    <a:pt x="90900" y="41131"/>
                    <a:pt x="93022" y="38856"/>
                    <a:pt x="95017" y="36590"/>
                  </a:cubicBezTo>
                  <a:cubicBezTo>
                    <a:pt x="95121" y="36473"/>
                    <a:pt x="95015" y="36314"/>
                    <a:pt x="94896" y="36314"/>
                  </a:cubicBezTo>
                  <a:cubicBezTo>
                    <a:pt x="94860" y="36314"/>
                    <a:pt x="94822" y="36329"/>
                    <a:pt x="94789" y="36365"/>
                  </a:cubicBezTo>
                  <a:cubicBezTo>
                    <a:pt x="93576" y="37656"/>
                    <a:pt x="92358" y="38946"/>
                    <a:pt x="91137" y="40231"/>
                  </a:cubicBezTo>
                  <a:cubicBezTo>
                    <a:pt x="90408" y="41004"/>
                    <a:pt x="89957" y="41554"/>
                    <a:pt x="89906" y="41554"/>
                  </a:cubicBezTo>
                  <a:cubicBezTo>
                    <a:pt x="89869" y="41554"/>
                    <a:pt x="90050" y="41254"/>
                    <a:pt x="90499" y="40522"/>
                  </a:cubicBezTo>
                  <a:cubicBezTo>
                    <a:pt x="93308" y="37858"/>
                    <a:pt x="95742" y="34829"/>
                    <a:pt x="98201" y="31830"/>
                  </a:cubicBezTo>
                  <a:cubicBezTo>
                    <a:pt x="98245" y="31812"/>
                    <a:pt x="98288" y="31792"/>
                    <a:pt x="98331" y="31769"/>
                  </a:cubicBezTo>
                  <a:cubicBezTo>
                    <a:pt x="98342" y="31787"/>
                    <a:pt x="98360" y="31801"/>
                    <a:pt x="98379" y="31801"/>
                  </a:cubicBezTo>
                  <a:cubicBezTo>
                    <a:pt x="98391" y="31801"/>
                    <a:pt x="98404" y="31795"/>
                    <a:pt x="98415" y="31780"/>
                  </a:cubicBezTo>
                  <a:cubicBezTo>
                    <a:pt x="98444" y="31743"/>
                    <a:pt x="98467" y="31714"/>
                    <a:pt x="98493" y="31679"/>
                  </a:cubicBezTo>
                  <a:cubicBezTo>
                    <a:pt x="100153" y="30738"/>
                    <a:pt x="101400" y="28377"/>
                    <a:pt x="102523" y="27161"/>
                  </a:cubicBezTo>
                  <a:cubicBezTo>
                    <a:pt x="103996" y="25565"/>
                    <a:pt x="105321" y="23827"/>
                    <a:pt x="106724" y="22170"/>
                  </a:cubicBezTo>
                  <a:cubicBezTo>
                    <a:pt x="107431" y="21335"/>
                    <a:pt x="108182" y="20553"/>
                    <a:pt x="108950" y="19776"/>
                  </a:cubicBezTo>
                  <a:cubicBezTo>
                    <a:pt x="108976" y="19747"/>
                    <a:pt x="108996" y="19730"/>
                    <a:pt x="109022" y="19704"/>
                  </a:cubicBezTo>
                  <a:lnTo>
                    <a:pt x="109022" y="19704"/>
                  </a:lnTo>
                  <a:cubicBezTo>
                    <a:pt x="106767" y="24274"/>
                    <a:pt x="102292" y="27586"/>
                    <a:pt x="99321" y="31665"/>
                  </a:cubicBezTo>
                  <a:cubicBezTo>
                    <a:pt x="99235" y="31784"/>
                    <a:pt x="99360" y="31925"/>
                    <a:pt x="99480" y="31925"/>
                  </a:cubicBezTo>
                  <a:cubicBezTo>
                    <a:pt x="99520" y="31925"/>
                    <a:pt x="99559" y="31909"/>
                    <a:pt x="99590" y="31873"/>
                  </a:cubicBezTo>
                  <a:cubicBezTo>
                    <a:pt x="101241" y="29933"/>
                    <a:pt x="102948" y="28045"/>
                    <a:pt x="104662" y="26159"/>
                  </a:cubicBezTo>
                  <a:cubicBezTo>
                    <a:pt x="105272" y="25493"/>
                    <a:pt x="106112" y="24569"/>
                    <a:pt x="106588" y="23902"/>
                  </a:cubicBezTo>
                  <a:lnTo>
                    <a:pt x="106588" y="23902"/>
                  </a:lnTo>
                  <a:cubicBezTo>
                    <a:pt x="105849" y="25057"/>
                    <a:pt x="105035" y="26165"/>
                    <a:pt x="104206" y="27257"/>
                  </a:cubicBezTo>
                  <a:cubicBezTo>
                    <a:pt x="104112" y="27382"/>
                    <a:pt x="104236" y="27505"/>
                    <a:pt x="104362" y="27505"/>
                  </a:cubicBezTo>
                  <a:cubicBezTo>
                    <a:pt x="104402" y="27505"/>
                    <a:pt x="104442" y="27493"/>
                    <a:pt x="104475" y="27464"/>
                  </a:cubicBezTo>
                  <a:cubicBezTo>
                    <a:pt x="104949" y="27052"/>
                    <a:pt x="106133" y="25638"/>
                    <a:pt x="106351" y="25638"/>
                  </a:cubicBezTo>
                  <a:cubicBezTo>
                    <a:pt x="106458" y="25638"/>
                    <a:pt x="106333" y="25978"/>
                    <a:pt x="105780" y="26942"/>
                  </a:cubicBezTo>
                  <a:cubicBezTo>
                    <a:pt x="105704" y="27074"/>
                    <a:pt x="105812" y="27192"/>
                    <a:pt x="105933" y="27192"/>
                  </a:cubicBezTo>
                  <a:cubicBezTo>
                    <a:pt x="105973" y="27192"/>
                    <a:pt x="106015" y="27179"/>
                    <a:pt x="106051" y="27150"/>
                  </a:cubicBezTo>
                  <a:cubicBezTo>
                    <a:pt x="106351" y="26899"/>
                    <a:pt x="106268" y="26974"/>
                    <a:pt x="106516" y="26621"/>
                  </a:cubicBezTo>
                  <a:cubicBezTo>
                    <a:pt x="106583" y="26528"/>
                    <a:pt x="106489" y="26421"/>
                    <a:pt x="106394" y="26421"/>
                  </a:cubicBezTo>
                  <a:cubicBezTo>
                    <a:pt x="106364" y="26421"/>
                    <a:pt x="106333" y="26433"/>
                    <a:pt x="106308" y="26460"/>
                  </a:cubicBezTo>
                  <a:cubicBezTo>
                    <a:pt x="106597" y="26142"/>
                    <a:pt x="106833" y="25516"/>
                    <a:pt x="107038" y="25025"/>
                  </a:cubicBezTo>
                  <a:cubicBezTo>
                    <a:pt x="107089" y="24906"/>
                    <a:pt x="106976" y="24813"/>
                    <a:pt x="106867" y="24813"/>
                  </a:cubicBezTo>
                  <a:cubicBezTo>
                    <a:pt x="106825" y="24813"/>
                    <a:pt x="106784" y="24826"/>
                    <a:pt x="106753" y="24857"/>
                  </a:cubicBezTo>
                  <a:cubicBezTo>
                    <a:pt x="106357" y="25259"/>
                    <a:pt x="105956" y="25651"/>
                    <a:pt x="105552" y="26041"/>
                  </a:cubicBezTo>
                  <a:cubicBezTo>
                    <a:pt x="105537" y="26050"/>
                    <a:pt x="105526" y="26058"/>
                    <a:pt x="105511" y="26070"/>
                  </a:cubicBezTo>
                  <a:cubicBezTo>
                    <a:pt x="106268" y="25031"/>
                    <a:pt x="106975" y="23954"/>
                    <a:pt x="107651" y="22862"/>
                  </a:cubicBezTo>
                  <a:cubicBezTo>
                    <a:pt x="107723" y="22744"/>
                    <a:pt x="107625" y="22623"/>
                    <a:pt x="107515" y="22608"/>
                  </a:cubicBezTo>
                  <a:cubicBezTo>
                    <a:pt x="108341" y="21511"/>
                    <a:pt x="109065" y="20351"/>
                    <a:pt x="109643" y="19101"/>
                  </a:cubicBezTo>
                  <a:cubicBezTo>
                    <a:pt x="109886" y="18880"/>
                    <a:pt x="110021" y="18784"/>
                    <a:pt x="110077" y="18784"/>
                  </a:cubicBezTo>
                  <a:cubicBezTo>
                    <a:pt x="110261" y="18784"/>
                    <a:pt x="109590" y="19813"/>
                    <a:pt x="109085" y="20795"/>
                  </a:cubicBezTo>
                  <a:cubicBezTo>
                    <a:pt x="109012" y="20927"/>
                    <a:pt x="109121" y="21059"/>
                    <a:pt x="109242" y="21059"/>
                  </a:cubicBezTo>
                  <a:cubicBezTo>
                    <a:pt x="109283" y="21059"/>
                    <a:pt x="109325" y="21044"/>
                    <a:pt x="109363" y="21009"/>
                  </a:cubicBezTo>
                  <a:cubicBezTo>
                    <a:pt x="110396" y="20056"/>
                    <a:pt x="110946" y="19490"/>
                    <a:pt x="111018" y="19490"/>
                  </a:cubicBezTo>
                  <a:cubicBezTo>
                    <a:pt x="111084" y="19490"/>
                    <a:pt x="110740" y="19976"/>
                    <a:pt x="109992" y="21090"/>
                  </a:cubicBezTo>
                  <a:cubicBezTo>
                    <a:pt x="109946" y="21070"/>
                    <a:pt x="109908" y="21055"/>
                    <a:pt x="109856" y="21035"/>
                  </a:cubicBezTo>
                  <a:cubicBezTo>
                    <a:pt x="109844" y="21030"/>
                    <a:pt x="109832" y="21027"/>
                    <a:pt x="109820" y="21027"/>
                  </a:cubicBezTo>
                  <a:cubicBezTo>
                    <a:pt x="109725" y="21027"/>
                    <a:pt x="109669" y="21194"/>
                    <a:pt x="109772" y="21240"/>
                  </a:cubicBezTo>
                  <a:cubicBezTo>
                    <a:pt x="109798" y="21252"/>
                    <a:pt x="109833" y="21275"/>
                    <a:pt x="109868" y="21292"/>
                  </a:cubicBezTo>
                  <a:cubicBezTo>
                    <a:pt x="109806" y="21416"/>
                    <a:pt x="109915" y="21527"/>
                    <a:pt x="110032" y="21527"/>
                  </a:cubicBezTo>
                  <a:cubicBezTo>
                    <a:pt x="110073" y="21527"/>
                    <a:pt x="110115" y="21514"/>
                    <a:pt x="110151" y="21483"/>
                  </a:cubicBezTo>
                  <a:lnTo>
                    <a:pt x="110159" y="21477"/>
                  </a:lnTo>
                  <a:cubicBezTo>
                    <a:pt x="111055" y="22101"/>
                    <a:pt x="112684" y="23551"/>
                    <a:pt x="113576" y="23551"/>
                  </a:cubicBezTo>
                  <a:cubicBezTo>
                    <a:pt x="113682" y="23551"/>
                    <a:pt x="113778" y="23531"/>
                    <a:pt x="113860" y="23486"/>
                  </a:cubicBezTo>
                  <a:cubicBezTo>
                    <a:pt x="114481" y="23145"/>
                    <a:pt x="115922" y="22496"/>
                    <a:pt x="115417" y="21445"/>
                  </a:cubicBezTo>
                  <a:cubicBezTo>
                    <a:pt x="114395" y="19320"/>
                    <a:pt x="111860" y="18024"/>
                    <a:pt x="110376" y="16208"/>
                  </a:cubicBezTo>
                  <a:cubicBezTo>
                    <a:pt x="109075" y="14616"/>
                    <a:pt x="106938" y="11528"/>
                    <a:pt x="104501" y="11528"/>
                  </a:cubicBezTo>
                  <a:cubicBezTo>
                    <a:pt x="104494" y="11528"/>
                    <a:pt x="104487" y="11528"/>
                    <a:pt x="104481" y="11528"/>
                  </a:cubicBezTo>
                  <a:cubicBezTo>
                    <a:pt x="103173" y="11537"/>
                    <a:pt x="102968" y="12308"/>
                    <a:pt x="102393" y="13436"/>
                  </a:cubicBezTo>
                  <a:cubicBezTo>
                    <a:pt x="101555" y="15087"/>
                    <a:pt x="99546" y="15250"/>
                    <a:pt x="97834" y="15250"/>
                  </a:cubicBezTo>
                  <a:cubicBezTo>
                    <a:pt x="97453" y="15250"/>
                    <a:pt x="97087" y="15242"/>
                    <a:pt x="96752" y="15241"/>
                  </a:cubicBezTo>
                  <a:cubicBezTo>
                    <a:pt x="93882" y="15229"/>
                    <a:pt x="93571" y="12547"/>
                    <a:pt x="92292" y="10907"/>
                  </a:cubicBezTo>
                  <a:cubicBezTo>
                    <a:pt x="91807" y="10284"/>
                    <a:pt x="90718" y="10067"/>
                    <a:pt x="90046" y="9859"/>
                  </a:cubicBezTo>
                  <a:cubicBezTo>
                    <a:pt x="82126" y="7423"/>
                    <a:pt x="88103" y="8604"/>
                    <a:pt x="84938" y="6753"/>
                  </a:cubicBezTo>
                  <a:cubicBezTo>
                    <a:pt x="84413" y="6444"/>
                    <a:pt x="83948" y="6324"/>
                    <a:pt x="83512" y="6324"/>
                  </a:cubicBezTo>
                  <a:cubicBezTo>
                    <a:pt x="82630" y="6324"/>
                    <a:pt x="81865" y="6818"/>
                    <a:pt x="80951" y="7252"/>
                  </a:cubicBezTo>
                  <a:cubicBezTo>
                    <a:pt x="80914" y="7157"/>
                    <a:pt x="80874" y="7059"/>
                    <a:pt x="80833" y="6961"/>
                  </a:cubicBezTo>
                  <a:cubicBezTo>
                    <a:pt x="80839" y="6952"/>
                    <a:pt x="80845" y="6941"/>
                    <a:pt x="80850" y="6932"/>
                  </a:cubicBezTo>
                  <a:cubicBezTo>
                    <a:pt x="80897" y="6845"/>
                    <a:pt x="80839" y="6739"/>
                    <a:pt x="80741" y="6736"/>
                  </a:cubicBezTo>
                  <a:cubicBezTo>
                    <a:pt x="80481" y="6109"/>
                    <a:pt x="80172" y="5497"/>
                    <a:pt x="79583" y="5154"/>
                  </a:cubicBezTo>
                  <a:cubicBezTo>
                    <a:pt x="79303" y="4989"/>
                    <a:pt x="79013" y="4921"/>
                    <a:pt x="78722" y="4921"/>
                  </a:cubicBezTo>
                  <a:cubicBezTo>
                    <a:pt x="77823" y="4921"/>
                    <a:pt x="76913" y="5575"/>
                    <a:pt x="76237" y="6075"/>
                  </a:cubicBezTo>
                  <a:cubicBezTo>
                    <a:pt x="75914" y="6314"/>
                    <a:pt x="75593" y="6606"/>
                    <a:pt x="75258" y="6868"/>
                  </a:cubicBezTo>
                  <a:cubicBezTo>
                    <a:pt x="75236" y="6860"/>
                    <a:pt x="75214" y="6855"/>
                    <a:pt x="75191" y="6855"/>
                  </a:cubicBezTo>
                  <a:cubicBezTo>
                    <a:pt x="75158" y="6855"/>
                    <a:pt x="75126" y="6867"/>
                    <a:pt x="75100" y="6900"/>
                  </a:cubicBezTo>
                  <a:cubicBezTo>
                    <a:pt x="75045" y="6967"/>
                    <a:pt x="74993" y="7036"/>
                    <a:pt x="74941" y="7102"/>
                  </a:cubicBezTo>
                  <a:cubicBezTo>
                    <a:pt x="74513" y="7398"/>
                    <a:pt x="74055" y="7615"/>
                    <a:pt x="73525" y="7615"/>
                  </a:cubicBezTo>
                  <a:cubicBezTo>
                    <a:pt x="73407" y="7615"/>
                    <a:pt x="73285" y="7605"/>
                    <a:pt x="73159" y="7582"/>
                  </a:cubicBezTo>
                  <a:cubicBezTo>
                    <a:pt x="73105" y="7570"/>
                    <a:pt x="73053" y="7556"/>
                    <a:pt x="72998" y="7541"/>
                  </a:cubicBezTo>
                  <a:cubicBezTo>
                    <a:pt x="73038" y="7426"/>
                    <a:pt x="72946" y="7329"/>
                    <a:pt x="72846" y="7329"/>
                  </a:cubicBezTo>
                  <a:cubicBezTo>
                    <a:pt x="72808" y="7329"/>
                    <a:pt x="72769" y="7342"/>
                    <a:pt x="72735" y="7374"/>
                  </a:cubicBezTo>
                  <a:cubicBezTo>
                    <a:pt x="72706" y="7400"/>
                    <a:pt x="72680" y="7429"/>
                    <a:pt x="72651" y="7455"/>
                  </a:cubicBezTo>
                  <a:cubicBezTo>
                    <a:pt x="72267" y="7345"/>
                    <a:pt x="71892" y="7221"/>
                    <a:pt x="71479" y="7195"/>
                  </a:cubicBezTo>
                  <a:cubicBezTo>
                    <a:pt x="71452" y="7193"/>
                    <a:pt x="71426" y="7192"/>
                    <a:pt x="71399" y="7192"/>
                  </a:cubicBezTo>
                  <a:cubicBezTo>
                    <a:pt x="70626" y="7192"/>
                    <a:pt x="70229" y="7960"/>
                    <a:pt x="69984" y="8658"/>
                  </a:cubicBezTo>
                  <a:cubicBezTo>
                    <a:pt x="69951" y="8616"/>
                    <a:pt x="69901" y="8594"/>
                    <a:pt x="69851" y="8594"/>
                  </a:cubicBezTo>
                  <a:cubicBezTo>
                    <a:pt x="69813" y="8594"/>
                    <a:pt x="69775" y="8606"/>
                    <a:pt x="69744" y="8632"/>
                  </a:cubicBezTo>
                  <a:cubicBezTo>
                    <a:pt x="69715" y="8656"/>
                    <a:pt x="69692" y="8682"/>
                    <a:pt x="69663" y="8705"/>
                  </a:cubicBezTo>
                  <a:cubicBezTo>
                    <a:pt x="68719" y="6412"/>
                    <a:pt x="69741" y="4458"/>
                    <a:pt x="67131" y="2942"/>
                  </a:cubicBezTo>
                  <a:cubicBezTo>
                    <a:pt x="66996" y="2864"/>
                    <a:pt x="66857" y="2795"/>
                    <a:pt x="66716" y="2734"/>
                  </a:cubicBezTo>
                  <a:cubicBezTo>
                    <a:pt x="66701" y="2661"/>
                    <a:pt x="66630" y="2611"/>
                    <a:pt x="66552" y="2611"/>
                  </a:cubicBezTo>
                  <a:cubicBezTo>
                    <a:pt x="66520" y="2611"/>
                    <a:pt x="66486" y="2619"/>
                    <a:pt x="66456" y="2639"/>
                  </a:cubicBezTo>
                  <a:cubicBezTo>
                    <a:pt x="66096" y="2512"/>
                    <a:pt x="65727" y="2444"/>
                    <a:pt x="65367" y="2444"/>
                  </a:cubicBezTo>
                  <a:cubicBezTo>
                    <a:pt x="64654" y="2444"/>
                    <a:pt x="63976" y="2714"/>
                    <a:pt x="63474" y="3338"/>
                  </a:cubicBezTo>
                  <a:cubicBezTo>
                    <a:pt x="63416" y="3410"/>
                    <a:pt x="63333" y="3439"/>
                    <a:pt x="63234" y="3439"/>
                  </a:cubicBezTo>
                  <a:cubicBezTo>
                    <a:pt x="62844" y="3439"/>
                    <a:pt x="62216" y="2989"/>
                    <a:pt x="62016" y="2948"/>
                  </a:cubicBezTo>
                  <a:cubicBezTo>
                    <a:pt x="60699" y="2665"/>
                    <a:pt x="59345" y="2792"/>
                    <a:pt x="58294" y="2116"/>
                  </a:cubicBezTo>
                  <a:cubicBezTo>
                    <a:pt x="58361" y="1992"/>
                    <a:pt x="58439" y="1871"/>
                    <a:pt x="58505" y="1747"/>
                  </a:cubicBezTo>
                  <a:cubicBezTo>
                    <a:pt x="58567" y="1626"/>
                    <a:pt x="58464" y="1493"/>
                    <a:pt x="58354" y="1493"/>
                  </a:cubicBezTo>
                  <a:cubicBezTo>
                    <a:pt x="58317" y="1493"/>
                    <a:pt x="58278" y="1508"/>
                    <a:pt x="58245" y="1545"/>
                  </a:cubicBezTo>
                  <a:cubicBezTo>
                    <a:pt x="58150" y="1655"/>
                    <a:pt x="58058" y="1761"/>
                    <a:pt x="57962" y="1868"/>
                  </a:cubicBezTo>
                  <a:cubicBezTo>
                    <a:pt x="57665" y="1600"/>
                    <a:pt x="57419" y="1279"/>
                    <a:pt x="57238" y="921"/>
                  </a:cubicBezTo>
                  <a:cubicBezTo>
                    <a:pt x="56888" y="249"/>
                    <a:pt x="56486" y="1"/>
                    <a:pt x="5601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98" name="Google Shape;8156;p80">
              <a:extLst>
                <a:ext uri="{FF2B5EF4-FFF2-40B4-BE49-F238E27FC236}">
                  <a16:creationId xmlns:a16="http://schemas.microsoft.com/office/drawing/2014/main" id="{0968F73D-34BC-E0F9-DE39-38868FEB2F0D}"/>
                </a:ext>
              </a:extLst>
            </p:cNvPr>
            <p:cNvSpPr/>
            <p:nvPr/>
          </p:nvSpPr>
          <p:spPr>
            <a:xfrm>
              <a:off x="3821825" y="993775"/>
              <a:ext cx="392800" cy="417775"/>
            </a:xfrm>
            <a:custGeom>
              <a:avLst/>
              <a:gdLst/>
              <a:ahLst/>
              <a:cxnLst/>
              <a:rect l="l" t="t" r="r" b="b"/>
              <a:pathLst>
                <a:path w="15712" h="16711" extrusionOk="0">
                  <a:moveTo>
                    <a:pt x="8892" y="351"/>
                  </a:moveTo>
                  <a:lnTo>
                    <a:pt x="8892" y="351"/>
                  </a:lnTo>
                  <a:cubicBezTo>
                    <a:pt x="8237" y="625"/>
                    <a:pt x="7645" y="1027"/>
                    <a:pt x="7149" y="1535"/>
                  </a:cubicBezTo>
                  <a:cubicBezTo>
                    <a:pt x="7154" y="1437"/>
                    <a:pt x="7160" y="1344"/>
                    <a:pt x="7160" y="1237"/>
                  </a:cubicBezTo>
                  <a:cubicBezTo>
                    <a:pt x="7160" y="1125"/>
                    <a:pt x="7081" y="1071"/>
                    <a:pt x="6996" y="1071"/>
                  </a:cubicBezTo>
                  <a:cubicBezTo>
                    <a:pt x="6959" y="1071"/>
                    <a:pt x="6921" y="1081"/>
                    <a:pt x="6889" y="1102"/>
                  </a:cubicBezTo>
                  <a:cubicBezTo>
                    <a:pt x="7342" y="588"/>
                    <a:pt x="8073" y="389"/>
                    <a:pt x="8892" y="351"/>
                  </a:cubicBezTo>
                  <a:close/>
                  <a:moveTo>
                    <a:pt x="3410" y="2629"/>
                  </a:moveTo>
                  <a:lnTo>
                    <a:pt x="3410" y="2629"/>
                  </a:lnTo>
                  <a:cubicBezTo>
                    <a:pt x="3408" y="2631"/>
                    <a:pt x="3407" y="2634"/>
                    <a:pt x="3405" y="2636"/>
                  </a:cubicBezTo>
                  <a:lnTo>
                    <a:pt x="3405" y="2636"/>
                  </a:lnTo>
                  <a:cubicBezTo>
                    <a:pt x="3407" y="2633"/>
                    <a:pt x="3408" y="2631"/>
                    <a:pt x="3410" y="2629"/>
                  </a:cubicBezTo>
                  <a:close/>
                  <a:moveTo>
                    <a:pt x="9943" y="377"/>
                  </a:moveTo>
                  <a:cubicBezTo>
                    <a:pt x="10304" y="409"/>
                    <a:pt x="10665" y="458"/>
                    <a:pt x="11020" y="513"/>
                  </a:cubicBezTo>
                  <a:cubicBezTo>
                    <a:pt x="9585" y="1705"/>
                    <a:pt x="7951" y="3050"/>
                    <a:pt x="6433" y="4471"/>
                  </a:cubicBezTo>
                  <a:cubicBezTo>
                    <a:pt x="6964" y="3908"/>
                    <a:pt x="7486" y="3336"/>
                    <a:pt x="7971" y="2739"/>
                  </a:cubicBezTo>
                  <a:cubicBezTo>
                    <a:pt x="8673" y="1988"/>
                    <a:pt x="9343" y="1211"/>
                    <a:pt x="9943" y="377"/>
                  </a:cubicBezTo>
                  <a:close/>
                  <a:moveTo>
                    <a:pt x="3407" y="2537"/>
                  </a:moveTo>
                  <a:lnTo>
                    <a:pt x="3407" y="2537"/>
                  </a:lnTo>
                  <a:cubicBezTo>
                    <a:pt x="2573" y="3564"/>
                    <a:pt x="1741" y="4586"/>
                    <a:pt x="994" y="5686"/>
                  </a:cubicBezTo>
                  <a:cubicBezTo>
                    <a:pt x="1074" y="5132"/>
                    <a:pt x="1251" y="4595"/>
                    <a:pt x="1516" y="4101"/>
                  </a:cubicBezTo>
                  <a:cubicBezTo>
                    <a:pt x="1935" y="3154"/>
                    <a:pt x="2625" y="2687"/>
                    <a:pt x="3407" y="2537"/>
                  </a:cubicBezTo>
                  <a:close/>
                  <a:moveTo>
                    <a:pt x="5038" y="2609"/>
                  </a:moveTo>
                  <a:cubicBezTo>
                    <a:pt x="5217" y="2652"/>
                    <a:pt x="5393" y="2704"/>
                    <a:pt x="5570" y="2765"/>
                  </a:cubicBezTo>
                  <a:cubicBezTo>
                    <a:pt x="4548" y="3841"/>
                    <a:pt x="3554" y="4938"/>
                    <a:pt x="2584" y="6062"/>
                  </a:cubicBezTo>
                  <a:cubicBezTo>
                    <a:pt x="3364" y="4881"/>
                    <a:pt x="4169" y="3726"/>
                    <a:pt x="5038" y="2609"/>
                  </a:cubicBezTo>
                  <a:close/>
                  <a:moveTo>
                    <a:pt x="4010" y="2481"/>
                  </a:moveTo>
                  <a:cubicBezTo>
                    <a:pt x="4220" y="2481"/>
                    <a:pt x="4431" y="2499"/>
                    <a:pt x="4640" y="2531"/>
                  </a:cubicBezTo>
                  <a:cubicBezTo>
                    <a:pt x="3427" y="3631"/>
                    <a:pt x="2394" y="4861"/>
                    <a:pt x="1375" y="6151"/>
                  </a:cubicBezTo>
                  <a:cubicBezTo>
                    <a:pt x="2232" y="5066"/>
                    <a:pt x="3032" y="3720"/>
                    <a:pt x="3849" y="2485"/>
                  </a:cubicBezTo>
                  <a:cubicBezTo>
                    <a:pt x="3902" y="2482"/>
                    <a:pt x="3956" y="2481"/>
                    <a:pt x="4010" y="2481"/>
                  </a:cubicBezTo>
                  <a:close/>
                  <a:moveTo>
                    <a:pt x="2656" y="3727"/>
                  </a:moveTo>
                  <a:cubicBezTo>
                    <a:pt x="2041" y="4656"/>
                    <a:pt x="1471" y="5609"/>
                    <a:pt x="959" y="6604"/>
                  </a:cubicBezTo>
                  <a:cubicBezTo>
                    <a:pt x="956" y="6500"/>
                    <a:pt x="953" y="6396"/>
                    <a:pt x="956" y="6293"/>
                  </a:cubicBezTo>
                  <a:lnTo>
                    <a:pt x="953" y="6293"/>
                  </a:lnTo>
                  <a:cubicBezTo>
                    <a:pt x="1022" y="6212"/>
                    <a:pt x="1089" y="6131"/>
                    <a:pt x="1155" y="6050"/>
                  </a:cubicBezTo>
                  <a:cubicBezTo>
                    <a:pt x="1210" y="5986"/>
                    <a:pt x="1153" y="5901"/>
                    <a:pt x="1091" y="5901"/>
                  </a:cubicBezTo>
                  <a:cubicBezTo>
                    <a:pt x="1071" y="5901"/>
                    <a:pt x="1051" y="5909"/>
                    <a:pt x="1034" y="5929"/>
                  </a:cubicBezTo>
                  <a:cubicBezTo>
                    <a:pt x="1522" y="5359"/>
                    <a:pt x="2147" y="4469"/>
                    <a:pt x="2656" y="3727"/>
                  </a:cubicBezTo>
                  <a:close/>
                  <a:moveTo>
                    <a:pt x="4328" y="3022"/>
                  </a:moveTo>
                  <a:lnTo>
                    <a:pt x="4328" y="3022"/>
                  </a:lnTo>
                  <a:cubicBezTo>
                    <a:pt x="3176" y="4486"/>
                    <a:pt x="2192" y="6085"/>
                    <a:pt x="1170" y="7644"/>
                  </a:cubicBezTo>
                  <a:cubicBezTo>
                    <a:pt x="1124" y="7528"/>
                    <a:pt x="1080" y="7410"/>
                    <a:pt x="1031" y="7294"/>
                  </a:cubicBezTo>
                  <a:cubicBezTo>
                    <a:pt x="1017" y="7213"/>
                    <a:pt x="1017" y="7136"/>
                    <a:pt x="1005" y="7055"/>
                  </a:cubicBezTo>
                  <a:cubicBezTo>
                    <a:pt x="1017" y="7049"/>
                    <a:pt x="1028" y="7049"/>
                    <a:pt x="1040" y="7037"/>
                  </a:cubicBezTo>
                  <a:cubicBezTo>
                    <a:pt x="2065" y="5750"/>
                    <a:pt x="3560" y="3998"/>
                    <a:pt x="4328" y="3022"/>
                  </a:cubicBezTo>
                  <a:close/>
                  <a:moveTo>
                    <a:pt x="8566" y="1428"/>
                  </a:moveTo>
                  <a:lnTo>
                    <a:pt x="8566" y="1428"/>
                  </a:lnTo>
                  <a:cubicBezTo>
                    <a:pt x="7948" y="2337"/>
                    <a:pt x="7186" y="3160"/>
                    <a:pt x="6444" y="3963"/>
                  </a:cubicBezTo>
                  <a:cubicBezTo>
                    <a:pt x="5136" y="5383"/>
                    <a:pt x="3719" y="6702"/>
                    <a:pt x="2420" y="8134"/>
                  </a:cubicBezTo>
                  <a:cubicBezTo>
                    <a:pt x="3551" y="6887"/>
                    <a:pt x="4588" y="5343"/>
                    <a:pt x="5561" y="3792"/>
                  </a:cubicBezTo>
                  <a:lnTo>
                    <a:pt x="5561" y="3792"/>
                  </a:lnTo>
                  <a:cubicBezTo>
                    <a:pt x="5549" y="3815"/>
                    <a:pt x="5535" y="3839"/>
                    <a:pt x="5523" y="3862"/>
                  </a:cubicBezTo>
                  <a:cubicBezTo>
                    <a:pt x="5457" y="3982"/>
                    <a:pt x="5557" y="4107"/>
                    <a:pt x="5668" y="4107"/>
                  </a:cubicBezTo>
                  <a:cubicBezTo>
                    <a:pt x="5706" y="4107"/>
                    <a:pt x="5746" y="4093"/>
                    <a:pt x="5780" y="4058"/>
                  </a:cubicBezTo>
                  <a:cubicBezTo>
                    <a:pt x="6681" y="3160"/>
                    <a:pt x="7590" y="2277"/>
                    <a:pt x="8543" y="1431"/>
                  </a:cubicBezTo>
                  <a:cubicBezTo>
                    <a:pt x="8552" y="1431"/>
                    <a:pt x="8558" y="1431"/>
                    <a:pt x="8566" y="1428"/>
                  </a:cubicBezTo>
                  <a:close/>
                  <a:moveTo>
                    <a:pt x="10618" y="1071"/>
                  </a:moveTo>
                  <a:cubicBezTo>
                    <a:pt x="10624" y="1071"/>
                    <a:pt x="10465" y="1255"/>
                    <a:pt x="10030" y="1751"/>
                  </a:cubicBezTo>
                  <a:cubicBezTo>
                    <a:pt x="7507" y="4630"/>
                    <a:pt x="4475" y="6962"/>
                    <a:pt x="2131" y="10005"/>
                  </a:cubicBezTo>
                  <a:cubicBezTo>
                    <a:pt x="1851" y="9344"/>
                    <a:pt x="1583" y="8680"/>
                    <a:pt x="1320" y="8013"/>
                  </a:cubicBezTo>
                  <a:lnTo>
                    <a:pt x="1317" y="8013"/>
                  </a:lnTo>
                  <a:cubicBezTo>
                    <a:pt x="2798" y="6269"/>
                    <a:pt x="4288" y="4540"/>
                    <a:pt x="5858" y="2880"/>
                  </a:cubicBezTo>
                  <a:lnTo>
                    <a:pt x="5858" y="2880"/>
                  </a:lnTo>
                  <a:cubicBezTo>
                    <a:pt x="4380" y="4445"/>
                    <a:pt x="3130" y="6855"/>
                    <a:pt x="1900" y="8744"/>
                  </a:cubicBezTo>
                  <a:cubicBezTo>
                    <a:pt x="1825" y="8857"/>
                    <a:pt x="1934" y="8981"/>
                    <a:pt x="2045" y="8981"/>
                  </a:cubicBezTo>
                  <a:cubicBezTo>
                    <a:pt x="2075" y="8981"/>
                    <a:pt x="2105" y="8972"/>
                    <a:pt x="2131" y="8951"/>
                  </a:cubicBezTo>
                  <a:lnTo>
                    <a:pt x="2131" y="8951"/>
                  </a:lnTo>
                  <a:cubicBezTo>
                    <a:pt x="2105" y="8989"/>
                    <a:pt x="2079" y="9021"/>
                    <a:pt x="2053" y="9058"/>
                  </a:cubicBezTo>
                  <a:cubicBezTo>
                    <a:pt x="1971" y="9180"/>
                    <a:pt x="2084" y="9301"/>
                    <a:pt x="2203" y="9301"/>
                  </a:cubicBezTo>
                  <a:cubicBezTo>
                    <a:pt x="2242" y="9301"/>
                    <a:pt x="2282" y="9288"/>
                    <a:pt x="2316" y="9257"/>
                  </a:cubicBezTo>
                  <a:cubicBezTo>
                    <a:pt x="3982" y="7733"/>
                    <a:pt x="5570" y="6128"/>
                    <a:pt x="7169" y="4531"/>
                  </a:cubicBezTo>
                  <a:cubicBezTo>
                    <a:pt x="7853" y="3847"/>
                    <a:pt x="8549" y="3180"/>
                    <a:pt x="9253" y="2519"/>
                  </a:cubicBezTo>
                  <a:cubicBezTo>
                    <a:pt x="9525" y="2264"/>
                    <a:pt x="10604" y="1071"/>
                    <a:pt x="10618" y="1071"/>
                  </a:cubicBezTo>
                  <a:close/>
                  <a:moveTo>
                    <a:pt x="11465" y="588"/>
                  </a:moveTo>
                  <a:cubicBezTo>
                    <a:pt x="12097" y="700"/>
                    <a:pt x="12683" y="822"/>
                    <a:pt x="13128" y="885"/>
                  </a:cubicBezTo>
                  <a:cubicBezTo>
                    <a:pt x="13691" y="966"/>
                    <a:pt x="15446" y="764"/>
                    <a:pt x="15258" y="1460"/>
                  </a:cubicBezTo>
                  <a:cubicBezTo>
                    <a:pt x="14987" y="2441"/>
                    <a:pt x="13792" y="3076"/>
                    <a:pt x="12983" y="3544"/>
                  </a:cubicBezTo>
                  <a:cubicBezTo>
                    <a:pt x="12221" y="3986"/>
                    <a:pt x="10913" y="4595"/>
                    <a:pt x="10059" y="5311"/>
                  </a:cubicBezTo>
                  <a:cubicBezTo>
                    <a:pt x="10382" y="5014"/>
                    <a:pt x="10697" y="4705"/>
                    <a:pt x="11032" y="4413"/>
                  </a:cubicBezTo>
                  <a:cubicBezTo>
                    <a:pt x="11421" y="4070"/>
                    <a:pt x="11823" y="3738"/>
                    <a:pt x="12224" y="3408"/>
                  </a:cubicBezTo>
                  <a:lnTo>
                    <a:pt x="12224" y="3408"/>
                  </a:lnTo>
                  <a:cubicBezTo>
                    <a:pt x="12201" y="3440"/>
                    <a:pt x="12172" y="3466"/>
                    <a:pt x="12149" y="3498"/>
                  </a:cubicBezTo>
                  <a:cubicBezTo>
                    <a:pt x="12055" y="3620"/>
                    <a:pt x="12138" y="3816"/>
                    <a:pt x="12273" y="3816"/>
                  </a:cubicBezTo>
                  <a:cubicBezTo>
                    <a:pt x="12304" y="3816"/>
                    <a:pt x="12337" y="3806"/>
                    <a:pt x="12371" y="3784"/>
                  </a:cubicBezTo>
                  <a:cubicBezTo>
                    <a:pt x="13200" y="3229"/>
                    <a:pt x="13913" y="2655"/>
                    <a:pt x="14482" y="1829"/>
                  </a:cubicBezTo>
                  <a:cubicBezTo>
                    <a:pt x="14577" y="1694"/>
                    <a:pt x="14451" y="1564"/>
                    <a:pt x="14321" y="1564"/>
                  </a:cubicBezTo>
                  <a:cubicBezTo>
                    <a:pt x="14266" y="1564"/>
                    <a:pt x="14210" y="1587"/>
                    <a:pt x="14170" y="1644"/>
                  </a:cubicBezTo>
                  <a:lnTo>
                    <a:pt x="14161" y="1656"/>
                  </a:lnTo>
                  <a:cubicBezTo>
                    <a:pt x="14125" y="1603"/>
                    <a:pt x="14063" y="1565"/>
                    <a:pt x="13998" y="1565"/>
                  </a:cubicBezTo>
                  <a:cubicBezTo>
                    <a:pt x="13960" y="1565"/>
                    <a:pt x="13921" y="1577"/>
                    <a:pt x="13884" y="1607"/>
                  </a:cubicBezTo>
                  <a:cubicBezTo>
                    <a:pt x="12868" y="2418"/>
                    <a:pt x="11863" y="3235"/>
                    <a:pt x="10884" y="4081"/>
                  </a:cubicBezTo>
                  <a:cubicBezTo>
                    <a:pt x="11719" y="3195"/>
                    <a:pt x="12550" y="2308"/>
                    <a:pt x="13353" y="1393"/>
                  </a:cubicBezTo>
                  <a:cubicBezTo>
                    <a:pt x="13478" y="1259"/>
                    <a:pt x="13358" y="1082"/>
                    <a:pt x="13217" y="1082"/>
                  </a:cubicBezTo>
                  <a:cubicBezTo>
                    <a:pt x="13175" y="1082"/>
                    <a:pt x="13132" y="1097"/>
                    <a:pt x="13093" y="1133"/>
                  </a:cubicBezTo>
                  <a:cubicBezTo>
                    <a:pt x="9577" y="4127"/>
                    <a:pt x="6453" y="7528"/>
                    <a:pt x="3107" y="10707"/>
                  </a:cubicBezTo>
                  <a:cubicBezTo>
                    <a:pt x="4389" y="9488"/>
                    <a:pt x="5953" y="7358"/>
                    <a:pt x="7400" y="5859"/>
                  </a:cubicBezTo>
                  <a:cubicBezTo>
                    <a:pt x="8924" y="4280"/>
                    <a:pt x="10535" y="2779"/>
                    <a:pt x="12091" y="1234"/>
                  </a:cubicBezTo>
                  <a:cubicBezTo>
                    <a:pt x="12218" y="1107"/>
                    <a:pt x="12099" y="932"/>
                    <a:pt x="11961" y="932"/>
                  </a:cubicBezTo>
                  <a:cubicBezTo>
                    <a:pt x="11920" y="932"/>
                    <a:pt x="11878" y="947"/>
                    <a:pt x="11840" y="983"/>
                  </a:cubicBezTo>
                  <a:cubicBezTo>
                    <a:pt x="11603" y="1200"/>
                    <a:pt x="11378" y="1428"/>
                    <a:pt x="11147" y="1647"/>
                  </a:cubicBezTo>
                  <a:cubicBezTo>
                    <a:pt x="11123" y="1641"/>
                    <a:pt x="11099" y="1638"/>
                    <a:pt x="11075" y="1638"/>
                  </a:cubicBezTo>
                  <a:cubicBezTo>
                    <a:pt x="10883" y="1638"/>
                    <a:pt x="10705" y="1835"/>
                    <a:pt x="10535" y="2233"/>
                  </a:cubicBezTo>
                  <a:cubicBezTo>
                    <a:pt x="8145" y="4552"/>
                    <a:pt x="5867" y="6985"/>
                    <a:pt x="3335" y="9159"/>
                  </a:cubicBezTo>
                  <a:cubicBezTo>
                    <a:pt x="4573" y="8094"/>
                    <a:pt x="5809" y="6408"/>
                    <a:pt x="7082" y="5195"/>
                  </a:cubicBezTo>
                  <a:cubicBezTo>
                    <a:pt x="8621" y="3729"/>
                    <a:pt x="10117" y="2251"/>
                    <a:pt x="11459" y="602"/>
                  </a:cubicBezTo>
                  <a:cubicBezTo>
                    <a:pt x="11462" y="596"/>
                    <a:pt x="11459" y="591"/>
                    <a:pt x="11465" y="588"/>
                  </a:cubicBezTo>
                  <a:close/>
                  <a:moveTo>
                    <a:pt x="8791" y="9180"/>
                  </a:moveTo>
                  <a:cubicBezTo>
                    <a:pt x="8431" y="9653"/>
                    <a:pt x="8061" y="10124"/>
                    <a:pt x="7686" y="10588"/>
                  </a:cubicBezTo>
                  <a:cubicBezTo>
                    <a:pt x="7670" y="10576"/>
                    <a:pt x="7650" y="10569"/>
                    <a:pt x="7630" y="10569"/>
                  </a:cubicBezTo>
                  <a:cubicBezTo>
                    <a:pt x="7618" y="10569"/>
                    <a:pt x="7605" y="10571"/>
                    <a:pt x="7593" y="10577"/>
                  </a:cubicBezTo>
                  <a:cubicBezTo>
                    <a:pt x="7480" y="10628"/>
                    <a:pt x="7376" y="10680"/>
                    <a:pt x="7280" y="10732"/>
                  </a:cubicBezTo>
                  <a:lnTo>
                    <a:pt x="7280" y="10732"/>
                  </a:lnTo>
                  <a:cubicBezTo>
                    <a:pt x="7288" y="10718"/>
                    <a:pt x="7287" y="10701"/>
                    <a:pt x="7270" y="10687"/>
                  </a:cubicBezTo>
                  <a:cubicBezTo>
                    <a:pt x="7128" y="10562"/>
                    <a:pt x="8047" y="9780"/>
                    <a:pt x="8791" y="9180"/>
                  </a:cubicBezTo>
                  <a:close/>
                  <a:moveTo>
                    <a:pt x="4319" y="8741"/>
                  </a:moveTo>
                  <a:lnTo>
                    <a:pt x="4319" y="8741"/>
                  </a:lnTo>
                  <a:cubicBezTo>
                    <a:pt x="3705" y="9503"/>
                    <a:pt x="3124" y="10294"/>
                    <a:pt x="2570" y="11108"/>
                  </a:cubicBezTo>
                  <a:cubicBezTo>
                    <a:pt x="2495" y="10900"/>
                    <a:pt x="2423" y="10692"/>
                    <a:pt x="2327" y="10479"/>
                  </a:cubicBezTo>
                  <a:cubicBezTo>
                    <a:pt x="2319" y="10458"/>
                    <a:pt x="2313" y="10438"/>
                    <a:pt x="2304" y="10418"/>
                  </a:cubicBezTo>
                  <a:cubicBezTo>
                    <a:pt x="2994" y="9881"/>
                    <a:pt x="3664" y="9318"/>
                    <a:pt x="4319" y="8741"/>
                  </a:cubicBezTo>
                  <a:close/>
                  <a:moveTo>
                    <a:pt x="9577" y="9777"/>
                  </a:moveTo>
                  <a:cubicBezTo>
                    <a:pt x="9118" y="10343"/>
                    <a:pt x="8667" y="10915"/>
                    <a:pt x="8214" y="11483"/>
                  </a:cubicBezTo>
                  <a:cubicBezTo>
                    <a:pt x="8078" y="11339"/>
                    <a:pt x="7925" y="11212"/>
                    <a:pt x="7755" y="11108"/>
                  </a:cubicBezTo>
                  <a:cubicBezTo>
                    <a:pt x="8399" y="10713"/>
                    <a:pt x="8991" y="10251"/>
                    <a:pt x="9577" y="9777"/>
                  </a:cubicBezTo>
                  <a:close/>
                  <a:moveTo>
                    <a:pt x="10353" y="10473"/>
                  </a:moveTo>
                  <a:lnTo>
                    <a:pt x="10353" y="10473"/>
                  </a:lnTo>
                  <a:cubicBezTo>
                    <a:pt x="9903" y="11180"/>
                    <a:pt x="9435" y="11876"/>
                    <a:pt x="8947" y="12560"/>
                  </a:cubicBezTo>
                  <a:cubicBezTo>
                    <a:pt x="8826" y="12355"/>
                    <a:pt x="8705" y="12147"/>
                    <a:pt x="8575" y="11954"/>
                  </a:cubicBezTo>
                  <a:cubicBezTo>
                    <a:pt x="9152" y="11440"/>
                    <a:pt x="9735" y="10938"/>
                    <a:pt x="10353" y="10473"/>
                  </a:cubicBezTo>
                  <a:close/>
                  <a:moveTo>
                    <a:pt x="10633" y="3830"/>
                  </a:moveTo>
                  <a:lnTo>
                    <a:pt x="10633" y="3830"/>
                  </a:lnTo>
                  <a:cubicBezTo>
                    <a:pt x="9484" y="5060"/>
                    <a:pt x="8332" y="6284"/>
                    <a:pt x="7267" y="7595"/>
                  </a:cubicBezTo>
                  <a:cubicBezTo>
                    <a:pt x="7215" y="7661"/>
                    <a:pt x="7212" y="7753"/>
                    <a:pt x="7264" y="7820"/>
                  </a:cubicBezTo>
                  <a:cubicBezTo>
                    <a:pt x="5751" y="9171"/>
                    <a:pt x="4293" y="10571"/>
                    <a:pt x="2934" y="12081"/>
                  </a:cubicBezTo>
                  <a:cubicBezTo>
                    <a:pt x="2885" y="12136"/>
                    <a:pt x="2933" y="12211"/>
                    <a:pt x="2988" y="12211"/>
                  </a:cubicBezTo>
                  <a:cubicBezTo>
                    <a:pt x="3005" y="12211"/>
                    <a:pt x="3022" y="12204"/>
                    <a:pt x="3038" y="12188"/>
                  </a:cubicBezTo>
                  <a:cubicBezTo>
                    <a:pt x="3782" y="11403"/>
                    <a:pt x="4533" y="10623"/>
                    <a:pt x="5301" y="9864"/>
                  </a:cubicBezTo>
                  <a:cubicBezTo>
                    <a:pt x="5999" y="9171"/>
                    <a:pt x="7212" y="8356"/>
                    <a:pt x="7705" y="7745"/>
                  </a:cubicBezTo>
                  <a:lnTo>
                    <a:pt x="7705" y="7745"/>
                  </a:lnTo>
                  <a:cubicBezTo>
                    <a:pt x="6263" y="9543"/>
                    <a:pt x="4606" y="11160"/>
                    <a:pt x="3069" y="12878"/>
                  </a:cubicBezTo>
                  <a:cubicBezTo>
                    <a:pt x="2965" y="12433"/>
                    <a:pt x="2859" y="11994"/>
                    <a:pt x="2723" y="11556"/>
                  </a:cubicBezTo>
                  <a:cubicBezTo>
                    <a:pt x="5353" y="9113"/>
                    <a:pt x="7827" y="6515"/>
                    <a:pt x="10417" y="4029"/>
                  </a:cubicBezTo>
                  <a:cubicBezTo>
                    <a:pt x="10489" y="3963"/>
                    <a:pt x="10564" y="3899"/>
                    <a:pt x="10633" y="3830"/>
                  </a:cubicBezTo>
                  <a:close/>
                  <a:moveTo>
                    <a:pt x="6684" y="9999"/>
                  </a:moveTo>
                  <a:lnTo>
                    <a:pt x="6684" y="9999"/>
                  </a:lnTo>
                  <a:cubicBezTo>
                    <a:pt x="5477" y="11221"/>
                    <a:pt x="4340" y="12505"/>
                    <a:pt x="3309" y="13882"/>
                  </a:cubicBezTo>
                  <a:cubicBezTo>
                    <a:pt x="3260" y="13683"/>
                    <a:pt x="3217" y="13493"/>
                    <a:pt x="3170" y="13299"/>
                  </a:cubicBezTo>
                  <a:cubicBezTo>
                    <a:pt x="3973" y="12497"/>
                    <a:pt x="4781" y="11703"/>
                    <a:pt x="5613" y="10929"/>
                  </a:cubicBezTo>
                  <a:cubicBezTo>
                    <a:pt x="5959" y="10609"/>
                    <a:pt x="6323" y="10303"/>
                    <a:pt x="6684" y="9999"/>
                  </a:cubicBezTo>
                  <a:close/>
                  <a:moveTo>
                    <a:pt x="10867" y="8683"/>
                  </a:moveTo>
                  <a:cubicBezTo>
                    <a:pt x="11947" y="9413"/>
                    <a:pt x="12602" y="10542"/>
                    <a:pt x="12403" y="11885"/>
                  </a:cubicBezTo>
                  <a:cubicBezTo>
                    <a:pt x="12295" y="12613"/>
                    <a:pt x="11454" y="14017"/>
                    <a:pt x="10547" y="14017"/>
                  </a:cubicBezTo>
                  <a:cubicBezTo>
                    <a:pt x="10408" y="14017"/>
                    <a:pt x="10268" y="13984"/>
                    <a:pt x="10128" y="13911"/>
                  </a:cubicBezTo>
                  <a:cubicBezTo>
                    <a:pt x="9730" y="13701"/>
                    <a:pt x="9447" y="13343"/>
                    <a:pt x="9190" y="12950"/>
                  </a:cubicBezTo>
                  <a:cubicBezTo>
                    <a:pt x="9675" y="12396"/>
                    <a:pt x="10189" y="11870"/>
                    <a:pt x="10729" y="11374"/>
                  </a:cubicBezTo>
                  <a:lnTo>
                    <a:pt x="10729" y="11374"/>
                  </a:lnTo>
                  <a:cubicBezTo>
                    <a:pt x="10411" y="11925"/>
                    <a:pt x="10030" y="12433"/>
                    <a:pt x="9623" y="12944"/>
                  </a:cubicBezTo>
                  <a:cubicBezTo>
                    <a:pt x="9505" y="13091"/>
                    <a:pt x="9615" y="13269"/>
                    <a:pt x="9760" y="13269"/>
                  </a:cubicBezTo>
                  <a:cubicBezTo>
                    <a:pt x="9803" y="13269"/>
                    <a:pt x="9850" y="13253"/>
                    <a:pt x="9894" y="13216"/>
                  </a:cubicBezTo>
                  <a:cubicBezTo>
                    <a:pt x="10362" y="12820"/>
                    <a:pt x="10798" y="12393"/>
                    <a:pt x="11237" y="11968"/>
                  </a:cubicBezTo>
                  <a:lnTo>
                    <a:pt x="11237" y="11968"/>
                  </a:lnTo>
                  <a:cubicBezTo>
                    <a:pt x="11026" y="12373"/>
                    <a:pt x="10795" y="12762"/>
                    <a:pt x="10538" y="13140"/>
                  </a:cubicBezTo>
                  <a:cubicBezTo>
                    <a:pt x="10469" y="13295"/>
                    <a:pt x="10583" y="13425"/>
                    <a:pt x="10708" y="13425"/>
                  </a:cubicBezTo>
                  <a:cubicBezTo>
                    <a:pt x="10765" y="13425"/>
                    <a:pt x="10825" y="13398"/>
                    <a:pt x="10870" y="13334"/>
                  </a:cubicBezTo>
                  <a:cubicBezTo>
                    <a:pt x="11058" y="12915"/>
                    <a:pt x="11384" y="12595"/>
                    <a:pt x="11641" y="12222"/>
                  </a:cubicBezTo>
                  <a:cubicBezTo>
                    <a:pt x="11681" y="12162"/>
                    <a:pt x="11664" y="12101"/>
                    <a:pt x="11629" y="12052"/>
                  </a:cubicBezTo>
                  <a:cubicBezTo>
                    <a:pt x="11794" y="11743"/>
                    <a:pt x="11956" y="11431"/>
                    <a:pt x="12129" y="11128"/>
                  </a:cubicBezTo>
                  <a:cubicBezTo>
                    <a:pt x="12215" y="10979"/>
                    <a:pt x="12094" y="10846"/>
                    <a:pt x="11960" y="10846"/>
                  </a:cubicBezTo>
                  <a:cubicBezTo>
                    <a:pt x="11915" y="10846"/>
                    <a:pt x="11869" y="10860"/>
                    <a:pt x="11829" y="10894"/>
                  </a:cubicBezTo>
                  <a:cubicBezTo>
                    <a:pt x="11534" y="11140"/>
                    <a:pt x="11263" y="11408"/>
                    <a:pt x="10988" y="11674"/>
                  </a:cubicBezTo>
                  <a:cubicBezTo>
                    <a:pt x="11196" y="11336"/>
                    <a:pt x="11375" y="10981"/>
                    <a:pt x="11520" y="10609"/>
                  </a:cubicBezTo>
                  <a:cubicBezTo>
                    <a:pt x="11571" y="10468"/>
                    <a:pt x="11454" y="10377"/>
                    <a:pt x="11334" y="10377"/>
                  </a:cubicBezTo>
                  <a:cubicBezTo>
                    <a:pt x="11286" y="10377"/>
                    <a:pt x="11237" y="10392"/>
                    <a:pt x="11199" y="10424"/>
                  </a:cubicBezTo>
                  <a:cubicBezTo>
                    <a:pt x="10890" y="10687"/>
                    <a:pt x="10599" y="10967"/>
                    <a:pt x="10307" y="11247"/>
                  </a:cubicBezTo>
                  <a:cubicBezTo>
                    <a:pt x="10607" y="10790"/>
                    <a:pt x="10905" y="10337"/>
                    <a:pt x="11182" y="9864"/>
                  </a:cubicBezTo>
                  <a:cubicBezTo>
                    <a:pt x="11254" y="9738"/>
                    <a:pt x="11148" y="9580"/>
                    <a:pt x="11019" y="9580"/>
                  </a:cubicBezTo>
                  <a:cubicBezTo>
                    <a:pt x="10988" y="9580"/>
                    <a:pt x="10956" y="9589"/>
                    <a:pt x="10925" y="9610"/>
                  </a:cubicBezTo>
                  <a:cubicBezTo>
                    <a:pt x="10229" y="10063"/>
                    <a:pt x="9588" y="10585"/>
                    <a:pt x="8962" y="11125"/>
                  </a:cubicBezTo>
                  <a:cubicBezTo>
                    <a:pt x="9588" y="10352"/>
                    <a:pt x="10218" y="9581"/>
                    <a:pt x="10833" y="8796"/>
                  </a:cubicBezTo>
                  <a:cubicBezTo>
                    <a:pt x="10856" y="8764"/>
                    <a:pt x="10867" y="8723"/>
                    <a:pt x="10867" y="8683"/>
                  </a:cubicBezTo>
                  <a:close/>
                  <a:moveTo>
                    <a:pt x="5015" y="12629"/>
                  </a:moveTo>
                  <a:lnTo>
                    <a:pt x="5015" y="12629"/>
                  </a:lnTo>
                  <a:cubicBezTo>
                    <a:pt x="4957" y="12716"/>
                    <a:pt x="4897" y="12800"/>
                    <a:pt x="4839" y="12886"/>
                  </a:cubicBezTo>
                  <a:cubicBezTo>
                    <a:pt x="4392" y="13556"/>
                    <a:pt x="3990" y="14258"/>
                    <a:pt x="3595" y="14959"/>
                  </a:cubicBezTo>
                  <a:cubicBezTo>
                    <a:pt x="3523" y="14743"/>
                    <a:pt x="3465" y="14526"/>
                    <a:pt x="3413" y="14315"/>
                  </a:cubicBezTo>
                  <a:cubicBezTo>
                    <a:pt x="3419" y="14310"/>
                    <a:pt x="3424" y="14313"/>
                    <a:pt x="3427" y="14310"/>
                  </a:cubicBezTo>
                  <a:cubicBezTo>
                    <a:pt x="3961" y="13753"/>
                    <a:pt x="4481" y="13184"/>
                    <a:pt x="5015" y="12629"/>
                  </a:cubicBezTo>
                  <a:close/>
                  <a:moveTo>
                    <a:pt x="5870" y="13285"/>
                  </a:moveTo>
                  <a:cubicBezTo>
                    <a:pt x="5344" y="13811"/>
                    <a:pt x="4579" y="14881"/>
                    <a:pt x="3961" y="15629"/>
                  </a:cubicBezTo>
                  <a:cubicBezTo>
                    <a:pt x="3950" y="15646"/>
                    <a:pt x="3941" y="15669"/>
                    <a:pt x="3938" y="15693"/>
                  </a:cubicBezTo>
                  <a:cubicBezTo>
                    <a:pt x="3872" y="15594"/>
                    <a:pt x="3814" y="15493"/>
                    <a:pt x="3765" y="15389"/>
                  </a:cubicBezTo>
                  <a:lnTo>
                    <a:pt x="5870" y="13285"/>
                  </a:lnTo>
                  <a:close/>
                  <a:moveTo>
                    <a:pt x="6280" y="12880"/>
                  </a:moveTo>
                  <a:cubicBezTo>
                    <a:pt x="6336" y="13421"/>
                    <a:pt x="6491" y="14002"/>
                    <a:pt x="6545" y="14443"/>
                  </a:cubicBezTo>
                  <a:cubicBezTo>
                    <a:pt x="6504" y="15465"/>
                    <a:pt x="6056" y="15969"/>
                    <a:pt x="5209" y="15969"/>
                  </a:cubicBezTo>
                  <a:cubicBezTo>
                    <a:pt x="5179" y="15969"/>
                    <a:pt x="5148" y="15968"/>
                    <a:pt x="5116" y="15967"/>
                  </a:cubicBezTo>
                  <a:cubicBezTo>
                    <a:pt x="5512" y="15404"/>
                    <a:pt x="5893" y="14832"/>
                    <a:pt x="6291" y="14272"/>
                  </a:cubicBezTo>
                  <a:cubicBezTo>
                    <a:pt x="6382" y="14146"/>
                    <a:pt x="6253" y="13999"/>
                    <a:pt x="6126" y="13999"/>
                  </a:cubicBezTo>
                  <a:cubicBezTo>
                    <a:pt x="6084" y="13999"/>
                    <a:pt x="6042" y="14015"/>
                    <a:pt x="6008" y="14053"/>
                  </a:cubicBezTo>
                  <a:cubicBezTo>
                    <a:pt x="5705" y="14437"/>
                    <a:pt x="5339" y="14766"/>
                    <a:pt x="4923" y="15023"/>
                  </a:cubicBezTo>
                  <a:lnTo>
                    <a:pt x="4897" y="15043"/>
                  </a:lnTo>
                  <a:cubicBezTo>
                    <a:pt x="4929" y="15005"/>
                    <a:pt x="4960" y="14974"/>
                    <a:pt x="4992" y="14933"/>
                  </a:cubicBezTo>
                  <a:cubicBezTo>
                    <a:pt x="5496" y="14300"/>
                    <a:pt x="5928" y="13611"/>
                    <a:pt x="6280" y="12880"/>
                  </a:cubicBezTo>
                  <a:close/>
                  <a:moveTo>
                    <a:pt x="9420" y="0"/>
                  </a:moveTo>
                  <a:cubicBezTo>
                    <a:pt x="7823" y="0"/>
                    <a:pt x="6529" y="434"/>
                    <a:pt x="6309" y="1979"/>
                  </a:cubicBezTo>
                  <a:cubicBezTo>
                    <a:pt x="6228" y="2063"/>
                    <a:pt x="6150" y="2150"/>
                    <a:pt x="6069" y="2236"/>
                  </a:cubicBezTo>
                  <a:cubicBezTo>
                    <a:pt x="5885" y="2286"/>
                    <a:pt x="5680" y="2307"/>
                    <a:pt x="5460" y="2307"/>
                  </a:cubicBezTo>
                  <a:cubicBezTo>
                    <a:pt x="5359" y="2307"/>
                    <a:pt x="5255" y="2302"/>
                    <a:pt x="5148" y="2294"/>
                  </a:cubicBezTo>
                  <a:cubicBezTo>
                    <a:pt x="5123" y="2248"/>
                    <a:pt x="5077" y="2223"/>
                    <a:pt x="5029" y="2223"/>
                  </a:cubicBezTo>
                  <a:cubicBezTo>
                    <a:pt x="4994" y="2223"/>
                    <a:pt x="4959" y="2237"/>
                    <a:pt x="4931" y="2265"/>
                  </a:cubicBezTo>
                  <a:cubicBezTo>
                    <a:pt x="4926" y="2268"/>
                    <a:pt x="4923" y="2271"/>
                    <a:pt x="4920" y="2274"/>
                  </a:cubicBezTo>
                  <a:cubicBezTo>
                    <a:pt x="4628" y="2242"/>
                    <a:pt x="4337" y="2207"/>
                    <a:pt x="4060" y="2176"/>
                  </a:cubicBezTo>
                  <a:cubicBezTo>
                    <a:pt x="4106" y="2106"/>
                    <a:pt x="4152" y="2031"/>
                    <a:pt x="4204" y="1959"/>
                  </a:cubicBezTo>
                  <a:cubicBezTo>
                    <a:pt x="4265" y="1870"/>
                    <a:pt x="4171" y="1763"/>
                    <a:pt x="4082" y="1763"/>
                  </a:cubicBezTo>
                  <a:cubicBezTo>
                    <a:pt x="4053" y="1763"/>
                    <a:pt x="4024" y="1775"/>
                    <a:pt x="4002" y="1803"/>
                  </a:cubicBezTo>
                  <a:cubicBezTo>
                    <a:pt x="3909" y="1919"/>
                    <a:pt x="3817" y="2034"/>
                    <a:pt x="3725" y="2147"/>
                  </a:cubicBezTo>
                  <a:cubicBezTo>
                    <a:pt x="3644" y="2143"/>
                    <a:pt x="3566" y="2140"/>
                    <a:pt x="3491" y="2140"/>
                  </a:cubicBezTo>
                  <a:cubicBezTo>
                    <a:pt x="3350" y="2140"/>
                    <a:pt x="3220" y="2149"/>
                    <a:pt x="3107" y="2176"/>
                  </a:cubicBezTo>
                  <a:cubicBezTo>
                    <a:pt x="1981" y="2435"/>
                    <a:pt x="1326" y="3619"/>
                    <a:pt x="907" y="4566"/>
                  </a:cubicBezTo>
                  <a:cubicBezTo>
                    <a:pt x="0" y="6625"/>
                    <a:pt x="1025" y="8466"/>
                    <a:pt x="1886" y="10334"/>
                  </a:cubicBezTo>
                  <a:cubicBezTo>
                    <a:pt x="1842" y="10424"/>
                    <a:pt x="1900" y="10522"/>
                    <a:pt x="1987" y="10562"/>
                  </a:cubicBezTo>
                  <a:cubicBezTo>
                    <a:pt x="2120" y="10854"/>
                    <a:pt x="2244" y="11148"/>
                    <a:pt x="2353" y="11446"/>
                  </a:cubicBezTo>
                  <a:cubicBezTo>
                    <a:pt x="2319" y="11521"/>
                    <a:pt x="2350" y="11610"/>
                    <a:pt x="2426" y="11648"/>
                  </a:cubicBezTo>
                  <a:cubicBezTo>
                    <a:pt x="2564" y="12029"/>
                    <a:pt x="2668" y="12422"/>
                    <a:pt x="2737" y="12823"/>
                  </a:cubicBezTo>
                  <a:cubicBezTo>
                    <a:pt x="2755" y="12936"/>
                    <a:pt x="2775" y="13057"/>
                    <a:pt x="2795" y="13184"/>
                  </a:cubicBezTo>
                  <a:cubicBezTo>
                    <a:pt x="2766" y="13213"/>
                    <a:pt x="2737" y="13242"/>
                    <a:pt x="2711" y="13273"/>
                  </a:cubicBezTo>
                  <a:cubicBezTo>
                    <a:pt x="2611" y="13384"/>
                    <a:pt x="2693" y="13554"/>
                    <a:pt x="2836" y="13554"/>
                  </a:cubicBezTo>
                  <a:cubicBezTo>
                    <a:pt x="2841" y="13554"/>
                    <a:pt x="2847" y="13554"/>
                    <a:pt x="2853" y="13553"/>
                  </a:cubicBezTo>
                  <a:cubicBezTo>
                    <a:pt x="3075" y="14902"/>
                    <a:pt x="3497" y="16625"/>
                    <a:pt x="4966" y="16709"/>
                  </a:cubicBezTo>
                  <a:cubicBezTo>
                    <a:pt x="4982" y="16710"/>
                    <a:pt x="4998" y="16710"/>
                    <a:pt x="5014" y="16710"/>
                  </a:cubicBezTo>
                  <a:cubicBezTo>
                    <a:pt x="5713" y="16710"/>
                    <a:pt x="6378" y="15921"/>
                    <a:pt x="6747" y="15439"/>
                  </a:cubicBezTo>
                  <a:cubicBezTo>
                    <a:pt x="7865" y="13969"/>
                    <a:pt x="5209" y="12269"/>
                    <a:pt x="7449" y="10883"/>
                  </a:cubicBezTo>
                  <a:lnTo>
                    <a:pt x="7449" y="10883"/>
                  </a:lnTo>
                  <a:lnTo>
                    <a:pt x="7432" y="10906"/>
                  </a:lnTo>
                  <a:cubicBezTo>
                    <a:pt x="7420" y="10920"/>
                    <a:pt x="7423" y="10935"/>
                    <a:pt x="7417" y="10949"/>
                  </a:cubicBezTo>
                  <a:cubicBezTo>
                    <a:pt x="7299" y="10949"/>
                    <a:pt x="7235" y="11111"/>
                    <a:pt x="7316" y="11203"/>
                  </a:cubicBezTo>
                  <a:cubicBezTo>
                    <a:pt x="7518" y="11428"/>
                    <a:pt x="7700" y="11662"/>
                    <a:pt x="7891" y="11893"/>
                  </a:cubicBezTo>
                  <a:cubicBezTo>
                    <a:pt x="7738" y="12090"/>
                    <a:pt x="7579" y="12277"/>
                    <a:pt x="7429" y="12474"/>
                  </a:cubicBezTo>
                  <a:lnTo>
                    <a:pt x="7426" y="12476"/>
                  </a:lnTo>
                  <a:cubicBezTo>
                    <a:pt x="7417" y="12488"/>
                    <a:pt x="7406" y="12500"/>
                    <a:pt x="7397" y="12511"/>
                  </a:cubicBezTo>
                  <a:cubicBezTo>
                    <a:pt x="7296" y="12645"/>
                    <a:pt x="7431" y="12780"/>
                    <a:pt x="7566" y="12780"/>
                  </a:cubicBezTo>
                  <a:cubicBezTo>
                    <a:pt x="7608" y="12780"/>
                    <a:pt x="7651" y="12767"/>
                    <a:pt x="7686" y="12736"/>
                  </a:cubicBezTo>
                  <a:cubicBezTo>
                    <a:pt x="7862" y="12583"/>
                    <a:pt x="8032" y="12430"/>
                    <a:pt x="8205" y="12277"/>
                  </a:cubicBezTo>
                  <a:cubicBezTo>
                    <a:pt x="8373" y="12485"/>
                    <a:pt x="8543" y="12693"/>
                    <a:pt x="8708" y="12904"/>
                  </a:cubicBezTo>
                  <a:cubicBezTo>
                    <a:pt x="8690" y="12930"/>
                    <a:pt x="8673" y="12956"/>
                    <a:pt x="8653" y="12982"/>
                  </a:cubicBezTo>
                  <a:cubicBezTo>
                    <a:pt x="8559" y="13114"/>
                    <a:pt x="8696" y="13270"/>
                    <a:pt x="8829" y="13270"/>
                  </a:cubicBezTo>
                  <a:cubicBezTo>
                    <a:pt x="8873" y="13270"/>
                    <a:pt x="8916" y="13253"/>
                    <a:pt x="8950" y="13213"/>
                  </a:cubicBezTo>
                  <a:cubicBezTo>
                    <a:pt x="9080" y="13377"/>
                    <a:pt x="9207" y="13545"/>
                    <a:pt x="9343" y="13709"/>
                  </a:cubicBezTo>
                  <a:cubicBezTo>
                    <a:pt x="9685" y="14124"/>
                    <a:pt x="10090" y="14388"/>
                    <a:pt x="10549" y="14388"/>
                  </a:cubicBezTo>
                  <a:cubicBezTo>
                    <a:pt x="10745" y="14388"/>
                    <a:pt x="10950" y="14340"/>
                    <a:pt x="11165" y="14235"/>
                  </a:cubicBezTo>
                  <a:cubicBezTo>
                    <a:pt x="12227" y="13709"/>
                    <a:pt x="12836" y="12349"/>
                    <a:pt x="12801" y="11226"/>
                  </a:cubicBezTo>
                  <a:cubicBezTo>
                    <a:pt x="12761" y="9959"/>
                    <a:pt x="11834" y="8925"/>
                    <a:pt x="10755" y="8388"/>
                  </a:cubicBezTo>
                  <a:cubicBezTo>
                    <a:pt x="10740" y="8381"/>
                    <a:pt x="10726" y="8378"/>
                    <a:pt x="10712" y="8378"/>
                  </a:cubicBezTo>
                  <a:cubicBezTo>
                    <a:pt x="10650" y="8378"/>
                    <a:pt x="10600" y="8443"/>
                    <a:pt x="10633" y="8507"/>
                  </a:cubicBezTo>
                  <a:cubicBezTo>
                    <a:pt x="10630" y="8510"/>
                    <a:pt x="10627" y="8510"/>
                    <a:pt x="10623" y="8510"/>
                  </a:cubicBezTo>
                  <a:cubicBezTo>
                    <a:pt x="10620" y="8510"/>
                    <a:pt x="10616" y="8510"/>
                    <a:pt x="10613" y="8513"/>
                  </a:cubicBezTo>
                  <a:cubicBezTo>
                    <a:pt x="9860" y="9067"/>
                    <a:pt x="9152" y="9682"/>
                    <a:pt x="8402" y="10239"/>
                  </a:cubicBezTo>
                  <a:cubicBezTo>
                    <a:pt x="8866" y="9650"/>
                    <a:pt x="9320" y="9055"/>
                    <a:pt x="9735" y="8432"/>
                  </a:cubicBezTo>
                  <a:cubicBezTo>
                    <a:pt x="9812" y="8314"/>
                    <a:pt x="9706" y="8209"/>
                    <a:pt x="9595" y="8209"/>
                  </a:cubicBezTo>
                  <a:cubicBezTo>
                    <a:pt x="9560" y="8209"/>
                    <a:pt x="9524" y="8220"/>
                    <a:pt x="9493" y="8244"/>
                  </a:cubicBezTo>
                  <a:cubicBezTo>
                    <a:pt x="9239" y="8452"/>
                    <a:pt x="6623" y="10487"/>
                    <a:pt x="7218" y="10756"/>
                  </a:cubicBezTo>
                  <a:cubicBezTo>
                    <a:pt x="7223" y="10758"/>
                    <a:pt x="7227" y="10759"/>
                    <a:pt x="7232" y="10759"/>
                  </a:cubicBezTo>
                  <a:lnTo>
                    <a:pt x="7232" y="10759"/>
                  </a:lnTo>
                  <a:cubicBezTo>
                    <a:pt x="6631" y="11102"/>
                    <a:pt x="6384" y="11495"/>
                    <a:pt x="6277" y="12283"/>
                  </a:cubicBezTo>
                  <a:cubicBezTo>
                    <a:pt x="6265" y="12413"/>
                    <a:pt x="6262" y="12543"/>
                    <a:pt x="6274" y="12676"/>
                  </a:cubicBezTo>
                  <a:cubicBezTo>
                    <a:pt x="6239" y="12622"/>
                    <a:pt x="6184" y="12584"/>
                    <a:pt x="6125" y="12584"/>
                  </a:cubicBezTo>
                  <a:cubicBezTo>
                    <a:pt x="6087" y="12584"/>
                    <a:pt x="6046" y="12600"/>
                    <a:pt x="6008" y="12638"/>
                  </a:cubicBezTo>
                  <a:cubicBezTo>
                    <a:pt x="5351" y="13295"/>
                    <a:pt x="4398" y="14274"/>
                    <a:pt x="4113" y="14778"/>
                  </a:cubicBezTo>
                  <a:lnTo>
                    <a:pt x="4113" y="14778"/>
                  </a:lnTo>
                  <a:cubicBezTo>
                    <a:pt x="4768" y="13618"/>
                    <a:pt x="5507" y="12513"/>
                    <a:pt x="6294" y="11440"/>
                  </a:cubicBezTo>
                  <a:cubicBezTo>
                    <a:pt x="6393" y="11304"/>
                    <a:pt x="6261" y="11181"/>
                    <a:pt x="6128" y="11181"/>
                  </a:cubicBezTo>
                  <a:cubicBezTo>
                    <a:pt x="6086" y="11181"/>
                    <a:pt x="6044" y="11193"/>
                    <a:pt x="6008" y="11221"/>
                  </a:cubicBezTo>
                  <a:cubicBezTo>
                    <a:pt x="5959" y="11255"/>
                    <a:pt x="5922" y="11299"/>
                    <a:pt x="5876" y="11336"/>
                  </a:cubicBezTo>
                  <a:cubicBezTo>
                    <a:pt x="6900" y="10230"/>
                    <a:pt x="7995" y="9188"/>
                    <a:pt x="9095" y="8163"/>
                  </a:cubicBezTo>
                  <a:cubicBezTo>
                    <a:pt x="9214" y="8054"/>
                    <a:pt x="9104" y="7861"/>
                    <a:pt x="8970" y="7861"/>
                  </a:cubicBezTo>
                  <a:cubicBezTo>
                    <a:pt x="8942" y="7861"/>
                    <a:pt x="8912" y="7869"/>
                    <a:pt x="8884" y="7889"/>
                  </a:cubicBezTo>
                  <a:cubicBezTo>
                    <a:pt x="7902" y="8565"/>
                    <a:pt x="6978" y="9304"/>
                    <a:pt x="6086" y="10080"/>
                  </a:cubicBezTo>
                  <a:cubicBezTo>
                    <a:pt x="6106" y="10057"/>
                    <a:pt x="6130" y="10037"/>
                    <a:pt x="6150" y="10014"/>
                  </a:cubicBezTo>
                  <a:cubicBezTo>
                    <a:pt x="7082" y="9006"/>
                    <a:pt x="7966" y="7955"/>
                    <a:pt x="8791" y="6861"/>
                  </a:cubicBezTo>
                  <a:cubicBezTo>
                    <a:pt x="8866" y="6760"/>
                    <a:pt x="8789" y="6671"/>
                    <a:pt x="8690" y="6645"/>
                  </a:cubicBezTo>
                  <a:cubicBezTo>
                    <a:pt x="9045" y="6284"/>
                    <a:pt x="9406" y="5923"/>
                    <a:pt x="9773" y="5577"/>
                  </a:cubicBezTo>
                  <a:lnTo>
                    <a:pt x="9773" y="5577"/>
                  </a:lnTo>
                  <a:cubicBezTo>
                    <a:pt x="9022" y="6342"/>
                    <a:pt x="8866" y="7219"/>
                    <a:pt x="10411" y="8158"/>
                  </a:cubicBezTo>
                  <a:cubicBezTo>
                    <a:pt x="10435" y="8172"/>
                    <a:pt x="10460" y="8178"/>
                    <a:pt x="10484" y="8178"/>
                  </a:cubicBezTo>
                  <a:cubicBezTo>
                    <a:pt x="10602" y="8178"/>
                    <a:pt x="10699" y="8020"/>
                    <a:pt x="10593" y="7927"/>
                  </a:cubicBezTo>
                  <a:cubicBezTo>
                    <a:pt x="9646" y="7075"/>
                    <a:pt x="9164" y="6327"/>
                    <a:pt x="10359" y="5444"/>
                  </a:cubicBezTo>
                  <a:cubicBezTo>
                    <a:pt x="11136" y="4872"/>
                    <a:pt x="12054" y="4474"/>
                    <a:pt x="12900" y="4018"/>
                  </a:cubicBezTo>
                  <a:cubicBezTo>
                    <a:pt x="14158" y="3333"/>
                    <a:pt x="15706" y="2412"/>
                    <a:pt x="15712" y="801"/>
                  </a:cubicBezTo>
                  <a:cubicBezTo>
                    <a:pt x="15712" y="711"/>
                    <a:pt x="15636" y="613"/>
                    <a:pt x="15542" y="613"/>
                  </a:cubicBezTo>
                  <a:cubicBezTo>
                    <a:pt x="15537" y="613"/>
                    <a:pt x="15532" y="613"/>
                    <a:pt x="15527" y="614"/>
                  </a:cubicBezTo>
                  <a:cubicBezTo>
                    <a:pt x="15412" y="627"/>
                    <a:pt x="15286" y="633"/>
                    <a:pt x="15151" y="633"/>
                  </a:cubicBezTo>
                  <a:cubicBezTo>
                    <a:pt x="13883" y="633"/>
                    <a:pt x="11786" y="107"/>
                    <a:pt x="9946" y="13"/>
                  </a:cubicBezTo>
                  <a:lnTo>
                    <a:pt x="9917" y="13"/>
                  </a:lnTo>
                  <a:cubicBezTo>
                    <a:pt x="9749" y="5"/>
                    <a:pt x="9583" y="0"/>
                    <a:pt x="942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99" name="Google Shape;8157;p80">
              <a:extLst>
                <a:ext uri="{FF2B5EF4-FFF2-40B4-BE49-F238E27FC236}">
                  <a16:creationId xmlns:a16="http://schemas.microsoft.com/office/drawing/2014/main" id="{0954733A-A70A-899E-5139-57598D0187B5}"/>
                </a:ext>
              </a:extLst>
            </p:cNvPr>
            <p:cNvSpPr/>
            <p:nvPr/>
          </p:nvSpPr>
          <p:spPr>
            <a:xfrm>
              <a:off x="4492625" y="804475"/>
              <a:ext cx="446125" cy="296800"/>
            </a:xfrm>
            <a:custGeom>
              <a:avLst/>
              <a:gdLst/>
              <a:ahLst/>
              <a:cxnLst/>
              <a:rect l="l" t="t" r="r" b="b"/>
              <a:pathLst>
                <a:path w="17845" h="11872" extrusionOk="0">
                  <a:moveTo>
                    <a:pt x="11999" y="965"/>
                  </a:moveTo>
                  <a:lnTo>
                    <a:pt x="11999" y="965"/>
                  </a:lnTo>
                  <a:cubicBezTo>
                    <a:pt x="11996" y="971"/>
                    <a:pt x="11990" y="977"/>
                    <a:pt x="11987" y="983"/>
                  </a:cubicBezTo>
                  <a:cubicBezTo>
                    <a:pt x="11456" y="1445"/>
                    <a:pt x="10942" y="1915"/>
                    <a:pt x="10440" y="2406"/>
                  </a:cubicBezTo>
                  <a:cubicBezTo>
                    <a:pt x="10206" y="2637"/>
                    <a:pt x="9984" y="2885"/>
                    <a:pt x="9779" y="3145"/>
                  </a:cubicBezTo>
                  <a:cubicBezTo>
                    <a:pt x="10197" y="2562"/>
                    <a:pt x="10656" y="2008"/>
                    <a:pt x="11153" y="1485"/>
                  </a:cubicBezTo>
                  <a:cubicBezTo>
                    <a:pt x="11456" y="1167"/>
                    <a:pt x="11742" y="1009"/>
                    <a:pt x="11999" y="965"/>
                  </a:cubicBezTo>
                  <a:close/>
                  <a:moveTo>
                    <a:pt x="14773" y="4565"/>
                  </a:moveTo>
                  <a:lnTo>
                    <a:pt x="14773" y="4565"/>
                  </a:lnTo>
                  <a:cubicBezTo>
                    <a:pt x="14383" y="4892"/>
                    <a:pt x="13997" y="5215"/>
                    <a:pt x="13601" y="5533"/>
                  </a:cubicBezTo>
                  <a:cubicBezTo>
                    <a:pt x="13601" y="5530"/>
                    <a:pt x="13607" y="5527"/>
                    <a:pt x="13607" y="5524"/>
                  </a:cubicBezTo>
                  <a:cubicBezTo>
                    <a:pt x="13589" y="5371"/>
                    <a:pt x="13595" y="5085"/>
                    <a:pt x="13607" y="4733"/>
                  </a:cubicBezTo>
                  <a:cubicBezTo>
                    <a:pt x="13722" y="4783"/>
                    <a:pt x="13835" y="4811"/>
                    <a:pt x="13959" y="4811"/>
                  </a:cubicBezTo>
                  <a:cubicBezTo>
                    <a:pt x="14079" y="4811"/>
                    <a:pt x="14209" y="4785"/>
                    <a:pt x="14360" y="4727"/>
                  </a:cubicBezTo>
                  <a:cubicBezTo>
                    <a:pt x="14508" y="4669"/>
                    <a:pt x="14640" y="4617"/>
                    <a:pt x="14773" y="4565"/>
                  </a:cubicBezTo>
                  <a:close/>
                  <a:moveTo>
                    <a:pt x="12143" y="2265"/>
                  </a:moveTo>
                  <a:cubicBezTo>
                    <a:pt x="11430" y="3318"/>
                    <a:pt x="10544" y="4254"/>
                    <a:pt x="9605" y="5128"/>
                  </a:cubicBezTo>
                  <a:cubicBezTo>
                    <a:pt x="9565" y="5166"/>
                    <a:pt x="9522" y="5203"/>
                    <a:pt x="9478" y="5244"/>
                  </a:cubicBezTo>
                  <a:cubicBezTo>
                    <a:pt x="9187" y="5515"/>
                    <a:pt x="8892" y="5781"/>
                    <a:pt x="8595" y="6041"/>
                  </a:cubicBezTo>
                  <a:cubicBezTo>
                    <a:pt x="8606" y="5642"/>
                    <a:pt x="8682" y="5250"/>
                    <a:pt x="8823" y="4877"/>
                  </a:cubicBezTo>
                  <a:lnTo>
                    <a:pt x="8826" y="4877"/>
                  </a:lnTo>
                  <a:cubicBezTo>
                    <a:pt x="8853" y="4903"/>
                    <a:pt x="8889" y="4916"/>
                    <a:pt x="8925" y="4916"/>
                  </a:cubicBezTo>
                  <a:cubicBezTo>
                    <a:pt x="8953" y="4916"/>
                    <a:pt x="8981" y="4908"/>
                    <a:pt x="9005" y="4892"/>
                  </a:cubicBezTo>
                  <a:cubicBezTo>
                    <a:pt x="10079" y="4150"/>
                    <a:pt x="11488" y="3232"/>
                    <a:pt x="12143" y="2265"/>
                  </a:cubicBezTo>
                  <a:close/>
                  <a:moveTo>
                    <a:pt x="12455" y="1014"/>
                  </a:moveTo>
                  <a:cubicBezTo>
                    <a:pt x="13029" y="1254"/>
                    <a:pt x="13387" y="2132"/>
                    <a:pt x="13367" y="3004"/>
                  </a:cubicBezTo>
                  <a:cubicBezTo>
                    <a:pt x="13356" y="3422"/>
                    <a:pt x="13318" y="3838"/>
                    <a:pt x="13292" y="4254"/>
                  </a:cubicBezTo>
                  <a:cubicBezTo>
                    <a:pt x="13272" y="4259"/>
                    <a:pt x="13255" y="4254"/>
                    <a:pt x="13231" y="4265"/>
                  </a:cubicBezTo>
                  <a:cubicBezTo>
                    <a:pt x="12305" y="4915"/>
                    <a:pt x="11381" y="5567"/>
                    <a:pt x="10486" y="6260"/>
                  </a:cubicBezTo>
                  <a:lnTo>
                    <a:pt x="10486" y="6257"/>
                  </a:lnTo>
                  <a:cubicBezTo>
                    <a:pt x="10324" y="6384"/>
                    <a:pt x="10165" y="6517"/>
                    <a:pt x="10004" y="6644"/>
                  </a:cubicBezTo>
                  <a:cubicBezTo>
                    <a:pt x="11101" y="5437"/>
                    <a:pt x="12131" y="4176"/>
                    <a:pt x="13003" y="2781"/>
                  </a:cubicBezTo>
                  <a:cubicBezTo>
                    <a:pt x="13073" y="2667"/>
                    <a:pt x="12968" y="2517"/>
                    <a:pt x="12850" y="2517"/>
                  </a:cubicBezTo>
                  <a:cubicBezTo>
                    <a:pt x="12822" y="2517"/>
                    <a:pt x="12794" y="2525"/>
                    <a:pt x="12767" y="2545"/>
                  </a:cubicBezTo>
                  <a:cubicBezTo>
                    <a:pt x="12414" y="2799"/>
                    <a:pt x="12065" y="3061"/>
                    <a:pt x="11719" y="3327"/>
                  </a:cubicBezTo>
                  <a:cubicBezTo>
                    <a:pt x="12120" y="2851"/>
                    <a:pt x="12495" y="2351"/>
                    <a:pt x="12847" y="1837"/>
                  </a:cubicBezTo>
                  <a:cubicBezTo>
                    <a:pt x="12935" y="1707"/>
                    <a:pt x="12815" y="1583"/>
                    <a:pt x="12690" y="1583"/>
                  </a:cubicBezTo>
                  <a:cubicBezTo>
                    <a:pt x="12649" y="1583"/>
                    <a:pt x="12608" y="1596"/>
                    <a:pt x="12573" y="1626"/>
                  </a:cubicBezTo>
                  <a:cubicBezTo>
                    <a:pt x="12135" y="2007"/>
                    <a:pt x="9835" y="4153"/>
                    <a:pt x="9557" y="4153"/>
                  </a:cubicBezTo>
                  <a:cubicBezTo>
                    <a:pt x="9458" y="4153"/>
                    <a:pt x="9618" y="3879"/>
                    <a:pt x="10212" y="3154"/>
                  </a:cubicBezTo>
                  <a:cubicBezTo>
                    <a:pt x="10861" y="2360"/>
                    <a:pt x="11664" y="1684"/>
                    <a:pt x="12455" y="1014"/>
                  </a:cubicBezTo>
                  <a:close/>
                  <a:moveTo>
                    <a:pt x="3179" y="4756"/>
                  </a:moveTo>
                  <a:cubicBezTo>
                    <a:pt x="3808" y="4756"/>
                    <a:pt x="4411" y="4956"/>
                    <a:pt x="5015" y="5215"/>
                  </a:cubicBezTo>
                  <a:cubicBezTo>
                    <a:pt x="5003" y="5212"/>
                    <a:pt x="4991" y="5211"/>
                    <a:pt x="4978" y="5211"/>
                  </a:cubicBezTo>
                  <a:cubicBezTo>
                    <a:pt x="4949" y="5211"/>
                    <a:pt x="4921" y="5218"/>
                    <a:pt x="4897" y="5232"/>
                  </a:cubicBezTo>
                  <a:cubicBezTo>
                    <a:pt x="4065" y="5689"/>
                    <a:pt x="3300" y="6211"/>
                    <a:pt x="2547" y="6765"/>
                  </a:cubicBezTo>
                  <a:cubicBezTo>
                    <a:pt x="2682" y="6612"/>
                    <a:pt x="2818" y="6459"/>
                    <a:pt x="2951" y="6303"/>
                  </a:cubicBezTo>
                  <a:cubicBezTo>
                    <a:pt x="3343" y="5853"/>
                    <a:pt x="3505" y="5613"/>
                    <a:pt x="3852" y="5137"/>
                  </a:cubicBezTo>
                  <a:cubicBezTo>
                    <a:pt x="3930" y="5027"/>
                    <a:pt x="3821" y="4913"/>
                    <a:pt x="3711" y="4913"/>
                  </a:cubicBezTo>
                  <a:cubicBezTo>
                    <a:pt x="3688" y="4913"/>
                    <a:pt x="3665" y="4918"/>
                    <a:pt x="3644" y="4929"/>
                  </a:cubicBezTo>
                  <a:cubicBezTo>
                    <a:pt x="3159" y="5178"/>
                    <a:pt x="2827" y="5333"/>
                    <a:pt x="2394" y="5683"/>
                  </a:cubicBezTo>
                  <a:cubicBezTo>
                    <a:pt x="2070" y="5944"/>
                    <a:pt x="1922" y="6047"/>
                    <a:pt x="1888" y="6047"/>
                  </a:cubicBezTo>
                  <a:cubicBezTo>
                    <a:pt x="1786" y="6047"/>
                    <a:pt x="2654" y="5164"/>
                    <a:pt x="2893" y="4811"/>
                  </a:cubicBezTo>
                  <a:lnTo>
                    <a:pt x="2893" y="4814"/>
                  </a:lnTo>
                  <a:cubicBezTo>
                    <a:pt x="2902" y="4799"/>
                    <a:pt x="2905" y="4782"/>
                    <a:pt x="2905" y="4768"/>
                  </a:cubicBezTo>
                  <a:lnTo>
                    <a:pt x="2916" y="4768"/>
                  </a:lnTo>
                  <a:cubicBezTo>
                    <a:pt x="3004" y="4759"/>
                    <a:pt x="3092" y="4756"/>
                    <a:pt x="3179" y="4756"/>
                  </a:cubicBezTo>
                  <a:close/>
                  <a:moveTo>
                    <a:pt x="16751" y="4147"/>
                  </a:moveTo>
                  <a:cubicBezTo>
                    <a:pt x="17651" y="4147"/>
                    <a:pt x="17244" y="4378"/>
                    <a:pt x="16800" y="4909"/>
                  </a:cubicBezTo>
                  <a:cubicBezTo>
                    <a:pt x="16615" y="5131"/>
                    <a:pt x="16439" y="5359"/>
                    <a:pt x="16274" y="5596"/>
                  </a:cubicBezTo>
                  <a:cubicBezTo>
                    <a:pt x="15659" y="6046"/>
                    <a:pt x="15073" y="6529"/>
                    <a:pt x="14505" y="7025"/>
                  </a:cubicBezTo>
                  <a:cubicBezTo>
                    <a:pt x="15192" y="6214"/>
                    <a:pt x="15862" y="5391"/>
                    <a:pt x="16488" y="4528"/>
                  </a:cubicBezTo>
                  <a:cubicBezTo>
                    <a:pt x="16593" y="4383"/>
                    <a:pt x="16452" y="4242"/>
                    <a:pt x="16308" y="4242"/>
                  </a:cubicBezTo>
                  <a:cubicBezTo>
                    <a:pt x="16263" y="4242"/>
                    <a:pt x="16217" y="4256"/>
                    <a:pt x="16179" y="4288"/>
                  </a:cubicBezTo>
                  <a:cubicBezTo>
                    <a:pt x="15685" y="4716"/>
                    <a:pt x="15212" y="5157"/>
                    <a:pt x="14724" y="5590"/>
                  </a:cubicBezTo>
                  <a:cubicBezTo>
                    <a:pt x="15128" y="5154"/>
                    <a:pt x="15506" y="4698"/>
                    <a:pt x="15879" y="4233"/>
                  </a:cubicBezTo>
                  <a:cubicBezTo>
                    <a:pt x="16168" y="4176"/>
                    <a:pt x="16459" y="4147"/>
                    <a:pt x="16751" y="4147"/>
                  </a:cubicBezTo>
                  <a:close/>
                  <a:moveTo>
                    <a:pt x="2376" y="4834"/>
                  </a:moveTo>
                  <a:lnTo>
                    <a:pt x="2376" y="4834"/>
                  </a:lnTo>
                  <a:cubicBezTo>
                    <a:pt x="2096" y="5024"/>
                    <a:pt x="1727" y="5279"/>
                    <a:pt x="1548" y="5408"/>
                  </a:cubicBezTo>
                  <a:cubicBezTo>
                    <a:pt x="1575" y="5371"/>
                    <a:pt x="1561" y="5309"/>
                    <a:pt x="1517" y="5309"/>
                  </a:cubicBezTo>
                  <a:cubicBezTo>
                    <a:pt x="1511" y="5309"/>
                    <a:pt x="1504" y="5310"/>
                    <a:pt x="1496" y="5313"/>
                  </a:cubicBezTo>
                  <a:cubicBezTo>
                    <a:pt x="1360" y="5377"/>
                    <a:pt x="1222" y="5429"/>
                    <a:pt x="1077" y="5469"/>
                  </a:cubicBezTo>
                  <a:cubicBezTo>
                    <a:pt x="1011" y="5486"/>
                    <a:pt x="979" y="5564"/>
                    <a:pt x="1014" y="5622"/>
                  </a:cubicBezTo>
                  <a:lnTo>
                    <a:pt x="1094" y="5746"/>
                  </a:lnTo>
                  <a:cubicBezTo>
                    <a:pt x="1116" y="5785"/>
                    <a:pt x="1156" y="5807"/>
                    <a:pt x="1198" y="5807"/>
                  </a:cubicBezTo>
                  <a:cubicBezTo>
                    <a:pt x="1219" y="5807"/>
                    <a:pt x="1240" y="5801"/>
                    <a:pt x="1259" y="5790"/>
                  </a:cubicBezTo>
                  <a:cubicBezTo>
                    <a:pt x="1770" y="5466"/>
                    <a:pt x="2034" y="5326"/>
                    <a:pt x="2130" y="5326"/>
                  </a:cubicBezTo>
                  <a:cubicBezTo>
                    <a:pt x="2315" y="5326"/>
                    <a:pt x="1878" y="5843"/>
                    <a:pt x="1386" y="6557"/>
                  </a:cubicBezTo>
                  <a:cubicBezTo>
                    <a:pt x="1312" y="6666"/>
                    <a:pt x="1414" y="6775"/>
                    <a:pt x="1519" y="6775"/>
                  </a:cubicBezTo>
                  <a:cubicBezTo>
                    <a:pt x="1553" y="6775"/>
                    <a:pt x="1588" y="6764"/>
                    <a:pt x="1617" y="6736"/>
                  </a:cubicBezTo>
                  <a:cubicBezTo>
                    <a:pt x="1910" y="6464"/>
                    <a:pt x="2992" y="5467"/>
                    <a:pt x="3137" y="5467"/>
                  </a:cubicBezTo>
                  <a:cubicBezTo>
                    <a:pt x="3196" y="5467"/>
                    <a:pt x="3100" y="5633"/>
                    <a:pt x="2731" y="6081"/>
                  </a:cubicBezTo>
                  <a:cubicBezTo>
                    <a:pt x="2399" y="6485"/>
                    <a:pt x="2047" y="6875"/>
                    <a:pt x="1698" y="7268"/>
                  </a:cubicBezTo>
                  <a:cubicBezTo>
                    <a:pt x="1525" y="7040"/>
                    <a:pt x="1340" y="6820"/>
                    <a:pt x="1138" y="6601"/>
                  </a:cubicBezTo>
                  <a:cubicBezTo>
                    <a:pt x="119" y="5486"/>
                    <a:pt x="1314" y="5016"/>
                    <a:pt x="2376" y="4834"/>
                  </a:cubicBezTo>
                  <a:close/>
                  <a:moveTo>
                    <a:pt x="13272" y="4776"/>
                  </a:moveTo>
                  <a:lnTo>
                    <a:pt x="13272" y="4776"/>
                  </a:lnTo>
                  <a:cubicBezTo>
                    <a:pt x="13260" y="5024"/>
                    <a:pt x="13269" y="5273"/>
                    <a:pt x="13292" y="5521"/>
                  </a:cubicBezTo>
                  <a:cubicBezTo>
                    <a:pt x="13304" y="5599"/>
                    <a:pt x="13367" y="5660"/>
                    <a:pt x="13442" y="5663"/>
                  </a:cubicBezTo>
                  <a:cubicBezTo>
                    <a:pt x="12440" y="6474"/>
                    <a:pt x="11442" y="7288"/>
                    <a:pt x="10443" y="8105"/>
                  </a:cubicBezTo>
                  <a:cubicBezTo>
                    <a:pt x="10564" y="7963"/>
                    <a:pt x="10682" y="7819"/>
                    <a:pt x="10803" y="7678"/>
                  </a:cubicBezTo>
                  <a:cubicBezTo>
                    <a:pt x="11632" y="6716"/>
                    <a:pt x="12461" y="5755"/>
                    <a:pt x="13272" y="4776"/>
                  </a:cubicBezTo>
                  <a:close/>
                  <a:moveTo>
                    <a:pt x="4357" y="5902"/>
                  </a:moveTo>
                  <a:cubicBezTo>
                    <a:pt x="3719" y="6716"/>
                    <a:pt x="2971" y="7444"/>
                    <a:pt x="2316" y="8252"/>
                  </a:cubicBezTo>
                  <a:cubicBezTo>
                    <a:pt x="2284" y="8189"/>
                    <a:pt x="2249" y="8119"/>
                    <a:pt x="2218" y="8059"/>
                  </a:cubicBezTo>
                  <a:cubicBezTo>
                    <a:pt x="2137" y="7914"/>
                    <a:pt x="2044" y="7787"/>
                    <a:pt x="1955" y="7655"/>
                  </a:cubicBezTo>
                  <a:cubicBezTo>
                    <a:pt x="2729" y="7141"/>
                    <a:pt x="3953" y="6416"/>
                    <a:pt x="4357" y="5902"/>
                  </a:cubicBezTo>
                  <a:close/>
                  <a:moveTo>
                    <a:pt x="5032" y="6936"/>
                  </a:moveTo>
                  <a:cubicBezTo>
                    <a:pt x="4354" y="7325"/>
                    <a:pt x="3531" y="8613"/>
                    <a:pt x="2939" y="9439"/>
                  </a:cubicBezTo>
                  <a:cubicBezTo>
                    <a:pt x="2780" y="9159"/>
                    <a:pt x="2633" y="8873"/>
                    <a:pt x="2492" y="8593"/>
                  </a:cubicBezTo>
                  <a:lnTo>
                    <a:pt x="2492" y="8590"/>
                  </a:lnTo>
                  <a:cubicBezTo>
                    <a:pt x="3320" y="8004"/>
                    <a:pt x="4149" y="7441"/>
                    <a:pt x="5032" y="6936"/>
                  </a:cubicBezTo>
                  <a:close/>
                  <a:moveTo>
                    <a:pt x="5037" y="5222"/>
                  </a:moveTo>
                  <a:cubicBezTo>
                    <a:pt x="6084" y="5675"/>
                    <a:pt x="7123" y="6289"/>
                    <a:pt x="8257" y="6335"/>
                  </a:cubicBezTo>
                  <a:lnTo>
                    <a:pt x="8260" y="6335"/>
                  </a:lnTo>
                  <a:cubicBezTo>
                    <a:pt x="8205" y="6381"/>
                    <a:pt x="8153" y="6430"/>
                    <a:pt x="8098" y="6477"/>
                  </a:cubicBezTo>
                  <a:cubicBezTo>
                    <a:pt x="7238" y="7222"/>
                    <a:pt x="6349" y="7929"/>
                    <a:pt x="5457" y="8636"/>
                  </a:cubicBezTo>
                  <a:cubicBezTo>
                    <a:pt x="5965" y="8085"/>
                    <a:pt x="6435" y="7496"/>
                    <a:pt x="6860" y="6878"/>
                  </a:cubicBezTo>
                  <a:cubicBezTo>
                    <a:pt x="6949" y="6751"/>
                    <a:pt x="6829" y="6628"/>
                    <a:pt x="6705" y="6628"/>
                  </a:cubicBezTo>
                  <a:cubicBezTo>
                    <a:pt x="6665" y="6628"/>
                    <a:pt x="6625" y="6641"/>
                    <a:pt x="6591" y="6670"/>
                  </a:cubicBezTo>
                  <a:cubicBezTo>
                    <a:pt x="5590" y="7548"/>
                    <a:pt x="4152" y="8483"/>
                    <a:pt x="3378" y="9453"/>
                  </a:cubicBezTo>
                  <a:cubicBezTo>
                    <a:pt x="4160" y="8472"/>
                    <a:pt x="5041" y="7600"/>
                    <a:pt x="5754" y="6560"/>
                  </a:cubicBezTo>
                  <a:cubicBezTo>
                    <a:pt x="5840" y="6436"/>
                    <a:pt x="5722" y="6316"/>
                    <a:pt x="5601" y="6316"/>
                  </a:cubicBezTo>
                  <a:cubicBezTo>
                    <a:pt x="5575" y="6316"/>
                    <a:pt x="5550" y="6321"/>
                    <a:pt x="5526" y="6332"/>
                  </a:cubicBezTo>
                  <a:cubicBezTo>
                    <a:pt x="4588" y="6783"/>
                    <a:pt x="3736" y="7320"/>
                    <a:pt x="2882" y="7912"/>
                  </a:cubicBezTo>
                  <a:cubicBezTo>
                    <a:pt x="3566" y="7438"/>
                    <a:pt x="4464" y="6298"/>
                    <a:pt x="5096" y="5489"/>
                  </a:cubicBezTo>
                  <a:cubicBezTo>
                    <a:pt x="5169" y="5403"/>
                    <a:pt x="5138" y="5270"/>
                    <a:pt x="5037" y="5222"/>
                  </a:cubicBezTo>
                  <a:close/>
                  <a:moveTo>
                    <a:pt x="15593" y="4398"/>
                  </a:moveTo>
                  <a:cubicBezTo>
                    <a:pt x="13604" y="6070"/>
                    <a:pt x="11756" y="7903"/>
                    <a:pt x="10070" y="9878"/>
                  </a:cubicBezTo>
                  <a:cubicBezTo>
                    <a:pt x="9909" y="9690"/>
                    <a:pt x="9738" y="9511"/>
                    <a:pt x="9559" y="9341"/>
                  </a:cubicBezTo>
                  <a:lnTo>
                    <a:pt x="9556" y="9338"/>
                  </a:lnTo>
                  <a:cubicBezTo>
                    <a:pt x="11545" y="7663"/>
                    <a:pt x="13601" y="6070"/>
                    <a:pt x="15593" y="4398"/>
                  </a:cubicBezTo>
                  <a:close/>
                  <a:moveTo>
                    <a:pt x="12492" y="3160"/>
                  </a:moveTo>
                  <a:cubicBezTo>
                    <a:pt x="11614" y="3801"/>
                    <a:pt x="10818" y="5233"/>
                    <a:pt x="10015" y="6136"/>
                  </a:cubicBezTo>
                  <a:cubicBezTo>
                    <a:pt x="9429" y="6794"/>
                    <a:pt x="8814" y="7421"/>
                    <a:pt x="8191" y="8044"/>
                  </a:cubicBezTo>
                  <a:cubicBezTo>
                    <a:pt x="8018" y="8128"/>
                    <a:pt x="7922" y="8223"/>
                    <a:pt x="7905" y="8333"/>
                  </a:cubicBezTo>
                  <a:cubicBezTo>
                    <a:pt x="7818" y="8420"/>
                    <a:pt x="7732" y="8506"/>
                    <a:pt x="7645" y="8593"/>
                  </a:cubicBezTo>
                  <a:cubicBezTo>
                    <a:pt x="6684" y="8795"/>
                    <a:pt x="5858" y="9159"/>
                    <a:pt x="5090" y="9846"/>
                  </a:cubicBezTo>
                  <a:lnTo>
                    <a:pt x="5090" y="9843"/>
                  </a:lnTo>
                  <a:cubicBezTo>
                    <a:pt x="4868" y="10045"/>
                    <a:pt x="4459" y="10686"/>
                    <a:pt x="4042" y="10686"/>
                  </a:cubicBezTo>
                  <a:cubicBezTo>
                    <a:pt x="3934" y="10686"/>
                    <a:pt x="3825" y="10643"/>
                    <a:pt x="3719" y="10539"/>
                  </a:cubicBezTo>
                  <a:cubicBezTo>
                    <a:pt x="3520" y="10345"/>
                    <a:pt x="3346" y="10103"/>
                    <a:pt x="3185" y="9849"/>
                  </a:cubicBezTo>
                  <a:cubicBezTo>
                    <a:pt x="4005" y="9263"/>
                    <a:pt x="4793" y="8653"/>
                    <a:pt x="5566" y="8010"/>
                  </a:cubicBezTo>
                  <a:cubicBezTo>
                    <a:pt x="6045" y="7611"/>
                    <a:pt x="6224" y="7466"/>
                    <a:pt x="6233" y="7466"/>
                  </a:cubicBezTo>
                  <a:lnTo>
                    <a:pt x="6233" y="7466"/>
                  </a:lnTo>
                  <a:cubicBezTo>
                    <a:pt x="6256" y="7466"/>
                    <a:pt x="5306" y="8296"/>
                    <a:pt x="5154" y="8463"/>
                  </a:cubicBezTo>
                  <a:cubicBezTo>
                    <a:pt x="4643" y="9029"/>
                    <a:pt x="4109" y="9569"/>
                    <a:pt x="3598" y="10134"/>
                  </a:cubicBezTo>
                  <a:cubicBezTo>
                    <a:pt x="3481" y="10265"/>
                    <a:pt x="3591" y="10424"/>
                    <a:pt x="3724" y="10424"/>
                  </a:cubicBezTo>
                  <a:cubicBezTo>
                    <a:pt x="3762" y="10424"/>
                    <a:pt x="3803" y="10411"/>
                    <a:pt x="3840" y="10380"/>
                  </a:cubicBezTo>
                  <a:cubicBezTo>
                    <a:pt x="5084" y="9346"/>
                    <a:pt x="6363" y="8356"/>
                    <a:pt x="7608" y="7323"/>
                  </a:cubicBezTo>
                  <a:lnTo>
                    <a:pt x="7608" y="7323"/>
                  </a:lnTo>
                  <a:cubicBezTo>
                    <a:pt x="7319" y="7698"/>
                    <a:pt x="7039" y="8076"/>
                    <a:pt x="6785" y="8474"/>
                  </a:cubicBezTo>
                  <a:cubicBezTo>
                    <a:pt x="6739" y="8550"/>
                    <a:pt x="6803" y="8618"/>
                    <a:pt x="6872" y="8618"/>
                  </a:cubicBezTo>
                  <a:cubicBezTo>
                    <a:pt x="6902" y="8618"/>
                    <a:pt x="6933" y="8605"/>
                    <a:pt x="6955" y="8573"/>
                  </a:cubicBezTo>
                  <a:cubicBezTo>
                    <a:pt x="7590" y="7631"/>
                    <a:pt x="8344" y="6780"/>
                    <a:pt x="9152" y="5980"/>
                  </a:cubicBezTo>
                  <a:cubicBezTo>
                    <a:pt x="9452" y="5706"/>
                    <a:pt x="9753" y="5429"/>
                    <a:pt x="10041" y="5143"/>
                  </a:cubicBezTo>
                  <a:cubicBezTo>
                    <a:pt x="10829" y="4444"/>
                    <a:pt x="11646" y="3778"/>
                    <a:pt x="12492" y="3160"/>
                  </a:cubicBezTo>
                  <a:close/>
                  <a:moveTo>
                    <a:pt x="14857" y="6000"/>
                  </a:moveTo>
                  <a:cubicBezTo>
                    <a:pt x="13595" y="7551"/>
                    <a:pt x="12235" y="9009"/>
                    <a:pt x="10824" y="10432"/>
                  </a:cubicBezTo>
                  <a:cubicBezTo>
                    <a:pt x="10683" y="10573"/>
                    <a:pt x="10816" y="10767"/>
                    <a:pt x="10970" y="10767"/>
                  </a:cubicBezTo>
                  <a:cubicBezTo>
                    <a:pt x="11015" y="10767"/>
                    <a:pt x="11061" y="10751"/>
                    <a:pt x="11104" y="10712"/>
                  </a:cubicBezTo>
                  <a:cubicBezTo>
                    <a:pt x="12394" y="9522"/>
                    <a:pt x="13630" y="8284"/>
                    <a:pt x="14961" y="7149"/>
                  </a:cubicBezTo>
                  <a:lnTo>
                    <a:pt x="14961" y="7149"/>
                  </a:lnTo>
                  <a:cubicBezTo>
                    <a:pt x="14040" y="8209"/>
                    <a:pt x="13139" y="9286"/>
                    <a:pt x="12322" y="10429"/>
                  </a:cubicBezTo>
                  <a:cubicBezTo>
                    <a:pt x="12291" y="10413"/>
                    <a:pt x="12256" y="10405"/>
                    <a:pt x="12220" y="10405"/>
                  </a:cubicBezTo>
                  <a:cubicBezTo>
                    <a:pt x="12150" y="10405"/>
                    <a:pt x="12079" y="10439"/>
                    <a:pt x="12045" y="10521"/>
                  </a:cubicBezTo>
                  <a:cubicBezTo>
                    <a:pt x="11935" y="10784"/>
                    <a:pt x="11828" y="11044"/>
                    <a:pt x="11719" y="11307"/>
                  </a:cubicBezTo>
                  <a:cubicBezTo>
                    <a:pt x="11710" y="11324"/>
                    <a:pt x="11722" y="11338"/>
                    <a:pt x="11719" y="11356"/>
                  </a:cubicBezTo>
                  <a:cubicBezTo>
                    <a:pt x="11237" y="11211"/>
                    <a:pt x="10795" y="10723"/>
                    <a:pt x="10356" y="10210"/>
                  </a:cubicBezTo>
                  <a:cubicBezTo>
                    <a:pt x="11820" y="8766"/>
                    <a:pt x="13324" y="7369"/>
                    <a:pt x="14857" y="6000"/>
                  </a:cubicBezTo>
                  <a:close/>
                  <a:moveTo>
                    <a:pt x="15108" y="7579"/>
                  </a:moveTo>
                  <a:lnTo>
                    <a:pt x="15108" y="7579"/>
                  </a:lnTo>
                  <a:cubicBezTo>
                    <a:pt x="14519" y="8653"/>
                    <a:pt x="13919" y="9725"/>
                    <a:pt x="13142" y="10683"/>
                  </a:cubicBezTo>
                  <a:cubicBezTo>
                    <a:pt x="12778" y="11133"/>
                    <a:pt x="12446" y="11333"/>
                    <a:pt x="12134" y="11382"/>
                  </a:cubicBezTo>
                  <a:cubicBezTo>
                    <a:pt x="13018" y="10025"/>
                    <a:pt x="14051" y="8795"/>
                    <a:pt x="15108" y="7579"/>
                  </a:cubicBezTo>
                  <a:close/>
                  <a:moveTo>
                    <a:pt x="13168" y="1"/>
                  </a:moveTo>
                  <a:cubicBezTo>
                    <a:pt x="13140" y="1"/>
                    <a:pt x="13112" y="9"/>
                    <a:pt x="13084" y="27"/>
                  </a:cubicBezTo>
                  <a:cubicBezTo>
                    <a:pt x="12920" y="140"/>
                    <a:pt x="12888" y="166"/>
                    <a:pt x="12810" y="281"/>
                  </a:cubicBezTo>
                  <a:cubicBezTo>
                    <a:pt x="12736" y="254"/>
                    <a:pt x="12656" y="239"/>
                    <a:pt x="12568" y="239"/>
                  </a:cubicBezTo>
                  <a:cubicBezTo>
                    <a:pt x="12299" y="239"/>
                    <a:pt x="11965" y="378"/>
                    <a:pt x="11548" y="706"/>
                  </a:cubicBezTo>
                  <a:cubicBezTo>
                    <a:pt x="10232" y="1736"/>
                    <a:pt x="9068" y="3341"/>
                    <a:pt x="8503" y="4921"/>
                  </a:cubicBezTo>
                  <a:cubicBezTo>
                    <a:pt x="8384" y="5250"/>
                    <a:pt x="8292" y="5553"/>
                    <a:pt x="8240" y="5899"/>
                  </a:cubicBezTo>
                  <a:cubicBezTo>
                    <a:pt x="8223" y="6011"/>
                    <a:pt x="8118" y="6056"/>
                    <a:pt x="7959" y="6056"/>
                  </a:cubicBezTo>
                  <a:cubicBezTo>
                    <a:pt x="7318" y="6056"/>
                    <a:pt x="5804" y="5321"/>
                    <a:pt x="5774" y="5307"/>
                  </a:cubicBezTo>
                  <a:cubicBezTo>
                    <a:pt x="4824" y="4857"/>
                    <a:pt x="3970" y="4499"/>
                    <a:pt x="2916" y="4410"/>
                  </a:cubicBezTo>
                  <a:cubicBezTo>
                    <a:pt x="2872" y="4406"/>
                    <a:pt x="2819" y="4404"/>
                    <a:pt x="2758" y="4404"/>
                  </a:cubicBezTo>
                  <a:cubicBezTo>
                    <a:pt x="1977" y="4404"/>
                    <a:pt x="0" y="4727"/>
                    <a:pt x="0" y="5628"/>
                  </a:cubicBezTo>
                  <a:cubicBezTo>
                    <a:pt x="0" y="6009"/>
                    <a:pt x="393" y="6347"/>
                    <a:pt x="624" y="6592"/>
                  </a:cubicBezTo>
                  <a:cubicBezTo>
                    <a:pt x="910" y="6904"/>
                    <a:pt x="1175" y="7236"/>
                    <a:pt x="1418" y="7585"/>
                  </a:cubicBezTo>
                  <a:cubicBezTo>
                    <a:pt x="1360" y="7652"/>
                    <a:pt x="1302" y="7715"/>
                    <a:pt x="1245" y="7779"/>
                  </a:cubicBezTo>
                  <a:cubicBezTo>
                    <a:pt x="1131" y="7894"/>
                    <a:pt x="1237" y="8052"/>
                    <a:pt x="1360" y="8052"/>
                  </a:cubicBezTo>
                  <a:cubicBezTo>
                    <a:pt x="1397" y="8052"/>
                    <a:pt x="1435" y="8038"/>
                    <a:pt x="1470" y="8004"/>
                  </a:cubicBezTo>
                  <a:cubicBezTo>
                    <a:pt x="1510" y="7969"/>
                    <a:pt x="1568" y="7926"/>
                    <a:pt x="1623" y="7888"/>
                  </a:cubicBezTo>
                  <a:cubicBezTo>
                    <a:pt x="2013" y="8477"/>
                    <a:pt x="2362" y="9089"/>
                    <a:pt x="2729" y="9722"/>
                  </a:cubicBezTo>
                  <a:cubicBezTo>
                    <a:pt x="2705" y="9753"/>
                    <a:pt x="2677" y="9791"/>
                    <a:pt x="2656" y="9820"/>
                  </a:cubicBezTo>
                  <a:cubicBezTo>
                    <a:pt x="2567" y="9933"/>
                    <a:pt x="2646" y="10117"/>
                    <a:pt x="2771" y="10117"/>
                  </a:cubicBezTo>
                  <a:cubicBezTo>
                    <a:pt x="2799" y="10117"/>
                    <a:pt x="2830" y="10107"/>
                    <a:pt x="2861" y="10085"/>
                  </a:cubicBezTo>
                  <a:cubicBezTo>
                    <a:pt x="2882" y="10071"/>
                    <a:pt x="2899" y="10057"/>
                    <a:pt x="2916" y="10045"/>
                  </a:cubicBezTo>
                  <a:cubicBezTo>
                    <a:pt x="3152" y="10454"/>
                    <a:pt x="3578" y="11155"/>
                    <a:pt x="4053" y="11155"/>
                  </a:cubicBezTo>
                  <a:cubicBezTo>
                    <a:pt x="4118" y="11155"/>
                    <a:pt x="4184" y="11142"/>
                    <a:pt x="4250" y="11113"/>
                  </a:cubicBezTo>
                  <a:cubicBezTo>
                    <a:pt x="4622" y="10949"/>
                    <a:pt x="4871" y="10585"/>
                    <a:pt x="5136" y="10290"/>
                  </a:cubicBezTo>
                  <a:cubicBezTo>
                    <a:pt x="5754" y="9606"/>
                    <a:pt x="6513" y="9190"/>
                    <a:pt x="7351" y="8919"/>
                  </a:cubicBezTo>
                  <a:lnTo>
                    <a:pt x="7351" y="8919"/>
                  </a:lnTo>
                  <a:cubicBezTo>
                    <a:pt x="7292" y="9038"/>
                    <a:pt x="7391" y="9172"/>
                    <a:pt x="7510" y="9172"/>
                  </a:cubicBezTo>
                  <a:cubicBezTo>
                    <a:pt x="7550" y="9172"/>
                    <a:pt x="7592" y="9157"/>
                    <a:pt x="7631" y="9121"/>
                  </a:cubicBezTo>
                  <a:cubicBezTo>
                    <a:pt x="7787" y="8983"/>
                    <a:pt x="7951" y="8858"/>
                    <a:pt x="8110" y="8720"/>
                  </a:cubicBezTo>
                  <a:cubicBezTo>
                    <a:pt x="8147" y="8711"/>
                    <a:pt x="8185" y="8700"/>
                    <a:pt x="8222" y="8691"/>
                  </a:cubicBezTo>
                  <a:cubicBezTo>
                    <a:pt x="8283" y="8682"/>
                    <a:pt x="8315" y="8619"/>
                    <a:pt x="8292" y="8567"/>
                  </a:cubicBezTo>
                  <a:cubicBezTo>
                    <a:pt x="9757" y="7295"/>
                    <a:pt x="11283" y="6097"/>
                    <a:pt x="12864" y="4975"/>
                  </a:cubicBezTo>
                  <a:lnTo>
                    <a:pt x="12864" y="4975"/>
                  </a:lnTo>
                  <a:cubicBezTo>
                    <a:pt x="11733" y="5779"/>
                    <a:pt x="10326" y="7595"/>
                    <a:pt x="9167" y="9023"/>
                  </a:cubicBezTo>
                  <a:cubicBezTo>
                    <a:pt x="9091" y="8974"/>
                    <a:pt x="9014" y="8931"/>
                    <a:pt x="8930" y="8893"/>
                  </a:cubicBezTo>
                  <a:cubicBezTo>
                    <a:pt x="8905" y="8882"/>
                    <a:pt x="8881" y="8878"/>
                    <a:pt x="8859" y="8878"/>
                  </a:cubicBezTo>
                  <a:cubicBezTo>
                    <a:pt x="8716" y="8878"/>
                    <a:pt x="8624" y="9067"/>
                    <a:pt x="8774" y="9162"/>
                  </a:cubicBezTo>
                  <a:cubicBezTo>
                    <a:pt x="8835" y="9199"/>
                    <a:pt x="8892" y="9245"/>
                    <a:pt x="8947" y="9291"/>
                  </a:cubicBezTo>
                  <a:cubicBezTo>
                    <a:pt x="8895" y="9358"/>
                    <a:pt x="8837" y="9427"/>
                    <a:pt x="8785" y="9491"/>
                  </a:cubicBezTo>
                  <a:cubicBezTo>
                    <a:pt x="8654" y="9626"/>
                    <a:pt x="8778" y="9812"/>
                    <a:pt x="8923" y="9812"/>
                  </a:cubicBezTo>
                  <a:cubicBezTo>
                    <a:pt x="8966" y="9812"/>
                    <a:pt x="9011" y="9795"/>
                    <a:pt x="9051" y="9756"/>
                  </a:cubicBezTo>
                  <a:cubicBezTo>
                    <a:pt x="9117" y="9701"/>
                    <a:pt x="9187" y="9649"/>
                    <a:pt x="9250" y="9592"/>
                  </a:cubicBezTo>
                  <a:cubicBezTo>
                    <a:pt x="9418" y="9777"/>
                    <a:pt x="9594" y="9990"/>
                    <a:pt x="9779" y="10212"/>
                  </a:cubicBezTo>
                  <a:cubicBezTo>
                    <a:pt x="9761" y="10233"/>
                    <a:pt x="9744" y="10253"/>
                    <a:pt x="9727" y="10273"/>
                  </a:cubicBezTo>
                  <a:cubicBezTo>
                    <a:pt x="9607" y="10419"/>
                    <a:pt x="9726" y="10608"/>
                    <a:pt x="9869" y="10608"/>
                  </a:cubicBezTo>
                  <a:cubicBezTo>
                    <a:pt x="9913" y="10608"/>
                    <a:pt x="9959" y="10590"/>
                    <a:pt x="10001" y="10547"/>
                  </a:cubicBezTo>
                  <a:cubicBezTo>
                    <a:pt x="10012" y="10539"/>
                    <a:pt x="10024" y="10527"/>
                    <a:pt x="10033" y="10518"/>
                  </a:cubicBezTo>
                  <a:cubicBezTo>
                    <a:pt x="10608" y="11204"/>
                    <a:pt x="11251" y="11871"/>
                    <a:pt x="11924" y="11871"/>
                  </a:cubicBezTo>
                  <a:cubicBezTo>
                    <a:pt x="12081" y="11871"/>
                    <a:pt x="12240" y="11835"/>
                    <a:pt x="12400" y="11754"/>
                  </a:cubicBezTo>
                  <a:cubicBezTo>
                    <a:pt x="14031" y="10931"/>
                    <a:pt x="14961" y="8590"/>
                    <a:pt x="15778" y="7077"/>
                  </a:cubicBezTo>
                  <a:cubicBezTo>
                    <a:pt x="15957" y="6742"/>
                    <a:pt x="16165" y="6430"/>
                    <a:pt x="16370" y="6119"/>
                  </a:cubicBezTo>
                  <a:cubicBezTo>
                    <a:pt x="16453" y="6021"/>
                    <a:pt x="16537" y="5925"/>
                    <a:pt x="16621" y="5827"/>
                  </a:cubicBezTo>
                  <a:cubicBezTo>
                    <a:pt x="16655" y="5784"/>
                    <a:pt x="16673" y="5729"/>
                    <a:pt x="16664" y="5674"/>
                  </a:cubicBezTo>
                  <a:cubicBezTo>
                    <a:pt x="16924" y="5310"/>
                    <a:pt x="17192" y="4955"/>
                    <a:pt x="17490" y="4609"/>
                  </a:cubicBezTo>
                  <a:cubicBezTo>
                    <a:pt x="17631" y="4438"/>
                    <a:pt x="17845" y="4213"/>
                    <a:pt x="17703" y="3985"/>
                  </a:cubicBezTo>
                  <a:cubicBezTo>
                    <a:pt x="17607" y="3829"/>
                    <a:pt x="17341" y="3791"/>
                    <a:pt x="17072" y="3791"/>
                  </a:cubicBezTo>
                  <a:cubicBezTo>
                    <a:pt x="16818" y="3791"/>
                    <a:pt x="16561" y="3825"/>
                    <a:pt x="16439" y="3826"/>
                  </a:cubicBezTo>
                  <a:lnTo>
                    <a:pt x="16188" y="3826"/>
                  </a:lnTo>
                  <a:cubicBezTo>
                    <a:pt x="16213" y="3713"/>
                    <a:pt x="16105" y="3617"/>
                    <a:pt x="15993" y="3617"/>
                  </a:cubicBezTo>
                  <a:cubicBezTo>
                    <a:pt x="15950" y="3617"/>
                    <a:pt x="15907" y="3630"/>
                    <a:pt x="15870" y="3662"/>
                  </a:cubicBezTo>
                  <a:cubicBezTo>
                    <a:pt x="15795" y="3725"/>
                    <a:pt x="15717" y="3786"/>
                    <a:pt x="15642" y="3849"/>
                  </a:cubicBezTo>
                  <a:cubicBezTo>
                    <a:pt x="15417" y="3867"/>
                    <a:pt x="15195" y="3919"/>
                    <a:pt x="14984" y="4002"/>
                  </a:cubicBezTo>
                  <a:cubicBezTo>
                    <a:pt x="14492" y="4206"/>
                    <a:pt x="14345" y="4586"/>
                    <a:pt x="13932" y="4586"/>
                  </a:cubicBezTo>
                  <a:cubicBezTo>
                    <a:pt x="13842" y="4586"/>
                    <a:pt x="13738" y="4568"/>
                    <a:pt x="13615" y="4525"/>
                  </a:cubicBezTo>
                  <a:cubicBezTo>
                    <a:pt x="13662" y="3217"/>
                    <a:pt x="13725" y="1156"/>
                    <a:pt x="13084" y="472"/>
                  </a:cubicBezTo>
                  <a:cubicBezTo>
                    <a:pt x="13151" y="411"/>
                    <a:pt x="13223" y="353"/>
                    <a:pt x="13289" y="293"/>
                  </a:cubicBezTo>
                  <a:cubicBezTo>
                    <a:pt x="13406" y="187"/>
                    <a:pt x="13300" y="1"/>
                    <a:pt x="1316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00" name="Google Shape;8158;p80">
              <a:extLst>
                <a:ext uri="{FF2B5EF4-FFF2-40B4-BE49-F238E27FC236}">
                  <a16:creationId xmlns:a16="http://schemas.microsoft.com/office/drawing/2014/main" id="{05FB084D-3FC2-83AF-0F09-1B8845152083}"/>
                </a:ext>
              </a:extLst>
            </p:cNvPr>
            <p:cNvSpPr/>
            <p:nvPr/>
          </p:nvSpPr>
          <p:spPr>
            <a:xfrm>
              <a:off x="5432550" y="952075"/>
              <a:ext cx="328650" cy="322675"/>
            </a:xfrm>
            <a:custGeom>
              <a:avLst/>
              <a:gdLst/>
              <a:ahLst/>
              <a:cxnLst/>
              <a:rect l="l" t="t" r="r" b="b"/>
              <a:pathLst>
                <a:path w="13146" h="12907" extrusionOk="0">
                  <a:moveTo>
                    <a:pt x="3747" y="539"/>
                  </a:moveTo>
                  <a:cubicBezTo>
                    <a:pt x="4006" y="539"/>
                    <a:pt x="4243" y="605"/>
                    <a:pt x="4435" y="731"/>
                  </a:cubicBezTo>
                  <a:cubicBezTo>
                    <a:pt x="3436" y="1638"/>
                    <a:pt x="2536" y="2640"/>
                    <a:pt x="1537" y="3549"/>
                  </a:cubicBezTo>
                  <a:lnTo>
                    <a:pt x="1467" y="3613"/>
                  </a:lnTo>
                  <a:cubicBezTo>
                    <a:pt x="1467" y="3601"/>
                    <a:pt x="1470" y="3590"/>
                    <a:pt x="1470" y="3578"/>
                  </a:cubicBezTo>
                  <a:cubicBezTo>
                    <a:pt x="1811" y="3255"/>
                    <a:pt x="2261" y="2833"/>
                    <a:pt x="2305" y="2790"/>
                  </a:cubicBezTo>
                  <a:cubicBezTo>
                    <a:pt x="2911" y="2161"/>
                    <a:pt x="3477" y="1511"/>
                    <a:pt x="4028" y="832"/>
                  </a:cubicBezTo>
                  <a:cubicBezTo>
                    <a:pt x="4132" y="726"/>
                    <a:pt x="4035" y="580"/>
                    <a:pt x="3922" y="580"/>
                  </a:cubicBezTo>
                  <a:cubicBezTo>
                    <a:pt x="3888" y="580"/>
                    <a:pt x="3852" y="593"/>
                    <a:pt x="3820" y="625"/>
                  </a:cubicBezTo>
                  <a:cubicBezTo>
                    <a:pt x="3327" y="1055"/>
                    <a:pt x="1583" y="2397"/>
                    <a:pt x="1306" y="3399"/>
                  </a:cubicBezTo>
                  <a:cubicBezTo>
                    <a:pt x="1081" y="3630"/>
                    <a:pt x="852" y="3855"/>
                    <a:pt x="630" y="4092"/>
                  </a:cubicBezTo>
                  <a:cubicBezTo>
                    <a:pt x="884" y="3125"/>
                    <a:pt x="1381" y="2262"/>
                    <a:pt x="2013" y="1488"/>
                  </a:cubicBezTo>
                  <a:cubicBezTo>
                    <a:pt x="2545" y="838"/>
                    <a:pt x="3196" y="539"/>
                    <a:pt x="3747" y="539"/>
                  </a:cubicBezTo>
                  <a:close/>
                  <a:moveTo>
                    <a:pt x="4764" y="1089"/>
                  </a:moveTo>
                  <a:cubicBezTo>
                    <a:pt x="4909" y="1349"/>
                    <a:pt x="4955" y="1696"/>
                    <a:pt x="4865" y="2117"/>
                  </a:cubicBezTo>
                  <a:cubicBezTo>
                    <a:pt x="4271" y="2533"/>
                    <a:pt x="3685" y="2954"/>
                    <a:pt x="3113" y="3405"/>
                  </a:cubicBezTo>
                  <a:cubicBezTo>
                    <a:pt x="2847" y="3613"/>
                    <a:pt x="2169" y="4233"/>
                    <a:pt x="1690" y="4681"/>
                  </a:cubicBezTo>
                  <a:cubicBezTo>
                    <a:pt x="2862" y="3575"/>
                    <a:pt x="3970" y="2478"/>
                    <a:pt x="4764" y="1089"/>
                  </a:cubicBezTo>
                  <a:close/>
                  <a:moveTo>
                    <a:pt x="4424" y="1188"/>
                  </a:moveTo>
                  <a:lnTo>
                    <a:pt x="4424" y="1188"/>
                  </a:lnTo>
                  <a:cubicBezTo>
                    <a:pt x="3269" y="2308"/>
                    <a:pt x="1898" y="3922"/>
                    <a:pt x="567" y="5247"/>
                  </a:cubicBezTo>
                  <a:cubicBezTo>
                    <a:pt x="518" y="5056"/>
                    <a:pt x="500" y="4857"/>
                    <a:pt x="518" y="4658"/>
                  </a:cubicBezTo>
                  <a:lnTo>
                    <a:pt x="518" y="4658"/>
                  </a:lnTo>
                  <a:lnTo>
                    <a:pt x="518" y="4661"/>
                  </a:lnTo>
                  <a:cubicBezTo>
                    <a:pt x="522" y="4658"/>
                    <a:pt x="526" y="4658"/>
                    <a:pt x="531" y="4658"/>
                  </a:cubicBezTo>
                  <a:cubicBezTo>
                    <a:pt x="535" y="4658"/>
                    <a:pt x="539" y="4658"/>
                    <a:pt x="544" y="4655"/>
                  </a:cubicBezTo>
                  <a:cubicBezTo>
                    <a:pt x="2051" y="3722"/>
                    <a:pt x="3159" y="2412"/>
                    <a:pt x="4424" y="1188"/>
                  </a:cubicBezTo>
                  <a:close/>
                  <a:moveTo>
                    <a:pt x="4747" y="3116"/>
                  </a:moveTo>
                  <a:cubicBezTo>
                    <a:pt x="4897" y="3249"/>
                    <a:pt x="5039" y="3393"/>
                    <a:pt x="5174" y="3543"/>
                  </a:cubicBezTo>
                  <a:lnTo>
                    <a:pt x="5171" y="3546"/>
                  </a:lnTo>
                  <a:cubicBezTo>
                    <a:pt x="5145" y="3546"/>
                    <a:pt x="5117" y="3552"/>
                    <a:pt x="5093" y="3566"/>
                  </a:cubicBezTo>
                  <a:cubicBezTo>
                    <a:pt x="4034" y="4320"/>
                    <a:pt x="3061" y="5172"/>
                    <a:pt x="2235" y="6176"/>
                  </a:cubicBezTo>
                  <a:cubicBezTo>
                    <a:pt x="3078" y="5149"/>
                    <a:pt x="3947" y="4164"/>
                    <a:pt x="4747" y="3116"/>
                  </a:cubicBezTo>
                  <a:close/>
                  <a:moveTo>
                    <a:pt x="4695" y="2643"/>
                  </a:moveTo>
                  <a:cubicBezTo>
                    <a:pt x="3584" y="3474"/>
                    <a:pt x="2449" y="5322"/>
                    <a:pt x="1516" y="6482"/>
                  </a:cubicBezTo>
                  <a:cubicBezTo>
                    <a:pt x="1177" y="6200"/>
                    <a:pt x="909" y="5935"/>
                    <a:pt x="732" y="5636"/>
                  </a:cubicBezTo>
                  <a:lnTo>
                    <a:pt x="732" y="5636"/>
                  </a:lnTo>
                  <a:cubicBezTo>
                    <a:pt x="2100" y="4695"/>
                    <a:pt x="3365" y="3633"/>
                    <a:pt x="4695" y="2643"/>
                  </a:cubicBezTo>
                  <a:close/>
                  <a:moveTo>
                    <a:pt x="4670" y="4324"/>
                  </a:moveTo>
                  <a:cubicBezTo>
                    <a:pt x="4733" y="4324"/>
                    <a:pt x="4598" y="4547"/>
                    <a:pt x="4268" y="4996"/>
                  </a:cubicBezTo>
                  <a:cubicBezTo>
                    <a:pt x="3777" y="5792"/>
                    <a:pt x="3119" y="6520"/>
                    <a:pt x="2504" y="7233"/>
                  </a:cubicBezTo>
                  <a:cubicBezTo>
                    <a:pt x="2328" y="7022"/>
                    <a:pt x="2149" y="6817"/>
                    <a:pt x="1973" y="6618"/>
                  </a:cubicBezTo>
                  <a:cubicBezTo>
                    <a:pt x="2715" y="6052"/>
                    <a:pt x="3402" y="5437"/>
                    <a:pt x="4095" y="4799"/>
                  </a:cubicBezTo>
                  <a:cubicBezTo>
                    <a:pt x="4426" y="4482"/>
                    <a:pt x="4618" y="4324"/>
                    <a:pt x="4670" y="4324"/>
                  </a:cubicBezTo>
                  <a:close/>
                  <a:moveTo>
                    <a:pt x="5024" y="5828"/>
                  </a:moveTo>
                  <a:lnTo>
                    <a:pt x="5024" y="5828"/>
                  </a:lnTo>
                  <a:cubicBezTo>
                    <a:pt x="4428" y="6609"/>
                    <a:pt x="3863" y="7399"/>
                    <a:pt x="3327" y="8215"/>
                  </a:cubicBezTo>
                  <a:cubicBezTo>
                    <a:pt x="3139" y="7992"/>
                    <a:pt x="2954" y="7773"/>
                    <a:pt x="2769" y="7551"/>
                  </a:cubicBezTo>
                  <a:lnTo>
                    <a:pt x="2772" y="7551"/>
                  </a:lnTo>
                  <a:cubicBezTo>
                    <a:pt x="3579" y="7055"/>
                    <a:pt x="4570" y="6421"/>
                    <a:pt x="5024" y="5828"/>
                  </a:cubicBezTo>
                  <a:close/>
                  <a:moveTo>
                    <a:pt x="6222" y="6976"/>
                  </a:moveTo>
                  <a:lnTo>
                    <a:pt x="6222" y="6976"/>
                  </a:lnTo>
                  <a:cubicBezTo>
                    <a:pt x="5558" y="7452"/>
                    <a:pt x="4932" y="8601"/>
                    <a:pt x="4403" y="9378"/>
                  </a:cubicBezTo>
                  <a:cubicBezTo>
                    <a:pt x="4190" y="9173"/>
                    <a:pt x="3985" y="8957"/>
                    <a:pt x="3783" y="8737"/>
                  </a:cubicBezTo>
                  <a:cubicBezTo>
                    <a:pt x="4603" y="8157"/>
                    <a:pt x="5405" y="7559"/>
                    <a:pt x="6222" y="6976"/>
                  </a:cubicBezTo>
                  <a:close/>
                  <a:moveTo>
                    <a:pt x="8913" y="7588"/>
                  </a:moveTo>
                  <a:cubicBezTo>
                    <a:pt x="9124" y="7637"/>
                    <a:pt x="9340" y="7669"/>
                    <a:pt x="9557" y="7678"/>
                  </a:cubicBezTo>
                  <a:cubicBezTo>
                    <a:pt x="8668" y="8316"/>
                    <a:pt x="7738" y="9150"/>
                    <a:pt x="7143" y="9748"/>
                  </a:cubicBezTo>
                  <a:cubicBezTo>
                    <a:pt x="7799" y="9084"/>
                    <a:pt x="8390" y="8362"/>
                    <a:pt x="8913" y="7588"/>
                  </a:cubicBezTo>
                  <a:close/>
                  <a:moveTo>
                    <a:pt x="5345" y="3751"/>
                  </a:moveTo>
                  <a:lnTo>
                    <a:pt x="5345" y="3751"/>
                  </a:lnTo>
                  <a:cubicBezTo>
                    <a:pt x="6381" y="5042"/>
                    <a:pt x="6956" y="6745"/>
                    <a:pt x="8388" y="7406"/>
                  </a:cubicBezTo>
                  <a:cubicBezTo>
                    <a:pt x="7396" y="8199"/>
                    <a:pt x="6419" y="9005"/>
                    <a:pt x="5434" y="9804"/>
                  </a:cubicBezTo>
                  <a:lnTo>
                    <a:pt x="5434" y="9804"/>
                  </a:lnTo>
                  <a:cubicBezTo>
                    <a:pt x="6262" y="9132"/>
                    <a:pt x="6821" y="8340"/>
                    <a:pt x="7394" y="7441"/>
                  </a:cubicBezTo>
                  <a:cubicBezTo>
                    <a:pt x="7477" y="7312"/>
                    <a:pt x="7358" y="7154"/>
                    <a:pt x="7226" y="7154"/>
                  </a:cubicBezTo>
                  <a:cubicBezTo>
                    <a:pt x="7195" y="7154"/>
                    <a:pt x="7164" y="7162"/>
                    <a:pt x="7135" y="7181"/>
                  </a:cubicBezTo>
                  <a:cubicBezTo>
                    <a:pt x="6644" y="7501"/>
                    <a:pt x="6170" y="7854"/>
                    <a:pt x="5723" y="8235"/>
                  </a:cubicBezTo>
                  <a:cubicBezTo>
                    <a:pt x="6141" y="7666"/>
                    <a:pt x="6543" y="7094"/>
                    <a:pt x="6918" y="6494"/>
                  </a:cubicBezTo>
                  <a:cubicBezTo>
                    <a:pt x="6995" y="6370"/>
                    <a:pt x="6882" y="6213"/>
                    <a:pt x="6753" y="6213"/>
                  </a:cubicBezTo>
                  <a:cubicBezTo>
                    <a:pt x="6724" y="6213"/>
                    <a:pt x="6693" y="6221"/>
                    <a:pt x="6664" y="6240"/>
                  </a:cubicBezTo>
                  <a:cubicBezTo>
                    <a:pt x="5599" y="6947"/>
                    <a:pt x="4588" y="7730"/>
                    <a:pt x="3552" y="8474"/>
                  </a:cubicBezTo>
                  <a:lnTo>
                    <a:pt x="3549" y="8472"/>
                  </a:lnTo>
                  <a:cubicBezTo>
                    <a:pt x="4383" y="7845"/>
                    <a:pt x="5171" y="6231"/>
                    <a:pt x="5812" y="5388"/>
                  </a:cubicBezTo>
                  <a:cubicBezTo>
                    <a:pt x="5899" y="5271"/>
                    <a:pt x="5775" y="5111"/>
                    <a:pt x="5650" y="5111"/>
                  </a:cubicBezTo>
                  <a:cubicBezTo>
                    <a:pt x="5620" y="5111"/>
                    <a:pt x="5591" y="5120"/>
                    <a:pt x="5564" y="5140"/>
                  </a:cubicBezTo>
                  <a:cubicBezTo>
                    <a:pt x="4767" y="5723"/>
                    <a:pt x="3656" y="6430"/>
                    <a:pt x="3113" y="7063"/>
                  </a:cubicBezTo>
                  <a:cubicBezTo>
                    <a:pt x="3979" y="6049"/>
                    <a:pt x="4733" y="5007"/>
                    <a:pt x="5339" y="3812"/>
                  </a:cubicBezTo>
                  <a:cubicBezTo>
                    <a:pt x="5345" y="3792"/>
                    <a:pt x="5348" y="3771"/>
                    <a:pt x="5345" y="3751"/>
                  </a:cubicBezTo>
                  <a:close/>
                  <a:moveTo>
                    <a:pt x="6653" y="7898"/>
                  </a:moveTo>
                  <a:lnTo>
                    <a:pt x="6653" y="7898"/>
                  </a:lnTo>
                  <a:cubicBezTo>
                    <a:pt x="6197" y="8610"/>
                    <a:pt x="5606" y="9275"/>
                    <a:pt x="5062" y="9947"/>
                  </a:cubicBezTo>
                  <a:cubicBezTo>
                    <a:pt x="4943" y="9857"/>
                    <a:pt x="4831" y="9759"/>
                    <a:pt x="4718" y="9661"/>
                  </a:cubicBezTo>
                  <a:cubicBezTo>
                    <a:pt x="5331" y="9111"/>
                    <a:pt x="6341" y="8383"/>
                    <a:pt x="6653" y="7898"/>
                  </a:cubicBezTo>
                  <a:close/>
                  <a:moveTo>
                    <a:pt x="10397" y="7672"/>
                  </a:moveTo>
                  <a:cubicBezTo>
                    <a:pt x="10976" y="7672"/>
                    <a:pt x="11410" y="7774"/>
                    <a:pt x="11578" y="8581"/>
                  </a:cubicBezTo>
                  <a:cubicBezTo>
                    <a:pt x="11563" y="8584"/>
                    <a:pt x="11552" y="8581"/>
                    <a:pt x="11540" y="8587"/>
                  </a:cubicBezTo>
                  <a:cubicBezTo>
                    <a:pt x="10550" y="9216"/>
                    <a:pt x="9724" y="9973"/>
                    <a:pt x="8875" y="10775"/>
                  </a:cubicBezTo>
                  <a:cubicBezTo>
                    <a:pt x="9057" y="10585"/>
                    <a:pt x="9254" y="10371"/>
                    <a:pt x="9421" y="10160"/>
                  </a:cubicBezTo>
                  <a:cubicBezTo>
                    <a:pt x="9929" y="9531"/>
                    <a:pt x="10414" y="8902"/>
                    <a:pt x="10870" y="8229"/>
                  </a:cubicBezTo>
                  <a:cubicBezTo>
                    <a:pt x="10962" y="8095"/>
                    <a:pt x="10831" y="7930"/>
                    <a:pt x="10691" y="7930"/>
                  </a:cubicBezTo>
                  <a:cubicBezTo>
                    <a:pt x="10659" y="7930"/>
                    <a:pt x="10626" y="7938"/>
                    <a:pt x="10596" y="7958"/>
                  </a:cubicBezTo>
                  <a:cubicBezTo>
                    <a:pt x="9964" y="8353"/>
                    <a:pt x="9384" y="8801"/>
                    <a:pt x="8818" y="9268"/>
                  </a:cubicBezTo>
                  <a:cubicBezTo>
                    <a:pt x="9239" y="8786"/>
                    <a:pt x="9652" y="8301"/>
                    <a:pt x="10048" y="7796"/>
                  </a:cubicBezTo>
                  <a:cubicBezTo>
                    <a:pt x="10071" y="7761"/>
                    <a:pt x="10085" y="7721"/>
                    <a:pt x="10085" y="7678"/>
                  </a:cubicBezTo>
                  <a:cubicBezTo>
                    <a:pt x="10193" y="7675"/>
                    <a:pt x="10297" y="7672"/>
                    <a:pt x="10397" y="7672"/>
                  </a:cubicBezTo>
                  <a:close/>
                  <a:moveTo>
                    <a:pt x="8434" y="7894"/>
                  </a:moveTo>
                  <a:cubicBezTo>
                    <a:pt x="8558" y="7894"/>
                    <a:pt x="6647" y="9702"/>
                    <a:pt x="6309" y="10045"/>
                  </a:cubicBezTo>
                  <a:cubicBezTo>
                    <a:pt x="6183" y="10168"/>
                    <a:pt x="6295" y="10378"/>
                    <a:pt x="6442" y="10378"/>
                  </a:cubicBezTo>
                  <a:cubicBezTo>
                    <a:pt x="6474" y="10378"/>
                    <a:pt x="6507" y="10368"/>
                    <a:pt x="6540" y="10345"/>
                  </a:cubicBezTo>
                  <a:cubicBezTo>
                    <a:pt x="7452" y="9730"/>
                    <a:pt x="8664" y="8934"/>
                    <a:pt x="9288" y="8140"/>
                  </a:cubicBezTo>
                  <a:lnTo>
                    <a:pt x="9288" y="8140"/>
                  </a:lnTo>
                  <a:cubicBezTo>
                    <a:pt x="8696" y="8893"/>
                    <a:pt x="8041" y="9598"/>
                    <a:pt x="7392" y="10305"/>
                  </a:cubicBezTo>
                  <a:cubicBezTo>
                    <a:pt x="7384" y="10305"/>
                    <a:pt x="7378" y="10296"/>
                    <a:pt x="7369" y="10296"/>
                  </a:cubicBezTo>
                  <a:cubicBezTo>
                    <a:pt x="7368" y="10296"/>
                    <a:pt x="7367" y="10296"/>
                    <a:pt x="7366" y="10296"/>
                  </a:cubicBezTo>
                  <a:cubicBezTo>
                    <a:pt x="7008" y="10464"/>
                    <a:pt x="6765" y="10643"/>
                    <a:pt x="6606" y="10824"/>
                  </a:cubicBezTo>
                  <a:cubicBezTo>
                    <a:pt x="6203" y="10677"/>
                    <a:pt x="5834" y="10473"/>
                    <a:pt x="5485" y="10243"/>
                  </a:cubicBezTo>
                  <a:lnTo>
                    <a:pt x="5485" y="10243"/>
                  </a:lnTo>
                  <a:cubicBezTo>
                    <a:pt x="6235" y="9640"/>
                    <a:pt x="6982" y="9037"/>
                    <a:pt x="7726" y="8428"/>
                  </a:cubicBezTo>
                  <a:cubicBezTo>
                    <a:pt x="8191" y="8046"/>
                    <a:pt x="8398" y="7894"/>
                    <a:pt x="8434" y="7894"/>
                  </a:cubicBezTo>
                  <a:close/>
                  <a:moveTo>
                    <a:pt x="11618" y="9883"/>
                  </a:moveTo>
                  <a:lnTo>
                    <a:pt x="11618" y="9883"/>
                  </a:lnTo>
                  <a:cubicBezTo>
                    <a:pt x="11468" y="10989"/>
                    <a:pt x="10827" y="11907"/>
                    <a:pt x="9742" y="12329"/>
                  </a:cubicBezTo>
                  <a:lnTo>
                    <a:pt x="9742" y="12331"/>
                  </a:lnTo>
                  <a:cubicBezTo>
                    <a:pt x="9594" y="12386"/>
                    <a:pt x="9441" y="12421"/>
                    <a:pt x="9285" y="12438"/>
                  </a:cubicBezTo>
                  <a:cubicBezTo>
                    <a:pt x="9707" y="11930"/>
                    <a:pt x="10143" y="11442"/>
                    <a:pt x="10605" y="10960"/>
                  </a:cubicBezTo>
                  <a:cubicBezTo>
                    <a:pt x="10735" y="10807"/>
                    <a:pt x="10853" y="10645"/>
                    <a:pt x="10957" y="10478"/>
                  </a:cubicBezTo>
                  <a:cubicBezTo>
                    <a:pt x="10969" y="10472"/>
                    <a:pt x="10977" y="10478"/>
                    <a:pt x="10986" y="10469"/>
                  </a:cubicBezTo>
                  <a:cubicBezTo>
                    <a:pt x="11220" y="10299"/>
                    <a:pt x="11430" y="10103"/>
                    <a:pt x="11618" y="9883"/>
                  </a:cubicBezTo>
                  <a:close/>
                  <a:moveTo>
                    <a:pt x="10091" y="8670"/>
                  </a:moveTo>
                  <a:cubicBezTo>
                    <a:pt x="9347" y="9758"/>
                    <a:pt x="8435" y="10723"/>
                    <a:pt x="7689" y="11812"/>
                  </a:cubicBezTo>
                  <a:cubicBezTo>
                    <a:pt x="7586" y="11965"/>
                    <a:pt x="7725" y="12101"/>
                    <a:pt x="7869" y="12101"/>
                  </a:cubicBezTo>
                  <a:cubicBezTo>
                    <a:pt x="7916" y="12101"/>
                    <a:pt x="7963" y="12087"/>
                    <a:pt x="8004" y="12054"/>
                  </a:cubicBezTo>
                  <a:cubicBezTo>
                    <a:pt x="9087" y="11178"/>
                    <a:pt x="10041" y="10167"/>
                    <a:pt x="11148" y="9313"/>
                  </a:cubicBezTo>
                  <a:lnTo>
                    <a:pt x="11148" y="9313"/>
                  </a:lnTo>
                  <a:cubicBezTo>
                    <a:pt x="10512" y="9805"/>
                    <a:pt x="9954" y="10668"/>
                    <a:pt x="9418" y="11480"/>
                  </a:cubicBezTo>
                  <a:cubicBezTo>
                    <a:pt x="9257" y="11598"/>
                    <a:pt x="9181" y="11716"/>
                    <a:pt x="9184" y="11835"/>
                  </a:cubicBezTo>
                  <a:cubicBezTo>
                    <a:pt x="9037" y="12054"/>
                    <a:pt x="8890" y="12262"/>
                    <a:pt x="8746" y="12453"/>
                  </a:cubicBezTo>
                  <a:cubicBezTo>
                    <a:pt x="7703" y="12404"/>
                    <a:pt x="6520" y="11921"/>
                    <a:pt x="6745" y="11185"/>
                  </a:cubicBezTo>
                  <a:lnTo>
                    <a:pt x="6745" y="11185"/>
                  </a:lnTo>
                  <a:cubicBezTo>
                    <a:pt x="6774" y="11268"/>
                    <a:pt x="6850" y="11314"/>
                    <a:pt x="6928" y="11314"/>
                  </a:cubicBezTo>
                  <a:cubicBezTo>
                    <a:pt x="6973" y="11314"/>
                    <a:pt x="7019" y="11299"/>
                    <a:pt x="7057" y="11266"/>
                  </a:cubicBezTo>
                  <a:cubicBezTo>
                    <a:pt x="7952" y="10550"/>
                    <a:pt x="9498" y="9535"/>
                    <a:pt x="10091" y="8670"/>
                  </a:cubicBezTo>
                  <a:close/>
                  <a:moveTo>
                    <a:pt x="4438" y="0"/>
                  </a:moveTo>
                  <a:cubicBezTo>
                    <a:pt x="4048" y="0"/>
                    <a:pt x="3634" y="102"/>
                    <a:pt x="3361" y="192"/>
                  </a:cubicBezTo>
                  <a:cubicBezTo>
                    <a:pt x="1179" y="913"/>
                    <a:pt x="330" y="3465"/>
                    <a:pt x="12" y="5489"/>
                  </a:cubicBezTo>
                  <a:cubicBezTo>
                    <a:pt x="1" y="5561"/>
                    <a:pt x="18" y="5634"/>
                    <a:pt x="87" y="5674"/>
                  </a:cubicBezTo>
                  <a:cubicBezTo>
                    <a:pt x="604" y="5954"/>
                    <a:pt x="942" y="6381"/>
                    <a:pt x="1395" y="6725"/>
                  </a:cubicBezTo>
                  <a:cubicBezTo>
                    <a:pt x="1404" y="6817"/>
                    <a:pt x="1470" y="6903"/>
                    <a:pt x="1557" y="6903"/>
                  </a:cubicBezTo>
                  <a:cubicBezTo>
                    <a:pt x="1586" y="6903"/>
                    <a:pt x="1619" y="6893"/>
                    <a:pt x="1652" y="6869"/>
                  </a:cubicBezTo>
                  <a:cubicBezTo>
                    <a:pt x="1721" y="6820"/>
                    <a:pt x="1782" y="6760"/>
                    <a:pt x="1851" y="6710"/>
                  </a:cubicBezTo>
                  <a:cubicBezTo>
                    <a:pt x="2019" y="6936"/>
                    <a:pt x="2192" y="7167"/>
                    <a:pt x="2368" y="7406"/>
                  </a:cubicBezTo>
                  <a:cubicBezTo>
                    <a:pt x="2297" y="7525"/>
                    <a:pt x="2377" y="7673"/>
                    <a:pt x="2503" y="7673"/>
                  </a:cubicBezTo>
                  <a:cubicBezTo>
                    <a:pt x="2520" y="7673"/>
                    <a:pt x="2539" y="7670"/>
                    <a:pt x="2559" y="7663"/>
                  </a:cubicBezTo>
                  <a:cubicBezTo>
                    <a:pt x="2755" y="7926"/>
                    <a:pt x="2954" y="8191"/>
                    <a:pt x="3168" y="8454"/>
                  </a:cubicBezTo>
                  <a:cubicBezTo>
                    <a:pt x="3055" y="8633"/>
                    <a:pt x="2928" y="8801"/>
                    <a:pt x="2821" y="8983"/>
                  </a:cubicBezTo>
                  <a:cubicBezTo>
                    <a:pt x="2747" y="9106"/>
                    <a:pt x="2853" y="9262"/>
                    <a:pt x="2979" y="9262"/>
                  </a:cubicBezTo>
                  <a:cubicBezTo>
                    <a:pt x="3009" y="9262"/>
                    <a:pt x="3040" y="9254"/>
                    <a:pt x="3070" y="9234"/>
                  </a:cubicBezTo>
                  <a:cubicBezTo>
                    <a:pt x="3228" y="9130"/>
                    <a:pt x="3387" y="9008"/>
                    <a:pt x="3546" y="8899"/>
                  </a:cubicBezTo>
                  <a:cubicBezTo>
                    <a:pt x="3765" y="9156"/>
                    <a:pt x="3993" y="9401"/>
                    <a:pt x="4230" y="9632"/>
                  </a:cubicBezTo>
                  <a:cubicBezTo>
                    <a:pt x="4161" y="9756"/>
                    <a:pt x="4277" y="9874"/>
                    <a:pt x="4399" y="9874"/>
                  </a:cubicBezTo>
                  <a:cubicBezTo>
                    <a:pt x="4425" y="9874"/>
                    <a:pt x="4451" y="9869"/>
                    <a:pt x="4476" y="9857"/>
                  </a:cubicBezTo>
                  <a:cubicBezTo>
                    <a:pt x="4603" y="9973"/>
                    <a:pt x="4735" y="10082"/>
                    <a:pt x="4868" y="10186"/>
                  </a:cubicBezTo>
                  <a:cubicBezTo>
                    <a:pt x="4813" y="10256"/>
                    <a:pt x="4756" y="10325"/>
                    <a:pt x="4701" y="10397"/>
                  </a:cubicBezTo>
                  <a:cubicBezTo>
                    <a:pt x="4593" y="10540"/>
                    <a:pt x="4734" y="10671"/>
                    <a:pt x="4877" y="10671"/>
                  </a:cubicBezTo>
                  <a:cubicBezTo>
                    <a:pt x="4922" y="10671"/>
                    <a:pt x="4967" y="10658"/>
                    <a:pt x="5004" y="10628"/>
                  </a:cubicBezTo>
                  <a:cubicBezTo>
                    <a:pt x="5082" y="10567"/>
                    <a:pt x="5157" y="10504"/>
                    <a:pt x="5235" y="10443"/>
                  </a:cubicBezTo>
                  <a:cubicBezTo>
                    <a:pt x="5619" y="10697"/>
                    <a:pt x="6020" y="10914"/>
                    <a:pt x="6456" y="11041"/>
                  </a:cubicBezTo>
                  <a:cubicBezTo>
                    <a:pt x="6055" y="11864"/>
                    <a:pt x="7288" y="12701"/>
                    <a:pt x="8491" y="12828"/>
                  </a:cubicBezTo>
                  <a:cubicBezTo>
                    <a:pt x="8515" y="12830"/>
                    <a:pt x="8538" y="12831"/>
                    <a:pt x="8561" y="12831"/>
                  </a:cubicBezTo>
                  <a:cubicBezTo>
                    <a:pt x="8586" y="12831"/>
                    <a:pt x="8611" y="12830"/>
                    <a:pt x="8636" y="12830"/>
                  </a:cubicBezTo>
                  <a:cubicBezTo>
                    <a:pt x="8650" y="12830"/>
                    <a:pt x="8665" y="12830"/>
                    <a:pt x="8679" y="12831"/>
                  </a:cubicBezTo>
                  <a:cubicBezTo>
                    <a:pt x="8718" y="12876"/>
                    <a:pt x="8770" y="12907"/>
                    <a:pt x="8822" y="12907"/>
                  </a:cubicBezTo>
                  <a:cubicBezTo>
                    <a:pt x="8865" y="12907"/>
                    <a:pt x="8908" y="12887"/>
                    <a:pt x="8945" y="12840"/>
                  </a:cubicBezTo>
                  <a:lnTo>
                    <a:pt x="8948" y="12837"/>
                  </a:lnTo>
                  <a:cubicBezTo>
                    <a:pt x="11254" y="12684"/>
                    <a:pt x="13145" y="9612"/>
                    <a:pt x="11540" y="7652"/>
                  </a:cubicBezTo>
                  <a:cubicBezTo>
                    <a:pt x="11355" y="7424"/>
                    <a:pt x="10919" y="7340"/>
                    <a:pt x="10657" y="7334"/>
                  </a:cubicBezTo>
                  <a:cubicBezTo>
                    <a:pt x="10082" y="7320"/>
                    <a:pt x="9589" y="7317"/>
                    <a:pt x="9141" y="7242"/>
                  </a:cubicBezTo>
                  <a:cubicBezTo>
                    <a:pt x="9188" y="7110"/>
                    <a:pt x="9076" y="7004"/>
                    <a:pt x="8954" y="7004"/>
                  </a:cubicBezTo>
                  <a:cubicBezTo>
                    <a:pt x="8911" y="7004"/>
                    <a:pt x="8866" y="7018"/>
                    <a:pt x="8826" y="7048"/>
                  </a:cubicBezTo>
                  <a:cubicBezTo>
                    <a:pt x="8789" y="7080"/>
                    <a:pt x="8751" y="7112"/>
                    <a:pt x="8714" y="7141"/>
                  </a:cubicBezTo>
                  <a:cubicBezTo>
                    <a:pt x="8174" y="6970"/>
                    <a:pt x="7680" y="6638"/>
                    <a:pt x="7163" y="5957"/>
                  </a:cubicBezTo>
                  <a:cubicBezTo>
                    <a:pt x="6577" y="5186"/>
                    <a:pt x="6251" y="4225"/>
                    <a:pt x="5610" y="3491"/>
                  </a:cubicBezTo>
                  <a:cubicBezTo>
                    <a:pt x="5287" y="3119"/>
                    <a:pt x="5235" y="2761"/>
                    <a:pt x="5267" y="2394"/>
                  </a:cubicBezTo>
                  <a:cubicBezTo>
                    <a:pt x="5342" y="2288"/>
                    <a:pt x="5423" y="2186"/>
                    <a:pt x="5495" y="2080"/>
                  </a:cubicBezTo>
                  <a:cubicBezTo>
                    <a:pt x="5570" y="1970"/>
                    <a:pt x="5480" y="1831"/>
                    <a:pt x="5368" y="1811"/>
                  </a:cubicBezTo>
                  <a:cubicBezTo>
                    <a:pt x="5440" y="1488"/>
                    <a:pt x="5512" y="1150"/>
                    <a:pt x="5477" y="786"/>
                  </a:cubicBezTo>
                  <a:cubicBezTo>
                    <a:pt x="5423" y="176"/>
                    <a:pt x="4952" y="0"/>
                    <a:pt x="443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01" name="Google Shape;8159;p80">
              <a:extLst>
                <a:ext uri="{FF2B5EF4-FFF2-40B4-BE49-F238E27FC236}">
                  <a16:creationId xmlns:a16="http://schemas.microsoft.com/office/drawing/2014/main" id="{86BC63A2-6CEF-74C9-2D71-6E460B43B92D}"/>
                </a:ext>
              </a:extLst>
            </p:cNvPr>
            <p:cNvSpPr/>
            <p:nvPr/>
          </p:nvSpPr>
          <p:spPr>
            <a:xfrm>
              <a:off x="6326800" y="1440800"/>
              <a:ext cx="161475" cy="100175"/>
            </a:xfrm>
            <a:custGeom>
              <a:avLst/>
              <a:gdLst/>
              <a:ahLst/>
              <a:cxnLst/>
              <a:rect l="l" t="t" r="r" b="b"/>
              <a:pathLst>
                <a:path w="6459" h="4007" extrusionOk="0">
                  <a:moveTo>
                    <a:pt x="6014" y="1169"/>
                  </a:moveTo>
                  <a:cubicBezTo>
                    <a:pt x="6055" y="1299"/>
                    <a:pt x="6072" y="1432"/>
                    <a:pt x="6066" y="1565"/>
                  </a:cubicBezTo>
                  <a:cubicBezTo>
                    <a:pt x="6058" y="1949"/>
                    <a:pt x="5844" y="2298"/>
                    <a:pt x="5558" y="2546"/>
                  </a:cubicBezTo>
                  <a:cubicBezTo>
                    <a:pt x="5512" y="2581"/>
                    <a:pt x="5463" y="2613"/>
                    <a:pt x="5411" y="2639"/>
                  </a:cubicBezTo>
                  <a:cubicBezTo>
                    <a:pt x="5387" y="2619"/>
                    <a:pt x="5359" y="2607"/>
                    <a:pt x="5329" y="2607"/>
                  </a:cubicBezTo>
                  <a:cubicBezTo>
                    <a:pt x="5316" y="2607"/>
                    <a:pt x="5304" y="2609"/>
                    <a:pt x="5292" y="2614"/>
                  </a:cubicBezTo>
                  <a:lnTo>
                    <a:pt x="5292" y="2614"/>
                  </a:lnTo>
                  <a:cubicBezTo>
                    <a:pt x="5458" y="2544"/>
                    <a:pt x="5826" y="1681"/>
                    <a:pt x="6014" y="1169"/>
                  </a:cubicBezTo>
                  <a:close/>
                  <a:moveTo>
                    <a:pt x="5024" y="1429"/>
                  </a:moveTo>
                  <a:cubicBezTo>
                    <a:pt x="4718" y="1998"/>
                    <a:pt x="4360" y="2532"/>
                    <a:pt x="3988" y="3075"/>
                  </a:cubicBezTo>
                  <a:cubicBezTo>
                    <a:pt x="3843" y="3132"/>
                    <a:pt x="3699" y="3187"/>
                    <a:pt x="3555" y="3242"/>
                  </a:cubicBezTo>
                  <a:cubicBezTo>
                    <a:pt x="4054" y="2644"/>
                    <a:pt x="4542" y="2041"/>
                    <a:pt x="5024" y="1429"/>
                  </a:cubicBezTo>
                  <a:close/>
                  <a:moveTo>
                    <a:pt x="4592" y="353"/>
                  </a:moveTo>
                  <a:cubicBezTo>
                    <a:pt x="4866" y="353"/>
                    <a:pt x="5140" y="398"/>
                    <a:pt x="5376" y="499"/>
                  </a:cubicBezTo>
                  <a:cubicBezTo>
                    <a:pt x="4966" y="1059"/>
                    <a:pt x="4536" y="1605"/>
                    <a:pt x="4100" y="2142"/>
                  </a:cubicBezTo>
                  <a:cubicBezTo>
                    <a:pt x="4311" y="1755"/>
                    <a:pt x="4499" y="1351"/>
                    <a:pt x="4658" y="938"/>
                  </a:cubicBezTo>
                  <a:cubicBezTo>
                    <a:pt x="4663" y="927"/>
                    <a:pt x="4666" y="915"/>
                    <a:pt x="4672" y="904"/>
                  </a:cubicBezTo>
                  <a:cubicBezTo>
                    <a:pt x="4710" y="802"/>
                    <a:pt x="4626" y="737"/>
                    <a:pt x="4540" y="737"/>
                  </a:cubicBezTo>
                  <a:cubicBezTo>
                    <a:pt x="4495" y="737"/>
                    <a:pt x="4449" y="756"/>
                    <a:pt x="4421" y="797"/>
                  </a:cubicBezTo>
                  <a:cubicBezTo>
                    <a:pt x="3814" y="1657"/>
                    <a:pt x="3240" y="2526"/>
                    <a:pt x="2492" y="3254"/>
                  </a:cubicBezTo>
                  <a:cubicBezTo>
                    <a:pt x="2882" y="2503"/>
                    <a:pt x="3249" y="1752"/>
                    <a:pt x="3410" y="904"/>
                  </a:cubicBezTo>
                  <a:cubicBezTo>
                    <a:pt x="3427" y="816"/>
                    <a:pt x="3350" y="725"/>
                    <a:pt x="3270" y="725"/>
                  </a:cubicBezTo>
                  <a:cubicBezTo>
                    <a:pt x="3240" y="725"/>
                    <a:pt x="3209" y="739"/>
                    <a:pt x="3182" y="771"/>
                  </a:cubicBezTo>
                  <a:cubicBezTo>
                    <a:pt x="2538" y="1553"/>
                    <a:pt x="1909" y="2347"/>
                    <a:pt x="1242" y="3109"/>
                  </a:cubicBezTo>
                  <a:cubicBezTo>
                    <a:pt x="1514" y="2529"/>
                    <a:pt x="1805" y="1957"/>
                    <a:pt x="2126" y="1400"/>
                  </a:cubicBezTo>
                  <a:cubicBezTo>
                    <a:pt x="2169" y="1322"/>
                    <a:pt x="2120" y="1256"/>
                    <a:pt x="2053" y="1233"/>
                  </a:cubicBezTo>
                  <a:cubicBezTo>
                    <a:pt x="2680" y="849"/>
                    <a:pt x="3364" y="548"/>
                    <a:pt x="4083" y="404"/>
                  </a:cubicBezTo>
                  <a:cubicBezTo>
                    <a:pt x="4247" y="371"/>
                    <a:pt x="4419" y="353"/>
                    <a:pt x="4592" y="353"/>
                  </a:cubicBezTo>
                  <a:close/>
                  <a:moveTo>
                    <a:pt x="1756" y="1432"/>
                  </a:moveTo>
                  <a:lnTo>
                    <a:pt x="1756" y="1432"/>
                  </a:lnTo>
                  <a:cubicBezTo>
                    <a:pt x="1196" y="1975"/>
                    <a:pt x="757" y="2627"/>
                    <a:pt x="466" y="3352"/>
                  </a:cubicBezTo>
                  <a:cubicBezTo>
                    <a:pt x="405" y="3280"/>
                    <a:pt x="370" y="3190"/>
                    <a:pt x="359" y="3095"/>
                  </a:cubicBezTo>
                  <a:cubicBezTo>
                    <a:pt x="304" y="2471"/>
                    <a:pt x="1109" y="1888"/>
                    <a:pt x="1537" y="1576"/>
                  </a:cubicBezTo>
                  <a:cubicBezTo>
                    <a:pt x="1609" y="1524"/>
                    <a:pt x="1681" y="1481"/>
                    <a:pt x="1756" y="1432"/>
                  </a:cubicBezTo>
                  <a:close/>
                  <a:moveTo>
                    <a:pt x="1508" y="2021"/>
                  </a:moveTo>
                  <a:lnTo>
                    <a:pt x="1508" y="2021"/>
                  </a:lnTo>
                  <a:cubicBezTo>
                    <a:pt x="1236" y="2523"/>
                    <a:pt x="982" y="3034"/>
                    <a:pt x="757" y="3560"/>
                  </a:cubicBezTo>
                  <a:cubicBezTo>
                    <a:pt x="685" y="3531"/>
                    <a:pt x="621" y="3493"/>
                    <a:pt x="561" y="3447"/>
                  </a:cubicBezTo>
                  <a:cubicBezTo>
                    <a:pt x="812" y="2933"/>
                    <a:pt x="1130" y="2451"/>
                    <a:pt x="1508" y="2021"/>
                  </a:cubicBezTo>
                  <a:close/>
                  <a:moveTo>
                    <a:pt x="2977" y="1455"/>
                  </a:moveTo>
                  <a:cubicBezTo>
                    <a:pt x="2735" y="2220"/>
                    <a:pt x="2354" y="2919"/>
                    <a:pt x="1981" y="3638"/>
                  </a:cubicBezTo>
                  <a:cubicBezTo>
                    <a:pt x="1848" y="3652"/>
                    <a:pt x="1716" y="3675"/>
                    <a:pt x="1580" y="3678"/>
                  </a:cubicBezTo>
                  <a:cubicBezTo>
                    <a:pt x="1549" y="3679"/>
                    <a:pt x="1518" y="3680"/>
                    <a:pt x="1486" y="3680"/>
                  </a:cubicBezTo>
                  <a:cubicBezTo>
                    <a:pt x="1362" y="3680"/>
                    <a:pt x="1238" y="3670"/>
                    <a:pt x="1115" y="3652"/>
                  </a:cubicBezTo>
                  <a:cubicBezTo>
                    <a:pt x="1768" y="2948"/>
                    <a:pt x="2374" y="2203"/>
                    <a:pt x="2977" y="1455"/>
                  </a:cubicBezTo>
                  <a:close/>
                  <a:moveTo>
                    <a:pt x="4571" y="1"/>
                  </a:moveTo>
                  <a:cubicBezTo>
                    <a:pt x="4443" y="1"/>
                    <a:pt x="4316" y="10"/>
                    <a:pt x="4193" y="29"/>
                  </a:cubicBezTo>
                  <a:cubicBezTo>
                    <a:pt x="3073" y="196"/>
                    <a:pt x="2027" y="756"/>
                    <a:pt x="1132" y="1435"/>
                  </a:cubicBezTo>
                  <a:cubicBezTo>
                    <a:pt x="624" y="1822"/>
                    <a:pt x="1" y="2399"/>
                    <a:pt x="9" y="3095"/>
                  </a:cubicBezTo>
                  <a:cubicBezTo>
                    <a:pt x="15" y="3490"/>
                    <a:pt x="301" y="3727"/>
                    <a:pt x="633" y="3863"/>
                  </a:cubicBezTo>
                  <a:cubicBezTo>
                    <a:pt x="629" y="3935"/>
                    <a:pt x="699" y="3989"/>
                    <a:pt x="767" y="3989"/>
                  </a:cubicBezTo>
                  <a:cubicBezTo>
                    <a:pt x="797" y="3989"/>
                    <a:pt x="827" y="3979"/>
                    <a:pt x="850" y="3955"/>
                  </a:cubicBezTo>
                  <a:cubicBezTo>
                    <a:pt x="855" y="3949"/>
                    <a:pt x="861" y="3941"/>
                    <a:pt x="867" y="3935"/>
                  </a:cubicBezTo>
                  <a:cubicBezTo>
                    <a:pt x="933" y="3949"/>
                    <a:pt x="997" y="3970"/>
                    <a:pt x="1060" y="3981"/>
                  </a:cubicBezTo>
                  <a:cubicBezTo>
                    <a:pt x="1189" y="3996"/>
                    <a:pt x="1319" y="4004"/>
                    <a:pt x="1449" y="4004"/>
                  </a:cubicBezTo>
                  <a:cubicBezTo>
                    <a:pt x="1612" y="4004"/>
                    <a:pt x="1775" y="3992"/>
                    <a:pt x="1938" y="3970"/>
                  </a:cubicBezTo>
                  <a:cubicBezTo>
                    <a:pt x="1959" y="3994"/>
                    <a:pt x="1988" y="4006"/>
                    <a:pt x="2018" y="4006"/>
                  </a:cubicBezTo>
                  <a:cubicBezTo>
                    <a:pt x="2043" y="4006"/>
                    <a:pt x="2067" y="3998"/>
                    <a:pt x="2088" y="3981"/>
                  </a:cubicBezTo>
                  <a:cubicBezTo>
                    <a:pt x="2108" y="3967"/>
                    <a:pt x="2123" y="3949"/>
                    <a:pt x="2140" y="3932"/>
                  </a:cubicBezTo>
                  <a:cubicBezTo>
                    <a:pt x="2469" y="3877"/>
                    <a:pt x="2792" y="3791"/>
                    <a:pt x="3107" y="3681"/>
                  </a:cubicBezTo>
                  <a:cubicBezTo>
                    <a:pt x="3116" y="3684"/>
                    <a:pt x="3126" y="3685"/>
                    <a:pt x="3135" y="3685"/>
                  </a:cubicBezTo>
                  <a:cubicBezTo>
                    <a:pt x="3167" y="3685"/>
                    <a:pt x="3197" y="3670"/>
                    <a:pt x="3220" y="3643"/>
                  </a:cubicBezTo>
                  <a:cubicBezTo>
                    <a:pt x="3436" y="3563"/>
                    <a:pt x="3650" y="3476"/>
                    <a:pt x="3855" y="3389"/>
                  </a:cubicBezTo>
                  <a:cubicBezTo>
                    <a:pt x="3890" y="3372"/>
                    <a:pt x="3927" y="3355"/>
                    <a:pt x="3962" y="3334"/>
                  </a:cubicBezTo>
                  <a:cubicBezTo>
                    <a:pt x="3995" y="3366"/>
                    <a:pt x="4038" y="3388"/>
                    <a:pt x="4079" y="3388"/>
                  </a:cubicBezTo>
                  <a:cubicBezTo>
                    <a:pt x="4113" y="3388"/>
                    <a:pt x="4145" y="3374"/>
                    <a:pt x="4172" y="3340"/>
                  </a:cubicBezTo>
                  <a:lnTo>
                    <a:pt x="4274" y="3216"/>
                  </a:lnTo>
                  <a:cubicBezTo>
                    <a:pt x="4395" y="3247"/>
                    <a:pt x="4516" y="3261"/>
                    <a:pt x="4637" y="3261"/>
                  </a:cubicBezTo>
                  <a:cubicBezTo>
                    <a:pt x="5535" y="3261"/>
                    <a:pt x="6357" y="2453"/>
                    <a:pt x="6416" y="1565"/>
                  </a:cubicBezTo>
                  <a:cubicBezTo>
                    <a:pt x="6459" y="950"/>
                    <a:pt x="6159" y="528"/>
                    <a:pt x="5720" y="280"/>
                  </a:cubicBezTo>
                  <a:cubicBezTo>
                    <a:pt x="5711" y="274"/>
                    <a:pt x="5700" y="268"/>
                    <a:pt x="5691" y="266"/>
                  </a:cubicBezTo>
                  <a:cubicBezTo>
                    <a:pt x="5361" y="87"/>
                    <a:pt x="4960" y="1"/>
                    <a:pt x="457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02" name="Google Shape;8160;p80">
              <a:extLst>
                <a:ext uri="{FF2B5EF4-FFF2-40B4-BE49-F238E27FC236}">
                  <a16:creationId xmlns:a16="http://schemas.microsoft.com/office/drawing/2014/main" id="{82F882A6-20DA-4BBA-0CCA-A4217086B3EF}"/>
                </a:ext>
              </a:extLst>
            </p:cNvPr>
            <p:cNvSpPr/>
            <p:nvPr/>
          </p:nvSpPr>
          <p:spPr>
            <a:xfrm>
              <a:off x="6512725" y="1459400"/>
              <a:ext cx="130525" cy="109825"/>
            </a:xfrm>
            <a:custGeom>
              <a:avLst/>
              <a:gdLst/>
              <a:ahLst/>
              <a:cxnLst/>
              <a:rect l="l" t="t" r="r" b="b"/>
              <a:pathLst>
                <a:path w="5221" h="4393" extrusionOk="0">
                  <a:moveTo>
                    <a:pt x="3659" y="2908"/>
                  </a:moveTo>
                  <a:cubicBezTo>
                    <a:pt x="3543" y="3272"/>
                    <a:pt x="3404" y="3627"/>
                    <a:pt x="3249" y="3973"/>
                  </a:cubicBezTo>
                  <a:cubicBezTo>
                    <a:pt x="3240" y="3996"/>
                    <a:pt x="3240" y="4022"/>
                    <a:pt x="3243" y="4045"/>
                  </a:cubicBezTo>
                  <a:cubicBezTo>
                    <a:pt x="2940" y="3965"/>
                    <a:pt x="2663" y="3780"/>
                    <a:pt x="2411" y="3563"/>
                  </a:cubicBezTo>
                  <a:cubicBezTo>
                    <a:pt x="2414" y="3558"/>
                    <a:pt x="2420" y="3560"/>
                    <a:pt x="2423" y="3558"/>
                  </a:cubicBezTo>
                  <a:cubicBezTo>
                    <a:pt x="2599" y="3341"/>
                    <a:pt x="2790" y="3136"/>
                    <a:pt x="2992" y="2943"/>
                  </a:cubicBezTo>
                  <a:lnTo>
                    <a:pt x="2992" y="2946"/>
                  </a:lnTo>
                  <a:cubicBezTo>
                    <a:pt x="2925" y="3081"/>
                    <a:pt x="2856" y="3214"/>
                    <a:pt x="2778" y="3344"/>
                  </a:cubicBezTo>
                  <a:cubicBezTo>
                    <a:pt x="2696" y="3482"/>
                    <a:pt x="2809" y="3597"/>
                    <a:pt x="2930" y="3597"/>
                  </a:cubicBezTo>
                  <a:cubicBezTo>
                    <a:pt x="2984" y="3597"/>
                    <a:pt x="3040" y="3574"/>
                    <a:pt x="3081" y="3520"/>
                  </a:cubicBezTo>
                  <a:cubicBezTo>
                    <a:pt x="3254" y="3301"/>
                    <a:pt x="3448" y="3093"/>
                    <a:pt x="3659" y="2908"/>
                  </a:cubicBezTo>
                  <a:close/>
                  <a:moveTo>
                    <a:pt x="362" y="1"/>
                  </a:moveTo>
                  <a:cubicBezTo>
                    <a:pt x="354" y="1"/>
                    <a:pt x="346" y="1"/>
                    <a:pt x="338" y="1"/>
                  </a:cubicBezTo>
                  <a:cubicBezTo>
                    <a:pt x="185" y="1"/>
                    <a:pt x="145" y="238"/>
                    <a:pt x="301" y="269"/>
                  </a:cubicBezTo>
                  <a:cubicBezTo>
                    <a:pt x="951" y="399"/>
                    <a:pt x="1629" y="714"/>
                    <a:pt x="2227" y="982"/>
                  </a:cubicBezTo>
                  <a:cubicBezTo>
                    <a:pt x="2668" y="1182"/>
                    <a:pt x="3280" y="1470"/>
                    <a:pt x="3757" y="1854"/>
                  </a:cubicBezTo>
                  <a:cubicBezTo>
                    <a:pt x="3740" y="1848"/>
                    <a:pt x="3723" y="1845"/>
                    <a:pt x="3706" y="1845"/>
                  </a:cubicBezTo>
                  <a:cubicBezTo>
                    <a:pt x="3666" y="1845"/>
                    <a:pt x="3625" y="1861"/>
                    <a:pt x="3595" y="1892"/>
                  </a:cubicBezTo>
                  <a:cubicBezTo>
                    <a:pt x="3298" y="2178"/>
                    <a:pt x="3000" y="2455"/>
                    <a:pt x="2712" y="2741"/>
                  </a:cubicBezTo>
                  <a:cubicBezTo>
                    <a:pt x="2787" y="2515"/>
                    <a:pt x="2862" y="2287"/>
                    <a:pt x="2937" y="2059"/>
                  </a:cubicBezTo>
                  <a:cubicBezTo>
                    <a:pt x="2976" y="1943"/>
                    <a:pt x="2871" y="1845"/>
                    <a:pt x="2766" y="1845"/>
                  </a:cubicBezTo>
                  <a:cubicBezTo>
                    <a:pt x="2725" y="1845"/>
                    <a:pt x="2683" y="1860"/>
                    <a:pt x="2651" y="1895"/>
                  </a:cubicBezTo>
                  <a:cubicBezTo>
                    <a:pt x="2579" y="1973"/>
                    <a:pt x="2518" y="2059"/>
                    <a:pt x="2452" y="2140"/>
                  </a:cubicBezTo>
                  <a:cubicBezTo>
                    <a:pt x="2510" y="1955"/>
                    <a:pt x="2556" y="1768"/>
                    <a:pt x="2616" y="1586"/>
                  </a:cubicBezTo>
                  <a:cubicBezTo>
                    <a:pt x="2657" y="1461"/>
                    <a:pt x="2564" y="1387"/>
                    <a:pt x="2465" y="1387"/>
                  </a:cubicBezTo>
                  <a:cubicBezTo>
                    <a:pt x="2410" y="1387"/>
                    <a:pt x="2353" y="1409"/>
                    <a:pt x="2316" y="1459"/>
                  </a:cubicBezTo>
                  <a:cubicBezTo>
                    <a:pt x="2100" y="1747"/>
                    <a:pt x="1848" y="2010"/>
                    <a:pt x="1603" y="2276"/>
                  </a:cubicBezTo>
                  <a:cubicBezTo>
                    <a:pt x="1646" y="1926"/>
                    <a:pt x="1669" y="1577"/>
                    <a:pt x="1669" y="1228"/>
                  </a:cubicBezTo>
                  <a:cubicBezTo>
                    <a:pt x="1669" y="1130"/>
                    <a:pt x="1593" y="1074"/>
                    <a:pt x="1514" y="1074"/>
                  </a:cubicBezTo>
                  <a:cubicBezTo>
                    <a:pt x="1463" y="1074"/>
                    <a:pt x="1411" y="1097"/>
                    <a:pt x="1378" y="1147"/>
                  </a:cubicBezTo>
                  <a:cubicBezTo>
                    <a:pt x="1222" y="1387"/>
                    <a:pt x="1005" y="1554"/>
                    <a:pt x="774" y="1704"/>
                  </a:cubicBezTo>
                  <a:cubicBezTo>
                    <a:pt x="757" y="1678"/>
                    <a:pt x="740" y="1649"/>
                    <a:pt x="722" y="1620"/>
                  </a:cubicBezTo>
                  <a:cubicBezTo>
                    <a:pt x="731" y="1340"/>
                    <a:pt x="751" y="1060"/>
                    <a:pt x="847" y="789"/>
                  </a:cubicBezTo>
                  <a:cubicBezTo>
                    <a:pt x="879" y="695"/>
                    <a:pt x="804" y="634"/>
                    <a:pt x="727" y="634"/>
                  </a:cubicBezTo>
                  <a:cubicBezTo>
                    <a:pt x="685" y="634"/>
                    <a:pt x="643" y="652"/>
                    <a:pt x="616" y="691"/>
                  </a:cubicBezTo>
                  <a:cubicBezTo>
                    <a:pt x="538" y="809"/>
                    <a:pt x="471" y="939"/>
                    <a:pt x="416" y="1075"/>
                  </a:cubicBezTo>
                  <a:cubicBezTo>
                    <a:pt x="336" y="899"/>
                    <a:pt x="252" y="725"/>
                    <a:pt x="206" y="552"/>
                  </a:cubicBezTo>
                  <a:cubicBezTo>
                    <a:pt x="194" y="507"/>
                    <a:pt x="162" y="488"/>
                    <a:pt x="128" y="488"/>
                  </a:cubicBezTo>
                  <a:cubicBezTo>
                    <a:pt x="84" y="488"/>
                    <a:pt x="36" y="521"/>
                    <a:pt x="30" y="575"/>
                  </a:cubicBezTo>
                  <a:cubicBezTo>
                    <a:pt x="1" y="847"/>
                    <a:pt x="139" y="1135"/>
                    <a:pt x="289" y="1398"/>
                  </a:cubicBezTo>
                  <a:cubicBezTo>
                    <a:pt x="261" y="1493"/>
                    <a:pt x="229" y="1583"/>
                    <a:pt x="194" y="1684"/>
                  </a:cubicBezTo>
                  <a:cubicBezTo>
                    <a:pt x="181" y="1726"/>
                    <a:pt x="221" y="1759"/>
                    <a:pt x="257" y="1759"/>
                  </a:cubicBezTo>
                  <a:cubicBezTo>
                    <a:pt x="276" y="1759"/>
                    <a:pt x="294" y="1751"/>
                    <a:pt x="304" y="1730"/>
                  </a:cubicBezTo>
                  <a:cubicBezTo>
                    <a:pt x="330" y="1675"/>
                    <a:pt x="359" y="1620"/>
                    <a:pt x="385" y="1563"/>
                  </a:cubicBezTo>
                  <a:lnTo>
                    <a:pt x="431" y="1641"/>
                  </a:lnTo>
                  <a:cubicBezTo>
                    <a:pt x="425" y="1765"/>
                    <a:pt x="422" y="1889"/>
                    <a:pt x="419" y="2013"/>
                  </a:cubicBezTo>
                  <a:cubicBezTo>
                    <a:pt x="417" y="2102"/>
                    <a:pt x="489" y="2159"/>
                    <a:pt x="566" y="2159"/>
                  </a:cubicBezTo>
                  <a:cubicBezTo>
                    <a:pt x="592" y="2159"/>
                    <a:pt x="618" y="2153"/>
                    <a:pt x="642" y="2140"/>
                  </a:cubicBezTo>
                  <a:cubicBezTo>
                    <a:pt x="673" y="2123"/>
                    <a:pt x="699" y="2103"/>
                    <a:pt x="731" y="2085"/>
                  </a:cubicBezTo>
                  <a:cubicBezTo>
                    <a:pt x="881" y="2313"/>
                    <a:pt x="1028" y="2541"/>
                    <a:pt x="1199" y="2755"/>
                  </a:cubicBezTo>
                  <a:cubicBezTo>
                    <a:pt x="1199" y="2758"/>
                    <a:pt x="1199" y="2758"/>
                    <a:pt x="1199" y="2758"/>
                  </a:cubicBezTo>
                  <a:cubicBezTo>
                    <a:pt x="1167" y="2878"/>
                    <a:pt x="1254" y="2947"/>
                    <a:pt x="1347" y="2947"/>
                  </a:cubicBezTo>
                  <a:cubicBezTo>
                    <a:pt x="1355" y="2947"/>
                    <a:pt x="1362" y="2946"/>
                    <a:pt x="1369" y="2946"/>
                  </a:cubicBezTo>
                  <a:cubicBezTo>
                    <a:pt x="1577" y="3200"/>
                    <a:pt x="1799" y="3439"/>
                    <a:pt x="2033" y="3667"/>
                  </a:cubicBezTo>
                  <a:cubicBezTo>
                    <a:pt x="2493" y="4099"/>
                    <a:pt x="3030" y="4392"/>
                    <a:pt x="3525" y="4392"/>
                  </a:cubicBezTo>
                  <a:cubicBezTo>
                    <a:pt x="3981" y="4392"/>
                    <a:pt x="4403" y="4143"/>
                    <a:pt x="4698" y="3523"/>
                  </a:cubicBezTo>
                  <a:cubicBezTo>
                    <a:pt x="5220" y="2429"/>
                    <a:pt x="3950" y="1531"/>
                    <a:pt x="3150" y="1069"/>
                  </a:cubicBezTo>
                  <a:cubicBezTo>
                    <a:pt x="2406" y="640"/>
                    <a:pt x="1257" y="1"/>
                    <a:pt x="36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03" name="Google Shape;8161;p80">
              <a:extLst>
                <a:ext uri="{FF2B5EF4-FFF2-40B4-BE49-F238E27FC236}">
                  <a16:creationId xmlns:a16="http://schemas.microsoft.com/office/drawing/2014/main" id="{F9C7CC81-548D-3331-9DED-01D50307ACD8}"/>
                </a:ext>
              </a:extLst>
            </p:cNvPr>
            <p:cNvSpPr/>
            <p:nvPr/>
          </p:nvSpPr>
          <p:spPr>
            <a:xfrm>
              <a:off x="6382025" y="1568650"/>
              <a:ext cx="133400" cy="76300"/>
            </a:xfrm>
            <a:custGeom>
              <a:avLst/>
              <a:gdLst/>
              <a:ahLst/>
              <a:cxnLst/>
              <a:rect l="l" t="t" r="r" b="b"/>
              <a:pathLst>
                <a:path w="5336" h="3052" extrusionOk="0">
                  <a:moveTo>
                    <a:pt x="1828" y="975"/>
                  </a:moveTo>
                  <a:cubicBezTo>
                    <a:pt x="1793" y="1321"/>
                    <a:pt x="1802" y="1670"/>
                    <a:pt x="1718" y="2014"/>
                  </a:cubicBezTo>
                  <a:cubicBezTo>
                    <a:pt x="1718" y="2031"/>
                    <a:pt x="1718" y="2049"/>
                    <a:pt x="1724" y="2063"/>
                  </a:cubicBezTo>
                  <a:cubicBezTo>
                    <a:pt x="1582" y="2000"/>
                    <a:pt x="1452" y="1919"/>
                    <a:pt x="1334" y="1818"/>
                  </a:cubicBezTo>
                  <a:cubicBezTo>
                    <a:pt x="1464" y="1500"/>
                    <a:pt x="1603" y="1217"/>
                    <a:pt x="1828" y="975"/>
                  </a:cubicBezTo>
                  <a:close/>
                  <a:moveTo>
                    <a:pt x="2916" y="943"/>
                  </a:moveTo>
                  <a:cubicBezTo>
                    <a:pt x="3505" y="1107"/>
                    <a:pt x="4033" y="1442"/>
                    <a:pt x="4429" y="1910"/>
                  </a:cubicBezTo>
                  <a:cubicBezTo>
                    <a:pt x="4409" y="1899"/>
                    <a:pt x="4388" y="1894"/>
                    <a:pt x="4368" y="1894"/>
                  </a:cubicBezTo>
                  <a:cubicBezTo>
                    <a:pt x="4343" y="1894"/>
                    <a:pt x="4318" y="1902"/>
                    <a:pt x="4296" y="1916"/>
                  </a:cubicBezTo>
                  <a:cubicBezTo>
                    <a:pt x="4166" y="2005"/>
                    <a:pt x="4071" y="2121"/>
                    <a:pt x="3976" y="2239"/>
                  </a:cubicBezTo>
                  <a:cubicBezTo>
                    <a:pt x="3984" y="2092"/>
                    <a:pt x="3953" y="1945"/>
                    <a:pt x="3883" y="1818"/>
                  </a:cubicBezTo>
                  <a:cubicBezTo>
                    <a:pt x="3856" y="1768"/>
                    <a:pt x="3796" y="1737"/>
                    <a:pt x="3738" y="1737"/>
                  </a:cubicBezTo>
                  <a:cubicBezTo>
                    <a:pt x="3699" y="1737"/>
                    <a:pt x="3661" y="1751"/>
                    <a:pt x="3635" y="1783"/>
                  </a:cubicBezTo>
                  <a:cubicBezTo>
                    <a:pt x="3554" y="1884"/>
                    <a:pt x="3479" y="2023"/>
                    <a:pt x="3390" y="2141"/>
                  </a:cubicBezTo>
                  <a:cubicBezTo>
                    <a:pt x="3445" y="1913"/>
                    <a:pt x="3494" y="1685"/>
                    <a:pt x="3580" y="1465"/>
                  </a:cubicBezTo>
                  <a:cubicBezTo>
                    <a:pt x="3624" y="1355"/>
                    <a:pt x="3525" y="1273"/>
                    <a:pt x="3427" y="1273"/>
                  </a:cubicBezTo>
                  <a:cubicBezTo>
                    <a:pt x="3389" y="1273"/>
                    <a:pt x="3352" y="1285"/>
                    <a:pt x="3323" y="1312"/>
                  </a:cubicBezTo>
                  <a:cubicBezTo>
                    <a:pt x="3089" y="1538"/>
                    <a:pt x="2853" y="1751"/>
                    <a:pt x="2627" y="1974"/>
                  </a:cubicBezTo>
                  <a:cubicBezTo>
                    <a:pt x="2714" y="1627"/>
                    <a:pt x="2809" y="1284"/>
                    <a:pt x="2916" y="943"/>
                  </a:cubicBezTo>
                  <a:close/>
                  <a:moveTo>
                    <a:pt x="2713" y="1"/>
                  </a:moveTo>
                  <a:cubicBezTo>
                    <a:pt x="2702" y="1"/>
                    <a:pt x="2691" y="2"/>
                    <a:pt x="2679" y="5"/>
                  </a:cubicBezTo>
                  <a:cubicBezTo>
                    <a:pt x="1871" y="186"/>
                    <a:pt x="0" y="1139"/>
                    <a:pt x="1126" y="2109"/>
                  </a:cubicBezTo>
                  <a:cubicBezTo>
                    <a:pt x="1865" y="2741"/>
                    <a:pt x="3084" y="2961"/>
                    <a:pt x="4158" y="2981"/>
                  </a:cubicBezTo>
                  <a:cubicBezTo>
                    <a:pt x="4175" y="3001"/>
                    <a:pt x="4192" y="3019"/>
                    <a:pt x="4212" y="3030"/>
                  </a:cubicBezTo>
                  <a:cubicBezTo>
                    <a:pt x="4236" y="3045"/>
                    <a:pt x="4261" y="3052"/>
                    <a:pt x="4286" y="3052"/>
                  </a:cubicBezTo>
                  <a:cubicBezTo>
                    <a:pt x="4311" y="3052"/>
                    <a:pt x="4337" y="3045"/>
                    <a:pt x="4360" y="3030"/>
                  </a:cubicBezTo>
                  <a:cubicBezTo>
                    <a:pt x="4377" y="3019"/>
                    <a:pt x="4383" y="2996"/>
                    <a:pt x="4397" y="2978"/>
                  </a:cubicBezTo>
                  <a:cubicBezTo>
                    <a:pt x="4654" y="2975"/>
                    <a:pt x="4902" y="2967"/>
                    <a:pt x="5128" y="2946"/>
                  </a:cubicBezTo>
                  <a:cubicBezTo>
                    <a:pt x="5226" y="2935"/>
                    <a:pt x="5336" y="2843"/>
                    <a:pt x="5289" y="2733"/>
                  </a:cubicBezTo>
                  <a:cubicBezTo>
                    <a:pt x="4926" y="1812"/>
                    <a:pt x="3976" y="897"/>
                    <a:pt x="2939" y="732"/>
                  </a:cubicBezTo>
                  <a:cubicBezTo>
                    <a:pt x="2911" y="680"/>
                    <a:pt x="2857" y="652"/>
                    <a:pt x="2804" y="652"/>
                  </a:cubicBezTo>
                  <a:cubicBezTo>
                    <a:pt x="2760" y="652"/>
                    <a:pt x="2716" y="670"/>
                    <a:pt x="2685" y="709"/>
                  </a:cubicBezTo>
                  <a:cubicBezTo>
                    <a:pt x="2657" y="708"/>
                    <a:pt x="2629" y="707"/>
                    <a:pt x="2601" y="707"/>
                  </a:cubicBezTo>
                  <a:cubicBezTo>
                    <a:pt x="2441" y="707"/>
                    <a:pt x="2280" y="728"/>
                    <a:pt x="2125" y="770"/>
                  </a:cubicBezTo>
                  <a:cubicBezTo>
                    <a:pt x="2131" y="738"/>
                    <a:pt x="2134" y="703"/>
                    <a:pt x="2140" y="671"/>
                  </a:cubicBezTo>
                  <a:cubicBezTo>
                    <a:pt x="2148" y="637"/>
                    <a:pt x="2142" y="599"/>
                    <a:pt x="2122" y="570"/>
                  </a:cubicBezTo>
                  <a:cubicBezTo>
                    <a:pt x="2382" y="458"/>
                    <a:pt x="2633" y="365"/>
                    <a:pt x="2795" y="276"/>
                  </a:cubicBezTo>
                  <a:cubicBezTo>
                    <a:pt x="2934" y="198"/>
                    <a:pt x="2855" y="1"/>
                    <a:pt x="271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04" name="Google Shape;8162;p80">
              <a:extLst>
                <a:ext uri="{FF2B5EF4-FFF2-40B4-BE49-F238E27FC236}">
                  <a16:creationId xmlns:a16="http://schemas.microsoft.com/office/drawing/2014/main" id="{1AC88574-3CD9-C4A1-2AAC-8B1A46DDD03A}"/>
                </a:ext>
              </a:extLst>
            </p:cNvPr>
            <p:cNvSpPr/>
            <p:nvPr/>
          </p:nvSpPr>
          <p:spPr>
            <a:xfrm>
              <a:off x="7159050" y="1734200"/>
              <a:ext cx="125325" cy="71225"/>
            </a:xfrm>
            <a:custGeom>
              <a:avLst/>
              <a:gdLst/>
              <a:ahLst/>
              <a:cxnLst/>
              <a:rect l="l" t="t" r="r" b="b"/>
              <a:pathLst>
                <a:path w="5013" h="2849" extrusionOk="0">
                  <a:moveTo>
                    <a:pt x="4164" y="877"/>
                  </a:moveTo>
                  <a:cubicBezTo>
                    <a:pt x="4660" y="1273"/>
                    <a:pt x="4923" y="1856"/>
                    <a:pt x="4190" y="2327"/>
                  </a:cubicBezTo>
                  <a:cubicBezTo>
                    <a:pt x="4057" y="2404"/>
                    <a:pt x="3913" y="2462"/>
                    <a:pt x="3760" y="2491"/>
                  </a:cubicBezTo>
                  <a:cubicBezTo>
                    <a:pt x="3786" y="2480"/>
                    <a:pt x="3809" y="2462"/>
                    <a:pt x="3823" y="2436"/>
                  </a:cubicBezTo>
                  <a:cubicBezTo>
                    <a:pt x="3982" y="2133"/>
                    <a:pt x="4279" y="1986"/>
                    <a:pt x="4343" y="1622"/>
                  </a:cubicBezTo>
                  <a:cubicBezTo>
                    <a:pt x="4364" y="1502"/>
                    <a:pt x="4270" y="1393"/>
                    <a:pt x="4164" y="1393"/>
                  </a:cubicBezTo>
                  <a:cubicBezTo>
                    <a:pt x="4122" y="1393"/>
                    <a:pt x="4079" y="1410"/>
                    <a:pt x="4040" y="1449"/>
                  </a:cubicBezTo>
                  <a:lnTo>
                    <a:pt x="3875" y="1613"/>
                  </a:lnTo>
                  <a:cubicBezTo>
                    <a:pt x="3959" y="1414"/>
                    <a:pt x="4054" y="1221"/>
                    <a:pt x="4164" y="1036"/>
                  </a:cubicBezTo>
                  <a:cubicBezTo>
                    <a:pt x="4193" y="987"/>
                    <a:pt x="4193" y="926"/>
                    <a:pt x="4164" y="877"/>
                  </a:cubicBezTo>
                  <a:close/>
                  <a:moveTo>
                    <a:pt x="3063" y="1"/>
                  </a:moveTo>
                  <a:cubicBezTo>
                    <a:pt x="3020" y="1"/>
                    <a:pt x="2977" y="17"/>
                    <a:pt x="2946" y="52"/>
                  </a:cubicBezTo>
                  <a:cubicBezTo>
                    <a:pt x="2934" y="51"/>
                    <a:pt x="2922" y="51"/>
                    <a:pt x="2910" y="51"/>
                  </a:cubicBezTo>
                  <a:cubicBezTo>
                    <a:pt x="1862" y="51"/>
                    <a:pt x="782" y="563"/>
                    <a:pt x="642" y="1596"/>
                  </a:cubicBezTo>
                  <a:cubicBezTo>
                    <a:pt x="630" y="1687"/>
                    <a:pt x="714" y="1771"/>
                    <a:pt x="792" y="1771"/>
                  </a:cubicBezTo>
                  <a:cubicBezTo>
                    <a:pt x="830" y="1771"/>
                    <a:pt x="867" y="1751"/>
                    <a:pt x="890" y="1700"/>
                  </a:cubicBezTo>
                  <a:cubicBezTo>
                    <a:pt x="1268" y="877"/>
                    <a:pt x="1851" y="438"/>
                    <a:pt x="2654" y="410"/>
                  </a:cubicBezTo>
                  <a:lnTo>
                    <a:pt x="2654" y="410"/>
                  </a:lnTo>
                  <a:cubicBezTo>
                    <a:pt x="2492" y="620"/>
                    <a:pt x="2331" y="831"/>
                    <a:pt x="2163" y="1036"/>
                  </a:cubicBezTo>
                  <a:cubicBezTo>
                    <a:pt x="2195" y="981"/>
                    <a:pt x="2218" y="921"/>
                    <a:pt x="2253" y="866"/>
                  </a:cubicBezTo>
                  <a:cubicBezTo>
                    <a:pt x="2324" y="749"/>
                    <a:pt x="2223" y="638"/>
                    <a:pt x="2114" y="638"/>
                  </a:cubicBezTo>
                  <a:cubicBezTo>
                    <a:pt x="2079" y="638"/>
                    <a:pt x="2042" y="650"/>
                    <a:pt x="2010" y="678"/>
                  </a:cubicBezTo>
                  <a:cubicBezTo>
                    <a:pt x="1675" y="975"/>
                    <a:pt x="1306" y="1420"/>
                    <a:pt x="1378" y="1893"/>
                  </a:cubicBezTo>
                  <a:cubicBezTo>
                    <a:pt x="1366" y="1917"/>
                    <a:pt x="1355" y="1940"/>
                    <a:pt x="1346" y="1963"/>
                  </a:cubicBezTo>
                  <a:cubicBezTo>
                    <a:pt x="1286" y="2087"/>
                    <a:pt x="1382" y="2218"/>
                    <a:pt x="1493" y="2218"/>
                  </a:cubicBezTo>
                  <a:cubicBezTo>
                    <a:pt x="1532" y="2218"/>
                    <a:pt x="1572" y="2202"/>
                    <a:pt x="1609" y="2165"/>
                  </a:cubicBezTo>
                  <a:cubicBezTo>
                    <a:pt x="1817" y="1957"/>
                    <a:pt x="2004" y="1732"/>
                    <a:pt x="2195" y="1510"/>
                  </a:cubicBezTo>
                  <a:lnTo>
                    <a:pt x="2195" y="1510"/>
                  </a:lnTo>
                  <a:lnTo>
                    <a:pt x="1970" y="1960"/>
                  </a:lnTo>
                  <a:cubicBezTo>
                    <a:pt x="1905" y="2089"/>
                    <a:pt x="2008" y="2223"/>
                    <a:pt x="2125" y="2223"/>
                  </a:cubicBezTo>
                  <a:cubicBezTo>
                    <a:pt x="2165" y="2223"/>
                    <a:pt x="2207" y="2207"/>
                    <a:pt x="2244" y="2171"/>
                  </a:cubicBezTo>
                  <a:cubicBezTo>
                    <a:pt x="2351" y="2061"/>
                    <a:pt x="2461" y="1951"/>
                    <a:pt x="2570" y="1844"/>
                  </a:cubicBezTo>
                  <a:lnTo>
                    <a:pt x="2570" y="1844"/>
                  </a:lnTo>
                  <a:cubicBezTo>
                    <a:pt x="2475" y="1989"/>
                    <a:pt x="2385" y="2133"/>
                    <a:pt x="2282" y="2275"/>
                  </a:cubicBezTo>
                  <a:cubicBezTo>
                    <a:pt x="2244" y="2321"/>
                    <a:pt x="2244" y="2384"/>
                    <a:pt x="2279" y="2433"/>
                  </a:cubicBezTo>
                  <a:cubicBezTo>
                    <a:pt x="1961" y="2370"/>
                    <a:pt x="1658" y="2295"/>
                    <a:pt x="1413" y="2240"/>
                  </a:cubicBezTo>
                  <a:cubicBezTo>
                    <a:pt x="1069" y="2162"/>
                    <a:pt x="731" y="2061"/>
                    <a:pt x="388" y="1989"/>
                  </a:cubicBezTo>
                  <a:cubicBezTo>
                    <a:pt x="362" y="1983"/>
                    <a:pt x="336" y="1983"/>
                    <a:pt x="310" y="1980"/>
                  </a:cubicBezTo>
                  <a:cubicBezTo>
                    <a:pt x="249" y="1957"/>
                    <a:pt x="186" y="1934"/>
                    <a:pt x="122" y="1917"/>
                  </a:cubicBezTo>
                  <a:cubicBezTo>
                    <a:pt x="114" y="1914"/>
                    <a:pt x="106" y="1913"/>
                    <a:pt x="98" y="1913"/>
                  </a:cubicBezTo>
                  <a:cubicBezTo>
                    <a:pt x="68" y="1913"/>
                    <a:pt x="40" y="1929"/>
                    <a:pt x="24" y="1954"/>
                  </a:cubicBezTo>
                  <a:cubicBezTo>
                    <a:pt x="1" y="1995"/>
                    <a:pt x="15" y="2049"/>
                    <a:pt x="56" y="2072"/>
                  </a:cubicBezTo>
                  <a:cubicBezTo>
                    <a:pt x="621" y="2362"/>
                    <a:pt x="2084" y="2849"/>
                    <a:pt x="3268" y="2849"/>
                  </a:cubicBezTo>
                  <a:cubicBezTo>
                    <a:pt x="4187" y="2849"/>
                    <a:pt x="4938" y="2555"/>
                    <a:pt x="4972" y="1648"/>
                  </a:cubicBezTo>
                  <a:cubicBezTo>
                    <a:pt x="5013" y="684"/>
                    <a:pt x="4158" y="158"/>
                    <a:pt x="3197" y="72"/>
                  </a:cubicBezTo>
                  <a:cubicBezTo>
                    <a:pt x="3165" y="25"/>
                    <a:pt x="3114" y="1"/>
                    <a:pt x="306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05" name="Google Shape;8163;p80">
              <a:extLst>
                <a:ext uri="{FF2B5EF4-FFF2-40B4-BE49-F238E27FC236}">
                  <a16:creationId xmlns:a16="http://schemas.microsoft.com/office/drawing/2014/main" id="{8A3D0C38-C651-1E6A-5D3C-019335F77F7A}"/>
                </a:ext>
              </a:extLst>
            </p:cNvPr>
            <p:cNvSpPr/>
            <p:nvPr/>
          </p:nvSpPr>
          <p:spPr>
            <a:xfrm>
              <a:off x="5991550" y="3413900"/>
              <a:ext cx="83825" cy="164550"/>
            </a:xfrm>
            <a:custGeom>
              <a:avLst/>
              <a:gdLst/>
              <a:ahLst/>
              <a:cxnLst/>
              <a:rect l="l" t="t" r="r" b="b"/>
              <a:pathLst>
                <a:path w="3353" h="6582" extrusionOk="0">
                  <a:moveTo>
                    <a:pt x="1886" y="674"/>
                  </a:moveTo>
                  <a:cubicBezTo>
                    <a:pt x="1542" y="1225"/>
                    <a:pt x="1294" y="1802"/>
                    <a:pt x="1034" y="2394"/>
                  </a:cubicBezTo>
                  <a:cubicBezTo>
                    <a:pt x="1009" y="2446"/>
                    <a:pt x="1050" y="2496"/>
                    <a:pt x="1098" y="2496"/>
                  </a:cubicBezTo>
                  <a:cubicBezTo>
                    <a:pt x="1111" y="2496"/>
                    <a:pt x="1125" y="2492"/>
                    <a:pt x="1138" y="2484"/>
                  </a:cubicBezTo>
                  <a:lnTo>
                    <a:pt x="1138" y="2484"/>
                  </a:lnTo>
                  <a:cubicBezTo>
                    <a:pt x="1023" y="2752"/>
                    <a:pt x="901" y="3021"/>
                    <a:pt x="789" y="3289"/>
                  </a:cubicBezTo>
                  <a:cubicBezTo>
                    <a:pt x="737" y="3411"/>
                    <a:pt x="839" y="3562"/>
                    <a:pt x="948" y="3562"/>
                  </a:cubicBezTo>
                  <a:cubicBezTo>
                    <a:pt x="987" y="3562"/>
                    <a:pt x="1026" y="3544"/>
                    <a:pt x="1060" y="3500"/>
                  </a:cubicBezTo>
                  <a:cubicBezTo>
                    <a:pt x="1493" y="2954"/>
                    <a:pt x="1889" y="2386"/>
                    <a:pt x="2270" y="1805"/>
                  </a:cubicBezTo>
                  <a:lnTo>
                    <a:pt x="2270" y="1805"/>
                  </a:lnTo>
                  <a:cubicBezTo>
                    <a:pt x="2013" y="2683"/>
                    <a:pt x="1632" y="3520"/>
                    <a:pt x="1259" y="4369"/>
                  </a:cubicBezTo>
                  <a:cubicBezTo>
                    <a:pt x="373" y="3252"/>
                    <a:pt x="188" y="1854"/>
                    <a:pt x="1658" y="818"/>
                  </a:cubicBezTo>
                  <a:cubicBezTo>
                    <a:pt x="1704" y="786"/>
                    <a:pt x="1788" y="731"/>
                    <a:pt x="1886" y="674"/>
                  </a:cubicBezTo>
                  <a:close/>
                  <a:moveTo>
                    <a:pt x="3004" y="1"/>
                  </a:moveTo>
                  <a:cubicBezTo>
                    <a:pt x="2989" y="1"/>
                    <a:pt x="2975" y="3"/>
                    <a:pt x="2960" y="7"/>
                  </a:cubicBezTo>
                  <a:cubicBezTo>
                    <a:pt x="1606" y="243"/>
                    <a:pt x="477" y="1017"/>
                    <a:pt x="217" y="2426"/>
                  </a:cubicBezTo>
                  <a:cubicBezTo>
                    <a:pt x="1" y="3598"/>
                    <a:pt x="777" y="4865"/>
                    <a:pt x="1843" y="5316"/>
                  </a:cubicBezTo>
                  <a:cubicBezTo>
                    <a:pt x="1859" y="5322"/>
                    <a:pt x="1876" y="5325"/>
                    <a:pt x="1894" y="5325"/>
                  </a:cubicBezTo>
                  <a:cubicBezTo>
                    <a:pt x="1945" y="5325"/>
                    <a:pt x="1996" y="5298"/>
                    <a:pt x="2022" y="5252"/>
                  </a:cubicBezTo>
                  <a:lnTo>
                    <a:pt x="2022" y="5252"/>
                  </a:lnTo>
                  <a:cubicBezTo>
                    <a:pt x="2019" y="5360"/>
                    <a:pt x="2113" y="5459"/>
                    <a:pt x="2211" y="5459"/>
                  </a:cubicBezTo>
                  <a:cubicBezTo>
                    <a:pt x="2252" y="5459"/>
                    <a:pt x="2295" y="5441"/>
                    <a:pt x="2330" y="5400"/>
                  </a:cubicBezTo>
                  <a:cubicBezTo>
                    <a:pt x="2504" y="5192"/>
                    <a:pt x="2622" y="4923"/>
                    <a:pt x="2792" y="4721"/>
                  </a:cubicBezTo>
                  <a:cubicBezTo>
                    <a:pt x="2795" y="4718"/>
                    <a:pt x="2798" y="4718"/>
                    <a:pt x="2801" y="4715"/>
                  </a:cubicBezTo>
                  <a:lnTo>
                    <a:pt x="2844" y="4652"/>
                  </a:lnTo>
                  <a:cubicBezTo>
                    <a:pt x="2920" y="4534"/>
                    <a:pt x="2814" y="4406"/>
                    <a:pt x="2697" y="4406"/>
                  </a:cubicBezTo>
                  <a:cubicBezTo>
                    <a:pt x="2671" y="4406"/>
                    <a:pt x="2644" y="4412"/>
                    <a:pt x="2619" y="4427"/>
                  </a:cubicBezTo>
                  <a:cubicBezTo>
                    <a:pt x="2556" y="4464"/>
                    <a:pt x="2501" y="4510"/>
                    <a:pt x="2455" y="4565"/>
                  </a:cubicBezTo>
                  <a:cubicBezTo>
                    <a:pt x="2466" y="4291"/>
                    <a:pt x="2475" y="4017"/>
                    <a:pt x="2535" y="3742"/>
                  </a:cubicBezTo>
                  <a:cubicBezTo>
                    <a:pt x="2562" y="3622"/>
                    <a:pt x="2459" y="3510"/>
                    <a:pt x="2350" y="3510"/>
                  </a:cubicBezTo>
                  <a:cubicBezTo>
                    <a:pt x="2331" y="3510"/>
                    <a:pt x="2312" y="3513"/>
                    <a:pt x="2293" y="3520"/>
                  </a:cubicBezTo>
                  <a:cubicBezTo>
                    <a:pt x="2463" y="3026"/>
                    <a:pt x="2596" y="2521"/>
                    <a:pt x="2691" y="2010"/>
                  </a:cubicBezTo>
                  <a:cubicBezTo>
                    <a:pt x="2706" y="1947"/>
                    <a:pt x="2683" y="1883"/>
                    <a:pt x="2636" y="1840"/>
                  </a:cubicBezTo>
                  <a:cubicBezTo>
                    <a:pt x="2723" y="1534"/>
                    <a:pt x="2792" y="1219"/>
                    <a:pt x="2841" y="904"/>
                  </a:cubicBezTo>
                  <a:cubicBezTo>
                    <a:pt x="2862" y="778"/>
                    <a:pt x="2762" y="679"/>
                    <a:pt x="2660" y="679"/>
                  </a:cubicBezTo>
                  <a:cubicBezTo>
                    <a:pt x="2608" y="679"/>
                    <a:pt x="2555" y="705"/>
                    <a:pt x="2518" y="766"/>
                  </a:cubicBezTo>
                  <a:cubicBezTo>
                    <a:pt x="2247" y="1216"/>
                    <a:pt x="1961" y="1655"/>
                    <a:pt x="1666" y="2085"/>
                  </a:cubicBezTo>
                  <a:cubicBezTo>
                    <a:pt x="1854" y="1644"/>
                    <a:pt x="2033" y="1199"/>
                    <a:pt x="2183" y="740"/>
                  </a:cubicBezTo>
                  <a:cubicBezTo>
                    <a:pt x="2212" y="650"/>
                    <a:pt x="2157" y="590"/>
                    <a:pt x="2088" y="570"/>
                  </a:cubicBezTo>
                  <a:cubicBezTo>
                    <a:pt x="2270" y="480"/>
                    <a:pt x="2471" y="404"/>
                    <a:pt x="2626" y="404"/>
                  </a:cubicBezTo>
                  <a:cubicBezTo>
                    <a:pt x="2766" y="404"/>
                    <a:pt x="2868" y="466"/>
                    <a:pt x="2885" y="636"/>
                  </a:cubicBezTo>
                  <a:cubicBezTo>
                    <a:pt x="2945" y="1257"/>
                    <a:pt x="2971" y="1880"/>
                    <a:pt x="2986" y="2504"/>
                  </a:cubicBezTo>
                  <a:cubicBezTo>
                    <a:pt x="3015" y="3852"/>
                    <a:pt x="2853" y="5197"/>
                    <a:pt x="2504" y="6502"/>
                  </a:cubicBezTo>
                  <a:cubicBezTo>
                    <a:pt x="2490" y="6550"/>
                    <a:pt x="2527" y="6581"/>
                    <a:pt x="2565" y="6581"/>
                  </a:cubicBezTo>
                  <a:cubicBezTo>
                    <a:pt x="2591" y="6581"/>
                    <a:pt x="2617" y="6567"/>
                    <a:pt x="2628" y="6534"/>
                  </a:cubicBezTo>
                  <a:cubicBezTo>
                    <a:pt x="3350" y="4461"/>
                    <a:pt x="3352" y="2331"/>
                    <a:pt x="3171" y="165"/>
                  </a:cubicBezTo>
                  <a:cubicBezTo>
                    <a:pt x="3168" y="71"/>
                    <a:pt x="3091" y="1"/>
                    <a:pt x="300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06" name="Google Shape;8164;p80">
              <a:extLst>
                <a:ext uri="{FF2B5EF4-FFF2-40B4-BE49-F238E27FC236}">
                  <a16:creationId xmlns:a16="http://schemas.microsoft.com/office/drawing/2014/main" id="{B55ABF3C-4E2E-6F8A-3056-FC941F394739}"/>
                </a:ext>
              </a:extLst>
            </p:cNvPr>
            <p:cNvSpPr/>
            <p:nvPr/>
          </p:nvSpPr>
          <p:spPr>
            <a:xfrm>
              <a:off x="5981225" y="3763550"/>
              <a:ext cx="150150" cy="137775"/>
            </a:xfrm>
            <a:custGeom>
              <a:avLst/>
              <a:gdLst/>
              <a:ahLst/>
              <a:cxnLst/>
              <a:rect l="l" t="t" r="r" b="b"/>
              <a:pathLst>
                <a:path w="6006" h="5511" extrusionOk="0">
                  <a:moveTo>
                    <a:pt x="4571" y="248"/>
                  </a:moveTo>
                  <a:lnTo>
                    <a:pt x="4571" y="248"/>
                  </a:lnTo>
                  <a:cubicBezTo>
                    <a:pt x="5010" y="268"/>
                    <a:pt x="5391" y="493"/>
                    <a:pt x="5622" y="1047"/>
                  </a:cubicBezTo>
                  <a:cubicBezTo>
                    <a:pt x="5437" y="1169"/>
                    <a:pt x="5267" y="1313"/>
                    <a:pt x="5111" y="1472"/>
                  </a:cubicBezTo>
                  <a:cubicBezTo>
                    <a:pt x="5189" y="1299"/>
                    <a:pt x="5255" y="1120"/>
                    <a:pt x="5310" y="938"/>
                  </a:cubicBezTo>
                  <a:cubicBezTo>
                    <a:pt x="5349" y="822"/>
                    <a:pt x="5240" y="698"/>
                    <a:pt x="5126" y="698"/>
                  </a:cubicBezTo>
                  <a:cubicBezTo>
                    <a:pt x="5095" y="698"/>
                    <a:pt x="5064" y="707"/>
                    <a:pt x="5036" y="727"/>
                  </a:cubicBezTo>
                  <a:cubicBezTo>
                    <a:pt x="4828" y="883"/>
                    <a:pt x="4629" y="1053"/>
                    <a:pt x="4444" y="1238"/>
                  </a:cubicBezTo>
                  <a:cubicBezTo>
                    <a:pt x="4548" y="990"/>
                    <a:pt x="4629" y="730"/>
                    <a:pt x="4684" y="467"/>
                  </a:cubicBezTo>
                  <a:cubicBezTo>
                    <a:pt x="4695" y="378"/>
                    <a:pt x="4652" y="288"/>
                    <a:pt x="4571" y="248"/>
                  </a:cubicBezTo>
                  <a:close/>
                  <a:moveTo>
                    <a:pt x="3607" y="461"/>
                  </a:moveTo>
                  <a:cubicBezTo>
                    <a:pt x="2833" y="1429"/>
                    <a:pt x="2235" y="2540"/>
                    <a:pt x="1404" y="3449"/>
                  </a:cubicBezTo>
                  <a:cubicBezTo>
                    <a:pt x="1837" y="2560"/>
                    <a:pt x="2365" y="1726"/>
                    <a:pt x="2862" y="869"/>
                  </a:cubicBezTo>
                  <a:cubicBezTo>
                    <a:pt x="3096" y="710"/>
                    <a:pt x="3344" y="574"/>
                    <a:pt x="3607" y="461"/>
                  </a:cubicBezTo>
                  <a:close/>
                  <a:moveTo>
                    <a:pt x="4149" y="952"/>
                  </a:moveTo>
                  <a:cubicBezTo>
                    <a:pt x="3809" y="1876"/>
                    <a:pt x="3159" y="2661"/>
                    <a:pt x="2605" y="3473"/>
                  </a:cubicBezTo>
                  <a:cubicBezTo>
                    <a:pt x="2516" y="3604"/>
                    <a:pt x="2651" y="3760"/>
                    <a:pt x="2781" y="3760"/>
                  </a:cubicBezTo>
                  <a:cubicBezTo>
                    <a:pt x="2825" y="3760"/>
                    <a:pt x="2868" y="3743"/>
                    <a:pt x="2902" y="3701"/>
                  </a:cubicBezTo>
                  <a:cubicBezTo>
                    <a:pt x="2914" y="3689"/>
                    <a:pt x="2922" y="3675"/>
                    <a:pt x="2931" y="3663"/>
                  </a:cubicBezTo>
                  <a:cubicBezTo>
                    <a:pt x="3494" y="2964"/>
                    <a:pt x="3996" y="2199"/>
                    <a:pt x="4634" y="1570"/>
                  </a:cubicBezTo>
                  <a:lnTo>
                    <a:pt x="4634" y="1570"/>
                  </a:lnTo>
                  <a:cubicBezTo>
                    <a:pt x="4562" y="1706"/>
                    <a:pt x="4484" y="1839"/>
                    <a:pt x="4398" y="1966"/>
                  </a:cubicBezTo>
                  <a:cubicBezTo>
                    <a:pt x="4346" y="2038"/>
                    <a:pt x="4297" y="2095"/>
                    <a:pt x="4326" y="2188"/>
                  </a:cubicBezTo>
                  <a:cubicBezTo>
                    <a:pt x="4337" y="2231"/>
                    <a:pt x="4372" y="2269"/>
                    <a:pt x="4415" y="2286"/>
                  </a:cubicBezTo>
                  <a:cubicBezTo>
                    <a:pt x="4253" y="2491"/>
                    <a:pt x="4097" y="2693"/>
                    <a:pt x="3947" y="2866"/>
                  </a:cubicBezTo>
                  <a:cubicBezTo>
                    <a:pt x="3243" y="3672"/>
                    <a:pt x="2388" y="4838"/>
                    <a:pt x="1340" y="5208"/>
                  </a:cubicBezTo>
                  <a:cubicBezTo>
                    <a:pt x="1275" y="5231"/>
                    <a:pt x="1216" y="5241"/>
                    <a:pt x="1164" y="5241"/>
                  </a:cubicBezTo>
                  <a:cubicBezTo>
                    <a:pt x="733" y="5241"/>
                    <a:pt x="696" y="4536"/>
                    <a:pt x="691" y="4119"/>
                  </a:cubicBezTo>
                  <a:lnTo>
                    <a:pt x="691" y="4119"/>
                  </a:lnTo>
                  <a:cubicBezTo>
                    <a:pt x="702" y="4122"/>
                    <a:pt x="711" y="4122"/>
                    <a:pt x="720" y="4122"/>
                  </a:cubicBezTo>
                  <a:cubicBezTo>
                    <a:pt x="717" y="4131"/>
                    <a:pt x="711" y="4139"/>
                    <a:pt x="708" y="4151"/>
                  </a:cubicBezTo>
                  <a:cubicBezTo>
                    <a:pt x="654" y="4281"/>
                    <a:pt x="766" y="4361"/>
                    <a:pt x="879" y="4361"/>
                  </a:cubicBezTo>
                  <a:cubicBezTo>
                    <a:pt x="923" y="4361"/>
                    <a:pt x="968" y="4348"/>
                    <a:pt x="1003" y="4321"/>
                  </a:cubicBezTo>
                  <a:cubicBezTo>
                    <a:pt x="1467" y="3955"/>
                    <a:pt x="1851" y="3519"/>
                    <a:pt x="2204" y="3054"/>
                  </a:cubicBezTo>
                  <a:lnTo>
                    <a:pt x="2204" y="3054"/>
                  </a:lnTo>
                  <a:cubicBezTo>
                    <a:pt x="1932" y="3519"/>
                    <a:pt x="1661" y="3984"/>
                    <a:pt x="1346" y="4417"/>
                  </a:cubicBezTo>
                  <a:cubicBezTo>
                    <a:pt x="1245" y="4557"/>
                    <a:pt x="1374" y="4686"/>
                    <a:pt x="1510" y="4686"/>
                  </a:cubicBezTo>
                  <a:cubicBezTo>
                    <a:pt x="1568" y="4686"/>
                    <a:pt x="1626" y="4663"/>
                    <a:pt x="1669" y="4607"/>
                  </a:cubicBezTo>
                  <a:cubicBezTo>
                    <a:pt x="2449" y="3574"/>
                    <a:pt x="3266" y="2563"/>
                    <a:pt x="3751" y="1374"/>
                  </a:cubicBezTo>
                  <a:cubicBezTo>
                    <a:pt x="3875" y="1226"/>
                    <a:pt x="4008" y="1085"/>
                    <a:pt x="4149" y="952"/>
                  </a:cubicBezTo>
                  <a:close/>
                  <a:moveTo>
                    <a:pt x="4508" y="1"/>
                  </a:moveTo>
                  <a:cubicBezTo>
                    <a:pt x="3949" y="1"/>
                    <a:pt x="3318" y="250"/>
                    <a:pt x="2767" y="588"/>
                  </a:cubicBezTo>
                  <a:cubicBezTo>
                    <a:pt x="2763" y="588"/>
                    <a:pt x="2760" y="588"/>
                    <a:pt x="2757" y="588"/>
                  </a:cubicBezTo>
                  <a:cubicBezTo>
                    <a:pt x="2723" y="588"/>
                    <a:pt x="2689" y="602"/>
                    <a:pt x="2663" y="626"/>
                  </a:cubicBezTo>
                  <a:cubicBezTo>
                    <a:pt x="2642" y="646"/>
                    <a:pt x="2625" y="669"/>
                    <a:pt x="2605" y="690"/>
                  </a:cubicBezTo>
                  <a:cubicBezTo>
                    <a:pt x="2582" y="710"/>
                    <a:pt x="2547" y="721"/>
                    <a:pt x="2521" y="739"/>
                  </a:cubicBezTo>
                  <a:cubicBezTo>
                    <a:pt x="1118" y="1709"/>
                    <a:pt x="1" y="3204"/>
                    <a:pt x="494" y="4977"/>
                  </a:cubicBezTo>
                  <a:cubicBezTo>
                    <a:pt x="599" y="5353"/>
                    <a:pt x="800" y="5511"/>
                    <a:pt x="1067" y="5511"/>
                  </a:cubicBezTo>
                  <a:cubicBezTo>
                    <a:pt x="2301" y="5511"/>
                    <a:pt x="4929" y="2122"/>
                    <a:pt x="5734" y="1336"/>
                  </a:cubicBezTo>
                  <a:cubicBezTo>
                    <a:pt x="5754" y="1378"/>
                    <a:pt x="5790" y="1396"/>
                    <a:pt x="5825" y="1396"/>
                  </a:cubicBezTo>
                  <a:cubicBezTo>
                    <a:pt x="5888" y="1396"/>
                    <a:pt x="5950" y="1341"/>
                    <a:pt x="5928" y="1264"/>
                  </a:cubicBezTo>
                  <a:cubicBezTo>
                    <a:pt x="5919" y="1235"/>
                    <a:pt x="5910" y="1212"/>
                    <a:pt x="5905" y="1186"/>
                  </a:cubicBezTo>
                  <a:cubicBezTo>
                    <a:pt x="6006" y="1111"/>
                    <a:pt x="5957" y="949"/>
                    <a:pt x="5830" y="944"/>
                  </a:cubicBezTo>
                  <a:cubicBezTo>
                    <a:pt x="5569" y="258"/>
                    <a:pt x="5076" y="1"/>
                    <a:pt x="450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07" name="Google Shape;8165;p80">
              <a:extLst>
                <a:ext uri="{FF2B5EF4-FFF2-40B4-BE49-F238E27FC236}">
                  <a16:creationId xmlns:a16="http://schemas.microsoft.com/office/drawing/2014/main" id="{585547CB-DDAC-21C3-CD74-9F0349110002}"/>
                </a:ext>
              </a:extLst>
            </p:cNvPr>
            <p:cNvSpPr/>
            <p:nvPr/>
          </p:nvSpPr>
          <p:spPr>
            <a:xfrm>
              <a:off x="6073900" y="3620300"/>
              <a:ext cx="92475" cy="102900"/>
            </a:xfrm>
            <a:custGeom>
              <a:avLst/>
              <a:gdLst/>
              <a:ahLst/>
              <a:cxnLst/>
              <a:rect l="l" t="t" r="r" b="b"/>
              <a:pathLst>
                <a:path w="3699" h="4116" extrusionOk="0">
                  <a:moveTo>
                    <a:pt x="1898" y="334"/>
                  </a:moveTo>
                  <a:cubicBezTo>
                    <a:pt x="2336" y="334"/>
                    <a:pt x="2717" y="589"/>
                    <a:pt x="2980" y="931"/>
                  </a:cubicBezTo>
                  <a:cubicBezTo>
                    <a:pt x="2922" y="934"/>
                    <a:pt x="2870" y="963"/>
                    <a:pt x="2836" y="1009"/>
                  </a:cubicBezTo>
                  <a:cubicBezTo>
                    <a:pt x="2645" y="1269"/>
                    <a:pt x="2469" y="1538"/>
                    <a:pt x="2293" y="1809"/>
                  </a:cubicBezTo>
                  <a:cubicBezTo>
                    <a:pt x="2388" y="1489"/>
                    <a:pt x="2484" y="1168"/>
                    <a:pt x="2553" y="842"/>
                  </a:cubicBezTo>
                  <a:cubicBezTo>
                    <a:pt x="2583" y="699"/>
                    <a:pt x="2480" y="606"/>
                    <a:pt x="2370" y="606"/>
                  </a:cubicBezTo>
                  <a:cubicBezTo>
                    <a:pt x="2310" y="606"/>
                    <a:pt x="2248" y="633"/>
                    <a:pt x="2203" y="695"/>
                  </a:cubicBezTo>
                  <a:cubicBezTo>
                    <a:pt x="1981" y="1009"/>
                    <a:pt x="1782" y="1338"/>
                    <a:pt x="1603" y="1679"/>
                  </a:cubicBezTo>
                  <a:cubicBezTo>
                    <a:pt x="1692" y="1240"/>
                    <a:pt x="1747" y="793"/>
                    <a:pt x="1768" y="345"/>
                  </a:cubicBezTo>
                  <a:cubicBezTo>
                    <a:pt x="1805" y="342"/>
                    <a:pt x="1840" y="334"/>
                    <a:pt x="1883" y="334"/>
                  </a:cubicBezTo>
                  <a:cubicBezTo>
                    <a:pt x="1888" y="334"/>
                    <a:pt x="1893" y="334"/>
                    <a:pt x="1898" y="334"/>
                  </a:cubicBezTo>
                  <a:close/>
                  <a:moveTo>
                    <a:pt x="1288" y="1263"/>
                  </a:moveTo>
                  <a:cubicBezTo>
                    <a:pt x="1193" y="1849"/>
                    <a:pt x="1052" y="2430"/>
                    <a:pt x="942" y="3019"/>
                  </a:cubicBezTo>
                  <a:cubicBezTo>
                    <a:pt x="858" y="2929"/>
                    <a:pt x="783" y="2834"/>
                    <a:pt x="714" y="2736"/>
                  </a:cubicBezTo>
                  <a:cubicBezTo>
                    <a:pt x="653" y="2638"/>
                    <a:pt x="601" y="2536"/>
                    <a:pt x="561" y="2433"/>
                  </a:cubicBezTo>
                  <a:cubicBezTo>
                    <a:pt x="564" y="2427"/>
                    <a:pt x="569" y="2427"/>
                    <a:pt x="572" y="2421"/>
                  </a:cubicBezTo>
                  <a:cubicBezTo>
                    <a:pt x="613" y="2332"/>
                    <a:pt x="653" y="2245"/>
                    <a:pt x="694" y="2155"/>
                  </a:cubicBezTo>
                  <a:cubicBezTo>
                    <a:pt x="907" y="1867"/>
                    <a:pt x="1106" y="1566"/>
                    <a:pt x="1288" y="1263"/>
                  </a:cubicBezTo>
                  <a:close/>
                  <a:moveTo>
                    <a:pt x="1845" y="2008"/>
                  </a:moveTo>
                  <a:lnTo>
                    <a:pt x="1845" y="2008"/>
                  </a:lnTo>
                  <a:cubicBezTo>
                    <a:pt x="1710" y="2430"/>
                    <a:pt x="1560" y="2845"/>
                    <a:pt x="1398" y="3258"/>
                  </a:cubicBezTo>
                  <a:cubicBezTo>
                    <a:pt x="1343" y="3395"/>
                    <a:pt x="1464" y="3494"/>
                    <a:pt x="1585" y="3494"/>
                  </a:cubicBezTo>
                  <a:cubicBezTo>
                    <a:pt x="1647" y="3494"/>
                    <a:pt x="1710" y="3468"/>
                    <a:pt x="1747" y="3405"/>
                  </a:cubicBezTo>
                  <a:cubicBezTo>
                    <a:pt x="2007" y="2970"/>
                    <a:pt x="2273" y="2539"/>
                    <a:pt x="2547" y="2112"/>
                  </a:cubicBezTo>
                  <a:lnTo>
                    <a:pt x="2547" y="2112"/>
                  </a:lnTo>
                  <a:cubicBezTo>
                    <a:pt x="2446" y="2499"/>
                    <a:pt x="2325" y="2883"/>
                    <a:pt x="2186" y="3258"/>
                  </a:cubicBezTo>
                  <a:cubicBezTo>
                    <a:pt x="2135" y="3394"/>
                    <a:pt x="2260" y="3498"/>
                    <a:pt x="2379" y="3498"/>
                  </a:cubicBezTo>
                  <a:cubicBezTo>
                    <a:pt x="2440" y="3498"/>
                    <a:pt x="2499" y="3470"/>
                    <a:pt x="2533" y="3405"/>
                  </a:cubicBezTo>
                  <a:cubicBezTo>
                    <a:pt x="2570" y="3333"/>
                    <a:pt x="2611" y="3264"/>
                    <a:pt x="2651" y="3195"/>
                  </a:cubicBezTo>
                  <a:cubicBezTo>
                    <a:pt x="2665" y="3224"/>
                    <a:pt x="2683" y="3252"/>
                    <a:pt x="2703" y="3281"/>
                  </a:cubicBezTo>
                  <a:cubicBezTo>
                    <a:pt x="2544" y="3449"/>
                    <a:pt x="2368" y="3599"/>
                    <a:pt x="2178" y="3735"/>
                  </a:cubicBezTo>
                  <a:cubicBezTo>
                    <a:pt x="2131" y="3769"/>
                    <a:pt x="2077" y="3784"/>
                    <a:pt x="2017" y="3784"/>
                  </a:cubicBezTo>
                  <a:cubicBezTo>
                    <a:pt x="1785" y="3784"/>
                    <a:pt x="1473" y="3549"/>
                    <a:pt x="1210" y="3296"/>
                  </a:cubicBezTo>
                  <a:cubicBezTo>
                    <a:pt x="1248" y="3276"/>
                    <a:pt x="1277" y="3244"/>
                    <a:pt x="1294" y="3203"/>
                  </a:cubicBezTo>
                  <a:cubicBezTo>
                    <a:pt x="1459" y="2796"/>
                    <a:pt x="1641" y="2395"/>
                    <a:pt x="1845" y="2008"/>
                  </a:cubicBezTo>
                  <a:close/>
                  <a:moveTo>
                    <a:pt x="1401" y="0"/>
                  </a:moveTo>
                  <a:cubicBezTo>
                    <a:pt x="1357" y="0"/>
                    <a:pt x="1314" y="23"/>
                    <a:pt x="1285" y="80"/>
                  </a:cubicBezTo>
                  <a:cubicBezTo>
                    <a:pt x="1268" y="109"/>
                    <a:pt x="1254" y="140"/>
                    <a:pt x="1236" y="172"/>
                  </a:cubicBezTo>
                  <a:cubicBezTo>
                    <a:pt x="823" y="360"/>
                    <a:pt x="477" y="723"/>
                    <a:pt x="252" y="1136"/>
                  </a:cubicBezTo>
                  <a:cubicBezTo>
                    <a:pt x="252" y="1128"/>
                    <a:pt x="249" y="1119"/>
                    <a:pt x="249" y="1107"/>
                  </a:cubicBezTo>
                  <a:cubicBezTo>
                    <a:pt x="245" y="1042"/>
                    <a:pt x="194" y="1010"/>
                    <a:pt x="144" y="1010"/>
                  </a:cubicBezTo>
                  <a:cubicBezTo>
                    <a:pt x="95" y="1010"/>
                    <a:pt x="45" y="1042"/>
                    <a:pt x="44" y="1107"/>
                  </a:cubicBezTo>
                  <a:cubicBezTo>
                    <a:pt x="41" y="1263"/>
                    <a:pt x="50" y="1419"/>
                    <a:pt x="67" y="1572"/>
                  </a:cubicBezTo>
                  <a:cubicBezTo>
                    <a:pt x="53" y="1624"/>
                    <a:pt x="30" y="1679"/>
                    <a:pt x="18" y="1731"/>
                  </a:cubicBezTo>
                  <a:cubicBezTo>
                    <a:pt x="1" y="1803"/>
                    <a:pt x="50" y="1875"/>
                    <a:pt x="125" y="1890"/>
                  </a:cubicBezTo>
                  <a:cubicBezTo>
                    <a:pt x="145" y="1985"/>
                    <a:pt x="191" y="2069"/>
                    <a:pt x="220" y="2158"/>
                  </a:cubicBezTo>
                  <a:cubicBezTo>
                    <a:pt x="200" y="2196"/>
                    <a:pt x="183" y="2236"/>
                    <a:pt x="162" y="2274"/>
                  </a:cubicBezTo>
                  <a:cubicBezTo>
                    <a:pt x="85" y="2420"/>
                    <a:pt x="197" y="2539"/>
                    <a:pt x="321" y="2539"/>
                  </a:cubicBezTo>
                  <a:cubicBezTo>
                    <a:pt x="331" y="2539"/>
                    <a:pt x="342" y="2538"/>
                    <a:pt x="353" y="2536"/>
                  </a:cubicBezTo>
                  <a:cubicBezTo>
                    <a:pt x="682" y="3247"/>
                    <a:pt x="1271" y="3801"/>
                    <a:pt x="2079" y="4104"/>
                  </a:cubicBezTo>
                  <a:cubicBezTo>
                    <a:pt x="2100" y="4112"/>
                    <a:pt x="2122" y="4115"/>
                    <a:pt x="2145" y="4115"/>
                  </a:cubicBezTo>
                  <a:cubicBezTo>
                    <a:pt x="2495" y="4115"/>
                    <a:pt x="3131" y="3299"/>
                    <a:pt x="3280" y="3085"/>
                  </a:cubicBezTo>
                  <a:cubicBezTo>
                    <a:pt x="3557" y="2692"/>
                    <a:pt x="3699" y="2176"/>
                    <a:pt x="3633" y="1696"/>
                  </a:cubicBezTo>
                  <a:cubicBezTo>
                    <a:pt x="3520" y="885"/>
                    <a:pt x="2911" y="186"/>
                    <a:pt x="2088" y="51"/>
                  </a:cubicBezTo>
                  <a:cubicBezTo>
                    <a:pt x="2010" y="37"/>
                    <a:pt x="1931" y="31"/>
                    <a:pt x="1851" y="31"/>
                  </a:cubicBezTo>
                  <a:cubicBezTo>
                    <a:pt x="1744" y="31"/>
                    <a:pt x="1636" y="43"/>
                    <a:pt x="1531" y="68"/>
                  </a:cubicBezTo>
                  <a:cubicBezTo>
                    <a:pt x="1498" y="27"/>
                    <a:pt x="1449" y="0"/>
                    <a:pt x="140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08" name="Google Shape;8166;p80">
              <a:extLst>
                <a:ext uri="{FF2B5EF4-FFF2-40B4-BE49-F238E27FC236}">
                  <a16:creationId xmlns:a16="http://schemas.microsoft.com/office/drawing/2014/main" id="{EB5C8F37-0A1D-6C6A-B1AF-3129B164B18F}"/>
                </a:ext>
              </a:extLst>
            </p:cNvPr>
            <p:cNvSpPr/>
            <p:nvPr/>
          </p:nvSpPr>
          <p:spPr>
            <a:xfrm>
              <a:off x="5776700" y="3655450"/>
              <a:ext cx="255650" cy="229725"/>
            </a:xfrm>
            <a:custGeom>
              <a:avLst/>
              <a:gdLst/>
              <a:ahLst/>
              <a:cxnLst/>
              <a:rect l="l" t="t" r="r" b="b"/>
              <a:pathLst>
                <a:path w="10226" h="9189" extrusionOk="0">
                  <a:moveTo>
                    <a:pt x="7218" y="594"/>
                  </a:moveTo>
                  <a:cubicBezTo>
                    <a:pt x="7145" y="654"/>
                    <a:pt x="7070" y="715"/>
                    <a:pt x="6998" y="775"/>
                  </a:cubicBezTo>
                  <a:cubicBezTo>
                    <a:pt x="6305" y="1258"/>
                    <a:pt x="5736" y="1835"/>
                    <a:pt x="5283" y="2600"/>
                  </a:cubicBezTo>
                  <a:cubicBezTo>
                    <a:pt x="5208" y="2727"/>
                    <a:pt x="5327" y="2872"/>
                    <a:pt x="5447" y="2872"/>
                  </a:cubicBezTo>
                  <a:cubicBezTo>
                    <a:pt x="5487" y="2872"/>
                    <a:pt x="5528" y="2856"/>
                    <a:pt x="5560" y="2816"/>
                  </a:cubicBezTo>
                  <a:cubicBezTo>
                    <a:pt x="6144" y="2121"/>
                    <a:pt x="6730" y="1468"/>
                    <a:pt x="7417" y="888"/>
                  </a:cubicBezTo>
                  <a:lnTo>
                    <a:pt x="7417" y="888"/>
                  </a:lnTo>
                  <a:cubicBezTo>
                    <a:pt x="7345" y="1102"/>
                    <a:pt x="6929" y="1693"/>
                    <a:pt x="6779" y="1933"/>
                  </a:cubicBezTo>
                  <a:cubicBezTo>
                    <a:pt x="6435" y="2473"/>
                    <a:pt x="6060" y="2998"/>
                    <a:pt x="5690" y="3521"/>
                  </a:cubicBezTo>
                  <a:cubicBezTo>
                    <a:pt x="5627" y="3567"/>
                    <a:pt x="5583" y="3634"/>
                    <a:pt x="5560" y="3706"/>
                  </a:cubicBezTo>
                  <a:cubicBezTo>
                    <a:pt x="5413" y="3914"/>
                    <a:pt x="5266" y="4121"/>
                    <a:pt x="5127" y="4332"/>
                  </a:cubicBezTo>
                  <a:cubicBezTo>
                    <a:pt x="5084" y="4401"/>
                    <a:pt x="5107" y="4468"/>
                    <a:pt x="5150" y="4523"/>
                  </a:cubicBezTo>
                  <a:cubicBezTo>
                    <a:pt x="5003" y="4448"/>
                    <a:pt x="4853" y="4373"/>
                    <a:pt x="4703" y="4300"/>
                  </a:cubicBezTo>
                  <a:cubicBezTo>
                    <a:pt x="4726" y="3388"/>
                    <a:pt x="4798" y="2404"/>
                    <a:pt x="5367" y="1705"/>
                  </a:cubicBezTo>
                  <a:cubicBezTo>
                    <a:pt x="5630" y="1379"/>
                    <a:pt x="6409" y="905"/>
                    <a:pt x="7218" y="594"/>
                  </a:cubicBezTo>
                  <a:close/>
                  <a:moveTo>
                    <a:pt x="2142" y="3823"/>
                  </a:moveTo>
                  <a:cubicBezTo>
                    <a:pt x="2505" y="3823"/>
                    <a:pt x="2867" y="3881"/>
                    <a:pt x="3213" y="3997"/>
                  </a:cubicBezTo>
                  <a:lnTo>
                    <a:pt x="3216" y="3997"/>
                  </a:lnTo>
                  <a:cubicBezTo>
                    <a:pt x="3646" y="4110"/>
                    <a:pt x="4062" y="4306"/>
                    <a:pt x="4472" y="4514"/>
                  </a:cubicBezTo>
                  <a:cubicBezTo>
                    <a:pt x="4475" y="4586"/>
                    <a:pt x="4475" y="4650"/>
                    <a:pt x="4478" y="4722"/>
                  </a:cubicBezTo>
                  <a:cubicBezTo>
                    <a:pt x="4473" y="4721"/>
                    <a:pt x="4469" y="4721"/>
                    <a:pt x="4465" y="4721"/>
                  </a:cubicBezTo>
                  <a:cubicBezTo>
                    <a:pt x="4442" y="4721"/>
                    <a:pt x="4419" y="4727"/>
                    <a:pt x="4400" y="4739"/>
                  </a:cubicBezTo>
                  <a:cubicBezTo>
                    <a:pt x="3782" y="5172"/>
                    <a:pt x="3288" y="5672"/>
                    <a:pt x="2798" y="6238"/>
                  </a:cubicBezTo>
                  <a:cubicBezTo>
                    <a:pt x="2803" y="6183"/>
                    <a:pt x="2812" y="6142"/>
                    <a:pt x="2818" y="6070"/>
                  </a:cubicBezTo>
                  <a:cubicBezTo>
                    <a:pt x="2919" y="5579"/>
                    <a:pt x="3063" y="5097"/>
                    <a:pt x="3251" y="4630"/>
                  </a:cubicBezTo>
                  <a:cubicBezTo>
                    <a:pt x="3299" y="4509"/>
                    <a:pt x="3178" y="4400"/>
                    <a:pt x="3064" y="4400"/>
                  </a:cubicBezTo>
                  <a:cubicBezTo>
                    <a:pt x="3020" y="4400"/>
                    <a:pt x="2977" y="4416"/>
                    <a:pt x="2945" y="4453"/>
                  </a:cubicBezTo>
                  <a:cubicBezTo>
                    <a:pt x="2630" y="4835"/>
                    <a:pt x="2269" y="5158"/>
                    <a:pt x="1943" y="5513"/>
                  </a:cubicBezTo>
                  <a:cubicBezTo>
                    <a:pt x="2006" y="5115"/>
                    <a:pt x="2070" y="4713"/>
                    <a:pt x="2142" y="4315"/>
                  </a:cubicBezTo>
                  <a:cubicBezTo>
                    <a:pt x="2165" y="4182"/>
                    <a:pt x="2073" y="4098"/>
                    <a:pt x="1973" y="4098"/>
                  </a:cubicBezTo>
                  <a:cubicBezTo>
                    <a:pt x="1919" y="4098"/>
                    <a:pt x="1862" y="4123"/>
                    <a:pt x="1819" y="4179"/>
                  </a:cubicBezTo>
                  <a:cubicBezTo>
                    <a:pt x="1706" y="4228"/>
                    <a:pt x="1597" y="4286"/>
                    <a:pt x="1493" y="4352"/>
                  </a:cubicBezTo>
                  <a:cubicBezTo>
                    <a:pt x="1519" y="4191"/>
                    <a:pt x="1553" y="4035"/>
                    <a:pt x="1576" y="3870"/>
                  </a:cubicBezTo>
                  <a:cubicBezTo>
                    <a:pt x="1764" y="3839"/>
                    <a:pt x="1953" y="3823"/>
                    <a:pt x="2142" y="3823"/>
                  </a:cubicBezTo>
                  <a:close/>
                  <a:moveTo>
                    <a:pt x="8594" y="289"/>
                  </a:moveTo>
                  <a:cubicBezTo>
                    <a:pt x="9159" y="289"/>
                    <a:pt x="9534" y="547"/>
                    <a:pt x="9415" y="1266"/>
                  </a:cubicBezTo>
                  <a:lnTo>
                    <a:pt x="9415" y="1269"/>
                  </a:lnTo>
                  <a:cubicBezTo>
                    <a:pt x="9094" y="3200"/>
                    <a:pt x="8834" y="4803"/>
                    <a:pt x="7804" y="6547"/>
                  </a:cubicBezTo>
                  <a:cubicBezTo>
                    <a:pt x="7945" y="6125"/>
                    <a:pt x="8058" y="5698"/>
                    <a:pt x="8144" y="5265"/>
                  </a:cubicBezTo>
                  <a:cubicBezTo>
                    <a:pt x="8174" y="5146"/>
                    <a:pt x="8083" y="5035"/>
                    <a:pt x="7965" y="5035"/>
                  </a:cubicBezTo>
                  <a:cubicBezTo>
                    <a:pt x="7956" y="5035"/>
                    <a:pt x="7948" y="5035"/>
                    <a:pt x="7939" y="5037"/>
                  </a:cubicBezTo>
                  <a:cubicBezTo>
                    <a:pt x="8277" y="4560"/>
                    <a:pt x="8606" y="4078"/>
                    <a:pt x="8909" y="3579"/>
                  </a:cubicBezTo>
                  <a:cubicBezTo>
                    <a:pt x="8996" y="3438"/>
                    <a:pt x="8870" y="3289"/>
                    <a:pt x="8737" y="3289"/>
                  </a:cubicBezTo>
                  <a:cubicBezTo>
                    <a:pt x="8693" y="3289"/>
                    <a:pt x="8647" y="3306"/>
                    <a:pt x="8609" y="3345"/>
                  </a:cubicBezTo>
                  <a:cubicBezTo>
                    <a:pt x="8499" y="3460"/>
                    <a:pt x="8398" y="3587"/>
                    <a:pt x="8291" y="3706"/>
                  </a:cubicBezTo>
                  <a:cubicBezTo>
                    <a:pt x="8765" y="2871"/>
                    <a:pt x="9166" y="1988"/>
                    <a:pt x="9397" y="1012"/>
                  </a:cubicBezTo>
                  <a:cubicBezTo>
                    <a:pt x="9428" y="890"/>
                    <a:pt x="9321" y="772"/>
                    <a:pt x="9210" y="772"/>
                  </a:cubicBezTo>
                  <a:cubicBezTo>
                    <a:pt x="9166" y="772"/>
                    <a:pt x="9122" y="790"/>
                    <a:pt x="9085" y="833"/>
                  </a:cubicBezTo>
                  <a:cubicBezTo>
                    <a:pt x="8557" y="1448"/>
                    <a:pt x="8040" y="2075"/>
                    <a:pt x="7524" y="2704"/>
                  </a:cubicBezTo>
                  <a:cubicBezTo>
                    <a:pt x="7714" y="2308"/>
                    <a:pt x="7873" y="1901"/>
                    <a:pt x="8006" y="1486"/>
                  </a:cubicBezTo>
                  <a:cubicBezTo>
                    <a:pt x="8092" y="1341"/>
                    <a:pt x="8185" y="1200"/>
                    <a:pt x="8271" y="1055"/>
                  </a:cubicBezTo>
                  <a:cubicBezTo>
                    <a:pt x="8343" y="934"/>
                    <a:pt x="8268" y="839"/>
                    <a:pt x="8164" y="813"/>
                  </a:cubicBezTo>
                  <a:cubicBezTo>
                    <a:pt x="8202" y="645"/>
                    <a:pt x="8242" y="481"/>
                    <a:pt x="8266" y="313"/>
                  </a:cubicBezTo>
                  <a:cubicBezTo>
                    <a:pt x="8380" y="297"/>
                    <a:pt x="8490" y="289"/>
                    <a:pt x="8594" y="289"/>
                  </a:cubicBezTo>
                  <a:close/>
                  <a:moveTo>
                    <a:pt x="2604" y="5343"/>
                  </a:moveTo>
                  <a:cubicBezTo>
                    <a:pt x="2474" y="5790"/>
                    <a:pt x="2399" y="6266"/>
                    <a:pt x="2304" y="6720"/>
                  </a:cubicBezTo>
                  <a:cubicBezTo>
                    <a:pt x="2174" y="6503"/>
                    <a:pt x="2047" y="6295"/>
                    <a:pt x="1923" y="6102"/>
                  </a:cubicBezTo>
                  <a:cubicBezTo>
                    <a:pt x="2119" y="5822"/>
                    <a:pt x="2347" y="5568"/>
                    <a:pt x="2601" y="5343"/>
                  </a:cubicBezTo>
                  <a:close/>
                  <a:moveTo>
                    <a:pt x="6262" y="3530"/>
                  </a:moveTo>
                  <a:cubicBezTo>
                    <a:pt x="5901" y="4075"/>
                    <a:pt x="5540" y="4621"/>
                    <a:pt x="5159" y="5155"/>
                  </a:cubicBezTo>
                  <a:cubicBezTo>
                    <a:pt x="4691" y="5815"/>
                    <a:pt x="3979" y="6646"/>
                    <a:pt x="3774" y="7200"/>
                  </a:cubicBezTo>
                  <a:lnTo>
                    <a:pt x="3774" y="7200"/>
                  </a:lnTo>
                  <a:cubicBezTo>
                    <a:pt x="4039" y="6473"/>
                    <a:pt x="4361" y="5766"/>
                    <a:pt x="4628" y="5039"/>
                  </a:cubicBezTo>
                  <a:cubicBezTo>
                    <a:pt x="4663" y="5028"/>
                    <a:pt x="4686" y="4993"/>
                    <a:pt x="4689" y="4959"/>
                  </a:cubicBezTo>
                  <a:cubicBezTo>
                    <a:pt x="4691" y="4852"/>
                    <a:pt x="4691" y="4739"/>
                    <a:pt x="4694" y="4627"/>
                  </a:cubicBezTo>
                  <a:cubicBezTo>
                    <a:pt x="4853" y="4710"/>
                    <a:pt x="5012" y="4794"/>
                    <a:pt x="5168" y="4875"/>
                  </a:cubicBezTo>
                  <a:cubicBezTo>
                    <a:pt x="5192" y="4887"/>
                    <a:pt x="5215" y="4892"/>
                    <a:pt x="5238" y="4892"/>
                  </a:cubicBezTo>
                  <a:cubicBezTo>
                    <a:pt x="5378" y="4892"/>
                    <a:pt x="5473" y="4686"/>
                    <a:pt x="5321" y="4609"/>
                  </a:cubicBezTo>
                  <a:lnTo>
                    <a:pt x="5301" y="4601"/>
                  </a:lnTo>
                  <a:cubicBezTo>
                    <a:pt x="5338" y="4598"/>
                    <a:pt x="5379" y="4580"/>
                    <a:pt x="5404" y="4549"/>
                  </a:cubicBezTo>
                  <a:cubicBezTo>
                    <a:pt x="5693" y="4211"/>
                    <a:pt x="5976" y="3870"/>
                    <a:pt x="6262" y="3530"/>
                  </a:cubicBezTo>
                  <a:close/>
                  <a:moveTo>
                    <a:pt x="4111" y="5415"/>
                  </a:moveTo>
                  <a:cubicBezTo>
                    <a:pt x="3834" y="6180"/>
                    <a:pt x="3490" y="6919"/>
                    <a:pt x="3213" y="7684"/>
                  </a:cubicBezTo>
                  <a:cubicBezTo>
                    <a:pt x="3184" y="7762"/>
                    <a:pt x="3228" y="7834"/>
                    <a:pt x="3288" y="7877"/>
                  </a:cubicBezTo>
                  <a:lnTo>
                    <a:pt x="3257" y="7915"/>
                  </a:lnTo>
                  <a:cubicBezTo>
                    <a:pt x="3245" y="7926"/>
                    <a:pt x="3251" y="7941"/>
                    <a:pt x="3245" y="7955"/>
                  </a:cubicBezTo>
                  <a:cubicBezTo>
                    <a:pt x="2977" y="7710"/>
                    <a:pt x="2748" y="7407"/>
                    <a:pt x="2541" y="7092"/>
                  </a:cubicBezTo>
                  <a:cubicBezTo>
                    <a:pt x="2552" y="7083"/>
                    <a:pt x="2564" y="7086"/>
                    <a:pt x="2572" y="7072"/>
                  </a:cubicBezTo>
                  <a:cubicBezTo>
                    <a:pt x="2913" y="6653"/>
                    <a:pt x="3944" y="5874"/>
                    <a:pt x="4111" y="5415"/>
                  </a:cubicBezTo>
                  <a:close/>
                  <a:moveTo>
                    <a:pt x="7547" y="6085"/>
                  </a:moveTo>
                  <a:lnTo>
                    <a:pt x="7547" y="6085"/>
                  </a:lnTo>
                  <a:cubicBezTo>
                    <a:pt x="7394" y="6607"/>
                    <a:pt x="7206" y="7121"/>
                    <a:pt x="6984" y="7620"/>
                  </a:cubicBezTo>
                  <a:cubicBezTo>
                    <a:pt x="6608" y="8004"/>
                    <a:pt x="6178" y="8302"/>
                    <a:pt x="5699" y="8461"/>
                  </a:cubicBezTo>
                  <a:cubicBezTo>
                    <a:pt x="6337" y="7687"/>
                    <a:pt x="6952" y="6893"/>
                    <a:pt x="7547" y="6085"/>
                  </a:cubicBezTo>
                  <a:close/>
                  <a:moveTo>
                    <a:pt x="8839" y="1488"/>
                  </a:moveTo>
                  <a:cubicBezTo>
                    <a:pt x="8874" y="1488"/>
                    <a:pt x="8858" y="1610"/>
                    <a:pt x="8756" y="1933"/>
                  </a:cubicBezTo>
                  <a:cubicBezTo>
                    <a:pt x="7971" y="4442"/>
                    <a:pt x="5907" y="6393"/>
                    <a:pt x="4426" y="8533"/>
                  </a:cubicBezTo>
                  <a:cubicBezTo>
                    <a:pt x="4224" y="8492"/>
                    <a:pt x="4024" y="8429"/>
                    <a:pt x="3834" y="8348"/>
                  </a:cubicBezTo>
                  <a:cubicBezTo>
                    <a:pt x="3727" y="8302"/>
                    <a:pt x="3623" y="8244"/>
                    <a:pt x="3525" y="8178"/>
                  </a:cubicBezTo>
                  <a:cubicBezTo>
                    <a:pt x="4296" y="7265"/>
                    <a:pt x="5148" y="6298"/>
                    <a:pt x="5921" y="5276"/>
                  </a:cubicBezTo>
                  <a:cubicBezTo>
                    <a:pt x="6092" y="5063"/>
                    <a:pt x="6265" y="4852"/>
                    <a:pt x="6438" y="4638"/>
                  </a:cubicBezTo>
                  <a:cubicBezTo>
                    <a:pt x="6978" y="3960"/>
                    <a:pt x="7524" y="3284"/>
                    <a:pt x="8072" y="2612"/>
                  </a:cubicBezTo>
                  <a:cubicBezTo>
                    <a:pt x="8286" y="2347"/>
                    <a:pt x="8745" y="1488"/>
                    <a:pt x="8839" y="1488"/>
                  </a:cubicBezTo>
                  <a:close/>
                  <a:moveTo>
                    <a:pt x="8108" y="0"/>
                  </a:moveTo>
                  <a:cubicBezTo>
                    <a:pt x="8095" y="0"/>
                    <a:pt x="8082" y="2"/>
                    <a:pt x="8069" y="5"/>
                  </a:cubicBezTo>
                  <a:cubicBezTo>
                    <a:pt x="8060" y="4"/>
                    <a:pt x="8050" y="4"/>
                    <a:pt x="8040" y="4"/>
                  </a:cubicBezTo>
                  <a:cubicBezTo>
                    <a:pt x="6835" y="4"/>
                    <a:pt x="5647" y="892"/>
                    <a:pt x="4919" y="1789"/>
                  </a:cubicBezTo>
                  <a:cubicBezTo>
                    <a:pt x="4455" y="2360"/>
                    <a:pt x="4432" y="3348"/>
                    <a:pt x="4458" y="4185"/>
                  </a:cubicBezTo>
                  <a:cubicBezTo>
                    <a:pt x="3680" y="3827"/>
                    <a:pt x="2901" y="3552"/>
                    <a:pt x="2138" y="3552"/>
                  </a:cubicBezTo>
                  <a:cubicBezTo>
                    <a:pt x="1965" y="3552"/>
                    <a:pt x="1793" y="3566"/>
                    <a:pt x="1623" y="3596"/>
                  </a:cubicBezTo>
                  <a:cubicBezTo>
                    <a:pt x="1625" y="3570"/>
                    <a:pt x="1628" y="3541"/>
                    <a:pt x="1634" y="3515"/>
                  </a:cubicBezTo>
                  <a:cubicBezTo>
                    <a:pt x="1652" y="3431"/>
                    <a:pt x="1580" y="3331"/>
                    <a:pt x="1496" y="3331"/>
                  </a:cubicBezTo>
                  <a:cubicBezTo>
                    <a:pt x="1473" y="3331"/>
                    <a:pt x="1449" y="3339"/>
                    <a:pt x="1426" y="3356"/>
                  </a:cubicBezTo>
                  <a:cubicBezTo>
                    <a:pt x="1224" y="3504"/>
                    <a:pt x="1036" y="3674"/>
                    <a:pt x="866" y="3859"/>
                  </a:cubicBezTo>
                  <a:cubicBezTo>
                    <a:pt x="580" y="4000"/>
                    <a:pt x="318" y="4182"/>
                    <a:pt x="84" y="4401"/>
                  </a:cubicBezTo>
                  <a:cubicBezTo>
                    <a:pt x="0" y="4482"/>
                    <a:pt x="32" y="4609"/>
                    <a:pt x="121" y="4670"/>
                  </a:cubicBezTo>
                  <a:cubicBezTo>
                    <a:pt x="286" y="4788"/>
                    <a:pt x="442" y="4918"/>
                    <a:pt x="586" y="5063"/>
                  </a:cubicBezTo>
                  <a:cubicBezTo>
                    <a:pt x="601" y="5120"/>
                    <a:pt x="609" y="5175"/>
                    <a:pt x="629" y="5236"/>
                  </a:cubicBezTo>
                  <a:cubicBezTo>
                    <a:pt x="643" y="5273"/>
                    <a:pt x="677" y="5293"/>
                    <a:pt x="712" y="5293"/>
                  </a:cubicBezTo>
                  <a:cubicBezTo>
                    <a:pt x="737" y="5293"/>
                    <a:pt x="762" y="5283"/>
                    <a:pt x="780" y="5262"/>
                  </a:cubicBezTo>
                  <a:cubicBezTo>
                    <a:pt x="808" y="5294"/>
                    <a:pt x="837" y="5331"/>
                    <a:pt x="866" y="5366"/>
                  </a:cubicBezTo>
                  <a:cubicBezTo>
                    <a:pt x="866" y="5447"/>
                    <a:pt x="927" y="5516"/>
                    <a:pt x="1008" y="5527"/>
                  </a:cubicBezTo>
                  <a:cubicBezTo>
                    <a:pt x="1175" y="5732"/>
                    <a:pt x="1337" y="5955"/>
                    <a:pt x="1495" y="6180"/>
                  </a:cubicBezTo>
                  <a:cubicBezTo>
                    <a:pt x="1501" y="6240"/>
                    <a:pt x="1539" y="6292"/>
                    <a:pt x="1591" y="6318"/>
                  </a:cubicBezTo>
                  <a:cubicBezTo>
                    <a:pt x="2333" y="7390"/>
                    <a:pt x="3052" y="8533"/>
                    <a:pt x="4201" y="8850"/>
                  </a:cubicBezTo>
                  <a:cubicBezTo>
                    <a:pt x="4192" y="8868"/>
                    <a:pt x="4180" y="8882"/>
                    <a:pt x="4172" y="8897"/>
                  </a:cubicBezTo>
                  <a:cubicBezTo>
                    <a:pt x="4083" y="9030"/>
                    <a:pt x="4217" y="9188"/>
                    <a:pt x="4348" y="9188"/>
                  </a:cubicBezTo>
                  <a:cubicBezTo>
                    <a:pt x="4391" y="9188"/>
                    <a:pt x="4435" y="9170"/>
                    <a:pt x="4469" y="9127"/>
                  </a:cubicBezTo>
                  <a:cubicBezTo>
                    <a:pt x="4481" y="9113"/>
                    <a:pt x="4489" y="9102"/>
                    <a:pt x="4498" y="9087"/>
                  </a:cubicBezTo>
                  <a:cubicBezTo>
                    <a:pt x="4541" y="9035"/>
                    <a:pt x="4582" y="8980"/>
                    <a:pt x="4625" y="8925"/>
                  </a:cubicBezTo>
                  <a:cubicBezTo>
                    <a:pt x="4713" y="8935"/>
                    <a:pt x="4801" y="8940"/>
                    <a:pt x="4890" y="8940"/>
                  </a:cubicBezTo>
                  <a:cubicBezTo>
                    <a:pt x="5013" y="8940"/>
                    <a:pt x="5136" y="8931"/>
                    <a:pt x="5257" y="8914"/>
                  </a:cubicBezTo>
                  <a:cubicBezTo>
                    <a:pt x="5788" y="8836"/>
                    <a:pt x="6262" y="8625"/>
                    <a:pt x="6686" y="8328"/>
                  </a:cubicBezTo>
                  <a:lnTo>
                    <a:pt x="6686" y="8328"/>
                  </a:lnTo>
                  <a:cubicBezTo>
                    <a:pt x="6671" y="8455"/>
                    <a:pt x="6779" y="8558"/>
                    <a:pt x="6882" y="8558"/>
                  </a:cubicBezTo>
                  <a:cubicBezTo>
                    <a:pt x="6936" y="8558"/>
                    <a:pt x="6988" y="8529"/>
                    <a:pt x="7021" y="8461"/>
                  </a:cubicBezTo>
                  <a:cubicBezTo>
                    <a:pt x="7131" y="8230"/>
                    <a:pt x="7238" y="7999"/>
                    <a:pt x="7339" y="7771"/>
                  </a:cubicBezTo>
                  <a:cubicBezTo>
                    <a:pt x="8514" y="6552"/>
                    <a:pt x="9198" y="4627"/>
                    <a:pt x="9495" y="3154"/>
                  </a:cubicBezTo>
                  <a:cubicBezTo>
                    <a:pt x="9848" y="1419"/>
                    <a:pt x="10226" y="146"/>
                    <a:pt x="8205" y="5"/>
                  </a:cubicBezTo>
                  <a:lnTo>
                    <a:pt x="8147" y="5"/>
                  </a:lnTo>
                  <a:cubicBezTo>
                    <a:pt x="8134" y="2"/>
                    <a:pt x="8121" y="0"/>
                    <a:pt x="810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09" name="Google Shape;8167;p80">
              <a:extLst>
                <a:ext uri="{FF2B5EF4-FFF2-40B4-BE49-F238E27FC236}">
                  <a16:creationId xmlns:a16="http://schemas.microsoft.com/office/drawing/2014/main" id="{ECC4401D-5274-76B0-DA9D-3683285B5040}"/>
                </a:ext>
              </a:extLst>
            </p:cNvPr>
            <p:cNvSpPr/>
            <p:nvPr/>
          </p:nvSpPr>
          <p:spPr>
            <a:xfrm>
              <a:off x="6225900" y="3825325"/>
              <a:ext cx="398875" cy="192375"/>
            </a:xfrm>
            <a:custGeom>
              <a:avLst/>
              <a:gdLst/>
              <a:ahLst/>
              <a:cxnLst/>
              <a:rect l="l" t="t" r="r" b="b"/>
              <a:pathLst>
                <a:path w="15955" h="7695" extrusionOk="0">
                  <a:moveTo>
                    <a:pt x="1482" y="889"/>
                  </a:moveTo>
                  <a:cubicBezTo>
                    <a:pt x="1467" y="915"/>
                    <a:pt x="1453" y="944"/>
                    <a:pt x="1462" y="967"/>
                  </a:cubicBezTo>
                  <a:cubicBezTo>
                    <a:pt x="1586" y="1313"/>
                    <a:pt x="1568" y="1273"/>
                    <a:pt x="1730" y="1611"/>
                  </a:cubicBezTo>
                  <a:cubicBezTo>
                    <a:pt x="1742" y="1633"/>
                    <a:pt x="1765" y="1647"/>
                    <a:pt x="1789" y="1647"/>
                  </a:cubicBezTo>
                  <a:cubicBezTo>
                    <a:pt x="1794" y="1647"/>
                    <a:pt x="1798" y="1646"/>
                    <a:pt x="1802" y="1645"/>
                  </a:cubicBezTo>
                  <a:cubicBezTo>
                    <a:pt x="1808" y="1677"/>
                    <a:pt x="1811" y="1715"/>
                    <a:pt x="1814" y="1749"/>
                  </a:cubicBezTo>
                  <a:cubicBezTo>
                    <a:pt x="1516" y="1539"/>
                    <a:pt x="1219" y="1331"/>
                    <a:pt x="922" y="1120"/>
                  </a:cubicBezTo>
                  <a:lnTo>
                    <a:pt x="1482" y="889"/>
                  </a:lnTo>
                  <a:close/>
                  <a:moveTo>
                    <a:pt x="2667" y="1481"/>
                  </a:moveTo>
                  <a:cubicBezTo>
                    <a:pt x="2752" y="1481"/>
                    <a:pt x="2647" y="1773"/>
                    <a:pt x="2616" y="2318"/>
                  </a:cubicBezTo>
                  <a:cubicBezTo>
                    <a:pt x="2536" y="2257"/>
                    <a:pt x="2452" y="2200"/>
                    <a:pt x="2368" y="2142"/>
                  </a:cubicBezTo>
                  <a:cubicBezTo>
                    <a:pt x="2276" y="2078"/>
                    <a:pt x="2183" y="2012"/>
                    <a:pt x="2091" y="1946"/>
                  </a:cubicBezTo>
                  <a:cubicBezTo>
                    <a:pt x="2446" y="1631"/>
                    <a:pt x="2606" y="1481"/>
                    <a:pt x="2667" y="1481"/>
                  </a:cubicBezTo>
                  <a:close/>
                  <a:moveTo>
                    <a:pt x="3643" y="1612"/>
                  </a:moveTo>
                  <a:cubicBezTo>
                    <a:pt x="3764" y="1612"/>
                    <a:pt x="3545" y="2219"/>
                    <a:pt x="3295" y="2806"/>
                  </a:cubicBezTo>
                  <a:cubicBezTo>
                    <a:pt x="3168" y="2711"/>
                    <a:pt x="3038" y="2618"/>
                    <a:pt x="2908" y="2526"/>
                  </a:cubicBezTo>
                  <a:cubicBezTo>
                    <a:pt x="3348" y="1861"/>
                    <a:pt x="3566" y="1612"/>
                    <a:pt x="3643" y="1612"/>
                  </a:cubicBezTo>
                  <a:close/>
                  <a:moveTo>
                    <a:pt x="2567" y="439"/>
                  </a:moveTo>
                  <a:cubicBezTo>
                    <a:pt x="3586" y="658"/>
                    <a:pt x="4435" y="1146"/>
                    <a:pt x="5117" y="1902"/>
                  </a:cubicBezTo>
                  <a:cubicBezTo>
                    <a:pt x="5148" y="1940"/>
                    <a:pt x="5194" y="1992"/>
                    <a:pt x="5235" y="2038"/>
                  </a:cubicBezTo>
                  <a:cubicBezTo>
                    <a:pt x="4840" y="2537"/>
                    <a:pt x="4569" y="3038"/>
                    <a:pt x="4480" y="3038"/>
                  </a:cubicBezTo>
                  <a:cubicBezTo>
                    <a:pt x="4411" y="3038"/>
                    <a:pt x="4449" y="2742"/>
                    <a:pt x="4620" y="1923"/>
                  </a:cubicBezTo>
                  <a:cubicBezTo>
                    <a:pt x="4641" y="1827"/>
                    <a:pt x="4556" y="1731"/>
                    <a:pt x="4469" y="1731"/>
                  </a:cubicBezTo>
                  <a:cubicBezTo>
                    <a:pt x="4436" y="1731"/>
                    <a:pt x="4403" y="1745"/>
                    <a:pt x="4375" y="1778"/>
                  </a:cubicBezTo>
                  <a:cubicBezTo>
                    <a:pt x="3960" y="2275"/>
                    <a:pt x="3763" y="2482"/>
                    <a:pt x="3693" y="2482"/>
                  </a:cubicBezTo>
                  <a:cubicBezTo>
                    <a:pt x="3576" y="2482"/>
                    <a:pt x="3816" y="1901"/>
                    <a:pt x="3988" y="1134"/>
                  </a:cubicBezTo>
                  <a:cubicBezTo>
                    <a:pt x="4006" y="1040"/>
                    <a:pt x="3923" y="946"/>
                    <a:pt x="3839" y="946"/>
                  </a:cubicBezTo>
                  <a:cubicBezTo>
                    <a:pt x="3807" y="946"/>
                    <a:pt x="3774" y="960"/>
                    <a:pt x="3748" y="993"/>
                  </a:cubicBezTo>
                  <a:cubicBezTo>
                    <a:pt x="3446" y="1365"/>
                    <a:pt x="3084" y="1946"/>
                    <a:pt x="2945" y="1946"/>
                  </a:cubicBezTo>
                  <a:cubicBezTo>
                    <a:pt x="2853" y="1946"/>
                    <a:pt x="2857" y="1697"/>
                    <a:pt x="3035" y="976"/>
                  </a:cubicBezTo>
                  <a:cubicBezTo>
                    <a:pt x="3058" y="884"/>
                    <a:pt x="2977" y="797"/>
                    <a:pt x="2894" y="797"/>
                  </a:cubicBezTo>
                  <a:cubicBezTo>
                    <a:pt x="2862" y="797"/>
                    <a:pt x="2830" y="809"/>
                    <a:pt x="2804" y="840"/>
                  </a:cubicBezTo>
                  <a:cubicBezTo>
                    <a:pt x="2547" y="1135"/>
                    <a:pt x="2352" y="1310"/>
                    <a:pt x="2228" y="1310"/>
                  </a:cubicBezTo>
                  <a:cubicBezTo>
                    <a:pt x="2096" y="1310"/>
                    <a:pt x="2044" y="1110"/>
                    <a:pt x="2082" y="641"/>
                  </a:cubicBezTo>
                  <a:lnTo>
                    <a:pt x="2567" y="439"/>
                  </a:lnTo>
                  <a:close/>
                  <a:moveTo>
                    <a:pt x="4183" y="2425"/>
                  </a:moveTo>
                  <a:cubicBezTo>
                    <a:pt x="4257" y="2425"/>
                    <a:pt x="4209" y="2679"/>
                    <a:pt x="4063" y="3372"/>
                  </a:cubicBezTo>
                  <a:lnTo>
                    <a:pt x="4063" y="3375"/>
                  </a:lnTo>
                  <a:cubicBezTo>
                    <a:pt x="3898" y="3248"/>
                    <a:pt x="3734" y="3126"/>
                    <a:pt x="3569" y="3005"/>
                  </a:cubicBezTo>
                  <a:cubicBezTo>
                    <a:pt x="3911" y="2682"/>
                    <a:pt x="4108" y="2425"/>
                    <a:pt x="4183" y="2425"/>
                  </a:cubicBezTo>
                  <a:close/>
                  <a:moveTo>
                    <a:pt x="5506" y="2338"/>
                  </a:moveTo>
                  <a:cubicBezTo>
                    <a:pt x="5625" y="2465"/>
                    <a:pt x="5766" y="2572"/>
                    <a:pt x="5925" y="2650"/>
                  </a:cubicBezTo>
                  <a:cubicBezTo>
                    <a:pt x="5587" y="3054"/>
                    <a:pt x="5267" y="3464"/>
                    <a:pt x="4952" y="3897"/>
                  </a:cubicBezTo>
                  <a:cubicBezTo>
                    <a:pt x="5119" y="3666"/>
                    <a:pt x="5356" y="2916"/>
                    <a:pt x="5506" y="2338"/>
                  </a:cubicBezTo>
                  <a:close/>
                  <a:moveTo>
                    <a:pt x="5153" y="2627"/>
                  </a:moveTo>
                  <a:cubicBezTo>
                    <a:pt x="5278" y="2627"/>
                    <a:pt x="4986" y="3335"/>
                    <a:pt x="4738" y="3923"/>
                  </a:cubicBezTo>
                  <a:cubicBezTo>
                    <a:pt x="4611" y="3816"/>
                    <a:pt x="4481" y="3710"/>
                    <a:pt x="4351" y="3606"/>
                  </a:cubicBezTo>
                  <a:lnTo>
                    <a:pt x="4354" y="3606"/>
                  </a:lnTo>
                  <a:cubicBezTo>
                    <a:pt x="4845" y="2890"/>
                    <a:pt x="5077" y="2627"/>
                    <a:pt x="5153" y="2627"/>
                  </a:cubicBezTo>
                  <a:close/>
                  <a:moveTo>
                    <a:pt x="6852" y="2699"/>
                  </a:moveTo>
                  <a:lnTo>
                    <a:pt x="6852" y="2699"/>
                  </a:lnTo>
                  <a:cubicBezTo>
                    <a:pt x="6435" y="3207"/>
                    <a:pt x="6033" y="3727"/>
                    <a:pt x="5620" y="4252"/>
                  </a:cubicBezTo>
                  <a:lnTo>
                    <a:pt x="5620" y="4252"/>
                  </a:lnTo>
                  <a:cubicBezTo>
                    <a:pt x="5872" y="3929"/>
                    <a:pt x="6152" y="3300"/>
                    <a:pt x="6390" y="2716"/>
                  </a:cubicBezTo>
                  <a:cubicBezTo>
                    <a:pt x="6554" y="2714"/>
                    <a:pt x="6710" y="2711"/>
                    <a:pt x="6852" y="2699"/>
                  </a:cubicBezTo>
                  <a:close/>
                  <a:moveTo>
                    <a:pt x="6051" y="2982"/>
                  </a:moveTo>
                  <a:cubicBezTo>
                    <a:pt x="6137" y="2982"/>
                    <a:pt x="5623" y="3913"/>
                    <a:pt x="5321" y="4460"/>
                  </a:cubicBezTo>
                  <a:cubicBezTo>
                    <a:pt x="5238" y="4379"/>
                    <a:pt x="5160" y="4301"/>
                    <a:pt x="5076" y="4223"/>
                  </a:cubicBezTo>
                  <a:cubicBezTo>
                    <a:pt x="5267" y="3975"/>
                    <a:pt x="5454" y="3730"/>
                    <a:pt x="5636" y="3476"/>
                  </a:cubicBezTo>
                  <a:cubicBezTo>
                    <a:pt x="5895" y="3121"/>
                    <a:pt x="6018" y="2982"/>
                    <a:pt x="6051" y="2982"/>
                  </a:cubicBezTo>
                  <a:close/>
                  <a:moveTo>
                    <a:pt x="7894" y="2566"/>
                  </a:moveTo>
                  <a:lnTo>
                    <a:pt x="7894" y="2566"/>
                  </a:lnTo>
                  <a:cubicBezTo>
                    <a:pt x="7426" y="3199"/>
                    <a:pt x="6976" y="3845"/>
                    <a:pt x="6546" y="4512"/>
                  </a:cubicBezTo>
                  <a:cubicBezTo>
                    <a:pt x="6791" y="4128"/>
                    <a:pt x="7192" y="3363"/>
                    <a:pt x="7478" y="2621"/>
                  </a:cubicBezTo>
                  <a:lnTo>
                    <a:pt x="7478" y="2624"/>
                  </a:lnTo>
                  <a:cubicBezTo>
                    <a:pt x="7620" y="2601"/>
                    <a:pt x="7758" y="2584"/>
                    <a:pt x="7894" y="2566"/>
                  </a:cubicBezTo>
                  <a:close/>
                  <a:moveTo>
                    <a:pt x="7155" y="2898"/>
                  </a:moveTo>
                  <a:cubicBezTo>
                    <a:pt x="7326" y="2898"/>
                    <a:pt x="6364" y="4611"/>
                    <a:pt x="6075" y="5269"/>
                  </a:cubicBezTo>
                  <a:cubicBezTo>
                    <a:pt x="6072" y="5274"/>
                    <a:pt x="6075" y="5280"/>
                    <a:pt x="6075" y="5289"/>
                  </a:cubicBezTo>
                  <a:cubicBezTo>
                    <a:pt x="5922" y="5098"/>
                    <a:pt x="5763" y="4916"/>
                    <a:pt x="5596" y="4737"/>
                  </a:cubicBezTo>
                  <a:cubicBezTo>
                    <a:pt x="5835" y="4469"/>
                    <a:pt x="6055" y="4212"/>
                    <a:pt x="6292" y="3897"/>
                  </a:cubicBezTo>
                  <a:cubicBezTo>
                    <a:pt x="6838" y="3172"/>
                    <a:pt x="7087" y="2898"/>
                    <a:pt x="7155" y="2898"/>
                  </a:cubicBezTo>
                  <a:close/>
                  <a:moveTo>
                    <a:pt x="8618" y="2546"/>
                  </a:moveTo>
                  <a:cubicBezTo>
                    <a:pt x="8800" y="2563"/>
                    <a:pt x="8985" y="2595"/>
                    <a:pt x="9164" y="2644"/>
                  </a:cubicBezTo>
                  <a:cubicBezTo>
                    <a:pt x="8323" y="3574"/>
                    <a:pt x="7627" y="4577"/>
                    <a:pt x="6921" y="5613"/>
                  </a:cubicBezTo>
                  <a:lnTo>
                    <a:pt x="6921" y="5613"/>
                  </a:lnTo>
                  <a:cubicBezTo>
                    <a:pt x="7533" y="4712"/>
                    <a:pt x="8175" y="3695"/>
                    <a:pt x="8618" y="2546"/>
                  </a:cubicBezTo>
                  <a:close/>
                  <a:moveTo>
                    <a:pt x="9513" y="2754"/>
                  </a:moveTo>
                  <a:cubicBezTo>
                    <a:pt x="9788" y="2849"/>
                    <a:pt x="10050" y="2962"/>
                    <a:pt x="10307" y="3092"/>
                  </a:cubicBezTo>
                  <a:cubicBezTo>
                    <a:pt x="10440" y="3158"/>
                    <a:pt x="10570" y="3236"/>
                    <a:pt x="10703" y="3308"/>
                  </a:cubicBezTo>
                  <a:lnTo>
                    <a:pt x="10703" y="3311"/>
                  </a:lnTo>
                  <a:cubicBezTo>
                    <a:pt x="10686" y="3317"/>
                    <a:pt x="10668" y="3317"/>
                    <a:pt x="10654" y="3334"/>
                  </a:cubicBezTo>
                  <a:cubicBezTo>
                    <a:pt x="9931" y="4126"/>
                    <a:pt x="9334" y="4954"/>
                    <a:pt x="8735" y="5842"/>
                  </a:cubicBezTo>
                  <a:lnTo>
                    <a:pt x="8735" y="5842"/>
                  </a:lnTo>
                  <a:cubicBezTo>
                    <a:pt x="9040" y="5388"/>
                    <a:pt x="9546" y="4495"/>
                    <a:pt x="9843" y="3663"/>
                  </a:cubicBezTo>
                  <a:cubicBezTo>
                    <a:pt x="9884" y="3549"/>
                    <a:pt x="9770" y="3440"/>
                    <a:pt x="9664" y="3440"/>
                  </a:cubicBezTo>
                  <a:cubicBezTo>
                    <a:pt x="9623" y="3440"/>
                    <a:pt x="9583" y="3456"/>
                    <a:pt x="9554" y="3493"/>
                  </a:cubicBezTo>
                  <a:cubicBezTo>
                    <a:pt x="9360" y="3747"/>
                    <a:pt x="9184" y="4007"/>
                    <a:pt x="9002" y="4264"/>
                  </a:cubicBezTo>
                  <a:cubicBezTo>
                    <a:pt x="9233" y="3741"/>
                    <a:pt x="9352" y="3317"/>
                    <a:pt x="9513" y="2754"/>
                  </a:cubicBezTo>
                  <a:close/>
                  <a:moveTo>
                    <a:pt x="8333" y="2535"/>
                  </a:moveTo>
                  <a:cubicBezTo>
                    <a:pt x="7998" y="3689"/>
                    <a:pt x="7250" y="4821"/>
                    <a:pt x="6641" y="5898"/>
                  </a:cubicBezTo>
                  <a:cubicBezTo>
                    <a:pt x="6616" y="5883"/>
                    <a:pt x="6588" y="5875"/>
                    <a:pt x="6561" y="5875"/>
                  </a:cubicBezTo>
                  <a:cubicBezTo>
                    <a:pt x="6541" y="5875"/>
                    <a:pt x="6521" y="5879"/>
                    <a:pt x="6502" y="5886"/>
                  </a:cubicBezTo>
                  <a:lnTo>
                    <a:pt x="6502" y="5884"/>
                  </a:lnTo>
                  <a:cubicBezTo>
                    <a:pt x="6419" y="5751"/>
                    <a:pt x="6323" y="5624"/>
                    <a:pt x="6228" y="5497"/>
                  </a:cubicBezTo>
                  <a:cubicBezTo>
                    <a:pt x="6280" y="5497"/>
                    <a:pt x="6326" y="5468"/>
                    <a:pt x="6349" y="5424"/>
                  </a:cubicBezTo>
                  <a:cubicBezTo>
                    <a:pt x="6852" y="4631"/>
                    <a:pt x="8041" y="3424"/>
                    <a:pt x="8330" y="2535"/>
                  </a:cubicBezTo>
                  <a:close/>
                  <a:moveTo>
                    <a:pt x="10948" y="3447"/>
                  </a:moveTo>
                  <a:lnTo>
                    <a:pt x="10948" y="3447"/>
                  </a:lnTo>
                  <a:cubicBezTo>
                    <a:pt x="11373" y="3684"/>
                    <a:pt x="11788" y="3935"/>
                    <a:pt x="12201" y="4197"/>
                  </a:cubicBezTo>
                  <a:cubicBezTo>
                    <a:pt x="11884" y="4584"/>
                    <a:pt x="11575" y="4977"/>
                    <a:pt x="11263" y="5367"/>
                  </a:cubicBezTo>
                  <a:cubicBezTo>
                    <a:pt x="11404" y="5015"/>
                    <a:pt x="11477" y="4703"/>
                    <a:pt x="11581" y="4293"/>
                  </a:cubicBezTo>
                  <a:cubicBezTo>
                    <a:pt x="11612" y="4172"/>
                    <a:pt x="11510" y="4066"/>
                    <a:pt x="11403" y="4066"/>
                  </a:cubicBezTo>
                  <a:cubicBezTo>
                    <a:pt x="11361" y="4066"/>
                    <a:pt x="11319" y="4082"/>
                    <a:pt x="11283" y="4120"/>
                  </a:cubicBezTo>
                  <a:cubicBezTo>
                    <a:pt x="10719" y="4716"/>
                    <a:pt x="10186" y="5341"/>
                    <a:pt x="9687" y="5992"/>
                  </a:cubicBezTo>
                  <a:lnTo>
                    <a:pt x="9687" y="5992"/>
                  </a:lnTo>
                  <a:cubicBezTo>
                    <a:pt x="10151" y="5385"/>
                    <a:pt x="10631" y="4423"/>
                    <a:pt x="10951" y="3505"/>
                  </a:cubicBezTo>
                  <a:cubicBezTo>
                    <a:pt x="10954" y="3484"/>
                    <a:pt x="10954" y="3464"/>
                    <a:pt x="10948" y="3447"/>
                  </a:cubicBezTo>
                  <a:close/>
                  <a:moveTo>
                    <a:pt x="12594" y="4443"/>
                  </a:moveTo>
                  <a:lnTo>
                    <a:pt x="12594" y="4446"/>
                  </a:lnTo>
                  <a:cubicBezTo>
                    <a:pt x="12744" y="4541"/>
                    <a:pt x="12894" y="4639"/>
                    <a:pt x="13047" y="4737"/>
                  </a:cubicBezTo>
                  <a:cubicBezTo>
                    <a:pt x="13036" y="4743"/>
                    <a:pt x="13027" y="4740"/>
                    <a:pt x="13018" y="4752"/>
                  </a:cubicBezTo>
                  <a:cubicBezTo>
                    <a:pt x="12603" y="5199"/>
                    <a:pt x="12262" y="5563"/>
                    <a:pt x="11895" y="6048"/>
                  </a:cubicBezTo>
                  <a:cubicBezTo>
                    <a:pt x="12028" y="5869"/>
                    <a:pt x="12389" y="5090"/>
                    <a:pt x="12594" y="4443"/>
                  </a:cubicBezTo>
                  <a:close/>
                  <a:moveTo>
                    <a:pt x="8956" y="3363"/>
                  </a:moveTo>
                  <a:cubicBezTo>
                    <a:pt x="8486" y="3961"/>
                    <a:pt x="8018" y="5413"/>
                    <a:pt x="7628" y="6354"/>
                  </a:cubicBezTo>
                  <a:cubicBezTo>
                    <a:pt x="7415" y="6267"/>
                    <a:pt x="7204" y="6169"/>
                    <a:pt x="6999" y="6068"/>
                  </a:cubicBezTo>
                  <a:cubicBezTo>
                    <a:pt x="7640" y="5162"/>
                    <a:pt x="8260" y="4238"/>
                    <a:pt x="8953" y="3366"/>
                  </a:cubicBezTo>
                  <a:lnTo>
                    <a:pt x="8956" y="3363"/>
                  </a:lnTo>
                  <a:close/>
                  <a:moveTo>
                    <a:pt x="9332" y="4353"/>
                  </a:moveTo>
                  <a:cubicBezTo>
                    <a:pt x="9409" y="4353"/>
                    <a:pt x="8430" y="6183"/>
                    <a:pt x="8269" y="6519"/>
                  </a:cubicBezTo>
                  <a:cubicBezTo>
                    <a:pt x="8260" y="6542"/>
                    <a:pt x="8258" y="6565"/>
                    <a:pt x="8263" y="6591"/>
                  </a:cubicBezTo>
                  <a:cubicBezTo>
                    <a:pt x="8171" y="6559"/>
                    <a:pt x="8084" y="6522"/>
                    <a:pt x="7995" y="6490"/>
                  </a:cubicBezTo>
                  <a:cubicBezTo>
                    <a:pt x="8304" y="5959"/>
                    <a:pt x="8616" y="5427"/>
                    <a:pt x="8948" y="4902"/>
                  </a:cubicBezTo>
                  <a:lnTo>
                    <a:pt x="8950" y="4899"/>
                  </a:lnTo>
                  <a:cubicBezTo>
                    <a:pt x="9198" y="4507"/>
                    <a:pt x="9309" y="4353"/>
                    <a:pt x="9332" y="4353"/>
                  </a:cubicBezTo>
                  <a:close/>
                  <a:moveTo>
                    <a:pt x="10362" y="4180"/>
                  </a:moveTo>
                  <a:lnTo>
                    <a:pt x="10362" y="4180"/>
                  </a:lnTo>
                  <a:cubicBezTo>
                    <a:pt x="9862" y="4826"/>
                    <a:pt x="9546" y="5934"/>
                    <a:pt x="9210" y="6677"/>
                  </a:cubicBezTo>
                  <a:cubicBezTo>
                    <a:pt x="9181" y="6735"/>
                    <a:pt x="9190" y="6804"/>
                    <a:pt x="9230" y="6856"/>
                  </a:cubicBezTo>
                  <a:cubicBezTo>
                    <a:pt x="9011" y="6807"/>
                    <a:pt x="8795" y="6750"/>
                    <a:pt x="8578" y="6683"/>
                  </a:cubicBezTo>
                  <a:cubicBezTo>
                    <a:pt x="9164" y="5838"/>
                    <a:pt x="9730" y="4991"/>
                    <a:pt x="10362" y="4180"/>
                  </a:cubicBezTo>
                  <a:close/>
                  <a:moveTo>
                    <a:pt x="11109" y="4843"/>
                  </a:moveTo>
                  <a:cubicBezTo>
                    <a:pt x="11250" y="4843"/>
                    <a:pt x="10183" y="6783"/>
                    <a:pt x="10157" y="6833"/>
                  </a:cubicBezTo>
                  <a:cubicBezTo>
                    <a:pt x="10117" y="6903"/>
                    <a:pt x="10134" y="6992"/>
                    <a:pt x="10198" y="7041"/>
                  </a:cubicBezTo>
                  <a:cubicBezTo>
                    <a:pt x="10111" y="7027"/>
                    <a:pt x="10022" y="7012"/>
                    <a:pt x="9935" y="7001"/>
                  </a:cubicBezTo>
                  <a:cubicBezTo>
                    <a:pt x="9773" y="6972"/>
                    <a:pt x="9612" y="6934"/>
                    <a:pt x="9450" y="6900"/>
                  </a:cubicBezTo>
                  <a:lnTo>
                    <a:pt x="9453" y="6900"/>
                  </a:lnTo>
                  <a:cubicBezTo>
                    <a:pt x="9476" y="6888"/>
                    <a:pt x="9499" y="6874"/>
                    <a:pt x="9519" y="6854"/>
                  </a:cubicBezTo>
                  <a:cubicBezTo>
                    <a:pt x="9955" y="6190"/>
                    <a:pt x="10443" y="5557"/>
                    <a:pt x="10974" y="4965"/>
                  </a:cubicBezTo>
                  <a:cubicBezTo>
                    <a:pt x="11046" y="4881"/>
                    <a:pt x="11089" y="4843"/>
                    <a:pt x="11109" y="4843"/>
                  </a:cubicBezTo>
                  <a:close/>
                  <a:moveTo>
                    <a:pt x="12727" y="7223"/>
                  </a:moveTo>
                  <a:cubicBezTo>
                    <a:pt x="12727" y="7223"/>
                    <a:pt x="12727" y="7223"/>
                    <a:pt x="12728" y="7223"/>
                  </a:cubicBezTo>
                  <a:lnTo>
                    <a:pt x="12728" y="7223"/>
                  </a:lnTo>
                  <a:cubicBezTo>
                    <a:pt x="12728" y="7223"/>
                    <a:pt x="12729" y="7223"/>
                    <a:pt x="12730" y="7223"/>
                  </a:cubicBezTo>
                  <a:close/>
                  <a:moveTo>
                    <a:pt x="12175" y="4749"/>
                  </a:moveTo>
                  <a:lnTo>
                    <a:pt x="12175" y="4749"/>
                  </a:lnTo>
                  <a:cubicBezTo>
                    <a:pt x="12014" y="5422"/>
                    <a:pt x="11667" y="6083"/>
                    <a:pt x="11399" y="6721"/>
                  </a:cubicBezTo>
                  <a:cubicBezTo>
                    <a:pt x="11346" y="6848"/>
                    <a:pt x="11451" y="6926"/>
                    <a:pt x="11560" y="6926"/>
                  </a:cubicBezTo>
                  <a:cubicBezTo>
                    <a:pt x="11619" y="6926"/>
                    <a:pt x="11679" y="6903"/>
                    <a:pt x="11716" y="6854"/>
                  </a:cubicBezTo>
                  <a:cubicBezTo>
                    <a:pt x="12453" y="5887"/>
                    <a:pt x="12726" y="5550"/>
                    <a:pt x="12755" y="5550"/>
                  </a:cubicBezTo>
                  <a:cubicBezTo>
                    <a:pt x="12802" y="5550"/>
                    <a:pt x="12179" y="6475"/>
                    <a:pt x="11884" y="6992"/>
                  </a:cubicBezTo>
                  <a:cubicBezTo>
                    <a:pt x="11823" y="7099"/>
                    <a:pt x="11898" y="7206"/>
                    <a:pt x="11990" y="7240"/>
                  </a:cubicBezTo>
                  <a:lnTo>
                    <a:pt x="11990" y="7243"/>
                  </a:lnTo>
                  <a:cubicBezTo>
                    <a:pt x="11451" y="7226"/>
                    <a:pt x="10902" y="7154"/>
                    <a:pt x="10374" y="7070"/>
                  </a:cubicBezTo>
                  <a:cubicBezTo>
                    <a:pt x="10408" y="7059"/>
                    <a:pt x="10437" y="7041"/>
                    <a:pt x="10460" y="7012"/>
                  </a:cubicBezTo>
                  <a:cubicBezTo>
                    <a:pt x="10931" y="6343"/>
                    <a:pt x="12008" y="5445"/>
                    <a:pt x="12175" y="4749"/>
                  </a:cubicBezTo>
                  <a:close/>
                  <a:moveTo>
                    <a:pt x="14268" y="5491"/>
                  </a:moveTo>
                  <a:lnTo>
                    <a:pt x="14268" y="5491"/>
                  </a:lnTo>
                  <a:cubicBezTo>
                    <a:pt x="14416" y="5580"/>
                    <a:pt x="14560" y="5673"/>
                    <a:pt x="14710" y="5756"/>
                  </a:cubicBezTo>
                  <a:cubicBezTo>
                    <a:pt x="14527" y="6757"/>
                    <a:pt x="14007" y="7259"/>
                    <a:pt x="13148" y="7259"/>
                  </a:cubicBezTo>
                  <a:cubicBezTo>
                    <a:pt x="13016" y="7259"/>
                    <a:pt x="12876" y="7247"/>
                    <a:pt x="12728" y="7223"/>
                  </a:cubicBezTo>
                  <a:lnTo>
                    <a:pt x="12728" y="7223"/>
                  </a:lnTo>
                  <a:cubicBezTo>
                    <a:pt x="12552" y="7238"/>
                    <a:pt x="12376" y="7244"/>
                    <a:pt x="12198" y="7244"/>
                  </a:cubicBezTo>
                  <a:cubicBezTo>
                    <a:pt x="12164" y="7244"/>
                    <a:pt x="12129" y="7244"/>
                    <a:pt x="12094" y="7243"/>
                  </a:cubicBezTo>
                  <a:cubicBezTo>
                    <a:pt x="12123" y="7238"/>
                    <a:pt x="12146" y="7226"/>
                    <a:pt x="12167" y="7206"/>
                  </a:cubicBezTo>
                  <a:cubicBezTo>
                    <a:pt x="12686" y="6625"/>
                    <a:pt x="13125" y="5550"/>
                    <a:pt x="13251" y="5550"/>
                  </a:cubicBezTo>
                  <a:cubicBezTo>
                    <a:pt x="13323" y="5550"/>
                    <a:pt x="13295" y="5896"/>
                    <a:pt x="13125" y="6874"/>
                  </a:cubicBezTo>
                  <a:cubicBezTo>
                    <a:pt x="13102" y="7001"/>
                    <a:pt x="13213" y="7108"/>
                    <a:pt x="13320" y="7108"/>
                  </a:cubicBezTo>
                  <a:cubicBezTo>
                    <a:pt x="13374" y="7108"/>
                    <a:pt x="13426" y="7081"/>
                    <a:pt x="13460" y="7015"/>
                  </a:cubicBezTo>
                  <a:cubicBezTo>
                    <a:pt x="13552" y="6833"/>
                    <a:pt x="13630" y="6646"/>
                    <a:pt x="13697" y="6452"/>
                  </a:cubicBezTo>
                  <a:lnTo>
                    <a:pt x="13697" y="6452"/>
                  </a:lnTo>
                  <a:cubicBezTo>
                    <a:pt x="13682" y="6530"/>
                    <a:pt x="13665" y="6617"/>
                    <a:pt x="13648" y="6732"/>
                  </a:cubicBezTo>
                  <a:cubicBezTo>
                    <a:pt x="13627" y="6864"/>
                    <a:pt x="13732" y="6967"/>
                    <a:pt x="13839" y="6967"/>
                  </a:cubicBezTo>
                  <a:cubicBezTo>
                    <a:pt x="13894" y="6967"/>
                    <a:pt x="13949" y="6940"/>
                    <a:pt x="13988" y="6877"/>
                  </a:cubicBezTo>
                  <a:cubicBezTo>
                    <a:pt x="14023" y="6819"/>
                    <a:pt x="14058" y="6761"/>
                    <a:pt x="14092" y="6703"/>
                  </a:cubicBezTo>
                  <a:cubicBezTo>
                    <a:pt x="14121" y="6657"/>
                    <a:pt x="14127" y="6602"/>
                    <a:pt x="14110" y="6553"/>
                  </a:cubicBezTo>
                  <a:cubicBezTo>
                    <a:pt x="14121" y="6481"/>
                    <a:pt x="14124" y="6403"/>
                    <a:pt x="14121" y="6328"/>
                  </a:cubicBezTo>
                  <a:cubicBezTo>
                    <a:pt x="14216" y="5967"/>
                    <a:pt x="14228" y="5860"/>
                    <a:pt x="14274" y="5505"/>
                  </a:cubicBezTo>
                  <a:cubicBezTo>
                    <a:pt x="14274" y="5500"/>
                    <a:pt x="14268" y="5497"/>
                    <a:pt x="14268" y="5491"/>
                  </a:cubicBezTo>
                  <a:close/>
                  <a:moveTo>
                    <a:pt x="1796" y="0"/>
                  </a:moveTo>
                  <a:cubicBezTo>
                    <a:pt x="1272" y="0"/>
                    <a:pt x="775" y="193"/>
                    <a:pt x="113" y="649"/>
                  </a:cubicBezTo>
                  <a:cubicBezTo>
                    <a:pt x="1" y="727"/>
                    <a:pt x="7" y="866"/>
                    <a:pt x="113" y="944"/>
                  </a:cubicBezTo>
                  <a:cubicBezTo>
                    <a:pt x="1615" y="2067"/>
                    <a:pt x="3188" y="3069"/>
                    <a:pt x="4588" y="4275"/>
                  </a:cubicBezTo>
                  <a:cubicBezTo>
                    <a:pt x="4551" y="4371"/>
                    <a:pt x="4516" y="4457"/>
                    <a:pt x="4490" y="4521"/>
                  </a:cubicBezTo>
                  <a:cubicBezTo>
                    <a:pt x="4447" y="4635"/>
                    <a:pt x="4536" y="4703"/>
                    <a:pt x="4630" y="4703"/>
                  </a:cubicBezTo>
                  <a:cubicBezTo>
                    <a:pt x="4681" y="4703"/>
                    <a:pt x="4734" y="4683"/>
                    <a:pt x="4767" y="4639"/>
                  </a:cubicBezTo>
                  <a:cubicBezTo>
                    <a:pt x="4799" y="4599"/>
                    <a:pt x="4825" y="4558"/>
                    <a:pt x="4857" y="4518"/>
                  </a:cubicBezTo>
                  <a:cubicBezTo>
                    <a:pt x="4952" y="4605"/>
                    <a:pt x="5050" y="4688"/>
                    <a:pt x="5145" y="4778"/>
                  </a:cubicBezTo>
                  <a:cubicBezTo>
                    <a:pt x="5140" y="4784"/>
                    <a:pt x="5134" y="4795"/>
                    <a:pt x="5131" y="4801"/>
                  </a:cubicBezTo>
                  <a:cubicBezTo>
                    <a:pt x="5072" y="4911"/>
                    <a:pt x="5168" y="5032"/>
                    <a:pt x="5270" y="5032"/>
                  </a:cubicBezTo>
                  <a:cubicBezTo>
                    <a:pt x="5303" y="5032"/>
                    <a:pt x="5336" y="5020"/>
                    <a:pt x="5365" y="4991"/>
                  </a:cubicBezTo>
                  <a:cubicBezTo>
                    <a:pt x="5757" y="5375"/>
                    <a:pt x="6124" y="5785"/>
                    <a:pt x="6465" y="6218"/>
                  </a:cubicBezTo>
                  <a:cubicBezTo>
                    <a:pt x="6436" y="6267"/>
                    <a:pt x="6407" y="6319"/>
                    <a:pt x="6381" y="6369"/>
                  </a:cubicBezTo>
                  <a:cubicBezTo>
                    <a:pt x="6311" y="6502"/>
                    <a:pt x="6416" y="6612"/>
                    <a:pt x="6528" y="6612"/>
                  </a:cubicBezTo>
                  <a:cubicBezTo>
                    <a:pt x="6579" y="6612"/>
                    <a:pt x="6631" y="6589"/>
                    <a:pt x="6670" y="6536"/>
                  </a:cubicBezTo>
                  <a:cubicBezTo>
                    <a:pt x="6678" y="6524"/>
                    <a:pt x="6687" y="6513"/>
                    <a:pt x="6696" y="6498"/>
                  </a:cubicBezTo>
                  <a:cubicBezTo>
                    <a:pt x="6701" y="6507"/>
                    <a:pt x="6707" y="6516"/>
                    <a:pt x="6713" y="6524"/>
                  </a:cubicBezTo>
                  <a:cubicBezTo>
                    <a:pt x="6728" y="6545"/>
                    <a:pt x="6748" y="6554"/>
                    <a:pt x="6768" y="6554"/>
                  </a:cubicBezTo>
                  <a:cubicBezTo>
                    <a:pt x="6814" y="6554"/>
                    <a:pt x="6858" y="6507"/>
                    <a:pt x="6831" y="6455"/>
                  </a:cubicBezTo>
                  <a:cubicBezTo>
                    <a:pt x="6817" y="6426"/>
                    <a:pt x="6800" y="6400"/>
                    <a:pt x="6782" y="6374"/>
                  </a:cubicBezTo>
                  <a:cubicBezTo>
                    <a:pt x="6785" y="6371"/>
                    <a:pt x="6785" y="6369"/>
                    <a:pt x="6788" y="6369"/>
                  </a:cubicBezTo>
                  <a:cubicBezTo>
                    <a:pt x="7002" y="6475"/>
                    <a:pt x="7238" y="6579"/>
                    <a:pt x="7484" y="6683"/>
                  </a:cubicBezTo>
                  <a:cubicBezTo>
                    <a:pt x="7422" y="6816"/>
                    <a:pt x="7531" y="6935"/>
                    <a:pt x="7641" y="6935"/>
                  </a:cubicBezTo>
                  <a:cubicBezTo>
                    <a:pt x="7691" y="6935"/>
                    <a:pt x="7741" y="6910"/>
                    <a:pt x="7775" y="6851"/>
                  </a:cubicBezTo>
                  <a:cubicBezTo>
                    <a:pt x="7784" y="6836"/>
                    <a:pt x="7793" y="6825"/>
                    <a:pt x="7799" y="6813"/>
                  </a:cubicBezTo>
                  <a:cubicBezTo>
                    <a:pt x="9081" y="7310"/>
                    <a:pt x="10659" y="7694"/>
                    <a:pt x="12129" y="7694"/>
                  </a:cubicBezTo>
                  <a:cubicBezTo>
                    <a:pt x="13658" y="7694"/>
                    <a:pt x="15069" y="7278"/>
                    <a:pt x="15905" y="6140"/>
                  </a:cubicBezTo>
                  <a:cubicBezTo>
                    <a:pt x="15954" y="6057"/>
                    <a:pt x="15925" y="5950"/>
                    <a:pt x="15842" y="5904"/>
                  </a:cubicBezTo>
                  <a:cubicBezTo>
                    <a:pt x="13812" y="4954"/>
                    <a:pt x="11208" y="2347"/>
                    <a:pt x="8769" y="2113"/>
                  </a:cubicBezTo>
                  <a:cubicBezTo>
                    <a:pt x="8806" y="1998"/>
                    <a:pt x="8858" y="1891"/>
                    <a:pt x="8890" y="1770"/>
                  </a:cubicBezTo>
                  <a:cubicBezTo>
                    <a:pt x="8919" y="1662"/>
                    <a:pt x="8820" y="1557"/>
                    <a:pt x="8721" y="1557"/>
                  </a:cubicBezTo>
                  <a:cubicBezTo>
                    <a:pt x="8682" y="1557"/>
                    <a:pt x="8643" y="1573"/>
                    <a:pt x="8613" y="1611"/>
                  </a:cubicBezTo>
                  <a:cubicBezTo>
                    <a:pt x="8483" y="1770"/>
                    <a:pt x="8367" y="1940"/>
                    <a:pt x="8240" y="2104"/>
                  </a:cubicBezTo>
                  <a:cubicBezTo>
                    <a:pt x="8032" y="2113"/>
                    <a:pt x="7822" y="2148"/>
                    <a:pt x="7620" y="2203"/>
                  </a:cubicBezTo>
                  <a:cubicBezTo>
                    <a:pt x="7622" y="2114"/>
                    <a:pt x="7542" y="2044"/>
                    <a:pt x="7461" y="2044"/>
                  </a:cubicBezTo>
                  <a:cubicBezTo>
                    <a:pt x="7425" y="2044"/>
                    <a:pt x="7389" y="2058"/>
                    <a:pt x="7360" y="2090"/>
                  </a:cubicBezTo>
                  <a:cubicBezTo>
                    <a:pt x="7308" y="2148"/>
                    <a:pt x="7262" y="2208"/>
                    <a:pt x="7212" y="2269"/>
                  </a:cubicBezTo>
                  <a:cubicBezTo>
                    <a:pt x="7179" y="2272"/>
                    <a:pt x="7144" y="2273"/>
                    <a:pt x="7109" y="2273"/>
                  </a:cubicBezTo>
                  <a:cubicBezTo>
                    <a:pt x="6015" y="2273"/>
                    <a:pt x="4457" y="822"/>
                    <a:pt x="3511" y="450"/>
                  </a:cubicBezTo>
                  <a:cubicBezTo>
                    <a:pt x="2808" y="170"/>
                    <a:pt x="2290" y="0"/>
                    <a:pt x="179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10" name="Google Shape;8168;p80">
              <a:extLst>
                <a:ext uri="{FF2B5EF4-FFF2-40B4-BE49-F238E27FC236}">
                  <a16:creationId xmlns:a16="http://schemas.microsoft.com/office/drawing/2014/main" id="{250BA9BB-B209-D70B-2DB9-32678A73202A}"/>
                </a:ext>
              </a:extLst>
            </p:cNvPr>
            <p:cNvSpPr/>
            <p:nvPr/>
          </p:nvSpPr>
          <p:spPr>
            <a:xfrm>
              <a:off x="6167800" y="4229200"/>
              <a:ext cx="43975" cy="65425"/>
            </a:xfrm>
            <a:custGeom>
              <a:avLst/>
              <a:gdLst/>
              <a:ahLst/>
              <a:cxnLst/>
              <a:rect l="l" t="t" r="r" b="b"/>
              <a:pathLst>
                <a:path w="1759" h="2617" extrusionOk="0">
                  <a:moveTo>
                    <a:pt x="1759" y="0"/>
                  </a:moveTo>
                  <a:cubicBezTo>
                    <a:pt x="1236" y="792"/>
                    <a:pt x="702" y="1574"/>
                    <a:pt x="168" y="2359"/>
                  </a:cubicBezTo>
                  <a:cubicBezTo>
                    <a:pt x="113" y="2446"/>
                    <a:pt x="56" y="2529"/>
                    <a:pt x="1" y="2616"/>
                  </a:cubicBezTo>
                  <a:cubicBezTo>
                    <a:pt x="598" y="1750"/>
                    <a:pt x="1190" y="881"/>
                    <a:pt x="175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11" name="Google Shape;8169;p80">
              <a:extLst>
                <a:ext uri="{FF2B5EF4-FFF2-40B4-BE49-F238E27FC236}">
                  <a16:creationId xmlns:a16="http://schemas.microsoft.com/office/drawing/2014/main" id="{9C4D0A86-7D54-20B1-7FC0-BBD24A1FA7DC}"/>
                </a:ext>
              </a:extLst>
            </p:cNvPr>
            <p:cNvSpPr/>
            <p:nvPr/>
          </p:nvSpPr>
          <p:spPr>
            <a:xfrm>
              <a:off x="6091225" y="4333200"/>
              <a:ext cx="12375" cy="16700"/>
            </a:xfrm>
            <a:custGeom>
              <a:avLst/>
              <a:gdLst/>
              <a:ahLst/>
              <a:cxnLst/>
              <a:rect l="l" t="t" r="r" b="b"/>
              <a:pathLst>
                <a:path w="495" h="668" extrusionOk="0">
                  <a:moveTo>
                    <a:pt x="494" y="1"/>
                  </a:moveTo>
                  <a:lnTo>
                    <a:pt x="494" y="1"/>
                  </a:lnTo>
                  <a:cubicBezTo>
                    <a:pt x="330" y="223"/>
                    <a:pt x="165" y="445"/>
                    <a:pt x="1" y="668"/>
                  </a:cubicBezTo>
                  <a:lnTo>
                    <a:pt x="451" y="73"/>
                  </a:lnTo>
                  <a:cubicBezTo>
                    <a:pt x="465" y="50"/>
                    <a:pt x="483" y="27"/>
                    <a:pt x="49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12" name="Google Shape;8170;p80">
              <a:extLst>
                <a:ext uri="{FF2B5EF4-FFF2-40B4-BE49-F238E27FC236}">
                  <a16:creationId xmlns:a16="http://schemas.microsoft.com/office/drawing/2014/main" id="{2DD2A3A1-7496-8336-70CF-46AF65D94FEB}"/>
                </a:ext>
              </a:extLst>
            </p:cNvPr>
            <p:cNvSpPr/>
            <p:nvPr/>
          </p:nvSpPr>
          <p:spPr>
            <a:xfrm>
              <a:off x="6144775" y="4219175"/>
              <a:ext cx="40950" cy="59275"/>
            </a:xfrm>
            <a:custGeom>
              <a:avLst/>
              <a:gdLst/>
              <a:ahLst/>
              <a:cxnLst/>
              <a:rect l="l" t="t" r="r" b="b"/>
              <a:pathLst>
                <a:path w="1638" h="2371" extrusionOk="0">
                  <a:moveTo>
                    <a:pt x="1638" y="0"/>
                  </a:moveTo>
                  <a:cubicBezTo>
                    <a:pt x="1147" y="736"/>
                    <a:pt x="639" y="1464"/>
                    <a:pt x="113" y="2180"/>
                  </a:cubicBezTo>
                  <a:lnTo>
                    <a:pt x="1" y="2370"/>
                  </a:lnTo>
                  <a:cubicBezTo>
                    <a:pt x="569" y="1591"/>
                    <a:pt x="1118" y="803"/>
                    <a:pt x="163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13" name="Google Shape;8171;p80">
              <a:extLst>
                <a:ext uri="{FF2B5EF4-FFF2-40B4-BE49-F238E27FC236}">
                  <a16:creationId xmlns:a16="http://schemas.microsoft.com/office/drawing/2014/main" id="{B1D73A25-CE8F-3E5D-52DF-E5B05F311EEA}"/>
                </a:ext>
              </a:extLst>
            </p:cNvPr>
            <p:cNvSpPr/>
            <p:nvPr/>
          </p:nvSpPr>
          <p:spPr>
            <a:xfrm>
              <a:off x="5868925" y="3998175"/>
              <a:ext cx="673275" cy="683025"/>
            </a:xfrm>
            <a:custGeom>
              <a:avLst/>
              <a:gdLst/>
              <a:ahLst/>
              <a:cxnLst/>
              <a:rect l="l" t="t" r="r" b="b"/>
              <a:pathLst>
                <a:path w="26931" h="27321" extrusionOk="0">
                  <a:moveTo>
                    <a:pt x="16994" y="936"/>
                  </a:moveTo>
                  <a:lnTo>
                    <a:pt x="16994" y="936"/>
                  </a:lnTo>
                  <a:cubicBezTo>
                    <a:pt x="16693" y="1244"/>
                    <a:pt x="16407" y="1565"/>
                    <a:pt x="16133" y="1903"/>
                  </a:cubicBezTo>
                  <a:cubicBezTo>
                    <a:pt x="16217" y="1628"/>
                    <a:pt x="16286" y="1348"/>
                    <a:pt x="16358" y="1065"/>
                  </a:cubicBezTo>
                  <a:cubicBezTo>
                    <a:pt x="16569" y="1022"/>
                    <a:pt x="16783" y="976"/>
                    <a:pt x="16994" y="936"/>
                  </a:cubicBezTo>
                  <a:close/>
                  <a:moveTo>
                    <a:pt x="19886" y="684"/>
                  </a:moveTo>
                  <a:cubicBezTo>
                    <a:pt x="20394" y="693"/>
                    <a:pt x="20905" y="742"/>
                    <a:pt x="21408" y="835"/>
                  </a:cubicBezTo>
                  <a:cubicBezTo>
                    <a:pt x="20911" y="1571"/>
                    <a:pt x="20409" y="2316"/>
                    <a:pt x="19901" y="3063"/>
                  </a:cubicBezTo>
                  <a:cubicBezTo>
                    <a:pt x="20227" y="2388"/>
                    <a:pt x="20533" y="1703"/>
                    <a:pt x="20804" y="996"/>
                  </a:cubicBezTo>
                  <a:cubicBezTo>
                    <a:pt x="20846" y="888"/>
                    <a:pt x="20740" y="793"/>
                    <a:pt x="20639" y="793"/>
                  </a:cubicBezTo>
                  <a:cubicBezTo>
                    <a:pt x="20600" y="793"/>
                    <a:pt x="20562" y="807"/>
                    <a:pt x="20533" y="840"/>
                  </a:cubicBezTo>
                  <a:cubicBezTo>
                    <a:pt x="19941" y="1527"/>
                    <a:pt x="19361" y="2240"/>
                    <a:pt x="18789" y="2971"/>
                  </a:cubicBezTo>
                  <a:cubicBezTo>
                    <a:pt x="19182" y="2217"/>
                    <a:pt x="19549" y="1455"/>
                    <a:pt x="19886" y="684"/>
                  </a:cubicBezTo>
                  <a:close/>
                  <a:moveTo>
                    <a:pt x="8844" y="4002"/>
                  </a:moveTo>
                  <a:cubicBezTo>
                    <a:pt x="8220" y="4807"/>
                    <a:pt x="7602" y="5615"/>
                    <a:pt x="7002" y="6432"/>
                  </a:cubicBezTo>
                  <a:cubicBezTo>
                    <a:pt x="7253" y="5887"/>
                    <a:pt x="7489" y="5335"/>
                    <a:pt x="7706" y="4769"/>
                  </a:cubicBezTo>
                  <a:lnTo>
                    <a:pt x="7706" y="4764"/>
                  </a:lnTo>
                  <a:cubicBezTo>
                    <a:pt x="7937" y="4602"/>
                    <a:pt x="8171" y="4437"/>
                    <a:pt x="8399" y="4282"/>
                  </a:cubicBezTo>
                  <a:cubicBezTo>
                    <a:pt x="8532" y="4189"/>
                    <a:pt x="8693" y="4094"/>
                    <a:pt x="8844" y="4002"/>
                  </a:cubicBezTo>
                  <a:close/>
                  <a:moveTo>
                    <a:pt x="7071" y="5676"/>
                  </a:moveTo>
                  <a:cubicBezTo>
                    <a:pt x="7267" y="5676"/>
                    <a:pt x="6872" y="6451"/>
                    <a:pt x="6447" y="7206"/>
                  </a:cubicBezTo>
                  <a:cubicBezTo>
                    <a:pt x="5535" y="8468"/>
                    <a:pt x="4649" y="9747"/>
                    <a:pt x="3785" y="11040"/>
                  </a:cubicBezTo>
                  <a:lnTo>
                    <a:pt x="3785" y="11037"/>
                  </a:lnTo>
                  <a:cubicBezTo>
                    <a:pt x="4735" y="9360"/>
                    <a:pt x="5824" y="7755"/>
                    <a:pt x="6739" y="6057"/>
                  </a:cubicBezTo>
                  <a:cubicBezTo>
                    <a:pt x="6762" y="6008"/>
                    <a:pt x="6750" y="5950"/>
                    <a:pt x="6713" y="5913"/>
                  </a:cubicBezTo>
                  <a:cubicBezTo>
                    <a:pt x="6897" y="5747"/>
                    <a:pt x="7011" y="5676"/>
                    <a:pt x="7071" y="5676"/>
                  </a:cubicBezTo>
                  <a:close/>
                  <a:moveTo>
                    <a:pt x="4123" y="7529"/>
                  </a:moveTo>
                  <a:cubicBezTo>
                    <a:pt x="4016" y="7662"/>
                    <a:pt x="3907" y="7789"/>
                    <a:pt x="3803" y="7925"/>
                  </a:cubicBezTo>
                  <a:cubicBezTo>
                    <a:pt x="3367" y="8491"/>
                    <a:pt x="2940" y="9065"/>
                    <a:pt x="2489" y="9623"/>
                  </a:cubicBezTo>
                  <a:cubicBezTo>
                    <a:pt x="2264" y="9897"/>
                    <a:pt x="2030" y="10160"/>
                    <a:pt x="1782" y="10414"/>
                  </a:cubicBezTo>
                  <a:cubicBezTo>
                    <a:pt x="1548" y="10529"/>
                    <a:pt x="1383" y="10754"/>
                    <a:pt x="1346" y="11011"/>
                  </a:cubicBezTo>
                  <a:cubicBezTo>
                    <a:pt x="1335" y="10978"/>
                    <a:pt x="1304" y="10955"/>
                    <a:pt x="1270" y="10955"/>
                  </a:cubicBezTo>
                  <a:cubicBezTo>
                    <a:pt x="1258" y="10955"/>
                    <a:pt x="1245" y="10958"/>
                    <a:pt x="1233" y="10965"/>
                  </a:cubicBezTo>
                  <a:lnTo>
                    <a:pt x="1066" y="11049"/>
                  </a:lnTo>
                  <a:cubicBezTo>
                    <a:pt x="1265" y="10630"/>
                    <a:pt x="1557" y="10186"/>
                    <a:pt x="1967" y="9698"/>
                  </a:cubicBezTo>
                  <a:cubicBezTo>
                    <a:pt x="2599" y="8947"/>
                    <a:pt x="3338" y="8222"/>
                    <a:pt x="4123" y="7529"/>
                  </a:cubicBezTo>
                  <a:close/>
                  <a:moveTo>
                    <a:pt x="2105" y="10339"/>
                  </a:moveTo>
                  <a:cubicBezTo>
                    <a:pt x="1753" y="10870"/>
                    <a:pt x="1404" y="11404"/>
                    <a:pt x="1037" y="11929"/>
                  </a:cubicBezTo>
                  <a:cubicBezTo>
                    <a:pt x="948" y="12059"/>
                    <a:pt x="872" y="12169"/>
                    <a:pt x="806" y="12270"/>
                  </a:cubicBezTo>
                  <a:cubicBezTo>
                    <a:pt x="774" y="12305"/>
                    <a:pt x="745" y="12345"/>
                    <a:pt x="714" y="12383"/>
                  </a:cubicBezTo>
                  <a:cubicBezTo>
                    <a:pt x="734" y="12056"/>
                    <a:pt x="800" y="11733"/>
                    <a:pt x="910" y="11424"/>
                  </a:cubicBezTo>
                  <a:cubicBezTo>
                    <a:pt x="1049" y="11317"/>
                    <a:pt x="1187" y="11210"/>
                    <a:pt x="1317" y="11098"/>
                  </a:cubicBezTo>
                  <a:lnTo>
                    <a:pt x="1317" y="11101"/>
                  </a:lnTo>
                  <a:cubicBezTo>
                    <a:pt x="1317" y="11101"/>
                    <a:pt x="1317" y="11101"/>
                    <a:pt x="1317" y="11101"/>
                  </a:cubicBezTo>
                  <a:cubicBezTo>
                    <a:pt x="1317" y="11101"/>
                    <a:pt x="1318" y="11097"/>
                    <a:pt x="1320" y="11095"/>
                  </a:cubicBezTo>
                  <a:cubicBezTo>
                    <a:pt x="1597" y="10855"/>
                    <a:pt x="1857" y="10601"/>
                    <a:pt x="2105" y="10339"/>
                  </a:cubicBezTo>
                  <a:close/>
                  <a:moveTo>
                    <a:pt x="15556" y="1250"/>
                  </a:moveTo>
                  <a:lnTo>
                    <a:pt x="15556" y="1250"/>
                  </a:lnTo>
                  <a:cubicBezTo>
                    <a:pt x="15461" y="1383"/>
                    <a:pt x="15365" y="1519"/>
                    <a:pt x="15270" y="1652"/>
                  </a:cubicBezTo>
                  <a:cubicBezTo>
                    <a:pt x="15311" y="1534"/>
                    <a:pt x="15215" y="1428"/>
                    <a:pt x="15122" y="1428"/>
                  </a:cubicBezTo>
                  <a:cubicBezTo>
                    <a:pt x="15078" y="1428"/>
                    <a:pt x="15035" y="1451"/>
                    <a:pt x="15007" y="1507"/>
                  </a:cubicBezTo>
                  <a:cubicBezTo>
                    <a:pt x="14566" y="2411"/>
                    <a:pt x="14081" y="3297"/>
                    <a:pt x="13578" y="4181"/>
                  </a:cubicBezTo>
                  <a:cubicBezTo>
                    <a:pt x="12900" y="5249"/>
                    <a:pt x="12242" y="6331"/>
                    <a:pt x="11595" y="7428"/>
                  </a:cubicBezTo>
                  <a:cubicBezTo>
                    <a:pt x="10381" y="9311"/>
                    <a:pt x="9103" y="11155"/>
                    <a:pt x="7840" y="12967"/>
                  </a:cubicBezTo>
                  <a:lnTo>
                    <a:pt x="7840" y="12967"/>
                  </a:lnTo>
                  <a:cubicBezTo>
                    <a:pt x="10239" y="9490"/>
                    <a:pt x="12558" y="5988"/>
                    <a:pt x="14023" y="1940"/>
                  </a:cubicBezTo>
                  <a:lnTo>
                    <a:pt x="14023" y="1937"/>
                  </a:lnTo>
                  <a:cubicBezTo>
                    <a:pt x="14060" y="1835"/>
                    <a:pt x="13964" y="1745"/>
                    <a:pt x="13871" y="1745"/>
                  </a:cubicBezTo>
                  <a:cubicBezTo>
                    <a:pt x="13835" y="1745"/>
                    <a:pt x="13799" y="1759"/>
                    <a:pt x="13772" y="1790"/>
                  </a:cubicBezTo>
                  <a:cubicBezTo>
                    <a:pt x="12132" y="3661"/>
                    <a:pt x="11029" y="5864"/>
                    <a:pt x="9609" y="7890"/>
                  </a:cubicBezTo>
                  <a:cubicBezTo>
                    <a:pt x="9305" y="8323"/>
                    <a:pt x="8991" y="8748"/>
                    <a:pt x="8682" y="9172"/>
                  </a:cubicBezTo>
                  <a:cubicBezTo>
                    <a:pt x="10146" y="7030"/>
                    <a:pt x="11534" y="4865"/>
                    <a:pt x="12591" y="2445"/>
                  </a:cubicBezTo>
                  <a:cubicBezTo>
                    <a:pt x="12625" y="2359"/>
                    <a:pt x="12579" y="2258"/>
                    <a:pt x="12487" y="2229"/>
                  </a:cubicBezTo>
                  <a:cubicBezTo>
                    <a:pt x="13489" y="1839"/>
                    <a:pt x="14514" y="1513"/>
                    <a:pt x="15556" y="1250"/>
                  </a:cubicBezTo>
                  <a:close/>
                  <a:moveTo>
                    <a:pt x="5163" y="9432"/>
                  </a:moveTo>
                  <a:lnTo>
                    <a:pt x="5163" y="9432"/>
                  </a:lnTo>
                  <a:cubicBezTo>
                    <a:pt x="4556" y="10442"/>
                    <a:pt x="3875" y="11418"/>
                    <a:pt x="3214" y="12391"/>
                  </a:cubicBezTo>
                  <a:cubicBezTo>
                    <a:pt x="3227" y="12372"/>
                    <a:pt x="3234" y="12363"/>
                    <a:pt x="3234" y="12363"/>
                  </a:cubicBezTo>
                  <a:lnTo>
                    <a:pt x="3234" y="12363"/>
                  </a:lnTo>
                  <a:cubicBezTo>
                    <a:pt x="3239" y="12363"/>
                    <a:pt x="2983" y="12764"/>
                    <a:pt x="2674" y="13243"/>
                  </a:cubicBezTo>
                  <a:cubicBezTo>
                    <a:pt x="2706" y="13168"/>
                    <a:pt x="2737" y="13096"/>
                    <a:pt x="2769" y="13021"/>
                  </a:cubicBezTo>
                  <a:cubicBezTo>
                    <a:pt x="3269" y="12247"/>
                    <a:pt x="3774" y="11479"/>
                    <a:pt x="4282" y="10711"/>
                  </a:cubicBezTo>
                  <a:cubicBezTo>
                    <a:pt x="4568" y="10278"/>
                    <a:pt x="4868" y="9856"/>
                    <a:pt x="5163" y="9432"/>
                  </a:cubicBezTo>
                  <a:close/>
                  <a:moveTo>
                    <a:pt x="8994" y="4166"/>
                  </a:moveTo>
                  <a:lnTo>
                    <a:pt x="8994" y="4166"/>
                  </a:lnTo>
                  <a:cubicBezTo>
                    <a:pt x="8523" y="4974"/>
                    <a:pt x="8021" y="5763"/>
                    <a:pt x="7492" y="6533"/>
                  </a:cubicBezTo>
                  <a:cubicBezTo>
                    <a:pt x="6101" y="8641"/>
                    <a:pt x="4750" y="10656"/>
                    <a:pt x="3549" y="12882"/>
                  </a:cubicBezTo>
                  <a:cubicBezTo>
                    <a:pt x="3269" y="13402"/>
                    <a:pt x="2752" y="13904"/>
                    <a:pt x="2299" y="14164"/>
                  </a:cubicBezTo>
                  <a:cubicBezTo>
                    <a:pt x="2316" y="14123"/>
                    <a:pt x="2330" y="14083"/>
                    <a:pt x="2348" y="14043"/>
                  </a:cubicBezTo>
                  <a:lnTo>
                    <a:pt x="2348" y="14040"/>
                  </a:lnTo>
                  <a:cubicBezTo>
                    <a:pt x="3823" y="12007"/>
                    <a:pt x="5226" y="9931"/>
                    <a:pt x="6378" y="7708"/>
                  </a:cubicBezTo>
                  <a:cubicBezTo>
                    <a:pt x="6589" y="7417"/>
                    <a:pt x="6797" y="7122"/>
                    <a:pt x="7007" y="6831"/>
                  </a:cubicBezTo>
                  <a:cubicBezTo>
                    <a:pt x="7668" y="5942"/>
                    <a:pt x="8330" y="5052"/>
                    <a:pt x="8994" y="4166"/>
                  </a:cubicBezTo>
                  <a:close/>
                  <a:moveTo>
                    <a:pt x="6263" y="6614"/>
                  </a:moveTo>
                  <a:cubicBezTo>
                    <a:pt x="5549" y="7460"/>
                    <a:pt x="5047" y="8523"/>
                    <a:pt x="4470" y="9461"/>
                  </a:cubicBezTo>
                  <a:cubicBezTo>
                    <a:pt x="3785" y="10575"/>
                    <a:pt x="3159" y="11667"/>
                    <a:pt x="2619" y="12792"/>
                  </a:cubicBezTo>
                  <a:cubicBezTo>
                    <a:pt x="2293" y="13298"/>
                    <a:pt x="1975" y="13812"/>
                    <a:pt x="1652" y="14323"/>
                  </a:cubicBezTo>
                  <a:cubicBezTo>
                    <a:pt x="1343" y="14227"/>
                    <a:pt x="1317" y="13685"/>
                    <a:pt x="1990" y="12377"/>
                  </a:cubicBezTo>
                  <a:cubicBezTo>
                    <a:pt x="2489" y="11407"/>
                    <a:pt x="3171" y="10520"/>
                    <a:pt x="3809" y="9643"/>
                  </a:cubicBezTo>
                  <a:cubicBezTo>
                    <a:pt x="4571" y="8595"/>
                    <a:pt x="5425" y="7605"/>
                    <a:pt x="6263" y="6614"/>
                  </a:cubicBezTo>
                  <a:close/>
                  <a:moveTo>
                    <a:pt x="12334" y="2287"/>
                  </a:moveTo>
                  <a:lnTo>
                    <a:pt x="12334" y="2287"/>
                  </a:lnTo>
                  <a:cubicBezTo>
                    <a:pt x="11475" y="3200"/>
                    <a:pt x="10664" y="4157"/>
                    <a:pt x="9905" y="5153"/>
                  </a:cubicBezTo>
                  <a:lnTo>
                    <a:pt x="9905" y="5153"/>
                  </a:lnTo>
                  <a:cubicBezTo>
                    <a:pt x="10232" y="4572"/>
                    <a:pt x="10558" y="3994"/>
                    <a:pt x="10859" y="3392"/>
                  </a:cubicBezTo>
                  <a:cubicBezTo>
                    <a:pt x="10920" y="3270"/>
                    <a:pt x="10826" y="3168"/>
                    <a:pt x="10725" y="3168"/>
                  </a:cubicBezTo>
                  <a:cubicBezTo>
                    <a:pt x="10679" y="3168"/>
                    <a:pt x="10631" y="3190"/>
                    <a:pt x="10596" y="3239"/>
                  </a:cubicBezTo>
                  <a:cubicBezTo>
                    <a:pt x="8217" y="6557"/>
                    <a:pt x="6248" y="10128"/>
                    <a:pt x="3990" y="13526"/>
                  </a:cubicBezTo>
                  <a:cubicBezTo>
                    <a:pt x="2786" y="15340"/>
                    <a:pt x="2185" y="16002"/>
                    <a:pt x="1960" y="16002"/>
                  </a:cubicBezTo>
                  <a:cubicBezTo>
                    <a:pt x="1854" y="16002"/>
                    <a:pt x="1831" y="15858"/>
                    <a:pt x="1866" y="15619"/>
                  </a:cubicBezTo>
                  <a:cubicBezTo>
                    <a:pt x="2902" y="14585"/>
                    <a:pt x="3606" y="13370"/>
                    <a:pt x="4340" y="12013"/>
                  </a:cubicBezTo>
                  <a:cubicBezTo>
                    <a:pt x="5925" y="9077"/>
                    <a:pt x="7983" y="6456"/>
                    <a:pt x="9617" y="3548"/>
                  </a:cubicBezTo>
                  <a:cubicBezTo>
                    <a:pt x="10498" y="3072"/>
                    <a:pt x="11404" y="2650"/>
                    <a:pt x="12334" y="2287"/>
                  </a:cubicBezTo>
                  <a:close/>
                  <a:moveTo>
                    <a:pt x="4579" y="13018"/>
                  </a:moveTo>
                  <a:cubicBezTo>
                    <a:pt x="3693" y="14519"/>
                    <a:pt x="2856" y="16037"/>
                    <a:pt x="2102" y="17568"/>
                  </a:cubicBezTo>
                  <a:cubicBezTo>
                    <a:pt x="2050" y="17264"/>
                    <a:pt x="1978" y="16967"/>
                    <a:pt x="1889" y="16673"/>
                  </a:cubicBezTo>
                  <a:cubicBezTo>
                    <a:pt x="1886" y="16661"/>
                    <a:pt x="1880" y="16650"/>
                    <a:pt x="1877" y="16635"/>
                  </a:cubicBezTo>
                  <a:cubicBezTo>
                    <a:pt x="2841" y="15472"/>
                    <a:pt x="3734" y="14262"/>
                    <a:pt x="4579" y="13018"/>
                  </a:cubicBezTo>
                  <a:close/>
                  <a:moveTo>
                    <a:pt x="8829" y="18663"/>
                  </a:moveTo>
                  <a:cubicBezTo>
                    <a:pt x="8810" y="18696"/>
                    <a:pt x="8792" y="18728"/>
                    <a:pt x="8774" y="18760"/>
                  </a:cubicBezTo>
                  <a:lnTo>
                    <a:pt x="8829" y="18663"/>
                  </a:lnTo>
                  <a:close/>
                  <a:moveTo>
                    <a:pt x="9352" y="11343"/>
                  </a:moveTo>
                  <a:lnTo>
                    <a:pt x="9352" y="11343"/>
                  </a:lnTo>
                  <a:cubicBezTo>
                    <a:pt x="7853" y="13988"/>
                    <a:pt x="6346" y="16618"/>
                    <a:pt x="4698" y="19109"/>
                  </a:cubicBezTo>
                  <a:cubicBezTo>
                    <a:pt x="5639" y="17599"/>
                    <a:pt x="7028" y="14874"/>
                    <a:pt x="8468" y="12562"/>
                  </a:cubicBezTo>
                  <a:cubicBezTo>
                    <a:pt x="8763" y="12157"/>
                    <a:pt x="9057" y="11750"/>
                    <a:pt x="9352" y="11343"/>
                  </a:cubicBezTo>
                  <a:close/>
                  <a:moveTo>
                    <a:pt x="19424" y="684"/>
                  </a:moveTo>
                  <a:cubicBezTo>
                    <a:pt x="17421" y="3805"/>
                    <a:pt x="15391" y="6912"/>
                    <a:pt x="13376" y="10027"/>
                  </a:cubicBezTo>
                  <a:cubicBezTo>
                    <a:pt x="12166" y="11898"/>
                    <a:pt x="10980" y="13783"/>
                    <a:pt x="9814" y="15679"/>
                  </a:cubicBezTo>
                  <a:cubicBezTo>
                    <a:pt x="9545" y="16113"/>
                    <a:pt x="7640" y="19711"/>
                    <a:pt x="7514" y="19711"/>
                  </a:cubicBezTo>
                  <a:cubicBezTo>
                    <a:pt x="7484" y="19711"/>
                    <a:pt x="7555" y="19507"/>
                    <a:pt x="7772" y="19008"/>
                  </a:cubicBezTo>
                  <a:cubicBezTo>
                    <a:pt x="8615" y="17083"/>
                    <a:pt x="9684" y="15293"/>
                    <a:pt x="10824" y="13549"/>
                  </a:cubicBezTo>
                  <a:cubicBezTo>
                    <a:pt x="11205" y="12989"/>
                    <a:pt x="11583" y="12423"/>
                    <a:pt x="11956" y="11857"/>
                  </a:cubicBezTo>
                  <a:lnTo>
                    <a:pt x="11956" y="11857"/>
                  </a:lnTo>
                  <a:cubicBezTo>
                    <a:pt x="11889" y="11953"/>
                    <a:pt x="11822" y="12050"/>
                    <a:pt x="11755" y="12146"/>
                  </a:cubicBezTo>
                  <a:lnTo>
                    <a:pt x="11755" y="12146"/>
                  </a:lnTo>
                  <a:cubicBezTo>
                    <a:pt x="11879" y="11964"/>
                    <a:pt x="12003" y="11782"/>
                    <a:pt x="12126" y="11600"/>
                  </a:cubicBezTo>
                  <a:cubicBezTo>
                    <a:pt x="13463" y="9556"/>
                    <a:pt x="14713" y="7466"/>
                    <a:pt x="15720" y="5312"/>
                  </a:cubicBezTo>
                  <a:cubicBezTo>
                    <a:pt x="16342" y="4233"/>
                    <a:pt x="16975" y="3076"/>
                    <a:pt x="17251" y="2211"/>
                  </a:cubicBezTo>
                  <a:lnTo>
                    <a:pt x="17251" y="2211"/>
                  </a:lnTo>
                  <a:cubicBezTo>
                    <a:pt x="16448" y="4737"/>
                    <a:pt x="15159" y="7024"/>
                    <a:pt x="13717" y="9241"/>
                  </a:cubicBezTo>
                  <a:cubicBezTo>
                    <a:pt x="15426" y="6666"/>
                    <a:pt x="17011" y="4019"/>
                    <a:pt x="17969" y="996"/>
                  </a:cubicBezTo>
                  <a:cubicBezTo>
                    <a:pt x="17995" y="915"/>
                    <a:pt x="17938" y="840"/>
                    <a:pt x="17865" y="809"/>
                  </a:cubicBezTo>
                  <a:cubicBezTo>
                    <a:pt x="18382" y="739"/>
                    <a:pt x="18902" y="699"/>
                    <a:pt x="19424" y="684"/>
                  </a:cubicBezTo>
                  <a:close/>
                  <a:moveTo>
                    <a:pt x="21422" y="1490"/>
                  </a:moveTo>
                  <a:cubicBezTo>
                    <a:pt x="20126" y="5232"/>
                    <a:pt x="17819" y="8667"/>
                    <a:pt x="15807" y="12048"/>
                  </a:cubicBezTo>
                  <a:cubicBezTo>
                    <a:pt x="14297" y="14580"/>
                    <a:pt x="13108" y="17371"/>
                    <a:pt x="11439" y="19799"/>
                  </a:cubicBezTo>
                  <a:cubicBezTo>
                    <a:pt x="9975" y="19909"/>
                    <a:pt x="8581" y="20492"/>
                    <a:pt x="7126" y="20911"/>
                  </a:cubicBezTo>
                  <a:cubicBezTo>
                    <a:pt x="10844" y="14392"/>
                    <a:pt x="15016" y="8159"/>
                    <a:pt x="19084" y="1857"/>
                  </a:cubicBezTo>
                  <a:lnTo>
                    <a:pt x="19084" y="1857"/>
                  </a:lnTo>
                  <a:cubicBezTo>
                    <a:pt x="17202" y="4773"/>
                    <a:pt x="15083" y="8086"/>
                    <a:pt x="13021" y="11473"/>
                  </a:cubicBezTo>
                  <a:cubicBezTo>
                    <a:pt x="12880" y="11707"/>
                    <a:pt x="12735" y="11941"/>
                    <a:pt x="12594" y="12175"/>
                  </a:cubicBezTo>
                  <a:cubicBezTo>
                    <a:pt x="11375" y="14190"/>
                    <a:pt x="10189" y="16219"/>
                    <a:pt x="9086" y="18211"/>
                  </a:cubicBezTo>
                  <a:lnTo>
                    <a:pt x="8829" y="18663"/>
                  </a:lnTo>
                  <a:lnTo>
                    <a:pt x="8829" y="18663"/>
                  </a:lnTo>
                  <a:cubicBezTo>
                    <a:pt x="8875" y="18585"/>
                    <a:pt x="8923" y="18506"/>
                    <a:pt x="8968" y="18428"/>
                  </a:cubicBezTo>
                  <a:lnTo>
                    <a:pt x="8968" y="18428"/>
                  </a:lnTo>
                  <a:cubicBezTo>
                    <a:pt x="8662" y="18985"/>
                    <a:pt x="8353" y="19542"/>
                    <a:pt x="8064" y="20088"/>
                  </a:cubicBezTo>
                  <a:cubicBezTo>
                    <a:pt x="7994" y="20217"/>
                    <a:pt x="8107" y="20335"/>
                    <a:pt x="8217" y="20335"/>
                  </a:cubicBezTo>
                  <a:cubicBezTo>
                    <a:pt x="8266" y="20335"/>
                    <a:pt x="8315" y="20311"/>
                    <a:pt x="8347" y="20253"/>
                  </a:cubicBezTo>
                  <a:cubicBezTo>
                    <a:pt x="11471" y="14398"/>
                    <a:pt x="15385" y="9013"/>
                    <a:pt x="18936" y="3418"/>
                  </a:cubicBezTo>
                  <a:cubicBezTo>
                    <a:pt x="18998" y="3321"/>
                    <a:pt x="19035" y="3278"/>
                    <a:pt x="19052" y="3278"/>
                  </a:cubicBezTo>
                  <a:cubicBezTo>
                    <a:pt x="19148" y="3278"/>
                    <a:pt x="18615" y="4646"/>
                    <a:pt x="18281" y="5465"/>
                  </a:cubicBezTo>
                  <a:cubicBezTo>
                    <a:pt x="16618" y="7948"/>
                    <a:pt x="14981" y="10480"/>
                    <a:pt x="13506" y="13052"/>
                  </a:cubicBezTo>
                  <a:cubicBezTo>
                    <a:pt x="12120" y="15206"/>
                    <a:pt x="10836" y="17403"/>
                    <a:pt x="9796" y="19773"/>
                  </a:cubicBezTo>
                  <a:cubicBezTo>
                    <a:pt x="9739" y="19902"/>
                    <a:pt x="9844" y="20021"/>
                    <a:pt x="9950" y="20021"/>
                  </a:cubicBezTo>
                  <a:cubicBezTo>
                    <a:pt x="9998" y="20021"/>
                    <a:pt x="10046" y="19996"/>
                    <a:pt x="10079" y="19938"/>
                  </a:cubicBezTo>
                  <a:cubicBezTo>
                    <a:pt x="12002" y="16592"/>
                    <a:pt x="13965" y="13272"/>
                    <a:pt x="15972" y="9978"/>
                  </a:cubicBezTo>
                  <a:cubicBezTo>
                    <a:pt x="17559" y="7377"/>
                    <a:pt x="20438" y="4331"/>
                    <a:pt x="21422" y="1490"/>
                  </a:cubicBezTo>
                  <a:close/>
                  <a:moveTo>
                    <a:pt x="9868" y="14938"/>
                  </a:moveTo>
                  <a:cubicBezTo>
                    <a:pt x="8598" y="16880"/>
                    <a:pt x="7440" y="18884"/>
                    <a:pt x="6606" y="21049"/>
                  </a:cubicBezTo>
                  <a:cubicBezTo>
                    <a:pt x="6303" y="21127"/>
                    <a:pt x="5994" y="21188"/>
                    <a:pt x="5679" y="21234"/>
                  </a:cubicBezTo>
                  <a:cubicBezTo>
                    <a:pt x="6929" y="19306"/>
                    <a:pt x="8208" y="17394"/>
                    <a:pt x="9490" y="15486"/>
                  </a:cubicBezTo>
                  <a:lnTo>
                    <a:pt x="9868" y="14938"/>
                  </a:lnTo>
                  <a:close/>
                  <a:moveTo>
                    <a:pt x="22067" y="0"/>
                  </a:moveTo>
                  <a:cubicBezTo>
                    <a:pt x="22010" y="0"/>
                    <a:pt x="21952" y="24"/>
                    <a:pt x="21916" y="78"/>
                  </a:cubicBezTo>
                  <a:cubicBezTo>
                    <a:pt x="21841" y="191"/>
                    <a:pt x="21763" y="306"/>
                    <a:pt x="21688" y="419"/>
                  </a:cubicBezTo>
                  <a:cubicBezTo>
                    <a:pt x="21131" y="306"/>
                    <a:pt x="20562" y="246"/>
                    <a:pt x="19993" y="246"/>
                  </a:cubicBezTo>
                  <a:cubicBezTo>
                    <a:pt x="19961" y="191"/>
                    <a:pt x="19905" y="155"/>
                    <a:pt x="19846" y="155"/>
                  </a:cubicBezTo>
                  <a:cubicBezTo>
                    <a:pt x="19799" y="155"/>
                    <a:pt x="19751" y="179"/>
                    <a:pt x="19713" y="237"/>
                  </a:cubicBezTo>
                  <a:cubicBezTo>
                    <a:pt x="19713" y="240"/>
                    <a:pt x="19710" y="240"/>
                    <a:pt x="19707" y="243"/>
                  </a:cubicBezTo>
                  <a:cubicBezTo>
                    <a:pt x="18668" y="257"/>
                    <a:pt x="17565" y="416"/>
                    <a:pt x="16459" y="667"/>
                  </a:cubicBezTo>
                  <a:cubicBezTo>
                    <a:pt x="16485" y="563"/>
                    <a:pt x="16517" y="465"/>
                    <a:pt x="16540" y="364"/>
                  </a:cubicBezTo>
                  <a:cubicBezTo>
                    <a:pt x="16563" y="252"/>
                    <a:pt x="16482" y="181"/>
                    <a:pt x="16396" y="181"/>
                  </a:cubicBezTo>
                  <a:cubicBezTo>
                    <a:pt x="16349" y="181"/>
                    <a:pt x="16301" y="202"/>
                    <a:pt x="16266" y="248"/>
                  </a:cubicBezTo>
                  <a:cubicBezTo>
                    <a:pt x="16127" y="430"/>
                    <a:pt x="16000" y="624"/>
                    <a:pt x="15868" y="809"/>
                  </a:cubicBezTo>
                  <a:cubicBezTo>
                    <a:pt x="13691" y="1363"/>
                    <a:pt x="11552" y="2240"/>
                    <a:pt x="9900" y="3058"/>
                  </a:cubicBezTo>
                  <a:cubicBezTo>
                    <a:pt x="9938" y="2962"/>
                    <a:pt x="9855" y="2858"/>
                    <a:pt x="9770" y="2858"/>
                  </a:cubicBezTo>
                  <a:cubicBezTo>
                    <a:pt x="9738" y="2858"/>
                    <a:pt x="9707" y="2871"/>
                    <a:pt x="9681" y="2904"/>
                  </a:cubicBezTo>
                  <a:cubicBezTo>
                    <a:pt x="9568" y="3049"/>
                    <a:pt x="9461" y="3193"/>
                    <a:pt x="9349" y="3338"/>
                  </a:cubicBezTo>
                  <a:cubicBezTo>
                    <a:pt x="8927" y="3557"/>
                    <a:pt x="8543" y="3771"/>
                    <a:pt x="8211" y="3964"/>
                  </a:cubicBezTo>
                  <a:cubicBezTo>
                    <a:pt x="5310" y="5688"/>
                    <a:pt x="1617" y="8606"/>
                    <a:pt x="200" y="11727"/>
                  </a:cubicBezTo>
                  <a:cubicBezTo>
                    <a:pt x="6" y="12160"/>
                    <a:pt x="1" y="12651"/>
                    <a:pt x="90" y="13148"/>
                  </a:cubicBezTo>
                  <a:cubicBezTo>
                    <a:pt x="87" y="13148"/>
                    <a:pt x="87" y="13150"/>
                    <a:pt x="84" y="13153"/>
                  </a:cubicBezTo>
                  <a:cubicBezTo>
                    <a:pt x="32" y="13220"/>
                    <a:pt x="58" y="13318"/>
                    <a:pt x="139" y="13350"/>
                  </a:cubicBezTo>
                  <a:cubicBezTo>
                    <a:pt x="217" y="13676"/>
                    <a:pt x="321" y="13996"/>
                    <a:pt x="448" y="14308"/>
                  </a:cubicBezTo>
                  <a:cubicBezTo>
                    <a:pt x="448" y="14372"/>
                    <a:pt x="437" y="14435"/>
                    <a:pt x="442" y="14499"/>
                  </a:cubicBezTo>
                  <a:cubicBezTo>
                    <a:pt x="442" y="14525"/>
                    <a:pt x="462" y="14539"/>
                    <a:pt x="483" y="14539"/>
                  </a:cubicBezTo>
                  <a:cubicBezTo>
                    <a:pt x="502" y="14539"/>
                    <a:pt x="522" y="14527"/>
                    <a:pt x="526" y="14502"/>
                  </a:cubicBezTo>
                  <a:cubicBezTo>
                    <a:pt x="592" y="14660"/>
                    <a:pt x="659" y="14813"/>
                    <a:pt x="725" y="14958"/>
                  </a:cubicBezTo>
                  <a:cubicBezTo>
                    <a:pt x="708" y="15223"/>
                    <a:pt x="717" y="15492"/>
                    <a:pt x="745" y="15755"/>
                  </a:cubicBezTo>
                  <a:cubicBezTo>
                    <a:pt x="725" y="15786"/>
                    <a:pt x="705" y="15818"/>
                    <a:pt x="688" y="15850"/>
                  </a:cubicBezTo>
                  <a:cubicBezTo>
                    <a:pt x="627" y="15948"/>
                    <a:pt x="702" y="16023"/>
                    <a:pt x="786" y="16032"/>
                  </a:cubicBezTo>
                  <a:cubicBezTo>
                    <a:pt x="800" y="16110"/>
                    <a:pt x="803" y="16188"/>
                    <a:pt x="823" y="16268"/>
                  </a:cubicBezTo>
                  <a:cubicBezTo>
                    <a:pt x="838" y="16325"/>
                    <a:pt x="904" y="16373"/>
                    <a:pt x="965" y="16373"/>
                  </a:cubicBezTo>
                  <a:cubicBezTo>
                    <a:pt x="988" y="16373"/>
                    <a:pt x="1010" y="16367"/>
                    <a:pt x="1028" y="16352"/>
                  </a:cubicBezTo>
                  <a:cubicBezTo>
                    <a:pt x="1101" y="16297"/>
                    <a:pt x="1158" y="16242"/>
                    <a:pt x="1222" y="16190"/>
                  </a:cubicBezTo>
                  <a:cubicBezTo>
                    <a:pt x="1254" y="16286"/>
                    <a:pt x="1280" y="16381"/>
                    <a:pt x="1306" y="16473"/>
                  </a:cubicBezTo>
                  <a:cubicBezTo>
                    <a:pt x="1254" y="16696"/>
                    <a:pt x="1199" y="16915"/>
                    <a:pt x="1158" y="17143"/>
                  </a:cubicBezTo>
                  <a:cubicBezTo>
                    <a:pt x="1144" y="17222"/>
                    <a:pt x="1210" y="17300"/>
                    <a:pt x="1280" y="17300"/>
                  </a:cubicBezTo>
                  <a:cubicBezTo>
                    <a:pt x="1307" y="17300"/>
                    <a:pt x="1334" y="17289"/>
                    <a:pt x="1357" y="17262"/>
                  </a:cubicBezTo>
                  <a:cubicBezTo>
                    <a:pt x="1395" y="17221"/>
                    <a:pt x="1424" y="17178"/>
                    <a:pt x="1459" y="17140"/>
                  </a:cubicBezTo>
                  <a:cubicBezTo>
                    <a:pt x="1811" y="18994"/>
                    <a:pt x="1554" y="20538"/>
                    <a:pt x="3003" y="22002"/>
                  </a:cubicBezTo>
                  <a:cubicBezTo>
                    <a:pt x="3029" y="22028"/>
                    <a:pt x="3057" y="22039"/>
                    <a:pt x="3084" y="22039"/>
                  </a:cubicBezTo>
                  <a:cubicBezTo>
                    <a:pt x="3172" y="22039"/>
                    <a:pt x="3246" y="21923"/>
                    <a:pt x="3171" y="21835"/>
                  </a:cubicBezTo>
                  <a:cubicBezTo>
                    <a:pt x="2590" y="21153"/>
                    <a:pt x="2414" y="19438"/>
                    <a:pt x="2186" y="18038"/>
                  </a:cubicBezTo>
                  <a:lnTo>
                    <a:pt x="2186" y="18035"/>
                  </a:lnTo>
                  <a:cubicBezTo>
                    <a:pt x="3580" y="15734"/>
                    <a:pt x="4917" y="13402"/>
                    <a:pt x="6297" y="11092"/>
                  </a:cubicBezTo>
                  <a:cubicBezTo>
                    <a:pt x="7689" y="8762"/>
                    <a:pt x="11000" y="5356"/>
                    <a:pt x="11779" y="3560"/>
                  </a:cubicBezTo>
                  <a:lnTo>
                    <a:pt x="11779" y="3560"/>
                  </a:lnTo>
                  <a:cubicBezTo>
                    <a:pt x="10099" y="7431"/>
                    <a:pt x="7357" y="10673"/>
                    <a:pt x="5067" y="14196"/>
                  </a:cubicBezTo>
                  <a:cubicBezTo>
                    <a:pt x="4553" y="14958"/>
                    <a:pt x="4054" y="15734"/>
                    <a:pt x="3589" y="16540"/>
                  </a:cubicBezTo>
                  <a:cubicBezTo>
                    <a:pt x="2837" y="17841"/>
                    <a:pt x="2609" y="18271"/>
                    <a:pt x="2640" y="18271"/>
                  </a:cubicBezTo>
                  <a:cubicBezTo>
                    <a:pt x="2665" y="18271"/>
                    <a:pt x="2844" y="18014"/>
                    <a:pt x="3055" y="17703"/>
                  </a:cubicBezTo>
                  <a:lnTo>
                    <a:pt x="3055" y="17703"/>
                  </a:lnTo>
                  <a:cubicBezTo>
                    <a:pt x="2818" y="18188"/>
                    <a:pt x="2593" y="18676"/>
                    <a:pt x="2391" y="19181"/>
                  </a:cubicBezTo>
                  <a:cubicBezTo>
                    <a:pt x="2347" y="19290"/>
                    <a:pt x="2436" y="19360"/>
                    <a:pt x="2528" y="19360"/>
                  </a:cubicBezTo>
                  <a:cubicBezTo>
                    <a:pt x="2588" y="19360"/>
                    <a:pt x="2650" y="19330"/>
                    <a:pt x="2677" y="19262"/>
                  </a:cubicBezTo>
                  <a:cubicBezTo>
                    <a:pt x="4978" y="13616"/>
                    <a:pt x="9305" y="8896"/>
                    <a:pt x="12570" y="3783"/>
                  </a:cubicBezTo>
                  <a:lnTo>
                    <a:pt x="12570" y="3783"/>
                  </a:lnTo>
                  <a:cubicBezTo>
                    <a:pt x="12206" y="4354"/>
                    <a:pt x="11788" y="6271"/>
                    <a:pt x="11332" y="7111"/>
                  </a:cubicBezTo>
                  <a:cubicBezTo>
                    <a:pt x="10610" y="8439"/>
                    <a:pt x="9753" y="9695"/>
                    <a:pt x="8921" y="10956"/>
                  </a:cubicBezTo>
                  <a:cubicBezTo>
                    <a:pt x="6993" y="13869"/>
                    <a:pt x="4897" y="16661"/>
                    <a:pt x="3032" y="19617"/>
                  </a:cubicBezTo>
                  <a:cubicBezTo>
                    <a:pt x="2960" y="19734"/>
                    <a:pt x="3062" y="19839"/>
                    <a:pt x="3168" y="19839"/>
                  </a:cubicBezTo>
                  <a:cubicBezTo>
                    <a:pt x="3214" y="19839"/>
                    <a:pt x="3261" y="19819"/>
                    <a:pt x="3295" y="19770"/>
                  </a:cubicBezTo>
                  <a:cubicBezTo>
                    <a:pt x="3895" y="18898"/>
                    <a:pt x="4519" y="18044"/>
                    <a:pt x="5137" y="17184"/>
                  </a:cubicBezTo>
                  <a:lnTo>
                    <a:pt x="5137" y="17184"/>
                  </a:lnTo>
                  <a:cubicBezTo>
                    <a:pt x="4493" y="18364"/>
                    <a:pt x="3924" y="19594"/>
                    <a:pt x="3488" y="20911"/>
                  </a:cubicBezTo>
                  <a:cubicBezTo>
                    <a:pt x="3450" y="21026"/>
                    <a:pt x="3543" y="21101"/>
                    <a:pt x="3638" y="21101"/>
                  </a:cubicBezTo>
                  <a:cubicBezTo>
                    <a:pt x="3688" y="21101"/>
                    <a:pt x="3739" y="21080"/>
                    <a:pt x="3771" y="21032"/>
                  </a:cubicBezTo>
                  <a:cubicBezTo>
                    <a:pt x="6289" y="17345"/>
                    <a:pt x="8705" y="13595"/>
                    <a:pt x="11020" y="9784"/>
                  </a:cubicBezTo>
                  <a:cubicBezTo>
                    <a:pt x="12088" y="8017"/>
                    <a:pt x="13064" y="6199"/>
                    <a:pt x="14150" y="4443"/>
                  </a:cubicBezTo>
                  <a:cubicBezTo>
                    <a:pt x="14439" y="3975"/>
                    <a:pt x="15635" y="1450"/>
                    <a:pt x="15865" y="1450"/>
                  </a:cubicBezTo>
                  <a:cubicBezTo>
                    <a:pt x="15942" y="1450"/>
                    <a:pt x="15909" y="1738"/>
                    <a:pt x="15694" y="2489"/>
                  </a:cubicBezTo>
                  <a:cubicBezTo>
                    <a:pt x="13962" y="4856"/>
                    <a:pt x="12738" y="7758"/>
                    <a:pt x="11280" y="10223"/>
                  </a:cubicBezTo>
                  <a:cubicBezTo>
                    <a:pt x="10657" y="11285"/>
                    <a:pt x="10024" y="12342"/>
                    <a:pt x="9389" y="13396"/>
                  </a:cubicBezTo>
                  <a:cubicBezTo>
                    <a:pt x="9978" y="12602"/>
                    <a:pt x="10567" y="11811"/>
                    <a:pt x="11147" y="11014"/>
                  </a:cubicBezTo>
                  <a:cubicBezTo>
                    <a:pt x="12556" y="8598"/>
                    <a:pt x="13928" y="6158"/>
                    <a:pt x="15290" y="3713"/>
                  </a:cubicBezTo>
                  <a:lnTo>
                    <a:pt x="15290" y="3713"/>
                  </a:lnTo>
                  <a:cubicBezTo>
                    <a:pt x="14638" y="5520"/>
                    <a:pt x="13725" y="7209"/>
                    <a:pt x="12672" y="8837"/>
                  </a:cubicBezTo>
                  <a:cubicBezTo>
                    <a:pt x="13959" y="6912"/>
                    <a:pt x="15088" y="4899"/>
                    <a:pt x="15868" y="2682"/>
                  </a:cubicBezTo>
                  <a:cubicBezTo>
                    <a:pt x="16099" y="2280"/>
                    <a:pt x="16224" y="2110"/>
                    <a:pt x="16269" y="2110"/>
                  </a:cubicBezTo>
                  <a:cubicBezTo>
                    <a:pt x="16390" y="2110"/>
                    <a:pt x="15953" y="3301"/>
                    <a:pt x="15455" y="4536"/>
                  </a:cubicBezTo>
                  <a:cubicBezTo>
                    <a:pt x="14799" y="5838"/>
                    <a:pt x="14193" y="7174"/>
                    <a:pt x="13518" y="8471"/>
                  </a:cubicBezTo>
                  <a:cubicBezTo>
                    <a:pt x="12732" y="9698"/>
                    <a:pt x="11878" y="10887"/>
                    <a:pt x="11046" y="12079"/>
                  </a:cubicBezTo>
                  <a:cubicBezTo>
                    <a:pt x="8962" y="15070"/>
                    <a:pt x="7209" y="18209"/>
                    <a:pt x="5275" y="21292"/>
                  </a:cubicBezTo>
                  <a:cubicBezTo>
                    <a:pt x="5070" y="21312"/>
                    <a:pt x="4865" y="21324"/>
                    <a:pt x="4654" y="21326"/>
                  </a:cubicBezTo>
                  <a:cubicBezTo>
                    <a:pt x="6929" y="18044"/>
                    <a:pt x="9025" y="14652"/>
                    <a:pt x="11038" y="11208"/>
                  </a:cubicBezTo>
                  <a:lnTo>
                    <a:pt x="11038" y="11208"/>
                  </a:lnTo>
                  <a:cubicBezTo>
                    <a:pt x="10483" y="11964"/>
                    <a:pt x="9917" y="12717"/>
                    <a:pt x="9346" y="13468"/>
                  </a:cubicBezTo>
                  <a:cubicBezTo>
                    <a:pt x="8607" y="14692"/>
                    <a:pt x="7862" y="15908"/>
                    <a:pt x="7108" y="17120"/>
                  </a:cubicBezTo>
                  <a:cubicBezTo>
                    <a:pt x="6815" y="17587"/>
                    <a:pt x="4598" y="21245"/>
                    <a:pt x="4452" y="21245"/>
                  </a:cubicBezTo>
                  <a:cubicBezTo>
                    <a:pt x="4413" y="21245"/>
                    <a:pt x="4523" y="20983"/>
                    <a:pt x="4857" y="20328"/>
                  </a:cubicBezTo>
                  <a:cubicBezTo>
                    <a:pt x="5991" y="18102"/>
                    <a:pt x="7420" y="16063"/>
                    <a:pt x="8898" y="14063"/>
                  </a:cubicBezTo>
                  <a:lnTo>
                    <a:pt x="8898" y="14063"/>
                  </a:lnTo>
                  <a:cubicBezTo>
                    <a:pt x="7120" y="16398"/>
                    <a:pt x="5368" y="18748"/>
                    <a:pt x="4063" y="21306"/>
                  </a:cubicBezTo>
                  <a:cubicBezTo>
                    <a:pt x="3742" y="21289"/>
                    <a:pt x="3427" y="21243"/>
                    <a:pt x="3116" y="21176"/>
                  </a:cubicBezTo>
                  <a:cubicBezTo>
                    <a:pt x="3108" y="21175"/>
                    <a:pt x="3101" y="21174"/>
                    <a:pt x="3094" y="21174"/>
                  </a:cubicBezTo>
                  <a:cubicBezTo>
                    <a:pt x="3001" y="21174"/>
                    <a:pt x="2970" y="21314"/>
                    <a:pt x="3069" y="21341"/>
                  </a:cubicBezTo>
                  <a:cubicBezTo>
                    <a:pt x="3358" y="21422"/>
                    <a:pt x="3653" y="21488"/>
                    <a:pt x="3950" y="21537"/>
                  </a:cubicBezTo>
                  <a:cubicBezTo>
                    <a:pt x="3800" y="21840"/>
                    <a:pt x="3647" y="22143"/>
                    <a:pt x="3511" y="22452"/>
                  </a:cubicBezTo>
                  <a:cubicBezTo>
                    <a:pt x="3456" y="22574"/>
                    <a:pt x="3546" y="22676"/>
                    <a:pt x="3645" y="22676"/>
                  </a:cubicBezTo>
                  <a:cubicBezTo>
                    <a:pt x="3690" y="22676"/>
                    <a:pt x="3736" y="22655"/>
                    <a:pt x="3771" y="22605"/>
                  </a:cubicBezTo>
                  <a:cubicBezTo>
                    <a:pt x="4008" y="22273"/>
                    <a:pt x="4236" y="21933"/>
                    <a:pt x="4470" y="21598"/>
                  </a:cubicBezTo>
                  <a:cubicBezTo>
                    <a:pt x="4694" y="21621"/>
                    <a:pt x="4919" y="21632"/>
                    <a:pt x="5143" y="21632"/>
                  </a:cubicBezTo>
                  <a:cubicBezTo>
                    <a:pt x="5593" y="21632"/>
                    <a:pt x="6041" y="21586"/>
                    <a:pt x="6482" y="21494"/>
                  </a:cubicBezTo>
                  <a:cubicBezTo>
                    <a:pt x="6511" y="21550"/>
                    <a:pt x="6576" y="21584"/>
                    <a:pt x="6640" y="21584"/>
                  </a:cubicBezTo>
                  <a:cubicBezTo>
                    <a:pt x="6693" y="21584"/>
                    <a:pt x="6744" y="21561"/>
                    <a:pt x="6774" y="21508"/>
                  </a:cubicBezTo>
                  <a:cubicBezTo>
                    <a:pt x="6794" y="21474"/>
                    <a:pt x="6814" y="21439"/>
                    <a:pt x="6834" y="21407"/>
                  </a:cubicBezTo>
                  <a:cubicBezTo>
                    <a:pt x="7784" y="21165"/>
                    <a:pt x="8745" y="20766"/>
                    <a:pt x="9923" y="20316"/>
                  </a:cubicBezTo>
                  <a:cubicBezTo>
                    <a:pt x="10379" y="20137"/>
                    <a:pt x="10862" y="20024"/>
                    <a:pt x="11352" y="19987"/>
                  </a:cubicBezTo>
                  <a:lnTo>
                    <a:pt x="11352" y="19987"/>
                  </a:lnTo>
                  <a:cubicBezTo>
                    <a:pt x="11335" y="20090"/>
                    <a:pt x="11430" y="20175"/>
                    <a:pt x="11528" y="20175"/>
                  </a:cubicBezTo>
                  <a:cubicBezTo>
                    <a:pt x="11579" y="20175"/>
                    <a:pt x="11631" y="20152"/>
                    <a:pt x="11670" y="20097"/>
                  </a:cubicBezTo>
                  <a:cubicBezTo>
                    <a:pt x="11693" y="20059"/>
                    <a:pt x="11716" y="20019"/>
                    <a:pt x="11742" y="19984"/>
                  </a:cubicBezTo>
                  <a:cubicBezTo>
                    <a:pt x="14212" y="20064"/>
                    <a:pt x="15408" y="22542"/>
                    <a:pt x="17853" y="22542"/>
                  </a:cubicBezTo>
                  <a:cubicBezTo>
                    <a:pt x="17969" y="22542"/>
                    <a:pt x="18087" y="22536"/>
                    <a:pt x="18209" y="22525"/>
                  </a:cubicBezTo>
                  <a:cubicBezTo>
                    <a:pt x="19004" y="22447"/>
                    <a:pt x="19748" y="22165"/>
                    <a:pt x="20413" y="22165"/>
                  </a:cubicBezTo>
                  <a:cubicBezTo>
                    <a:pt x="21091" y="22165"/>
                    <a:pt x="21686" y="22459"/>
                    <a:pt x="22167" y="23564"/>
                  </a:cubicBezTo>
                  <a:cubicBezTo>
                    <a:pt x="22892" y="25221"/>
                    <a:pt x="26267" y="26084"/>
                    <a:pt x="26607" y="27213"/>
                  </a:cubicBezTo>
                  <a:cubicBezTo>
                    <a:pt x="26629" y="27288"/>
                    <a:pt x="26688" y="27321"/>
                    <a:pt x="26748" y="27321"/>
                  </a:cubicBezTo>
                  <a:cubicBezTo>
                    <a:pt x="26838" y="27321"/>
                    <a:pt x="26930" y="27247"/>
                    <a:pt x="26899" y="27132"/>
                  </a:cubicBezTo>
                  <a:cubicBezTo>
                    <a:pt x="26573" y="25960"/>
                    <a:pt x="26396" y="25516"/>
                    <a:pt x="25123" y="25414"/>
                  </a:cubicBezTo>
                  <a:cubicBezTo>
                    <a:pt x="23098" y="25247"/>
                    <a:pt x="22452" y="21302"/>
                    <a:pt x="20729" y="21302"/>
                  </a:cubicBezTo>
                  <a:cubicBezTo>
                    <a:pt x="20666" y="21302"/>
                    <a:pt x="20602" y="21307"/>
                    <a:pt x="20536" y="21318"/>
                  </a:cubicBezTo>
                  <a:cubicBezTo>
                    <a:pt x="19880" y="21426"/>
                    <a:pt x="19307" y="21475"/>
                    <a:pt x="18785" y="21475"/>
                  </a:cubicBezTo>
                  <a:cubicBezTo>
                    <a:pt x="16999" y="21475"/>
                    <a:pt x="15812" y="20901"/>
                    <a:pt x="13954" y="20166"/>
                  </a:cubicBezTo>
                  <a:cubicBezTo>
                    <a:pt x="13313" y="19908"/>
                    <a:pt x="12628" y="19776"/>
                    <a:pt x="11938" y="19776"/>
                  </a:cubicBezTo>
                  <a:cubicBezTo>
                    <a:pt x="11916" y="19776"/>
                    <a:pt x="11894" y="19776"/>
                    <a:pt x="11872" y="19776"/>
                  </a:cubicBezTo>
                  <a:cubicBezTo>
                    <a:pt x="13749" y="16996"/>
                    <a:pt x="15154" y="13820"/>
                    <a:pt x="16872" y="10942"/>
                  </a:cubicBezTo>
                  <a:cubicBezTo>
                    <a:pt x="18801" y="7700"/>
                    <a:pt x="20651" y="4469"/>
                    <a:pt x="21965" y="938"/>
                  </a:cubicBezTo>
                  <a:cubicBezTo>
                    <a:pt x="23351" y="1296"/>
                    <a:pt x="24480" y="2047"/>
                    <a:pt x="25132" y="3349"/>
                  </a:cubicBezTo>
                  <a:cubicBezTo>
                    <a:pt x="25149" y="3383"/>
                    <a:pt x="25176" y="3397"/>
                    <a:pt x="25203" y="3397"/>
                  </a:cubicBezTo>
                  <a:cubicBezTo>
                    <a:pt x="25264" y="3397"/>
                    <a:pt x="25328" y="3327"/>
                    <a:pt x="25297" y="3251"/>
                  </a:cubicBezTo>
                  <a:cubicBezTo>
                    <a:pt x="24661" y="1761"/>
                    <a:pt x="23527" y="915"/>
                    <a:pt x="22121" y="520"/>
                  </a:cubicBezTo>
                  <a:cubicBezTo>
                    <a:pt x="22155" y="419"/>
                    <a:pt x="22199" y="318"/>
                    <a:pt x="22233" y="211"/>
                  </a:cubicBezTo>
                  <a:cubicBezTo>
                    <a:pt x="22279" y="85"/>
                    <a:pt x="22174" y="0"/>
                    <a:pt x="2206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14" name="Google Shape;8172;p80">
              <a:extLst>
                <a:ext uri="{FF2B5EF4-FFF2-40B4-BE49-F238E27FC236}">
                  <a16:creationId xmlns:a16="http://schemas.microsoft.com/office/drawing/2014/main" id="{E1DB5970-674C-408A-80FA-FD9923D17D83}"/>
                </a:ext>
              </a:extLst>
            </p:cNvPr>
            <p:cNvSpPr/>
            <p:nvPr/>
          </p:nvSpPr>
          <p:spPr>
            <a:xfrm>
              <a:off x="6158125" y="4021950"/>
              <a:ext cx="552250" cy="774725"/>
            </a:xfrm>
            <a:custGeom>
              <a:avLst/>
              <a:gdLst/>
              <a:ahLst/>
              <a:cxnLst/>
              <a:rect l="l" t="t" r="r" b="b"/>
              <a:pathLst>
                <a:path w="22090" h="30989" extrusionOk="0">
                  <a:moveTo>
                    <a:pt x="15989" y="6166"/>
                  </a:moveTo>
                  <a:cubicBezTo>
                    <a:pt x="16269" y="6541"/>
                    <a:pt x="16558" y="6913"/>
                    <a:pt x="16855" y="7280"/>
                  </a:cubicBezTo>
                  <a:cubicBezTo>
                    <a:pt x="16849" y="7283"/>
                    <a:pt x="16844" y="7280"/>
                    <a:pt x="16838" y="7286"/>
                  </a:cubicBezTo>
                  <a:cubicBezTo>
                    <a:pt x="16162" y="8045"/>
                    <a:pt x="15547" y="8845"/>
                    <a:pt x="14956" y="9659"/>
                  </a:cubicBezTo>
                  <a:lnTo>
                    <a:pt x="14956" y="9656"/>
                  </a:lnTo>
                  <a:cubicBezTo>
                    <a:pt x="15412" y="8495"/>
                    <a:pt x="15773" y="7326"/>
                    <a:pt x="15989" y="6166"/>
                  </a:cubicBezTo>
                  <a:close/>
                  <a:moveTo>
                    <a:pt x="12229" y="1494"/>
                  </a:moveTo>
                  <a:cubicBezTo>
                    <a:pt x="12401" y="1494"/>
                    <a:pt x="10586" y="5644"/>
                    <a:pt x="10598" y="5644"/>
                  </a:cubicBezTo>
                  <a:cubicBezTo>
                    <a:pt x="10598" y="5644"/>
                    <a:pt x="10601" y="5640"/>
                    <a:pt x="10605" y="5631"/>
                  </a:cubicBezTo>
                  <a:lnTo>
                    <a:pt x="10605" y="5631"/>
                  </a:lnTo>
                  <a:cubicBezTo>
                    <a:pt x="9737" y="7439"/>
                    <a:pt x="8644" y="9155"/>
                    <a:pt x="7605" y="10869"/>
                  </a:cubicBezTo>
                  <a:cubicBezTo>
                    <a:pt x="7195" y="11544"/>
                    <a:pt x="6794" y="12217"/>
                    <a:pt x="6401" y="12889"/>
                  </a:cubicBezTo>
                  <a:cubicBezTo>
                    <a:pt x="8252" y="9607"/>
                    <a:pt x="9753" y="6033"/>
                    <a:pt x="11416" y="2874"/>
                  </a:cubicBezTo>
                  <a:cubicBezTo>
                    <a:pt x="11941" y="1877"/>
                    <a:pt x="12177" y="1494"/>
                    <a:pt x="12229" y="1494"/>
                  </a:cubicBezTo>
                  <a:close/>
                  <a:moveTo>
                    <a:pt x="10980" y="1051"/>
                  </a:moveTo>
                  <a:cubicBezTo>
                    <a:pt x="11092" y="1051"/>
                    <a:pt x="8823" y="4849"/>
                    <a:pt x="8414" y="5646"/>
                  </a:cubicBezTo>
                  <a:cubicBezTo>
                    <a:pt x="6950" y="8493"/>
                    <a:pt x="5674" y="11385"/>
                    <a:pt x="4011" y="14036"/>
                  </a:cubicBezTo>
                  <a:cubicBezTo>
                    <a:pt x="4857" y="12292"/>
                    <a:pt x="5685" y="10545"/>
                    <a:pt x="6485" y="8767"/>
                  </a:cubicBezTo>
                  <a:cubicBezTo>
                    <a:pt x="7409" y="6717"/>
                    <a:pt x="8492" y="4742"/>
                    <a:pt x="9724" y="2860"/>
                  </a:cubicBezTo>
                  <a:cubicBezTo>
                    <a:pt x="10587" y="1547"/>
                    <a:pt x="10939" y="1051"/>
                    <a:pt x="10980" y="1051"/>
                  </a:cubicBezTo>
                  <a:close/>
                  <a:moveTo>
                    <a:pt x="19378" y="10386"/>
                  </a:moveTo>
                  <a:cubicBezTo>
                    <a:pt x="19549" y="10606"/>
                    <a:pt x="19719" y="10825"/>
                    <a:pt x="19884" y="11048"/>
                  </a:cubicBezTo>
                  <a:cubicBezTo>
                    <a:pt x="18937" y="12361"/>
                    <a:pt x="18022" y="13805"/>
                    <a:pt x="17167" y="15271"/>
                  </a:cubicBezTo>
                  <a:cubicBezTo>
                    <a:pt x="17987" y="13686"/>
                    <a:pt x="18758" y="12078"/>
                    <a:pt x="19378" y="10386"/>
                  </a:cubicBezTo>
                  <a:close/>
                  <a:moveTo>
                    <a:pt x="15325" y="5219"/>
                  </a:moveTo>
                  <a:cubicBezTo>
                    <a:pt x="15469" y="5432"/>
                    <a:pt x="15608" y="5652"/>
                    <a:pt x="15761" y="5860"/>
                  </a:cubicBezTo>
                  <a:cubicBezTo>
                    <a:pt x="15744" y="5874"/>
                    <a:pt x="15723" y="5880"/>
                    <a:pt x="15709" y="5903"/>
                  </a:cubicBezTo>
                  <a:cubicBezTo>
                    <a:pt x="14315" y="8207"/>
                    <a:pt x="13041" y="10568"/>
                    <a:pt x="11762" y="12936"/>
                  </a:cubicBezTo>
                  <a:cubicBezTo>
                    <a:pt x="10821" y="14682"/>
                    <a:pt x="8728" y="17041"/>
                    <a:pt x="8070" y="18427"/>
                  </a:cubicBezTo>
                  <a:cubicBezTo>
                    <a:pt x="10238" y="13857"/>
                    <a:pt x="13503" y="9979"/>
                    <a:pt x="15325" y="5219"/>
                  </a:cubicBezTo>
                  <a:close/>
                  <a:moveTo>
                    <a:pt x="21610" y="16456"/>
                  </a:moveTo>
                  <a:cubicBezTo>
                    <a:pt x="21523" y="17572"/>
                    <a:pt x="21127" y="18653"/>
                    <a:pt x="20331" y="19590"/>
                  </a:cubicBezTo>
                  <a:cubicBezTo>
                    <a:pt x="20851" y="18592"/>
                    <a:pt x="21289" y="17564"/>
                    <a:pt x="21610" y="16456"/>
                  </a:cubicBezTo>
                  <a:close/>
                  <a:moveTo>
                    <a:pt x="14419" y="3703"/>
                  </a:moveTo>
                  <a:cubicBezTo>
                    <a:pt x="14638" y="4125"/>
                    <a:pt x="14875" y="4532"/>
                    <a:pt x="15129" y="4930"/>
                  </a:cubicBezTo>
                  <a:cubicBezTo>
                    <a:pt x="15114" y="4942"/>
                    <a:pt x="15094" y="4944"/>
                    <a:pt x="15083" y="4962"/>
                  </a:cubicBezTo>
                  <a:cubicBezTo>
                    <a:pt x="11806" y="9624"/>
                    <a:pt x="9632" y="14922"/>
                    <a:pt x="6422" y="19625"/>
                  </a:cubicBezTo>
                  <a:cubicBezTo>
                    <a:pt x="7646" y="17832"/>
                    <a:pt x="8642" y="14477"/>
                    <a:pt x="9851" y="12312"/>
                  </a:cubicBezTo>
                  <a:cubicBezTo>
                    <a:pt x="11439" y="9468"/>
                    <a:pt x="13062" y="6671"/>
                    <a:pt x="14419" y="3706"/>
                  </a:cubicBezTo>
                  <a:lnTo>
                    <a:pt x="14419" y="3703"/>
                  </a:lnTo>
                  <a:close/>
                  <a:moveTo>
                    <a:pt x="20143" y="11423"/>
                  </a:moveTo>
                  <a:cubicBezTo>
                    <a:pt x="20914" y="12578"/>
                    <a:pt x="21454" y="13932"/>
                    <a:pt x="21593" y="15294"/>
                  </a:cubicBezTo>
                  <a:cubicBezTo>
                    <a:pt x="21564" y="15303"/>
                    <a:pt x="21541" y="15323"/>
                    <a:pt x="21521" y="15346"/>
                  </a:cubicBezTo>
                  <a:cubicBezTo>
                    <a:pt x="21056" y="16016"/>
                    <a:pt x="20620" y="16703"/>
                    <a:pt x="20198" y="17396"/>
                  </a:cubicBezTo>
                  <a:cubicBezTo>
                    <a:pt x="20458" y="16611"/>
                    <a:pt x="20704" y="15817"/>
                    <a:pt x="20903" y="15011"/>
                  </a:cubicBezTo>
                  <a:cubicBezTo>
                    <a:pt x="20934" y="14899"/>
                    <a:pt x="20828" y="14783"/>
                    <a:pt x="20725" y="14783"/>
                  </a:cubicBezTo>
                  <a:cubicBezTo>
                    <a:pt x="20685" y="14783"/>
                    <a:pt x="20645" y="14800"/>
                    <a:pt x="20614" y="14841"/>
                  </a:cubicBezTo>
                  <a:lnTo>
                    <a:pt x="20611" y="14841"/>
                  </a:lnTo>
                  <a:cubicBezTo>
                    <a:pt x="20418" y="15089"/>
                    <a:pt x="20227" y="15341"/>
                    <a:pt x="20037" y="15589"/>
                  </a:cubicBezTo>
                  <a:cubicBezTo>
                    <a:pt x="20377" y="14887"/>
                    <a:pt x="20721" y="14189"/>
                    <a:pt x="21038" y="13476"/>
                  </a:cubicBezTo>
                  <a:cubicBezTo>
                    <a:pt x="21096" y="13342"/>
                    <a:pt x="20989" y="13221"/>
                    <a:pt x="20881" y="13221"/>
                  </a:cubicBezTo>
                  <a:cubicBezTo>
                    <a:pt x="20833" y="13221"/>
                    <a:pt x="20784" y="13246"/>
                    <a:pt x="20750" y="13305"/>
                  </a:cubicBezTo>
                  <a:cubicBezTo>
                    <a:pt x="19312" y="15750"/>
                    <a:pt x="17635" y="18034"/>
                    <a:pt x="16116" y="20407"/>
                  </a:cubicBezTo>
                  <a:cubicBezTo>
                    <a:pt x="17583" y="17468"/>
                    <a:pt x="19075" y="14549"/>
                    <a:pt x="20143" y="11423"/>
                  </a:cubicBezTo>
                  <a:close/>
                  <a:moveTo>
                    <a:pt x="17077" y="7557"/>
                  </a:moveTo>
                  <a:cubicBezTo>
                    <a:pt x="17756" y="8389"/>
                    <a:pt x="18457" y="9209"/>
                    <a:pt x="19133" y="10063"/>
                  </a:cubicBezTo>
                  <a:cubicBezTo>
                    <a:pt x="16942" y="13802"/>
                    <a:pt x="14932" y="17639"/>
                    <a:pt x="12707" y="21351"/>
                  </a:cubicBezTo>
                  <a:cubicBezTo>
                    <a:pt x="14785" y="17754"/>
                    <a:pt x="16561" y="13819"/>
                    <a:pt x="18518" y="10167"/>
                  </a:cubicBezTo>
                  <a:cubicBezTo>
                    <a:pt x="18590" y="10034"/>
                    <a:pt x="18481" y="9918"/>
                    <a:pt x="18367" y="9918"/>
                  </a:cubicBezTo>
                  <a:cubicBezTo>
                    <a:pt x="18316" y="9918"/>
                    <a:pt x="18264" y="9941"/>
                    <a:pt x="18227" y="9997"/>
                  </a:cubicBezTo>
                  <a:cubicBezTo>
                    <a:pt x="16662" y="12301"/>
                    <a:pt x="15172" y="14651"/>
                    <a:pt x="13685" y="17006"/>
                  </a:cubicBezTo>
                  <a:cubicBezTo>
                    <a:pt x="13390" y="17477"/>
                    <a:pt x="11134" y="21307"/>
                    <a:pt x="11066" y="21307"/>
                  </a:cubicBezTo>
                  <a:cubicBezTo>
                    <a:pt x="11047" y="21307"/>
                    <a:pt x="11201" y="21005"/>
                    <a:pt x="11618" y="20243"/>
                  </a:cubicBezTo>
                  <a:cubicBezTo>
                    <a:pt x="13700" y="16449"/>
                    <a:pt x="16439" y="13213"/>
                    <a:pt x="17747" y="9024"/>
                  </a:cubicBezTo>
                  <a:cubicBezTo>
                    <a:pt x="17787" y="8898"/>
                    <a:pt x="17691" y="8821"/>
                    <a:pt x="17590" y="8821"/>
                  </a:cubicBezTo>
                  <a:cubicBezTo>
                    <a:pt x="17535" y="8821"/>
                    <a:pt x="17479" y="8844"/>
                    <a:pt x="17441" y="8894"/>
                  </a:cubicBezTo>
                  <a:cubicBezTo>
                    <a:pt x="16601" y="10028"/>
                    <a:pt x="15784" y="11175"/>
                    <a:pt x="14987" y="12332"/>
                  </a:cubicBezTo>
                  <a:lnTo>
                    <a:pt x="14987" y="12332"/>
                  </a:lnTo>
                  <a:cubicBezTo>
                    <a:pt x="15787" y="10793"/>
                    <a:pt x="16512" y="9217"/>
                    <a:pt x="17077" y="7557"/>
                  </a:cubicBezTo>
                  <a:close/>
                  <a:moveTo>
                    <a:pt x="21052" y="16721"/>
                  </a:moveTo>
                  <a:cubicBezTo>
                    <a:pt x="21243" y="16721"/>
                    <a:pt x="20090" y="19347"/>
                    <a:pt x="19612" y="20211"/>
                  </a:cubicBezTo>
                  <a:cubicBezTo>
                    <a:pt x="18865" y="21568"/>
                    <a:pt x="18013" y="22829"/>
                    <a:pt x="17190" y="24103"/>
                  </a:cubicBezTo>
                  <a:cubicBezTo>
                    <a:pt x="18091" y="22518"/>
                    <a:pt x="18882" y="20872"/>
                    <a:pt x="19552" y="19177"/>
                  </a:cubicBezTo>
                  <a:cubicBezTo>
                    <a:pt x="19734" y="18845"/>
                    <a:pt x="19907" y="18510"/>
                    <a:pt x="20094" y="18181"/>
                  </a:cubicBezTo>
                  <a:cubicBezTo>
                    <a:pt x="20698" y="17121"/>
                    <a:pt x="20977" y="16721"/>
                    <a:pt x="21052" y="16721"/>
                  </a:cubicBezTo>
                  <a:close/>
                  <a:moveTo>
                    <a:pt x="16702" y="25358"/>
                  </a:moveTo>
                  <a:lnTo>
                    <a:pt x="16702" y="25358"/>
                  </a:lnTo>
                  <a:cubicBezTo>
                    <a:pt x="16653" y="25604"/>
                    <a:pt x="16621" y="25852"/>
                    <a:pt x="16613" y="26100"/>
                  </a:cubicBezTo>
                  <a:cubicBezTo>
                    <a:pt x="16587" y="26796"/>
                    <a:pt x="16624" y="27475"/>
                    <a:pt x="16610" y="28153"/>
                  </a:cubicBezTo>
                  <a:cubicBezTo>
                    <a:pt x="16361" y="28597"/>
                    <a:pt x="16251" y="28779"/>
                    <a:pt x="16213" y="28779"/>
                  </a:cubicBezTo>
                  <a:cubicBezTo>
                    <a:pt x="16144" y="28779"/>
                    <a:pt x="16328" y="28151"/>
                    <a:pt x="16353" y="27408"/>
                  </a:cubicBezTo>
                  <a:cubicBezTo>
                    <a:pt x="16356" y="27292"/>
                    <a:pt x="16266" y="27229"/>
                    <a:pt x="16173" y="27229"/>
                  </a:cubicBezTo>
                  <a:cubicBezTo>
                    <a:pt x="16111" y="27229"/>
                    <a:pt x="16047" y="27257"/>
                    <a:pt x="16009" y="27316"/>
                  </a:cubicBezTo>
                  <a:cubicBezTo>
                    <a:pt x="15485" y="28108"/>
                    <a:pt x="15254" y="28401"/>
                    <a:pt x="15200" y="28401"/>
                  </a:cubicBezTo>
                  <a:cubicBezTo>
                    <a:pt x="15058" y="28401"/>
                    <a:pt x="16122" y="26395"/>
                    <a:pt x="16281" y="26095"/>
                  </a:cubicBezTo>
                  <a:cubicBezTo>
                    <a:pt x="16413" y="25846"/>
                    <a:pt x="16558" y="25601"/>
                    <a:pt x="16702" y="25358"/>
                  </a:cubicBezTo>
                  <a:close/>
                  <a:moveTo>
                    <a:pt x="15911" y="26207"/>
                  </a:moveTo>
                  <a:cubicBezTo>
                    <a:pt x="15348" y="27212"/>
                    <a:pt x="14852" y="28257"/>
                    <a:pt x="14479" y="29392"/>
                  </a:cubicBezTo>
                  <a:cubicBezTo>
                    <a:pt x="14320" y="29244"/>
                    <a:pt x="14170" y="29088"/>
                    <a:pt x="14032" y="28921"/>
                  </a:cubicBezTo>
                  <a:lnTo>
                    <a:pt x="14032" y="28918"/>
                  </a:lnTo>
                  <a:cubicBezTo>
                    <a:pt x="14687" y="28038"/>
                    <a:pt x="15316" y="27134"/>
                    <a:pt x="15911" y="26207"/>
                  </a:cubicBezTo>
                  <a:close/>
                  <a:moveTo>
                    <a:pt x="15552" y="28593"/>
                  </a:moveTo>
                  <a:cubicBezTo>
                    <a:pt x="15706" y="28593"/>
                    <a:pt x="15748" y="28968"/>
                    <a:pt x="15674" y="29721"/>
                  </a:cubicBezTo>
                  <a:cubicBezTo>
                    <a:pt x="15643" y="29855"/>
                    <a:pt x="15743" y="29945"/>
                    <a:pt x="15850" y="29945"/>
                  </a:cubicBezTo>
                  <a:cubicBezTo>
                    <a:pt x="15899" y="29945"/>
                    <a:pt x="15950" y="29925"/>
                    <a:pt x="15989" y="29882"/>
                  </a:cubicBezTo>
                  <a:lnTo>
                    <a:pt x="15989" y="29882"/>
                  </a:lnTo>
                  <a:lnTo>
                    <a:pt x="15931" y="30154"/>
                  </a:lnTo>
                  <a:cubicBezTo>
                    <a:pt x="15917" y="30217"/>
                    <a:pt x="15937" y="30281"/>
                    <a:pt x="15983" y="30324"/>
                  </a:cubicBezTo>
                  <a:cubicBezTo>
                    <a:pt x="15951" y="30333"/>
                    <a:pt x="15917" y="30338"/>
                    <a:pt x="15882" y="30338"/>
                  </a:cubicBezTo>
                  <a:cubicBezTo>
                    <a:pt x="15588" y="30338"/>
                    <a:pt x="15218" y="30024"/>
                    <a:pt x="14779" y="29660"/>
                  </a:cubicBezTo>
                  <a:lnTo>
                    <a:pt x="14779" y="29657"/>
                  </a:lnTo>
                  <a:cubicBezTo>
                    <a:pt x="15144" y="28948"/>
                    <a:pt x="15402" y="28593"/>
                    <a:pt x="15552" y="28593"/>
                  </a:cubicBezTo>
                  <a:close/>
                  <a:moveTo>
                    <a:pt x="11906" y="0"/>
                  </a:moveTo>
                  <a:cubicBezTo>
                    <a:pt x="11868" y="0"/>
                    <a:pt x="11829" y="13"/>
                    <a:pt x="11797" y="42"/>
                  </a:cubicBezTo>
                  <a:cubicBezTo>
                    <a:pt x="9228" y="2407"/>
                    <a:pt x="7680" y="5484"/>
                    <a:pt x="6214" y="8611"/>
                  </a:cubicBezTo>
                  <a:cubicBezTo>
                    <a:pt x="5082" y="11022"/>
                    <a:pt x="3774" y="13455"/>
                    <a:pt x="2706" y="15944"/>
                  </a:cubicBezTo>
                  <a:cubicBezTo>
                    <a:pt x="1918" y="16998"/>
                    <a:pt x="1029" y="17973"/>
                    <a:pt x="53" y="18857"/>
                  </a:cubicBezTo>
                  <a:cubicBezTo>
                    <a:pt x="1" y="18902"/>
                    <a:pt x="50" y="18970"/>
                    <a:pt x="105" y="18970"/>
                  </a:cubicBezTo>
                  <a:cubicBezTo>
                    <a:pt x="120" y="18970"/>
                    <a:pt x="136" y="18965"/>
                    <a:pt x="151" y="18952"/>
                  </a:cubicBezTo>
                  <a:cubicBezTo>
                    <a:pt x="971" y="18239"/>
                    <a:pt x="1730" y="17460"/>
                    <a:pt x="2426" y="16622"/>
                  </a:cubicBezTo>
                  <a:lnTo>
                    <a:pt x="2426" y="16622"/>
                  </a:lnTo>
                  <a:cubicBezTo>
                    <a:pt x="2100" y="17416"/>
                    <a:pt x="1799" y="18219"/>
                    <a:pt x="1548" y="19027"/>
                  </a:cubicBezTo>
                  <a:cubicBezTo>
                    <a:pt x="1517" y="19123"/>
                    <a:pt x="1599" y="19197"/>
                    <a:pt x="1684" y="19197"/>
                  </a:cubicBezTo>
                  <a:cubicBezTo>
                    <a:pt x="1716" y="19197"/>
                    <a:pt x="1750" y="19186"/>
                    <a:pt x="1776" y="19160"/>
                  </a:cubicBezTo>
                  <a:cubicBezTo>
                    <a:pt x="3433" y="17564"/>
                    <a:pt x="4802" y="15641"/>
                    <a:pt x="6012" y="13582"/>
                  </a:cubicBezTo>
                  <a:lnTo>
                    <a:pt x="6012" y="13582"/>
                  </a:lnTo>
                  <a:cubicBezTo>
                    <a:pt x="4782" y="15736"/>
                    <a:pt x="3653" y="17927"/>
                    <a:pt x="2784" y="20280"/>
                  </a:cubicBezTo>
                  <a:cubicBezTo>
                    <a:pt x="2742" y="20396"/>
                    <a:pt x="2841" y="20475"/>
                    <a:pt x="2940" y="20475"/>
                  </a:cubicBezTo>
                  <a:cubicBezTo>
                    <a:pt x="2992" y="20475"/>
                    <a:pt x="3044" y="20454"/>
                    <a:pt x="3075" y="20404"/>
                  </a:cubicBezTo>
                  <a:cubicBezTo>
                    <a:pt x="6471" y="15136"/>
                    <a:pt x="9687" y="9766"/>
                    <a:pt x="12678" y="4254"/>
                  </a:cubicBezTo>
                  <a:lnTo>
                    <a:pt x="12678" y="4254"/>
                  </a:lnTo>
                  <a:cubicBezTo>
                    <a:pt x="10045" y="9110"/>
                    <a:pt x="6621" y="15072"/>
                    <a:pt x="4216" y="20557"/>
                  </a:cubicBezTo>
                  <a:cubicBezTo>
                    <a:pt x="4160" y="20684"/>
                    <a:pt x="4262" y="20799"/>
                    <a:pt x="4366" y="20799"/>
                  </a:cubicBezTo>
                  <a:cubicBezTo>
                    <a:pt x="4414" y="20799"/>
                    <a:pt x="4462" y="20776"/>
                    <a:pt x="4496" y="20719"/>
                  </a:cubicBezTo>
                  <a:cubicBezTo>
                    <a:pt x="6055" y="18147"/>
                    <a:pt x="7703" y="15531"/>
                    <a:pt x="9268" y="12881"/>
                  </a:cubicBezTo>
                  <a:lnTo>
                    <a:pt x="9268" y="12881"/>
                  </a:lnTo>
                  <a:cubicBezTo>
                    <a:pt x="7828" y="15465"/>
                    <a:pt x="6448" y="18077"/>
                    <a:pt x="5460" y="20910"/>
                  </a:cubicBezTo>
                  <a:cubicBezTo>
                    <a:pt x="5417" y="21032"/>
                    <a:pt x="5510" y="21104"/>
                    <a:pt x="5609" y="21104"/>
                  </a:cubicBezTo>
                  <a:cubicBezTo>
                    <a:pt x="5663" y="21104"/>
                    <a:pt x="5720" y="21082"/>
                    <a:pt x="5758" y="21034"/>
                  </a:cubicBezTo>
                  <a:cubicBezTo>
                    <a:pt x="6615" y="19905"/>
                    <a:pt x="7397" y="18730"/>
                    <a:pt x="8134" y="17532"/>
                  </a:cubicBezTo>
                  <a:lnTo>
                    <a:pt x="8134" y="17532"/>
                  </a:lnTo>
                  <a:cubicBezTo>
                    <a:pt x="7562" y="18713"/>
                    <a:pt x="7028" y="19896"/>
                    <a:pt x="6560" y="21068"/>
                  </a:cubicBezTo>
                  <a:cubicBezTo>
                    <a:pt x="6516" y="21177"/>
                    <a:pt x="6627" y="21279"/>
                    <a:pt x="6730" y="21279"/>
                  </a:cubicBezTo>
                  <a:cubicBezTo>
                    <a:pt x="6770" y="21279"/>
                    <a:pt x="6809" y="21263"/>
                    <a:pt x="6837" y="21227"/>
                  </a:cubicBezTo>
                  <a:cubicBezTo>
                    <a:pt x="8838" y="18675"/>
                    <a:pt x="10489" y="15950"/>
                    <a:pt x="12051" y="13109"/>
                  </a:cubicBezTo>
                  <a:cubicBezTo>
                    <a:pt x="12828" y="11697"/>
                    <a:pt x="13584" y="10274"/>
                    <a:pt x="14361" y="8865"/>
                  </a:cubicBezTo>
                  <a:cubicBezTo>
                    <a:pt x="14969" y="7759"/>
                    <a:pt x="15248" y="7342"/>
                    <a:pt x="15319" y="7342"/>
                  </a:cubicBezTo>
                  <a:cubicBezTo>
                    <a:pt x="15504" y="7342"/>
                    <a:pt x="14303" y="10133"/>
                    <a:pt x="13818" y="11045"/>
                  </a:cubicBezTo>
                  <a:cubicBezTo>
                    <a:pt x="13463" y="11714"/>
                    <a:pt x="13096" y="12378"/>
                    <a:pt x="12727" y="13040"/>
                  </a:cubicBezTo>
                  <a:cubicBezTo>
                    <a:pt x="11122" y="15701"/>
                    <a:pt x="9704" y="18487"/>
                    <a:pt x="8148" y="21184"/>
                  </a:cubicBezTo>
                  <a:cubicBezTo>
                    <a:pt x="8072" y="21316"/>
                    <a:pt x="8187" y="21436"/>
                    <a:pt x="8301" y="21436"/>
                  </a:cubicBezTo>
                  <a:cubicBezTo>
                    <a:pt x="8352" y="21436"/>
                    <a:pt x="8403" y="21412"/>
                    <a:pt x="8437" y="21354"/>
                  </a:cubicBezTo>
                  <a:cubicBezTo>
                    <a:pt x="10287" y="18193"/>
                    <a:pt x="12727" y="14656"/>
                    <a:pt x="14375" y="11030"/>
                  </a:cubicBezTo>
                  <a:cubicBezTo>
                    <a:pt x="15112" y="9964"/>
                    <a:pt x="16126" y="8556"/>
                    <a:pt x="16320" y="8556"/>
                  </a:cubicBezTo>
                  <a:cubicBezTo>
                    <a:pt x="16366" y="8556"/>
                    <a:pt x="16365" y="8636"/>
                    <a:pt x="16304" y="8819"/>
                  </a:cubicBezTo>
                  <a:cubicBezTo>
                    <a:pt x="15475" y="11290"/>
                    <a:pt x="13980" y="13608"/>
                    <a:pt x="12660" y="15840"/>
                  </a:cubicBezTo>
                  <a:cubicBezTo>
                    <a:pt x="12432" y="16221"/>
                    <a:pt x="12219" y="16605"/>
                    <a:pt x="11993" y="16986"/>
                  </a:cubicBezTo>
                  <a:cubicBezTo>
                    <a:pt x="11607" y="17633"/>
                    <a:pt x="11228" y="18285"/>
                    <a:pt x="10859" y="18944"/>
                  </a:cubicBezTo>
                  <a:cubicBezTo>
                    <a:pt x="10663" y="19287"/>
                    <a:pt x="10458" y="19625"/>
                    <a:pt x="10264" y="19971"/>
                  </a:cubicBezTo>
                  <a:cubicBezTo>
                    <a:pt x="10339" y="19838"/>
                    <a:pt x="10452" y="19659"/>
                    <a:pt x="10579" y="19466"/>
                  </a:cubicBezTo>
                  <a:lnTo>
                    <a:pt x="10579" y="19466"/>
                  </a:lnTo>
                  <a:cubicBezTo>
                    <a:pt x="10238" y="20090"/>
                    <a:pt x="9886" y="20705"/>
                    <a:pt x="9565" y="21343"/>
                  </a:cubicBezTo>
                  <a:cubicBezTo>
                    <a:pt x="9498" y="21476"/>
                    <a:pt x="9614" y="21599"/>
                    <a:pt x="9725" y="21599"/>
                  </a:cubicBezTo>
                  <a:cubicBezTo>
                    <a:pt x="9776" y="21599"/>
                    <a:pt x="9826" y="21574"/>
                    <a:pt x="9857" y="21513"/>
                  </a:cubicBezTo>
                  <a:cubicBezTo>
                    <a:pt x="10873" y="19521"/>
                    <a:pt x="12022" y="17607"/>
                    <a:pt x="13140" y="15678"/>
                  </a:cubicBezTo>
                  <a:cubicBezTo>
                    <a:pt x="13988" y="14310"/>
                    <a:pt x="14909" y="12993"/>
                    <a:pt x="15830" y="11674"/>
                  </a:cubicBezTo>
                  <a:cubicBezTo>
                    <a:pt x="16516" y="10689"/>
                    <a:pt x="16835" y="10314"/>
                    <a:pt x="16922" y="10314"/>
                  </a:cubicBezTo>
                  <a:cubicBezTo>
                    <a:pt x="17161" y="10314"/>
                    <a:pt x="15654" y="13144"/>
                    <a:pt x="15178" y="13984"/>
                  </a:cubicBezTo>
                  <a:cubicBezTo>
                    <a:pt x="13518" y="16908"/>
                    <a:pt x="11488" y="19553"/>
                    <a:pt x="10039" y="22604"/>
                  </a:cubicBezTo>
                  <a:cubicBezTo>
                    <a:pt x="9971" y="22734"/>
                    <a:pt x="10079" y="22850"/>
                    <a:pt x="10190" y="22850"/>
                  </a:cubicBezTo>
                  <a:cubicBezTo>
                    <a:pt x="10240" y="22850"/>
                    <a:pt x="10291" y="22827"/>
                    <a:pt x="10328" y="22772"/>
                  </a:cubicBezTo>
                  <a:cubicBezTo>
                    <a:pt x="12824" y="19094"/>
                    <a:pt x="15126" y="15291"/>
                    <a:pt x="17567" y="11579"/>
                  </a:cubicBezTo>
                  <a:lnTo>
                    <a:pt x="17567" y="11579"/>
                  </a:lnTo>
                  <a:cubicBezTo>
                    <a:pt x="15017" y="15458"/>
                    <a:pt x="12826" y="20014"/>
                    <a:pt x="10824" y="24336"/>
                  </a:cubicBezTo>
                  <a:cubicBezTo>
                    <a:pt x="10761" y="24471"/>
                    <a:pt x="10865" y="24589"/>
                    <a:pt x="10976" y="24589"/>
                  </a:cubicBezTo>
                  <a:cubicBezTo>
                    <a:pt x="11026" y="24589"/>
                    <a:pt x="11078" y="24564"/>
                    <a:pt x="11116" y="24507"/>
                  </a:cubicBezTo>
                  <a:cubicBezTo>
                    <a:pt x="13877" y="20366"/>
                    <a:pt x="16156" y="15959"/>
                    <a:pt x="18608" y="11633"/>
                  </a:cubicBezTo>
                  <a:lnTo>
                    <a:pt x="18608" y="11633"/>
                  </a:lnTo>
                  <a:cubicBezTo>
                    <a:pt x="16584" y="15205"/>
                    <a:pt x="14306" y="19782"/>
                    <a:pt x="12556" y="23863"/>
                  </a:cubicBezTo>
                  <a:cubicBezTo>
                    <a:pt x="12497" y="23999"/>
                    <a:pt x="12615" y="24123"/>
                    <a:pt x="12723" y="24123"/>
                  </a:cubicBezTo>
                  <a:cubicBezTo>
                    <a:pt x="12773" y="24123"/>
                    <a:pt x="12821" y="24097"/>
                    <a:pt x="12848" y="24033"/>
                  </a:cubicBezTo>
                  <a:cubicBezTo>
                    <a:pt x="14465" y="20364"/>
                    <a:pt x="16382" y="16885"/>
                    <a:pt x="18561" y="13522"/>
                  </a:cubicBezTo>
                  <a:cubicBezTo>
                    <a:pt x="19072" y="12733"/>
                    <a:pt x="19325" y="12419"/>
                    <a:pt x="19404" y="12419"/>
                  </a:cubicBezTo>
                  <a:cubicBezTo>
                    <a:pt x="19679" y="12419"/>
                    <a:pt x="17844" y="16232"/>
                    <a:pt x="17435" y="17076"/>
                  </a:cubicBezTo>
                  <a:cubicBezTo>
                    <a:pt x="16246" y="19535"/>
                    <a:pt x="14921" y="21920"/>
                    <a:pt x="13789" y="24409"/>
                  </a:cubicBezTo>
                  <a:cubicBezTo>
                    <a:pt x="14113" y="23698"/>
                    <a:pt x="14531" y="22968"/>
                    <a:pt x="15005" y="22232"/>
                  </a:cubicBezTo>
                  <a:lnTo>
                    <a:pt x="15005" y="22232"/>
                  </a:lnTo>
                  <a:cubicBezTo>
                    <a:pt x="14315" y="23421"/>
                    <a:pt x="13682" y="24648"/>
                    <a:pt x="13166" y="25947"/>
                  </a:cubicBezTo>
                  <a:cubicBezTo>
                    <a:pt x="13117" y="26073"/>
                    <a:pt x="13219" y="26154"/>
                    <a:pt x="13325" y="26154"/>
                  </a:cubicBezTo>
                  <a:cubicBezTo>
                    <a:pt x="13394" y="26154"/>
                    <a:pt x="13466" y="26120"/>
                    <a:pt x="13498" y="26040"/>
                  </a:cubicBezTo>
                  <a:cubicBezTo>
                    <a:pt x="14190" y="24339"/>
                    <a:pt x="14984" y="22688"/>
                    <a:pt x="15799" y="21048"/>
                  </a:cubicBezTo>
                  <a:cubicBezTo>
                    <a:pt x="17014" y="19316"/>
                    <a:pt x="18408" y="17581"/>
                    <a:pt x="19494" y="15981"/>
                  </a:cubicBezTo>
                  <a:cubicBezTo>
                    <a:pt x="20062" y="15146"/>
                    <a:pt x="20292" y="14830"/>
                    <a:pt x="20316" y="14830"/>
                  </a:cubicBezTo>
                  <a:lnTo>
                    <a:pt x="20316" y="14830"/>
                  </a:lnTo>
                  <a:cubicBezTo>
                    <a:pt x="20359" y="14830"/>
                    <a:pt x="19789" y="15772"/>
                    <a:pt x="19286" y="16611"/>
                  </a:cubicBezTo>
                  <a:cubicBezTo>
                    <a:pt x="17389" y="19247"/>
                    <a:pt x="15781" y="22053"/>
                    <a:pt x="14733" y="25159"/>
                  </a:cubicBezTo>
                  <a:cubicBezTo>
                    <a:pt x="14691" y="25285"/>
                    <a:pt x="14810" y="25385"/>
                    <a:pt x="14921" y="25385"/>
                  </a:cubicBezTo>
                  <a:cubicBezTo>
                    <a:pt x="14978" y="25385"/>
                    <a:pt x="15032" y="25359"/>
                    <a:pt x="15062" y="25298"/>
                  </a:cubicBezTo>
                  <a:cubicBezTo>
                    <a:pt x="16399" y="22596"/>
                    <a:pt x="17848" y="19960"/>
                    <a:pt x="19211" y="17275"/>
                  </a:cubicBezTo>
                  <a:cubicBezTo>
                    <a:pt x="19689" y="16565"/>
                    <a:pt x="19946" y="16277"/>
                    <a:pt x="20051" y="16277"/>
                  </a:cubicBezTo>
                  <a:cubicBezTo>
                    <a:pt x="20292" y="16277"/>
                    <a:pt x="19713" y="17816"/>
                    <a:pt x="19130" y="19226"/>
                  </a:cubicBezTo>
                  <a:cubicBezTo>
                    <a:pt x="17375" y="22347"/>
                    <a:pt x="15813" y="25578"/>
                    <a:pt x="13812" y="28560"/>
                  </a:cubicBezTo>
                  <a:cubicBezTo>
                    <a:pt x="13746" y="28199"/>
                    <a:pt x="13679" y="27835"/>
                    <a:pt x="13613" y="27475"/>
                  </a:cubicBezTo>
                  <a:cubicBezTo>
                    <a:pt x="13663" y="26901"/>
                    <a:pt x="13917" y="26615"/>
                    <a:pt x="14371" y="26615"/>
                  </a:cubicBezTo>
                  <a:cubicBezTo>
                    <a:pt x="14472" y="26615"/>
                    <a:pt x="14583" y="26629"/>
                    <a:pt x="14704" y="26658"/>
                  </a:cubicBezTo>
                  <a:cubicBezTo>
                    <a:pt x="14697" y="26686"/>
                    <a:pt x="14721" y="26705"/>
                    <a:pt x="14744" y="26705"/>
                  </a:cubicBezTo>
                  <a:cubicBezTo>
                    <a:pt x="14758" y="26705"/>
                    <a:pt x="14772" y="26697"/>
                    <a:pt x="14777" y="26678"/>
                  </a:cubicBezTo>
                  <a:cubicBezTo>
                    <a:pt x="14916" y="26096"/>
                    <a:pt x="14838" y="25879"/>
                    <a:pt x="14660" y="25879"/>
                  </a:cubicBezTo>
                  <a:cubicBezTo>
                    <a:pt x="14439" y="25879"/>
                    <a:pt x="14063" y="26218"/>
                    <a:pt x="13766" y="26611"/>
                  </a:cubicBezTo>
                  <a:cubicBezTo>
                    <a:pt x="13131" y="27457"/>
                    <a:pt x="13212" y="28196"/>
                    <a:pt x="13619" y="28855"/>
                  </a:cubicBezTo>
                  <a:cubicBezTo>
                    <a:pt x="13576" y="28918"/>
                    <a:pt x="13535" y="28987"/>
                    <a:pt x="13489" y="29054"/>
                  </a:cubicBezTo>
                  <a:cubicBezTo>
                    <a:pt x="13394" y="29189"/>
                    <a:pt x="13518" y="29313"/>
                    <a:pt x="13649" y="29313"/>
                  </a:cubicBezTo>
                  <a:cubicBezTo>
                    <a:pt x="13705" y="29313"/>
                    <a:pt x="13762" y="29290"/>
                    <a:pt x="13804" y="29236"/>
                  </a:cubicBezTo>
                  <a:cubicBezTo>
                    <a:pt x="13818" y="29215"/>
                    <a:pt x="13832" y="29192"/>
                    <a:pt x="13850" y="29172"/>
                  </a:cubicBezTo>
                  <a:cubicBezTo>
                    <a:pt x="14410" y="29865"/>
                    <a:pt x="15290" y="30457"/>
                    <a:pt x="15975" y="30965"/>
                  </a:cubicBezTo>
                  <a:cubicBezTo>
                    <a:pt x="15996" y="30981"/>
                    <a:pt x="16021" y="30989"/>
                    <a:pt x="16047" y="30989"/>
                  </a:cubicBezTo>
                  <a:cubicBezTo>
                    <a:pt x="16102" y="30989"/>
                    <a:pt x="16161" y="30955"/>
                    <a:pt x="16188" y="30910"/>
                  </a:cubicBezTo>
                  <a:cubicBezTo>
                    <a:pt x="16627" y="30154"/>
                    <a:pt x="16821" y="29383"/>
                    <a:pt x="16898" y="28569"/>
                  </a:cubicBezTo>
                  <a:cubicBezTo>
                    <a:pt x="16922" y="28462"/>
                    <a:pt x="16956" y="28358"/>
                    <a:pt x="16974" y="28248"/>
                  </a:cubicBezTo>
                  <a:cubicBezTo>
                    <a:pt x="16985" y="28193"/>
                    <a:pt x="16971" y="28139"/>
                    <a:pt x="16936" y="28095"/>
                  </a:cubicBezTo>
                  <a:cubicBezTo>
                    <a:pt x="16945" y="27864"/>
                    <a:pt x="16953" y="27631"/>
                    <a:pt x="16950" y="27388"/>
                  </a:cubicBezTo>
                  <a:cubicBezTo>
                    <a:pt x="16913" y="25396"/>
                    <a:pt x="16976" y="24025"/>
                    <a:pt x="19159" y="23303"/>
                  </a:cubicBezTo>
                  <a:cubicBezTo>
                    <a:pt x="19320" y="23250"/>
                    <a:pt x="19273" y="23016"/>
                    <a:pt x="19125" y="23016"/>
                  </a:cubicBezTo>
                  <a:cubicBezTo>
                    <a:pt x="19111" y="23016"/>
                    <a:pt x="19097" y="23018"/>
                    <a:pt x="19081" y="23023"/>
                  </a:cubicBezTo>
                  <a:cubicBezTo>
                    <a:pt x="18654" y="23135"/>
                    <a:pt x="18247" y="23314"/>
                    <a:pt x="17877" y="23554"/>
                  </a:cubicBezTo>
                  <a:cubicBezTo>
                    <a:pt x="18076" y="23262"/>
                    <a:pt x="18276" y="22971"/>
                    <a:pt x="18472" y="22682"/>
                  </a:cubicBezTo>
                  <a:cubicBezTo>
                    <a:pt x="18810" y="22177"/>
                    <a:pt x="19133" y="21672"/>
                    <a:pt x="19442" y="21167"/>
                  </a:cubicBezTo>
                  <a:lnTo>
                    <a:pt x="19442" y="21167"/>
                  </a:lnTo>
                  <a:cubicBezTo>
                    <a:pt x="19352" y="21499"/>
                    <a:pt x="19300" y="21856"/>
                    <a:pt x="19249" y="22287"/>
                  </a:cubicBezTo>
                  <a:cubicBezTo>
                    <a:pt x="19242" y="22341"/>
                    <a:pt x="19293" y="22373"/>
                    <a:pt x="19342" y="22373"/>
                  </a:cubicBezTo>
                  <a:cubicBezTo>
                    <a:pt x="19381" y="22373"/>
                    <a:pt x="19418" y="22353"/>
                    <a:pt x="19425" y="22310"/>
                  </a:cubicBezTo>
                  <a:cubicBezTo>
                    <a:pt x="19739" y="20321"/>
                    <a:pt x="21645" y="19483"/>
                    <a:pt x="21887" y="17725"/>
                  </a:cubicBezTo>
                  <a:cubicBezTo>
                    <a:pt x="22089" y="16276"/>
                    <a:pt x="21861" y="15084"/>
                    <a:pt x="21474" y="13669"/>
                  </a:cubicBezTo>
                  <a:cubicBezTo>
                    <a:pt x="21209" y="12690"/>
                    <a:pt x="20782" y="11801"/>
                    <a:pt x="20265" y="10958"/>
                  </a:cubicBezTo>
                  <a:cubicBezTo>
                    <a:pt x="20262" y="10952"/>
                    <a:pt x="20259" y="10947"/>
                    <a:pt x="20256" y="10941"/>
                  </a:cubicBezTo>
                  <a:cubicBezTo>
                    <a:pt x="18391" y="7904"/>
                    <a:pt x="15319" y="5499"/>
                    <a:pt x="14003" y="2092"/>
                  </a:cubicBezTo>
                  <a:cubicBezTo>
                    <a:pt x="13976" y="2025"/>
                    <a:pt x="13917" y="1996"/>
                    <a:pt x="13859" y="1996"/>
                  </a:cubicBezTo>
                  <a:cubicBezTo>
                    <a:pt x="13772" y="1996"/>
                    <a:pt x="13687" y="2063"/>
                    <a:pt x="13726" y="2167"/>
                  </a:cubicBezTo>
                  <a:cubicBezTo>
                    <a:pt x="13890" y="2615"/>
                    <a:pt x="14081" y="3051"/>
                    <a:pt x="14292" y="3475"/>
                  </a:cubicBezTo>
                  <a:cubicBezTo>
                    <a:pt x="14280" y="3472"/>
                    <a:pt x="14269" y="3471"/>
                    <a:pt x="14258" y="3471"/>
                  </a:cubicBezTo>
                  <a:cubicBezTo>
                    <a:pt x="14209" y="3471"/>
                    <a:pt x="14162" y="3497"/>
                    <a:pt x="14138" y="3544"/>
                  </a:cubicBezTo>
                  <a:cubicBezTo>
                    <a:pt x="12343" y="6630"/>
                    <a:pt x="10573" y="9728"/>
                    <a:pt x="8789" y="12823"/>
                  </a:cubicBezTo>
                  <a:cubicBezTo>
                    <a:pt x="7894" y="14373"/>
                    <a:pt x="6990" y="15921"/>
                    <a:pt x="6078" y="17462"/>
                  </a:cubicBezTo>
                  <a:cubicBezTo>
                    <a:pt x="5916" y="17734"/>
                    <a:pt x="5089" y="19388"/>
                    <a:pt x="5080" y="19388"/>
                  </a:cubicBezTo>
                  <a:cubicBezTo>
                    <a:pt x="5076" y="19388"/>
                    <a:pt x="5258" y="19012"/>
                    <a:pt x="5786" y="17930"/>
                  </a:cubicBezTo>
                  <a:cubicBezTo>
                    <a:pt x="8304" y="12783"/>
                    <a:pt x="11690" y="8218"/>
                    <a:pt x="13486" y="2721"/>
                  </a:cubicBezTo>
                  <a:cubicBezTo>
                    <a:pt x="13524" y="2608"/>
                    <a:pt x="13424" y="2521"/>
                    <a:pt x="13326" y="2521"/>
                  </a:cubicBezTo>
                  <a:cubicBezTo>
                    <a:pt x="13275" y="2521"/>
                    <a:pt x="13224" y="2545"/>
                    <a:pt x="13194" y="2600"/>
                  </a:cubicBezTo>
                  <a:cubicBezTo>
                    <a:pt x="11604" y="5594"/>
                    <a:pt x="9949" y="8553"/>
                    <a:pt x="8235" y="11478"/>
                  </a:cubicBezTo>
                  <a:cubicBezTo>
                    <a:pt x="7368" y="12953"/>
                    <a:pt x="6474" y="14408"/>
                    <a:pt x="5576" y="15866"/>
                  </a:cubicBezTo>
                  <a:cubicBezTo>
                    <a:pt x="4969" y="16842"/>
                    <a:pt x="4357" y="17812"/>
                    <a:pt x="3740" y="18782"/>
                  </a:cubicBezTo>
                  <a:cubicBezTo>
                    <a:pt x="4037" y="17916"/>
                    <a:pt x="4406" y="17079"/>
                    <a:pt x="4848" y="16276"/>
                  </a:cubicBezTo>
                  <a:cubicBezTo>
                    <a:pt x="7527" y="10814"/>
                    <a:pt x="11355" y="6148"/>
                    <a:pt x="13013" y="204"/>
                  </a:cubicBezTo>
                  <a:cubicBezTo>
                    <a:pt x="13045" y="87"/>
                    <a:pt x="12952" y="7"/>
                    <a:pt x="12857" y="7"/>
                  </a:cubicBezTo>
                  <a:cubicBezTo>
                    <a:pt x="12807" y="7"/>
                    <a:pt x="12757" y="29"/>
                    <a:pt x="12724" y="80"/>
                  </a:cubicBezTo>
                  <a:cubicBezTo>
                    <a:pt x="9915" y="4483"/>
                    <a:pt x="7790" y="9289"/>
                    <a:pt x="5336" y="13888"/>
                  </a:cubicBezTo>
                  <a:cubicBezTo>
                    <a:pt x="4903" y="14682"/>
                    <a:pt x="4438" y="15456"/>
                    <a:pt x="3939" y="16207"/>
                  </a:cubicBezTo>
                  <a:cubicBezTo>
                    <a:pt x="2957" y="17756"/>
                    <a:pt x="2504" y="18300"/>
                    <a:pt x="2356" y="18300"/>
                  </a:cubicBezTo>
                  <a:cubicBezTo>
                    <a:pt x="2071" y="18300"/>
                    <a:pt x="2905" y="16302"/>
                    <a:pt x="3269" y="15566"/>
                  </a:cubicBezTo>
                  <a:cubicBezTo>
                    <a:pt x="3278" y="15548"/>
                    <a:pt x="3283" y="15531"/>
                    <a:pt x="3292" y="15514"/>
                  </a:cubicBezTo>
                  <a:cubicBezTo>
                    <a:pt x="6762" y="10822"/>
                    <a:pt x="8587" y="5002"/>
                    <a:pt x="12057" y="244"/>
                  </a:cubicBezTo>
                  <a:cubicBezTo>
                    <a:pt x="12145" y="124"/>
                    <a:pt x="12026" y="0"/>
                    <a:pt x="1190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15" name="Google Shape;8173;p80">
              <a:extLst>
                <a:ext uri="{FF2B5EF4-FFF2-40B4-BE49-F238E27FC236}">
                  <a16:creationId xmlns:a16="http://schemas.microsoft.com/office/drawing/2014/main" id="{C440452D-35F6-D511-01A5-52C202138C8F}"/>
                </a:ext>
              </a:extLst>
            </p:cNvPr>
            <p:cNvSpPr/>
            <p:nvPr/>
          </p:nvSpPr>
          <p:spPr>
            <a:xfrm>
              <a:off x="6920800" y="4536575"/>
              <a:ext cx="288650" cy="364500"/>
            </a:xfrm>
            <a:custGeom>
              <a:avLst/>
              <a:gdLst/>
              <a:ahLst/>
              <a:cxnLst/>
              <a:rect l="l" t="t" r="r" b="b"/>
              <a:pathLst>
                <a:path w="11546" h="14580" extrusionOk="0">
                  <a:moveTo>
                    <a:pt x="6419" y="882"/>
                  </a:moveTo>
                  <a:lnTo>
                    <a:pt x="6419" y="882"/>
                  </a:lnTo>
                  <a:cubicBezTo>
                    <a:pt x="6707" y="1162"/>
                    <a:pt x="6999" y="1436"/>
                    <a:pt x="7293" y="1707"/>
                  </a:cubicBezTo>
                  <a:cubicBezTo>
                    <a:pt x="7178" y="1898"/>
                    <a:pt x="7068" y="2094"/>
                    <a:pt x="6956" y="2288"/>
                  </a:cubicBezTo>
                  <a:cubicBezTo>
                    <a:pt x="7028" y="2074"/>
                    <a:pt x="7071" y="1855"/>
                    <a:pt x="7088" y="1629"/>
                  </a:cubicBezTo>
                  <a:cubicBezTo>
                    <a:pt x="7094" y="1529"/>
                    <a:pt x="7008" y="1467"/>
                    <a:pt x="6922" y="1467"/>
                  </a:cubicBezTo>
                  <a:cubicBezTo>
                    <a:pt x="6881" y="1467"/>
                    <a:pt x="6840" y="1481"/>
                    <a:pt x="6808" y="1511"/>
                  </a:cubicBezTo>
                  <a:lnTo>
                    <a:pt x="6808" y="1514"/>
                  </a:lnTo>
                  <a:cubicBezTo>
                    <a:pt x="6678" y="1644"/>
                    <a:pt x="6557" y="1777"/>
                    <a:pt x="6445" y="1918"/>
                  </a:cubicBezTo>
                  <a:cubicBezTo>
                    <a:pt x="6439" y="1572"/>
                    <a:pt x="6430" y="1228"/>
                    <a:pt x="6419" y="882"/>
                  </a:cubicBezTo>
                  <a:close/>
                  <a:moveTo>
                    <a:pt x="8951" y="2513"/>
                  </a:moveTo>
                  <a:cubicBezTo>
                    <a:pt x="9335" y="3044"/>
                    <a:pt x="9718" y="3572"/>
                    <a:pt x="10102" y="4101"/>
                  </a:cubicBezTo>
                  <a:cubicBezTo>
                    <a:pt x="9791" y="4378"/>
                    <a:pt x="9485" y="4658"/>
                    <a:pt x="9182" y="4944"/>
                  </a:cubicBezTo>
                  <a:lnTo>
                    <a:pt x="9182" y="4947"/>
                  </a:lnTo>
                  <a:cubicBezTo>
                    <a:pt x="9156" y="4970"/>
                    <a:pt x="9135" y="5004"/>
                    <a:pt x="9109" y="5027"/>
                  </a:cubicBezTo>
                  <a:cubicBezTo>
                    <a:pt x="9153" y="4886"/>
                    <a:pt x="9193" y="4745"/>
                    <a:pt x="9231" y="4600"/>
                  </a:cubicBezTo>
                  <a:cubicBezTo>
                    <a:pt x="9340" y="4447"/>
                    <a:pt x="9349" y="4384"/>
                    <a:pt x="9473" y="4043"/>
                  </a:cubicBezTo>
                  <a:cubicBezTo>
                    <a:pt x="9502" y="3962"/>
                    <a:pt x="9462" y="3899"/>
                    <a:pt x="9407" y="3858"/>
                  </a:cubicBezTo>
                  <a:cubicBezTo>
                    <a:pt x="9427" y="3760"/>
                    <a:pt x="9450" y="3668"/>
                    <a:pt x="9467" y="3570"/>
                  </a:cubicBezTo>
                  <a:cubicBezTo>
                    <a:pt x="9494" y="3435"/>
                    <a:pt x="9387" y="3330"/>
                    <a:pt x="9277" y="3330"/>
                  </a:cubicBezTo>
                  <a:cubicBezTo>
                    <a:pt x="9221" y="3330"/>
                    <a:pt x="9163" y="3358"/>
                    <a:pt x="9124" y="3425"/>
                  </a:cubicBezTo>
                  <a:cubicBezTo>
                    <a:pt x="8541" y="4407"/>
                    <a:pt x="7940" y="5377"/>
                    <a:pt x="7354" y="6358"/>
                  </a:cubicBezTo>
                  <a:cubicBezTo>
                    <a:pt x="7337" y="6393"/>
                    <a:pt x="7319" y="6428"/>
                    <a:pt x="7299" y="6459"/>
                  </a:cubicBezTo>
                  <a:cubicBezTo>
                    <a:pt x="7744" y="5204"/>
                    <a:pt x="8125" y="3933"/>
                    <a:pt x="8313" y="2594"/>
                  </a:cubicBezTo>
                  <a:cubicBezTo>
                    <a:pt x="8353" y="2628"/>
                    <a:pt x="8390" y="2663"/>
                    <a:pt x="8431" y="2698"/>
                  </a:cubicBezTo>
                  <a:cubicBezTo>
                    <a:pt x="8466" y="2725"/>
                    <a:pt x="8513" y="2747"/>
                    <a:pt x="8560" y="2747"/>
                  </a:cubicBezTo>
                  <a:cubicBezTo>
                    <a:pt x="8586" y="2747"/>
                    <a:pt x="8612" y="2740"/>
                    <a:pt x="8636" y="2724"/>
                  </a:cubicBezTo>
                  <a:cubicBezTo>
                    <a:pt x="8737" y="2649"/>
                    <a:pt x="8841" y="2576"/>
                    <a:pt x="8951" y="2513"/>
                  </a:cubicBezTo>
                  <a:close/>
                  <a:moveTo>
                    <a:pt x="8572" y="5068"/>
                  </a:moveTo>
                  <a:lnTo>
                    <a:pt x="8572" y="5068"/>
                  </a:lnTo>
                  <a:cubicBezTo>
                    <a:pt x="8419" y="5466"/>
                    <a:pt x="8295" y="5873"/>
                    <a:pt x="8203" y="6286"/>
                  </a:cubicBezTo>
                  <a:cubicBezTo>
                    <a:pt x="7949" y="6728"/>
                    <a:pt x="7715" y="7184"/>
                    <a:pt x="7452" y="7577"/>
                  </a:cubicBezTo>
                  <a:cubicBezTo>
                    <a:pt x="7132" y="8065"/>
                    <a:pt x="6780" y="8529"/>
                    <a:pt x="6419" y="8986"/>
                  </a:cubicBezTo>
                  <a:lnTo>
                    <a:pt x="6416" y="8988"/>
                  </a:lnTo>
                  <a:cubicBezTo>
                    <a:pt x="7042" y="7629"/>
                    <a:pt x="7787" y="6350"/>
                    <a:pt x="8572" y="5068"/>
                  </a:cubicBezTo>
                  <a:close/>
                  <a:moveTo>
                    <a:pt x="7959" y="3159"/>
                  </a:moveTo>
                  <a:cubicBezTo>
                    <a:pt x="8064" y="3159"/>
                    <a:pt x="7620" y="4366"/>
                    <a:pt x="7545" y="4649"/>
                  </a:cubicBezTo>
                  <a:cubicBezTo>
                    <a:pt x="7114" y="6292"/>
                    <a:pt x="6390" y="7865"/>
                    <a:pt x="5801" y="9456"/>
                  </a:cubicBezTo>
                  <a:cubicBezTo>
                    <a:pt x="5772" y="9537"/>
                    <a:pt x="5818" y="9603"/>
                    <a:pt x="5882" y="9644"/>
                  </a:cubicBezTo>
                  <a:cubicBezTo>
                    <a:pt x="5325" y="10295"/>
                    <a:pt x="4731" y="10915"/>
                    <a:pt x="4114" y="11518"/>
                  </a:cubicBezTo>
                  <a:lnTo>
                    <a:pt x="4114" y="11518"/>
                  </a:lnTo>
                  <a:cubicBezTo>
                    <a:pt x="5049" y="9493"/>
                    <a:pt x="5989" y="7480"/>
                    <a:pt x="6736" y="5394"/>
                  </a:cubicBezTo>
                  <a:cubicBezTo>
                    <a:pt x="6982" y="4912"/>
                    <a:pt x="7224" y="4427"/>
                    <a:pt x="7472" y="3948"/>
                  </a:cubicBezTo>
                  <a:cubicBezTo>
                    <a:pt x="7775" y="3370"/>
                    <a:pt x="7915" y="3159"/>
                    <a:pt x="7959" y="3159"/>
                  </a:cubicBezTo>
                  <a:close/>
                  <a:moveTo>
                    <a:pt x="5362" y="5264"/>
                  </a:moveTo>
                  <a:lnTo>
                    <a:pt x="5362" y="5264"/>
                  </a:lnTo>
                  <a:cubicBezTo>
                    <a:pt x="4857" y="6301"/>
                    <a:pt x="4369" y="7346"/>
                    <a:pt x="3884" y="8397"/>
                  </a:cubicBezTo>
                  <a:cubicBezTo>
                    <a:pt x="4011" y="8050"/>
                    <a:pt x="4129" y="7701"/>
                    <a:pt x="4225" y="7337"/>
                  </a:cubicBezTo>
                  <a:cubicBezTo>
                    <a:pt x="4254" y="7231"/>
                    <a:pt x="4177" y="7165"/>
                    <a:pt x="4093" y="7165"/>
                  </a:cubicBezTo>
                  <a:cubicBezTo>
                    <a:pt x="4047" y="7165"/>
                    <a:pt x="4000" y="7185"/>
                    <a:pt x="3968" y="7227"/>
                  </a:cubicBezTo>
                  <a:cubicBezTo>
                    <a:pt x="3332" y="8073"/>
                    <a:pt x="2749" y="8954"/>
                    <a:pt x="2221" y="9869"/>
                  </a:cubicBezTo>
                  <a:cubicBezTo>
                    <a:pt x="1955" y="10342"/>
                    <a:pt x="1707" y="10822"/>
                    <a:pt x="1473" y="11307"/>
                  </a:cubicBezTo>
                  <a:cubicBezTo>
                    <a:pt x="1215" y="11822"/>
                    <a:pt x="1100" y="12017"/>
                    <a:pt x="1073" y="12017"/>
                  </a:cubicBezTo>
                  <a:cubicBezTo>
                    <a:pt x="996" y="12017"/>
                    <a:pt x="1661" y="10382"/>
                    <a:pt x="1753" y="10152"/>
                  </a:cubicBezTo>
                  <a:cubicBezTo>
                    <a:pt x="2068" y="9762"/>
                    <a:pt x="2374" y="9367"/>
                    <a:pt x="2622" y="8936"/>
                  </a:cubicBezTo>
                  <a:cubicBezTo>
                    <a:pt x="2676" y="8846"/>
                    <a:pt x="2593" y="8744"/>
                    <a:pt x="2508" y="8744"/>
                  </a:cubicBezTo>
                  <a:cubicBezTo>
                    <a:pt x="2479" y="8744"/>
                    <a:pt x="2450" y="8756"/>
                    <a:pt x="2426" y="8783"/>
                  </a:cubicBezTo>
                  <a:cubicBezTo>
                    <a:pt x="2316" y="8913"/>
                    <a:pt x="2218" y="9043"/>
                    <a:pt x="2123" y="9176"/>
                  </a:cubicBezTo>
                  <a:cubicBezTo>
                    <a:pt x="2122" y="9171"/>
                    <a:pt x="2120" y="9169"/>
                    <a:pt x="2116" y="9169"/>
                  </a:cubicBezTo>
                  <a:cubicBezTo>
                    <a:pt x="2047" y="9169"/>
                    <a:pt x="1493" y="10194"/>
                    <a:pt x="1239" y="10533"/>
                  </a:cubicBezTo>
                  <a:cubicBezTo>
                    <a:pt x="1121" y="10692"/>
                    <a:pt x="994" y="10851"/>
                    <a:pt x="867" y="11006"/>
                  </a:cubicBezTo>
                  <a:cubicBezTo>
                    <a:pt x="956" y="10669"/>
                    <a:pt x="1031" y="10435"/>
                    <a:pt x="1034" y="10426"/>
                  </a:cubicBezTo>
                  <a:cubicBezTo>
                    <a:pt x="2114" y="8469"/>
                    <a:pt x="4086" y="7109"/>
                    <a:pt x="5362" y="5264"/>
                  </a:cubicBezTo>
                  <a:close/>
                  <a:moveTo>
                    <a:pt x="7418" y="2074"/>
                  </a:moveTo>
                  <a:cubicBezTo>
                    <a:pt x="6889" y="2960"/>
                    <a:pt x="6647" y="4280"/>
                    <a:pt x="6335" y="5432"/>
                  </a:cubicBezTo>
                  <a:cubicBezTo>
                    <a:pt x="5247" y="7606"/>
                    <a:pt x="4250" y="9823"/>
                    <a:pt x="3451" y="12130"/>
                  </a:cubicBezTo>
                  <a:lnTo>
                    <a:pt x="3451" y="12132"/>
                  </a:lnTo>
                  <a:cubicBezTo>
                    <a:pt x="2850" y="12649"/>
                    <a:pt x="2206" y="13111"/>
                    <a:pt x="1548" y="13547"/>
                  </a:cubicBezTo>
                  <a:cubicBezTo>
                    <a:pt x="3073" y="11027"/>
                    <a:pt x="4242" y="8333"/>
                    <a:pt x="5495" y="5674"/>
                  </a:cubicBezTo>
                  <a:cubicBezTo>
                    <a:pt x="6078" y="4441"/>
                    <a:pt x="6719" y="3243"/>
                    <a:pt x="7418" y="2074"/>
                  </a:cubicBezTo>
                  <a:close/>
                  <a:moveTo>
                    <a:pt x="3757" y="7993"/>
                  </a:moveTo>
                  <a:cubicBezTo>
                    <a:pt x="3214" y="9999"/>
                    <a:pt x="1877" y="11786"/>
                    <a:pt x="1109" y="13717"/>
                  </a:cubicBezTo>
                  <a:cubicBezTo>
                    <a:pt x="1095" y="13752"/>
                    <a:pt x="1098" y="13792"/>
                    <a:pt x="1118" y="13824"/>
                  </a:cubicBezTo>
                  <a:cubicBezTo>
                    <a:pt x="993" y="13901"/>
                    <a:pt x="889" y="13936"/>
                    <a:pt x="804" y="13936"/>
                  </a:cubicBezTo>
                  <a:cubicBezTo>
                    <a:pt x="251" y="13936"/>
                    <a:pt x="513" y="12438"/>
                    <a:pt x="766" y="11399"/>
                  </a:cubicBezTo>
                  <a:lnTo>
                    <a:pt x="766" y="11399"/>
                  </a:lnTo>
                  <a:lnTo>
                    <a:pt x="766" y="11402"/>
                  </a:lnTo>
                  <a:cubicBezTo>
                    <a:pt x="933" y="11174"/>
                    <a:pt x="1112" y="10955"/>
                    <a:pt x="1291" y="10732"/>
                  </a:cubicBezTo>
                  <a:lnTo>
                    <a:pt x="1291" y="10732"/>
                  </a:lnTo>
                  <a:cubicBezTo>
                    <a:pt x="1057" y="11376"/>
                    <a:pt x="913" y="12057"/>
                    <a:pt x="812" y="12811"/>
                  </a:cubicBezTo>
                  <a:cubicBezTo>
                    <a:pt x="801" y="12888"/>
                    <a:pt x="876" y="12937"/>
                    <a:pt x="946" y="12937"/>
                  </a:cubicBezTo>
                  <a:cubicBezTo>
                    <a:pt x="989" y="12937"/>
                    <a:pt x="1030" y="12919"/>
                    <a:pt x="1049" y="12877"/>
                  </a:cubicBezTo>
                  <a:cubicBezTo>
                    <a:pt x="1476" y="11896"/>
                    <a:pt x="1944" y="10946"/>
                    <a:pt x="2455" y="10005"/>
                  </a:cubicBezTo>
                  <a:cubicBezTo>
                    <a:pt x="2769" y="9427"/>
                    <a:pt x="3598" y="8579"/>
                    <a:pt x="3757" y="7993"/>
                  </a:cubicBezTo>
                  <a:close/>
                  <a:moveTo>
                    <a:pt x="5927" y="1"/>
                  </a:moveTo>
                  <a:cubicBezTo>
                    <a:pt x="5797" y="1"/>
                    <a:pt x="5683" y="169"/>
                    <a:pt x="5801" y="287"/>
                  </a:cubicBezTo>
                  <a:cubicBezTo>
                    <a:pt x="5954" y="440"/>
                    <a:pt x="6104" y="576"/>
                    <a:pt x="6254" y="723"/>
                  </a:cubicBezTo>
                  <a:cubicBezTo>
                    <a:pt x="6225" y="732"/>
                    <a:pt x="6202" y="752"/>
                    <a:pt x="6188" y="778"/>
                  </a:cubicBezTo>
                  <a:cubicBezTo>
                    <a:pt x="6049" y="1052"/>
                    <a:pt x="5879" y="1306"/>
                    <a:pt x="5740" y="1580"/>
                  </a:cubicBezTo>
                  <a:cubicBezTo>
                    <a:pt x="5702" y="1656"/>
                    <a:pt x="5764" y="1722"/>
                    <a:pt x="5826" y="1722"/>
                  </a:cubicBezTo>
                  <a:cubicBezTo>
                    <a:pt x="5855" y="1722"/>
                    <a:pt x="5883" y="1708"/>
                    <a:pt x="5902" y="1676"/>
                  </a:cubicBezTo>
                  <a:cubicBezTo>
                    <a:pt x="5983" y="1537"/>
                    <a:pt x="6072" y="1407"/>
                    <a:pt x="6159" y="1277"/>
                  </a:cubicBezTo>
                  <a:lnTo>
                    <a:pt x="6159" y="1277"/>
                  </a:lnTo>
                  <a:cubicBezTo>
                    <a:pt x="6147" y="1655"/>
                    <a:pt x="6133" y="2037"/>
                    <a:pt x="6130" y="2415"/>
                  </a:cubicBezTo>
                  <a:cubicBezTo>
                    <a:pt x="6133" y="2516"/>
                    <a:pt x="6215" y="2576"/>
                    <a:pt x="6297" y="2576"/>
                  </a:cubicBezTo>
                  <a:cubicBezTo>
                    <a:pt x="6349" y="2576"/>
                    <a:pt x="6401" y="2552"/>
                    <a:pt x="6433" y="2498"/>
                  </a:cubicBezTo>
                  <a:cubicBezTo>
                    <a:pt x="6497" y="2392"/>
                    <a:pt x="6569" y="2291"/>
                    <a:pt x="6647" y="2195"/>
                  </a:cubicBezTo>
                  <a:lnTo>
                    <a:pt x="6647" y="2195"/>
                  </a:lnTo>
                  <a:cubicBezTo>
                    <a:pt x="6471" y="2741"/>
                    <a:pt x="6141" y="3249"/>
                    <a:pt x="6014" y="3801"/>
                  </a:cubicBezTo>
                  <a:cubicBezTo>
                    <a:pt x="6009" y="3838"/>
                    <a:pt x="6020" y="3878"/>
                    <a:pt x="6046" y="3907"/>
                  </a:cubicBezTo>
                  <a:cubicBezTo>
                    <a:pt x="5986" y="4029"/>
                    <a:pt x="5925" y="4150"/>
                    <a:pt x="5864" y="4271"/>
                  </a:cubicBezTo>
                  <a:cubicBezTo>
                    <a:pt x="6170" y="3038"/>
                    <a:pt x="5570" y="1468"/>
                    <a:pt x="5365" y="359"/>
                  </a:cubicBezTo>
                  <a:cubicBezTo>
                    <a:pt x="5356" y="308"/>
                    <a:pt x="5311" y="285"/>
                    <a:pt x="5266" y="285"/>
                  </a:cubicBezTo>
                  <a:cubicBezTo>
                    <a:pt x="5208" y="285"/>
                    <a:pt x="5149" y="322"/>
                    <a:pt x="5157" y="388"/>
                  </a:cubicBezTo>
                  <a:cubicBezTo>
                    <a:pt x="5336" y="1806"/>
                    <a:pt x="5925" y="3336"/>
                    <a:pt x="5342" y="4716"/>
                  </a:cubicBezTo>
                  <a:cubicBezTo>
                    <a:pt x="4741" y="6130"/>
                    <a:pt x="3127" y="7435"/>
                    <a:pt x="2077" y="8558"/>
                  </a:cubicBezTo>
                  <a:cubicBezTo>
                    <a:pt x="1034" y="9670"/>
                    <a:pt x="316" y="10796"/>
                    <a:pt x="105" y="12080"/>
                  </a:cubicBezTo>
                  <a:cubicBezTo>
                    <a:pt x="96" y="12101"/>
                    <a:pt x="82" y="12118"/>
                    <a:pt x="73" y="12135"/>
                  </a:cubicBezTo>
                  <a:cubicBezTo>
                    <a:pt x="53" y="12170"/>
                    <a:pt x="61" y="12213"/>
                    <a:pt x="90" y="12239"/>
                  </a:cubicBezTo>
                  <a:cubicBezTo>
                    <a:pt x="1" y="12923"/>
                    <a:pt x="44" y="13654"/>
                    <a:pt x="278" y="14454"/>
                  </a:cubicBezTo>
                  <a:cubicBezTo>
                    <a:pt x="301" y="14531"/>
                    <a:pt x="373" y="14580"/>
                    <a:pt x="448" y="14580"/>
                  </a:cubicBezTo>
                  <a:cubicBezTo>
                    <a:pt x="476" y="14580"/>
                    <a:pt x="505" y="14573"/>
                    <a:pt x="532" y="14557"/>
                  </a:cubicBezTo>
                  <a:cubicBezTo>
                    <a:pt x="1638" y="13922"/>
                    <a:pt x="2680" y="13183"/>
                    <a:pt x="3644" y="12349"/>
                  </a:cubicBezTo>
                  <a:cubicBezTo>
                    <a:pt x="3696" y="12349"/>
                    <a:pt x="3745" y="12320"/>
                    <a:pt x="3768" y="12271"/>
                  </a:cubicBezTo>
                  <a:lnTo>
                    <a:pt x="3783" y="12239"/>
                  </a:lnTo>
                  <a:cubicBezTo>
                    <a:pt x="4825" y="11318"/>
                    <a:pt x="5789" y="10314"/>
                    <a:pt x="6661" y="9231"/>
                  </a:cubicBezTo>
                  <a:cubicBezTo>
                    <a:pt x="7316" y="8428"/>
                    <a:pt x="7882" y="7557"/>
                    <a:pt x="8434" y="6676"/>
                  </a:cubicBezTo>
                  <a:cubicBezTo>
                    <a:pt x="8466" y="6664"/>
                    <a:pt x="8489" y="6638"/>
                    <a:pt x="8506" y="6610"/>
                  </a:cubicBezTo>
                  <a:cubicBezTo>
                    <a:pt x="8526" y="6563"/>
                    <a:pt x="8543" y="6517"/>
                    <a:pt x="8564" y="6471"/>
                  </a:cubicBezTo>
                  <a:cubicBezTo>
                    <a:pt x="8607" y="6399"/>
                    <a:pt x="8653" y="6332"/>
                    <a:pt x="8696" y="6263"/>
                  </a:cubicBezTo>
                  <a:cubicBezTo>
                    <a:pt x="9372" y="5172"/>
                    <a:pt x="10362" y="4502"/>
                    <a:pt x="11064" y="3463"/>
                  </a:cubicBezTo>
                  <a:cubicBezTo>
                    <a:pt x="11546" y="2750"/>
                    <a:pt x="10613" y="1996"/>
                    <a:pt x="10050" y="1849"/>
                  </a:cubicBezTo>
                  <a:cubicBezTo>
                    <a:pt x="10013" y="1839"/>
                    <a:pt x="9970" y="1835"/>
                    <a:pt x="9922" y="1835"/>
                  </a:cubicBezTo>
                  <a:cubicBezTo>
                    <a:pt x="9665" y="1835"/>
                    <a:pt x="9283" y="1963"/>
                    <a:pt x="9112" y="2051"/>
                  </a:cubicBezTo>
                  <a:cubicBezTo>
                    <a:pt x="8957" y="2131"/>
                    <a:pt x="8802" y="2167"/>
                    <a:pt x="8648" y="2167"/>
                  </a:cubicBezTo>
                  <a:cubicBezTo>
                    <a:pt x="8348" y="2167"/>
                    <a:pt x="8052" y="2031"/>
                    <a:pt x="7764" y="1823"/>
                  </a:cubicBezTo>
                  <a:cubicBezTo>
                    <a:pt x="7799" y="1667"/>
                    <a:pt x="7839" y="1514"/>
                    <a:pt x="7868" y="1355"/>
                  </a:cubicBezTo>
                  <a:cubicBezTo>
                    <a:pt x="7893" y="1238"/>
                    <a:pt x="7802" y="1152"/>
                    <a:pt x="7707" y="1152"/>
                  </a:cubicBezTo>
                  <a:cubicBezTo>
                    <a:pt x="7657" y="1152"/>
                    <a:pt x="7606" y="1175"/>
                    <a:pt x="7571" y="1231"/>
                  </a:cubicBezTo>
                  <a:cubicBezTo>
                    <a:pt x="7510" y="1326"/>
                    <a:pt x="7461" y="1427"/>
                    <a:pt x="7400" y="1523"/>
                  </a:cubicBezTo>
                  <a:cubicBezTo>
                    <a:pt x="6898" y="1052"/>
                    <a:pt x="6433" y="440"/>
                    <a:pt x="6040" y="50"/>
                  </a:cubicBezTo>
                  <a:cubicBezTo>
                    <a:pt x="6005" y="15"/>
                    <a:pt x="5965" y="1"/>
                    <a:pt x="592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16" name="Google Shape;8174;p80">
              <a:extLst>
                <a:ext uri="{FF2B5EF4-FFF2-40B4-BE49-F238E27FC236}">
                  <a16:creationId xmlns:a16="http://schemas.microsoft.com/office/drawing/2014/main" id="{89CDDAAB-00C2-029F-E320-8B81FDB568B7}"/>
                </a:ext>
              </a:extLst>
            </p:cNvPr>
            <p:cNvSpPr/>
            <p:nvPr/>
          </p:nvSpPr>
          <p:spPr>
            <a:xfrm>
              <a:off x="4490450" y="4030275"/>
              <a:ext cx="166950" cy="327500"/>
            </a:xfrm>
            <a:custGeom>
              <a:avLst/>
              <a:gdLst/>
              <a:ahLst/>
              <a:cxnLst/>
              <a:rect l="l" t="t" r="r" b="b"/>
              <a:pathLst>
                <a:path w="6678" h="13100" extrusionOk="0">
                  <a:moveTo>
                    <a:pt x="5313" y="627"/>
                  </a:moveTo>
                  <a:cubicBezTo>
                    <a:pt x="5708" y="988"/>
                    <a:pt x="5962" y="1620"/>
                    <a:pt x="6066" y="2212"/>
                  </a:cubicBezTo>
                  <a:cubicBezTo>
                    <a:pt x="6045" y="2201"/>
                    <a:pt x="6022" y="2196"/>
                    <a:pt x="5999" y="2196"/>
                  </a:cubicBezTo>
                  <a:cubicBezTo>
                    <a:pt x="5963" y="2196"/>
                    <a:pt x="5927" y="2209"/>
                    <a:pt x="5899" y="2235"/>
                  </a:cubicBezTo>
                  <a:cubicBezTo>
                    <a:pt x="5437" y="2692"/>
                    <a:pt x="4998" y="3174"/>
                    <a:pt x="4582" y="3673"/>
                  </a:cubicBezTo>
                  <a:cubicBezTo>
                    <a:pt x="4929" y="3000"/>
                    <a:pt x="5246" y="2310"/>
                    <a:pt x="5529" y="1600"/>
                  </a:cubicBezTo>
                  <a:cubicBezTo>
                    <a:pt x="5573" y="1492"/>
                    <a:pt x="5473" y="1411"/>
                    <a:pt x="5375" y="1411"/>
                  </a:cubicBezTo>
                  <a:cubicBezTo>
                    <a:pt x="5338" y="1411"/>
                    <a:pt x="5301" y="1423"/>
                    <a:pt x="5272" y="1450"/>
                  </a:cubicBezTo>
                  <a:cubicBezTo>
                    <a:pt x="5024" y="1693"/>
                    <a:pt x="4802" y="1955"/>
                    <a:pt x="4571" y="2212"/>
                  </a:cubicBezTo>
                  <a:cubicBezTo>
                    <a:pt x="4836" y="1693"/>
                    <a:pt x="5085" y="1167"/>
                    <a:pt x="5313" y="627"/>
                  </a:cubicBezTo>
                  <a:close/>
                  <a:moveTo>
                    <a:pt x="4610" y="335"/>
                  </a:moveTo>
                  <a:cubicBezTo>
                    <a:pt x="4766" y="335"/>
                    <a:pt x="4909" y="371"/>
                    <a:pt x="5041" y="437"/>
                  </a:cubicBezTo>
                  <a:cubicBezTo>
                    <a:pt x="4002" y="1577"/>
                    <a:pt x="3145" y="2842"/>
                    <a:pt x="2172" y="4037"/>
                  </a:cubicBezTo>
                  <a:cubicBezTo>
                    <a:pt x="2966" y="3061"/>
                    <a:pt x="3462" y="1600"/>
                    <a:pt x="4126" y="443"/>
                  </a:cubicBezTo>
                  <a:cubicBezTo>
                    <a:pt x="4298" y="369"/>
                    <a:pt x="4460" y="335"/>
                    <a:pt x="4610" y="335"/>
                  </a:cubicBezTo>
                  <a:close/>
                  <a:moveTo>
                    <a:pt x="6107" y="2495"/>
                  </a:moveTo>
                  <a:cubicBezTo>
                    <a:pt x="6121" y="2648"/>
                    <a:pt x="6127" y="2801"/>
                    <a:pt x="6121" y="2957"/>
                  </a:cubicBezTo>
                  <a:cubicBezTo>
                    <a:pt x="6115" y="3078"/>
                    <a:pt x="6084" y="3203"/>
                    <a:pt x="6069" y="3324"/>
                  </a:cubicBezTo>
                  <a:cubicBezTo>
                    <a:pt x="5411" y="4066"/>
                    <a:pt x="4799" y="4837"/>
                    <a:pt x="4210" y="5628"/>
                  </a:cubicBezTo>
                  <a:cubicBezTo>
                    <a:pt x="4834" y="4580"/>
                    <a:pt x="5457" y="3532"/>
                    <a:pt x="6107" y="2495"/>
                  </a:cubicBezTo>
                  <a:close/>
                  <a:moveTo>
                    <a:pt x="5806" y="4611"/>
                  </a:moveTo>
                  <a:lnTo>
                    <a:pt x="5806" y="4611"/>
                  </a:lnTo>
                  <a:cubicBezTo>
                    <a:pt x="5711" y="4941"/>
                    <a:pt x="5604" y="5267"/>
                    <a:pt x="5486" y="5587"/>
                  </a:cubicBezTo>
                  <a:cubicBezTo>
                    <a:pt x="5076" y="6173"/>
                    <a:pt x="4675" y="6759"/>
                    <a:pt x="4285" y="7354"/>
                  </a:cubicBezTo>
                  <a:cubicBezTo>
                    <a:pt x="4793" y="6442"/>
                    <a:pt x="5304" y="5529"/>
                    <a:pt x="5806" y="4611"/>
                  </a:cubicBezTo>
                  <a:close/>
                  <a:moveTo>
                    <a:pt x="3494" y="879"/>
                  </a:moveTo>
                  <a:lnTo>
                    <a:pt x="3494" y="879"/>
                  </a:lnTo>
                  <a:cubicBezTo>
                    <a:pt x="3456" y="939"/>
                    <a:pt x="3428" y="1003"/>
                    <a:pt x="3396" y="1063"/>
                  </a:cubicBezTo>
                  <a:cubicBezTo>
                    <a:pt x="2449" y="2668"/>
                    <a:pt x="1638" y="4314"/>
                    <a:pt x="1063" y="6110"/>
                  </a:cubicBezTo>
                  <a:cubicBezTo>
                    <a:pt x="1047" y="6160"/>
                    <a:pt x="1087" y="6192"/>
                    <a:pt x="1128" y="6192"/>
                  </a:cubicBezTo>
                  <a:cubicBezTo>
                    <a:pt x="1155" y="6192"/>
                    <a:pt x="1182" y="6178"/>
                    <a:pt x="1193" y="6147"/>
                  </a:cubicBezTo>
                  <a:cubicBezTo>
                    <a:pt x="1349" y="5703"/>
                    <a:pt x="1519" y="5270"/>
                    <a:pt x="1701" y="4842"/>
                  </a:cubicBezTo>
                  <a:cubicBezTo>
                    <a:pt x="1722" y="4856"/>
                    <a:pt x="1747" y="4863"/>
                    <a:pt x="1771" y="4863"/>
                  </a:cubicBezTo>
                  <a:cubicBezTo>
                    <a:pt x="1806" y="4863"/>
                    <a:pt x="1842" y="4848"/>
                    <a:pt x="1866" y="4819"/>
                  </a:cubicBezTo>
                  <a:cubicBezTo>
                    <a:pt x="2411" y="4227"/>
                    <a:pt x="2902" y="3621"/>
                    <a:pt x="3387" y="2983"/>
                  </a:cubicBezTo>
                  <a:cubicBezTo>
                    <a:pt x="3840" y="2351"/>
                    <a:pt x="4317" y="1733"/>
                    <a:pt x="4808" y="1130"/>
                  </a:cubicBezTo>
                  <a:lnTo>
                    <a:pt x="4808" y="1130"/>
                  </a:lnTo>
                  <a:cubicBezTo>
                    <a:pt x="4556" y="1641"/>
                    <a:pt x="4297" y="2149"/>
                    <a:pt x="4031" y="2648"/>
                  </a:cubicBezTo>
                  <a:cubicBezTo>
                    <a:pt x="3933" y="2836"/>
                    <a:pt x="3820" y="3018"/>
                    <a:pt x="3719" y="3200"/>
                  </a:cubicBezTo>
                  <a:cubicBezTo>
                    <a:pt x="2576" y="4649"/>
                    <a:pt x="1652" y="6260"/>
                    <a:pt x="982" y="7978"/>
                  </a:cubicBezTo>
                  <a:cubicBezTo>
                    <a:pt x="940" y="8085"/>
                    <a:pt x="1042" y="8168"/>
                    <a:pt x="1137" y="8168"/>
                  </a:cubicBezTo>
                  <a:cubicBezTo>
                    <a:pt x="1186" y="8168"/>
                    <a:pt x="1233" y="8147"/>
                    <a:pt x="1259" y="8096"/>
                  </a:cubicBezTo>
                  <a:cubicBezTo>
                    <a:pt x="2105" y="6476"/>
                    <a:pt x="3087" y="4932"/>
                    <a:pt x="3973" y="3338"/>
                  </a:cubicBezTo>
                  <a:cubicBezTo>
                    <a:pt x="4135" y="3133"/>
                    <a:pt x="4294" y="2931"/>
                    <a:pt x="4458" y="2732"/>
                  </a:cubicBezTo>
                  <a:cubicBezTo>
                    <a:pt x="4733" y="2399"/>
                    <a:pt x="4873" y="2266"/>
                    <a:pt x="4922" y="2266"/>
                  </a:cubicBezTo>
                  <a:cubicBezTo>
                    <a:pt x="5102" y="2266"/>
                    <a:pt x="4032" y="4082"/>
                    <a:pt x="3887" y="4346"/>
                  </a:cubicBezTo>
                  <a:cubicBezTo>
                    <a:pt x="3690" y="4710"/>
                    <a:pt x="3480" y="5068"/>
                    <a:pt x="3269" y="5426"/>
                  </a:cubicBezTo>
                  <a:cubicBezTo>
                    <a:pt x="2455" y="6615"/>
                    <a:pt x="1733" y="7871"/>
                    <a:pt x="1037" y="9156"/>
                  </a:cubicBezTo>
                  <a:lnTo>
                    <a:pt x="1049" y="9164"/>
                  </a:lnTo>
                  <a:cubicBezTo>
                    <a:pt x="925" y="9384"/>
                    <a:pt x="798" y="9603"/>
                    <a:pt x="679" y="9828"/>
                  </a:cubicBezTo>
                  <a:cubicBezTo>
                    <a:pt x="653" y="8639"/>
                    <a:pt x="806" y="7377"/>
                    <a:pt x="901" y="6780"/>
                  </a:cubicBezTo>
                  <a:cubicBezTo>
                    <a:pt x="1219" y="4828"/>
                    <a:pt x="1883" y="2227"/>
                    <a:pt x="3494" y="879"/>
                  </a:cubicBezTo>
                  <a:close/>
                  <a:moveTo>
                    <a:pt x="5381" y="3053"/>
                  </a:moveTo>
                  <a:lnTo>
                    <a:pt x="5381" y="3053"/>
                  </a:lnTo>
                  <a:cubicBezTo>
                    <a:pt x="3828" y="5524"/>
                    <a:pt x="2378" y="8054"/>
                    <a:pt x="959" y="10602"/>
                  </a:cubicBezTo>
                  <a:cubicBezTo>
                    <a:pt x="945" y="10631"/>
                    <a:pt x="927" y="10657"/>
                    <a:pt x="910" y="10686"/>
                  </a:cubicBezTo>
                  <a:lnTo>
                    <a:pt x="913" y="10686"/>
                  </a:lnTo>
                  <a:cubicBezTo>
                    <a:pt x="867" y="10769"/>
                    <a:pt x="818" y="10850"/>
                    <a:pt x="772" y="10934"/>
                  </a:cubicBezTo>
                  <a:cubicBezTo>
                    <a:pt x="722" y="10614"/>
                    <a:pt x="694" y="10293"/>
                    <a:pt x="682" y="9973"/>
                  </a:cubicBezTo>
                  <a:lnTo>
                    <a:pt x="682" y="9973"/>
                  </a:lnTo>
                  <a:cubicBezTo>
                    <a:pt x="713" y="10026"/>
                    <a:pt x="772" y="10063"/>
                    <a:pt x="830" y="10063"/>
                  </a:cubicBezTo>
                  <a:cubicBezTo>
                    <a:pt x="875" y="10063"/>
                    <a:pt x="919" y="10041"/>
                    <a:pt x="948" y="9987"/>
                  </a:cubicBezTo>
                  <a:cubicBezTo>
                    <a:pt x="2203" y="7633"/>
                    <a:pt x="4248" y="4853"/>
                    <a:pt x="5381" y="3053"/>
                  </a:cubicBezTo>
                  <a:close/>
                  <a:moveTo>
                    <a:pt x="4758" y="7299"/>
                  </a:moveTo>
                  <a:lnTo>
                    <a:pt x="4758" y="7299"/>
                  </a:lnTo>
                  <a:cubicBezTo>
                    <a:pt x="4138" y="8671"/>
                    <a:pt x="3462" y="10166"/>
                    <a:pt x="2472" y="10989"/>
                  </a:cubicBezTo>
                  <a:cubicBezTo>
                    <a:pt x="3122" y="9883"/>
                    <a:pt x="3786" y="8783"/>
                    <a:pt x="4481" y="7706"/>
                  </a:cubicBezTo>
                  <a:cubicBezTo>
                    <a:pt x="4571" y="7568"/>
                    <a:pt x="4666" y="7438"/>
                    <a:pt x="4758" y="7299"/>
                  </a:cubicBezTo>
                  <a:close/>
                  <a:moveTo>
                    <a:pt x="4111" y="0"/>
                  </a:moveTo>
                  <a:cubicBezTo>
                    <a:pt x="4067" y="0"/>
                    <a:pt x="4024" y="20"/>
                    <a:pt x="3993" y="67"/>
                  </a:cubicBezTo>
                  <a:cubicBezTo>
                    <a:pt x="3976" y="96"/>
                    <a:pt x="3962" y="125"/>
                    <a:pt x="3944" y="151"/>
                  </a:cubicBezTo>
                  <a:cubicBezTo>
                    <a:pt x="1880" y="688"/>
                    <a:pt x="1008" y="4577"/>
                    <a:pt x="659" y="6173"/>
                  </a:cubicBezTo>
                  <a:cubicBezTo>
                    <a:pt x="359" y="7550"/>
                    <a:pt x="1" y="9762"/>
                    <a:pt x="509" y="11416"/>
                  </a:cubicBezTo>
                  <a:cubicBezTo>
                    <a:pt x="474" y="11494"/>
                    <a:pt x="503" y="11584"/>
                    <a:pt x="578" y="11624"/>
                  </a:cubicBezTo>
                  <a:cubicBezTo>
                    <a:pt x="795" y="12219"/>
                    <a:pt x="1132" y="12730"/>
                    <a:pt x="1643" y="13082"/>
                  </a:cubicBezTo>
                  <a:cubicBezTo>
                    <a:pt x="1664" y="13093"/>
                    <a:pt x="1686" y="13099"/>
                    <a:pt x="1708" y="13099"/>
                  </a:cubicBezTo>
                  <a:cubicBezTo>
                    <a:pt x="1731" y="13099"/>
                    <a:pt x="1753" y="13093"/>
                    <a:pt x="1773" y="13082"/>
                  </a:cubicBezTo>
                  <a:cubicBezTo>
                    <a:pt x="2111" y="12816"/>
                    <a:pt x="2463" y="12577"/>
                    <a:pt x="2833" y="12360"/>
                  </a:cubicBezTo>
                  <a:cubicBezTo>
                    <a:pt x="2884" y="12328"/>
                    <a:pt x="2853" y="12257"/>
                    <a:pt x="2805" y="12257"/>
                  </a:cubicBezTo>
                  <a:cubicBezTo>
                    <a:pt x="2796" y="12257"/>
                    <a:pt x="2787" y="12260"/>
                    <a:pt x="2778" y="12265"/>
                  </a:cubicBezTo>
                  <a:cubicBezTo>
                    <a:pt x="2454" y="12449"/>
                    <a:pt x="2177" y="12532"/>
                    <a:pt x="1941" y="12532"/>
                  </a:cubicBezTo>
                  <a:cubicBezTo>
                    <a:pt x="1391" y="12532"/>
                    <a:pt x="1065" y="12082"/>
                    <a:pt x="881" y="11431"/>
                  </a:cubicBezTo>
                  <a:cubicBezTo>
                    <a:pt x="2357" y="8825"/>
                    <a:pt x="3954" y="6320"/>
                    <a:pt x="5898" y="4031"/>
                  </a:cubicBezTo>
                  <a:lnTo>
                    <a:pt x="5898" y="4031"/>
                  </a:lnTo>
                  <a:cubicBezTo>
                    <a:pt x="4387" y="5812"/>
                    <a:pt x="3160" y="8413"/>
                    <a:pt x="2053" y="10743"/>
                  </a:cubicBezTo>
                  <a:cubicBezTo>
                    <a:pt x="1874" y="10922"/>
                    <a:pt x="1808" y="11064"/>
                    <a:pt x="1845" y="11176"/>
                  </a:cubicBezTo>
                  <a:cubicBezTo>
                    <a:pt x="1710" y="11462"/>
                    <a:pt x="1577" y="11748"/>
                    <a:pt x="1444" y="12019"/>
                  </a:cubicBezTo>
                  <a:cubicBezTo>
                    <a:pt x="1373" y="12165"/>
                    <a:pt x="1493" y="12296"/>
                    <a:pt x="1613" y="12296"/>
                  </a:cubicBezTo>
                  <a:cubicBezTo>
                    <a:pt x="1667" y="12296"/>
                    <a:pt x="1722" y="12269"/>
                    <a:pt x="1759" y="12204"/>
                  </a:cubicBezTo>
                  <a:cubicBezTo>
                    <a:pt x="1958" y="11858"/>
                    <a:pt x="2163" y="11520"/>
                    <a:pt x="2365" y="11176"/>
                  </a:cubicBezTo>
                  <a:cubicBezTo>
                    <a:pt x="2383" y="11272"/>
                    <a:pt x="2467" y="11332"/>
                    <a:pt x="2556" y="11332"/>
                  </a:cubicBezTo>
                  <a:cubicBezTo>
                    <a:pt x="2593" y="11332"/>
                    <a:pt x="2631" y="11321"/>
                    <a:pt x="2665" y="11298"/>
                  </a:cubicBezTo>
                  <a:lnTo>
                    <a:pt x="2665" y="11298"/>
                  </a:lnTo>
                  <a:cubicBezTo>
                    <a:pt x="2512" y="11532"/>
                    <a:pt x="2365" y="11771"/>
                    <a:pt x="2206" y="11999"/>
                  </a:cubicBezTo>
                  <a:cubicBezTo>
                    <a:pt x="2111" y="12137"/>
                    <a:pt x="2240" y="12268"/>
                    <a:pt x="2372" y="12268"/>
                  </a:cubicBezTo>
                  <a:cubicBezTo>
                    <a:pt x="2428" y="12268"/>
                    <a:pt x="2484" y="12244"/>
                    <a:pt x="2524" y="12187"/>
                  </a:cubicBezTo>
                  <a:cubicBezTo>
                    <a:pt x="2746" y="11864"/>
                    <a:pt x="3188" y="11127"/>
                    <a:pt x="3696" y="10172"/>
                  </a:cubicBezTo>
                  <a:cubicBezTo>
                    <a:pt x="4831" y="8581"/>
                    <a:pt x="5538" y="6300"/>
                    <a:pt x="6485" y="4802"/>
                  </a:cubicBezTo>
                  <a:cubicBezTo>
                    <a:pt x="6575" y="4660"/>
                    <a:pt x="6453" y="4534"/>
                    <a:pt x="6324" y="4534"/>
                  </a:cubicBezTo>
                  <a:cubicBezTo>
                    <a:pt x="6267" y="4534"/>
                    <a:pt x="6209" y="4559"/>
                    <a:pt x="6167" y="4617"/>
                  </a:cubicBezTo>
                  <a:cubicBezTo>
                    <a:pt x="6110" y="4695"/>
                    <a:pt x="6058" y="4773"/>
                    <a:pt x="6003" y="4851"/>
                  </a:cubicBezTo>
                  <a:cubicBezTo>
                    <a:pt x="6121" y="4458"/>
                    <a:pt x="6225" y="4072"/>
                    <a:pt x="6303" y="3702"/>
                  </a:cubicBezTo>
                  <a:cubicBezTo>
                    <a:pt x="6361" y="3592"/>
                    <a:pt x="6421" y="3488"/>
                    <a:pt x="6479" y="3382"/>
                  </a:cubicBezTo>
                  <a:cubicBezTo>
                    <a:pt x="6520" y="3295"/>
                    <a:pt x="6488" y="3191"/>
                    <a:pt x="6407" y="3145"/>
                  </a:cubicBezTo>
                  <a:cubicBezTo>
                    <a:pt x="6678" y="1384"/>
                    <a:pt x="6301" y="73"/>
                    <a:pt x="4607" y="73"/>
                  </a:cubicBezTo>
                  <a:cubicBezTo>
                    <a:pt x="4496" y="73"/>
                    <a:pt x="4379" y="79"/>
                    <a:pt x="4256" y="90"/>
                  </a:cubicBezTo>
                  <a:cubicBezTo>
                    <a:pt x="4229" y="37"/>
                    <a:pt x="4170" y="0"/>
                    <a:pt x="411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17" name="Google Shape;8175;p80">
              <a:extLst>
                <a:ext uri="{FF2B5EF4-FFF2-40B4-BE49-F238E27FC236}">
                  <a16:creationId xmlns:a16="http://schemas.microsoft.com/office/drawing/2014/main" id="{461E663B-FF8B-D73A-7C97-CDBF3BE168A2}"/>
                </a:ext>
              </a:extLst>
            </p:cNvPr>
            <p:cNvSpPr/>
            <p:nvPr/>
          </p:nvSpPr>
          <p:spPr>
            <a:xfrm>
              <a:off x="2233550" y="2129125"/>
              <a:ext cx="18850" cy="19225"/>
            </a:xfrm>
            <a:custGeom>
              <a:avLst/>
              <a:gdLst/>
              <a:ahLst/>
              <a:cxnLst/>
              <a:rect l="l" t="t" r="r" b="b"/>
              <a:pathLst>
                <a:path w="754" h="769" extrusionOk="0">
                  <a:moveTo>
                    <a:pt x="754" y="0"/>
                  </a:moveTo>
                  <a:lnTo>
                    <a:pt x="754" y="0"/>
                  </a:lnTo>
                  <a:cubicBezTo>
                    <a:pt x="658" y="93"/>
                    <a:pt x="563" y="188"/>
                    <a:pt x="471" y="280"/>
                  </a:cubicBezTo>
                  <a:cubicBezTo>
                    <a:pt x="312" y="442"/>
                    <a:pt x="162" y="609"/>
                    <a:pt x="0" y="768"/>
                  </a:cubicBezTo>
                  <a:cubicBezTo>
                    <a:pt x="245" y="529"/>
                    <a:pt x="497" y="272"/>
                    <a:pt x="75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18" name="Google Shape;8176;p80">
              <a:extLst>
                <a:ext uri="{FF2B5EF4-FFF2-40B4-BE49-F238E27FC236}">
                  <a16:creationId xmlns:a16="http://schemas.microsoft.com/office/drawing/2014/main" id="{4AF06EEC-2BD9-DF18-3CD6-1129C0B8D89A}"/>
                </a:ext>
              </a:extLst>
            </p:cNvPr>
            <p:cNvSpPr/>
            <p:nvPr/>
          </p:nvSpPr>
          <p:spPr>
            <a:xfrm>
              <a:off x="1535825" y="2847850"/>
              <a:ext cx="14525" cy="17925"/>
            </a:xfrm>
            <a:custGeom>
              <a:avLst/>
              <a:gdLst/>
              <a:ahLst/>
              <a:cxnLst/>
              <a:rect l="l" t="t" r="r" b="b"/>
              <a:pathLst>
                <a:path w="581" h="717" extrusionOk="0">
                  <a:moveTo>
                    <a:pt x="581" y="0"/>
                  </a:moveTo>
                  <a:cubicBezTo>
                    <a:pt x="387" y="234"/>
                    <a:pt x="194" y="474"/>
                    <a:pt x="0" y="716"/>
                  </a:cubicBezTo>
                  <a:lnTo>
                    <a:pt x="581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19" name="Google Shape;8177;p80">
              <a:extLst>
                <a:ext uri="{FF2B5EF4-FFF2-40B4-BE49-F238E27FC236}">
                  <a16:creationId xmlns:a16="http://schemas.microsoft.com/office/drawing/2014/main" id="{1F3A10B2-07B9-FB00-8CDE-9E52090AE789}"/>
                </a:ext>
              </a:extLst>
            </p:cNvPr>
            <p:cNvSpPr/>
            <p:nvPr/>
          </p:nvSpPr>
          <p:spPr>
            <a:xfrm>
              <a:off x="1637725" y="3318000"/>
              <a:ext cx="22850" cy="21675"/>
            </a:xfrm>
            <a:custGeom>
              <a:avLst/>
              <a:gdLst/>
              <a:ahLst/>
              <a:cxnLst/>
              <a:rect l="l" t="t" r="r" b="b"/>
              <a:pathLst>
                <a:path w="914" h="867" extrusionOk="0">
                  <a:moveTo>
                    <a:pt x="913" y="0"/>
                  </a:moveTo>
                  <a:cubicBezTo>
                    <a:pt x="598" y="286"/>
                    <a:pt x="292" y="575"/>
                    <a:pt x="1" y="866"/>
                  </a:cubicBezTo>
                  <a:cubicBezTo>
                    <a:pt x="177" y="716"/>
                    <a:pt x="356" y="563"/>
                    <a:pt x="535" y="413"/>
                  </a:cubicBezTo>
                  <a:cubicBezTo>
                    <a:pt x="659" y="274"/>
                    <a:pt x="786" y="139"/>
                    <a:pt x="91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20" name="Google Shape;8178;p80">
              <a:extLst>
                <a:ext uri="{FF2B5EF4-FFF2-40B4-BE49-F238E27FC236}">
                  <a16:creationId xmlns:a16="http://schemas.microsoft.com/office/drawing/2014/main" id="{37C47A3F-7190-4978-7718-739F24957EAB}"/>
                </a:ext>
              </a:extLst>
            </p:cNvPr>
            <p:cNvSpPr/>
            <p:nvPr/>
          </p:nvSpPr>
          <p:spPr>
            <a:xfrm>
              <a:off x="1580550" y="3339650"/>
              <a:ext cx="57200" cy="68650"/>
            </a:xfrm>
            <a:custGeom>
              <a:avLst/>
              <a:gdLst/>
              <a:ahLst/>
              <a:cxnLst/>
              <a:rect l="l" t="t" r="r" b="b"/>
              <a:pathLst>
                <a:path w="2288" h="2746" extrusionOk="0">
                  <a:moveTo>
                    <a:pt x="2288" y="0"/>
                  </a:moveTo>
                  <a:cubicBezTo>
                    <a:pt x="1404" y="748"/>
                    <a:pt x="570" y="1519"/>
                    <a:pt x="39" y="2598"/>
                  </a:cubicBezTo>
                  <a:cubicBezTo>
                    <a:pt x="1" y="2674"/>
                    <a:pt x="69" y="2746"/>
                    <a:pt x="134" y="2746"/>
                  </a:cubicBezTo>
                  <a:cubicBezTo>
                    <a:pt x="163" y="2746"/>
                    <a:pt x="191" y="2731"/>
                    <a:pt x="209" y="2697"/>
                  </a:cubicBezTo>
                  <a:cubicBezTo>
                    <a:pt x="697" y="1755"/>
                    <a:pt x="1433" y="858"/>
                    <a:pt x="228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21" name="Google Shape;8179;p80">
              <a:extLst>
                <a:ext uri="{FF2B5EF4-FFF2-40B4-BE49-F238E27FC236}">
                  <a16:creationId xmlns:a16="http://schemas.microsoft.com/office/drawing/2014/main" id="{E5334573-63E9-84FD-5D7E-2ED712CEE62E}"/>
                </a:ext>
              </a:extLst>
            </p:cNvPr>
            <p:cNvSpPr/>
            <p:nvPr/>
          </p:nvSpPr>
          <p:spPr>
            <a:xfrm>
              <a:off x="1583350" y="3416000"/>
              <a:ext cx="9150" cy="13450"/>
            </a:xfrm>
            <a:custGeom>
              <a:avLst/>
              <a:gdLst/>
              <a:ahLst/>
              <a:cxnLst/>
              <a:rect l="l" t="t" r="r" b="b"/>
              <a:pathLst>
                <a:path w="366" h="538" extrusionOk="0">
                  <a:moveTo>
                    <a:pt x="348" y="1"/>
                  </a:moveTo>
                  <a:cubicBezTo>
                    <a:pt x="247" y="139"/>
                    <a:pt x="140" y="269"/>
                    <a:pt x="45" y="411"/>
                  </a:cubicBezTo>
                  <a:cubicBezTo>
                    <a:pt x="1" y="475"/>
                    <a:pt x="62" y="538"/>
                    <a:pt x="123" y="538"/>
                  </a:cubicBezTo>
                  <a:cubicBezTo>
                    <a:pt x="150" y="538"/>
                    <a:pt x="177" y="526"/>
                    <a:pt x="195" y="497"/>
                  </a:cubicBezTo>
                  <a:cubicBezTo>
                    <a:pt x="366" y="237"/>
                    <a:pt x="314" y="364"/>
                    <a:pt x="366" y="32"/>
                  </a:cubicBezTo>
                  <a:cubicBezTo>
                    <a:pt x="366" y="18"/>
                    <a:pt x="360" y="6"/>
                    <a:pt x="34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22" name="Google Shape;8180;p80">
              <a:extLst>
                <a:ext uri="{FF2B5EF4-FFF2-40B4-BE49-F238E27FC236}">
                  <a16:creationId xmlns:a16="http://schemas.microsoft.com/office/drawing/2014/main" id="{C9A6F21A-D848-D950-A5BF-94F43A2C6BC1}"/>
                </a:ext>
              </a:extLst>
            </p:cNvPr>
            <p:cNvSpPr/>
            <p:nvPr/>
          </p:nvSpPr>
          <p:spPr>
            <a:xfrm>
              <a:off x="989675" y="1551075"/>
              <a:ext cx="1615425" cy="1865375"/>
            </a:xfrm>
            <a:custGeom>
              <a:avLst/>
              <a:gdLst/>
              <a:ahLst/>
              <a:cxnLst/>
              <a:rect l="l" t="t" r="r" b="b"/>
              <a:pathLst>
                <a:path w="64617" h="74615" extrusionOk="0">
                  <a:moveTo>
                    <a:pt x="11291" y="720"/>
                  </a:moveTo>
                  <a:cubicBezTo>
                    <a:pt x="11481" y="783"/>
                    <a:pt x="11676" y="855"/>
                    <a:pt x="11883" y="944"/>
                  </a:cubicBezTo>
                  <a:cubicBezTo>
                    <a:pt x="11901" y="950"/>
                    <a:pt x="11918" y="962"/>
                    <a:pt x="11938" y="970"/>
                  </a:cubicBezTo>
                  <a:cubicBezTo>
                    <a:pt x="11525" y="1198"/>
                    <a:pt x="11136" y="1467"/>
                    <a:pt x="10775" y="1773"/>
                  </a:cubicBezTo>
                  <a:cubicBezTo>
                    <a:pt x="10997" y="1447"/>
                    <a:pt x="11170" y="1092"/>
                    <a:pt x="11291" y="720"/>
                  </a:cubicBezTo>
                  <a:close/>
                  <a:moveTo>
                    <a:pt x="8786" y="696"/>
                  </a:moveTo>
                  <a:lnTo>
                    <a:pt x="8783" y="699"/>
                  </a:lnTo>
                  <a:cubicBezTo>
                    <a:pt x="8277" y="1253"/>
                    <a:pt x="7841" y="1845"/>
                    <a:pt x="7426" y="2466"/>
                  </a:cubicBezTo>
                  <a:cubicBezTo>
                    <a:pt x="7680" y="1657"/>
                    <a:pt x="8116" y="1022"/>
                    <a:pt x="8786" y="696"/>
                  </a:cubicBezTo>
                  <a:close/>
                  <a:moveTo>
                    <a:pt x="13024" y="1504"/>
                  </a:moveTo>
                  <a:cubicBezTo>
                    <a:pt x="13182" y="1591"/>
                    <a:pt x="13341" y="1683"/>
                    <a:pt x="13497" y="1776"/>
                  </a:cubicBezTo>
                  <a:cubicBezTo>
                    <a:pt x="13122" y="2085"/>
                    <a:pt x="12755" y="2405"/>
                    <a:pt x="12406" y="2734"/>
                  </a:cubicBezTo>
                  <a:cubicBezTo>
                    <a:pt x="12648" y="2345"/>
                    <a:pt x="12856" y="1932"/>
                    <a:pt x="13024" y="1504"/>
                  </a:cubicBezTo>
                  <a:close/>
                  <a:moveTo>
                    <a:pt x="9998" y="1502"/>
                  </a:moveTo>
                  <a:lnTo>
                    <a:pt x="9998" y="1502"/>
                  </a:lnTo>
                  <a:cubicBezTo>
                    <a:pt x="9470" y="2137"/>
                    <a:pt x="8973" y="2798"/>
                    <a:pt x="8511" y="3485"/>
                  </a:cubicBezTo>
                  <a:cubicBezTo>
                    <a:pt x="8454" y="3537"/>
                    <a:pt x="8404" y="3592"/>
                    <a:pt x="8341" y="3647"/>
                  </a:cubicBezTo>
                  <a:lnTo>
                    <a:pt x="8303" y="3675"/>
                  </a:lnTo>
                  <a:cubicBezTo>
                    <a:pt x="8598" y="3147"/>
                    <a:pt x="8884" y="2610"/>
                    <a:pt x="9195" y="2093"/>
                  </a:cubicBezTo>
                  <a:cubicBezTo>
                    <a:pt x="9588" y="1747"/>
                    <a:pt x="9845" y="1559"/>
                    <a:pt x="9998" y="1502"/>
                  </a:cubicBezTo>
                  <a:close/>
                  <a:moveTo>
                    <a:pt x="34203" y="2004"/>
                  </a:moveTo>
                  <a:lnTo>
                    <a:pt x="34206" y="2007"/>
                  </a:lnTo>
                  <a:cubicBezTo>
                    <a:pt x="33493" y="2766"/>
                    <a:pt x="32751" y="3494"/>
                    <a:pt x="32006" y="4224"/>
                  </a:cubicBezTo>
                  <a:cubicBezTo>
                    <a:pt x="32603" y="3569"/>
                    <a:pt x="33181" y="2899"/>
                    <a:pt x="33677" y="2154"/>
                  </a:cubicBezTo>
                  <a:cubicBezTo>
                    <a:pt x="33706" y="2114"/>
                    <a:pt x="33700" y="2056"/>
                    <a:pt x="33666" y="2021"/>
                  </a:cubicBezTo>
                  <a:cubicBezTo>
                    <a:pt x="33845" y="2015"/>
                    <a:pt x="34021" y="2007"/>
                    <a:pt x="34203" y="2004"/>
                  </a:cubicBezTo>
                  <a:close/>
                  <a:moveTo>
                    <a:pt x="8898" y="1049"/>
                  </a:moveTo>
                  <a:cubicBezTo>
                    <a:pt x="8960" y="1049"/>
                    <a:pt x="8863" y="1315"/>
                    <a:pt x="8503" y="2013"/>
                  </a:cubicBezTo>
                  <a:cubicBezTo>
                    <a:pt x="8090" y="2815"/>
                    <a:pt x="7605" y="3589"/>
                    <a:pt x="7143" y="4371"/>
                  </a:cubicBezTo>
                  <a:lnTo>
                    <a:pt x="7143" y="4371"/>
                  </a:lnTo>
                  <a:cubicBezTo>
                    <a:pt x="7149" y="3988"/>
                    <a:pt x="7183" y="3608"/>
                    <a:pt x="7244" y="3234"/>
                  </a:cubicBezTo>
                  <a:cubicBezTo>
                    <a:pt x="7777" y="2451"/>
                    <a:pt x="8756" y="1049"/>
                    <a:pt x="8898" y="1049"/>
                  </a:cubicBezTo>
                  <a:close/>
                  <a:moveTo>
                    <a:pt x="9878" y="464"/>
                  </a:moveTo>
                  <a:cubicBezTo>
                    <a:pt x="9987" y="464"/>
                    <a:pt x="10095" y="469"/>
                    <a:pt x="10203" y="480"/>
                  </a:cubicBezTo>
                  <a:cubicBezTo>
                    <a:pt x="9129" y="1608"/>
                    <a:pt x="8407" y="2928"/>
                    <a:pt x="7625" y="4244"/>
                  </a:cubicBezTo>
                  <a:cubicBezTo>
                    <a:pt x="7508" y="4340"/>
                    <a:pt x="7445" y="4387"/>
                    <a:pt x="7426" y="4387"/>
                  </a:cubicBezTo>
                  <a:cubicBezTo>
                    <a:pt x="7369" y="4387"/>
                    <a:pt x="7716" y="3958"/>
                    <a:pt x="8208" y="3138"/>
                  </a:cubicBezTo>
                  <a:cubicBezTo>
                    <a:pt x="8719" y="2284"/>
                    <a:pt x="9167" y="1395"/>
                    <a:pt x="9553" y="480"/>
                  </a:cubicBezTo>
                  <a:cubicBezTo>
                    <a:pt x="9662" y="469"/>
                    <a:pt x="9770" y="464"/>
                    <a:pt x="9878" y="464"/>
                  </a:cubicBezTo>
                  <a:close/>
                  <a:moveTo>
                    <a:pt x="33455" y="2027"/>
                  </a:moveTo>
                  <a:cubicBezTo>
                    <a:pt x="32557" y="2847"/>
                    <a:pt x="31726" y="3730"/>
                    <a:pt x="30891" y="4614"/>
                  </a:cubicBezTo>
                  <a:cubicBezTo>
                    <a:pt x="31584" y="3831"/>
                    <a:pt x="32240" y="2994"/>
                    <a:pt x="32719" y="2163"/>
                  </a:cubicBezTo>
                  <a:cubicBezTo>
                    <a:pt x="32739" y="2128"/>
                    <a:pt x="32742" y="2085"/>
                    <a:pt x="32725" y="2047"/>
                  </a:cubicBezTo>
                  <a:lnTo>
                    <a:pt x="32725" y="2047"/>
                  </a:lnTo>
                  <a:lnTo>
                    <a:pt x="32727" y="2050"/>
                  </a:lnTo>
                  <a:cubicBezTo>
                    <a:pt x="32970" y="2041"/>
                    <a:pt x="33210" y="2033"/>
                    <a:pt x="33455" y="2027"/>
                  </a:cubicBezTo>
                  <a:close/>
                  <a:moveTo>
                    <a:pt x="11814" y="1320"/>
                  </a:moveTo>
                  <a:cubicBezTo>
                    <a:pt x="11199" y="1767"/>
                    <a:pt x="10500" y="3075"/>
                    <a:pt x="9834" y="3661"/>
                  </a:cubicBezTo>
                  <a:cubicBezTo>
                    <a:pt x="9548" y="3912"/>
                    <a:pt x="9066" y="4426"/>
                    <a:pt x="8653" y="4865"/>
                  </a:cubicBezTo>
                  <a:cubicBezTo>
                    <a:pt x="9224" y="4039"/>
                    <a:pt x="9851" y="3211"/>
                    <a:pt x="10001" y="3017"/>
                  </a:cubicBezTo>
                  <a:cubicBezTo>
                    <a:pt x="10521" y="2365"/>
                    <a:pt x="11130" y="1793"/>
                    <a:pt x="11814" y="1320"/>
                  </a:cubicBezTo>
                  <a:close/>
                  <a:moveTo>
                    <a:pt x="13729" y="2767"/>
                  </a:moveTo>
                  <a:cubicBezTo>
                    <a:pt x="13890" y="2767"/>
                    <a:pt x="13580" y="3384"/>
                    <a:pt x="12983" y="3981"/>
                  </a:cubicBezTo>
                  <a:cubicBezTo>
                    <a:pt x="12605" y="4360"/>
                    <a:pt x="12218" y="4723"/>
                    <a:pt x="11831" y="5090"/>
                  </a:cubicBezTo>
                  <a:cubicBezTo>
                    <a:pt x="12129" y="4599"/>
                    <a:pt x="12455" y="4129"/>
                    <a:pt x="12810" y="3675"/>
                  </a:cubicBezTo>
                  <a:cubicBezTo>
                    <a:pt x="13337" y="3015"/>
                    <a:pt x="13628" y="2767"/>
                    <a:pt x="13729" y="2767"/>
                  </a:cubicBezTo>
                  <a:close/>
                  <a:moveTo>
                    <a:pt x="27687" y="3751"/>
                  </a:moveTo>
                  <a:lnTo>
                    <a:pt x="27687" y="3751"/>
                  </a:lnTo>
                  <a:cubicBezTo>
                    <a:pt x="27514" y="3840"/>
                    <a:pt x="27346" y="3938"/>
                    <a:pt x="27184" y="4045"/>
                  </a:cubicBezTo>
                  <a:cubicBezTo>
                    <a:pt x="27164" y="4014"/>
                    <a:pt x="27132" y="3999"/>
                    <a:pt x="27098" y="3999"/>
                  </a:cubicBezTo>
                  <a:cubicBezTo>
                    <a:pt x="27075" y="3999"/>
                    <a:pt x="27052" y="4006"/>
                    <a:pt x="27031" y="4022"/>
                  </a:cubicBezTo>
                  <a:cubicBezTo>
                    <a:pt x="26538" y="4377"/>
                    <a:pt x="26157" y="4781"/>
                    <a:pt x="25781" y="5252"/>
                  </a:cubicBezTo>
                  <a:cubicBezTo>
                    <a:pt x="25582" y="4758"/>
                    <a:pt x="25848" y="4236"/>
                    <a:pt x="27254" y="3837"/>
                  </a:cubicBezTo>
                  <a:cubicBezTo>
                    <a:pt x="27395" y="3800"/>
                    <a:pt x="27540" y="3771"/>
                    <a:pt x="27687" y="3751"/>
                  </a:cubicBezTo>
                  <a:close/>
                  <a:moveTo>
                    <a:pt x="35086" y="1998"/>
                  </a:moveTo>
                  <a:cubicBezTo>
                    <a:pt x="34073" y="3098"/>
                    <a:pt x="33019" y="4181"/>
                    <a:pt x="31994" y="5275"/>
                  </a:cubicBezTo>
                  <a:cubicBezTo>
                    <a:pt x="32944" y="4250"/>
                    <a:pt x="33868" y="3219"/>
                    <a:pt x="34633" y="2001"/>
                  </a:cubicBezTo>
                  <a:cubicBezTo>
                    <a:pt x="34780" y="1998"/>
                    <a:pt x="34933" y="1998"/>
                    <a:pt x="35083" y="1998"/>
                  </a:cubicBezTo>
                  <a:close/>
                  <a:moveTo>
                    <a:pt x="29197" y="3658"/>
                  </a:moveTo>
                  <a:cubicBezTo>
                    <a:pt x="28844" y="4033"/>
                    <a:pt x="28484" y="4400"/>
                    <a:pt x="28126" y="4770"/>
                  </a:cubicBezTo>
                  <a:cubicBezTo>
                    <a:pt x="28336" y="4484"/>
                    <a:pt x="28536" y="4192"/>
                    <a:pt x="28723" y="3880"/>
                  </a:cubicBezTo>
                  <a:cubicBezTo>
                    <a:pt x="28784" y="3783"/>
                    <a:pt x="28696" y="3682"/>
                    <a:pt x="28604" y="3682"/>
                  </a:cubicBezTo>
                  <a:cubicBezTo>
                    <a:pt x="28573" y="3682"/>
                    <a:pt x="28542" y="3693"/>
                    <a:pt x="28515" y="3719"/>
                  </a:cubicBezTo>
                  <a:cubicBezTo>
                    <a:pt x="27931" y="4300"/>
                    <a:pt x="27352" y="4854"/>
                    <a:pt x="26696" y="5355"/>
                  </a:cubicBezTo>
                  <a:lnTo>
                    <a:pt x="26696" y="5355"/>
                  </a:lnTo>
                  <a:cubicBezTo>
                    <a:pt x="27239" y="4939"/>
                    <a:pt x="27685" y="4292"/>
                    <a:pt x="28169" y="3805"/>
                  </a:cubicBezTo>
                  <a:cubicBezTo>
                    <a:pt x="28198" y="3776"/>
                    <a:pt x="28212" y="3730"/>
                    <a:pt x="28201" y="3690"/>
                  </a:cubicBezTo>
                  <a:cubicBezTo>
                    <a:pt x="28533" y="3664"/>
                    <a:pt x="28868" y="3658"/>
                    <a:pt x="29197" y="3658"/>
                  </a:cubicBezTo>
                  <a:close/>
                  <a:moveTo>
                    <a:pt x="32430" y="2059"/>
                  </a:moveTo>
                  <a:cubicBezTo>
                    <a:pt x="31229" y="3086"/>
                    <a:pt x="30196" y="4273"/>
                    <a:pt x="29148" y="5451"/>
                  </a:cubicBezTo>
                  <a:cubicBezTo>
                    <a:pt x="29482" y="5012"/>
                    <a:pt x="29835" y="4588"/>
                    <a:pt x="30187" y="4166"/>
                  </a:cubicBezTo>
                  <a:lnTo>
                    <a:pt x="30187" y="4169"/>
                  </a:lnTo>
                  <a:cubicBezTo>
                    <a:pt x="30767" y="3473"/>
                    <a:pt x="31350" y="2783"/>
                    <a:pt x="31910" y="2076"/>
                  </a:cubicBezTo>
                  <a:cubicBezTo>
                    <a:pt x="32081" y="2067"/>
                    <a:pt x="32257" y="2064"/>
                    <a:pt x="32430" y="2059"/>
                  </a:cubicBezTo>
                  <a:close/>
                  <a:moveTo>
                    <a:pt x="21419" y="3285"/>
                  </a:moveTo>
                  <a:cubicBezTo>
                    <a:pt x="21443" y="3285"/>
                    <a:pt x="21467" y="3289"/>
                    <a:pt x="21491" y="3294"/>
                  </a:cubicBezTo>
                  <a:cubicBezTo>
                    <a:pt x="20847" y="4051"/>
                    <a:pt x="20227" y="4822"/>
                    <a:pt x="19615" y="5601"/>
                  </a:cubicBezTo>
                  <a:cubicBezTo>
                    <a:pt x="19583" y="5581"/>
                    <a:pt x="19554" y="5561"/>
                    <a:pt x="19522" y="5540"/>
                  </a:cubicBezTo>
                  <a:cubicBezTo>
                    <a:pt x="20028" y="4796"/>
                    <a:pt x="20530" y="4036"/>
                    <a:pt x="21168" y="3407"/>
                  </a:cubicBezTo>
                  <a:cubicBezTo>
                    <a:pt x="21253" y="3322"/>
                    <a:pt x="21336" y="3285"/>
                    <a:pt x="21419" y="3285"/>
                  </a:cubicBezTo>
                  <a:close/>
                  <a:moveTo>
                    <a:pt x="9126" y="3450"/>
                  </a:moveTo>
                  <a:cubicBezTo>
                    <a:pt x="9112" y="3473"/>
                    <a:pt x="9103" y="3491"/>
                    <a:pt x="9086" y="3517"/>
                  </a:cubicBezTo>
                  <a:cubicBezTo>
                    <a:pt x="8543" y="4371"/>
                    <a:pt x="7914" y="5171"/>
                    <a:pt x="7209" y="5901"/>
                  </a:cubicBezTo>
                  <a:cubicBezTo>
                    <a:pt x="7195" y="5771"/>
                    <a:pt x="7183" y="5639"/>
                    <a:pt x="7175" y="5506"/>
                  </a:cubicBezTo>
                  <a:cubicBezTo>
                    <a:pt x="7175" y="5506"/>
                    <a:pt x="7175" y="5506"/>
                    <a:pt x="7177" y="5503"/>
                  </a:cubicBezTo>
                  <a:cubicBezTo>
                    <a:pt x="7458" y="5102"/>
                    <a:pt x="7740" y="4703"/>
                    <a:pt x="8032" y="4313"/>
                  </a:cubicBezTo>
                  <a:cubicBezTo>
                    <a:pt x="8393" y="4031"/>
                    <a:pt x="8762" y="3745"/>
                    <a:pt x="9126" y="3450"/>
                  </a:cubicBezTo>
                  <a:close/>
                  <a:moveTo>
                    <a:pt x="46761" y="5915"/>
                  </a:moveTo>
                  <a:cubicBezTo>
                    <a:pt x="46762" y="5917"/>
                    <a:pt x="46763" y="5919"/>
                    <a:pt x="46764" y="5922"/>
                  </a:cubicBezTo>
                  <a:cubicBezTo>
                    <a:pt x="46763" y="5919"/>
                    <a:pt x="46762" y="5917"/>
                    <a:pt x="46761" y="5915"/>
                  </a:cubicBezTo>
                  <a:close/>
                  <a:moveTo>
                    <a:pt x="38568" y="2090"/>
                  </a:moveTo>
                  <a:cubicBezTo>
                    <a:pt x="39215" y="2131"/>
                    <a:pt x="39858" y="2192"/>
                    <a:pt x="40499" y="2269"/>
                  </a:cubicBezTo>
                  <a:lnTo>
                    <a:pt x="40502" y="2269"/>
                  </a:lnTo>
                  <a:cubicBezTo>
                    <a:pt x="39209" y="3499"/>
                    <a:pt x="37947" y="4752"/>
                    <a:pt x="36729" y="6054"/>
                  </a:cubicBezTo>
                  <a:cubicBezTo>
                    <a:pt x="37598" y="4793"/>
                    <a:pt x="38464" y="3551"/>
                    <a:pt x="39483" y="2402"/>
                  </a:cubicBezTo>
                  <a:cubicBezTo>
                    <a:pt x="39572" y="2302"/>
                    <a:pt x="39488" y="2174"/>
                    <a:pt x="39386" y="2174"/>
                  </a:cubicBezTo>
                  <a:cubicBezTo>
                    <a:pt x="39356" y="2174"/>
                    <a:pt x="39324" y="2185"/>
                    <a:pt x="39295" y="2212"/>
                  </a:cubicBezTo>
                  <a:cubicBezTo>
                    <a:pt x="38525" y="2925"/>
                    <a:pt x="37835" y="3687"/>
                    <a:pt x="37150" y="4481"/>
                  </a:cubicBezTo>
                  <a:cubicBezTo>
                    <a:pt x="36983" y="4677"/>
                    <a:pt x="36258" y="5309"/>
                    <a:pt x="35623" y="5872"/>
                  </a:cubicBezTo>
                  <a:cubicBezTo>
                    <a:pt x="35762" y="5685"/>
                    <a:pt x="35892" y="5512"/>
                    <a:pt x="36007" y="5373"/>
                  </a:cubicBezTo>
                  <a:cubicBezTo>
                    <a:pt x="36896" y="4319"/>
                    <a:pt x="37814" y="3251"/>
                    <a:pt x="38568" y="2090"/>
                  </a:cubicBezTo>
                  <a:close/>
                  <a:moveTo>
                    <a:pt x="27636" y="3943"/>
                  </a:moveTo>
                  <a:cubicBezTo>
                    <a:pt x="27639" y="3943"/>
                    <a:pt x="27624" y="3960"/>
                    <a:pt x="27586" y="3999"/>
                  </a:cubicBezTo>
                  <a:cubicBezTo>
                    <a:pt x="27075" y="4510"/>
                    <a:pt x="26619" y="5076"/>
                    <a:pt x="26229" y="5685"/>
                  </a:cubicBezTo>
                  <a:cubicBezTo>
                    <a:pt x="26171" y="5778"/>
                    <a:pt x="26254" y="5894"/>
                    <a:pt x="26347" y="5894"/>
                  </a:cubicBezTo>
                  <a:cubicBezTo>
                    <a:pt x="26369" y="5894"/>
                    <a:pt x="26392" y="5887"/>
                    <a:pt x="26414" y="5872"/>
                  </a:cubicBezTo>
                  <a:cubicBezTo>
                    <a:pt x="26904" y="5538"/>
                    <a:pt x="27372" y="5168"/>
                    <a:pt x="27811" y="4770"/>
                  </a:cubicBezTo>
                  <a:lnTo>
                    <a:pt x="27811" y="4770"/>
                  </a:lnTo>
                  <a:cubicBezTo>
                    <a:pt x="27742" y="4850"/>
                    <a:pt x="27669" y="4937"/>
                    <a:pt x="27586" y="5041"/>
                  </a:cubicBezTo>
                  <a:cubicBezTo>
                    <a:pt x="27280" y="5428"/>
                    <a:pt x="26936" y="5792"/>
                    <a:pt x="26613" y="6161"/>
                  </a:cubicBezTo>
                  <a:cubicBezTo>
                    <a:pt x="26350" y="5971"/>
                    <a:pt x="26096" y="5745"/>
                    <a:pt x="25926" y="5506"/>
                  </a:cubicBezTo>
                  <a:cubicBezTo>
                    <a:pt x="26142" y="5286"/>
                    <a:pt x="26362" y="5073"/>
                    <a:pt x="26587" y="4865"/>
                  </a:cubicBezTo>
                  <a:lnTo>
                    <a:pt x="26587" y="4865"/>
                  </a:lnTo>
                  <a:cubicBezTo>
                    <a:pt x="26544" y="4906"/>
                    <a:pt x="26525" y="4923"/>
                    <a:pt x="26526" y="4923"/>
                  </a:cubicBezTo>
                  <a:cubicBezTo>
                    <a:pt x="26535" y="4923"/>
                    <a:pt x="27612" y="3943"/>
                    <a:pt x="27636" y="3943"/>
                  </a:cubicBezTo>
                  <a:close/>
                  <a:moveTo>
                    <a:pt x="15235" y="2905"/>
                  </a:moveTo>
                  <a:cubicBezTo>
                    <a:pt x="15407" y="3028"/>
                    <a:pt x="15582" y="3151"/>
                    <a:pt x="15754" y="3277"/>
                  </a:cubicBezTo>
                  <a:lnTo>
                    <a:pt x="15754" y="3277"/>
                  </a:lnTo>
                  <a:lnTo>
                    <a:pt x="12546" y="6486"/>
                  </a:lnTo>
                  <a:lnTo>
                    <a:pt x="12546" y="6486"/>
                  </a:lnTo>
                  <a:cubicBezTo>
                    <a:pt x="13673" y="5356"/>
                    <a:pt x="14479" y="4316"/>
                    <a:pt x="15235" y="2905"/>
                  </a:cubicBezTo>
                  <a:close/>
                  <a:moveTo>
                    <a:pt x="28247" y="5027"/>
                  </a:moveTo>
                  <a:lnTo>
                    <a:pt x="28247" y="5027"/>
                  </a:lnTo>
                  <a:cubicBezTo>
                    <a:pt x="27886" y="5526"/>
                    <a:pt x="27534" y="6030"/>
                    <a:pt x="27185" y="6535"/>
                  </a:cubicBezTo>
                  <a:lnTo>
                    <a:pt x="27185" y="6535"/>
                  </a:lnTo>
                  <a:cubicBezTo>
                    <a:pt x="27079" y="6472"/>
                    <a:pt x="26961" y="6400"/>
                    <a:pt x="26838" y="6317"/>
                  </a:cubicBezTo>
                  <a:cubicBezTo>
                    <a:pt x="26962" y="6213"/>
                    <a:pt x="27078" y="6103"/>
                    <a:pt x="27199" y="5997"/>
                  </a:cubicBezTo>
                  <a:cubicBezTo>
                    <a:pt x="27222" y="5982"/>
                    <a:pt x="27245" y="5962"/>
                    <a:pt x="27265" y="5939"/>
                  </a:cubicBezTo>
                  <a:cubicBezTo>
                    <a:pt x="27600" y="5641"/>
                    <a:pt x="27929" y="5338"/>
                    <a:pt x="28247" y="5027"/>
                  </a:cubicBezTo>
                  <a:close/>
                  <a:moveTo>
                    <a:pt x="37855" y="2555"/>
                  </a:moveTo>
                  <a:cubicBezTo>
                    <a:pt x="37298" y="3306"/>
                    <a:pt x="36703" y="4033"/>
                    <a:pt x="36114" y="4758"/>
                  </a:cubicBezTo>
                  <a:cubicBezTo>
                    <a:pt x="35730" y="5234"/>
                    <a:pt x="35205" y="6103"/>
                    <a:pt x="34642" y="6704"/>
                  </a:cubicBezTo>
                  <a:cubicBezTo>
                    <a:pt x="35014" y="5128"/>
                    <a:pt x="36712" y="3597"/>
                    <a:pt x="37852" y="2555"/>
                  </a:cubicBezTo>
                  <a:close/>
                  <a:moveTo>
                    <a:pt x="12348" y="1164"/>
                  </a:moveTo>
                  <a:cubicBezTo>
                    <a:pt x="12461" y="1219"/>
                    <a:pt x="12576" y="1271"/>
                    <a:pt x="12689" y="1328"/>
                  </a:cubicBezTo>
                  <a:cubicBezTo>
                    <a:pt x="11410" y="2645"/>
                    <a:pt x="10301" y="4062"/>
                    <a:pt x="9308" y="5572"/>
                  </a:cubicBezTo>
                  <a:cubicBezTo>
                    <a:pt x="9100" y="5748"/>
                    <a:pt x="8892" y="5922"/>
                    <a:pt x="8696" y="6092"/>
                  </a:cubicBezTo>
                  <a:cubicBezTo>
                    <a:pt x="8140" y="6564"/>
                    <a:pt x="7834" y="6757"/>
                    <a:pt x="7704" y="6757"/>
                  </a:cubicBezTo>
                  <a:cubicBezTo>
                    <a:pt x="7459" y="6757"/>
                    <a:pt x="7849" y="6064"/>
                    <a:pt x="8378" y="5272"/>
                  </a:cubicBezTo>
                  <a:cubicBezTo>
                    <a:pt x="9836" y="4013"/>
                    <a:pt x="11378" y="2864"/>
                    <a:pt x="12348" y="1164"/>
                  </a:cubicBezTo>
                  <a:close/>
                  <a:moveTo>
                    <a:pt x="35493" y="1995"/>
                  </a:moveTo>
                  <a:cubicBezTo>
                    <a:pt x="35710" y="1995"/>
                    <a:pt x="35926" y="1998"/>
                    <a:pt x="36146" y="2001"/>
                  </a:cubicBezTo>
                  <a:lnTo>
                    <a:pt x="36149" y="2001"/>
                  </a:lnTo>
                  <a:cubicBezTo>
                    <a:pt x="34509" y="3546"/>
                    <a:pt x="32771" y="5255"/>
                    <a:pt x="31385" y="6868"/>
                  </a:cubicBezTo>
                  <a:cubicBezTo>
                    <a:pt x="32748" y="5240"/>
                    <a:pt x="34214" y="3701"/>
                    <a:pt x="35493" y="1995"/>
                  </a:cubicBezTo>
                  <a:close/>
                  <a:moveTo>
                    <a:pt x="16768" y="4028"/>
                  </a:moveTo>
                  <a:lnTo>
                    <a:pt x="17236" y="4377"/>
                  </a:lnTo>
                  <a:cubicBezTo>
                    <a:pt x="16324" y="5234"/>
                    <a:pt x="15550" y="6204"/>
                    <a:pt x="14779" y="7180"/>
                  </a:cubicBezTo>
                  <a:cubicBezTo>
                    <a:pt x="15521" y="6181"/>
                    <a:pt x="16188" y="5128"/>
                    <a:pt x="16768" y="4028"/>
                  </a:cubicBezTo>
                  <a:close/>
                  <a:moveTo>
                    <a:pt x="32234" y="2448"/>
                  </a:moveTo>
                  <a:cubicBezTo>
                    <a:pt x="31212" y="4241"/>
                    <a:pt x="29425" y="5480"/>
                    <a:pt x="28264" y="7189"/>
                  </a:cubicBezTo>
                  <a:cubicBezTo>
                    <a:pt x="28193" y="7141"/>
                    <a:pt x="28125" y="7090"/>
                    <a:pt x="28051" y="7044"/>
                  </a:cubicBezTo>
                  <a:lnTo>
                    <a:pt x="28051" y="7044"/>
                  </a:lnTo>
                  <a:cubicBezTo>
                    <a:pt x="28761" y="6311"/>
                    <a:pt x="29434" y="5552"/>
                    <a:pt x="30109" y="4787"/>
                  </a:cubicBezTo>
                  <a:cubicBezTo>
                    <a:pt x="30759" y="4048"/>
                    <a:pt x="31824" y="3167"/>
                    <a:pt x="32234" y="2448"/>
                  </a:cubicBezTo>
                  <a:close/>
                  <a:moveTo>
                    <a:pt x="16029" y="3482"/>
                  </a:moveTo>
                  <a:cubicBezTo>
                    <a:pt x="16168" y="3580"/>
                    <a:pt x="16300" y="3678"/>
                    <a:pt x="16436" y="3779"/>
                  </a:cubicBezTo>
                  <a:cubicBezTo>
                    <a:pt x="15243" y="4950"/>
                    <a:pt x="14058" y="6110"/>
                    <a:pt x="12978" y="7388"/>
                  </a:cubicBezTo>
                  <a:lnTo>
                    <a:pt x="12978" y="7388"/>
                  </a:lnTo>
                  <a:cubicBezTo>
                    <a:pt x="13837" y="6370"/>
                    <a:pt x="15192" y="4873"/>
                    <a:pt x="16029" y="3482"/>
                  </a:cubicBezTo>
                  <a:close/>
                  <a:moveTo>
                    <a:pt x="36504" y="2007"/>
                  </a:moveTo>
                  <a:cubicBezTo>
                    <a:pt x="36668" y="2010"/>
                    <a:pt x="36836" y="2010"/>
                    <a:pt x="37000" y="2015"/>
                  </a:cubicBezTo>
                  <a:cubicBezTo>
                    <a:pt x="35987" y="3098"/>
                    <a:pt x="34968" y="4178"/>
                    <a:pt x="33946" y="5255"/>
                  </a:cubicBezTo>
                  <a:cubicBezTo>
                    <a:pt x="33233" y="6005"/>
                    <a:pt x="32523" y="6762"/>
                    <a:pt x="31821" y="7521"/>
                  </a:cubicBezTo>
                  <a:cubicBezTo>
                    <a:pt x="33357" y="5682"/>
                    <a:pt x="35075" y="4002"/>
                    <a:pt x="36492" y="2056"/>
                  </a:cubicBezTo>
                  <a:cubicBezTo>
                    <a:pt x="36501" y="2039"/>
                    <a:pt x="36498" y="2021"/>
                    <a:pt x="36501" y="2007"/>
                  </a:cubicBezTo>
                  <a:close/>
                  <a:moveTo>
                    <a:pt x="30623" y="5399"/>
                  </a:moveTo>
                  <a:lnTo>
                    <a:pt x="30623" y="5399"/>
                  </a:lnTo>
                  <a:cubicBezTo>
                    <a:pt x="30196" y="5852"/>
                    <a:pt x="29797" y="6331"/>
                    <a:pt x="29425" y="6837"/>
                  </a:cubicBezTo>
                  <a:cubicBezTo>
                    <a:pt x="29200" y="7076"/>
                    <a:pt x="28969" y="7313"/>
                    <a:pt x="28749" y="7561"/>
                  </a:cubicBezTo>
                  <a:cubicBezTo>
                    <a:pt x="28669" y="7487"/>
                    <a:pt x="28576" y="7430"/>
                    <a:pt x="28493" y="7365"/>
                  </a:cubicBezTo>
                  <a:lnTo>
                    <a:pt x="28493" y="7365"/>
                  </a:lnTo>
                  <a:cubicBezTo>
                    <a:pt x="29177" y="6773"/>
                    <a:pt x="29913" y="6100"/>
                    <a:pt x="30623" y="5399"/>
                  </a:cubicBezTo>
                  <a:close/>
                  <a:moveTo>
                    <a:pt x="34792" y="5543"/>
                  </a:moveTo>
                  <a:cubicBezTo>
                    <a:pt x="34526" y="6049"/>
                    <a:pt x="34344" y="6554"/>
                    <a:pt x="34304" y="7024"/>
                  </a:cubicBezTo>
                  <a:cubicBezTo>
                    <a:pt x="34191" y="7117"/>
                    <a:pt x="34067" y="7198"/>
                    <a:pt x="33937" y="7264"/>
                  </a:cubicBezTo>
                  <a:cubicBezTo>
                    <a:pt x="33853" y="7299"/>
                    <a:pt x="33853" y="7374"/>
                    <a:pt x="33894" y="7428"/>
                  </a:cubicBezTo>
                  <a:lnTo>
                    <a:pt x="33894" y="7428"/>
                  </a:lnTo>
                  <a:cubicBezTo>
                    <a:pt x="33869" y="7427"/>
                    <a:pt x="33843" y="7427"/>
                    <a:pt x="33818" y="7427"/>
                  </a:cubicBezTo>
                  <a:cubicBezTo>
                    <a:pt x="33522" y="7427"/>
                    <a:pt x="33230" y="7502"/>
                    <a:pt x="32973" y="7645"/>
                  </a:cubicBezTo>
                  <a:cubicBezTo>
                    <a:pt x="33585" y="6938"/>
                    <a:pt x="34194" y="6245"/>
                    <a:pt x="34792" y="5543"/>
                  </a:cubicBezTo>
                  <a:close/>
                  <a:moveTo>
                    <a:pt x="40886" y="2316"/>
                  </a:moveTo>
                  <a:cubicBezTo>
                    <a:pt x="40981" y="2327"/>
                    <a:pt x="41080" y="2339"/>
                    <a:pt x="41178" y="2353"/>
                  </a:cubicBezTo>
                  <a:lnTo>
                    <a:pt x="41181" y="2353"/>
                  </a:lnTo>
                  <a:cubicBezTo>
                    <a:pt x="39431" y="4134"/>
                    <a:pt x="37713" y="5945"/>
                    <a:pt x="36027" y="7781"/>
                  </a:cubicBezTo>
                  <a:cubicBezTo>
                    <a:pt x="36934" y="6791"/>
                    <a:pt x="38559" y="4824"/>
                    <a:pt x="40032" y="3222"/>
                  </a:cubicBezTo>
                  <a:cubicBezTo>
                    <a:pt x="40268" y="3107"/>
                    <a:pt x="40392" y="2974"/>
                    <a:pt x="40401" y="2821"/>
                  </a:cubicBezTo>
                  <a:cubicBezTo>
                    <a:pt x="40566" y="2645"/>
                    <a:pt x="40727" y="2477"/>
                    <a:pt x="40886" y="2316"/>
                  </a:cubicBezTo>
                  <a:close/>
                  <a:moveTo>
                    <a:pt x="38770" y="2801"/>
                  </a:moveTo>
                  <a:cubicBezTo>
                    <a:pt x="37376" y="4374"/>
                    <a:pt x="36310" y="6236"/>
                    <a:pt x="35060" y="7922"/>
                  </a:cubicBezTo>
                  <a:cubicBezTo>
                    <a:pt x="34965" y="7824"/>
                    <a:pt x="34855" y="7737"/>
                    <a:pt x="34734" y="7671"/>
                  </a:cubicBezTo>
                  <a:cubicBezTo>
                    <a:pt x="34541" y="7564"/>
                    <a:pt x="34330" y="7492"/>
                    <a:pt x="34110" y="7457"/>
                  </a:cubicBezTo>
                  <a:cubicBezTo>
                    <a:pt x="34174" y="7426"/>
                    <a:pt x="34234" y="7388"/>
                    <a:pt x="34295" y="7348"/>
                  </a:cubicBezTo>
                  <a:lnTo>
                    <a:pt x="34298" y="7351"/>
                  </a:lnTo>
                  <a:lnTo>
                    <a:pt x="34298" y="7371"/>
                  </a:lnTo>
                  <a:cubicBezTo>
                    <a:pt x="34304" y="7454"/>
                    <a:pt x="34363" y="7502"/>
                    <a:pt x="34429" y="7502"/>
                  </a:cubicBezTo>
                  <a:cubicBezTo>
                    <a:pt x="34462" y="7502"/>
                    <a:pt x="34496" y="7491"/>
                    <a:pt x="34526" y="7466"/>
                  </a:cubicBezTo>
                  <a:cubicBezTo>
                    <a:pt x="36192" y="6155"/>
                    <a:pt x="37615" y="4103"/>
                    <a:pt x="38770" y="2801"/>
                  </a:cubicBezTo>
                  <a:close/>
                  <a:moveTo>
                    <a:pt x="41735" y="2443"/>
                  </a:moveTo>
                  <a:lnTo>
                    <a:pt x="41735" y="2446"/>
                  </a:lnTo>
                  <a:cubicBezTo>
                    <a:pt x="41911" y="2474"/>
                    <a:pt x="42087" y="2498"/>
                    <a:pt x="42260" y="2529"/>
                  </a:cubicBezTo>
                  <a:cubicBezTo>
                    <a:pt x="42304" y="2538"/>
                    <a:pt x="42347" y="2552"/>
                    <a:pt x="42390" y="2561"/>
                  </a:cubicBezTo>
                  <a:cubicBezTo>
                    <a:pt x="42249" y="2717"/>
                    <a:pt x="42116" y="2876"/>
                    <a:pt x="41977" y="3032"/>
                  </a:cubicBezTo>
                  <a:cubicBezTo>
                    <a:pt x="41957" y="3016"/>
                    <a:pt x="41935" y="3008"/>
                    <a:pt x="41912" y="3008"/>
                  </a:cubicBezTo>
                  <a:cubicBezTo>
                    <a:pt x="41800" y="3008"/>
                    <a:pt x="41658" y="3203"/>
                    <a:pt x="41490" y="3592"/>
                  </a:cubicBezTo>
                  <a:cubicBezTo>
                    <a:pt x="41149" y="3984"/>
                    <a:pt x="40814" y="4380"/>
                    <a:pt x="40479" y="4778"/>
                  </a:cubicBezTo>
                  <a:cubicBezTo>
                    <a:pt x="40433" y="4827"/>
                    <a:pt x="40390" y="4882"/>
                    <a:pt x="40343" y="4931"/>
                  </a:cubicBezTo>
                  <a:cubicBezTo>
                    <a:pt x="39593" y="5774"/>
                    <a:pt x="38805" y="6583"/>
                    <a:pt x="38008" y="7379"/>
                  </a:cubicBezTo>
                  <a:cubicBezTo>
                    <a:pt x="37754" y="7628"/>
                    <a:pt x="37494" y="7867"/>
                    <a:pt x="37237" y="8110"/>
                  </a:cubicBezTo>
                  <a:cubicBezTo>
                    <a:pt x="37442" y="7818"/>
                    <a:pt x="37638" y="7521"/>
                    <a:pt x="37837" y="7244"/>
                  </a:cubicBezTo>
                  <a:cubicBezTo>
                    <a:pt x="39059" y="5526"/>
                    <a:pt x="40690" y="4264"/>
                    <a:pt x="41735" y="2443"/>
                  </a:cubicBezTo>
                  <a:close/>
                  <a:moveTo>
                    <a:pt x="15183" y="4334"/>
                  </a:moveTo>
                  <a:cubicBezTo>
                    <a:pt x="14124" y="5393"/>
                    <a:pt x="13214" y="6869"/>
                    <a:pt x="12380" y="8171"/>
                  </a:cubicBezTo>
                  <a:cubicBezTo>
                    <a:pt x="12210" y="7986"/>
                    <a:pt x="12072" y="7773"/>
                    <a:pt x="11977" y="7540"/>
                  </a:cubicBezTo>
                  <a:lnTo>
                    <a:pt x="11977" y="7540"/>
                  </a:lnTo>
                  <a:lnTo>
                    <a:pt x="15183" y="4334"/>
                  </a:lnTo>
                  <a:close/>
                  <a:moveTo>
                    <a:pt x="8670" y="6551"/>
                  </a:moveTo>
                  <a:lnTo>
                    <a:pt x="8670" y="6551"/>
                  </a:lnTo>
                  <a:cubicBezTo>
                    <a:pt x="8327" y="7114"/>
                    <a:pt x="8003" y="7694"/>
                    <a:pt x="7688" y="8283"/>
                  </a:cubicBezTo>
                  <a:cubicBezTo>
                    <a:pt x="7611" y="8015"/>
                    <a:pt x="7536" y="7739"/>
                    <a:pt x="7473" y="7451"/>
                  </a:cubicBezTo>
                  <a:lnTo>
                    <a:pt x="7473" y="7451"/>
                  </a:lnTo>
                  <a:cubicBezTo>
                    <a:pt x="7862" y="7163"/>
                    <a:pt x="8266" y="6863"/>
                    <a:pt x="8670" y="6551"/>
                  </a:cubicBezTo>
                  <a:close/>
                  <a:moveTo>
                    <a:pt x="13783" y="1937"/>
                  </a:moveTo>
                  <a:cubicBezTo>
                    <a:pt x="13953" y="2041"/>
                    <a:pt x="14121" y="2154"/>
                    <a:pt x="14291" y="2264"/>
                  </a:cubicBezTo>
                  <a:lnTo>
                    <a:pt x="14288" y="2264"/>
                  </a:lnTo>
                  <a:cubicBezTo>
                    <a:pt x="12576" y="2775"/>
                    <a:pt x="11470" y="4608"/>
                    <a:pt x="10474" y="6398"/>
                  </a:cubicBezTo>
                  <a:cubicBezTo>
                    <a:pt x="10114" y="6747"/>
                    <a:pt x="9747" y="7091"/>
                    <a:pt x="9392" y="7446"/>
                  </a:cubicBezTo>
                  <a:cubicBezTo>
                    <a:pt x="8758" y="8088"/>
                    <a:pt x="8512" y="8327"/>
                    <a:pt x="8492" y="8327"/>
                  </a:cubicBezTo>
                  <a:cubicBezTo>
                    <a:pt x="8446" y="8327"/>
                    <a:pt x="9639" y="7017"/>
                    <a:pt x="9989" y="6508"/>
                  </a:cubicBezTo>
                  <a:cubicBezTo>
                    <a:pt x="11115" y="4868"/>
                    <a:pt x="12412" y="3372"/>
                    <a:pt x="13783" y="1937"/>
                  </a:cubicBezTo>
                  <a:close/>
                  <a:moveTo>
                    <a:pt x="37142" y="6005"/>
                  </a:moveTo>
                  <a:cubicBezTo>
                    <a:pt x="36522" y="6790"/>
                    <a:pt x="35930" y="7594"/>
                    <a:pt x="35408" y="8451"/>
                  </a:cubicBezTo>
                  <a:lnTo>
                    <a:pt x="35408" y="8451"/>
                  </a:lnTo>
                  <a:cubicBezTo>
                    <a:pt x="35359" y="8345"/>
                    <a:pt x="35302" y="8245"/>
                    <a:pt x="35236" y="8147"/>
                  </a:cubicBezTo>
                  <a:cubicBezTo>
                    <a:pt x="35848" y="7411"/>
                    <a:pt x="36486" y="6704"/>
                    <a:pt x="37142" y="6005"/>
                  </a:cubicBezTo>
                  <a:close/>
                  <a:moveTo>
                    <a:pt x="33520" y="3197"/>
                  </a:moveTo>
                  <a:cubicBezTo>
                    <a:pt x="32024" y="4645"/>
                    <a:pt x="30610" y="6331"/>
                    <a:pt x="29257" y="7914"/>
                  </a:cubicBezTo>
                  <a:cubicBezTo>
                    <a:pt x="29164" y="8025"/>
                    <a:pt x="29255" y="8168"/>
                    <a:pt x="29368" y="8168"/>
                  </a:cubicBezTo>
                  <a:cubicBezTo>
                    <a:pt x="29402" y="8168"/>
                    <a:pt x="29438" y="8155"/>
                    <a:pt x="29471" y="8124"/>
                  </a:cubicBezTo>
                  <a:cubicBezTo>
                    <a:pt x="31157" y="6560"/>
                    <a:pt x="32765" y="4940"/>
                    <a:pt x="34338" y="3263"/>
                  </a:cubicBezTo>
                  <a:lnTo>
                    <a:pt x="34338" y="3263"/>
                  </a:lnTo>
                  <a:cubicBezTo>
                    <a:pt x="32676" y="5038"/>
                    <a:pt x="31039" y="6796"/>
                    <a:pt x="29529" y="8710"/>
                  </a:cubicBezTo>
                  <a:cubicBezTo>
                    <a:pt x="29471" y="8537"/>
                    <a:pt x="29393" y="8367"/>
                    <a:pt x="29298" y="8208"/>
                  </a:cubicBezTo>
                  <a:cubicBezTo>
                    <a:pt x="29200" y="8052"/>
                    <a:pt x="29084" y="7902"/>
                    <a:pt x="28960" y="7766"/>
                  </a:cubicBezTo>
                  <a:cubicBezTo>
                    <a:pt x="30391" y="6146"/>
                    <a:pt x="31965" y="4700"/>
                    <a:pt x="33520" y="3197"/>
                  </a:cubicBezTo>
                  <a:close/>
                  <a:moveTo>
                    <a:pt x="17568" y="4619"/>
                  </a:moveTo>
                  <a:cubicBezTo>
                    <a:pt x="18099" y="5012"/>
                    <a:pt x="18632" y="5396"/>
                    <a:pt x="19183" y="5756"/>
                  </a:cubicBezTo>
                  <a:lnTo>
                    <a:pt x="19183" y="5756"/>
                  </a:lnTo>
                  <a:cubicBezTo>
                    <a:pt x="19120" y="5868"/>
                    <a:pt x="19063" y="5977"/>
                    <a:pt x="19008" y="6077"/>
                  </a:cubicBezTo>
                  <a:cubicBezTo>
                    <a:pt x="18981" y="6125"/>
                    <a:pt x="19021" y="6169"/>
                    <a:pt x="19062" y="6169"/>
                  </a:cubicBezTo>
                  <a:cubicBezTo>
                    <a:pt x="19081" y="6169"/>
                    <a:pt x="19100" y="6160"/>
                    <a:pt x="19112" y="6138"/>
                  </a:cubicBezTo>
                  <a:cubicBezTo>
                    <a:pt x="19182" y="6043"/>
                    <a:pt x="19248" y="5942"/>
                    <a:pt x="19317" y="5844"/>
                  </a:cubicBezTo>
                  <a:lnTo>
                    <a:pt x="19390" y="5890"/>
                  </a:lnTo>
                  <a:cubicBezTo>
                    <a:pt x="18596" y="6906"/>
                    <a:pt x="17810" y="7931"/>
                    <a:pt x="16999" y="8936"/>
                  </a:cubicBezTo>
                  <a:cubicBezTo>
                    <a:pt x="17628" y="7986"/>
                    <a:pt x="18243" y="7024"/>
                    <a:pt x="18844" y="6057"/>
                  </a:cubicBezTo>
                  <a:cubicBezTo>
                    <a:pt x="18914" y="5946"/>
                    <a:pt x="18809" y="5791"/>
                    <a:pt x="18692" y="5791"/>
                  </a:cubicBezTo>
                  <a:cubicBezTo>
                    <a:pt x="18664" y="5791"/>
                    <a:pt x="18635" y="5800"/>
                    <a:pt x="18607" y="5820"/>
                  </a:cubicBezTo>
                  <a:cubicBezTo>
                    <a:pt x="18376" y="5991"/>
                    <a:pt x="18145" y="6167"/>
                    <a:pt x="17914" y="6343"/>
                  </a:cubicBezTo>
                  <a:cubicBezTo>
                    <a:pt x="18047" y="6103"/>
                    <a:pt x="18177" y="5864"/>
                    <a:pt x="18304" y="5627"/>
                  </a:cubicBezTo>
                  <a:cubicBezTo>
                    <a:pt x="18367" y="5510"/>
                    <a:pt x="18272" y="5360"/>
                    <a:pt x="18153" y="5360"/>
                  </a:cubicBezTo>
                  <a:cubicBezTo>
                    <a:pt x="18125" y="5360"/>
                    <a:pt x="18096" y="5368"/>
                    <a:pt x="18067" y="5387"/>
                  </a:cubicBezTo>
                  <a:cubicBezTo>
                    <a:pt x="17383" y="5849"/>
                    <a:pt x="16768" y="6372"/>
                    <a:pt x="16185" y="6929"/>
                  </a:cubicBezTo>
                  <a:cubicBezTo>
                    <a:pt x="16733" y="6216"/>
                    <a:pt x="17198" y="5439"/>
                    <a:pt x="17568" y="4619"/>
                  </a:cubicBezTo>
                  <a:close/>
                  <a:moveTo>
                    <a:pt x="12822" y="2503"/>
                  </a:moveTo>
                  <a:lnTo>
                    <a:pt x="12822" y="2503"/>
                  </a:lnTo>
                  <a:cubicBezTo>
                    <a:pt x="10939" y="4464"/>
                    <a:pt x="9366" y="6750"/>
                    <a:pt x="7948" y="9063"/>
                  </a:cubicBezTo>
                  <a:cubicBezTo>
                    <a:pt x="7899" y="8930"/>
                    <a:pt x="7850" y="8791"/>
                    <a:pt x="7801" y="8647"/>
                  </a:cubicBezTo>
                  <a:cubicBezTo>
                    <a:pt x="7810" y="8641"/>
                    <a:pt x="7821" y="8641"/>
                    <a:pt x="7827" y="8632"/>
                  </a:cubicBezTo>
                  <a:cubicBezTo>
                    <a:pt x="8771" y="7264"/>
                    <a:pt x="10099" y="5595"/>
                    <a:pt x="11280" y="4221"/>
                  </a:cubicBezTo>
                  <a:cubicBezTo>
                    <a:pt x="11407" y="4083"/>
                    <a:pt x="11525" y="3941"/>
                    <a:pt x="11644" y="3797"/>
                  </a:cubicBezTo>
                  <a:cubicBezTo>
                    <a:pt x="12077" y="3303"/>
                    <a:pt x="12478" y="2858"/>
                    <a:pt x="12822" y="2503"/>
                  </a:cubicBezTo>
                  <a:close/>
                  <a:moveTo>
                    <a:pt x="14770" y="2578"/>
                  </a:moveTo>
                  <a:cubicBezTo>
                    <a:pt x="14828" y="2619"/>
                    <a:pt x="14886" y="2659"/>
                    <a:pt x="14944" y="2700"/>
                  </a:cubicBezTo>
                  <a:cubicBezTo>
                    <a:pt x="12966" y="4784"/>
                    <a:pt x="11069" y="6995"/>
                    <a:pt x="9250" y="9115"/>
                  </a:cubicBezTo>
                  <a:cubicBezTo>
                    <a:pt x="10015" y="8220"/>
                    <a:pt x="10607" y="7183"/>
                    <a:pt x="11205" y="6150"/>
                  </a:cubicBezTo>
                  <a:cubicBezTo>
                    <a:pt x="12406" y="4975"/>
                    <a:pt x="13627" y="3817"/>
                    <a:pt x="14770" y="2578"/>
                  </a:cubicBezTo>
                  <a:close/>
                  <a:moveTo>
                    <a:pt x="14415" y="3822"/>
                  </a:moveTo>
                  <a:cubicBezTo>
                    <a:pt x="14558" y="3822"/>
                    <a:pt x="12588" y="6205"/>
                    <a:pt x="11840" y="7151"/>
                  </a:cubicBezTo>
                  <a:cubicBezTo>
                    <a:pt x="11820" y="7082"/>
                    <a:pt x="11800" y="7019"/>
                    <a:pt x="11776" y="6941"/>
                  </a:cubicBezTo>
                  <a:cubicBezTo>
                    <a:pt x="11753" y="6856"/>
                    <a:pt x="11691" y="6819"/>
                    <a:pt x="11625" y="6819"/>
                  </a:cubicBezTo>
                  <a:cubicBezTo>
                    <a:pt x="11554" y="6819"/>
                    <a:pt x="11479" y="6864"/>
                    <a:pt x="11447" y="6941"/>
                  </a:cubicBezTo>
                  <a:cubicBezTo>
                    <a:pt x="10925" y="8240"/>
                    <a:pt x="10229" y="9167"/>
                    <a:pt x="9008" y="9412"/>
                  </a:cubicBezTo>
                  <a:lnTo>
                    <a:pt x="13411" y="4793"/>
                  </a:lnTo>
                  <a:cubicBezTo>
                    <a:pt x="14075" y="4096"/>
                    <a:pt x="14367" y="3822"/>
                    <a:pt x="14415" y="3822"/>
                  </a:cubicBezTo>
                  <a:close/>
                  <a:moveTo>
                    <a:pt x="41400" y="2460"/>
                  </a:moveTo>
                  <a:cubicBezTo>
                    <a:pt x="40759" y="3768"/>
                    <a:pt x="39544" y="4822"/>
                    <a:pt x="38556" y="5872"/>
                  </a:cubicBezTo>
                  <a:lnTo>
                    <a:pt x="38559" y="5872"/>
                  </a:lnTo>
                  <a:cubicBezTo>
                    <a:pt x="37710" y="6782"/>
                    <a:pt x="37055" y="7839"/>
                    <a:pt x="36273" y="8797"/>
                  </a:cubicBezTo>
                  <a:cubicBezTo>
                    <a:pt x="36253" y="8814"/>
                    <a:pt x="36238" y="8832"/>
                    <a:pt x="36224" y="8855"/>
                  </a:cubicBezTo>
                  <a:cubicBezTo>
                    <a:pt x="36062" y="9048"/>
                    <a:pt x="35900" y="9239"/>
                    <a:pt x="35727" y="9421"/>
                  </a:cubicBezTo>
                  <a:cubicBezTo>
                    <a:pt x="35661" y="9178"/>
                    <a:pt x="35594" y="8933"/>
                    <a:pt x="35511" y="8696"/>
                  </a:cubicBezTo>
                  <a:lnTo>
                    <a:pt x="35511" y="8696"/>
                  </a:lnTo>
                  <a:cubicBezTo>
                    <a:pt x="35513" y="8696"/>
                    <a:pt x="35516" y="8696"/>
                    <a:pt x="35518" y="8696"/>
                  </a:cubicBezTo>
                  <a:cubicBezTo>
                    <a:pt x="35551" y="8696"/>
                    <a:pt x="35584" y="8680"/>
                    <a:pt x="35606" y="8656"/>
                  </a:cubicBezTo>
                  <a:cubicBezTo>
                    <a:pt x="36639" y="7515"/>
                    <a:pt x="37687" y="6392"/>
                    <a:pt x="38750" y="5281"/>
                  </a:cubicBezTo>
                  <a:cubicBezTo>
                    <a:pt x="39544" y="4446"/>
                    <a:pt x="40898" y="3482"/>
                    <a:pt x="41400" y="2460"/>
                  </a:cubicBezTo>
                  <a:close/>
                  <a:moveTo>
                    <a:pt x="9874" y="7483"/>
                  </a:moveTo>
                  <a:lnTo>
                    <a:pt x="9874" y="7483"/>
                  </a:lnTo>
                  <a:cubicBezTo>
                    <a:pt x="9478" y="8176"/>
                    <a:pt x="9089" y="8814"/>
                    <a:pt x="8664" y="9305"/>
                  </a:cubicBezTo>
                  <a:lnTo>
                    <a:pt x="8664" y="9308"/>
                  </a:lnTo>
                  <a:cubicBezTo>
                    <a:pt x="8627" y="9351"/>
                    <a:pt x="8618" y="9415"/>
                    <a:pt x="8641" y="9467"/>
                  </a:cubicBezTo>
                  <a:cubicBezTo>
                    <a:pt x="8520" y="9479"/>
                    <a:pt x="8398" y="9484"/>
                    <a:pt x="8276" y="9484"/>
                  </a:cubicBezTo>
                  <a:cubicBezTo>
                    <a:pt x="8222" y="9484"/>
                    <a:pt x="8169" y="9483"/>
                    <a:pt x="8116" y="9481"/>
                  </a:cubicBezTo>
                  <a:cubicBezTo>
                    <a:pt x="8113" y="9473"/>
                    <a:pt x="8107" y="9461"/>
                    <a:pt x="8104" y="9452"/>
                  </a:cubicBezTo>
                  <a:cubicBezTo>
                    <a:pt x="8664" y="8765"/>
                    <a:pt x="9259" y="8116"/>
                    <a:pt x="9874" y="7483"/>
                  </a:cubicBezTo>
                  <a:close/>
                  <a:moveTo>
                    <a:pt x="42719" y="2639"/>
                  </a:moveTo>
                  <a:cubicBezTo>
                    <a:pt x="42861" y="2674"/>
                    <a:pt x="43005" y="2714"/>
                    <a:pt x="43147" y="2760"/>
                  </a:cubicBezTo>
                  <a:lnTo>
                    <a:pt x="43150" y="2760"/>
                  </a:lnTo>
                  <a:cubicBezTo>
                    <a:pt x="42976" y="2962"/>
                    <a:pt x="42803" y="3162"/>
                    <a:pt x="42630" y="3364"/>
                  </a:cubicBezTo>
                  <a:cubicBezTo>
                    <a:pt x="42609" y="3348"/>
                    <a:pt x="42587" y="3341"/>
                    <a:pt x="42564" y="3341"/>
                  </a:cubicBezTo>
                  <a:cubicBezTo>
                    <a:pt x="42448" y="3341"/>
                    <a:pt x="42309" y="3533"/>
                    <a:pt x="42148" y="3921"/>
                  </a:cubicBezTo>
                  <a:cubicBezTo>
                    <a:pt x="41695" y="4446"/>
                    <a:pt x="41247" y="4975"/>
                    <a:pt x="40805" y="5509"/>
                  </a:cubicBezTo>
                  <a:cubicBezTo>
                    <a:pt x="39601" y="6848"/>
                    <a:pt x="37918" y="8407"/>
                    <a:pt x="37107" y="9542"/>
                  </a:cubicBezTo>
                  <a:cubicBezTo>
                    <a:pt x="38279" y="7899"/>
                    <a:pt x="39549" y="6334"/>
                    <a:pt x="40854" y="4796"/>
                  </a:cubicBezTo>
                  <a:cubicBezTo>
                    <a:pt x="41487" y="4088"/>
                    <a:pt x="42110" y="3369"/>
                    <a:pt x="42719" y="2639"/>
                  </a:cubicBezTo>
                  <a:close/>
                  <a:moveTo>
                    <a:pt x="35258" y="3129"/>
                  </a:moveTo>
                  <a:cubicBezTo>
                    <a:pt x="35294" y="3129"/>
                    <a:pt x="35137" y="3342"/>
                    <a:pt x="34668" y="3898"/>
                  </a:cubicBezTo>
                  <a:cubicBezTo>
                    <a:pt x="32970" y="5904"/>
                    <a:pt x="31148" y="7749"/>
                    <a:pt x="29635" y="9900"/>
                  </a:cubicBezTo>
                  <a:cubicBezTo>
                    <a:pt x="29682" y="9608"/>
                    <a:pt x="29676" y="9308"/>
                    <a:pt x="29618" y="9016"/>
                  </a:cubicBezTo>
                  <a:lnTo>
                    <a:pt x="29621" y="9016"/>
                  </a:lnTo>
                  <a:cubicBezTo>
                    <a:pt x="29647" y="9014"/>
                    <a:pt x="29667" y="9002"/>
                    <a:pt x="29685" y="8985"/>
                  </a:cubicBezTo>
                  <a:cubicBezTo>
                    <a:pt x="30727" y="7735"/>
                    <a:pt x="31809" y="6568"/>
                    <a:pt x="32958" y="5413"/>
                  </a:cubicBezTo>
                  <a:cubicBezTo>
                    <a:pt x="32998" y="5374"/>
                    <a:pt x="35142" y="3129"/>
                    <a:pt x="35258" y="3129"/>
                  </a:cubicBezTo>
                  <a:close/>
                  <a:moveTo>
                    <a:pt x="43401" y="2850"/>
                  </a:moveTo>
                  <a:lnTo>
                    <a:pt x="43401" y="2850"/>
                  </a:lnTo>
                  <a:cubicBezTo>
                    <a:pt x="43626" y="2933"/>
                    <a:pt x="43845" y="3026"/>
                    <a:pt x="44059" y="3133"/>
                  </a:cubicBezTo>
                  <a:cubicBezTo>
                    <a:pt x="42448" y="4712"/>
                    <a:pt x="40944" y="6389"/>
                    <a:pt x="39414" y="8046"/>
                  </a:cubicBezTo>
                  <a:cubicBezTo>
                    <a:pt x="38888" y="8615"/>
                    <a:pt x="38034" y="9499"/>
                    <a:pt x="37736" y="9949"/>
                  </a:cubicBezTo>
                  <a:cubicBezTo>
                    <a:pt x="38553" y="8710"/>
                    <a:pt x="39492" y="7550"/>
                    <a:pt x="40427" y="6398"/>
                  </a:cubicBezTo>
                  <a:cubicBezTo>
                    <a:pt x="40733" y="6020"/>
                    <a:pt x="41056" y="5656"/>
                    <a:pt x="41374" y="5286"/>
                  </a:cubicBezTo>
                  <a:cubicBezTo>
                    <a:pt x="42047" y="4516"/>
                    <a:pt x="42714" y="3736"/>
                    <a:pt x="43372" y="2951"/>
                  </a:cubicBezTo>
                  <a:cubicBezTo>
                    <a:pt x="43392" y="2922"/>
                    <a:pt x="43404" y="2884"/>
                    <a:pt x="43401" y="2850"/>
                  </a:cubicBezTo>
                  <a:close/>
                  <a:moveTo>
                    <a:pt x="16054" y="4697"/>
                  </a:moveTo>
                  <a:lnTo>
                    <a:pt x="16054" y="4697"/>
                  </a:lnTo>
                  <a:cubicBezTo>
                    <a:pt x="15049" y="6645"/>
                    <a:pt x="13447" y="8318"/>
                    <a:pt x="12062" y="10030"/>
                  </a:cubicBezTo>
                  <a:cubicBezTo>
                    <a:pt x="12189" y="9646"/>
                    <a:pt x="12432" y="9253"/>
                    <a:pt x="12827" y="8858"/>
                  </a:cubicBezTo>
                  <a:cubicBezTo>
                    <a:pt x="12891" y="8791"/>
                    <a:pt x="12891" y="8684"/>
                    <a:pt x="12827" y="8621"/>
                  </a:cubicBezTo>
                  <a:cubicBezTo>
                    <a:pt x="12761" y="8554"/>
                    <a:pt x="12700" y="8497"/>
                    <a:pt x="12643" y="8442"/>
                  </a:cubicBezTo>
                  <a:cubicBezTo>
                    <a:pt x="13537" y="7317"/>
                    <a:pt x="15635" y="5506"/>
                    <a:pt x="16054" y="4697"/>
                  </a:cubicBezTo>
                  <a:close/>
                  <a:moveTo>
                    <a:pt x="44348" y="3274"/>
                  </a:moveTo>
                  <a:cubicBezTo>
                    <a:pt x="44530" y="3378"/>
                    <a:pt x="44703" y="3491"/>
                    <a:pt x="44873" y="3609"/>
                  </a:cubicBezTo>
                  <a:cubicBezTo>
                    <a:pt x="43155" y="5789"/>
                    <a:pt x="41403" y="7931"/>
                    <a:pt x="39336" y="9787"/>
                  </a:cubicBezTo>
                  <a:cubicBezTo>
                    <a:pt x="38774" y="10292"/>
                    <a:pt x="38498" y="10495"/>
                    <a:pt x="38418" y="10495"/>
                  </a:cubicBezTo>
                  <a:cubicBezTo>
                    <a:pt x="38123" y="10495"/>
                    <a:pt x="40460" y="7764"/>
                    <a:pt x="40950" y="7183"/>
                  </a:cubicBezTo>
                  <a:cubicBezTo>
                    <a:pt x="42064" y="5867"/>
                    <a:pt x="43233" y="4596"/>
                    <a:pt x="44348" y="3280"/>
                  </a:cubicBezTo>
                  <a:cubicBezTo>
                    <a:pt x="44348" y="3277"/>
                    <a:pt x="44345" y="3274"/>
                    <a:pt x="44348" y="3274"/>
                  </a:cubicBezTo>
                  <a:close/>
                  <a:moveTo>
                    <a:pt x="21820" y="3566"/>
                  </a:moveTo>
                  <a:cubicBezTo>
                    <a:pt x="22106" y="3953"/>
                    <a:pt x="22360" y="4671"/>
                    <a:pt x="22548" y="5318"/>
                  </a:cubicBezTo>
                  <a:cubicBezTo>
                    <a:pt x="20974" y="7004"/>
                    <a:pt x="19678" y="8898"/>
                    <a:pt x="18304" y="10731"/>
                  </a:cubicBezTo>
                  <a:cubicBezTo>
                    <a:pt x="19684" y="8860"/>
                    <a:pt x="20946" y="6903"/>
                    <a:pt x="22077" y="4871"/>
                  </a:cubicBezTo>
                  <a:cubicBezTo>
                    <a:pt x="22148" y="4746"/>
                    <a:pt x="22034" y="4602"/>
                    <a:pt x="21917" y="4602"/>
                  </a:cubicBezTo>
                  <a:cubicBezTo>
                    <a:pt x="21877" y="4602"/>
                    <a:pt x="21836" y="4619"/>
                    <a:pt x="21803" y="4660"/>
                  </a:cubicBezTo>
                  <a:cubicBezTo>
                    <a:pt x="21379" y="5162"/>
                    <a:pt x="20946" y="5659"/>
                    <a:pt x="20510" y="6155"/>
                  </a:cubicBezTo>
                  <a:cubicBezTo>
                    <a:pt x="20980" y="5298"/>
                    <a:pt x="21413" y="4429"/>
                    <a:pt x="21820" y="3566"/>
                  </a:cubicBezTo>
                  <a:close/>
                  <a:moveTo>
                    <a:pt x="47959" y="7047"/>
                  </a:moveTo>
                  <a:cubicBezTo>
                    <a:pt x="48159" y="7189"/>
                    <a:pt x="48352" y="7339"/>
                    <a:pt x="48542" y="7501"/>
                  </a:cubicBezTo>
                  <a:cubicBezTo>
                    <a:pt x="47209" y="8613"/>
                    <a:pt x="46033" y="9842"/>
                    <a:pt x="44843" y="11103"/>
                  </a:cubicBezTo>
                  <a:lnTo>
                    <a:pt x="44843" y="11103"/>
                  </a:lnTo>
                  <a:cubicBezTo>
                    <a:pt x="46022" y="9852"/>
                    <a:pt x="47013" y="8481"/>
                    <a:pt x="47959" y="7047"/>
                  </a:cubicBezTo>
                  <a:close/>
                  <a:moveTo>
                    <a:pt x="41022" y="6678"/>
                  </a:moveTo>
                  <a:lnTo>
                    <a:pt x="41022" y="6678"/>
                  </a:lnTo>
                  <a:cubicBezTo>
                    <a:pt x="39818" y="8078"/>
                    <a:pt x="38649" y="9504"/>
                    <a:pt x="37644" y="11072"/>
                  </a:cubicBezTo>
                  <a:cubicBezTo>
                    <a:pt x="37633" y="11089"/>
                    <a:pt x="37630" y="11112"/>
                    <a:pt x="37630" y="11133"/>
                  </a:cubicBezTo>
                  <a:cubicBezTo>
                    <a:pt x="37194" y="10945"/>
                    <a:pt x="36709" y="10801"/>
                    <a:pt x="36460" y="10656"/>
                  </a:cubicBezTo>
                  <a:cubicBezTo>
                    <a:pt x="36117" y="10457"/>
                    <a:pt x="35946" y="10116"/>
                    <a:pt x="35822" y="9735"/>
                  </a:cubicBezTo>
                  <a:cubicBezTo>
                    <a:pt x="36723" y="8979"/>
                    <a:pt x="37578" y="8173"/>
                    <a:pt x="38412" y="7353"/>
                  </a:cubicBezTo>
                  <a:lnTo>
                    <a:pt x="38412" y="7353"/>
                  </a:lnTo>
                  <a:cubicBezTo>
                    <a:pt x="37713" y="8260"/>
                    <a:pt x="37023" y="9172"/>
                    <a:pt x="36354" y="10105"/>
                  </a:cubicBezTo>
                  <a:cubicBezTo>
                    <a:pt x="36279" y="10205"/>
                    <a:pt x="36381" y="10311"/>
                    <a:pt x="36483" y="10311"/>
                  </a:cubicBezTo>
                  <a:cubicBezTo>
                    <a:pt x="36516" y="10311"/>
                    <a:pt x="36549" y="10300"/>
                    <a:pt x="36576" y="10275"/>
                  </a:cubicBezTo>
                  <a:lnTo>
                    <a:pt x="36579" y="10275"/>
                  </a:lnTo>
                  <a:cubicBezTo>
                    <a:pt x="37237" y="9666"/>
                    <a:pt x="37878" y="9037"/>
                    <a:pt x="38501" y="8396"/>
                  </a:cubicBezTo>
                  <a:lnTo>
                    <a:pt x="38501" y="8396"/>
                  </a:lnTo>
                  <a:cubicBezTo>
                    <a:pt x="37982" y="9094"/>
                    <a:pt x="37477" y="9805"/>
                    <a:pt x="36994" y="10532"/>
                  </a:cubicBezTo>
                  <a:cubicBezTo>
                    <a:pt x="36923" y="10640"/>
                    <a:pt x="37024" y="10752"/>
                    <a:pt x="37129" y="10752"/>
                  </a:cubicBezTo>
                  <a:cubicBezTo>
                    <a:pt x="37164" y="10752"/>
                    <a:pt x="37199" y="10740"/>
                    <a:pt x="37228" y="10711"/>
                  </a:cubicBezTo>
                  <a:cubicBezTo>
                    <a:pt x="38496" y="9475"/>
                    <a:pt x="39801" y="8058"/>
                    <a:pt x="41022" y="6678"/>
                  </a:cubicBezTo>
                  <a:close/>
                  <a:moveTo>
                    <a:pt x="45119" y="3800"/>
                  </a:moveTo>
                  <a:cubicBezTo>
                    <a:pt x="45315" y="3955"/>
                    <a:pt x="45502" y="4126"/>
                    <a:pt x="45679" y="4305"/>
                  </a:cubicBezTo>
                  <a:lnTo>
                    <a:pt x="45679" y="4308"/>
                  </a:lnTo>
                  <a:cubicBezTo>
                    <a:pt x="44437" y="5488"/>
                    <a:pt x="43279" y="6741"/>
                    <a:pt x="42136" y="8020"/>
                  </a:cubicBezTo>
                  <a:cubicBezTo>
                    <a:pt x="41209" y="9054"/>
                    <a:pt x="39878" y="10150"/>
                    <a:pt x="39186" y="11281"/>
                  </a:cubicBezTo>
                  <a:lnTo>
                    <a:pt x="39186" y="11281"/>
                  </a:lnTo>
                  <a:cubicBezTo>
                    <a:pt x="40843" y="8567"/>
                    <a:pt x="43348" y="6449"/>
                    <a:pt x="45119" y="3800"/>
                  </a:cubicBezTo>
                  <a:close/>
                  <a:moveTo>
                    <a:pt x="16676" y="7787"/>
                  </a:moveTo>
                  <a:lnTo>
                    <a:pt x="16676" y="7787"/>
                  </a:lnTo>
                  <a:cubicBezTo>
                    <a:pt x="16029" y="8863"/>
                    <a:pt x="15296" y="9877"/>
                    <a:pt x="14508" y="10858"/>
                  </a:cubicBezTo>
                  <a:cubicBezTo>
                    <a:pt x="14139" y="11316"/>
                    <a:pt x="13950" y="11493"/>
                    <a:pt x="13881" y="11493"/>
                  </a:cubicBezTo>
                  <a:cubicBezTo>
                    <a:pt x="13671" y="11493"/>
                    <a:pt x="14566" y="9861"/>
                    <a:pt x="14909" y="9464"/>
                  </a:cubicBezTo>
                  <a:cubicBezTo>
                    <a:pt x="15434" y="8852"/>
                    <a:pt x="16052" y="8312"/>
                    <a:pt x="16676" y="7787"/>
                  </a:cubicBezTo>
                  <a:close/>
                  <a:moveTo>
                    <a:pt x="16973" y="5182"/>
                  </a:moveTo>
                  <a:lnTo>
                    <a:pt x="16973" y="5182"/>
                  </a:lnTo>
                  <a:cubicBezTo>
                    <a:pt x="16578" y="6121"/>
                    <a:pt x="15986" y="6984"/>
                    <a:pt x="15322" y="7810"/>
                  </a:cubicBezTo>
                  <a:cubicBezTo>
                    <a:pt x="14799" y="8381"/>
                    <a:pt x="14297" y="8973"/>
                    <a:pt x="13803" y="9579"/>
                  </a:cubicBezTo>
                  <a:cubicBezTo>
                    <a:pt x="13237" y="10220"/>
                    <a:pt x="12683" y="10861"/>
                    <a:pt x="12192" y="11522"/>
                  </a:cubicBezTo>
                  <a:cubicBezTo>
                    <a:pt x="12042" y="11251"/>
                    <a:pt x="11961" y="10948"/>
                    <a:pt x="11961" y="10642"/>
                  </a:cubicBezTo>
                  <a:cubicBezTo>
                    <a:pt x="11981" y="10633"/>
                    <a:pt x="12005" y="10636"/>
                    <a:pt x="12028" y="10619"/>
                  </a:cubicBezTo>
                  <a:cubicBezTo>
                    <a:pt x="13520" y="9441"/>
                    <a:pt x="16300" y="6773"/>
                    <a:pt x="16973" y="5182"/>
                  </a:cubicBezTo>
                  <a:close/>
                  <a:moveTo>
                    <a:pt x="40297" y="9299"/>
                  </a:moveTo>
                  <a:cubicBezTo>
                    <a:pt x="39656" y="10105"/>
                    <a:pt x="39041" y="10930"/>
                    <a:pt x="38501" y="11820"/>
                  </a:cubicBezTo>
                  <a:lnTo>
                    <a:pt x="38501" y="11823"/>
                  </a:lnTo>
                  <a:cubicBezTo>
                    <a:pt x="38493" y="11837"/>
                    <a:pt x="38499" y="11851"/>
                    <a:pt x="38493" y="11866"/>
                  </a:cubicBezTo>
                  <a:cubicBezTo>
                    <a:pt x="38478" y="11828"/>
                    <a:pt x="38470" y="11782"/>
                    <a:pt x="38452" y="11745"/>
                  </a:cubicBezTo>
                  <a:cubicBezTo>
                    <a:pt x="38366" y="11545"/>
                    <a:pt x="38144" y="11387"/>
                    <a:pt x="37875" y="11248"/>
                  </a:cubicBezTo>
                  <a:cubicBezTo>
                    <a:pt x="38741" y="10668"/>
                    <a:pt x="39541" y="10007"/>
                    <a:pt x="40297" y="9299"/>
                  </a:cubicBezTo>
                  <a:close/>
                  <a:moveTo>
                    <a:pt x="46608" y="5636"/>
                  </a:moveTo>
                  <a:cubicBezTo>
                    <a:pt x="46656" y="5732"/>
                    <a:pt x="46718" y="5814"/>
                    <a:pt x="46761" y="5915"/>
                  </a:cubicBezTo>
                  <a:lnTo>
                    <a:pt x="46761" y="5915"/>
                  </a:lnTo>
                  <a:cubicBezTo>
                    <a:pt x="46723" y="5824"/>
                    <a:pt x="46710" y="5786"/>
                    <a:pt x="46715" y="5786"/>
                  </a:cubicBezTo>
                  <a:cubicBezTo>
                    <a:pt x="46740" y="5786"/>
                    <a:pt x="47114" y="6498"/>
                    <a:pt x="47252" y="6580"/>
                  </a:cubicBezTo>
                  <a:cubicBezTo>
                    <a:pt x="47396" y="6663"/>
                    <a:pt x="47538" y="6759"/>
                    <a:pt x="47679" y="6857"/>
                  </a:cubicBezTo>
                  <a:lnTo>
                    <a:pt x="43770" y="10763"/>
                  </a:lnTo>
                  <a:cubicBezTo>
                    <a:pt x="45015" y="9519"/>
                    <a:pt x="46039" y="8017"/>
                    <a:pt x="47053" y="6583"/>
                  </a:cubicBezTo>
                  <a:cubicBezTo>
                    <a:pt x="47127" y="6478"/>
                    <a:pt x="47025" y="6367"/>
                    <a:pt x="46921" y="6367"/>
                  </a:cubicBezTo>
                  <a:cubicBezTo>
                    <a:pt x="46887" y="6367"/>
                    <a:pt x="46853" y="6379"/>
                    <a:pt x="46825" y="6407"/>
                  </a:cubicBezTo>
                  <a:cubicBezTo>
                    <a:pt x="45038" y="8162"/>
                    <a:pt x="43363" y="10015"/>
                    <a:pt x="41677" y="11869"/>
                  </a:cubicBezTo>
                  <a:cubicBezTo>
                    <a:pt x="43343" y="9807"/>
                    <a:pt x="44994" y="7735"/>
                    <a:pt x="46608" y="5636"/>
                  </a:cubicBezTo>
                  <a:close/>
                  <a:moveTo>
                    <a:pt x="48753" y="7685"/>
                  </a:moveTo>
                  <a:cubicBezTo>
                    <a:pt x="48941" y="7850"/>
                    <a:pt x="49126" y="8020"/>
                    <a:pt x="49308" y="8199"/>
                  </a:cubicBezTo>
                  <a:cubicBezTo>
                    <a:pt x="47974" y="9346"/>
                    <a:pt x="46721" y="10665"/>
                    <a:pt x="45702" y="11877"/>
                  </a:cubicBezTo>
                  <a:cubicBezTo>
                    <a:pt x="46813" y="10555"/>
                    <a:pt x="47795" y="9123"/>
                    <a:pt x="48753" y="7685"/>
                  </a:cubicBezTo>
                  <a:close/>
                  <a:moveTo>
                    <a:pt x="47070" y="7859"/>
                  </a:moveTo>
                  <a:lnTo>
                    <a:pt x="47070" y="7859"/>
                  </a:lnTo>
                  <a:cubicBezTo>
                    <a:pt x="46169" y="8760"/>
                    <a:pt x="45023" y="10555"/>
                    <a:pt x="44013" y="11889"/>
                  </a:cubicBezTo>
                  <a:cubicBezTo>
                    <a:pt x="43773" y="11788"/>
                    <a:pt x="43528" y="11710"/>
                    <a:pt x="43274" y="11658"/>
                  </a:cubicBezTo>
                  <a:lnTo>
                    <a:pt x="43271" y="11658"/>
                  </a:lnTo>
                  <a:lnTo>
                    <a:pt x="47070" y="7859"/>
                  </a:lnTo>
                  <a:close/>
                  <a:moveTo>
                    <a:pt x="17648" y="6045"/>
                  </a:moveTo>
                  <a:cubicBezTo>
                    <a:pt x="17761" y="6045"/>
                    <a:pt x="17541" y="6430"/>
                    <a:pt x="17285" y="6837"/>
                  </a:cubicBezTo>
                  <a:cubicBezTo>
                    <a:pt x="15409" y="8314"/>
                    <a:pt x="13642" y="9980"/>
                    <a:pt x="12762" y="12211"/>
                  </a:cubicBezTo>
                  <a:lnTo>
                    <a:pt x="12762" y="12211"/>
                  </a:lnTo>
                  <a:cubicBezTo>
                    <a:pt x="12627" y="12098"/>
                    <a:pt x="12506" y="11972"/>
                    <a:pt x="12397" y="11837"/>
                  </a:cubicBezTo>
                  <a:cubicBezTo>
                    <a:pt x="13792" y="10183"/>
                    <a:pt x="15097" y="8471"/>
                    <a:pt x="16624" y="6929"/>
                  </a:cubicBezTo>
                  <a:cubicBezTo>
                    <a:pt x="17265" y="6281"/>
                    <a:pt x="17559" y="6045"/>
                    <a:pt x="17648" y="6045"/>
                  </a:cubicBezTo>
                  <a:close/>
                  <a:moveTo>
                    <a:pt x="32124" y="8566"/>
                  </a:moveTo>
                  <a:cubicBezTo>
                    <a:pt x="32150" y="8598"/>
                    <a:pt x="32185" y="8624"/>
                    <a:pt x="32225" y="8638"/>
                  </a:cubicBezTo>
                  <a:cubicBezTo>
                    <a:pt x="32318" y="9152"/>
                    <a:pt x="32447" y="9654"/>
                    <a:pt x="32577" y="10154"/>
                  </a:cubicBezTo>
                  <a:cubicBezTo>
                    <a:pt x="32548" y="10130"/>
                    <a:pt x="32514" y="10114"/>
                    <a:pt x="32479" y="10114"/>
                  </a:cubicBezTo>
                  <a:cubicBezTo>
                    <a:pt x="32455" y="10114"/>
                    <a:pt x="32431" y="10122"/>
                    <a:pt x="32407" y="10139"/>
                  </a:cubicBezTo>
                  <a:lnTo>
                    <a:pt x="32404" y="10142"/>
                  </a:lnTo>
                  <a:cubicBezTo>
                    <a:pt x="31215" y="11032"/>
                    <a:pt x="31694" y="10616"/>
                    <a:pt x="30623" y="11672"/>
                  </a:cubicBezTo>
                  <a:cubicBezTo>
                    <a:pt x="30134" y="12154"/>
                    <a:pt x="29917" y="12345"/>
                    <a:pt x="29882" y="12345"/>
                  </a:cubicBezTo>
                  <a:cubicBezTo>
                    <a:pt x="29754" y="12345"/>
                    <a:pt x="31957" y="9885"/>
                    <a:pt x="32277" y="9530"/>
                  </a:cubicBezTo>
                  <a:cubicBezTo>
                    <a:pt x="32382" y="9415"/>
                    <a:pt x="32282" y="9263"/>
                    <a:pt x="32161" y="9263"/>
                  </a:cubicBezTo>
                  <a:cubicBezTo>
                    <a:pt x="32125" y="9263"/>
                    <a:pt x="32087" y="9276"/>
                    <a:pt x="32052" y="9308"/>
                  </a:cubicBezTo>
                  <a:cubicBezTo>
                    <a:pt x="31965" y="9388"/>
                    <a:pt x="30108" y="11213"/>
                    <a:pt x="29905" y="11213"/>
                  </a:cubicBezTo>
                  <a:cubicBezTo>
                    <a:pt x="29837" y="11213"/>
                    <a:pt x="29956" y="11007"/>
                    <a:pt x="30392" y="10460"/>
                  </a:cubicBezTo>
                  <a:cubicBezTo>
                    <a:pt x="30920" y="9796"/>
                    <a:pt x="31529" y="9187"/>
                    <a:pt x="32124" y="8566"/>
                  </a:cubicBezTo>
                  <a:close/>
                  <a:moveTo>
                    <a:pt x="47751" y="8517"/>
                  </a:moveTo>
                  <a:cubicBezTo>
                    <a:pt x="46755" y="9487"/>
                    <a:pt x="45858" y="11164"/>
                    <a:pt x="44870" y="12412"/>
                  </a:cubicBezTo>
                  <a:lnTo>
                    <a:pt x="44870" y="12414"/>
                  </a:lnTo>
                  <a:cubicBezTo>
                    <a:pt x="44697" y="12261"/>
                    <a:pt x="44506" y="12131"/>
                    <a:pt x="44301" y="12025"/>
                  </a:cubicBezTo>
                  <a:cubicBezTo>
                    <a:pt x="45462" y="10867"/>
                    <a:pt x="46574" y="9663"/>
                    <a:pt x="47751" y="8517"/>
                  </a:cubicBezTo>
                  <a:close/>
                  <a:moveTo>
                    <a:pt x="45901" y="4544"/>
                  </a:moveTo>
                  <a:cubicBezTo>
                    <a:pt x="45982" y="4640"/>
                    <a:pt x="46060" y="4741"/>
                    <a:pt x="46135" y="4845"/>
                  </a:cubicBezTo>
                  <a:lnTo>
                    <a:pt x="46138" y="4848"/>
                  </a:lnTo>
                  <a:cubicBezTo>
                    <a:pt x="46094" y="4856"/>
                    <a:pt x="46057" y="4879"/>
                    <a:pt x="46031" y="4917"/>
                  </a:cubicBezTo>
                  <a:cubicBezTo>
                    <a:pt x="44104" y="7776"/>
                    <a:pt x="41756" y="10309"/>
                    <a:pt x="39108" y="12511"/>
                  </a:cubicBezTo>
                  <a:lnTo>
                    <a:pt x="39108" y="12511"/>
                  </a:lnTo>
                  <a:cubicBezTo>
                    <a:pt x="40433" y="11408"/>
                    <a:pt x="41451" y="9777"/>
                    <a:pt x="42555" y="8459"/>
                  </a:cubicBezTo>
                  <a:cubicBezTo>
                    <a:pt x="43663" y="7143"/>
                    <a:pt x="44787" y="5849"/>
                    <a:pt x="45901" y="4544"/>
                  </a:cubicBezTo>
                  <a:close/>
                  <a:moveTo>
                    <a:pt x="43317" y="7082"/>
                  </a:moveTo>
                  <a:cubicBezTo>
                    <a:pt x="41744" y="8930"/>
                    <a:pt x="40193" y="10792"/>
                    <a:pt x="38718" y="12720"/>
                  </a:cubicBezTo>
                  <a:cubicBezTo>
                    <a:pt x="38680" y="12481"/>
                    <a:pt x="38620" y="12244"/>
                    <a:pt x="38542" y="12016"/>
                  </a:cubicBezTo>
                  <a:lnTo>
                    <a:pt x="38542" y="12016"/>
                  </a:lnTo>
                  <a:cubicBezTo>
                    <a:pt x="38570" y="12037"/>
                    <a:pt x="38602" y="12047"/>
                    <a:pt x="38634" y="12047"/>
                  </a:cubicBezTo>
                  <a:cubicBezTo>
                    <a:pt x="38672" y="12047"/>
                    <a:pt x="38710" y="12033"/>
                    <a:pt x="38738" y="12004"/>
                  </a:cubicBezTo>
                  <a:lnTo>
                    <a:pt x="38738" y="12007"/>
                  </a:lnTo>
                  <a:cubicBezTo>
                    <a:pt x="40303" y="10526"/>
                    <a:pt x="41888" y="8742"/>
                    <a:pt x="43317" y="7082"/>
                  </a:cubicBezTo>
                  <a:close/>
                  <a:moveTo>
                    <a:pt x="49567" y="8462"/>
                  </a:moveTo>
                  <a:cubicBezTo>
                    <a:pt x="49683" y="8580"/>
                    <a:pt x="49795" y="8699"/>
                    <a:pt x="49908" y="8823"/>
                  </a:cubicBezTo>
                  <a:cubicBezTo>
                    <a:pt x="48603" y="10209"/>
                    <a:pt x="47194" y="11473"/>
                    <a:pt x="45791" y="12758"/>
                  </a:cubicBezTo>
                  <a:cubicBezTo>
                    <a:pt x="47171" y="11493"/>
                    <a:pt x="48401" y="9986"/>
                    <a:pt x="49567" y="8462"/>
                  </a:cubicBezTo>
                  <a:close/>
                  <a:moveTo>
                    <a:pt x="17883" y="6875"/>
                  </a:moveTo>
                  <a:cubicBezTo>
                    <a:pt x="18182" y="6875"/>
                    <a:pt x="16693" y="8775"/>
                    <a:pt x="16632" y="8869"/>
                  </a:cubicBezTo>
                  <a:cubicBezTo>
                    <a:pt x="15755" y="10203"/>
                    <a:pt x="14808" y="11485"/>
                    <a:pt x="13829" y="12746"/>
                  </a:cubicBezTo>
                  <a:cubicBezTo>
                    <a:pt x="13818" y="12761"/>
                    <a:pt x="13820" y="12778"/>
                    <a:pt x="13815" y="12795"/>
                  </a:cubicBezTo>
                  <a:cubicBezTo>
                    <a:pt x="13604" y="12723"/>
                    <a:pt x="13402" y="12631"/>
                    <a:pt x="13208" y="12521"/>
                  </a:cubicBezTo>
                  <a:cubicBezTo>
                    <a:pt x="15036" y="11121"/>
                    <a:pt x="16352" y="9129"/>
                    <a:pt x="17490" y="7111"/>
                  </a:cubicBezTo>
                  <a:cubicBezTo>
                    <a:pt x="17702" y="6945"/>
                    <a:pt x="17825" y="6875"/>
                    <a:pt x="17883" y="6875"/>
                  </a:cubicBezTo>
                  <a:close/>
                  <a:moveTo>
                    <a:pt x="52050" y="11551"/>
                  </a:moveTo>
                  <a:cubicBezTo>
                    <a:pt x="52111" y="11638"/>
                    <a:pt x="52169" y="11724"/>
                    <a:pt x="52229" y="11814"/>
                  </a:cubicBezTo>
                  <a:cubicBezTo>
                    <a:pt x="51790" y="12175"/>
                    <a:pt x="51372" y="12547"/>
                    <a:pt x="50973" y="12940"/>
                  </a:cubicBezTo>
                  <a:cubicBezTo>
                    <a:pt x="51337" y="12484"/>
                    <a:pt x="51695" y="12019"/>
                    <a:pt x="52050" y="11551"/>
                  </a:cubicBezTo>
                  <a:close/>
                  <a:moveTo>
                    <a:pt x="21315" y="3849"/>
                  </a:moveTo>
                  <a:lnTo>
                    <a:pt x="21315" y="3849"/>
                  </a:lnTo>
                  <a:cubicBezTo>
                    <a:pt x="21035" y="4429"/>
                    <a:pt x="20738" y="5001"/>
                    <a:pt x="20426" y="5566"/>
                  </a:cubicBezTo>
                  <a:cubicBezTo>
                    <a:pt x="20036" y="6297"/>
                    <a:pt x="19609" y="6998"/>
                    <a:pt x="19164" y="7691"/>
                  </a:cubicBezTo>
                  <a:cubicBezTo>
                    <a:pt x="17657" y="9395"/>
                    <a:pt x="16147" y="11098"/>
                    <a:pt x="14770" y="12888"/>
                  </a:cubicBezTo>
                  <a:cubicBezTo>
                    <a:pt x="14744" y="12917"/>
                    <a:pt x="14736" y="12957"/>
                    <a:pt x="14741" y="12998"/>
                  </a:cubicBezTo>
                  <a:cubicBezTo>
                    <a:pt x="14542" y="12977"/>
                    <a:pt x="14346" y="12946"/>
                    <a:pt x="14150" y="12897"/>
                  </a:cubicBezTo>
                  <a:cubicBezTo>
                    <a:pt x="15963" y="10653"/>
                    <a:pt x="17955" y="8566"/>
                    <a:pt x="19704" y="6274"/>
                  </a:cubicBezTo>
                  <a:cubicBezTo>
                    <a:pt x="20261" y="5477"/>
                    <a:pt x="20795" y="4669"/>
                    <a:pt x="21315" y="3849"/>
                  </a:cubicBezTo>
                  <a:close/>
                  <a:moveTo>
                    <a:pt x="48768" y="8993"/>
                  </a:moveTo>
                  <a:cubicBezTo>
                    <a:pt x="47518" y="10154"/>
                    <a:pt x="46426" y="11742"/>
                    <a:pt x="45326" y="13110"/>
                  </a:cubicBezTo>
                  <a:lnTo>
                    <a:pt x="45323" y="13110"/>
                  </a:lnTo>
                  <a:cubicBezTo>
                    <a:pt x="45321" y="13099"/>
                    <a:pt x="45321" y="13087"/>
                    <a:pt x="45318" y="13073"/>
                  </a:cubicBezTo>
                  <a:cubicBezTo>
                    <a:pt x="45263" y="12920"/>
                    <a:pt x="45182" y="12775"/>
                    <a:pt x="45078" y="12648"/>
                  </a:cubicBezTo>
                  <a:cubicBezTo>
                    <a:pt x="46294" y="11410"/>
                    <a:pt x="47497" y="10171"/>
                    <a:pt x="48768" y="8993"/>
                  </a:cubicBezTo>
                  <a:close/>
                  <a:moveTo>
                    <a:pt x="22675" y="5789"/>
                  </a:moveTo>
                  <a:cubicBezTo>
                    <a:pt x="22782" y="6196"/>
                    <a:pt x="22851" y="6510"/>
                    <a:pt x="22874" y="6591"/>
                  </a:cubicBezTo>
                  <a:cubicBezTo>
                    <a:pt x="22992" y="7059"/>
                    <a:pt x="23143" y="7506"/>
                    <a:pt x="23293" y="7954"/>
                  </a:cubicBezTo>
                  <a:cubicBezTo>
                    <a:pt x="23244" y="7963"/>
                    <a:pt x="23203" y="7994"/>
                    <a:pt x="23177" y="8035"/>
                  </a:cubicBezTo>
                  <a:cubicBezTo>
                    <a:pt x="21911" y="9993"/>
                    <a:pt x="19856" y="12208"/>
                    <a:pt x="18804" y="13680"/>
                  </a:cubicBezTo>
                  <a:lnTo>
                    <a:pt x="18804" y="13680"/>
                  </a:lnTo>
                  <a:cubicBezTo>
                    <a:pt x="20310" y="11571"/>
                    <a:pt x="21726" y="9425"/>
                    <a:pt x="22941" y="7134"/>
                  </a:cubicBezTo>
                  <a:cubicBezTo>
                    <a:pt x="23007" y="7010"/>
                    <a:pt x="22895" y="6864"/>
                    <a:pt x="22780" y="6864"/>
                  </a:cubicBezTo>
                  <a:cubicBezTo>
                    <a:pt x="22740" y="6864"/>
                    <a:pt x="22700" y="6882"/>
                    <a:pt x="22666" y="6923"/>
                  </a:cubicBezTo>
                  <a:cubicBezTo>
                    <a:pt x="20908" y="9045"/>
                    <a:pt x="19372" y="11338"/>
                    <a:pt x="17559" y="13413"/>
                  </a:cubicBezTo>
                  <a:cubicBezTo>
                    <a:pt x="19488" y="11205"/>
                    <a:pt x="21159" y="8468"/>
                    <a:pt x="22675" y="5789"/>
                  </a:cubicBezTo>
                  <a:close/>
                  <a:moveTo>
                    <a:pt x="36760" y="2729"/>
                  </a:moveTo>
                  <a:cubicBezTo>
                    <a:pt x="36796" y="2729"/>
                    <a:pt x="36288" y="3352"/>
                    <a:pt x="34728" y="5171"/>
                  </a:cubicBezTo>
                  <a:cubicBezTo>
                    <a:pt x="32742" y="7483"/>
                    <a:pt x="30320" y="9600"/>
                    <a:pt x="28798" y="12250"/>
                  </a:cubicBezTo>
                  <a:cubicBezTo>
                    <a:pt x="28731" y="12367"/>
                    <a:pt x="28831" y="12484"/>
                    <a:pt x="28939" y="12484"/>
                  </a:cubicBezTo>
                  <a:cubicBezTo>
                    <a:pt x="28975" y="12484"/>
                    <a:pt x="29012" y="12471"/>
                    <a:pt x="29044" y="12440"/>
                  </a:cubicBezTo>
                  <a:cubicBezTo>
                    <a:pt x="30376" y="11154"/>
                    <a:pt x="30879" y="10669"/>
                    <a:pt x="30903" y="10669"/>
                  </a:cubicBezTo>
                  <a:cubicBezTo>
                    <a:pt x="30952" y="10669"/>
                    <a:pt x="29162" y="12533"/>
                    <a:pt x="28193" y="13866"/>
                  </a:cubicBezTo>
                  <a:lnTo>
                    <a:pt x="28193" y="13866"/>
                  </a:lnTo>
                  <a:cubicBezTo>
                    <a:pt x="28373" y="12741"/>
                    <a:pt x="29128" y="11651"/>
                    <a:pt x="29485" y="10549"/>
                  </a:cubicBezTo>
                  <a:cubicBezTo>
                    <a:pt x="29523" y="10549"/>
                    <a:pt x="29560" y="10532"/>
                    <a:pt x="29586" y="10503"/>
                  </a:cubicBezTo>
                  <a:cubicBezTo>
                    <a:pt x="31079" y="8794"/>
                    <a:pt x="32612" y="7131"/>
                    <a:pt x="34171" y="5480"/>
                  </a:cubicBezTo>
                  <a:cubicBezTo>
                    <a:pt x="34796" y="4817"/>
                    <a:pt x="36692" y="2729"/>
                    <a:pt x="36760" y="2729"/>
                  </a:cubicBezTo>
                  <a:close/>
                  <a:moveTo>
                    <a:pt x="23414" y="8329"/>
                  </a:moveTo>
                  <a:cubicBezTo>
                    <a:pt x="23602" y="8858"/>
                    <a:pt x="23810" y="9377"/>
                    <a:pt x="24035" y="9903"/>
                  </a:cubicBezTo>
                  <a:cubicBezTo>
                    <a:pt x="24064" y="9969"/>
                    <a:pt x="24098" y="10038"/>
                    <a:pt x="24130" y="10105"/>
                  </a:cubicBezTo>
                  <a:cubicBezTo>
                    <a:pt x="23169" y="11491"/>
                    <a:pt x="22173" y="12764"/>
                    <a:pt x="20937" y="13910"/>
                  </a:cubicBezTo>
                  <a:cubicBezTo>
                    <a:pt x="22077" y="12850"/>
                    <a:pt x="23010" y="10890"/>
                    <a:pt x="23694" y="9507"/>
                  </a:cubicBezTo>
                  <a:cubicBezTo>
                    <a:pt x="23759" y="9378"/>
                    <a:pt x="23655" y="9239"/>
                    <a:pt x="23538" y="9239"/>
                  </a:cubicBezTo>
                  <a:cubicBezTo>
                    <a:pt x="23498" y="9239"/>
                    <a:pt x="23456" y="9255"/>
                    <a:pt x="23420" y="9294"/>
                  </a:cubicBezTo>
                  <a:cubicBezTo>
                    <a:pt x="22222" y="10554"/>
                    <a:pt x="21095" y="11878"/>
                    <a:pt x="20046" y="13260"/>
                  </a:cubicBezTo>
                  <a:lnTo>
                    <a:pt x="20046" y="13260"/>
                  </a:lnTo>
                  <a:cubicBezTo>
                    <a:pt x="21050" y="11933"/>
                    <a:pt x="22463" y="10057"/>
                    <a:pt x="23414" y="8329"/>
                  </a:cubicBezTo>
                  <a:close/>
                  <a:moveTo>
                    <a:pt x="32950" y="11941"/>
                  </a:moveTo>
                  <a:cubicBezTo>
                    <a:pt x="32976" y="12137"/>
                    <a:pt x="33016" y="12331"/>
                    <a:pt x="33028" y="12533"/>
                  </a:cubicBezTo>
                  <a:cubicBezTo>
                    <a:pt x="33042" y="12755"/>
                    <a:pt x="33100" y="12974"/>
                    <a:pt x="33201" y="13174"/>
                  </a:cubicBezTo>
                  <a:cubicBezTo>
                    <a:pt x="33176" y="13161"/>
                    <a:pt x="33148" y="13155"/>
                    <a:pt x="33121" y="13155"/>
                  </a:cubicBezTo>
                  <a:cubicBezTo>
                    <a:pt x="33086" y="13155"/>
                    <a:pt x="33051" y="13165"/>
                    <a:pt x="33022" y="13188"/>
                  </a:cubicBezTo>
                  <a:cubicBezTo>
                    <a:pt x="32667" y="13474"/>
                    <a:pt x="32335" y="13794"/>
                    <a:pt x="31991" y="14100"/>
                  </a:cubicBezTo>
                  <a:cubicBezTo>
                    <a:pt x="32378" y="13396"/>
                    <a:pt x="32710" y="12677"/>
                    <a:pt x="32950" y="11941"/>
                  </a:cubicBezTo>
                  <a:close/>
                  <a:moveTo>
                    <a:pt x="49156" y="9696"/>
                  </a:moveTo>
                  <a:cubicBezTo>
                    <a:pt x="47790" y="11240"/>
                    <a:pt x="46398" y="12738"/>
                    <a:pt x="45119" y="14343"/>
                  </a:cubicBezTo>
                  <a:cubicBezTo>
                    <a:pt x="45246" y="14089"/>
                    <a:pt x="45341" y="13826"/>
                    <a:pt x="45364" y="13561"/>
                  </a:cubicBezTo>
                  <a:lnTo>
                    <a:pt x="45364" y="13563"/>
                  </a:lnTo>
                  <a:cubicBezTo>
                    <a:pt x="46623" y="12347"/>
                    <a:pt x="48532" y="10399"/>
                    <a:pt x="49156" y="9696"/>
                  </a:cubicBezTo>
                  <a:close/>
                  <a:moveTo>
                    <a:pt x="24309" y="10483"/>
                  </a:moveTo>
                  <a:cubicBezTo>
                    <a:pt x="24393" y="10650"/>
                    <a:pt x="24476" y="10815"/>
                    <a:pt x="24563" y="10985"/>
                  </a:cubicBezTo>
                  <a:cubicBezTo>
                    <a:pt x="24540" y="10994"/>
                    <a:pt x="24514" y="10994"/>
                    <a:pt x="24497" y="11017"/>
                  </a:cubicBezTo>
                  <a:cubicBezTo>
                    <a:pt x="23512" y="12172"/>
                    <a:pt x="22444" y="13237"/>
                    <a:pt x="21416" y="14352"/>
                  </a:cubicBezTo>
                  <a:lnTo>
                    <a:pt x="21416" y="14349"/>
                  </a:lnTo>
                  <a:cubicBezTo>
                    <a:pt x="22314" y="13376"/>
                    <a:pt x="23457" y="11932"/>
                    <a:pt x="24309" y="10483"/>
                  </a:cubicBezTo>
                  <a:close/>
                  <a:moveTo>
                    <a:pt x="25571" y="13240"/>
                  </a:moveTo>
                  <a:cubicBezTo>
                    <a:pt x="25620" y="13393"/>
                    <a:pt x="25660" y="13549"/>
                    <a:pt x="25692" y="13702"/>
                  </a:cubicBezTo>
                  <a:cubicBezTo>
                    <a:pt x="25311" y="13950"/>
                    <a:pt x="24944" y="14222"/>
                    <a:pt x="24595" y="14513"/>
                  </a:cubicBezTo>
                  <a:cubicBezTo>
                    <a:pt x="24921" y="14089"/>
                    <a:pt x="25250" y="13667"/>
                    <a:pt x="25571" y="13240"/>
                  </a:cubicBezTo>
                  <a:close/>
                  <a:moveTo>
                    <a:pt x="50113" y="9051"/>
                  </a:moveTo>
                  <a:cubicBezTo>
                    <a:pt x="50148" y="9089"/>
                    <a:pt x="50185" y="9129"/>
                    <a:pt x="50220" y="9169"/>
                  </a:cubicBezTo>
                  <a:cubicBezTo>
                    <a:pt x="48497" y="10942"/>
                    <a:pt x="46932" y="12852"/>
                    <a:pt x="45230" y="14643"/>
                  </a:cubicBezTo>
                  <a:lnTo>
                    <a:pt x="45230" y="14643"/>
                  </a:lnTo>
                  <a:cubicBezTo>
                    <a:pt x="46919" y="12863"/>
                    <a:pt x="48491" y="10895"/>
                    <a:pt x="50113" y="9051"/>
                  </a:cubicBezTo>
                  <a:close/>
                  <a:moveTo>
                    <a:pt x="31480" y="11443"/>
                  </a:moveTo>
                  <a:cubicBezTo>
                    <a:pt x="31564" y="11443"/>
                    <a:pt x="31101" y="12041"/>
                    <a:pt x="29627" y="13766"/>
                  </a:cubicBezTo>
                  <a:cubicBezTo>
                    <a:pt x="29370" y="14066"/>
                    <a:pt x="29096" y="14354"/>
                    <a:pt x="28830" y="14646"/>
                  </a:cubicBezTo>
                  <a:cubicBezTo>
                    <a:pt x="28856" y="14432"/>
                    <a:pt x="28868" y="14216"/>
                    <a:pt x="28862" y="13996"/>
                  </a:cubicBezTo>
                  <a:cubicBezTo>
                    <a:pt x="28862" y="13945"/>
                    <a:pt x="28833" y="13895"/>
                    <a:pt x="28784" y="13869"/>
                  </a:cubicBezTo>
                  <a:cubicBezTo>
                    <a:pt x="29811" y="12974"/>
                    <a:pt x="31345" y="11443"/>
                    <a:pt x="31480" y="11443"/>
                  </a:cubicBezTo>
                  <a:close/>
                  <a:moveTo>
                    <a:pt x="24722" y="11294"/>
                  </a:moveTo>
                  <a:cubicBezTo>
                    <a:pt x="24912" y="11667"/>
                    <a:pt x="25103" y="12045"/>
                    <a:pt x="25270" y="12423"/>
                  </a:cubicBezTo>
                  <a:cubicBezTo>
                    <a:pt x="25253" y="12435"/>
                    <a:pt x="25233" y="12435"/>
                    <a:pt x="25221" y="12452"/>
                  </a:cubicBezTo>
                  <a:cubicBezTo>
                    <a:pt x="24843" y="12992"/>
                    <a:pt x="24450" y="13523"/>
                    <a:pt x="24049" y="14040"/>
                  </a:cubicBezTo>
                  <a:lnTo>
                    <a:pt x="24049" y="14037"/>
                  </a:lnTo>
                  <a:cubicBezTo>
                    <a:pt x="23963" y="14118"/>
                    <a:pt x="23879" y="14201"/>
                    <a:pt x="23795" y="14285"/>
                  </a:cubicBezTo>
                  <a:cubicBezTo>
                    <a:pt x="24318" y="13613"/>
                    <a:pt x="24733" y="12920"/>
                    <a:pt x="25005" y="12051"/>
                  </a:cubicBezTo>
                  <a:cubicBezTo>
                    <a:pt x="25044" y="11920"/>
                    <a:pt x="24944" y="11837"/>
                    <a:pt x="24838" y="11837"/>
                  </a:cubicBezTo>
                  <a:cubicBezTo>
                    <a:pt x="24781" y="11837"/>
                    <a:pt x="24723" y="11861"/>
                    <a:pt x="24684" y="11915"/>
                  </a:cubicBezTo>
                  <a:cubicBezTo>
                    <a:pt x="24174" y="12627"/>
                    <a:pt x="22457" y="14287"/>
                    <a:pt x="22168" y="14809"/>
                  </a:cubicBezTo>
                  <a:lnTo>
                    <a:pt x="22168" y="14809"/>
                  </a:lnTo>
                  <a:cubicBezTo>
                    <a:pt x="22858" y="13559"/>
                    <a:pt x="23897" y="12460"/>
                    <a:pt x="24722" y="11294"/>
                  </a:cubicBezTo>
                  <a:close/>
                  <a:moveTo>
                    <a:pt x="46314" y="5099"/>
                  </a:moveTo>
                  <a:cubicBezTo>
                    <a:pt x="46374" y="5194"/>
                    <a:pt x="46421" y="5298"/>
                    <a:pt x="46475" y="5396"/>
                  </a:cubicBezTo>
                  <a:cubicBezTo>
                    <a:pt x="46444" y="5396"/>
                    <a:pt x="46415" y="5411"/>
                    <a:pt x="46395" y="5437"/>
                  </a:cubicBezTo>
                  <a:cubicBezTo>
                    <a:pt x="43831" y="8751"/>
                    <a:pt x="41166" y="11973"/>
                    <a:pt x="38458" y="15157"/>
                  </a:cubicBezTo>
                  <a:cubicBezTo>
                    <a:pt x="38553" y="14969"/>
                    <a:pt x="38626" y="14770"/>
                    <a:pt x="38675" y="14562"/>
                  </a:cubicBezTo>
                  <a:cubicBezTo>
                    <a:pt x="38779" y="14106"/>
                    <a:pt x="38813" y="13636"/>
                    <a:pt x="38779" y="13171"/>
                  </a:cubicBezTo>
                  <a:cubicBezTo>
                    <a:pt x="41692" y="10881"/>
                    <a:pt x="44232" y="8159"/>
                    <a:pt x="46314" y="5099"/>
                  </a:cubicBezTo>
                  <a:close/>
                  <a:moveTo>
                    <a:pt x="33737" y="7939"/>
                  </a:moveTo>
                  <a:cubicBezTo>
                    <a:pt x="34643" y="7939"/>
                    <a:pt x="35313" y="8946"/>
                    <a:pt x="35537" y="10038"/>
                  </a:cubicBezTo>
                  <a:cubicBezTo>
                    <a:pt x="35603" y="10365"/>
                    <a:pt x="35727" y="10653"/>
                    <a:pt x="36004" y="10853"/>
                  </a:cubicBezTo>
                  <a:cubicBezTo>
                    <a:pt x="36434" y="11159"/>
                    <a:pt x="36891" y="11430"/>
                    <a:pt x="37384" y="11620"/>
                  </a:cubicBezTo>
                  <a:cubicBezTo>
                    <a:pt x="38383" y="12004"/>
                    <a:pt x="38331" y="12790"/>
                    <a:pt x="38325" y="13797"/>
                  </a:cubicBezTo>
                  <a:cubicBezTo>
                    <a:pt x="38325" y="14045"/>
                    <a:pt x="38215" y="15462"/>
                    <a:pt x="37565" y="15462"/>
                  </a:cubicBezTo>
                  <a:cubicBezTo>
                    <a:pt x="37367" y="15462"/>
                    <a:pt x="37120" y="15331"/>
                    <a:pt x="36810" y="14995"/>
                  </a:cubicBezTo>
                  <a:cubicBezTo>
                    <a:pt x="36680" y="14854"/>
                    <a:pt x="36356" y="14406"/>
                    <a:pt x="36195" y="14213"/>
                  </a:cubicBezTo>
                  <a:cubicBezTo>
                    <a:pt x="35744" y="13670"/>
                    <a:pt x="34916" y="13916"/>
                    <a:pt x="34318" y="13656"/>
                  </a:cubicBezTo>
                  <a:cubicBezTo>
                    <a:pt x="33270" y="13200"/>
                    <a:pt x="33458" y="12131"/>
                    <a:pt x="33325" y="11199"/>
                  </a:cubicBezTo>
                  <a:cubicBezTo>
                    <a:pt x="33198" y="10284"/>
                    <a:pt x="32742" y="9429"/>
                    <a:pt x="32488" y="8537"/>
                  </a:cubicBezTo>
                  <a:cubicBezTo>
                    <a:pt x="32935" y="8116"/>
                    <a:pt x="33357" y="7939"/>
                    <a:pt x="33737" y="7939"/>
                  </a:cubicBezTo>
                  <a:close/>
                  <a:moveTo>
                    <a:pt x="50448" y="9438"/>
                  </a:moveTo>
                  <a:cubicBezTo>
                    <a:pt x="50540" y="9548"/>
                    <a:pt x="50633" y="9657"/>
                    <a:pt x="50722" y="9770"/>
                  </a:cubicBezTo>
                  <a:cubicBezTo>
                    <a:pt x="50024" y="10613"/>
                    <a:pt x="49334" y="11462"/>
                    <a:pt x="48641" y="12308"/>
                  </a:cubicBezTo>
                  <a:cubicBezTo>
                    <a:pt x="48118" y="12951"/>
                    <a:pt x="47572" y="13575"/>
                    <a:pt x="47004" y="14178"/>
                  </a:cubicBezTo>
                  <a:cubicBezTo>
                    <a:pt x="46490" y="14834"/>
                    <a:pt x="45817" y="15348"/>
                    <a:pt x="45052" y="15674"/>
                  </a:cubicBezTo>
                  <a:cubicBezTo>
                    <a:pt x="45335" y="15114"/>
                    <a:pt x="45705" y="14600"/>
                    <a:pt x="46109" y="14112"/>
                  </a:cubicBezTo>
                  <a:cubicBezTo>
                    <a:pt x="46426" y="13774"/>
                    <a:pt x="46744" y="13442"/>
                    <a:pt x="47059" y="13093"/>
                  </a:cubicBezTo>
                  <a:cubicBezTo>
                    <a:pt x="47096" y="13050"/>
                    <a:pt x="47180" y="12951"/>
                    <a:pt x="47295" y="12819"/>
                  </a:cubicBezTo>
                  <a:cubicBezTo>
                    <a:pt x="48392" y="11727"/>
                    <a:pt x="49570" y="10676"/>
                    <a:pt x="50448" y="9438"/>
                  </a:cubicBezTo>
                  <a:close/>
                  <a:moveTo>
                    <a:pt x="50927" y="10021"/>
                  </a:moveTo>
                  <a:lnTo>
                    <a:pt x="50927" y="10024"/>
                  </a:lnTo>
                  <a:cubicBezTo>
                    <a:pt x="51074" y="10212"/>
                    <a:pt x="51222" y="10402"/>
                    <a:pt x="51366" y="10598"/>
                  </a:cubicBezTo>
                  <a:cubicBezTo>
                    <a:pt x="51360" y="10601"/>
                    <a:pt x="51354" y="10598"/>
                    <a:pt x="51349" y="10607"/>
                  </a:cubicBezTo>
                  <a:cubicBezTo>
                    <a:pt x="50384" y="11693"/>
                    <a:pt x="49391" y="12735"/>
                    <a:pt x="48358" y="13760"/>
                  </a:cubicBezTo>
                  <a:cubicBezTo>
                    <a:pt x="48166" y="13951"/>
                    <a:pt x="46433" y="15850"/>
                    <a:pt x="46337" y="15850"/>
                  </a:cubicBezTo>
                  <a:cubicBezTo>
                    <a:pt x="46302" y="15850"/>
                    <a:pt x="46492" y="15588"/>
                    <a:pt x="47070" y="14880"/>
                  </a:cubicBezTo>
                  <a:cubicBezTo>
                    <a:pt x="48387" y="13269"/>
                    <a:pt x="49720" y="11713"/>
                    <a:pt x="50927" y="10021"/>
                  </a:cubicBezTo>
                  <a:close/>
                  <a:moveTo>
                    <a:pt x="51548" y="10844"/>
                  </a:moveTo>
                  <a:cubicBezTo>
                    <a:pt x="51655" y="10991"/>
                    <a:pt x="51764" y="11141"/>
                    <a:pt x="51871" y="11294"/>
                  </a:cubicBezTo>
                  <a:cubicBezTo>
                    <a:pt x="50361" y="13032"/>
                    <a:pt x="48467" y="14811"/>
                    <a:pt x="47030" y="16286"/>
                  </a:cubicBezTo>
                  <a:cubicBezTo>
                    <a:pt x="48678" y="14594"/>
                    <a:pt x="50145" y="12741"/>
                    <a:pt x="51548" y="10844"/>
                  </a:cubicBezTo>
                  <a:close/>
                  <a:moveTo>
                    <a:pt x="25778" y="14297"/>
                  </a:moveTo>
                  <a:lnTo>
                    <a:pt x="25778" y="14297"/>
                  </a:lnTo>
                  <a:cubicBezTo>
                    <a:pt x="25781" y="14481"/>
                    <a:pt x="25776" y="14704"/>
                    <a:pt x="25767" y="14946"/>
                  </a:cubicBezTo>
                  <a:cubicBezTo>
                    <a:pt x="25369" y="15466"/>
                    <a:pt x="24959" y="15977"/>
                    <a:pt x="24557" y="16497"/>
                  </a:cubicBezTo>
                  <a:cubicBezTo>
                    <a:pt x="25022" y="15798"/>
                    <a:pt x="25432" y="15062"/>
                    <a:pt x="25778" y="14297"/>
                  </a:cubicBezTo>
                  <a:close/>
                  <a:moveTo>
                    <a:pt x="41186" y="13592"/>
                  </a:moveTo>
                  <a:lnTo>
                    <a:pt x="41186" y="13592"/>
                  </a:lnTo>
                  <a:cubicBezTo>
                    <a:pt x="41005" y="14323"/>
                    <a:pt x="40906" y="15091"/>
                    <a:pt x="40843" y="15864"/>
                  </a:cubicBezTo>
                  <a:lnTo>
                    <a:pt x="40840" y="15864"/>
                  </a:lnTo>
                  <a:cubicBezTo>
                    <a:pt x="40820" y="15853"/>
                    <a:pt x="40797" y="15848"/>
                    <a:pt x="40775" y="15848"/>
                  </a:cubicBezTo>
                  <a:cubicBezTo>
                    <a:pt x="40740" y="15848"/>
                    <a:pt x="40705" y="15861"/>
                    <a:pt x="40678" y="15887"/>
                  </a:cubicBezTo>
                  <a:cubicBezTo>
                    <a:pt x="40392" y="16176"/>
                    <a:pt x="40118" y="16479"/>
                    <a:pt x="39844" y="16782"/>
                  </a:cubicBezTo>
                  <a:cubicBezTo>
                    <a:pt x="40225" y="16168"/>
                    <a:pt x="40586" y="15541"/>
                    <a:pt x="40912" y="14883"/>
                  </a:cubicBezTo>
                  <a:cubicBezTo>
                    <a:pt x="40979" y="14771"/>
                    <a:pt x="40886" y="14657"/>
                    <a:pt x="40784" y="14657"/>
                  </a:cubicBezTo>
                  <a:cubicBezTo>
                    <a:pt x="40749" y="14657"/>
                    <a:pt x="40713" y="14670"/>
                    <a:pt x="40681" y="14701"/>
                  </a:cubicBezTo>
                  <a:cubicBezTo>
                    <a:pt x="40265" y="15076"/>
                    <a:pt x="39870" y="15472"/>
                    <a:pt x="39498" y="15893"/>
                  </a:cubicBezTo>
                  <a:cubicBezTo>
                    <a:pt x="40069" y="15131"/>
                    <a:pt x="40632" y="14366"/>
                    <a:pt x="41186" y="13592"/>
                  </a:cubicBezTo>
                  <a:close/>
                  <a:moveTo>
                    <a:pt x="32120" y="14295"/>
                  </a:moveTo>
                  <a:cubicBezTo>
                    <a:pt x="32271" y="14295"/>
                    <a:pt x="30475" y="16489"/>
                    <a:pt x="30239" y="16762"/>
                  </a:cubicBezTo>
                  <a:cubicBezTo>
                    <a:pt x="30158" y="16858"/>
                    <a:pt x="30071" y="16950"/>
                    <a:pt x="29988" y="17042"/>
                  </a:cubicBezTo>
                  <a:cubicBezTo>
                    <a:pt x="30585" y="16306"/>
                    <a:pt x="31137" y="15529"/>
                    <a:pt x="31636" y="14721"/>
                  </a:cubicBezTo>
                  <a:cubicBezTo>
                    <a:pt x="31939" y="14419"/>
                    <a:pt x="32084" y="14295"/>
                    <a:pt x="32120" y="14295"/>
                  </a:cubicBezTo>
                  <a:close/>
                  <a:moveTo>
                    <a:pt x="35233" y="14262"/>
                  </a:moveTo>
                  <a:cubicBezTo>
                    <a:pt x="35467" y="14279"/>
                    <a:pt x="35695" y="14326"/>
                    <a:pt x="35895" y="14510"/>
                  </a:cubicBezTo>
                  <a:cubicBezTo>
                    <a:pt x="35912" y="14528"/>
                    <a:pt x="35941" y="14565"/>
                    <a:pt x="35967" y="14597"/>
                  </a:cubicBezTo>
                  <a:cubicBezTo>
                    <a:pt x="35961" y="14600"/>
                    <a:pt x="35952" y="14597"/>
                    <a:pt x="35946" y="14603"/>
                  </a:cubicBezTo>
                  <a:cubicBezTo>
                    <a:pt x="35086" y="15498"/>
                    <a:pt x="34255" y="16419"/>
                    <a:pt x="33438" y="17345"/>
                  </a:cubicBezTo>
                  <a:cubicBezTo>
                    <a:pt x="34081" y="16393"/>
                    <a:pt x="34694" y="15411"/>
                    <a:pt x="35222" y="14354"/>
                  </a:cubicBezTo>
                  <a:cubicBezTo>
                    <a:pt x="35233" y="14326"/>
                    <a:pt x="35236" y="14294"/>
                    <a:pt x="35233" y="14262"/>
                  </a:cubicBezTo>
                  <a:close/>
                  <a:moveTo>
                    <a:pt x="52480" y="12189"/>
                  </a:moveTo>
                  <a:cubicBezTo>
                    <a:pt x="52654" y="12446"/>
                    <a:pt x="52824" y="12709"/>
                    <a:pt x="52991" y="12972"/>
                  </a:cubicBezTo>
                  <a:lnTo>
                    <a:pt x="52991" y="12974"/>
                  </a:lnTo>
                  <a:cubicBezTo>
                    <a:pt x="52983" y="12980"/>
                    <a:pt x="52974" y="12974"/>
                    <a:pt x="52965" y="12983"/>
                  </a:cubicBezTo>
                  <a:cubicBezTo>
                    <a:pt x="51323" y="14311"/>
                    <a:pt x="49160" y="16084"/>
                    <a:pt x="47847" y="17692"/>
                  </a:cubicBezTo>
                  <a:cubicBezTo>
                    <a:pt x="49374" y="15821"/>
                    <a:pt x="51060" y="14138"/>
                    <a:pt x="52480" y="12189"/>
                  </a:cubicBezTo>
                  <a:close/>
                  <a:moveTo>
                    <a:pt x="50610" y="11894"/>
                  </a:moveTo>
                  <a:lnTo>
                    <a:pt x="50610" y="11894"/>
                  </a:lnTo>
                  <a:cubicBezTo>
                    <a:pt x="48990" y="13587"/>
                    <a:pt x="47496" y="15393"/>
                    <a:pt x="45860" y="17080"/>
                  </a:cubicBezTo>
                  <a:cubicBezTo>
                    <a:pt x="45760" y="17183"/>
                    <a:pt x="45852" y="17317"/>
                    <a:pt x="45963" y="17317"/>
                  </a:cubicBezTo>
                  <a:cubicBezTo>
                    <a:pt x="45995" y="17317"/>
                    <a:pt x="46029" y="17306"/>
                    <a:pt x="46060" y="17279"/>
                  </a:cubicBezTo>
                  <a:cubicBezTo>
                    <a:pt x="47870" y="15737"/>
                    <a:pt x="49622" y="14176"/>
                    <a:pt x="51262" y="12449"/>
                  </a:cubicBezTo>
                  <a:lnTo>
                    <a:pt x="51262" y="12449"/>
                  </a:lnTo>
                  <a:cubicBezTo>
                    <a:pt x="49680" y="14115"/>
                    <a:pt x="48187" y="15801"/>
                    <a:pt x="46802" y="17643"/>
                  </a:cubicBezTo>
                  <a:cubicBezTo>
                    <a:pt x="46779" y="17669"/>
                    <a:pt x="46773" y="17706"/>
                    <a:pt x="46781" y="17738"/>
                  </a:cubicBezTo>
                  <a:cubicBezTo>
                    <a:pt x="46221" y="17464"/>
                    <a:pt x="45517" y="17279"/>
                    <a:pt x="45121" y="17048"/>
                  </a:cubicBezTo>
                  <a:cubicBezTo>
                    <a:pt x="44876" y="16904"/>
                    <a:pt x="44706" y="16759"/>
                    <a:pt x="44587" y="16609"/>
                  </a:cubicBezTo>
                  <a:cubicBezTo>
                    <a:pt x="45462" y="15994"/>
                    <a:pt x="46239" y="15301"/>
                    <a:pt x="46975" y="14562"/>
                  </a:cubicBezTo>
                  <a:lnTo>
                    <a:pt x="46975" y="14562"/>
                  </a:lnTo>
                  <a:cubicBezTo>
                    <a:pt x="46369" y="15296"/>
                    <a:pt x="45762" y="16026"/>
                    <a:pt x="45182" y="16780"/>
                  </a:cubicBezTo>
                  <a:cubicBezTo>
                    <a:pt x="45099" y="16885"/>
                    <a:pt x="45209" y="17000"/>
                    <a:pt x="45319" y="17000"/>
                  </a:cubicBezTo>
                  <a:cubicBezTo>
                    <a:pt x="45354" y="17000"/>
                    <a:pt x="45390" y="16989"/>
                    <a:pt x="45419" y="16961"/>
                  </a:cubicBezTo>
                  <a:cubicBezTo>
                    <a:pt x="47181" y="15303"/>
                    <a:pt x="48934" y="13645"/>
                    <a:pt x="50610" y="11894"/>
                  </a:cubicBezTo>
                  <a:close/>
                  <a:moveTo>
                    <a:pt x="50353" y="13991"/>
                  </a:moveTo>
                  <a:lnTo>
                    <a:pt x="50353" y="13991"/>
                  </a:lnTo>
                  <a:cubicBezTo>
                    <a:pt x="49342" y="15192"/>
                    <a:pt x="48219" y="16713"/>
                    <a:pt x="47203" y="17998"/>
                  </a:cubicBezTo>
                  <a:cubicBezTo>
                    <a:pt x="47134" y="17943"/>
                    <a:pt x="47059" y="17891"/>
                    <a:pt x="46984" y="17845"/>
                  </a:cubicBezTo>
                  <a:lnTo>
                    <a:pt x="46981" y="17845"/>
                  </a:lnTo>
                  <a:cubicBezTo>
                    <a:pt x="46998" y="17839"/>
                    <a:pt x="47018" y="17839"/>
                    <a:pt x="47033" y="17822"/>
                  </a:cubicBezTo>
                  <a:cubicBezTo>
                    <a:pt x="48161" y="16563"/>
                    <a:pt x="49232" y="15255"/>
                    <a:pt x="50353" y="13991"/>
                  </a:cubicBezTo>
                  <a:close/>
                  <a:moveTo>
                    <a:pt x="49614" y="16476"/>
                  </a:moveTo>
                  <a:lnTo>
                    <a:pt x="49614" y="16476"/>
                  </a:lnTo>
                  <a:cubicBezTo>
                    <a:pt x="48950" y="17233"/>
                    <a:pt x="48300" y="18007"/>
                    <a:pt x="47665" y="18789"/>
                  </a:cubicBezTo>
                  <a:cubicBezTo>
                    <a:pt x="47645" y="18635"/>
                    <a:pt x="47597" y="18486"/>
                    <a:pt x="47517" y="18351"/>
                  </a:cubicBezTo>
                  <a:lnTo>
                    <a:pt x="47517" y="18351"/>
                  </a:lnTo>
                  <a:cubicBezTo>
                    <a:pt x="48244" y="17817"/>
                    <a:pt x="48956" y="17151"/>
                    <a:pt x="49614" y="16476"/>
                  </a:cubicBezTo>
                  <a:close/>
                  <a:moveTo>
                    <a:pt x="26203" y="16448"/>
                  </a:moveTo>
                  <a:cubicBezTo>
                    <a:pt x="26343" y="16546"/>
                    <a:pt x="26506" y="16598"/>
                    <a:pt x="26675" y="16598"/>
                  </a:cubicBezTo>
                  <a:cubicBezTo>
                    <a:pt x="26684" y="16598"/>
                    <a:pt x="26693" y="16598"/>
                    <a:pt x="26702" y="16598"/>
                  </a:cubicBezTo>
                  <a:cubicBezTo>
                    <a:pt x="26809" y="16595"/>
                    <a:pt x="26916" y="16583"/>
                    <a:pt x="27020" y="16569"/>
                  </a:cubicBezTo>
                  <a:lnTo>
                    <a:pt x="27020" y="16569"/>
                  </a:lnTo>
                  <a:cubicBezTo>
                    <a:pt x="25963" y="17651"/>
                    <a:pt x="24895" y="18728"/>
                    <a:pt x="23856" y="19825"/>
                  </a:cubicBezTo>
                  <a:cubicBezTo>
                    <a:pt x="24664" y="18717"/>
                    <a:pt x="25452" y="17594"/>
                    <a:pt x="26203" y="16448"/>
                  </a:cubicBezTo>
                  <a:close/>
                  <a:moveTo>
                    <a:pt x="53144" y="13223"/>
                  </a:moveTo>
                  <a:cubicBezTo>
                    <a:pt x="53243" y="13370"/>
                    <a:pt x="53341" y="13523"/>
                    <a:pt x="53433" y="13673"/>
                  </a:cubicBezTo>
                  <a:lnTo>
                    <a:pt x="53433" y="13676"/>
                  </a:lnTo>
                  <a:cubicBezTo>
                    <a:pt x="52070" y="14871"/>
                    <a:pt x="50887" y="16225"/>
                    <a:pt x="49726" y="17602"/>
                  </a:cubicBezTo>
                  <a:cubicBezTo>
                    <a:pt x="48759" y="18552"/>
                    <a:pt x="47812" y="19528"/>
                    <a:pt x="46932" y="20547"/>
                  </a:cubicBezTo>
                  <a:cubicBezTo>
                    <a:pt x="46981" y="20475"/>
                    <a:pt x="47030" y="20400"/>
                    <a:pt x="47079" y="20336"/>
                  </a:cubicBezTo>
                  <a:cubicBezTo>
                    <a:pt x="47269" y="20074"/>
                    <a:pt x="47454" y="19773"/>
                    <a:pt x="47567" y="19462"/>
                  </a:cubicBezTo>
                  <a:cubicBezTo>
                    <a:pt x="47887" y="19069"/>
                    <a:pt x="48210" y="18679"/>
                    <a:pt x="48531" y="18287"/>
                  </a:cubicBezTo>
                  <a:cubicBezTo>
                    <a:pt x="49983" y="16514"/>
                    <a:pt x="51507" y="14822"/>
                    <a:pt x="53144" y="13223"/>
                  </a:cubicBezTo>
                  <a:close/>
                  <a:moveTo>
                    <a:pt x="28169" y="16560"/>
                  </a:moveTo>
                  <a:lnTo>
                    <a:pt x="28169" y="16560"/>
                  </a:lnTo>
                  <a:cubicBezTo>
                    <a:pt x="26812" y="18131"/>
                    <a:pt x="25415" y="19669"/>
                    <a:pt x="24003" y="21197"/>
                  </a:cubicBezTo>
                  <a:cubicBezTo>
                    <a:pt x="25129" y="19770"/>
                    <a:pt x="26304" y="18388"/>
                    <a:pt x="27600" y="17112"/>
                  </a:cubicBezTo>
                  <a:cubicBezTo>
                    <a:pt x="27788" y="16927"/>
                    <a:pt x="27978" y="16745"/>
                    <a:pt x="28169" y="16560"/>
                  </a:cubicBezTo>
                  <a:close/>
                  <a:moveTo>
                    <a:pt x="55259" y="16718"/>
                  </a:moveTo>
                  <a:lnTo>
                    <a:pt x="55259" y="16718"/>
                  </a:lnTo>
                  <a:cubicBezTo>
                    <a:pt x="55391" y="16940"/>
                    <a:pt x="55524" y="17159"/>
                    <a:pt x="55650" y="17369"/>
                  </a:cubicBezTo>
                  <a:cubicBezTo>
                    <a:pt x="55691" y="17435"/>
                    <a:pt x="55714" y="17501"/>
                    <a:pt x="55748" y="17571"/>
                  </a:cubicBezTo>
                  <a:cubicBezTo>
                    <a:pt x="55746" y="17570"/>
                    <a:pt x="55743" y="17570"/>
                    <a:pt x="55740" y="17570"/>
                  </a:cubicBezTo>
                  <a:cubicBezTo>
                    <a:pt x="55708" y="17570"/>
                    <a:pt x="55677" y="17584"/>
                    <a:pt x="55650" y="17605"/>
                  </a:cubicBezTo>
                  <a:cubicBezTo>
                    <a:pt x="54317" y="18850"/>
                    <a:pt x="52974" y="20403"/>
                    <a:pt x="51712" y="21809"/>
                  </a:cubicBezTo>
                  <a:cubicBezTo>
                    <a:pt x="53078" y="20250"/>
                    <a:pt x="54296" y="18569"/>
                    <a:pt x="55258" y="16722"/>
                  </a:cubicBezTo>
                  <a:cubicBezTo>
                    <a:pt x="55259" y="16721"/>
                    <a:pt x="55259" y="16720"/>
                    <a:pt x="55259" y="16718"/>
                  </a:cubicBezTo>
                  <a:close/>
                  <a:moveTo>
                    <a:pt x="40667" y="18353"/>
                  </a:moveTo>
                  <a:lnTo>
                    <a:pt x="40667" y="18353"/>
                  </a:lnTo>
                  <a:cubicBezTo>
                    <a:pt x="40632" y="18731"/>
                    <a:pt x="40592" y="19135"/>
                    <a:pt x="40563" y="19551"/>
                  </a:cubicBezTo>
                  <a:cubicBezTo>
                    <a:pt x="39942" y="20169"/>
                    <a:pt x="39313" y="20781"/>
                    <a:pt x="38698" y="21407"/>
                  </a:cubicBezTo>
                  <a:lnTo>
                    <a:pt x="38695" y="21407"/>
                  </a:lnTo>
                  <a:cubicBezTo>
                    <a:pt x="38539" y="21566"/>
                    <a:pt x="38389" y="21728"/>
                    <a:pt x="38239" y="21890"/>
                  </a:cubicBezTo>
                  <a:cubicBezTo>
                    <a:pt x="39059" y="20720"/>
                    <a:pt x="39959" y="19606"/>
                    <a:pt x="40667" y="18353"/>
                  </a:cubicBezTo>
                  <a:close/>
                  <a:moveTo>
                    <a:pt x="54100" y="14773"/>
                  </a:moveTo>
                  <a:cubicBezTo>
                    <a:pt x="54279" y="15065"/>
                    <a:pt x="54452" y="15353"/>
                    <a:pt x="54623" y="15639"/>
                  </a:cubicBezTo>
                  <a:lnTo>
                    <a:pt x="54620" y="15642"/>
                  </a:lnTo>
                  <a:cubicBezTo>
                    <a:pt x="54605" y="15651"/>
                    <a:pt x="54588" y="15651"/>
                    <a:pt x="54576" y="15668"/>
                  </a:cubicBezTo>
                  <a:cubicBezTo>
                    <a:pt x="52665" y="18131"/>
                    <a:pt x="49972" y="19753"/>
                    <a:pt x="48020" y="22077"/>
                  </a:cubicBezTo>
                  <a:cubicBezTo>
                    <a:pt x="50075" y="19629"/>
                    <a:pt x="52307" y="17426"/>
                    <a:pt x="54100" y="14773"/>
                  </a:cubicBezTo>
                  <a:close/>
                  <a:moveTo>
                    <a:pt x="40814" y="16222"/>
                  </a:moveTo>
                  <a:cubicBezTo>
                    <a:pt x="40774" y="16788"/>
                    <a:pt x="40742" y="17351"/>
                    <a:pt x="40701" y="17897"/>
                  </a:cubicBezTo>
                  <a:cubicBezTo>
                    <a:pt x="40688" y="17892"/>
                    <a:pt x="40675" y="17890"/>
                    <a:pt x="40662" y="17890"/>
                  </a:cubicBezTo>
                  <a:cubicBezTo>
                    <a:pt x="40628" y="17890"/>
                    <a:pt x="40594" y="17905"/>
                    <a:pt x="40571" y="17934"/>
                  </a:cubicBezTo>
                  <a:cubicBezTo>
                    <a:pt x="39408" y="19248"/>
                    <a:pt x="38484" y="20781"/>
                    <a:pt x="37315" y="22086"/>
                  </a:cubicBezTo>
                  <a:lnTo>
                    <a:pt x="37312" y="22086"/>
                  </a:lnTo>
                  <a:cubicBezTo>
                    <a:pt x="38484" y="20616"/>
                    <a:pt x="39596" y="19098"/>
                    <a:pt x="40595" y="17472"/>
                  </a:cubicBezTo>
                  <a:cubicBezTo>
                    <a:pt x="40664" y="17360"/>
                    <a:pt x="40562" y="17238"/>
                    <a:pt x="40455" y="17238"/>
                  </a:cubicBezTo>
                  <a:cubicBezTo>
                    <a:pt x="40419" y="17238"/>
                    <a:pt x="40383" y="17252"/>
                    <a:pt x="40352" y="17285"/>
                  </a:cubicBezTo>
                  <a:cubicBezTo>
                    <a:pt x="39959" y="17718"/>
                    <a:pt x="39587" y="18168"/>
                    <a:pt x="39223" y="18621"/>
                  </a:cubicBezTo>
                  <a:cubicBezTo>
                    <a:pt x="39772" y="17839"/>
                    <a:pt x="40303" y="17039"/>
                    <a:pt x="40814" y="16222"/>
                  </a:cubicBezTo>
                  <a:close/>
                  <a:moveTo>
                    <a:pt x="39772" y="15789"/>
                  </a:moveTo>
                  <a:lnTo>
                    <a:pt x="39772" y="15789"/>
                  </a:lnTo>
                  <a:cubicBezTo>
                    <a:pt x="39799" y="15789"/>
                    <a:pt x="37608" y="19396"/>
                    <a:pt x="37656" y="19396"/>
                  </a:cubicBezTo>
                  <a:cubicBezTo>
                    <a:pt x="37656" y="19396"/>
                    <a:pt x="37656" y="19396"/>
                    <a:pt x="37656" y="19396"/>
                  </a:cubicBezTo>
                  <a:lnTo>
                    <a:pt x="37656" y="19396"/>
                  </a:lnTo>
                  <a:cubicBezTo>
                    <a:pt x="36820" y="20466"/>
                    <a:pt x="35915" y="21482"/>
                    <a:pt x="35000" y="22493"/>
                  </a:cubicBezTo>
                  <a:cubicBezTo>
                    <a:pt x="35871" y="21402"/>
                    <a:pt x="36732" y="20302"/>
                    <a:pt x="37578" y="19193"/>
                  </a:cubicBezTo>
                  <a:cubicBezTo>
                    <a:pt x="38106" y="18440"/>
                    <a:pt x="38608" y="17666"/>
                    <a:pt x="39082" y="16875"/>
                  </a:cubicBezTo>
                  <a:cubicBezTo>
                    <a:pt x="39571" y="16092"/>
                    <a:pt x="39765" y="15789"/>
                    <a:pt x="39772" y="15789"/>
                  </a:cubicBezTo>
                  <a:close/>
                  <a:moveTo>
                    <a:pt x="54787" y="15925"/>
                  </a:moveTo>
                  <a:lnTo>
                    <a:pt x="55119" y="16479"/>
                  </a:lnTo>
                  <a:cubicBezTo>
                    <a:pt x="55116" y="16479"/>
                    <a:pt x="55114" y="16479"/>
                    <a:pt x="55111" y="16479"/>
                  </a:cubicBezTo>
                  <a:cubicBezTo>
                    <a:pt x="55070" y="16479"/>
                    <a:pt x="55031" y="16499"/>
                    <a:pt x="55006" y="16528"/>
                  </a:cubicBezTo>
                  <a:cubicBezTo>
                    <a:pt x="53153" y="18649"/>
                    <a:pt x="51018" y="20606"/>
                    <a:pt x="49180" y="22668"/>
                  </a:cubicBezTo>
                  <a:lnTo>
                    <a:pt x="49180" y="22668"/>
                  </a:lnTo>
                  <a:cubicBezTo>
                    <a:pt x="51159" y="20447"/>
                    <a:pt x="53282" y="18525"/>
                    <a:pt x="54787" y="15925"/>
                  </a:cubicBezTo>
                  <a:close/>
                  <a:moveTo>
                    <a:pt x="36137" y="14805"/>
                  </a:moveTo>
                  <a:cubicBezTo>
                    <a:pt x="36276" y="14981"/>
                    <a:pt x="36426" y="15186"/>
                    <a:pt x="36509" y="15293"/>
                  </a:cubicBezTo>
                  <a:cubicBezTo>
                    <a:pt x="36559" y="15356"/>
                    <a:pt x="36613" y="15417"/>
                    <a:pt x="36674" y="15469"/>
                  </a:cubicBezTo>
                  <a:cubicBezTo>
                    <a:pt x="34696" y="17178"/>
                    <a:pt x="33296" y="19545"/>
                    <a:pt x="31512" y="21442"/>
                  </a:cubicBezTo>
                  <a:cubicBezTo>
                    <a:pt x="31079" y="21907"/>
                    <a:pt x="30655" y="22377"/>
                    <a:pt x="30227" y="22848"/>
                  </a:cubicBezTo>
                  <a:cubicBezTo>
                    <a:pt x="32369" y="20258"/>
                    <a:pt x="34428" y="17623"/>
                    <a:pt x="36137" y="14805"/>
                  </a:cubicBezTo>
                  <a:close/>
                  <a:moveTo>
                    <a:pt x="49735" y="19742"/>
                  </a:moveTo>
                  <a:lnTo>
                    <a:pt x="49735" y="19742"/>
                  </a:lnTo>
                  <a:cubicBezTo>
                    <a:pt x="48788" y="20781"/>
                    <a:pt x="47829" y="21809"/>
                    <a:pt x="46923" y="22886"/>
                  </a:cubicBezTo>
                  <a:cubicBezTo>
                    <a:pt x="46914" y="22900"/>
                    <a:pt x="46914" y="22917"/>
                    <a:pt x="46908" y="22935"/>
                  </a:cubicBezTo>
                  <a:cubicBezTo>
                    <a:pt x="46833" y="22909"/>
                    <a:pt x="46761" y="22891"/>
                    <a:pt x="46683" y="22874"/>
                  </a:cubicBezTo>
                  <a:cubicBezTo>
                    <a:pt x="46595" y="22863"/>
                    <a:pt x="46508" y="22857"/>
                    <a:pt x="46420" y="22857"/>
                  </a:cubicBezTo>
                  <a:cubicBezTo>
                    <a:pt x="46389" y="22857"/>
                    <a:pt x="46359" y="22858"/>
                    <a:pt x="46328" y="22860"/>
                  </a:cubicBezTo>
                  <a:cubicBezTo>
                    <a:pt x="47509" y="21869"/>
                    <a:pt x="48641" y="20824"/>
                    <a:pt x="49735" y="19742"/>
                  </a:cubicBezTo>
                  <a:close/>
                  <a:moveTo>
                    <a:pt x="53624" y="13985"/>
                  </a:moveTo>
                  <a:cubicBezTo>
                    <a:pt x="53730" y="14155"/>
                    <a:pt x="53834" y="14326"/>
                    <a:pt x="53938" y="14496"/>
                  </a:cubicBezTo>
                  <a:lnTo>
                    <a:pt x="53938" y="14499"/>
                  </a:lnTo>
                  <a:cubicBezTo>
                    <a:pt x="53927" y="14507"/>
                    <a:pt x="53915" y="14507"/>
                    <a:pt x="53909" y="14516"/>
                  </a:cubicBezTo>
                  <a:cubicBezTo>
                    <a:pt x="52527" y="16344"/>
                    <a:pt x="51057" y="18012"/>
                    <a:pt x="49461" y="19643"/>
                  </a:cubicBezTo>
                  <a:cubicBezTo>
                    <a:pt x="48836" y="20281"/>
                    <a:pt x="45783" y="23189"/>
                    <a:pt x="45405" y="23189"/>
                  </a:cubicBezTo>
                  <a:cubicBezTo>
                    <a:pt x="45271" y="23189"/>
                    <a:pt x="45473" y="22825"/>
                    <a:pt x="46236" y="21866"/>
                  </a:cubicBezTo>
                  <a:cubicBezTo>
                    <a:pt x="47431" y="20769"/>
                    <a:pt x="48496" y="19548"/>
                    <a:pt x="49544" y="18301"/>
                  </a:cubicBezTo>
                  <a:cubicBezTo>
                    <a:pt x="50959" y="16918"/>
                    <a:pt x="52391" y="15550"/>
                    <a:pt x="53624" y="13985"/>
                  </a:cubicBezTo>
                  <a:close/>
                  <a:moveTo>
                    <a:pt x="55881" y="17836"/>
                  </a:moveTo>
                  <a:cubicBezTo>
                    <a:pt x="55991" y="18064"/>
                    <a:pt x="56080" y="18301"/>
                    <a:pt x="56156" y="18544"/>
                  </a:cubicBezTo>
                  <a:lnTo>
                    <a:pt x="56156" y="18546"/>
                  </a:lnTo>
                  <a:cubicBezTo>
                    <a:pt x="56131" y="18534"/>
                    <a:pt x="56105" y="18528"/>
                    <a:pt x="56079" y="18528"/>
                  </a:cubicBezTo>
                  <a:cubicBezTo>
                    <a:pt x="56039" y="18528"/>
                    <a:pt x="55999" y="18542"/>
                    <a:pt x="55968" y="18569"/>
                  </a:cubicBezTo>
                  <a:cubicBezTo>
                    <a:pt x="54403" y="20022"/>
                    <a:pt x="52454" y="22195"/>
                    <a:pt x="51410" y="23425"/>
                  </a:cubicBezTo>
                  <a:lnTo>
                    <a:pt x="51410" y="23425"/>
                  </a:lnTo>
                  <a:cubicBezTo>
                    <a:pt x="52952" y="21603"/>
                    <a:pt x="54422" y="19725"/>
                    <a:pt x="55881" y="17836"/>
                  </a:cubicBezTo>
                  <a:close/>
                  <a:moveTo>
                    <a:pt x="54082" y="16954"/>
                  </a:moveTo>
                  <a:cubicBezTo>
                    <a:pt x="54130" y="16954"/>
                    <a:pt x="51975" y="19262"/>
                    <a:pt x="51476" y="19814"/>
                  </a:cubicBezTo>
                  <a:cubicBezTo>
                    <a:pt x="50350" y="21052"/>
                    <a:pt x="49157" y="22222"/>
                    <a:pt x="48043" y="23475"/>
                  </a:cubicBezTo>
                  <a:cubicBezTo>
                    <a:pt x="47792" y="23298"/>
                    <a:pt x="47526" y="23151"/>
                    <a:pt x="47243" y="23036"/>
                  </a:cubicBezTo>
                  <a:cubicBezTo>
                    <a:pt x="49325" y="21436"/>
                    <a:pt x="51311" y="19762"/>
                    <a:pt x="53150" y="17882"/>
                  </a:cubicBezTo>
                  <a:cubicBezTo>
                    <a:pt x="53804" y="17213"/>
                    <a:pt x="54066" y="16954"/>
                    <a:pt x="54082" y="16954"/>
                  </a:cubicBezTo>
                  <a:close/>
                  <a:moveTo>
                    <a:pt x="40716" y="21777"/>
                  </a:moveTo>
                  <a:cubicBezTo>
                    <a:pt x="40753" y="21910"/>
                    <a:pt x="40800" y="22040"/>
                    <a:pt x="40857" y="22167"/>
                  </a:cubicBezTo>
                  <a:lnTo>
                    <a:pt x="40854" y="22167"/>
                  </a:lnTo>
                  <a:cubicBezTo>
                    <a:pt x="40869" y="22196"/>
                    <a:pt x="40892" y="22219"/>
                    <a:pt x="40924" y="22227"/>
                  </a:cubicBezTo>
                  <a:cubicBezTo>
                    <a:pt x="40912" y="22233"/>
                    <a:pt x="40901" y="22233"/>
                    <a:pt x="40892" y="22242"/>
                  </a:cubicBezTo>
                  <a:cubicBezTo>
                    <a:pt x="40364" y="22721"/>
                    <a:pt x="39841" y="23212"/>
                    <a:pt x="39330" y="23711"/>
                  </a:cubicBezTo>
                  <a:cubicBezTo>
                    <a:pt x="39301" y="23740"/>
                    <a:pt x="39272" y="23769"/>
                    <a:pt x="39243" y="23795"/>
                  </a:cubicBezTo>
                  <a:cubicBezTo>
                    <a:pt x="39740" y="23128"/>
                    <a:pt x="40234" y="22455"/>
                    <a:pt x="40716" y="21777"/>
                  </a:cubicBezTo>
                  <a:close/>
                  <a:moveTo>
                    <a:pt x="45176" y="22770"/>
                  </a:moveTo>
                  <a:cubicBezTo>
                    <a:pt x="44925" y="23131"/>
                    <a:pt x="44691" y="23498"/>
                    <a:pt x="44466" y="23870"/>
                  </a:cubicBezTo>
                  <a:cubicBezTo>
                    <a:pt x="44366" y="23752"/>
                    <a:pt x="44279" y="23623"/>
                    <a:pt x="44204" y="23485"/>
                  </a:cubicBezTo>
                  <a:lnTo>
                    <a:pt x="44204" y="23485"/>
                  </a:lnTo>
                  <a:cubicBezTo>
                    <a:pt x="44539" y="23260"/>
                    <a:pt x="44862" y="23018"/>
                    <a:pt x="45176" y="22770"/>
                  </a:cubicBezTo>
                  <a:close/>
                  <a:moveTo>
                    <a:pt x="40537" y="20154"/>
                  </a:moveTo>
                  <a:lnTo>
                    <a:pt x="40537" y="20154"/>
                  </a:lnTo>
                  <a:cubicBezTo>
                    <a:pt x="40525" y="20544"/>
                    <a:pt x="40551" y="20934"/>
                    <a:pt x="40612" y="21321"/>
                  </a:cubicBezTo>
                  <a:cubicBezTo>
                    <a:pt x="39985" y="21878"/>
                    <a:pt x="39344" y="22429"/>
                    <a:pt x="38721" y="22998"/>
                  </a:cubicBezTo>
                  <a:cubicBezTo>
                    <a:pt x="38450" y="23252"/>
                    <a:pt x="38187" y="23512"/>
                    <a:pt x="37933" y="23781"/>
                  </a:cubicBezTo>
                  <a:cubicBezTo>
                    <a:pt x="37654" y="24067"/>
                    <a:pt x="37551" y="24170"/>
                    <a:pt x="37543" y="24170"/>
                  </a:cubicBezTo>
                  <a:cubicBezTo>
                    <a:pt x="37527" y="24170"/>
                    <a:pt x="37935" y="23714"/>
                    <a:pt x="38037" y="23532"/>
                  </a:cubicBezTo>
                  <a:cubicBezTo>
                    <a:pt x="38724" y="22305"/>
                    <a:pt x="39772" y="21332"/>
                    <a:pt x="40537" y="20154"/>
                  </a:cubicBezTo>
                  <a:close/>
                  <a:moveTo>
                    <a:pt x="54296" y="17825"/>
                  </a:moveTo>
                  <a:cubicBezTo>
                    <a:pt x="53156" y="19109"/>
                    <a:pt x="50861" y="22222"/>
                    <a:pt x="48950" y="24173"/>
                  </a:cubicBezTo>
                  <a:cubicBezTo>
                    <a:pt x="48747" y="24006"/>
                    <a:pt x="48545" y="23841"/>
                    <a:pt x="48335" y="23685"/>
                  </a:cubicBezTo>
                  <a:cubicBezTo>
                    <a:pt x="50517" y="21916"/>
                    <a:pt x="52428" y="19926"/>
                    <a:pt x="54296" y="17825"/>
                  </a:cubicBezTo>
                  <a:close/>
                  <a:moveTo>
                    <a:pt x="45476" y="23552"/>
                  </a:moveTo>
                  <a:lnTo>
                    <a:pt x="45476" y="23552"/>
                  </a:lnTo>
                  <a:cubicBezTo>
                    <a:pt x="45401" y="23925"/>
                    <a:pt x="45451" y="24395"/>
                    <a:pt x="45534" y="24860"/>
                  </a:cubicBezTo>
                  <a:cubicBezTo>
                    <a:pt x="45252" y="24641"/>
                    <a:pt x="44984" y="24408"/>
                    <a:pt x="44733" y="24157"/>
                  </a:cubicBezTo>
                  <a:lnTo>
                    <a:pt x="44733" y="24157"/>
                  </a:lnTo>
                  <a:cubicBezTo>
                    <a:pt x="44984" y="23959"/>
                    <a:pt x="45229" y="23751"/>
                    <a:pt x="45476" y="23552"/>
                  </a:cubicBezTo>
                  <a:close/>
                  <a:moveTo>
                    <a:pt x="56228" y="18789"/>
                  </a:moveTo>
                  <a:cubicBezTo>
                    <a:pt x="56303" y="19083"/>
                    <a:pt x="56352" y="19381"/>
                    <a:pt x="56381" y="19681"/>
                  </a:cubicBezTo>
                  <a:lnTo>
                    <a:pt x="56378" y="19684"/>
                  </a:lnTo>
                  <a:cubicBezTo>
                    <a:pt x="54893" y="21434"/>
                    <a:pt x="53204" y="23135"/>
                    <a:pt x="51807" y="24864"/>
                  </a:cubicBezTo>
                  <a:lnTo>
                    <a:pt x="51807" y="24864"/>
                  </a:lnTo>
                  <a:cubicBezTo>
                    <a:pt x="53390" y="22903"/>
                    <a:pt x="54924" y="20951"/>
                    <a:pt x="56228" y="18789"/>
                  </a:cubicBezTo>
                  <a:close/>
                  <a:moveTo>
                    <a:pt x="56398" y="20215"/>
                  </a:moveTo>
                  <a:lnTo>
                    <a:pt x="56398" y="20215"/>
                  </a:lnTo>
                  <a:cubicBezTo>
                    <a:pt x="56404" y="20616"/>
                    <a:pt x="56386" y="21021"/>
                    <a:pt x="56343" y="21422"/>
                  </a:cubicBezTo>
                  <a:lnTo>
                    <a:pt x="56340" y="21425"/>
                  </a:lnTo>
                  <a:cubicBezTo>
                    <a:pt x="55174" y="22603"/>
                    <a:pt x="53035" y="24144"/>
                    <a:pt x="52350" y="25493"/>
                  </a:cubicBezTo>
                  <a:cubicBezTo>
                    <a:pt x="53332" y="23552"/>
                    <a:pt x="55004" y="21910"/>
                    <a:pt x="56398" y="20215"/>
                  </a:cubicBezTo>
                  <a:close/>
                  <a:moveTo>
                    <a:pt x="56254" y="22060"/>
                  </a:moveTo>
                  <a:lnTo>
                    <a:pt x="56254" y="22060"/>
                  </a:lnTo>
                  <a:cubicBezTo>
                    <a:pt x="56193" y="22484"/>
                    <a:pt x="56118" y="22912"/>
                    <a:pt x="56046" y="23336"/>
                  </a:cubicBezTo>
                  <a:lnTo>
                    <a:pt x="56046" y="23339"/>
                  </a:lnTo>
                  <a:cubicBezTo>
                    <a:pt x="55567" y="23878"/>
                    <a:pt x="53872" y="25112"/>
                    <a:pt x="53662" y="25538"/>
                  </a:cubicBezTo>
                  <a:lnTo>
                    <a:pt x="53662" y="25538"/>
                  </a:lnTo>
                  <a:cubicBezTo>
                    <a:pt x="54297" y="24248"/>
                    <a:pt x="55284" y="23134"/>
                    <a:pt x="56254" y="22060"/>
                  </a:cubicBezTo>
                  <a:close/>
                  <a:moveTo>
                    <a:pt x="54901" y="18772"/>
                  </a:moveTo>
                  <a:cubicBezTo>
                    <a:pt x="54987" y="18772"/>
                    <a:pt x="53204" y="20718"/>
                    <a:pt x="52983" y="20995"/>
                  </a:cubicBezTo>
                  <a:cubicBezTo>
                    <a:pt x="52059" y="22144"/>
                    <a:pt x="51106" y="23267"/>
                    <a:pt x="50151" y="24387"/>
                  </a:cubicBezTo>
                  <a:cubicBezTo>
                    <a:pt x="50044" y="24513"/>
                    <a:pt x="50150" y="24678"/>
                    <a:pt x="50276" y="24678"/>
                  </a:cubicBezTo>
                  <a:cubicBezTo>
                    <a:pt x="50314" y="24678"/>
                    <a:pt x="50354" y="24663"/>
                    <a:pt x="50390" y="24626"/>
                  </a:cubicBezTo>
                  <a:cubicBezTo>
                    <a:pt x="51987" y="23004"/>
                    <a:pt x="53558" y="21352"/>
                    <a:pt x="55186" y="19758"/>
                  </a:cubicBezTo>
                  <a:lnTo>
                    <a:pt x="55186" y="19758"/>
                  </a:lnTo>
                  <a:cubicBezTo>
                    <a:pt x="53907" y="21016"/>
                    <a:pt x="52249" y="23759"/>
                    <a:pt x="50815" y="25544"/>
                  </a:cubicBezTo>
                  <a:cubicBezTo>
                    <a:pt x="50630" y="25429"/>
                    <a:pt x="50454" y="25316"/>
                    <a:pt x="50295" y="25218"/>
                  </a:cubicBezTo>
                  <a:cubicBezTo>
                    <a:pt x="49946" y="25005"/>
                    <a:pt x="49588" y="24707"/>
                    <a:pt x="49221" y="24401"/>
                  </a:cubicBezTo>
                  <a:cubicBezTo>
                    <a:pt x="49559" y="24069"/>
                    <a:pt x="49891" y="23737"/>
                    <a:pt x="50226" y="23402"/>
                  </a:cubicBezTo>
                  <a:cubicBezTo>
                    <a:pt x="50416" y="23212"/>
                    <a:pt x="50601" y="23015"/>
                    <a:pt x="50789" y="22819"/>
                  </a:cubicBezTo>
                  <a:lnTo>
                    <a:pt x="50789" y="22819"/>
                  </a:lnTo>
                  <a:cubicBezTo>
                    <a:pt x="50693" y="22920"/>
                    <a:pt x="50601" y="23024"/>
                    <a:pt x="50506" y="23122"/>
                  </a:cubicBezTo>
                  <a:cubicBezTo>
                    <a:pt x="51632" y="21999"/>
                    <a:pt x="52749" y="20870"/>
                    <a:pt x="53872" y="19747"/>
                  </a:cubicBezTo>
                  <a:cubicBezTo>
                    <a:pt x="54584" y="19036"/>
                    <a:pt x="54869" y="18772"/>
                    <a:pt x="54901" y="18772"/>
                  </a:cubicBezTo>
                  <a:close/>
                  <a:moveTo>
                    <a:pt x="19452" y="18048"/>
                  </a:moveTo>
                  <a:cubicBezTo>
                    <a:pt x="19091" y="18484"/>
                    <a:pt x="17065" y="21841"/>
                    <a:pt x="16373" y="22698"/>
                  </a:cubicBezTo>
                  <a:cubicBezTo>
                    <a:pt x="15538" y="23729"/>
                    <a:pt x="14661" y="24716"/>
                    <a:pt x="13780" y="25700"/>
                  </a:cubicBezTo>
                  <a:cubicBezTo>
                    <a:pt x="14014" y="25389"/>
                    <a:pt x="14256" y="25083"/>
                    <a:pt x="14487" y="24771"/>
                  </a:cubicBezTo>
                  <a:cubicBezTo>
                    <a:pt x="16141" y="22511"/>
                    <a:pt x="17657" y="20210"/>
                    <a:pt x="19452" y="18048"/>
                  </a:cubicBezTo>
                  <a:close/>
                  <a:moveTo>
                    <a:pt x="35099" y="22772"/>
                  </a:moveTo>
                  <a:cubicBezTo>
                    <a:pt x="34352" y="23745"/>
                    <a:pt x="33584" y="24708"/>
                    <a:pt x="32765" y="25620"/>
                  </a:cubicBezTo>
                  <a:cubicBezTo>
                    <a:pt x="32644" y="25755"/>
                    <a:pt x="32514" y="25885"/>
                    <a:pt x="32390" y="26021"/>
                  </a:cubicBezTo>
                  <a:cubicBezTo>
                    <a:pt x="33207" y="24967"/>
                    <a:pt x="34050" y="23934"/>
                    <a:pt x="34956" y="22932"/>
                  </a:cubicBezTo>
                  <a:cubicBezTo>
                    <a:pt x="35004" y="22879"/>
                    <a:pt x="35051" y="22826"/>
                    <a:pt x="35099" y="22772"/>
                  </a:cubicBezTo>
                  <a:close/>
                  <a:moveTo>
                    <a:pt x="53525" y="23272"/>
                  </a:moveTo>
                  <a:lnTo>
                    <a:pt x="53525" y="23272"/>
                  </a:lnTo>
                  <a:cubicBezTo>
                    <a:pt x="52853" y="24147"/>
                    <a:pt x="52232" y="25059"/>
                    <a:pt x="51695" y="26064"/>
                  </a:cubicBezTo>
                  <a:lnTo>
                    <a:pt x="51692" y="26064"/>
                  </a:lnTo>
                  <a:cubicBezTo>
                    <a:pt x="51496" y="25957"/>
                    <a:pt x="51305" y="25845"/>
                    <a:pt x="51123" y="25735"/>
                  </a:cubicBezTo>
                  <a:cubicBezTo>
                    <a:pt x="51998" y="24976"/>
                    <a:pt x="52792" y="24133"/>
                    <a:pt x="53525" y="23272"/>
                  </a:cubicBezTo>
                  <a:close/>
                  <a:moveTo>
                    <a:pt x="24396" y="14253"/>
                  </a:moveTo>
                  <a:cubicBezTo>
                    <a:pt x="23870" y="14955"/>
                    <a:pt x="23316" y="15633"/>
                    <a:pt x="22773" y="16321"/>
                  </a:cubicBezTo>
                  <a:cubicBezTo>
                    <a:pt x="22291" y="16883"/>
                    <a:pt x="21835" y="17478"/>
                    <a:pt x="21384" y="18084"/>
                  </a:cubicBezTo>
                  <a:cubicBezTo>
                    <a:pt x="20391" y="19300"/>
                    <a:pt x="19381" y="20501"/>
                    <a:pt x="18353" y="21685"/>
                  </a:cubicBezTo>
                  <a:cubicBezTo>
                    <a:pt x="16993" y="23258"/>
                    <a:pt x="15616" y="24814"/>
                    <a:pt x="14256" y="26379"/>
                  </a:cubicBezTo>
                  <a:cubicBezTo>
                    <a:pt x="16292" y="23858"/>
                    <a:pt x="18604" y="21569"/>
                    <a:pt x="20556" y="18979"/>
                  </a:cubicBezTo>
                  <a:cubicBezTo>
                    <a:pt x="21766" y="17377"/>
                    <a:pt x="23241" y="15792"/>
                    <a:pt x="24396" y="14253"/>
                  </a:cubicBezTo>
                  <a:close/>
                  <a:moveTo>
                    <a:pt x="32820" y="11173"/>
                  </a:moveTo>
                  <a:cubicBezTo>
                    <a:pt x="32869" y="11390"/>
                    <a:pt x="32901" y="11612"/>
                    <a:pt x="32935" y="11834"/>
                  </a:cubicBezTo>
                  <a:cubicBezTo>
                    <a:pt x="32907" y="11786"/>
                    <a:pt x="32852" y="11751"/>
                    <a:pt x="32799" y="11751"/>
                  </a:cubicBezTo>
                  <a:cubicBezTo>
                    <a:pt x="32766" y="11751"/>
                    <a:pt x="32734" y="11765"/>
                    <a:pt x="32710" y="11797"/>
                  </a:cubicBezTo>
                  <a:cubicBezTo>
                    <a:pt x="28720" y="16878"/>
                    <a:pt x="24254" y="21572"/>
                    <a:pt x="20036" y="26468"/>
                  </a:cubicBezTo>
                  <a:cubicBezTo>
                    <a:pt x="21194" y="24932"/>
                    <a:pt x="22320" y="23368"/>
                    <a:pt x="23498" y="21843"/>
                  </a:cubicBezTo>
                  <a:cubicBezTo>
                    <a:pt x="25666" y="19528"/>
                    <a:pt x="27869" y="17253"/>
                    <a:pt x="29939" y="14845"/>
                  </a:cubicBezTo>
                  <a:cubicBezTo>
                    <a:pt x="31039" y="13748"/>
                    <a:pt x="32043" y="12593"/>
                    <a:pt x="32820" y="11173"/>
                  </a:cubicBezTo>
                  <a:close/>
                  <a:moveTo>
                    <a:pt x="55628" y="22239"/>
                  </a:moveTo>
                  <a:lnTo>
                    <a:pt x="55628" y="22239"/>
                  </a:lnTo>
                  <a:cubicBezTo>
                    <a:pt x="54494" y="23522"/>
                    <a:pt x="53573" y="24933"/>
                    <a:pt x="52812" y="26465"/>
                  </a:cubicBezTo>
                  <a:cubicBezTo>
                    <a:pt x="52801" y="26494"/>
                    <a:pt x="52798" y="26526"/>
                    <a:pt x="52801" y="26558"/>
                  </a:cubicBezTo>
                  <a:cubicBezTo>
                    <a:pt x="52558" y="26480"/>
                    <a:pt x="52322" y="26382"/>
                    <a:pt x="52091" y="26269"/>
                  </a:cubicBezTo>
                  <a:cubicBezTo>
                    <a:pt x="53363" y="24992"/>
                    <a:pt x="54612" y="23386"/>
                    <a:pt x="55628" y="22239"/>
                  </a:cubicBezTo>
                  <a:close/>
                  <a:moveTo>
                    <a:pt x="55870" y="24271"/>
                  </a:moveTo>
                  <a:lnTo>
                    <a:pt x="55870" y="24271"/>
                  </a:lnTo>
                  <a:cubicBezTo>
                    <a:pt x="55561" y="25744"/>
                    <a:pt x="54983" y="26439"/>
                    <a:pt x="54291" y="26653"/>
                  </a:cubicBezTo>
                  <a:lnTo>
                    <a:pt x="54288" y="26653"/>
                  </a:lnTo>
                  <a:cubicBezTo>
                    <a:pt x="54291" y="26650"/>
                    <a:pt x="54299" y="26650"/>
                    <a:pt x="54302" y="26644"/>
                  </a:cubicBezTo>
                  <a:cubicBezTo>
                    <a:pt x="54828" y="25851"/>
                    <a:pt x="55359" y="25068"/>
                    <a:pt x="55870" y="24271"/>
                  </a:cubicBezTo>
                  <a:close/>
                  <a:moveTo>
                    <a:pt x="55503" y="24647"/>
                  </a:moveTo>
                  <a:cubicBezTo>
                    <a:pt x="55252" y="24924"/>
                    <a:pt x="54634" y="25654"/>
                    <a:pt x="54426" y="26281"/>
                  </a:cubicBezTo>
                  <a:cubicBezTo>
                    <a:pt x="54470" y="26148"/>
                    <a:pt x="54364" y="26063"/>
                    <a:pt x="54258" y="26063"/>
                  </a:cubicBezTo>
                  <a:cubicBezTo>
                    <a:pt x="54188" y="26063"/>
                    <a:pt x="54117" y="26100"/>
                    <a:pt x="54088" y="26185"/>
                  </a:cubicBezTo>
                  <a:lnTo>
                    <a:pt x="53979" y="26509"/>
                  </a:lnTo>
                  <a:cubicBezTo>
                    <a:pt x="53953" y="26584"/>
                    <a:pt x="53987" y="26668"/>
                    <a:pt x="54062" y="26699"/>
                  </a:cubicBezTo>
                  <a:cubicBezTo>
                    <a:pt x="53945" y="26717"/>
                    <a:pt x="53826" y="26726"/>
                    <a:pt x="53707" y="26726"/>
                  </a:cubicBezTo>
                  <a:cubicBezTo>
                    <a:pt x="53514" y="26726"/>
                    <a:pt x="53320" y="26702"/>
                    <a:pt x="53133" y="26656"/>
                  </a:cubicBezTo>
                  <a:cubicBezTo>
                    <a:pt x="54273" y="25934"/>
                    <a:pt x="53820" y="26289"/>
                    <a:pt x="54865" y="25279"/>
                  </a:cubicBezTo>
                  <a:cubicBezTo>
                    <a:pt x="55191" y="24964"/>
                    <a:pt x="55393" y="24762"/>
                    <a:pt x="55503" y="24647"/>
                  </a:cubicBezTo>
                  <a:close/>
                  <a:moveTo>
                    <a:pt x="34321" y="15394"/>
                  </a:moveTo>
                  <a:lnTo>
                    <a:pt x="34321" y="15394"/>
                  </a:lnTo>
                  <a:cubicBezTo>
                    <a:pt x="33504" y="17025"/>
                    <a:pt x="32292" y="18535"/>
                    <a:pt x="31168" y="19941"/>
                  </a:cubicBezTo>
                  <a:cubicBezTo>
                    <a:pt x="29090" y="22545"/>
                    <a:pt x="26671" y="24863"/>
                    <a:pt x="24318" y="27231"/>
                  </a:cubicBezTo>
                  <a:lnTo>
                    <a:pt x="24318" y="27231"/>
                  </a:lnTo>
                  <a:cubicBezTo>
                    <a:pt x="25291" y="25900"/>
                    <a:pt x="26287" y="24589"/>
                    <a:pt x="27323" y="23327"/>
                  </a:cubicBezTo>
                  <a:cubicBezTo>
                    <a:pt x="28755" y="21581"/>
                    <a:pt x="30591" y="20094"/>
                    <a:pt x="31876" y="18229"/>
                  </a:cubicBezTo>
                  <a:cubicBezTo>
                    <a:pt x="32531" y="17158"/>
                    <a:pt x="33357" y="16199"/>
                    <a:pt x="34321" y="15394"/>
                  </a:cubicBezTo>
                  <a:close/>
                  <a:moveTo>
                    <a:pt x="47336" y="27886"/>
                  </a:moveTo>
                  <a:lnTo>
                    <a:pt x="47336" y="27886"/>
                  </a:lnTo>
                  <a:cubicBezTo>
                    <a:pt x="47308" y="27915"/>
                    <a:pt x="47280" y="27944"/>
                    <a:pt x="47252" y="27973"/>
                  </a:cubicBezTo>
                  <a:lnTo>
                    <a:pt x="47252" y="27973"/>
                  </a:lnTo>
                  <a:cubicBezTo>
                    <a:pt x="47280" y="27944"/>
                    <a:pt x="47308" y="27915"/>
                    <a:pt x="47336" y="27886"/>
                  </a:cubicBezTo>
                  <a:close/>
                  <a:moveTo>
                    <a:pt x="33285" y="13324"/>
                  </a:moveTo>
                  <a:cubicBezTo>
                    <a:pt x="33441" y="13569"/>
                    <a:pt x="33651" y="13774"/>
                    <a:pt x="33897" y="13927"/>
                  </a:cubicBezTo>
                  <a:cubicBezTo>
                    <a:pt x="29436" y="18035"/>
                    <a:pt x="25602" y="23347"/>
                    <a:pt x="21751" y="28039"/>
                  </a:cubicBezTo>
                  <a:cubicBezTo>
                    <a:pt x="21327" y="28559"/>
                    <a:pt x="20891" y="29070"/>
                    <a:pt x="20463" y="29583"/>
                  </a:cubicBezTo>
                  <a:cubicBezTo>
                    <a:pt x="22715" y="26477"/>
                    <a:pt x="24794" y="23270"/>
                    <a:pt x="27352" y="20385"/>
                  </a:cubicBezTo>
                  <a:cubicBezTo>
                    <a:pt x="29396" y="18084"/>
                    <a:pt x="31509" y="15913"/>
                    <a:pt x="33270" y="13382"/>
                  </a:cubicBezTo>
                  <a:cubicBezTo>
                    <a:pt x="33285" y="13361"/>
                    <a:pt x="33282" y="13344"/>
                    <a:pt x="33285" y="13324"/>
                  </a:cubicBezTo>
                  <a:close/>
                  <a:moveTo>
                    <a:pt x="39821" y="17267"/>
                  </a:moveTo>
                  <a:lnTo>
                    <a:pt x="39821" y="17267"/>
                  </a:lnTo>
                  <a:cubicBezTo>
                    <a:pt x="38724" y="19046"/>
                    <a:pt x="37422" y="20715"/>
                    <a:pt x="36134" y="22351"/>
                  </a:cubicBezTo>
                  <a:lnTo>
                    <a:pt x="36134" y="22349"/>
                  </a:lnTo>
                  <a:cubicBezTo>
                    <a:pt x="34076" y="24964"/>
                    <a:pt x="31815" y="27418"/>
                    <a:pt x="29555" y="29866"/>
                  </a:cubicBezTo>
                  <a:cubicBezTo>
                    <a:pt x="30051" y="29168"/>
                    <a:pt x="30554" y="28472"/>
                    <a:pt x="31062" y="27779"/>
                  </a:cubicBezTo>
                  <a:cubicBezTo>
                    <a:pt x="32520" y="26281"/>
                    <a:pt x="33966" y="24768"/>
                    <a:pt x="35334" y="23177"/>
                  </a:cubicBezTo>
                  <a:cubicBezTo>
                    <a:pt x="36411" y="21927"/>
                    <a:pt x="37407" y="20625"/>
                    <a:pt x="38360" y="19283"/>
                  </a:cubicBezTo>
                  <a:cubicBezTo>
                    <a:pt x="38793" y="18575"/>
                    <a:pt x="39281" y="17903"/>
                    <a:pt x="39821" y="17267"/>
                  </a:cubicBezTo>
                  <a:close/>
                  <a:moveTo>
                    <a:pt x="28131" y="23705"/>
                  </a:moveTo>
                  <a:lnTo>
                    <a:pt x="28131" y="23705"/>
                  </a:lnTo>
                  <a:cubicBezTo>
                    <a:pt x="25929" y="26413"/>
                    <a:pt x="23714" y="29119"/>
                    <a:pt x="21304" y="31656"/>
                  </a:cubicBezTo>
                  <a:cubicBezTo>
                    <a:pt x="21127" y="31841"/>
                    <a:pt x="20951" y="32026"/>
                    <a:pt x="20775" y="32211"/>
                  </a:cubicBezTo>
                  <a:cubicBezTo>
                    <a:pt x="21540" y="31116"/>
                    <a:pt x="22308" y="30028"/>
                    <a:pt x="23079" y="28943"/>
                  </a:cubicBezTo>
                  <a:cubicBezTo>
                    <a:pt x="24728" y="27153"/>
                    <a:pt x="26451" y="25443"/>
                    <a:pt x="28131" y="23705"/>
                  </a:cubicBezTo>
                  <a:close/>
                  <a:moveTo>
                    <a:pt x="11309" y="24124"/>
                  </a:moveTo>
                  <a:cubicBezTo>
                    <a:pt x="9169" y="26905"/>
                    <a:pt x="7137" y="29774"/>
                    <a:pt x="5095" y="32636"/>
                  </a:cubicBezTo>
                  <a:lnTo>
                    <a:pt x="5095" y="32636"/>
                  </a:lnTo>
                  <a:cubicBezTo>
                    <a:pt x="6248" y="30910"/>
                    <a:pt x="7430" y="29208"/>
                    <a:pt x="8624" y="27513"/>
                  </a:cubicBezTo>
                  <a:cubicBezTo>
                    <a:pt x="9455" y="26336"/>
                    <a:pt x="10371" y="25221"/>
                    <a:pt x="11309" y="24124"/>
                  </a:cubicBezTo>
                  <a:close/>
                  <a:moveTo>
                    <a:pt x="37041" y="21543"/>
                  </a:moveTo>
                  <a:lnTo>
                    <a:pt x="37041" y="21543"/>
                  </a:lnTo>
                  <a:cubicBezTo>
                    <a:pt x="35996" y="23010"/>
                    <a:pt x="34948" y="24482"/>
                    <a:pt x="33744" y="25839"/>
                  </a:cubicBezTo>
                  <a:cubicBezTo>
                    <a:pt x="32589" y="27141"/>
                    <a:pt x="31423" y="28434"/>
                    <a:pt x="30256" y="29728"/>
                  </a:cubicBezTo>
                  <a:cubicBezTo>
                    <a:pt x="29226" y="30842"/>
                    <a:pt x="28212" y="31977"/>
                    <a:pt x="27216" y="33134"/>
                  </a:cubicBezTo>
                  <a:cubicBezTo>
                    <a:pt x="27208" y="33146"/>
                    <a:pt x="27202" y="33155"/>
                    <a:pt x="27193" y="33163"/>
                  </a:cubicBezTo>
                  <a:cubicBezTo>
                    <a:pt x="27600" y="32600"/>
                    <a:pt x="28007" y="32037"/>
                    <a:pt x="28409" y="31474"/>
                  </a:cubicBezTo>
                  <a:cubicBezTo>
                    <a:pt x="31347" y="28203"/>
                    <a:pt x="34330" y="24990"/>
                    <a:pt x="37041" y="21543"/>
                  </a:cubicBezTo>
                  <a:close/>
                  <a:moveTo>
                    <a:pt x="12507" y="28989"/>
                  </a:moveTo>
                  <a:lnTo>
                    <a:pt x="12507" y="28989"/>
                  </a:lnTo>
                  <a:cubicBezTo>
                    <a:pt x="11355" y="30490"/>
                    <a:pt x="10217" y="32006"/>
                    <a:pt x="9083" y="33518"/>
                  </a:cubicBezTo>
                  <a:cubicBezTo>
                    <a:pt x="9871" y="32450"/>
                    <a:pt x="10642" y="31379"/>
                    <a:pt x="11395" y="30305"/>
                  </a:cubicBezTo>
                  <a:cubicBezTo>
                    <a:pt x="11765" y="29866"/>
                    <a:pt x="12137" y="29428"/>
                    <a:pt x="12507" y="28989"/>
                  </a:cubicBezTo>
                  <a:close/>
                  <a:moveTo>
                    <a:pt x="37075" y="19020"/>
                  </a:moveTo>
                  <a:cubicBezTo>
                    <a:pt x="36169" y="20325"/>
                    <a:pt x="35291" y="21650"/>
                    <a:pt x="34327" y="22842"/>
                  </a:cubicBezTo>
                  <a:cubicBezTo>
                    <a:pt x="31544" y="26289"/>
                    <a:pt x="28622" y="29627"/>
                    <a:pt x="25602" y="32869"/>
                  </a:cubicBezTo>
                  <a:cubicBezTo>
                    <a:pt x="25386" y="33100"/>
                    <a:pt x="25169" y="33328"/>
                    <a:pt x="24953" y="33559"/>
                  </a:cubicBezTo>
                  <a:cubicBezTo>
                    <a:pt x="26382" y="31743"/>
                    <a:pt x="27802" y="29933"/>
                    <a:pt x="29240" y="28157"/>
                  </a:cubicBezTo>
                  <a:lnTo>
                    <a:pt x="29243" y="28160"/>
                  </a:lnTo>
                  <a:cubicBezTo>
                    <a:pt x="31942" y="25189"/>
                    <a:pt x="34572" y="22158"/>
                    <a:pt x="37075" y="19020"/>
                  </a:cubicBezTo>
                  <a:close/>
                  <a:moveTo>
                    <a:pt x="36291" y="16946"/>
                  </a:moveTo>
                  <a:cubicBezTo>
                    <a:pt x="36398" y="16946"/>
                    <a:pt x="33371" y="20880"/>
                    <a:pt x="33436" y="20880"/>
                  </a:cubicBezTo>
                  <a:cubicBezTo>
                    <a:pt x="33438" y="20880"/>
                    <a:pt x="33445" y="20875"/>
                    <a:pt x="33455" y="20865"/>
                  </a:cubicBezTo>
                  <a:lnTo>
                    <a:pt x="33455" y="20868"/>
                  </a:lnTo>
                  <a:cubicBezTo>
                    <a:pt x="31602" y="23088"/>
                    <a:pt x="29650" y="25244"/>
                    <a:pt x="27753" y="27430"/>
                  </a:cubicBezTo>
                  <a:cubicBezTo>
                    <a:pt x="25952" y="29511"/>
                    <a:pt x="24193" y="31616"/>
                    <a:pt x="22404" y="33692"/>
                  </a:cubicBezTo>
                  <a:cubicBezTo>
                    <a:pt x="26145" y="29113"/>
                    <a:pt x="29843" y="24502"/>
                    <a:pt x="33654" y="19978"/>
                  </a:cubicBezTo>
                  <a:cubicBezTo>
                    <a:pt x="34411" y="19080"/>
                    <a:pt x="35176" y="18191"/>
                    <a:pt x="35949" y="17308"/>
                  </a:cubicBezTo>
                  <a:cubicBezTo>
                    <a:pt x="36169" y="17054"/>
                    <a:pt x="36273" y="16946"/>
                    <a:pt x="36291" y="16946"/>
                  </a:cubicBezTo>
                  <a:close/>
                  <a:moveTo>
                    <a:pt x="26339" y="21070"/>
                  </a:moveTo>
                  <a:lnTo>
                    <a:pt x="26339" y="21070"/>
                  </a:lnTo>
                  <a:cubicBezTo>
                    <a:pt x="24846" y="22811"/>
                    <a:pt x="23521" y="24670"/>
                    <a:pt x="22193" y="26549"/>
                  </a:cubicBezTo>
                  <a:cubicBezTo>
                    <a:pt x="20195" y="29376"/>
                    <a:pt x="17956" y="31985"/>
                    <a:pt x="15719" y="34590"/>
                  </a:cubicBezTo>
                  <a:lnTo>
                    <a:pt x="15719" y="34590"/>
                  </a:lnTo>
                  <a:cubicBezTo>
                    <a:pt x="16524" y="33531"/>
                    <a:pt x="17332" y="32483"/>
                    <a:pt x="18148" y="31480"/>
                  </a:cubicBezTo>
                  <a:cubicBezTo>
                    <a:pt x="20631" y="28426"/>
                    <a:pt x="22981" y="25169"/>
                    <a:pt x="25420" y="22014"/>
                  </a:cubicBezTo>
                  <a:cubicBezTo>
                    <a:pt x="25724" y="21699"/>
                    <a:pt x="26030" y="21384"/>
                    <a:pt x="26339" y="21070"/>
                  </a:cubicBezTo>
                  <a:close/>
                  <a:moveTo>
                    <a:pt x="25109" y="17685"/>
                  </a:moveTo>
                  <a:cubicBezTo>
                    <a:pt x="25168" y="17685"/>
                    <a:pt x="21789" y="21943"/>
                    <a:pt x="21217" y="22652"/>
                  </a:cubicBezTo>
                  <a:cubicBezTo>
                    <a:pt x="19456" y="24820"/>
                    <a:pt x="17643" y="26939"/>
                    <a:pt x="15911" y="29130"/>
                  </a:cubicBezTo>
                  <a:lnTo>
                    <a:pt x="15911" y="29127"/>
                  </a:lnTo>
                  <a:cubicBezTo>
                    <a:pt x="14395" y="31050"/>
                    <a:pt x="12879" y="32967"/>
                    <a:pt x="11364" y="34878"/>
                  </a:cubicBezTo>
                  <a:cubicBezTo>
                    <a:pt x="11762" y="34353"/>
                    <a:pt x="12149" y="33839"/>
                    <a:pt x="12524" y="33363"/>
                  </a:cubicBezTo>
                  <a:cubicBezTo>
                    <a:pt x="16364" y="28492"/>
                    <a:pt x="20195" y="23604"/>
                    <a:pt x="24144" y="18821"/>
                  </a:cubicBezTo>
                  <a:cubicBezTo>
                    <a:pt x="24815" y="18009"/>
                    <a:pt x="25093" y="17685"/>
                    <a:pt x="25109" y="17685"/>
                  </a:cubicBezTo>
                  <a:close/>
                  <a:moveTo>
                    <a:pt x="29295" y="22811"/>
                  </a:moveTo>
                  <a:cubicBezTo>
                    <a:pt x="27612" y="24935"/>
                    <a:pt x="25955" y="27115"/>
                    <a:pt x="24361" y="29266"/>
                  </a:cubicBezTo>
                  <a:cubicBezTo>
                    <a:pt x="24228" y="29399"/>
                    <a:pt x="24101" y="29540"/>
                    <a:pt x="23968" y="29673"/>
                  </a:cubicBezTo>
                  <a:cubicBezTo>
                    <a:pt x="22051" y="31587"/>
                    <a:pt x="20207" y="33556"/>
                    <a:pt x="18402" y="35560"/>
                  </a:cubicBezTo>
                  <a:cubicBezTo>
                    <a:pt x="18795" y="35014"/>
                    <a:pt x="19185" y="34465"/>
                    <a:pt x="19574" y="33917"/>
                  </a:cubicBezTo>
                  <a:cubicBezTo>
                    <a:pt x="20221" y="33238"/>
                    <a:pt x="20871" y="32557"/>
                    <a:pt x="21526" y="31879"/>
                  </a:cubicBezTo>
                  <a:cubicBezTo>
                    <a:pt x="24300" y="28997"/>
                    <a:pt x="26795" y="25902"/>
                    <a:pt x="29295" y="22811"/>
                  </a:cubicBezTo>
                  <a:close/>
                  <a:moveTo>
                    <a:pt x="51400" y="31694"/>
                  </a:moveTo>
                  <a:cubicBezTo>
                    <a:pt x="51433" y="31694"/>
                    <a:pt x="51301" y="31889"/>
                    <a:pt x="50875" y="32430"/>
                  </a:cubicBezTo>
                  <a:cubicBezTo>
                    <a:pt x="50442" y="32981"/>
                    <a:pt x="49983" y="33507"/>
                    <a:pt x="49527" y="34038"/>
                  </a:cubicBezTo>
                  <a:cubicBezTo>
                    <a:pt x="48713" y="34621"/>
                    <a:pt x="47919" y="35225"/>
                    <a:pt x="47145" y="35854"/>
                  </a:cubicBezTo>
                  <a:cubicBezTo>
                    <a:pt x="47440" y="35585"/>
                    <a:pt x="47737" y="35326"/>
                    <a:pt x="48023" y="35049"/>
                  </a:cubicBezTo>
                  <a:cubicBezTo>
                    <a:pt x="48713" y="34382"/>
                    <a:pt x="49388" y="33700"/>
                    <a:pt x="50075" y="33030"/>
                  </a:cubicBezTo>
                  <a:cubicBezTo>
                    <a:pt x="50258" y="32855"/>
                    <a:pt x="51319" y="31694"/>
                    <a:pt x="51400" y="31694"/>
                  </a:cubicBezTo>
                  <a:close/>
                  <a:moveTo>
                    <a:pt x="31861" y="13341"/>
                  </a:moveTo>
                  <a:cubicBezTo>
                    <a:pt x="27485" y="18679"/>
                    <a:pt x="22828" y="24219"/>
                    <a:pt x="18365" y="29673"/>
                  </a:cubicBezTo>
                  <a:cubicBezTo>
                    <a:pt x="16549" y="31893"/>
                    <a:pt x="14643" y="34096"/>
                    <a:pt x="12755" y="36319"/>
                  </a:cubicBezTo>
                  <a:cubicBezTo>
                    <a:pt x="13783" y="34832"/>
                    <a:pt x="14796" y="33351"/>
                    <a:pt x="15870" y="31988"/>
                  </a:cubicBezTo>
                  <a:cubicBezTo>
                    <a:pt x="20954" y="25553"/>
                    <a:pt x="26665" y="19675"/>
                    <a:pt x="31861" y="13341"/>
                  </a:cubicBezTo>
                  <a:close/>
                  <a:moveTo>
                    <a:pt x="51174" y="33267"/>
                  </a:moveTo>
                  <a:cubicBezTo>
                    <a:pt x="51207" y="33267"/>
                    <a:pt x="50915" y="33543"/>
                    <a:pt x="50448" y="34073"/>
                  </a:cubicBezTo>
                  <a:cubicBezTo>
                    <a:pt x="49544" y="35095"/>
                    <a:pt x="48557" y="35964"/>
                    <a:pt x="47457" y="36763"/>
                  </a:cubicBezTo>
                  <a:lnTo>
                    <a:pt x="47425" y="36786"/>
                  </a:lnTo>
                  <a:cubicBezTo>
                    <a:pt x="48231" y="35975"/>
                    <a:pt x="49004" y="35135"/>
                    <a:pt x="49746" y="34263"/>
                  </a:cubicBezTo>
                  <a:cubicBezTo>
                    <a:pt x="49972" y="34102"/>
                    <a:pt x="50197" y="33943"/>
                    <a:pt x="50425" y="33784"/>
                  </a:cubicBezTo>
                  <a:cubicBezTo>
                    <a:pt x="50923" y="33436"/>
                    <a:pt x="51148" y="33267"/>
                    <a:pt x="51174" y="33267"/>
                  </a:cubicBezTo>
                  <a:close/>
                  <a:moveTo>
                    <a:pt x="45939" y="7670"/>
                  </a:moveTo>
                  <a:cubicBezTo>
                    <a:pt x="45168" y="8448"/>
                    <a:pt x="43844" y="10297"/>
                    <a:pt x="42881" y="11603"/>
                  </a:cubicBezTo>
                  <a:cubicBezTo>
                    <a:pt x="42803" y="11597"/>
                    <a:pt x="42727" y="11593"/>
                    <a:pt x="42650" y="11593"/>
                  </a:cubicBezTo>
                  <a:cubicBezTo>
                    <a:pt x="42624" y="11593"/>
                    <a:pt x="42598" y="11594"/>
                    <a:pt x="42572" y="11594"/>
                  </a:cubicBezTo>
                  <a:cubicBezTo>
                    <a:pt x="41876" y="11623"/>
                    <a:pt x="41530" y="12420"/>
                    <a:pt x="41331" y="13067"/>
                  </a:cubicBezTo>
                  <a:cubicBezTo>
                    <a:pt x="41324" y="13065"/>
                    <a:pt x="41317" y="13064"/>
                    <a:pt x="41310" y="13064"/>
                  </a:cubicBezTo>
                  <a:cubicBezTo>
                    <a:pt x="41282" y="13064"/>
                    <a:pt x="41254" y="13078"/>
                    <a:pt x="41235" y="13102"/>
                  </a:cubicBezTo>
                  <a:cubicBezTo>
                    <a:pt x="37303" y="18122"/>
                    <a:pt x="33189" y="22989"/>
                    <a:pt x="29096" y="27883"/>
                  </a:cubicBezTo>
                  <a:cubicBezTo>
                    <a:pt x="28180" y="28879"/>
                    <a:pt x="27262" y="29872"/>
                    <a:pt x="26339" y="30862"/>
                  </a:cubicBezTo>
                  <a:cubicBezTo>
                    <a:pt x="24454" y="32868"/>
                    <a:pt x="22543" y="34854"/>
                    <a:pt x="20632" y="36839"/>
                  </a:cubicBezTo>
                  <a:lnTo>
                    <a:pt x="20632" y="36839"/>
                  </a:lnTo>
                  <a:cubicBezTo>
                    <a:pt x="22384" y="34520"/>
                    <a:pt x="24128" y="32224"/>
                    <a:pt x="26001" y="30164"/>
                  </a:cubicBezTo>
                  <a:cubicBezTo>
                    <a:pt x="27283" y="28752"/>
                    <a:pt x="28547" y="27323"/>
                    <a:pt x="29812" y="25894"/>
                  </a:cubicBezTo>
                  <a:cubicBezTo>
                    <a:pt x="31024" y="24586"/>
                    <a:pt x="32214" y="23255"/>
                    <a:pt x="33316" y="21881"/>
                  </a:cubicBezTo>
                  <a:cubicBezTo>
                    <a:pt x="36128" y="18624"/>
                    <a:pt x="38888" y="15325"/>
                    <a:pt x="41593" y="11978"/>
                  </a:cubicBezTo>
                  <a:lnTo>
                    <a:pt x="41593" y="11978"/>
                  </a:lnTo>
                  <a:cubicBezTo>
                    <a:pt x="41572" y="12025"/>
                    <a:pt x="41609" y="12079"/>
                    <a:pt x="41653" y="12079"/>
                  </a:cubicBezTo>
                  <a:cubicBezTo>
                    <a:pt x="41669" y="12079"/>
                    <a:pt x="41685" y="12072"/>
                    <a:pt x="41700" y="12056"/>
                  </a:cubicBezTo>
                  <a:cubicBezTo>
                    <a:pt x="43106" y="10588"/>
                    <a:pt x="44508" y="9113"/>
                    <a:pt x="45939" y="7670"/>
                  </a:cubicBezTo>
                  <a:close/>
                  <a:moveTo>
                    <a:pt x="21384" y="24147"/>
                  </a:moveTo>
                  <a:cubicBezTo>
                    <a:pt x="19040" y="27202"/>
                    <a:pt x="16748" y="30294"/>
                    <a:pt x="14320" y="33282"/>
                  </a:cubicBezTo>
                  <a:cubicBezTo>
                    <a:pt x="13289" y="34546"/>
                    <a:pt x="12189" y="35796"/>
                    <a:pt x="11086" y="37049"/>
                  </a:cubicBezTo>
                  <a:cubicBezTo>
                    <a:pt x="11167" y="36934"/>
                    <a:pt x="11245" y="36833"/>
                    <a:pt x="11312" y="36752"/>
                  </a:cubicBezTo>
                  <a:cubicBezTo>
                    <a:pt x="14623" y="32597"/>
                    <a:pt x="17738" y="28250"/>
                    <a:pt x="21266" y="24274"/>
                  </a:cubicBezTo>
                  <a:cubicBezTo>
                    <a:pt x="21304" y="24231"/>
                    <a:pt x="21344" y="24190"/>
                    <a:pt x="21384" y="24147"/>
                  </a:cubicBezTo>
                  <a:close/>
                  <a:moveTo>
                    <a:pt x="22698" y="18873"/>
                  </a:moveTo>
                  <a:lnTo>
                    <a:pt x="22698" y="18873"/>
                  </a:lnTo>
                  <a:cubicBezTo>
                    <a:pt x="19984" y="22340"/>
                    <a:pt x="17244" y="25787"/>
                    <a:pt x="14479" y="29211"/>
                  </a:cubicBezTo>
                  <a:cubicBezTo>
                    <a:pt x="12663" y="31451"/>
                    <a:pt x="10838" y="33680"/>
                    <a:pt x="8999" y="35897"/>
                  </a:cubicBezTo>
                  <a:cubicBezTo>
                    <a:pt x="8624" y="36353"/>
                    <a:pt x="8246" y="36804"/>
                    <a:pt x="7867" y="37257"/>
                  </a:cubicBezTo>
                  <a:cubicBezTo>
                    <a:pt x="11349" y="32496"/>
                    <a:pt x="14612" y="27609"/>
                    <a:pt x="18598" y="23226"/>
                  </a:cubicBezTo>
                  <a:lnTo>
                    <a:pt x="18598" y="23223"/>
                  </a:lnTo>
                  <a:cubicBezTo>
                    <a:pt x="19947" y="21742"/>
                    <a:pt x="21393" y="20357"/>
                    <a:pt x="22698" y="18873"/>
                  </a:cubicBezTo>
                  <a:close/>
                  <a:moveTo>
                    <a:pt x="29912" y="33039"/>
                  </a:moveTo>
                  <a:cubicBezTo>
                    <a:pt x="29988" y="33039"/>
                    <a:pt x="29587" y="33598"/>
                    <a:pt x="28264" y="35196"/>
                  </a:cubicBezTo>
                  <a:cubicBezTo>
                    <a:pt x="27043" y="36671"/>
                    <a:pt x="25599" y="37990"/>
                    <a:pt x="24274" y="39388"/>
                  </a:cubicBezTo>
                  <a:lnTo>
                    <a:pt x="24274" y="39388"/>
                  </a:lnTo>
                  <a:cubicBezTo>
                    <a:pt x="25458" y="38028"/>
                    <a:pt x="26633" y="36665"/>
                    <a:pt x="27788" y="35282"/>
                  </a:cubicBezTo>
                  <a:lnTo>
                    <a:pt x="27785" y="35279"/>
                  </a:lnTo>
                  <a:cubicBezTo>
                    <a:pt x="28531" y="34383"/>
                    <a:pt x="29794" y="33039"/>
                    <a:pt x="29912" y="33039"/>
                  </a:cubicBezTo>
                  <a:close/>
                  <a:moveTo>
                    <a:pt x="5959" y="36804"/>
                  </a:moveTo>
                  <a:lnTo>
                    <a:pt x="5959" y="36804"/>
                  </a:lnTo>
                  <a:cubicBezTo>
                    <a:pt x="5500" y="37604"/>
                    <a:pt x="5009" y="38383"/>
                    <a:pt x="4438" y="39116"/>
                  </a:cubicBezTo>
                  <a:cubicBezTo>
                    <a:pt x="3987" y="39698"/>
                    <a:pt x="3791" y="39930"/>
                    <a:pt x="3766" y="39930"/>
                  </a:cubicBezTo>
                  <a:cubicBezTo>
                    <a:pt x="3694" y="39930"/>
                    <a:pt x="5171" y="37837"/>
                    <a:pt x="5959" y="36804"/>
                  </a:cubicBezTo>
                  <a:close/>
                  <a:moveTo>
                    <a:pt x="48618" y="35077"/>
                  </a:moveTo>
                  <a:cubicBezTo>
                    <a:pt x="48081" y="35666"/>
                    <a:pt x="47538" y="36255"/>
                    <a:pt x="46978" y="36827"/>
                  </a:cubicBezTo>
                  <a:cubicBezTo>
                    <a:pt x="46576" y="37231"/>
                    <a:pt x="46161" y="37618"/>
                    <a:pt x="45736" y="37996"/>
                  </a:cubicBezTo>
                  <a:cubicBezTo>
                    <a:pt x="45035" y="38513"/>
                    <a:pt x="44359" y="39059"/>
                    <a:pt x="43776" y="39682"/>
                  </a:cubicBezTo>
                  <a:cubicBezTo>
                    <a:pt x="43551" y="39859"/>
                    <a:pt x="43435" y="39934"/>
                    <a:pt x="43400" y="39934"/>
                  </a:cubicBezTo>
                  <a:cubicBezTo>
                    <a:pt x="43235" y="39934"/>
                    <a:pt x="44867" y="38277"/>
                    <a:pt x="45300" y="37843"/>
                  </a:cubicBezTo>
                  <a:cubicBezTo>
                    <a:pt x="46317" y="36824"/>
                    <a:pt x="47451" y="35929"/>
                    <a:pt x="48618" y="35077"/>
                  </a:cubicBezTo>
                  <a:close/>
                  <a:moveTo>
                    <a:pt x="54946" y="37347"/>
                  </a:moveTo>
                  <a:lnTo>
                    <a:pt x="54946" y="37347"/>
                  </a:lnTo>
                  <a:cubicBezTo>
                    <a:pt x="54507" y="37869"/>
                    <a:pt x="54019" y="38444"/>
                    <a:pt x="53525" y="38836"/>
                  </a:cubicBezTo>
                  <a:cubicBezTo>
                    <a:pt x="52997" y="39258"/>
                    <a:pt x="52475" y="39688"/>
                    <a:pt x="51955" y="40121"/>
                  </a:cubicBezTo>
                  <a:cubicBezTo>
                    <a:pt x="52960" y="39206"/>
                    <a:pt x="53956" y="38282"/>
                    <a:pt x="54946" y="37347"/>
                  </a:cubicBezTo>
                  <a:close/>
                  <a:moveTo>
                    <a:pt x="25781" y="15521"/>
                  </a:moveTo>
                  <a:cubicBezTo>
                    <a:pt x="25793" y="15749"/>
                    <a:pt x="25854" y="15971"/>
                    <a:pt x="25957" y="16176"/>
                  </a:cubicBezTo>
                  <a:cubicBezTo>
                    <a:pt x="22320" y="20385"/>
                    <a:pt x="18919" y="24785"/>
                    <a:pt x="15449" y="29130"/>
                  </a:cubicBezTo>
                  <a:cubicBezTo>
                    <a:pt x="12285" y="33088"/>
                    <a:pt x="8985" y="38891"/>
                    <a:pt x="4588" y="41723"/>
                  </a:cubicBezTo>
                  <a:cubicBezTo>
                    <a:pt x="11811" y="33120"/>
                    <a:pt x="18939" y="24430"/>
                    <a:pt x="25781" y="15521"/>
                  </a:cubicBezTo>
                  <a:close/>
                  <a:moveTo>
                    <a:pt x="38074" y="15613"/>
                  </a:moveTo>
                  <a:lnTo>
                    <a:pt x="38074" y="15613"/>
                  </a:lnTo>
                  <a:cubicBezTo>
                    <a:pt x="37413" y="16387"/>
                    <a:pt x="36749" y="17161"/>
                    <a:pt x="36085" y="17934"/>
                  </a:cubicBezTo>
                  <a:cubicBezTo>
                    <a:pt x="36466" y="17288"/>
                    <a:pt x="36824" y="16635"/>
                    <a:pt x="37139" y="15960"/>
                  </a:cubicBezTo>
                  <a:cubicBezTo>
                    <a:pt x="37186" y="15857"/>
                    <a:pt x="37102" y="15739"/>
                    <a:pt x="37010" y="15739"/>
                  </a:cubicBezTo>
                  <a:cubicBezTo>
                    <a:pt x="36978" y="15739"/>
                    <a:pt x="36945" y="15753"/>
                    <a:pt x="36917" y="15786"/>
                  </a:cubicBezTo>
                  <a:cubicBezTo>
                    <a:pt x="30380" y="23313"/>
                    <a:pt x="24234" y="31171"/>
                    <a:pt x="17819" y="38796"/>
                  </a:cubicBezTo>
                  <a:lnTo>
                    <a:pt x="17819" y="38799"/>
                  </a:lnTo>
                  <a:cubicBezTo>
                    <a:pt x="16999" y="39662"/>
                    <a:pt x="16168" y="40517"/>
                    <a:pt x="15307" y="41345"/>
                  </a:cubicBezTo>
                  <a:cubicBezTo>
                    <a:pt x="14998" y="41642"/>
                    <a:pt x="14661" y="41940"/>
                    <a:pt x="14305" y="42240"/>
                  </a:cubicBezTo>
                  <a:cubicBezTo>
                    <a:pt x="17233" y="39085"/>
                    <a:pt x="19964" y="35753"/>
                    <a:pt x="22542" y="32268"/>
                  </a:cubicBezTo>
                  <a:cubicBezTo>
                    <a:pt x="23402" y="31108"/>
                    <a:pt x="24312" y="29967"/>
                    <a:pt x="25239" y="28836"/>
                  </a:cubicBezTo>
                  <a:cubicBezTo>
                    <a:pt x="27488" y="26523"/>
                    <a:pt x="29578" y="24063"/>
                    <a:pt x="31740" y="21673"/>
                  </a:cubicBezTo>
                  <a:cubicBezTo>
                    <a:pt x="33501" y="19730"/>
                    <a:pt x="34948" y="17348"/>
                    <a:pt x="36922" y="15639"/>
                  </a:cubicBezTo>
                  <a:cubicBezTo>
                    <a:pt x="37046" y="15708"/>
                    <a:pt x="37179" y="15752"/>
                    <a:pt x="37318" y="15766"/>
                  </a:cubicBezTo>
                  <a:cubicBezTo>
                    <a:pt x="37374" y="15772"/>
                    <a:pt x="37428" y="15775"/>
                    <a:pt x="37480" y="15775"/>
                  </a:cubicBezTo>
                  <a:cubicBezTo>
                    <a:pt x="37721" y="15775"/>
                    <a:pt x="37915" y="15715"/>
                    <a:pt x="38074" y="15613"/>
                  </a:cubicBezTo>
                  <a:close/>
                  <a:moveTo>
                    <a:pt x="12801" y="35427"/>
                  </a:moveTo>
                  <a:lnTo>
                    <a:pt x="12801" y="35427"/>
                  </a:lnTo>
                  <a:cubicBezTo>
                    <a:pt x="12752" y="35493"/>
                    <a:pt x="12703" y="35554"/>
                    <a:pt x="12657" y="35620"/>
                  </a:cubicBezTo>
                  <a:cubicBezTo>
                    <a:pt x="11912" y="36659"/>
                    <a:pt x="11190" y="37713"/>
                    <a:pt x="10469" y="38770"/>
                  </a:cubicBezTo>
                  <a:cubicBezTo>
                    <a:pt x="9744" y="39844"/>
                    <a:pt x="8965" y="40877"/>
                    <a:pt x="8133" y="41871"/>
                  </a:cubicBezTo>
                  <a:cubicBezTo>
                    <a:pt x="8032" y="42047"/>
                    <a:pt x="7943" y="42191"/>
                    <a:pt x="7859" y="42321"/>
                  </a:cubicBezTo>
                  <a:cubicBezTo>
                    <a:pt x="7752" y="42465"/>
                    <a:pt x="7639" y="42607"/>
                    <a:pt x="7533" y="42751"/>
                  </a:cubicBezTo>
                  <a:cubicBezTo>
                    <a:pt x="7464" y="42816"/>
                    <a:pt x="7406" y="42847"/>
                    <a:pt x="7358" y="42847"/>
                  </a:cubicBezTo>
                  <a:cubicBezTo>
                    <a:pt x="7253" y="42847"/>
                    <a:pt x="7199" y="42690"/>
                    <a:pt x="7195" y="42381"/>
                  </a:cubicBezTo>
                  <a:lnTo>
                    <a:pt x="7195" y="42381"/>
                  </a:lnTo>
                  <a:cubicBezTo>
                    <a:pt x="7925" y="41556"/>
                    <a:pt x="8664" y="40554"/>
                    <a:pt x="9328" y="39604"/>
                  </a:cubicBezTo>
                  <a:cubicBezTo>
                    <a:pt x="10477" y="38207"/>
                    <a:pt x="11635" y="36815"/>
                    <a:pt x="12801" y="35427"/>
                  </a:cubicBezTo>
                  <a:close/>
                  <a:moveTo>
                    <a:pt x="18682" y="38354"/>
                  </a:moveTo>
                  <a:lnTo>
                    <a:pt x="18682" y="38354"/>
                  </a:lnTo>
                  <a:cubicBezTo>
                    <a:pt x="18067" y="39168"/>
                    <a:pt x="17452" y="39991"/>
                    <a:pt x="16832" y="40808"/>
                  </a:cubicBezTo>
                  <a:lnTo>
                    <a:pt x="16835" y="40811"/>
                  </a:lnTo>
                  <a:cubicBezTo>
                    <a:pt x="16468" y="41195"/>
                    <a:pt x="16098" y="41573"/>
                    <a:pt x="15735" y="41960"/>
                  </a:cubicBezTo>
                  <a:cubicBezTo>
                    <a:pt x="15515" y="42191"/>
                    <a:pt x="15140" y="42537"/>
                    <a:pt x="14678" y="42956"/>
                  </a:cubicBezTo>
                  <a:cubicBezTo>
                    <a:pt x="15787" y="41683"/>
                    <a:pt x="16881" y="40395"/>
                    <a:pt x="17960" y="39096"/>
                  </a:cubicBezTo>
                  <a:cubicBezTo>
                    <a:pt x="18203" y="38848"/>
                    <a:pt x="18445" y="38602"/>
                    <a:pt x="18682" y="38354"/>
                  </a:cubicBezTo>
                  <a:close/>
                  <a:moveTo>
                    <a:pt x="28651" y="30262"/>
                  </a:moveTo>
                  <a:lnTo>
                    <a:pt x="28651" y="30262"/>
                  </a:lnTo>
                  <a:cubicBezTo>
                    <a:pt x="28033" y="31131"/>
                    <a:pt x="27418" y="32003"/>
                    <a:pt x="26803" y="32875"/>
                  </a:cubicBezTo>
                  <a:cubicBezTo>
                    <a:pt x="26772" y="32909"/>
                    <a:pt x="26737" y="32947"/>
                    <a:pt x="26705" y="32981"/>
                  </a:cubicBezTo>
                  <a:cubicBezTo>
                    <a:pt x="24843" y="35043"/>
                    <a:pt x="23186" y="37240"/>
                    <a:pt x="21520" y="39434"/>
                  </a:cubicBezTo>
                  <a:cubicBezTo>
                    <a:pt x="20354" y="40643"/>
                    <a:pt x="19163" y="41837"/>
                    <a:pt x="17957" y="43032"/>
                  </a:cubicBezTo>
                  <a:lnTo>
                    <a:pt x="17957" y="43032"/>
                  </a:lnTo>
                  <a:cubicBezTo>
                    <a:pt x="20165" y="40086"/>
                    <a:pt x="22311" y="37086"/>
                    <a:pt x="24719" y="34408"/>
                  </a:cubicBezTo>
                  <a:cubicBezTo>
                    <a:pt x="25992" y="32987"/>
                    <a:pt x="27320" y="31622"/>
                    <a:pt x="28651" y="30262"/>
                  </a:cubicBezTo>
                  <a:close/>
                  <a:moveTo>
                    <a:pt x="56141" y="38068"/>
                  </a:moveTo>
                  <a:lnTo>
                    <a:pt x="56141" y="38068"/>
                  </a:lnTo>
                  <a:cubicBezTo>
                    <a:pt x="54094" y="40147"/>
                    <a:pt x="51860" y="42058"/>
                    <a:pt x="49585" y="43932"/>
                  </a:cubicBezTo>
                  <a:cubicBezTo>
                    <a:pt x="51718" y="41908"/>
                    <a:pt x="53898" y="39945"/>
                    <a:pt x="56141" y="38068"/>
                  </a:cubicBezTo>
                  <a:close/>
                  <a:moveTo>
                    <a:pt x="23264" y="24315"/>
                  </a:moveTo>
                  <a:cubicBezTo>
                    <a:pt x="21875" y="26203"/>
                    <a:pt x="20498" y="28082"/>
                    <a:pt x="19060" y="29849"/>
                  </a:cubicBezTo>
                  <a:cubicBezTo>
                    <a:pt x="16829" y="32589"/>
                    <a:pt x="14516" y="35279"/>
                    <a:pt x="12360" y="38077"/>
                  </a:cubicBezTo>
                  <a:lnTo>
                    <a:pt x="12360" y="38080"/>
                  </a:lnTo>
                  <a:cubicBezTo>
                    <a:pt x="11162" y="39630"/>
                    <a:pt x="9966" y="41178"/>
                    <a:pt x="8690" y="42667"/>
                  </a:cubicBezTo>
                  <a:cubicBezTo>
                    <a:pt x="8041" y="43401"/>
                    <a:pt x="7339" y="44088"/>
                    <a:pt x="6597" y="44726"/>
                  </a:cubicBezTo>
                  <a:cubicBezTo>
                    <a:pt x="7068" y="43883"/>
                    <a:pt x="7654" y="43106"/>
                    <a:pt x="8335" y="42419"/>
                  </a:cubicBezTo>
                  <a:cubicBezTo>
                    <a:pt x="13301" y="36685"/>
                    <a:pt x="17903" y="30649"/>
                    <a:pt x="22796" y="24849"/>
                  </a:cubicBezTo>
                  <a:cubicBezTo>
                    <a:pt x="22946" y="24673"/>
                    <a:pt x="23105" y="24494"/>
                    <a:pt x="23264" y="24315"/>
                  </a:cubicBezTo>
                  <a:close/>
                  <a:moveTo>
                    <a:pt x="59762" y="38778"/>
                  </a:moveTo>
                  <a:cubicBezTo>
                    <a:pt x="59887" y="38778"/>
                    <a:pt x="59708" y="39087"/>
                    <a:pt x="59002" y="39913"/>
                  </a:cubicBezTo>
                  <a:cubicBezTo>
                    <a:pt x="58084" y="40984"/>
                    <a:pt x="56973" y="41931"/>
                    <a:pt x="55979" y="42936"/>
                  </a:cubicBezTo>
                  <a:cubicBezTo>
                    <a:pt x="55477" y="43444"/>
                    <a:pt x="54975" y="43949"/>
                    <a:pt x="54472" y="44451"/>
                  </a:cubicBezTo>
                  <a:cubicBezTo>
                    <a:pt x="54475" y="44386"/>
                    <a:pt x="54429" y="44319"/>
                    <a:pt x="54368" y="44319"/>
                  </a:cubicBezTo>
                  <a:cubicBezTo>
                    <a:pt x="54348" y="44319"/>
                    <a:pt x="54327" y="44326"/>
                    <a:pt x="54305" y="44342"/>
                  </a:cubicBezTo>
                  <a:cubicBezTo>
                    <a:pt x="54039" y="44535"/>
                    <a:pt x="53791" y="44743"/>
                    <a:pt x="53531" y="44937"/>
                  </a:cubicBezTo>
                  <a:cubicBezTo>
                    <a:pt x="54530" y="43782"/>
                    <a:pt x="55526" y="42621"/>
                    <a:pt x="56537" y="41455"/>
                  </a:cubicBezTo>
                  <a:cubicBezTo>
                    <a:pt x="56975" y="40946"/>
                    <a:pt x="59432" y="38778"/>
                    <a:pt x="59762" y="38778"/>
                  </a:cubicBezTo>
                  <a:close/>
                  <a:moveTo>
                    <a:pt x="34203" y="14089"/>
                  </a:moveTo>
                  <a:cubicBezTo>
                    <a:pt x="34304" y="14132"/>
                    <a:pt x="34408" y="14170"/>
                    <a:pt x="34515" y="14201"/>
                  </a:cubicBezTo>
                  <a:cubicBezTo>
                    <a:pt x="34621" y="14227"/>
                    <a:pt x="34731" y="14242"/>
                    <a:pt x="34841" y="14245"/>
                  </a:cubicBezTo>
                  <a:cubicBezTo>
                    <a:pt x="33008" y="15645"/>
                    <a:pt x="32049" y="17530"/>
                    <a:pt x="30533" y="19311"/>
                  </a:cubicBezTo>
                  <a:cubicBezTo>
                    <a:pt x="27874" y="22441"/>
                    <a:pt x="25143" y="25443"/>
                    <a:pt x="22620" y="28691"/>
                  </a:cubicBezTo>
                  <a:cubicBezTo>
                    <a:pt x="22242" y="29182"/>
                    <a:pt x="21875" y="29679"/>
                    <a:pt x="21509" y="30175"/>
                  </a:cubicBezTo>
                  <a:cubicBezTo>
                    <a:pt x="21465" y="30224"/>
                    <a:pt x="21419" y="30271"/>
                    <a:pt x="21379" y="30320"/>
                  </a:cubicBezTo>
                  <a:cubicBezTo>
                    <a:pt x="18855" y="33134"/>
                    <a:pt x="16638" y="36200"/>
                    <a:pt x="14280" y="39151"/>
                  </a:cubicBezTo>
                  <a:cubicBezTo>
                    <a:pt x="13038" y="40525"/>
                    <a:pt x="11820" y="41920"/>
                    <a:pt x="10645" y="43340"/>
                  </a:cubicBezTo>
                  <a:cubicBezTo>
                    <a:pt x="9739" y="44264"/>
                    <a:pt x="8508" y="45486"/>
                    <a:pt x="8369" y="45486"/>
                  </a:cubicBezTo>
                  <a:cubicBezTo>
                    <a:pt x="8296" y="45486"/>
                    <a:pt x="8530" y="45142"/>
                    <a:pt x="9285" y="44226"/>
                  </a:cubicBezTo>
                  <a:cubicBezTo>
                    <a:pt x="10994" y="42151"/>
                    <a:pt x="12830" y="40176"/>
                    <a:pt x="14623" y="38172"/>
                  </a:cubicBezTo>
                  <a:cubicBezTo>
                    <a:pt x="18469" y="33871"/>
                    <a:pt x="22008" y="29295"/>
                    <a:pt x="25565" y="24756"/>
                  </a:cubicBezTo>
                  <a:cubicBezTo>
                    <a:pt x="28380" y="21162"/>
                    <a:pt x="31789" y="17975"/>
                    <a:pt x="34203" y="14089"/>
                  </a:cubicBezTo>
                  <a:close/>
                  <a:moveTo>
                    <a:pt x="16416" y="37358"/>
                  </a:moveTo>
                  <a:lnTo>
                    <a:pt x="16416" y="37358"/>
                  </a:lnTo>
                  <a:cubicBezTo>
                    <a:pt x="15521" y="38614"/>
                    <a:pt x="14597" y="39855"/>
                    <a:pt x="13633" y="41065"/>
                  </a:cubicBezTo>
                  <a:cubicBezTo>
                    <a:pt x="13333" y="41426"/>
                    <a:pt x="13035" y="41787"/>
                    <a:pt x="12735" y="42148"/>
                  </a:cubicBezTo>
                  <a:cubicBezTo>
                    <a:pt x="11823" y="43233"/>
                    <a:pt x="10876" y="44298"/>
                    <a:pt x="9845" y="45309"/>
                  </a:cubicBezTo>
                  <a:lnTo>
                    <a:pt x="9845" y="45312"/>
                  </a:lnTo>
                  <a:cubicBezTo>
                    <a:pt x="9065" y="46076"/>
                    <a:pt x="8751" y="46359"/>
                    <a:pt x="8713" y="46359"/>
                  </a:cubicBezTo>
                  <a:cubicBezTo>
                    <a:pt x="8610" y="46359"/>
                    <a:pt x="10502" y="44318"/>
                    <a:pt x="10746" y="44062"/>
                  </a:cubicBezTo>
                  <a:cubicBezTo>
                    <a:pt x="11852" y="42918"/>
                    <a:pt x="12819" y="41694"/>
                    <a:pt x="13806" y="40450"/>
                  </a:cubicBezTo>
                  <a:cubicBezTo>
                    <a:pt x="14649" y="39385"/>
                    <a:pt x="15527" y="38363"/>
                    <a:pt x="16416" y="37358"/>
                  </a:cubicBezTo>
                  <a:close/>
                  <a:moveTo>
                    <a:pt x="28454" y="35957"/>
                  </a:moveTo>
                  <a:cubicBezTo>
                    <a:pt x="28687" y="35957"/>
                    <a:pt x="28945" y="36054"/>
                    <a:pt x="29228" y="36250"/>
                  </a:cubicBezTo>
                  <a:lnTo>
                    <a:pt x="29228" y="36250"/>
                  </a:lnTo>
                  <a:cubicBezTo>
                    <a:pt x="28385" y="37719"/>
                    <a:pt x="26829" y="38998"/>
                    <a:pt x="25591" y="40153"/>
                  </a:cubicBezTo>
                  <a:cubicBezTo>
                    <a:pt x="23489" y="42104"/>
                    <a:pt x="21517" y="44197"/>
                    <a:pt x="19693" y="46412"/>
                  </a:cubicBezTo>
                  <a:cubicBezTo>
                    <a:pt x="19620" y="46501"/>
                    <a:pt x="19543" y="46585"/>
                    <a:pt x="19467" y="46674"/>
                  </a:cubicBezTo>
                  <a:cubicBezTo>
                    <a:pt x="22155" y="43467"/>
                    <a:pt x="24655" y="40112"/>
                    <a:pt x="27404" y="36951"/>
                  </a:cubicBezTo>
                  <a:cubicBezTo>
                    <a:pt x="27421" y="36908"/>
                    <a:pt x="27438" y="36873"/>
                    <a:pt x="27459" y="36833"/>
                  </a:cubicBezTo>
                  <a:cubicBezTo>
                    <a:pt x="27707" y="36558"/>
                    <a:pt x="27949" y="36284"/>
                    <a:pt x="28183" y="36004"/>
                  </a:cubicBezTo>
                  <a:cubicBezTo>
                    <a:pt x="28269" y="35973"/>
                    <a:pt x="28359" y="35957"/>
                    <a:pt x="28454" y="35957"/>
                  </a:cubicBezTo>
                  <a:close/>
                  <a:moveTo>
                    <a:pt x="22926" y="31209"/>
                  </a:moveTo>
                  <a:lnTo>
                    <a:pt x="22926" y="31209"/>
                  </a:lnTo>
                  <a:cubicBezTo>
                    <a:pt x="20749" y="34168"/>
                    <a:pt x="18509" y="37064"/>
                    <a:pt x="16107" y="39847"/>
                  </a:cubicBezTo>
                  <a:cubicBezTo>
                    <a:pt x="14456" y="41758"/>
                    <a:pt x="12339" y="43585"/>
                    <a:pt x="10596" y="45413"/>
                  </a:cubicBezTo>
                  <a:lnTo>
                    <a:pt x="10596" y="45416"/>
                  </a:lnTo>
                  <a:cubicBezTo>
                    <a:pt x="10157" y="45840"/>
                    <a:pt x="9750" y="46296"/>
                    <a:pt x="9377" y="46781"/>
                  </a:cubicBezTo>
                  <a:cubicBezTo>
                    <a:pt x="9336" y="46833"/>
                    <a:pt x="9291" y="46883"/>
                    <a:pt x="9249" y="46934"/>
                  </a:cubicBezTo>
                  <a:lnTo>
                    <a:pt x="9249" y="46934"/>
                  </a:lnTo>
                  <a:cubicBezTo>
                    <a:pt x="10130" y="45823"/>
                    <a:pt x="11020" y="44717"/>
                    <a:pt x="11921" y="43620"/>
                  </a:cubicBezTo>
                  <a:cubicBezTo>
                    <a:pt x="13543" y="41896"/>
                    <a:pt x="15047" y="40052"/>
                    <a:pt x="16491" y="38149"/>
                  </a:cubicBezTo>
                  <a:cubicBezTo>
                    <a:pt x="18558" y="35767"/>
                    <a:pt x="20703" y="33452"/>
                    <a:pt x="22926" y="31209"/>
                  </a:cubicBezTo>
                  <a:close/>
                  <a:moveTo>
                    <a:pt x="60925" y="40077"/>
                  </a:moveTo>
                  <a:lnTo>
                    <a:pt x="60925" y="40077"/>
                  </a:lnTo>
                  <a:cubicBezTo>
                    <a:pt x="60941" y="40077"/>
                    <a:pt x="56972" y="44563"/>
                    <a:pt x="56427" y="45072"/>
                  </a:cubicBezTo>
                  <a:cubicBezTo>
                    <a:pt x="55772" y="45687"/>
                    <a:pt x="55134" y="46311"/>
                    <a:pt x="54490" y="46934"/>
                  </a:cubicBezTo>
                  <a:cubicBezTo>
                    <a:pt x="56464" y="44925"/>
                    <a:pt x="58405" y="42890"/>
                    <a:pt x="60267" y="40808"/>
                  </a:cubicBezTo>
                  <a:cubicBezTo>
                    <a:pt x="60728" y="40291"/>
                    <a:pt x="60922" y="40077"/>
                    <a:pt x="60925" y="40077"/>
                  </a:cubicBezTo>
                  <a:close/>
                  <a:moveTo>
                    <a:pt x="55777" y="34757"/>
                  </a:moveTo>
                  <a:cubicBezTo>
                    <a:pt x="54660" y="36021"/>
                    <a:pt x="53468" y="37237"/>
                    <a:pt x="52241" y="38423"/>
                  </a:cubicBezTo>
                  <a:cubicBezTo>
                    <a:pt x="51123" y="39408"/>
                    <a:pt x="50018" y="40395"/>
                    <a:pt x="48877" y="41264"/>
                  </a:cubicBezTo>
                  <a:cubicBezTo>
                    <a:pt x="46268" y="43253"/>
                    <a:pt x="43741" y="45315"/>
                    <a:pt x="41311" y="47489"/>
                  </a:cubicBezTo>
                  <a:cubicBezTo>
                    <a:pt x="41721" y="47087"/>
                    <a:pt x="42130" y="46683"/>
                    <a:pt x="42543" y="46282"/>
                  </a:cubicBezTo>
                  <a:cubicBezTo>
                    <a:pt x="44642" y="44339"/>
                    <a:pt x="46767" y="42410"/>
                    <a:pt x="48854" y="40450"/>
                  </a:cubicBezTo>
                  <a:cubicBezTo>
                    <a:pt x="51239" y="38565"/>
                    <a:pt x="53999" y="36769"/>
                    <a:pt x="55777" y="34757"/>
                  </a:cubicBezTo>
                  <a:close/>
                  <a:moveTo>
                    <a:pt x="54215" y="44711"/>
                  </a:moveTo>
                  <a:lnTo>
                    <a:pt x="54215" y="44711"/>
                  </a:lnTo>
                  <a:cubicBezTo>
                    <a:pt x="53144" y="45777"/>
                    <a:pt x="52062" y="46827"/>
                    <a:pt x="50965" y="47867"/>
                  </a:cubicBezTo>
                  <a:cubicBezTo>
                    <a:pt x="51545" y="47214"/>
                    <a:pt x="52119" y="46553"/>
                    <a:pt x="52694" y="45895"/>
                  </a:cubicBezTo>
                  <a:cubicBezTo>
                    <a:pt x="53196" y="45494"/>
                    <a:pt x="53702" y="45101"/>
                    <a:pt x="54215" y="44711"/>
                  </a:cubicBezTo>
                  <a:close/>
                  <a:moveTo>
                    <a:pt x="14698" y="43519"/>
                  </a:moveTo>
                  <a:cubicBezTo>
                    <a:pt x="13722" y="44711"/>
                    <a:pt x="12712" y="45881"/>
                    <a:pt x="11600" y="46975"/>
                  </a:cubicBezTo>
                  <a:lnTo>
                    <a:pt x="11600" y="46978"/>
                  </a:lnTo>
                  <a:cubicBezTo>
                    <a:pt x="11302" y="47271"/>
                    <a:pt x="9989" y="48488"/>
                    <a:pt x="9857" y="48488"/>
                  </a:cubicBezTo>
                  <a:cubicBezTo>
                    <a:pt x="9847" y="48488"/>
                    <a:pt x="9844" y="48481"/>
                    <a:pt x="9848" y="48467"/>
                  </a:cubicBezTo>
                  <a:cubicBezTo>
                    <a:pt x="11000" y="46917"/>
                    <a:pt x="13419" y="44882"/>
                    <a:pt x="14028" y="44226"/>
                  </a:cubicBezTo>
                  <a:cubicBezTo>
                    <a:pt x="14251" y="43990"/>
                    <a:pt x="14479" y="43759"/>
                    <a:pt x="14698" y="43519"/>
                  </a:cubicBezTo>
                  <a:close/>
                  <a:moveTo>
                    <a:pt x="55160" y="42653"/>
                  </a:moveTo>
                  <a:lnTo>
                    <a:pt x="55160" y="42653"/>
                  </a:lnTo>
                  <a:cubicBezTo>
                    <a:pt x="54432" y="43525"/>
                    <a:pt x="53728" y="44426"/>
                    <a:pt x="53017" y="45335"/>
                  </a:cubicBezTo>
                  <a:cubicBezTo>
                    <a:pt x="51533" y="46458"/>
                    <a:pt x="50093" y="47630"/>
                    <a:pt x="48696" y="48848"/>
                  </a:cubicBezTo>
                  <a:cubicBezTo>
                    <a:pt x="50901" y="46836"/>
                    <a:pt x="53081" y="44772"/>
                    <a:pt x="55160" y="42653"/>
                  </a:cubicBezTo>
                  <a:close/>
                  <a:moveTo>
                    <a:pt x="34160" y="33335"/>
                  </a:moveTo>
                  <a:cubicBezTo>
                    <a:pt x="34475" y="33335"/>
                    <a:pt x="31107" y="37483"/>
                    <a:pt x="30649" y="37930"/>
                  </a:cubicBezTo>
                  <a:cubicBezTo>
                    <a:pt x="28813" y="39717"/>
                    <a:pt x="27049" y="41501"/>
                    <a:pt x="25371" y="43438"/>
                  </a:cubicBezTo>
                  <a:cubicBezTo>
                    <a:pt x="25192" y="43646"/>
                    <a:pt x="25011" y="43851"/>
                    <a:pt x="24832" y="44056"/>
                  </a:cubicBezTo>
                  <a:cubicBezTo>
                    <a:pt x="23628" y="45277"/>
                    <a:pt x="22424" y="46487"/>
                    <a:pt x="21205" y="47662"/>
                  </a:cubicBezTo>
                  <a:cubicBezTo>
                    <a:pt x="20484" y="48360"/>
                    <a:pt x="19776" y="49074"/>
                    <a:pt x="19078" y="49795"/>
                  </a:cubicBezTo>
                  <a:lnTo>
                    <a:pt x="19078" y="49795"/>
                  </a:lnTo>
                  <a:cubicBezTo>
                    <a:pt x="21514" y="47006"/>
                    <a:pt x="23908" y="44189"/>
                    <a:pt x="26457" y="41680"/>
                  </a:cubicBezTo>
                  <a:lnTo>
                    <a:pt x="26457" y="41683"/>
                  </a:lnTo>
                  <a:cubicBezTo>
                    <a:pt x="28966" y="39212"/>
                    <a:pt x="30958" y="36304"/>
                    <a:pt x="33498" y="33874"/>
                  </a:cubicBezTo>
                  <a:cubicBezTo>
                    <a:pt x="33894" y="33495"/>
                    <a:pt x="34098" y="33335"/>
                    <a:pt x="34160" y="33335"/>
                  </a:cubicBezTo>
                  <a:close/>
                  <a:moveTo>
                    <a:pt x="56736" y="40043"/>
                  </a:moveTo>
                  <a:lnTo>
                    <a:pt x="56736" y="40043"/>
                  </a:lnTo>
                  <a:cubicBezTo>
                    <a:pt x="53211" y="43230"/>
                    <a:pt x="49758" y="46839"/>
                    <a:pt x="46253" y="50318"/>
                  </a:cubicBezTo>
                  <a:cubicBezTo>
                    <a:pt x="49642" y="46761"/>
                    <a:pt x="53092" y="43285"/>
                    <a:pt x="56736" y="40043"/>
                  </a:cubicBezTo>
                  <a:close/>
                  <a:moveTo>
                    <a:pt x="54604" y="32657"/>
                  </a:moveTo>
                  <a:cubicBezTo>
                    <a:pt x="54727" y="32657"/>
                    <a:pt x="54577" y="32909"/>
                    <a:pt x="53987" y="33559"/>
                  </a:cubicBezTo>
                  <a:cubicBezTo>
                    <a:pt x="53035" y="34610"/>
                    <a:pt x="51828" y="35531"/>
                    <a:pt x="50757" y="36457"/>
                  </a:cubicBezTo>
                  <a:cubicBezTo>
                    <a:pt x="45765" y="40779"/>
                    <a:pt x="41007" y="45497"/>
                    <a:pt x="36186" y="50015"/>
                  </a:cubicBezTo>
                  <a:cubicBezTo>
                    <a:pt x="36048" y="50142"/>
                    <a:pt x="35918" y="50275"/>
                    <a:pt x="35782" y="50402"/>
                  </a:cubicBezTo>
                  <a:cubicBezTo>
                    <a:pt x="37012" y="49042"/>
                    <a:pt x="38247" y="47685"/>
                    <a:pt x="39489" y="46337"/>
                  </a:cubicBezTo>
                  <a:cubicBezTo>
                    <a:pt x="41311" y="44654"/>
                    <a:pt x="43124" y="42965"/>
                    <a:pt x="44928" y="41270"/>
                  </a:cubicBezTo>
                  <a:cubicBezTo>
                    <a:pt x="46294" y="39985"/>
                    <a:pt x="47639" y="38677"/>
                    <a:pt x="48981" y="37367"/>
                  </a:cubicBezTo>
                  <a:lnTo>
                    <a:pt x="48978" y="37367"/>
                  </a:lnTo>
                  <a:cubicBezTo>
                    <a:pt x="50292" y="36278"/>
                    <a:pt x="51545" y="35141"/>
                    <a:pt x="52700" y="33934"/>
                  </a:cubicBezTo>
                  <a:cubicBezTo>
                    <a:pt x="53568" y="33266"/>
                    <a:pt x="54415" y="32657"/>
                    <a:pt x="54604" y="32657"/>
                  </a:cubicBezTo>
                  <a:close/>
                  <a:moveTo>
                    <a:pt x="57258" y="47047"/>
                  </a:moveTo>
                  <a:cubicBezTo>
                    <a:pt x="56052" y="48320"/>
                    <a:pt x="54848" y="49593"/>
                    <a:pt x="53647" y="50872"/>
                  </a:cubicBezTo>
                  <a:cubicBezTo>
                    <a:pt x="53627" y="50805"/>
                    <a:pt x="53567" y="50759"/>
                    <a:pt x="53497" y="50759"/>
                  </a:cubicBezTo>
                  <a:cubicBezTo>
                    <a:pt x="53495" y="50759"/>
                    <a:pt x="53493" y="50760"/>
                    <a:pt x="53491" y="50760"/>
                  </a:cubicBezTo>
                  <a:cubicBezTo>
                    <a:pt x="54470" y="49755"/>
                    <a:pt x="55451" y="48756"/>
                    <a:pt x="56464" y="47783"/>
                  </a:cubicBezTo>
                  <a:lnTo>
                    <a:pt x="56462" y="47783"/>
                  </a:lnTo>
                  <a:cubicBezTo>
                    <a:pt x="56721" y="47535"/>
                    <a:pt x="56990" y="47289"/>
                    <a:pt x="57258" y="47047"/>
                  </a:cubicBezTo>
                  <a:close/>
                  <a:moveTo>
                    <a:pt x="52096" y="39261"/>
                  </a:moveTo>
                  <a:lnTo>
                    <a:pt x="52096" y="39261"/>
                  </a:lnTo>
                  <a:cubicBezTo>
                    <a:pt x="51857" y="39486"/>
                    <a:pt x="51617" y="39711"/>
                    <a:pt x="51375" y="39925"/>
                  </a:cubicBezTo>
                  <a:cubicBezTo>
                    <a:pt x="49166" y="41902"/>
                    <a:pt x="47027" y="43955"/>
                    <a:pt x="44922" y="46039"/>
                  </a:cubicBezTo>
                  <a:cubicBezTo>
                    <a:pt x="42956" y="47772"/>
                    <a:pt x="41005" y="49512"/>
                    <a:pt x="39067" y="51271"/>
                  </a:cubicBezTo>
                  <a:cubicBezTo>
                    <a:pt x="42855" y="47581"/>
                    <a:pt x="46845" y="44044"/>
                    <a:pt x="50662" y="40372"/>
                  </a:cubicBezTo>
                  <a:cubicBezTo>
                    <a:pt x="51144" y="40008"/>
                    <a:pt x="51620" y="39633"/>
                    <a:pt x="52096" y="39261"/>
                  </a:cubicBezTo>
                  <a:close/>
                  <a:moveTo>
                    <a:pt x="30463" y="36349"/>
                  </a:moveTo>
                  <a:cubicBezTo>
                    <a:pt x="30506" y="36349"/>
                    <a:pt x="27598" y="39367"/>
                    <a:pt x="27170" y="39841"/>
                  </a:cubicBezTo>
                  <a:cubicBezTo>
                    <a:pt x="25328" y="41876"/>
                    <a:pt x="23371" y="43813"/>
                    <a:pt x="21442" y="45762"/>
                  </a:cubicBezTo>
                  <a:cubicBezTo>
                    <a:pt x="19626" y="47595"/>
                    <a:pt x="17859" y="49458"/>
                    <a:pt x="16113" y="51343"/>
                  </a:cubicBezTo>
                  <a:cubicBezTo>
                    <a:pt x="16719" y="50656"/>
                    <a:pt x="17322" y="49986"/>
                    <a:pt x="17932" y="49351"/>
                  </a:cubicBezTo>
                  <a:lnTo>
                    <a:pt x="17934" y="49354"/>
                  </a:lnTo>
                  <a:cubicBezTo>
                    <a:pt x="21737" y="45398"/>
                    <a:pt x="25444" y="41377"/>
                    <a:pt x="29315" y="37482"/>
                  </a:cubicBezTo>
                  <a:cubicBezTo>
                    <a:pt x="30128" y="36664"/>
                    <a:pt x="30450" y="36349"/>
                    <a:pt x="30463" y="36349"/>
                  </a:cubicBezTo>
                  <a:close/>
                  <a:moveTo>
                    <a:pt x="12735" y="48897"/>
                  </a:moveTo>
                  <a:lnTo>
                    <a:pt x="12735" y="48897"/>
                  </a:lnTo>
                  <a:cubicBezTo>
                    <a:pt x="12617" y="49036"/>
                    <a:pt x="12510" y="49180"/>
                    <a:pt x="12391" y="49316"/>
                  </a:cubicBezTo>
                  <a:lnTo>
                    <a:pt x="12391" y="49313"/>
                  </a:lnTo>
                  <a:cubicBezTo>
                    <a:pt x="12034" y="49724"/>
                    <a:pt x="9646" y="52019"/>
                    <a:pt x="9603" y="52019"/>
                  </a:cubicBezTo>
                  <a:cubicBezTo>
                    <a:pt x="9588" y="52019"/>
                    <a:pt x="9860" y="51738"/>
                    <a:pt x="10607" y="50996"/>
                  </a:cubicBezTo>
                  <a:cubicBezTo>
                    <a:pt x="11312" y="50295"/>
                    <a:pt x="12022" y="49596"/>
                    <a:pt x="12735" y="48897"/>
                  </a:cubicBezTo>
                  <a:close/>
                  <a:moveTo>
                    <a:pt x="35855" y="34006"/>
                  </a:moveTo>
                  <a:cubicBezTo>
                    <a:pt x="35976" y="34006"/>
                    <a:pt x="34591" y="35688"/>
                    <a:pt x="33752" y="36651"/>
                  </a:cubicBezTo>
                  <a:cubicBezTo>
                    <a:pt x="30507" y="39318"/>
                    <a:pt x="27534" y="42390"/>
                    <a:pt x="24641" y="45358"/>
                  </a:cubicBezTo>
                  <a:cubicBezTo>
                    <a:pt x="22510" y="47541"/>
                    <a:pt x="20403" y="49778"/>
                    <a:pt x="18318" y="52039"/>
                  </a:cubicBezTo>
                  <a:cubicBezTo>
                    <a:pt x="19811" y="50384"/>
                    <a:pt x="21278" y="48716"/>
                    <a:pt x="22727" y="47035"/>
                  </a:cubicBezTo>
                  <a:cubicBezTo>
                    <a:pt x="26890" y="43020"/>
                    <a:pt x="31027" y="38949"/>
                    <a:pt x="34985" y="34832"/>
                  </a:cubicBezTo>
                  <a:cubicBezTo>
                    <a:pt x="35555" y="34240"/>
                    <a:pt x="35810" y="34006"/>
                    <a:pt x="35855" y="34006"/>
                  </a:cubicBezTo>
                  <a:close/>
                  <a:moveTo>
                    <a:pt x="25002" y="39324"/>
                  </a:moveTo>
                  <a:lnTo>
                    <a:pt x="25002" y="39324"/>
                  </a:lnTo>
                  <a:cubicBezTo>
                    <a:pt x="23576" y="41094"/>
                    <a:pt x="22242" y="42950"/>
                    <a:pt x="20833" y="44688"/>
                  </a:cubicBezTo>
                  <a:cubicBezTo>
                    <a:pt x="18699" y="47315"/>
                    <a:pt x="16413" y="49815"/>
                    <a:pt x="14049" y="52240"/>
                  </a:cubicBezTo>
                  <a:lnTo>
                    <a:pt x="14049" y="52240"/>
                  </a:lnTo>
                  <a:cubicBezTo>
                    <a:pt x="16741" y="49033"/>
                    <a:pt x="19231" y="45643"/>
                    <a:pt x="21939" y="42448"/>
                  </a:cubicBezTo>
                  <a:cubicBezTo>
                    <a:pt x="22802" y="41429"/>
                    <a:pt x="23887" y="40395"/>
                    <a:pt x="25002" y="39324"/>
                  </a:cubicBezTo>
                  <a:close/>
                  <a:moveTo>
                    <a:pt x="36531" y="35056"/>
                  </a:moveTo>
                  <a:cubicBezTo>
                    <a:pt x="36636" y="35056"/>
                    <a:pt x="36311" y="35417"/>
                    <a:pt x="35236" y="36385"/>
                  </a:cubicBezTo>
                  <a:lnTo>
                    <a:pt x="35236" y="36388"/>
                  </a:lnTo>
                  <a:cubicBezTo>
                    <a:pt x="33288" y="38143"/>
                    <a:pt x="31506" y="40095"/>
                    <a:pt x="29679" y="41977"/>
                  </a:cubicBezTo>
                  <a:cubicBezTo>
                    <a:pt x="26336" y="45413"/>
                    <a:pt x="22915" y="48765"/>
                    <a:pt x="19655" y="52281"/>
                  </a:cubicBezTo>
                  <a:cubicBezTo>
                    <a:pt x="19144" y="52763"/>
                    <a:pt x="18630" y="53245"/>
                    <a:pt x="18113" y="53733"/>
                  </a:cubicBezTo>
                  <a:cubicBezTo>
                    <a:pt x="20380" y="51302"/>
                    <a:pt x="22577" y="48802"/>
                    <a:pt x="24791" y="46371"/>
                  </a:cubicBezTo>
                  <a:cubicBezTo>
                    <a:pt x="27782" y="43089"/>
                    <a:pt x="31622" y="39977"/>
                    <a:pt x="34546" y="36431"/>
                  </a:cubicBezTo>
                  <a:cubicBezTo>
                    <a:pt x="35465" y="35715"/>
                    <a:pt x="36390" y="35056"/>
                    <a:pt x="36531" y="35056"/>
                  </a:cubicBezTo>
                  <a:close/>
                  <a:moveTo>
                    <a:pt x="38602" y="40586"/>
                  </a:moveTo>
                  <a:cubicBezTo>
                    <a:pt x="38631" y="40586"/>
                    <a:pt x="37746" y="41562"/>
                    <a:pt x="36457" y="43057"/>
                  </a:cubicBezTo>
                  <a:cubicBezTo>
                    <a:pt x="35537" y="44128"/>
                    <a:pt x="34595" y="45185"/>
                    <a:pt x="33666" y="46247"/>
                  </a:cubicBezTo>
                  <a:cubicBezTo>
                    <a:pt x="31529" y="48236"/>
                    <a:pt x="29462" y="50306"/>
                    <a:pt x="27361" y="52281"/>
                  </a:cubicBezTo>
                  <a:cubicBezTo>
                    <a:pt x="26783" y="52827"/>
                    <a:pt x="26188" y="53375"/>
                    <a:pt x="25585" y="53930"/>
                  </a:cubicBezTo>
                  <a:cubicBezTo>
                    <a:pt x="29220" y="50064"/>
                    <a:pt x="32982" y="46302"/>
                    <a:pt x="36691" y="42517"/>
                  </a:cubicBezTo>
                  <a:cubicBezTo>
                    <a:pt x="38020" y="41161"/>
                    <a:pt x="38580" y="40586"/>
                    <a:pt x="38602" y="40586"/>
                  </a:cubicBezTo>
                  <a:close/>
                  <a:moveTo>
                    <a:pt x="37928" y="42923"/>
                  </a:moveTo>
                  <a:lnTo>
                    <a:pt x="37928" y="42923"/>
                  </a:lnTo>
                  <a:cubicBezTo>
                    <a:pt x="37113" y="43623"/>
                    <a:pt x="34997" y="46518"/>
                    <a:pt x="33686" y="47780"/>
                  </a:cubicBezTo>
                  <a:cubicBezTo>
                    <a:pt x="31659" y="49726"/>
                    <a:pt x="29638" y="51678"/>
                    <a:pt x="27620" y="53635"/>
                  </a:cubicBezTo>
                  <a:cubicBezTo>
                    <a:pt x="27078" y="54160"/>
                    <a:pt x="26538" y="54689"/>
                    <a:pt x="25995" y="55223"/>
                  </a:cubicBezTo>
                  <a:cubicBezTo>
                    <a:pt x="26038" y="55177"/>
                    <a:pt x="26082" y="55128"/>
                    <a:pt x="26125" y="55084"/>
                  </a:cubicBezTo>
                  <a:cubicBezTo>
                    <a:pt x="28850" y="52264"/>
                    <a:pt x="31463" y="49336"/>
                    <a:pt x="34038" y="46374"/>
                  </a:cubicBezTo>
                  <a:cubicBezTo>
                    <a:pt x="35324" y="45204"/>
                    <a:pt x="36619" y="44045"/>
                    <a:pt x="37928" y="42923"/>
                  </a:cubicBezTo>
                  <a:close/>
                  <a:moveTo>
                    <a:pt x="44163" y="41155"/>
                  </a:moveTo>
                  <a:cubicBezTo>
                    <a:pt x="42792" y="42497"/>
                    <a:pt x="41452" y="43868"/>
                    <a:pt x="40124" y="45254"/>
                  </a:cubicBezTo>
                  <a:cubicBezTo>
                    <a:pt x="36432" y="48675"/>
                    <a:pt x="32719" y="52079"/>
                    <a:pt x="29047" y="55520"/>
                  </a:cubicBezTo>
                  <a:cubicBezTo>
                    <a:pt x="29130" y="55425"/>
                    <a:pt x="29214" y="55330"/>
                    <a:pt x="29298" y="55237"/>
                  </a:cubicBezTo>
                  <a:lnTo>
                    <a:pt x="29298" y="55234"/>
                  </a:lnTo>
                  <a:cubicBezTo>
                    <a:pt x="31013" y="53419"/>
                    <a:pt x="32727" y="51600"/>
                    <a:pt x="34483" y="49824"/>
                  </a:cubicBezTo>
                  <a:cubicBezTo>
                    <a:pt x="36362" y="47922"/>
                    <a:pt x="38308" y="46080"/>
                    <a:pt x="40274" y="44258"/>
                  </a:cubicBezTo>
                  <a:cubicBezTo>
                    <a:pt x="41518" y="43204"/>
                    <a:pt x="42829" y="42177"/>
                    <a:pt x="44163" y="41155"/>
                  </a:cubicBezTo>
                  <a:close/>
                  <a:moveTo>
                    <a:pt x="25842" y="35539"/>
                  </a:moveTo>
                  <a:cubicBezTo>
                    <a:pt x="24283" y="37679"/>
                    <a:pt x="22738" y="39829"/>
                    <a:pt x="21067" y="41888"/>
                  </a:cubicBezTo>
                  <a:cubicBezTo>
                    <a:pt x="18036" y="45615"/>
                    <a:pt x="14741" y="49117"/>
                    <a:pt x="11722" y="52861"/>
                  </a:cubicBezTo>
                  <a:lnTo>
                    <a:pt x="11725" y="52864"/>
                  </a:lnTo>
                  <a:cubicBezTo>
                    <a:pt x="11147" y="53578"/>
                    <a:pt x="8895" y="55848"/>
                    <a:pt x="8638" y="55848"/>
                  </a:cubicBezTo>
                  <a:cubicBezTo>
                    <a:pt x="8507" y="55848"/>
                    <a:pt x="8893" y="55259"/>
                    <a:pt x="10281" y="53577"/>
                  </a:cubicBezTo>
                  <a:cubicBezTo>
                    <a:pt x="11831" y="51695"/>
                    <a:pt x="13633" y="50000"/>
                    <a:pt x="15304" y="48225"/>
                  </a:cubicBezTo>
                  <a:cubicBezTo>
                    <a:pt x="19063" y="44232"/>
                    <a:pt x="22395" y="39832"/>
                    <a:pt x="25842" y="35539"/>
                  </a:cubicBezTo>
                  <a:close/>
                  <a:moveTo>
                    <a:pt x="19427" y="50202"/>
                  </a:moveTo>
                  <a:lnTo>
                    <a:pt x="19427" y="50202"/>
                  </a:lnTo>
                  <a:cubicBezTo>
                    <a:pt x="18532" y="51210"/>
                    <a:pt x="17640" y="52218"/>
                    <a:pt x="16739" y="53219"/>
                  </a:cubicBezTo>
                  <a:cubicBezTo>
                    <a:pt x="15284" y="54842"/>
                    <a:pt x="13803" y="56438"/>
                    <a:pt x="12293" y="58006"/>
                  </a:cubicBezTo>
                  <a:cubicBezTo>
                    <a:pt x="11690" y="58634"/>
                    <a:pt x="11411" y="58888"/>
                    <a:pt x="11356" y="58888"/>
                  </a:cubicBezTo>
                  <a:cubicBezTo>
                    <a:pt x="11142" y="58888"/>
                    <a:pt x="14296" y="55071"/>
                    <a:pt x="14944" y="54458"/>
                  </a:cubicBezTo>
                  <a:cubicBezTo>
                    <a:pt x="16430" y="53052"/>
                    <a:pt x="17926" y="51634"/>
                    <a:pt x="19427" y="50202"/>
                  </a:cubicBezTo>
                  <a:close/>
                  <a:moveTo>
                    <a:pt x="26333" y="44027"/>
                  </a:moveTo>
                  <a:lnTo>
                    <a:pt x="26333" y="44027"/>
                  </a:lnTo>
                  <a:cubicBezTo>
                    <a:pt x="23781" y="46773"/>
                    <a:pt x="21315" y="49634"/>
                    <a:pt x="18789" y="52379"/>
                  </a:cubicBezTo>
                  <a:cubicBezTo>
                    <a:pt x="17265" y="54033"/>
                    <a:pt x="15761" y="55705"/>
                    <a:pt x="14202" y="57330"/>
                  </a:cubicBezTo>
                  <a:cubicBezTo>
                    <a:pt x="13774" y="57776"/>
                    <a:pt x="11925" y="59679"/>
                    <a:pt x="11856" y="59679"/>
                  </a:cubicBezTo>
                  <a:cubicBezTo>
                    <a:pt x="11826" y="59679"/>
                    <a:pt x="12148" y="59301"/>
                    <a:pt x="13107" y="58248"/>
                  </a:cubicBezTo>
                  <a:cubicBezTo>
                    <a:pt x="16624" y="54394"/>
                    <a:pt x="20201" y="50598"/>
                    <a:pt x="23717" y="46744"/>
                  </a:cubicBezTo>
                  <a:cubicBezTo>
                    <a:pt x="24563" y="45817"/>
                    <a:pt x="25444" y="44916"/>
                    <a:pt x="26333" y="44027"/>
                  </a:cubicBezTo>
                  <a:close/>
                  <a:moveTo>
                    <a:pt x="39269" y="43479"/>
                  </a:moveTo>
                  <a:cubicBezTo>
                    <a:pt x="36806" y="46006"/>
                    <a:pt x="34507" y="48672"/>
                    <a:pt x="31994" y="51155"/>
                  </a:cubicBezTo>
                  <a:cubicBezTo>
                    <a:pt x="29107" y="54010"/>
                    <a:pt x="26287" y="56955"/>
                    <a:pt x="23420" y="59845"/>
                  </a:cubicBezTo>
                  <a:cubicBezTo>
                    <a:pt x="26532" y="56349"/>
                    <a:pt x="29563" y="52795"/>
                    <a:pt x="32676" y="49281"/>
                  </a:cubicBezTo>
                  <a:cubicBezTo>
                    <a:pt x="34162" y="47887"/>
                    <a:pt x="35632" y="46470"/>
                    <a:pt x="37029" y="44994"/>
                  </a:cubicBezTo>
                  <a:cubicBezTo>
                    <a:pt x="37848" y="44457"/>
                    <a:pt x="38791" y="43968"/>
                    <a:pt x="39269" y="43479"/>
                  </a:cubicBezTo>
                  <a:close/>
                  <a:moveTo>
                    <a:pt x="36795" y="37566"/>
                  </a:moveTo>
                  <a:cubicBezTo>
                    <a:pt x="32930" y="40603"/>
                    <a:pt x="29433" y="45370"/>
                    <a:pt x="26174" y="48909"/>
                  </a:cubicBezTo>
                  <a:cubicBezTo>
                    <a:pt x="23654" y="51643"/>
                    <a:pt x="20850" y="55142"/>
                    <a:pt x="17706" y="57908"/>
                  </a:cubicBezTo>
                  <a:cubicBezTo>
                    <a:pt x="19130" y="56170"/>
                    <a:pt x="20463" y="54311"/>
                    <a:pt x="21846" y="52587"/>
                  </a:cubicBezTo>
                  <a:lnTo>
                    <a:pt x="21846" y="52587"/>
                  </a:lnTo>
                  <a:cubicBezTo>
                    <a:pt x="20022" y="54839"/>
                    <a:pt x="18174" y="57114"/>
                    <a:pt x="16191" y="59152"/>
                  </a:cubicBezTo>
                  <a:cubicBezTo>
                    <a:pt x="14987" y="60076"/>
                    <a:pt x="13731" y="60864"/>
                    <a:pt x="12423" y="61444"/>
                  </a:cubicBezTo>
                  <a:cubicBezTo>
                    <a:pt x="14031" y="59429"/>
                    <a:pt x="16283" y="57662"/>
                    <a:pt x="18053" y="55875"/>
                  </a:cubicBezTo>
                  <a:cubicBezTo>
                    <a:pt x="20435" y="53476"/>
                    <a:pt x="22646" y="50890"/>
                    <a:pt x="24924" y="48392"/>
                  </a:cubicBezTo>
                  <a:cubicBezTo>
                    <a:pt x="26454" y="46718"/>
                    <a:pt x="28120" y="45118"/>
                    <a:pt x="29812" y="43545"/>
                  </a:cubicBezTo>
                  <a:lnTo>
                    <a:pt x="29812" y="43545"/>
                  </a:lnTo>
                  <a:cubicBezTo>
                    <a:pt x="28755" y="44656"/>
                    <a:pt x="27713" y="45785"/>
                    <a:pt x="26673" y="46900"/>
                  </a:cubicBezTo>
                  <a:cubicBezTo>
                    <a:pt x="25230" y="48444"/>
                    <a:pt x="23830" y="50142"/>
                    <a:pt x="22427" y="51871"/>
                  </a:cubicBezTo>
                  <a:lnTo>
                    <a:pt x="22427" y="51871"/>
                  </a:lnTo>
                  <a:cubicBezTo>
                    <a:pt x="22788" y="51438"/>
                    <a:pt x="23154" y="51011"/>
                    <a:pt x="23529" y="50607"/>
                  </a:cubicBezTo>
                  <a:cubicBezTo>
                    <a:pt x="27690" y="46117"/>
                    <a:pt x="31856" y="41247"/>
                    <a:pt x="36795" y="37566"/>
                  </a:cubicBezTo>
                  <a:close/>
                  <a:moveTo>
                    <a:pt x="27387" y="45315"/>
                  </a:moveTo>
                  <a:cubicBezTo>
                    <a:pt x="26867" y="45840"/>
                    <a:pt x="26344" y="46366"/>
                    <a:pt x="25836" y="46908"/>
                  </a:cubicBezTo>
                  <a:cubicBezTo>
                    <a:pt x="23131" y="49790"/>
                    <a:pt x="20518" y="52755"/>
                    <a:pt x="17825" y="55644"/>
                  </a:cubicBezTo>
                  <a:cubicBezTo>
                    <a:pt x="15951" y="57651"/>
                    <a:pt x="13578" y="59435"/>
                    <a:pt x="11944" y="61655"/>
                  </a:cubicBezTo>
                  <a:cubicBezTo>
                    <a:pt x="11906" y="61672"/>
                    <a:pt x="11869" y="61693"/>
                    <a:pt x="11828" y="61707"/>
                  </a:cubicBezTo>
                  <a:cubicBezTo>
                    <a:pt x="12195" y="60587"/>
                    <a:pt x="12868" y="59718"/>
                    <a:pt x="13844" y="59100"/>
                  </a:cubicBezTo>
                  <a:cubicBezTo>
                    <a:pt x="15004" y="58119"/>
                    <a:pt x="15971" y="56744"/>
                    <a:pt x="16953" y="55592"/>
                  </a:cubicBezTo>
                  <a:cubicBezTo>
                    <a:pt x="17123" y="55393"/>
                    <a:pt x="17311" y="55206"/>
                    <a:pt x="17484" y="55009"/>
                  </a:cubicBezTo>
                  <a:cubicBezTo>
                    <a:pt x="17634" y="54859"/>
                    <a:pt x="17790" y="54712"/>
                    <a:pt x="17934" y="54559"/>
                  </a:cubicBezTo>
                  <a:cubicBezTo>
                    <a:pt x="18572" y="53895"/>
                    <a:pt x="19199" y="53219"/>
                    <a:pt x="19828" y="52550"/>
                  </a:cubicBezTo>
                  <a:cubicBezTo>
                    <a:pt x="21275" y="51112"/>
                    <a:pt x="22770" y="49717"/>
                    <a:pt x="24202" y="48283"/>
                  </a:cubicBezTo>
                  <a:cubicBezTo>
                    <a:pt x="25230" y="47255"/>
                    <a:pt x="26298" y="46276"/>
                    <a:pt x="27387" y="45315"/>
                  </a:cubicBezTo>
                  <a:close/>
                  <a:moveTo>
                    <a:pt x="45612" y="47341"/>
                  </a:moveTo>
                  <a:lnTo>
                    <a:pt x="45612" y="47341"/>
                  </a:lnTo>
                  <a:cubicBezTo>
                    <a:pt x="41784" y="51152"/>
                    <a:pt x="38068" y="55084"/>
                    <a:pt x="34347" y="58912"/>
                  </a:cubicBezTo>
                  <a:lnTo>
                    <a:pt x="34350" y="58912"/>
                  </a:lnTo>
                  <a:cubicBezTo>
                    <a:pt x="33432" y="59854"/>
                    <a:pt x="32523" y="60803"/>
                    <a:pt x="31619" y="61759"/>
                  </a:cubicBezTo>
                  <a:cubicBezTo>
                    <a:pt x="31763" y="61589"/>
                    <a:pt x="31913" y="61424"/>
                    <a:pt x="32058" y="61257"/>
                  </a:cubicBezTo>
                  <a:cubicBezTo>
                    <a:pt x="35978" y="56684"/>
                    <a:pt x="40049" y="52342"/>
                    <a:pt x="44512" y="48294"/>
                  </a:cubicBezTo>
                  <a:cubicBezTo>
                    <a:pt x="44870" y="47968"/>
                    <a:pt x="45246" y="47659"/>
                    <a:pt x="45612" y="47341"/>
                  </a:cubicBezTo>
                  <a:close/>
                  <a:moveTo>
                    <a:pt x="52348" y="46163"/>
                  </a:moveTo>
                  <a:lnTo>
                    <a:pt x="52348" y="46163"/>
                  </a:lnTo>
                  <a:cubicBezTo>
                    <a:pt x="51750" y="46900"/>
                    <a:pt x="51129" y="47619"/>
                    <a:pt x="50488" y="48320"/>
                  </a:cubicBezTo>
                  <a:cubicBezTo>
                    <a:pt x="49879" y="48886"/>
                    <a:pt x="49264" y="49449"/>
                    <a:pt x="48641" y="50003"/>
                  </a:cubicBezTo>
                  <a:cubicBezTo>
                    <a:pt x="44377" y="53797"/>
                    <a:pt x="40329" y="57807"/>
                    <a:pt x="36264" y="61811"/>
                  </a:cubicBezTo>
                  <a:cubicBezTo>
                    <a:pt x="36065" y="61981"/>
                    <a:pt x="35869" y="62155"/>
                    <a:pt x="35672" y="62328"/>
                  </a:cubicBezTo>
                  <a:cubicBezTo>
                    <a:pt x="40955" y="56652"/>
                    <a:pt x="46282" y="51031"/>
                    <a:pt x="52348" y="46163"/>
                  </a:cubicBezTo>
                  <a:close/>
                  <a:moveTo>
                    <a:pt x="61488" y="39142"/>
                  </a:moveTo>
                  <a:lnTo>
                    <a:pt x="61488" y="39142"/>
                  </a:lnTo>
                  <a:cubicBezTo>
                    <a:pt x="56394" y="43598"/>
                    <a:pt x="51997" y="49062"/>
                    <a:pt x="47099" y="53756"/>
                  </a:cubicBezTo>
                  <a:cubicBezTo>
                    <a:pt x="43975" y="56747"/>
                    <a:pt x="40315" y="59525"/>
                    <a:pt x="37124" y="62614"/>
                  </a:cubicBezTo>
                  <a:cubicBezTo>
                    <a:pt x="39050" y="60731"/>
                    <a:pt x="40941" y="58806"/>
                    <a:pt x="42875" y="56952"/>
                  </a:cubicBezTo>
                  <a:cubicBezTo>
                    <a:pt x="49002" y="51084"/>
                    <a:pt x="54965" y="44545"/>
                    <a:pt x="61488" y="39142"/>
                  </a:cubicBezTo>
                  <a:close/>
                  <a:moveTo>
                    <a:pt x="32346" y="46293"/>
                  </a:moveTo>
                  <a:lnTo>
                    <a:pt x="32346" y="46293"/>
                  </a:lnTo>
                  <a:cubicBezTo>
                    <a:pt x="26393" y="52359"/>
                    <a:pt x="20664" y="58843"/>
                    <a:pt x="15056" y="64032"/>
                  </a:cubicBezTo>
                  <a:lnTo>
                    <a:pt x="15056" y="64032"/>
                  </a:lnTo>
                  <a:cubicBezTo>
                    <a:pt x="19543" y="59881"/>
                    <a:pt x="23537" y="55056"/>
                    <a:pt x="27828" y="50690"/>
                  </a:cubicBezTo>
                  <a:cubicBezTo>
                    <a:pt x="29280" y="49212"/>
                    <a:pt x="30825" y="47766"/>
                    <a:pt x="32346" y="46293"/>
                  </a:cubicBezTo>
                  <a:close/>
                  <a:moveTo>
                    <a:pt x="31521" y="48698"/>
                  </a:moveTo>
                  <a:cubicBezTo>
                    <a:pt x="31232" y="49022"/>
                    <a:pt x="30952" y="49354"/>
                    <a:pt x="30660" y="49680"/>
                  </a:cubicBezTo>
                  <a:cubicBezTo>
                    <a:pt x="26480" y="54374"/>
                    <a:pt x="22048" y="58846"/>
                    <a:pt x="17605" y="63295"/>
                  </a:cubicBezTo>
                  <a:cubicBezTo>
                    <a:pt x="16587" y="64315"/>
                    <a:pt x="16136" y="64710"/>
                    <a:pt x="16051" y="64710"/>
                  </a:cubicBezTo>
                  <a:cubicBezTo>
                    <a:pt x="15803" y="64710"/>
                    <a:pt x="18670" y="61353"/>
                    <a:pt x="19687" y="60336"/>
                  </a:cubicBezTo>
                  <a:cubicBezTo>
                    <a:pt x="21540" y="58482"/>
                    <a:pt x="23414" y="56646"/>
                    <a:pt x="25265" y="54790"/>
                  </a:cubicBezTo>
                  <a:cubicBezTo>
                    <a:pt x="27306" y="52743"/>
                    <a:pt x="29396" y="50699"/>
                    <a:pt x="31521" y="48698"/>
                  </a:cubicBezTo>
                  <a:close/>
                  <a:moveTo>
                    <a:pt x="49625" y="54417"/>
                  </a:moveTo>
                  <a:lnTo>
                    <a:pt x="49625" y="54417"/>
                  </a:lnTo>
                  <a:cubicBezTo>
                    <a:pt x="47853" y="56337"/>
                    <a:pt x="46077" y="58254"/>
                    <a:pt x="44235" y="60113"/>
                  </a:cubicBezTo>
                  <a:cubicBezTo>
                    <a:pt x="43095" y="61262"/>
                    <a:pt x="39063" y="64918"/>
                    <a:pt x="38652" y="64918"/>
                  </a:cubicBezTo>
                  <a:cubicBezTo>
                    <a:pt x="38502" y="64918"/>
                    <a:pt x="38835" y="64432"/>
                    <a:pt x="39965" y="63159"/>
                  </a:cubicBezTo>
                  <a:cubicBezTo>
                    <a:pt x="42523" y="60394"/>
                    <a:pt x="45690" y="58139"/>
                    <a:pt x="48398" y="55552"/>
                  </a:cubicBezTo>
                  <a:cubicBezTo>
                    <a:pt x="48802" y="55168"/>
                    <a:pt x="49215" y="54796"/>
                    <a:pt x="49625" y="54417"/>
                  </a:cubicBezTo>
                  <a:close/>
                  <a:moveTo>
                    <a:pt x="44789" y="60596"/>
                  </a:moveTo>
                  <a:cubicBezTo>
                    <a:pt x="43759" y="61667"/>
                    <a:pt x="42725" y="62738"/>
                    <a:pt x="41654" y="63766"/>
                  </a:cubicBezTo>
                  <a:cubicBezTo>
                    <a:pt x="40692" y="64687"/>
                    <a:pt x="40301" y="65031"/>
                    <a:pt x="40256" y="65031"/>
                  </a:cubicBezTo>
                  <a:cubicBezTo>
                    <a:pt x="40163" y="65031"/>
                    <a:pt x="41619" y="63497"/>
                    <a:pt x="42503" y="62648"/>
                  </a:cubicBezTo>
                  <a:cubicBezTo>
                    <a:pt x="43239" y="61938"/>
                    <a:pt x="44019" y="61271"/>
                    <a:pt x="44789" y="60596"/>
                  </a:cubicBezTo>
                  <a:close/>
                  <a:moveTo>
                    <a:pt x="30585" y="51239"/>
                  </a:moveTo>
                  <a:cubicBezTo>
                    <a:pt x="30274" y="51600"/>
                    <a:pt x="29962" y="51961"/>
                    <a:pt x="29653" y="52327"/>
                  </a:cubicBezTo>
                  <a:cubicBezTo>
                    <a:pt x="26307" y="56274"/>
                    <a:pt x="22811" y="60064"/>
                    <a:pt x="19320" y="63867"/>
                  </a:cubicBezTo>
                  <a:cubicBezTo>
                    <a:pt x="19066" y="64106"/>
                    <a:pt x="18827" y="64352"/>
                    <a:pt x="18572" y="64588"/>
                  </a:cubicBezTo>
                  <a:cubicBezTo>
                    <a:pt x="17284" y="65796"/>
                    <a:pt x="16706" y="66261"/>
                    <a:pt x="16582" y="66261"/>
                  </a:cubicBezTo>
                  <a:cubicBezTo>
                    <a:pt x="16201" y="66261"/>
                    <a:pt x="20054" y="61918"/>
                    <a:pt x="20807" y="61133"/>
                  </a:cubicBezTo>
                  <a:lnTo>
                    <a:pt x="20804" y="61133"/>
                  </a:lnTo>
                  <a:cubicBezTo>
                    <a:pt x="23140" y="58699"/>
                    <a:pt x="25455" y="56242"/>
                    <a:pt x="27851" y="53863"/>
                  </a:cubicBezTo>
                  <a:cubicBezTo>
                    <a:pt x="28743" y="52977"/>
                    <a:pt x="29661" y="52108"/>
                    <a:pt x="30585" y="51239"/>
                  </a:cubicBezTo>
                  <a:close/>
                  <a:moveTo>
                    <a:pt x="55535" y="39477"/>
                  </a:moveTo>
                  <a:lnTo>
                    <a:pt x="55535" y="39477"/>
                  </a:lnTo>
                  <a:cubicBezTo>
                    <a:pt x="54738" y="40352"/>
                    <a:pt x="53993" y="41293"/>
                    <a:pt x="53179" y="42177"/>
                  </a:cubicBezTo>
                  <a:cubicBezTo>
                    <a:pt x="49443" y="46233"/>
                    <a:pt x="45292" y="50018"/>
                    <a:pt x="41348" y="53875"/>
                  </a:cubicBezTo>
                  <a:cubicBezTo>
                    <a:pt x="40208" y="54992"/>
                    <a:pt x="39047" y="56095"/>
                    <a:pt x="37892" y="57195"/>
                  </a:cubicBezTo>
                  <a:cubicBezTo>
                    <a:pt x="34994" y="59833"/>
                    <a:pt x="32110" y="62472"/>
                    <a:pt x="29350" y="65235"/>
                  </a:cubicBezTo>
                  <a:cubicBezTo>
                    <a:pt x="28899" y="65657"/>
                    <a:pt x="28449" y="66078"/>
                    <a:pt x="27999" y="66500"/>
                  </a:cubicBezTo>
                  <a:cubicBezTo>
                    <a:pt x="32046" y="62492"/>
                    <a:pt x="35903" y="58217"/>
                    <a:pt x="40066" y="54400"/>
                  </a:cubicBezTo>
                  <a:cubicBezTo>
                    <a:pt x="45349" y="49559"/>
                    <a:pt x="50338" y="44414"/>
                    <a:pt x="55535" y="39477"/>
                  </a:cubicBezTo>
                  <a:close/>
                  <a:moveTo>
                    <a:pt x="36668" y="48938"/>
                  </a:moveTo>
                  <a:cubicBezTo>
                    <a:pt x="34812" y="50947"/>
                    <a:pt x="32967" y="52974"/>
                    <a:pt x="31108" y="54989"/>
                  </a:cubicBezTo>
                  <a:cubicBezTo>
                    <a:pt x="28192" y="57925"/>
                    <a:pt x="25311" y="60899"/>
                    <a:pt x="22291" y="63731"/>
                  </a:cubicBezTo>
                  <a:cubicBezTo>
                    <a:pt x="20775" y="65151"/>
                    <a:pt x="19164" y="66450"/>
                    <a:pt x="17504" y="67698"/>
                  </a:cubicBezTo>
                  <a:cubicBezTo>
                    <a:pt x="17833" y="67449"/>
                    <a:pt x="19453" y="66058"/>
                    <a:pt x="19889" y="65636"/>
                  </a:cubicBezTo>
                  <a:cubicBezTo>
                    <a:pt x="22161" y="63436"/>
                    <a:pt x="24222" y="61020"/>
                    <a:pt x="26301" y="58638"/>
                  </a:cubicBezTo>
                  <a:cubicBezTo>
                    <a:pt x="26379" y="58546"/>
                    <a:pt x="26460" y="58456"/>
                    <a:pt x="26541" y="58364"/>
                  </a:cubicBezTo>
                  <a:cubicBezTo>
                    <a:pt x="29252" y="55795"/>
                    <a:pt x="31983" y="53248"/>
                    <a:pt x="34734" y="50722"/>
                  </a:cubicBezTo>
                  <a:cubicBezTo>
                    <a:pt x="35381" y="50127"/>
                    <a:pt x="36024" y="49533"/>
                    <a:pt x="36668" y="48938"/>
                  </a:cubicBezTo>
                  <a:close/>
                  <a:moveTo>
                    <a:pt x="20839" y="66116"/>
                  </a:moveTo>
                  <a:lnTo>
                    <a:pt x="20839" y="66116"/>
                  </a:lnTo>
                  <a:cubicBezTo>
                    <a:pt x="20712" y="66260"/>
                    <a:pt x="20582" y="66401"/>
                    <a:pt x="20455" y="66549"/>
                  </a:cubicBezTo>
                  <a:lnTo>
                    <a:pt x="20455" y="66546"/>
                  </a:lnTo>
                  <a:cubicBezTo>
                    <a:pt x="20249" y="66781"/>
                    <a:pt x="18656" y="68156"/>
                    <a:pt x="18579" y="68156"/>
                  </a:cubicBezTo>
                  <a:cubicBezTo>
                    <a:pt x="18546" y="68156"/>
                    <a:pt x="18798" y="67897"/>
                    <a:pt x="19571" y="67175"/>
                  </a:cubicBezTo>
                  <a:cubicBezTo>
                    <a:pt x="19970" y="66803"/>
                    <a:pt x="20400" y="66456"/>
                    <a:pt x="20839" y="66116"/>
                  </a:cubicBezTo>
                  <a:close/>
                  <a:moveTo>
                    <a:pt x="41689" y="49284"/>
                  </a:moveTo>
                  <a:lnTo>
                    <a:pt x="41689" y="49284"/>
                  </a:lnTo>
                  <a:cubicBezTo>
                    <a:pt x="39639" y="51418"/>
                    <a:pt x="37633" y="53589"/>
                    <a:pt x="35629" y="55763"/>
                  </a:cubicBezTo>
                  <a:cubicBezTo>
                    <a:pt x="34047" y="57417"/>
                    <a:pt x="32491" y="59091"/>
                    <a:pt x="30964" y="60789"/>
                  </a:cubicBezTo>
                  <a:cubicBezTo>
                    <a:pt x="28492" y="63416"/>
                    <a:pt x="25981" y="66003"/>
                    <a:pt x="23348" y="68480"/>
                  </a:cubicBezTo>
                  <a:cubicBezTo>
                    <a:pt x="23261" y="68561"/>
                    <a:pt x="23203" y="68619"/>
                    <a:pt x="23125" y="68694"/>
                  </a:cubicBezTo>
                  <a:cubicBezTo>
                    <a:pt x="23197" y="68613"/>
                    <a:pt x="23264" y="68544"/>
                    <a:pt x="23345" y="68451"/>
                  </a:cubicBezTo>
                  <a:cubicBezTo>
                    <a:pt x="24858" y="66748"/>
                    <a:pt x="26321" y="65001"/>
                    <a:pt x="27808" y="63272"/>
                  </a:cubicBezTo>
                  <a:cubicBezTo>
                    <a:pt x="30796" y="59793"/>
                    <a:pt x="33954" y="56513"/>
                    <a:pt x="37277" y="53355"/>
                  </a:cubicBezTo>
                  <a:cubicBezTo>
                    <a:pt x="38727" y="51975"/>
                    <a:pt x="40205" y="50624"/>
                    <a:pt x="41689" y="49284"/>
                  </a:cubicBezTo>
                  <a:close/>
                  <a:moveTo>
                    <a:pt x="47803" y="42529"/>
                  </a:moveTo>
                  <a:lnTo>
                    <a:pt x="47803" y="42529"/>
                  </a:lnTo>
                  <a:cubicBezTo>
                    <a:pt x="45658" y="44463"/>
                    <a:pt x="43502" y="46389"/>
                    <a:pt x="41484" y="48398"/>
                  </a:cubicBezTo>
                  <a:cubicBezTo>
                    <a:pt x="36137" y="53727"/>
                    <a:pt x="30704" y="59025"/>
                    <a:pt x="25614" y="64603"/>
                  </a:cubicBezTo>
                  <a:cubicBezTo>
                    <a:pt x="24603" y="65711"/>
                    <a:pt x="23668" y="66866"/>
                    <a:pt x="22637" y="67955"/>
                  </a:cubicBezTo>
                  <a:cubicBezTo>
                    <a:pt x="22066" y="68557"/>
                    <a:pt x="21642" y="68832"/>
                    <a:pt x="21476" y="68832"/>
                  </a:cubicBezTo>
                  <a:cubicBezTo>
                    <a:pt x="21266" y="68832"/>
                    <a:pt x="21469" y="68390"/>
                    <a:pt x="22308" y="67614"/>
                  </a:cubicBezTo>
                  <a:cubicBezTo>
                    <a:pt x="24603" y="65492"/>
                    <a:pt x="26855" y="63272"/>
                    <a:pt x="28943" y="60942"/>
                  </a:cubicBezTo>
                  <a:cubicBezTo>
                    <a:pt x="34027" y="55266"/>
                    <a:pt x="39007" y="49657"/>
                    <a:pt x="44908" y="44795"/>
                  </a:cubicBezTo>
                  <a:cubicBezTo>
                    <a:pt x="45855" y="44016"/>
                    <a:pt x="46828" y="43268"/>
                    <a:pt x="47803" y="42529"/>
                  </a:cubicBezTo>
                  <a:close/>
                  <a:moveTo>
                    <a:pt x="25547" y="63047"/>
                  </a:moveTo>
                  <a:cubicBezTo>
                    <a:pt x="24173" y="64493"/>
                    <a:pt x="22802" y="65942"/>
                    <a:pt x="21431" y="67395"/>
                  </a:cubicBezTo>
                  <a:cubicBezTo>
                    <a:pt x="21084" y="67761"/>
                    <a:pt x="19699" y="69322"/>
                    <a:pt x="19638" y="69322"/>
                  </a:cubicBezTo>
                  <a:cubicBezTo>
                    <a:pt x="19601" y="69322"/>
                    <a:pt x="20054" y="68745"/>
                    <a:pt x="21526" y="66973"/>
                  </a:cubicBezTo>
                  <a:cubicBezTo>
                    <a:pt x="22718" y="65541"/>
                    <a:pt x="24168" y="64303"/>
                    <a:pt x="25542" y="63052"/>
                  </a:cubicBezTo>
                  <a:lnTo>
                    <a:pt x="25547" y="63047"/>
                  </a:lnTo>
                  <a:close/>
                  <a:moveTo>
                    <a:pt x="44726" y="51178"/>
                  </a:moveTo>
                  <a:cubicBezTo>
                    <a:pt x="42893" y="53089"/>
                    <a:pt x="41074" y="55018"/>
                    <a:pt x="39249" y="56938"/>
                  </a:cubicBezTo>
                  <a:lnTo>
                    <a:pt x="39252" y="56938"/>
                  </a:lnTo>
                  <a:cubicBezTo>
                    <a:pt x="36192" y="59816"/>
                    <a:pt x="33302" y="62801"/>
                    <a:pt x="30464" y="65847"/>
                  </a:cubicBezTo>
                  <a:cubicBezTo>
                    <a:pt x="28723" y="67513"/>
                    <a:pt x="26953" y="69138"/>
                    <a:pt x="25126" y="70697"/>
                  </a:cubicBezTo>
                  <a:cubicBezTo>
                    <a:pt x="24395" y="71319"/>
                    <a:pt x="24060" y="71558"/>
                    <a:pt x="23976" y="71558"/>
                  </a:cubicBezTo>
                  <a:cubicBezTo>
                    <a:pt x="23713" y="71558"/>
                    <a:pt x="25931" y="69199"/>
                    <a:pt x="26131" y="68971"/>
                  </a:cubicBezTo>
                  <a:cubicBezTo>
                    <a:pt x="26136" y="68965"/>
                    <a:pt x="26142" y="68959"/>
                    <a:pt x="26151" y="68953"/>
                  </a:cubicBezTo>
                  <a:cubicBezTo>
                    <a:pt x="29494" y="66032"/>
                    <a:pt x="32600" y="62550"/>
                    <a:pt x="35791" y="59438"/>
                  </a:cubicBezTo>
                  <a:cubicBezTo>
                    <a:pt x="37433" y="57954"/>
                    <a:pt x="39090" y="56487"/>
                    <a:pt x="40730" y="55001"/>
                  </a:cubicBezTo>
                  <a:cubicBezTo>
                    <a:pt x="42096" y="53762"/>
                    <a:pt x="43418" y="52477"/>
                    <a:pt x="44726" y="51178"/>
                  </a:cubicBezTo>
                  <a:close/>
                  <a:moveTo>
                    <a:pt x="9695" y="0"/>
                  </a:moveTo>
                  <a:cubicBezTo>
                    <a:pt x="9637" y="0"/>
                    <a:pt x="9579" y="1"/>
                    <a:pt x="9522" y="3"/>
                  </a:cubicBezTo>
                  <a:lnTo>
                    <a:pt x="9513" y="3"/>
                  </a:lnTo>
                  <a:cubicBezTo>
                    <a:pt x="9395" y="6"/>
                    <a:pt x="9279" y="3"/>
                    <a:pt x="9164" y="15"/>
                  </a:cubicBezTo>
                  <a:cubicBezTo>
                    <a:pt x="6479" y="295"/>
                    <a:pt x="6363" y="3525"/>
                    <a:pt x="6923" y="6268"/>
                  </a:cubicBezTo>
                  <a:cubicBezTo>
                    <a:pt x="6918" y="6300"/>
                    <a:pt x="6923" y="6331"/>
                    <a:pt x="6938" y="6357"/>
                  </a:cubicBezTo>
                  <a:cubicBezTo>
                    <a:pt x="6996" y="6632"/>
                    <a:pt x="7059" y="6897"/>
                    <a:pt x="7128" y="7160"/>
                  </a:cubicBezTo>
                  <a:cubicBezTo>
                    <a:pt x="7088" y="7252"/>
                    <a:pt x="7045" y="7345"/>
                    <a:pt x="7007" y="7437"/>
                  </a:cubicBezTo>
                  <a:cubicBezTo>
                    <a:pt x="6966" y="7537"/>
                    <a:pt x="7069" y="7641"/>
                    <a:pt x="7167" y="7641"/>
                  </a:cubicBezTo>
                  <a:cubicBezTo>
                    <a:pt x="7194" y="7641"/>
                    <a:pt x="7221" y="7633"/>
                    <a:pt x="7244" y="7616"/>
                  </a:cubicBezTo>
                  <a:lnTo>
                    <a:pt x="7258" y="7608"/>
                  </a:lnTo>
                  <a:cubicBezTo>
                    <a:pt x="7356" y="7942"/>
                    <a:pt x="7460" y="8260"/>
                    <a:pt x="7567" y="8549"/>
                  </a:cubicBezTo>
                  <a:cubicBezTo>
                    <a:pt x="7564" y="8589"/>
                    <a:pt x="7579" y="8630"/>
                    <a:pt x="7611" y="8656"/>
                  </a:cubicBezTo>
                  <a:cubicBezTo>
                    <a:pt x="7691" y="8863"/>
                    <a:pt x="7769" y="9051"/>
                    <a:pt x="7850" y="9221"/>
                  </a:cubicBezTo>
                  <a:cubicBezTo>
                    <a:pt x="7824" y="9259"/>
                    <a:pt x="7801" y="9299"/>
                    <a:pt x="7778" y="9337"/>
                  </a:cubicBezTo>
                  <a:cubicBezTo>
                    <a:pt x="7709" y="9451"/>
                    <a:pt x="7813" y="9575"/>
                    <a:pt x="7920" y="9575"/>
                  </a:cubicBezTo>
                  <a:cubicBezTo>
                    <a:pt x="7947" y="9575"/>
                    <a:pt x="7975" y="9567"/>
                    <a:pt x="8000" y="9548"/>
                  </a:cubicBezTo>
                  <a:lnTo>
                    <a:pt x="8000" y="9548"/>
                  </a:lnTo>
                  <a:cubicBezTo>
                    <a:pt x="7969" y="9617"/>
                    <a:pt x="7983" y="9715"/>
                    <a:pt x="8072" y="9744"/>
                  </a:cubicBezTo>
                  <a:cubicBezTo>
                    <a:pt x="8337" y="9829"/>
                    <a:pt x="8587" y="9867"/>
                    <a:pt x="8824" y="9867"/>
                  </a:cubicBezTo>
                  <a:cubicBezTo>
                    <a:pt x="10122" y="9867"/>
                    <a:pt x="11009" y="8700"/>
                    <a:pt x="11566" y="7518"/>
                  </a:cubicBezTo>
                  <a:cubicBezTo>
                    <a:pt x="11638" y="7821"/>
                    <a:pt x="11730" y="8110"/>
                    <a:pt x="11987" y="8312"/>
                  </a:cubicBezTo>
                  <a:cubicBezTo>
                    <a:pt x="12065" y="8370"/>
                    <a:pt x="12129" y="8442"/>
                    <a:pt x="12181" y="8526"/>
                  </a:cubicBezTo>
                  <a:cubicBezTo>
                    <a:pt x="12166" y="8575"/>
                    <a:pt x="12181" y="8632"/>
                    <a:pt x="12224" y="8667"/>
                  </a:cubicBezTo>
                  <a:cubicBezTo>
                    <a:pt x="12325" y="9141"/>
                    <a:pt x="11664" y="9649"/>
                    <a:pt x="11592" y="10255"/>
                  </a:cubicBezTo>
                  <a:cubicBezTo>
                    <a:pt x="11514" y="10890"/>
                    <a:pt x="11675" y="11413"/>
                    <a:pt x="11967" y="11843"/>
                  </a:cubicBezTo>
                  <a:cubicBezTo>
                    <a:pt x="11921" y="11952"/>
                    <a:pt x="12016" y="12065"/>
                    <a:pt x="12126" y="12071"/>
                  </a:cubicBezTo>
                  <a:cubicBezTo>
                    <a:pt x="12276" y="12241"/>
                    <a:pt x="12449" y="12391"/>
                    <a:pt x="12637" y="12521"/>
                  </a:cubicBezTo>
                  <a:cubicBezTo>
                    <a:pt x="12625" y="12550"/>
                    <a:pt x="12611" y="12576"/>
                    <a:pt x="12599" y="12605"/>
                  </a:cubicBezTo>
                  <a:cubicBezTo>
                    <a:pt x="12563" y="12716"/>
                    <a:pt x="12666" y="12828"/>
                    <a:pt x="12772" y="12828"/>
                  </a:cubicBezTo>
                  <a:cubicBezTo>
                    <a:pt x="12801" y="12828"/>
                    <a:pt x="12830" y="12820"/>
                    <a:pt x="12856" y="12801"/>
                  </a:cubicBezTo>
                  <a:cubicBezTo>
                    <a:pt x="12891" y="12778"/>
                    <a:pt x="12923" y="12746"/>
                    <a:pt x="12960" y="12720"/>
                  </a:cubicBezTo>
                  <a:cubicBezTo>
                    <a:pt x="13540" y="13032"/>
                    <a:pt x="14228" y="13203"/>
                    <a:pt x="14900" y="13223"/>
                  </a:cubicBezTo>
                  <a:cubicBezTo>
                    <a:pt x="14903" y="13223"/>
                    <a:pt x="14906" y="13223"/>
                    <a:pt x="14909" y="13223"/>
                  </a:cubicBezTo>
                  <a:cubicBezTo>
                    <a:pt x="14965" y="13223"/>
                    <a:pt x="15007" y="13171"/>
                    <a:pt x="14998" y="13116"/>
                  </a:cubicBezTo>
                  <a:cubicBezTo>
                    <a:pt x="15013" y="13107"/>
                    <a:pt x="15033" y="13110"/>
                    <a:pt x="15047" y="13099"/>
                  </a:cubicBezTo>
                  <a:cubicBezTo>
                    <a:pt x="16485" y="11941"/>
                    <a:pt x="17704" y="10523"/>
                    <a:pt x="18769" y="8988"/>
                  </a:cubicBezTo>
                  <a:cubicBezTo>
                    <a:pt x="19320" y="8396"/>
                    <a:pt x="19854" y="7787"/>
                    <a:pt x="20357" y="7134"/>
                  </a:cubicBezTo>
                  <a:cubicBezTo>
                    <a:pt x="21180" y="6065"/>
                    <a:pt x="21477" y="5680"/>
                    <a:pt x="21481" y="5680"/>
                  </a:cubicBezTo>
                  <a:lnTo>
                    <a:pt x="21481" y="5680"/>
                  </a:lnTo>
                  <a:cubicBezTo>
                    <a:pt x="21489" y="5680"/>
                    <a:pt x="20134" y="7473"/>
                    <a:pt x="19771" y="8043"/>
                  </a:cubicBezTo>
                  <a:cubicBezTo>
                    <a:pt x="18601" y="9880"/>
                    <a:pt x="17311" y="11641"/>
                    <a:pt x="16067" y="13425"/>
                  </a:cubicBezTo>
                  <a:cubicBezTo>
                    <a:pt x="15979" y="13549"/>
                    <a:pt x="16103" y="13688"/>
                    <a:pt x="16227" y="13688"/>
                  </a:cubicBezTo>
                  <a:cubicBezTo>
                    <a:pt x="16267" y="13688"/>
                    <a:pt x="16308" y="13673"/>
                    <a:pt x="16341" y="13638"/>
                  </a:cubicBezTo>
                  <a:cubicBezTo>
                    <a:pt x="18445" y="11387"/>
                    <a:pt x="20048" y="8765"/>
                    <a:pt x="22014" y="6404"/>
                  </a:cubicBezTo>
                  <a:lnTo>
                    <a:pt x="22014" y="6404"/>
                  </a:lnTo>
                  <a:cubicBezTo>
                    <a:pt x="20039" y="8777"/>
                    <a:pt x="18596" y="11785"/>
                    <a:pt x="16713" y="14288"/>
                  </a:cubicBezTo>
                  <a:cubicBezTo>
                    <a:pt x="16619" y="14410"/>
                    <a:pt x="16746" y="14547"/>
                    <a:pt x="16873" y="14547"/>
                  </a:cubicBezTo>
                  <a:cubicBezTo>
                    <a:pt x="16914" y="14547"/>
                    <a:pt x="16954" y="14533"/>
                    <a:pt x="16988" y="14499"/>
                  </a:cubicBezTo>
                  <a:cubicBezTo>
                    <a:pt x="18665" y="12790"/>
                    <a:pt x="20045" y="10896"/>
                    <a:pt x="21471" y="8979"/>
                  </a:cubicBezTo>
                  <a:cubicBezTo>
                    <a:pt x="21931" y="8360"/>
                    <a:pt x="22116" y="8127"/>
                    <a:pt x="22134" y="8127"/>
                  </a:cubicBezTo>
                  <a:cubicBezTo>
                    <a:pt x="22186" y="8127"/>
                    <a:pt x="20816" y="10110"/>
                    <a:pt x="20697" y="10301"/>
                  </a:cubicBezTo>
                  <a:cubicBezTo>
                    <a:pt x="19791" y="11742"/>
                    <a:pt x="18777" y="13119"/>
                    <a:pt x="17790" y="14502"/>
                  </a:cubicBezTo>
                  <a:cubicBezTo>
                    <a:pt x="17698" y="14631"/>
                    <a:pt x="17822" y="14760"/>
                    <a:pt x="17948" y="14760"/>
                  </a:cubicBezTo>
                  <a:cubicBezTo>
                    <a:pt x="17989" y="14760"/>
                    <a:pt x="18030" y="14746"/>
                    <a:pt x="18064" y="14715"/>
                  </a:cubicBezTo>
                  <a:cubicBezTo>
                    <a:pt x="19014" y="13864"/>
                    <a:pt x="19872" y="12954"/>
                    <a:pt x="20689" y="11999"/>
                  </a:cubicBezTo>
                  <a:lnTo>
                    <a:pt x="20689" y="11999"/>
                  </a:lnTo>
                  <a:cubicBezTo>
                    <a:pt x="20160" y="12775"/>
                    <a:pt x="19644" y="13555"/>
                    <a:pt x="19190" y="14395"/>
                  </a:cubicBezTo>
                  <a:cubicBezTo>
                    <a:pt x="19115" y="14536"/>
                    <a:pt x="19224" y="14649"/>
                    <a:pt x="19342" y="14649"/>
                  </a:cubicBezTo>
                  <a:cubicBezTo>
                    <a:pt x="19396" y="14649"/>
                    <a:pt x="19452" y="14626"/>
                    <a:pt x="19493" y="14571"/>
                  </a:cubicBezTo>
                  <a:cubicBezTo>
                    <a:pt x="20296" y="13509"/>
                    <a:pt x="22227" y="11681"/>
                    <a:pt x="22860" y="10408"/>
                  </a:cubicBezTo>
                  <a:lnTo>
                    <a:pt x="22860" y="10408"/>
                  </a:lnTo>
                  <a:cubicBezTo>
                    <a:pt x="22124" y="11892"/>
                    <a:pt x="20946" y="13214"/>
                    <a:pt x="20054" y="14611"/>
                  </a:cubicBezTo>
                  <a:cubicBezTo>
                    <a:pt x="19964" y="14748"/>
                    <a:pt x="20083" y="14862"/>
                    <a:pt x="20209" y="14862"/>
                  </a:cubicBezTo>
                  <a:cubicBezTo>
                    <a:pt x="20250" y="14862"/>
                    <a:pt x="20292" y="14850"/>
                    <a:pt x="20328" y="14822"/>
                  </a:cubicBezTo>
                  <a:cubicBezTo>
                    <a:pt x="21151" y="14184"/>
                    <a:pt x="21913" y="13514"/>
                    <a:pt x="22594" y="12749"/>
                  </a:cubicBezTo>
                  <a:lnTo>
                    <a:pt x="22594" y="12749"/>
                  </a:lnTo>
                  <a:cubicBezTo>
                    <a:pt x="21835" y="13745"/>
                    <a:pt x="20917" y="14964"/>
                    <a:pt x="20700" y="15258"/>
                  </a:cubicBezTo>
                  <a:cubicBezTo>
                    <a:pt x="20611" y="15377"/>
                    <a:pt x="20740" y="15524"/>
                    <a:pt x="20863" y="15524"/>
                  </a:cubicBezTo>
                  <a:cubicBezTo>
                    <a:pt x="20903" y="15524"/>
                    <a:pt x="20943" y="15508"/>
                    <a:pt x="20974" y="15469"/>
                  </a:cubicBezTo>
                  <a:cubicBezTo>
                    <a:pt x="21913" y="14288"/>
                    <a:pt x="22964" y="13231"/>
                    <a:pt x="24003" y="12137"/>
                  </a:cubicBezTo>
                  <a:lnTo>
                    <a:pt x="24003" y="12137"/>
                  </a:lnTo>
                  <a:cubicBezTo>
                    <a:pt x="23336" y="12842"/>
                    <a:pt x="22054" y="14294"/>
                    <a:pt x="21347" y="15581"/>
                  </a:cubicBezTo>
                  <a:cubicBezTo>
                    <a:pt x="21276" y="15708"/>
                    <a:pt x="21385" y="15847"/>
                    <a:pt x="21503" y="15847"/>
                  </a:cubicBezTo>
                  <a:cubicBezTo>
                    <a:pt x="21543" y="15847"/>
                    <a:pt x="21585" y="15830"/>
                    <a:pt x="21621" y="15792"/>
                  </a:cubicBezTo>
                  <a:cubicBezTo>
                    <a:pt x="22533" y="14848"/>
                    <a:pt x="23648" y="13970"/>
                    <a:pt x="24416" y="12899"/>
                  </a:cubicBezTo>
                  <a:lnTo>
                    <a:pt x="24416" y="12899"/>
                  </a:lnTo>
                  <a:cubicBezTo>
                    <a:pt x="23408" y="14311"/>
                    <a:pt x="22149" y="15506"/>
                    <a:pt x="21240" y="16982"/>
                  </a:cubicBezTo>
                  <a:cubicBezTo>
                    <a:pt x="21155" y="17118"/>
                    <a:pt x="21269" y="17229"/>
                    <a:pt x="21392" y="17229"/>
                  </a:cubicBezTo>
                  <a:cubicBezTo>
                    <a:pt x="21402" y="17229"/>
                    <a:pt x="21412" y="17229"/>
                    <a:pt x="21422" y="17227"/>
                  </a:cubicBezTo>
                  <a:lnTo>
                    <a:pt x="21422" y="17227"/>
                  </a:lnTo>
                  <a:cubicBezTo>
                    <a:pt x="19514" y="19846"/>
                    <a:pt x="17328" y="22236"/>
                    <a:pt x="15224" y="24699"/>
                  </a:cubicBezTo>
                  <a:cubicBezTo>
                    <a:pt x="13431" y="26792"/>
                    <a:pt x="11759" y="29012"/>
                    <a:pt x="10142" y="31284"/>
                  </a:cubicBezTo>
                  <a:cubicBezTo>
                    <a:pt x="10062" y="31382"/>
                    <a:pt x="9981" y="31477"/>
                    <a:pt x="9900" y="31575"/>
                  </a:cubicBezTo>
                  <a:cubicBezTo>
                    <a:pt x="9380" y="32234"/>
                    <a:pt x="8814" y="32877"/>
                    <a:pt x="8240" y="33521"/>
                  </a:cubicBezTo>
                  <a:cubicBezTo>
                    <a:pt x="8719" y="32641"/>
                    <a:pt x="9216" y="31772"/>
                    <a:pt x="9773" y="30937"/>
                  </a:cubicBezTo>
                  <a:cubicBezTo>
                    <a:pt x="10659" y="29809"/>
                    <a:pt x="11528" y="28668"/>
                    <a:pt x="12400" y="27528"/>
                  </a:cubicBezTo>
                  <a:cubicBezTo>
                    <a:pt x="15325" y="24107"/>
                    <a:pt x="18598" y="21038"/>
                    <a:pt x="20576" y="16837"/>
                  </a:cubicBezTo>
                  <a:cubicBezTo>
                    <a:pt x="20636" y="16708"/>
                    <a:pt x="20533" y="16564"/>
                    <a:pt x="20415" y="16564"/>
                  </a:cubicBezTo>
                  <a:cubicBezTo>
                    <a:pt x="20375" y="16564"/>
                    <a:pt x="20333" y="16581"/>
                    <a:pt x="20296" y="16621"/>
                  </a:cubicBezTo>
                  <a:cubicBezTo>
                    <a:pt x="17582" y="19511"/>
                    <a:pt x="15463" y="22805"/>
                    <a:pt x="13136" y="26001"/>
                  </a:cubicBezTo>
                  <a:cubicBezTo>
                    <a:pt x="12311" y="27135"/>
                    <a:pt x="11462" y="28255"/>
                    <a:pt x="10604" y="29370"/>
                  </a:cubicBezTo>
                  <a:cubicBezTo>
                    <a:pt x="10252" y="29797"/>
                    <a:pt x="9897" y="30219"/>
                    <a:pt x="9562" y="30660"/>
                  </a:cubicBezTo>
                  <a:cubicBezTo>
                    <a:pt x="9478" y="30770"/>
                    <a:pt x="9403" y="30888"/>
                    <a:pt x="9323" y="31001"/>
                  </a:cubicBezTo>
                  <a:cubicBezTo>
                    <a:pt x="8578" y="31948"/>
                    <a:pt x="7827" y="32892"/>
                    <a:pt x="7076" y="33833"/>
                  </a:cubicBezTo>
                  <a:cubicBezTo>
                    <a:pt x="7611" y="32990"/>
                    <a:pt x="8136" y="32138"/>
                    <a:pt x="8664" y="31290"/>
                  </a:cubicBezTo>
                  <a:cubicBezTo>
                    <a:pt x="9294" y="30285"/>
                    <a:pt x="9958" y="29300"/>
                    <a:pt x="10636" y="28328"/>
                  </a:cubicBezTo>
                  <a:cubicBezTo>
                    <a:pt x="11875" y="26838"/>
                    <a:pt x="13076" y="25316"/>
                    <a:pt x="14210" y="23731"/>
                  </a:cubicBezTo>
                  <a:cubicBezTo>
                    <a:pt x="14519" y="23296"/>
                    <a:pt x="14972" y="22649"/>
                    <a:pt x="15460" y="21950"/>
                  </a:cubicBezTo>
                  <a:cubicBezTo>
                    <a:pt x="16748" y="20348"/>
                    <a:pt x="18053" y="18766"/>
                    <a:pt x="19343" y="17181"/>
                  </a:cubicBezTo>
                  <a:cubicBezTo>
                    <a:pt x="19440" y="17064"/>
                    <a:pt x="19339" y="16907"/>
                    <a:pt x="19225" y="16907"/>
                  </a:cubicBezTo>
                  <a:cubicBezTo>
                    <a:pt x="19190" y="16907"/>
                    <a:pt x="19153" y="16922"/>
                    <a:pt x="19121" y="16959"/>
                  </a:cubicBezTo>
                  <a:cubicBezTo>
                    <a:pt x="17813" y="18480"/>
                    <a:pt x="16583" y="20062"/>
                    <a:pt x="15365" y="21653"/>
                  </a:cubicBezTo>
                  <a:cubicBezTo>
                    <a:pt x="14765" y="22403"/>
                    <a:pt x="14158" y="23151"/>
                    <a:pt x="13564" y="23910"/>
                  </a:cubicBezTo>
                  <a:cubicBezTo>
                    <a:pt x="12772" y="24918"/>
                    <a:pt x="12019" y="25946"/>
                    <a:pt x="11277" y="26982"/>
                  </a:cubicBezTo>
                  <a:cubicBezTo>
                    <a:pt x="10521" y="27949"/>
                    <a:pt x="9750" y="28911"/>
                    <a:pt x="8947" y="29849"/>
                  </a:cubicBezTo>
                  <a:cubicBezTo>
                    <a:pt x="8442" y="30441"/>
                    <a:pt x="7908" y="31021"/>
                    <a:pt x="7365" y="31604"/>
                  </a:cubicBezTo>
                  <a:cubicBezTo>
                    <a:pt x="7931" y="30701"/>
                    <a:pt x="8497" y="29803"/>
                    <a:pt x="9071" y="28911"/>
                  </a:cubicBezTo>
                  <a:cubicBezTo>
                    <a:pt x="11854" y="24592"/>
                    <a:pt x="16121" y="21176"/>
                    <a:pt x="18301" y="16508"/>
                  </a:cubicBezTo>
                  <a:cubicBezTo>
                    <a:pt x="18357" y="16386"/>
                    <a:pt x="18261" y="16254"/>
                    <a:pt x="18150" y="16254"/>
                  </a:cubicBezTo>
                  <a:cubicBezTo>
                    <a:pt x="18112" y="16254"/>
                    <a:pt x="18072" y="16269"/>
                    <a:pt x="18036" y="16306"/>
                  </a:cubicBezTo>
                  <a:cubicBezTo>
                    <a:pt x="17383" y="16964"/>
                    <a:pt x="16751" y="17643"/>
                    <a:pt x="16127" y="18327"/>
                  </a:cubicBezTo>
                  <a:cubicBezTo>
                    <a:pt x="16586" y="17701"/>
                    <a:pt x="17028" y="17062"/>
                    <a:pt x="17432" y="16396"/>
                  </a:cubicBezTo>
                  <a:cubicBezTo>
                    <a:pt x="17506" y="16276"/>
                    <a:pt x="17400" y="16156"/>
                    <a:pt x="17286" y="16156"/>
                  </a:cubicBezTo>
                  <a:cubicBezTo>
                    <a:pt x="17249" y="16156"/>
                    <a:pt x="17211" y="16169"/>
                    <a:pt x="17178" y="16199"/>
                  </a:cubicBezTo>
                  <a:cubicBezTo>
                    <a:pt x="10480" y="22444"/>
                    <a:pt x="5783" y="30891"/>
                    <a:pt x="73" y="37999"/>
                  </a:cubicBezTo>
                  <a:cubicBezTo>
                    <a:pt x="0" y="38091"/>
                    <a:pt x="78" y="38210"/>
                    <a:pt x="163" y="38210"/>
                  </a:cubicBezTo>
                  <a:cubicBezTo>
                    <a:pt x="191" y="38210"/>
                    <a:pt x="219" y="38198"/>
                    <a:pt x="243" y="38169"/>
                  </a:cubicBezTo>
                  <a:cubicBezTo>
                    <a:pt x="5056" y="32369"/>
                    <a:pt x="9172" y="25960"/>
                    <a:pt x="13994" y="20163"/>
                  </a:cubicBezTo>
                  <a:lnTo>
                    <a:pt x="13994" y="20163"/>
                  </a:lnTo>
                  <a:cubicBezTo>
                    <a:pt x="9138" y="26009"/>
                    <a:pt x="5107" y="32436"/>
                    <a:pt x="664" y="38651"/>
                  </a:cubicBezTo>
                  <a:cubicBezTo>
                    <a:pt x="579" y="38771"/>
                    <a:pt x="690" y="38882"/>
                    <a:pt x="807" y="38882"/>
                  </a:cubicBezTo>
                  <a:cubicBezTo>
                    <a:pt x="856" y="38882"/>
                    <a:pt x="907" y="38862"/>
                    <a:pt x="944" y="38813"/>
                  </a:cubicBezTo>
                  <a:cubicBezTo>
                    <a:pt x="6028" y="32159"/>
                    <a:pt x="10529" y="25065"/>
                    <a:pt x="16110" y="18800"/>
                  </a:cubicBezTo>
                  <a:cubicBezTo>
                    <a:pt x="16782" y="18047"/>
                    <a:pt x="17289" y="17560"/>
                    <a:pt x="17401" y="17560"/>
                  </a:cubicBezTo>
                  <a:cubicBezTo>
                    <a:pt x="17536" y="17560"/>
                    <a:pt x="17097" y="18266"/>
                    <a:pt x="15683" y="20065"/>
                  </a:cubicBezTo>
                  <a:cubicBezTo>
                    <a:pt x="14433" y="21656"/>
                    <a:pt x="13003" y="23128"/>
                    <a:pt x="11707" y="24684"/>
                  </a:cubicBezTo>
                  <a:cubicBezTo>
                    <a:pt x="9548" y="27282"/>
                    <a:pt x="7775" y="30236"/>
                    <a:pt x="5971" y="33106"/>
                  </a:cubicBezTo>
                  <a:cubicBezTo>
                    <a:pt x="4227" y="34997"/>
                    <a:pt x="2564" y="36971"/>
                    <a:pt x="1617" y="39336"/>
                  </a:cubicBezTo>
                  <a:cubicBezTo>
                    <a:pt x="1575" y="39442"/>
                    <a:pt x="1682" y="39538"/>
                    <a:pt x="1782" y="39538"/>
                  </a:cubicBezTo>
                  <a:cubicBezTo>
                    <a:pt x="1820" y="39538"/>
                    <a:pt x="1858" y="39524"/>
                    <a:pt x="1886" y="39492"/>
                  </a:cubicBezTo>
                  <a:cubicBezTo>
                    <a:pt x="3488" y="37569"/>
                    <a:pt x="4888" y="35490"/>
                    <a:pt x="6239" y="33380"/>
                  </a:cubicBezTo>
                  <a:cubicBezTo>
                    <a:pt x="6519" y="33080"/>
                    <a:pt x="6796" y="32782"/>
                    <a:pt x="7059" y="32485"/>
                  </a:cubicBezTo>
                  <a:cubicBezTo>
                    <a:pt x="7735" y="31714"/>
                    <a:pt x="8410" y="30940"/>
                    <a:pt x="9077" y="30164"/>
                  </a:cubicBezTo>
                  <a:lnTo>
                    <a:pt x="9077" y="30164"/>
                  </a:lnTo>
                  <a:cubicBezTo>
                    <a:pt x="8257" y="31388"/>
                    <a:pt x="7449" y="32623"/>
                    <a:pt x="6649" y="33868"/>
                  </a:cubicBezTo>
                  <a:cubicBezTo>
                    <a:pt x="6034" y="34829"/>
                    <a:pt x="5419" y="35767"/>
                    <a:pt x="4778" y="36694"/>
                  </a:cubicBezTo>
                  <a:cubicBezTo>
                    <a:pt x="3950" y="37725"/>
                    <a:pt x="3124" y="38761"/>
                    <a:pt x="2301" y="39801"/>
                  </a:cubicBezTo>
                  <a:cubicBezTo>
                    <a:pt x="2204" y="39924"/>
                    <a:pt x="2306" y="40088"/>
                    <a:pt x="2425" y="40088"/>
                  </a:cubicBezTo>
                  <a:cubicBezTo>
                    <a:pt x="2462" y="40088"/>
                    <a:pt x="2500" y="40072"/>
                    <a:pt x="2535" y="40034"/>
                  </a:cubicBezTo>
                  <a:cubicBezTo>
                    <a:pt x="3690" y="38770"/>
                    <a:pt x="4709" y="37404"/>
                    <a:pt x="5662" y="35998"/>
                  </a:cubicBezTo>
                  <a:cubicBezTo>
                    <a:pt x="6095" y="35510"/>
                    <a:pt x="6522" y="35025"/>
                    <a:pt x="6900" y="34555"/>
                  </a:cubicBezTo>
                  <a:cubicBezTo>
                    <a:pt x="7215" y="34159"/>
                    <a:pt x="7524" y="33764"/>
                    <a:pt x="7839" y="33368"/>
                  </a:cubicBezTo>
                  <a:lnTo>
                    <a:pt x="7839" y="33368"/>
                  </a:lnTo>
                  <a:cubicBezTo>
                    <a:pt x="7564" y="33859"/>
                    <a:pt x="7299" y="34350"/>
                    <a:pt x="7036" y="34846"/>
                  </a:cubicBezTo>
                  <a:cubicBezTo>
                    <a:pt x="5382" y="36674"/>
                    <a:pt x="3748" y="38542"/>
                    <a:pt x="2706" y="40693"/>
                  </a:cubicBezTo>
                  <a:cubicBezTo>
                    <a:pt x="2639" y="40826"/>
                    <a:pt x="2736" y="40941"/>
                    <a:pt x="2852" y="40941"/>
                  </a:cubicBezTo>
                  <a:cubicBezTo>
                    <a:pt x="2892" y="40941"/>
                    <a:pt x="2933" y="40928"/>
                    <a:pt x="2971" y="40898"/>
                  </a:cubicBezTo>
                  <a:cubicBezTo>
                    <a:pt x="3563" y="40433"/>
                    <a:pt x="4074" y="39910"/>
                    <a:pt x="4553" y="39365"/>
                  </a:cubicBezTo>
                  <a:lnTo>
                    <a:pt x="4553" y="39365"/>
                  </a:lnTo>
                  <a:cubicBezTo>
                    <a:pt x="4120" y="39991"/>
                    <a:pt x="3684" y="40615"/>
                    <a:pt x="3248" y="41235"/>
                  </a:cubicBezTo>
                  <a:cubicBezTo>
                    <a:pt x="3161" y="41357"/>
                    <a:pt x="3273" y="41467"/>
                    <a:pt x="3392" y="41467"/>
                  </a:cubicBezTo>
                  <a:cubicBezTo>
                    <a:pt x="3442" y="41467"/>
                    <a:pt x="3493" y="41447"/>
                    <a:pt x="3531" y="41400"/>
                  </a:cubicBezTo>
                  <a:cubicBezTo>
                    <a:pt x="7365" y="36437"/>
                    <a:pt x="11032" y="31350"/>
                    <a:pt x="14944" y="26448"/>
                  </a:cubicBezTo>
                  <a:cubicBezTo>
                    <a:pt x="16604" y="24369"/>
                    <a:pt x="18408" y="22418"/>
                    <a:pt x="20117" y="20383"/>
                  </a:cubicBezTo>
                  <a:cubicBezTo>
                    <a:pt x="20619" y="19785"/>
                    <a:pt x="21200" y="18939"/>
                    <a:pt x="21656" y="18310"/>
                  </a:cubicBezTo>
                  <a:cubicBezTo>
                    <a:pt x="22175" y="17640"/>
                    <a:pt x="22692" y="16970"/>
                    <a:pt x="23209" y="16300"/>
                  </a:cubicBezTo>
                  <a:cubicBezTo>
                    <a:pt x="23215" y="16289"/>
                    <a:pt x="23221" y="16280"/>
                    <a:pt x="23223" y="16266"/>
                  </a:cubicBezTo>
                  <a:cubicBezTo>
                    <a:pt x="23460" y="15971"/>
                    <a:pt x="23697" y="15677"/>
                    <a:pt x="23928" y="15379"/>
                  </a:cubicBezTo>
                  <a:cubicBezTo>
                    <a:pt x="23943" y="15377"/>
                    <a:pt x="23958" y="15376"/>
                    <a:pt x="23973" y="15376"/>
                  </a:cubicBezTo>
                  <a:cubicBezTo>
                    <a:pt x="24174" y="15376"/>
                    <a:pt x="24369" y="15574"/>
                    <a:pt x="24560" y="15980"/>
                  </a:cubicBezTo>
                  <a:cubicBezTo>
                    <a:pt x="22014" y="20463"/>
                    <a:pt x="17201" y="24063"/>
                    <a:pt x="13988" y="28097"/>
                  </a:cubicBezTo>
                  <a:cubicBezTo>
                    <a:pt x="10327" y="32696"/>
                    <a:pt x="7117" y="37716"/>
                    <a:pt x="3563" y="42416"/>
                  </a:cubicBezTo>
                  <a:cubicBezTo>
                    <a:pt x="3476" y="42532"/>
                    <a:pt x="3603" y="42675"/>
                    <a:pt x="3723" y="42675"/>
                  </a:cubicBezTo>
                  <a:cubicBezTo>
                    <a:pt x="3762" y="42675"/>
                    <a:pt x="3801" y="42660"/>
                    <a:pt x="3831" y="42624"/>
                  </a:cubicBezTo>
                  <a:cubicBezTo>
                    <a:pt x="3956" y="42477"/>
                    <a:pt x="4085" y="42321"/>
                    <a:pt x="4210" y="42171"/>
                  </a:cubicBezTo>
                  <a:cubicBezTo>
                    <a:pt x="4225" y="42178"/>
                    <a:pt x="4241" y="42181"/>
                    <a:pt x="4256" y="42181"/>
                  </a:cubicBezTo>
                  <a:cubicBezTo>
                    <a:pt x="4274" y="42181"/>
                    <a:pt x="4291" y="42177"/>
                    <a:pt x="4308" y="42168"/>
                  </a:cubicBezTo>
                  <a:cubicBezTo>
                    <a:pt x="5642" y="41437"/>
                    <a:pt x="6857" y="40329"/>
                    <a:pt x="7989" y="39087"/>
                  </a:cubicBezTo>
                  <a:lnTo>
                    <a:pt x="7989" y="39087"/>
                  </a:lnTo>
                  <a:cubicBezTo>
                    <a:pt x="6817" y="40548"/>
                    <a:pt x="5653" y="42012"/>
                    <a:pt x="4458" y="43464"/>
                  </a:cubicBezTo>
                  <a:cubicBezTo>
                    <a:pt x="4359" y="43585"/>
                    <a:pt x="4462" y="43747"/>
                    <a:pt x="4580" y="43747"/>
                  </a:cubicBezTo>
                  <a:cubicBezTo>
                    <a:pt x="4617" y="43747"/>
                    <a:pt x="4655" y="43732"/>
                    <a:pt x="4689" y="43695"/>
                  </a:cubicBezTo>
                  <a:cubicBezTo>
                    <a:pt x="6949" y="41221"/>
                    <a:pt x="9080" y="38646"/>
                    <a:pt x="11162" y="36033"/>
                  </a:cubicBezTo>
                  <a:cubicBezTo>
                    <a:pt x="11872" y="35170"/>
                    <a:pt x="12570" y="34301"/>
                    <a:pt x="13243" y="33406"/>
                  </a:cubicBezTo>
                  <a:cubicBezTo>
                    <a:pt x="13379" y="33224"/>
                    <a:pt x="13520" y="33048"/>
                    <a:pt x="13656" y="32866"/>
                  </a:cubicBezTo>
                  <a:cubicBezTo>
                    <a:pt x="14355" y="31971"/>
                    <a:pt x="15050" y="31076"/>
                    <a:pt x="15749" y="30178"/>
                  </a:cubicBezTo>
                  <a:cubicBezTo>
                    <a:pt x="17354" y="28149"/>
                    <a:pt x="18991" y="26136"/>
                    <a:pt x="20599" y="24098"/>
                  </a:cubicBezTo>
                  <a:cubicBezTo>
                    <a:pt x="22906" y="21431"/>
                    <a:pt x="25444" y="18933"/>
                    <a:pt x="27828" y="16326"/>
                  </a:cubicBezTo>
                  <a:cubicBezTo>
                    <a:pt x="28195" y="16127"/>
                    <a:pt x="28478" y="15804"/>
                    <a:pt x="28634" y="15420"/>
                  </a:cubicBezTo>
                  <a:cubicBezTo>
                    <a:pt x="30066" y="13809"/>
                    <a:pt x="31434" y="12149"/>
                    <a:pt x="32626" y="10362"/>
                  </a:cubicBezTo>
                  <a:lnTo>
                    <a:pt x="32626" y="10356"/>
                  </a:lnTo>
                  <a:cubicBezTo>
                    <a:pt x="32667" y="10512"/>
                    <a:pt x="32699" y="10671"/>
                    <a:pt x="32739" y="10829"/>
                  </a:cubicBezTo>
                  <a:cubicBezTo>
                    <a:pt x="32722" y="10838"/>
                    <a:pt x="32707" y="10841"/>
                    <a:pt x="32693" y="10858"/>
                  </a:cubicBezTo>
                  <a:cubicBezTo>
                    <a:pt x="31708" y="12250"/>
                    <a:pt x="30649" y="13587"/>
                    <a:pt x="29563" y="14900"/>
                  </a:cubicBezTo>
                  <a:cubicBezTo>
                    <a:pt x="29537" y="14926"/>
                    <a:pt x="29506" y="14958"/>
                    <a:pt x="29482" y="14981"/>
                  </a:cubicBezTo>
                  <a:cubicBezTo>
                    <a:pt x="27794" y="16676"/>
                    <a:pt x="26090" y="18214"/>
                    <a:pt x="24575" y="20079"/>
                  </a:cubicBezTo>
                  <a:cubicBezTo>
                    <a:pt x="23639" y="21231"/>
                    <a:pt x="22724" y="22401"/>
                    <a:pt x="21817" y="23576"/>
                  </a:cubicBezTo>
                  <a:cubicBezTo>
                    <a:pt x="19762" y="25819"/>
                    <a:pt x="17738" y="28088"/>
                    <a:pt x="15867" y="30484"/>
                  </a:cubicBezTo>
                  <a:cubicBezTo>
                    <a:pt x="13714" y="33250"/>
                    <a:pt x="11548" y="36013"/>
                    <a:pt x="9349" y="38747"/>
                  </a:cubicBezTo>
                  <a:cubicBezTo>
                    <a:pt x="9066" y="39096"/>
                    <a:pt x="8531" y="39913"/>
                    <a:pt x="7908" y="40791"/>
                  </a:cubicBezTo>
                  <a:cubicBezTo>
                    <a:pt x="7458" y="41354"/>
                    <a:pt x="7019" y="41925"/>
                    <a:pt x="6597" y="42503"/>
                  </a:cubicBezTo>
                  <a:cubicBezTo>
                    <a:pt x="5936" y="43274"/>
                    <a:pt x="5286" y="43860"/>
                    <a:pt x="4793" y="43894"/>
                  </a:cubicBezTo>
                  <a:cubicBezTo>
                    <a:pt x="4643" y="43906"/>
                    <a:pt x="4640" y="44131"/>
                    <a:pt x="4782" y="44131"/>
                  </a:cubicBezTo>
                  <a:cubicBezTo>
                    <a:pt x="4786" y="44131"/>
                    <a:pt x="4789" y="44131"/>
                    <a:pt x="4793" y="44131"/>
                  </a:cubicBezTo>
                  <a:cubicBezTo>
                    <a:pt x="5082" y="44114"/>
                    <a:pt x="5405" y="43961"/>
                    <a:pt x="5746" y="43730"/>
                  </a:cubicBezTo>
                  <a:lnTo>
                    <a:pt x="5746" y="43730"/>
                  </a:lnTo>
                  <a:cubicBezTo>
                    <a:pt x="5601" y="43946"/>
                    <a:pt x="5451" y="44154"/>
                    <a:pt x="5315" y="44374"/>
                  </a:cubicBezTo>
                  <a:cubicBezTo>
                    <a:pt x="5257" y="44466"/>
                    <a:pt x="5343" y="44591"/>
                    <a:pt x="5441" y="44591"/>
                  </a:cubicBezTo>
                  <a:cubicBezTo>
                    <a:pt x="5464" y="44591"/>
                    <a:pt x="5489" y="44584"/>
                    <a:pt x="5512" y="44567"/>
                  </a:cubicBezTo>
                  <a:cubicBezTo>
                    <a:pt x="6109" y="44134"/>
                    <a:pt x="6681" y="43663"/>
                    <a:pt x="7221" y="43155"/>
                  </a:cubicBezTo>
                  <a:lnTo>
                    <a:pt x="7221" y="43155"/>
                  </a:lnTo>
                  <a:cubicBezTo>
                    <a:pt x="6600" y="43981"/>
                    <a:pt x="5991" y="44815"/>
                    <a:pt x="5411" y="45658"/>
                  </a:cubicBezTo>
                  <a:cubicBezTo>
                    <a:pt x="5326" y="45780"/>
                    <a:pt x="5437" y="45884"/>
                    <a:pt x="5552" y="45884"/>
                  </a:cubicBezTo>
                  <a:cubicBezTo>
                    <a:pt x="5589" y="45884"/>
                    <a:pt x="5627" y="45874"/>
                    <a:pt x="5659" y="45849"/>
                  </a:cubicBezTo>
                  <a:cubicBezTo>
                    <a:pt x="7024" y="44792"/>
                    <a:pt x="8280" y="43585"/>
                    <a:pt x="9478" y="42301"/>
                  </a:cubicBezTo>
                  <a:lnTo>
                    <a:pt x="9478" y="42301"/>
                  </a:lnTo>
                  <a:cubicBezTo>
                    <a:pt x="9398" y="42410"/>
                    <a:pt x="9314" y="42517"/>
                    <a:pt x="9236" y="42627"/>
                  </a:cubicBezTo>
                  <a:cubicBezTo>
                    <a:pt x="8327" y="43663"/>
                    <a:pt x="7417" y="44697"/>
                    <a:pt x="6508" y="45730"/>
                  </a:cubicBezTo>
                  <a:cubicBezTo>
                    <a:pt x="6401" y="45851"/>
                    <a:pt x="6503" y="46008"/>
                    <a:pt x="6627" y="46008"/>
                  </a:cubicBezTo>
                  <a:cubicBezTo>
                    <a:pt x="6664" y="46008"/>
                    <a:pt x="6703" y="45994"/>
                    <a:pt x="6739" y="45961"/>
                  </a:cubicBezTo>
                  <a:cubicBezTo>
                    <a:pt x="7795" y="44974"/>
                    <a:pt x="8705" y="43868"/>
                    <a:pt x="9579" y="42731"/>
                  </a:cubicBezTo>
                  <a:cubicBezTo>
                    <a:pt x="10604" y="41562"/>
                    <a:pt x="11626" y="40392"/>
                    <a:pt x="12651" y="39223"/>
                  </a:cubicBezTo>
                  <a:cubicBezTo>
                    <a:pt x="15019" y="36512"/>
                    <a:pt x="17366" y="33781"/>
                    <a:pt x="19687" y="31030"/>
                  </a:cubicBezTo>
                  <a:cubicBezTo>
                    <a:pt x="24219" y="25663"/>
                    <a:pt x="28651" y="20157"/>
                    <a:pt x="33296" y="14903"/>
                  </a:cubicBezTo>
                  <a:lnTo>
                    <a:pt x="33296" y="14903"/>
                  </a:lnTo>
                  <a:cubicBezTo>
                    <a:pt x="28966" y="19802"/>
                    <a:pt x="24961" y="25054"/>
                    <a:pt x="20868" y="30172"/>
                  </a:cubicBezTo>
                  <a:cubicBezTo>
                    <a:pt x="16413" y="35744"/>
                    <a:pt x="11459" y="40886"/>
                    <a:pt x="7048" y="46484"/>
                  </a:cubicBezTo>
                  <a:cubicBezTo>
                    <a:pt x="6947" y="46613"/>
                    <a:pt x="7041" y="46757"/>
                    <a:pt x="7165" y="46757"/>
                  </a:cubicBezTo>
                  <a:cubicBezTo>
                    <a:pt x="7201" y="46757"/>
                    <a:pt x="7241" y="46745"/>
                    <a:pt x="7279" y="46715"/>
                  </a:cubicBezTo>
                  <a:cubicBezTo>
                    <a:pt x="7989" y="46161"/>
                    <a:pt x="8664" y="45575"/>
                    <a:pt x="9323" y="44974"/>
                  </a:cubicBezTo>
                  <a:lnTo>
                    <a:pt x="9323" y="44974"/>
                  </a:lnTo>
                  <a:cubicBezTo>
                    <a:pt x="8722" y="45733"/>
                    <a:pt x="8130" y="46498"/>
                    <a:pt x="7564" y="47272"/>
                  </a:cubicBezTo>
                  <a:cubicBezTo>
                    <a:pt x="7476" y="47393"/>
                    <a:pt x="7593" y="47504"/>
                    <a:pt x="7712" y="47504"/>
                  </a:cubicBezTo>
                  <a:cubicBezTo>
                    <a:pt x="7749" y="47504"/>
                    <a:pt x="7787" y="47493"/>
                    <a:pt x="7818" y="47468"/>
                  </a:cubicBezTo>
                  <a:cubicBezTo>
                    <a:pt x="8526" y="46891"/>
                    <a:pt x="9204" y="46282"/>
                    <a:pt x="9868" y="45661"/>
                  </a:cubicBezTo>
                  <a:lnTo>
                    <a:pt x="9868" y="45661"/>
                  </a:lnTo>
                  <a:cubicBezTo>
                    <a:pt x="9216" y="46472"/>
                    <a:pt x="8563" y="47287"/>
                    <a:pt x="7917" y="48104"/>
                  </a:cubicBezTo>
                  <a:cubicBezTo>
                    <a:pt x="7819" y="48225"/>
                    <a:pt x="7912" y="48376"/>
                    <a:pt x="8029" y="48376"/>
                  </a:cubicBezTo>
                  <a:cubicBezTo>
                    <a:pt x="8065" y="48376"/>
                    <a:pt x="8103" y="48362"/>
                    <a:pt x="8139" y="48329"/>
                  </a:cubicBezTo>
                  <a:cubicBezTo>
                    <a:pt x="8338" y="48150"/>
                    <a:pt x="8531" y="47965"/>
                    <a:pt x="8728" y="47783"/>
                  </a:cubicBezTo>
                  <a:lnTo>
                    <a:pt x="8728" y="47783"/>
                  </a:lnTo>
                  <a:cubicBezTo>
                    <a:pt x="8529" y="48153"/>
                    <a:pt x="8367" y="48539"/>
                    <a:pt x="8246" y="48941"/>
                  </a:cubicBezTo>
                  <a:cubicBezTo>
                    <a:pt x="8223" y="49022"/>
                    <a:pt x="8288" y="49075"/>
                    <a:pt x="8353" y="49075"/>
                  </a:cubicBezTo>
                  <a:cubicBezTo>
                    <a:pt x="8396" y="49075"/>
                    <a:pt x="8439" y="49052"/>
                    <a:pt x="8456" y="48999"/>
                  </a:cubicBezTo>
                  <a:cubicBezTo>
                    <a:pt x="8710" y="48216"/>
                    <a:pt x="9190" y="47500"/>
                    <a:pt x="9767" y="46822"/>
                  </a:cubicBezTo>
                  <a:cubicBezTo>
                    <a:pt x="10469" y="46158"/>
                    <a:pt x="11162" y="45488"/>
                    <a:pt x="11843" y="44804"/>
                  </a:cubicBezTo>
                  <a:cubicBezTo>
                    <a:pt x="12703" y="44073"/>
                    <a:pt x="13578" y="43389"/>
                    <a:pt x="14285" y="42725"/>
                  </a:cubicBezTo>
                  <a:cubicBezTo>
                    <a:pt x="14669" y="42361"/>
                    <a:pt x="15042" y="41992"/>
                    <a:pt x="15423" y="41625"/>
                  </a:cubicBezTo>
                  <a:lnTo>
                    <a:pt x="15423" y="41625"/>
                  </a:lnTo>
                  <a:cubicBezTo>
                    <a:pt x="14461" y="42745"/>
                    <a:pt x="13488" y="43857"/>
                    <a:pt x="12504" y="44960"/>
                  </a:cubicBezTo>
                  <a:cubicBezTo>
                    <a:pt x="11433" y="45984"/>
                    <a:pt x="10362" y="47096"/>
                    <a:pt x="9683" y="48072"/>
                  </a:cubicBezTo>
                  <a:cubicBezTo>
                    <a:pt x="9276" y="48514"/>
                    <a:pt x="8875" y="48967"/>
                    <a:pt x="8462" y="49406"/>
                  </a:cubicBezTo>
                  <a:cubicBezTo>
                    <a:pt x="8372" y="49503"/>
                    <a:pt x="8456" y="49661"/>
                    <a:pt x="8567" y="49661"/>
                  </a:cubicBezTo>
                  <a:cubicBezTo>
                    <a:pt x="8591" y="49661"/>
                    <a:pt x="8616" y="49653"/>
                    <a:pt x="8641" y="49637"/>
                  </a:cubicBezTo>
                  <a:cubicBezTo>
                    <a:pt x="8771" y="49550"/>
                    <a:pt x="8895" y="49452"/>
                    <a:pt x="9025" y="49362"/>
                  </a:cubicBezTo>
                  <a:lnTo>
                    <a:pt x="9025" y="49362"/>
                  </a:lnTo>
                  <a:cubicBezTo>
                    <a:pt x="8982" y="49515"/>
                    <a:pt x="8965" y="49674"/>
                    <a:pt x="8976" y="49833"/>
                  </a:cubicBezTo>
                  <a:cubicBezTo>
                    <a:pt x="8985" y="49916"/>
                    <a:pt x="9055" y="49957"/>
                    <a:pt x="9120" y="49957"/>
                  </a:cubicBezTo>
                  <a:cubicBezTo>
                    <a:pt x="9184" y="49957"/>
                    <a:pt x="9245" y="49916"/>
                    <a:pt x="9236" y="49833"/>
                  </a:cubicBezTo>
                  <a:cubicBezTo>
                    <a:pt x="9213" y="49616"/>
                    <a:pt x="9311" y="49342"/>
                    <a:pt x="9478" y="49039"/>
                  </a:cubicBezTo>
                  <a:cubicBezTo>
                    <a:pt x="13168" y="46360"/>
                    <a:pt x="16159" y="42722"/>
                    <a:pt x="19014" y="38981"/>
                  </a:cubicBezTo>
                  <a:cubicBezTo>
                    <a:pt x="19984" y="37970"/>
                    <a:pt x="20957" y="36960"/>
                    <a:pt x="21930" y="35949"/>
                  </a:cubicBezTo>
                  <a:cubicBezTo>
                    <a:pt x="23325" y="34500"/>
                    <a:pt x="24707" y="33042"/>
                    <a:pt x="26084" y="31575"/>
                  </a:cubicBezTo>
                  <a:lnTo>
                    <a:pt x="26084" y="31575"/>
                  </a:lnTo>
                  <a:cubicBezTo>
                    <a:pt x="24808" y="33184"/>
                    <a:pt x="23553" y="34806"/>
                    <a:pt x="22279" y="36417"/>
                  </a:cubicBezTo>
                  <a:cubicBezTo>
                    <a:pt x="20403" y="38429"/>
                    <a:pt x="18544" y="40453"/>
                    <a:pt x="16777" y="42578"/>
                  </a:cubicBezTo>
                  <a:cubicBezTo>
                    <a:pt x="14285" y="45577"/>
                    <a:pt x="11141" y="47913"/>
                    <a:pt x="8682" y="50915"/>
                  </a:cubicBezTo>
                  <a:cubicBezTo>
                    <a:pt x="8602" y="51022"/>
                    <a:pt x="8690" y="51149"/>
                    <a:pt x="8796" y="51149"/>
                  </a:cubicBezTo>
                  <a:cubicBezTo>
                    <a:pt x="8825" y="51149"/>
                    <a:pt x="8855" y="51139"/>
                    <a:pt x="8884" y="51118"/>
                  </a:cubicBezTo>
                  <a:cubicBezTo>
                    <a:pt x="12215" y="48410"/>
                    <a:pt x="15215" y="45309"/>
                    <a:pt x="18053" y="42035"/>
                  </a:cubicBezTo>
                  <a:lnTo>
                    <a:pt x="18053" y="42035"/>
                  </a:lnTo>
                  <a:cubicBezTo>
                    <a:pt x="17654" y="42572"/>
                    <a:pt x="17259" y="43109"/>
                    <a:pt x="16860" y="43649"/>
                  </a:cubicBezTo>
                  <a:cubicBezTo>
                    <a:pt x="16410" y="44270"/>
                    <a:pt x="15945" y="44873"/>
                    <a:pt x="15483" y="45479"/>
                  </a:cubicBezTo>
                  <a:cubicBezTo>
                    <a:pt x="12983" y="47953"/>
                    <a:pt x="10506" y="50445"/>
                    <a:pt x="8234" y="53058"/>
                  </a:cubicBezTo>
                  <a:cubicBezTo>
                    <a:pt x="8143" y="53165"/>
                    <a:pt x="8228" y="53344"/>
                    <a:pt x="8345" y="53344"/>
                  </a:cubicBezTo>
                  <a:cubicBezTo>
                    <a:pt x="8373" y="53344"/>
                    <a:pt x="8402" y="53334"/>
                    <a:pt x="8430" y="53312"/>
                  </a:cubicBezTo>
                  <a:cubicBezTo>
                    <a:pt x="11138" y="51282"/>
                    <a:pt x="13425" y="48785"/>
                    <a:pt x="15561" y="46126"/>
                  </a:cubicBezTo>
                  <a:cubicBezTo>
                    <a:pt x="16329" y="45370"/>
                    <a:pt x="17094" y="44607"/>
                    <a:pt x="17854" y="43842"/>
                  </a:cubicBezTo>
                  <a:lnTo>
                    <a:pt x="17854" y="43842"/>
                  </a:lnTo>
                  <a:cubicBezTo>
                    <a:pt x="14554" y="47601"/>
                    <a:pt x="11214" y="51323"/>
                    <a:pt x="7709" y="54902"/>
                  </a:cubicBezTo>
                  <a:cubicBezTo>
                    <a:pt x="7609" y="55005"/>
                    <a:pt x="7704" y="55147"/>
                    <a:pt x="7815" y="55147"/>
                  </a:cubicBezTo>
                  <a:cubicBezTo>
                    <a:pt x="7848" y="55147"/>
                    <a:pt x="7883" y="55134"/>
                    <a:pt x="7914" y="55105"/>
                  </a:cubicBezTo>
                  <a:cubicBezTo>
                    <a:pt x="10835" y="52327"/>
                    <a:pt x="13477" y="49354"/>
                    <a:pt x="16029" y="46308"/>
                  </a:cubicBezTo>
                  <a:cubicBezTo>
                    <a:pt x="17213" y="45012"/>
                    <a:pt x="18385" y="43710"/>
                    <a:pt x="19528" y="42402"/>
                  </a:cubicBezTo>
                  <a:cubicBezTo>
                    <a:pt x="19967" y="41899"/>
                    <a:pt x="20420" y="41400"/>
                    <a:pt x="20868" y="40900"/>
                  </a:cubicBezTo>
                  <a:lnTo>
                    <a:pt x="20868" y="40900"/>
                  </a:lnTo>
                  <a:cubicBezTo>
                    <a:pt x="20616" y="41215"/>
                    <a:pt x="20362" y="41533"/>
                    <a:pt x="20114" y="41845"/>
                  </a:cubicBezTo>
                  <a:cubicBezTo>
                    <a:pt x="16104" y="46885"/>
                    <a:pt x="11040" y="51340"/>
                    <a:pt x="7573" y="56759"/>
                  </a:cubicBezTo>
                  <a:cubicBezTo>
                    <a:pt x="7510" y="56860"/>
                    <a:pt x="7603" y="56989"/>
                    <a:pt x="7708" y="56989"/>
                  </a:cubicBezTo>
                  <a:cubicBezTo>
                    <a:pt x="7732" y="56989"/>
                    <a:pt x="7757" y="56982"/>
                    <a:pt x="7781" y="56967"/>
                  </a:cubicBezTo>
                  <a:cubicBezTo>
                    <a:pt x="10578" y="55061"/>
                    <a:pt x="12521" y="52347"/>
                    <a:pt x="14600" y="49723"/>
                  </a:cubicBezTo>
                  <a:cubicBezTo>
                    <a:pt x="16257" y="47630"/>
                    <a:pt x="18090" y="45687"/>
                    <a:pt x="19869" y="43698"/>
                  </a:cubicBezTo>
                  <a:lnTo>
                    <a:pt x="19869" y="43698"/>
                  </a:lnTo>
                  <a:cubicBezTo>
                    <a:pt x="19623" y="43987"/>
                    <a:pt x="19378" y="44272"/>
                    <a:pt x="19135" y="44564"/>
                  </a:cubicBezTo>
                  <a:cubicBezTo>
                    <a:pt x="15755" y="48661"/>
                    <a:pt x="12481" y="53935"/>
                    <a:pt x="7977" y="56863"/>
                  </a:cubicBezTo>
                  <a:cubicBezTo>
                    <a:pt x="7893" y="56918"/>
                    <a:pt x="7943" y="57040"/>
                    <a:pt x="8023" y="57040"/>
                  </a:cubicBezTo>
                  <a:cubicBezTo>
                    <a:pt x="8039" y="57040"/>
                    <a:pt x="8055" y="57035"/>
                    <a:pt x="8072" y="57024"/>
                  </a:cubicBezTo>
                  <a:cubicBezTo>
                    <a:pt x="11502" y="54865"/>
                    <a:pt x="13855" y="51377"/>
                    <a:pt x="16459" y="48340"/>
                  </a:cubicBezTo>
                  <a:cubicBezTo>
                    <a:pt x="17958" y="46588"/>
                    <a:pt x="19485" y="44853"/>
                    <a:pt x="21012" y="43118"/>
                  </a:cubicBezTo>
                  <a:lnTo>
                    <a:pt x="21012" y="43118"/>
                  </a:lnTo>
                  <a:cubicBezTo>
                    <a:pt x="18197" y="46521"/>
                    <a:pt x="15561" y="50070"/>
                    <a:pt x="12706" y="53442"/>
                  </a:cubicBezTo>
                  <a:cubicBezTo>
                    <a:pt x="12510" y="53670"/>
                    <a:pt x="11866" y="54371"/>
                    <a:pt x="11214" y="55084"/>
                  </a:cubicBezTo>
                  <a:cubicBezTo>
                    <a:pt x="10235" y="56043"/>
                    <a:pt x="9250" y="56990"/>
                    <a:pt x="8254" y="57931"/>
                  </a:cubicBezTo>
                  <a:cubicBezTo>
                    <a:pt x="8160" y="58021"/>
                    <a:pt x="8249" y="58147"/>
                    <a:pt x="8352" y="58147"/>
                  </a:cubicBezTo>
                  <a:cubicBezTo>
                    <a:pt x="8381" y="58147"/>
                    <a:pt x="8412" y="58137"/>
                    <a:pt x="8439" y="58113"/>
                  </a:cubicBezTo>
                  <a:cubicBezTo>
                    <a:pt x="9178" y="57457"/>
                    <a:pt x="9883" y="56770"/>
                    <a:pt x="10573" y="56072"/>
                  </a:cubicBezTo>
                  <a:cubicBezTo>
                    <a:pt x="10665" y="55985"/>
                    <a:pt x="10743" y="55910"/>
                    <a:pt x="10850" y="55809"/>
                  </a:cubicBezTo>
                  <a:cubicBezTo>
                    <a:pt x="12721" y="54005"/>
                    <a:pt x="14525" y="52134"/>
                    <a:pt x="16303" y="50240"/>
                  </a:cubicBezTo>
                  <a:lnTo>
                    <a:pt x="16303" y="50240"/>
                  </a:lnTo>
                  <a:cubicBezTo>
                    <a:pt x="13719" y="53037"/>
                    <a:pt x="11046" y="55711"/>
                    <a:pt x="8465" y="58572"/>
                  </a:cubicBezTo>
                  <a:cubicBezTo>
                    <a:pt x="8382" y="58662"/>
                    <a:pt x="8459" y="58812"/>
                    <a:pt x="8562" y="58812"/>
                  </a:cubicBezTo>
                  <a:cubicBezTo>
                    <a:pt x="8585" y="58812"/>
                    <a:pt x="8609" y="58805"/>
                    <a:pt x="8633" y="58788"/>
                  </a:cubicBezTo>
                  <a:cubicBezTo>
                    <a:pt x="9894" y="57896"/>
                    <a:pt x="11066" y="56819"/>
                    <a:pt x="12195" y="55665"/>
                  </a:cubicBezTo>
                  <a:lnTo>
                    <a:pt x="12195" y="55665"/>
                  </a:lnTo>
                  <a:cubicBezTo>
                    <a:pt x="11193" y="56802"/>
                    <a:pt x="10200" y="57948"/>
                    <a:pt x="9216" y="59109"/>
                  </a:cubicBezTo>
                  <a:cubicBezTo>
                    <a:pt x="9138" y="59201"/>
                    <a:pt x="9212" y="59358"/>
                    <a:pt x="9316" y="59358"/>
                  </a:cubicBezTo>
                  <a:cubicBezTo>
                    <a:pt x="9339" y="59358"/>
                    <a:pt x="9364" y="59350"/>
                    <a:pt x="9389" y="59331"/>
                  </a:cubicBezTo>
                  <a:cubicBezTo>
                    <a:pt x="10111" y="58788"/>
                    <a:pt x="10806" y="58214"/>
                    <a:pt x="11494" y="57619"/>
                  </a:cubicBezTo>
                  <a:lnTo>
                    <a:pt x="11494" y="57619"/>
                  </a:lnTo>
                  <a:cubicBezTo>
                    <a:pt x="10856" y="58436"/>
                    <a:pt x="10321" y="59322"/>
                    <a:pt x="9935" y="60356"/>
                  </a:cubicBezTo>
                  <a:cubicBezTo>
                    <a:pt x="9897" y="60456"/>
                    <a:pt x="9987" y="60532"/>
                    <a:pt x="10076" y="60532"/>
                  </a:cubicBezTo>
                  <a:cubicBezTo>
                    <a:pt x="10110" y="60532"/>
                    <a:pt x="10145" y="60520"/>
                    <a:pt x="10171" y="60495"/>
                  </a:cubicBezTo>
                  <a:cubicBezTo>
                    <a:pt x="12259" y="58497"/>
                    <a:pt x="14274" y="56412"/>
                    <a:pt x="16251" y="54288"/>
                  </a:cubicBezTo>
                  <a:lnTo>
                    <a:pt x="16251" y="54288"/>
                  </a:lnTo>
                  <a:cubicBezTo>
                    <a:pt x="14311" y="56421"/>
                    <a:pt x="12397" y="58566"/>
                    <a:pt x="10506" y="60720"/>
                  </a:cubicBezTo>
                  <a:cubicBezTo>
                    <a:pt x="10410" y="60827"/>
                    <a:pt x="10504" y="60967"/>
                    <a:pt x="10616" y="60967"/>
                  </a:cubicBezTo>
                  <a:cubicBezTo>
                    <a:pt x="10649" y="60967"/>
                    <a:pt x="10683" y="60956"/>
                    <a:pt x="10714" y="60928"/>
                  </a:cubicBezTo>
                  <a:cubicBezTo>
                    <a:pt x="11185" y="60529"/>
                    <a:pt x="11647" y="60113"/>
                    <a:pt x="12106" y="59701"/>
                  </a:cubicBezTo>
                  <a:lnTo>
                    <a:pt x="12106" y="59701"/>
                  </a:lnTo>
                  <a:cubicBezTo>
                    <a:pt x="11606" y="60241"/>
                    <a:pt x="11133" y="60803"/>
                    <a:pt x="10694" y="61392"/>
                  </a:cubicBezTo>
                  <a:cubicBezTo>
                    <a:pt x="10611" y="61506"/>
                    <a:pt x="10717" y="61615"/>
                    <a:pt x="10828" y="61615"/>
                  </a:cubicBezTo>
                  <a:cubicBezTo>
                    <a:pt x="10875" y="61615"/>
                    <a:pt x="10922" y="61596"/>
                    <a:pt x="10957" y="61548"/>
                  </a:cubicBezTo>
                  <a:cubicBezTo>
                    <a:pt x="11242" y="61164"/>
                    <a:pt x="11551" y="60792"/>
                    <a:pt x="11869" y="60428"/>
                  </a:cubicBezTo>
                  <a:lnTo>
                    <a:pt x="11869" y="60428"/>
                  </a:lnTo>
                  <a:cubicBezTo>
                    <a:pt x="11496" y="60925"/>
                    <a:pt x="11136" y="61424"/>
                    <a:pt x="10806" y="61935"/>
                  </a:cubicBezTo>
                  <a:cubicBezTo>
                    <a:pt x="10737" y="62045"/>
                    <a:pt x="10838" y="62154"/>
                    <a:pt x="10945" y="62154"/>
                  </a:cubicBezTo>
                  <a:cubicBezTo>
                    <a:pt x="10953" y="62154"/>
                    <a:pt x="10962" y="62153"/>
                    <a:pt x="10971" y="62152"/>
                  </a:cubicBezTo>
                  <a:cubicBezTo>
                    <a:pt x="11219" y="62108"/>
                    <a:pt x="11465" y="62048"/>
                    <a:pt x="11707" y="61978"/>
                  </a:cubicBezTo>
                  <a:lnTo>
                    <a:pt x="11707" y="61978"/>
                  </a:lnTo>
                  <a:cubicBezTo>
                    <a:pt x="11667" y="62042"/>
                    <a:pt x="11618" y="62100"/>
                    <a:pt x="11577" y="62160"/>
                  </a:cubicBezTo>
                  <a:cubicBezTo>
                    <a:pt x="11513" y="62257"/>
                    <a:pt x="11602" y="62348"/>
                    <a:pt x="11693" y="62348"/>
                  </a:cubicBezTo>
                  <a:cubicBezTo>
                    <a:pt x="11732" y="62348"/>
                    <a:pt x="11772" y="62331"/>
                    <a:pt x="11800" y="62290"/>
                  </a:cubicBezTo>
                  <a:cubicBezTo>
                    <a:pt x="11898" y="62143"/>
                    <a:pt x="12016" y="61999"/>
                    <a:pt x="12120" y="61854"/>
                  </a:cubicBezTo>
                  <a:cubicBezTo>
                    <a:pt x="12986" y="61574"/>
                    <a:pt x="13823" y="61164"/>
                    <a:pt x="14632" y="60659"/>
                  </a:cubicBezTo>
                  <a:lnTo>
                    <a:pt x="14632" y="60659"/>
                  </a:lnTo>
                  <a:cubicBezTo>
                    <a:pt x="13878" y="61361"/>
                    <a:pt x="13084" y="62022"/>
                    <a:pt x="12261" y="62637"/>
                  </a:cubicBezTo>
                  <a:cubicBezTo>
                    <a:pt x="12136" y="62729"/>
                    <a:pt x="12209" y="62914"/>
                    <a:pt x="12332" y="62914"/>
                  </a:cubicBezTo>
                  <a:cubicBezTo>
                    <a:pt x="12356" y="62914"/>
                    <a:pt x="12382" y="62907"/>
                    <a:pt x="12409" y="62891"/>
                  </a:cubicBezTo>
                  <a:cubicBezTo>
                    <a:pt x="14860" y="61407"/>
                    <a:pt x="17022" y="59579"/>
                    <a:pt x="19078" y="57625"/>
                  </a:cubicBezTo>
                  <a:lnTo>
                    <a:pt x="19078" y="57625"/>
                  </a:lnTo>
                  <a:cubicBezTo>
                    <a:pt x="17138" y="59712"/>
                    <a:pt x="15174" y="61779"/>
                    <a:pt x="13087" y="63734"/>
                  </a:cubicBezTo>
                  <a:cubicBezTo>
                    <a:pt x="12972" y="63842"/>
                    <a:pt x="13078" y="63987"/>
                    <a:pt x="13202" y="63987"/>
                  </a:cubicBezTo>
                  <a:cubicBezTo>
                    <a:pt x="13236" y="63987"/>
                    <a:pt x="13271" y="63976"/>
                    <a:pt x="13304" y="63950"/>
                  </a:cubicBezTo>
                  <a:cubicBezTo>
                    <a:pt x="20045" y="58710"/>
                    <a:pt x="25851" y="52356"/>
                    <a:pt x="31714" y="46114"/>
                  </a:cubicBezTo>
                  <a:lnTo>
                    <a:pt x="31714" y="46114"/>
                  </a:lnTo>
                  <a:cubicBezTo>
                    <a:pt x="25773" y="52469"/>
                    <a:pt x="19976" y="59031"/>
                    <a:pt x="13618" y="64909"/>
                  </a:cubicBezTo>
                  <a:cubicBezTo>
                    <a:pt x="13501" y="65017"/>
                    <a:pt x="13607" y="65192"/>
                    <a:pt x="13737" y="65192"/>
                  </a:cubicBezTo>
                  <a:cubicBezTo>
                    <a:pt x="13763" y="65192"/>
                    <a:pt x="13791" y="65185"/>
                    <a:pt x="13818" y="65169"/>
                  </a:cubicBezTo>
                  <a:cubicBezTo>
                    <a:pt x="14802" y="64559"/>
                    <a:pt x="15743" y="63881"/>
                    <a:pt x="16632" y="63139"/>
                  </a:cubicBezTo>
                  <a:lnTo>
                    <a:pt x="16632" y="63139"/>
                  </a:lnTo>
                  <a:cubicBezTo>
                    <a:pt x="15919" y="64074"/>
                    <a:pt x="15247" y="65027"/>
                    <a:pt x="14672" y="66020"/>
                  </a:cubicBezTo>
                  <a:cubicBezTo>
                    <a:pt x="14607" y="66132"/>
                    <a:pt x="14701" y="66272"/>
                    <a:pt x="14815" y="66272"/>
                  </a:cubicBezTo>
                  <a:cubicBezTo>
                    <a:pt x="14842" y="66272"/>
                    <a:pt x="14870" y="66264"/>
                    <a:pt x="14897" y="66245"/>
                  </a:cubicBezTo>
                  <a:cubicBezTo>
                    <a:pt x="15763" y="65680"/>
                    <a:pt x="16589" y="65013"/>
                    <a:pt x="17400" y="64305"/>
                  </a:cubicBezTo>
                  <a:lnTo>
                    <a:pt x="17400" y="64305"/>
                  </a:lnTo>
                  <a:cubicBezTo>
                    <a:pt x="16624" y="65215"/>
                    <a:pt x="15859" y="66130"/>
                    <a:pt x="15128" y="67065"/>
                  </a:cubicBezTo>
                  <a:cubicBezTo>
                    <a:pt x="15038" y="67179"/>
                    <a:pt x="15114" y="67352"/>
                    <a:pt x="15240" y="67352"/>
                  </a:cubicBezTo>
                  <a:cubicBezTo>
                    <a:pt x="15267" y="67352"/>
                    <a:pt x="15297" y="67344"/>
                    <a:pt x="15327" y="67325"/>
                  </a:cubicBezTo>
                  <a:cubicBezTo>
                    <a:pt x="16113" y="66855"/>
                    <a:pt x="16855" y="66323"/>
                    <a:pt x="17579" y="65769"/>
                  </a:cubicBezTo>
                  <a:lnTo>
                    <a:pt x="17579" y="65769"/>
                  </a:lnTo>
                  <a:cubicBezTo>
                    <a:pt x="17051" y="66347"/>
                    <a:pt x="16523" y="66924"/>
                    <a:pt x="15994" y="67501"/>
                  </a:cubicBezTo>
                  <a:cubicBezTo>
                    <a:pt x="15887" y="67622"/>
                    <a:pt x="15986" y="67762"/>
                    <a:pt x="16109" y="67762"/>
                  </a:cubicBezTo>
                  <a:cubicBezTo>
                    <a:pt x="16144" y="67762"/>
                    <a:pt x="16182" y="67751"/>
                    <a:pt x="16217" y="67724"/>
                  </a:cubicBezTo>
                  <a:cubicBezTo>
                    <a:pt x="16933" y="67166"/>
                    <a:pt x="17626" y="66589"/>
                    <a:pt x="18313" y="66006"/>
                  </a:cubicBezTo>
                  <a:lnTo>
                    <a:pt x="18313" y="66006"/>
                  </a:lnTo>
                  <a:cubicBezTo>
                    <a:pt x="17473" y="66869"/>
                    <a:pt x="16624" y="67721"/>
                    <a:pt x="15798" y="68598"/>
                  </a:cubicBezTo>
                  <a:cubicBezTo>
                    <a:pt x="15707" y="68694"/>
                    <a:pt x="15796" y="68826"/>
                    <a:pt x="15897" y="68826"/>
                  </a:cubicBezTo>
                  <a:cubicBezTo>
                    <a:pt x="15927" y="68826"/>
                    <a:pt x="15958" y="68814"/>
                    <a:pt x="15986" y="68786"/>
                  </a:cubicBezTo>
                  <a:cubicBezTo>
                    <a:pt x="18549" y="66113"/>
                    <a:pt x="21182" y="63511"/>
                    <a:pt x="23847" y="60942"/>
                  </a:cubicBezTo>
                  <a:lnTo>
                    <a:pt x="23847" y="60942"/>
                  </a:lnTo>
                  <a:cubicBezTo>
                    <a:pt x="21434" y="63618"/>
                    <a:pt x="18948" y="66222"/>
                    <a:pt x="16217" y="68584"/>
                  </a:cubicBezTo>
                  <a:cubicBezTo>
                    <a:pt x="16109" y="68677"/>
                    <a:pt x="16208" y="68844"/>
                    <a:pt x="16323" y="68844"/>
                  </a:cubicBezTo>
                  <a:cubicBezTo>
                    <a:pt x="16347" y="68844"/>
                    <a:pt x="16372" y="68837"/>
                    <a:pt x="16396" y="68821"/>
                  </a:cubicBezTo>
                  <a:cubicBezTo>
                    <a:pt x="19147" y="66912"/>
                    <a:pt x="21685" y="64741"/>
                    <a:pt x="24121" y="62452"/>
                  </a:cubicBezTo>
                  <a:lnTo>
                    <a:pt x="24121" y="62452"/>
                  </a:lnTo>
                  <a:cubicBezTo>
                    <a:pt x="23902" y="62694"/>
                    <a:pt x="23677" y="62928"/>
                    <a:pt x="23457" y="63171"/>
                  </a:cubicBezTo>
                  <a:cubicBezTo>
                    <a:pt x="21344" y="64993"/>
                    <a:pt x="19219" y="66846"/>
                    <a:pt x="17501" y="68904"/>
                  </a:cubicBezTo>
                  <a:cubicBezTo>
                    <a:pt x="17413" y="69012"/>
                    <a:pt x="17491" y="69173"/>
                    <a:pt x="17612" y="69173"/>
                  </a:cubicBezTo>
                  <a:cubicBezTo>
                    <a:pt x="17637" y="69173"/>
                    <a:pt x="17664" y="69166"/>
                    <a:pt x="17692" y="69150"/>
                  </a:cubicBezTo>
                  <a:cubicBezTo>
                    <a:pt x="19987" y="67813"/>
                    <a:pt x="22031" y="65772"/>
                    <a:pt x="23960" y="63592"/>
                  </a:cubicBezTo>
                  <a:cubicBezTo>
                    <a:pt x="28856" y="59346"/>
                    <a:pt x="33198" y="54236"/>
                    <a:pt x="37754" y="49665"/>
                  </a:cubicBezTo>
                  <a:cubicBezTo>
                    <a:pt x="40499" y="46911"/>
                    <a:pt x="43450" y="44385"/>
                    <a:pt x="46409" y="41871"/>
                  </a:cubicBezTo>
                  <a:lnTo>
                    <a:pt x="46409" y="41871"/>
                  </a:lnTo>
                  <a:cubicBezTo>
                    <a:pt x="45306" y="42881"/>
                    <a:pt x="44215" y="43906"/>
                    <a:pt x="43161" y="44980"/>
                  </a:cubicBezTo>
                  <a:cubicBezTo>
                    <a:pt x="38686" y="49544"/>
                    <a:pt x="34151" y="54039"/>
                    <a:pt x="29722" y="58650"/>
                  </a:cubicBezTo>
                  <a:cubicBezTo>
                    <a:pt x="28611" y="59744"/>
                    <a:pt x="27485" y="60832"/>
                    <a:pt x="26339" y="61889"/>
                  </a:cubicBezTo>
                  <a:cubicBezTo>
                    <a:pt x="23610" y="64406"/>
                    <a:pt x="20871" y="66774"/>
                    <a:pt x="18980" y="70010"/>
                  </a:cubicBezTo>
                  <a:cubicBezTo>
                    <a:pt x="18913" y="70127"/>
                    <a:pt x="19017" y="70255"/>
                    <a:pt x="19127" y="70255"/>
                  </a:cubicBezTo>
                  <a:cubicBezTo>
                    <a:pt x="19164" y="70255"/>
                    <a:pt x="19202" y="70241"/>
                    <a:pt x="19234" y="70206"/>
                  </a:cubicBezTo>
                  <a:cubicBezTo>
                    <a:pt x="22649" y="66549"/>
                    <a:pt x="26082" y="62905"/>
                    <a:pt x="29529" y="59273"/>
                  </a:cubicBezTo>
                  <a:cubicBezTo>
                    <a:pt x="30770" y="58069"/>
                    <a:pt x="31997" y="56851"/>
                    <a:pt x="33215" y="55621"/>
                  </a:cubicBezTo>
                  <a:lnTo>
                    <a:pt x="33215" y="55621"/>
                  </a:lnTo>
                  <a:cubicBezTo>
                    <a:pt x="31339" y="57697"/>
                    <a:pt x="29503" y="59810"/>
                    <a:pt x="27632" y="61901"/>
                  </a:cubicBezTo>
                  <a:cubicBezTo>
                    <a:pt x="24967" y="64877"/>
                    <a:pt x="21376" y="67216"/>
                    <a:pt x="19300" y="70654"/>
                  </a:cubicBezTo>
                  <a:cubicBezTo>
                    <a:pt x="19232" y="70766"/>
                    <a:pt x="19331" y="70908"/>
                    <a:pt x="19444" y="70908"/>
                  </a:cubicBezTo>
                  <a:cubicBezTo>
                    <a:pt x="19471" y="70908"/>
                    <a:pt x="19499" y="70900"/>
                    <a:pt x="19525" y="70882"/>
                  </a:cubicBezTo>
                  <a:cubicBezTo>
                    <a:pt x="22473" y="68873"/>
                    <a:pt x="24601" y="66196"/>
                    <a:pt x="26985" y="63578"/>
                  </a:cubicBezTo>
                  <a:cubicBezTo>
                    <a:pt x="27872" y="62605"/>
                    <a:pt x="28784" y="61649"/>
                    <a:pt x="29702" y="60700"/>
                  </a:cubicBezTo>
                  <a:lnTo>
                    <a:pt x="29702" y="60700"/>
                  </a:lnTo>
                  <a:cubicBezTo>
                    <a:pt x="26728" y="64020"/>
                    <a:pt x="23847" y="67426"/>
                    <a:pt x="20833" y="70726"/>
                  </a:cubicBezTo>
                  <a:cubicBezTo>
                    <a:pt x="20719" y="70851"/>
                    <a:pt x="20826" y="71012"/>
                    <a:pt x="20955" y="71012"/>
                  </a:cubicBezTo>
                  <a:cubicBezTo>
                    <a:pt x="20993" y="71012"/>
                    <a:pt x="21033" y="70998"/>
                    <a:pt x="21070" y="70966"/>
                  </a:cubicBezTo>
                  <a:cubicBezTo>
                    <a:pt x="23047" y="69222"/>
                    <a:pt x="24941" y="67400"/>
                    <a:pt x="26800" y="65547"/>
                  </a:cubicBezTo>
                  <a:lnTo>
                    <a:pt x="26800" y="65547"/>
                  </a:lnTo>
                  <a:cubicBezTo>
                    <a:pt x="26512" y="65887"/>
                    <a:pt x="26217" y="66219"/>
                    <a:pt x="25931" y="66566"/>
                  </a:cubicBezTo>
                  <a:cubicBezTo>
                    <a:pt x="25057" y="67620"/>
                    <a:pt x="23939" y="68881"/>
                    <a:pt x="23350" y="69615"/>
                  </a:cubicBezTo>
                  <a:cubicBezTo>
                    <a:pt x="22681" y="70258"/>
                    <a:pt x="22017" y="70914"/>
                    <a:pt x="21367" y="71586"/>
                  </a:cubicBezTo>
                  <a:cubicBezTo>
                    <a:pt x="21249" y="71709"/>
                    <a:pt x="21367" y="71883"/>
                    <a:pt x="21498" y="71883"/>
                  </a:cubicBezTo>
                  <a:cubicBezTo>
                    <a:pt x="21537" y="71883"/>
                    <a:pt x="21577" y="71868"/>
                    <a:pt x="21613" y="71832"/>
                  </a:cubicBezTo>
                  <a:cubicBezTo>
                    <a:pt x="22277" y="71159"/>
                    <a:pt x="22929" y="70478"/>
                    <a:pt x="23576" y="69794"/>
                  </a:cubicBezTo>
                  <a:cubicBezTo>
                    <a:pt x="23948" y="69490"/>
                    <a:pt x="24485" y="69026"/>
                    <a:pt x="25267" y="68321"/>
                  </a:cubicBezTo>
                  <a:cubicBezTo>
                    <a:pt x="26012" y="67651"/>
                    <a:pt x="26731" y="66959"/>
                    <a:pt x="27436" y="66260"/>
                  </a:cubicBezTo>
                  <a:lnTo>
                    <a:pt x="27436" y="66260"/>
                  </a:lnTo>
                  <a:cubicBezTo>
                    <a:pt x="27130" y="66635"/>
                    <a:pt x="26803" y="67034"/>
                    <a:pt x="26466" y="67441"/>
                  </a:cubicBezTo>
                  <a:cubicBezTo>
                    <a:pt x="26503" y="67400"/>
                    <a:pt x="26544" y="67354"/>
                    <a:pt x="26578" y="67319"/>
                  </a:cubicBezTo>
                  <a:cubicBezTo>
                    <a:pt x="28813" y="65079"/>
                    <a:pt x="30992" y="62793"/>
                    <a:pt x="33201" y="60532"/>
                  </a:cubicBezTo>
                  <a:cubicBezTo>
                    <a:pt x="38291" y="55327"/>
                    <a:pt x="43337" y="49917"/>
                    <a:pt x="48632" y="44824"/>
                  </a:cubicBezTo>
                  <a:cubicBezTo>
                    <a:pt x="50511" y="43317"/>
                    <a:pt x="52411" y="41830"/>
                    <a:pt x="54218" y="40248"/>
                  </a:cubicBezTo>
                  <a:lnTo>
                    <a:pt x="54218" y="40248"/>
                  </a:lnTo>
                  <a:cubicBezTo>
                    <a:pt x="49374" y="44838"/>
                    <a:pt x="44732" y="49634"/>
                    <a:pt x="39850" y="54186"/>
                  </a:cubicBezTo>
                  <a:cubicBezTo>
                    <a:pt x="34890" y="58811"/>
                    <a:pt x="30314" y="63988"/>
                    <a:pt x="25397" y="68688"/>
                  </a:cubicBezTo>
                  <a:cubicBezTo>
                    <a:pt x="25764" y="68287"/>
                    <a:pt x="26125" y="67862"/>
                    <a:pt x="26471" y="67444"/>
                  </a:cubicBezTo>
                  <a:lnTo>
                    <a:pt x="26471" y="67444"/>
                  </a:lnTo>
                  <a:cubicBezTo>
                    <a:pt x="26113" y="67819"/>
                    <a:pt x="25701" y="68315"/>
                    <a:pt x="25247" y="68829"/>
                  </a:cubicBezTo>
                  <a:cubicBezTo>
                    <a:pt x="24748" y="69306"/>
                    <a:pt x="24245" y="69782"/>
                    <a:pt x="23737" y="70247"/>
                  </a:cubicBezTo>
                  <a:cubicBezTo>
                    <a:pt x="23342" y="70544"/>
                    <a:pt x="22949" y="70778"/>
                    <a:pt x="22562" y="70917"/>
                  </a:cubicBezTo>
                  <a:cubicBezTo>
                    <a:pt x="22517" y="70933"/>
                    <a:pt x="22531" y="70999"/>
                    <a:pt x="22575" y="70999"/>
                  </a:cubicBezTo>
                  <a:cubicBezTo>
                    <a:pt x="22578" y="70999"/>
                    <a:pt x="22582" y="70998"/>
                    <a:pt x="22585" y="70997"/>
                  </a:cubicBezTo>
                  <a:cubicBezTo>
                    <a:pt x="22811" y="70931"/>
                    <a:pt x="23036" y="70810"/>
                    <a:pt x="23264" y="70668"/>
                  </a:cubicBezTo>
                  <a:lnTo>
                    <a:pt x="23264" y="70668"/>
                  </a:lnTo>
                  <a:cubicBezTo>
                    <a:pt x="22733" y="71148"/>
                    <a:pt x="22204" y="71630"/>
                    <a:pt x="21662" y="72095"/>
                  </a:cubicBezTo>
                  <a:cubicBezTo>
                    <a:pt x="21607" y="72140"/>
                    <a:pt x="21657" y="72209"/>
                    <a:pt x="21714" y="72209"/>
                  </a:cubicBezTo>
                  <a:cubicBezTo>
                    <a:pt x="21729" y="72209"/>
                    <a:pt x="21745" y="72204"/>
                    <a:pt x="21760" y="72193"/>
                  </a:cubicBezTo>
                  <a:cubicBezTo>
                    <a:pt x="22542" y="71555"/>
                    <a:pt x="23310" y="70896"/>
                    <a:pt x="24066" y="70221"/>
                  </a:cubicBezTo>
                  <a:lnTo>
                    <a:pt x="24066" y="70221"/>
                  </a:lnTo>
                  <a:cubicBezTo>
                    <a:pt x="23437" y="70821"/>
                    <a:pt x="22802" y="71416"/>
                    <a:pt x="22175" y="72017"/>
                  </a:cubicBezTo>
                  <a:cubicBezTo>
                    <a:pt x="22116" y="72076"/>
                    <a:pt x="22171" y="72175"/>
                    <a:pt x="22240" y="72175"/>
                  </a:cubicBezTo>
                  <a:cubicBezTo>
                    <a:pt x="22255" y="72175"/>
                    <a:pt x="22270" y="72171"/>
                    <a:pt x="22285" y="72161"/>
                  </a:cubicBezTo>
                  <a:lnTo>
                    <a:pt x="22510" y="72002"/>
                  </a:lnTo>
                  <a:cubicBezTo>
                    <a:pt x="22584" y="71950"/>
                    <a:pt x="22540" y="71836"/>
                    <a:pt x="22468" y="71836"/>
                  </a:cubicBezTo>
                  <a:cubicBezTo>
                    <a:pt x="22454" y="71836"/>
                    <a:pt x="22439" y="71840"/>
                    <a:pt x="22424" y="71850"/>
                  </a:cubicBezTo>
                  <a:lnTo>
                    <a:pt x="22424" y="71850"/>
                  </a:lnTo>
                  <a:cubicBezTo>
                    <a:pt x="23220" y="71314"/>
                    <a:pt x="23998" y="70731"/>
                    <a:pt x="24765" y="70114"/>
                  </a:cubicBezTo>
                  <a:lnTo>
                    <a:pt x="24765" y="70114"/>
                  </a:lnTo>
                  <a:cubicBezTo>
                    <a:pt x="24058" y="70922"/>
                    <a:pt x="23362" y="71739"/>
                    <a:pt x="22684" y="72580"/>
                  </a:cubicBezTo>
                  <a:cubicBezTo>
                    <a:pt x="22606" y="72676"/>
                    <a:pt x="22677" y="72836"/>
                    <a:pt x="22784" y="72836"/>
                  </a:cubicBezTo>
                  <a:cubicBezTo>
                    <a:pt x="22809" y="72836"/>
                    <a:pt x="22835" y="72828"/>
                    <a:pt x="22863" y="72808"/>
                  </a:cubicBezTo>
                  <a:cubicBezTo>
                    <a:pt x="24410" y="71653"/>
                    <a:pt x="25911" y="70440"/>
                    <a:pt x="27378" y="69187"/>
                  </a:cubicBezTo>
                  <a:lnTo>
                    <a:pt x="27378" y="69187"/>
                  </a:lnTo>
                  <a:cubicBezTo>
                    <a:pt x="26030" y="70663"/>
                    <a:pt x="24676" y="72147"/>
                    <a:pt x="23319" y="73642"/>
                  </a:cubicBezTo>
                  <a:cubicBezTo>
                    <a:pt x="23208" y="73763"/>
                    <a:pt x="23319" y="73930"/>
                    <a:pt x="23441" y="73930"/>
                  </a:cubicBezTo>
                  <a:cubicBezTo>
                    <a:pt x="23479" y="73930"/>
                    <a:pt x="23518" y="73914"/>
                    <a:pt x="23553" y="73876"/>
                  </a:cubicBezTo>
                  <a:cubicBezTo>
                    <a:pt x="25608" y="71627"/>
                    <a:pt x="27629" y="69387"/>
                    <a:pt x="29670" y="67172"/>
                  </a:cubicBezTo>
                  <a:cubicBezTo>
                    <a:pt x="33900" y="63350"/>
                    <a:pt x="37863" y="59204"/>
                    <a:pt x="41801" y="55029"/>
                  </a:cubicBezTo>
                  <a:cubicBezTo>
                    <a:pt x="43248" y="53736"/>
                    <a:pt x="44723" y="52425"/>
                    <a:pt x="46204" y="51100"/>
                  </a:cubicBezTo>
                  <a:lnTo>
                    <a:pt x="46204" y="51100"/>
                  </a:lnTo>
                  <a:cubicBezTo>
                    <a:pt x="41784" y="55223"/>
                    <a:pt x="37684" y="59698"/>
                    <a:pt x="33588" y="64158"/>
                  </a:cubicBezTo>
                  <a:cubicBezTo>
                    <a:pt x="31229" y="66243"/>
                    <a:pt x="28937" y="68382"/>
                    <a:pt x="26835" y="70680"/>
                  </a:cubicBezTo>
                  <a:cubicBezTo>
                    <a:pt x="27291" y="70267"/>
                    <a:pt x="27768" y="69863"/>
                    <a:pt x="28250" y="69467"/>
                  </a:cubicBezTo>
                  <a:lnTo>
                    <a:pt x="28250" y="69467"/>
                  </a:lnTo>
                  <a:cubicBezTo>
                    <a:pt x="27903" y="69785"/>
                    <a:pt x="27563" y="70108"/>
                    <a:pt x="27216" y="70429"/>
                  </a:cubicBezTo>
                  <a:cubicBezTo>
                    <a:pt x="26968" y="70657"/>
                    <a:pt x="26711" y="70873"/>
                    <a:pt x="26454" y="71090"/>
                  </a:cubicBezTo>
                  <a:cubicBezTo>
                    <a:pt x="25547" y="72103"/>
                    <a:pt x="24667" y="73140"/>
                    <a:pt x="23856" y="74231"/>
                  </a:cubicBezTo>
                  <a:cubicBezTo>
                    <a:pt x="23784" y="74327"/>
                    <a:pt x="23884" y="74432"/>
                    <a:pt x="23981" y="74432"/>
                  </a:cubicBezTo>
                  <a:cubicBezTo>
                    <a:pt x="24013" y="74432"/>
                    <a:pt x="24044" y="74421"/>
                    <a:pt x="24069" y="74395"/>
                  </a:cubicBezTo>
                  <a:cubicBezTo>
                    <a:pt x="24124" y="74344"/>
                    <a:pt x="24173" y="74292"/>
                    <a:pt x="24228" y="74240"/>
                  </a:cubicBezTo>
                  <a:lnTo>
                    <a:pt x="24228" y="74240"/>
                  </a:lnTo>
                  <a:cubicBezTo>
                    <a:pt x="24166" y="74362"/>
                    <a:pt x="24100" y="74487"/>
                    <a:pt x="24054" y="74610"/>
                  </a:cubicBezTo>
                  <a:lnTo>
                    <a:pt x="24054" y="74610"/>
                  </a:lnTo>
                  <a:cubicBezTo>
                    <a:pt x="24059" y="74600"/>
                    <a:pt x="24067" y="74595"/>
                    <a:pt x="24076" y="74595"/>
                  </a:cubicBezTo>
                  <a:cubicBezTo>
                    <a:pt x="24082" y="74595"/>
                    <a:pt x="24087" y="74597"/>
                    <a:pt x="24092" y="74600"/>
                  </a:cubicBezTo>
                  <a:cubicBezTo>
                    <a:pt x="24332" y="74271"/>
                    <a:pt x="24575" y="73948"/>
                    <a:pt x="24832" y="73639"/>
                  </a:cubicBezTo>
                  <a:cubicBezTo>
                    <a:pt x="26087" y="72406"/>
                    <a:pt x="27326" y="71159"/>
                    <a:pt x="28544" y="69892"/>
                  </a:cubicBezTo>
                  <a:cubicBezTo>
                    <a:pt x="28790" y="69675"/>
                    <a:pt x="29038" y="69464"/>
                    <a:pt x="29286" y="69251"/>
                  </a:cubicBezTo>
                  <a:lnTo>
                    <a:pt x="29286" y="69251"/>
                  </a:lnTo>
                  <a:cubicBezTo>
                    <a:pt x="29136" y="69363"/>
                    <a:pt x="28986" y="69476"/>
                    <a:pt x="28836" y="69589"/>
                  </a:cubicBezTo>
                  <a:cubicBezTo>
                    <a:pt x="29670" y="68723"/>
                    <a:pt x="30504" y="67854"/>
                    <a:pt x="31330" y="66976"/>
                  </a:cubicBezTo>
                  <a:cubicBezTo>
                    <a:pt x="31691" y="66673"/>
                    <a:pt x="32035" y="66373"/>
                    <a:pt x="32349" y="66078"/>
                  </a:cubicBezTo>
                  <a:cubicBezTo>
                    <a:pt x="33810" y="64707"/>
                    <a:pt x="35242" y="63304"/>
                    <a:pt x="36668" y="61895"/>
                  </a:cubicBezTo>
                  <a:cubicBezTo>
                    <a:pt x="39443" y="59377"/>
                    <a:pt x="42197" y="56843"/>
                    <a:pt x="44908" y="54224"/>
                  </a:cubicBezTo>
                  <a:cubicBezTo>
                    <a:pt x="45803" y="53364"/>
                    <a:pt x="46660" y="52483"/>
                    <a:pt x="47506" y="51597"/>
                  </a:cubicBezTo>
                  <a:cubicBezTo>
                    <a:pt x="48280" y="50927"/>
                    <a:pt x="49053" y="50254"/>
                    <a:pt x="49833" y="49579"/>
                  </a:cubicBezTo>
                  <a:lnTo>
                    <a:pt x="49833" y="49579"/>
                  </a:lnTo>
                  <a:cubicBezTo>
                    <a:pt x="47018" y="52394"/>
                    <a:pt x="44229" y="55226"/>
                    <a:pt x="41409" y="57928"/>
                  </a:cubicBezTo>
                  <a:cubicBezTo>
                    <a:pt x="38210" y="60994"/>
                    <a:pt x="35118" y="64201"/>
                    <a:pt x="31778" y="67114"/>
                  </a:cubicBezTo>
                  <a:cubicBezTo>
                    <a:pt x="30946" y="67836"/>
                    <a:pt x="30112" y="68541"/>
                    <a:pt x="29283" y="69251"/>
                  </a:cubicBezTo>
                  <a:cubicBezTo>
                    <a:pt x="30707" y="68194"/>
                    <a:pt x="32098" y="67230"/>
                    <a:pt x="33025" y="66427"/>
                  </a:cubicBezTo>
                  <a:cubicBezTo>
                    <a:pt x="34229" y="65385"/>
                    <a:pt x="35392" y="64285"/>
                    <a:pt x="36544" y="63171"/>
                  </a:cubicBezTo>
                  <a:lnTo>
                    <a:pt x="36544" y="63171"/>
                  </a:lnTo>
                  <a:cubicBezTo>
                    <a:pt x="35490" y="64225"/>
                    <a:pt x="34494" y="65316"/>
                    <a:pt x="33602" y="66468"/>
                  </a:cubicBezTo>
                  <a:cubicBezTo>
                    <a:pt x="33545" y="66542"/>
                    <a:pt x="33610" y="66640"/>
                    <a:pt x="33678" y="66640"/>
                  </a:cubicBezTo>
                  <a:cubicBezTo>
                    <a:pt x="33700" y="66640"/>
                    <a:pt x="33722" y="66630"/>
                    <a:pt x="33741" y="66606"/>
                  </a:cubicBezTo>
                  <a:cubicBezTo>
                    <a:pt x="37133" y="62296"/>
                    <a:pt x="42050" y="58861"/>
                    <a:pt x="46057" y="55125"/>
                  </a:cubicBezTo>
                  <a:cubicBezTo>
                    <a:pt x="47391" y="53880"/>
                    <a:pt x="48716" y="52622"/>
                    <a:pt x="50038" y="51349"/>
                  </a:cubicBezTo>
                  <a:lnTo>
                    <a:pt x="50038" y="51349"/>
                  </a:lnTo>
                  <a:cubicBezTo>
                    <a:pt x="44937" y="56568"/>
                    <a:pt x="39549" y="61453"/>
                    <a:pt x="34330" y="66546"/>
                  </a:cubicBezTo>
                  <a:cubicBezTo>
                    <a:pt x="34235" y="66640"/>
                    <a:pt x="34322" y="66779"/>
                    <a:pt x="34432" y="66779"/>
                  </a:cubicBezTo>
                  <a:cubicBezTo>
                    <a:pt x="34453" y="66779"/>
                    <a:pt x="34475" y="66774"/>
                    <a:pt x="34497" y="66762"/>
                  </a:cubicBezTo>
                  <a:cubicBezTo>
                    <a:pt x="36530" y="65680"/>
                    <a:pt x="38343" y="64210"/>
                    <a:pt x="40046" y="62579"/>
                  </a:cubicBezTo>
                  <a:lnTo>
                    <a:pt x="40046" y="62579"/>
                  </a:lnTo>
                  <a:cubicBezTo>
                    <a:pt x="39038" y="63734"/>
                    <a:pt x="38068" y="64909"/>
                    <a:pt x="37127" y="66113"/>
                  </a:cubicBezTo>
                  <a:cubicBezTo>
                    <a:pt x="37052" y="66207"/>
                    <a:pt x="37118" y="66366"/>
                    <a:pt x="37225" y="66366"/>
                  </a:cubicBezTo>
                  <a:cubicBezTo>
                    <a:pt x="37249" y="66366"/>
                    <a:pt x="37276" y="66357"/>
                    <a:pt x="37303" y="66338"/>
                  </a:cubicBezTo>
                  <a:cubicBezTo>
                    <a:pt x="42009" y="63000"/>
                    <a:pt x="45933" y="58858"/>
                    <a:pt x="49827" y="54631"/>
                  </a:cubicBezTo>
                  <a:cubicBezTo>
                    <a:pt x="50725" y="53655"/>
                    <a:pt x="51629" y="52694"/>
                    <a:pt x="52544" y="51744"/>
                  </a:cubicBezTo>
                  <a:cubicBezTo>
                    <a:pt x="52650" y="51662"/>
                    <a:pt x="52728" y="51613"/>
                    <a:pt x="52763" y="51613"/>
                  </a:cubicBezTo>
                  <a:cubicBezTo>
                    <a:pt x="52876" y="51613"/>
                    <a:pt x="52571" y="52102"/>
                    <a:pt x="51401" y="53592"/>
                  </a:cubicBezTo>
                  <a:cubicBezTo>
                    <a:pt x="50003" y="55367"/>
                    <a:pt x="48366" y="56964"/>
                    <a:pt x="46770" y="58563"/>
                  </a:cubicBezTo>
                  <a:cubicBezTo>
                    <a:pt x="46750" y="58551"/>
                    <a:pt x="46728" y="58545"/>
                    <a:pt x="46706" y="58545"/>
                  </a:cubicBezTo>
                  <a:cubicBezTo>
                    <a:pt x="46675" y="58545"/>
                    <a:pt x="46645" y="58556"/>
                    <a:pt x="46620" y="58578"/>
                  </a:cubicBezTo>
                  <a:cubicBezTo>
                    <a:pt x="44068" y="60971"/>
                    <a:pt x="41365" y="63151"/>
                    <a:pt x="39191" y="65916"/>
                  </a:cubicBezTo>
                  <a:cubicBezTo>
                    <a:pt x="39111" y="66003"/>
                    <a:pt x="39189" y="66119"/>
                    <a:pt x="39280" y="66119"/>
                  </a:cubicBezTo>
                  <a:cubicBezTo>
                    <a:pt x="39307" y="66119"/>
                    <a:pt x="39336" y="66108"/>
                    <a:pt x="39362" y="66084"/>
                  </a:cubicBezTo>
                  <a:cubicBezTo>
                    <a:pt x="41184" y="64577"/>
                    <a:pt x="43046" y="62949"/>
                    <a:pt x="44856" y="61228"/>
                  </a:cubicBezTo>
                  <a:lnTo>
                    <a:pt x="44856" y="61228"/>
                  </a:lnTo>
                  <a:cubicBezTo>
                    <a:pt x="43251" y="63347"/>
                    <a:pt x="41235" y="65198"/>
                    <a:pt x="39402" y="67094"/>
                  </a:cubicBezTo>
                  <a:cubicBezTo>
                    <a:pt x="39324" y="67177"/>
                    <a:pt x="39399" y="67317"/>
                    <a:pt x="39491" y="67317"/>
                  </a:cubicBezTo>
                  <a:cubicBezTo>
                    <a:pt x="39512" y="67317"/>
                    <a:pt x="39534" y="67310"/>
                    <a:pt x="39555" y="67293"/>
                  </a:cubicBezTo>
                  <a:cubicBezTo>
                    <a:pt x="39844" y="67083"/>
                    <a:pt x="40130" y="66869"/>
                    <a:pt x="40416" y="66650"/>
                  </a:cubicBezTo>
                  <a:cubicBezTo>
                    <a:pt x="41014" y="66133"/>
                    <a:pt x="41309" y="65939"/>
                    <a:pt x="41416" y="65939"/>
                  </a:cubicBezTo>
                  <a:cubicBezTo>
                    <a:pt x="41686" y="65939"/>
                    <a:pt x="40781" y="67159"/>
                    <a:pt x="40569" y="67553"/>
                  </a:cubicBezTo>
                  <a:cubicBezTo>
                    <a:pt x="40520" y="67642"/>
                    <a:pt x="40589" y="67746"/>
                    <a:pt x="40677" y="67746"/>
                  </a:cubicBezTo>
                  <a:cubicBezTo>
                    <a:pt x="40698" y="67746"/>
                    <a:pt x="40720" y="67740"/>
                    <a:pt x="40742" y="67727"/>
                  </a:cubicBezTo>
                  <a:cubicBezTo>
                    <a:pt x="41068" y="67436"/>
                    <a:pt x="41289" y="67291"/>
                    <a:pt x="41406" y="67291"/>
                  </a:cubicBezTo>
                  <a:cubicBezTo>
                    <a:pt x="41585" y="67291"/>
                    <a:pt x="41521" y="67629"/>
                    <a:pt x="41212" y="68304"/>
                  </a:cubicBezTo>
                  <a:cubicBezTo>
                    <a:pt x="41159" y="68398"/>
                    <a:pt x="41234" y="68505"/>
                    <a:pt x="41326" y="68505"/>
                  </a:cubicBezTo>
                  <a:cubicBezTo>
                    <a:pt x="41347" y="68505"/>
                    <a:pt x="41370" y="68499"/>
                    <a:pt x="41391" y="68486"/>
                  </a:cubicBezTo>
                  <a:cubicBezTo>
                    <a:pt x="41622" y="68367"/>
                    <a:pt x="41842" y="68223"/>
                    <a:pt x="42038" y="68056"/>
                  </a:cubicBezTo>
                  <a:cubicBezTo>
                    <a:pt x="42150" y="67970"/>
                    <a:pt x="42080" y="67798"/>
                    <a:pt x="41975" y="67798"/>
                  </a:cubicBezTo>
                  <a:cubicBezTo>
                    <a:pt x="41953" y="67798"/>
                    <a:pt x="41929" y="67806"/>
                    <a:pt x="41905" y="67825"/>
                  </a:cubicBezTo>
                  <a:cubicBezTo>
                    <a:pt x="41817" y="67892"/>
                    <a:pt x="41761" y="67921"/>
                    <a:pt x="41729" y="67921"/>
                  </a:cubicBezTo>
                  <a:cubicBezTo>
                    <a:pt x="41557" y="67921"/>
                    <a:pt x="42106" y="67061"/>
                    <a:pt x="42206" y="66788"/>
                  </a:cubicBezTo>
                  <a:cubicBezTo>
                    <a:pt x="42238" y="66703"/>
                    <a:pt x="42156" y="66625"/>
                    <a:pt x="42075" y="66625"/>
                  </a:cubicBezTo>
                  <a:cubicBezTo>
                    <a:pt x="42054" y="66625"/>
                    <a:pt x="42034" y="66630"/>
                    <a:pt x="42015" y="66641"/>
                  </a:cubicBezTo>
                  <a:cubicBezTo>
                    <a:pt x="41644" y="66870"/>
                    <a:pt x="41425" y="66964"/>
                    <a:pt x="41313" y="66964"/>
                  </a:cubicBezTo>
                  <a:cubicBezTo>
                    <a:pt x="40924" y="66964"/>
                    <a:pt x="41820" y="65832"/>
                    <a:pt x="42076" y="65307"/>
                  </a:cubicBezTo>
                  <a:cubicBezTo>
                    <a:pt x="42113" y="65231"/>
                    <a:pt x="42053" y="65121"/>
                    <a:pt x="41973" y="65121"/>
                  </a:cubicBezTo>
                  <a:cubicBezTo>
                    <a:pt x="41953" y="65121"/>
                    <a:pt x="41932" y="65127"/>
                    <a:pt x="41911" y="65143"/>
                  </a:cubicBezTo>
                  <a:cubicBezTo>
                    <a:pt x="41105" y="65745"/>
                    <a:pt x="41131" y="65686"/>
                    <a:pt x="40696" y="66131"/>
                  </a:cubicBezTo>
                  <a:lnTo>
                    <a:pt x="40696" y="66131"/>
                  </a:lnTo>
                  <a:cubicBezTo>
                    <a:pt x="41366" y="65444"/>
                    <a:pt x="42037" y="64759"/>
                    <a:pt x="42702" y="64063"/>
                  </a:cubicBezTo>
                  <a:cubicBezTo>
                    <a:pt x="43834" y="62879"/>
                    <a:pt x="44870" y="61644"/>
                    <a:pt x="45800" y="60318"/>
                  </a:cubicBezTo>
                  <a:cubicBezTo>
                    <a:pt x="48649" y="57524"/>
                    <a:pt x="51317" y="54501"/>
                    <a:pt x="53407" y="51328"/>
                  </a:cubicBezTo>
                  <a:cubicBezTo>
                    <a:pt x="53436" y="51360"/>
                    <a:pt x="53478" y="51379"/>
                    <a:pt x="53520" y="51379"/>
                  </a:cubicBezTo>
                  <a:cubicBezTo>
                    <a:pt x="53528" y="51379"/>
                    <a:pt x="53535" y="51379"/>
                    <a:pt x="53543" y="51377"/>
                  </a:cubicBezTo>
                  <a:cubicBezTo>
                    <a:pt x="54065" y="51276"/>
                    <a:pt x="54571" y="51097"/>
                    <a:pt x="55038" y="50840"/>
                  </a:cubicBezTo>
                  <a:lnTo>
                    <a:pt x="55038" y="50840"/>
                  </a:lnTo>
                  <a:cubicBezTo>
                    <a:pt x="54839" y="51123"/>
                    <a:pt x="54640" y="51403"/>
                    <a:pt x="54458" y="51701"/>
                  </a:cubicBezTo>
                  <a:cubicBezTo>
                    <a:pt x="54400" y="51795"/>
                    <a:pt x="54477" y="51922"/>
                    <a:pt x="54579" y="51922"/>
                  </a:cubicBezTo>
                  <a:cubicBezTo>
                    <a:pt x="54593" y="51922"/>
                    <a:pt x="54608" y="51920"/>
                    <a:pt x="54623" y="51914"/>
                  </a:cubicBezTo>
                  <a:cubicBezTo>
                    <a:pt x="55295" y="51683"/>
                    <a:pt x="55939" y="51366"/>
                    <a:pt x="56534" y="50973"/>
                  </a:cubicBezTo>
                  <a:lnTo>
                    <a:pt x="56534" y="50973"/>
                  </a:lnTo>
                  <a:cubicBezTo>
                    <a:pt x="56098" y="51455"/>
                    <a:pt x="55656" y="51932"/>
                    <a:pt x="55229" y="52423"/>
                  </a:cubicBezTo>
                  <a:cubicBezTo>
                    <a:pt x="55131" y="52539"/>
                    <a:pt x="55222" y="52675"/>
                    <a:pt x="55338" y="52675"/>
                  </a:cubicBezTo>
                  <a:cubicBezTo>
                    <a:pt x="55372" y="52675"/>
                    <a:pt x="55408" y="52664"/>
                    <a:pt x="55442" y="52636"/>
                  </a:cubicBezTo>
                  <a:cubicBezTo>
                    <a:pt x="57178" y="51222"/>
                    <a:pt x="58869" y="49758"/>
                    <a:pt x="60570" y="48303"/>
                  </a:cubicBezTo>
                  <a:cubicBezTo>
                    <a:pt x="61572" y="47444"/>
                    <a:pt x="61961" y="47129"/>
                    <a:pt x="62007" y="47129"/>
                  </a:cubicBezTo>
                  <a:cubicBezTo>
                    <a:pt x="62094" y="47129"/>
                    <a:pt x="60901" y="48304"/>
                    <a:pt x="60376" y="49004"/>
                  </a:cubicBezTo>
                  <a:cubicBezTo>
                    <a:pt x="60290" y="49118"/>
                    <a:pt x="60408" y="49229"/>
                    <a:pt x="60522" y="49229"/>
                  </a:cubicBezTo>
                  <a:cubicBezTo>
                    <a:pt x="60544" y="49229"/>
                    <a:pt x="60567" y="49225"/>
                    <a:pt x="60587" y="49215"/>
                  </a:cubicBezTo>
                  <a:cubicBezTo>
                    <a:pt x="61404" y="48836"/>
                    <a:pt x="62747" y="47558"/>
                    <a:pt x="62958" y="47558"/>
                  </a:cubicBezTo>
                  <a:cubicBezTo>
                    <a:pt x="63044" y="47558"/>
                    <a:pt x="62940" y="47773"/>
                    <a:pt x="62530" y="48355"/>
                  </a:cubicBezTo>
                  <a:cubicBezTo>
                    <a:pt x="62446" y="48473"/>
                    <a:pt x="62563" y="48585"/>
                    <a:pt x="62679" y="48585"/>
                  </a:cubicBezTo>
                  <a:cubicBezTo>
                    <a:pt x="62702" y="48585"/>
                    <a:pt x="62725" y="48581"/>
                    <a:pt x="62747" y="48571"/>
                  </a:cubicBezTo>
                  <a:cubicBezTo>
                    <a:pt x="63448" y="48242"/>
                    <a:pt x="63927" y="47901"/>
                    <a:pt x="64502" y="47362"/>
                  </a:cubicBezTo>
                  <a:cubicBezTo>
                    <a:pt x="64616" y="47249"/>
                    <a:pt x="64506" y="47090"/>
                    <a:pt x="64381" y="47090"/>
                  </a:cubicBezTo>
                  <a:cubicBezTo>
                    <a:pt x="64346" y="47090"/>
                    <a:pt x="64309" y="47103"/>
                    <a:pt x="64277" y="47134"/>
                  </a:cubicBezTo>
                  <a:cubicBezTo>
                    <a:pt x="63979" y="47415"/>
                    <a:pt x="63662" y="47683"/>
                    <a:pt x="63560" y="47683"/>
                  </a:cubicBezTo>
                  <a:cubicBezTo>
                    <a:pt x="63461" y="47683"/>
                    <a:pt x="63566" y="47428"/>
                    <a:pt x="64092" y="46680"/>
                  </a:cubicBezTo>
                  <a:cubicBezTo>
                    <a:pt x="64172" y="46567"/>
                    <a:pt x="64063" y="46447"/>
                    <a:pt x="63950" y="46447"/>
                  </a:cubicBezTo>
                  <a:cubicBezTo>
                    <a:pt x="63914" y="46447"/>
                    <a:pt x="63877" y="46460"/>
                    <a:pt x="63847" y="46490"/>
                  </a:cubicBezTo>
                  <a:cubicBezTo>
                    <a:pt x="62292" y="48027"/>
                    <a:pt x="61648" y="48558"/>
                    <a:pt x="61504" y="48558"/>
                  </a:cubicBezTo>
                  <a:cubicBezTo>
                    <a:pt x="61245" y="48558"/>
                    <a:pt x="62614" y="46830"/>
                    <a:pt x="63203" y="46169"/>
                  </a:cubicBezTo>
                  <a:cubicBezTo>
                    <a:pt x="63308" y="46053"/>
                    <a:pt x="63212" y="45914"/>
                    <a:pt x="63092" y="45914"/>
                  </a:cubicBezTo>
                  <a:cubicBezTo>
                    <a:pt x="63057" y="45914"/>
                    <a:pt x="63021" y="45926"/>
                    <a:pt x="62986" y="45953"/>
                  </a:cubicBezTo>
                  <a:cubicBezTo>
                    <a:pt x="60777" y="47695"/>
                    <a:pt x="58666" y="49546"/>
                    <a:pt x="56520" y="51366"/>
                  </a:cubicBezTo>
                  <a:lnTo>
                    <a:pt x="56520" y="51366"/>
                  </a:lnTo>
                  <a:cubicBezTo>
                    <a:pt x="58680" y="49533"/>
                    <a:pt x="60566" y="47235"/>
                    <a:pt x="62660" y="45303"/>
                  </a:cubicBezTo>
                  <a:cubicBezTo>
                    <a:pt x="62773" y="45202"/>
                    <a:pt x="62670" y="45058"/>
                    <a:pt x="62551" y="45058"/>
                  </a:cubicBezTo>
                  <a:cubicBezTo>
                    <a:pt x="62518" y="45058"/>
                    <a:pt x="62484" y="45069"/>
                    <a:pt x="62452" y="45095"/>
                  </a:cubicBezTo>
                  <a:cubicBezTo>
                    <a:pt x="61777" y="45655"/>
                    <a:pt x="61153" y="46265"/>
                    <a:pt x="60535" y="46882"/>
                  </a:cubicBezTo>
                  <a:cubicBezTo>
                    <a:pt x="60368" y="47041"/>
                    <a:pt x="60180" y="47214"/>
                    <a:pt x="59958" y="47425"/>
                  </a:cubicBezTo>
                  <a:cubicBezTo>
                    <a:pt x="59196" y="48144"/>
                    <a:pt x="58465" y="48892"/>
                    <a:pt x="57746" y="49648"/>
                  </a:cubicBezTo>
                  <a:cubicBezTo>
                    <a:pt x="57325" y="50035"/>
                    <a:pt x="56900" y="50416"/>
                    <a:pt x="56447" y="50768"/>
                  </a:cubicBezTo>
                  <a:lnTo>
                    <a:pt x="56216" y="50047"/>
                  </a:lnTo>
                  <a:cubicBezTo>
                    <a:pt x="57305" y="49160"/>
                    <a:pt x="58246" y="47991"/>
                    <a:pt x="59138" y="46952"/>
                  </a:cubicBezTo>
                  <a:cubicBezTo>
                    <a:pt x="60079" y="46103"/>
                    <a:pt x="61023" y="45260"/>
                    <a:pt x="61904" y="44330"/>
                  </a:cubicBezTo>
                  <a:cubicBezTo>
                    <a:pt x="61991" y="44238"/>
                    <a:pt x="61910" y="44080"/>
                    <a:pt x="61803" y="44080"/>
                  </a:cubicBezTo>
                  <a:cubicBezTo>
                    <a:pt x="61780" y="44080"/>
                    <a:pt x="61755" y="44087"/>
                    <a:pt x="61730" y="44105"/>
                  </a:cubicBezTo>
                  <a:cubicBezTo>
                    <a:pt x="60651" y="44879"/>
                    <a:pt x="59744" y="45820"/>
                    <a:pt x="58861" y="46796"/>
                  </a:cubicBezTo>
                  <a:cubicBezTo>
                    <a:pt x="58433" y="47197"/>
                    <a:pt x="58044" y="47564"/>
                    <a:pt x="57847" y="47737"/>
                  </a:cubicBezTo>
                  <a:cubicBezTo>
                    <a:pt x="57048" y="48441"/>
                    <a:pt x="56311" y="49212"/>
                    <a:pt x="55645" y="50041"/>
                  </a:cubicBezTo>
                  <a:cubicBezTo>
                    <a:pt x="55408" y="50237"/>
                    <a:pt x="55165" y="50428"/>
                    <a:pt x="54905" y="50612"/>
                  </a:cubicBezTo>
                  <a:cubicBezTo>
                    <a:pt x="55379" y="50275"/>
                    <a:pt x="57331" y="47382"/>
                    <a:pt x="58130" y="46539"/>
                  </a:cubicBezTo>
                  <a:cubicBezTo>
                    <a:pt x="58555" y="46091"/>
                    <a:pt x="58979" y="45641"/>
                    <a:pt x="59403" y="45193"/>
                  </a:cubicBezTo>
                  <a:cubicBezTo>
                    <a:pt x="60613" y="44140"/>
                    <a:pt x="61777" y="43040"/>
                    <a:pt x="62680" y="41715"/>
                  </a:cubicBezTo>
                  <a:cubicBezTo>
                    <a:pt x="62750" y="41614"/>
                    <a:pt x="62649" y="41501"/>
                    <a:pt x="62549" y="41501"/>
                  </a:cubicBezTo>
                  <a:cubicBezTo>
                    <a:pt x="62516" y="41501"/>
                    <a:pt x="62484" y="41513"/>
                    <a:pt x="62458" y="41541"/>
                  </a:cubicBezTo>
                  <a:cubicBezTo>
                    <a:pt x="61468" y="42604"/>
                    <a:pt x="60469" y="43655"/>
                    <a:pt x="59470" y="44708"/>
                  </a:cubicBezTo>
                  <a:cubicBezTo>
                    <a:pt x="59204" y="44919"/>
                    <a:pt x="58944" y="45127"/>
                    <a:pt x="58705" y="45335"/>
                  </a:cubicBezTo>
                  <a:cubicBezTo>
                    <a:pt x="56257" y="47460"/>
                    <a:pt x="53979" y="49775"/>
                    <a:pt x="51759" y="52134"/>
                  </a:cubicBezTo>
                  <a:cubicBezTo>
                    <a:pt x="49692" y="53883"/>
                    <a:pt x="47763" y="55780"/>
                    <a:pt x="45768" y="57625"/>
                  </a:cubicBezTo>
                  <a:cubicBezTo>
                    <a:pt x="44616" y="58693"/>
                    <a:pt x="43407" y="59683"/>
                    <a:pt x="42240" y="60705"/>
                  </a:cubicBezTo>
                  <a:cubicBezTo>
                    <a:pt x="46966" y="55766"/>
                    <a:pt x="52183" y="51250"/>
                    <a:pt x="56915" y="46314"/>
                  </a:cubicBezTo>
                  <a:cubicBezTo>
                    <a:pt x="57524" y="45678"/>
                    <a:pt x="58119" y="45032"/>
                    <a:pt x="58719" y="44391"/>
                  </a:cubicBezTo>
                  <a:cubicBezTo>
                    <a:pt x="60105" y="43028"/>
                    <a:pt x="61436" y="41619"/>
                    <a:pt x="62660" y="40130"/>
                  </a:cubicBezTo>
                  <a:cubicBezTo>
                    <a:pt x="62748" y="40022"/>
                    <a:pt x="62656" y="39878"/>
                    <a:pt x="62551" y="39878"/>
                  </a:cubicBezTo>
                  <a:cubicBezTo>
                    <a:pt x="62519" y="39878"/>
                    <a:pt x="62485" y="39892"/>
                    <a:pt x="62455" y="39925"/>
                  </a:cubicBezTo>
                  <a:cubicBezTo>
                    <a:pt x="60760" y="41787"/>
                    <a:pt x="58985" y="43597"/>
                    <a:pt x="57180" y="45384"/>
                  </a:cubicBezTo>
                  <a:cubicBezTo>
                    <a:pt x="55422" y="46949"/>
                    <a:pt x="53601" y="48456"/>
                    <a:pt x="51897" y="50058"/>
                  </a:cubicBezTo>
                  <a:cubicBezTo>
                    <a:pt x="47009" y="54648"/>
                    <a:pt x="42627" y="59787"/>
                    <a:pt x="37690" y="64305"/>
                  </a:cubicBezTo>
                  <a:cubicBezTo>
                    <a:pt x="36450" y="65439"/>
                    <a:pt x="35935" y="65876"/>
                    <a:pt x="35879" y="65876"/>
                  </a:cubicBezTo>
                  <a:cubicBezTo>
                    <a:pt x="35706" y="65876"/>
                    <a:pt x="39810" y="61803"/>
                    <a:pt x="40606" y="61075"/>
                  </a:cubicBezTo>
                  <a:cubicBezTo>
                    <a:pt x="43516" y="58416"/>
                    <a:pt x="46250" y="55558"/>
                    <a:pt x="49025" y="52755"/>
                  </a:cubicBezTo>
                  <a:cubicBezTo>
                    <a:pt x="53361" y="48375"/>
                    <a:pt x="58742" y="44272"/>
                    <a:pt x="62025" y="39015"/>
                  </a:cubicBezTo>
                  <a:cubicBezTo>
                    <a:pt x="62088" y="38915"/>
                    <a:pt x="62000" y="38824"/>
                    <a:pt x="61907" y="38824"/>
                  </a:cubicBezTo>
                  <a:cubicBezTo>
                    <a:pt x="61876" y="38824"/>
                    <a:pt x="61844" y="38834"/>
                    <a:pt x="61817" y="38856"/>
                  </a:cubicBezTo>
                  <a:cubicBezTo>
                    <a:pt x="61750" y="38914"/>
                    <a:pt x="61683" y="38972"/>
                    <a:pt x="61616" y="39030"/>
                  </a:cubicBezTo>
                  <a:lnTo>
                    <a:pt x="61616" y="39030"/>
                  </a:lnTo>
                  <a:cubicBezTo>
                    <a:pt x="61689" y="38932"/>
                    <a:pt x="61588" y="38803"/>
                    <a:pt x="61474" y="38803"/>
                  </a:cubicBezTo>
                  <a:cubicBezTo>
                    <a:pt x="61440" y="38803"/>
                    <a:pt x="61404" y="38815"/>
                    <a:pt x="61372" y="38842"/>
                  </a:cubicBezTo>
                  <a:cubicBezTo>
                    <a:pt x="60122" y="39876"/>
                    <a:pt x="58895" y="40958"/>
                    <a:pt x="57680" y="42058"/>
                  </a:cubicBezTo>
                  <a:cubicBezTo>
                    <a:pt x="58838" y="40745"/>
                    <a:pt x="59917" y="39388"/>
                    <a:pt x="60856" y="37947"/>
                  </a:cubicBezTo>
                  <a:cubicBezTo>
                    <a:pt x="60922" y="37843"/>
                    <a:pt x="60828" y="37726"/>
                    <a:pt x="60723" y="37726"/>
                  </a:cubicBezTo>
                  <a:cubicBezTo>
                    <a:pt x="60700" y="37726"/>
                    <a:pt x="60676" y="37732"/>
                    <a:pt x="60653" y="37745"/>
                  </a:cubicBezTo>
                  <a:cubicBezTo>
                    <a:pt x="59608" y="38348"/>
                    <a:pt x="58685" y="39064"/>
                    <a:pt x="57824" y="39844"/>
                  </a:cubicBezTo>
                  <a:cubicBezTo>
                    <a:pt x="58638" y="38946"/>
                    <a:pt x="59432" y="38042"/>
                    <a:pt x="60192" y="37121"/>
                  </a:cubicBezTo>
                  <a:cubicBezTo>
                    <a:pt x="60294" y="36999"/>
                    <a:pt x="60201" y="36858"/>
                    <a:pt x="60080" y="36858"/>
                  </a:cubicBezTo>
                  <a:cubicBezTo>
                    <a:pt x="60044" y="36858"/>
                    <a:pt x="60006" y="36870"/>
                    <a:pt x="59969" y="36899"/>
                  </a:cubicBezTo>
                  <a:cubicBezTo>
                    <a:pt x="56467" y="39659"/>
                    <a:pt x="53188" y="42676"/>
                    <a:pt x="50009" y="45808"/>
                  </a:cubicBezTo>
                  <a:cubicBezTo>
                    <a:pt x="52977" y="42760"/>
                    <a:pt x="55971" y="39746"/>
                    <a:pt x="59216" y="37006"/>
                  </a:cubicBezTo>
                  <a:cubicBezTo>
                    <a:pt x="59338" y="36904"/>
                    <a:pt x="59220" y="36757"/>
                    <a:pt x="59092" y="36757"/>
                  </a:cubicBezTo>
                  <a:cubicBezTo>
                    <a:pt x="59072" y="36757"/>
                    <a:pt x="59051" y="36761"/>
                    <a:pt x="59031" y="36769"/>
                  </a:cubicBezTo>
                  <a:cubicBezTo>
                    <a:pt x="58685" y="36925"/>
                    <a:pt x="58350" y="37104"/>
                    <a:pt x="58029" y="37306"/>
                  </a:cubicBezTo>
                  <a:cubicBezTo>
                    <a:pt x="57740" y="37667"/>
                    <a:pt x="56828" y="38701"/>
                    <a:pt x="56398" y="39090"/>
                  </a:cubicBezTo>
                  <a:cubicBezTo>
                    <a:pt x="56049" y="39408"/>
                    <a:pt x="55722" y="39751"/>
                    <a:pt x="55382" y="40081"/>
                  </a:cubicBezTo>
                  <a:cubicBezTo>
                    <a:pt x="55748" y="39682"/>
                    <a:pt x="56124" y="39292"/>
                    <a:pt x="56488" y="38894"/>
                  </a:cubicBezTo>
                  <a:cubicBezTo>
                    <a:pt x="57189" y="38126"/>
                    <a:pt x="57613" y="37673"/>
                    <a:pt x="57859" y="37422"/>
                  </a:cubicBezTo>
                  <a:lnTo>
                    <a:pt x="57859" y="37422"/>
                  </a:lnTo>
                  <a:cubicBezTo>
                    <a:pt x="57697" y="37528"/>
                    <a:pt x="57536" y="37632"/>
                    <a:pt x="57385" y="37748"/>
                  </a:cubicBezTo>
                  <a:cubicBezTo>
                    <a:pt x="57922" y="37248"/>
                    <a:pt x="58448" y="36737"/>
                    <a:pt x="58991" y="36244"/>
                  </a:cubicBezTo>
                  <a:cubicBezTo>
                    <a:pt x="59094" y="36151"/>
                    <a:pt x="58999" y="36013"/>
                    <a:pt x="58889" y="36013"/>
                  </a:cubicBezTo>
                  <a:cubicBezTo>
                    <a:pt x="58858" y="36013"/>
                    <a:pt x="58826" y="36024"/>
                    <a:pt x="58797" y="36050"/>
                  </a:cubicBezTo>
                  <a:cubicBezTo>
                    <a:pt x="58110" y="36654"/>
                    <a:pt x="57437" y="37266"/>
                    <a:pt x="56765" y="37884"/>
                  </a:cubicBezTo>
                  <a:cubicBezTo>
                    <a:pt x="57313" y="37326"/>
                    <a:pt x="57850" y="36752"/>
                    <a:pt x="58364" y="36154"/>
                  </a:cubicBezTo>
                  <a:cubicBezTo>
                    <a:pt x="58470" y="36033"/>
                    <a:pt x="58359" y="35869"/>
                    <a:pt x="58239" y="35869"/>
                  </a:cubicBezTo>
                  <a:cubicBezTo>
                    <a:pt x="58202" y="35869"/>
                    <a:pt x="58163" y="35885"/>
                    <a:pt x="58130" y="35923"/>
                  </a:cubicBezTo>
                  <a:cubicBezTo>
                    <a:pt x="58003" y="36071"/>
                    <a:pt x="57862" y="36206"/>
                    <a:pt x="57732" y="36353"/>
                  </a:cubicBezTo>
                  <a:cubicBezTo>
                    <a:pt x="57723" y="36359"/>
                    <a:pt x="57715" y="36353"/>
                    <a:pt x="57706" y="36362"/>
                  </a:cubicBezTo>
                  <a:cubicBezTo>
                    <a:pt x="53849" y="39448"/>
                    <a:pt x="50194" y="42838"/>
                    <a:pt x="46637" y="46337"/>
                  </a:cubicBezTo>
                  <a:cubicBezTo>
                    <a:pt x="44172" y="48346"/>
                    <a:pt x="41726" y="50373"/>
                    <a:pt x="39489" y="52581"/>
                  </a:cubicBezTo>
                  <a:cubicBezTo>
                    <a:pt x="36394" y="55630"/>
                    <a:pt x="33596" y="58938"/>
                    <a:pt x="30773" y="62233"/>
                  </a:cubicBezTo>
                  <a:cubicBezTo>
                    <a:pt x="29468" y="63754"/>
                    <a:pt x="28056" y="65151"/>
                    <a:pt x="26616" y="66523"/>
                  </a:cubicBezTo>
                  <a:cubicBezTo>
                    <a:pt x="31010" y="61670"/>
                    <a:pt x="35228" y="56646"/>
                    <a:pt x="39815" y="51958"/>
                  </a:cubicBezTo>
                  <a:cubicBezTo>
                    <a:pt x="43100" y="48603"/>
                    <a:pt x="46600" y="45476"/>
                    <a:pt x="50084" y="42335"/>
                  </a:cubicBezTo>
                  <a:cubicBezTo>
                    <a:pt x="52645" y="40026"/>
                    <a:pt x="55757" y="37993"/>
                    <a:pt x="57743" y="35152"/>
                  </a:cubicBezTo>
                  <a:cubicBezTo>
                    <a:pt x="57830" y="35030"/>
                    <a:pt x="57711" y="34912"/>
                    <a:pt x="57590" y="34912"/>
                  </a:cubicBezTo>
                  <a:cubicBezTo>
                    <a:pt x="57566" y="34912"/>
                    <a:pt x="57541" y="34917"/>
                    <a:pt x="57518" y="34927"/>
                  </a:cubicBezTo>
                  <a:cubicBezTo>
                    <a:pt x="57458" y="34956"/>
                    <a:pt x="57403" y="34991"/>
                    <a:pt x="57342" y="35020"/>
                  </a:cubicBezTo>
                  <a:cubicBezTo>
                    <a:pt x="57432" y="34933"/>
                    <a:pt x="57524" y="34846"/>
                    <a:pt x="57613" y="34757"/>
                  </a:cubicBezTo>
                  <a:cubicBezTo>
                    <a:pt x="57726" y="34644"/>
                    <a:pt x="57623" y="34471"/>
                    <a:pt x="57491" y="34471"/>
                  </a:cubicBezTo>
                  <a:cubicBezTo>
                    <a:pt x="57464" y="34471"/>
                    <a:pt x="57436" y="34478"/>
                    <a:pt x="57408" y="34494"/>
                  </a:cubicBezTo>
                  <a:cubicBezTo>
                    <a:pt x="56464" y="35023"/>
                    <a:pt x="55567" y="35669"/>
                    <a:pt x="54692" y="36359"/>
                  </a:cubicBezTo>
                  <a:cubicBezTo>
                    <a:pt x="55500" y="35513"/>
                    <a:pt x="56291" y="34653"/>
                    <a:pt x="57068" y="33781"/>
                  </a:cubicBezTo>
                  <a:cubicBezTo>
                    <a:pt x="57160" y="33674"/>
                    <a:pt x="57075" y="33503"/>
                    <a:pt x="56956" y="33503"/>
                  </a:cubicBezTo>
                  <a:cubicBezTo>
                    <a:pt x="56930" y="33503"/>
                    <a:pt x="56902" y="33511"/>
                    <a:pt x="56874" y="33530"/>
                  </a:cubicBezTo>
                  <a:cubicBezTo>
                    <a:pt x="55552" y="34431"/>
                    <a:pt x="54276" y="35392"/>
                    <a:pt x="53014" y="36377"/>
                  </a:cubicBezTo>
                  <a:cubicBezTo>
                    <a:pt x="54187" y="35178"/>
                    <a:pt x="55336" y="33966"/>
                    <a:pt x="56424" y="32707"/>
                  </a:cubicBezTo>
                  <a:cubicBezTo>
                    <a:pt x="56530" y="32586"/>
                    <a:pt x="56423" y="32422"/>
                    <a:pt x="56301" y="32422"/>
                  </a:cubicBezTo>
                  <a:cubicBezTo>
                    <a:pt x="56263" y="32422"/>
                    <a:pt x="56225" y="32437"/>
                    <a:pt x="56190" y="32473"/>
                  </a:cubicBezTo>
                  <a:cubicBezTo>
                    <a:pt x="50026" y="39009"/>
                    <a:pt x="42676" y="44275"/>
                    <a:pt x="36336" y="50641"/>
                  </a:cubicBezTo>
                  <a:cubicBezTo>
                    <a:pt x="33218" y="53768"/>
                    <a:pt x="30227" y="57001"/>
                    <a:pt x="27011" y="60030"/>
                  </a:cubicBezTo>
                  <a:cubicBezTo>
                    <a:pt x="27825" y="59071"/>
                    <a:pt x="28631" y="58145"/>
                    <a:pt x="29436" y="57302"/>
                  </a:cubicBezTo>
                  <a:cubicBezTo>
                    <a:pt x="29993" y="56724"/>
                    <a:pt x="30533" y="56127"/>
                    <a:pt x="31082" y="55540"/>
                  </a:cubicBezTo>
                  <a:cubicBezTo>
                    <a:pt x="32840" y="53745"/>
                    <a:pt x="34604" y="51961"/>
                    <a:pt x="36417" y="50246"/>
                  </a:cubicBezTo>
                  <a:cubicBezTo>
                    <a:pt x="40055" y="46802"/>
                    <a:pt x="43845" y="43528"/>
                    <a:pt x="47434" y="40031"/>
                  </a:cubicBezTo>
                  <a:cubicBezTo>
                    <a:pt x="50249" y="37289"/>
                    <a:pt x="53736" y="34907"/>
                    <a:pt x="55896" y="31587"/>
                  </a:cubicBezTo>
                  <a:cubicBezTo>
                    <a:pt x="55959" y="31491"/>
                    <a:pt x="55867" y="31364"/>
                    <a:pt x="55766" y="31364"/>
                  </a:cubicBezTo>
                  <a:cubicBezTo>
                    <a:pt x="55742" y="31364"/>
                    <a:pt x="55717" y="31371"/>
                    <a:pt x="55694" y="31388"/>
                  </a:cubicBezTo>
                  <a:cubicBezTo>
                    <a:pt x="55012" y="31870"/>
                    <a:pt x="54340" y="32361"/>
                    <a:pt x="53678" y="32863"/>
                  </a:cubicBezTo>
                  <a:cubicBezTo>
                    <a:pt x="54071" y="32410"/>
                    <a:pt x="54464" y="31959"/>
                    <a:pt x="54822" y="31483"/>
                  </a:cubicBezTo>
                  <a:cubicBezTo>
                    <a:pt x="54900" y="31376"/>
                    <a:pt x="54790" y="31257"/>
                    <a:pt x="54682" y="31257"/>
                  </a:cubicBezTo>
                  <a:cubicBezTo>
                    <a:pt x="54648" y="31257"/>
                    <a:pt x="54613" y="31270"/>
                    <a:pt x="54585" y="31298"/>
                  </a:cubicBezTo>
                  <a:cubicBezTo>
                    <a:pt x="53228" y="32698"/>
                    <a:pt x="51845" y="34070"/>
                    <a:pt x="50459" y="35438"/>
                  </a:cubicBezTo>
                  <a:cubicBezTo>
                    <a:pt x="48696" y="36914"/>
                    <a:pt x="46986" y="38447"/>
                    <a:pt x="45335" y="40034"/>
                  </a:cubicBezTo>
                  <a:cubicBezTo>
                    <a:pt x="44097" y="41033"/>
                    <a:pt x="42852" y="42026"/>
                    <a:pt x="41614" y="43028"/>
                  </a:cubicBezTo>
                  <a:cubicBezTo>
                    <a:pt x="45595" y="39385"/>
                    <a:pt x="49651" y="35814"/>
                    <a:pt x="53508" y="32052"/>
                  </a:cubicBezTo>
                  <a:cubicBezTo>
                    <a:pt x="53616" y="31946"/>
                    <a:pt x="53511" y="31792"/>
                    <a:pt x="53392" y="31792"/>
                  </a:cubicBezTo>
                  <a:cubicBezTo>
                    <a:pt x="53358" y="31792"/>
                    <a:pt x="53323" y="31805"/>
                    <a:pt x="53292" y="31835"/>
                  </a:cubicBezTo>
                  <a:cubicBezTo>
                    <a:pt x="52310" y="32785"/>
                    <a:pt x="51323" y="33729"/>
                    <a:pt x="50332" y="34665"/>
                  </a:cubicBezTo>
                  <a:cubicBezTo>
                    <a:pt x="50933" y="34032"/>
                    <a:pt x="51499" y="33368"/>
                    <a:pt x="52027" y="32673"/>
                  </a:cubicBezTo>
                  <a:cubicBezTo>
                    <a:pt x="52107" y="32567"/>
                    <a:pt x="51996" y="32429"/>
                    <a:pt x="51884" y="32429"/>
                  </a:cubicBezTo>
                  <a:cubicBezTo>
                    <a:pt x="51858" y="32429"/>
                    <a:pt x="51832" y="32436"/>
                    <a:pt x="51808" y="32453"/>
                  </a:cubicBezTo>
                  <a:cubicBezTo>
                    <a:pt x="51378" y="32745"/>
                    <a:pt x="50950" y="33036"/>
                    <a:pt x="50526" y="33331"/>
                  </a:cubicBezTo>
                  <a:cubicBezTo>
                    <a:pt x="51106" y="32618"/>
                    <a:pt x="51675" y="31893"/>
                    <a:pt x="52229" y="31154"/>
                  </a:cubicBezTo>
                  <a:cubicBezTo>
                    <a:pt x="52308" y="31046"/>
                    <a:pt x="52204" y="30949"/>
                    <a:pt x="52097" y="30949"/>
                  </a:cubicBezTo>
                  <a:cubicBezTo>
                    <a:pt x="52063" y="30949"/>
                    <a:pt x="52030" y="30959"/>
                    <a:pt x="52001" y="30981"/>
                  </a:cubicBezTo>
                  <a:cubicBezTo>
                    <a:pt x="50765" y="31974"/>
                    <a:pt x="49631" y="33056"/>
                    <a:pt x="48505" y="34171"/>
                  </a:cubicBezTo>
                  <a:cubicBezTo>
                    <a:pt x="47824" y="34844"/>
                    <a:pt x="47137" y="35508"/>
                    <a:pt x="46435" y="36157"/>
                  </a:cubicBezTo>
                  <a:cubicBezTo>
                    <a:pt x="46281" y="36298"/>
                    <a:pt x="45080" y="37457"/>
                    <a:pt x="45008" y="37457"/>
                  </a:cubicBezTo>
                  <a:cubicBezTo>
                    <a:pt x="44980" y="37457"/>
                    <a:pt x="45125" y="37280"/>
                    <a:pt x="45572" y="36795"/>
                  </a:cubicBezTo>
                  <a:cubicBezTo>
                    <a:pt x="47578" y="34621"/>
                    <a:pt x="50009" y="32981"/>
                    <a:pt x="51707" y="30519"/>
                  </a:cubicBezTo>
                  <a:cubicBezTo>
                    <a:pt x="51782" y="30408"/>
                    <a:pt x="51675" y="30267"/>
                    <a:pt x="51559" y="30267"/>
                  </a:cubicBezTo>
                  <a:cubicBezTo>
                    <a:pt x="51533" y="30267"/>
                    <a:pt x="51507" y="30274"/>
                    <a:pt x="51481" y="30291"/>
                  </a:cubicBezTo>
                  <a:cubicBezTo>
                    <a:pt x="49365" y="31714"/>
                    <a:pt x="47512" y="33412"/>
                    <a:pt x="45667" y="35167"/>
                  </a:cubicBezTo>
                  <a:cubicBezTo>
                    <a:pt x="47119" y="33784"/>
                    <a:pt x="48958" y="31974"/>
                    <a:pt x="50555" y="30230"/>
                  </a:cubicBezTo>
                  <a:cubicBezTo>
                    <a:pt x="50586" y="30198"/>
                    <a:pt x="50618" y="30169"/>
                    <a:pt x="50650" y="30138"/>
                  </a:cubicBezTo>
                  <a:cubicBezTo>
                    <a:pt x="50647" y="30138"/>
                    <a:pt x="50644" y="30138"/>
                    <a:pt x="50641" y="30135"/>
                  </a:cubicBezTo>
                  <a:cubicBezTo>
                    <a:pt x="50843" y="29913"/>
                    <a:pt x="51057" y="29687"/>
                    <a:pt x="51248" y="29471"/>
                  </a:cubicBezTo>
                  <a:cubicBezTo>
                    <a:pt x="51353" y="29352"/>
                    <a:pt x="51246" y="29189"/>
                    <a:pt x="51126" y="29189"/>
                  </a:cubicBezTo>
                  <a:cubicBezTo>
                    <a:pt x="51089" y="29189"/>
                    <a:pt x="51050" y="29205"/>
                    <a:pt x="51017" y="29243"/>
                  </a:cubicBezTo>
                  <a:cubicBezTo>
                    <a:pt x="50783" y="29505"/>
                    <a:pt x="50532" y="29751"/>
                    <a:pt x="50286" y="30002"/>
                  </a:cubicBezTo>
                  <a:cubicBezTo>
                    <a:pt x="50084" y="30002"/>
                    <a:pt x="49914" y="30178"/>
                    <a:pt x="49772" y="30516"/>
                  </a:cubicBezTo>
                  <a:cubicBezTo>
                    <a:pt x="48670" y="31573"/>
                    <a:pt x="47483" y="32531"/>
                    <a:pt x="46276" y="33490"/>
                  </a:cubicBezTo>
                  <a:cubicBezTo>
                    <a:pt x="45869" y="33813"/>
                    <a:pt x="45683" y="33942"/>
                    <a:pt x="45644" y="33942"/>
                  </a:cubicBezTo>
                  <a:cubicBezTo>
                    <a:pt x="45501" y="33942"/>
                    <a:pt x="47372" y="32183"/>
                    <a:pt x="47622" y="31922"/>
                  </a:cubicBezTo>
                  <a:cubicBezTo>
                    <a:pt x="48528" y="30981"/>
                    <a:pt x="49475" y="30083"/>
                    <a:pt x="50384" y="29145"/>
                  </a:cubicBezTo>
                  <a:cubicBezTo>
                    <a:pt x="50484" y="29040"/>
                    <a:pt x="50393" y="28870"/>
                    <a:pt x="50272" y="28870"/>
                  </a:cubicBezTo>
                  <a:cubicBezTo>
                    <a:pt x="50246" y="28870"/>
                    <a:pt x="50218" y="28878"/>
                    <a:pt x="50191" y="28896"/>
                  </a:cubicBezTo>
                  <a:cubicBezTo>
                    <a:pt x="48823" y="29809"/>
                    <a:pt x="47633" y="30859"/>
                    <a:pt x="46423" y="31971"/>
                  </a:cubicBezTo>
                  <a:cubicBezTo>
                    <a:pt x="45907" y="32446"/>
                    <a:pt x="45704" y="32622"/>
                    <a:pt x="45687" y="32622"/>
                  </a:cubicBezTo>
                  <a:cubicBezTo>
                    <a:pt x="45641" y="32622"/>
                    <a:pt x="46859" y="31423"/>
                    <a:pt x="47024" y="31252"/>
                  </a:cubicBezTo>
                  <a:cubicBezTo>
                    <a:pt x="47902" y="30348"/>
                    <a:pt x="48915" y="29560"/>
                    <a:pt x="49847" y="28717"/>
                  </a:cubicBezTo>
                  <a:cubicBezTo>
                    <a:pt x="49963" y="28614"/>
                    <a:pt x="49858" y="28437"/>
                    <a:pt x="49728" y="28437"/>
                  </a:cubicBezTo>
                  <a:cubicBezTo>
                    <a:pt x="49702" y="28437"/>
                    <a:pt x="49675" y="28444"/>
                    <a:pt x="49648" y="28460"/>
                  </a:cubicBezTo>
                  <a:cubicBezTo>
                    <a:pt x="48245" y="29344"/>
                    <a:pt x="46986" y="30366"/>
                    <a:pt x="45699" y="31411"/>
                  </a:cubicBezTo>
                  <a:cubicBezTo>
                    <a:pt x="46305" y="30917"/>
                    <a:pt x="47928" y="29093"/>
                    <a:pt x="48880" y="28180"/>
                  </a:cubicBezTo>
                  <a:cubicBezTo>
                    <a:pt x="48990" y="28073"/>
                    <a:pt x="48889" y="27895"/>
                    <a:pt x="48761" y="27895"/>
                  </a:cubicBezTo>
                  <a:cubicBezTo>
                    <a:pt x="48734" y="27895"/>
                    <a:pt x="48706" y="27902"/>
                    <a:pt x="48678" y="27921"/>
                  </a:cubicBezTo>
                  <a:cubicBezTo>
                    <a:pt x="47590" y="28631"/>
                    <a:pt x="46617" y="29416"/>
                    <a:pt x="45635" y="30268"/>
                  </a:cubicBezTo>
                  <a:cubicBezTo>
                    <a:pt x="45124" y="30712"/>
                    <a:pt x="44917" y="30878"/>
                    <a:pt x="44892" y="30878"/>
                  </a:cubicBezTo>
                  <a:cubicBezTo>
                    <a:pt x="44823" y="30878"/>
                    <a:pt x="46059" y="29688"/>
                    <a:pt x="46227" y="29503"/>
                  </a:cubicBezTo>
                  <a:cubicBezTo>
                    <a:pt x="46871" y="28789"/>
                    <a:pt x="47572" y="28123"/>
                    <a:pt x="48234" y="27427"/>
                  </a:cubicBezTo>
                  <a:cubicBezTo>
                    <a:pt x="48338" y="27318"/>
                    <a:pt x="48242" y="27134"/>
                    <a:pt x="48117" y="27134"/>
                  </a:cubicBezTo>
                  <a:cubicBezTo>
                    <a:pt x="48090" y="27134"/>
                    <a:pt x="48060" y="27143"/>
                    <a:pt x="48031" y="27164"/>
                  </a:cubicBezTo>
                  <a:cubicBezTo>
                    <a:pt x="47284" y="27707"/>
                    <a:pt x="46623" y="28278"/>
                    <a:pt x="45950" y="28914"/>
                  </a:cubicBezTo>
                  <a:cubicBezTo>
                    <a:pt x="45459" y="29378"/>
                    <a:pt x="45245" y="29556"/>
                    <a:pt x="45207" y="29556"/>
                  </a:cubicBezTo>
                  <a:cubicBezTo>
                    <a:pt x="45095" y="29556"/>
                    <a:pt x="46504" y="28010"/>
                    <a:pt x="46833" y="27643"/>
                  </a:cubicBezTo>
                  <a:cubicBezTo>
                    <a:pt x="46948" y="27516"/>
                    <a:pt x="46841" y="27364"/>
                    <a:pt x="46711" y="27364"/>
                  </a:cubicBezTo>
                  <a:cubicBezTo>
                    <a:pt x="46673" y="27364"/>
                    <a:pt x="46634" y="27377"/>
                    <a:pt x="46597" y="27407"/>
                  </a:cubicBezTo>
                  <a:cubicBezTo>
                    <a:pt x="45816" y="28027"/>
                    <a:pt x="45098" y="28690"/>
                    <a:pt x="44366" y="29364"/>
                  </a:cubicBezTo>
                  <a:lnTo>
                    <a:pt x="44366" y="29364"/>
                  </a:lnTo>
                  <a:cubicBezTo>
                    <a:pt x="45005" y="28774"/>
                    <a:pt x="45559" y="28041"/>
                    <a:pt x="46184" y="27427"/>
                  </a:cubicBezTo>
                  <a:cubicBezTo>
                    <a:pt x="46302" y="27311"/>
                    <a:pt x="46189" y="27145"/>
                    <a:pt x="46061" y="27145"/>
                  </a:cubicBezTo>
                  <a:cubicBezTo>
                    <a:pt x="46024" y="27145"/>
                    <a:pt x="45985" y="27159"/>
                    <a:pt x="45950" y="27193"/>
                  </a:cubicBezTo>
                  <a:cubicBezTo>
                    <a:pt x="45052" y="28076"/>
                    <a:pt x="44189" y="28934"/>
                    <a:pt x="43554" y="30028"/>
                  </a:cubicBezTo>
                  <a:cubicBezTo>
                    <a:pt x="43476" y="30160"/>
                    <a:pt x="43581" y="30271"/>
                    <a:pt x="43698" y="30271"/>
                  </a:cubicBezTo>
                  <a:cubicBezTo>
                    <a:pt x="43738" y="30271"/>
                    <a:pt x="43778" y="30258"/>
                    <a:pt x="43814" y="30230"/>
                  </a:cubicBezTo>
                  <a:cubicBezTo>
                    <a:pt x="44229" y="29895"/>
                    <a:pt x="44622" y="29534"/>
                    <a:pt x="44994" y="29150"/>
                  </a:cubicBezTo>
                  <a:lnTo>
                    <a:pt x="44994" y="29150"/>
                  </a:lnTo>
                  <a:cubicBezTo>
                    <a:pt x="44576" y="29609"/>
                    <a:pt x="44186" y="30083"/>
                    <a:pt x="43877" y="30675"/>
                  </a:cubicBezTo>
                  <a:cubicBezTo>
                    <a:pt x="43819" y="30783"/>
                    <a:pt x="43908" y="30933"/>
                    <a:pt x="44020" y="30933"/>
                  </a:cubicBezTo>
                  <a:cubicBezTo>
                    <a:pt x="44047" y="30933"/>
                    <a:pt x="44077" y="30924"/>
                    <a:pt x="44105" y="30903"/>
                  </a:cubicBezTo>
                  <a:cubicBezTo>
                    <a:pt x="45095" y="30183"/>
                    <a:pt x="45921" y="29362"/>
                    <a:pt x="46748" y="28501"/>
                  </a:cubicBezTo>
                  <a:lnTo>
                    <a:pt x="46748" y="28501"/>
                  </a:lnTo>
                  <a:cubicBezTo>
                    <a:pt x="45832" y="29463"/>
                    <a:pt x="44950" y="30418"/>
                    <a:pt x="44200" y="31535"/>
                  </a:cubicBezTo>
                  <a:cubicBezTo>
                    <a:pt x="44115" y="31662"/>
                    <a:pt x="44231" y="31781"/>
                    <a:pt x="44352" y="31781"/>
                  </a:cubicBezTo>
                  <a:cubicBezTo>
                    <a:pt x="44391" y="31781"/>
                    <a:pt x="44430" y="31769"/>
                    <a:pt x="44463" y="31740"/>
                  </a:cubicBezTo>
                  <a:cubicBezTo>
                    <a:pt x="45084" y="31200"/>
                    <a:pt x="45702" y="30657"/>
                    <a:pt x="46320" y="30115"/>
                  </a:cubicBezTo>
                  <a:lnTo>
                    <a:pt x="46320" y="30115"/>
                  </a:lnTo>
                  <a:cubicBezTo>
                    <a:pt x="45514" y="30888"/>
                    <a:pt x="44761" y="31691"/>
                    <a:pt x="44094" y="32615"/>
                  </a:cubicBezTo>
                  <a:cubicBezTo>
                    <a:pt x="44016" y="32723"/>
                    <a:pt x="44126" y="32865"/>
                    <a:pt x="44241" y="32865"/>
                  </a:cubicBezTo>
                  <a:cubicBezTo>
                    <a:pt x="44267" y="32865"/>
                    <a:pt x="44294" y="32857"/>
                    <a:pt x="44319" y="32840"/>
                  </a:cubicBezTo>
                  <a:cubicBezTo>
                    <a:pt x="45915" y="31709"/>
                    <a:pt x="47565" y="30342"/>
                    <a:pt x="48891" y="29143"/>
                  </a:cubicBezTo>
                  <a:lnTo>
                    <a:pt x="48891" y="29143"/>
                  </a:lnTo>
                  <a:cubicBezTo>
                    <a:pt x="47453" y="30442"/>
                    <a:pt x="46062" y="31653"/>
                    <a:pt x="44960" y="33261"/>
                  </a:cubicBezTo>
                  <a:cubicBezTo>
                    <a:pt x="44877" y="33384"/>
                    <a:pt x="44989" y="33496"/>
                    <a:pt x="45104" y="33496"/>
                  </a:cubicBezTo>
                  <a:cubicBezTo>
                    <a:pt x="45142" y="33496"/>
                    <a:pt x="45179" y="33484"/>
                    <a:pt x="45211" y="33458"/>
                  </a:cubicBezTo>
                  <a:cubicBezTo>
                    <a:pt x="45944" y="32837"/>
                    <a:pt x="46654" y="32193"/>
                    <a:pt x="47362" y="31544"/>
                  </a:cubicBezTo>
                  <a:cubicBezTo>
                    <a:pt x="47764" y="31171"/>
                    <a:pt x="49411" y="29619"/>
                    <a:pt x="49457" y="29619"/>
                  </a:cubicBezTo>
                  <a:cubicBezTo>
                    <a:pt x="49473" y="29619"/>
                    <a:pt x="49288" y="29815"/>
                    <a:pt x="48773" y="30328"/>
                  </a:cubicBezTo>
                  <a:cubicBezTo>
                    <a:pt x="47382" y="31714"/>
                    <a:pt x="46025" y="33085"/>
                    <a:pt x="44850" y="34662"/>
                  </a:cubicBezTo>
                  <a:cubicBezTo>
                    <a:pt x="44760" y="34783"/>
                    <a:pt x="44879" y="34897"/>
                    <a:pt x="45000" y="34897"/>
                  </a:cubicBezTo>
                  <a:cubicBezTo>
                    <a:pt x="45038" y="34897"/>
                    <a:pt x="45075" y="34886"/>
                    <a:pt x="45107" y="34861"/>
                  </a:cubicBezTo>
                  <a:cubicBezTo>
                    <a:pt x="46037" y="34093"/>
                    <a:pt x="46986" y="33351"/>
                    <a:pt x="47916" y="32586"/>
                  </a:cubicBezTo>
                  <a:lnTo>
                    <a:pt x="47916" y="32586"/>
                  </a:lnTo>
                  <a:cubicBezTo>
                    <a:pt x="46908" y="33640"/>
                    <a:pt x="45921" y="34699"/>
                    <a:pt x="44986" y="35816"/>
                  </a:cubicBezTo>
                  <a:cubicBezTo>
                    <a:pt x="44884" y="35938"/>
                    <a:pt x="44982" y="36094"/>
                    <a:pt x="45102" y="36094"/>
                  </a:cubicBezTo>
                  <a:cubicBezTo>
                    <a:pt x="45139" y="36094"/>
                    <a:pt x="45178" y="36079"/>
                    <a:pt x="45214" y="36045"/>
                  </a:cubicBezTo>
                  <a:cubicBezTo>
                    <a:pt x="46126" y="35176"/>
                    <a:pt x="47041" y="34304"/>
                    <a:pt x="47971" y="33452"/>
                  </a:cubicBezTo>
                  <a:cubicBezTo>
                    <a:pt x="48439" y="33028"/>
                    <a:pt x="48915" y="32615"/>
                    <a:pt x="49403" y="32213"/>
                  </a:cubicBezTo>
                  <a:cubicBezTo>
                    <a:pt x="50483" y="31302"/>
                    <a:pt x="50910" y="30988"/>
                    <a:pt x="50989" y="30988"/>
                  </a:cubicBezTo>
                  <a:cubicBezTo>
                    <a:pt x="51124" y="30988"/>
                    <a:pt x="50211" y="31932"/>
                    <a:pt x="49836" y="32346"/>
                  </a:cubicBezTo>
                  <a:cubicBezTo>
                    <a:pt x="48072" y="34301"/>
                    <a:pt x="45907" y="35816"/>
                    <a:pt x="44238" y="37872"/>
                  </a:cubicBezTo>
                  <a:cubicBezTo>
                    <a:pt x="44158" y="37971"/>
                    <a:pt x="44230" y="38136"/>
                    <a:pt x="44341" y="38136"/>
                  </a:cubicBezTo>
                  <a:cubicBezTo>
                    <a:pt x="44366" y="38136"/>
                    <a:pt x="44392" y="38128"/>
                    <a:pt x="44420" y="38109"/>
                  </a:cubicBezTo>
                  <a:cubicBezTo>
                    <a:pt x="44847" y="37806"/>
                    <a:pt x="45246" y="37471"/>
                    <a:pt x="45647" y="37144"/>
                  </a:cubicBezTo>
                  <a:lnTo>
                    <a:pt x="45647" y="37144"/>
                  </a:lnTo>
                  <a:cubicBezTo>
                    <a:pt x="44544" y="38158"/>
                    <a:pt x="43513" y="39258"/>
                    <a:pt x="42592" y="40488"/>
                  </a:cubicBezTo>
                  <a:cubicBezTo>
                    <a:pt x="42517" y="40588"/>
                    <a:pt x="42623" y="40722"/>
                    <a:pt x="42732" y="40722"/>
                  </a:cubicBezTo>
                  <a:cubicBezTo>
                    <a:pt x="42757" y="40722"/>
                    <a:pt x="42783" y="40715"/>
                    <a:pt x="42806" y="40698"/>
                  </a:cubicBezTo>
                  <a:cubicBezTo>
                    <a:pt x="42919" y="40620"/>
                    <a:pt x="43028" y="40534"/>
                    <a:pt x="43141" y="40453"/>
                  </a:cubicBezTo>
                  <a:lnTo>
                    <a:pt x="43141" y="40453"/>
                  </a:lnTo>
                  <a:cubicBezTo>
                    <a:pt x="42858" y="40846"/>
                    <a:pt x="42604" y="41261"/>
                    <a:pt x="42413" y="41723"/>
                  </a:cubicBezTo>
                  <a:cubicBezTo>
                    <a:pt x="42386" y="41793"/>
                    <a:pt x="42457" y="41850"/>
                    <a:pt x="42521" y="41850"/>
                  </a:cubicBezTo>
                  <a:cubicBezTo>
                    <a:pt x="42553" y="41850"/>
                    <a:pt x="42583" y="41836"/>
                    <a:pt x="42598" y="41801"/>
                  </a:cubicBezTo>
                  <a:cubicBezTo>
                    <a:pt x="42924" y="41056"/>
                    <a:pt x="43404" y="40421"/>
                    <a:pt x="43961" y="39852"/>
                  </a:cubicBezTo>
                  <a:cubicBezTo>
                    <a:pt x="44633" y="39339"/>
                    <a:pt x="45280" y="38796"/>
                    <a:pt x="45907" y="38233"/>
                  </a:cubicBezTo>
                  <a:cubicBezTo>
                    <a:pt x="46481" y="37823"/>
                    <a:pt x="47064" y="37433"/>
                    <a:pt x="47619" y="37041"/>
                  </a:cubicBezTo>
                  <a:cubicBezTo>
                    <a:pt x="47982" y="36784"/>
                    <a:pt x="48329" y="36509"/>
                    <a:pt x="48667" y="36229"/>
                  </a:cubicBezTo>
                  <a:lnTo>
                    <a:pt x="48667" y="36229"/>
                  </a:lnTo>
                  <a:cubicBezTo>
                    <a:pt x="45707" y="39007"/>
                    <a:pt x="42725" y="41758"/>
                    <a:pt x="39766" y="44532"/>
                  </a:cubicBezTo>
                  <a:cubicBezTo>
                    <a:pt x="37647" y="46285"/>
                    <a:pt x="35571" y="48089"/>
                    <a:pt x="33648" y="50064"/>
                  </a:cubicBezTo>
                  <a:cubicBezTo>
                    <a:pt x="32159" y="51594"/>
                    <a:pt x="30721" y="53179"/>
                    <a:pt x="29303" y="54778"/>
                  </a:cubicBezTo>
                  <a:cubicBezTo>
                    <a:pt x="28729" y="55373"/>
                    <a:pt x="28154" y="55965"/>
                    <a:pt x="27589" y="56568"/>
                  </a:cubicBezTo>
                  <a:cubicBezTo>
                    <a:pt x="25397" y="58907"/>
                    <a:pt x="23163" y="61199"/>
                    <a:pt x="20836" y="63408"/>
                  </a:cubicBezTo>
                  <a:cubicBezTo>
                    <a:pt x="19685" y="64495"/>
                    <a:pt x="18475" y="65510"/>
                    <a:pt x="17255" y="66520"/>
                  </a:cubicBezTo>
                  <a:lnTo>
                    <a:pt x="17255" y="66520"/>
                  </a:lnTo>
                  <a:cubicBezTo>
                    <a:pt x="18013" y="65891"/>
                    <a:pt x="18747" y="65017"/>
                    <a:pt x="19439" y="64233"/>
                  </a:cubicBezTo>
                  <a:cubicBezTo>
                    <a:pt x="22248" y="61727"/>
                    <a:pt x="24733" y="58783"/>
                    <a:pt x="27375" y="56164"/>
                  </a:cubicBezTo>
                  <a:cubicBezTo>
                    <a:pt x="29797" y="53765"/>
                    <a:pt x="32237" y="51383"/>
                    <a:pt x="34650" y="48978"/>
                  </a:cubicBezTo>
                  <a:cubicBezTo>
                    <a:pt x="36738" y="46900"/>
                    <a:pt x="39518" y="44498"/>
                    <a:pt x="40805" y="41824"/>
                  </a:cubicBezTo>
                  <a:cubicBezTo>
                    <a:pt x="40851" y="41730"/>
                    <a:pt x="40778" y="41597"/>
                    <a:pt x="40680" y="41597"/>
                  </a:cubicBezTo>
                  <a:cubicBezTo>
                    <a:pt x="40656" y="41597"/>
                    <a:pt x="40629" y="41605"/>
                    <a:pt x="40603" y="41625"/>
                  </a:cubicBezTo>
                  <a:cubicBezTo>
                    <a:pt x="40000" y="42064"/>
                    <a:pt x="39417" y="42523"/>
                    <a:pt x="38845" y="42988"/>
                  </a:cubicBezTo>
                  <a:cubicBezTo>
                    <a:pt x="39376" y="42367"/>
                    <a:pt x="39893" y="41732"/>
                    <a:pt x="40384" y="41079"/>
                  </a:cubicBezTo>
                  <a:cubicBezTo>
                    <a:pt x="40464" y="40974"/>
                    <a:pt x="40354" y="40833"/>
                    <a:pt x="40240" y="40833"/>
                  </a:cubicBezTo>
                  <a:cubicBezTo>
                    <a:pt x="40215" y="40833"/>
                    <a:pt x="40188" y="40841"/>
                    <a:pt x="40164" y="40857"/>
                  </a:cubicBezTo>
                  <a:cubicBezTo>
                    <a:pt x="38663" y="41914"/>
                    <a:pt x="37234" y="43077"/>
                    <a:pt x="35843" y="44293"/>
                  </a:cubicBezTo>
                  <a:cubicBezTo>
                    <a:pt x="37280" y="42624"/>
                    <a:pt x="38715" y="40952"/>
                    <a:pt x="40150" y="39284"/>
                  </a:cubicBezTo>
                  <a:cubicBezTo>
                    <a:pt x="40259" y="39161"/>
                    <a:pt x="40151" y="39000"/>
                    <a:pt x="40025" y="39000"/>
                  </a:cubicBezTo>
                  <a:cubicBezTo>
                    <a:pt x="39987" y="39000"/>
                    <a:pt x="39949" y="39014"/>
                    <a:pt x="39913" y="39047"/>
                  </a:cubicBezTo>
                  <a:cubicBezTo>
                    <a:pt x="38288" y="40476"/>
                    <a:pt x="36683" y="41986"/>
                    <a:pt x="35092" y="43542"/>
                  </a:cubicBezTo>
                  <a:cubicBezTo>
                    <a:pt x="36714" y="41850"/>
                    <a:pt x="38239" y="40086"/>
                    <a:pt x="39515" y="38164"/>
                  </a:cubicBezTo>
                  <a:cubicBezTo>
                    <a:pt x="39588" y="38051"/>
                    <a:pt x="39487" y="37942"/>
                    <a:pt x="39380" y="37942"/>
                  </a:cubicBezTo>
                  <a:cubicBezTo>
                    <a:pt x="39344" y="37942"/>
                    <a:pt x="39308" y="37954"/>
                    <a:pt x="39278" y="37982"/>
                  </a:cubicBezTo>
                  <a:cubicBezTo>
                    <a:pt x="35020" y="41891"/>
                    <a:pt x="31111" y="46262"/>
                    <a:pt x="27101" y="50425"/>
                  </a:cubicBezTo>
                  <a:cubicBezTo>
                    <a:pt x="22935" y="54749"/>
                    <a:pt x="18529" y="58696"/>
                    <a:pt x="14213" y="62862"/>
                  </a:cubicBezTo>
                  <a:cubicBezTo>
                    <a:pt x="22704" y="54666"/>
                    <a:pt x="31469" y="45984"/>
                    <a:pt x="39379" y="37113"/>
                  </a:cubicBezTo>
                  <a:cubicBezTo>
                    <a:pt x="39483" y="37006"/>
                    <a:pt x="39387" y="36863"/>
                    <a:pt x="39275" y="36863"/>
                  </a:cubicBezTo>
                  <a:cubicBezTo>
                    <a:pt x="39241" y="36863"/>
                    <a:pt x="39206" y="36876"/>
                    <a:pt x="39174" y="36908"/>
                  </a:cubicBezTo>
                  <a:cubicBezTo>
                    <a:pt x="34743" y="40693"/>
                    <a:pt x="30785" y="45113"/>
                    <a:pt x="26780" y="49466"/>
                  </a:cubicBezTo>
                  <a:cubicBezTo>
                    <a:pt x="24863" y="51372"/>
                    <a:pt x="23024" y="53349"/>
                    <a:pt x="21197" y="55335"/>
                  </a:cubicBezTo>
                  <a:cubicBezTo>
                    <a:pt x="18775" y="57749"/>
                    <a:pt x="16263" y="60036"/>
                    <a:pt x="13546" y="62048"/>
                  </a:cubicBezTo>
                  <a:cubicBezTo>
                    <a:pt x="14600" y="61265"/>
                    <a:pt x="15567" y="60333"/>
                    <a:pt x="16482" y="59322"/>
                  </a:cubicBezTo>
                  <a:cubicBezTo>
                    <a:pt x="18887" y="57356"/>
                    <a:pt x="21012" y="54799"/>
                    <a:pt x="22871" y="52882"/>
                  </a:cubicBezTo>
                  <a:cubicBezTo>
                    <a:pt x="28256" y="47324"/>
                    <a:pt x="33530" y="41671"/>
                    <a:pt x="38943" y="36137"/>
                  </a:cubicBezTo>
                  <a:cubicBezTo>
                    <a:pt x="39034" y="36044"/>
                    <a:pt x="38953" y="35897"/>
                    <a:pt x="38843" y="35897"/>
                  </a:cubicBezTo>
                  <a:cubicBezTo>
                    <a:pt x="38820" y="35897"/>
                    <a:pt x="38797" y="35903"/>
                    <a:pt x="38773" y="35918"/>
                  </a:cubicBezTo>
                  <a:cubicBezTo>
                    <a:pt x="37863" y="36457"/>
                    <a:pt x="37003" y="37067"/>
                    <a:pt x="36163" y="37702"/>
                  </a:cubicBezTo>
                  <a:cubicBezTo>
                    <a:pt x="37078" y="36847"/>
                    <a:pt x="37979" y="35975"/>
                    <a:pt x="38836" y="35057"/>
                  </a:cubicBezTo>
                  <a:cubicBezTo>
                    <a:pt x="38916" y="34972"/>
                    <a:pt x="38856" y="34819"/>
                    <a:pt x="38744" y="34819"/>
                  </a:cubicBezTo>
                  <a:cubicBezTo>
                    <a:pt x="38730" y="34819"/>
                    <a:pt x="38716" y="34821"/>
                    <a:pt x="38701" y="34826"/>
                  </a:cubicBezTo>
                  <a:cubicBezTo>
                    <a:pt x="36888" y="35424"/>
                    <a:pt x="35802" y="37231"/>
                    <a:pt x="34457" y="38524"/>
                  </a:cubicBezTo>
                  <a:cubicBezTo>
                    <a:pt x="32494" y="40413"/>
                    <a:pt x="30507" y="42243"/>
                    <a:pt x="28570" y="44134"/>
                  </a:cubicBezTo>
                  <a:cubicBezTo>
                    <a:pt x="27083" y="45367"/>
                    <a:pt x="25611" y="46614"/>
                    <a:pt x="24208" y="47916"/>
                  </a:cubicBezTo>
                  <a:cubicBezTo>
                    <a:pt x="24476" y="47639"/>
                    <a:pt x="24736" y="47353"/>
                    <a:pt x="25005" y="47079"/>
                  </a:cubicBezTo>
                  <a:cubicBezTo>
                    <a:pt x="29240" y="42754"/>
                    <a:pt x="34353" y="38666"/>
                    <a:pt x="37990" y="33842"/>
                  </a:cubicBezTo>
                  <a:cubicBezTo>
                    <a:pt x="38059" y="33754"/>
                    <a:pt x="37965" y="33639"/>
                    <a:pt x="37868" y="33639"/>
                  </a:cubicBezTo>
                  <a:cubicBezTo>
                    <a:pt x="37847" y="33639"/>
                    <a:pt x="37825" y="33645"/>
                    <a:pt x="37806" y="33657"/>
                  </a:cubicBezTo>
                  <a:cubicBezTo>
                    <a:pt x="36977" y="34191"/>
                    <a:pt x="36172" y="34771"/>
                    <a:pt x="35378" y="35366"/>
                  </a:cubicBezTo>
                  <a:cubicBezTo>
                    <a:pt x="35900" y="34676"/>
                    <a:pt x="36382" y="33954"/>
                    <a:pt x="36821" y="33207"/>
                  </a:cubicBezTo>
                  <a:cubicBezTo>
                    <a:pt x="36893" y="33083"/>
                    <a:pt x="36794" y="32981"/>
                    <a:pt x="36685" y="32981"/>
                  </a:cubicBezTo>
                  <a:cubicBezTo>
                    <a:pt x="36649" y="32981"/>
                    <a:pt x="36611" y="32993"/>
                    <a:pt x="36579" y="33019"/>
                  </a:cubicBezTo>
                  <a:cubicBezTo>
                    <a:pt x="35369" y="33963"/>
                    <a:pt x="34200" y="34973"/>
                    <a:pt x="33048" y="36010"/>
                  </a:cubicBezTo>
                  <a:cubicBezTo>
                    <a:pt x="33972" y="34875"/>
                    <a:pt x="34818" y="33700"/>
                    <a:pt x="35528" y="32453"/>
                  </a:cubicBezTo>
                  <a:cubicBezTo>
                    <a:pt x="35591" y="32343"/>
                    <a:pt x="35502" y="32218"/>
                    <a:pt x="35394" y="32218"/>
                  </a:cubicBezTo>
                  <a:cubicBezTo>
                    <a:pt x="35369" y="32218"/>
                    <a:pt x="35343" y="32224"/>
                    <a:pt x="35317" y="32239"/>
                  </a:cubicBezTo>
                  <a:cubicBezTo>
                    <a:pt x="31541" y="34491"/>
                    <a:pt x="29387" y="38493"/>
                    <a:pt x="26237" y="41463"/>
                  </a:cubicBezTo>
                  <a:cubicBezTo>
                    <a:pt x="22072" y="45398"/>
                    <a:pt x="18422" y="49865"/>
                    <a:pt x="14357" y="53904"/>
                  </a:cubicBezTo>
                  <a:cubicBezTo>
                    <a:pt x="13817" y="54439"/>
                    <a:pt x="10780" y="57810"/>
                    <a:pt x="10724" y="57810"/>
                  </a:cubicBezTo>
                  <a:cubicBezTo>
                    <a:pt x="10708" y="57810"/>
                    <a:pt x="10939" y="57530"/>
                    <a:pt x="11548" y="56822"/>
                  </a:cubicBezTo>
                  <a:cubicBezTo>
                    <a:pt x="13702" y="54322"/>
                    <a:pt x="15937" y="51903"/>
                    <a:pt x="18206" y="49510"/>
                  </a:cubicBezTo>
                  <a:cubicBezTo>
                    <a:pt x="22744" y="44734"/>
                    <a:pt x="27534" y="40251"/>
                    <a:pt x="31630" y="35072"/>
                  </a:cubicBezTo>
                  <a:cubicBezTo>
                    <a:pt x="31725" y="34953"/>
                    <a:pt x="31629" y="34797"/>
                    <a:pt x="31514" y="34797"/>
                  </a:cubicBezTo>
                  <a:cubicBezTo>
                    <a:pt x="31478" y="34797"/>
                    <a:pt x="31440" y="34813"/>
                    <a:pt x="31405" y="34849"/>
                  </a:cubicBezTo>
                  <a:cubicBezTo>
                    <a:pt x="27219" y="39261"/>
                    <a:pt x="22785" y="43409"/>
                    <a:pt x="18775" y="47988"/>
                  </a:cubicBezTo>
                  <a:cubicBezTo>
                    <a:pt x="18518" y="48283"/>
                    <a:pt x="18249" y="48571"/>
                    <a:pt x="17984" y="48860"/>
                  </a:cubicBezTo>
                  <a:cubicBezTo>
                    <a:pt x="19664" y="46877"/>
                    <a:pt x="21327" y="44873"/>
                    <a:pt x="23111" y="42933"/>
                  </a:cubicBezTo>
                  <a:cubicBezTo>
                    <a:pt x="25718" y="40098"/>
                    <a:pt x="29139" y="38013"/>
                    <a:pt x="30473" y="34243"/>
                  </a:cubicBezTo>
                  <a:cubicBezTo>
                    <a:pt x="30505" y="34154"/>
                    <a:pt x="30419" y="34061"/>
                    <a:pt x="30331" y="34061"/>
                  </a:cubicBezTo>
                  <a:cubicBezTo>
                    <a:pt x="30309" y="34061"/>
                    <a:pt x="30286" y="34067"/>
                    <a:pt x="30265" y="34081"/>
                  </a:cubicBezTo>
                  <a:cubicBezTo>
                    <a:pt x="29731" y="34468"/>
                    <a:pt x="29220" y="34881"/>
                    <a:pt x="28729" y="35320"/>
                  </a:cubicBezTo>
                  <a:cubicBezTo>
                    <a:pt x="29670" y="34073"/>
                    <a:pt x="30398" y="32753"/>
                    <a:pt x="30683" y="31333"/>
                  </a:cubicBezTo>
                  <a:cubicBezTo>
                    <a:pt x="30706" y="31233"/>
                    <a:pt x="30627" y="31162"/>
                    <a:pt x="30546" y="31162"/>
                  </a:cubicBezTo>
                  <a:cubicBezTo>
                    <a:pt x="30504" y="31162"/>
                    <a:pt x="30461" y="31181"/>
                    <a:pt x="30432" y="31226"/>
                  </a:cubicBezTo>
                  <a:cubicBezTo>
                    <a:pt x="27805" y="34988"/>
                    <a:pt x="24676" y="38250"/>
                    <a:pt x="21656" y="41645"/>
                  </a:cubicBezTo>
                  <a:cubicBezTo>
                    <a:pt x="22262" y="40924"/>
                    <a:pt x="22857" y="40193"/>
                    <a:pt x="23420" y="39434"/>
                  </a:cubicBezTo>
                  <a:cubicBezTo>
                    <a:pt x="25126" y="37133"/>
                    <a:pt x="26795" y="34826"/>
                    <a:pt x="28527" y="32569"/>
                  </a:cubicBezTo>
                  <a:cubicBezTo>
                    <a:pt x="30314" y="30614"/>
                    <a:pt x="32069" y="28636"/>
                    <a:pt x="33732" y="26607"/>
                  </a:cubicBezTo>
                  <a:cubicBezTo>
                    <a:pt x="34419" y="25928"/>
                    <a:pt x="35103" y="25250"/>
                    <a:pt x="35822" y="24606"/>
                  </a:cubicBezTo>
                  <a:cubicBezTo>
                    <a:pt x="35926" y="24512"/>
                    <a:pt x="35829" y="24373"/>
                    <a:pt x="35719" y="24373"/>
                  </a:cubicBezTo>
                  <a:cubicBezTo>
                    <a:pt x="35687" y="24373"/>
                    <a:pt x="35655" y="24384"/>
                    <a:pt x="35626" y="24410"/>
                  </a:cubicBezTo>
                  <a:cubicBezTo>
                    <a:pt x="35421" y="24592"/>
                    <a:pt x="35222" y="24788"/>
                    <a:pt x="35020" y="24973"/>
                  </a:cubicBezTo>
                  <a:cubicBezTo>
                    <a:pt x="35363" y="24531"/>
                    <a:pt x="35710" y="24089"/>
                    <a:pt x="36045" y="23642"/>
                  </a:cubicBezTo>
                  <a:lnTo>
                    <a:pt x="36045" y="23642"/>
                  </a:lnTo>
                  <a:cubicBezTo>
                    <a:pt x="36045" y="23656"/>
                    <a:pt x="36042" y="23671"/>
                    <a:pt x="36042" y="23682"/>
                  </a:cubicBezTo>
                  <a:cubicBezTo>
                    <a:pt x="36050" y="23708"/>
                    <a:pt x="36074" y="23726"/>
                    <a:pt x="36100" y="23726"/>
                  </a:cubicBezTo>
                  <a:cubicBezTo>
                    <a:pt x="36144" y="23730"/>
                    <a:pt x="36169" y="23733"/>
                    <a:pt x="36187" y="23733"/>
                  </a:cubicBezTo>
                  <a:cubicBezTo>
                    <a:pt x="36232" y="23733"/>
                    <a:pt x="36237" y="23716"/>
                    <a:pt x="36374" y="23656"/>
                  </a:cubicBezTo>
                  <a:cubicBezTo>
                    <a:pt x="36388" y="23651"/>
                    <a:pt x="36388" y="23630"/>
                    <a:pt x="36371" y="23630"/>
                  </a:cubicBezTo>
                  <a:cubicBezTo>
                    <a:pt x="36368" y="23631"/>
                    <a:pt x="36366" y="23631"/>
                    <a:pt x="36364" y="23631"/>
                  </a:cubicBezTo>
                  <a:cubicBezTo>
                    <a:pt x="36129" y="23631"/>
                    <a:pt x="37181" y="22601"/>
                    <a:pt x="37315" y="22470"/>
                  </a:cubicBezTo>
                  <a:cubicBezTo>
                    <a:pt x="38014" y="21800"/>
                    <a:pt x="38571" y="20931"/>
                    <a:pt x="39151" y="20160"/>
                  </a:cubicBezTo>
                  <a:cubicBezTo>
                    <a:pt x="39194" y="20105"/>
                    <a:pt x="39241" y="20053"/>
                    <a:pt x="39284" y="19996"/>
                  </a:cubicBezTo>
                  <a:lnTo>
                    <a:pt x="39284" y="19996"/>
                  </a:lnTo>
                  <a:cubicBezTo>
                    <a:pt x="38611" y="20954"/>
                    <a:pt x="37895" y="21878"/>
                    <a:pt x="37263" y="22862"/>
                  </a:cubicBezTo>
                  <a:cubicBezTo>
                    <a:pt x="37249" y="22880"/>
                    <a:pt x="37240" y="22897"/>
                    <a:pt x="37231" y="22914"/>
                  </a:cubicBezTo>
                  <a:cubicBezTo>
                    <a:pt x="37116" y="23093"/>
                    <a:pt x="36994" y="23272"/>
                    <a:pt x="36888" y="23457"/>
                  </a:cubicBezTo>
                  <a:cubicBezTo>
                    <a:pt x="36823" y="23567"/>
                    <a:pt x="36927" y="23696"/>
                    <a:pt x="37031" y="23696"/>
                  </a:cubicBezTo>
                  <a:cubicBezTo>
                    <a:pt x="37066" y="23696"/>
                    <a:pt x="37101" y="23681"/>
                    <a:pt x="37130" y="23645"/>
                  </a:cubicBezTo>
                  <a:cubicBezTo>
                    <a:pt x="37693" y="22938"/>
                    <a:pt x="38294" y="22274"/>
                    <a:pt x="38920" y="21624"/>
                  </a:cubicBezTo>
                  <a:cubicBezTo>
                    <a:pt x="39217" y="21321"/>
                    <a:pt x="39521" y="21023"/>
                    <a:pt x="39824" y="20726"/>
                  </a:cubicBezTo>
                  <a:lnTo>
                    <a:pt x="39824" y="20726"/>
                  </a:lnTo>
                  <a:cubicBezTo>
                    <a:pt x="38888" y="22040"/>
                    <a:pt x="37728" y="23096"/>
                    <a:pt x="37194" y="24681"/>
                  </a:cubicBezTo>
                  <a:cubicBezTo>
                    <a:pt x="37160" y="24782"/>
                    <a:pt x="37259" y="24878"/>
                    <a:pt x="37353" y="24878"/>
                  </a:cubicBezTo>
                  <a:cubicBezTo>
                    <a:pt x="37389" y="24878"/>
                    <a:pt x="37424" y="24864"/>
                    <a:pt x="37451" y="24831"/>
                  </a:cubicBezTo>
                  <a:cubicBezTo>
                    <a:pt x="38213" y="23876"/>
                    <a:pt x="39099" y="23062"/>
                    <a:pt x="40009" y="22262"/>
                  </a:cubicBezTo>
                  <a:lnTo>
                    <a:pt x="40009" y="22262"/>
                  </a:lnTo>
                  <a:cubicBezTo>
                    <a:pt x="39815" y="22528"/>
                    <a:pt x="39625" y="22790"/>
                    <a:pt x="39428" y="23053"/>
                  </a:cubicBezTo>
                  <a:cubicBezTo>
                    <a:pt x="38877" y="23807"/>
                    <a:pt x="38311" y="24546"/>
                    <a:pt x="37748" y="25290"/>
                  </a:cubicBezTo>
                  <a:cubicBezTo>
                    <a:pt x="37667" y="25400"/>
                    <a:pt x="37778" y="25519"/>
                    <a:pt x="37888" y="25519"/>
                  </a:cubicBezTo>
                  <a:cubicBezTo>
                    <a:pt x="37924" y="25519"/>
                    <a:pt x="37959" y="25507"/>
                    <a:pt x="37988" y="25478"/>
                  </a:cubicBezTo>
                  <a:cubicBezTo>
                    <a:pt x="38885" y="24580"/>
                    <a:pt x="39789" y="23688"/>
                    <a:pt x="40716" y="22825"/>
                  </a:cubicBezTo>
                  <a:lnTo>
                    <a:pt x="40716" y="22825"/>
                  </a:lnTo>
                  <a:cubicBezTo>
                    <a:pt x="39991" y="23501"/>
                    <a:pt x="39125" y="24918"/>
                    <a:pt x="38501" y="25937"/>
                  </a:cubicBezTo>
                  <a:cubicBezTo>
                    <a:pt x="38430" y="26052"/>
                    <a:pt x="38532" y="26169"/>
                    <a:pt x="38640" y="26169"/>
                  </a:cubicBezTo>
                  <a:cubicBezTo>
                    <a:pt x="38676" y="26169"/>
                    <a:pt x="38713" y="26156"/>
                    <a:pt x="38744" y="26125"/>
                  </a:cubicBezTo>
                  <a:cubicBezTo>
                    <a:pt x="39168" y="25706"/>
                    <a:pt x="39601" y="25293"/>
                    <a:pt x="40034" y="24889"/>
                  </a:cubicBezTo>
                  <a:cubicBezTo>
                    <a:pt x="40326" y="24621"/>
                    <a:pt x="40618" y="24352"/>
                    <a:pt x="40912" y="24089"/>
                  </a:cubicBezTo>
                  <a:cubicBezTo>
                    <a:pt x="41173" y="23830"/>
                    <a:pt x="41316" y="23700"/>
                    <a:pt x="41340" y="23700"/>
                  </a:cubicBezTo>
                  <a:cubicBezTo>
                    <a:pt x="41364" y="23700"/>
                    <a:pt x="41269" y="23830"/>
                    <a:pt x="41054" y="24089"/>
                  </a:cubicBezTo>
                  <a:cubicBezTo>
                    <a:pt x="40846" y="24468"/>
                    <a:pt x="40543" y="24779"/>
                    <a:pt x="40326" y="25152"/>
                  </a:cubicBezTo>
                  <a:cubicBezTo>
                    <a:pt x="40239" y="25319"/>
                    <a:pt x="40153" y="25490"/>
                    <a:pt x="40069" y="25657"/>
                  </a:cubicBezTo>
                  <a:cubicBezTo>
                    <a:pt x="40053" y="25650"/>
                    <a:pt x="40036" y="25647"/>
                    <a:pt x="40020" y="25647"/>
                  </a:cubicBezTo>
                  <a:cubicBezTo>
                    <a:pt x="39957" y="25647"/>
                    <a:pt x="39899" y="25692"/>
                    <a:pt x="39887" y="25758"/>
                  </a:cubicBezTo>
                  <a:cubicBezTo>
                    <a:pt x="39853" y="25920"/>
                    <a:pt x="39789" y="26027"/>
                    <a:pt x="39873" y="26162"/>
                  </a:cubicBezTo>
                  <a:cubicBezTo>
                    <a:pt x="39905" y="26215"/>
                    <a:pt x="39956" y="26239"/>
                    <a:pt x="40007" y="26239"/>
                  </a:cubicBezTo>
                  <a:cubicBezTo>
                    <a:pt x="40060" y="26239"/>
                    <a:pt x="40113" y="26212"/>
                    <a:pt x="40147" y="26162"/>
                  </a:cubicBezTo>
                  <a:cubicBezTo>
                    <a:pt x="40768" y="25276"/>
                    <a:pt x="41397" y="24254"/>
                    <a:pt x="41807" y="23255"/>
                  </a:cubicBezTo>
                  <a:cubicBezTo>
                    <a:pt x="41855" y="23139"/>
                    <a:pt x="41751" y="23060"/>
                    <a:pt x="41649" y="23060"/>
                  </a:cubicBezTo>
                  <a:cubicBezTo>
                    <a:pt x="41609" y="23060"/>
                    <a:pt x="41569" y="23072"/>
                    <a:pt x="41539" y="23099"/>
                  </a:cubicBezTo>
                  <a:cubicBezTo>
                    <a:pt x="41108" y="23483"/>
                    <a:pt x="40678" y="23870"/>
                    <a:pt x="40251" y="24260"/>
                  </a:cubicBezTo>
                  <a:cubicBezTo>
                    <a:pt x="39988" y="24499"/>
                    <a:pt x="39731" y="24739"/>
                    <a:pt x="39474" y="24982"/>
                  </a:cubicBezTo>
                  <a:cubicBezTo>
                    <a:pt x="40043" y="24139"/>
                    <a:pt x="40655" y="23330"/>
                    <a:pt x="41140" y="22427"/>
                  </a:cubicBezTo>
                  <a:cubicBezTo>
                    <a:pt x="41198" y="22320"/>
                    <a:pt x="41123" y="22222"/>
                    <a:pt x="41028" y="22204"/>
                  </a:cubicBezTo>
                  <a:cubicBezTo>
                    <a:pt x="41077" y="22178"/>
                    <a:pt x="41106" y="22121"/>
                    <a:pt x="41094" y="22066"/>
                  </a:cubicBezTo>
                  <a:cubicBezTo>
                    <a:pt x="41048" y="21855"/>
                    <a:pt x="41019" y="21633"/>
                    <a:pt x="40987" y="21410"/>
                  </a:cubicBezTo>
                  <a:cubicBezTo>
                    <a:pt x="41002" y="21390"/>
                    <a:pt x="41016" y="21370"/>
                    <a:pt x="41031" y="21350"/>
                  </a:cubicBezTo>
                  <a:cubicBezTo>
                    <a:pt x="41097" y="21254"/>
                    <a:pt x="41028" y="21168"/>
                    <a:pt x="40941" y="21142"/>
                  </a:cubicBezTo>
                  <a:cubicBezTo>
                    <a:pt x="40612" y="18590"/>
                    <a:pt x="41051" y="15452"/>
                    <a:pt x="41654" y="13110"/>
                  </a:cubicBezTo>
                  <a:cubicBezTo>
                    <a:pt x="42557" y="12621"/>
                    <a:pt x="43269" y="12379"/>
                    <a:pt x="43796" y="12379"/>
                  </a:cubicBezTo>
                  <a:cubicBezTo>
                    <a:pt x="44174" y="12379"/>
                    <a:pt x="44457" y="12503"/>
                    <a:pt x="44648" y="12749"/>
                  </a:cubicBezTo>
                  <a:cubicBezTo>
                    <a:pt x="44648" y="12810"/>
                    <a:pt x="44685" y="12862"/>
                    <a:pt x="44740" y="12882"/>
                  </a:cubicBezTo>
                  <a:cubicBezTo>
                    <a:pt x="44899" y="13171"/>
                    <a:pt x="44971" y="13569"/>
                    <a:pt x="44940" y="14106"/>
                  </a:cubicBezTo>
                  <a:cubicBezTo>
                    <a:pt x="44703" y="14406"/>
                    <a:pt x="44457" y="14695"/>
                    <a:pt x="44200" y="14978"/>
                  </a:cubicBezTo>
                  <a:cubicBezTo>
                    <a:pt x="44088" y="15105"/>
                    <a:pt x="43816" y="15469"/>
                    <a:pt x="43840" y="15671"/>
                  </a:cubicBezTo>
                  <a:cubicBezTo>
                    <a:pt x="43926" y="16407"/>
                    <a:pt x="44385" y="16898"/>
                    <a:pt x="44960" y="17328"/>
                  </a:cubicBezTo>
                  <a:cubicBezTo>
                    <a:pt x="45543" y="17767"/>
                    <a:pt x="46423" y="17969"/>
                    <a:pt x="46888" y="18399"/>
                  </a:cubicBezTo>
                  <a:cubicBezTo>
                    <a:pt x="46868" y="18422"/>
                    <a:pt x="46848" y="18448"/>
                    <a:pt x="46828" y="18471"/>
                  </a:cubicBezTo>
                  <a:cubicBezTo>
                    <a:pt x="46747" y="18573"/>
                    <a:pt x="46818" y="18730"/>
                    <a:pt x="46931" y="18730"/>
                  </a:cubicBezTo>
                  <a:cubicBezTo>
                    <a:pt x="46956" y="18730"/>
                    <a:pt x="46982" y="18722"/>
                    <a:pt x="47009" y="18705"/>
                  </a:cubicBezTo>
                  <a:cubicBezTo>
                    <a:pt x="47035" y="18688"/>
                    <a:pt x="47061" y="18668"/>
                    <a:pt x="47087" y="18650"/>
                  </a:cubicBezTo>
                  <a:cubicBezTo>
                    <a:pt x="47203" y="18852"/>
                    <a:pt x="47235" y="19106"/>
                    <a:pt x="47139" y="19436"/>
                  </a:cubicBezTo>
                  <a:cubicBezTo>
                    <a:pt x="46631" y="20062"/>
                    <a:pt x="46120" y="20689"/>
                    <a:pt x="45606" y="21309"/>
                  </a:cubicBezTo>
                  <a:cubicBezTo>
                    <a:pt x="44830" y="21791"/>
                    <a:pt x="43990" y="22077"/>
                    <a:pt x="43438" y="22854"/>
                  </a:cubicBezTo>
                  <a:cubicBezTo>
                    <a:pt x="42573" y="24080"/>
                    <a:pt x="43631" y="25189"/>
                    <a:pt x="44825" y="25189"/>
                  </a:cubicBezTo>
                  <a:cubicBezTo>
                    <a:pt x="45074" y="25189"/>
                    <a:pt x="45328" y="25141"/>
                    <a:pt x="45572" y="25036"/>
                  </a:cubicBezTo>
                  <a:cubicBezTo>
                    <a:pt x="45598" y="25166"/>
                    <a:pt x="45624" y="25299"/>
                    <a:pt x="45650" y="25423"/>
                  </a:cubicBezTo>
                  <a:cubicBezTo>
                    <a:pt x="45663" y="25498"/>
                    <a:pt x="45716" y="25530"/>
                    <a:pt x="45773" y="25530"/>
                  </a:cubicBezTo>
                  <a:cubicBezTo>
                    <a:pt x="45859" y="25530"/>
                    <a:pt x="45955" y="25456"/>
                    <a:pt x="45936" y="25342"/>
                  </a:cubicBezTo>
                  <a:cubicBezTo>
                    <a:pt x="45680" y="23898"/>
                    <a:pt x="46022" y="23422"/>
                    <a:pt x="46590" y="23422"/>
                  </a:cubicBezTo>
                  <a:cubicBezTo>
                    <a:pt x="47189" y="23422"/>
                    <a:pt x="48039" y="23951"/>
                    <a:pt x="48701" y="24433"/>
                  </a:cubicBezTo>
                  <a:cubicBezTo>
                    <a:pt x="48684" y="24450"/>
                    <a:pt x="48664" y="24471"/>
                    <a:pt x="48644" y="24491"/>
                  </a:cubicBezTo>
                  <a:cubicBezTo>
                    <a:pt x="48523" y="24609"/>
                    <a:pt x="48641" y="24782"/>
                    <a:pt x="48774" y="24782"/>
                  </a:cubicBezTo>
                  <a:cubicBezTo>
                    <a:pt x="48812" y="24782"/>
                    <a:pt x="48851" y="24768"/>
                    <a:pt x="48886" y="24733"/>
                  </a:cubicBezTo>
                  <a:cubicBezTo>
                    <a:pt x="48918" y="24701"/>
                    <a:pt x="48950" y="24670"/>
                    <a:pt x="48981" y="24641"/>
                  </a:cubicBezTo>
                  <a:cubicBezTo>
                    <a:pt x="49270" y="24860"/>
                    <a:pt x="49501" y="25048"/>
                    <a:pt x="49622" y="25137"/>
                  </a:cubicBezTo>
                  <a:cubicBezTo>
                    <a:pt x="50226" y="25591"/>
                    <a:pt x="50867" y="25989"/>
                    <a:pt x="51539" y="26333"/>
                  </a:cubicBezTo>
                  <a:cubicBezTo>
                    <a:pt x="51536" y="26341"/>
                    <a:pt x="51531" y="26347"/>
                    <a:pt x="51528" y="26356"/>
                  </a:cubicBezTo>
                  <a:cubicBezTo>
                    <a:pt x="51461" y="26485"/>
                    <a:pt x="51563" y="26616"/>
                    <a:pt x="51681" y="26616"/>
                  </a:cubicBezTo>
                  <a:cubicBezTo>
                    <a:pt x="51721" y="26616"/>
                    <a:pt x="51762" y="26601"/>
                    <a:pt x="51799" y="26566"/>
                  </a:cubicBezTo>
                  <a:cubicBezTo>
                    <a:pt x="51819" y="26546"/>
                    <a:pt x="51839" y="26523"/>
                    <a:pt x="51863" y="26503"/>
                  </a:cubicBezTo>
                  <a:cubicBezTo>
                    <a:pt x="52148" y="26642"/>
                    <a:pt x="52440" y="26771"/>
                    <a:pt x="52737" y="26896"/>
                  </a:cubicBezTo>
                  <a:cubicBezTo>
                    <a:pt x="53032" y="27016"/>
                    <a:pt x="53309" y="27071"/>
                    <a:pt x="53569" y="27071"/>
                  </a:cubicBezTo>
                  <a:cubicBezTo>
                    <a:pt x="54705" y="27071"/>
                    <a:pt x="55506" y="26034"/>
                    <a:pt x="55985" y="25005"/>
                  </a:cubicBezTo>
                  <a:cubicBezTo>
                    <a:pt x="56554" y="23778"/>
                    <a:pt x="56794" y="22574"/>
                    <a:pt x="56791" y="21396"/>
                  </a:cubicBezTo>
                  <a:cubicBezTo>
                    <a:pt x="56794" y="21381"/>
                    <a:pt x="56794" y="21364"/>
                    <a:pt x="56791" y="21350"/>
                  </a:cubicBezTo>
                  <a:cubicBezTo>
                    <a:pt x="56788" y="20859"/>
                    <a:pt x="56744" y="20371"/>
                    <a:pt x="56664" y="19889"/>
                  </a:cubicBezTo>
                  <a:cubicBezTo>
                    <a:pt x="56693" y="19851"/>
                    <a:pt x="56724" y="19814"/>
                    <a:pt x="56753" y="19776"/>
                  </a:cubicBezTo>
                  <a:cubicBezTo>
                    <a:pt x="56857" y="19647"/>
                    <a:pt x="56749" y="19487"/>
                    <a:pt x="56627" y="19487"/>
                  </a:cubicBezTo>
                  <a:cubicBezTo>
                    <a:pt x="56614" y="19487"/>
                    <a:pt x="56600" y="19489"/>
                    <a:pt x="56586" y="19493"/>
                  </a:cubicBezTo>
                  <a:cubicBezTo>
                    <a:pt x="56156" y="17461"/>
                    <a:pt x="55105" y="15501"/>
                    <a:pt x="53881" y="13604"/>
                  </a:cubicBezTo>
                  <a:cubicBezTo>
                    <a:pt x="53875" y="13563"/>
                    <a:pt x="53852" y="13526"/>
                    <a:pt x="53817" y="13506"/>
                  </a:cubicBezTo>
                  <a:cubicBezTo>
                    <a:pt x="53462" y="12954"/>
                    <a:pt x="53090" y="12412"/>
                    <a:pt x="52717" y="11872"/>
                  </a:cubicBezTo>
                  <a:cubicBezTo>
                    <a:pt x="52772" y="11794"/>
                    <a:pt x="52833" y="11727"/>
                    <a:pt x="52885" y="11646"/>
                  </a:cubicBezTo>
                  <a:cubicBezTo>
                    <a:pt x="52952" y="11549"/>
                    <a:pt x="52854" y="11413"/>
                    <a:pt x="52749" y="11413"/>
                  </a:cubicBezTo>
                  <a:cubicBezTo>
                    <a:pt x="52723" y="11413"/>
                    <a:pt x="52698" y="11421"/>
                    <a:pt x="52674" y="11439"/>
                  </a:cubicBezTo>
                  <a:cubicBezTo>
                    <a:pt x="52619" y="11482"/>
                    <a:pt x="52567" y="11531"/>
                    <a:pt x="52512" y="11574"/>
                  </a:cubicBezTo>
                  <a:cubicBezTo>
                    <a:pt x="52059" y="10922"/>
                    <a:pt x="51606" y="10275"/>
                    <a:pt x="51170" y="9637"/>
                  </a:cubicBezTo>
                  <a:cubicBezTo>
                    <a:pt x="51170" y="9576"/>
                    <a:pt x="51132" y="9522"/>
                    <a:pt x="51077" y="9501"/>
                  </a:cubicBezTo>
                  <a:cubicBezTo>
                    <a:pt x="50962" y="9331"/>
                    <a:pt x="50846" y="9161"/>
                    <a:pt x="50734" y="8990"/>
                  </a:cubicBezTo>
                  <a:cubicBezTo>
                    <a:pt x="50737" y="8933"/>
                    <a:pt x="50702" y="8881"/>
                    <a:pt x="50650" y="8860"/>
                  </a:cubicBezTo>
                  <a:cubicBezTo>
                    <a:pt x="50116" y="8049"/>
                    <a:pt x="49625" y="7250"/>
                    <a:pt x="49224" y="6459"/>
                  </a:cubicBezTo>
                  <a:cubicBezTo>
                    <a:pt x="49193" y="6400"/>
                    <a:pt x="49134" y="6377"/>
                    <a:pt x="49072" y="6377"/>
                  </a:cubicBezTo>
                  <a:cubicBezTo>
                    <a:pt x="49058" y="6377"/>
                    <a:pt x="49044" y="6378"/>
                    <a:pt x="49030" y="6381"/>
                  </a:cubicBezTo>
                  <a:cubicBezTo>
                    <a:pt x="48764" y="6423"/>
                    <a:pt x="48534" y="6442"/>
                    <a:pt x="48335" y="6442"/>
                  </a:cubicBezTo>
                  <a:cubicBezTo>
                    <a:pt x="46689" y="6442"/>
                    <a:pt x="47123" y="5107"/>
                    <a:pt x="46299" y="4103"/>
                  </a:cubicBezTo>
                  <a:cubicBezTo>
                    <a:pt x="45482" y="3107"/>
                    <a:pt x="44815" y="2887"/>
                    <a:pt x="43588" y="2498"/>
                  </a:cubicBezTo>
                  <a:cubicBezTo>
                    <a:pt x="43046" y="2327"/>
                    <a:pt x="42494" y="2189"/>
                    <a:pt x="41934" y="2082"/>
                  </a:cubicBezTo>
                  <a:cubicBezTo>
                    <a:pt x="41957" y="2036"/>
                    <a:pt x="41986" y="1998"/>
                    <a:pt x="42006" y="1952"/>
                  </a:cubicBezTo>
                  <a:cubicBezTo>
                    <a:pt x="42064" y="1834"/>
                    <a:pt x="41972" y="1709"/>
                    <a:pt x="41865" y="1709"/>
                  </a:cubicBezTo>
                  <a:cubicBezTo>
                    <a:pt x="41828" y="1709"/>
                    <a:pt x="41790" y="1724"/>
                    <a:pt x="41755" y="1758"/>
                  </a:cubicBezTo>
                  <a:cubicBezTo>
                    <a:pt x="41674" y="1839"/>
                    <a:pt x="41596" y="1923"/>
                    <a:pt x="41513" y="2007"/>
                  </a:cubicBezTo>
                  <a:cubicBezTo>
                    <a:pt x="40257" y="1790"/>
                    <a:pt x="38987" y="1666"/>
                    <a:pt x="37710" y="1640"/>
                  </a:cubicBezTo>
                  <a:cubicBezTo>
                    <a:pt x="37699" y="1561"/>
                    <a:pt x="37624" y="1498"/>
                    <a:pt x="37547" y="1498"/>
                  </a:cubicBezTo>
                  <a:cubicBezTo>
                    <a:pt x="37510" y="1498"/>
                    <a:pt x="37473" y="1512"/>
                    <a:pt x="37442" y="1545"/>
                  </a:cubicBezTo>
                  <a:cubicBezTo>
                    <a:pt x="37413" y="1577"/>
                    <a:pt x="37381" y="1608"/>
                    <a:pt x="37352" y="1637"/>
                  </a:cubicBezTo>
                  <a:cubicBezTo>
                    <a:pt x="37146" y="1634"/>
                    <a:pt x="36939" y="1633"/>
                    <a:pt x="36732" y="1633"/>
                  </a:cubicBezTo>
                  <a:cubicBezTo>
                    <a:pt x="35162" y="1633"/>
                    <a:pt x="33604" y="1715"/>
                    <a:pt x="32130" y="1799"/>
                  </a:cubicBezTo>
                  <a:cubicBezTo>
                    <a:pt x="32147" y="1776"/>
                    <a:pt x="32165" y="1753"/>
                    <a:pt x="32182" y="1732"/>
                  </a:cubicBezTo>
                  <a:cubicBezTo>
                    <a:pt x="32265" y="1627"/>
                    <a:pt x="32160" y="1525"/>
                    <a:pt x="32053" y="1525"/>
                  </a:cubicBezTo>
                  <a:cubicBezTo>
                    <a:pt x="32019" y="1525"/>
                    <a:pt x="31985" y="1536"/>
                    <a:pt x="31957" y="1559"/>
                  </a:cubicBezTo>
                  <a:cubicBezTo>
                    <a:pt x="30513" y="2754"/>
                    <a:pt x="29514" y="4339"/>
                    <a:pt x="28279" y="5731"/>
                  </a:cubicBezTo>
                  <a:cubicBezTo>
                    <a:pt x="27990" y="6054"/>
                    <a:pt x="27667" y="6311"/>
                    <a:pt x="27415" y="6669"/>
                  </a:cubicBezTo>
                  <a:cubicBezTo>
                    <a:pt x="27716" y="6233"/>
                    <a:pt x="28025" y="5803"/>
                    <a:pt x="28331" y="5376"/>
                  </a:cubicBezTo>
                  <a:cubicBezTo>
                    <a:pt x="28983" y="4478"/>
                    <a:pt x="29682" y="3618"/>
                    <a:pt x="30429" y="2798"/>
                  </a:cubicBezTo>
                  <a:cubicBezTo>
                    <a:pt x="30571" y="2714"/>
                    <a:pt x="30646" y="2633"/>
                    <a:pt x="30643" y="2558"/>
                  </a:cubicBezTo>
                  <a:cubicBezTo>
                    <a:pt x="30756" y="2437"/>
                    <a:pt x="30860" y="2307"/>
                    <a:pt x="30975" y="2189"/>
                  </a:cubicBezTo>
                  <a:cubicBezTo>
                    <a:pt x="31007" y="2157"/>
                    <a:pt x="31018" y="2108"/>
                    <a:pt x="31004" y="2062"/>
                  </a:cubicBezTo>
                  <a:lnTo>
                    <a:pt x="31157" y="1883"/>
                  </a:lnTo>
                  <a:cubicBezTo>
                    <a:pt x="31355" y="1833"/>
                    <a:pt x="31278" y="1566"/>
                    <a:pt x="31098" y="1566"/>
                  </a:cubicBezTo>
                  <a:cubicBezTo>
                    <a:pt x="31089" y="1566"/>
                    <a:pt x="31080" y="1567"/>
                    <a:pt x="31070" y="1568"/>
                  </a:cubicBezTo>
                  <a:cubicBezTo>
                    <a:pt x="30600" y="1637"/>
                    <a:pt x="30389" y="1836"/>
                    <a:pt x="30057" y="2168"/>
                  </a:cubicBezTo>
                  <a:cubicBezTo>
                    <a:pt x="29329" y="2899"/>
                    <a:pt x="29451" y="3277"/>
                    <a:pt x="28273" y="3343"/>
                  </a:cubicBezTo>
                  <a:cubicBezTo>
                    <a:pt x="26965" y="3416"/>
                    <a:pt x="25931" y="3667"/>
                    <a:pt x="25550" y="4983"/>
                  </a:cubicBezTo>
                  <a:cubicBezTo>
                    <a:pt x="25311" y="5806"/>
                    <a:pt x="26200" y="6427"/>
                    <a:pt x="26968" y="6854"/>
                  </a:cubicBezTo>
                  <a:lnTo>
                    <a:pt x="26881" y="6978"/>
                  </a:lnTo>
                  <a:cubicBezTo>
                    <a:pt x="26823" y="7065"/>
                    <a:pt x="26908" y="7181"/>
                    <a:pt x="26998" y="7181"/>
                  </a:cubicBezTo>
                  <a:cubicBezTo>
                    <a:pt x="27019" y="7181"/>
                    <a:pt x="27040" y="7175"/>
                    <a:pt x="27060" y="7160"/>
                  </a:cubicBezTo>
                  <a:cubicBezTo>
                    <a:pt x="27127" y="7111"/>
                    <a:pt x="27187" y="7056"/>
                    <a:pt x="27254" y="7007"/>
                  </a:cubicBezTo>
                  <a:cubicBezTo>
                    <a:pt x="27424" y="7097"/>
                    <a:pt x="27589" y="7180"/>
                    <a:pt x="27710" y="7247"/>
                  </a:cubicBezTo>
                  <a:cubicBezTo>
                    <a:pt x="31065" y="9112"/>
                    <a:pt x="27667" y="11846"/>
                    <a:pt x="27938" y="14432"/>
                  </a:cubicBezTo>
                  <a:cubicBezTo>
                    <a:pt x="27945" y="14501"/>
                    <a:pt x="28002" y="14536"/>
                    <a:pt x="28055" y="14536"/>
                  </a:cubicBezTo>
                  <a:cubicBezTo>
                    <a:pt x="28108" y="14536"/>
                    <a:pt x="28157" y="14502"/>
                    <a:pt x="28154" y="14432"/>
                  </a:cubicBezTo>
                  <a:cubicBezTo>
                    <a:pt x="28154" y="14395"/>
                    <a:pt x="28157" y="14360"/>
                    <a:pt x="28157" y="14320"/>
                  </a:cubicBezTo>
                  <a:cubicBezTo>
                    <a:pt x="28166" y="14322"/>
                    <a:pt x="28175" y="14323"/>
                    <a:pt x="28185" y="14323"/>
                  </a:cubicBezTo>
                  <a:cubicBezTo>
                    <a:pt x="28212" y="14323"/>
                    <a:pt x="28240" y="14314"/>
                    <a:pt x="28261" y="14297"/>
                  </a:cubicBezTo>
                  <a:cubicBezTo>
                    <a:pt x="28333" y="14242"/>
                    <a:pt x="28417" y="14178"/>
                    <a:pt x="28504" y="14106"/>
                  </a:cubicBezTo>
                  <a:lnTo>
                    <a:pt x="28504" y="14106"/>
                  </a:lnTo>
                  <a:cubicBezTo>
                    <a:pt x="28340" y="14796"/>
                    <a:pt x="27341" y="15483"/>
                    <a:pt x="26695" y="15483"/>
                  </a:cubicBezTo>
                  <a:cubicBezTo>
                    <a:pt x="26416" y="15483"/>
                    <a:pt x="26203" y="15355"/>
                    <a:pt x="26151" y="15044"/>
                  </a:cubicBezTo>
                  <a:cubicBezTo>
                    <a:pt x="26162" y="15030"/>
                    <a:pt x="26171" y="15018"/>
                    <a:pt x="26183" y="15004"/>
                  </a:cubicBezTo>
                  <a:cubicBezTo>
                    <a:pt x="26249" y="14915"/>
                    <a:pt x="26212" y="14831"/>
                    <a:pt x="26139" y="14782"/>
                  </a:cubicBezTo>
                  <a:cubicBezTo>
                    <a:pt x="26148" y="14458"/>
                    <a:pt x="26160" y="14149"/>
                    <a:pt x="26131" y="13823"/>
                  </a:cubicBezTo>
                  <a:cubicBezTo>
                    <a:pt x="26073" y="13231"/>
                    <a:pt x="25625" y="12498"/>
                    <a:pt x="25392" y="11973"/>
                  </a:cubicBezTo>
                  <a:cubicBezTo>
                    <a:pt x="24277" y="9458"/>
                    <a:pt x="23443" y="7036"/>
                    <a:pt x="22660" y="4406"/>
                  </a:cubicBezTo>
                  <a:cubicBezTo>
                    <a:pt x="22461" y="3733"/>
                    <a:pt x="22227" y="3343"/>
                    <a:pt x="21979" y="3147"/>
                  </a:cubicBezTo>
                  <a:cubicBezTo>
                    <a:pt x="21964" y="3061"/>
                    <a:pt x="21895" y="2997"/>
                    <a:pt x="21818" y="2997"/>
                  </a:cubicBezTo>
                  <a:cubicBezTo>
                    <a:pt x="21794" y="2997"/>
                    <a:pt x="21769" y="3003"/>
                    <a:pt x="21745" y="3017"/>
                  </a:cubicBezTo>
                  <a:cubicBezTo>
                    <a:pt x="21686" y="2999"/>
                    <a:pt x="21627" y="2991"/>
                    <a:pt x="21566" y="2991"/>
                  </a:cubicBezTo>
                  <a:cubicBezTo>
                    <a:pt x="20816" y="2991"/>
                    <a:pt x="19978" y="4327"/>
                    <a:pt x="19364" y="5431"/>
                  </a:cubicBezTo>
                  <a:cubicBezTo>
                    <a:pt x="16574" y="3511"/>
                    <a:pt x="13206" y="0"/>
                    <a:pt x="9695" y="0"/>
                  </a:cubicBezTo>
                  <a:close/>
                  <a:moveTo>
                    <a:pt x="24054" y="74610"/>
                  </a:moveTo>
                  <a:cubicBezTo>
                    <a:pt x="24053" y="74611"/>
                    <a:pt x="24053" y="74613"/>
                    <a:pt x="24052" y="74615"/>
                  </a:cubicBezTo>
                  <a:cubicBezTo>
                    <a:pt x="24053" y="74613"/>
                    <a:pt x="24053" y="74611"/>
                    <a:pt x="24054" y="7461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23" name="Google Shape;8181;p80">
              <a:extLst>
                <a:ext uri="{FF2B5EF4-FFF2-40B4-BE49-F238E27FC236}">
                  <a16:creationId xmlns:a16="http://schemas.microsoft.com/office/drawing/2014/main" id="{478D1592-6697-C23B-06CD-831EEF00CB56}"/>
                </a:ext>
              </a:extLst>
            </p:cNvPr>
            <p:cNvSpPr/>
            <p:nvPr/>
          </p:nvSpPr>
          <p:spPr>
            <a:xfrm>
              <a:off x="2436050" y="2480575"/>
              <a:ext cx="6675" cy="6050"/>
            </a:xfrm>
            <a:custGeom>
              <a:avLst/>
              <a:gdLst/>
              <a:ahLst/>
              <a:cxnLst/>
              <a:rect l="l" t="t" r="r" b="b"/>
              <a:pathLst>
                <a:path w="267" h="242" extrusionOk="0">
                  <a:moveTo>
                    <a:pt x="256" y="1"/>
                  </a:moveTo>
                  <a:cubicBezTo>
                    <a:pt x="243" y="1"/>
                    <a:pt x="165" y="73"/>
                    <a:pt x="1" y="242"/>
                  </a:cubicBezTo>
                  <a:cubicBezTo>
                    <a:pt x="59" y="207"/>
                    <a:pt x="114" y="164"/>
                    <a:pt x="174" y="126"/>
                  </a:cubicBezTo>
                  <a:cubicBezTo>
                    <a:pt x="236" y="47"/>
                    <a:pt x="266" y="1"/>
                    <a:pt x="25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24" name="Google Shape;8182;p80">
              <a:extLst>
                <a:ext uri="{FF2B5EF4-FFF2-40B4-BE49-F238E27FC236}">
                  <a16:creationId xmlns:a16="http://schemas.microsoft.com/office/drawing/2014/main" id="{7FA8A16B-5899-94F9-B519-B8AD4E9B8CE5}"/>
                </a:ext>
              </a:extLst>
            </p:cNvPr>
            <p:cNvSpPr/>
            <p:nvPr/>
          </p:nvSpPr>
          <p:spPr>
            <a:xfrm>
              <a:off x="3237575" y="748750"/>
              <a:ext cx="6150" cy="6250"/>
            </a:xfrm>
            <a:custGeom>
              <a:avLst/>
              <a:gdLst/>
              <a:ahLst/>
              <a:cxnLst/>
              <a:rect l="l" t="t" r="r" b="b"/>
              <a:pathLst>
                <a:path w="246" h="250" extrusionOk="0">
                  <a:moveTo>
                    <a:pt x="123" y="1"/>
                  </a:moveTo>
                  <a:cubicBezTo>
                    <a:pt x="76" y="1"/>
                    <a:pt x="29" y="29"/>
                    <a:pt x="15" y="85"/>
                  </a:cubicBezTo>
                  <a:cubicBezTo>
                    <a:pt x="9" y="97"/>
                    <a:pt x="3" y="111"/>
                    <a:pt x="0" y="128"/>
                  </a:cubicBezTo>
                  <a:cubicBezTo>
                    <a:pt x="0" y="209"/>
                    <a:pt x="62" y="250"/>
                    <a:pt x="123" y="250"/>
                  </a:cubicBezTo>
                  <a:cubicBezTo>
                    <a:pt x="184" y="250"/>
                    <a:pt x="246" y="209"/>
                    <a:pt x="246" y="128"/>
                  </a:cubicBezTo>
                  <a:cubicBezTo>
                    <a:pt x="243" y="111"/>
                    <a:pt x="237" y="97"/>
                    <a:pt x="231" y="85"/>
                  </a:cubicBezTo>
                  <a:cubicBezTo>
                    <a:pt x="217" y="29"/>
                    <a:pt x="170" y="1"/>
                    <a:pt x="12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25" name="Google Shape;8183;p80">
              <a:extLst>
                <a:ext uri="{FF2B5EF4-FFF2-40B4-BE49-F238E27FC236}">
                  <a16:creationId xmlns:a16="http://schemas.microsoft.com/office/drawing/2014/main" id="{5DBD35A1-7737-C4DC-D8B0-637D1A80C35E}"/>
                </a:ext>
              </a:extLst>
            </p:cNvPr>
            <p:cNvSpPr/>
            <p:nvPr/>
          </p:nvSpPr>
          <p:spPr>
            <a:xfrm>
              <a:off x="3544900" y="2688975"/>
              <a:ext cx="3150" cy="5800"/>
            </a:xfrm>
            <a:custGeom>
              <a:avLst/>
              <a:gdLst/>
              <a:ahLst/>
              <a:cxnLst/>
              <a:rect l="l" t="t" r="r" b="b"/>
              <a:pathLst>
                <a:path w="126" h="232" extrusionOk="0">
                  <a:moveTo>
                    <a:pt x="116" y="0"/>
                  </a:moveTo>
                  <a:cubicBezTo>
                    <a:pt x="114" y="0"/>
                    <a:pt x="111" y="1"/>
                    <a:pt x="110" y="4"/>
                  </a:cubicBezTo>
                  <a:cubicBezTo>
                    <a:pt x="52" y="82"/>
                    <a:pt x="12" y="128"/>
                    <a:pt x="0" y="223"/>
                  </a:cubicBezTo>
                  <a:cubicBezTo>
                    <a:pt x="0" y="229"/>
                    <a:pt x="4" y="232"/>
                    <a:pt x="8" y="232"/>
                  </a:cubicBezTo>
                  <a:cubicBezTo>
                    <a:pt x="12" y="232"/>
                    <a:pt x="16" y="229"/>
                    <a:pt x="17" y="223"/>
                  </a:cubicBezTo>
                  <a:cubicBezTo>
                    <a:pt x="52" y="151"/>
                    <a:pt x="87" y="82"/>
                    <a:pt x="121" y="12"/>
                  </a:cubicBezTo>
                  <a:cubicBezTo>
                    <a:pt x="125" y="6"/>
                    <a:pt x="121" y="0"/>
                    <a:pt x="11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26" name="Google Shape;8184;p80">
              <a:extLst>
                <a:ext uri="{FF2B5EF4-FFF2-40B4-BE49-F238E27FC236}">
                  <a16:creationId xmlns:a16="http://schemas.microsoft.com/office/drawing/2014/main" id="{AE2E7268-5D09-ECB2-6B18-1F2C9591C471}"/>
                </a:ext>
              </a:extLst>
            </p:cNvPr>
            <p:cNvSpPr/>
            <p:nvPr/>
          </p:nvSpPr>
          <p:spPr>
            <a:xfrm>
              <a:off x="3431000" y="2330125"/>
              <a:ext cx="228750" cy="311750"/>
            </a:xfrm>
            <a:custGeom>
              <a:avLst/>
              <a:gdLst/>
              <a:ahLst/>
              <a:cxnLst/>
              <a:rect l="l" t="t" r="r" b="b"/>
              <a:pathLst>
                <a:path w="9150" h="12470" extrusionOk="0">
                  <a:moveTo>
                    <a:pt x="5856" y="1042"/>
                  </a:moveTo>
                  <a:cubicBezTo>
                    <a:pt x="6054" y="1042"/>
                    <a:pt x="6249" y="1091"/>
                    <a:pt x="6424" y="1181"/>
                  </a:cubicBezTo>
                  <a:cubicBezTo>
                    <a:pt x="5924" y="1597"/>
                    <a:pt x="5474" y="2065"/>
                    <a:pt x="5079" y="2579"/>
                  </a:cubicBezTo>
                  <a:cubicBezTo>
                    <a:pt x="5113" y="2507"/>
                    <a:pt x="5157" y="2434"/>
                    <a:pt x="5191" y="2362"/>
                  </a:cubicBezTo>
                  <a:cubicBezTo>
                    <a:pt x="5408" y="1932"/>
                    <a:pt x="5592" y="1490"/>
                    <a:pt x="5766" y="1046"/>
                  </a:cubicBezTo>
                  <a:cubicBezTo>
                    <a:pt x="5796" y="1043"/>
                    <a:pt x="5826" y="1042"/>
                    <a:pt x="5856" y="1042"/>
                  </a:cubicBezTo>
                  <a:close/>
                  <a:moveTo>
                    <a:pt x="4816" y="1360"/>
                  </a:moveTo>
                  <a:lnTo>
                    <a:pt x="4816" y="1360"/>
                  </a:lnTo>
                  <a:cubicBezTo>
                    <a:pt x="4227" y="2218"/>
                    <a:pt x="3759" y="3145"/>
                    <a:pt x="3367" y="4123"/>
                  </a:cubicBezTo>
                  <a:cubicBezTo>
                    <a:pt x="3141" y="3009"/>
                    <a:pt x="3906" y="1894"/>
                    <a:pt x="4816" y="1360"/>
                  </a:cubicBezTo>
                  <a:close/>
                  <a:moveTo>
                    <a:pt x="5454" y="1086"/>
                  </a:moveTo>
                  <a:cubicBezTo>
                    <a:pt x="4943" y="2379"/>
                    <a:pt x="4238" y="3601"/>
                    <a:pt x="3505" y="4779"/>
                  </a:cubicBezTo>
                  <a:cubicBezTo>
                    <a:pt x="3479" y="4652"/>
                    <a:pt x="3450" y="4519"/>
                    <a:pt x="3421" y="4389"/>
                  </a:cubicBezTo>
                  <a:cubicBezTo>
                    <a:pt x="3658" y="3762"/>
                    <a:pt x="3941" y="3153"/>
                    <a:pt x="4267" y="2570"/>
                  </a:cubicBezTo>
                  <a:cubicBezTo>
                    <a:pt x="4279" y="2544"/>
                    <a:pt x="4775" y="1750"/>
                    <a:pt x="5162" y="1190"/>
                  </a:cubicBezTo>
                  <a:cubicBezTo>
                    <a:pt x="5255" y="1150"/>
                    <a:pt x="5353" y="1115"/>
                    <a:pt x="5454" y="1086"/>
                  </a:cubicBezTo>
                  <a:close/>
                  <a:moveTo>
                    <a:pt x="6159" y="1765"/>
                  </a:moveTo>
                  <a:cubicBezTo>
                    <a:pt x="5164" y="2807"/>
                    <a:pt x="4477" y="4516"/>
                    <a:pt x="3785" y="5769"/>
                  </a:cubicBezTo>
                  <a:cubicBezTo>
                    <a:pt x="3717" y="5889"/>
                    <a:pt x="3818" y="5996"/>
                    <a:pt x="3922" y="5996"/>
                  </a:cubicBezTo>
                  <a:cubicBezTo>
                    <a:pt x="3968" y="5996"/>
                    <a:pt x="4015" y="5975"/>
                    <a:pt x="4048" y="5925"/>
                  </a:cubicBezTo>
                  <a:cubicBezTo>
                    <a:pt x="4747" y="4860"/>
                    <a:pt x="5561" y="3973"/>
                    <a:pt x="6430" y="3058"/>
                  </a:cubicBezTo>
                  <a:lnTo>
                    <a:pt x="6430" y="3058"/>
                  </a:lnTo>
                  <a:cubicBezTo>
                    <a:pt x="5650" y="3881"/>
                    <a:pt x="4729" y="5169"/>
                    <a:pt x="3906" y="6185"/>
                  </a:cubicBezTo>
                  <a:cubicBezTo>
                    <a:pt x="3829" y="6280"/>
                    <a:pt x="3753" y="6378"/>
                    <a:pt x="3676" y="6473"/>
                  </a:cubicBezTo>
                  <a:cubicBezTo>
                    <a:pt x="3690" y="6043"/>
                    <a:pt x="3658" y="5610"/>
                    <a:pt x="3580" y="5186"/>
                  </a:cubicBezTo>
                  <a:cubicBezTo>
                    <a:pt x="3592" y="5177"/>
                    <a:pt x="3603" y="5177"/>
                    <a:pt x="3612" y="5165"/>
                  </a:cubicBezTo>
                  <a:cubicBezTo>
                    <a:pt x="3777" y="4937"/>
                    <a:pt x="3932" y="4704"/>
                    <a:pt x="4091" y="4473"/>
                  </a:cubicBezTo>
                  <a:cubicBezTo>
                    <a:pt x="4233" y="4432"/>
                    <a:pt x="4331" y="4291"/>
                    <a:pt x="4386" y="4051"/>
                  </a:cubicBezTo>
                  <a:cubicBezTo>
                    <a:pt x="4932" y="3254"/>
                    <a:pt x="5485" y="2468"/>
                    <a:pt x="6159" y="1765"/>
                  </a:cubicBezTo>
                  <a:close/>
                  <a:moveTo>
                    <a:pt x="2001" y="8610"/>
                  </a:moveTo>
                  <a:cubicBezTo>
                    <a:pt x="1513" y="9265"/>
                    <a:pt x="1063" y="9943"/>
                    <a:pt x="641" y="10651"/>
                  </a:cubicBezTo>
                  <a:cubicBezTo>
                    <a:pt x="633" y="10426"/>
                    <a:pt x="708" y="10183"/>
                    <a:pt x="838" y="9946"/>
                  </a:cubicBezTo>
                  <a:cubicBezTo>
                    <a:pt x="1118" y="9441"/>
                    <a:pt x="1548" y="9008"/>
                    <a:pt x="2001" y="8610"/>
                  </a:cubicBezTo>
                  <a:close/>
                  <a:moveTo>
                    <a:pt x="6681" y="1378"/>
                  </a:moveTo>
                  <a:cubicBezTo>
                    <a:pt x="6990" y="1684"/>
                    <a:pt x="7201" y="2201"/>
                    <a:pt x="7206" y="3018"/>
                  </a:cubicBezTo>
                  <a:cubicBezTo>
                    <a:pt x="7215" y="3667"/>
                    <a:pt x="7042" y="4221"/>
                    <a:pt x="7085" y="4877"/>
                  </a:cubicBezTo>
                  <a:cubicBezTo>
                    <a:pt x="7134" y="5601"/>
                    <a:pt x="7498" y="6199"/>
                    <a:pt x="7847" y="6808"/>
                  </a:cubicBezTo>
                  <a:cubicBezTo>
                    <a:pt x="8941" y="8702"/>
                    <a:pt x="7518" y="9594"/>
                    <a:pt x="6360" y="10593"/>
                  </a:cubicBezTo>
                  <a:cubicBezTo>
                    <a:pt x="6493" y="10405"/>
                    <a:pt x="6629" y="10223"/>
                    <a:pt x="6759" y="10030"/>
                  </a:cubicBezTo>
                  <a:cubicBezTo>
                    <a:pt x="6811" y="9955"/>
                    <a:pt x="6788" y="9848"/>
                    <a:pt x="6704" y="9808"/>
                  </a:cubicBezTo>
                  <a:cubicBezTo>
                    <a:pt x="7160" y="9129"/>
                    <a:pt x="7619" y="8457"/>
                    <a:pt x="8055" y="7770"/>
                  </a:cubicBezTo>
                  <a:cubicBezTo>
                    <a:pt x="8135" y="7642"/>
                    <a:pt x="8014" y="7498"/>
                    <a:pt x="7893" y="7498"/>
                  </a:cubicBezTo>
                  <a:cubicBezTo>
                    <a:pt x="7852" y="7498"/>
                    <a:pt x="7811" y="7515"/>
                    <a:pt x="7778" y="7553"/>
                  </a:cubicBezTo>
                  <a:cubicBezTo>
                    <a:pt x="6828" y="8665"/>
                    <a:pt x="5725" y="9952"/>
                    <a:pt x="4989" y="11084"/>
                  </a:cubicBezTo>
                  <a:cubicBezTo>
                    <a:pt x="5829" y="9707"/>
                    <a:pt x="6825" y="8422"/>
                    <a:pt x="7622" y="7010"/>
                  </a:cubicBezTo>
                  <a:cubicBezTo>
                    <a:pt x="7693" y="6881"/>
                    <a:pt x="7585" y="6754"/>
                    <a:pt x="7467" y="6754"/>
                  </a:cubicBezTo>
                  <a:cubicBezTo>
                    <a:pt x="7427" y="6754"/>
                    <a:pt x="7386" y="6769"/>
                    <a:pt x="7351" y="6802"/>
                  </a:cubicBezTo>
                  <a:cubicBezTo>
                    <a:pt x="6210" y="7859"/>
                    <a:pt x="4885" y="9230"/>
                    <a:pt x="4031" y="10472"/>
                  </a:cubicBezTo>
                  <a:cubicBezTo>
                    <a:pt x="5021" y="8921"/>
                    <a:pt x="6179" y="7510"/>
                    <a:pt x="6972" y="5824"/>
                  </a:cubicBezTo>
                  <a:cubicBezTo>
                    <a:pt x="7028" y="5701"/>
                    <a:pt x="6929" y="5564"/>
                    <a:pt x="6819" y="5564"/>
                  </a:cubicBezTo>
                  <a:cubicBezTo>
                    <a:pt x="6781" y="5564"/>
                    <a:pt x="6742" y="5580"/>
                    <a:pt x="6707" y="5619"/>
                  </a:cubicBezTo>
                  <a:cubicBezTo>
                    <a:pt x="5289" y="7163"/>
                    <a:pt x="3286" y="9072"/>
                    <a:pt x="2388" y="10810"/>
                  </a:cubicBezTo>
                  <a:cubicBezTo>
                    <a:pt x="3664" y="8335"/>
                    <a:pt x="5584" y="6257"/>
                    <a:pt x="6863" y="3777"/>
                  </a:cubicBezTo>
                  <a:cubicBezTo>
                    <a:pt x="6927" y="3654"/>
                    <a:pt x="6820" y="3514"/>
                    <a:pt x="6706" y="3514"/>
                  </a:cubicBezTo>
                  <a:cubicBezTo>
                    <a:pt x="6668" y="3514"/>
                    <a:pt x="6628" y="3530"/>
                    <a:pt x="6594" y="3569"/>
                  </a:cubicBezTo>
                  <a:cubicBezTo>
                    <a:pt x="5748" y="4577"/>
                    <a:pt x="4975" y="5624"/>
                    <a:pt x="4207" y="6690"/>
                  </a:cubicBezTo>
                  <a:cubicBezTo>
                    <a:pt x="3225" y="8047"/>
                    <a:pt x="1559" y="9565"/>
                    <a:pt x="869" y="10853"/>
                  </a:cubicBezTo>
                  <a:cubicBezTo>
                    <a:pt x="1441" y="9782"/>
                    <a:pt x="2148" y="8797"/>
                    <a:pt x="2899" y="7839"/>
                  </a:cubicBezTo>
                  <a:cubicBezTo>
                    <a:pt x="2910" y="7830"/>
                    <a:pt x="2925" y="7819"/>
                    <a:pt x="2934" y="7810"/>
                  </a:cubicBezTo>
                  <a:cubicBezTo>
                    <a:pt x="3349" y="7455"/>
                    <a:pt x="4088" y="6981"/>
                    <a:pt x="4230" y="6413"/>
                  </a:cubicBezTo>
                  <a:cubicBezTo>
                    <a:pt x="4244" y="6355"/>
                    <a:pt x="4204" y="6297"/>
                    <a:pt x="4143" y="6289"/>
                  </a:cubicBezTo>
                  <a:cubicBezTo>
                    <a:pt x="5148" y="5062"/>
                    <a:pt x="6150" y="3835"/>
                    <a:pt x="6961" y="2478"/>
                  </a:cubicBezTo>
                  <a:cubicBezTo>
                    <a:pt x="7030" y="2364"/>
                    <a:pt x="6925" y="2238"/>
                    <a:pt x="6816" y="2238"/>
                  </a:cubicBezTo>
                  <a:cubicBezTo>
                    <a:pt x="6779" y="2238"/>
                    <a:pt x="6741" y="2253"/>
                    <a:pt x="6710" y="2287"/>
                  </a:cubicBezTo>
                  <a:cubicBezTo>
                    <a:pt x="5844" y="3220"/>
                    <a:pt x="4969" y="4129"/>
                    <a:pt x="4189" y="5139"/>
                  </a:cubicBezTo>
                  <a:cubicBezTo>
                    <a:pt x="4995" y="4094"/>
                    <a:pt x="5916" y="2686"/>
                    <a:pt x="6681" y="1378"/>
                  </a:cubicBezTo>
                  <a:close/>
                  <a:moveTo>
                    <a:pt x="6378" y="6476"/>
                  </a:moveTo>
                  <a:lnTo>
                    <a:pt x="6378" y="6476"/>
                  </a:lnTo>
                  <a:cubicBezTo>
                    <a:pt x="5497" y="7478"/>
                    <a:pt x="4132" y="9611"/>
                    <a:pt x="3185" y="11191"/>
                  </a:cubicBezTo>
                  <a:cubicBezTo>
                    <a:pt x="3144" y="11170"/>
                    <a:pt x="3101" y="11159"/>
                    <a:pt x="3055" y="11153"/>
                  </a:cubicBezTo>
                  <a:cubicBezTo>
                    <a:pt x="2731" y="11153"/>
                    <a:pt x="2449" y="11277"/>
                    <a:pt x="2163" y="11373"/>
                  </a:cubicBezTo>
                  <a:cubicBezTo>
                    <a:pt x="3609" y="9776"/>
                    <a:pt x="4954" y="8093"/>
                    <a:pt x="6378" y="6476"/>
                  </a:cubicBezTo>
                  <a:close/>
                  <a:moveTo>
                    <a:pt x="6292" y="4432"/>
                  </a:moveTo>
                  <a:cubicBezTo>
                    <a:pt x="6314" y="4432"/>
                    <a:pt x="4737" y="6639"/>
                    <a:pt x="4391" y="7140"/>
                  </a:cubicBezTo>
                  <a:cubicBezTo>
                    <a:pt x="3436" y="8517"/>
                    <a:pt x="2492" y="9874"/>
                    <a:pt x="1724" y="11367"/>
                  </a:cubicBezTo>
                  <a:cubicBezTo>
                    <a:pt x="1709" y="11396"/>
                    <a:pt x="1707" y="11430"/>
                    <a:pt x="1712" y="11462"/>
                  </a:cubicBezTo>
                  <a:cubicBezTo>
                    <a:pt x="1687" y="11464"/>
                    <a:pt x="1662" y="11465"/>
                    <a:pt x="1638" y="11465"/>
                  </a:cubicBezTo>
                  <a:cubicBezTo>
                    <a:pt x="1455" y="11465"/>
                    <a:pt x="1275" y="11418"/>
                    <a:pt x="1115" y="11332"/>
                  </a:cubicBezTo>
                  <a:cubicBezTo>
                    <a:pt x="1031" y="11286"/>
                    <a:pt x="953" y="11231"/>
                    <a:pt x="887" y="11168"/>
                  </a:cubicBezTo>
                  <a:cubicBezTo>
                    <a:pt x="2639" y="9508"/>
                    <a:pt x="4002" y="7536"/>
                    <a:pt x="5428" y="5590"/>
                  </a:cubicBezTo>
                  <a:cubicBezTo>
                    <a:pt x="6046" y="4747"/>
                    <a:pt x="6284" y="4432"/>
                    <a:pt x="6292" y="4432"/>
                  </a:cubicBezTo>
                  <a:close/>
                  <a:moveTo>
                    <a:pt x="5633" y="11540"/>
                  </a:moveTo>
                  <a:cubicBezTo>
                    <a:pt x="5647" y="11560"/>
                    <a:pt x="5656" y="11589"/>
                    <a:pt x="5679" y="11603"/>
                  </a:cubicBezTo>
                  <a:cubicBezTo>
                    <a:pt x="5673" y="11606"/>
                    <a:pt x="5665" y="11606"/>
                    <a:pt x="5659" y="11615"/>
                  </a:cubicBezTo>
                  <a:cubicBezTo>
                    <a:pt x="5592" y="11743"/>
                    <a:pt x="5459" y="11853"/>
                    <a:pt x="5293" y="11935"/>
                  </a:cubicBezTo>
                  <a:lnTo>
                    <a:pt x="5293" y="11935"/>
                  </a:lnTo>
                  <a:cubicBezTo>
                    <a:pt x="5308" y="11927"/>
                    <a:pt x="5322" y="11916"/>
                    <a:pt x="5336" y="11901"/>
                  </a:cubicBezTo>
                  <a:cubicBezTo>
                    <a:pt x="5442" y="11782"/>
                    <a:pt x="5532" y="11658"/>
                    <a:pt x="5633" y="11540"/>
                  </a:cubicBezTo>
                  <a:close/>
                  <a:moveTo>
                    <a:pt x="7007" y="7591"/>
                  </a:moveTo>
                  <a:lnTo>
                    <a:pt x="7007" y="7591"/>
                  </a:lnTo>
                  <a:cubicBezTo>
                    <a:pt x="5985" y="8647"/>
                    <a:pt x="4885" y="10521"/>
                    <a:pt x="4054" y="11993"/>
                  </a:cubicBezTo>
                  <a:cubicBezTo>
                    <a:pt x="3935" y="11944"/>
                    <a:pt x="3834" y="11869"/>
                    <a:pt x="3756" y="11768"/>
                  </a:cubicBezTo>
                  <a:cubicBezTo>
                    <a:pt x="3693" y="11676"/>
                    <a:pt x="3609" y="11552"/>
                    <a:pt x="3511" y="11439"/>
                  </a:cubicBezTo>
                  <a:cubicBezTo>
                    <a:pt x="4729" y="10203"/>
                    <a:pt x="5800" y="8838"/>
                    <a:pt x="7007" y="7591"/>
                  </a:cubicBezTo>
                  <a:close/>
                  <a:moveTo>
                    <a:pt x="7166" y="8823"/>
                  </a:moveTo>
                  <a:cubicBezTo>
                    <a:pt x="6560" y="9565"/>
                    <a:pt x="5642" y="10763"/>
                    <a:pt x="5055" y="11684"/>
                  </a:cubicBezTo>
                  <a:cubicBezTo>
                    <a:pt x="4975" y="11812"/>
                    <a:pt x="5097" y="11954"/>
                    <a:pt x="5219" y="11954"/>
                  </a:cubicBezTo>
                  <a:cubicBezTo>
                    <a:pt x="5239" y="11954"/>
                    <a:pt x="5259" y="11951"/>
                    <a:pt x="5277" y="11943"/>
                  </a:cubicBezTo>
                  <a:lnTo>
                    <a:pt x="5277" y="11943"/>
                  </a:lnTo>
                  <a:cubicBezTo>
                    <a:pt x="5071" y="12041"/>
                    <a:pt x="4815" y="12099"/>
                    <a:pt x="4567" y="12099"/>
                  </a:cubicBezTo>
                  <a:cubicBezTo>
                    <a:pt x="4528" y="12099"/>
                    <a:pt x="4488" y="12097"/>
                    <a:pt x="4449" y="12094"/>
                  </a:cubicBezTo>
                  <a:cubicBezTo>
                    <a:pt x="5336" y="10989"/>
                    <a:pt x="6245" y="9903"/>
                    <a:pt x="7166" y="8823"/>
                  </a:cubicBezTo>
                  <a:close/>
                  <a:moveTo>
                    <a:pt x="5959" y="0"/>
                  </a:moveTo>
                  <a:cubicBezTo>
                    <a:pt x="5925" y="0"/>
                    <a:pt x="5892" y="12"/>
                    <a:pt x="5867" y="38"/>
                  </a:cubicBezTo>
                  <a:cubicBezTo>
                    <a:pt x="5685" y="232"/>
                    <a:pt x="5526" y="439"/>
                    <a:pt x="5362" y="642"/>
                  </a:cubicBezTo>
                  <a:cubicBezTo>
                    <a:pt x="5293" y="637"/>
                    <a:pt x="5225" y="634"/>
                    <a:pt x="5157" y="634"/>
                  </a:cubicBezTo>
                  <a:cubicBezTo>
                    <a:pt x="4595" y="634"/>
                    <a:pt x="4048" y="807"/>
                    <a:pt x="3693" y="1202"/>
                  </a:cubicBezTo>
                  <a:cubicBezTo>
                    <a:pt x="2166" y="2902"/>
                    <a:pt x="3528" y="4692"/>
                    <a:pt x="3522" y="6667"/>
                  </a:cubicBezTo>
                  <a:cubicBezTo>
                    <a:pt x="3401" y="6814"/>
                    <a:pt x="3280" y="6964"/>
                    <a:pt x="3162" y="7114"/>
                  </a:cubicBezTo>
                  <a:cubicBezTo>
                    <a:pt x="2625" y="7588"/>
                    <a:pt x="2082" y="8050"/>
                    <a:pt x="1559" y="8537"/>
                  </a:cubicBezTo>
                  <a:cubicBezTo>
                    <a:pt x="930" y="9126"/>
                    <a:pt x="0" y="10030"/>
                    <a:pt x="295" y="10989"/>
                  </a:cubicBezTo>
                  <a:cubicBezTo>
                    <a:pt x="315" y="11035"/>
                    <a:pt x="338" y="11078"/>
                    <a:pt x="364" y="11121"/>
                  </a:cubicBezTo>
                  <a:cubicBezTo>
                    <a:pt x="318" y="11205"/>
                    <a:pt x="266" y="11283"/>
                    <a:pt x="220" y="11367"/>
                  </a:cubicBezTo>
                  <a:cubicBezTo>
                    <a:pt x="151" y="11494"/>
                    <a:pt x="253" y="11614"/>
                    <a:pt x="368" y="11614"/>
                  </a:cubicBezTo>
                  <a:cubicBezTo>
                    <a:pt x="407" y="11614"/>
                    <a:pt x="447" y="11600"/>
                    <a:pt x="482" y="11569"/>
                  </a:cubicBezTo>
                  <a:cubicBezTo>
                    <a:pt x="529" y="11528"/>
                    <a:pt x="569" y="11482"/>
                    <a:pt x="612" y="11439"/>
                  </a:cubicBezTo>
                  <a:cubicBezTo>
                    <a:pt x="765" y="11566"/>
                    <a:pt x="930" y="11676"/>
                    <a:pt x="1106" y="11765"/>
                  </a:cubicBezTo>
                  <a:cubicBezTo>
                    <a:pt x="1355" y="11898"/>
                    <a:pt x="1587" y="11967"/>
                    <a:pt x="1866" y="11967"/>
                  </a:cubicBezTo>
                  <a:cubicBezTo>
                    <a:pt x="1871" y="11967"/>
                    <a:pt x="1877" y="11967"/>
                    <a:pt x="1883" y="11967"/>
                  </a:cubicBezTo>
                  <a:cubicBezTo>
                    <a:pt x="2234" y="11962"/>
                    <a:pt x="2526" y="11575"/>
                    <a:pt x="2875" y="11575"/>
                  </a:cubicBezTo>
                  <a:cubicBezTo>
                    <a:pt x="2916" y="11575"/>
                    <a:pt x="2957" y="11580"/>
                    <a:pt x="3000" y="11592"/>
                  </a:cubicBezTo>
                  <a:cubicBezTo>
                    <a:pt x="3021" y="11666"/>
                    <a:pt x="3089" y="11716"/>
                    <a:pt x="3163" y="11716"/>
                  </a:cubicBezTo>
                  <a:cubicBezTo>
                    <a:pt x="3180" y="11716"/>
                    <a:pt x="3199" y="11714"/>
                    <a:pt x="3216" y="11707"/>
                  </a:cubicBezTo>
                  <a:cubicBezTo>
                    <a:pt x="3257" y="11736"/>
                    <a:pt x="3294" y="11765"/>
                    <a:pt x="3329" y="11800"/>
                  </a:cubicBezTo>
                  <a:cubicBezTo>
                    <a:pt x="3522" y="12002"/>
                    <a:pt x="3751" y="12169"/>
                    <a:pt x="4005" y="12293"/>
                  </a:cubicBezTo>
                  <a:cubicBezTo>
                    <a:pt x="4032" y="12343"/>
                    <a:pt x="4086" y="12372"/>
                    <a:pt x="4143" y="12372"/>
                  </a:cubicBezTo>
                  <a:cubicBezTo>
                    <a:pt x="4158" y="12372"/>
                    <a:pt x="4174" y="12370"/>
                    <a:pt x="4189" y="12366"/>
                  </a:cubicBezTo>
                  <a:cubicBezTo>
                    <a:pt x="4373" y="12433"/>
                    <a:pt x="4561" y="12470"/>
                    <a:pt x="4742" y="12470"/>
                  </a:cubicBezTo>
                  <a:cubicBezTo>
                    <a:pt x="5185" y="12470"/>
                    <a:pt x="5595" y="12250"/>
                    <a:pt x="5841" y="11716"/>
                  </a:cubicBezTo>
                  <a:cubicBezTo>
                    <a:pt x="5858" y="11676"/>
                    <a:pt x="5849" y="11629"/>
                    <a:pt x="5821" y="11601"/>
                  </a:cubicBezTo>
                  <a:cubicBezTo>
                    <a:pt x="5838" y="11592"/>
                    <a:pt x="5861" y="11595"/>
                    <a:pt x="5878" y="11572"/>
                  </a:cubicBezTo>
                  <a:cubicBezTo>
                    <a:pt x="6779" y="10475"/>
                    <a:pt x="9149" y="9366"/>
                    <a:pt x="8529" y="7544"/>
                  </a:cubicBezTo>
                  <a:cubicBezTo>
                    <a:pt x="8038" y="6104"/>
                    <a:pt x="7258" y="5160"/>
                    <a:pt x="7489" y="3511"/>
                  </a:cubicBezTo>
                  <a:cubicBezTo>
                    <a:pt x="7596" y="2769"/>
                    <a:pt x="7547" y="2284"/>
                    <a:pt x="7177" y="1643"/>
                  </a:cubicBezTo>
                  <a:cubicBezTo>
                    <a:pt x="7068" y="1461"/>
                    <a:pt x="6923" y="1303"/>
                    <a:pt x="6756" y="1176"/>
                  </a:cubicBezTo>
                  <a:cubicBezTo>
                    <a:pt x="6736" y="1118"/>
                    <a:pt x="6684" y="1080"/>
                    <a:pt x="6626" y="1077"/>
                  </a:cubicBezTo>
                  <a:cubicBezTo>
                    <a:pt x="6398" y="922"/>
                    <a:pt x="6150" y="806"/>
                    <a:pt x="5884" y="734"/>
                  </a:cubicBezTo>
                  <a:cubicBezTo>
                    <a:pt x="5956" y="546"/>
                    <a:pt x="6028" y="359"/>
                    <a:pt x="6098" y="171"/>
                  </a:cubicBezTo>
                  <a:cubicBezTo>
                    <a:pt x="6131" y="77"/>
                    <a:pt x="6044" y="0"/>
                    <a:pt x="595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927" name="Google Shape;8185;p80">
            <a:extLst>
              <a:ext uri="{FF2B5EF4-FFF2-40B4-BE49-F238E27FC236}">
                <a16:creationId xmlns:a16="http://schemas.microsoft.com/office/drawing/2014/main" id="{22FA3313-FA15-9154-26DA-ED982E6EE51C}"/>
              </a:ext>
            </a:extLst>
          </p:cNvPr>
          <p:cNvGrpSpPr/>
          <p:nvPr/>
        </p:nvGrpSpPr>
        <p:grpSpPr>
          <a:xfrm>
            <a:off x="3504887" y="3402511"/>
            <a:ext cx="2310282" cy="1374222"/>
            <a:chOff x="238125" y="732525"/>
            <a:chExt cx="7130500" cy="4241425"/>
          </a:xfrm>
        </p:grpSpPr>
        <p:sp>
          <p:nvSpPr>
            <p:cNvPr id="6928" name="Google Shape;8186;p80">
              <a:extLst>
                <a:ext uri="{FF2B5EF4-FFF2-40B4-BE49-F238E27FC236}">
                  <a16:creationId xmlns:a16="http://schemas.microsoft.com/office/drawing/2014/main" id="{BA3F661B-146E-FA77-A8DC-6CECAE17C6EA}"/>
                </a:ext>
              </a:extLst>
            </p:cNvPr>
            <p:cNvSpPr/>
            <p:nvPr/>
          </p:nvSpPr>
          <p:spPr>
            <a:xfrm>
              <a:off x="3175800" y="1003350"/>
              <a:ext cx="3741725" cy="3331975"/>
            </a:xfrm>
            <a:custGeom>
              <a:avLst/>
              <a:gdLst/>
              <a:ahLst/>
              <a:cxnLst/>
              <a:rect l="l" t="t" r="r" b="b"/>
              <a:pathLst>
                <a:path w="149669" h="133279" extrusionOk="0">
                  <a:moveTo>
                    <a:pt x="81445" y="1"/>
                  </a:moveTo>
                  <a:lnTo>
                    <a:pt x="79450" y="1466"/>
                  </a:lnTo>
                  <a:lnTo>
                    <a:pt x="78288" y="3145"/>
                  </a:lnTo>
                  <a:lnTo>
                    <a:pt x="77341" y="834"/>
                  </a:lnTo>
                  <a:lnTo>
                    <a:pt x="75131" y="834"/>
                  </a:lnTo>
                  <a:lnTo>
                    <a:pt x="73868" y="2413"/>
                  </a:lnTo>
                  <a:lnTo>
                    <a:pt x="73161" y="4888"/>
                  </a:lnTo>
                  <a:lnTo>
                    <a:pt x="69891" y="7325"/>
                  </a:lnTo>
                  <a:lnTo>
                    <a:pt x="68313" y="10330"/>
                  </a:lnTo>
                  <a:lnTo>
                    <a:pt x="69474" y="11466"/>
                  </a:lnTo>
                  <a:lnTo>
                    <a:pt x="66318" y="13247"/>
                  </a:lnTo>
                  <a:lnTo>
                    <a:pt x="67782" y="14825"/>
                  </a:lnTo>
                  <a:lnTo>
                    <a:pt x="69790" y="15873"/>
                  </a:lnTo>
                  <a:lnTo>
                    <a:pt x="68729" y="16504"/>
                  </a:lnTo>
                  <a:lnTo>
                    <a:pt x="65888" y="14812"/>
                  </a:lnTo>
                  <a:lnTo>
                    <a:pt x="65257" y="16605"/>
                  </a:lnTo>
                  <a:lnTo>
                    <a:pt x="63994" y="17439"/>
                  </a:lnTo>
                  <a:lnTo>
                    <a:pt x="65358" y="21644"/>
                  </a:lnTo>
                  <a:lnTo>
                    <a:pt x="67050" y="21959"/>
                  </a:lnTo>
                  <a:lnTo>
                    <a:pt x="68199" y="22906"/>
                  </a:lnTo>
                  <a:cubicBezTo>
                    <a:pt x="67252" y="23336"/>
                    <a:pt x="65674" y="23651"/>
                    <a:pt x="65674" y="23651"/>
                  </a:cubicBezTo>
                  <a:lnTo>
                    <a:pt x="66419" y="25230"/>
                  </a:lnTo>
                  <a:lnTo>
                    <a:pt x="65358" y="26593"/>
                  </a:lnTo>
                  <a:lnTo>
                    <a:pt x="63577" y="25962"/>
                  </a:lnTo>
                  <a:lnTo>
                    <a:pt x="64625" y="23967"/>
                  </a:lnTo>
                  <a:lnTo>
                    <a:pt x="63262" y="20394"/>
                  </a:lnTo>
                  <a:lnTo>
                    <a:pt x="62214" y="17439"/>
                  </a:lnTo>
                  <a:lnTo>
                    <a:pt x="61368" y="15343"/>
                  </a:lnTo>
                  <a:lnTo>
                    <a:pt x="59688" y="14711"/>
                  </a:lnTo>
                  <a:lnTo>
                    <a:pt x="58842" y="18386"/>
                  </a:lnTo>
                  <a:lnTo>
                    <a:pt x="58792" y="21012"/>
                  </a:lnTo>
                  <a:lnTo>
                    <a:pt x="60951" y="22906"/>
                  </a:lnTo>
                  <a:lnTo>
                    <a:pt x="60951" y="24485"/>
                  </a:lnTo>
                  <a:lnTo>
                    <a:pt x="58009" y="23020"/>
                  </a:lnTo>
                  <a:lnTo>
                    <a:pt x="55319" y="22389"/>
                  </a:lnTo>
                  <a:lnTo>
                    <a:pt x="54978" y="23437"/>
                  </a:lnTo>
                  <a:lnTo>
                    <a:pt x="55547" y="24598"/>
                  </a:lnTo>
                  <a:lnTo>
                    <a:pt x="52516" y="25230"/>
                  </a:lnTo>
                  <a:lnTo>
                    <a:pt x="48526" y="27326"/>
                  </a:lnTo>
                  <a:lnTo>
                    <a:pt x="46632" y="29535"/>
                  </a:lnTo>
                  <a:lnTo>
                    <a:pt x="46114" y="26909"/>
                  </a:lnTo>
                  <a:lnTo>
                    <a:pt x="44852" y="26391"/>
                  </a:lnTo>
                  <a:lnTo>
                    <a:pt x="44536" y="29119"/>
                  </a:lnTo>
                  <a:lnTo>
                    <a:pt x="42326" y="30381"/>
                  </a:lnTo>
                  <a:lnTo>
                    <a:pt x="43488" y="32162"/>
                  </a:lnTo>
                  <a:lnTo>
                    <a:pt x="41379" y="32061"/>
                  </a:lnTo>
                  <a:lnTo>
                    <a:pt x="40647" y="33223"/>
                  </a:lnTo>
                  <a:lnTo>
                    <a:pt x="39169" y="30381"/>
                  </a:lnTo>
                  <a:lnTo>
                    <a:pt x="37490" y="29119"/>
                  </a:lnTo>
                  <a:lnTo>
                    <a:pt x="37490" y="29119"/>
                  </a:lnTo>
                  <a:lnTo>
                    <a:pt x="40748" y="29750"/>
                  </a:lnTo>
                  <a:lnTo>
                    <a:pt x="42225" y="28803"/>
                  </a:lnTo>
                  <a:lnTo>
                    <a:pt x="41379" y="26593"/>
                  </a:lnTo>
                  <a:lnTo>
                    <a:pt x="37806" y="24699"/>
                  </a:lnTo>
                  <a:lnTo>
                    <a:pt x="35078" y="23538"/>
                  </a:lnTo>
                  <a:lnTo>
                    <a:pt x="32654" y="22906"/>
                  </a:lnTo>
                  <a:lnTo>
                    <a:pt x="29181" y="24068"/>
                  </a:lnTo>
                  <a:lnTo>
                    <a:pt x="25292" y="28172"/>
                  </a:lnTo>
                  <a:lnTo>
                    <a:pt x="22767" y="31745"/>
                  </a:lnTo>
                  <a:lnTo>
                    <a:pt x="21403" y="34586"/>
                  </a:lnTo>
                  <a:lnTo>
                    <a:pt x="18878" y="37112"/>
                  </a:lnTo>
                  <a:lnTo>
                    <a:pt x="18082" y="38892"/>
                  </a:lnTo>
                  <a:lnTo>
                    <a:pt x="19130" y="42680"/>
                  </a:lnTo>
                  <a:lnTo>
                    <a:pt x="20923" y="42364"/>
                  </a:lnTo>
                  <a:lnTo>
                    <a:pt x="22186" y="40786"/>
                  </a:lnTo>
                  <a:lnTo>
                    <a:pt x="23651" y="43311"/>
                  </a:lnTo>
                  <a:lnTo>
                    <a:pt x="23449" y="44776"/>
                  </a:lnTo>
                  <a:lnTo>
                    <a:pt x="26441" y="45092"/>
                  </a:lnTo>
                  <a:cubicBezTo>
                    <a:pt x="26441" y="45092"/>
                    <a:pt x="28058" y="42882"/>
                    <a:pt x="28058" y="42566"/>
                  </a:cubicBezTo>
                  <a:cubicBezTo>
                    <a:pt x="28058" y="42251"/>
                    <a:pt x="28487" y="40256"/>
                    <a:pt x="28487" y="40256"/>
                  </a:cubicBezTo>
                  <a:lnTo>
                    <a:pt x="26909" y="37932"/>
                  </a:lnTo>
                  <a:lnTo>
                    <a:pt x="27111" y="35622"/>
                  </a:lnTo>
                  <a:lnTo>
                    <a:pt x="28904" y="34157"/>
                  </a:lnTo>
                  <a:lnTo>
                    <a:pt x="29535" y="32364"/>
                  </a:lnTo>
                  <a:lnTo>
                    <a:pt x="30899" y="31202"/>
                  </a:lnTo>
                  <a:lnTo>
                    <a:pt x="32376" y="32263"/>
                  </a:lnTo>
                  <a:lnTo>
                    <a:pt x="29535" y="35836"/>
                  </a:lnTo>
                  <a:lnTo>
                    <a:pt x="30684" y="39309"/>
                  </a:lnTo>
                  <a:lnTo>
                    <a:pt x="32477" y="39523"/>
                  </a:lnTo>
                  <a:lnTo>
                    <a:pt x="35002" y="38778"/>
                  </a:lnTo>
                  <a:lnTo>
                    <a:pt x="36467" y="39725"/>
                  </a:lnTo>
                  <a:lnTo>
                    <a:pt x="34257" y="41089"/>
                  </a:lnTo>
                  <a:lnTo>
                    <a:pt x="31416" y="41203"/>
                  </a:lnTo>
                  <a:lnTo>
                    <a:pt x="31101" y="42983"/>
                  </a:lnTo>
                  <a:lnTo>
                    <a:pt x="29952" y="44360"/>
                  </a:lnTo>
                  <a:lnTo>
                    <a:pt x="29219" y="46822"/>
                  </a:lnTo>
                  <a:lnTo>
                    <a:pt x="25532" y="47504"/>
                  </a:lnTo>
                  <a:lnTo>
                    <a:pt x="21555" y="47504"/>
                  </a:lnTo>
                  <a:lnTo>
                    <a:pt x="22287" y="45092"/>
                  </a:lnTo>
                  <a:lnTo>
                    <a:pt x="21239" y="43880"/>
                  </a:lnTo>
                  <a:lnTo>
                    <a:pt x="19976" y="45382"/>
                  </a:lnTo>
                  <a:lnTo>
                    <a:pt x="19762" y="48072"/>
                  </a:lnTo>
                  <a:lnTo>
                    <a:pt x="17022" y="49208"/>
                  </a:lnTo>
                  <a:lnTo>
                    <a:pt x="16075" y="52618"/>
                  </a:lnTo>
                  <a:lnTo>
                    <a:pt x="14294" y="54448"/>
                  </a:lnTo>
                  <a:lnTo>
                    <a:pt x="12716" y="54448"/>
                  </a:lnTo>
                  <a:lnTo>
                    <a:pt x="10822" y="54764"/>
                  </a:lnTo>
                  <a:lnTo>
                    <a:pt x="12501" y="55648"/>
                  </a:lnTo>
                  <a:lnTo>
                    <a:pt x="13448" y="57681"/>
                  </a:lnTo>
                  <a:lnTo>
                    <a:pt x="11971" y="59209"/>
                  </a:lnTo>
                  <a:lnTo>
                    <a:pt x="8460" y="58780"/>
                  </a:lnTo>
                  <a:lnTo>
                    <a:pt x="6087" y="60017"/>
                  </a:lnTo>
                  <a:lnTo>
                    <a:pt x="6087" y="65484"/>
                  </a:lnTo>
                  <a:lnTo>
                    <a:pt x="8612" y="66217"/>
                  </a:lnTo>
                  <a:lnTo>
                    <a:pt x="9723" y="67164"/>
                  </a:lnTo>
                  <a:lnTo>
                    <a:pt x="11150" y="66318"/>
                  </a:lnTo>
                  <a:lnTo>
                    <a:pt x="13233" y="66431"/>
                  </a:lnTo>
                  <a:lnTo>
                    <a:pt x="15115" y="63691"/>
                  </a:lnTo>
                  <a:lnTo>
                    <a:pt x="16176" y="61797"/>
                  </a:lnTo>
                  <a:lnTo>
                    <a:pt x="17123" y="61381"/>
                  </a:lnTo>
                  <a:lnTo>
                    <a:pt x="17438" y="59600"/>
                  </a:lnTo>
                  <a:lnTo>
                    <a:pt x="19850" y="60232"/>
                  </a:lnTo>
                  <a:lnTo>
                    <a:pt x="21226" y="59487"/>
                  </a:lnTo>
                  <a:lnTo>
                    <a:pt x="22805" y="59487"/>
                  </a:lnTo>
                  <a:lnTo>
                    <a:pt x="24699" y="61595"/>
                  </a:lnTo>
                  <a:lnTo>
                    <a:pt x="26113" y="62909"/>
                  </a:lnTo>
                  <a:lnTo>
                    <a:pt x="26896" y="64222"/>
                  </a:lnTo>
                  <a:lnTo>
                    <a:pt x="26896" y="65484"/>
                  </a:lnTo>
                  <a:lnTo>
                    <a:pt x="28159" y="64752"/>
                  </a:lnTo>
                  <a:lnTo>
                    <a:pt x="28159" y="62959"/>
                  </a:lnTo>
                  <a:lnTo>
                    <a:pt x="29421" y="63376"/>
                  </a:lnTo>
                  <a:lnTo>
                    <a:pt x="29787" y="62542"/>
                  </a:lnTo>
                  <a:lnTo>
                    <a:pt x="27035" y="60964"/>
                  </a:lnTo>
                  <a:lnTo>
                    <a:pt x="24661" y="58653"/>
                  </a:lnTo>
                  <a:lnTo>
                    <a:pt x="25103" y="57075"/>
                  </a:lnTo>
                  <a:lnTo>
                    <a:pt x="27527" y="58754"/>
                  </a:lnTo>
                  <a:lnTo>
                    <a:pt x="30368" y="61595"/>
                  </a:lnTo>
                  <a:lnTo>
                    <a:pt x="31846" y="65383"/>
                  </a:lnTo>
                  <a:lnTo>
                    <a:pt x="33525" y="66671"/>
                  </a:lnTo>
                  <a:lnTo>
                    <a:pt x="34889" y="65383"/>
                  </a:lnTo>
                  <a:lnTo>
                    <a:pt x="33740" y="64020"/>
                  </a:lnTo>
                  <a:lnTo>
                    <a:pt x="35002" y="62643"/>
                  </a:lnTo>
                  <a:lnTo>
                    <a:pt x="36366" y="62441"/>
                  </a:lnTo>
                  <a:lnTo>
                    <a:pt x="37945" y="62126"/>
                  </a:lnTo>
                  <a:lnTo>
                    <a:pt x="37831" y="59701"/>
                  </a:lnTo>
                  <a:lnTo>
                    <a:pt x="39409" y="56343"/>
                  </a:lnTo>
                  <a:lnTo>
                    <a:pt x="41101" y="55913"/>
                  </a:lnTo>
                  <a:lnTo>
                    <a:pt x="41733" y="58237"/>
                  </a:lnTo>
                  <a:lnTo>
                    <a:pt x="43627" y="58237"/>
                  </a:lnTo>
                  <a:lnTo>
                    <a:pt x="43513" y="56759"/>
                  </a:lnTo>
                  <a:lnTo>
                    <a:pt x="45407" y="55547"/>
                  </a:lnTo>
                  <a:lnTo>
                    <a:pt x="44776" y="57466"/>
                  </a:lnTo>
                  <a:lnTo>
                    <a:pt x="47402" y="60168"/>
                  </a:lnTo>
                  <a:lnTo>
                    <a:pt x="49195" y="61507"/>
                  </a:lnTo>
                  <a:lnTo>
                    <a:pt x="45306" y="62340"/>
                  </a:lnTo>
                  <a:lnTo>
                    <a:pt x="42149" y="61494"/>
                  </a:lnTo>
                  <a:lnTo>
                    <a:pt x="39624" y="62126"/>
                  </a:lnTo>
                  <a:lnTo>
                    <a:pt x="38147" y="62972"/>
                  </a:lnTo>
                  <a:lnTo>
                    <a:pt x="37099" y="65497"/>
                  </a:lnTo>
                  <a:lnTo>
                    <a:pt x="38892" y="66671"/>
                  </a:lnTo>
                  <a:lnTo>
                    <a:pt x="41619" y="67366"/>
                  </a:lnTo>
                  <a:lnTo>
                    <a:pt x="44031" y="66002"/>
                  </a:lnTo>
                  <a:lnTo>
                    <a:pt x="44978" y="67366"/>
                  </a:lnTo>
                  <a:lnTo>
                    <a:pt x="44144" y="70523"/>
                  </a:lnTo>
                  <a:lnTo>
                    <a:pt x="41404" y="71785"/>
                  </a:lnTo>
                  <a:lnTo>
                    <a:pt x="38046" y="72316"/>
                  </a:lnTo>
                  <a:lnTo>
                    <a:pt x="32578" y="70737"/>
                  </a:lnTo>
                  <a:lnTo>
                    <a:pt x="30684" y="71053"/>
                  </a:lnTo>
                  <a:lnTo>
                    <a:pt x="29005" y="72518"/>
                  </a:lnTo>
                  <a:lnTo>
                    <a:pt x="26441" y="70422"/>
                  </a:lnTo>
                  <a:lnTo>
                    <a:pt x="23966" y="69891"/>
                  </a:lnTo>
                  <a:lnTo>
                    <a:pt x="23600" y="67139"/>
                  </a:lnTo>
                  <a:lnTo>
                    <a:pt x="22186" y="66823"/>
                  </a:lnTo>
                  <a:lnTo>
                    <a:pt x="20077" y="67164"/>
                  </a:lnTo>
                  <a:lnTo>
                    <a:pt x="15948" y="67139"/>
                  </a:lnTo>
                  <a:lnTo>
                    <a:pt x="11554" y="68742"/>
                  </a:lnTo>
                  <a:lnTo>
                    <a:pt x="10291" y="68111"/>
                  </a:lnTo>
                  <a:lnTo>
                    <a:pt x="8511" y="69891"/>
                  </a:lnTo>
                  <a:lnTo>
                    <a:pt x="6718" y="71785"/>
                  </a:lnTo>
                  <a:lnTo>
                    <a:pt x="6087" y="73793"/>
                  </a:lnTo>
                  <a:lnTo>
                    <a:pt x="3460" y="75687"/>
                  </a:lnTo>
                  <a:lnTo>
                    <a:pt x="1048" y="79564"/>
                  </a:lnTo>
                  <a:lnTo>
                    <a:pt x="0" y="82089"/>
                  </a:lnTo>
                  <a:lnTo>
                    <a:pt x="518" y="84501"/>
                  </a:lnTo>
                  <a:lnTo>
                    <a:pt x="0" y="87342"/>
                  </a:lnTo>
                  <a:lnTo>
                    <a:pt x="834" y="90814"/>
                  </a:lnTo>
                  <a:lnTo>
                    <a:pt x="3258" y="93340"/>
                  </a:lnTo>
                  <a:lnTo>
                    <a:pt x="5038" y="95234"/>
                  </a:lnTo>
                  <a:lnTo>
                    <a:pt x="8094" y="97027"/>
                  </a:lnTo>
                  <a:lnTo>
                    <a:pt x="10822" y="96711"/>
                  </a:lnTo>
                  <a:lnTo>
                    <a:pt x="13347" y="96711"/>
                  </a:lnTo>
                  <a:lnTo>
                    <a:pt x="16075" y="95335"/>
                  </a:lnTo>
                  <a:lnTo>
                    <a:pt x="18398" y="95600"/>
                  </a:lnTo>
                  <a:lnTo>
                    <a:pt x="19345" y="97203"/>
                  </a:lnTo>
                  <a:lnTo>
                    <a:pt x="22186" y="97052"/>
                  </a:lnTo>
                  <a:lnTo>
                    <a:pt x="23335" y="98921"/>
                  </a:lnTo>
                  <a:lnTo>
                    <a:pt x="22918" y="103012"/>
                  </a:lnTo>
                  <a:lnTo>
                    <a:pt x="25040" y="106169"/>
                  </a:lnTo>
                  <a:lnTo>
                    <a:pt x="25646" y="109325"/>
                  </a:lnTo>
                  <a:lnTo>
                    <a:pt x="25646" y="112166"/>
                  </a:lnTo>
                  <a:lnTo>
                    <a:pt x="23752" y="114793"/>
                  </a:lnTo>
                  <a:lnTo>
                    <a:pt x="23752" y="117205"/>
                  </a:lnTo>
                  <a:lnTo>
                    <a:pt x="25646" y="119945"/>
                  </a:lnTo>
                  <a:lnTo>
                    <a:pt x="25646" y="123505"/>
                  </a:lnTo>
                  <a:lnTo>
                    <a:pt x="27641" y="126132"/>
                  </a:lnTo>
                  <a:lnTo>
                    <a:pt x="28752" y="128228"/>
                  </a:lnTo>
                  <a:lnTo>
                    <a:pt x="29143" y="130539"/>
                  </a:lnTo>
                  <a:lnTo>
                    <a:pt x="30899" y="133279"/>
                  </a:lnTo>
                  <a:lnTo>
                    <a:pt x="35419" y="133279"/>
                  </a:lnTo>
                  <a:lnTo>
                    <a:pt x="37945" y="131385"/>
                  </a:lnTo>
                  <a:lnTo>
                    <a:pt x="39624" y="129541"/>
                  </a:lnTo>
                  <a:lnTo>
                    <a:pt x="42149" y="126675"/>
                  </a:lnTo>
                  <a:lnTo>
                    <a:pt x="42781" y="123808"/>
                  </a:lnTo>
                  <a:lnTo>
                    <a:pt x="44258" y="123808"/>
                  </a:lnTo>
                  <a:lnTo>
                    <a:pt x="44574" y="119705"/>
                  </a:lnTo>
                  <a:lnTo>
                    <a:pt x="44574" y="118442"/>
                  </a:lnTo>
                  <a:lnTo>
                    <a:pt x="48678" y="115285"/>
                  </a:lnTo>
                  <a:lnTo>
                    <a:pt x="50256" y="112874"/>
                  </a:lnTo>
                  <a:lnTo>
                    <a:pt x="50256" y="110260"/>
                  </a:lnTo>
                  <a:lnTo>
                    <a:pt x="49410" y="108265"/>
                  </a:lnTo>
                  <a:lnTo>
                    <a:pt x="49460" y="105954"/>
                  </a:lnTo>
                  <a:lnTo>
                    <a:pt x="48905" y="104477"/>
                  </a:lnTo>
                  <a:lnTo>
                    <a:pt x="51683" y="101951"/>
                  </a:lnTo>
                  <a:lnTo>
                    <a:pt x="54334" y="99009"/>
                  </a:lnTo>
                  <a:lnTo>
                    <a:pt x="57592" y="97014"/>
                  </a:lnTo>
                  <a:cubicBezTo>
                    <a:pt x="57592" y="97014"/>
                    <a:pt x="59070" y="94388"/>
                    <a:pt x="59070" y="93958"/>
                  </a:cubicBezTo>
                  <a:cubicBezTo>
                    <a:pt x="59070" y="93542"/>
                    <a:pt x="59916" y="91433"/>
                    <a:pt x="59916" y="91433"/>
                  </a:cubicBezTo>
                  <a:lnTo>
                    <a:pt x="59398" y="89754"/>
                  </a:lnTo>
                  <a:lnTo>
                    <a:pt x="57921" y="90498"/>
                  </a:lnTo>
                  <a:lnTo>
                    <a:pt x="54132" y="91016"/>
                  </a:lnTo>
                  <a:lnTo>
                    <a:pt x="52870" y="91648"/>
                  </a:lnTo>
                  <a:lnTo>
                    <a:pt x="52238" y="89754"/>
                  </a:lnTo>
                  <a:lnTo>
                    <a:pt x="51721" y="88604"/>
                  </a:lnTo>
                  <a:lnTo>
                    <a:pt x="49612" y="86597"/>
                  </a:lnTo>
                  <a:lnTo>
                    <a:pt x="48248" y="85650"/>
                  </a:lnTo>
                  <a:lnTo>
                    <a:pt x="46139" y="80826"/>
                  </a:lnTo>
                  <a:lnTo>
                    <a:pt x="45306" y="79665"/>
                  </a:lnTo>
                  <a:lnTo>
                    <a:pt x="44258" y="76823"/>
                  </a:lnTo>
                  <a:lnTo>
                    <a:pt x="43513" y="75561"/>
                  </a:lnTo>
                  <a:lnTo>
                    <a:pt x="44675" y="75144"/>
                  </a:lnTo>
                  <a:lnTo>
                    <a:pt x="47200" y="78617"/>
                  </a:lnTo>
                  <a:lnTo>
                    <a:pt x="48665" y="80927"/>
                  </a:lnTo>
                  <a:lnTo>
                    <a:pt x="49511" y="83339"/>
                  </a:lnTo>
                  <a:lnTo>
                    <a:pt x="51506" y="84917"/>
                  </a:lnTo>
                  <a:lnTo>
                    <a:pt x="52769" y="87973"/>
                  </a:lnTo>
                  <a:lnTo>
                    <a:pt x="53299" y="89438"/>
                  </a:lnTo>
                  <a:lnTo>
                    <a:pt x="56771" y="87859"/>
                  </a:lnTo>
                  <a:lnTo>
                    <a:pt x="60560" y="87026"/>
                  </a:lnTo>
                  <a:lnTo>
                    <a:pt x="64449" y="85018"/>
                  </a:lnTo>
                  <a:lnTo>
                    <a:pt x="65585" y="82922"/>
                  </a:lnTo>
                  <a:lnTo>
                    <a:pt x="66431" y="80814"/>
                  </a:lnTo>
                  <a:lnTo>
                    <a:pt x="64853" y="79235"/>
                  </a:lnTo>
                  <a:lnTo>
                    <a:pt x="63476" y="77771"/>
                  </a:lnTo>
                  <a:lnTo>
                    <a:pt x="61065" y="78503"/>
                  </a:lnTo>
                  <a:lnTo>
                    <a:pt x="58956" y="78604"/>
                  </a:lnTo>
                  <a:lnTo>
                    <a:pt x="57693" y="76293"/>
                  </a:lnTo>
                  <a:lnTo>
                    <a:pt x="55799" y="74740"/>
                  </a:lnTo>
                  <a:lnTo>
                    <a:pt x="56746" y="73149"/>
                  </a:lnTo>
                  <a:lnTo>
                    <a:pt x="59587" y="75460"/>
                  </a:lnTo>
                  <a:lnTo>
                    <a:pt x="61696" y="76609"/>
                  </a:lnTo>
                  <a:lnTo>
                    <a:pt x="63476" y="76722"/>
                  </a:lnTo>
                  <a:lnTo>
                    <a:pt x="65269" y="77669"/>
                  </a:lnTo>
                  <a:lnTo>
                    <a:pt x="67997" y="78086"/>
                  </a:lnTo>
                  <a:lnTo>
                    <a:pt x="71368" y="77669"/>
                  </a:lnTo>
                  <a:lnTo>
                    <a:pt x="73995" y="79564"/>
                  </a:lnTo>
                  <a:lnTo>
                    <a:pt x="75358" y="81874"/>
                  </a:lnTo>
                  <a:lnTo>
                    <a:pt x="76621" y="82076"/>
                  </a:lnTo>
                  <a:lnTo>
                    <a:pt x="77884" y="80612"/>
                  </a:lnTo>
                  <a:lnTo>
                    <a:pt x="78515" y="83137"/>
                  </a:lnTo>
                  <a:lnTo>
                    <a:pt x="79147" y="85864"/>
                  </a:lnTo>
                  <a:lnTo>
                    <a:pt x="80510" y="88806"/>
                  </a:lnTo>
                  <a:lnTo>
                    <a:pt x="81988" y="92178"/>
                  </a:lnTo>
                  <a:lnTo>
                    <a:pt x="82505" y="94072"/>
                  </a:lnTo>
                  <a:lnTo>
                    <a:pt x="84298" y="91231"/>
                  </a:lnTo>
                  <a:lnTo>
                    <a:pt x="84298" y="88188"/>
                  </a:lnTo>
                  <a:lnTo>
                    <a:pt x="85245" y="86609"/>
                  </a:lnTo>
                  <a:lnTo>
                    <a:pt x="87291" y="84816"/>
                  </a:lnTo>
                  <a:lnTo>
                    <a:pt x="90322" y="82089"/>
                  </a:lnTo>
                  <a:lnTo>
                    <a:pt x="91622" y="80296"/>
                  </a:lnTo>
                  <a:lnTo>
                    <a:pt x="94375" y="79665"/>
                  </a:lnTo>
                  <a:lnTo>
                    <a:pt x="95120" y="82720"/>
                  </a:lnTo>
                  <a:lnTo>
                    <a:pt x="96913" y="83554"/>
                  </a:lnTo>
                  <a:lnTo>
                    <a:pt x="96913" y="86925"/>
                  </a:lnTo>
                  <a:lnTo>
                    <a:pt x="98857" y="85763"/>
                  </a:lnTo>
                  <a:lnTo>
                    <a:pt x="100701" y="89652"/>
                  </a:lnTo>
                  <a:lnTo>
                    <a:pt x="100701" y="93857"/>
                  </a:lnTo>
                  <a:lnTo>
                    <a:pt x="102696" y="94905"/>
                  </a:lnTo>
                  <a:lnTo>
                    <a:pt x="103694" y="97014"/>
                  </a:lnTo>
                  <a:lnTo>
                    <a:pt x="105133" y="98908"/>
                  </a:lnTo>
                  <a:lnTo>
                    <a:pt x="107179" y="99741"/>
                  </a:lnTo>
                  <a:lnTo>
                    <a:pt x="107179" y="99741"/>
                  </a:lnTo>
                  <a:lnTo>
                    <a:pt x="106560" y="97746"/>
                  </a:lnTo>
                  <a:lnTo>
                    <a:pt x="106257" y="96067"/>
                  </a:lnTo>
                  <a:lnTo>
                    <a:pt x="104577" y="94804"/>
                  </a:lnTo>
                  <a:lnTo>
                    <a:pt x="103428" y="93226"/>
                  </a:lnTo>
                  <a:lnTo>
                    <a:pt x="102797" y="91761"/>
                  </a:lnTo>
                  <a:lnTo>
                    <a:pt x="103113" y="89551"/>
                  </a:lnTo>
                  <a:lnTo>
                    <a:pt x="103845" y="88604"/>
                  </a:lnTo>
                  <a:lnTo>
                    <a:pt x="105537" y="90183"/>
                  </a:lnTo>
                  <a:lnTo>
                    <a:pt x="107217" y="91963"/>
                  </a:lnTo>
                  <a:lnTo>
                    <a:pt x="108050" y="92393"/>
                  </a:lnTo>
                  <a:cubicBezTo>
                    <a:pt x="108050" y="92393"/>
                    <a:pt x="110146" y="90814"/>
                    <a:pt x="110146" y="90498"/>
                  </a:cubicBezTo>
                  <a:lnTo>
                    <a:pt x="110146" y="86925"/>
                  </a:lnTo>
                  <a:lnTo>
                    <a:pt x="108252" y="85132"/>
                  </a:lnTo>
                  <a:lnTo>
                    <a:pt x="107469" y="83554"/>
                  </a:lnTo>
                  <a:cubicBezTo>
                    <a:pt x="107469" y="83554"/>
                    <a:pt x="107747" y="81975"/>
                    <a:pt x="108063" y="81773"/>
                  </a:cubicBezTo>
                  <a:cubicBezTo>
                    <a:pt x="108378" y="81559"/>
                    <a:pt x="110209" y="80927"/>
                    <a:pt x="110209" y="80927"/>
                  </a:cubicBezTo>
                  <a:lnTo>
                    <a:pt x="110752" y="82190"/>
                  </a:lnTo>
                  <a:lnTo>
                    <a:pt x="112646" y="80826"/>
                  </a:lnTo>
                  <a:lnTo>
                    <a:pt x="116434" y="78932"/>
                  </a:lnTo>
                  <a:lnTo>
                    <a:pt x="118177" y="75775"/>
                  </a:lnTo>
                  <a:lnTo>
                    <a:pt x="118960" y="73566"/>
                  </a:lnTo>
                  <a:lnTo>
                    <a:pt x="118960" y="69891"/>
                  </a:lnTo>
                  <a:lnTo>
                    <a:pt x="117520" y="66949"/>
                  </a:lnTo>
                  <a:lnTo>
                    <a:pt x="116093" y="65169"/>
                  </a:lnTo>
                  <a:lnTo>
                    <a:pt x="118278" y="63691"/>
                  </a:lnTo>
                  <a:lnTo>
                    <a:pt x="118947" y="63174"/>
                  </a:lnTo>
                  <a:lnTo>
                    <a:pt x="117280" y="62643"/>
                  </a:lnTo>
                  <a:lnTo>
                    <a:pt x="115816" y="63174"/>
                  </a:lnTo>
                  <a:lnTo>
                    <a:pt x="114868" y="62113"/>
                  </a:lnTo>
                  <a:lnTo>
                    <a:pt x="114237" y="61280"/>
                  </a:lnTo>
                  <a:lnTo>
                    <a:pt x="116030" y="60219"/>
                  </a:lnTo>
                  <a:lnTo>
                    <a:pt x="116876" y="58540"/>
                  </a:lnTo>
                  <a:lnTo>
                    <a:pt x="117924" y="59070"/>
                  </a:lnTo>
                  <a:lnTo>
                    <a:pt x="117394" y="60964"/>
                  </a:lnTo>
                  <a:lnTo>
                    <a:pt x="117394" y="60964"/>
                  </a:lnTo>
                  <a:lnTo>
                    <a:pt x="119086" y="60118"/>
                  </a:lnTo>
                  <a:lnTo>
                    <a:pt x="120235" y="61065"/>
                  </a:lnTo>
                  <a:lnTo>
                    <a:pt x="121182" y="62744"/>
                  </a:lnTo>
                  <a:lnTo>
                    <a:pt x="122129" y="63906"/>
                  </a:lnTo>
                  <a:lnTo>
                    <a:pt x="122129" y="65484"/>
                  </a:lnTo>
                  <a:lnTo>
                    <a:pt x="122975" y="66318"/>
                  </a:lnTo>
                  <a:lnTo>
                    <a:pt x="124806" y="64853"/>
                  </a:lnTo>
                  <a:lnTo>
                    <a:pt x="124263" y="62542"/>
                  </a:lnTo>
                  <a:lnTo>
                    <a:pt x="122621" y="60850"/>
                  </a:lnTo>
                  <a:lnTo>
                    <a:pt x="122116" y="59802"/>
                  </a:lnTo>
                  <a:lnTo>
                    <a:pt x="123594" y="58540"/>
                  </a:lnTo>
                  <a:lnTo>
                    <a:pt x="123707" y="55699"/>
                  </a:lnTo>
                  <a:lnTo>
                    <a:pt x="124970" y="54651"/>
                  </a:lnTo>
                  <a:lnTo>
                    <a:pt x="126233" y="55383"/>
                  </a:lnTo>
                  <a:lnTo>
                    <a:pt x="128127" y="52125"/>
                  </a:lnTo>
                  <a:lnTo>
                    <a:pt x="129705" y="47289"/>
                  </a:lnTo>
                  <a:lnTo>
                    <a:pt x="128544" y="44031"/>
                  </a:lnTo>
                  <a:lnTo>
                    <a:pt x="127811" y="41102"/>
                  </a:lnTo>
                  <a:lnTo>
                    <a:pt x="126132" y="39523"/>
                  </a:lnTo>
                  <a:lnTo>
                    <a:pt x="123922" y="38892"/>
                  </a:lnTo>
                  <a:lnTo>
                    <a:pt x="122558" y="38362"/>
                  </a:lnTo>
                  <a:lnTo>
                    <a:pt x="121498" y="37516"/>
                  </a:lnTo>
                  <a:lnTo>
                    <a:pt x="123606" y="33311"/>
                  </a:lnTo>
                  <a:lnTo>
                    <a:pt x="124440" y="30533"/>
                  </a:lnTo>
                  <a:lnTo>
                    <a:pt x="126650" y="29220"/>
                  </a:lnTo>
                  <a:lnTo>
                    <a:pt x="130021" y="29220"/>
                  </a:lnTo>
                  <a:lnTo>
                    <a:pt x="132332" y="28588"/>
                  </a:lnTo>
                  <a:lnTo>
                    <a:pt x="132231" y="28588"/>
                  </a:lnTo>
                  <a:lnTo>
                    <a:pt x="132231" y="23222"/>
                  </a:lnTo>
                  <a:lnTo>
                    <a:pt x="135072" y="21959"/>
                  </a:lnTo>
                  <a:lnTo>
                    <a:pt x="135804" y="23853"/>
                  </a:lnTo>
                  <a:lnTo>
                    <a:pt x="136650" y="21959"/>
                  </a:lnTo>
                  <a:lnTo>
                    <a:pt x="136650" y="20065"/>
                  </a:lnTo>
                  <a:lnTo>
                    <a:pt x="138115" y="20899"/>
                  </a:lnTo>
                  <a:lnTo>
                    <a:pt x="137433" y="24788"/>
                  </a:lnTo>
                  <a:lnTo>
                    <a:pt x="136006" y="30571"/>
                  </a:lnTo>
                  <a:lnTo>
                    <a:pt x="136006" y="33942"/>
                  </a:lnTo>
                  <a:lnTo>
                    <a:pt x="139428" y="38677"/>
                  </a:lnTo>
                  <a:lnTo>
                    <a:pt x="140426" y="42049"/>
                  </a:lnTo>
                  <a:lnTo>
                    <a:pt x="140426" y="43412"/>
                  </a:lnTo>
                  <a:lnTo>
                    <a:pt x="141688" y="42364"/>
                  </a:lnTo>
                  <a:lnTo>
                    <a:pt x="141688" y="38993"/>
                  </a:lnTo>
                  <a:lnTo>
                    <a:pt x="143166" y="35622"/>
                  </a:lnTo>
                  <a:lnTo>
                    <a:pt x="142370" y="32894"/>
                  </a:lnTo>
                  <a:lnTo>
                    <a:pt x="142244" y="31316"/>
                  </a:lnTo>
                  <a:lnTo>
                    <a:pt x="141966" y="29220"/>
                  </a:lnTo>
                  <a:lnTo>
                    <a:pt x="140085" y="27742"/>
                  </a:lnTo>
                  <a:lnTo>
                    <a:pt x="139782" y="24800"/>
                  </a:lnTo>
                  <a:lnTo>
                    <a:pt x="142522" y="23020"/>
                  </a:lnTo>
                  <a:lnTo>
                    <a:pt x="144832" y="23336"/>
                  </a:lnTo>
                  <a:lnTo>
                    <a:pt x="144832" y="20697"/>
                  </a:lnTo>
                  <a:lnTo>
                    <a:pt x="145881" y="18967"/>
                  </a:lnTo>
                  <a:lnTo>
                    <a:pt x="148090" y="17855"/>
                  </a:lnTo>
                  <a:lnTo>
                    <a:pt x="148936" y="17855"/>
                  </a:lnTo>
                  <a:lnTo>
                    <a:pt x="147573" y="14067"/>
                  </a:lnTo>
                  <a:lnTo>
                    <a:pt x="144315" y="12868"/>
                  </a:lnTo>
                  <a:lnTo>
                    <a:pt x="144832" y="10784"/>
                  </a:lnTo>
                  <a:lnTo>
                    <a:pt x="144517" y="8751"/>
                  </a:lnTo>
                  <a:lnTo>
                    <a:pt x="144315" y="7577"/>
                  </a:lnTo>
                  <a:lnTo>
                    <a:pt x="146310" y="8613"/>
                  </a:lnTo>
                  <a:lnTo>
                    <a:pt x="147674" y="7565"/>
                  </a:lnTo>
                  <a:lnTo>
                    <a:pt x="148936" y="8398"/>
                  </a:lnTo>
                  <a:lnTo>
                    <a:pt x="149669" y="6188"/>
                  </a:lnTo>
                  <a:lnTo>
                    <a:pt x="148406" y="4509"/>
                  </a:lnTo>
                  <a:lnTo>
                    <a:pt x="147775" y="2084"/>
                  </a:lnTo>
                  <a:lnTo>
                    <a:pt x="144201" y="1567"/>
                  </a:lnTo>
                  <a:lnTo>
                    <a:pt x="144201" y="3031"/>
                  </a:lnTo>
                  <a:lnTo>
                    <a:pt x="142623" y="2981"/>
                  </a:lnTo>
                  <a:lnTo>
                    <a:pt x="141890" y="2084"/>
                  </a:lnTo>
                  <a:lnTo>
                    <a:pt x="134440" y="2084"/>
                  </a:lnTo>
                  <a:lnTo>
                    <a:pt x="131069" y="2400"/>
                  </a:lnTo>
                  <a:lnTo>
                    <a:pt x="133493" y="4774"/>
                  </a:lnTo>
                  <a:lnTo>
                    <a:pt x="130867" y="4799"/>
                  </a:lnTo>
                  <a:lnTo>
                    <a:pt x="130337" y="3499"/>
                  </a:lnTo>
                  <a:lnTo>
                    <a:pt x="127294" y="4837"/>
                  </a:lnTo>
                  <a:lnTo>
                    <a:pt x="124654" y="6504"/>
                  </a:lnTo>
                  <a:lnTo>
                    <a:pt x="123076" y="6504"/>
                  </a:lnTo>
                  <a:lnTo>
                    <a:pt x="122028" y="4294"/>
                  </a:lnTo>
                  <a:lnTo>
                    <a:pt x="119503" y="3928"/>
                  </a:lnTo>
                  <a:lnTo>
                    <a:pt x="117407" y="5115"/>
                  </a:lnTo>
                  <a:lnTo>
                    <a:pt x="114149" y="4016"/>
                  </a:lnTo>
                  <a:lnTo>
                    <a:pt x="112040" y="3158"/>
                  </a:lnTo>
                  <a:lnTo>
                    <a:pt x="107835" y="3461"/>
                  </a:lnTo>
                  <a:lnTo>
                    <a:pt x="106055" y="4610"/>
                  </a:lnTo>
                  <a:lnTo>
                    <a:pt x="107204" y="7767"/>
                  </a:lnTo>
                  <a:lnTo>
                    <a:pt x="104792" y="7767"/>
                  </a:lnTo>
                  <a:lnTo>
                    <a:pt x="103529" y="7653"/>
                  </a:lnTo>
                  <a:lnTo>
                    <a:pt x="101951" y="8448"/>
                  </a:lnTo>
                  <a:lnTo>
                    <a:pt x="102898" y="10153"/>
                  </a:lnTo>
                  <a:lnTo>
                    <a:pt x="100587" y="9484"/>
                  </a:lnTo>
                  <a:lnTo>
                    <a:pt x="99741" y="6529"/>
                  </a:lnTo>
                  <a:lnTo>
                    <a:pt x="97115" y="4319"/>
                  </a:lnTo>
                  <a:lnTo>
                    <a:pt x="93327" y="4837"/>
                  </a:lnTo>
                  <a:lnTo>
                    <a:pt x="94173" y="7577"/>
                  </a:lnTo>
                  <a:lnTo>
                    <a:pt x="91016" y="7463"/>
                  </a:lnTo>
                  <a:lnTo>
                    <a:pt x="89968" y="6100"/>
                  </a:lnTo>
                  <a:lnTo>
                    <a:pt x="87758" y="7249"/>
                  </a:lnTo>
                  <a:lnTo>
                    <a:pt x="86066" y="7779"/>
                  </a:lnTo>
                  <a:lnTo>
                    <a:pt x="83541" y="10822"/>
                  </a:lnTo>
                  <a:lnTo>
                    <a:pt x="83023" y="8827"/>
                  </a:lnTo>
                  <a:lnTo>
                    <a:pt x="85233" y="5468"/>
                  </a:lnTo>
                  <a:lnTo>
                    <a:pt x="84601" y="2312"/>
                  </a:lnTo>
                  <a:lnTo>
                    <a:pt x="81445" y="1"/>
                  </a:lnTo>
                  <a:close/>
                </a:path>
              </a:pathLst>
            </a:custGeom>
            <a:solidFill>
              <a:srgbClr val="445D7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29" name="Google Shape;8187;p80">
              <a:extLst>
                <a:ext uri="{FF2B5EF4-FFF2-40B4-BE49-F238E27FC236}">
                  <a16:creationId xmlns:a16="http://schemas.microsoft.com/office/drawing/2014/main" id="{3CDD64BD-596E-24BD-8428-07F31418B038}"/>
                </a:ext>
              </a:extLst>
            </p:cNvPr>
            <p:cNvSpPr/>
            <p:nvPr/>
          </p:nvSpPr>
          <p:spPr>
            <a:xfrm>
              <a:off x="3167575" y="993250"/>
              <a:ext cx="3759100" cy="3349975"/>
            </a:xfrm>
            <a:custGeom>
              <a:avLst/>
              <a:gdLst/>
              <a:ahLst/>
              <a:cxnLst/>
              <a:rect l="l" t="t" r="r" b="b"/>
              <a:pathLst>
                <a:path w="150364" h="133999" extrusionOk="0">
                  <a:moveTo>
                    <a:pt x="81786" y="784"/>
                  </a:moveTo>
                  <a:lnTo>
                    <a:pt x="84653" y="2892"/>
                  </a:lnTo>
                  <a:lnTo>
                    <a:pt x="85234" y="5797"/>
                  </a:lnTo>
                  <a:lnTo>
                    <a:pt x="83024" y="9168"/>
                  </a:lnTo>
                  <a:lnTo>
                    <a:pt x="83731" y="11895"/>
                  </a:lnTo>
                  <a:lnTo>
                    <a:pt x="86597" y="8448"/>
                  </a:lnTo>
                  <a:lnTo>
                    <a:pt x="88239" y="7931"/>
                  </a:lnTo>
                  <a:lnTo>
                    <a:pt x="90209" y="6895"/>
                  </a:lnTo>
                  <a:lnTo>
                    <a:pt x="91193" y="8171"/>
                  </a:lnTo>
                  <a:lnTo>
                    <a:pt x="94931" y="8297"/>
                  </a:lnTo>
                  <a:lnTo>
                    <a:pt x="94931" y="8297"/>
                  </a:lnTo>
                  <a:lnTo>
                    <a:pt x="94072" y="5494"/>
                  </a:lnTo>
                  <a:lnTo>
                    <a:pt x="97355" y="5039"/>
                  </a:lnTo>
                  <a:lnTo>
                    <a:pt x="99805" y="7110"/>
                  </a:lnTo>
                  <a:lnTo>
                    <a:pt x="100664" y="10140"/>
                  </a:lnTo>
                  <a:lnTo>
                    <a:pt x="103871" y="11075"/>
                  </a:lnTo>
                  <a:lnTo>
                    <a:pt x="102722" y="8991"/>
                  </a:lnTo>
                  <a:lnTo>
                    <a:pt x="103922" y="8385"/>
                  </a:lnTo>
                  <a:lnTo>
                    <a:pt x="105121" y="8486"/>
                  </a:lnTo>
                  <a:lnTo>
                    <a:pt x="107987" y="8486"/>
                  </a:lnTo>
                  <a:lnTo>
                    <a:pt x="106763" y="5153"/>
                  </a:lnTo>
                  <a:lnTo>
                    <a:pt x="108265" y="4180"/>
                  </a:lnTo>
                  <a:lnTo>
                    <a:pt x="112319" y="3890"/>
                  </a:lnTo>
                  <a:lnTo>
                    <a:pt x="114377" y="4723"/>
                  </a:lnTo>
                  <a:lnTo>
                    <a:pt x="117761" y="5860"/>
                  </a:lnTo>
                  <a:lnTo>
                    <a:pt x="119895" y="4673"/>
                  </a:lnTo>
                  <a:lnTo>
                    <a:pt x="122142" y="5001"/>
                  </a:lnTo>
                  <a:lnTo>
                    <a:pt x="123216" y="7236"/>
                  </a:lnTo>
                  <a:lnTo>
                    <a:pt x="125084" y="7236"/>
                  </a:lnTo>
                  <a:lnTo>
                    <a:pt x="127749" y="5544"/>
                  </a:lnTo>
                  <a:lnTo>
                    <a:pt x="130489" y="4332"/>
                  </a:lnTo>
                  <a:lnTo>
                    <a:pt x="130981" y="5532"/>
                  </a:lnTo>
                  <a:lnTo>
                    <a:pt x="134580" y="5494"/>
                  </a:lnTo>
                  <a:lnTo>
                    <a:pt x="132105" y="3069"/>
                  </a:lnTo>
                  <a:lnTo>
                    <a:pt x="134769" y="2817"/>
                  </a:lnTo>
                  <a:lnTo>
                    <a:pt x="142080" y="2817"/>
                  </a:lnTo>
                  <a:lnTo>
                    <a:pt x="142813" y="3713"/>
                  </a:lnTo>
                  <a:lnTo>
                    <a:pt x="144858" y="3776"/>
                  </a:lnTo>
                  <a:lnTo>
                    <a:pt x="144858" y="2337"/>
                  </a:lnTo>
                  <a:lnTo>
                    <a:pt x="147864" y="2779"/>
                  </a:lnTo>
                  <a:lnTo>
                    <a:pt x="148432" y="4989"/>
                  </a:lnTo>
                  <a:lnTo>
                    <a:pt x="149657" y="6643"/>
                  </a:lnTo>
                  <a:lnTo>
                    <a:pt x="149101" y="8309"/>
                  </a:lnTo>
                  <a:lnTo>
                    <a:pt x="147990" y="7564"/>
                  </a:lnTo>
                  <a:lnTo>
                    <a:pt x="146601" y="8638"/>
                  </a:lnTo>
                  <a:lnTo>
                    <a:pt x="144214" y="7400"/>
                  </a:lnTo>
                  <a:lnTo>
                    <a:pt x="144846" y="11163"/>
                  </a:lnTo>
                  <a:lnTo>
                    <a:pt x="144278" y="13461"/>
                  </a:lnTo>
                  <a:lnTo>
                    <a:pt x="147662" y="14724"/>
                  </a:lnTo>
                  <a:lnTo>
                    <a:pt x="148823" y="17944"/>
                  </a:lnTo>
                  <a:lnTo>
                    <a:pt x="148356" y="17944"/>
                  </a:lnTo>
                  <a:lnTo>
                    <a:pt x="145995" y="19118"/>
                  </a:lnTo>
                  <a:lnTo>
                    <a:pt x="144846" y="21012"/>
                  </a:lnTo>
                  <a:lnTo>
                    <a:pt x="144846" y="23373"/>
                  </a:lnTo>
                  <a:lnTo>
                    <a:pt x="142775" y="23096"/>
                  </a:lnTo>
                  <a:lnTo>
                    <a:pt x="139770" y="25040"/>
                  </a:lnTo>
                  <a:lnTo>
                    <a:pt x="140111" y="28311"/>
                  </a:lnTo>
                  <a:lnTo>
                    <a:pt x="141992" y="29788"/>
                  </a:lnTo>
                  <a:lnTo>
                    <a:pt x="142257" y="31745"/>
                  </a:lnTo>
                  <a:lnTo>
                    <a:pt x="142396" y="33387"/>
                  </a:lnTo>
                  <a:lnTo>
                    <a:pt x="143154" y="36000"/>
                  </a:lnTo>
                  <a:lnTo>
                    <a:pt x="141727" y="39271"/>
                  </a:lnTo>
                  <a:lnTo>
                    <a:pt x="141702" y="42604"/>
                  </a:lnTo>
                  <a:lnTo>
                    <a:pt x="141070" y="43135"/>
                  </a:lnTo>
                  <a:lnTo>
                    <a:pt x="141070" y="42440"/>
                  </a:lnTo>
                  <a:lnTo>
                    <a:pt x="140060" y="38993"/>
                  </a:lnTo>
                  <a:lnTo>
                    <a:pt x="136651" y="34245"/>
                  </a:lnTo>
                  <a:lnTo>
                    <a:pt x="136651" y="31025"/>
                  </a:lnTo>
                  <a:lnTo>
                    <a:pt x="138078" y="25255"/>
                  </a:lnTo>
                  <a:lnTo>
                    <a:pt x="138797" y="21151"/>
                  </a:lnTo>
                  <a:lnTo>
                    <a:pt x="136663" y="19939"/>
                  </a:lnTo>
                  <a:lnTo>
                    <a:pt x="136663" y="22300"/>
                  </a:lnTo>
                  <a:lnTo>
                    <a:pt x="136158" y="23437"/>
                  </a:lnTo>
                  <a:lnTo>
                    <a:pt x="135578" y="21947"/>
                  </a:lnTo>
                  <a:lnTo>
                    <a:pt x="132244" y="23424"/>
                  </a:lnTo>
                  <a:lnTo>
                    <a:pt x="132244" y="28765"/>
                  </a:lnTo>
                  <a:lnTo>
                    <a:pt x="130312" y="29295"/>
                  </a:lnTo>
                  <a:lnTo>
                    <a:pt x="126890" y="29295"/>
                  </a:lnTo>
                  <a:lnTo>
                    <a:pt x="124504" y="30722"/>
                  </a:lnTo>
                  <a:lnTo>
                    <a:pt x="123645" y="33576"/>
                  </a:lnTo>
                  <a:lnTo>
                    <a:pt x="121435" y="38008"/>
                  </a:lnTo>
                  <a:lnTo>
                    <a:pt x="122685" y="39006"/>
                  </a:lnTo>
                  <a:lnTo>
                    <a:pt x="124163" y="39586"/>
                  </a:lnTo>
                  <a:lnTo>
                    <a:pt x="126297" y="40193"/>
                  </a:lnTo>
                  <a:lnTo>
                    <a:pt x="127862" y="41657"/>
                  </a:lnTo>
                  <a:lnTo>
                    <a:pt x="128582" y="44549"/>
                  </a:lnTo>
                  <a:lnTo>
                    <a:pt x="129706" y="47706"/>
                  </a:lnTo>
                  <a:lnTo>
                    <a:pt x="128178" y="52403"/>
                  </a:lnTo>
                  <a:lnTo>
                    <a:pt x="126461" y="55358"/>
                  </a:lnTo>
                  <a:lnTo>
                    <a:pt x="125274" y="54676"/>
                  </a:lnTo>
                  <a:lnTo>
                    <a:pt x="123733" y="55951"/>
                  </a:lnTo>
                  <a:lnTo>
                    <a:pt x="123620" y="58792"/>
                  </a:lnTo>
                  <a:lnTo>
                    <a:pt x="122067" y="60118"/>
                  </a:lnTo>
                  <a:lnTo>
                    <a:pt x="122673" y="61393"/>
                  </a:lnTo>
                  <a:lnTo>
                    <a:pt x="124314" y="63098"/>
                  </a:lnTo>
                  <a:lnTo>
                    <a:pt x="124807" y="65131"/>
                  </a:lnTo>
                  <a:lnTo>
                    <a:pt x="123342" y="66305"/>
                  </a:lnTo>
                  <a:lnTo>
                    <a:pt x="122786" y="65750"/>
                  </a:lnTo>
                  <a:lnTo>
                    <a:pt x="122786" y="64196"/>
                  </a:lnTo>
                  <a:lnTo>
                    <a:pt x="121801" y="62997"/>
                  </a:lnTo>
                  <a:lnTo>
                    <a:pt x="120854" y="61317"/>
                  </a:lnTo>
                  <a:lnTo>
                    <a:pt x="119465" y="60143"/>
                  </a:lnTo>
                  <a:lnTo>
                    <a:pt x="118241" y="60762"/>
                  </a:lnTo>
                  <a:lnTo>
                    <a:pt x="118241" y="60762"/>
                  </a:lnTo>
                  <a:lnTo>
                    <a:pt x="118645" y="59297"/>
                  </a:lnTo>
                  <a:lnTo>
                    <a:pt x="117079" y="58514"/>
                  </a:lnTo>
                  <a:lnTo>
                    <a:pt x="116132" y="60396"/>
                  </a:lnTo>
                  <a:lnTo>
                    <a:pt x="114112" y="61583"/>
                  </a:lnTo>
                  <a:lnTo>
                    <a:pt x="114970" y="62719"/>
                  </a:lnTo>
                  <a:lnTo>
                    <a:pt x="116056" y="63931"/>
                  </a:lnTo>
                  <a:lnTo>
                    <a:pt x="117622" y="63376"/>
                  </a:lnTo>
                  <a:lnTo>
                    <a:pt x="118607" y="63691"/>
                  </a:lnTo>
                  <a:lnTo>
                    <a:pt x="115968" y="65497"/>
                  </a:lnTo>
                  <a:lnTo>
                    <a:pt x="117597" y="67530"/>
                  </a:lnTo>
                  <a:lnTo>
                    <a:pt x="119011" y="70371"/>
                  </a:lnTo>
                  <a:lnTo>
                    <a:pt x="119011" y="73919"/>
                  </a:lnTo>
                  <a:lnTo>
                    <a:pt x="118266" y="76028"/>
                  </a:lnTo>
                  <a:lnTo>
                    <a:pt x="116574" y="79096"/>
                  </a:lnTo>
                  <a:lnTo>
                    <a:pt x="112824" y="80978"/>
                  </a:lnTo>
                  <a:lnTo>
                    <a:pt x="111245" y="82114"/>
                  </a:lnTo>
                  <a:lnTo>
                    <a:pt x="110740" y="80940"/>
                  </a:lnTo>
                  <a:lnTo>
                    <a:pt x="110462" y="81041"/>
                  </a:lnTo>
                  <a:cubicBezTo>
                    <a:pt x="110159" y="81142"/>
                    <a:pt x="108594" y="81697"/>
                    <a:pt x="108253" y="81912"/>
                  </a:cubicBezTo>
                  <a:cubicBezTo>
                    <a:pt x="107886" y="82165"/>
                    <a:pt x="107634" y="83276"/>
                    <a:pt x="107520" y="83907"/>
                  </a:cubicBezTo>
                  <a:lnTo>
                    <a:pt x="107495" y="84008"/>
                  </a:lnTo>
                  <a:lnTo>
                    <a:pt x="108341" y="85688"/>
                  </a:lnTo>
                  <a:lnTo>
                    <a:pt x="110197" y="87468"/>
                  </a:lnTo>
                  <a:lnTo>
                    <a:pt x="110197" y="90852"/>
                  </a:lnTo>
                  <a:cubicBezTo>
                    <a:pt x="110046" y="91092"/>
                    <a:pt x="109174" y="91824"/>
                    <a:pt x="108379" y="92430"/>
                  </a:cubicBezTo>
                  <a:lnTo>
                    <a:pt x="107760" y="92115"/>
                  </a:lnTo>
                  <a:lnTo>
                    <a:pt x="106093" y="90360"/>
                  </a:lnTo>
                  <a:lnTo>
                    <a:pt x="104161" y="88541"/>
                  </a:lnTo>
                  <a:lnTo>
                    <a:pt x="103164" y="89829"/>
                  </a:lnTo>
                  <a:lnTo>
                    <a:pt x="102823" y="92203"/>
                  </a:lnTo>
                  <a:lnTo>
                    <a:pt x="103492" y="93756"/>
                  </a:lnTo>
                  <a:lnTo>
                    <a:pt x="104679" y="95398"/>
                  </a:lnTo>
                  <a:lnTo>
                    <a:pt x="106321" y="96648"/>
                  </a:lnTo>
                  <a:lnTo>
                    <a:pt x="106611" y="98239"/>
                  </a:lnTo>
                  <a:lnTo>
                    <a:pt x="107028" y="99602"/>
                  </a:lnTo>
                  <a:lnTo>
                    <a:pt x="105689" y="99047"/>
                  </a:lnTo>
                  <a:lnTo>
                    <a:pt x="104313" y="97254"/>
                  </a:lnTo>
                  <a:lnTo>
                    <a:pt x="103290" y="95082"/>
                  </a:lnTo>
                  <a:lnTo>
                    <a:pt x="101371" y="94072"/>
                  </a:lnTo>
                  <a:lnTo>
                    <a:pt x="101371" y="90056"/>
                  </a:lnTo>
                  <a:lnTo>
                    <a:pt x="99351" y="85725"/>
                  </a:lnTo>
                  <a:lnTo>
                    <a:pt x="97583" y="86773"/>
                  </a:lnTo>
                  <a:lnTo>
                    <a:pt x="97583" y="83756"/>
                  </a:lnTo>
                  <a:lnTo>
                    <a:pt x="95739" y="82897"/>
                  </a:lnTo>
                  <a:lnTo>
                    <a:pt x="94944" y="79690"/>
                  </a:lnTo>
                  <a:lnTo>
                    <a:pt x="91774" y="80422"/>
                  </a:lnTo>
                  <a:lnTo>
                    <a:pt x="90423" y="82278"/>
                  </a:lnTo>
                  <a:lnTo>
                    <a:pt x="87431" y="84980"/>
                  </a:lnTo>
                  <a:lnTo>
                    <a:pt x="85372" y="86773"/>
                  </a:lnTo>
                  <a:lnTo>
                    <a:pt x="84324" y="88503"/>
                  </a:lnTo>
                  <a:lnTo>
                    <a:pt x="84324" y="91546"/>
                  </a:lnTo>
                  <a:lnTo>
                    <a:pt x="82961" y="93706"/>
                  </a:lnTo>
                  <a:lnTo>
                    <a:pt x="82620" y="92456"/>
                  </a:lnTo>
                  <a:lnTo>
                    <a:pt x="81142" y="89084"/>
                  </a:lnTo>
                  <a:lnTo>
                    <a:pt x="79791" y="86180"/>
                  </a:lnTo>
                  <a:lnTo>
                    <a:pt x="79160" y="83465"/>
                  </a:lnTo>
                  <a:lnTo>
                    <a:pt x="78377" y="80359"/>
                  </a:lnTo>
                  <a:lnTo>
                    <a:pt x="76837" y="82152"/>
                  </a:lnTo>
                  <a:lnTo>
                    <a:pt x="75890" y="82000"/>
                  </a:lnTo>
                  <a:lnTo>
                    <a:pt x="74602" y="79803"/>
                  </a:lnTo>
                  <a:lnTo>
                    <a:pt x="71773" y="77745"/>
                  </a:lnTo>
                  <a:lnTo>
                    <a:pt x="68326" y="78175"/>
                  </a:lnTo>
                  <a:lnTo>
                    <a:pt x="65687" y="77770"/>
                  </a:lnTo>
                  <a:lnTo>
                    <a:pt x="63957" y="76849"/>
                  </a:lnTo>
                  <a:lnTo>
                    <a:pt x="62113" y="76710"/>
                  </a:lnTo>
                  <a:lnTo>
                    <a:pt x="60118" y="75624"/>
                  </a:lnTo>
                  <a:lnTo>
                    <a:pt x="56999" y="73086"/>
                  </a:lnTo>
                  <a:lnTo>
                    <a:pt x="55737" y="75232"/>
                  </a:lnTo>
                  <a:lnTo>
                    <a:pt x="57782" y="76912"/>
                  </a:lnTo>
                  <a:lnTo>
                    <a:pt x="59108" y="79349"/>
                  </a:lnTo>
                  <a:lnTo>
                    <a:pt x="61419" y="79235"/>
                  </a:lnTo>
                  <a:lnTo>
                    <a:pt x="63717" y="78541"/>
                  </a:lnTo>
                  <a:lnTo>
                    <a:pt x="64954" y="79879"/>
                  </a:lnTo>
                  <a:lnTo>
                    <a:pt x="66394" y="81306"/>
                  </a:lnTo>
                  <a:lnTo>
                    <a:pt x="65636" y="83187"/>
                  </a:lnTo>
                  <a:lnTo>
                    <a:pt x="64538" y="85208"/>
                  </a:lnTo>
                  <a:lnTo>
                    <a:pt x="60775" y="87140"/>
                  </a:lnTo>
                  <a:lnTo>
                    <a:pt x="57025" y="87973"/>
                  </a:lnTo>
                  <a:lnTo>
                    <a:pt x="53805" y="89425"/>
                  </a:lnTo>
                  <a:lnTo>
                    <a:pt x="53388" y="88263"/>
                  </a:lnTo>
                  <a:lnTo>
                    <a:pt x="52100" y="85132"/>
                  </a:lnTo>
                  <a:lnTo>
                    <a:pt x="50105" y="83554"/>
                  </a:lnTo>
                  <a:lnTo>
                    <a:pt x="49297" y="81230"/>
                  </a:lnTo>
                  <a:lnTo>
                    <a:pt x="47782" y="78831"/>
                  </a:lnTo>
                  <a:lnTo>
                    <a:pt x="45117" y="75169"/>
                  </a:lnTo>
                  <a:lnTo>
                    <a:pt x="43387" y="75801"/>
                  </a:lnTo>
                  <a:lnTo>
                    <a:pt x="44284" y="77341"/>
                  </a:lnTo>
                  <a:lnTo>
                    <a:pt x="45332" y="80182"/>
                  </a:lnTo>
                  <a:lnTo>
                    <a:pt x="46203" y="81382"/>
                  </a:lnTo>
                  <a:lnTo>
                    <a:pt x="48325" y="86281"/>
                  </a:lnTo>
                  <a:lnTo>
                    <a:pt x="49726" y="87241"/>
                  </a:lnTo>
                  <a:lnTo>
                    <a:pt x="51772" y="89198"/>
                  </a:lnTo>
                  <a:lnTo>
                    <a:pt x="52264" y="90271"/>
                  </a:lnTo>
                  <a:lnTo>
                    <a:pt x="53009" y="92506"/>
                  </a:lnTo>
                  <a:lnTo>
                    <a:pt x="54550" y="91736"/>
                  </a:lnTo>
                  <a:lnTo>
                    <a:pt x="58287" y="91218"/>
                  </a:lnTo>
                  <a:lnTo>
                    <a:pt x="59525" y="90612"/>
                  </a:lnTo>
                  <a:lnTo>
                    <a:pt x="59904" y="91837"/>
                  </a:lnTo>
                  <a:cubicBezTo>
                    <a:pt x="59664" y="92443"/>
                    <a:pt x="59070" y="93946"/>
                    <a:pt x="59070" y="94362"/>
                  </a:cubicBezTo>
                  <a:cubicBezTo>
                    <a:pt x="59045" y="94615"/>
                    <a:pt x="58338" y="96016"/>
                    <a:pt x="57681" y="97191"/>
                  </a:cubicBezTo>
                  <a:lnTo>
                    <a:pt x="54487" y="99148"/>
                  </a:lnTo>
                  <a:lnTo>
                    <a:pt x="51784" y="102128"/>
                  </a:lnTo>
                  <a:lnTo>
                    <a:pt x="48855" y="104792"/>
                  </a:lnTo>
                  <a:lnTo>
                    <a:pt x="49474" y="106408"/>
                  </a:lnTo>
                  <a:lnTo>
                    <a:pt x="49411" y="108719"/>
                  </a:lnTo>
                  <a:lnTo>
                    <a:pt x="50257" y="110727"/>
                  </a:lnTo>
                  <a:lnTo>
                    <a:pt x="50257" y="113189"/>
                  </a:lnTo>
                  <a:lnTo>
                    <a:pt x="48767" y="115487"/>
                  </a:lnTo>
                  <a:lnTo>
                    <a:pt x="44587" y="118694"/>
                  </a:lnTo>
                  <a:lnTo>
                    <a:pt x="44587" y="120096"/>
                  </a:lnTo>
                  <a:lnTo>
                    <a:pt x="44297" y="123897"/>
                  </a:lnTo>
                  <a:lnTo>
                    <a:pt x="42845" y="123897"/>
                  </a:lnTo>
                  <a:lnTo>
                    <a:pt x="42175" y="126927"/>
                  </a:lnTo>
                  <a:lnTo>
                    <a:pt x="39713" y="129730"/>
                  </a:lnTo>
                  <a:lnTo>
                    <a:pt x="38084" y="131536"/>
                  </a:lnTo>
                  <a:lnTo>
                    <a:pt x="35647" y="133367"/>
                  </a:lnTo>
                  <a:lnTo>
                    <a:pt x="31404" y="133367"/>
                  </a:lnTo>
                  <a:lnTo>
                    <a:pt x="29776" y="130842"/>
                  </a:lnTo>
                  <a:lnTo>
                    <a:pt x="29371" y="128581"/>
                  </a:lnTo>
                  <a:lnTo>
                    <a:pt x="28210" y="126334"/>
                  </a:lnTo>
                  <a:lnTo>
                    <a:pt x="26278" y="123796"/>
                  </a:lnTo>
                  <a:lnTo>
                    <a:pt x="26278" y="120222"/>
                  </a:lnTo>
                  <a:lnTo>
                    <a:pt x="24384" y="117495"/>
                  </a:lnTo>
                  <a:lnTo>
                    <a:pt x="24384" y="115285"/>
                  </a:lnTo>
                  <a:lnTo>
                    <a:pt x="26278" y="112659"/>
                  </a:lnTo>
                  <a:lnTo>
                    <a:pt x="26278" y="109654"/>
                  </a:lnTo>
                  <a:lnTo>
                    <a:pt x="25672" y="106509"/>
                  </a:lnTo>
                  <a:lnTo>
                    <a:pt x="23563" y="103340"/>
                  </a:lnTo>
                  <a:lnTo>
                    <a:pt x="23992" y="99262"/>
                  </a:lnTo>
                  <a:lnTo>
                    <a:pt x="22679" y="97140"/>
                  </a:lnTo>
                  <a:lnTo>
                    <a:pt x="19838" y="97279"/>
                  </a:lnTo>
                  <a:lnTo>
                    <a:pt x="18916" y="95701"/>
                  </a:lnTo>
                  <a:lnTo>
                    <a:pt x="16353" y="95410"/>
                  </a:lnTo>
                  <a:lnTo>
                    <a:pt x="13600" y="96787"/>
                  </a:lnTo>
                  <a:lnTo>
                    <a:pt x="11113" y="96787"/>
                  </a:lnTo>
                  <a:lnTo>
                    <a:pt x="8486" y="97090"/>
                  </a:lnTo>
                  <a:lnTo>
                    <a:pt x="5570" y="95385"/>
                  </a:lnTo>
                  <a:lnTo>
                    <a:pt x="1453" y="91067"/>
                  </a:lnTo>
                  <a:lnTo>
                    <a:pt x="645" y="87746"/>
                  </a:lnTo>
                  <a:lnTo>
                    <a:pt x="1175" y="84905"/>
                  </a:lnTo>
                  <a:lnTo>
                    <a:pt x="658" y="82518"/>
                  </a:lnTo>
                  <a:lnTo>
                    <a:pt x="1642" y="80132"/>
                  </a:lnTo>
                  <a:lnTo>
                    <a:pt x="4029" y="76306"/>
                  </a:lnTo>
                  <a:lnTo>
                    <a:pt x="6681" y="74386"/>
                  </a:lnTo>
                  <a:lnTo>
                    <a:pt x="7325" y="72353"/>
                  </a:lnTo>
                  <a:lnTo>
                    <a:pt x="9055" y="70523"/>
                  </a:lnTo>
                  <a:lnTo>
                    <a:pt x="10683" y="68894"/>
                  </a:lnTo>
                  <a:lnTo>
                    <a:pt x="11870" y="69487"/>
                  </a:lnTo>
                  <a:lnTo>
                    <a:pt x="16328" y="67858"/>
                  </a:lnTo>
                  <a:lnTo>
                    <a:pt x="20457" y="67871"/>
                  </a:lnTo>
                  <a:lnTo>
                    <a:pt x="22490" y="67543"/>
                  </a:lnTo>
                  <a:lnTo>
                    <a:pt x="23639" y="67795"/>
                  </a:lnTo>
                  <a:lnTo>
                    <a:pt x="24005" y="70560"/>
                  </a:lnTo>
                  <a:lnTo>
                    <a:pt x="26619" y="71116"/>
                  </a:lnTo>
                  <a:lnTo>
                    <a:pt x="29334" y="73338"/>
                  </a:lnTo>
                  <a:lnTo>
                    <a:pt x="31152" y="71747"/>
                  </a:lnTo>
                  <a:lnTo>
                    <a:pt x="32894" y="71457"/>
                  </a:lnTo>
                  <a:lnTo>
                    <a:pt x="38349" y="73035"/>
                  </a:lnTo>
                  <a:lnTo>
                    <a:pt x="41784" y="72505"/>
                  </a:lnTo>
                  <a:lnTo>
                    <a:pt x="44739" y="71154"/>
                  </a:lnTo>
                  <a:lnTo>
                    <a:pt x="45648" y="67719"/>
                  </a:lnTo>
                  <a:lnTo>
                    <a:pt x="44461" y="65989"/>
                  </a:lnTo>
                  <a:lnTo>
                    <a:pt x="41910" y="67442"/>
                  </a:lnTo>
                  <a:lnTo>
                    <a:pt x="39347" y="66785"/>
                  </a:lnTo>
                  <a:lnTo>
                    <a:pt x="37819" y="65762"/>
                  </a:lnTo>
                  <a:lnTo>
                    <a:pt x="38715" y="63590"/>
                  </a:lnTo>
                  <a:lnTo>
                    <a:pt x="40067" y="62820"/>
                  </a:lnTo>
                  <a:lnTo>
                    <a:pt x="42466" y="62227"/>
                  </a:lnTo>
                  <a:lnTo>
                    <a:pt x="45610" y="63073"/>
                  </a:lnTo>
                  <a:lnTo>
                    <a:pt x="50244" y="62075"/>
                  </a:lnTo>
                  <a:lnTo>
                    <a:pt x="47946" y="60345"/>
                  </a:lnTo>
                  <a:lnTo>
                    <a:pt x="45458" y="57782"/>
                  </a:lnTo>
                  <a:lnTo>
                    <a:pt x="46304" y="55206"/>
                  </a:lnTo>
                  <a:lnTo>
                    <a:pt x="43501" y="56999"/>
                  </a:lnTo>
                  <a:lnTo>
                    <a:pt x="43602" y="58312"/>
                  </a:lnTo>
                  <a:lnTo>
                    <a:pt x="42289" y="58312"/>
                  </a:lnTo>
                  <a:lnTo>
                    <a:pt x="41632" y="55938"/>
                  </a:lnTo>
                  <a:lnTo>
                    <a:pt x="39511" y="56469"/>
                  </a:lnTo>
                  <a:lnTo>
                    <a:pt x="37832" y="60042"/>
                  </a:lnTo>
                  <a:lnTo>
                    <a:pt x="37933" y="62265"/>
                  </a:lnTo>
                  <a:lnTo>
                    <a:pt x="36632" y="62530"/>
                  </a:lnTo>
                  <a:lnTo>
                    <a:pt x="35167" y="62757"/>
                  </a:lnTo>
                  <a:lnTo>
                    <a:pt x="33639" y="64398"/>
                  </a:lnTo>
                  <a:lnTo>
                    <a:pt x="34776" y="65750"/>
                  </a:lnTo>
                  <a:lnTo>
                    <a:pt x="33829" y="66659"/>
                  </a:lnTo>
                  <a:lnTo>
                    <a:pt x="32427" y="65585"/>
                  </a:lnTo>
                  <a:lnTo>
                    <a:pt x="30988" y="61886"/>
                  </a:lnTo>
                  <a:lnTo>
                    <a:pt x="28033" y="58893"/>
                  </a:lnTo>
                  <a:lnTo>
                    <a:pt x="25242" y="56974"/>
                  </a:lnTo>
                  <a:lnTo>
                    <a:pt x="24636" y="59146"/>
                  </a:lnTo>
                  <a:lnTo>
                    <a:pt x="27136" y="61595"/>
                  </a:lnTo>
                  <a:lnTo>
                    <a:pt x="29712" y="63085"/>
                  </a:lnTo>
                  <a:lnTo>
                    <a:pt x="29574" y="63401"/>
                  </a:lnTo>
                  <a:lnTo>
                    <a:pt x="28172" y="62921"/>
                  </a:lnTo>
                  <a:lnTo>
                    <a:pt x="28172" y="64967"/>
                  </a:lnTo>
                  <a:lnTo>
                    <a:pt x="27541" y="65333"/>
                  </a:lnTo>
                  <a:lnTo>
                    <a:pt x="27541" y="64537"/>
                  </a:lnTo>
                  <a:lnTo>
                    <a:pt x="26720" y="63148"/>
                  </a:lnTo>
                  <a:lnTo>
                    <a:pt x="25255" y="61785"/>
                  </a:lnTo>
                  <a:lnTo>
                    <a:pt x="23273" y="59575"/>
                  </a:lnTo>
                  <a:lnTo>
                    <a:pt x="21467" y="59575"/>
                  </a:lnTo>
                  <a:lnTo>
                    <a:pt x="20141" y="60295"/>
                  </a:lnTo>
                  <a:lnTo>
                    <a:pt x="17515" y="59600"/>
                  </a:lnTo>
                  <a:lnTo>
                    <a:pt x="17174" y="61557"/>
                  </a:lnTo>
                  <a:lnTo>
                    <a:pt x="16277" y="61949"/>
                  </a:lnTo>
                  <a:lnTo>
                    <a:pt x="15179" y="63919"/>
                  </a:lnTo>
                  <a:lnTo>
                    <a:pt x="13386" y="66507"/>
                  </a:lnTo>
                  <a:lnTo>
                    <a:pt x="11391" y="66406"/>
                  </a:lnTo>
                  <a:lnTo>
                    <a:pt x="10065" y="67176"/>
                  </a:lnTo>
                  <a:lnTo>
                    <a:pt x="9143" y="66381"/>
                  </a:lnTo>
                  <a:lnTo>
                    <a:pt x="6719" y="65649"/>
                  </a:lnTo>
                  <a:lnTo>
                    <a:pt x="6719" y="60610"/>
                  </a:lnTo>
                  <a:lnTo>
                    <a:pt x="8827" y="59499"/>
                  </a:lnTo>
                  <a:lnTo>
                    <a:pt x="12413" y="59954"/>
                  </a:lnTo>
                  <a:lnTo>
                    <a:pt x="14156" y="58148"/>
                  </a:lnTo>
                  <a:lnTo>
                    <a:pt x="13070" y="55825"/>
                  </a:lnTo>
                  <a:lnTo>
                    <a:pt x="12110" y="55320"/>
                  </a:lnTo>
                  <a:lnTo>
                    <a:pt x="13045" y="55168"/>
                  </a:lnTo>
                  <a:lnTo>
                    <a:pt x="14749" y="55168"/>
                  </a:lnTo>
                  <a:lnTo>
                    <a:pt x="16694" y="53186"/>
                  </a:lnTo>
                  <a:lnTo>
                    <a:pt x="17616" y="49840"/>
                  </a:lnTo>
                  <a:lnTo>
                    <a:pt x="20381" y="48691"/>
                  </a:lnTo>
                  <a:lnTo>
                    <a:pt x="20608" y="45913"/>
                  </a:lnTo>
                  <a:lnTo>
                    <a:pt x="21568" y="44764"/>
                  </a:lnTo>
                  <a:lnTo>
                    <a:pt x="22250" y="45559"/>
                  </a:lnTo>
                  <a:lnTo>
                    <a:pt x="21442" y="48211"/>
                  </a:lnTo>
                  <a:lnTo>
                    <a:pt x="25924" y="48211"/>
                  </a:lnTo>
                  <a:lnTo>
                    <a:pt x="29788" y="47504"/>
                  </a:lnTo>
                  <a:lnTo>
                    <a:pt x="30558" y="44915"/>
                  </a:lnTo>
                  <a:lnTo>
                    <a:pt x="31733" y="43539"/>
                  </a:lnTo>
                  <a:lnTo>
                    <a:pt x="32023" y="41910"/>
                  </a:lnTo>
                  <a:lnTo>
                    <a:pt x="34687" y="41821"/>
                  </a:lnTo>
                  <a:lnTo>
                    <a:pt x="37390" y="40129"/>
                  </a:lnTo>
                  <a:lnTo>
                    <a:pt x="35369" y="38841"/>
                  </a:lnTo>
                  <a:lnTo>
                    <a:pt x="32768" y="39599"/>
                  </a:lnTo>
                  <a:lnTo>
                    <a:pt x="31253" y="39422"/>
                  </a:lnTo>
                  <a:lnTo>
                    <a:pt x="30205" y="36303"/>
                  </a:lnTo>
                  <a:lnTo>
                    <a:pt x="33147" y="32604"/>
                  </a:lnTo>
                  <a:lnTo>
                    <a:pt x="31202" y="31215"/>
                  </a:lnTo>
                  <a:lnTo>
                    <a:pt x="29586" y="32591"/>
                  </a:lnTo>
                  <a:lnTo>
                    <a:pt x="28955" y="34372"/>
                  </a:lnTo>
                  <a:lnTo>
                    <a:pt x="27136" y="35874"/>
                  </a:lnTo>
                  <a:lnTo>
                    <a:pt x="26897" y="38425"/>
                  </a:lnTo>
                  <a:lnTo>
                    <a:pt x="28462" y="40723"/>
                  </a:lnTo>
                  <a:cubicBezTo>
                    <a:pt x="28361" y="41241"/>
                    <a:pt x="28071" y="42667"/>
                    <a:pt x="28071" y="42933"/>
                  </a:cubicBezTo>
                  <a:cubicBezTo>
                    <a:pt x="28008" y="43147"/>
                    <a:pt x="27288" y="44233"/>
                    <a:pt x="26619" y="45155"/>
                  </a:cubicBezTo>
                  <a:lnTo>
                    <a:pt x="24131" y="44902"/>
                  </a:lnTo>
                  <a:lnTo>
                    <a:pt x="24308" y="43640"/>
                  </a:lnTo>
                  <a:lnTo>
                    <a:pt x="22553" y="40622"/>
                  </a:lnTo>
                  <a:lnTo>
                    <a:pt x="21076" y="42465"/>
                  </a:lnTo>
                  <a:lnTo>
                    <a:pt x="19687" y="42718"/>
                  </a:lnTo>
                  <a:lnTo>
                    <a:pt x="18740" y="39321"/>
                  </a:lnTo>
                  <a:lnTo>
                    <a:pt x="19510" y="37680"/>
                  </a:lnTo>
                  <a:lnTo>
                    <a:pt x="21985" y="35205"/>
                  </a:lnTo>
                  <a:lnTo>
                    <a:pt x="23386" y="32326"/>
                  </a:lnTo>
                  <a:lnTo>
                    <a:pt x="25874" y="28790"/>
                  </a:lnTo>
                  <a:lnTo>
                    <a:pt x="29712" y="24750"/>
                  </a:lnTo>
                  <a:lnTo>
                    <a:pt x="33021" y="23639"/>
                  </a:lnTo>
                  <a:lnTo>
                    <a:pt x="35294" y="24232"/>
                  </a:lnTo>
                  <a:lnTo>
                    <a:pt x="38008" y="25381"/>
                  </a:lnTo>
                  <a:lnTo>
                    <a:pt x="41481" y="27212"/>
                  </a:lnTo>
                  <a:lnTo>
                    <a:pt x="42188" y="29068"/>
                  </a:lnTo>
                  <a:lnTo>
                    <a:pt x="41039" y="29813"/>
                  </a:lnTo>
                  <a:lnTo>
                    <a:pt x="36556" y="28942"/>
                  </a:lnTo>
                  <a:lnTo>
                    <a:pt x="39284" y="30975"/>
                  </a:lnTo>
                  <a:lnTo>
                    <a:pt x="40976" y="34245"/>
                  </a:lnTo>
                  <a:lnTo>
                    <a:pt x="41910" y="32781"/>
                  </a:lnTo>
                  <a:lnTo>
                    <a:pt x="44436" y="32907"/>
                  </a:lnTo>
                  <a:lnTo>
                    <a:pt x="43135" y="30886"/>
                  </a:lnTo>
                  <a:lnTo>
                    <a:pt x="45181" y="29712"/>
                  </a:lnTo>
                  <a:lnTo>
                    <a:pt x="45471" y="27237"/>
                  </a:lnTo>
                  <a:lnTo>
                    <a:pt x="46191" y="27528"/>
                  </a:lnTo>
                  <a:lnTo>
                    <a:pt x="46809" y="30634"/>
                  </a:lnTo>
                  <a:lnTo>
                    <a:pt x="49082" y="27982"/>
                  </a:lnTo>
                  <a:lnTo>
                    <a:pt x="52971" y="25924"/>
                  </a:lnTo>
                  <a:lnTo>
                    <a:pt x="56330" y="25217"/>
                  </a:lnTo>
                  <a:lnTo>
                    <a:pt x="55648" y="23815"/>
                  </a:lnTo>
                  <a:lnTo>
                    <a:pt x="55863" y="23159"/>
                  </a:lnTo>
                  <a:lnTo>
                    <a:pt x="58224" y="23714"/>
                  </a:lnTo>
                  <a:lnTo>
                    <a:pt x="61596" y="25406"/>
                  </a:lnTo>
                  <a:lnTo>
                    <a:pt x="61596" y="23171"/>
                  </a:lnTo>
                  <a:lnTo>
                    <a:pt x="59449" y="21277"/>
                  </a:lnTo>
                  <a:lnTo>
                    <a:pt x="59500" y="18828"/>
                  </a:lnTo>
                  <a:lnTo>
                    <a:pt x="60245" y="15532"/>
                  </a:lnTo>
                  <a:lnTo>
                    <a:pt x="61457" y="15987"/>
                  </a:lnTo>
                  <a:lnTo>
                    <a:pt x="62252" y="17944"/>
                  </a:lnTo>
                  <a:lnTo>
                    <a:pt x="63300" y="20899"/>
                  </a:lnTo>
                  <a:lnTo>
                    <a:pt x="64614" y="24333"/>
                  </a:lnTo>
                  <a:lnTo>
                    <a:pt x="63464" y="26530"/>
                  </a:lnTo>
                  <a:lnTo>
                    <a:pt x="65813" y="27364"/>
                  </a:lnTo>
                  <a:lnTo>
                    <a:pt x="67114" y="25659"/>
                  </a:lnTo>
                  <a:lnTo>
                    <a:pt x="66470" y="24270"/>
                  </a:lnTo>
                  <a:cubicBezTo>
                    <a:pt x="67215" y="24106"/>
                    <a:pt x="67947" y="23879"/>
                    <a:pt x="68667" y="23601"/>
                  </a:cubicBezTo>
                  <a:lnTo>
                    <a:pt x="69134" y="23386"/>
                  </a:lnTo>
                  <a:lnTo>
                    <a:pt x="67530" y="22060"/>
                  </a:lnTo>
                  <a:lnTo>
                    <a:pt x="65952" y="21770"/>
                  </a:lnTo>
                  <a:lnTo>
                    <a:pt x="64715" y="17982"/>
                  </a:lnTo>
                  <a:lnTo>
                    <a:pt x="65864" y="17211"/>
                  </a:lnTo>
                  <a:lnTo>
                    <a:pt x="66407" y="15696"/>
                  </a:lnTo>
                  <a:lnTo>
                    <a:pt x="69071" y="17275"/>
                  </a:lnTo>
                  <a:lnTo>
                    <a:pt x="70750" y="16252"/>
                  </a:lnTo>
                  <a:lnTo>
                    <a:pt x="68313" y="14964"/>
                  </a:lnTo>
                  <a:lnTo>
                    <a:pt x="67152" y="13726"/>
                  </a:lnTo>
                  <a:lnTo>
                    <a:pt x="70321" y="11946"/>
                  </a:lnTo>
                  <a:lnTo>
                    <a:pt x="69033" y="10683"/>
                  </a:lnTo>
                  <a:lnTo>
                    <a:pt x="70460" y="7943"/>
                  </a:lnTo>
                  <a:lnTo>
                    <a:pt x="73743" y="5481"/>
                  </a:lnTo>
                  <a:lnTo>
                    <a:pt x="74501" y="2968"/>
                  </a:lnTo>
                  <a:lnTo>
                    <a:pt x="75624" y="1554"/>
                  </a:lnTo>
                  <a:lnTo>
                    <a:pt x="77468" y="1554"/>
                  </a:lnTo>
                  <a:lnTo>
                    <a:pt x="78554" y="4206"/>
                  </a:lnTo>
                  <a:lnTo>
                    <a:pt x="80019" y="2097"/>
                  </a:lnTo>
                  <a:lnTo>
                    <a:pt x="81786" y="784"/>
                  </a:lnTo>
                  <a:close/>
                  <a:moveTo>
                    <a:pt x="81786" y="1"/>
                  </a:moveTo>
                  <a:lnTo>
                    <a:pt x="79614" y="1605"/>
                  </a:lnTo>
                  <a:lnTo>
                    <a:pt x="78705" y="2880"/>
                  </a:lnTo>
                  <a:lnTo>
                    <a:pt x="77910" y="910"/>
                  </a:lnTo>
                  <a:lnTo>
                    <a:pt x="75334" y="910"/>
                  </a:lnTo>
                  <a:lnTo>
                    <a:pt x="73983" y="2615"/>
                  </a:lnTo>
                  <a:lnTo>
                    <a:pt x="73213" y="5090"/>
                  </a:lnTo>
                  <a:lnTo>
                    <a:pt x="70043" y="7476"/>
                  </a:lnTo>
                  <a:lnTo>
                    <a:pt x="68263" y="10784"/>
                  </a:lnTo>
                  <a:lnTo>
                    <a:pt x="69286" y="11794"/>
                  </a:lnTo>
                  <a:lnTo>
                    <a:pt x="66154" y="13562"/>
                  </a:lnTo>
                  <a:lnTo>
                    <a:pt x="67897" y="15431"/>
                  </a:lnTo>
                  <a:lnTo>
                    <a:pt x="69475" y="16277"/>
                  </a:lnTo>
                  <a:lnTo>
                    <a:pt x="69071" y="16517"/>
                  </a:lnTo>
                  <a:lnTo>
                    <a:pt x="66066" y="14737"/>
                  </a:lnTo>
                  <a:lnTo>
                    <a:pt x="65346" y="16795"/>
                  </a:lnTo>
                  <a:lnTo>
                    <a:pt x="63970" y="17704"/>
                  </a:lnTo>
                  <a:lnTo>
                    <a:pt x="65472" y="22313"/>
                  </a:lnTo>
                  <a:lnTo>
                    <a:pt x="67253" y="22654"/>
                  </a:lnTo>
                  <a:lnTo>
                    <a:pt x="67934" y="23209"/>
                  </a:lnTo>
                  <a:cubicBezTo>
                    <a:pt x="67290" y="23411"/>
                    <a:pt x="66634" y="23588"/>
                    <a:pt x="65965" y="23727"/>
                  </a:cubicBezTo>
                  <a:lnTo>
                    <a:pt x="65573" y="23803"/>
                  </a:lnTo>
                  <a:lnTo>
                    <a:pt x="66394" y="25571"/>
                  </a:lnTo>
                  <a:lnTo>
                    <a:pt x="65611" y="26606"/>
                  </a:lnTo>
                  <a:lnTo>
                    <a:pt x="64386" y="26177"/>
                  </a:lnTo>
                  <a:lnTo>
                    <a:pt x="65333" y="24371"/>
                  </a:lnTo>
                  <a:lnTo>
                    <a:pt x="63906" y="20671"/>
                  </a:lnTo>
                  <a:lnTo>
                    <a:pt x="62858" y="17717"/>
                  </a:lnTo>
                  <a:lnTo>
                    <a:pt x="61962" y="15482"/>
                  </a:lnTo>
                  <a:lnTo>
                    <a:pt x="59815" y="14686"/>
                  </a:lnTo>
                  <a:lnTo>
                    <a:pt x="58894" y="18714"/>
                  </a:lnTo>
                  <a:lnTo>
                    <a:pt x="58830" y="21555"/>
                  </a:lnTo>
                  <a:lnTo>
                    <a:pt x="60990" y="23449"/>
                  </a:lnTo>
                  <a:lnTo>
                    <a:pt x="60990" y="24371"/>
                  </a:lnTo>
                  <a:lnTo>
                    <a:pt x="58502" y="23121"/>
                  </a:lnTo>
                  <a:lnTo>
                    <a:pt x="55459" y="22401"/>
                  </a:lnTo>
                  <a:lnTo>
                    <a:pt x="54992" y="23853"/>
                  </a:lnTo>
                  <a:lnTo>
                    <a:pt x="55434" y="24762"/>
                  </a:lnTo>
                  <a:lnTo>
                    <a:pt x="52807" y="25305"/>
                  </a:lnTo>
                  <a:lnTo>
                    <a:pt x="48729" y="27439"/>
                  </a:lnTo>
                  <a:lnTo>
                    <a:pt x="47176" y="29232"/>
                  </a:lnTo>
                  <a:lnTo>
                    <a:pt x="46746" y="27073"/>
                  </a:lnTo>
                  <a:lnTo>
                    <a:pt x="44941" y="26316"/>
                  </a:lnTo>
                  <a:lnTo>
                    <a:pt x="44600" y="29321"/>
                  </a:lnTo>
                  <a:lnTo>
                    <a:pt x="42238" y="30672"/>
                  </a:lnTo>
                  <a:lnTo>
                    <a:pt x="43249" y="32212"/>
                  </a:lnTo>
                  <a:lnTo>
                    <a:pt x="41582" y="32137"/>
                  </a:lnTo>
                  <a:lnTo>
                    <a:pt x="41039" y="32983"/>
                  </a:lnTo>
                  <a:lnTo>
                    <a:pt x="39814" y="30634"/>
                  </a:lnTo>
                  <a:lnTo>
                    <a:pt x="39145" y="30078"/>
                  </a:lnTo>
                  <a:lnTo>
                    <a:pt x="41178" y="30482"/>
                  </a:lnTo>
                  <a:lnTo>
                    <a:pt x="42971" y="29321"/>
                  </a:lnTo>
                  <a:lnTo>
                    <a:pt x="41999" y="26770"/>
                  </a:lnTo>
                  <a:lnTo>
                    <a:pt x="38299" y="24813"/>
                  </a:lnTo>
                  <a:lnTo>
                    <a:pt x="35496" y="23639"/>
                  </a:lnTo>
                  <a:lnTo>
                    <a:pt x="32983" y="22982"/>
                  </a:lnTo>
                  <a:lnTo>
                    <a:pt x="29359" y="24194"/>
                  </a:lnTo>
                  <a:lnTo>
                    <a:pt x="25381" y="28386"/>
                  </a:lnTo>
                  <a:lnTo>
                    <a:pt x="22831" y="32010"/>
                  </a:lnTo>
                  <a:lnTo>
                    <a:pt x="21492" y="34801"/>
                  </a:lnTo>
                  <a:lnTo>
                    <a:pt x="19005" y="37276"/>
                  </a:lnTo>
                  <a:lnTo>
                    <a:pt x="18058" y="39258"/>
                  </a:lnTo>
                  <a:lnTo>
                    <a:pt x="19219" y="43438"/>
                  </a:lnTo>
                  <a:lnTo>
                    <a:pt x="21404" y="43046"/>
                  </a:lnTo>
                  <a:lnTo>
                    <a:pt x="22452" y="41733"/>
                  </a:lnTo>
                  <a:lnTo>
                    <a:pt x="23639" y="43766"/>
                  </a:lnTo>
                  <a:lnTo>
                    <a:pt x="23399" y="45458"/>
                  </a:lnTo>
                  <a:lnTo>
                    <a:pt x="26909" y="45824"/>
                  </a:lnTo>
                  <a:lnTo>
                    <a:pt x="27010" y="45673"/>
                  </a:lnTo>
                  <a:cubicBezTo>
                    <a:pt x="28702" y="43387"/>
                    <a:pt x="28702" y="43072"/>
                    <a:pt x="28702" y="42970"/>
                  </a:cubicBezTo>
                  <a:cubicBezTo>
                    <a:pt x="28702" y="42794"/>
                    <a:pt x="28904" y="41683"/>
                    <a:pt x="29106" y="40723"/>
                  </a:cubicBezTo>
                  <a:lnTo>
                    <a:pt x="29144" y="40597"/>
                  </a:lnTo>
                  <a:lnTo>
                    <a:pt x="27566" y="38261"/>
                  </a:lnTo>
                  <a:lnTo>
                    <a:pt x="27743" y="36190"/>
                  </a:lnTo>
                  <a:lnTo>
                    <a:pt x="29498" y="34750"/>
                  </a:lnTo>
                  <a:lnTo>
                    <a:pt x="30129" y="32957"/>
                  </a:lnTo>
                  <a:lnTo>
                    <a:pt x="31240" y="32010"/>
                  </a:lnTo>
                  <a:lnTo>
                    <a:pt x="32238" y="32730"/>
                  </a:lnTo>
                  <a:lnTo>
                    <a:pt x="29510" y="36177"/>
                  </a:lnTo>
                  <a:lnTo>
                    <a:pt x="30773" y="39991"/>
                  </a:lnTo>
                  <a:lnTo>
                    <a:pt x="32831" y="40243"/>
                  </a:lnTo>
                  <a:lnTo>
                    <a:pt x="35281" y="39523"/>
                  </a:lnTo>
                  <a:lnTo>
                    <a:pt x="36203" y="40129"/>
                  </a:lnTo>
                  <a:lnTo>
                    <a:pt x="34498" y="41190"/>
                  </a:lnTo>
                  <a:lnTo>
                    <a:pt x="31493" y="41291"/>
                  </a:lnTo>
                  <a:lnTo>
                    <a:pt x="31139" y="43248"/>
                  </a:lnTo>
                  <a:lnTo>
                    <a:pt x="30041" y="44549"/>
                  </a:lnTo>
                  <a:lnTo>
                    <a:pt x="29296" y="46948"/>
                  </a:lnTo>
                  <a:lnTo>
                    <a:pt x="25861" y="47592"/>
                  </a:lnTo>
                  <a:lnTo>
                    <a:pt x="22288" y="47592"/>
                  </a:lnTo>
                  <a:lnTo>
                    <a:pt x="22957" y="45420"/>
                  </a:lnTo>
                  <a:lnTo>
                    <a:pt x="21543" y="43804"/>
                  </a:lnTo>
                  <a:lnTo>
                    <a:pt x="19990" y="45660"/>
                  </a:lnTo>
                  <a:lnTo>
                    <a:pt x="19775" y="48261"/>
                  </a:lnTo>
                  <a:lnTo>
                    <a:pt x="17085" y="49385"/>
                  </a:lnTo>
                  <a:lnTo>
                    <a:pt x="16113" y="52857"/>
                  </a:lnTo>
                  <a:lnTo>
                    <a:pt x="14484" y="54524"/>
                  </a:lnTo>
                  <a:lnTo>
                    <a:pt x="12982" y="54524"/>
                  </a:lnTo>
                  <a:lnTo>
                    <a:pt x="10178" y="55004"/>
                  </a:lnTo>
                  <a:lnTo>
                    <a:pt x="12590" y="56279"/>
                  </a:lnTo>
                  <a:lnTo>
                    <a:pt x="13398" y="58022"/>
                  </a:lnTo>
                  <a:lnTo>
                    <a:pt x="12186" y="59285"/>
                  </a:lnTo>
                  <a:lnTo>
                    <a:pt x="8714" y="58855"/>
                  </a:lnTo>
                  <a:lnTo>
                    <a:pt x="6100" y="60232"/>
                  </a:lnTo>
                  <a:lnTo>
                    <a:pt x="6100" y="66116"/>
                  </a:lnTo>
                  <a:lnTo>
                    <a:pt x="8777" y="66899"/>
                  </a:lnTo>
                  <a:lnTo>
                    <a:pt x="10002" y="67947"/>
                  </a:lnTo>
                  <a:lnTo>
                    <a:pt x="11555" y="67038"/>
                  </a:lnTo>
                  <a:lnTo>
                    <a:pt x="13714" y="67151"/>
                  </a:lnTo>
                  <a:lnTo>
                    <a:pt x="15709" y="64247"/>
                  </a:lnTo>
                  <a:lnTo>
                    <a:pt x="16719" y="62441"/>
                  </a:lnTo>
                  <a:lnTo>
                    <a:pt x="17729" y="61999"/>
                  </a:lnTo>
                  <a:lnTo>
                    <a:pt x="18020" y="60383"/>
                  </a:lnTo>
                  <a:lnTo>
                    <a:pt x="20229" y="60964"/>
                  </a:lnTo>
                  <a:lnTo>
                    <a:pt x="21631" y="60194"/>
                  </a:lnTo>
                  <a:lnTo>
                    <a:pt x="22982" y="60194"/>
                  </a:lnTo>
                  <a:lnTo>
                    <a:pt x="24800" y="62227"/>
                  </a:lnTo>
                  <a:lnTo>
                    <a:pt x="26202" y="63502"/>
                  </a:lnTo>
                  <a:lnTo>
                    <a:pt x="26909" y="64702"/>
                  </a:lnTo>
                  <a:lnTo>
                    <a:pt x="26909" y="66444"/>
                  </a:lnTo>
                  <a:lnTo>
                    <a:pt x="28803" y="65333"/>
                  </a:lnTo>
                  <a:lnTo>
                    <a:pt x="28803" y="63805"/>
                  </a:lnTo>
                  <a:lnTo>
                    <a:pt x="29927" y="64171"/>
                  </a:lnTo>
                  <a:lnTo>
                    <a:pt x="30521" y="62807"/>
                  </a:lnTo>
                  <a:lnTo>
                    <a:pt x="27553" y="61115"/>
                  </a:lnTo>
                  <a:lnTo>
                    <a:pt x="25343" y="58956"/>
                  </a:lnTo>
                  <a:lnTo>
                    <a:pt x="25609" y="57997"/>
                  </a:lnTo>
                  <a:lnTo>
                    <a:pt x="27629" y="59386"/>
                  </a:lnTo>
                  <a:lnTo>
                    <a:pt x="30432" y="62176"/>
                  </a:lnTo>
                  <a:lnTo>
                    <a:pt x="31910" y="65977"/>
                  </a:lnTo>
                  <a:lnTo>
                    <a:pt x="33879" y="67492"/>
                  </a:lnTo>
                  <a:lnTo>
                    <a:pt x="35660" y="65800"/>
                  </a:lnTo>
                  <a:lnTo>
                    <a:pt x="34498" y="64424"/>
                  </a:lnTo>
                  <a:lnTo>
                    <a:pt x="35496" y="63338"/>
                  </a:lnTo>
                  <a:lnTo>
                    <a:pt x="36758" y="63148"/>
                  </a:lnTo>
                  <a:lnTo>
                    <a:pt x="38602" y="62782"/>
                  </a:lnTo>
                  <a:lnTo>
                    <a:pt x="38488" y="60168"/>
                  </a:lnTo>
                  <a:lnTo>
                    <a:pt x="39966" y="57012"/>
                  </a:lnTo>
                  <a:lnTo>
                    <a:pt x="41203" y="56696"/>
                  </a:lnTo>
                  <a:lnTo>
                    <a:pt x="41809" y="58944"/>
                  </a:lnTo>
                  <a:lnTo>
                    <a:pt x="44284" y="58944"/>
                  </a:lnTo>
                  <a:lnTo>
                    <a:pt x="44158" y="57315"/>
                  </a:lnTo>
                  <a:lnTo>
                    <a:pt x="45155" y="56683"/>
                  </a:lnTo>
                  <a:lnTo>
                    <a:pt x="44739" y="57946"/>
                  </a:lnTo>
                  <a:lnTo>
                    <a:pt x="47529" y="60812"/>
                  </a:lnTo>
                  <a:lnTo>
                    <a:pt x="48767" y="61747"/>
                  </a:lnTo>
                  <a:lnTo>
                    <a:pt x="45635" y="62416"/>
                  </a:lnTo>
                  <a:lnTo>
                    <a:pt x="42478" y="61570"/>
                  </a:lnTo>
                  <a:lnTo>
                    <a:pt x="39877" y="62214"/>
                  </a:lnTo>
                  <a:lnTo>
                    <a:pt x="38223" y="63136"/>
                  </a:lnTo>
                  <a:lnTo>
                    <a:pt x="37036" y="66002"/>
                  </a:lnTo>
                  <a:lnTo>
                    <a:pt x="39044" y="67341"/>
                  </a:lnTo>
                  <a:lnTo>
                    <a:pt x="41999" y="68111"/>
                  </a:lnTo>
                  <a:lnTo>
                    <a:pt x="44284" y="66823"/>
                  </a:lnTo>
                  <a:lnTo>
                    <a:pt x="44979" y="67833"/>
                  </a:lnTo>
                  <a:lnTo>
                    <a:pt x="44208" y="70712"/>
                  </a:lnTo>
                  <a:lnTo>
                    <a:pt x="41658" y="71886"/>
                  </a:lnTo>
                  <a:lnTo>
                    <a:pt x="38400" y="72391"/>
                  </a:lnTo>
                  <a:lnTo>
                    <a:pt x="32932" y="70813"/>
                  </a:lnTo>
                  <a:lnTo>
                    <a:pt x="30887" y="71154"/>
                  </a:lnTo>
                  <a:lnTo>
                    <a:pt x="29334" y="72518"/>
                  </a:lnTo>
                  <a:lnTo>
                    <a:pt x="26922" y="70535"/>
                  </a:lnTo>
                  <a:lnTo>
                    <a:pt x="24586" y="70030"/>
                  </a:lnTo>
                  <a:lnTo>
                    <a:pt x="24207" y="67277"/>
                  </a:lnTo>
                  <a:lnTo>
                    <a:pt x="22515" y="66899"/>
                  </a:lnTo>
                  <a:lnTo>
                    <a:pt x="20406" y="67252"/>
                  </a:lnTo>
                  <a:lnTo>
                    <a:pt x="16227" y="67227"/>
                  </a:lnTo>
                  <a:lnTo>
                    <a:pt x="11908" y="68805"/>
                  </a:lnTo>
                  <a:lnTo>
                    <a:pt x="10570" y="68136"/>
                  </a:lnTo>
                  <a:lnTo>
                    <a:pt x="8613" y="70081"/>
                  </a:lnTo>
                  <a:lnTo>
                    <a:pt x="6782" y="72025"/>
                  </a:lnTo>
                  <a:lnTo>
                    <a:pt x="6163" y="73995"/>
                  </a:lnTo>
                  <a:lnTo>
                    <a:pt x="3612" y="75826"/>
                  </a:lnTo>
                  <a:lnTo>
                    <a:pt x="1087" y="79854"/>
                  </a:lnTo>
                  <a:lnTo>
                    <a:pt x="1" y="82468"/>
                  </a:lnTo>
                  <a:lnTo>
                    <a:pt x="531" y="84917"/>
                  </a:lnTo>
                  <a:lnTo>
                    <a:pt x="14" y="87758"/>
                  </a:lnTo>
                  <a:lnTo>
                    <a:pt x="885" y="91382"/>
                  </a:lnTo>
                  <a:lnTo>
                    <a:pt x="5140" y="95852"/>
                  </a:lnTo>
                  <a:lnTo>
                    <a:pt x="8347" y="97746"/>
                  </a:lnTo>
                  <a:lnTo>
                    <a:pt x="11151" y="97418"/>
                  </a:lnTo>
                  <a:lnTo>
                    <a:pt x="13752" y="97418"/>
                  </a:lnTo>
                  <a:lnTo>
                    <a:pt x="16467" y="96054"/>
                  </a:lnTo>
                  <a:lnTo>
                    <a:pt x="18525" y="96294"/>
                  </a:lnTo>
                  <a:lnTo>
                    <a:pt x="19497" y="97923"/>
                  </a:lnTo>
                  <a:lnTo>
                    <a:pt x="22338" y="97784"/>
                  </a:lnTo>
                  <a:lnTo>
                    <a:pt x="23336" y="99400"/>
                  </a:lnTo>
                  <a:lnTo>
                    <a:pt x="22906" y="103492"/>
                  </a:lnTo>
                  <a:lnTo>
                    <a:pt x="25066" y="106686"/>
                  </a:lnTo>
                  <a:lnTo>
                    <a:pt x="25659" y="109717"/>
                  </a:lnTo>
                  <a:lnTo>
                    <a:pt x="25659" y="112457"/>
                  </a:lnTo>
                  <a:lnTo>
                    <a:pt x="23765" y="115083"/>
                  </a:lnTo>
                  <a:lnTo>
                    <a:pt x="23765" y="117697"/>
                  </a:lnTo>
                  <a:lnTo>
                    <a:pt x="25659" y="120437"/>
                  </a:lnTo>
                  <a:lnTo>
                    <a:pt x="25659" y="124010"/>
                  </a:lnTo>
                  <a:lnTo>
                    <a:pt x="27692" y="126675"/>
                  </a:lnTo>
                  <a:lnTo>
                    <a:pt x="28778" y="128733"/>
                  </a:lnTo>
                  <a:lnTo>
                    <a:pt x="29157" y="130993"/>
                  </a:lnTo>
                  <a:lnTo>
                    <a:pt x="31051" y="133998"/>
                  </a:lnTo>
                  <a:lnTo>
                    <a:pt x="35849" y="133998"/>
                  </a:lnTo>
                  <a:lnTo>
                    <a:pt x="38501" y="132003"/>
                  </a:lnTo>
                  <a:lnTo>
                    <a:pt x="40193" y="130160"/>
                  </a:lnTo>
                  <a:lnTo>
                    <a:pt x="42769" y="127243"/>
                  </a:lnTo>
                  <a:lnTo>
                    <a:pt x="43362" y="124541"/>
                  </a:lnTo>
                  <a:lnTo>
                    <a:pt x="44865" y="124541"/>
                  </a:lnTo>
                  <a:lnTo>
                    <a:pt x="45206" y="120121"/>
                  </a:lnTo>
                  <a:lnTo>
                    <a:pt x="45206" y="119010"/>
                  </a:lnTo>
                  <a:lnTo>
                    <a:pt x="49183" y="115954"/>
                  </a:lnTo>
                  <a:lnTo>
                    <a:pt x="50888" y="113379"/>
                  </a:lnTo>
                  <a:lnTo>
                    <a:pt x="50888" y="110651"/>
                  </a:lnTo>
                  <a:lnTo>
                    <a:pt x="50042" y="108606"/>
                  </a:lnTo>
                  <a:lnTo>
                    <a:pt x="50092" y="106295"/>
                  </a:lnTo>
                  <a:lnTo>
                    <a:pt x="49600" y="104969"/>
                  </a:lnTo>
                  <a:lnTo>
                    <a:pt x="52239" y="102570"/>
                  </a:lnTo>
                  <a:lnTo>
                    <a:pt x="54853" y="99653"/>
                  </a:lnTo>
                  <a:lnTo>
                    <a:pt x="58149" y="97645"/>
                  </a:lnTo>
                  <a:lnTo>
                    <a:pt x="58186" y="97570"/>
                  </a:lnTo>
                  <a:cubicBezTo>
                    <a:pt x="58641" y="96761"/>
                    <a:pt x="59702" y="94817"/>
                    <a:pt x="59702" y="94362"/>
                  </a:cubicBezTo>
                  <a:cubicBezTo>
                    <a:pt x="59702" y="94148"/>
                    <a:pt x="60131" y="92948"/>
                    <a:pt x="60522" y="91963"/>
                  </a:cubicBezTo>
                  <a:lnTo>
                    <a:pt x="60573" y="91862"/>
                  </a:lnTo>
                  <a:lnTo>
                    <a:pt x="59904" y="89716"/>
                  </a:lnTo>
                  <a:lnTo>
                    <a:pt x="58149" y="90587"/>
                  </a:lnTo>
                  <a:lnTo>
                    <a:pt x="54411" y="91117"/>
                  </a:lnTo>
                  <a:lnTo>
                    <a:pt x="53375" y="91610"/>
                  </a:lnTo>
                  <a:lnTo>
                    <a:pt x="52858" y="90031"/>
                  </a:lnTo>
                  <a:lnTo>
                    <a:pt x="52327" y="88870"/>
                  </a:lnTo>
                  <a:lnTo>
                    <a:pt x="50118" y="86748"/>
                  </a:lnTo>
                  <a:lnTo>
                    <a:pt x="48830" y="85852"/>
                  </a:lnTo>
                  <a:lnTo>
                    <a:pt x="46772" y="81104"/>
                  </a:lnTo>
                  <a:lnTo>
                    <a:pt x="45913" y="79917"/>
                  </a:lnTo>
                  <a:lnTo>
                    <a:pt x="44852" y="77076"/>
                  </a:lnTo>
                  <a:lnTo>
                    <a:pt x="44309" y="76142"/>
                  </a:lnTo>
                  <a:lnTo>
                    <a:pt x="44890" y="75927"/>
                  </a:lnTo>
                  <a:lnTo>
                    <a:pt x="47264" y="79185"/>
                  </a:lnTo>
                  <a:lnTo>
                    <a:pt x="48716" y="81470"/>
                  </a:lnTo>
                  <a:lnTo>
                    <a:pt x="49562" y="83945"/>
                  </a:lnTo>
                  <a:lnTo>
                    <a:pt x="51570" y="85523"/>
                  </a:lnTo>
                  <a:lnTo>
                    <a:pt x="52795" y="88478"/>
                  </a:lnTo>
                  <a:lnTo>
                    <a:pt x="53439" y="90271"/>
                  </a:lnTo>
                  <a:lnTo>
                    <a:pt x="57189" y="88579"/>
                  </a:lnTo>
                  <a:lnTo>
                    <a:pt x="60939" y="87746"/>
                  </a:lnTo>
                  <a:lnTo>
                    <a:pt x="65005" y="85675"/>
                  </a:lnTo>
                  <a:lnTo>
                    <a:pt x="66230" y="83453"/>
                  </a:lnTo>
                  <a:lnTo>
                    <a:pt x="67139" y="81154"/>
                  </a:lnTo>
                  <a:lnTo>
                    <a:pt x="65422" y="79437"/>
                  </a:lnTo>
                  <a:lnTo>
                    <a:pt x="63932" y="77821"/>
                  </a:lnTo>
                  <a:lnTo>
                    <a:pt x="61356" y="78616"/>
                  </a:lnTo>
                  <a:lnTo>
                    <a:pt x="59487" y="78705"/>
                  </a:lnTo>
                  <a:lnTo>
                    <a:pt x="58325" y="76571"/>
                  </a:lnTo>
                  <a:lnTo>
                    <a:pt x="56570" y="75094"/>
                  </a:lnTo>
                  <a:lnTo>
                    <a:pt x="57189" y="74045"/>
                  </a:lnTo>
                  <a:lnTo>
                    <a:pt x="59790" y="76154"/>
                  </a:lnTo>
                  <a:lnTo>
                    <a:pt x="61886" y="77303"/>
                  </a:lnTo>
                  <a:lnTo>
                    <a:pt x="63742" y="77442"/>
                  </a:lnTo>
                  <a:lnTo>
                    <a:pt x="65472" y="78364"/>
                  </a:lnTo>
                  <a:lnTo>
                    <a:pt x="68351" y="78818"/>
                  </a:lnTo>
                  <a:lnTo>
                    <a:pt x="71634" y="78414"/>
                  </a:lnTo>
                  <a:lnTo>
                    <a:pt x="74109" y="80195"/>
                  </a:lnTo>
                  <a:lnTo>
                    <a:pt x="75511" y="82569"/>
                  </a:lnTo>
                  <a:lnTo>
                    <a:pt x="77089" y="82834"/>
                  </a:lnTo>
                  <a:lnTo>
                    <a:pt x="78074" y="81697"/>
                  </a:lnTo>
                  <a:lnTo>
                    <a:pt x="78541" y="83617"/>
                  </a:lnTo>
                  <a:lnTo>
                    <a:pt x="79173" y="86357"/>
                  </a:lnTo>
                  <a:lnTo>
                    <a:pt x="80562" y="89349"/>
                  </a:lnTo>
                  <a:lnTo>
                    <a:pt x="82014" y="92670"/>
                  </a:lnTo>
                  <a:lnTo>
                    <a:pt x="82721" y="95246"/>
                  </a:lnTo>
                  <a:lnTo>
                    <a:pt x="84930" y="91723"/>
                  </a:lnTo>
                  <a:lnTo>
                    <a:pt x="84930" y="88668"/>
                  </a:lnTo>
                  <a:lnTo>
                    <a:pt x="85802" y="87215"/>
                  </a:lnTo>
                  <a:lnTo>
                    <a:pt x="87822" y="85460"/>
                  </a:lnTo>
                  <a:lnTo>
                    <a:pt x="90840" y="82720"/>
                  </a:lnTo>
                  <a:lnTo>
                    <a:pt x="92115" y="80990"/>
                  </a:lnTo>
                  <a:lnTo>
                    <a:pt x="94451" y="80447"/>
                  </a:lnTo>
                  <a:lnTo>
                    <a:pt x="95158" y="83339"/>
                  </a:lnTo>
                  <a:lnTo>
                    <a:pt x="96914" y="84160"/>
                  </a:lnTo>
                  <a:lnTo>
                    <a:pt x="96914" y="87885"/>
                  </a:lnTo>
                  <a:lnTo>
                    <a:pt x="99035" y="86622"/>
                  </a:lnTo>
                  <a:lnTo>
                    <a:pt x="100702" y="90132"/>
                  </a:lnTo>
                  <a:lnTo>
                    <a:pt x="100702" y="94451"/>
                  </a:lnTo>
                  <a:lnTo>
                    <a:pt x="102772" y="95549"/>
                  </a:lnTo>
                  <a:lnTo>
                    <a:pt x="103720" y="97557"/>
                  </a:lnTo>
                  <a:lnTo>
                    <a:pt x="105247" y="99565"/>
                  </a:lnTo>
                  <a:lnTo>
                    <a:pt x="107975" y="100701"/>
                  </a:lnTo>
                  <a:lnTo>
                    <a:pt x="107192" y="98100"/>
                  </a:lnTo>
                  <a:lnTo>
                    <a:pt x="106864" y="96294"/>
                  </a:lnTo>
                  <a:lnTo>
                    <a:pt x="105121" y="94994"/>
                  </a:lnTo>
                  <a:lnTo>
                    <a:pt x="104023" y="93478"/>
                  </a:lnTo>
                  <a:lnTo>
                    <a:pt x="103442" y="92127"/>
                  </a:lnTo>
                  <a:lnTo>
                    <a:pt x="103732" y="90082"/>
                  </a:lnTo>
                  <a:lnTo>
                    <a:pt x="104212" y="89476"/>
                  </a:lnTo>
                  <a:lnTo>
                    <a:pt x="105626" y="90801"/>
                  </a:lnTo>
                  <a:lnTo>
                    <a:pt x="107306" y="92595"/>
                  </a:lnTo>
                  <a:lnTo>
                    <a:pt x="108417" y="93163"/>
                  </a:lnTo>
                  <a:lnTo>
                    <a:pt x="108568" y="93049"/>
                  </a:lnTo>
                  <a:cubicBezTo>
                    <a:pt x="110803" y="91382"/>
                    <a:pt x="110803" y="91041"/>
                    <a:pt x="110803" y="90902"/>
                  </a:cubicBezTo>
                  <a:lnTo>
                    <a:pt x="110803" y="87203"/>
                  </a:lnTo>
                  <a:lnTo>
                    <a:pt x="108846" y="85359"/>
                  </a:lnTo>
                  <a:lnTo>
                    <a:pt x="108139" y="83932"/>
                  </a:lnTo>
                  <a:cubicBezTo>
                    <a:pt x="108265" y="83238"/>
                    <a:pt x="108480" y="82556"/>
                    <a:pt x="108581" y="82455"/>
                  </a:cubicBezTo>
                  <a:cubicBezTo>
                    <a:pt x="108758" y="82341"/>
                    <a:pt x="109654" y="82000"/>
                    <a:pt x="110374" y="81748"/>
                  </a:cubicBezTo>
                  <a:lnTo>
                    <a:pt x="110967" y="83099"/>
                  </a:lnTo>
                  <a:lnTo>
                    <a:pt x="113139" y="81521"/>
                  </a:lnTo>
                  <a:lnTo>
                    <a:pt x="117016" y="79589"/>
                  </a:lnTo>
                  <a:lnTo>
                    <a:pt x="118821" y="76293"/>
                  </a:lnTo>
                  <a:lnTo>
                    <a:pt x="119604" y="74083"/>
                  </a:lnTo>
                  <a:lnTo>
                    <a:pt x="119630" y="70232"/>
                  </a:lnTo>
                  <a:lnTo>
                    <a:pt x="118140" y="67227"/>
                  </a:lnTo>
                  <a:lnTo>
                    <a:pt x="116890" y="65649"/>
                  </a:lnTo>
                  <a:lnTo>
                    <a:pt x="118809" y="64348"/>
                  </a:lnTo>
                  <a:lnTo>
                    <a:pt x="119958" y="63451"/>
                  </a:lnTo>
                  <a:lnTo>
                    <a:pt x="117622" y="62719"/>
                  </a:lnTo>
                  <a:lnTo>
                    <a:pt x="116258" y="63212"/>
                  </a:lnTo>
                  <a:lnTo>
                    <a:pt x="115475" y="62340"/>
                  </a:lnTo>
                  <a:lnTo>
                    <a:pt x="115059" y="61772"/>
                  </a:lnTo>
                  <a:lnTo>
                    <a:pt x="116624" y="60863"/>
                  </a:lnTo>
                  <a:lnTo>
                    <a:pt x="117369" y="59373"/>
                  </a:lnTo>
                  <a:lnTo>
                    <a:pt x="117900" y="59638"/>
                  </a:lnTo>
                  <a:lnTo>
                    <a:pt x="117256" y="61974"/>
                  </a:lnTo>
                  <a:lnTo>
                    <a:pt x="119390" y="60901"/>
                  </a:lnTo>
                  <a:lnTo>
                    <a:pt x="120337" y="61684"/>
                  </a:lnTo>
                  <a:lnTo>
                    <a:pt x="121284" y="63350"/>
                  </a:lnTo>
                  <a:lnTo>
                    <a:pt x="122168" y="64424"/>
                  </a:lnTo>
                  <a:lnTo>
                    <a:pt x="122168" y="66015"/>
                  </a:lnTo>
                  <a:lnTo>
                    <a:pt x="123291" y="67151"/>
                  </a:lnTo>
                  <a:lnTo>
                    <a:pt x="125501" y="65383"/>
                  </a:lnTo>
                  <a:lnTo>
                    <a:pt x="124882" y="62782"/>
                  </a:lnTo>
                  <a:lnTo>
                    <a:pt x="123216" y="61078"/>
                  </a:lnTo>
                  <a:lnTo>
                    <a:pt x="122837" y="60295"/>
                  </a:lnTo>
                  <a:lnTo>
                    <a:pt x="124238" y="59095"/>
                  </a:lnTo>
                  <a:lnTo>
                    <a:pt x="124352" y="56254"/>
                  </a:lnTo>
                  <a:lnTo>
                    <a:pt x="125337" y="55433"/>
                  </a:lnTo>
                  <a:lnTo>
                    <a:pt x="126688" y="56229"/>
                  </a:lnTo>
                  <a:lnTo>
                    <a:pt x="128734" y="52693"/>
                  </a:lnTo>
                  <a:lnTo>
                    <a:pt x="130363" y="47693"/>
                  </a:lnTo>
                  <a:lnTo>
                    <a:pt x="129176" y="44359"/>
                  </a:lnTo>
                  <a:lnTo>
                    <a:pt x="128418" y="41329"/>
                  </a:lnTo>
                  <a:lnTo>
                    <a:pt x="126625" y="39650"/>
                  </a:lnTo>
                  <a:lnTo>
                    <a:pt x="124365" y="39006"/>
                  </a:lnTo>
                  <a:lnTo>
                    <a:pt x="123039" y="38501"/>
                  </a:lnTo>
                  <a:lnTo>
                    <a:pt x="122231" y="37844"/>
                  </a:lnTo>
                  <a:lnTo>
                    <a:pt x="124238" y="33816"/>
                  </a:lnTo>
                  <a:lnTo>
                    <a:pt x="125047" y="31152"/>
                  </a:lnTo>
                  <a:lnTo>
                    <a:pt x="127067" y="29939"/>
                  </a:lnTo>
                  <a:lnTo>
                    <a:pt x="130350" y="29939"/>
                  </a:lnTo>
                  <a:lnTo>
                    <a:pt x="135009" y="28677"/>
                  </a:lnTo>
                  <a:lnTo>
                    <a:pt x="132875" y="28677"/>
                  </a:lnTo>
                  <a:lnTo>
                    <a:pt x="132875" y="23841"/>
                  </a:lnTo>
                  <a:lnTo>
                    <a:pt x="135224" y="22793"/>
                  </a:lnTo>
                  <a:lnTo>
                    <a:pt x="136108" y="25091"/>
                  </a:lnTo>
                  <a:lnTo>
                    <a:pt x="137257" y="22490"/>
                  </a:lnTo>
                  <a:lnTo>
                    <a:pt x="137282" y="21025"/>
                  </a:lnTo>
                  <a:lnTo>
                    <a:pt x="138090" y="21479"/>
                  </a:lnTo>
                  <a:lnTo>
                    <a:pt x="137446" y="25129"/>
                  </a:lnTo>
                  <a:lnTo>
                    <a:pt x="136032" y="30912"/>
                  </a:lnTo>
                  <a:lnTo>
                    <a:pt x="136019" y="34447"/>
                  </a:lnTo>
                  <a:lnTo>
                    <a:pt x="139467" y="39220"/>
                  </a:lnTo>
                  <a:lnTo>
                    <a:pt x="140452" y="42491"/>
                  </a:lnTo>
                  <a:lnTo>
                    <a:pt x="140452" y="44486"/>
                  </a:lnTo>
                  <a:lnTo>
                    <a:pt x="142346" y="42907"/>
                  </a:lnTo>
                  <a:lnTo>
                    <a:pt x="142346" y="39460"/>
                  </a:lnTo>
                  <a:lnTo>
                    <a:pt x="143836" y="36051"/>
                  </a:lnTo>
                  <a:lnTo>
                    <a:pt x="143028" y="33273"/>
                  </a:lnTo>
                  <a:lnTo>
                    <a:pt x="142901" y="31682"/>
                  </a:lnTo>
                  <a:lnTo>
                    <a:pt x="142598" y="29447"/>
                  </a:lnTo>
                  <a:lnTo>
                    <a:pt x="140742" y="27982"/>
                  </a:lnTo>
                  <a:lnTo>
                    <a:pt x="140464" y="25356"/>
                  </a:lnTo>
                  <a:lnTo>
                    <a:pt x="142939" y="23740"/>
                  </a:lnTo>
                  <a:lnTo>
                    <a:pt x="145502" y="24093"/>
                  </a:lnTo>
                  <a:lnTo>
                    <a:pt x="145502" y="21189"/>
                  </a:lnTo>
                  <a:lnTo>
                    <a:pt x="146462" y="19611"/>
                  </a:lnTo>
                  <a:lnTo>
                    <a:pt x="148508" y="18588"/>
                  </a:lnTo>
                  <a:lnTo>
                    <a:pt x="149732" y="18588"/>
                  </a:lnTo>
                  <a:lnTo>
                    <a:pt x="148141" y="14231"/>
                  </a:lnTo>
                  <a:lnTo>
                    <a:pt x="145010" y="13070"/>
                  </a:lnTo>
                  <a:lnTo>
                    <a:pt x="145490" y="11214"/>
                  </a:lnTo>
                  <a:lnTo>
                    <a:pt x="145161" y="9105"/>
                  </a:lnTo>
                  <a:lnTo>
                    <a:pt x="145060" y="8562"/>
                  </a:lnTo>
                  <a:lnTo>
                    <a:pt x="146664" y="9395"/>
                  </a:lnTo>
                  <a:lnTo>
                    <a:pt x="148015" y="8360"/>
                  </a:lnTo>
                  <a:lnTo>
                    <a:pt x="149442" y="9307"/>
                  </a:lnTo>
                  <a:lnTo>
                    <a:pt x="150364" y="6542"/>
                  </a:lnTo>
                  <a:lnTo>
                    <a:pt x="149038" y="4774"/>
                  </a:lnTo>
                  <a:lnTo>
                    <a:pt x="148369" y="2223"/>
                  </a:lnTo>
                  <a:lnTo>
                    <a:pt x="144227" y="1605"/>
                  </a:lnTo>
                  <a:lnTo>
                    <a:pt x="144227" y="3120"/>
                  </a:lnTo>
                  <a:lnTo>
                    <a:pt x="143116" y="3082"/>
                  </a:lnTo>
                  <a:lnTo>
                    <a:pt x="142384" y="2185"/>
                  </a:lnTo>
                  <a:lnTo>
                    <a:pt x="134744" y="2185"/>
                  </a:lnTo>
                  <a:lnTo>
                    <a:pt x="130704" y="2564"/>
                  </a:lnTo>
                  <a:lnTo>
                    <a:pt x="133065" y="4875"/>
                  </a:lnTo>
                  <a:lnTo>
                    <a:pt x="131411" y="4888"/>
                  </a:lnTo>
                  <a:lnTo>
                    <a:pt x="130842" y="3486"/>
                  </a:lnTo>
                  <a:lnTo>
                    <a:pt x="127458" y="4989"/>
                  </a:lnTo>
                  <a:lnTo>
                    <a:pt x="124908" y="6605"/>
                  </a:lnTo>
                  <a:lnTo>
                    <a:pt x="123620" y="6605"/>
                  </a:lnTo>
                  <a:lnTo>
                    <a:pt x="122584" y="4420"/>
                  </a:lnTo>
                  <a:lnTo>
                    <a:pt x="119781" y="4016"/>
                  </a:lnTo>
                  <a:lnTo>
                    <a:pt x="117710" y="5178"/>
                  </a:lnTo>
                  <a:lnTo>
                    <a:pt x="114604" y="4143"/>
                  </a:lnTo>
                  <a:lnTo>
                    <a:pt x="112432" y="3259"/>
                  </a:lnTo>
                  <a:lnTo>
                    <a:pt x="108076" y="3574"/>
                  </a:lnTo>
                  <a:lnTo>
                    <a:pt x="106005" y="4900"/>
                  </a:lnTo>
                  <a:lnTo>
                    <a:pt x="107091" y="7842"/>
                  </a:lnTo>
                  <a:lnTo>
                    <a:pt x="105146" y="7842"/>
                  </a:lnTo>
                  <a:lnTo>
                    <a:pt x="103795" y="7729"/>
                  </a:lnTo>
                  <a:lnTo>
                    <a:pt x="101851" y="8714"/>
                  </a:lnTo>
                  <a:lnTo>
                    <a:pt x="102583" y="10039"/>
                  </a:lnTo>
                  <a:lnTo>
                    <a:pt x="102583" y="10039"/>
                  </a:lnTo>
                  <a:lnTo>
                    <a:pt x="101169" y="9623"/>
                  </a:lnTo>
                  <a:lnTo>
                    <a:pt x="100348" y="6744"/>
                  </a:lnTo>
                  <a:lnTo>
                    <a:pt x="97545" y="4370"/>
                  </a:lnTo>
                  <a:lnTo>
                    <a:pt x="93252" y="4963"/>
                  </a:lnTo>
                  <a:lnTo>
                    <a:pt x="94072" y="7628"/>
                  </a:lnTo>
                  <a:lnTo>
                    <a:pt x="91509" y="7539"/>
                  </a:lnTo>
                  <a:lnTo>
                    <a:pt x="90385" y="6074"/>
                  </a:lnTo>
                  <a:lnTo>
                    <a:pt x="87999" y="7337"/>
                  </a:lnTo>
                  <a:lnTo>
                    <a:pt x="86231" y="7893"/>
                  </a:lnTo>
                  <a:lnTo>
                    <a:pt x="84034" y="10544"/>
                  </a:lnTo>
                  <a:lnTo>
                    <a:pt x="83706" y="9282"/>
                  </a:lnTo>
                  <a:lnTo>
                    <a:pt x="85915" y="5923"/>
                  </a:lnTo>
                  <a:lnTo>
                    <a:pt x="85234" y="2526"/>
                  </a:lnTo>
                  <a:lnTo>
                    <a:pt x="81786" y="1"/>
                  </a:lnTo>
                  <a:close/>
                </a:path>
              </a:pathLst>
            </a:custGeom>
            <a:solidFill>
              <a:srgbClr val="CFD9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30" name="Google Shape;8188;p80">
              <a:extLst>
                <a:ext uri="{FF2B5EF4-FFF2-40B4-BE49-F238E27FC236}">
                  <a16:creationId xmlns:a16="http://schemas.microsoft.com/office/drawing/2014/main" id="{EE329D23-9E18-96BB-2CEE-331F58AE94E1}"/>
                </a:ext>
              </a:extLst>
            </p:cNvPr>
            <p:cNvSpPr/>
            <p:nvPr/>
          </p:nvSpPr>
          <p:spPr>
            <a:xfrm>
              <a:off x="4467225" y="3815075"/>
              <a:ext cx="177425" cy="289800"/>
            </a:xfrm>
            <a:custGeom>
              <a:avLst/>
              <a:gdLst/>
              <a:ahLst/>
              <a:cxnLst/>
              <a:rect l="l" t="t" r="r" b="b"/>
              <a:pathLst>
                <a:path w="7097" h="11592" extrusionOk="0">
                  <a:moveTo>
                    <a:pt x="5683" y="0"/>
                  </a:moveTo>
                  <a:lnTo>
                    <a:pt x="4572" y="1339"/>
                  </a:lnTo>
                  <a:lnTo>
                    <a:pt x="2602" y="2513"/>
                  </a:lnTo>
                  <a:lnTo>
                    <a:pt x="1023" y="3271"/>
                  </a:lnTo>
                  <a:lnTo>
                    <a:pt x="1415" y="5809"/>
                  </a:lnTo>
                  <a:lnTo>
                    <a:pt x="1023" y="7362"/>
                  </a:lnTo>
                  <a:lnTo>
                    <a:pt x="1" y="8524"/>
                  </a:lnTo>
                  <a:lnTo>
                    <a:pt x="556" y="10809"/>
                  </a:lnTo>
                  <a:lnTo>
                    <a:pt x="2134" y="11592"/>
                  </a:lnTo>
                  <a:lnTo>
                    <a:pt x="3864" y="9849"/>
                  </a:lnTo>
                  <a:lnTo>
                    <a:pt x="5203" y="6541"/>
                  </a:lnTo>
                  <a:lnTo>
                    <a:pt x="6226" y="3384"/>
                  </a:lnTo>
                  <a:lnTo>
                    <a:pt x="7097" y="1655"/>
                  </a:lnTo>
                  <a:lnTo>
                    <a:pt x="6150" y="0"/>
                  </a:lnTo>
                  <a:close/>
                </a:path>
              </a:pathLst>
            </a:custGeom>
            <a:solidFill>
              <a:srgbClr val="445D7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31" name="Google Shape;8189;p80">
              <a:extLst>
                <a:ext uri="{FF2B5EF4-FFF2-40B4-BE49-F238E27FC236}">
                  <a16:creationId xmlns:a16="http://schemas.microsoft.com/office/drawing/2014/main" id="{29D9B3D8-2027-589B-937A-14EF872B31B9}"/>
                </a:ext>
              </a:extLst>
            </p:cNvPr>
            <p:cNvSpPr/>
            <p:nvPr/>
          </p:nvSpPr>
          <p:spPr>
            <a:xfrm>
              <a:off x="4458375" y="3806875"/>
              <a:ext cx="194800" cy="307475"/>
            </a:xfrm>
            <a:custGeom>
              <a:avLst/>
              <a:gdLst/>
              <a:ahLst/>
              <a:cxnLst/>
              <a:rect l="l" t="t" r="r" b="b"/>
              <a:pathLst>
                <a:path w="7792" h="12299" extrusionOk="0">
                  <a:moveTo>
                    <a:pt x="6327" y="644"/>
                  </a:moveTo>
                  <a:lnTo>
                    <a:pt x="7097" y="1995"/>
                  </a:lnTo>
                  <a:lnTo>
                    <a:pt x="6277" y="3611"/>
                  </a:lnTo>
                  <a:lnTo>
                    <a:pt x="5266" y="6756"/>
                  </a:lnTo>
                  <a:lnTo>
                    <a:pt x="3953" y="10001"/>
                  </a:lnTo>
                  <a:lnTo>
                    <a:pt x="2413" y="11529"/>
                  </a:lnTo>
                  <a:lnTo>
                    <a:pt x="1175" y="10910"/>
                  </a:lnTo>
                  <a:lnTo>
                    <a:pt x="695" y="8940"/>
                  </a:lnTo>
                  <a:lnTo>
                    <a:pt x="1668" y="7829"/>
                  </a:lnTo>
                  <a:lnTo>
                    <a:pt x="2097" y="6149"/>
                  </a:lnTo>
                  <a:lnTo>
                    <a:pt x="1731" y="3776"/>
                  </a:lnTo>
                  <a:lnTo>
                    <a:pt x="3120" y="3119"/>
                  </a:lnTo>
                  <a:lnTo>
                    <a:pt x="5090" y="1932"/>
                  </a:lnTo>
                  <a:lnTo>
                    <a:pt x="6176" y="644"/>
                  </a:lnTo>
                  <a:close/>
                  <a:moveTo>
                    <a:pt x="5873" y="0"/>
                  </a:moveTo>
                  <a:lnTo>
                    <a:pt x="4711" y="1427"/>
                  </a:lnTo>
                  <a:lnTo>
                    <a:pt x="2817" y="2563"/>
                  </a:lnTo>
                  <a:lnTo>
                    <a:pt x="1024" y="3409"/>
                  </a:lnTo>
                  <a:lnTo>
                    <a:pt x="1440" y="6124"/>
                  </a:lnTo>
                  <a:lnTo>
                    <a:pt x="1087" y="7538"/>
                  </a:lnTo>
                  <a:lnTo>
                    <a:pt x="1" y="8776"/>
                  </a:lnTo>
                  <a:lnTo>
                    <a:pt x="632" y="11352"/>
                  </a:lnTo>
                  <a:lnTo>
                    <a:pt x="2552" y="12299"/>
                  </a:lnTo>
                  <a:lnTo>
                    <a:pt x="4420" y="10405"/>
                  </a:lnTo>
                  <a:lnTo>
                    <a:pt x="5847" y="6958"/>
                  </a:lnTo>
                  <a:lnTo>
                    <a:pt x="6845" y="3851"/>
                  </a:lnTo>
                  <a:lnTo>
                    <a:pt x="7792" y="1970"/>
                  </a:lnTo>
                  <a:lnTo>
                    <a:pt x="6681" y="0"/>
                  </a:lnTo>
                  <a:close/>
                </a:path>
              </a:pathLst>
            </a:custGeom>
            <a:solidFill>
              <a:srgbClr val="CFD9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32" name="Google Shape;8190;p80">
              <a:extLst>
                <a:ext uri="{FF2B5EF4-FFF2-40B4-BE49-F238E27FC236}">
                  <a16:creationId xmlns:a16="http://schemas.microsoft.com/office/drawing/2014/main" id="{9BBC585F-681E-86AF-E814-4744D092C124}"/>
                </a:ext>
              </a:extLst>
            </p:cNvPr>
            <p:cNvSpPr/>
            <p:nvPr/>
          </p:nvSpPr>
          <p:spPr>
            <a:xfrm>
              <a:off x="5304725" y="3312525"/>
              <a:ext cx="45475" cy="78625"/>
            </a:xfrm>
            <a:custGeom>
              <a:avLst/>
              <a:gdLst/>
              <a:ahLst/>
              <a:cxnLst/>
              <a:rect l="l" t="t" r="r" b="b"/>
              <a:pathLst>
                <a:path w="1819" h="3145" extrusionOk="0">
                  <a:moveTo>
                    <a:pt x="480" y="0"/>
                  </a:moveTo>
                  <a:lnTo>
                    <a:pt x="0" y="1654"/>
                  </a:lnTo>
                  <a:lnTo>
                    <a:pt x="480" y="3144"/>
                  </a:lnTo>
                  <a:lnTo>
                    <a:pt x="1503" y="2753"/>
                  </a:lnTo>
                  <a:lnTo>
                    <a:pt x="1818" y="1566"/>
                  </a:lnTo>
                  <a:lnTo>
                    <a:pt x="480" y="0"/>
                  </a:lnTo>
                  <a:close/>
                </a:path>
              </a:pathLst>
            </a:custGeom>
            <a:solidFill>
              <a:srgbClr val="445D7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33" name="Google Shape;8191;p80">
              <a:extLst>
                <a:ext uri="{FF2B5EF4-FFF2-40B4-BE49-F238E27FC236}">
                  <a16:creationId xmlns:a16="http://schemas.microsoft.com/office/drawing/2014/main" id="{3337C22A-FF0D-B752-8703-275233A9BB59}"/>
                </a:ext>
              </a:extLst>
            </p:cNvPr>
            <p:cNvSpPr/>
            <p:nvPr/>
          </p:nvSpPr>
          <p:spPr>
            <a:xfrm>
              <a:off x="5296500" y="3296100"/>
              <a:ext cx="62525" cy="105475"/>
            </a:xfrm>
            <a:custGeom>
              <a:avLst/>
              <a:gdLst/>
              <a:ahLst/>
              <a:cxnLst/>
              <a:rect l="l" t="t" r="r" b="b"/>
              <a:pathLst>
                <a:path w="2501" h="4219" extrusionOk="0">
                  <a:moveTo>
                    <a:pt x="948" y="1301"/>
                  </a:moveTo>
                  <a:lnTo>
                    <a:pt x="1806" y="2311"/>
                  </a:lnTo>
                  <a:lnTo>
                    <a:pt x="1567" y="3170"/>
                  </a:lnTo>
                  <a:lnTo>
                    <a:pt x="1011" y="3397"/>
                  </a:lnTo>
                  <a:lnTo>
                    <a:pt x="657" y="2299"/>
                  </a:lnTo>
                  <a:lnTo>
                    <a:pt x="948" y="1301"/>
                  </a:lnTo>
                  <a:close/>
                  <a:moveTo>
                    <a:pt x="670" y="1"/>
                  </a:moveTo>
                  <a:lnTo>
                    <a:pt x="1" y="2311"/>
                  </a:lnTo>
                  <a:lnTo>
                    <a:pt x="607" y="4218"/>
                  </a:lnTo>
                  <a:lnTo>
                    <a:pt x="2097" y="3650"/>
                  </a:lnTo>
                  <a:lnTo>
                    <a:pt x="2501" y="2147"/>
                  </a:lnTo>
                  <a:lnTo>
                    <a:pt x="670" y="1"/>
                  </a:lnTo>
                  <a:close/>
                </a:path>
              </a:pathLst>
            </a:custGeom>
            <a:solidFill>
              <a:srgbClr val="CFD9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34" name="Google Shape;8192;p80">
              <a:extLst>
                <a:ext uri="{FF2B5EF4-FFF2-40B4-BE49-F238E27FC236}">
                  <a16:creationId xmlns:a16="http://schemas.microsoft.com/office/drawing/2014/main" id="{A97143B2-59F3-1CD7-B93A-91AF14A139B2}"/>
                </a:ext>
              </a:extLst>
            </p:cNvPr>
            <p:cNvSpPr/>
            <p:nvPr/>
          </p:nvSpPr>
          <p:spPr>
            <a:xfrm>
              <a:off x="5643750" y="3420800"/>
              <a:ext cx="232675" cy="252250"/>
            </a:xfrm>
            <a:custGeom>
              <a:avLst/>
              <a:gdLst/>
              <a:ahLst/>
              <a:cxnLst/>
              <a:rect l="l" t="t" r="r" b="b"/>
              <a:pathLst>
                <a:path w="9307" h="10090" extrusionOk="0">
                  <a:moveTo>
                    <a:pt x="1" y="0"/>
                  </a:moveTo>
                  <a:lnTo>
                    <a:pt x="948" y="1301"/>
                  </a:lnTo>
                  <a:lnTo>
                    <a:pt x="2337" y="1553"/>
                  </a:lnTo>
                  <a:cubicBezTo>
                    <a:pt x="2337" y="1553"/>
                    <a:pt x="3536" y="3852"/>
                    <a:pt x="3688" y="4091"/>
                  </a:cubicBezTo>
                  <a:cubicBezTo>
                    <a:pt x="3852" y="4331"/>
                    <a:pt x="5897" y="8233"/>
                    <a:pt x="5897" y="8233"/>
                  </a:cubicBezTo>
                  <a:lnTo>
                    <a:pt x="7804" y="10089"/>
                  </a:lnTo>
                  <a:lnTo>
                    <a:pt x="8587" y="10089"/>
                  </a:lnTo>
                  <a:lnTo>
                    <a:pt x="9307" y="8119"/>
                  </a:lnTo>
                  <a:lnTo>
                    <a:pt x="7880" y="5039"/>
                  </a:lnTo>
                  <a:lnTo>
                    <a:pt x="4647" y="1882"/>
                  </a:lnTo>
                  <a:lnTo>
                    <a:pt x="3473" y="1061"/>
                  </a:lnTo>
                  <a:lnTo>
                    <a:pt x="1970" y="0"/>
                  </a:lnTo>
                  <a:close/>
                </a:path>
              </a:pathLst>
            </a:custGeom>
            <a:solidFill>
              <a:srgbClr val="445D7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35" name="Google Shape;8193;p80">
              <a:extLst>
                <a:ext uri="{FF2B5EF4-FFF2-40B4-BE49-F238E27FC236}">
                  <a16:creationId xmlns:a16="http://schemas.microsoft.com/office/drawing/2014/main" id="{01FD759F-86B5-E06A-C1F8-742E2EBE13A6}"/>
                </a:ext>
              </a:extLst>
            </p:cNvPr>
            <p:cNvSpPr/>
            <p:nvPr/>
          </p:nvSpPr>
          <p:spPr>
            <a:xfrm>
              <a:off x="5628275" y="3412900"/>
              <a:ext cx="256350" cy="268025"/>
            </a:xfrm>
            <a:custGeom>
              <a:avLst/>
              <a:gdLst/>
              <a:ahLst/>
              <a:cxnLst/>
              <a:rect l="l" t="t" r="r" b="b"/>
              <a:pathLst>
                <a:path w="10254" h="10721" extrusionOk="0">
                  <a:moveTo>
                    <a:pt x="2488" y="632"/>
                  </a:moveTo>
                  <a:lnTo>
                    <a:pt x="5052" y="2438"/>
                  </a:lnTo>
                  <a:lnTo>
                    <a:pt x="8246" y="5544"/>
                  </a:lnTo>
                  <a:lnTo>
                    <a:pt x="9585" y="8448"/>
                  </a:lnTo>
                  <a:lnTo>
                    <a:pt x="9004" y="10090"/>
                  </a:lnTo>
                  <a:lnTo>
                    <a:pt x="8562" y="10090"/>
                  </a:lnTo>
                  <a:lnTo>
                    <a:pt x="6782" y="8360"/>
                  </a:lnTo>
                  <a:cubicBezTo>
                    <a:pt x="6478" y="7792"/>
                    <a:pt x="4723" y="4471"/>
                    <a:pt x="4572" y="4231"/>
                  </a:cubicBezTo>
                  <a:cubicBezTo>
                    <a:pt x="4458" y="4067"/>
                    <a:pt x="3688" y="2614"/>
                    <a:pt x="3233" y="1731"/>
                  </a:cubicBezTo>
                  <a:lnTo>
                    <a:pt x="3158" y="1592"/>
                  </a:lnTo>
                  <a:lnTo>
                    <a:pt x="1743" y="1327"/>
                  </a:lnTo>
                  <a:lnTo>
                    <a:pt x="1238" y="632"/>
                  </a:lnTo>
                  <a:close/>
                  <a:moveTo>
                    <a:pt x="1" y="1"/>
                  </a:moveTo>
                  <a:lnTo>
                    <a:pt x="1390" y="1907"/>
                  </a:lnTo>
                  <a:lnTo>
                    <a:pt x="2741" y="2160"/>
                  </a:lnTo>
                  <a:cubicBezTo>
                    <a:pt x="3019" y="2690"/>
                    <a:pt x="3903" y="4370"/>
                    <a:pt x="4041" y="4584"/>
                  </a:cubicBezTo>
                  <a:cubicBezTo>
                    <a:pt x="4155" y="4748"/>
                    <a:pt x="5430" y="7135"/>
                    <a:pt x="6251" y="8701"/>
                  </a:cubicBezTo>
                  <a:lnTo>
                    <a:pt x="8297" y="10721"/>
                  </a:lnTo>
                  <a:lnTo>
                    <a:pt x="9433" y="10721"/>
                  </a:lnTo>
                  <a:lnTo>
                    <a:pt x="10254" y="8423"/>
                  </a:lnTo>
                  <a:lnTo>
                    <a:pt x="8789" y="5228"/>
                  </a:lnTo>
                  <a:lnTo>
                    <a:pt x="5443" y="1945"/>
                  </a:lnTo>
                  <a:lnTo>
                    <a:pt x="2690" y="1"/>
                  </a:lnTo>
                  <a:close/>
                </a:path>
              </a:pathLst>
            </a:custGeom>
            <a:solidFill>
              <a:srgbClr val="CFD9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36" name="Google Shape;8194;p80">
              <a:extLst>
                <a:ext uri="{FF2B5EF4-FFF2-40B4-BE49-F238E27FC236}">
                  <a16:creationId xmlns:a16="http://schemas.microsoft.com/office/drawing/2014/main" id="{FEB518F2-A244-2630-2A85-4D9F1C919685}"/>
                </a:ext>
              </a:extLst>
            </p:cNvPr>
            <p:cNvSpPr/>
            <p:nvPr/>
          </p:nvSpPr>
          <p:spPr>
            <a:xfrm>
              <a:off x="5873550" y="3662925"/>
              <a:ext cx="284775" cy="73250"/>
            </a:xfrm>
            <a:custGeom>
              <a:avLst/>
              <a:gdLst/>
              <a:ahLst/>
              <a:cxnLst/>
              <a:rect l="l" t="t" r="r" b="b"/>
              <a:pathLst>
                <a:path w="11391" h="2930" extrusionOk="0">
                  <a:moveTo>
                    <a:pt x="1150" y="0"/>
                  </a:moveTo>
                  <a:lnTo>
                    <a:pt x="1" y="998"/>
                  </a:lnTo>
                  <a:lnTo>
                    <a:pt x="2324" y="2058"/>
                  </a:lnTo>
                  <a:lnTo>
                    <a:pt x="5696" y="2930"/>
                  </a:lnTo>
                  <a:lnTo>
                    <a:pt x="11391" y="2930"/>
                  </a:lnTo>
                  <a:lnTo>
                    <a:pt x="8082" y="1667"/>
                  </a:lnTo>
                  <a:lnTo>
                    <a:pt x="5708" y="1667"/>
                  </a:lnTo>
                  <a:lnTo>
                    <a:pt x="1150" y="0"/>
                  </a:lnTo>
                  <a:close/>
                </a:path>
              </a:pathLst>
            </a:custGeom>
            <a:solidFill>
              <a:srgbClr val="445D7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37" name="Google Shape;8195;p80">
              <a:extLst>
                <a:ext uri="{FF2B5EF4-FFF2-40B4-BE49-F238E27FC236}">
                  <a16:creationId xmlns:a16="http://schemas.microsoft.com/office/drawing/2014/main" id="{52D064C4-8834-C817-011D-AB3349CFEB29}"/>
                </a:ext>
              </a:extLst>
            </p:cNvPr>
            <p:cNvSpPr/>
            <p:nvPr/>
          </p:nvSpPr>
          <p:spPr>
            <a:xfrm>
              <a:off x="5859050" y="3654075"/>
              <a:ext cx="342200" cy="90000"/>
            </a:xfrm>
            <a:custGeom>
              <a:avLst/>
              <a:gdLst/>
              <a:ahLst/>
              <a:cxnLst/>
              <a:rect l="l" t="t" r="r" b="b"/>
              <a:pathLst>
                <a:path w="13688" h="3600" extrusionOk="0">
                  <a:moveTo>
                    <a:pt x="1806" y="720"/>
                  </a:moveTo>
                  <a:lnTo>
                    <a:pt x="6187" y="2311"/>
                  </a:lnTo>
                  <a:lnTo>
                    <a:pt x="8599" y="2337"/>
                  </a:lnTo>
                  <a:lnTo>
                    <a:pt x="10266" y="2968"/>
                  </a:lnTo>
                  <a:lnTo>
                    <a:pt x="6314" y="2968"/>
                  </a:lnTo>
                  <a:lnTo>
                    <a:pt x="3043" y="2122"/>
                  </a:lnTo>
                  <a:lnTo>
                    <a:pt x="1174" y="1263"/>
                  </a:lnTo>
                  <a:lnTo>
                    <a:pt x="1806" y="720"/>
                  </a:lnTo>
                  <a:close/>
                  <a:moveTo>
                    <a:pt x="1667" y="1"/>
                  </a:moveTo>
                  <a:lnTo>
                    <a:pt x="0" y="1428"/>
                  </a:lnTo>
                  <a:lnTo>
                    <a:pt x="2829" y="2715"/>
                  </a:lnTo>
                  <a:lnTo>
                    <a:pt x="6200" y="3587"/>
                  </a:lnTo>
                  <a:lnTo>
                    <a:pt x="13688" y="3599"/>
                  </a:lnTo>
                  <a:lnTo>
                    <a:pt x="8763" y="1731"/>
                  </a:lnTo>
                  <a:lnTo>
                    <a:pt x="6352" y="1705"/>
                  </a:lnTo>
                  <a:lnTo>
                    <a:pt x="1667" y="1"/>
                  </a:lnTo>
                  <a:close/>
                </a:path>
              </a:pathLst>
            </a:custGeom>
            <a:solidFill>
              <a:srgbClr val="CFD9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38" name="Google Shape;8196;p80">
              <a:extLst>
                <a:ext uri="{FF2B5EF4-FFF2-40B4-BE49-F238E27FC236}">
                  <a16:creationId xmlns:a16="http://schemas.microsoft.com/office/drawing/2014/main" id="{581DD684-5F6B-D466-BDC6-7CF10783FECD}"/>
                </a:ext>
              </a:extLst>
            </p:cNvPr>
            <p:cNvSpPr/>
            <p:nvPr/>
          </p:nvSpPr>
          <p:spPr>
            <a:xfrm>
              <a:off x="6185775" y="3706475"/>
              <a:ext cx="137975" cy="31600"/>
            </a:xfrm>
            <a:custGeom>
              <a:avLst/>
              <a:gdLst/>
              <a:ahLst/>
              <a:cxnLst/>
              <a:rect l="l" t="t" r="r" b="b"/>
              <a:pathLst>
                <a:path w="5519" h="1264" extrusionOk="0">
                  <a:moveTo>
                    <a:pt x="3397" y="1"/>
                  </a:moveTo>
                  <a:lnTo>
                    <a:pt x="0" y="556"/>
                  </a:lnTo>
                  <a:lnTo>
                    <a:pt x="1818" y="1263"/>
                  </a:lnTo>
                  <a:lnTo>
                    <a:pt x="5518" y="556"/>
                  </a:lnTo>
                  <a:lnTo>
                    <a:pt x="3397" y="1"/>
                  </a:lnTo>
                  <a:close/>
                </a:path>
              </a:pathLst>
            </a:custGeom>
            <a:solidFill>
              <a:srgbClr val="445D7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39" name="Google Shape;8197;p80">
              <a:extLst>
                <a:ext uri="{FF2B5EF4-FFF2-40B4-BE49-F238E27FC236}">
                  <a16:creationId xmlns:a16="http://schemas.microsoft.com/office/drawing/2014/main" id="{EAEEE692-09D9-B44C-7D8D-6C17AF6A3660}"/>
                </a:ext>
              </a:extLst>
            </p:cNvPr>
            <p:cNvSpPr/>
            <p:nvPr/>
          </p:nvSpPr>
          <p:spPr>
            <a:xfrm>
              <a:off x="6156100" y="3698600"/>
              <a:ext cx="203625" cy="47675"/>
            </a:xfrm>
            <a:custGeom>
              <a:avLst/>
              <a:gdLst/>
              <a:ahLst/>
              <a:cxnLst/>
              <a:rect l="l" t="t" r="r" b="b"/>
              <a:pathLst>
                <a:path w="8145" h="1907" extrusionOk="0">
                  <a:moveTo>
                    <a:pt x="4571" y="644"/>
                  </a:moveTo>
                  <a:lnTo>
                    <a:pt x="5278" y="821"/>
                  </a:lnTo>
                  <a:lnTo>
                    <a:pt x="3031" y="1250"/>
                  </a:lnTo>
                  <a:lnTo>
                    <a:pt x="2374" y="998"/>
                  </a:lnTo>
                  <a:lnTo>
                    <a:pt x="4571" y="644"/>
                  </a:lnTo>
                  <a:close/>
                  <a:moveTo>
                    <a:pt x="4596" y="0"/>
                  </a:moveTo>
                  <a:lnTo>
                    <a:pt x="0" y="745"/>
                  </a:lnTo>
                  <a:lnTo>
                    <a:pt x="2968" y="1907"/>
                  </a:lnTo>
                  <a:lnTo>
                    <a:pt x="8145" y="922"/>
                  </a:lnTo>
                  <a:lnTo>
                    <a:pt x="4596" y="0"/>
                  </a:lnTo>
                  <a:close/>
                </a:path>
              </a:pathLst>
            </a:custGeom>
            <a:solidFill>
              <a:srgbClr val="CFD9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40" name="Google Shape;8198;p80">
              <a:extLst>
                <a:ext uri="{FF2B5EF4-FFF2-40B4-BE49-F238E27FC236}">
                  <a16:creationId xmlns:a16="http://schemas.microsoft.com/office/drawing/2014/main" id="{E66E8A32-C1A0-A51A-3B90-FE68DFD489F7}"/>
                </a:ext>
              </a:extLst>
            </p:cNvPr>
            <p:cNvSpPr/>
            <p:nvPr/>
          </p:nvSpPr>
          <p:spPr>
            <a:xfrm>
              <a:off x="6158300" y="3493725"/>
              <a:ext cx="139875" cy="161950"/>
            </a:xfrm>
            <a:custGeom>
              <a:avLst/>
              <a:gdLst/>
              <a:ahLst/>
              <a:cxnLst/>
              <a:rect l="l" t="t" r="r" b="b"/>
              <a:pathLst>
                <a:path w="5595" h="6478" extrusionOk="0">
                  <a:moveTo>
                    <a:pt x="3864" y="0"/>
                  </a:moveTo>
                  <a:lnTo>
                    <a:pt x="632" y="1579"/>
                  </a:lnTo>
                  <a:lnTo>
                    <a:pt x="1" y="4925"/>
                  </a:lnTo>
                  <a:lnTo>
                    <a:pt x="1099" y="6478"/>
                  </a:lnTo>
                  <a:lnTo>
                    <a:pt x="1730" y="4420"/>
                  </a:lnTo>
                  <a:lnTo>
                    <a:pt x="3473" y="6225"/>
                  </a:lnTo>
                  <a:lnTo>
                    <a:pt x="3473" y="4331"/>
                  </a:lnTo>
                  <a:lnTo>
                    <a:pt x="2678" y="3510"/>
                  </a:lnTo>
                  <a:lnTo>
                    <a:pt x="4104" y="2765"/>
                  </a:lnTo>
                  <a:lnTo>
                    <a:pt x="1895" y="2765"/>
                  </a:lnTo>
                  <a:lnTo>
                    <a:pt x="5594" y="1023"/>
                  </a:lnTo>
                  <a:lnTo>
                    <a:pt x="3864" y="0"/>
                  </a:lnTo>
                  <a:close/>
                </a:path>
              </a:pathLst>
            </a:custGeom>
            <a:solidFill>
              <a:srgbClr val="445D7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41" name="Google Shape;8199;p80">
              <a:extLst>
                <a:ext uri="{FF2B5EF4-FFF2-40B4-BE49-F238E27FC236}">
                  <a16:creationId xmlns:a16="http://schemas.microsoft.com/office/drawing/2014/main" id="{7A87592A-277C-01ED-45AF-422546E1AB00}"/>
                </a:ext>
              </a:extLst>
            </p:cNvPr>
            <p:cNvSpPr/>
            <p:nvPr/>
          </p:nvSpPr>
          <p:spPr>
            <a:xfrm>
              <a:off x="6149775" y="3484875"/>
              <a:ext cx="165125" cy="188175"/>
            </a:xfrm>
            <a:custGeom>
              <a:avLst/>
              <a:gdLst/>
              <a:ahLst/>
              <a:cxnLst/>
              <a:rect l="l" t="t" r="r" b="b"/>
              <a:pathLst>
                <a:path w="6605" h="7527" extrusionOk="0">
                  <a:moveTo>
                    <a:pt x="4193" y="708"/>
                  </a:moveTo>
                  <a:lnTo>
                    <a:pt x="5266" y="1339"/>
                  </a:lnTo>
                  <a:lnTo>
                    <a:pt x="1023" y="3334"/>
                  </a:lnTo>
                  <a:lnTo>
                    <a:pt x="1023" y="3334"/>
                  </a:lnTo>
                  <a:lnTo>
                    <a:pt x="1251" y="2147"/>
                  </a:lnTo>
                  <a:lnTo>
                    <a:pt x="4193" y="708"/>
                  </a:lnTo>
                  <a:close/>
                  <a:moveTo>
                    <a:pt x="3157" y="3423"/>
                  </a:moveTo>
                  <a:lnTo>
                    <a:pt x="2501" y="3776"/>
                  </a:lnTo>
                  <a:lnTo>
                    <a:pt x="3486" y="4812"/>
                  </a:lnTo>
                  <a:lnTo>
                    <a:pt x="3486" y="5796"/>
                  </a:lnTo>
                  <a:lnTo>
                    <a:pt x="1933" y="4168"/>
                  </a:lnTo>
                  <a:lnTo>
                    <a:pt x="1326" y="6125"/>
                  </a:lnTo>
                  <a:lnTo>
                    <a:pt x="670" y="5203"/>
                  </a:lnTo>
                  <a:lnTo>
                    <a:pt x="1011" y="3423"/>
                  </a:lnTo>
                  <a:close/>
                  <a:moveTo>
                    <a:pt x="4218" y="1"/>
                  </a:moveTo>
                  <a:lnTo>
                    <a:pt x="683" y="1718"/>
                  </a:lnTo>
                  <a:lnTo>
                    <a:pt x="1" y="5354"/>
                  </a:lnTo>
                  <a:lnTo>
                    <a:pt x="1554" y="7526"/>
                  </a:lnTo>
                  <a:lnTo>
                    <a:pt x="2210" y="5392"/>
                  </a:lnTo>
                  <a:lnTo>
                    <a:pt x="4117" y="7375"/>
                  </a:lnTo>
                  <a:lnTo>
                    <a:pt x="4117" y="4572"/>
                  </a:lnTo>
                  <a:lnTo>
                    <a:pt x="3536" y="3953"/>
                  </a:lnTo>
                  <a:lnTo>
                    <a:pt x="5708" y="2804"/>
                  </a:lnTo>
                  <a:lnTo>
                    <a:pt x="3650" y="2804"/>
                  </a:lnTo>
                  <a:lnTo>
                    <a:pt x="6605" y="1415"/>
                  </a:lnTo>
                  <a:lnTo>
                    <a:pt x="4218" y="1"/>
                  </a:lnTo>
                  <a:close/>
                </a:path>
              </a:pathLst>
            </a:custGeom>
            <a:solidFill>
              <a:srgbClr val="CFD9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42" name="Google Shape;8200;p80">
              <a:extLst>
                <a:ext uri="{FF2B5EF4-FFF2-40B4-BE49-F238E27FC236}">
                  <a16:creationId xmlns:a16="http://schemas.microsoft.com/office/drawing/2014/main" id="{12E11D89-A1CB-87D6-8D44-E000819041E4}"/>
                </a:ext>
              </a:extLst>
            </p:cNvPr>
            <p:cNvSpPr/>
            <p:nvPr/>
          </p:nvSpPr>
          <p:spPr>
            <a:xfrm>
              <a:off x="5945525" y="3367450"/>
              <a:ext cx="213125" cy="254775"/>
            </a:xfrm>
            <a:custGeom>
              <a:avLst/>
              <a:gdLst/>
              <a:ahLst/>
              <a:cxnLst/>
              <a:rect l="l" t="t" r="r" b="b"/>
              <a:pathLst>
                <a:path w="8525" h="10191" extrusionOk="0">
                  <a:moveTo>
                    <a:pt x="6542" y="0"/>
                  </a:moveTo>
                  <a:lnTo>
                    <a:pt x="3941" y="3119"/>
                  </a:lnTo>
                  <a:lnTo>
                    <a:pt x="2817" y="5291"/>
                  </a:lnTo>
                  <a:lnTo>
                    <a:pt x="935" y="5291"/>
                  </a:lnTo>
                  <a:lnTo>
                    <a:pt x="1" y="6869"/>
                  </a:lnTo>
                  <a:lnTo>
                    <a:pt x="1491" y="9067"/>
                  </a:lnTo>
                  <a:lnTo>
                    <a:pt x="2817" y="9546"/>
                  </a:lnTo>
                  <a:lnTo>
                    <a:pt x="4686" y="9344"/>
                  </a:lnTo>
                  <a:lnTo>
                    <a:pt x="6049" y="10190"/>
                  </a:lnTo>
                  <a:lnTo>
                    <a:pt x="7363" y="6516"/>
                  </a:lnTo>
                  <a:lnTo>
                    <a:pt x="8524" y="4874"/>
                  </a:lnTo>
                  <a:lnTo>
                    <a:pt x="7653" y="3384"/>
                  </a:lnTo>
                  <a:lnTo>
                    <a:pt x="8512" y="2134"/>
                  </a:lnTo>
                  <a:lnTo>
                    <a:pt x="6542" y="0"/>
                  </a:lnTo>
                  <a:close/>
                </a:path>
              </a:pathLst>
            </a:custGeom>
            <a:solidFill>
              <a:srgbClr val="445D7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43" name="Google Shape;8201;p80">
              <a:extLst>
                <a:ext uri="{FF2B5EF4-FFF2-40B4-BE49-F238E27FC236}">
                  <a16:creationId xmlns:a16="http://schemas.microsoft.com/office/drawing/2014/main" id="{D1784502-3F70-A1C6-9401-386AE25B3FB9}"/>
                </a:ext>
              </a:extLst>
            </p:cNvPr>
            <p:cNvSpPr/>
            <p:nvPr/>
          </p:nvSpPr>
          <p:spPr>
            <a:xfrm>
              <a:off x="5936075" y="3355775"/>
              <a:ext cx="232350" cy="278450"/>
            </a:xfrm>
            <a:custGeom>
              <a:avLst/>
              <a:gdLst/>
              <a:ahLst/>
              <a:cxnLst/>
              <a:rect l="l" t="t" r="r" b="b"/>
              <a:pathLst>
                <a:path w="9294" h="11138" extrusionOk="0">
                  <a:moveTo>
                    <a:pt x="6932" y="947"/>
                  </a:moveTo>
                  <a:lnTo>
                    <a:pt x="8486" y="2627"/>
                  </a:lnTo>
                  <a:lnTo>
                    <a:pt x="7652" y="3839"/>
                  </a:lnTo>
                  <a:lnTo>
                    <a:pt x="8523" y="5329"/>
                  </a:lnTo>
                  <a:lnTo>
                    <a:pt x="7475" y="6806"/>
                  </a:lnTo>
                  <a:lnTo>
                    <a:pt x="6263" y="10190"/>
                  </a:lnTo>
                  <a:lnTo>
                    <a:pt x="5139" y="9496"/>
                  </a:lnTo>
                  <a:lnTo>
                    <a:pt x="3220" y="9685"/>
                  </a:lnTo>
                  <a:lnTo>
                    <a:pt x="2071" y="9281"/>
                  </a:lnTo>
                  <a:lnTo>
                    <a:pt x="745" y="7324"/>
                  </a:lnTo>
                  <a:lnTo>
                    <a:pt x="1490" y="6074"/>
                  </a:lnTo>
                  <a:lnTo>
                    <a:pt x="3384" y="6074"/>
                  </a:lnTo>
                  <a:lnTo>
                    <a:pt x="4584" y="3763"/>
                  </a:lnTo>
                  <a:lnTo>
                    <a:pt x="6932" y="947"/>
                  </a:lnTo>
                  <a:close/>
                  <a:moveTo>
                    <a:pt x="6907" y="0"/>
                  </a:moveTo>
                  <a:lnTo>
                    <a:pt x="4079" y="3397"/>
                  </a:lnTo>
                  <a:lnTo>
                    <a:pt x="3005" y="5442"/>
                  </a:lnTo>
                  <a:lnTo>
                    <a:pt x="1137" y="5442"/>
                  </a:lnTo>
                  <a:lnTo>
                    <a:pt x="0" y="7336"/>
                  </a:lnTo>
                  <a:lnTo>
                    <a:pt x="1667" y="9799"/>
                  </a:lnTo>
                  <a:lnTo>
                    <a:pt x="3157" y="10329"/>
                  </a:lnTo>
                  <a:lnTo>
                    <a:pt x="4988" y="10140"/>
                  </a:lnTo>
                  <a:lnTo>
                    <a:pt x="6591" y="11137"/>
                  </a:lnTo>
                  <a:lnTo>
                    <a:pt x="8018" y="7147"/>
                  </a:lnTo>
                  <a:lnTo>
                    <a:pt x="9281" y="5379"/>
                  </a:lnTo>
                  <a:lnTo>
                    <a:pt x="8397" y="3877"/>
                  </a:lnTo>
                  <a:lnTo>
                    <a:pt x="9294" y="2576"/>
                  </a:lnTo>
                  <a:lnTo>
                    <a:pt x="6907" y="0"/>
                  </a:lnTo>
                  <a:close/>
                </a:path>
              </a:pathLst>
            </a:custGeom>
            <a:solidFill>
              <a:srgbClr val="CFD9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44" name="Google Shape;8202;p80">
              <a:extLst>
                <a:ext uri="{FF2B5EF4-FFF2-40B4-BE49-F238E27FC236}">
                  <a16:creationId xmlns:a16="http://schemas.microsoft.com/office/drawing/2014/main" id="{3A32C8AA-9C6A-89DB-AA88-D8553D25CE22}"/>
                </a:ext>
              </a:extLst>
            </p:cNvPr>
            <p:cNvSpPr/>
            <p:nvPr/>
          </p:nvSpPr>
          <p:spPr>
            <a:xfrm>
              <a:off x="6429775" y="3529075"/>
              <a:ext cx="453650" cy="254450"/>
            </a:xfrm>
            <a:custGeom>
              <a:avLst/>
              <a:gdLst/>
              <a:ahLst/>
              <a:cxnLst/>
              <a:rect l="l" t="t" r="r" b="b"/>
              <a:pathLst>
                <a:path w="18146" h="10178" extrusionOk="0">
                  <a:moveTo>
                    <a:pt x="1794" y="0"/>
                  </a:moveTo>
                  <a:lnTo>
                    <a:pt x="1" y="745"/>
                  </a:lnTo>
                  <a:lnTo>
                    <a:pt x="1705" y="2576"/>
                  </a:lnTo>
                  <a:lnTo>
                    <a:pt x="2223" y="4496"/>
                  </a:lnTo>
                  <a:lnTo>
                    <a:pt x="4281" y="4496"/>
                  </a:lnTo>
                  <a:lnTo>
                    <a:pt x="5847" y="5039"/>
                  </a:lnTo>
                  <a:lnTo>
                    <a:pt x="5847" y="6705"/>
                  </a:lnTo>
                  <a:lnTo>
                    <a:pt x="8764" y="8915"/>
                  </a:lnTo>
                  <a:lnTo>
                    <a:pt x="11214" y="8915"/>
                  </a:lnTo>
                  <a:lnTo>
                    <a:pt x="12236" y="7412"/>
                  </a:lnTo>
                  <a:lnTo>
                    <a:pt x="14055" y="8120"/>
                  </a:lnTo>
                  <a:lnTo>
                    <a:pt x="15633" y="10178"/>
                  </a:lnTo>
                  <a:lnTo>
                    <a:pt x="18146" y="10178"/>
                  </a:lnTo>
                  <a:lnTo>
                    <a:pt x="14522" y="5443"/>
                  </a:lnTo>
                  <a:lnTo>
                    <a:pt x="10431" y="3157"/>
                  </a:lnTo>
                  <a:lnTo>
                    <a:pt x="5531" y="1819"/>
                  </a:lnTo>
                  <a:lnTo>
                    <a:pt x="3650" y="2652"/>
                  </a:lnTo>
                  <a:lnTo>
                    <a:pt x="3094" y="733"/>
                  </a:lnTo>
                  <a:lnTo>
                    <a:pt x="1794" y="0"/>
                  </a:lnTo>
                  <a:close/>
                </a:path>
              </a:pathLst>
            </a:custGeom>
            <a:solidFill>
              <a:srgbClr val="445D7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45" name="Google Shape;8203;p80">
              <a:extLst>
                <a:ext uri="{FF2B5EF4-FFF2-40B4-BE49-F238E27FC236}">
                  <a16:creationId xmlns:a16="http://schemas.microsoft.com/office/drawing/2014/main" id="{E31274AC-3BAA-5EB0-343F-9211774F32FE}"/>
                </a:ext>
              </a:extLst>
            </p:cNvPr>
            <p:cNvSpPr/>
            <p:nvPr/>
          </p:nvSpPr>
          <p:spPr>
            <a:xfrm>
              <a:off x="6416200" y="3519925"/>
              <a:ext cx="483325" cy="271500"/>
            </a:xfrm>
            <a:custGeom>
              <a:avLst/>
              <a:gdLst/>
              <a:ahLst/>
              <a:cxnLst/>
              <a:rect l="l" t="t" r="r" b="b"/>
              <a:pathLst>
                <a:path w="19333" h="10860" extrusionOk="0">
                  <a:moveTo>
                    <a:pt x="2312" y="707"/>
                  </a:moveTo>
                  <a:lnTo>
                    <a:pt x="3372" y="1313"/>
                  </a:lnTo>
                  <a:lnTo>
                    <a:pt x="3991" y="3447"/>
                  </a:lnTo>
                  <a:lnTo>
                    <a:pt x="6112" y="2513"/>
                  </a:lnTo>
                  <a:lnTo>
                    <a:pt x="10860" y="3814"/>
                  </a:lnTo>
                  <a:lnTo>
                    <a:pt x="14863" y="6061"/>
                  </a:lnTo>
                  <a:lnTo>
                    <a:pt x="18058" y="10228"/>
                  </a:lnTo>
                  <a:lnTo>
                    <a:pt x="16328" y="10228"/>
                  </a:lnTo>
                  <a:lnTo>
                    <a:pt x="14787" y="8233"/>
                  </a:lnTo>
                  <a:lnTo>
                    <a:pt x="12653" y="7400"/>
                  </a:lnTo>
                  <a:lnTo>
                    <a:pt x="11580" y="8965"/>
                  </a:lnTo>
                  <a:lnTo>
                    <a:pt x="9408" y="8965"/>
                  </a:lnTo>
                  <a:lnTo>
                    <a:pt x="6706" y="6920"/>
                  </a:lnTo>
                  <a:lnTo>
                    <a:pt x="6706" y="5177"/>
                  </a:lnTo>
                  <a:lnTo>
                    <a:pt x="4913" y="4571"/>
                  </a:lnTo>
                  <a:lnTo>
                    <a:pt x="3006" y="4546"/>
                  </a:lnTo>
                  <a:lnTo>
                    <a:pt x="2526" y="2778"/>
                  </a:lnTo>
                  <a:lnTo>
                    <a:pt x="1074" y="1225"/>
                  </a:lnTo>
                  <a:lnTo>
                    <a:pt x="2312" y="707"/>
                  </a:lnTo>
                  <a:close/>
                  <a:moveTo>
                    <a:pt x="2362" y="0"/>
                  </a:moveTo>
                  <a:lnTo>
                    <a:pt x="1" y="998"/>
                  </a:lnTo>
                  <a:lnTo>
                    <a:pt x="1958" y="3094"/>
                  </a:lnTo>
                  <a:lnTo>
                    <a:pt x="2526" y="5177"/>
                  </a:lnTo>
                  <a:lnTo>
                    <a:pt x="4761" y="5177"/>
                  </a:lnTo>
                  <a:lnTo>
                    <a:pt x="6074" y="5632"/>
                  </a:lnTo>
                  <a:lnTo>
                    <a:pt x="6074" y="7223"/>
                  </a:lnTo>
                  <a:lnTo>
                    <a:pt x="9206" y="9597"/>
                  </a:lnTo>
                  <a:lnTo>
                    <a:pt x="11921" y="9597"/>
                  </a:lnTo>
                  <a:lnTo>
                    <a:pt x="12906" y="8170"/>
                  </a:lnTo>
                  <a:lnTo>
                    <a:pt x="14396" y="8751"/>
                  </a:lnTo>
                  <a:lnTo>
                    <a:pt x="16025" y="10859"/>
                  </a:lnTo>
                  <a:lnTo>
                    <a:pt x="19333" y="10859"/>
                  </a:lnTo>
                  <a:lnTo>
                    <a:pt x="15317" y="5607"/>
                  </a:lnTo>
                  <a:lnTo>
                    <a:pt x="11125" y="3245"/>
                  </a:lnTo>
                  <a:lnTo>
                    <a:pt x="6049" y="1844"/>
                  </a:lnTo>
                  <a:lnTo>
                    <a:pt x="4395" y="2576"/>
                  </a:lnTo>
                  <a:lnTo>
                    <a:pt x="3903" y="884"/>
                  </a:lnTo>
                  <a:lnTo>
                    <a:pt x="2362" y="0"/>
                  </a:lnTo>
                  <a:close/>
                </a:path>
              </a:pathLst>
            </a:custGeom>
            <a:solidFill>
              <a:srgbClr val="CFD9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46" name="Google Shape;8204;p80">
              <a:extLst>
                <a:ext uri="{FF2B5EF4-FFF2-40B4-BE49-F238E27FC236}">
                  <a16:creationId xmlns:a16="http://schemas.microsoft.com/office/drawing/2014/main" id="{D4F724EC-3F2F-F387-F09C-1B764DDA1EA4}"/>
                </a:ext>
              </a:extLst>
            </p:cNvPr>
            <p:cNvSpPr/>
            <p:nvPr/>
          </p:nvSpPr>
          <p:spPr>
            <a:xfrm>
              <a:off x="5992575" y="3785400"/>
              <a:ext cx="867500" cy="764650"/>
            </a:xfrm>
            <a:custGeom>
              <a:avLst/>
              <a:gdLst/>
              <a:ahLst/>
              <a:cxnLst/>
              <a:rect l="l" t="t" r="r" b="b"/>
              <a:pathLst>
                <a:path w="34700" h="30586" extrusionOk="0">
                  <a:moveTo>
                    <a:pt x="18082" y="1"/>
                  </a:moveTo>
                  <a:lnTo>
                    <a:pt x="15494" y="2602"/>
                  </a:lnTo>
                  <a:lnTo>
                    <a:pt x="13953" y="3574"/>
                  </a:lnTo>
                  <a:lnTo>
                    <a:pt x="12577" y="3006"/>
                  </a:lnTo>
                  <a:lnTo>
                    <a:pt x="9976" y="5430"/>
                  </a:lnTo>
                  <a:lnTo>
                    <a:pt x="8195" y="7627"/>
                  </a:lnTo>
                  <a:lnTo>
                    <a:pt x="4950" y="9572"/>
                  </a:lnTo>
                  <a:lnTo>
                    <a:pt x="1617" y="10228"/>
                  </a:lnTo>
                  <a:lnTo>
                    <a:pt x="0" y="12779"/>
                  </a:lnTo>
                  <a:lnTo>
                    <a:pt x="0" y="15999"/>
                  </a:lnTo>
                  <a:lnTo>
                    <a:pt x="973" y="20835"/>
                  </a:lnTo>
                  <a:lnTo>
                    <a:pt x="480" y="22704"/>
                  </a:lnTo>
                  <a:lnTo>
                    <a:pt x="1857" y="24244"/>
                  </a:lnTo>
                  <a:lnTo>
                    <a:pt x="5481" y="23424"/>
                  </a:lnTo>
                  <a:lnTo>
                    <a:pt x="9408" y="22211"/>
                  </a:lnTo>
                  <a:lnTo>
                    <a:pt x="12223" y="20999"/>
                  </a:lnTo>
                  <a:lnTo>
                    <a:pt x="16214" y="21365"/>
                  </a:lnTo>
                  <a:lnTo>
                    <a:pt x="18070" y="24964"/>
                  </a:lnTo>
                  <a:lnTo>
                    <a:pt x="20103" y="23184"/>
                  </a:lnTo>
                  <a:lnTo>
                    <a:pt x="20911" y="26833"/>
                  </a:lnTo>
                  <a:cubicBezTo>
                    <a:pt x="20911" y="26833"/>
                    <a:pt x="21719" y="29421"/>
                    <a:pt x="22047" y="29421"/>
                  </a:cubicBezTo>
                  <a:cubicBezTo>
                    <a:pt x="22349" y="29421"/>
                    <a:pt x="23677" y="30586"/>
                    <a:pt x="24015" y="30586"/>
                  </a:cubicBezTo>
                  <a:cubicBezTo>
                    <a:pt x="24045" y="30586"/>
                    <a:pt x="24067" y="30577"/>
                    <a:pt x="24080" y="30558"/>
                  </a:cubicBezTo>
                  <a:cubicBezTo>
                    <a:pt x="24232" y="30318"/>
                    <a:pt x="25621" y="29990"/>
                    <a:pt x="25621" y="29990"/>
                  </a:cubicBezTo>
                  <a:lnTo>
                    <a:pt x="28133" y="30229"/>
                  </a:lnTo>
                  <a:cubicBezTo>
                    <a:pt x="28133" y="30229"/>
                    <a:pt x="30735" y="28045"/>
                    <a:pt x="30735" y="27729"/>
                  </a:cubicBezTo>
                  <a:cubicBezTo>
                    <a:pt x="30735" y="27401"/>
                    <a:pt x="32831" y="23348"/>
                    <a:pt x="32831" y="23348"/>
                  </a:cubicBezTo>
                  <a:lnTo>
                    <a:pt x="34371" y="19699"/>
                  </a:lnTo>
                  <a:lnTo>
                    <a:pt x="34700" y="14193"/>
                  </a:lnTo>
                  <a:lnTo>
                    <a:pt x="31303" y="8107"/>
                  </a:lnTo>
                  <a:lnTo>
                    <a:pt x="30078" y="5114"/>
                  </a:lnTo>
                  <a:lnTo>
                    <a:pt x="29434" y="3081"/>
                  </a:lnTo>
                  <a:lnTo>
                    <a:pt x="27654" y="1"/>
                  </a:lnTo>
                  <a:lnTo>
                    <a:pt x="26025" y="3410"/>
                  </a:lnTo>
                  <a:lnTo>
                    <a:pt x="26113" y="4950"/>
                  </a:lnTo>
                  <a:lnTo>
                    <a:pt x="24333" y="6251"/>
                  </a:lnTo>
                  <a:lnTo>
                    <a:pt x="21971" y="4054"/>
                  </a:lnTo>
                  <a:lnTo>
                    <a:pt x="22224" y="1301"/>
                  </a:lnTo>
                  <a:lnTo>
                    <a:pt x="18082" y="1"/>
                  </a:lnTo>
                  <a:close/>
                </a:path>
              </a:pathLst>
            </a:custGeom>
            <a:solidFill>
              <a:srgbClr val="445D7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47" name="Google Shape;8205;p80">
              <a:extLst>
                <a:ext uri="{FF2B5EF4-FFF2-40B4-BE49-F238E27FC236}">
                  <a16:creationId xmlns:a16="http://schemas.microsoft.com/office/drawing/2014/main" id="{F06CA36B-FF7E-3DDB-6382-B1A410290B4A}"/>
                </a:ext>
              </a:extLst>
            </p:cNvPr>
            <p:cNvSpPr/>
            <p:nvPr/>
          </p:nvSpPr>
          <p:spPr>
            <a:xfrm>
              <a:off x="5985000" y="3768350"/>
              <a:ext cx="883600" cy="789850"/>
            </a:xfrm>
            <a:custGeom>
              <a:avLst/>
              <a:gdLst/>
              <a:ahLst/>
              <a:cxnLst/>
              <a:rect l="l" t="t" r="r" b="b"/>
              <a:pathLst>
                <a:path w="35344" h="31594" extrusionOk="0">
                  <a:moveTo>
                    <a:pt x="18474" y="1049"/>
                  </a:moveTo>
                  <a:lnTo>
                    <a:pt x="22186" y="2210"/>
                  </a:lnTo>
                  <a:lnTo>
                    <a:pt x="21946" y="4862"/>
                  </a:lnTo>
                  <a:lnTo>
                    <a:pt x="24598" y="7337"/>
                  </a:lnTo>
                  <a:lnTo>
                    <a:pt x="26732" y="5784"/>
                  </a:lnTo>
                  <a:lnTo>
                    <a:pt x="26643" y="4155"/>
                  </a:lnTo>
                  <a:lnTo>
                    <a:pt x="27969" y="1364"/>
                  </a:lnTo>
                  <a:lnTo>
                    <a:pt x="29447" y="3890"/>
                  </a:lnTo>
                  <a:lnTo>
                    <a:pt x="30091" y="5910"/>
                  </a:lnTo>
                  <a:lnTo>
                    <a:pt x="31315" y="8941"/>
                  </a:lnTo>
                  <a:lnTo>
                    <a:pt x="34674" y="14938"/>
                  </a:lnTo>
                  <a:lnTo>
                    <a:pt x="34359" y="20305"/>
                  </a:lnTo>
                  <a:lnTo>
                    <a:pt x="32856" y="23891"/>
                  </a:lnTo>
                  <a:cubicBezTo>
                    <a:pt x="31530" y="26442"/>
                    <a:pt x="30810" y="27932"/>
                    <a:pt x="30722" y="28336"/>
                  </a:cubicBezTo>
                  <a:cubicBezTo>
                    <a:pt x="30583" y="28601"/>
                    <a:pt x="29396" y="29687"/>
                    <a:pt x="28335" y="30596"/>
                  </a:cubicBezTo>
                  <a:lnTo>
                    <a:pt x="25898" y="30356"/>
                  </a:lnTo>
                  <a:lnTo>
                    <a:pt x="25848" y="30369"/>
                  </a:lnTo>
                  <a:cubicBezTo>
                    <a:pt x="25052" y="30558"/>
                    <a:pt x="24522" y="30747"/>
                    <a:pt x="24257" y="30937"/>
                  </a:cubicBezTo>
                  <a:cubicBezTo>
                    <a:pt x="23979" y="30773"/>
                    <a:pt x="23714" y="30596"/>
                    <a:pt x="23461" y="30406"/>
                  </a:cubicBezTo>
                  <a:cubicBezTo>
                    <a:pt x="22931" y="30028"/>
                    <a:pt x="22666" y="29851"/>
                    <a:pt x="22464" y="29800"/>
                  </a:cubicBezTo>
                  <a:cubicBezTo>
                    <a:pt x="22262" y="29560"/>
                    <a:pt x="21832" y="28411"/>
                    <a:pt x="21517" y="27439"/>
                  </a:cubicBezTo>
                  <a:lnTo>
                    <a:pt x="20595" y="23272"/>
                  </a:lnTo>
                  <a:lnTo>
                    <a:pt x="18474" y="25141"/>
                  </a:lnTo>
                  <a:lnTo>
                    <a:pt x="16706" y="21744"/>
                  </a:lnTo>
                  <a:lnTo>
                    <a:pt x="12463" y="21353"/>
                  </a:lnTo>
                  <a:lnTo>
                    <a:pt x="9610" y="22590"/>
                  </a:lnTo>
                  <a:lnTo>
                    <a:pt x="5708" y="23803"/>
                  </a:lnTo>
                  <a:lnTo>
                    <a:pt x="2261" y="24573"/>
                  </a:lnTo>
                  <a:lnTo>
                    <a:pt x="1124" y="23297"/>
                  </a:lnTo>
                  <a:lnTo>
                    <a:pt x="1591" y="21530"/>
                  </a:lnTo>
                  <a:lnTo>
                    <a:pt x="619" y="16681"/>
                  </a:lnTo>
                  <a:lnTo>
                    <a:pt x="619" y="13537"/>
                  </a:lnTo>
                  <a:lnTo>
                    <a:pt x="2109" y="11188"/>
                  </a:lnTo>
                  <a:lnTo>
                    <a:pt x="5316" y="10557"/>
                  </a:lnTo>
                  <a:lnTo>
                    <a:pt x="8662" y="8574"/>
                  </a:lnTo>
                  <a:lnTo>
                    <a:pt x="10493" y="6352"/>
                  </a:lnTo>
                  <a:lnTo>
                    <a:pt x="12943" y="4054"/>
                  </a:lnTo>
                  <a:lnTo>
                    <a:pt x="14282" y="4609"/>
                  </a:lnTo>
                  <a:lnTo>
                    <a:pt x="15961" y="3549"/>
                  </a:lnTo>
                  <a:lnTo>
                    <a:pt x="18474" y="1049"/>
                  </a:lnTo>
                  <a:close/>
                  <a:moveTo>
                    <a:pt x="27944" y="1"/>
                  </a:moveTo>
                  <a:lnTo>
                    <a:pt x="26025" y="4016"/>
                  </a:lnTo>
                  <a:lnTo>
                    <a:pt x="26100" y="5468"/>
                  </a:lnTo>
                  <a:lnTo>
                    <a:pt x="24674" y="6516"/>
                  </a:lnTo>
                  <a:lnTo>
                    <a:pt x="22615" y="4609"/>
                  </a:lnTo>
                  <a:lnTo>
                    <a:pt x="22868" y="1756"/>
                  </a:lnTo>
                  <a:lnTo>
                    <a:pt x="18310" y="316"/>
                  </a:lnTo>
                  <a:lnTo>
                    <a:pt x="15607" y="3018"/>
                  </a:lnTo>
                  <a:lnTo>
                    <a:pt x="14231" y="3890"/>
                  </a:lnTo>
                  <a:lnTo>
                    <a:pt x="12817" y="3309"/>
                  </a:lnTo>
                  <a:lnTo>
                    <a:pt x="10039" y="5910"/>
                  </a:lnTo>
                  <a:lnTo>
                    <a:pt x="8296" y="8057"/>
                  </a:lnTo>
                  <a:lnTo>
                    <a:pt x="5152" y="9951"/>
                  </a:lnTo>
                  <a:lnTo>
                    <a:pt x="1743" y="10633"/>
                  </a:lnTo>
                  <a:lnTo>
                    <a:pt x="0" y="13360"/>
                  </a:lnTo>
                  <a:lnTo>
                    <a:pt x="0" y="16744"/>
                  </a:lnTo>
                  <a:lnTo>
                    <a:pt x="947" y="21504"/>
                  </a:lnTo>
                  <a:lnTo>
                    <a:pt x="430" y="23462"/>
                  </a:lnTo>
                  <a:lnTo>
                    <a:pt x="2046" y="25267"/>
                  </a:lnTo>
                  <a:lnTo>
                    <a:pt x="5872" y="24409"/>
                  </a:lnTo>
                  <a:lnTo>
                    <a:pt x="9824" y="23184"/>
                  </a:lnTo>
                  <a:lnTo>
                    <a:pt x="12564" y="21997"/>
                  </a:lnTo>
                  <a:lnTo>
                    <a:pt x="16314" y="22338"/>
                  </a:lnTo>
                  <a:lnTo>
                    <a:pt x="18284" y="26151"/>
                  </a:lnTo>
                  <a:lnTo>
                    <a:pt x="20216" y="24459"/>
                  </a:lnTo>
                  <a:lnTo>
                    <a:pt x="20923" y="27616"/>
                  </a:lnTo>
                  <a:cubicBezTo>
                    <a:pt x="21795" y="30419"/>
                    <a:pt x="22136" y="30419"/>
                    <a:pt x="22325" y="30419"/>
                  </a:cubicBezTo>
                  <a:cubicBezTo>
                    <a:pt x="22590" y="30571"/>
                    <a:pt x="22855" y="30735"/>
                    <a:pt x="23095" y="30924"/>
                  </a:cubicBezTo>
                  <a:cubicBezTo>
                    <a:pt x="23752" y="31391"/>
                    <a:pt x="24067" y="31593"/>
                    <a:pt x="24320" y="31593"/>
                  </a:cubicBezTo>
                  <a:cubicBezTo>
                    <a:pt x="24345" y="31581"/>
                    <a:pt x="24383" y="31581"/>
                    <a:pt x="24421" y="31568"/>
                  </a:cubicBezTo>
                  <a:cubicBezTo>
                    <a:pt x="24509" y="31555"/>
                    <a:pt x="24598" y="31505"/>
                    <a:pt x="24648" y="31429"/>
                  </a:cubicBezTo>
                  <a:cubicBezTo>
                    <a:pt x="24749" y="31341"/>
                    <a:pt x="25355" y="31126"/>
                    <a:pt x="25962" y="30987"/>
                  </a:cubicBezTo>
                  <a:lnTo>
                    <a:pt x="28563" y="31240"/>
                  </a:lnTo>
                  <a:lnTo>
                    <a:pt x="28664" y="31151"/>
                  </a:lnTo>
                  <a:cubicBezTo>
                    <a:pt x="31366" y="28866"/>
                    <a:pt x="31366" y="28550"/>
                    <a:pt x="31366" y="28424"/>
                  </a:cubicBezTo>
                  <a:cubicBezTo>
                    <a:pt x="31416" y="28146"/>
                    <a:pt x="32464" y="26037"/>
                    <a:pt x="33449" y="24143"/>
                  </a:cubicBezTo>
                  <a:lnTo>
                    <a:pt x="34990" y="20494"/>
                  </a:lnTo>
                  <a:lnTo>
                    <a:pt x="35343" y="14787"/>
                  </a:lnTo>
                  <a:lnTo>
                    <a:pt x="31909" y="8663"/>
                  </a:lnTo>
                  <a:lnTo>
                    <a:pt x="30697" y="5683"/>
                  </a:lnTo>
                  <a:lnTo>
                    <a:pt x="30053" y="3662"/>
                  </a:lnTo>
                  <a:lnTo>
                    <a:pt x="27944" y="1"/>
                  </a:lnTo>
                  <a:close/>
                </a:path>
              </a:pathLst>
            </a:custGeom>
            <a:solidFill>
              <a:srgbClr val="CFD9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48" name="Google Shape;8206;p80">
              <a:extLst>
                <a:ext uri="{FF2B5EF4-FFF2-40B4-BE49-F238E27FC236}">
                  <a16:creationId xmlns:a16="http://schemas.microsoft.com/office/drawing/2014/main" id="{AC49C14A-35C1-6E30-FD50-8E4687F34517}"/>
                </a:ext>
              </a:extLst>
            </p:cNvPr>
            <p:cNvSpPr/>
            <p:nvPr/>
          </p:nvSpPr>
          <p:spPr>
            <a:xfrm>
              <a:off x="6575950" y="4616250"/>
              <a:ext cx="97550" cy="109575"/>
            </a:xfrm>
            <a:custGeom>
              <a:avLst/>
              <a:gdLst/>
              <a:ahLst/>
              <a:cxnLst/>
              <a:rect l="l" t="t" r="r" b="b"/>
              <a:pathLst>
                <a:path w="3902" h="4383" extrusionOk="0">
                  <a:moveTo>
                    <a:pt x="303" y="1"/>
                  </a:moveTo>
                  <a:lnTo>
                    <a:pt x="0" y="430"/>
                  </a:lnTo>
                  <a:lnTo>
                    <a:pt x="0" y="2955"/>
                  </a:lnTo>
                  <a:lnTo>
                    <a:pt x="1326" y="4382"/>
                  </a:lnTo>
                  <a:lnTo>
                    <a:pt x="3498" y="2753"/>
                  </a:lnTo>
                  <a:lnTo>
                    <a:pt x="3902" y="430"/>
                  </a:lnTo>
                  <a:lnTo>
                    <a:pt x="2273" y="1213"/>
                  </a:lnTo>
                  <a:lnTo>
                    <a:pt x="303" y="1"/>
                  </a:lnTo>
                  <a:close/>
                </a:path>
              </a:pathLst>
            </a:custGeom>
            <a:solidFill>
              <a:srgbClr val="445D7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49" name="Google Shape;8207;p80">
              <a:extLst>
                <a:ext uri="{FF2B5EF4-FFF2-40B4-BE49-F238E27FC236}">
                  <a16:creationId xmlns:a16="http://schemas.microsoft.com/office/drawing/2014/main" id="{CB32B2ED-0863-7E5D-7474-4F43EE689A4B}"/>
                </a:ext>
              </a:extLst>
            </p:cNvPr>
            <p:cNvSpPr/>
            <p:nvPr/>
          </p:nvSpPr>
          <p:spPr>
            <a:xfrm>
              <a:off x="6568050" y="4609625"/>
              <a:ext cx="115875" cy="126600"/>
            </a:xfrm>
            <a:custGeom>
              <a:avLst/>
              <a:gdLst/>
              <a:ahLst/>
              <a:cxnLst/>
              <a:rect l="l" t="t" r="r" b="b"/>
              <a:pathLst>
                <a:path w="4635" h="5064" extrusionOk="0">
                  <a:moveTo>
                    <a:pt x="783" y="1"/>
                  </a:moveTo>
                  <a:lnTo>
                    <a:pt x="455" y="531"/>
                  </a:lnTo>
                  <a:lnTo>
                    <a:pt x="2564" y="1844"/>
                  </a:lnTo>
                  <a:lnTo>
                    <a:pt x="3814" y="1251"/>
                  </a:lnTo>
                  <a:lnTo>
                    <a:pt x="3536" y="2842"/>
                  </a:lnTo>
                  <a:lnTo>
                    <a:pt x="1680" y="4218"/>
                  </a:lnTo>
                  <a:lnTo>
                    <a:pt x="632" y="3094"/>
                  </a:lnTo>
                  <a:lnTo>
                    <a:pt x="632" y="695"/>
                  </a:lnTo>
                  <a:lnTo>
                    <a:pt x="0" y="695"/>
                  </a:lnTo>
                  <a:lnTo>
                    <a:pt x="0" y="3347"/>
                  </a:lnTo>
                  <a:lnTo>
                    <a:pt x="1592" y="5064"/>
                  </a:lnTo>
                  <a:lnTo>
                    <a:pt x="4104" y="3208"/>
                  </a:lnTo>
                  <a:lnTo>
                    <a:pt x="4635" y="139"/>
                  </a:lnTo>
                  <a:lnTo>
                    <a:pt x="2602" y="1124"/>
                  </a:lnTo>
                  <a:lnTo>
                    <a:pt x="783" y="1"/>
                  </a:lnTo>
                  <a:close/>
                </a:path>
              </a:pathLst>
            </a:custGeom>
            <a:solidFill>
              <a:srgbClr val="CFD9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50" name="Google Shape;8208;p80">
              <a:extLst>
                <a:ext uri="{FF2B5EF4-FFF2-40B4-BE49-F238E27FC236}">
                  <a16:creationId xmlns:a16="http://schemas.microsoft.com/office/drawing/2014/main" id="{85DA2E44-D839-2B99-ABDB-409B0508A56E}"/>
                </a:ext>
              </a:extLst>
            </p:cNvPr>
            <p:cNvSpPr/>
            <p:nvPr/>
          </p:nvSpPr>
          <p:spPr>
            <a:xfrm>
              <a:off x="6995150" y="4713800"/>
              <a:ext cx="195750" cy="190700"/>
            </a:xfrm>
            <a:custGeom>
              <a:avLst/>
              <a:gdLst/>
              <a:ahLst/>
              <a:cxnLst/>
              <a:rect l="l" t="t" r="r" b="b"/>
              <a:pathLst>
                <a:path w="7830" h="7628" extrusionOk="0">
                  <a:moveTo>
                    <a:pt x="6883" y="0"/>
                  </a:moveTo>
                  <a:lnTo>
                    <a:pt x="4648" y="1932"/>
                  </a:lnTo>
                  <a:lnTo>
                    <a:pt x="2615" y="2905"/>
                  </a:lnTo>
                  <a:lnTo>
                    <a:pt x="468" y="4660"/>
                  </a:lnTo>
                  <a:lnTo>
                    <a:pt x="1" y="5859"/>
                  </a:lnTo>
                  <a:lnTo>
                    <a:pt x="1958" y="7627"/>
                  </a:lnTo>
                  <a:lnTo>
                    <a:pt x="4471" y="4622"/>
                  </a:lnTo>
                  <a:lnTo>
                    <a:pt x="6921" y="2425"/>
                  </a:lnTo>
                  <a:lnTo>
                    <a:pt x="7830" y="1124"/>
                  </a:lnTo>
                  <a:lnTo>
                    <a:pt x="7830" y="0"/>
                  </a:lnTo>
                  <a:close/>
                </a:path>
              </a:pathLst>
            </a:custGeom>
            <a:solidFill>
              <a:srgbClr val="445D7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51" name="Google Shape;8209;p80">
              <a:extLst>
                <a:ext uri="{FF2B5EF4-FFF2-40B4-BE49-F238E27FC236}">
                  <a16:creationId xmlns:a16="http://schemas.microsoft.com/office/drawing/2014/main" id="{573F25C8-FF50-5C7D-6A8E-82EB6490D9E8}"/>
                </a:ext>
              </a:extLst>
            </p:cNvPr>
            <p:cNvSpPr/>
            <p:nvPr/>
          </p:nvSpPr>
          <p:spPr>
            <a:xfrm>
              <a:off x="6985700" y="4705900"/>
              <a:ext cx="213100" cy="209650"/>
            </a:xfrm>
            <a:custGeom>
              <a:avLst/>
              <a:gdLst/>
              <a:ahLst/>
              <a:cxnLst/>
              <a:rect l="l" t="t" r="r" b="b"/>
              <a:pathLst>
                <a:path w="8524" h="8386" extrusionOk="0">
                  <a:moveTo>
                    <a:pt x="7905" y="632"/>
                  </a:moveTo>
                  <a:lnTo>
                    <a:pt x="7905" y="1339"/>
                  </a:lnTo>
                  <a:lnTo>
                    <a:pt x="7071" y="2526"/>
                  </a:lnTo>
                  <a:lnTo>
                    <a:pt x="4609" y="4736"/>
                  </a:lnTo>
                  <a:lnTo>
                    <a:pt x="2311" y="7489"/>
                  </a:lnTo>
                  <a:lnTo>
                    <a:pt x="758" y="6074"/>
                  </a:lnTo>
                  <a:lnTo>
                    <a:pt x="1111" y="5165"/>
                  </a:lnTo>
                  <a:lnTo>
                    <a:pt x="3169" y="3486"/>
                  </a:lnTo>
                  <a:lnTo>
                    <a:pt x="5165" y="2526"/>
                  </a:lnTo>
                  <a:lnTo>
                    <a:pt x="7387" y="632"/>
                  </a:lnTo>
                  <a:close/>
                  <a:moveTo>
                    <a:pt x="7147" y="1"/>
                  </a:moveTo>
                  <a:lnTo>
                    <a:pt x="4836" y="1971"/>
                  </a:lnTo>
                  <a:lnTo>
                    <a:pt x="2854" y="2943"/>
                  </a:lnTo>
                  <a:lnTo>
                    <a:pt x="568" y="4786"/>
                  </a:lnTo>
                  <a:lnTo>
                    <a:pt x="0" y="6251"/>
                  </a:lnTo>
                  <a:lnTo>
                    <a:pt x="2374" y="8385"/>
                  </a:lnTo>
                  <a:lnTo>
                    <a:pt x="5064" y="5165"/>
                  </a:lnTo>
                  <a:lnTo>
                    <a:pt x="7513" y="2981"/>
                  </a:lnTo>
                  <a:lnTo>
                    <a:pt x="8523" y="1541"/>
                  </a:lnTo>
                  <a:lnTo>
                    <a:pt x="8523" y="1"/>
                  </a:lnTo>
                  <a:close/>
                </a:path>
              </a:pathLst>
            </a:custGeom>
            <a:solidFill>
              <a:srgbClr val="CFD9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52" name="Google Shape;8210;p80">
              <a:extLst>
                <a:ext uri="{FF2B5EF4-FFF2-40B4-BE49-F238E27FC236}">
                  <a16:creationId xmlns:a16="http://schemas.microsoft.com/office/drawing/2014/main" id="{9CD3E030-0434-54B9-C872-BE92229E0169}"/>
                </a:ext>
              </a:extLst>
            </p:cNvPr>
            <p:cNvSpPr/>
            <p:nvPr/>
          </p:nvSpPr>
          <p:spPr>
            <a:xfrm>
              <a:off x="7223700" y="4478300"/>
              <a:ext cx="126625" cy="235850"/>
            </a:xfrm>
            <a:custGeom>
              <a:avLst/>
              <a:gdLst/>
              <a:ahLst/>
              <a:cxnLst/>
              <a:rect l="l" t="t" r="r" b="b"/>
              <a:pathLst>
                <a:path w="5065" h="9434" extrusionOk="0">
                  <a:moveTo>
                    <a:pt x="607" y="1"/>
                  </a:moveTo>
                  <a:lnTo>
                    <a:pt x="1099" y="3334"/>
                  </a:lnTo>
                  <a:lnTo>
                    <a:pt x="1175" y="5557"/>
                  </a:lnTo>
                  <a:lnTo>
                    <a:pt x="266" y="5948"/>
                  </a:lnTo>
                  <a:lnTo>
                    <a:pt x="1087" y="7792"/>
                  </a:lnTo>
                  <a:cubicBezTo>
                    <a:pt x="1087" y="7792"/>
                    <a:pt x="1" y="8612"/>
                    <a:pt x="317" y="8827"/>
                  </a:cubicBezTo>
                  <a:cubicBezTo>
                    <a:pt x="569" y="9004"/>
                    <a:pt x="809" y="9206"/>
                    <a:pt x="1036" y="9433"/>
                  </a:cubicBezTo>
                  <a:lnTo>
                    <a:pt x="2640" y="7716"/>
                  </a:lnTo>
                  <a:lnTo>
                    <a:pt x="3448" y="5531"/>
                  </a:lnTo>
                  <a:lnTo>
                    <a:pt x="5064" y="5026"/>
                  </a:lnTo>
                  <a:lnTo>
                    <a:pt x="4092" y="4370"/>
                  </a:lnTo>
                  <a:lnTo>
                    <a:pt x="2791" y="4370"/>
                  </a:lnTo>
                  <a:lnTo>
                    <a:pt x="2665" y="733"/>
                  </a:lnTo>
                  <a:lnTo>
                    <a:pt x="607" y="1"/>
                  </a:lnTo>
                  <a:close/>
                </a:path>
              </a:pathLst>
            </a:custGeom>
            <a:solidFill>
              <a:srgbClr val="445D7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53" name="Google Shape;8211;p80">
              <a:extLst>
                <a:ext uri="{FF2B5EF4-FFF2-40B4-BE49-F238E27FC236}">
                  <a16:creationId xmlns:a16="http://schemas.microsoft.com/office/drawing/2014/main" id="{8E81E0FD-1233-CF63-B751-712FB467B430}"/>
                </a:ext>
              </a:extLst>
            </p:cNvPr>
            <p:cNvSpPr/>
            <p:nvPr/>
          </p:nvSpPr>
          <p:spPr>
            <a:xfrm>
              <a:off x="7219600" y="4466625"/>
              <a:ext cx="149025" cy="258875"/>
            </a:xfrm>
            <a:custGeom>
              <a:avLst/>
              <a:gdLst/>
              <a:ahLst/>
              <a:cxnLst/>
              <a:rect l="l" t="t" r="r" b="b"/>
              <a:pathLst>
                <a:path w="5961" h="10355" extrusionOk="0">
                  <a:moveTo>
                    <a:pt x="1162" y="948"/>
                  </a:moveTo>
                  <a:lnTo>
                    <a:pt x="2526" y="1427"/>
                  </a:lnTo>
                  <a:lnTo>
                    <a:pt x="2652" y="5152"/>
                  </a:lnTo>
                  <a:lnTo>
                    <a:pt x="4155" y="5152"/>
                  </a:lnTo>
                  <a:lnTo>
                    <a:pt x="4509" y="5392"/>
                  </a:lnTo>
                  <a:lnTo>
                    <a:pt x="3372" y="5733"/>
                  </a:lnTo>
                  <a:lnTo>
                    <a:pt x="2539" y="8019"/>
                  </a:lnTo>
                  <a:lnTo>
                    <a:pt x="1188" y="9458"/>
                  </a:lnTo>
                  <a:cubicBezTo>
                    <a:pt x="1074" y="9344"/>
                    <a:pt x="922" y="9231"/>
                    <a:pt x="784" y="9117"/>
                  </a:cubicBezTo>
                  <a:cubicBezTo>
                    <a:pt x="973" y="8903"/>
                    <a:pt x="1200" y="8701"/>
                    <a:pt x="1440" y="8524"/>
                  </a:cubicBezTo>
                  <a:lnTo>
                    <a:pt x="1642" y="8360"/>
                  </a:lnTo>
                  <a:lnTo>
                    <a:pt x="847" y="6579"/>
                  </a:lnTo>
                  <a:lnTo>
                    <a:pt x="1667" y="6238"/>
                  </a:lnTo>
                  <a:lnTo>
                    <a:pt x="1566" y="3751"/>
                  </a:lnTo>
                  <a:lnTo>
                    <a:pt x="1162" y="948"/>
                  </a:lnTo>
                  <a:close/>
                  <a:moveTo>
                    <a:pt x="380" y="1"/>
                  </a:moveTo>
                  <a:lnTo>
                    <a:pt x="948" y="3814"/>
                  </a:lnTo>
                  <a:lnTo>
                    <a:pt x="1011" y="5822"/>
                  </a:lnTo>
                  <a:lnTo>
                    <a:pt x="1" y="6251"/>
                  </a:lnTo>
                  <a:lnTo>
                    <a:pt x="859" y="8158"/>
                  </a:lnTo>
                  <a:cubicBezTo>
                    <a:pt x="481" y="8473"/>
                    <a:pt x="114" y="8865"/>
                    <a:pt x="114" y="9193"/>
                  </a:cubicBezTo>
                  <a:cubicBezTo>
                    <a:pt x="114" y="9332"/>
                    <a:pt x="190" y="9471"/>
                    <a:pt x="304" y="9559"/>
                  </a:cubicBezTo>
                  <a:cubicBezTo>
                    <a:pt x="544" y="9723"/>
                    <a:pt x="771" y="9913"/>
                    <a:pt x="973" y="10127"/>
                  </a:cubicBezTo>
                  <a:lnTo>
                    <a:pt x="1200" y="10355"/>
                  </a:lnTo>
                  <a:lnTo>
                    <a:pt x="3044" y="8397"/>
                  </a:lnTo>
                  <a:lnTo>
                    <a:pt x="3852" y="6251"/>
                  </a:lnTo>
                  <a:lnTo>
                    <a:pt x="5961" y="5607"/>
                  </a:lnTo>
                  <a:lnTo>
                    <a:pt x="4357" y="4521"/>
                  </a:lnTo>
                  <a:lnTo>
                    <a:pt x="3258" y="4521"/>
                  </a:lnTo>
                  <a:lnTo>
                    <a:pt x="3132" y="973"/>
                  </a:lnTo>
                  <a:lnTo>
                    <a:pt x="380" y="1"/>
                  </a:lnTo>
                  <a:close/>
                </a:path>
              </a:pathLst>
            </a:custGeom>
            <a:solidFill>
              <a:srgbClr val="CFD9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54" name="Google Shape;8212;p80">
              <a:extLst>
                <a:ext uri="{FF2B5EF4-FFF2-40B4-BE49-F238E27FC236}">
                  <a16:creationId xmlns:a16="http://schemas.microsoft.com/office/drawing/2014/main" id="{8C0238AB-EDAF-7B70-7CD5-FD762F4F1FDA}"/>
                </a:ext>
              </a:extLst>
            </p:cNvPr>
            <p:cNvSpPr/>
            <p:nvPr/>
          </p:nvSpPr>
          <p:spPr>
            <a:xfrm>
              <a:off x="6134625" y="2921400"/>
              <a:ext cx="43275" cy="96300"/>
            </a:xfrm>
            <a:custGeom>
              <a:avLst/>
              <a:gdLst/>
              <a:ahLst/>
              <a:cxnLst/>
              <a:rect l="l" t="t" r="r" b="b"/>
              <a:pathLst>
                <a:path w="1731" h="3852" extrusionOk="0">
                  <a:moveTo>
                    <a:pt x="1415" y="0"/>
                  </a:moveTo>
                  <a:lnTo>
                    <a:pt x="1" y="682"/>
                  </a:lnTo>
                  <a:lnTo>
                    <a:pt x="1" y="2627"/>
                  </a:lnTo>
                  <a:lnTo>
                    <a:pt x="1415" y="3852"/>
                  </a:lnTo>
                  <a:lnTo>
                    <a:pt x="1730" y="1920"/>
                  </a:lnTo>
                  <a:lnTo>
                    <a:pt x="1415" y="0"/>
                  </a:lnTo>
                  <a:close/>
                </a:path>
              </a:pathLst>
            </a:custGeom>
            <a:solidFill>
              <a:srgbClr val="445D7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55" name="Google Shape;8213;p80">
              <a:extLst>
                <a:ext uri="{FF2B5EF4-FFF2-40B4-BE49-F238E27FC236}">
                  <a16:creationId xmlns:a16="http://schemas.microsoft.com/office/drawing/2014/main" id="{7A923BDF-0200-13A6-C57D-D29CECCB3824}"/>
                </a:ext>
              </a:extLst>
            </p:cNvPr>
            <p:cNvSpPr/>
            <p:nvPr/>
          </p:nvSpPr>
          <p:spPr>
            <a:xfrm>
              <a:off x="6126725" y="2909725"/>
              <a:ext cx="59375" cy="122825"/>
            </a:xfrm>
            <a:custGeom>
              <a:avLst/>
              <a:gdLst/>
              <a:ahLst/>
              <a:cxnLst/>
              <a:rect l="l" t="t" r="r" b="b"/>
              <a:pathLst>
                <a:path w="2375" h="4913" extrusionOk="0">
                  <a:moveTo>
                    <a:pt x="1491" y="935"/>
                  </a:moveTo>
                  <a:lnTo>
                    <a:pt x="1731" y="2387"/>
                  </a:lnTo>
                  <a:lnTo>
                    <a:pt x="1516" y="3713"/>
                  </a:lnTo>
                  <a:lnTo>
                    <a:pt x="632" y="2955"/>
                  </a:lnTo>
                  <a:lnTo>
                    <a:pt x="632" y="1351"/>
                  </a:lnTo>
                  <a:lnTo>
                    <a:pt x="1491" y="935"/>
                  </a:lnTo>
                  <a:close/>
                  <a:moveTo>
                    <a:pt x="1983" y="0"/>
                  </a:moveTo>
                  <a:lnTo>
                    <a:pt x="1" y="960"/>
                  </a:lnTo>
                  <a:lnTo>
                    <a:pt x="1" y="3245"/>
                  </a:lnTo>
                  <a:lnTo>
                    <a:pt x="1958" y="4912"/>
                  </a:lnTo>
                  <a:lnTo>
                    <a:pt x="2375" y="2387"/>
                  </a:lnTo>
                  <a:lnTo>
                    <a:pt x="1983" y="0"/>
                  </a:lnTo>
                  <a:close/>
                </a:path>
              </a:pathLst>
            </a:custGeom>
            <a:solidFill>
              <a:srgbClr val="CFD9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56" name="Google Shape;8214;p80">
              <a:extLst>
                <a:ext uri="{FF2B5EF4-FFF2-40B4-BE49-F238E27FC236}">
                  <a16:creationId xmlns:a16="http://schemas.microsoft.com/office/drawing/2014/main" id="{43C64182-94F0-EAA7-7294-E1372C406F22}"/>
                </a:ext>
              </a:extLst>
            </p:cNvPr>
            <p:cNvSpPr/>
            <p:nvPr/>
          </p:nvSpPr>
          <p:spPr>
            <a:xfrm>
              <a:off x="5917450" y="3060600"/>
              <a:ext cx="65350" cy="60650"/>
            </a:xfrm>
            <a:custGeom>
              <a:avLst/>
              <a:gdLst/>
              <a:ahLst/>
              <a:cxnLst/>
              <a:rect l="l" t="t" r="r" b="b"/>
              <a:pathLst>
                <a:path w="2614" h="2426" extrusionOk="0">
                  <a:moveTo>
                    <a:pt x="1099" y="1"/>
                  </a:moveTo>
                  <a:lnTo>
                    <a:pt x="0" y="1175"/>
                  </a:lnTo>
                  <a:lnTo>
                    <a:pt x="568" y="2425"/>
                  </a:lnTo>
                  <a:lnTo>
                    <a:pt x="1440" y="2425"/>
                  </a:lnTo>
                  <a:lnTo>
                    <a:pt x="2614" y="708"/>
                  </a:lnTo>
                  <a:lnTo>
                    <a:pt x="1099" y="1"/>
                  </a:lnTo>
                  <a:close/>
                </a:path>
              </a:pathLst>
            </a:custGeom>
            <a:solidFill>
              <a:srgbClr val="445D7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57" name="Google Shape;8215;p80">
              <a:extLst>
                <a:ext uri="{FF2B5EF4-FFF2-40B4-BE49-F238E27FC236}">
                  <a16:creationId xmlns:a16="http://schemas.microsoft.com/office/drawing/2014/main" id="{85D34E2F-0351-E5ED-5906-5B8650449B69}"/>
                </a:ext>
              </a:extLst>
            </p:cNvPr>
            <p:cNvSpPr/>
            <p:nvPr/>
          </p:nvSpPr>
          <p:spPr>
            <a:xfrm>
              <a:off x="5908275" y="3050825"/>
              <a:ext cx="86225" cy="78325"/>
            </a:xfrm>
            <a:custGeom>
              <a:avLst/>
              <a:gdLst/>
              <a:ahLst/>
              <a:cxnLst/>
              <a:rect l="l" t="t" r="r" b="b"/>
              <a:pathLst>
                <a:path w="3449" h="3133" extrusionOk="0">
                  <a:moveTo>
                    <a:pt x="1541" y="771"/>
                  </a:moveTo>
                  <a:lnTo>
                    <a:pt x="2514" y="1225"/>
                  </a:lnTo>
                  <a:lnTo>
                    <a:pt x="1630" y="2501"/>
                  </a:lnTo>
                  <a:lnTo>
                    <a:pt x="1137" y="2501"/>
                  </a:lnTo>
                  <a:lnTo>
                    <a:pt x="746" y="1617"/>
                  </a:lnTo>
                  <a:lnTo>
                    <a:pt x="1541" y="771"/>
                  </a:lnTo>
                  <a:close/>
                  <a:moveTo>
                    <a:pt x="1390" y="1"/>
                  </a:moveTo>
                  <a:lnTo>
                    <a:pt x="1" y="1503"/>
                  </a:lnTo>
                  <a:lnTo>
                    <a:pt x="733" y="3132"/>
                  </a:lnTo>
                  <a:lnTo>
                    <a:pt x="1971" y="3132"/>
                  </a:lnTo>
                  <a:lnTo>
                    <a:pt x="3448" y="960"/>
                  </a:lnTo>
                  <a:lnTo>
                    <a:pt x="1390" y="1"/>
                  </a:lnTo>
                  <a:close/>
                </a:path>
              </a:pathLst>
            </a:custGeom>
            <a:solidFill>
              <a:srgbClr val="CFD9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58" name="Google Shape;8216;p80">
              <a:extLst>
                <a:ext uri="{FF2B5EF4-FFF2-40B4-BE49-F238E27FC236}">
                  <a16:creationId xmlns:a16="http://schemas.microsoft.com/office/drawing/2014/main" id="{FBA90C61-2D68-AAC9-5ACE-7BDF169C5724}"/>
                </a:ext>
              </a:extLst>
            </p:cNvPr>
            <p:cNvSpPr/>
            <p:nvPr/>
          </p:nvSpPr>
          <p:spPr>
            <a:xfrm>
              <a:off x="6168100" y="3083025"/>
              <a:ext cx="108300" cy="173650"/>
            </a:xfrm>
            <a:custGeom>
              <a:avLst/>
              <a:gdLst/>
              <a:ahLst/>
              <a:cxnLst/>
              <a:rect l="l" t="t" r="r" b="b"/>
              <a:pathLst>
                <a:path w="4332" h="6946" extrusionOk="0">
                  <a:moveTo>
                    <a:pt x="1578" y="0"/>
                  </a:moveTo>
                  <a:lnTo>
                    <a:pt x="707" y="1440"/>
                  </a:lnTo>
                  <a:lnTo>
                    <a:pt x="0" y="3132"/>
                  </a:lnTo>
                  <a:lnTo>
                    <a:pt x="783" y="5897"/>
                  </a:lnTo>
                  <a:lnTo>
                    <a:pt x="2399" y="5405"/>
                  </a:lnTo>
                  <a:lnTo>
                    <a:pt x="3472" y="6945"/>
                  </a:lnTo>
                  <a:lnTo>
                    <a:pt x="4331" y="5241"/>
                  </a:lnTo>
                  <a:lnTo>
                    <a:pt x="3472" y="3789"/>
                  </a:lnTo>
                  <a:lnTo>
                    <a:pt x="1818" y="2564"/>
                  </a:lnTo>
                  <a:lnTo>
                    <a:pt x="2399" y="1352"/>
                  </a:lnTo>
                  <a:lnTo>
                    <a:pt x="1578" y="0"/>
                  </a:lnTo>
                  <a:close/>
                </a:path>
              </a:pathLst>
            </a:custGeom>
            <a:solidFill>
              <a:srgbClr val="445D7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59" name="Google Shape;8217;p80">
              <a:extLst>
                <a:ext uri="{FF2B5EF4-FFF2-40B4-BE49-F238E27FC236}">
                  <a16:creationId xmlns:a16="http://schemas.microsoft.com/office/drawing/2014/main" id="{DD38F08A-777A-D292-EE8C-8909360AC66B}"/>
                </a:ext>
              </a:extLst>
            </p:cNvPr>
            <p:cNvSpPr/>
            <p:nvPr/>
          </p:nvSpPr>
          <p:spPr>
            <a:xfrm>
              <a:off x="6159575" y="3067875"/>
              <a:ext cx="125650" cy="204275"/>
            </a:xfrm>
            <a:custGeom>
              <a:avLst/>
              <a:gdLst/>
              <a:ahLst/>
              <a:cxnLst/>
              <a:rect l="l" t="t" r="r" b="b"/>
              <a:pathLst>
                <a:path w="5026" h="8171" extrusionOk="0">
                  <a:moveTo>
                    <a:pt x="1932" y="1213"/>
                  </a:moveTo>
                  <a:lnTo>
                    <a:pt x="2399" y="1970"/>
                  </a:lnTo>
                  <a:lnTo>
                    <a:pt x="1768" y="3271"/>
                  </a:lnTo>
                  <a:lnTo>
                    <a:pt x="3574" y="4609"/>
                  </a:lnTo>
                  <a:lnTo>
                    <a:pt x="4319" y="5872"/>
                  </a:lnTo>
                  <a:lnTo>
                    <a:pt x="3763" y="6933"/>
                  </a:lnTo>
                  <a:lnTo>
                    <a:pt x="2866" y="5645"/>
                  </a:lnTo>
                  <a:lnTo>
                    <a:pt x="1351" y="6099"/>
                  </a:lnTo>
                  <a:lnTo>
                    <a:pt x="682" y="3763"/>
                  </a:lnTo>
                  <a:lnTo>
                    <a:pt x="1326" y="2197"/>
                  </a:lnTo>
                  <a:lnTo>
                    <a:pt x="1932" y="1213"/>
                  </a:lnTo>
                  <a:close/>
                  <a:moveTo>
                    <a:pt x="1907" y="0"/>
                  </a:moveTo>
                  <a:lnTo>
                    <a:pt x="758" y="1920"/>
                  </a:lnTo>
                  <a:lnTo>
                    <a:pt x="0" y="3725"/>
                  </a:lnTo>
                  <a:lnTo>
                    <a:pt x="909" y="6895"/>
                  </a:lnTo>
                  <a:lnTo>
                    <a:pt x="2614" y="6377"/>
                  </a:lnTo>
                  <a:lnTo>
                    <a:pt x="3851" y="8170"/>
                  </a:lnTo>
                  <a:lnTo>
                    <a:pt x="5026" y="5834"/>
                  </a:lnTo>
                  <a:lnTo>
                    <a:pt x="4079" y="4230"/>
                  </a:lnTo>
                  <a:lnTo>
                    <a:pt x="2551" y="3081"/>
                  </a:lnTo>
                  <a:lnTo>
                    <a:pt x="3094" y="1945"/>
                  </a:lnTo>
                  <a:lnTo>
                    <a:pt x="1907" y="0"/>
                  </a:lnTo>
                  <a:close/>
                </a:path>
              </a:pathLst>
            </a:custGeom>
            <a:solidFill>
              <a:srgbClr val="CFD9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60" name="Google Shape;8218;p80">
              <a:extLst>
                <a:ext uri="{FF2B5EF4-FFF2-40B4-BE49-F238E27FC236}">
                  <a16:creationId xmlns:a16="http://schemas.microsoft.com/office/drawing/2014/main" id="{F6A7FE84-F587-AAF2-A618-6FA114BC2C8E}"/>
                </a:ext>
              </a:extLst>
            </p:cNvPr>
            <p:cNvSpPr/>
            <p:nvPr/>
          </p:nvSpPr>
          <p:spPr>
            <a:xfrm>
              <a:off x="6241950" y="3244650"/>
              <a:ext cx="111475" cy="160375"/>
            </a:xfrm>
            <a:custGeom>
              <a:avLst/>
              <a:gdLst/>
              <a:ahLst/>
              <a:cxnLst/>
              <a:rect l="l" t="t" r="r" b="b"/>
              <a:pathLst>
                <a:path w="4459" h="6415" extrusionOk="0">
                  <a:moveTo>
                    <a:pt x="2248" y="0"/>
                  </a:moveTo>
                  <a:lnTo>
                    <a:pt x="1781" y="1693"/>
                  </a:lnTo>
                  <a:lnTo>
                    <a:pt x="2021" y="3069"/>
                  </a:lnTo>
                  <a:lnTo>
                    <a:pt x="518" y="3965"/>
                  </a:lnTo>
                  <a:lnTo>
                    <a:pt x="1" y="4281"/>
                  </a:lnTo>
                  <a:lnTo>
                    <a:pt x="1377" y="4912"/>
                  </a:lnTo>
                  <a:lnTo>
                    <a:pt x="2842" y="6415"/>
                  </a:lnTo>
                  <a:lnTo>
                    <a:pt x="4458" y="4912"/>
                  </a:lnTo>
                  <a:lnTo>
                    <a:pt x="3271" y="3208"/>
                  </a:lnTo>
                  <a:lnTo>
                    <a:pt x="3650" y="1541"/>
                  </a:lnTo>
                  <a:lnTo>
                    <a:pt x="2248" y="0"/>
                  </a:lnTo>
                  <a:close/>
                </a:path>
              </a:pathLst>
            </a:custGeom>
            <a:solidFill>
              <a:srgbClr val="445D7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61" name="Google Shape;8219;p80">
              <a:extLst>
                <a:ext uri="{FF2B5EF4-FFF2-40B4-BE49-F238E27FC236}">
                  <a16:creationId xmlns:a16="http://schemas.microsoft.com/office/drawing/2014/main" id="{813371EA-28CC-785C-0173-A97C46DB708A}"/>
                </a:ext>
              </a:extLst>
            </p:cNvPr>
            <p:cNvSpPr/>
            <p:nvPr/>
          </p:nvSpPr>
          <p:spPr>
            <a:xfrm>
              <a:off x="6225225" y="3228550"/>
              <a:ext cx="138600" cy="187525"/>
            </a:xfrm>
            <a:custGeom>
              <a:avLst/>
              <a:gdLst/>
              <a:ahLst/>
              <a:cxnLst/>
              <a:rect l="l" t="t" r="r" b="b"/>
              <a:pathLst>
                <a:path w="5544" h="7501" extrusionOk="0">
                  <a:moveTo>
                    <a:pt x="3082" y="1276"/>
                  </a:moveTo>
                  <a:lnTo>
                    <a:pt x="3978" y="2273"/>
                  </a:lnTo>
                  <a:lnTo>
                    <a:pt x="3612" y="3915"/>
                  </a:lnTo>
                  <a:lnTo>
                    <a:pt x="4723" y="5519"/>
                  </a:lnTo>
                  <a:lnTo>
                    <a:pt x="3523" y="6617"/>
                  </a:lnTo>
                  <a:lnTo>
                    <a:pt x="2286" y="5342"/>
                  </a:lnTo>
                  <a:lnTo>
                    <a:pt x="1339" y="4887"/>
                  </a:lnTo>
                  <a:lnTo>
                    <a:pt x="3044" y="3877"/>
                  </a:lnTo>
                  <a:lnTo>
                    <a:pt x="2791" y="2362"/>
                  </a:lnTo>
                  <a:lnTo>
                    <a:pt x="3082" y="1276"/>
                  </a:lnTo>
                  <a:close/>
                  <a:moveTo>
                    <a:pt x="2766" y="1"/>
                  </a:moveTo>
                  <a:lnTo>
                    <a:pt x="2134" y="2324"/>
                  </a:lnTo>
                  <a:lnTo>
                    <a:pt x="2337" y="3549"/>
                  </a:lnTo>
                  <a:lnTo>
                    <a:pt x="1023" y="4344"/>
                  </a:lnTo>
                  <a:lnTo>
                    <a:pt x="1" y="4976"/>
                  </a:lnTo>
                  <a:lnTo>
                    <a:pt x="1857" y="5822"/>
                  </a:lnTo>
                  <a:lnTo>
                    <a:pt x="3498" y="7501"/>
                  </a:lnTo>
                  <a:lnTo>
                    <a:pt x="5544" y="5607"/>
                  </a:lnTo>
                  <a:lnTo>
                    <a:pt x="4281" y="3776"/>
                  </a:lnTo>
                  <a:lnTo>
                    <a:pt x="4660" y="2084"/>
                  </a:lnTo>
                  <a:lnTo>
                    <a:pt x="2766" y="1"/>
                  </a:lnTo>
                  <a:close/>
                </a:path>
              </a:pathLst>
            </a:custGeom>
            <a:solidFill>
              <a:srgbClr val="CFD9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62" name="Google Shape;8220;p80">
              <a:extLst>
                <a:ext uri="{FF2B5EF4-FFF2-40B4-BE49-F238E27FC236}">
                  <a16:creationId xmlns:a16="http://schemas.microsoft.com/office/drawing/2014/main" id="{BA9D4B65-B38C-BED1-27D3-428789E25E20}"/>
                </a:ext>
              </a:extLst>
            </p:cNvPr>
            <p:cNvSpPr/>
            <p:nvPr/>
          </p:nvSpPr>
          <p:spPr>
            <a:xfrm>
              <a:off x="6323400" y="2434950"/>
              <a:ext cx="220375" cy="347575"/>
            </a:xfrm>
            <a:custGeom>
              <a:avLst/>
              <a:gdLst/>
              <a:ahLst/>
              <a:cxnLst/>
              <a:rect l="l" t="t" r="r" b="b"/>
              <a:pathLst>
                <a:path w="8815" h="13903" extrusionOk="0">
                  <a:moveTo>
                    <a:pt x="7766" y="0"/>
                  </a:moveTo>
                  <a:lnTo>
                    <a:pt x="6718" y="392"/>
                  </a:lnTo>
                  <a:lnTo>
                    <a:pt x="6301" y="2235"/>
                  </a:lnTo>
                  <a:lnTo>
                    <a:pt x="6150" y="4836"/>
                  </a:lnTo>
                  <a:lnTo>
                    <a:pt x="4433" y="5960"/>
                  </a:lnTo>
                  <a:lnTo>
                    <a:pt x="3877" y="7337"/>
                  </a:lnTo>
                  <a:lnTo>
                    <a:pt x="2248" y="7425"/>
                  </a:lnTo>
                  <a:lnTo>
                    <a:pt x="847" y="9104"/>
                  </a:lnTo>
                  <a:lnTo>
                    <a:pt x="1" y="10367"/>
                  </a:lnTo>
                  <a:lnTo>
                    <a:pt x="1187" y="12640"/>
                  </a:lnTo>
                  <a:lnTo>
                    <a:pt x="1932" y="13903"/>
                  </a:lnTo>
                  <a:lnTo>
                    <a:pt x="2652" y="11478"/>
                  </a:lnTo>
                  <a:lnTo>
                    <a:pt x="2248" y="10304"/>
                  </a:lnTo>
                  <a:lnTo>
                    <a:pt x="4256" y="9799"/>
                  </a:lnTo>
                  <a:lnTo>
                    <a:pt x="6011" y="9799"/>
                  </a:lnTo>
                  <a:lnTo>
                    <a:pt x="8814" y="7576"/>
                  </a:lnTo>
                  <a:lnTo>
                    <a:pt x="8499" y="4660"/>
                  </a:lnTo>
                  <a:lnTo>
                    <a:pt x="8814" y="2639"/>
                  </a:lnTo>
                  <a:lnTo>
                    <a:pt x="7766" y="0"/>
                  </a:lnTo>
                  <a:close/>
                </a:path>
              </a:pathLst>
            </a:custGeom>
            <a:solidFill>
              <a:srgbClr val="445D7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63" name="Google Shape;8221;p80">
              <a:extLst>
                <a:ext uri="{FF2B5EF4-FFF2-40B4-BE49-F238E27FC236}">
                  <a16:creationId xmlns:a16="http://schemas.microsoft.com/office/drawing/2014/main" id="{826C8E7D-EFAC-4A37-C8D4-D7AF0A983D39}"/>
                </a:ext>
              </a:extLst>
            </p:cNvPr>
            <p:cNvSpPr/>
            <p:nvPr/>
          </p:nvSpPr>
          <p:spPr>
            <a:xfrm>
              <a:off x="6314250" y="2424850"/>
              <a:ext cx="238050" cy="377575"/>
            </a:xfrm>
            <a:custGeom>
              <a:avLst/>
              <a:gdLst/>
              <a:ahLst/>
              <a:cxnLst/>
              <a:rect l="l" t="t" r="r" b="b"/>
              <a:pathLst>
                <a:path w="9522" h="15103" extrusionOk="0">
                  <a:moveTo>
                    <a:pt x="7955" y="808"/>
                  </a:moveTo>
                  <a:lnTo>
                    <a:pt x="8852" y="3069"/>
                  </a:lnTo>
                  <a:lnTo>
                    <a:pt x="8536" y="5051"/>
                  </a:lnTo>
                  <a:lnTo>
                    <a:pt x="8852" y="7842"/>
                  </a:lnTo>
                  <a:lnTo>
                    <a:pt x="6263" y="9887"/>
                  </a:lnTo>
                  <a:lnTo>
                    <a:pt x="4622" y="9887"/>
                  </a:lnTo>
                  <a:lnTo>
                    <a:pt x="2210" y="10493"/>
                  </a:lnTo>
                  <a:lnTo>
                    <a:pt x="2690" y="11895"/>
                  </a:lnTo>
                  <a:lnTo>
                    <a:pt x="2197" y="13536"/>
                  </a:lnTo>
                  <a:lnTo>
                    <a:pt x="1844" y="12905"/>
                  </a:lnTo>
                  <a:lnTo>
                    <a:pt x="733" y="10784"/>
                  </a:lnTo>
                  <a:lnTo>
                    <a:pt x="1478" y="9710"/>
                  </a:lnTo>
                  <a:lnTo>
                    <a:pt x="2778" y="8132"/>
                  </a:lnTo>
                  <a:lnTo>
                    <a:pt x="4470" y="8044"/>
                  </a:lnTo>
                  <a:lnTo>
                    <a:pt x="5064" y="6579"/>
                  </a:lnTo>
                  <a:lnTo>
                    <a:pt x="6819" y="5417"/>
                  </a:lnTo>
                  <a:lnTo>
                    <a:pt x="6983" y="2715"/>
                  </a:lnTo>
                  <a:lnTo>
                    <a:pt x="7349" y="1036"/>
                  </a:lnTo>
                  <a:lnTo>
                    <a:pt x="7955" y="808"/>
                  </a:lnTo>
                  <a:close/>
                  <a:moveTo>
                    <a:pt x="8309" y="0"/>
                  </a:moveTo>
                  <a:lnTo>
                    <a:pt x="6806" y="556"/>
                  </a:lnTo>
                  <a:lnTo>
                    <a:pt x="6364" y="2627"/>
                  </a:lnTo>
                  <a:lnTo>
                    <a:pt x="6200" y="5064"/>
                  </a:lnTo>
                  <a:lnTo>
                    <a:pt x="4546" y="6162"/>
                  </a:lnTo>
                  <a:lnTo>
                    <a:pt x="4028" y="7450"/>
                  </a:lnTo>
                  <a:lnTo>
                    <a:pt x="2463" y="7526"/>
                  </a:lnTo>
                  <a:lnTo>
                    <a:pt x="973" y="9319"/>
                  </a:lnTo>
                  <a:lnTo>
                    <a:pt x="0" y="10758"/>
                  </a:lnTo>
                  <a:lnTo>
                    <a:pt x="1276" y="13208"/>
                  </a:lnTo>
                  <a:lnTo>
                    <a:pt x="2387" y="15102"/>
                  </a:lnTo>
                  <a:lnTo>
                    <a:pt x="3347" y="11870"/>
                  </a:lnTo>
                  <a:lnTo>
                    <a:pt x="3031" y="10923"/>
                  </a:lnTo>
                  <a:lnTo>
                    <a:pt x="4660" y="10506"/>
                  </a:lnTo>
                  <a:lnTo>
                    <a:pt x="6491" y="10506"/>
                  </a:lnTo>
                  <a:lnTo>
                    <a:pt x="9521" y="8119"/>
                  </a:lnTo>
                  <a:lnTo>
                    <a:pt x="9180" y="5076"/>
                  </a:lnTo>
                  <a:lnTo>
                    <a:pt x="9509" y="3005"/>
                  </a:lnTo>
                  <a:lnTo>
                    <a:pt x="8309" y="0"/>
                  </a:lnTo>
                  <a:close/>
                </a:path>
              </a:pathLst>
            </a:custGeom>
            <a:solidFill>
              <a:srgbClr val="CFD9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64" name="Google Shape;8222;p80">
              <a:extLst>
                <a:ext uri="{FF2B5EF4-FFF2-40B4-BE49-F238E27FC236}">
                  <a16:creationId xmlns:a16="http://schemas.microsoft.com/office/drawing/2014/main" id="{A8992655-F1E5-EF72-E64E-D8BF9D8EDE25}"/>
                </a:ext>
              </a:extLst>
            </p:cNvPr>
            <p:cNvSpPr/>
            <p:nvPr/>
          </p:nvSpPr>
          <p:spPr>
            <a:xfrm>
              <a:off x="6470500" y="2285950"/>
              <a:ext cx="89675" cy="141450"/>
            </a:xfrm>
            <a:custGeom>
              <a:avLst/>
              <a:gdLst/>
              <a:ahLst/>
              <a:cxnLst/>
              <a:rect l="l" t="t" r="r" b="b"/>
              <a:pathLst>
                <a:path w="3587" h="5658" extrusionOk="0">
                  <a:moveTo>
                    <a:pt x="266" y="0"/>
                  </a:moveTo>
                  <a:lnTo>
                    <a:pt x="1" y="897"/>
                  </a:lnTo>
                  <a:lnTo>
                    <a:pt x="380" y="2677"/>
                  </a:lnTo>
                  <a:lnTo>
                    <a:pt x="76" y="3940"/>
                  </a:lnTo>
                  <a:lnTo>
                    <a:pt x="342" y="5657"/>
                  </a:lnTo>
                  <a:lnTo>
                    <a:pt x="2021" y="5657"/>
                  </a:lnTo>
                  <a:lnTo>
                    <a:pt x="1554" y="3801"/>
                  </a:lnTo>
                  <a:lnTo>
                    <a:pt x="1554" y="3801"/>
                  </a:lnTo>
                  <a:lnTo>
                    <a:pt x="2943" y="4420"/>
                  </a:lnTo>
                  <a:lnTo>
                    <a:pt x="3587" y="2677"/>
                  </a:lnTo>
                  <a:lnTo>
                    <a:pt x="3587" y="1566"/>
                  </a:lnTo>
                  <a:lnTo>
                    <a:pt x="1832" y="821"/>
                  </a:lnTo>
                  <a:lnTo>
                    <a:pt x="266" y="0"/>
                  </a:lnTo>
                  <a:close/>
                </a:path>
              </a:pathLst>
            </a:custGeom>
            <a:solidFill>
              <a:srgbClr val="445D7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65" name="Google Shape;8223;p80">
              <a:extLst>
                <a:ext uri="{FF2B5EF4-FFF2-40B4-BE49-F238E27FC236}">
                  <a16:creationId xmlns:a16="http://schemas.microsoft.com/office/drawing/2014/main" id="{0A5BC315-A40F-BDF2-3D82-DBC88E3DF69D}"/>
                </a:ext>
              </a:extLst>
            </p:cNvPr>
            <p:cNvSpPr/>
            <p:nvPr/>
          </p:nvSpPr>
          <p:spPr>
            <a:xfrm>
              <a:off x="6462300" y="2274900"/>
              <a:ext cx="105775" cy="160375"/>
            </a:xfrm>
            <a:custGeom>
              <a:avLst/>
              <a:gdLst/>
              <a:ahLst/>
              <a:cxnLst/>
              <a:rect l="l" t="t" r="r" b="b"/>
              <a:pathLst>
                <a:path w="4231" h="6415" extrusionOk="0">
                  <a:moveTo>
                    <a:pt x="783" y="897"/>
                  </a:moveTo>
                  <a:lnTo>
                    <a:pt x="2033" y="1541"/>
                  </a:lnTo>
                  <a:lnTo>
                    <a:pt x="3599" y="2210"/>
                  </a:lnTo>
                  <a:lnTo>
                    <a:pt x="3599" y="3069"/>
                  </a:lnTo>
                  <a:lnTo>
                    <a:pt x="3094" y="4432"/>
                  </a:lnTo>
                  <a:lnTo>
                    <a:pt x="1427" y="3700"/>
                  </a:lnTo>
                  <a:lnTo>
                    <a:pt x="1945" y="5784"/>
                  </a:lnTo>
                  <a:lnTo>
                    <a:pt x="935" y="5784"/>
                  </a:lnTo>
                  <a:lnTo>
                    <a:pt x="733" y="4395"/>
                  </a:lnTo>
                  <a:lnTo>
                    <a:pt x="1036" y="3119"/>
                  </a:lnTo>
                  <a:lnTo>
                    <a:pt x="657" y="1352"/>
                  </a:lnTo>
                  <a:lnTo>
                    <a:pt x="783" y="897"/>
                  </a:lnTo>
                  <a:close/>
                  <a:moveTo>
                    <a:pt x="392" y="0"/>
                  </a:moveTo>
                  <a:lnTo>
                    <a:pt x="0" y="1326"/>
                  </a:lnTo>
                  <a:lnTo>
                    <a:pt x="379" y="3119"/>
                  </a:lnTo>
                  <a:lnTo>
                    <a:pt x="89" y="4369"/>
                  </a:lnTo>
                  <a:lnTo>
                    <a:pt x="404" y="6415"/>
                  </a:lnTo>
                  <a:lnTo>
                    <a:pt x="2753" y="6415"/>
                  </a:lnTo>
                  <a:lnTo>
                    <a:pt x="2336" y="4799"/>
                  </a:lnTo>
                  <a:lnTo>
                    <a:pt x="2336" y="4799"/>
                  </a:lnTo>
                  <a:lnTo>
                    <a:pt x="3448" y="5291"/>
                  </a:lnTo>
                  <a:lnTo>
                    <a:pt x="4205" y="3233"/>
                  </a:lnTo>
                  <a:lnTo>
                    <a:pt x="4230" y="1793"/>
                  </a:lnTo>
                  <a:lnTo>
                    <a:pt x="2299" y="985"/>
                  </a:lnTo>
                  <a:lnTo>
                    <a:pt x="392" y="0"/>
                  </a:lnTo>
                  <a:close/>
                </a:path>
              </a:pathLst>
            </a:custGeom>
            <a:solidFill>
              <a:srgbClr val="CFD9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66" name="Google Shape;8224;p80">
              <a:extLst>
                <a:ext uri="{FF2B5EF4-FFF2-40B4-BE49-F238E27FC236}">
                  <a16:creationId xmlns:a16="http://schemas.microsoft.com/office/drawing/2014/main" id="{0FE5075C-3FFD-E478-7B0D-6A28F935CD9D}"/>
                </a:ext>
              </a:extLst>
            </p:cNvPr>
            <p:cNvSpPr/>
            <p:nvPr/>
          </p:nvSpPr>
          <p:spPr>
            <a:xfrm>
              <a:off x="6378950" y="1950375"/>
              <a:ext cx="126300" cy="303725"/>
            </a:xfrm>
            <a:custGeom>
              <a:avLst/>
              <a:gdLst/>
              <a:ahLst/>
              <a:cxnLst/>
              <a:rect l="l" t="t" r="r" b="b"/>
              <a:pathLst>
                <a:path w="5052" h="12149" extrusionOk="0">
                  <a:moveTo>
                    <a:pt x="708" y="1"/>
                  </a:moveTo>
                  <a:lnTo>
                    <a:pt x="1" y="1365"/>
                  </a:lnTo>
                  <a:lnTo>
                    <a:pt x="1428" y="5456"/>
                  </a:lnTo>
                  <a:lnTo>
                    <a:pt x="2211" y="7021"/>
                  </a:lnTo>
                  <a:lnTo>
                    <a:pt x="2211" y="8676"/>
                  </a:lnTo>
                  <a:lnTo>
                    <a:pt x="3271" y="12148"/>
                  </a:lnTo>
                  <a:lnTo>
                    <a:pt x="5052" y="12148"/>
                  </a:lnTo>
                  <a:lnTo>
                    <a:pt x="4168" y="8878"/>
                  </a:lnTo>
                  <a:lnTo>
                    <a:pt x="5052" y="8398"/>
                  </a:lnTo>
                  <a:lnTo>
                    <a:pt x="3360" y="5317"/>
                  </a:lnTo>
                  <a:lnTo>
                    <a:pt x="2185" y="2198"/>
                  </a:lnTo>
                  <a:lnTo>
                    <a:pt x="708" y="1"/>
                  </a:lnTo>
                  <a:close/>
                </a:path>
              </a:pathLst>
            </a:custGeom>
            <a:solidFill>
              <a:srgbClr val="445D7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67" name="Google Shape;8225;p80">
              <a:extLst>
                <a:ext uri="{FF2B5EF4-FFF2-40B4-BE49-F238E27FC236}">
                  <a16:creationId xmlns:a16="http://schemas.microsoft.com/office/drawing/2014/main" id="{1C43EF51-AD51-67D6-42A1-E49A2542FDA6}"/>
                </a:ext>
              </a:extLst>
            </p:cNvPr>
            <p:cNvSpPr/>
            <p:nvPr/>
          </p:nvSpPr>
          <p:spPr>
            <a:xfrm>
              <a:off x="6370425" y="1934925"/>
              <a:ext cx="145575" cy="327050"/>
            </a:xfrm>
            <a:custGeom>
              <a:avLst/>
              <a:gdLst/>
              <a:ahLst/>
              <a:cxnLst/>
              <a:rect l="l" t="t" r="r" b="b"/>
              <a:pathLst>
                <a:path w="5823" h="13082" extrusionOk="0">
                  <a:moveTo>
                    <a:pt x="1074" y="1238"/>
                  </a:moveTo>
                  <a:lnTo>
                    <a:pt x="2249" y="2968"/>
                  </a:lnTo>
                  <a:lnTo>
                    <a:pt x="3423" y="6086"/>
                  </a:lnTo>
                  <a:lnTo>
                    <a:pt x="4963" y="8890"/>
                  </a:lnTo>
                  <a:lnTo>
                    <a:pt x="4143" y="9344"/>
                  </a:lnTo>
                  <a:lnTo>
                    <a:pt x="4976" y="12450"/>
                  </a:lnTo>
                  <a:lnTo>
                    <a:pt x="3852" y="12450"/>
                  </a:lnTo>
                  <a:lnTo>
                    <a:pt x="2867" y="9243"/>
                  </a:lnTo>
                  <a:lnTo>
                    <a:pt x="2867" y="7564"/>
                  </a:lnTo>
                  <a:lnTo>
                    <a:pt x="2072" y="5960"/>
                  </a:lnTo>
                  <a:lnTo>
                    <a:pt x="683" y="2008"/>
                  </a:lnTo>
                  <a:lnTo>
                    <a:pt x="1074" y="1238"/>
                  </a:lnTo>
                  <a:close/>
                  <a:moveTo>
                    <a:pt x="998" y="0"/>
                  </a:moveTo>
                  <a:lnTo>
                    <a:pt x="1" y="1957"/>
                  </a:lnTo>
                  <a:lnTo>
                    <a:pt x="1491" y="6213"/>
                  </a:lnTo>
                  <a:lnTo>
                    <a:pt x="2236" y="7715"/>
                  </a:lnTo>
                  <a:lnTo>
                    <a:pt x="2236" y="9294"/>
                  </a:lnTo>
                  <a:lnTo>
                    <a:pt x="3385" y="13082"/>
                  </a:lnTo>
                  <a:lnTo>
                    <a:pt x="5797" y="13082"/>
                  </a:lnTo>
                  <a:lnTo>
                    <a:pt x="4875" y="9660"/>
                  </a:lnTo>
                  <a:lnTo>
                    <a:pt x="5822" y="9142"/>
                  </a:lnTo>
                  <a:lnTo>
                    <a:pt x="3991" y="5834"/>
                  </a:lnTo>
                  <a:lnTo>
                    <a:pt x="2829" y="2715"/>
                  </a:lnTo>
                  <a:lnTo>
                    <a:pt x="998" y="0"/>
                  </a:lnTo>
                  <a:close/>
                </a:path>
              </a:pathLst>
            </a:custGeom>
            <a:solidFill>
              <a:srgbClr val="CFD9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68" name="Google Shape;8226;p80">
              <a:extLst>
                <a:ext uri="{FF2B5EF4-FFF2-40B4-BE49-F238E27FC236}">
                  <a16:creationId xmlns:a16="http://schemas.microsoft.com/office/drawing/2014/main" id="{0A3BFA8C-2903-641C-DEB2-9AD757512D81}"/>
                </a:ext>
              </a:extLst>
            </p:cNvPr>
            <p:cNvSpPr/>
            <p:nvPr/>
          </p:nvSpPr>
          <p:spPr>
            <a:xfrm>
              <a:off x="5626075" y="893825"/>
              <a:ext cx="145875" cy="113350"/>
            </a:xfrm>
            <a:custGeom>
              <a:avLst/>
              <a:gdLst/>
              <a:ahLst/>
              <a:cxnLst/>
              <a:rect l="l" t="t" r="r" b="b"/>
              <a:pathLst>
                <a:path w="5835" h="4534" extrusionOk="0">
                  <a:moveTo>
                    <a:pt x="4142" y="0"/>
                  </a:moveTo>
                  <a:lnTo>
                    <a:pt x="2362" y="796"/>
                  </a:lnTo>
                  <a:lnTo>
                    <a:pt x="480" y="796"/>
                  </a:lnTo>
                  <a:lnTo>
                    <a:pt x="0" y="2425"/>
                  </a:lnTo>
                  <a:lnTo>
                    <a:pt x="2362" y="4533"/>
                  </a:lnTo>
                  <a:lnTo>
                    <a:pt x="4458" y="3334"/>
                  </a:lnTo>
                  <a:lnTo>
                    <a:pt x="5834" y="2273"/>
                  </a:lnTo>
                  <a:lnTo>
                    <a:pt x="5834" y="480"/>
                  </a:lnTo>
                  <a:lnTo>
                    <a:pt x="4142" y="0"/>
                  </a:lnTo>
                  <a:close/>
                </a:path>
              </a:pathLst>
            </a:custGeom>
            <a:solidFill>
              <a:srgbClr val="445D7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69" name="Google Shape;8227;p80">
              <a:extLst>
                <a:ext uri="{FF2B5EF4-FFF2-40B4-BE49-F238E27FC236}">
                  <a16:creationId xmlns:a16="http://schemas.microsoft.com/office/drawing/2014/main" id="{56A25FAD-D950-C2D7-D80A-149B84CEC447}"/>
                </a:ext>
              </a:extLst>
            </p:cNvPr>
            <p:cNvSpPr/>
            <p:nvPr/>
          </p:nvSpPr>
          <p:spPr>
            <a:xfrm>
              <a:off x="5617225" y="885625"/>
              <a:ext cx="162600" cy="131025"/>
            </a:xfrm>
            <a:custGeom>
              <a:avLst/>
              <a:gdLst/>
              <a:ahLst/>
              <a:cxnLst/>
              <a:rect l="l" t="t" r="r" b="b"/>
              <a:pathLst>
                <a:path w="6504" h="5241" extrusionOk="0">
                  <a:moveTo>
                    <a:pt x="4521" y="657"/>
                  </a:moveTo>
                  <a:lnTo>
                    <a:pt x="5872" y="1048"/>
                  </a:lnTo>
                  <a:lnTo>
                    <a:pt x="5872" y="2437"/>
                  </a:lnTo>
                  <a:lnTo>
                    <a:pt x="4660" y="3371"/>
                  </a:lnTo>
                  <a:lnTo>
                    <a:pt x="2766" y="4470"/>
                  </a:lnTo>
                  <a:lnTo>
                    <a:pt x="708" y="2652"/>
                  </a:lnTo>
                  <a:lnTo>
                    <a:pt x="1074" y="1452"/>
                  </a:lnTo>
                  <a:lnTo>
                    <a:pt x="2728" y="1452"/>
                  </a:lnTo>
                  <a:lnTo>
                    <a:pt x="4521" y="657"/>
                  </a:lnTo>
                  <a:close/>
                  <a:moveTo>
                    <a:pt x="4471" y="0"/>
                  </a:moveTo>
                  <a:lnTo>
                    <a:pt x="2653" y="821"/>
                  </a:lnTo>
                  <a:lnTo>
                    <a:pt x="607" y="821"/>
                  </a:lnTo>
                  <a:lnTo>
                    <a:pt x="1" y="2854"/>
                  </a:lnTo>
                  <a:lnTo>
                    <a:pt x="2678" y="5240"/>
                  </a:lnTo>
                  <a:lnTo>
                    <a:pt x="5001" y="3902"/>
                  </a:lnTo>
                  <a:lnTo>
                    <a:pt x="6504" y="2753"/>
                  </a:lnTo>
                  <a:lnTo>
                    <a:pt x="6504" y="581"/>
                  </a:lnTo>
                  <a:lnTo>
                    <a:pt x="4471" y="0"/>
                  </a:lnTo>
                  <a:close/>
                </a:path>
              </a:pathLst>
            </a:custGeom>
            <a:solidFill>
              <a:srgbClr val="CFD9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70" name="Google Shape;8228;p80">
              <a:extLst>
                <a:ext uri="{FF2B5EF4-FFF2-40B4-BE49-F238E27FC236}">
                  <a16:creationId xmlns:a16="http://schemas.microsoft.com/office/drawing/2014/main" id="{66BB4362-E190-1174-13E8-52ECE9F56344}"/>
                </a:ext>
              </a:extLst>
            </p:cNvPr>
            <p:cNvSpPr/>
            <p:nvPr/>
          </p:nvSpPr>
          <p:spPr>
            <a:xfrm>
              <a:off x="5828725" y="897925"/>
              <a:ext cx="80850" cy="36650"/>
            </a:xfrm>
            <a:custGeom>
              <a:avLst/>
              <a:gdLst/>
              <a:ahLst/>
              <a:cxnLst/>
              <a:rect l="l" t="t" r="r" b="b"/>
              <a:pathLst>
                <a:path w="3234" h="1466" extrusionOk="0">
                  <a:moveTo>
                    <a:pt x="1" y="1"/>
                  </a:moveTo>
                  <a:lnTo>
                    <a:pt x="885" y="1465"/>
                  </a:lnTo>
                  <a:lnTo>
                    <a:pt x="3233" y="733"/>
                  </a:lnTo>
                  <a:lnTo>
                    <a:pt x="2350" y="1"/>
                  </a:lnTo>
                  <a:close/>
                </a:path>
              </a:pathLst>
            </a:custGeom>
            <a:solidFill>
              <a:srgbClr val="445D7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71" name="Google Shape;8229;p80">
              <a:extLst>
                <a:ext uri="{FF2B5EF4-FFF2-40B4-BE49-F238E27FC236}">
                  <a16:creationId xmlns:a16="http://schemas.microsoft.com/office/drawing/2014/main" id="{58AD926B-105F-9408-0B27-98E5028A4E60}"/>
                </a:ext>
              </a:extLst>
            </p:cNvPr>
            <p:cNvSpPr/>
            <p:nvPr/>
          </p:nvSpPr>
          <p:spPr>
            <a:xfrm>
              <a:off x="5814525" y="890350"/>
              <a:ext cx="111475" cy="53700"/>
            </a:xfrm>
            <a:custGeom>
              <a:avLst/>
              <a:gdLst/>
              <a:ahLst/>
              <a:cxnLst/>
              <a:rect l="l" t="t" r="r" b="b"/>
              <a:pathLst>
                <a:path w="4459" h="2148" extrusionOk="0">
                  <a:moveTo>
                    <a:pt x="2804" y="632"/>
                  </a:moveTo>
                  <a:lnTo>
                    <a:pt x="3157" y="922"/>
                  </a:lnTo>
                  <a:lnTo>
                    <a:pt x="1604" y="1402"/>
                  </a:lnTo>
                  <a:lnTo>
                    <a:pt x="1125" y="632"/>
                  </a:lnTo>
                  <a:close/>
                  <a:moveTo>
                    <a:pt x="1" y="0"/>
                  </a:moveTo>
                  <a:lnTo>
                    <a:pt x="1314" y="2147"/>
                  </a:lnTo>
                  <a:lnTo>
                    <a:pt x="4458" y="1175"/>
                  </a:lnTo>
                  <a:lnTo>
                    <a:pt x="3031" y="0"/>
                  </a:lnTo>
                  <a:close/>
                </a:path>
              </a:pathLst>
            </a:custGeom>
            <a:solidFill>
              <a:srgbClr val="CFD9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72" name="Google Shape;8230;p80">
              <a:extLst>
                <a:ext uri="{FF2B5EF4-FFF2-40B4-BE49-F238E27FC236}">
                  <a16:creationId xmlns:a16="http://schemas.microsoft.com/office/drawing/2014/main" id="{B339A93D-BC18-2DAA-5126-5425FD4463AD}"/>
                </a:ext>
              </a:extLst>
            </p:cNvPr>
            <p:cNvSpPr/>
            <p:nvPr/>
          </p:nvSpPr>
          <p:spPr>
            <a:xfrm>
              <a:off x="5765925" y="1013475"/>
              <a:ext cx="80825" cy="48625"/>
            </a:xfrm>
            <a:custGeom>
              <a:avLst/>
              <a:gdLst/>
              <a:ahLst/>
              <a:cxnLst/>
              <a:rect l="l" t="t" r="r" b="b"/>
              <a:pathLst>
                <a:path w="3233" h="1945" extrusionOk="0">
                  <a:moveTo>
                    <a:pt x="0" y="0"/>
                  </a:moveTo>
                  <a:lnTo>
                    <a:pt x="871" y="1945"/>
                  </a:lnTo>
                  <a:lnTo>
                    <a:pt x="3233" y="972"/>
                  </a:lnTo>
                  <a:lnTo>
                    <a:pt x="1616" y="16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45D7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73" name="Google Shape;8231;p80">
              <a:extLst>
                <a:ext uri="{FF2B5EF4-FFF2-40B4-BE49-F238E27FC236}">
                  <a16:creationId xmlns:a16="http://schemas.microsoft.com/office/drawing/2014/main" id="{4B3300D9-090A-D8C8-B077-C68314080A5C}"/>
                </a:ext>
              </a:extLst>
            </p:cNvPr>
            <p:cNvSpPr/>
            <p:nvPr/>
          </p:nvSpPr>
          <p:spPr>
            <a:xfrm>
              <a:off x="5752975" y="1004300"/>
              <a:ext cx="113025" cy="68225"/>
            </a:xfrm>
            <a:custGeom>
              <a:avLst/>
              <a:gdLst/>
              <a:ahLst/>
              <a:cxnLst/>
              <a:rect l="l" t="t" r="r" b="b"/>
              <a:pathLst>
                <a:path w="4521" h="2729" extrusionOk="0">
                  <a:moveTo>
                    <a:pt x="1023" y="733"/>
                  </a:moveTo>
                  <a:lnTo>
                    <a:pt x="2046" y="847"/>
                  </a:lnTo>
                  <a:lnTo>
                    <a:pt x="2993" y="1314"/>
                  </a:lnTo>
                  <a:lnTo>
                    <a:pt x="1554" y="1908"/>
                  </a:lnTo>
                  <a:lnTo>
                    <a:pt x="1023" y="733"/>
                  </a:lnTo>
                  <a:close/>
                  <a:moveTo>
                    <a:pt x="0" y="1"/>
                  </a:moveTo>
                  <a:lnTo>
                    <a:pt x="1225" y="2728"/>
                  </a:lnTo>
                  <a:lnTo>
                    <a:pt x="4521" y="1365"/>
                  </a:lnTo>
                  <a:lnTo>
                    <a:pt x="2273" y="253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CFD9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74" name="Google Shape;8232;p80">
              <a:extLst>
                <a:ext uri="{FF2B5EF4-FFF2-40B4-BE49-F238E27FC236}">
                  <a16:creationId xmlns:a16="http://schemas.microsoft.com/office/drawing/2014/main" id="{B2EE544B-FE2A-3D2B-4560-6A3126F8DE5B}"/>
                </a:ext>
              </a:extLst>
            </p:cNvPr>
            <p:cNvSpPr/>
            <p:nvPr/>
          </p:nvSpPr>
          <p:spPr>
            <a:xfrm>
              <a:off x="4952100" y="890350"/>
              <a:ext cx="78950" cy="112725"/>
            </a:xfrm>
            <a:custGeom>
              <a:avLst/>
              <a:gdLst/>
              <a:ahLst/>
              <a:cxnLst/>
              <a:rect l="l" t="t" r="r" b="b"/>
              <a:pathLst>
                <a:path w="3158" h="4509" extrusionOk="0">
                  <a:moveTo>
                    <a:pt x="1" y="0"/>
                  </a:moveTo>
                  <a:lnTo>
                    <a:pt x="1" y="1882"/>
                  </a:lnTo>
                  <a:lnTo>
                    <a:pt x="960" y="4508"/>
                  </a:lnTo>
                  <a:lnTo>
                    <a:pt x="3157" y="2576"/>
                  </a:lnTo>
                  <a:lnTo>
                    <a:pt x="3157" y="1251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445D7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75" name="Google Shape;8233;p80">
              <a:extLst>
                <a:ext uri="{FF2B5EF4-FFF2-40B4-BE49-F238E27FC236}">
                  <a16:creationId xmlns:a16="http://schemas.microsoft.com/office/drawing/2014/main" id="{57A76BCD-AEE9-7488-AF07-D7F9CE7488C2}"/>
                </a:ext>
              </a:extLst>
            </p:cNvPr>
            <p:cNvSpPr/>
            <p:nvPr/>
          </p:nvSpPr>
          <p:spPr>
            <a:xfrm>
              <a:off x="4944200" y="878675"/>
              <a:ext cx="94750" cy="137975"/>
            </a:xfrm>
            <a:custGeom>
              <a:avLst/>
              <a:gdLst/>
              <a:ahLst/>
              <a:cxnLst/>
              <a:rect l="l" t="t" r="r" b="b"/>
              <a:pathLst>
                <a:path w="3790" h="5519" extrusionOk="0">
                  <a:moveTo>
                    <a:pt x="620" y="922"/>
                  </a:moveTo>
                  <a:lnTo>
                    <a:pt x="3145" y="1932"/>
                  </a:lnTo>
                  <a:lnTo>
                    <a:pt x="3145" y="2892"/>
                  </a:lnTo>
                  <a:lnTo>
                    <a:pt x="1415" y="4432"/>
                  </a:lnTo>
                  <a:lnTo>
                    <a:pt x="632" y="2298"/>
                  </a:lnTo>
                  <a:lnTo>
                    <a:pt x="620" y="922"/>
                  </a:lnTo>
                  <a:close/>
                  <a:moveTo>
                    <a:pt x="1" y="0"/>
                  </a:moveTo>
                  <a:lnTo>
                    <a:pt x="1" y="2349"/>
                  </a:lnTo>
                  <a:lnTo>
                    <a:pt x="1137" y="5518"/>
                  </a:lnTo>
                  <a:lnTo>
                    <a:pt x="3789" y="3182"/>
                  </a:lnTo>
                  <a:lnTo>
                    <a:pt x="3789" y="1503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CFD9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76" name="Google Shape;8234;p80">
              <a:extLst>
                <a:ext uri="{FF2B5EF4-FFF2-40B4-BE49-F238E27FC236}">
                  <a16:creationId xmlns:a16="http://schemas.microsoft.com/office/drawing/2014/main" id="{FF8A80B3-04FA-5590-ACD8-6E38028AFFD3}"/>
                </a:ext>
              </a:extLst>
            </p:cNvPr>
            <p:cNvSpPr/>
            <p:nvPr/>
          </p:nvSpPr>
          <p:spPr>
            <a:xfrm>
              <a:off x="4770275" y="799125"/>
              <a:ext cx="164800" cy="161950"/>
            </a:xfrm>
            <a:custGeom>
              <a:avLst/>
              <a:gdLst/>
              <a:ahLst/>
              <a:cxnLst/>
              <a:rect l="l" t="t" r="r" b="b"/>
              <a:pathLst>
                <a:path w="6592" h="6478" extrusionOk="0">
                  <a:moveTo>
                    <a:pt x="1049" y="0"/>
                  </a:moveTo>
                  <a:lnTo>
                    <a:pt x="0" y="1856"/>
                  </a:lnTo>
                  <a:lnTo>
                    <a:pt x="948" y="4546"/>
                  </a:lnTo>
                  <a:lnTo>
                    <a:pt x="2539" y="6478"/>
                  </a:lnTo>
                  <a:lnTo>
                    <a:pt x="5064" y="6478"/>
                  </a:lnTo>
                  <a:lnTo>
                    <a:pt x="6592" y="6213"/>
                  </a:lnTo>
                  <a:lnTo>
                    <a:pt x="5695" y="3801"/>
                  </a:lnTo>
                  <a:lnTo>
                    <a:pt x="3296" y="2500"/>
                  </a:lnTo>
                  <a:lnTo>
                    <a:pt x="1049" y="0"/>
                  </a:lnTo>
                  <a:close/>
                </a:path>
              </a:pathLst>
            </a:custGeom>
            <a:solidFill>
              <a:srgbClr val="445D7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77" name="Google Shape;8235;p80">
              <a:extLst>
                <a:ext uri="{FF2B5EF4-FFF2-40B4-BE49-F238E27FC236}">
                  <a16:creationId xmlns:a16="http://schemas.microsoft.com/office/drawing/2014/main" id="{80F1C62B-98F5-71A1-A95E-7147FE8B053E}"/>
                </a:ext>
              </a:extLst>
            </p:cNvPr>
            <p:cNvSpPr/>
            <p:nvPr/>
          </p:nvSpPr>
          <p:spPr>
            <a:xfrm>
              <a:off x="4761750" y="785550"/>
              <a:ext cx="184075" cy="183425"/>
            </a:xfrm>
            <a:custGeom>
              <a:avLst/>
              <a:gdLst/>
              <a:ahLst/>
              <a:cxnLst/>
              <a:rect l="l" t="t" r="r" b="b"/>
              <a:pathLst>
                <a:path w="7363" h="7337" extrusionOk="0">
                  <a:moveTo>
                    <a:pt x="1453" y="1074"/>
                  </a:moveTo>
                  <a:lnTo>
                    <a:pt x="3410" y="3245"/>
                  </a:lnTo>
                  <a:lnTo>
                    <a:pt x="5784" y="4559"/>
                  </a:lnTo>
                  <a:lnTo>
                    <a:pt x="6503" y="6516"/>
                  </a:lnTo>
                  <a:lnTo>
                    <a:pt x="5405" y="6705"/>
                  </a:lnTo>
                  <a:lnTo>
                    <a:pt x="3031" y="6705"/>
                  </a:lnTo>
                  <a:lnTo>
                    <a:pt x="1566" y="4937"/>
                  </a:lnTo>
                  <a:lnTo>
                    <a:pt x="695" y="2425"/>
                  </a:lnTo>
                  <a:lnTo>
                    <a:pt x="1453" y="1074"/>
                  </a:lnTo>
                  <a:close/>
                  <a:moveTo>
                    <a:pt x="1326" y="0"/>
                  </a:moveTo>
                  <a:lnTo>
                    <a:pt x="1" y="2374"/>
                  </a:lnTo>
                  <a:lnTo>
                    <a:pt x="985" y="5203"/>
                  </a:lnTo>
                  <a:lnTo>
                    <a:pt x="2728" y="7337"/>
                  </a:lnTo>
                  <a:lnTo>
                    <a:pt x="5468" y="7337"/>
                  </a:lnTo>
                  <a:lnTo>
                    <a:pt x="7362" y="7008"/>
                  </a:lnTo>
                  <a:lnTo>
                    <a:pt x="6289" y="4129"/>
                  </a:lnTo>
                  <a:lnTo>
                    <a:pt x="3839" y="2791"/>
                  </a:lnTo>
                  <a:lnTo>
                    <a:pt x="1326" y="0"/>
                  </a:lnTo>
                  <a:close/>
                </a:path>
              </a:pathLst>
            </a:custGeom>
            <a:solidFill>
              <a:srgbClr val="CFD9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78" name="Google Shape;8236;p80">
              <a:extLst>
                <a:ext uri="{FF2B5EF4-FFF2-40B4-BE49-F238E27FC236}">
                  <a16:creationId xmlns:a16="http://schemas.microsoft.com/office/drawing/2014/main" id="{0B7D88ED-CCAF-9DD7-957C-FFECE18359F2}"/>
                </a:ext>
              </a:extLst>
            </p:cNvPr>
            <p:cNvSpPr/>
            <p:nvPr/>
          </p:nvSpPr>
          <p:spPr>
            <a:xfrm>
              <a:off x="4392100" y="1174150"/>
              <a:ext cx="165750" cy="386075"/>
            </a:xfrm>
            <a:custGeom>
              <a:avLst/>
              <a:gdLst/>
              <a:ahLst/>
              <a:cxnLst/>
              <a:rect l="l" t="t" r="r" b="b"/>
              <a:pathLst>
                <a:path w="6630" h="15443" extrusionOk="0">
                  <a:moveTo>
                    <a:pt x="6629" y="0"/>
                  </a:moveTo>
                  <a:lnTo>
                    <a:pt x="4521" y="1036"/>
                  </a:lnTo>
                  <a:lnTo>
                    <a:pt x="2261" y="3056"/>
                  </a:lnTo>
                  <a:lnTo>
                    <a:pt x="0" y="6301"/>
                  </a:lnTo>
                  <a:lnTo>
                    <a:pt x="354" y="10594"/>
                  </a:lnTo>
                  <a:lnTo>
                    <a:pt x="51" y="12652"/>
                  </a:lnTo>
                  <a:lnTo>
                    <a:pt x="1288" y="15443"/>
                  </a:lnTo>
                  <a:lnTo>
                    <a:pt x="4357" y="15443"/>
                  </a:lnTo>
                  <a:lnTo>
                    <a:pt x="2425" y="11731"/>
                  </a:lnTo>
                  <a:lnTo>
                    <a:pt x="2955" y="7033"/>
                  </a:lnTo>
                  <a:lnTo>
                    <a:pt x="4634" y="4154"/>
                  </a:lnTo>
                  <a:lnTo>
                    <a:pt x="6629" y="1844"/>
                  </a:lnTo>
                  <a:lnTo>
                    <a:pt x="6629" y="0"/>
                  </a:lnTo>
                  <a:close/>
                </a:path>
              </a:pathLst>
            </a:custGeom>
            <a:solidFill>
              <a:srgbClr val="445D7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79" name="Google Shape;8237;p80">
              <a:extLst>
                <a:ext uri="{FF2B5EF4-FFF2-40B4-BE49-F238E27FC236}">
                  <a16:creationId xmlns:a16="http://schemas.microsoft.com/office/drawing/2014/main" id="{E8977657-34DB-5651-3F7D-D1864189F0CF}"/>
                </a:ext>
              </a:extLst>
            </p:cNvPr>
            <p:cNvSpPr/>
            <p:nvPr/>
          </p:nvSpPr>
          <p:spPr>
            <a:xfrm>
              <a:off x="4383875" y="1161200"/>
              <a:ext cx="181875" cy="406925"/>
            </a:xfrm>
            <a:custGeom>
              <a:avLst/>
              <a:gdLst/>
              <a:ahLst/>
              <a:cxnLst/>
              <a:rect l="l" t="t" r="r" b="b"/>
              <a:pathLst>
                <a:path w="7275" h="16277" extrusionOk="0">
                  <a:moveTo>
                    <a:pt x="6643" y="1023"/>
                  </a:moveTo>
                  <a:lnTo>
                    <a:pt x="6643" y="2248"/>
                  </a:lnTo>
                  <a:lnTo>
                    <a:pt x="4686" y="4508"/>
                  </a:lnTo>
                  <a:lnTo>
                    <a:pt x="3006" y="7387"/>
                  </a:lnTo>
                  <a:lnTo>
                    <a:pt x="2425" y="12299"/>
                  </a:lnTo>
                  <a:lnTo>
                    <a:pt x="4168" y="15645"/>
                  </a:lnTo>
                  <a:lnTo>
                    <a:pt x="1819" y="15645"/>
                  </a:lnTo>
                  <a:lnTo>
                    <a:pt x="708" y="13120"/>
                  </a:lnTo>
                  <a:lnTo>
                    <a:pt x="999" y="11125"/>
                  </a:lnTo>
                  <a:lnTo>
                    <a:pt x="645" y="6895"/>
                  </a:lnTo>
                  <a:lnTo>
                    <a:pt x="2829" y="3789"/>
                  </a:lnTo>
                  <a:lnTo>
                    <a:pt x="5039" y="1806"/>
                  </a:lnTo>
                  <a:lnTo>
                    <a:pt x="6643" y="1023"/>
                  </a:lnTo>
                  <a:close/>
                  <a:moveTo>
                    <a:pt x="7274" y="0"/>
                  </a:moveTo>
                  <a:lnTo>
                    <a:pt x="4723" y="1263"/>
                  </a:lnTo>
                  <a:lnTo>
                    <a:pt x="2387" y="3347"/>
                  </a:lnTo>
                  <a:lnTo>
                    <a:pt x="1" y="6731"/>
                  </a:lnTo>
                  <a:lnTo>
                    <a:pt x="380" y="11112"/>
                  </a:lnTo>
                  <a:lnTo>
                    <a:pt x="64" y="13221"/>
                  </a:lnTo>
                  <a:lnTo>
                    <a:pt x="1415" y="16277"/>
                  </a:lnTo>
                  <a:lnTo>
                    <a:pt x="5203" y="16277"/>
                  </a:lnTo>
                  <a:lnTo>
                    <a:pt x="3069" y="12185"/>
                  </a:lnTo>
                  <a:lnTo>
                    <a:pt x="3587" y="7652"/>
                  </a:lnTo>
                  <a:lnTo>
                    <a:pt x="5203" y="4874"/>
                  </a:lnTo>
                  <a:lnTo>
                    <a:pt x="7274" y="2475"/>
                  </a:lnTo>
                  <a:lnTo>
                    <a:pt x="7274" y="0"/>
                  </a:lnTo>
                  <a:close/>
                </a:path>
              </a:pathLst>
            </a:custGeom>
            <a:solidFill>
              <a:srgbClr val="CFD9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80" name="Google Shape;8238;p80">
              <a:extLst>
                <a:ext uri="{FF2B5EF4-FFF2-40B4-BE49-F238E27FC236}">
                  <a16:creationId xmlns:a16="http://schemas.microsoft.com/office/drawing/2014/main" id="{C6561ECC-AAD9-0E43-6CF8-8E3904D8F3C4}"/>
                </a:ext>
              </a:extLst>
            </p:cNvPr>
            <p:cNvSpPr/>
            <p:nvPr/>
          </p:nvSpPr>
          <p:spPr>
            <a:xfrm>
              <a:off x="3327950" y="2153675"/>
              <a:ext cx="78950" cy="116200"/>
            </a:xfrm>
            <a:custGeom>
              <a:avLst/>
              <a:gdLst/>
              <a:ahLst/>
              <a:cxnLst/>
              <a:rect l="l" t="t" r="r" b="b"/>
              <a:pathLst>
                <a:path w="3158" h="4648" extrusionOk="0">
                  <a:moveTo>
                    <a:pt x="1288" y="1"/>
                  </a:moveTo>
                  <a:lnTo>
                    <a:pt x="1" y="1655"/>
                  </a:lnTo>
                  <a:lnTo>
                    <a:pt x="1" y="3069"/>
                  </a:lnTo>
                  <a:lnTo>
                    <a:pt x="1" y="3700"/>
                  </a:lnTo>
                  <a:lnTo>
                    <a:pt x="884" y="4647"/>
                  </a:lnTo>
                  <a:lnTo>
                    <a:pt x="2677" y="3915"/>
                  </a:lnTo>
                  <a:lnTo>
                    <a:pt x="3157" y="1731"/>
                  </a:lnTo>
                  <a:lnTo>
                    <a:pt x="3157" y="544"/>
                  </a:lnTo>
                  <a:lnTo>
                    <a:pt x="1288" y="1"/>
                  </a:lnTo>
                  <a:close/>
                </a:path>
              </a:pathLst>
            </a:custGeom>
            <a:solidFill>
              <a:srgbClr val="445D7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81" name="Google Shape;8239;p80">
              <a:extLst>
                <a:ext uri="{FF2B5EF4-FFF2-40B4-BE49-F238E27FC236}">
                  <a16:creationId xmlns:a16="http://schemas.microsoft.com/office/drawing/2014/main" id="{3429879B-2128-0AEC-22C9-4903C04FEFED}"/>
                </a:ext>
              </a:extLst>
            </p:cNvPr>
            <p:cNvSpPr/>
            <p:nvPr/>
          </p:nvSpPr>
          <p:spPr>
            <a:xfrm>
              <a:off x="3320050" y="2144525"/>
              <a:ext cx="94725" cy="134825"/>
            </a:xfrm>
            <a:custGeom>
              <a:avLst/>
              <a:gdLst/>
              <a:ahLst/>
              <a:cxnLst/>
              <a:rect l="l" t="t" r="r" b="b"/>
              <a:pathLst>
                <a:path w="3789" h="5393" extrusionOk="0">
                  <a:moveTo>
                    <a:pt x="1718" y="720"/>
                  </a:moveTo>
                  <a:lnTo>
                    <a:pt x="3158" y="1150"/>
                  </a:lnTo>
                  <a:lnTo>
                    <a:pt x="3158" y="2059"/>
                  </a:lnTo>
                  <a:lnTo>
                    <a:pt x="2728" y="4054"/>
                  </a:lnTo>
                  <a:lnTo>
                    <a:pt x="1289" y="4647"/>
                  </a:lnTo>
                  <a:lnTo>
                    <a:pt x="632" y="3953"/>
                  </a:lnTo>
                  <a:lnTo>
                    <a:pt x="632" y="2122"/>
                  </a:lnTo>
                  <a:lnTo>
                    <a:pt x="1718" y="720"/>
                  </a:lnTo>
                  <a:close/>
                  <a:moveTo>
                    <a:pt x="1491" y="0"/>
                  </a:moveTo>
                  <a:lnTo>
                    <a:pt x="1" y="1907"/>
                  </a:lnTo>
                  <a:lnTo>
                    <a:pt x="1" y="4193"/>
                  </a:lnTo>
                  <a:lnTo>
                    <a:pt x="1125" y="5392"/>
                  </a:lnTo>
                  <a:lnTo>
                    <a:pt x="3271" y="4508"/>
                  </a:lnTo>
                  <a:lnTo>
                    <a:pt x="3789" y="2160"/>
                  </a:lnTo>
                  <a:lnTo>
                    <a:pt x="3789" y="682"/>
                  </a:lnTo>
                  <a:lnTo>
                    <a:pt x="1491" y="0"/>
                  </a:lnTo>
                  <a:close/>
                </a:path>
              </a:pathLst>
            </a:custGeom>
            <a:solidFill>
              <a:srgbClr val="CFD9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82" name="Google Shape;8240;p80">
              <a:extLst>
                <a:ext uri="{FF2B5EF4-FFF2-40B4-BE49-F238E27FC236}">
                  <a16:creationId xmlns:a16="http://schemas.microsoft.com/office/drawing/2014/main" id="{FEE517EA-C783-667D-2214-1DDD508A620B}"/>
                </a:ext>
              </a:extLst>
            </p:cNvPr>
            <p:cNvSpPr/>
            <p:nvPr/>
          </p:nvSpPr>
          <p:spPr>
            <a:xfrm>
              <a:off x="3404025" y="2057075"/>
              <a:ext cx="144925" cy="252250"/>
            </a:xfrm>
            <a:custGeom>
              <a:avLst/>
              <a:gdLst/>
              <a:ahLst/>
              <a:cxnLst/>
              <a:rect l="l" t="t" r="r" b="b"/>
              <a:pathLst>
                <a:path w="5797" h="10090" extrusionOk="0">
                  <a:moveTo>
                    <a:pt x="2602" y="1"/>
                  </a:moveTo>
                  <a:lnTo>
                    <a:pt x="834" y="443"/>
                  </a:lnTo>
                  <a:lnTo>
                    <a:pt x="1" y="1680"/>
                  </a:lnTo>
                  <a:lnTo>
                    <a:pt x="2097" y="4408"/>
                  </a:lnTo>
                  <a:lnTo>
                    <a:pt x="2311" y="6201"/>
                  </a:lnTo>
                  <a:lnTo>
                    <a:pt x="746" y="7703"/>
                  </a:lnTo>
                  <a:lnTo>
                    <a:pt x="746" y="10090"/>
                  </a:lnTo>
                  <a:lnTo>
                    <a:pt x="5796" y="9155"/>
                  </a:lnTo>
                  <a:lnTo>
                    <a:pt x="5796" y="7564"/>
                  </a:lnTo>
                  <a:lnTo>
                    <a:pt x="4837" y="5266"/>
                  </a:lnTo>
                  <a:lnTo>
                    <a:pt x="2728" y="2753"/>
                  </a:lnTo>
                  <a:lnTo>
                    <a:pt x="3700" y="1213"/>
                  </a:lnTo>
                  <a:lnTo>
                    <a:pt x="2602" y="1"/>
                  </a:lnTo>
                  <a:close/>
                </a:path>
              </a:pathLst>
            </a:custGeom>
            <a:solidFill>
              <a:srgbClr val="445D7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83" name="Google Shape;8241;p80">
              <a:extLst>
                <a:ext uri="{FF2B5EF4-FFF2-40B4-BE49-F238E27FC236}">
                  <a16:creationId xmlns:a16="http://schemas.microsoft.com/office/drawing/2014/main" id="{3C4CEB00-333B-FF7F-EF95-E88DBD1320F9}"/>
                </a:ext>
              </a:extLst>
            </p:cNvPr>
            <p:cNvSpPr/>
            <p:nvPr/>
          </p:nvSpPr>
          <p:spPr>
            <a:xfrm>
              <a:off x="3394250" y="2048250"/>
              <a:ext cx="162600" cy="270550"/>
            </a:xfrm>
            <a:custGeom>
              <a:avLst/>
              <a:gdLst/>
              <a:ahLst/>
              <a:cxnLst/>
              <a:rect l="l" t="t" r="r" b="b"/>
              <a:pathLst>
                <a:path w="6504" h="10822" extrusionOk="0">
                  <a:moveTo>
                    <a:pt x="2879" y="707"/>
                  </a:moveTo>
                  <a:lnTo>
                    <a:pt x="3687" y="1604"/>
                  </a:lnTo>
                  <a:lnTo>
                    <a:pt x="2728" y="3132"/>
                  </a:lnTo>
                  <a:lnTo>
                    <a:pt x="4950" y="5783"/>
                  </a:lnTo>
                  <a:lnTo>
                    <a:pt x="5872" y="7980"/>
                  </a:lnTo>
                  <a:lnTo>
                    <a:pt x="5872" y="9243"/>
                  </a:lnTo>
                  <a:lnTo>
                    <a:pt x="1452" y="10064"/>
                  </a:lnTo>
                  <a:lnTo>
                    <a:pt x="1452" y="8195"/>
                  </a:lnTo>
                  <a:lnTo>
                    <a:pt x="3031" y="6667"/>
                  </a:lnTo>
                  <a:lnTo>
                    <a:pt x="2791" y="4634"/>
                  </a:lnTo>
                  <a:lnTo>
                    <a:pt x="783" y="2008"/>
                  </a:lnTo>
                  <a:lnTo>
                    <a:pt x="1414" y="1061"/>
                  </a:lnTo>
                  <a:lnTo>
                    <a:pt x="2879" y="707"/>
                  </a:lnTo>
                  <a:close/>
                  <a:moveTo>
                    <a:pt x="3094" y="0"/>
                  </a:moveTo>
                  <a:lnTo>
                    <a:pt x="1023" y="505"/>
                  </a:lnTo>
                  <a:lnTo>
                    <a:pt x="0" y="2046"/>
                  </a:lnTo>
                  <a:lnTo>
                    <a:pt x="2172" y="4887"/>
                  </a:lnTo>
                  <a:lnTo>
                    <a:pt x="2361" y="6440"/>
                  </a:lnTo>
                  <a:lnTo>
                    <a:pt x="821" y="7917"/>
                  </a:lnTo>
                  <a:lnTo>
                    <a:pt x="821" y="10822"/>
                  </a:lnTo>
                  <a:lnTo>
                    <a:pt x="6503" y="9774"/>
                  </a:lnTo>
                  <a:lnTo>
                    <a:pt x="6503" y="7917"/>
                  </a:lnTo>
                  <a:lnTo>
                    <a:pt x="5506" y="5493"/>
                  </a:lnTo>
                  <a:lnTo>
                    <a:pt x="3498" y="3094"/>
                  </a:lnTo>
                  <a:lnTo>
                    <a:pt x="4470" y="1541"/>
                  </a:lnTo>
                  <a:lnTo>
                    <a:pt x="3094" y="0"/>
                  </a:lnTo>
                  <a:close/>
                </a:path>
              </a:pathLst>
            </a:custGeom>
            <a:solidFill>
              <a:srgbClr val="CFD9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84" name="Google Shape;8242;p80">
              <a:extLst>
                <a:ext uri="{FF2B5EF4-FFF2-40B4-BE49-F238E27FC236}">
                  <a16:creationId xmlns:a16="http://schemas.microsoft.com/office/drawing/2014/main" id="{2704442B-0C8D-EFD9-0E80-4F90669453DE}"/>
                </a:ext>
              </a:extLst>
            </p:cNvPr>
            <p:cNvSpPr/>
            <p:nvPr/>
          </p:nvSpPr>
          <p:spPr>
            <a:xfrm>
              <a:off x="3658775" y="1084500"/>
              <a:ext cx="236775" cy="215300"/>
            </a:xfrm>
            <a:custGeom>
              <a:avLst/>
              <a:gdLst/>
              <a:ahLst/>
              <a:cxnLst/>
              <a:rect l="l" t="t" r="r" b="b"/>
              <a:pathLst>
                <a:path w="9471" h="8612" extrusionOk="0">
                  <a:moveTo>
                    <a:pt x="3498" y="0"/>
                  </a:moveTo>
                  <a:lnTo>
                    <a:pt x="1907" y="972"/>
                  </a:lnTo>
                  <a:lnTo>
                    <a:pt x="1907" y="1692"/>
                  </a:lnTo>
                  <a:lnTo>
                    <a:pt x="1" y="2273"/>
                  </a:lnTo>
                  <a:lnTo>
                    <a:pt x="2173" y="5026"/>
                  </a:lnTo>
                  <a:lnTo>
                    <a:pt x="3801" y="6162"/>
                  </a:lnTo>
                  <a:lnTo>
                    <a:pt x="3271" y="6970"/>
                  </a:lnTo>
                  <a:lnTo>
                    <a:pt x="5254" y="8612"/>
                  </a:lnTo>
                  <a:lnTo>
                    <a:pt x="6327" y="4028"/>
                  </a:lnTo>
                  <a:lnTo>
                    <a:pt x="7488" y="5278"/>
                  </a:lnTo>
                  <a:lnTo>
                    <a:pt x="7122" y="7046"/>
                  </a:lnTo>
                  <a:lnTo>
                    <a:pt x="8537" y="7046"/>
                  </a:lnTo>
                  <a:lnTo>
                    <a:pt x="9471" y="5177"/>
                  </a:lnTo>
                  <a:lnTo>
                    <a:pt x="6150" y="2513"/>
                  </a:lnTo>
                  <a:lnTo>
                    <a:pt x="3498" y="0"/>
                  </a:lnTo>
                  <a:close/>
                </a:path>
              </a:pathLst>
            </a:custGeom>
            <a:solidFill>
              <a:srgbClr val="445D7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85" name="Google Shape;8243;p80">
              <a:extLst>
                <a:ext uri="{FF2B5EF4-FFF2-40B4-BE49-F238E27FC236}">
                  <a16:creationId xmlns:a16="http://schemas.microsoft.com/office/drawing/2014/main" id="{4291E950-C516-C3F2-39CA-B3B625F09069}"/>
                </a:ext>
              </a:extLst>
            </p:cNvPr>
            <p:cNvSpPr/>
            <p:nvPr/>
          </p:nvSpPr>
          <p:spPr>
            <a:xfrm>
              <a:off x="3645200" y="1074400"/>
              <a:ext cx="260450" cy="239600"/>
            </a:xfrm>
            <a:custGeom>
              <a:avLst/>
              <a:gdLst/>
              <a:ahLst/>
              <a:cxnLst/>
              <a:rect l="l" t="t" r="r" b="b"/>
              <a:pathLst>
                <a:path w="10418" h="9584" extrusionOk="0">
                  <a:moveTo>
                    <a:pt x="4003" y="796"/>
                  </a:moveTo>
                  <a:lnTo>
                    <a:pt x="6491" y="3157"/>
                  </a:lnTo>
                  <a:lnTo>
                    <a:pt x="9610" y="5670"/>
                  </a:lnTo>
                  <a:lnTo>
                    <a:pt x="8878" y="7134"/>
                  </a:lnTo>
                  <a:lnTo>
                    <a:pt x="8057" y="7134"/>
                  </a:lnTo>
                  <a:lnTo>
                    <a:pt x="8372" y="5581"/>
                  </a:lnTo>
                  <a:lnTo>
                    <a:pt x="6693" y="3788"/>
                  </a:lnTo>
                  <a:lnTo>
                    <a:pt x="5607" y="8460"/>
                  </a:lnTo>
                  <a:lnTo>
                    <a:pt x="4231" y="7324"/>
                  </a:lnTo>
                  <a:lnTo>
                    <a:pt x="4774" y="6478"/>
                  </a:lnTo>
                  <a:lnTo>
                    <a:pt x="2943" y="5202"/>
                  </a:lnTo>
                  <a:lnTo>
                    <a:pt x="1074" y="2841"/>
                  </a:lnTo>
                  <a:lnTo>
                    <a:pt x="2779" y="2323"/>
                  </a:lnTo>
                  <a:lnTo>
                    <a:pt x="2779" y="1553"/>
                  </a:lnTo>
                  <a:lnTo>
                    <a:pt x="4003" y="796"/>
                  </a:lnTo>
                  <a:close/>
                  <a:moveTo>
                    <a:pt x="4092" y="0"/>
                  </a:moveTo>
                  <a:lnTo>
                    <a:pt x="2147" y="1200"/>
                  </a:lnTo>
                  <a:lnTo>
                    <a:pt x="2147" y="1856"/>
                  </a:lnTo>
                  <a:lnTo>
                    <a:pt x="1" y="2513"/>
                  </a:lnTo>
                  <a:lnTo>
                    <a:pt x="2476" y="5632"/>
                  </a:lnTo>
                  <a:lnTo>
                    <a:pt x="3915" y="6654"/>
                  </a:lnTo>
                  <a:lnTo>
                    <a:pt x="3397" y="7437"/>
                  </a:lnTo>
                  <a:lnTo>
                    <a:pt x="5986" y="9584"/>
                  </a:lnTo>
                  <a:lnTo>
                    <a:pt x="7047" y="5076"/>
                  </a:lnTo>
                  <a:lnTo>
                    <a:pt x="7691" y="5771"/>
                  </a:lnTo>
                  <a:lnTo>
                    <a:pt x="7274" y="7778"/>
                  </a:lnTo>
                  <a:lnTo>
                    <a:pt x="9269" y="7778"/>
                  </a:lnTo>
                  <a:lnTo>
                    <a:pt x="10418" y="5505"/>
                  </a:lnTo>
                  <a:lnTo>
                    <a:pt x="6908" y="2690"/>
                  </a:lnTo>
                  <a:lnTo>
                    <a:pt x="4092" y="0"/>
                  </a:lnTo>
                  <a:close/>
                </a:path>
              </a:pathLst>
            </a:custGeom>
            <a:solidFill>
              <a:srgbClr val="CFD9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86" name="Google Shape;8244;p80">
              <a:extLst>
                <a:ext uri="{FF2B5EF4-FFF2-40B4-BE49-F238E27FC236}">
                  <a16:creationId xmlns:a16="http://schemas.microsoft.com/office/drawing/2014/main" id="{CE433C85-D18D-D11B-05E8-B959D9ECD4F6}"/>
                </a:ext>
              </a:extLst>
            </p:cNvPr>
            <p:cNvSpPr/>
            <p:nvPr/>
          </p:nvSpPr>
          <p:spPr>
            <a:xfrm>
              <a:off x="3780950" y="1045975"/>
              <a:ext cx="134825" cy="91250"/>
            </a:xfrm>
            <a:custGeom>
              <a:avLst/>
              <a:gdLst/>
              <a:ahLst/>
              <a:cxnLst/>
              <a:rect l="l" t="t" r="r" b="b"/>
              <a:pathLst>
                <a:path w="5393" h="3650" extrusionOk="0">
                  <a:moveTo>
                    <a:pt x="1175" y="1"/>
                  </a:moveTo>
                  <a:lnTo>
                    <a:pt x="0" y="1137"/>
                  </a:lnTo>
                  <a:lnTo>
                    <a:pt x="2235" y="2842"/>
                  </a:lnTo>
                  <a:lnTo>
                    <a:pt x="3612" y="3650"/>
                  </a:lnTo>
                  <a:lnTo>
                    <a:pt x="5392" y="1819"/>
                  </a:lnTo>
                  <a:lnTo>
                    <a:pt x="4584" y="329"/>
                  </a:lnTo>
                  <a:lnTo>
                    <a:pt x="3208" y="1"/>
                  </a:lnTo>
                  <a:lnTo>
                    <a:pt x="2703" y="1137"/>
                  </a:lnTo>
                  <a:lnTo>
                    <a:pt x="1175" y="1"/>
                  </a:lnTo>
                  <a:close/>
                </a:path>
              </a:pathLst>
            </a:custGeom>
            <a:solidFill>
              <a:srgbClr val="445D7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87" name="Google Shape;8245;p80">
              <a:extLst>
                <a:ext uri="{FF2B5EF4-FFF2-40B4-BE49-F238E27FC236}">
                  <a16:creationId xmlns:a16="http://schemas.microsoft.com/office/drawing/2014/main" id="{AA97A6B5-9B54-0958-C5B3-D1FCAEB87C5F}"/>
                </a:ext>
              </a:extLst>
            </p:cNvPr>
            <p:cNvSpPr/>
            <p:nvPr/>
          </p:nvSpPr>
          <p:spPr>
            <a:xfrm>
              <a:off x="3768950" y="1035550"/>
              <a:ext cx="156600" cy="111475"/>
            </a:xfrm>
            <a:custGeom>
              <a:avLst/>
              <a:gdLst/>
              <a:ahLst/>
              <a:cxnLst/>
              <a:rect l="l" t="t" r="r" b="b"/>
              <a:pathLst>
                <a:path w="6264" h="4459" extrusionOk="0">
                  <a:moveTo>
                    <a:pt x="3864" y="784"/>
                  </a:moveTo>
                  <a:lnTo>
                    <a:pt x="4849" y="1011"/>
                  </a:lnTo>
                  <a:lnTo>
                    <a:pt x="5481" y="2185"/>
                  </a:lnTo>
                  <a:lnTo>
                    <a:pt x="4041" y="3663"/>
                  </a:lnTo>
                  <a:lnTo>
                    <a:pt x="2905" y="3006"/>
                  </a:lnTo>
                  <a:lnTo>
                    <a:pt x="960" y="1529"/>
                  </a:lnTo>
                  <a:lnTo>
                    <a:pt x="1680" y="834"/>
                  </a:lnTo>
                  <a:lnTo>
                    <a:pt x="3309" y="2046"/>
                  </a:lnTo>
                  <a:lnTo>
                    <a:pt x="3864" y="784"/>
                  </a:lnTo>
                  <a:close/>
                  <a:moveTo>
                    <a:pt x="1629" y="1"/>
                  </a:moveTo>
                  <a:lnTo>
                    <a:pt x="0" y="1579"/>
                  </a:lnTo>
                  <a:lnTo>
                    <a:pt x="2564" y="3524"/>
                  </a:lnTo>
                  <a:lnTo>
                    <a:pt x="4142" y="4458"/>
                  </a:lnTo>
                  <a:lnTo>
                    <a:pt x="6264" y="2299"/>
                  </a:lnTo>
                  <a:lnTo>
                    <a:pt x="5279" y="468"/>
                  </a:lnTo>
                  <a:lnTo>
                    <a:pt x="3511" y="51"/>
                  </a:lnTo>
                  <a:lnTo>
                    <a:pt x="3056" y="1062"/>
                  </a:lnTo>
                  <a:lnTo>
                    <a:pt x="1629" y="1"/>
                  </a:lnTo>
                  <a:close/>
                </a:path>
              </a:pathLst>
            </a:custGeom>
            <a:solidFill>
              <a:srgbClr val="CFD9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88" name="Google Shape;8246;p80">
              <a:extLst>
                <a:ext uri="{FF2B5EF4-FFF2-40B4-BE49-F238E27FC236}">
                  <a16:creationId xmlns:a16="http://schemas.microsoft.com/office/drawing/2014/main" id="{6E34BFAD-BCF3-4E87-7401-6A22AE2B47DB}"/>
                </a:ext>
              </a:extLst>
            </p:cNvPr>
            <p:cNvSpPr/>
            <p:nvPr/>
          </p:nvSpPr>
          <p:spPr>
            <a:xfrm>
              <a:off x="3098775" y="1751200"/>
              <a:ext cx="166375" cy="133550"/>
            </a:xfrm>
            <a:custGeom>
              <a:avLst/>
              <a:gdLst/>
              <a:ahLst/>
              <a:cxnLst/>
              <a:rect l="l" t="t" r="r" b="b"/>
              <a:pathLst>
                <a:path w="6655" h="5342" extrusionOk="0">
                  <a:moveTo>
                    <a:pt x="5619" y="0"/>
                  </a:moveTo>
                  <a:lnTo>
                    <a:pt x="4205" y="985"/>
                  </a:lnTo>
                  <a:lnTo>
                    <a:pt x="2475" y="1869"/>
                  </a:lnTo>
                  <a:lnTo>
                    <a:pt x="1288" y="404"/>
                  </a:lnTo>
                  <a:lnTo>
                    <a:pt x="0" y="1856"/>
                  </a:lnTo>
                  <a:lnTo>
                    <a:pt x="341" y="2829"/>
                  </a:lnTo>
                  <a:lnTo>
                    <a:pt x="341" y="4028"/>
                  </a:lnTo>
                  <a:lnTo>
                    <a:pt x="2766" y="5341"/>
                  </a:lnTo>
                  <a:lnTo>
                    <a:pt x="4963" y="4369"/>
                  </a:lnTo>
                  <a:lnTo>
                    <a:pt x="6655" y="2854"/>
                  </a:lnTo>
                  <a:lnTo>
                    <a:pt x="6655" y="1515"/>
                  </a:lnTo>
                  <a:lnTo>
                    <a:pt x="5619" y="0"/>
                  </a:lnTo>
                  <a:close/>
                </a:path>
              </a:pathLst>
            </a:custGeom>
            <a:solidFill>
              <a:srgbClr val="445D7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89" name="Google Shape;8247;p80">
              <a:extLst>
                <a:ext uri="{FF2B5EF4-FFF2-40B4-BE49-F238E27FC236}">
                  <a16:creationId xmlns:a16="http://schemas.microsoft.com/office/drawing/2014/main" id="{ED8828CF-5F06-E10D-6C22-6144439E609B}"/>
                </a:ext>
              </a:extLst>
            </p:cNvPr>
            <p:cNvSpPr/>
            <p:nvPr/>
          </p:nvSpPr>
          <p:spPr>
            <a:xfrm>
              <a:off x="3089925" y="1740150"/>
              <a:ext cx="182800" cy="153450"/>
            </a:xfrm>
            <a:custGeom>
              <a:avLst/>
              <a:gdLst/>
              <a:ahLst/>
              <a:cxnLst/>
              <a:rect l="l" t="t" r="r" b="b"/>
              <a:pathLst>
                <a:path w="7312" h="6138" extrusionOk="0">
                  <a:moveTo>
                    <a:pt x="5885" y="884"/>
                  </a:moveTo>
                  <a:lnTo>
                    <a:pt x="6693" y="2046"/>
                  </a:lnTo>
                  <a:lnTo>
                    <a:pt x="6693" y="3157"/>
                  </a:lnTo>
                  <a:lnTo>
                    <a:pt x="5140" y="4546"/>
                  </a:lnTo>
                  <a:lnTo>
                    <a:pt x="3132" y="5443"/>
                  </a:lnTo>
                  <a:lnTo>
                    <a:pt x="1011" y="4281"/>
                  </a:lnTo>
                  <a:lnTo>
                    <a:pt x="1011" y="3271"/>
                  </a:lnTo>
                  <a:lnTo>
                    <a:pt x="708" y="2374"/>
                  </a:lnTo>
                  <a:lnTo>
                    <a:pt x="1630" y="1339"/>
                  </a:lnTo>
                  <a:lnTo>
                    <a:pt x="2741" y="2715"/>
                  </a:lnTo>
                  <a:lnTo>
                    <a:pt x="4698" y="1705"/>
                  </a:lnTo>
                  <a:lnTo>
                    <a:pt x="5885" y="884"/>
                  </a:lnTo>
                  <a:close/>
                  <a:moveTo>
                    <a:pt x="6049" y="0"/>
                  </a:moveTo>
                  <a:lnTo>
                    <a:pt x="4395" y="1162"/>
                  </a:lnTo>
                  <a:lnTo>
                    <a:pt x="2918" y="1920"/>
                  </a:lnTo>
                  <a:lnTo>
                    <a:pt x="1655" y="366"/>
                  </a:lnTo>
                  <a:lnTo>
                    <a:pt x="1" y="2235"/>
                  </a:lnTo>
                  <a:lnTo>
                    <a:pt x="380" y="3334"/>
                  </a:lnTo>
                  <a:lnTo>
                    <a:pt x="380" y="4660"/>
                  </a:lnTo>
                  <a:lnTo>
                    <a:pt x="3094" y="6137"/>
                  </a:lnTo>
                  <a:lnTo>
                    <a:pt x="5443" y="5102"/>
                  </a:lnTo>
                  <a:lnTo>
                    <a:pt x="7312" y="3435"/>
                  </a:lnTo>
                  <a:lnTo>
                    <a:pt x="7312" y="1856"/>
                  </a:lnTo>
                  <a:lnTo>
                    <a:pt x="6049" y="0"/>
                  </a:lnTo>
                  <a:close/>
                </a:path>
              </a:pathLst>
            </a:custGeom>
            <a:solidFill>
              <a:srgbClr val="CFD9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90" name="Google Shape;8248;p80">
              <a:extLst>
                <a:ext uri="{FF2B5EF4-FFF2-40B4-BE49-F238E27FC236}">
                  <a16:creationId xmlns:a16="http://schemas.microsoft.com/office/drawing/2014/main" id="{3E1846DC-3FA5-122E-527D-C202EC5738BC}"/>
                </a:ext>
              </a:extLst>
            </p:cNvPr>
            <p:cNvSpPr/>
            <p:nvPr/>
          </p:nvSpPr>
          <p:spPr>
            <a:xfrm>
              <a:off x="3793250" y="2636350"/>
              <a:ext cx="57175" cy="35700"/>
            </a:xfrm>
            <a:custGeom>
              <a:avLst/>
              <a:gdLst/>
              <a:ahLst/>
              <a:cxnLst/>
              <a:rect l="l" t="t" r="r" b="b"/>
              <a:pathLst>
                <a:path w="2287" h="1428" extrusionOk="0">
                  <a:moveTo>
                    <a:pt x="1743" y="0"/>
                  </a:moveTo>
                  <a:lnTo>
                    <a:pt x="1" y="480"/>
                  </a:lnTo>
                  <a:lnTo>
                    <a:pt x="2286" y="1427"/>
                  </a:lnTo>
                  <a:lnTo>
                    <a:pt x="2286" y="1427"/>
                  </a:lnTo>
                  <a:lnTo>
                    <a:pt x="1743" y="0"/>
                  </a:lnTo>
                  <a:close/>
                </a:path>
              </a:pathLst>
            </a:custGeom>
            <a:solidFill>
              <a:srgbClr val="445D7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91" name="Google Shape;8249;p80">
              <a:extLst>
                <a:ext uri="{FF2B5EF4-FFF2-40B4-BE49-F238E27FC236}">
                  <a16:creationId xmlns:a16="http://schemas.microsoft.com/office/drawing/2014/main" id="{5DCE4E56-C3B6-DAF0-6FF6-FC02246C8346}"/>
                </a:ext>
              </a:extLst>
            </p:cNvPr>
            <p:cNvSpPr/>
            <p:nvPr/>
          </p:nvSpPr>
          <p:spPr>
            <a:xfrm>
              <a:off x="3768950" y="2626875"/>
              <a:ext cx="95675" cy="59375"/>
            </a:xfrm>
            <a:custGeom>
              <a:avLst/>
              <a:gdLst/>
              <a:ahLst/>
              <a:cxnLst/>
              <a:rect l="l" t="t" r="r" b="b"/>
              <a:pathLst>
                <a:path w="3827" h="2375" extrusionOk="0">
                  <a:moveTo>
                    <a:pt x="2526" y="758"/>
                  </a:moveTo>
                  <a:lnTo>
                    <a:pt x="2703" y="1238"/>
                  </a:lnTo>
                  <a:lnTo>
                    <a:pt x="1958" y="922"/>
                  </a:lnTo>
                  <a:lnTo>
                    <a:pt x="2526" y="758"/>
                  </a:lnTo>
                  <a:close/>
                  <a:moveTo>
                    <a:pt x="2905" y="0"/>
                  </a:moveTo>
                  <a:lnTo>
                    <a:pt x="0" y="796"/>
                  </a:lnTo>
                  <a:lnTo>
                    <a:pt x="3826" y="2374"/>
                  </a:lnTo>
                  <a:lnTo>
                    <a:pt x="2905" y="0"/>
                  </a:lnTo>
                  <a:close/>
                </a:path>
              </a:pathLst>
            </a:custGeom>
            <a:solidFill>
              <a:srgbClr val="CFD9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92" name="Google Shape;8250;p80">
              <a:extLst>
                <a:ext uri="{FF2B5EF4-FFF2-40B4-BE49-F238E27FC236}">
                  <a16:creationId xmlns:a16="http://schemas.microsoft.com/office/drawing/2014/main" id="{D4D259F0-FF3E-59B7-7998-4D32ADF93A1F}"/>
                </a:ext>
              </a:extLst>
            </p:cNvPr>
            <p:cNvSpPr/>
            <p:nvPr/>
          </p:nvSpPr>
          <p:spPr>
            <a:xfrm>
              <a:off x="3702975" y="2517025"/>
              <a:ext cx="43275" cy="68200"/>
            </a:xfrm>
            <a:custGeom>
              <a:avLst/>
              <a:gdLst/>
              <a:ahLst/>
              <a:cxnLst/>
              <a:rect l="l" t="t" r="r" b="b"/>
              <a:pathLst>
                <a:path w="1731" h="2728" extrusionOk="0">
                  <a:moveTo>
                    <a:pt x="733" y="0"/>
                  </a:moveTo>
                  <a:cubicBezTo>
                    <a:pt x="493" y="164"/>
                    <a:pt x="0" y="1288"/>
                    <a:pt x="0" y="1288"/>
                  </a:cubicBezTo>
                  <a:lnTo>
                    <a:pt x="695" y="2728"/>
                  </a:lnTo>
                  <a:lnTo>
                    <a:pt x="1730" y="2728"/>
                  </a:lnTo>
                  <a:lnTo>
                    <a:pt x="733" y="0"/>
                  </a:lnTo>
                  <a:close/>
                </a:path>
              </a:pathLst>
            </a:custGeom>
            <a:solidFill>
              <a:srgbClr val="445D7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93" name="Google Shape;8251;p80">
              <a:extLst>
                <a:ext uri="{FF2B5EF4-FFF2-40B4-BE49-F238E27FC236}">
                  <a16:creationId xmlns:a16="http://schemas.microsoft.com/office/drawing/2014/main" id="{A52EEE3C-E809-A8AC-7335-8C9BB9CAB2CF}"/>
                </a:ext>
              </a:extLst>
            </p:cNvPr>
            <p:cNvSpPr/>
            <p:nvPr/>
          </p:nvSpPr>
          <p:spPr>
            <a:xfrm>
              <a:off x="3694450" y="2505025"/>
              <a:ext cx="62850" cy="88100"/>
            </a:xfrm>
            <a:custGeom>
              <a:avLst/>
              <a:gdLst/>
              <a:ahLst/>
              <a:cxnLst/>
              <a:rect l="l" t="t" r="r" b="b"/>
              <a:pathLst>
                <a:path w="2514" h="3524" extrusionOk="0">
                  <a:moveTo>
                    <a:pt x="973" y="1162"/>
                  </a:moveTo>
                  <a:lnTo>
                    <a:pt x="1604" y="2892"/>
                  </a:lnTo>
                  <a:lnTo>
                    <a:pt x="1225" y="2892"/>
                  </a:lnTo>
                  <a:lnTo>
                    <a:pt x="682" y="1756"/>
                  </a:lnTo>
                  <a:cubicBezTo>
                    <a:pt x="771" y="1554"/>
                    <a:pt x="884" y="1352"/>
                    <a:pt x="973" y="1162"/>
                  </a:cubicBezTo>
                  <a:close/>
                  <a:moveTo>
                    <a:pt x="1238" y="0"/>
                  </a:moveTo>
                  <a:lnTo>
                    <a:pt x="897" y="215"/>
                  </a:lnTo>
                  <a:cubicBezTo>
                    <a:pt x="619" y="405"/>
                    <a:pt x="253" y="1187"/>
                    <a:pt x="51" y="1642"/>
                  </a:cubicBezTo>
                  <a:lnTo>
                    <a:pt x="1" y="1768"/>
                  </a:lnTo>
                  <a:lnTo>
                    <a:pt x="834" y="3523"/>
                  </a:lnTo>
                  <a:lnTo>
                    <a:pt x="2513" y="3523"/>
                  </a:lnTo>
                  <a:lnTo>
                    <a:pt x="1238" y="0"/>
                  </a:lnTo>
                  <a:close/>
                </a:path>
              </a:pathLst>
            </a:custGeom>
            <a:solidFill>
              <a:srgbClr val="CFD9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94" name="Google Shape;8252;p80">
              <a:extLst>
                <a:ext uri="{FF2B5EF4-FFF2-40B4-BE49-F238E27FC236}">
                  <a16:creationId xmlns:a16="http://schemas.microsoft.com/office/drawing/2014/main" id="{9308A9E1-D5CC-6BC1-EB91-E75F3C88CE3B}"/>
                </a:ext>
              </a:extLst>
            </p:cNvPr>
            <p:cNvSpPr/>
            <p:nvPr/>
          </p:nvSpPr>
          <p:spPr>
            <a:xfrm>
              <a:off x="3696975" y="2570375"/>
              <a:ext cx="25275" cy="78000"/>
            </a:xfrm>
            <a:custGeom>
              <a:avLst/>
              <a:gdLst/>
              <a:ahLst/>
              <a:cxnLst/>
              <a:rect l="l" t="t" r="r" b="b"/>
              <a:pathLst>
                <a:path w="1011" h="3120" extrusionOk="0">
                  <a:moveTo>
                    <a:pt x="455" y="0"/>
                  </a:moveTo>
                  <a:lnTo>
                    <a:pt x="1" y="1402"/>
                  </a:lnTo>
                  <a:lnTo>
                    <a:pt x="581" y="3119"/>
                  </a:lnTo>
                  <a:lnTo>
                    <a:pt x="1011" y="3119"/>
                  </a:lnTo>
                  <a:lnTo>
                    <a:pt x="1011" y="278"/>
                  </a:lnTo>
                  <a:lnTo>
                    <a:pt x="455" y="0"/>
                  </a:lnTo>
                  <a:close/>
                </a:path>
              </a:pathLst>
            </a:custGeom>
            <a:solidFill>
              <a:srgbClr val="445D7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95" name="Google Shape;8253;p80">
              <a:extLst>
                <a:ext uri="{FF2B5EF4-FFF2-40B4-BE49-F238E27FC236}">
                  <a16:creationId xmlns:a16="http://schemas.microsoft.com/office/drawing/2014/main" id="{86DE683D-DA74-9906-AFB1-66A4D6961835}"/>
                </a:ext>
              </a:extLst>
            </p:cNvPr>
            <p:cNvSpPr/>
            <p:nvPr/>
          </p:nvSpPr>
          <p:spPr>
            <a:xfrm>
              <a:off x="3688775" y="2563750"/>
              <a:ext cx="43275" cy="92500"/>
            </a:xfrm>
            <a:custGeom>
              <a:avLst/>
              <a:gdLst/>
              <a:ahLst/>
              <a:cxnLst/>
              <a:rect l="l" t="t" r="r" b="b"/>
              <a:pathLst>
                <a:path w="1731" h="3700" extrusionOk="0">
                  <a:moveTo>
                    <a:pt x="1023" y="846"/>
                  </a:moveTo>
                  <a:lnTo>
                    <a:pt x="1074" y="871"/>
                  </a:lnTo>
                  <a:lnTo>
                    <a:pt x="1074" y="2765"/>
                  </a:lnTo>
                  <a:lnTo>
                    <a:pt x="695" y="1755"/>
                  </a:lnTo>
                  <a:lnTo>
                    <a:pt x="1023" y="846"/>
                  </a:lnTo>
                  <a:close/>
                  <a:moveTo>
                    <a:pt x="632" y="0"/>
                  </a:moveTo>
                  <a:lnTo>
                    <a:pt x="0" y="1755"/>
                  </a:lnTo>
                  <a:lnTo>
                    <a:pt x="720" y="3700"/>
                  </a:lnTo>
                  <a:lnTo>
                    <a:pt x="1730" y="3700"/>
                  </a:lnTo>
                  <a:lnTo>
                    <a:pt x="1730" y="493"/>
                  </a:lnTo>
                  <a:lnTo>
                    <a:pt x="632" y="0"/>
                  </a:lnTo>
                  <a:close/>
                </a:path>
              </a:pathLst>
            </a:custGeom>
            <a:solidFill>
              <a:srgbClr val="CFD9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96" name="Google Shape;8254;p80">
              <a:extLst>
                <a:ext uri="{FF2B5EF4-FFF2-40B4-BE49-F238E27FC236}">
                  <a16:creationId xmlns:a16="http://schemas.microsoft.com/office/drawing/2014/main" id="{55B86313-2176-8A06-569B-9072121F1037}"/>
                </a:ext>
              </a:extLst>
            </p:cNvPr>
            <p:cNvSpPr/>
            <p:nvPr/>
          </p:nvSpPr>
          <p:spPr>
            <a:xfrm>
              <a:off x="4360850" y="1623350"/>
              <a:ext cx="47375" cy="27475"/>
            </a:xfrm>
            <a:custGeom>
              <a:avLst/>
              <a:gdLst/>
              <a:ahLst/>
              <a:cxnLst/>
              <a:rect l="l" t="t" r="r" b="b"/>
              <a:pathLst>
                <a:path w="1895" h="1099" extrusionOk="0">
                  <a:moveTo>
                    <a:pt x="0" y="0"/>
                  </a:moveTo>
                  <a:lnTo>
                    <a:pt x="556" y="1099"/>
                  </a:lnTo>
                  <a:lnTo>
                    <a:pt x="1326" y="947"/>
                  </a:lnTo>
                  <a:lnTo>
                    <a:pt x="1894" y="0"/>
                  </a:lnTo>
                  <a:close/>
                </a:path>
              </a:pathLst>
            </a:custGeom>
            <a:solidFill>
              <a:srgbClr val="445D7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97" name="Google Shape;8255;p80">
              <a:extLst>
                <a:ext uri="{FF2B5EF4-FFF2-40B4-BE49-F238E27FC236}">
                  <a16:creationId xmlns:a16="http://schemas.microsoft.com/office/drawing/2014/main" id="{D89A7C85-0997-628A-87FE-B0913E338524}"/>
                </a:ext>
              </a:extLst>
            </p:cNvPr>
            <p:cNvSpPr/>
            <p:nvPr/>
          </p:nvSpPr>
          <p:spPr>
            <a:xfrm>
              <a:off x="4347900" y="1615450"/>
              <a:ext cx="74200" cy="44550"/>
            </a:xfrm>
            <a:custGeom>
              <a:avLst/>
              <a:gdLst/>
              <a:ahLst/>
              <a:cxnLst/>
              <a:rect l="l" t="t" r="r" b="b"/>
              <a:pathLst>
                <a:path w="2968" h="1782" extrusionOk="0">
                  <a:moveTo>
                    <a:pt x="1857" y="632"/>
                  </a:moveTo>
                  <a:lnTo>
                    <a:pt x="1642" y="973"/>
                  </a:lnTo>
                  <a:lnTo>
                    <a:pt x="1238" y="1061"/>
                  </a:lnTo>
                  <a:lnTo>
                    <a:pt x="1023" y="632"/>
                  </a:lnTo>
                  <a:close/>
                  <a:moveTo>
                    <a:pt x="0" y="1"/>
                  </a:moveTo>
                  <a:lnTo>
                    <a:pt x="897" y="1781"/>
                  </a:lnTo>
                  <a:lnTo>
                    <a:pt x="2046" y="1541"/>
                  </a:lnTo>
                  <a:lnTo>
                    <a:pt x="2968" y="1"/>
                  </a:lnTo>
                  <a:close/>
                </a:path>
              </a:pathLst>
            </a:custGeom>
            <a:solidFill>
              <a:srgbClr val="CFD9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98" name="Google Shape;8256;p80">
              <a:extLst>
                <a:ext uri="{FF2B5EF4-FFF2-40B4-BE49-F238E27FC236}">
                  <a16:creationId xmlns:a16="http://schemas.microsoft.com/office/drawing/2014/main" id="{46DECD3D-B044-11B8-9805-DB5F04380474}"/>
                </a:ext>
              </a:extLst>
            </p:cNvPr>
            <p:cNvSpPr/>
            <p:nvPr/>
          </p:nvSpPr>
          <p:spPr>
            <a:xfrm>
              <a:off x="2445000" y="785850"/>
              <a:ext cx="922425" cy="1196450"/>
            </a:xfrm>
            <a:custGeom>
              <a:avLst/>
              <a:gdLst/>
              <a:ahLst/>
              <a:cxnLst/>
              <a:rect l="l" t="t" r="r" b="b"/>
              <a:pathLst>
                <a:path w="36897" h="47858" extrusionOk="0">
                  <a:moveTo>
                    <a:pt x="27288" y="1"/>
                  </a:moveTo>
                  <a:lnTo>
                    <a:pt x="21921" y="2324"/>
                  </a:lnTo>
                  <a:lnTo>
                    <a:pt x="20027" y="2375"/>
                  </a:lnTo>
                  <a:lnTo>
                    <a:pt x="19396" y="4067"/>
                  </a:lnTo>
                  <a:lnTo>
                    <a:pt x="20179" y="6378"/>
                  </a:lnTo>
                  <a:lnTo>
                    <a:pt x="18600" y="6378"/>
                  </a:lnTo>
                  <a:lnTo>
                    <a:pt x="18285" y="4016"/>
                  </a:lnTo>
                  <a:lnTo>
                    <a:pt x="17262" y="3625"/>
                  </a:lnTo>
                  <a:lnTo>
                    <a:pt x="16782" y="5203"/>
                  </a:lnTo>
                  <a:lnTo>
                    <a:pt x="15620" y="4850"/>
                  </a:lnTo>
                  <a:lnTo>
                    <a:pt x="15305" y="3006"/>
                  </a:lnTo>
                  <a:lnTo>
                    <a:pt x="13411" y="3322"/>
                  </a:lnTo>
                  <a:lnTo>
                    <a:pt x="11277" y="4105"/>
                  </a:lnTo>
                  <a:lnTo>
                    <a:pt x="9698" y="5683"/>
                  </a:lnTo>
                  <a:lnTo>
                    <a:pt x="7489" y="6163"/>
                  </a:lnTo>
                  <a:lnTo>
                    <a:pt x="6150" y="7893"/>
                  </a:lnTo>
                  <a:lnTo>
                    <a:pt x="6933" y="9080"/>
                  </a:lnTo>
                  <a:lnTo>
                    <a:pt x="5355" y="10418"/>
                  </a:lnTo>
                  <a:lnTo>
                    <a:pt x="2678" y="11529"/>
                  </a:lnTo>
                  <a:lnTo>
                    <a:pt x="784" y="11883"/>
                  </a:lnTo>
                  <a:lnTo>
                    <a:pt x="1251" y="13575"/>
                  </a:lnTo>
                  <a:lnTo>
                    <a:pt x="2678" y="13726"/>
                  </a:lnTo>
                  <a:lnTo>
                    <a:pt x="3069" y="14598"/>
                  </a:lnTo>
                  <a:lnTo>
                    <a:pt x="1" y="14838"/>
                  </a:lnTo>
                  <a:lnTo>
                    <a:pt x="1" y="16176"/>
                  </a:lnTo>
                  <a:lnTo>
                    <a:pt x="1731" y="17363"/>
                  </a:lnTo>
                  <a:cubicBezTo>
                    <a:pt x="1731" y="17363"/>
                    <a:pt x="1944" y="16942"/>
                    <a:pt x="2599" y="16942"/>
                  </a:cubicBezTo>
                  <a:cubicBezTo>
                    <a:pt x="2926" y="16942"/>
                    <a:pt x="3364" y="17047"/>
                    <a:pt x="3940" y="17363"/>
                  </a:cubicBezTo>
                  <a:cubicBezTo>
                    <a:pt x="5683" y="18310"/>
                    <a:pt x="5759" y="18310"/>
                    <a:pt x="5759" y="18310"/>
                  </a:cubicBezTo>
                  <a:lnTo>
                    <a:pt x="7337" y="21378"/>
                  </a:lnTo>
                  <a:lnTo>
                    <a:pt x="6946" y="25331"/>
                  </a:lnTo>
                  <a:lnTo>
                    <a:pt x="6946" y="29434"/>
                  </a:lnTo>
                  <a:lnTo>
                    <a:pt x="8436" y="29902"/>
                  </a:lnTo>
                  <a:lnTo>
                    <a:pt x="7615" y="31164"/>
                  </a:lnTo>
                  <a:lnTo>
                    <a:pt x="5683" y="30849"/>
                  </a:lnTo>
                  <a:lnTo>
                    <a:pt x="5683" y="33223"/>
                  </a:lnTo>
                  <a:lnTo>
                    <a:pt x="7173" y="34321"/>
                  </a:lnTo>
                  <a:lnTo>
                    <a:pt x="6074" y="36695"/>
                  </a:lnTo>
                  <a:lnTo>
                    <a:pt x="6541" y="40546"/>
                  </a:lnTo>
                  <a:lnTo>
                    <a:pt x="7135" y="43463"/>
                  </a:lnTo>
                  <a:lnTo>
                    <a:pt x="7627" y="46153"/>
                  </a:lnTo>
                  <a:lnTo>
                    <a:pt x="9218" y="45913"/>
                  </a:lnTo>
                  <a:lnTo>
                    <a:pt x="10885" y="47857"/>
                  </a:lnTo>
                  <a:lnTo>
                    <a:pt x="12186" y="45647"/>
                  </a:lnTo>
                  <a:lnTo>
                    <a:pt x="13310" y="42175"/>
                  </a:lnTo>
                  <a:lnTo>
                    <a:pt x="14812" y="39776"/>
                  </a:lnTo>
                  <a:lnTo>
                    <a:pt x="16946" y="39195"/>
                  </a:lnTo>
                  <a:lnTo>
                    <a:pt x="20103" y="37857"/>
                  </a:lnTo>
                  <a:lnTo>
                    <a:pt x="21770" y="35798"/>
                  </a:lnTo>
                  <a:lnTo>
                    <a:pt x="24762" y="35407"/>
                  </a:lnTo>
                  <a:lnTo>
                    <a:pt x="28462" y="33071"/>
                  </a:lnTo>
                  <a:lnTo>
                    <a:pt x="26480" y="32869"/>
                  </a:lnTo>
                  <a:lnTo>
                    <a:pt x="25545" y="32869"/>
                  </a:lnTo>
                  <a:lnTo>
                    <a:pt x="26480" y="30659"/>
                  </a:lnTo>
                  <a:lnTo>
                    <a:pt x="28462" y="32478"/>
                  </a:lnTo>
                  <a:lnTo>
                    <a:pt x="29232" y="30735"/>
                  </a:lnTo>
                  <a:lnTo>
                    <a:pt x="28538" y="28487"/>
                  </a:lnTo>
                  <a:lnTo>
                    <a:pt x="28538" y="28487"/>
                  </a:lnTo>
                  <a:cubicBezTo>
                    <a:pt x="28538" y="28487"/>
                    <a:pt x="28571" y="28497"/>
                    <a:pt x="28628" y="28497"/>
                  </a:cubicBezTo>
                  <a:cubicBezTo>
                    <a:pt x="28850" y="28497"/>
                    <a:pt x="29441" y="28361"/>
                    <a:pt x="29952" y="27048"/>
                  </a:cubicBezTo>
                  <a:cubicBezTo>
                    <a:pt x="30176" y="26473"/>
                    <a:pt x="30217" y="26354"/>
                    <a:pt x="30211" y="26354"/>
                  </a:cubicBezTo>
                  <a:lnTo>
                    <a:pt x="30211" y="26354"/>
                  </a:lnTo>
                  <a:cubicBezTo>
                    <a:pt x="30207" y="26354"/>
                    <a:pt x="30180" y="26414"/>
                    <a:pt x="30178" y="26414"/>
                  </a:cubicBezTo>
                  <a:cubicBezTo>
                    <a:pt x="30175" y="26414"/>
                    <a:pt x="30241" y="26250"/>
                    <a:pt x="30596" y="25381"/>
                  </a:cubicBezTo>
                  <a:cubicBezTo>
                    <a:pt x="31467" y="23260"/>
                    <a:pt x="31455" y="23247"/>
                    <a:pt x="31455" y="23247"/>
                  </a:cubicBezTo>
                  <a:cubicBezTo>
                    <a:pt x="31455" y="23247"/>
                    <a:pt x="32086" y="23007"/>
                    <a:pt x="31455" y="21593"/>
                  </a:cubicBezTo>
                  <a:cubicBezTo>
                    <a:pt x="30823" y="20179"/>
                    <a:pt x="29876" y="20722"/>
                    <a:pt x="30823" y="20166"/>
                  </a:cubicBezTo>
                  <a:lnTo>
                    <a:pt x="31770" y="19623"/>
                  </a:lnTo>
                  <a:lnTo>
                    <a:pt x="32642" y="19068"/>
                  </a:lnTo>
                  <a:lnTo>
                    <a:pt x="32250" y="16694"/>
                  </a:lnTo>
                  <a:lnTo>
                    <a:pt x="32642" y="14042"/>
                  </a:lnTo>
                  <a:lnTo>
                    <a:pt x="34611" y="11858"/>
                  </a:lnTo>
                  <a:lnTo>
                    <a:pt x="36354" y="9762"/>
                  </a:lnTo>
                  <a:lnTo>
                    <a:pt x="36897" y="8032"/>
                  </a:lnTo>
                  <a:lnTo>
                    <a:pt x="34851" y="7085"/>
                  </a:lnTo>
                  <a:lnTo>
                    <a:pt x="32566" y="7943"/>
                  </a:lnTo>
                  <a:lnTo>
                    <a:pt x="30280" y="10090"/>
                  </a:lnTo>
                  <a:lnTo>
                    <a:pt x="31770" y="7451"/>
                  </a:lnTo>
                  <a:lnTo>
                    <a:pt x="31859" y="7009"/>
                  </a:lnTo>
                  <a:lnTo>
                    <a:pt x="27439" y="7009"/>
                  </a:lnTo>
                  <a:lnTo>
                    <a:pt x="27351" y="5986"/>
                  </a:lnTo>
                  <a:lnTo>
                    <a:pt x="29232" y="5759"/>
                  </a:lnTo>
                  <a:lnTo>
                    <a:pt x="31859" y="5759"/>
                  </a:lnTo>
                  <a:lnTo>
                    <a:pt x="31543" y="3625"/>
                  </a:lnTo>
                  <a:lnTo>
                    <a:pt x="30672" y="1655"/>
                  </a:lnTo>
                  <a:lnTo>
                    <a:pt x="27288" y="1"/>
                  </a:lnTo>
                  <a:close/>
                </a:path>
              </a:pathLst>
            </a:custGeom>
            <a:solidFill>
              <a:srgbClr val="445D7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99" name="Google Shape;8257;p80">
              <a:extLst>
                <a:ext uri="{FF2B5EF4-FFF2-40B4-BE49-F238E27FC236}">
                  <a16:creationId xmlns:a16="http://schemas.microsoft.com/office/drawing/2014/main" id="{247C003C-19B4-4247-B593-E0EEE693BEC8}"/>
                </a:ext>
              </a:extLst>
            </p:cNvPr>
            <p:cNvSpPr/>
            <p:nvPr/>
          </p:nvSpPr>
          <p:spPr>
            <a:xfrm>
              <a:off x="2437100" y="777350"/>
              <a:ext cx="939800" cy="1218525"/>
            </a:xfrm>
            <a:custGeom>
              <a:avLst/>
              <a:gdLst/>
              <a:ahLst/>
              <a:cxnLst/>
              <a:rect l="l" t="t" r="r" b="b"/>
              <a:pathLst>
                <a:path w="37592" h="48741" extrusionOk="0">
                  <a:moveTo>
                    <a:pt x="26909" y="31530"/>
                  </a:moveTo>
                  <a:lnTo>
                    <a:pt x="28601" y="33070"/>
                  </a:lnTo>
                  <a:lnTo>
                    <a:pt x="26796" y="32893"/>
                  </a:lnTo>
                  <a:lnTo>
                    <a:pt x="26341" y="32893"/>
                  </a:lnTo>
                  <a:lnTo>
                    <a:pt x="26909" y="31530"/>
                  </a:lnTo>
                  <a:close/>
                  <a:moveTo>
                    <a:pt x="27591" y="682"/>
                  </a:moveTo>
                  <a:lnTo>
                    <a:pt x="30748" y="2222"/>
                  </a:lnTo>
                  <a:lnTo>
                    <a:pt x="31543" y="4053"/>
                  </a:lnTo>
                  <a:lnTo>
                    <a:pt x="31809" y="5783"/>
                  </a:lnTo>
                  <a:lnTo>
                    <a:pt x="29498" y="5783"/>
                  </a:lnTo>
                  <a:lnTo>
                    <a:pt x="27339" y="6048"/>
                  </a:lnTo>
                  <a:lnTo>
                    <a:pt x="27465" y="7665"/>
                  </a:lnTo>
                  <a:lnTo>
                    <a:pt x="31796" y="7665"/>
                  </a:lnTo>
                  <a:lnTo>
                    <a:pt x="29321" y="12059"/>
                  </a:lnTo>
                  <a:lnTo>
                    <a:pt x="33046" y="8574"/>
                  </a:lnTo>
                  <a:lnTo>
                    <a:pt x="35155" y="7778"/>
                  </a:lnTo>
                  <a:lnTo>
                    <a:pt x="36834" y="8548"/>
                  </a:lnTo>
                  <a:lnTo>
                    <a:pt x="36380" y="9963"/>
                  </a:lnTo>
                  <a:lnTo>
                    <a:pt x="34700" y="11996"/>
                  </a:lnTo>
                  <a:lnTo>
                    <a:pt x="32667" y="14256"/>
                  </a:lnTo>
                  <a:lnTo>
                    <a:pt x="32250" y="17059"/>
                  </a:lnTo>
                  <a:lnTo>
                    <a:pt x="32617" y="19269"/>
                  </a:lnTo>
                  <a:lnTo>
                    <a:pt x="31935" y="19698"/>
                  </a:lnTo>
                  <a:cubicBezTo>
                    <a:pt x="31922" y="19711"/>
                    <a:pt x="31834" y="19761"/>
                    <a:pt x="30988" y="20254"/>
                  </a:cubicBezTo>
                  <a:cubicBezTo>
                    <a:pt x="30584" y="20494"/>
                    <a:pt x="30432" y="20582"/>
                    <a:pt x="30432" y="20809"/>
                  </a:cubicBezTo>
                  <a:cubicBezTo>
                    <a:pt x="30445" y="20986"/>
                    <a:pt x="30558" y="21125"/>
                    <a:pt x="30710" y="21188"/>
                  </a:cubicBezTo>
                  <a:cubicBezTo>
                    <a:pt x="30887" y="21289"/>
                    <a:pt x="31215" y="21466"/>
                    <a:pt x="31480" y="22072"/>
                  </a:cubicBezTo>
                  <a:cubicBezTo>
                    <a:pt x="31872" y="22943"/>
                    <a:pt x="31733" y="23259"/>
                    <a:pt x="31657" y="23309"/>
                  </a:cubicBezTo>
                  <a:lnTo>
                    <a:pt x="31455" y="23385"/>
                  </a:lnTo>
                  <a:lnTo>
                    <a:pt x="31455" y="23537"/>
                  </a:lnTo>
                  <a:cubicBezTo>
                    <a:pt x="31404" y="23676"/>
                    <a:pt x="31228" y="24118"/>
                    <a:pt x="30609" y="25620"/>
                  </a:cubicBezTo>
                  <a:cubicBezTo>
                    <a:pt x="30432" y="26062"/>
                    <a:pt x="30319" y="26353"/>
                    <a:pt x="30243" y="26555"/>
                  </a:cubicBezTo>
                  <a:lnTo>
                    <a:pt x="30218" y="26618"/>
                  </a:lnTo>
                  <a:cubicBezTo>
                    <a:pt x="30218" y="26618"/>
                    <a:pt x="30218" y="26630"/>
                    <a:pt x="30218" y="26630"/>
                  </a:cubicBezTo>
                  <a:cubicBezTo>
                    <a:pt x="30205" y="26681"/>
                    <a:pt x="30154" y="26832"/>
                    <a:pt x="29978" y="27287"/>
                  </a:cubicBezTo>
                  <a:cubicBezTo>
                    <a:pt x="29498" y="28499"/>
                    <a:pt x="29018" y="28537"/>
                    <a:pt x="28955" y="28537"/>
                  </a:cubicBezTo>
                  <a:lnTo>
                    <a:pt x="28399" y="28373"/>
                  </a:lnTo>
                  <a:lnTo>
                    <a:pt x="28399" y="28373"/>
                  </a:lnTo>
                  <a:lnTo>
                    <a:pt x="29220" y="31062"/>
                  </a:lnTo>
                  <a:lnTo>
                    <a:pt x="28677" y="32287"/>
                  </a:lnTo>
                  <a:lnTo>
                    <a:pt x="26682" y="30469"/>
                  </a:lnTo>
                  <a:lnTo>
                    <a:pt x="25394" y="33525"/>
                  </a:lnTo>
                  <a:lnTo>
                    <a:pt x="26758" y="33525"/>
                  </a:lnTo>
                  <a:lnTo>
                    <a:pt x="27844" y="33626"/>
                  </a:lnTo>
                  <a:lnTo>
                    <a:pt x="24977" y="35431"/>
                  </a:lnTo>
                  <a:lnTo>
                    <a:pt x="21922" y="35835"/>
                  </a:lnTo>
                  <a:lnTo>
                    <a:pt x="20230" y="37931"/>
                  </a:lnTo>
                  <a:lnTo>
                    <a:pt x="17199" y="39232"/>
                  </a:lnTo>
                  <a:lnTo>
                    <a:pt x="14939" y="39838"/>
                  </a:lnTo>
                  <a:lnTo>
                    <a:pt x="13360" y="42351"/>
                  </a:lnTo>
                  <a:lnTo>
                    <a:pt x="12211" y="45861"/>
                  </a:lnTo>
                  <a:lnTo>
                    <a:pt x="11163" y="47654"/>
                  </a:lnTo>
                  <a:lnTo>
                    <a:pt x="9661" y="45874"/>
                  </a:lnTo>
                  <a:lnTo>
                    <a:pt x="8209" y="46101"/>
                  </a:lnTo>
                  <a:lnTo>
                    <a:pt x="7767" y="43715"/>
                  </a:lnTo>
                  <a:lnTo>
                    <a:pt x="7173" y="40823"/>
                  </a:lnTo>
                  <a:lnTo>
                    <a:pt x="6719" y="37048"/>
                  </a:lnTo>
                  <a:lnTo>
                    <a:pt x="7893" y="34535"/>
                  </a:lnTo>
                  <a:lnTo>
                    <a:pt x="6315" y="33373"/>
                  </a:lnTo>
                  <a:lnTo>
                    <a:pt x="6315" y="31542"/>
                  </a:lnTo>
                  <a:lnTo>
                    <a:pt x="8082" y="31833"/>
                  </a:lnTo>
                  <a:lnTo>
                    <a:pt x="9244" y="30040"/>
                  </a:lnTo>
                  <a:lnTo>
                    <a:pt x="7577" y="29509"/>
                  </a:lnTo>
                  <a:lnTo>
                    <a:pt x="7577" y="25671"/>
                  </a:lnTo>
                  <a:lnTo>
                    <a:pt x="7981" y="21643"/>
                  </a:lnTo>
                  <a:lnTo>
                    <a:pt x="6277" y="18309"/>
                  </a:lnTo>
                  <a:lnTo>
                    <a:pt x="6125" y="18309"/>
                  </a:lnTo>
                  <a:cubicBezTo>
                    <a:pt x="6024" y="18271"/>
                    <a:pt x="5645" y="18082"/>
                    <a:pt x="4408" y="17413"/>
                  </a:cubicBezTo>
                  <a:cubicBezTo>
                    <a:pt x="3845" y="17104"/>
                    <a:pt x="3347" y="16952"/>
                    <a:pt x="2915" y="16952"/>
                  </a:cubicBezTo>
                  <a:cubicBezTo>
                    <a:pt x="2746" y="16952"/>
                    <a:pt x="2587" y="16975"/>
                    <a:pt x="2438" y="17021"/>
                  </a:cubicBezTo>
                  <a:cubicBezTo>
                    <a:pt x="2274" y="17072"/>
                    <a:pt x="2122" y="17147"/>
                    <a:pt x="1983" y="17261"/>
                  </a:cubicBezTo>
                  <a:lnTo>
                    <a:pt x="620" y="16339"/>
                  </a:lnTo>
                  <a:lnTo>
                    <a:pt x="620" y="15455"/>
                  </a:lnTo>
                  <a:lnTo>
                    <a:pt x="3852" y="15203"/>
                  </a:lnTo>
                  <a:lnTo>
                    <a:pt x="3208" y="13763"/>
                  </a:lnTo>
                  <a:lnTo>
                    <a:pt x="1819" y="13612"/>
                  </a:lnTo>
                  <a:lnTo>
                    <a:pt x="1504" y="12450"/>
                  </a:lnTo>
                  <a:lnTo>
                    <a:pt x="3057" y="12160"/>
                  </a:lnTo>
                  <a:lnTo>
                    <a:pt x="5797" y="11036"/>
                  </a:lnTo>
                  <a:lnTo>
                    <a:pt x="7678" y="9470"/>
                  </a:lnTo>
                  <a:lnTo>
                    <a:pt x="6857" y="8233"/>
                  </a:lnTo>
                  <a:lnTo>
                    <a:pt x="7994" y="6781"/>
                  </a:lnTo>
                  <a:lnTo>
                    <a:pt x="10178" y="6301"/>
                  </a:lnTo>
                  <a:lnTo>
                    <a:pt x="11769" y="4710"/>
                  </a:lnTo>
                  <a:lnTo>
                    <a:pt x="13777" y="3965"/>
                  </a:lnTo>
                  <a:lnTo>
                    <a:pt x="15355" y="3712"/>
                  </a:lnTo>
                  <a:lnTo>
                    <a:pt x="15646" y="5430"/>
                  </a:lnTo>
                  <a:lnTo>
                    <a:pt x="17325" y="5935"/>
                  </a:lnTo>
                  <a:lnTo>
                    <a:pt x="17792" y="4382"/>
                  </a:lnTo>
                  <a:lnTo>
                    <a:pt x="18323" y="4584"/>
                  </a:lnTo>
                  <a:lnTo>
                    <a:pt x="18651" y="7033"/>
                  </a:lnTo>
                  <a:lnTo>
                    <a:pt x="20949" y="7033"/>
                  </a:lnTo>
                  <a:lnTo>
                    <a:pt x="20053" y="4407"/>
                  </a:lnTo>
                  <a:lnTo>
                    <a:pt x="20570" y="3031"/>
                  </a:lnTo>
                  <a:lnTo>
                    <a:pt x="22250" y="2980"/>
                  </a:lnTo>
                  <a:lnTo>
                    <a:pt x="27591" y="682"/>
                  </a:lnTo>
                  <a:close/>
                  <a:moveTo>
                    <a:pt x="27604" y="0"/>
                  </a:moveTo>
                  <a:lnTo>
                    <a:pt x="22161" y="2361"/>
                  </a:lnTo>
                  <a:lnTo>
                    <a:pt x="20116" y="2424"/>
                  </a:lnTo>
                  <a:lnTo>
                    <a:pt x="19371" y="4407"/>
                  </a:lnTo>
                  <a:lnTo>
                    <a:pt x="20053" y="6415"/>
                  </a:lnTo>
                  <a:lnTo>
                    <a:pt x="19194" y="6415"/>
                  </a:lnTo>
                  <a:lnTo>
                    <a:pt x="18891" y="4142"/>
                  </a:lnTo>
                  <a:lnTo>
                    <a:pt x="17376" y="3548"/>
                  </a:lnTo>
                  <a:lnTo>
                    <a:pt x="16896" y="5152"/>
                  </a:lnTo>
                  <a:lnTo>
                    <a:pt x="16214" y="4937"/>
                  </a:lnTo>
                  <a:lnTo>
                    <a:pt x="15861" y="2993"/>
                  </a:lnTo>
                  <a:lnTo>
                    <a:pt x="13600" y="3359"/>
                  </a:lnTo>
                  <a:lnTo>
                    <a:pt x="11479" y="4154"/>
                  </a:lnTo>
                  <a:lnTo>
                    <a:pt x="9850" y="5733"/>
                  </a:lnTo>
                  <a:lnTo>
                    <a:pt x="7628" y="6200"/>
                  </a:lnTo>
                  <a:lnTo>
                    <a:pt x="6075" y="8208"/>
                  </a:lnTo>
                  <a:lnTo>
                    <a:pt x="6832" y="9344"/>
                  </a:lnTo>
                  <a:lnTo>
                    <a:pt x="5506" y="10480"/>
                  </a:lnTo>
                  <a:lnTo>
                    <a:pt x="2905" y="11541"/>
                  </a:lnTo>
                  <a:lnTo>
                    <a:pt x="708" y="11958"/>
                  </a:lnTo>
                  <a:lnTo>
                    <a:pt x="1339" y="14193"/>
                  </a:lnTo>
                  <a:lnTo>
                    <a:pt x="2792" y="14344"/>
                  </a:lnTo>
                  <a:lnTo>
                    <a:pt x="2918" y="14635"/>
                  </a:lnTo>
                  <a:lnTo>
                    <a:pt x="1" y="14862"/>
                  </a:lnTo>
                  <a:lnTo>
                    <a:pt x="1" y="16655"/>
                  </a:lnTo>
                  <a:lnTo>
                    <a:pt x="2173" y="18132"/>
                  </a:lnTo>
                  <a:lnTo>
                    <a:pt x="2337" y="17817"/>
                  </a:lnTo>
                  <a:cubicBezTo>
                    <a:pt x="2400" y="17716"/>
                    <a:pt x="2514" y="17640"/>
                    <a:pt x="2627" y="17615"/>
                  </a:cubicBezTo>
                  <a:cubicBezTo>
                    <a:pt x="2703" y="17592"/>
                    <a:pt x="2796" y="17576"/>
                    <a:pt x="2911" y="17576"/>
                  </a:cubicBezTo>
                  <a:cubicBezTo>
                    <a:pt x="3180" y="17576"/>
                    <a:pt x="3565" y="17663"/>
                    <a:pt x="4105" y="17956"/>
                  </a:cubicBezTo>
                  <a:cubicBezTo>
                    <a:pt x="5153" y="18536"/>
                    <a:pt x="5620" y="18764"/>
                    <a:pt x="5847" y="18865"/>
                  </a:cubicBezTo>
                  <a:lnTo>
                    <a:pt x="7325" y="21756"/>
                  </a:lnTo>
                  <a:lnTo>
                    <a:pt x="6933" y="25645"/>
                  </a:lnTo>
                  <a:lnTo>
                    <a:pt x="6933" y="29976"/>
                  </a:lnTo>
                  <a:lnTo>
                    <a:pt x="8259" y="30393"/>
                  </a:lnTo>
                  <a:lnTo>
                    <a:pt x="7767" y="31138"/>
                  </a:lnTo>
                  <a:lnTo>
                    <a:pt x="5671" y="30785"/>
                  </a:lnTo>
                  <a:lnTo>
                    <a:pt x="5671" y="33689"/>
                  </a:lnTo>
                  <a:lnTo>
                    <a:pt x="7097" y="34737"/>
                  </a:lnTo>
                  <a:lnTo>
                    <a:pt x="6062" y="36947"/>
                  </a:lnTo>
                  <a:lnTo>
                    <a:pt x="6554" y="40924"/>
                  </a:lnTo>
                  <a:lnTo>
                    <a:pt x="7148" y="43828"/>
                  </a:lnTo>
                  <a:lnTo>
                    <a:pt x="7691" y="46808"/>
                  </a:lnTo>
                  <a:lnTo>
                    <a:pt x="9408" y="46556"/>
                  </a:lnTo>
                  <a:lnTo>
                    <a:pt x="11252" y="48740"/>
                  </a:lnTo>
                  <a:lnTo>
                    <a:pt x="12780" y="46152"/>
                  </a:lnTo>
                  <a:lnTo>
                    <a:pt x="13916" y="42654"/>
                  </a:lnTo>
                  <a:lnTo>
                    <a:pt x="15343" y="40381"/>
                  </a:lnTo>
                  <a:lnTo>
                    <a:pt x="17388" y="39826"/>
                  </a:lnTo>
                  <a:lnTo>
                    <a:pt x="20621" y="38449"/>
                  </a:lnTo>
                  <a:lnTo>
                    <a:pt x="22250" y="36429"/>
                  </a:lnTo>
                  <a:lnTo>
                    <a:pt x="25116" y="36050"/>
                  </a:lnTo>
                  <a:lnTo>
                    <a:pt x="29738" y="33184"/>
                  </a:lnTo>
                  <a:lnTo>
                    <a:pt x="29005" y="33108"/>
                  </a:lnTo>
                  <a:lnTo>
                    <a:pt x="29877" y="31100"/>
                  </a:lnTo>
                  <a:lnTo>
                    <a:pt x="29270" y="29105"/>
                  </a:lnTo>
                  <a:cubicBezTo>
                    <a:pt x="29637" y="28979"/>
                    <a:pt x="30142" y="28600"/>
                    <a:pt x="30558" y="27514"/>
                  </a:cubicBezTo>
                  <a:cubicBezTo>
                    <a:pt x="30659" y="27274"/>
                    <a:pt x="30748" y="27022"/>
                    <a:pt x="30824" y="26782"/>
                  </a:cubicBezTo>
                  <a:lnTo>
                    <a:pt x="31202" y="25847"/>
                  </a:lnTo>
                  <a:cubicBezTo>
                    <a:pt x="31720" y="24585"/>
                    <a:pt x="31935" y="24054"/>
                    <a:pt x="32036" y="23815"/>
                  </a:cubicBezTo>
                  <a:cubicBezTo>
                    <a:pt x="32149" y="23726"/>
                    <a:pt x="32238" y="23600"/>
                    <a:pt x="32288" y="23474"/>
                  </a:cubicBezTo>
                  <a:cubicBezTo>
                    <a:pt x="32452" y="23070"/>
                    <a:pt x="32389" y="22514"/>
                    <a:pt x="32074" y="21807"/>
                  </a:cubicBezTo>
                  <a:cubicBezTo>
                    <a:pt x="31910" y="21403"/>
                    <a:pt x="31644" y="21062"/>
                    <a:pt x="31303" y="20797"/>
                  </a:cubicBezTo>
                  <a:cubicBezTo>
                    <a:pt x="31834" y="20494"/>
                    <a:pt x="32112" y="20329"/>
                    <a:pt x="32250" y="20228"/>
                  </a:cubicBezTo>
                  <a:lnTo>
                    <a:pt x="32263" y="20241"/>
                  </a:lnTo>
                  <a:lnTo>
                    <a:pt x="33311" y="19572"/>
                  </a:lnTo>
                  <a:lnTo>
                    <a:pt x="32894" y="17046"/>
                  </a:lnTo>
                  <a:lnTo>
                    <a:pt x="33261" y="14534"/>
                  </a:lnTo>
                  <a:lnTo>
                    <a:pt x="35167" y="12412"/>
                  </a:lnTo>
                  <a:lnTo>
                    <a:pt x="36897" y="10329"/>
                  </a:lnTo>
                  <a:lnTo>
                    <a:pt x="37592" y="8220"/>
                  </a:lnTo>
                  <a:lnTo>
                    <a:pt x="35167" y="7096"/>
                  </a:lnTo>
                  <a:lnTo>
                    <a:pt x="32756" y="8018"/>
                  </a:lnTo>
                  <a:lnTo>
                    <a:pt x="31872" y="8801"/>
                  </a:lnTo>
                  <a:lnTo>
                    <a:pt x="32364" y="7942"/>
                  </a:lnTo>
                  <a:lnTo>
                    <a:pt x="32541" y="7046"/>
                  </a:lnTo>
                  <a:lnTo>
                    <a:pt x="28046" y="7046"/>
                  </a:lnTo>
                  <a:lnTo>
                    <a:pt x="28008" y="6604"/>
                  </a:lnTo>
                  <a:lnTo>
                    <a:pt x="29536" y="6415"/>
                  </a:lnTo>
                  <a:lnTo>
                    <a:pt x="32541" y="6415"/>
                  </a:lnTo>
                  <a:lnTo>
                    <a:pt x="32162" y="3927"/>
                  </a:lnTo>
                  <a:lnTo>
                    <a:pt x="31228" y="1768"/>
                  </a:lnTo>
                  <a:lnTo>
                    <a:pt x="27604" y="0"/>
                  </a:lnTo>
                  <a:close/>
                </a:path>
              </a:pathLst>
            </a:custGeom>
            <a:solidFill>
              <a:srgbClr val="CFD9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00" name="Google Shape;8258;p80">
              <a:extLst>
                <a:ext uri="{FF2B5EF4-FFF2-40B4-BE49-F238E27FC236}">
                  <a16:creationId xmlns:a16="http://schemas.microsoft.com/office/drawing/2014/main" id="{75EDF001-00F1-A0EC-D09B-98006F7CF685}"/>
                </a:ext>
              </a:extLst>
            </p:cNvPr>
            <p:cNvSpPr/>
            <p:nvPr/>
          </p:nvSpPr>
          <p:spPr>
            <a:xfrm>
              <a:off x="2067150" y="740400"/>
              <a:ext cx="667350" cy="530050"/>
            </a:xfrm>
            <a:custGeom>
              <a:avLst/>
              <a:gdLst/>
              <a:ahLst/>
              <a:cxnLst/>
              <a:rect l="l" t="t" r="r" b="b"/>
              <a:pathLst>
                <a:path w="26694" h="21202" extrusionOk="0">
                  <a:moveTo>
                    <a:pt x="19218" y="1"/>
                  </a:moveTo>
                  <a:lnTo>
                    <a:pt x="14635" y="556"/>
                  </a:lnTo>
                  <a:lnTo>
                    <a:pt x="11415" y="1895"/>
                  </a:lnTo>
                  <a:lnTo>
                    <a:pt x="10228" y="3157"/>
                  </a:lnTo>
                  <a:lnTo>
                    <a:pt x="12122" y="5165"/>
                  </a:lnTo>
                  <a:lnTo>
                    <a:pt x="14016" y="6100"/>
                  </a:lnTo>
                  <a:lnTo>
                    <a:pt x="11099" y="6163"/>
                  </a:lnTo>
                  <a:lnTo>
                    <a:pt x="9041" y="4660"/>
                  </a:lnTo>
                  <a:lnTo>
                    <a:pt x="8814" y="2766"/>
                  </a:lnTo>
                  <a:lnTo>
                    <a:pt x="7627" y="2286"/>
                  </a:lnTo>
                  <a:lnTo>
                    <a:pt x="5190" y="6706"/>
                  </a:lnTo>
                  <a:lnTo>
                    <a:pt x="4786" y="9711"/>
                  </a:lnTo>
                  <a:lnTo>
                    <a:pt x="5733" y="11756"/>
                  </a:lnTo>
                  <a:lnTo>
                    <a:pt x="7627" y="12236"/>
                  </a:lnTo>
                  <a:lnTo>
                    <a:pt x="8650" y="13688"/>
                  </a:lnTo>
                  <a:lnTo>
                    <a:pt x="6288" y="13082"/>
                  </a:lnTo>
                  <a:lnTo>
                    <a:pt x="5101" y="14509"/>
                  </a:lnTo>
                  <a:lnTo>
                    <a:pt x="2816" y="14509"/>
                  </a:lnTo>
                  <a:lnTo>
                    <a:pt x="1642" y="14004"/>
                  </a:lnTo>
                  <a:lnTo>
                    <a:pt x="417" y="12741"/>
                  </a:lnTo>
                  <a:cubicBezTo>
                    <a:pt x="177" y="12905"/>
                    <a:pt x="0" y="14332"/>
                    <a:pt x="0" y="14332"/>
                  </a:cubicBezTo>
                  <a:lnTo>
                    <a:pt x="1212" y="15822"/>
                  </a:lnTo>
                  <a:lnTo>
                    <a:pt x="631" y="18007"/>
                  </a:lnTo>
                  <a:lnTo>
                    <a:pt x="51" y="19459"/>
                  </a:lnTo>
                  <a:lnTo>
                    <a:pt x="3914" y="20494"/>
                  </a:lnTo>
                  <a:lnTo>
                    <a:pt x="6566" y="21201"/>
                  </a:lnTo>
                  <a:lnTo>
                    <a:pt x="7551" y="20810"/>
                  </a:lnTo>
                  <a:lnTo>
                    <a:pt x="7551" y="19232"/>
                  </a:lnTo>
                  <a:lnTo>
                    <a:pt x="5809" y="18689"/>
                  </a:lnTo>
                  <a:lnTo>
                    <a:pt x="3927" y="18032"/>
                  </a:lnTo>
                  <a:lnTo>
                    <a:pt x="3296" y="16403"/>
                  </a:lnTo>
                  <a:lnTo>
                    <a:pt x="4748" y="16138"/>
                  </a:lnTo>
                  <a:lnTo>
                    <a:pt x="7071" y="17653"/>
                  </a:lnTo>
                  <a:lnTo>
                    <a:pt x="9129" y="17653"/>
                  </a:lnTo>
                  <a:lnTo>
                    <a:pt x="11024" y="18348"/>
                  </a:lnTo>
                  <a:lnTo>
                    <a:pt x="11806" y="15140"/>
                  </a:lnTo>
                  <a:lnTo>
                    <a:pt x="13625" y="13398"/>
                  </a:lnTo>
                  <a:lnTo>
                    <a:pt x="15115" y="12224"/>
                  </a:lnTo>
                  <a:lnTo>
                    <a:pt x="15115" y="10405"/>
                  </a:lnTo>
                  <a:lnTo>
                    <a:pt x="18587" y="9231"/>
                  </a:lnTo>
                  <a:lnTo>
                    <a:pt x="21277" y="7728"/>
                  </a:lnTo>
                  <a:lnTo>
                    <a:pt x="23322" y="5986"/>
                  </a:lnTo>
                  <a:lnTo>
                    <a:pt x="25494" y="5216"/>
                  </a:lnTo>
                  <a:lnTo>
                    <a:pt x="26694" y="3322"/>
                  </a:lnTo>
                  <a:lnTo>
                    <a:pt x="25671" y="1390"/>
                  </a:lnTo>
                  <a:lnTo>
                    <a:pt x="22767" y="1"/>
                  </a:lnTo>
                  <a:close/>
                </a:path>
              </a:pathLst>
            </a:custGeom>
            <a:solidFill>
              <a:srgbClr val="445D7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01" name="Google Shape;8259;p80">
              <a:extLst>
                <a:ext uri="{FF2B5EF4-FFF2-40B4-BE49-F238E27FC236}">
                  <a16:creationId xmlns:a16="http://schemas.microsoft.com/office/drawing/2014/main" id="{6EB44EB9-92E3-93A9-4801-D2120D5F7A59}"/>
                </a:ext>
              </a:extLst>
            </p:cNvPr>
            <p:cNvSpPr/>
            <p:nvPr/>
          </p:nvSpPr>
          <p:spPr>
            <a:xfrm>
              <a:off x="2057975" y="732525"/>
              <a:ext cx="685375" cy="546450"/>
            </a:xfrm>
            <a:custGeom>
              <a:avLst/>
              <a:gdLst/>
              <a:ahLst/>
              <a:cxnLst/>
              <a:rect l="l" t="t" r="r" b="b"/>
              <a:pathLst>
                <a:path w="27415" h="21858" extrusionOk="0">
                  <a:moveTo>
                    <a:pt x="23058" y="631"/>
                  </a:moveTo>
                  <a:lnTo>
                    <a:pt x="25811" y="1919"/>
                  </a:lnTo>
                  <a:lnTo>
                    <a:pt x="26682" y="3599"/>
                  </a:lnTo>
                  <a:lnTo>
                    <a:pt x="25646" y="5240"/>
                  </a:lnTo>
                  <a:lnTo>
                    <a:pt x="23576" y="5998"/>
                  </a:lnTo>
                  <a:lnTo>
                    <a:pt x="21480" y="7753"/>
                  </a:lnTo>
                  <a:lnTo>
                    <a:pt x="18853" y="9230"/>
                  </a:lnTo>
                  <a:lnTo>
                    <a:pt x="15166" y="10493"/>
                  </a:lnTo>
                  <a:lnTo>
                    <a:pt x="15166" y="12387"/>
                  </a:lnTo>
                  <a:lnTo>
                    <a:pt x="13764" y="13486"/>
                  </a:lnTo>
                  <a:lnTo>
                    <a:pt x="11883" y="15291"/>
                  </a:lnTo>
                  <a:lnTo>
                    <a:pt x="11163" y="18246"/>
                  </a:lnTo>
                  <a:lnTo>
                    <a:pt x="9597" y="17678"/>
                  </a:lnTo>
                  <a:lnTo>
                    <a:pt x="7539" y="17665"/>
                  </a:lnTo>
                  <a:lnTo>
                    <a:pt x="5191" y="16125"/>
                  </a:lnTo>
                  <a:lnTo>
                    <a:pt x="3233" y="16478"/>
                  </a:lnTo>
                  <a:lnTo>
                    <a:pt x="4067" y="18600"/>
                  </a:lnTo>
                  <a:lnTo>
                    <a:pt x="6087" y="19307"/>
                  </a:lnTo>
                  <a:lnTo>
                    <a:pt x="7602" y="19786"/>
                  </a:lnTo>
                  <a:lnTo>
                    <a:pt x="7602" y="20910"/>
                  </a:lnTo>
                  <a:lnTo>
                    <a:pt x="6921" y="21188"/>
                  </a:lnTo>
                  <a:lnTo>
                    <a:pt x="847" y="19559"/>
                  </a:lnTo>
                  <a:lnTo>
                    <a:pt x="1301" y="18398"/>
                  </a:lnTo>
                  <a:lnTo>
                    <a:pt x="1920" y="16062"/>
                  </a:lnTo>
                  <a:lnTo>
                    <a:pt x="695" y="14559"/>
                  </a:lnTo>
                  <a:cubicBezTo>
                    <a:pt x="733" y="14243"/>
                    <a:pt x="796" y="13915"/>
                    <a:pt x="872" y="13612"/>
                  </a:cubicBezTo>
                  <a:lnTo>
                    <a:pt x="1769" y="14534"/>
                  </a:lnTo>
                  <a:lnTo>
                    <a:pt x="3057" y="15114"/>
                  </a:lnTo>
                  <a:lnTo>
                    <a:pt x="5620" y="15140"/>
                  </a:lnTo>
                  <a:lnTo>
                    <a:pt x="6769" y="13751"/>
                  </a:lnTo>
                  <a:lnTo>
                    <a:pt x="9762" y="14521"/>
                  </a:lnTo>
                  <a:lnTo>
                    <a:pt x="8183" y="12261"/>
                  </a:lnTo>
                  <a:lnTo>
                    <a:pt x="6327" y="11794"/>
                  </a:lnTo>
                  <a:lnTo>
                    <a:pt x="5481" y="9963"/>
                  </a:lnTo>
                  <a:lnTo>
                    <a:pt x="5860" y="7122"/>
                  </a:lnTo>
                  <a:lnTo>
                    <a:pt x="8133" y="3005"/>
                  </a:lnTo>
                  <a:lnTo>
                    <a:pt x="8890" y="3296"/>
                  </a:lnTo>
                  <a:lnTo>
                    <a:pt x="9130" y="5152"/>
                  </a:lnTo>
                  <a:lnTo>
                    <a:pt x="11365" y="6793"/>
                  </a:lnTo>
                  <a:lnTo>
                    <a:pt x="15684" y="6692"/>
                  </a:lnTo>
                  <a:lnTo>
                    <a:pt x="12678" y="5228"/>
                  </a:lnTo>
                  <a:lnTo>
                    <a:pt x="11024" y="3472"/>
                  </a:lnTo>
                  <a:lnTo>
                    <a:pt x="11971" y="2475"/>
                  </a:lnTo>
                  <a:lnTo>
                    <a:pt x="15090" y="1174"/>
                  </a:lnTo>
                  <a:lnTo>
                    <a:pt x="19585" y="631"/>
                  </a:lnTo>
                  <a:close/>
                  <a:moveTo>
                    <a:pt x="19548" y="0"/>
                  </a:moveTo>
                  <a:lnTo>
                    <a:pt x="14977" y="556"/>
                  </a:lnTo>
                  <a:lnTo>
                    <a:pt x="11656" y="1919"/>
                  </a:lnTo>
                  <a:lnTo>
                    <a:pt x="10166" y="3472"/>
                  </a:lnTo>
                  <a:lnTo>
                    <a:pt x="12262" y="5695"/>
                  </a:lnTo>
                  <a:lnTo>
                    <a:pt x="13083" y="6124"/>
                  </a:lnTo>
                  <a:lnTo>
                    <a:pt x="11567" y="6162"/>
                  </a:lnTo>
                  <a:lnTo>
                    <a:pt x="9724" y="4798"/>
                  </a:lnTo>
                  <a:lnTo>
                    <a:pt x="9471" y="2854"/>
                  </a:lnTo>
                  <a:lnTo>
                    <a:pt x="7868" y="2210"/>
                  </a:lnTo>
                  <a:lnTo>
                    <a:pt x="5279" y="6869"/>
                  </a:lnTo>
                  <a:lnTo>
                    <a:pt x="4837" y="10064"/>
                  </a:lnTo>
                  <a:lnTo>
                    <a:pt x="5885" y="12337"/>
                  </a:lnTo>
                  <a:lnTo>
                    <a:pt x="7804" y="12816"/>
                  </a:lnTo>
                  <a:lnTo>
                    <a:pt x="8272" y="13486"/>
                  </a:lnTo>
                  <a:lnTo>
                    <a:pt x="6542" y="13044"/>
                  </a:lnTo>
                  <a:lnTo>
                    <a:pt x="5330" y="14508"/>
                  </a:lnTo>
                  <a:lnTo>
                    <a:pt x="3259" y="14508"/>
                  </a:lnTo>
                  <a:lnTo>
                    <a:pt x="2185" y="14054"/>
                  </a:lnTo>
                  <a:lnTo>
                    <a:pt x="822" y="12652"/>
                  </a:lnTo>
                  <a:lnTo>
                    <a:pt x="607" y="12791"/>
                  </a:lnTo>
                  <a:cubicBezTo>
                    <a:pt x="519" y="12854"/>
                    <a:pt x="253" y="13031"/>
                    <a:pt x="51" y="14609"/>
                  </a:cubicBezTo>
                  <a:lnTo>
                    <a:pt x="39" y="14748"/>
                  </a:lnTo>
                  <a:lnTo>
                    <a:pt x="1238" y="16213"/>
                  </a:lnTo>
                  <a:lnTo>
                    <a:pt x="708" y="18208"/>
                  </a:lnTo>
                  <a:lnTo>
                    <a:pt x="1" y="19989"/>
                  </a:lnTo>
                  <a:lnTo>
                    <a:pt x="6946" y="21857"/>
                  </a:lnTo>
                  <a:lnTo>
                    <a:pt x="8234" y="21340"/>
                  </a:lnTo>
                  <a:lnTo>
                    <a:pt x="8234" y="19319"/>
                  </a:lnTo>
                  <a:lnTo>
                    <a:pt x="6289" y="18701"/>
                  </a:lnTo>
                  <a:lnTo>
                    <a:pt x="4547" y="18094"/>
                  </a:lnTo>
                  <a:lnTo>
                    <a:pt x="4092" y="16958"/>
                  </a:lnTo>
                  <a:lnTo>
                    <a:pt x="5052" y="16781"/>
                  </a:lnTo>
                  <a:lnTo>
                    <a:pt x="7350" y="18284"/>
                  </a:lnTo>
                  <a:lnTo>
                    <a:pt x="9433" y="18284"/>
                  </a:lnTo>
                  <a:lnTo>
                    <a:pt x="11605" y="19079"/>
                  </a:lnTo>
                  <a:lnTo>
                    <a:pt x="12464" y="15620"/>
                  </a:lnTo>
                  <a:lnTo>
                    <a:pt x="14181" y="13953"/>
                  </a:lnTo>
                  <a:lnTo>
                    <a:pt x="15797" y="12690"/>
                  </a:lnTo>
                  <a:lnTo>
                    <a:pt x="15797" y="10948"/>
                  </a:lnTo>
                  <a:lnTo>
                    <a:pt x="19106" y="9811"/>
                  </a:lnTo>
                  <a:lnTo>
                    <a:pt x="21833" y="8283"/>
                  </a:lnTo>
                  <a:lnTo>
                    <a:pt x="23853" y="6579"/>
                  </a:lnTo>
                  <a:lnTo>
                    <a:pt x="26063" y="5783"/>
                  </a:lnTo>
                  <a:lnTo>
                    <a:pt x="27414" y="3637"/>
                  </a:lnTo>
                  <a:lnTo>
                    <a:pt x="26265" y="1452"/>
                  </a:lnTo>
                  <a:lnTo>
                    <a:pt x="23209" y="0"/>
                  </a:lnTo>
                  <a:close/>
                </a:path>
              </a:pathLst>
            </a:custGeom>
            <a:solidFill>
              <a:srgbClr val="CFD9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02" name="Google Shape;8260;p80">
              <a:extLst>
                <a:ext uri="{FF2B5EF4-FFF2-40B4-BE49-F238E27FC236}">
                  <a16:creationId xmlns:a16="http://schemas.microsoft.com/office/drawing/2014/main" id="{681CB2C1-CC90-6A8B-9C1A-D7762F3296A3}"/>
                </a:ext>
              </a:extLst>
            </p:cNvPr>
            <p:cNvSpPr/>
            <p:nvPr/>
          </p:nvSpPr>
          <p:spPr>
            <a:xfrm>
              <a:off x="2007475" y="1152350"/>
              <a:ext cx="49275" cy="59075"/>
            </a:xfrm>
            <a:custGeom>
              <a:avLst/>
              <a:gdLst/>
              <a:ahLst/>
              <a:cxnLst/>
              <a:rect l="l" t="t" r="r" b="b"/>
              <a:pathLst>
                <a:path w="1971" h="2363" extrusionOk="0">
                  <a:moveTo>
                    <a:pt x="1339" y="1"/>
                  </a:moveTo>
                  <a:cubicBezTo>
                    <a:pt x="1023" y="241"/>
                    <a:pt x="1" y="1554"/>
                    <a:pt x="1" y="1554"/>
                  </a:cubicBezTo>
                  <a:lnTo>
                    <a:pt x="1339" y="2362"/>
                  </a:lnTo>
                  <a:lnTo>
                    <a:pt x="1970" y="1188"/>
                  </a:lnTo>
                  <a:lnTo>
                    <a:pt x="1339" y="1"/>
                  </a:lnTo>
                  <a:close/>
                </a:path>
              </a:pathLst>
            </a:custGeom>
            <a:solidFill>
              <a:srgbClr val="445D7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03" name="Google Shape;8261;p80">
              <a:extLst>
                <a:ext uri="{FF2B5EF4-FFF2-40B4-BE49-F238E27FC236}">
                  <a16:creationId xmlns:a16="http://schemas.microsoft.com/office/drawing/2014/main" id="{D80BB667-B2F5-08FA-4873-157482EB14A7}"/>
                </a:ext>
              </a:extLst>
            </p:cNvPr>
            <p:cNvSpPr/>
            <p:nvPr/>
          </p:nvSpPr>
          <p:spPr>
            <a:xfrm>
              <a:off x="1995800" y="1140375"/>
              <a:ext cx="70100" cy="82100"/>
            </a:xfrm>
            <a:custGeom>
              <a:avLst/>
              <a:gdLst/>
              <a:ahLst/>
              <a:cxnLst/>
              <a:rect l="l" t="t" r="r" b="b"/>
              <a:pathLst>
                <a:path w="2804" h="3284" extrusionOk="0">
                  <a:moveTo>
                    <a:pt x="1730" y="998"/>
                  </a:moveTo>
                  <a:lnTo>
                    <a:pt x="2084" y="1667"/>
                  </a:lnTo>
                  <a:lnTo>
                    <a:pt x="1692" y="2399"/>
                  </a:lnTo>
                  <a:lnTo>
                    <a:pt x="935" y="1945"/>
                  </a:lnTo>
                  <a:cubicBezTo>
                    <a:pt x="1200" y="1629"/>
                    <a:pt x="1516" y="1250"/>
                    <a:pt x="1730" y="998"/>
                  </a:cubicBezTo>
                  <a:close/>
                  <a:moveTo>
                    <a:pt x="1920" y="0"/>
                  </a:moveTo>
                  <a:lnTo>
                    <a:pt x="1617" y="227"/>
                  </a:lnTo>
                  <a:cubicBezTo>
                    <a:pt x="1288" y="480"/>
                    <a:pt x="392" y="1616"/>
                    <a:pt x="228" y="1844"/>
                  </a:cubicBezTo>
                  <a:lnTo>
                    <a:pt x="0" y="2121"/>
                  </a:lnTo>
                  <a:lnTo>
                    <a:pt x="1932" y="3283"/>
                  </a:lnTo>
                  <a:lnTo>
                    <a:pt x="2804" y="1654"/>
                  </a:lnTo>
                  <a:lnTo>
                    <a:pt x="1920" y="0"/>
                  </a:lnTo>
                  <a:close/>
                </a:path>
              </a:pathLst>
            </a:custGeom>
            <a:solidFill>
              <a:srgbClr val="CFD9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04" name="Google Shape;8262;p80">
              <a:extLst>
                <a:ext uri="{FF2B5EF4-FFF2-40B4-BE49-F238E27FC236}">
                  <a16:creationId xmlns:a16="http://schemas.microsoft.com/office/drawing/2014/main" id="{59213292-303C-8B88-5A16-1B5EAE268499}"/>
                </a:ext>
              </a:extLst>
            </p:cNvPr>
            <p:cNvSpPr/>
            <p:nvPr/>
          </p:nvSpPr>
          <p:spPr>
            <a:xfrm>
              <a:off x="2092700" y="954125"/>
              <a:ext cx="54950" cy="101675"/>
            </a:xfrm>
            <a:custGeom>
              <a:avLst/>
              <a:gdLst/>
              <a:ahLst/>
              <a:cxnLst/>
              <a:rect l="l" t="t" r="r" b="b"/>
              <a:pathLst>
                <a:path w="2198" h="4067" extrusionOk="0">
                  <a:moveTo>
                    <a:pt x="1125" y="0"/>
                  </a:moveTo>
                  <a:lnTo>
                    <a:pt x="1" y="2096"/>
                  </a:lnTo>
                  <a:lnTo>
                    <a:pt x="455" y="4066"/>
                  </a:lnTo>
                  <a:lnTo>
                    <a:pt x="847" y="4066"/>
                  </a:lnTo>
                  <a:lnTo>
                    <a:pt x="847" y="2488"/>
                  </a:lnTo>
                  <a:lnTo>
                    <a:pt x="2198" y="1717"/>
                  </a:lnTo>
                  <a:lnTo>
                    <a:pt x="1125" y="0"/>
                  </a:lnTo>
                  <a:close/>
                </a:path>
              </a:pathLst>
            </a:custGeom>
            <a:solidFill>
              <a:srgbClr val="445D7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05" name="Google Shape;8263;p80">
              <a:extLst>
                <a:ext uri="{FF2B5EF4-FFF2-40B4-BE49-F238E27FC236}">
                  <a16:creationId xmlns:a16="http://schemas.microsoft.com/office/drawing/2014/main" id="{41814CEE-2FB3-91BD-F6F8-8CAB2F35FFC5}"/>
                </a:ext>
              </a:extLst>
            </p:cNvPr>
            <p:cNvSpPr/>
            <p:nvPr/>
          </p:nvSpPr>
          <p:spPr>
            <a:xfrm>
              <a:off x="2084500" y="938325"/>
              <a:ext cx="73900" cy="125350"/>
            </a:xfrm>
            <a:custGeom>
              <a:avLst/>
              <a:gdLst/>
              <a:ahLst/>
              <a:cxnLst/>
              <a:rect l="l" t="t" r="r" b="b"/>
              <a:pathLst>
                <a:path w="2956" h="5014" extrusionOk="0">
                  <a:moveTo>
                    <a:pt x="1478" y="1263"/>
                  </a:moveTo>
                  <a:lnTo>
                    <a:pt x="2084" y="2236"/>
                  </a:lnTo>
                  <a:lnTo>
                    <a:pt x="859" y="2943"/>
                  </a:lnTo>
                  <a:lnTo>
                    <a:pt x="859" y="3637"/>
                  </a:lnTo>
                  <a:lnTo>
                    <a:pt x="670" y="2779"/>
                  </a:lnTo>
                  <a:lnTo>
                    <a:pt x="1478" y="1263"/>
                  </a:lnTo>
                  <a:close/>
                  <a:moveTo>
                    <a:pt x="1440" y="1"/>
                  </a:moveTo>
                  <a:lnTo>
                    <a:pt x="1" y="2690"/>
                  </a:lnTo>
                  <a:lnTo>
                    <a:pt x="531" y="5014"/>
                  </a:lnTo>
                  <a:lnTo>
                    <a:pt x="1491" y="5014"/>
                  </a:lnTo>
                  <a:lnTo>
                    <a:pt x="1491" y="3296"/>
                  </a:lnTo>
                  <a:lnTo>
                    <a:pt x="2955" y="2463"/>
                  </a:lnTo>
                  <a:lnTo>
                    <a:pt x="1440" y="1"/>
                  </a:lnTo>
                  <a:close/>
                </a:path>
              </a:pathLst>
            </a:custGeom>
            <a:solidFill>
              <a:srgbClr val="CFD9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06" name="Google Shape;8264;p80">
              <a:extLst>
                <a:ext uri="{FF2B5EF4-FFF2-40B4-BE49-F238E27FC236}">
                  <a16:creationId xmlns:a16="http://schemas.microsoft.com/office/drawing/2014/main" id="{33C70488-46D0-354E-EF3C-73BD2A5F621A}"/>
                </a:ext>
              </a:extLst>
            </p:cNvPr>
            <p:cNvSpPr/>
            <p:nvPr/>
          </p:nvSpPr>
          <p:spPr>
            <a:xfrm>
              <a:off x="1999575" y="874575"/>
              <a:ext cx="83050" cy="141750"/>
            </a:xfrm>
            <a:custGeom>
              <a:avLst/>
              <a:gdLst/>
              <a:ahLst/>
              <a:cxnLst/>
              <a:rect l="l" t="t" r="r" b="b"/>
              <a:pathLst>
                <a:path w="3322" h="5670" extrusionOk="0">
                  <a:moveTo>
                    <a:pt x="796" y="0"/>
                  </a:moveTo>
                  <a:lnTo>
                    <a:pt x="796" y="1882"/>
                  </a:lnTo>
                  <a:lnTo>
                    <a:pt x="1" y="2601"/>
                  </a:lnTo>
                  <a:lnTo>
                    <a:pt x="1264" y="4407"/>
                  </a:lnTo>
                  <a:lnTo>
                    <a:pt x="1617" y="5670"/>
                  </a:lnTo>
                  <a:lnTo>
                    <a:pt x="3322" y="2286"/>
                  </a:lnTo>
                  <a:lnTo>
                    <a:pt x="3322" y="631"/>
                  </a:lnTo>
                  <a:lnTo>
                    <a:pt x="796" y="0"/>
                  </a:lnTo>
                  <a:close/>
                </a:path>
              </a:pathLst>
            </a:custGeom>
            <a:solidFill>
              <a:srgbClr val="445D7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07" name="Google Shape;8265;p80">
              <a:extLst>
                <a:ext uri="{FF2B5EF4-FFF2-40B4-BE49-F238E27FC236}">
                  <a16:creationId xmlns:a16="http://schemas.microsoft.com/office/drawing/2014/main" id="{81E1DC8A-BA2F-16DB-35A5-07EC34F514BA}"/>
                </a:ext>
              </a:extLst>
            </p:cNvPr>
            <p:cNvSpPr/>
            <p:nvPr/>
          </p:nvSpPr>
          <p:spPr>
            <a:xfrm>
              <a:off x="1989175" y="864475"/>
              <a:ext cx="101025" cy="173625"/>
            </a:xfrm>
            <a:custGeom>
              <a:avLst/>
              <a:gdLst/>
              <a:ahLst/>
              <a:cxnLst/>
              <a:rect l="l" t="t" r="r" b="b"/>
              <a:pathLst>
                <a:path w="4041" h="6945" extrusionOk="0">
                  <a:moveTo>
                    <a:pt x="1528" y="808"/>
                  </a:moveTo>
                  <a:lnTo>
                    <a:pt x="3422" y="1275"/>
                  </a:lnTo>
                  <a:lnTo>
                    <a:pt x="3422" y="2614"/>
                  </a:lnTo>
                  <a:lnTo>
                    <a:pt x="2109" y="5202"/>
                  </a:lnTo>
                  <a:lnTo>
                    <a:pt x="1970" y="4735"/>
                  </a:lnTo>
                  <a:lnTo>
                    <a:pt x="834" y="3043"/>
                  </a:lnTo>
                  <a:lnTo>
                    <a:pt x="1528" y="2437"/>
                  </a:lnTo>
                  <a:lnTo>
                    <a:pt x="1528" y="808"/>
                  </a:lnTo>
                  <a:close/>
                  <a:moveTo>
                    <a:pt x="884" y="0"/>
                  </a:moveTo>
                  <a:lnTo>
                    <a:pt x="884" y="2147"/>
                  </a:lnTo>
                  <a:lnTo>
                    <a:pt x="0" y="2955"/>
                  </a:lnTo>
                  <a:lnTo>
                    <a:pt x="1389" y="4950"/>
                  </a:lnTo>
                  <a:lnTo>
                    <a:pt x="1932" y="6945"/>
                  </a:lnTo>
                  <a:lnTo>
                    <a:pt x="4041" y="2765"/>
                  </a:lnTo>
                  <a:lnTo>
                    <a:pt x="4041" y="783"/>
                  </a:lnTo>
                  <a:lnTo>
                    <a:pt x="884" y="0"/>
                  </a:lnTo>
                  <a:close/>
                </a:path>
              </a:pathLst>
            </a:custGeom>
            <a:solidFill>
              <a:srgbClr val="CFD9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08" name="Google Shape;8266;p80">
              <a:extLst>
                <a:ext uri="{FF2B5EF4-FFF2-40B4-BE49-F238E27FC236}">
                  <a16:creationId xmlns:a16="http://schemas.microsoft.com/office/drawing/2014/main" id="{B70825B1-B9C5-D71C-0329-ED00FA417F02}"/>
                </a:ext>
              </a:extLst>
            </p:cNvPr>
            <p:cNvSpPr/>
            <p:nvPr/>
          </p:nvSpPr>
          <p:spPr>
            <a:xfrm>
              <a:off x="1924775" y="1047875"/>
              <a:ext cx="106400" cy="104500"/>
            </a:xfrm>
            <a:custGeom>
              <a:avLst/>
              <a:gdLst/>
              <a:ahLst/>
              <a:cxnLst/>
              <a:rect l="l" t="t" r="r" b="b"/>
              <a:pathLst>
                <a:path w="4256" h="4180" extrusionOk="0">
                  <a:moveTo>
                    <a:pt x="0" y="0"/>
                  </a:moveTo>
                  <a:lnTo>
                    <a:pt x="0" y="1894"/>
                  </a:lnTo>
                  <a:lnTo>
                    <a:pt x="1263" y="2690"/>
                  </a:lnTo>
                  <a:lnTo>
                    <a:pt x="947" y="4180"/>
                  </a:lnTo>
                  <a:cubicBezTo>
                    <a:pt x="947" y="4180"/>
                    <a:pt x="2481" y="3571"/>
                    <a:pt x="2595" y="3571"/>
                  </a:cubicBezTo>
                  <a:cubicBezTo>
                    <a:pt x="2599" y="3571"/>
                    <a:pt x="2601" y="3572"/>
                    <a:pt x="2601" y="3574"/>
                  </a:cubicBezTo>
                  <a:cubicBezTo>
                    <a:pt x="2601" y="3574"/>
                    <a:pt x="2602" y="3575"/>
                    <a:pt x="2602" y="3575"/>
                  </a:cubicBezTo>
                  <a:cubicBezTo>
                    <a:pt x="2638" y="3575"/>
                    <a:pt x="4256" y="1389"/>
                    <a:pt x="4256" y="1389"/>
                  </a:cubicBezTo>
                  <a:lnTo>
                    <a:pt x="3296" y="0"/>
                  </a:lnTo>
                  <a:lnTo>
                    <a:pt x="2147" y="79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45D7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09" name="Google Shape;8267;p80">
              <a:extLst>
                <a:ext uri="{FF2B5EF4-FFF2-40B4-BE49-F238E27FC236}">
                  <a16:creationId xmlns:a16="http://schemas.microsoft.com/office/drawing/2014/main" id="{57E50644-F3B3-C512-D60B-00461BBAE474}"/>
                </a:ext>
              </a:extLst>
            </p:cNvPr>
            <p:cNvSpPr/>
            <p:nvPr/>
          </p:nvSpPr>
          <p:spPr>
            <a:xfrm>
              <a:off x="1916875" y="1036500"/>
              <a:ext cx="124100" cy="128500"/>
            </a:xfrm>
            <a:custGeom>
              <a:avLst/>
              <a:gdLst/>
              <a:ahLst/>
              <a:cxnLst/>
              <a:rect l="l" t="t" r="r" b="b"/>
              <a:pathLst>
                <a:path w="4964" h="5140" extrusionOk="0">
                  <a:moveTo>
                    <a:pt x="3524" y="897"/>
                  </a:moveTo>
                  <a:lnTo>
                    <a:pt x="4180" y="1844"/>
                  </a:lnTo>
                  <a:cubicBezTo>
                    <a:pt x="3675" y="2526"/>
                    <a:pt x="2968" y="3473"/>
                    <a:pt x="2753" y="3738"/>
                  </a:cubicBezTo>
                  <a:cubicBezTo>
                    <a:pt x="2577" y="3789"/>
                    <a:pt x="2261" y="3903"/>
                    <a:pt x="1693" y="4130"/>
                  </a:cubicBezTo>
                  <a:lnTo>
                    <a:pt x="1933" y="2981"/>
                  </a:lnTo>
                  <a:lnTo>
                    <a:pt x="632" y="2173"/>
                  </a:lnTo>
                  <a:lnTo>
                    <a:pt x="632" y="910"/>
                  </a:lnTo>
                  <a:lnTo>
                    <a:pt x="2501" y="1604"/>
                  </a:lnTo>
                  <a:lnTo>
                    <a:pt x="3524" y="897"/>
                  </a:lnTo>
                  <a:close/>
                  <a:moveTo>
                    <a:pt x="1" y="1"/>
                  </a:moveTo>
                  <a:lnTo>
                    <a:pt x="1" y="2526"/>
                  </a:lnTo>
                  <a:lnTo>
                    <a:pt x="1225" y="3284"/>
                  </a:lnTo>
                  <a:lnTo>
                    <a:pt x="834" y="5140"/>
                  </a:lnTo>
                  <a:lnTo>
                    <a:pt x="1377" y="4925"/>
                  </a:lnTo>
                  <a:cubicBezTo>
                    <a:pt x="1996" y="4685"/>
                    <a:pt x="2690" y="4420"/>
                    <a:pt x="2905" y="4344"/>
                  </a:cubicBezTo>
                  <a:cubicBezTo>
                    <a:pt x="2916" y="4347"/>
                    <a:pt x="2927" y="4348"/>
                    <a:pt x="2938" y="4348"/>
                  </a:cubicBezTo>
                  <a:cubicBezTo>
                    <a:pt x="3130" y="4348"/>
                    <a:pt x="3368" y="4002"/>
                    <a:pt x="4824" y="2021"/>
                  </a:cubicBezTo>
                  <a:lnTo>
                    <a:pt x="4963" y="1832"/>
                  </a:lnTo>
                  <a:lnTo>
                    <a:pt x="3688" y="13"/>
                  </a:lnTo>
                  <a:lnTo>
                    <a:pt x="2412" y="885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CFD9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10" name="Google Shape;8268;p80">
              <a:extLst>
                <a:ext uri="{FF2B5EF4-FFF2-40B4-BE49-F238E27FC236}">
                  <a16:creationId xmlns:a16="http://schemas.microsoft.com/office/drawing/2014/main" id="{4699ADB5-3C8A-8226-453C-78527FFEF017}"/>
                </a:ext>
              </a:extLst>
            </p:cNvPr>
            <p:cNvSpPr/>
            <p:nvPr/>
          </p:nvSpPr>
          <p:spPr>
            <a:xfrm>
              <a:off x="1706650" y="1016300"/>
              <a:ext cx="192575" cy="136400"/>
            </a:xfrm>
            <a:custGeom>
              <a:avLst/>
              <a:gdLst/>
              <a:ahLst/>
              <a:cxnLst/>
              <a:rect l="l" t="t" r="r" b="b"/>
              <a:pathLst>
                <a:path w="7703" h="5456" extrusionOk="0">
                  <a:moveTo>
                    <a:pt x="2412" y="1"/>
                  </a:moveTo>
                  <a:lnTo>
                    <a:pt x="1616" y="518"/>
                  </a:lnTo>
                  <a:cubicBezTo>
                    <a:pt x="1376" y="594"/>
                    <a:pt x="0" y="2147"/>
                    <a:pt x="0" y="2147"/>
                  </a:cubicBezTo>
                  <a:lnTo>
                    <a:pt x="859" y="4029"/>
                  </a:lnTo>
                  <a:lnTo>
                    <a:pt x="1692" y="5456"/>
                  </a:lnTo>
                  <a:lnTo>
                    <a:pt x="4142" y="4849"/>
                  </a:lnTo>
                  <a:lnTo>
                    <a:pt x="5253" y="4269"/>
                  </a:lnTo>
                  <a:lnTo>
                    <a:pt x="7387" y="4837"/>
                  </a:lnTo>
                  <a:lnTo>
                    <a:pt x="7703" y="2652"/>
                  </a:lnTo>
                  <a:lnTo>
                    <a:pt x="6907" y="480"/>
                  </a:lnTo>
                  <a:lnTo>
                    <a:pt x="5013" y="1819"/>
                  </a:lnTo>
                  <a:lnTo>
                    <a:pt x="4520" y="2968"/>
                  </a:lnTo>
                  <a:lnTo>
                    <a:pt x="3043" y="2652"/>
                  </a:lnTo>
                  <a:lnTo>
                    <a:pt x="3043" y="1263"/>
                  </a:lnTo>
                  <a:lnTo>
                    <a:pt x="2412" y="1"/>
                  </a:lnTo>
                  <a:close/>
                </a:path>
              </a:pathLst>
            </a:custGeom>
            <a:solidFill>
              <a:srgbClr val="445D7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11" name="Google Shape;8269;p80">
              <a:extLst>
                <a:ext uri="{FF2B5EF4-FFF2-40B4-BE49-F238E27FC236}">
                  <a16:creationId xmlns:a16="http://schemas.microsoft.com/office/drawing/2014/main" id="{9BF5929D-0C52-BFBE-BC50-E7CBC29D2867}"/>
                </a:ext>
              </a:extLst>
            </p:cNvPr>
            <p:cNvSpPr/>
            <p:nvPr/>
          </p:nvSpPr>
          <p:spPr>
            <a:xfrm>
              <a:off x="1697800" y="1004950"/>
              <a:ext cx="209625" cy="156600"/>
            </a:xfrm>
            <a:custGeom>
              <a:avLst/>
              <a:gdLst/>
              <a:ahLst/>
              <a:cxnLst/>
              <a:rect l="l" t="t" r="r" b="b"/>
              <a:pathLst>
                <a:path w="8385" h="6264" extrusionOk="0">
                  <a:moveTo>
                    <a:pt x="2652" y="909"/>
                  </a:moveTo>
                  <a:lnTo>
                    <a:pt x="3094" y="1793"/>
                  </a:lnTo>
                  <a:lnTo>
                    <a:pt x="3094" y="3359"/>
                  </a:lnTo>
                  <a:lnTo>
                    <a:pt x="5064" y="3788"/>
                  </a:lnTo>
                  <a:lnTo>
                    <a:pt x="5632" y="2475"/>
                  </a:lnTo>
                  <a:lnTo>
                    <a:pt x="7122" y="1427"/>
                  </a:lnTo>
                  <a:lnTo>
                    <a:pt x="7728" y="3132"/>
                  </a:lnTo>
                  <a:lnTo>
                    <a:pt x="7476" y="4887"/>
                  </a:lnTo>
                  <a:lnTo>
                    <a:pt x="5582" y="4382"/>
                  </a:lnTo>
                  <a:lnTo>
                    <a:pt x="4395" y="5000"/>
                  </a:lnTo>
                  <a:lnTo>
                    <a:pt x="2210" y="5531"/>
                  </a:lnTo>
                  <a:lnTo>
                    <a:pt x="1503" y="4356"/>
                  </a:lnTo>
                  <a:lnTo>
                    <a:pt x="733" y="2664"/>
                  </a:lnTo>
                  <a:cubicBezTo>
                    <a:pt x="1288" y="2033"/>
                    <a:pt x="1920" y="1364"/>
                    <a:pt x="2084" y="1263"/>
                  </a:cubicBezTo>
                  <a:lnTo>
                    <a:pt x="2652" y="909"/>
                  </a:lnTo>
                  <a:close/>
                  <a:moveTo>
                    <a:pt x="2917" y="0"/>
                  </a:moveTo>
                  <a:lnTo>
                    <a:pt x="1831" y="682"/>
                  </a:lnTo>
                  <a:cubicBezTo>
                    <a:pt x="1705" y="745"/>
                    <a:pt x="1352" y="1010"/>
                    <a:pt x="139" y="2387"/>
                  </a:cubicBezTo>
                  <a:lnTo>
                    <a:pt x="0" y="2551"/>
                  </a:lnTo>
                  <a:lnTo>
                    <a:pt x="947" y="4647"/>
                  </a:lnTo>
                  <a:lnTo>
                    <a:pt x="1907" y="6263"/>
                  </a:lnTo>
                  <a:lnTo>
                    <a:pt x="4584" y="5606"/>
                  </a:lnTo>
                  <a:lnTo>
                    <a:pt x="5645" y="5051"/>
                  </a:lnTo>
                  <a:lnTo>
                    <a:pt x="8006" y="5682"/>
                  </a:lnTo>
                  <a:lnTo>
                    <a:pt x="8385" y="3068"/>
                  </a:lnTo>
                  <a:lnTo>
                    <a:pt x="7438" y="429"/>
                  </a:lnTo>
                  <a:lnTo>
                    <a:pt x="5127" y="2058"/>
                  </a:lnTo>
                  <a:lnTo>
                    <a:pt x="4710" y="3043"/>
                  </a:lnTo>
                  <a:lnTo>
                    <a:pt x="3738" y="2841"/>
                  </a:lnTo>
                  <a:lnTo>
                    <a:pt x="3738" y="1642"/>
                  </a:lnTo>
                  <a:lnTo>
                    <a:pt x="2917" y="0"/>
                  </a:lnTo>
                  <a:close/>
                </a:path>
              </a:pathLst>
            </a:custGeom>
            <a:solidFill>
              <a:srgbClr val="CFD9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12" name="Google Shape;8270;p80">
              <a:extLst>
                <a:ext uri="{FF2B5EF4-FFF2-40B4-BE49-F238E27FC236}">
                  <a16:creationId xmlns:a16="http://schemas.microsoft.com/office/drawing/2014/main" id="{85DA428E-4E24-C0C8-A1DD-5E7ABF389269}"/>
                </a:ext>
              </a:extLst>
            </p:cNvPr>
            <p:cNvSpPr/>
            <p:nvPr/>
          </p:nvSpPr>
          <p:spPr>
            <a:xfrm>
              <a:off x="1640975" y="919700"/>
              <a:ext cx="161975" cy="96625"/>
            </a:xfrm>
            <a:custGeom>
              <a:avLst/>
              <a:gdLst/>
              <a:ahLst/>
              <a:cxnLst/>
              <a:rect l="l" t="t" r="r" b="b"/>
              <a:pathLst>
                <a:path w="6479" h="3865" extrusionOk="0">
                  <a:moveTo>
                    <a:pt x="5203" y="1"/>
                  </a:moveTo>
                  <a:lnTo>
                    <a:pt x="3549" y="632"/>
                  </a:lnTo>
                  <a:lnTo>
                    <a:pt x="783" y="1819"/>
                  </a:lnTo>
                  <a:lnTo>
                    <a:pt x="1" y="3334"/>
                  </a:lnTo>
                  <a:lnTo>
                    <a:pt x="1579" y="3865"/>
                  </a:lnTo>
                  <a:lnTo>
                    <a:pt x="3157" y="3334"/>
                  </a:lnTo>
                  <a:lnTo>
                    <a:pt x="4572" y="3094"/>
                  </a:lnTo>
                  <a:lnTo>
                    <a:pt x="5759" y="1933"/>
                  </a:lnTo>
                  <a:lnTo>
                    <a:pt x="6478" y="708"/>
                  </a:lnTo>
                  <a:lnTo>
                    <a:pt x="5203" y="1"/>
                  </a:lnTo>
                  <a:close/>
                </a:path>
              </a:pathLst>
            </a:custGeom>
            <a:solidFill>
              <a:srgbClr val="445D7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13" name="Google Shape;8271;p80">
              <a:extLst>
                <a:ext uri="{FF2B5EF4-FFF2-40B4-BE49-F238E27FC236}">
                  <a16:creationId xmlns:a16="http://schemas.microsoft.com/office/drawing/2014/main" id="{EDD5C1F4-F0DF-9339-1E69-ED1A44EA9AAE}"/>
                </a:ext>
              </a:extLst>
            </p:cNvPr>
            <p:cNvSpPr/>
            <p:nvPr/>
          </p:nvSpPr>
          <p:spPr>
            <a:xfrm>
              <a:off x="1629625" y="910875"/>
              <a:ext cx="184375" cy="113650"/>
            </a:xfrm>
            <a:custGeom>
              <a:avLst/>
              <a:gdLst/>
              <a:ahLst/>
              <a:cxnLst/>
              <a:rect l="l" t="t" r="r" b="b"/>
              <a:pathLst>
                <a:path w="7375" h="4546" extrusionOk="0">
                  <a:moveTo>
                    <a:pt x="5632" y="707"/>
                  </a:moveTo>
                  <a:lnTo>
                    <a:pt x="6503" y="1175"/>
                  </a:lnTo>
                  <a:lnTo>
                    <a:pt x="5960" y="2084"/>
                  </a:lnTo>
                  <a:lnTo>
                    <a:pt x="4874" y="3144"/>
                  </a:lnTo>
                  <a:lnTo>
                    <a:pt x="3561" y="3372"/>
                  </a:lnTo>
                  <a:lnTo>
                    <a:pt x="2033" y="3877"/>
                  </a:lnTo>
                  <a:lnTo>
                    <a:pt x="909" y="3511"/>
                  </a:lnTo>
                  <a:lnTo>
                    <a:pt x="1477" y="2412"/>
                  </a:lnTo>
                  <a:lnTo>
                    <a:pt x="4116" y="1276"/>
                  </a:lnTo>
                  <a:lnTo>
                    <a:pt x="5632" y="707"/>
                  </a:lnTo>
                  <a:close/>
                  <a:moveTo>
                    <a:pt x="5682" y="0"/>
                  </a:moveTo>
                  <a:lnTo>
                    <a:pt x="3877" y="695"/>
                  </a:lnTo>
                  <a:lnTo>
                    <a:pt x="1010" y="1920"/>
                  </a:lnTo>
                  <a:lnTo>
                    <a:pt x="0" y="3877"/>
                  </a:lnTo>
                  <a:lnTo>
                    <a:pt x="2033" y="4546"/>
                  </a:lnTo>
                  <a:lnTo>
                    <a:pt x="3687" y="4003"/>
                  </a:lnTo>
                  <a:lnTo>
                    <a:pt x="5177" y="3750"/>
                  </a:lnTo>
                  <a:lnTo>
                    <a:pt x="6427" y="2513"/>
                  </a:lnTo>
                  <a:lnTo>
                    <a:pt x="7374" y="947"/>
                  </a:lnTo>
                  <a:lnTo>
                    <a:pt x="5682" y="0"/>
                  </a:lnTo>
                  <a:close/>
                </a:path>
              </a:pathLst>
            </a:custGeom>
            <a:solidFill>
              <a:srgbClr val="CFD9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14" name="Google Shape;8272;p80">
              <a:extLst>
                <a:ext uri="{FF2B5EF4-FFF2-40B4-BE49-F238E27FC236}">
                  <a16:creationId xmlns:a16="http://schemas.microsoft.com/office/drawing/2014/main" id="{6B91EC80-26EE-326E-1EF2-79DA29AF1707}"/>
                </a:ext>
              </a:extLst>
            </p:cNvPr>
            <p:cNvSpPr/>
            <p:nvPr/>
          </p:nvSpPr>
          <p:spPr>
            <a:xfrm>
              <a:off x="1843950" y="961050"/>
              <a:ext cx="72950" cy="40125"/>
            </a:xfrm>
            <a:custGeom>
              <a:avLst/>
              <a:gdLst/>
              <a:ahLst/>
              <a:cxnLst/>
              <a:rect l="l" t="t" r="r" b="b"/>
              <a:pathLst>
                <a:path w="2918" h="1605" extrusionOk="0">
                  <a:moveTo>
                    <a:pt x="392" y="1"/>
                  </a:moveTo>
                  <a:lnTo>
                    <a:pt x="1" y="594"/>
                  </a:lnTo>
                  <a:lnTo>
                    <a:pt x="1024" y="1605"/>
                  </a:lnTo>
                  <a:lnTo>
                    <a:pt x="2211" y="670"/>
                  </a:lnTo>
                  <a:lnTo>
                    <a:pt x="2918" y="1"/>
                  </a:lnTo>
                  <a:close/>
                </a:path>
              </a:pathLst>
            </a:custGeom>
            <a:solidFill>
              <a:srgbClr val="445D7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15" name="Google Shape;8273;p80">
              <a:extLst>
                <a:ext uri="{FF2B5EF4-FFF2-40B4-BE49-F238E27FC236}">
                  <a16:creationId xmlns:a16="http://schemas.microsoft.com/office/drawing/2014/main" id="{7EC10875-DD01-93E2-1136-79A9BE8CF0DE}"/>
                </a:ext>
              </a:extLst>
            </p:cNvPr>
            <p:cNvSpPr/>
            <p:nvPr/>
          </p:nvSpPr>
          <p:spPr>
            <a:xfrm>
              <a:off x="1833850" y="953475"/>
              <a:ext cx="102950" cy="58125"/>
            </a:xfrm>
            <a:custGeom>
              <a:avLst/>
              <a:gdLst/>
              <a:ahLst/>
              <a:cxnLst/>
              <a:rect l="l" t="t" r="r" b="b"/>
              <a:pathLst>
                <a:path w="4118" h="2325" extrusionOk="0">
                  <a:moveTo>
                    <a:pt x="2526" y="632"/>
                  </a:moveTo>
                  <a:lnTo>
                    <a:pt x="1453" y="1491"/>
                  </a:lnTo>
                  <a:lnTo>
                    <a:pt x="809" y="860"/>
                  </a:lnTo>
                  <a:lnTo>
                    <a:pt x="973" y="632"/>
                  </a:lnTo>
                  <a:close/>
                  <a:moveTo>
                    <a:pt x="632" y="1"/>
                  </a:moveTo>
                  <a:lnTo>
                    <a:pt x="1" y="948"/>
                  </a:lnTo>
                  <a:lnTo>
                    <a:pt x="1402" y="2324"/>
                  </a:lnTo>
                  <a:lnTo>
                    <a:pt x="2829" y="1213"/>
                  </a:lnTo>
                  <a:lnTo>
                    <a:pt x="4117" y="1"/>
                  </a:lnTo>
                  <a:close/>
                </a:path>
              </a:pathLst>
            </a:custGeom>
            <a:solidFill>
              <a:srgbClr val="CFD9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16" name="Google Shape;8274;p80">
              <a:extLst>
                <a:ext uri="{FF2B5EF4-FFF2-40B4-BE49-F238E27FC236}">
                  <a16:creationId xmlns:a16="http://schemas.microsoft.com/office/drawing/2014/main" id="{E4FCC6E5-55AB-F936-C8FA-146B606AFBBE}"/>
                </a:ext>
              </a:extLst>
            </p:cNvPr>
            <p:cNvSpPr/>
            <p:nvPr/>
          </p:nvSpPr>
          <p:spPr>
            <a:xfrm>
              <a:off x="1900150" y="882450"/>
              <a:ext cx="40425" cy="51500"/>
            </a:xfrm>
            <a:custGeom>
              <a:avLst/>
              <a:gdLst/>
              <a:ahLst/>
              <a:cxnLst/>
              <a:rect l="l" t="t" r="r" b="b"/>
              <a:pathLst>
                <a:path w="1617" h="2060" extrusionOk="0">
                  <a:moveTo>
                    <a:pt x="354" y="1"/>
                  </a:moveTo>
                  <a:lnTo>
                    <a:pt x="0" y="708"/>
                  </a:lnTo>
                  <a:lnTo>
                    <a:pt x="695" y="1137"/>
                  </a:lnTo>
                  <a:lnTo>
                    <a:pt x="1351" y="2059"/>
                  </a:lnTo>
                  <a:lnTo>
                    <a:pt x="1617" y="1339"/>
                  </a:lnTo>
                  <a:lnTo>
                    <a:pt x="1617" y="316"/>
                  </a:lnTo>
                  <a:lnTo>
                    <a:pt x="354" y="1"/>
                  </a:lnTo>
                  <a:close/>
                </a:path>
              </a:pathLst>
            </a:custGeom>
            <a:solidFill>
              <a:srgbClr val="445D7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17" name="Google Shape;8275;p80">
              <a:extLst>
                <a:ext uri="{FF2B5EF4-FFF2-40B4-BE49-F238E27FC236}">
                  <a16:creationId xmlns:a16="http://schemas.microsoft.com/office/drawing/2014/main" id="{DB10BF81-763E-1F72-FD19-7191882B35C7}"/>
                </a:ext>
              </a:extLst>
            </p:cNvPr>
            <p:cNvSpPr/>
            <p:nvPr/>
          </p:nvSpPr>
          <p:spPr>
            <a:xfrm>
              <a:off x="1889725" y="873000"/>
              <a:ext cx="58750" cy="77975"/>
            </a:xfrm>
            <a:custGeom>
              <a:avLst/>
              <a:gdLst/>
              <a:ahLst/>
              <a:cxnLst/>
              <a:rect l="l" t="t" r="r" b="b"/>
              <a:pathLst>
                <a:path w="2350" h="3119" extrusionOk="0">
                  <a:moveTo>
                    <a:pt x="948" y="745"/>
                  </a:moveTo>
                  <a:lnTo>
                    <a:pt x="1718" y="934"/>
                  </a:lnTo>
                  <a:lnTo>
                    <a:pt x="1718" y="1654"/>
                  </a:lnTo>
                  <a:lnTo>
                    <a:pt x="1680" y="1768"/>
                  </a:lnTo>
                  <a:lnTo>
                    <a:pt x="1364" y="1326"/>
                  </a:lnTo>
                  <a:lnTo>
                    <a:pt x="821" y="972"/>
                  </a:lnTo>
                  <a:lnTo>
                    <a:pt x="948" y="745"/>
                  </a:lnTo>
                  <a:close/>
                  <a:moveTo>
                    <a:pt x="607" y="0"/>
                  </a:moveTo>
                  <a:lnTo>
                    <a:pt x="1" y="1200"/>
                  </a:lnTo>
                  <a:lnTo>
                    <a:pt x="885" y="1755"/>
                  </a:lnTo>
                  <a:lnTo>
                    <a:pt x="1857" y="3119"/>
                  </a:lnTo>
                  <a:lnTo>
                    <a:pt x="2324" y="1818"/>
                  </a:lnTo>
                  <a:lnTo>
                    <a:pt x="2349" y="442"/>
                  </a:lnTo>
                  <a:lnTo>
                    <a:pt x="607" y="0"/>
                  </a:lnTo>
                  <a:close/>
                </a:path>
              </a:pathLst>
            </a:custGeom>
            <a:solidFill>
              <a:srgbClr val="CFD9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18" name="Google Shape;8276;p80">
              <a:extLst>
                <a:ext uri="{FF2B5EF4-FFF2-40B4-BE49-F238E27FC236}">
                  <a16:creationId xmlns:a16="http://schemas.microsoft.com/office/drawing/2014/main" id="{C8DEC90A-0B0A-36E0-FD27-7AF2AD7B793E}"/>
                </a:ext>
              </a:extLst>
            </p:cNvPr>
            <p:cNvSpPr/>
            <p:nvPr/>
          </p:nvSpPr>
          <p:spPr>
            <a:xfrm>
              <a:off x="1439900" y="1099950"/>
              <a:ext cx="185325" cy="192275"/>
            </a:xfrm>
            <a:custGeom>
              <a:avLst/>
              <a:gdLst/>
              <a:ahLst/>
              <a:cxnLst/>
              <a:rect l="l" t="t" r="r" b="b"/>
              <a:pathLst>
                <a:path w="7413" h="7691" extrusionOk="0">
                  <a:moveTo>
                    <a:pt x="5682" y="1"/>
                  </a:moveTo>
                  <a:lnTo>
                    <a:pt x="3826" y="354"/>
                  </a:lnTo>
                  <a:cubicBezTo>
                    <a:pt x="3586" y="544"/>
                    <a:pt x="2374" y="834"/>
                    <a:pt x="2374" y="834"/>
                  </a:cubicBezTo>
                  <a:lnTo>
                    <a:pt x="2374" y="2337"/>
                  </a:lnTo>
                  <a:lnTo>
                    <a:pt x="1111" y="3991"/>
                  </a:lnTo>
                  <a:lnTo>
                    <a:pt x="0" y="4900"/>
                  </a:lnTo>
                  <a:lnTo>
                    <a:pt x="632" y="7691"/>
                  </a:lnTo>
                  <a:lnTo>
                    <a:pt x="2058" y="7691"/>
                  </a:lnTo>
                  <a:lnTo>
                    <a:pt x="4293" y="5254"/>
                  </a:lnTo>
                  <a:lnTo>
                    <a:pt x="5834" y="4622"/>
                  </a:lnTo>
                  <a:lnTo>
                    <a:pt x="7412" y="3650"/>
                  </a:lnTo>
                  <a:lnTo>
                    <a:pt x="7412" y="1705"/>
                  </a:lnTo>
                  <a:lnTo>
                    <a:pt x="6238" y="910"/>
                  </a:lnTo>
                  <a:lnTo>
                    <a:pt x="5682" y="1"/>
                  </a:lnTo>
                  <a:close/>
                </a:path>
              </a:pathLst>
            </a:custGeom>
            <a:solidFill>
              <a:srgbClr val="445D7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19" name="Google Shape;8277;p80">
              <a:extLst>
                <a:ext uri="{FF2B5EF4-FFF2-40B4-BE49-F238E27FC236}">
                  <a16:creationId xmlns:a16="http://schemas.microsoft.com/office/drawing/2014/main" id="{F41D5E05-2908-AADD-F6B8-C62269DCCFD7}"/>
                </a:ext>
              </a:extLst>
            </p:cNvPr>
            <p:cNvSpPr/>
            <p:nvPr/>
          </p:nvSpPr>
          <p:spPr>
            <a:xfrm>
              <a:off x="1431375" y="1091425"/>
              <a:ext cx="201725" cy="208700"/>
            </a:xfrm>
            <a:custGeom>
              <a:avLst/>
              <a:gdLst/>
              <a:ahLst/>
              <a:cxnLst/>
              <a:rect l="l" t="t" r="r" b="b"/>
              <a:pathLst>
                <a:path w="8069" h="8348" extrusionOk="0">
                  <a:moveTo>
                    <a:pt x="5859" y="708"/>
                  </a:moveTo>
                  <a:lnTo>
                    <a:pt x="6301" y="1428"/>
                  </a:lnTo>
                  <a:lnTo>
                    <a:pt x="7438" y="2223"/>
                  </a:lnTo>
                  <a:lnTo>
                    <a:pt x="7438" y="3814"/>
                  </a:lnTo>
                  <a:lnTo>
                    <a:pt x="6049" y="4673"/>
                  </a:lnTo>
                  <a:lnTo>
                    <a:pt x="4521" y="5304"/>
                  </a:lnTo>
                  <a:lnTo>
                    <a:pt x="2260" y="7716"/>
                  </a:lnTo>
                  <a:lnTo>
                    <a:pt x="1225" y="7716"/>
                  </a:lnTo>
                  <a:lnTo>
                    <a:pt x="695" y="5367"/>
                  </a:lnTo>
                  <a:lnTo>
                    <a:pt x="1642" y="4584"/>
                  </a:lnTo>
                  <a:lnTo>
                    <a:pt x="3018" y="2791"/>
                  </a:lnTo>
                  <a:lnTo>
                    <a:pt x="3018" y="1428"/>
                  </a:lnTo>
                  <a:cubicBezTo>
                    <a:pt x="3422" y="1327"/>
                    <a:pt x="4003" y="1163"/>
                    <a:pt x="4281" y="998"/>
                  </a:cubicBezTo>
                  <a:lnTo>
                    <a:pt x="5859" y="708"/>
                  </a:lnTo>
                  <a:close/>
                  <a:moveTo>
                    <a:pt x="6175" y="1"/>
                  </a:moveTo>
                  <a:lnTo>
                    <a:pt x="4117" y="380"/>
                  </a:lnTo>
                  <a:lnTo>
                    <a:pt x="4028" y="405"/>
                  </a:lnTo>
                  <a:lnTo>
                    <a:pt x="3965" y="443"/>
                  </a:lnTo>
                  <a:cubicBezTo>
                    <a:pt x="3851" y="544"/>
                    <a:pt x="3182" y="733"/>
                    <a:pt x="2639" y="872"/>
                  </a:cubicBezTo>
                  <a:lnTo>
                    <a:pt x="2399" y="923"/>
                  </a:lnTo>
                  <a:lnTo>
                    <a:pt x="2399" y="2564"/>
                  </a:lnTo>
                  <a:lnTo>
                    <a:pt x="1225" y="4105"/>
                  </a:lnTo>
                  <a:lnTo>
                    <a:pt x="0" y="5115"/>
                  </a:lnTo>
                  <a:lnTo>
                    <a:pt x="733" y="8347"/>
                  </a:lnTo>
                  <a:lnTo>
                    <a:pt x="2538" y="8347"/>
                  </a:lnTo>
                  <a:lnTo>
                    <a:pt x="4836" y="5847"/>
                  </a:lnTo>
                  <a:lnTo>
                    <a:pt x="6352" y="5228"/>
                  </a:lnTo>
                  <a:lnTo>
                    <a:pt x="8069" y="4168"/>
                  </a:lnTo>
                  <a:lnTo>
                    <a:pt x="8069" y="1870"/>
                  </a:lnTo>
                  <a:lnTo>
                    <a:pt x="6806" y="1024"/>
                  </a:lnTo>
                  <a:lnTo>
                    <a:pt x="6175" y="1"/>
                  </a:lnTo>
                  <a:close/>
                </a:path>
              </a:pathLst>
            </a:custGeom>
            <a:solidFill>
              <a:srgbClr val="CFD9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20" name="Google Shape;8278;p80">
              <a:extLst>
                <a:ext uri="{FF2B5EF4-FFF2-40B4-BE49-F238E27FC236}">
                  <a16:creationId xmlns:a16="http://schemas.microsoft.com/office/drawing/2014/main" id="{E3B3CED5-6BB7-F84F-3802-14109BA3558C}"/>
                </a:ext>
              </a:extLst>
            </p:cNvPr>
            <p:cNvSpPr/>
            <p:nvPr/>
          </p:nvSpPr>
          <p:spPr>
            <a:xfrm>
              <a:off x="1514700" y="1211400"/>
              <a:ext cx="329275" cy="270225"/>
            </a:xfrm>
            <a:custGeom>
              <a:avLst/>
              <a:gdLst/>
              <a:ahLst/>
              <a:cxnLst/>
              <a:rect l="l" t="t" r="r" b="b"/>
              <a:pathLst>
                <a:path w="13171" h="10809" extrusionOk="0">
                  <a:moveTo>
                    <a:pt x="12072" y="0"/>
                  </a:moveTo>
                  <a:lnTo>
                    <a:pt x="9623" y="480"/>
                  </a:lnTo>
                  <a:lnTo>
                    <a:pt x="8676" y="4180"/>
                  </a:lnTo>
                  <a:lnTo>
                    <a:pt x="7678" y="3536"/>
                  </a:lnTo>
                  <a:lnTo>
                    <a:pt x="8297" y="1503"/>
                  </a:lnTo>
                  <a:lnTo>
                    <a:pt x="4925" y="707"/>
                  </a:lnTo>
                  <a:lnTo>
                    <a:pt x="1440" y="1818"/>
                  </a:lnTo>
                  <a:lnTo>
                    <a:pt x="1074" y="2993"/>
                  </a:lnTo>
                  <a:lnTo>
                    <a:pt x="2791" y="3574"/>
                  </a:lnTo>
                  <a:lnTo>
                    <a:pt x="1" y="3940"/>
                  </a:lnTo>
                  <a:lnTo>
                    <a:pt x="1" y="6389"/>
                  </a:lnTo>
                  <a:lnTo>
                    <a:pt x="2842" y="6389"/>
                  </a:lnTo>
                  <a:lnTo>
                    <a:pt x="3549" y="6781"/>
                  </a:lnTo>
                  <a:lnTo>
                    <a:pt x="632" y="7021"/>
                  </a:lnTo>
                  <a:lnTo>
                    <a:pt x="1503" y="8637"/>
                  </a:lnTo>
                  <a:lnTo>
                    <a:pt x="1819" y="10177"/>
                  </a:lnTo>
                  <a:lnTo>
                    <a:pt x="4736" y="10177"/>
                  </a:lnTo>
                  <a:lnTo>
                    <a:pt x="6706" y="9142"/>
                  </a:lnTo>
                  <a:lnTo>
                    <a:pt x="8751" y="10809"/>
                  </a:lnTo>
                  <a:lnTo>
                    <a:pt x="10570" y="10089"/>
                  </a:lnTo>
                  <a:lnTo>
                    <a:pt x="11529" y="8789"/>
                  </a:lnTo>
                  <a:lnTo>
                    <a:pt x="10102" y="5695"/>
                  </a:lnTo>
                  <a:lnTo>
                    <a:pt x="11201" y="2614"/>
                  </a:lnTo>
                  <a:lnTo>
                    <a:pt x="13171" y="1111"/>
                  </a:lnTo>
                  <a:lnTo>
                    <a:pt x="12072" y="0"/>
                  </a:lnTo>
                  <a:close/>
                </a:path>
              </a:pathLst>
            </a:custGeom>
            <a:solidFill>
              <a:srgbClr val="445D7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21" name="Google Shape;8279;p80">
              <a:extLst>
                <a:ext uri="{FF2B5EF4-FFF2-40B4-BE49-F238E27FC236}">
                  <a16:creationId xmlns:a16="http://schemas.microsoft.com/office/drawing/2014/main" id="{0BA88997-FEB4-961D-A1C3-55BFC37419C5}"/>
                </a:ext>
              </a:extLst>
            </p:cNvPr>
            <p:cNvSpPr/>
            <p:nvPr/>
          </p:nvSpPr>
          <p:spPr>
            <a:xfrm>
              <a:off x="1506825" y="1202875"/>
              <a:ext cx="349150" cy="287600"/>
            </a:xfrm>
            <a:custGeom>
              <a:avLst/>
              <a:gdLst/>
              <a:ahLst/>
              <a:cxnLst/>
              <a:rect l="l" t="t" r="r" b="b"/>
              <a:pathLst>
                <a:path w="13966" h="11504" extrusionOk="0">
                  <a:moveTo>
                    <a:pt x="12274" y="682"/>
                  </a:moveTo>
                  <a:lnTo>
                    <a:pt x="13006" y="1414"/>
                  </a:lnTo>
                  <a:lnTo>
                    <a:pt x="11238" y="2766"/>
                  </a:lnTo>
                  <a:lnTo>
                    <a:pt x="10064" y="6061"/>
                  </a:lnTo>
                  <a:lnTo>
                    <a:pt x="11478" y="9092"/>
                  </a:lnTo>
                  <a:lnTo>
                    <a:pt x="10683" y="10178"/>
                  </a:lnTo>
                  <a:lnTo>
                    <a:pt x="9129" y="10784"/>
                  </a:lnTo>
                  <a:lnTo>
                    <a:pt x="7059" y="9117"/>
                  </a:lnTo>
                  <a:lnTo>
                    <a:pt x="4975" y="10203"/>
                  </a:lnTo>
                  <a:lnTo>
                    <a:pt x="2399" y="10203"/>
                  </a:lnTo>
                  <a:lnTo>
                    <a:pt x="2134" y="8915"/>
                  </a:lnTo>
                  <a:lnTo>
                    <a:pt x="1465" y="7640"/>
                  </a:lnTo>
                  <a:lnTo>
                    <a:pt x="4937" y="7349"/>
                  </a:lnTo>
                  <a:lnTo>
                    <a:pt x="3245" y="6415"/>
                  </a:lnTo>
                  <a:lnTo>
                    <a:pt x="644" y="6415"/>
                  </a:lnTo>
                  <a:lnTo>
                    <a:pt x="644" y="4559"/>
                  </a:lnTo>
                  <a:lnTo>
                    <a:pt x="4495" y="4053"/>
                  </a:lnTo>
                  <a:lnTo>
                    <a:pt x="1781" y="3132"/>
                  </a:lnTo>
                  <a:lnTo>
                    <a:pt x="2008" y="2399"/>
                  </a:lnTo>
                  <a:lnTo>
                    <a:pt x="5253" y="1377"/>
                  </a:lnTo>
                  <a:lnTo>
                    <a:pt x="8208" y="2071"/>
                  </a:lnTo>
                  <a:lnTo>
                    <a:pt x="7627" y="4003"/>
                  </a:lnTo>
                  <a:lnTo>
                    <a:pt x="9193" y="5026"/>
                  </a:lnTo>
                  <a:lnTo>
                    <a:pt x="10190" y="1086"/>
                  </a:lnTo>
                  <a:lnTo>
                    <a:pt x="12274" y="682"/>
                  </a:lnTo>
                  <a:close/>
                  <a:moveTo>
                    <a:pt x="12488" y="0"/>
                  </a:moveTo>
                  <a:lnTo>
                    <a:pt x="9685" y="543"/>
                  </a:lnTo>
                  <a:lnTo>
                    <a:pt x="8801" y="4016"/>
                  </a:lnTo>
                  <a:lnTo>
                    <a:pt x="8372" y="3738"/>
                  </a:lnTo>
                  <a:lnTo>
                    <a:pt x="9003" y="1616"/>
                  </a:lnTo>
                  <a:lnTo>
                    <a:pt x="5228" y="733"/>
                  </a:lnTo>
                  <a:lnTo>
                    <a:pt x="1503" y="1907"/>
                  </a:lnTo>
                  <a:lnTo>
                    <a:pt x="998" y="3536"/>
                  </a:lnTo>
                  <a:lnTo>
                    <a:pt x="1717" y="3788"/>
                  </a:lnTo>
                  <a:lnTo>
                    <a:pt x="0" y="4003"/>
                  </a:lnTo>
                  <a:lnTo>
                    <a:pt x="0" y="7046"/>
                  </a:lnTo>
                  <a:lnTo>
                    <a:pt x="1010" y="7046"/>
                  </a:lnTo>
                  <a:lnTo>
                    <a:pt x="442" y="7097"/>
                  </a:lnTo>
                  <a:lnTo>
                    <a:pt x="1515" y="9079"/>
                  </a:lnTo>
                  <a:lnTo>
                    <a:pt x="1882" y="10834"/>
                  </a:lnTo>
                  <a:lnTo>
                    <a:pt x="5127" y="10834"/>
                  </a:lnTo>
                  <a:lnTo>
                    <a:pt x="6983" y="9862"/>
                  </a:lnTo>
                  <a:lnTo>
                    <a:pt x="9016" y="11503"/>
                  </a:lnTo>
                  <a:lnTo>
                    <a:pt x="11087" y="10708"/>
                  </a:lnTo>
                  <a:lnTo>
                    <a:pt x="12210" y="9167"/>
                  </a:lnTo>
                  <a:lnTo>
                    <a:pt x="10758" y="6023"/>
                  </a:lnTo>
                  <a:lnTo>
                    <a:pt x="11781" y="3144"/>
                  </a:lnTo>
                  <a:lnTo>
                    <a:pt x="13966" y="1490"/>
                  </a:lnTo>
                  <a:lnTo>
                    <a:pt x="12488" y="0"/>
                  </a:lnTo>
                  <a:close/>
                </a:path>
              </a:pathLst>
            </a:custGeom>
            <a:solidFill>
              <a:srgbClr val="CFD9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22" name="Google Shape;8280;p80">
              <a:extLst>
                <a:ext uri="{FF2B5EF4-FFF2-40B4-BE49-F238E27FC236}">
                  <a16:creationId xmlns:a16="http://schemas.microsoft.com/office/drawing/2014/main" id="{8F926D0C-A5B4-CE32-1667-C651A450E4BF}"/>
                </a:ext>
              </a:extLst>
            </p:cNvPr>
            <p:cNvSpPr/>
            <p:nvPr/>
          </p:nvSpPr>
          <p:spPr>
            <a:xfrm>
              <a:off x="1843950" y="1219275"/>
              <a:ext cx="96625" cy="163875"/>
            </a:xfrm>
            <a:custGeom>
              <a:avLst/>
              <a:gdLst/>
              <a:ahLst/>
              <a:cxnLst/>
              <a:rect l="l" t="t" r="r" b="b"/>
              <a:pathLst>
                <a:path w="3865" h="6555" extrusionOk="0">
                  <a:moveTo>
                    <a:pt x="2602" y="1"/>
                  </a:moveTo>
                  <a:lnTo>
                    <a:pt x="2046" y="1339"/>
                  </a:lnTo>
                  <a:lnTo>
                    <a:pt x="1466" y="3334"/>
                  </a:lnTo>
                  <a:lnTo>
                    <a:pt x="1024" y="1642"/>
                  </a:lnTo>
                  <a:lnTo>
                    <a:pt x="1" y="3246"/>
                  </a:lnTo>
                  <a:lnTo>
                    <a:pt x="392" y="5026"/>
                  </a:lnTo>
                  <a:lnTo>
                    <a:pt x="1024" y="6554"/>
                  </a:lnTo>
                  <a:lnTo>
                    <a:pt x="3057" y="5014"/>
                  </a:lnTo>
                  <a:lnTo>
                    <a:pt x="3865" y="3221"/>
                  </a:lnTo>
                  <a:lnTo>
                    <a:pt x="3865" y="1339"/>
                  </a:lnTo>
                  <a:lnTo>
                    <a:pt x="2602" y="1"/>
                  </a:lnTo>
                  <a:close/>
                </a:path>
              </a:pathLst>
            </a:custGeom>
            <a:solidFill>
              <a:srgbClr val="445D7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23" name="Google Shape;8281;p80">
              <a:extLst>
                <a:ext uri="{FF2B5EF4-FFF2-40B4-BE49-F238E27FC236}">
                  <a16:creationId xmlns:a16="http://schemas.microsoft.com/office/drawing/2014/main" id="{A362D9C6-8CBA-8286-540A-B1AA41CCE1E5}"/>
                </a:ext>
              </a:extLst>
            </p:cNvPr>
            <p:cNvSpPr/>
            <p:nvPr/>
          </p:nvSpPr>
          <p:spPr>
            <a:xfrm>
              <a:off x="1835425" y="1205075"/>
              <a:ext cx="113050" cy="190700"/>
            </a:xfrm>
            <a:custGeom>
              <a:avLst/>
              <a:gdLst/>
              <a:ahLst/>
              <a:cxnLst/>
              <a:rect l="l" t="t" r="r" b="b"/>
              <a:pathLst>
                <a:path w="4522" h="7628" extrusionOk="0">
                  <a:moveTo>
                    <a:pt x="3044" y="1150"/>
                  </a:moveTo>
                  <a:lnTo>
                    <a:pt x="3890" y="2034"/>
                  </a:lnTo>
                  <a:lnTo>
                    <a:pt x="3890" y="3726"/>
                  </a:lnTo>
                  <a:lnTo>
                    <a:pt x="3145" y="5380"/>
                  </a:lnTo>
                  <a:lnTo>
                    <a:pt x="1503" y="6630"/>
                  </a:lnTo>
                  <a:lnTo>
                    <a:pt x="1049" y="5519"/>
                  </a:lnTo>
                  <a:lnTo>
                    <a:pt x="683" y="3877"/>
                  </a:lnTo>
                  <a:lnTo>
                    <a:pt x="1238" y="2981"/>
                  </a:lnTo>
                  <a:lnTo>
                    <a:pt x="1781" y="5089"/>
                  </a:lnTo>
                  <a:lnTo>
                    <a:pt x="2678" y="2034"/>
                  </a:lnTo>
                  <a:lnTo>
                    <a:pt x="3044" y="1150"/>
                  </a:lnTo>
                  <a:close/>
                  <a:moveTo>
                    <a:pt x="2842" y="1"/>
                  </a:moveTo>
                  <a:lnTo>
                    <a:pt x="2084" y="1819"/>
                  </a:lnTo>
                  <a:lnTo>
                    <a:pt x="1819" y="2715"/>
                  </a:lnTo>
                  <a:lnTo>
                    <a:pt x="1491" y="1427"/>
                  </a:lnTo>
                  <a:lnTo>
                    <a:pt x="1" y="3763"/>
                  </a:lnTo>
                  <a:lnTo>
                    <a:pt x="443" y="5708"/>
                  </a:lnTo>
                  <a:lnTo>
                    <a:pt x="1238" y="7627"/>
                  </a:lnTo>
                  <a:lnTo>
                    <a:pt x="3650" y="5784"/>
                  </a:lnTo>
                  <a:lnTo>
                    <a:pt x="4496" y="3915"/>
                  </a:lnTo>
                  <a:lnTo>
                    <a:pt x="4521" y="1781"/>
                  </a:lnTo>
                  <a:lnTo>
                    <a:pt x="2842" y="1"/>
                  </a:lnTo>
                  <a:close/>
                </a:path>
              </a:pathLst>
            </a:custGeom>
            <a:solidFill>
              <a:srgbClr val="CFD9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24" name="Google Shape;8282;p80">
              <a:extLst>
                <a:ext uri="{FF2B5EF4-FFF2-40B4-BE49-F238E27FC236}">
                  <a16:creationId xmlns:a16="http://schemas.microsoft.com/office/drawing/2014/main" id="{26C4261F-5E67-1C9A-3155-05F0A89E542B}"/>
                </a:ext>
              </a:extLst>
            </p:cNvPr>
            <p:cNvSpPr/>
            <p:nvPr/>
          </p:nvSpPr>
          <p:spPr>
            <a:xfrm>
              <a:off x="1794700" y="1458875"/>
              <a:ext cx="74850" cy="69800"/>
            </a:xfrm>
            <a:custGeom>
              <a:avLst/>
              <a:gdLst/>
              <a:ahLst/>
              <a:cxnLst/>
              <a:rect l="l" t="t" r="r" b="b"/>
              <a:pathLst>
                <a:path w="2994" h="2792" extrusionOk="0">
                  <a:moveTo>
                    <a:pt x="1971" y="1"/>
                  </a:moveTo>
                  <a:lnTo>
                    <a:pt x="872" y="847"/>
                  </a:lnTo>
                  <a:lnTo>
                    <a:pt x="1" y="1465"/>
                  </a:lnTo>
                  <a:lnTo>
                    <a:pt x="1504" y="2791"/>
                  </a:lnTo>
                  <a:lnTo>
                    <a:pt x="2994" y="2791"/>
                  </a:lnTo>
                  <a:lnTo>
                    <a:pt x="1971" y="1"/>
                  </a:lnTo>
                  <a:close/>
                </a:path>
              </a:pathLst>
            </a:custGeom>
            <a:solidFill>
              <a:srgbClr val="445D7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25" name="Google Shape;8283;p80">
              <a:extLst>
                <a:ext uri="{FF2B5EF4-FFF2-40B4-BE49-F238E27FC236}">
                  <a16:creationId xmlns:a16="http://schemas.microsoft.com/office/drawing/2014/main" id="{97687627-1681-9517-47FF-7E0171A74320}"/>
                </a:ext>
              </a:extLst>
            </p:cNvPr>
            <p:cNvSpPr/>
            <p:nvPr/>
          </p:nvSpPr>
          <p:spPr>
            <a:xfrm>
              <a:off x="1782075" y="1445925"/>
              <a:ext cx="98850" cy="90625"/>
            </a:xfrm>
            <a:custGeom>
              <a:avLst/>
              <a:gdLst/>
              <a:ahLst/>
              <a:cxnLst/>
              <a:rect l="l" t="t" r="r" b="b"/>
              <a:pathLst>
                <a:path w="3954" h="3625" extrusionOk="0">
                  <a:moveTo>
                    <a:pt x="2324" y="1024"/>
                  </a:moveTo>
                  <a:lnTo>
                    <a:pt x="3057" y="2994"/>
                  </a:lnTo>
                  <a:lnTo>
                    <a:pt x="2122" y="2994"/>
                  </a:lnTo>
                  <a:lnTo>
                    <a:pt x="1011" y="2009"/>
                  </a:lnTo>
                  <a:lnTo>
                    <a:pt x="2324" y="1024"/>
                  </a:lnTo>
                  <a:close/>
                  <a:moveTo>
                    <a:pt x="2627" y="1"/>
                  </a:moveTo>
                  <a:lnTo>
                    <a:pt x="1188" y="1112"/>
                  </a:lnTo>
                  <a:lnTo>
                    <a:pt x="1" y="1958"/>
                  </a:lnTo>
                  <a:lnTo>
                    <a:pt x="1882" y="3625"/>
                  </a:lnTo>
                  <a:lnTo>
                    <a:pt x="3953" y="3625"/>
                  </a:lnTo>
                  <a:lnTo>
                    <a:pt x="2627" y="1"/>
                  </a:lnTo>
                  <a:close/>
                </a:path>
              </a:pathLst>
            </a:custGeom>
            <a:solidFill>
              <a:srgbClr val="CFD9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26" name="Google Shape;8284;p80">
              <a:extLst>
                <a:ext uri="{FF2B5EF4-FFF2-40B4-BE49-F238E27FC236}">
                  <a16:creationId xmlns:a16="http://schemas.microsoft.com/office/drawing/2014/main" id="{0A20BB11-CFFA-40E5-68B2-9391FD26C903}"/>
                </a:ext>
              </a:extLst>
            </p:cNvPr>
            <p:cNvSpPr/>
            <p:nvPr/>
          </p:nvSpPr>
          <p:spPr>
            <a:xfrm>
              <a:off x="241275" y="1079650"/>
              <a:ext cx="2559200" cy="3887025"/>
            </a:xfrm>
            <a:custGeom>
              <a:avLst/>
              <a:gdLst/>
              <a:ahLst/>
              <a:cxnLst/>
              <a:rect l="l" t="t" r="r" b="b"/>
              <a:pathLst>
                <a:path w="102368" h="155481" extrusionOk="0">
                  <a:moveTo>
                    <a:pt x="22033" y="0"/>
                  </a:moveTo>
                  <a:cubicBezTo>
                    <a:pt x="21541" y="0"/>
                    <a:pt x="20848" y="207"/>
                    <a:pt x="19875" y="825"/>
                  </a:cubicBezTo>
                  <a:cubicBezTo>
                    <a:pt x="16958" y="2669"/>
                    <a:pt x="16718" y="2669"/>
                    <a:pt x="16718" y="2669"/>
                  </a:cubicBezTo>
                  <a:lnTo>
                    <a:pt x="14357" y="4096"/>
                  </a:lnTo>
                  <a:lnTo>
                    <a:pt x="14357" y="5043"/>
                  </a:lnTo>
                  <a:lnTo>
                    <a:pt x="15304" y="8351"/>
                  </a:lnTo>
                  <a:lnTo>
                    <a:pt x="15532" y="10056"/>
                  </a:lnTo>
                  <a:lnTo>
                    <a:pt x="13423" y="9450"/>
                  </a:lnTo>
                  <a:lnTo>
                    <a:pt x="12665" y="8869"/>
                  </a:lnTo>
                  <a:lnTo>
                    <a:pt x="10051" y="10043"/>
                  </a:lnTo>
                  <a:lnTo>
                    <a:pt x="9319" y="11584"/>
                  </a:lnTo>
                  <a:lnTo>
                    <a:pt x="9319" y="12606"/>
                  </a:lnTo>
                  <a:lnTo>
                    <a:pt x="11920" y="12998"/>
                  </a:lnTo>
                  <a:lnTo>
                    <a:pt x="13890" y="12846"/>
                  </a:lnTo>
                  <a:lnTo>
                    <a:pt x="13890" y="12846"/>
                  </a:lnTo>
                  <a:lnTo>
                    <a:pt x="12236" y="14854"/>
                  </a:lnTo>
                  <a:lnTo>
                    <a:pt x="9281" y="15447"/>
                  </a:lnTo>
                  <a:lnTo>
                    <a:pt x="7324" y="17884"/>
                  </a:lnTo>
                  <a:lnTo>
                    <a:pt x="5922" y="20094"/>
                  </a:lnTo>
                  <a:lnTo>
                    <a:pt x="6478" y="22228"/>
                  </a:lnTo>
                  <a:lnTo>
                    <a:pt x="7665" y="23491"/>
                  </a:lnTo>
                  <a:lnTo>
                    <a:pt x="9559" y="25069"/>
                  </a:lnTo>
                  <a:cubicBezTo>
                    <a:pt x="9559" y="25069"/>
                    <a:pt x="8448" y="26534"/>
                    <a:pt x="8372" y="26862"/>
                  </a:cubicBezTo>
                  <a:cubicBezTo>
                    <a:pt x="8296" y="27191"/>
                    <a:pt x="2841" y="30196"/>
                    <a:pt x="2841" y="30196"/>
                  </a:cubicBezTo>
                  <a:lnTo>
                    <a:pt x="0" y="31610"/>
                  </a:lnTo>
                  <a:lnTo>
                    <a:pt x="0" y="31610"/>
                  </a:lnTo>
                  <a:lnTo>
                    <a:pt x="4344" y="30903"/>
                  </a:lnTo>
                  <a:lnTo>
                    <a:pt x="10178" y="28529"/>
                  </a:lnTo>
                  <a:lnTo>
                    <a:pt x="12476" y="25852"/>
                  </a:lnTo>
                  <a:lnTo>
                    <a:pt x="14446" y="24110"/>
                  </a:lnTo>
                  <a:lnTo>
                    <a:pt x="16883" y="22380"/>
                  </a:lnTo>
                  <a:lnTo>
                    <a:pt x="15393" y="25132"/>
                  </a:lnTo>
                  <a:lnTo>
                    <a:pt x="17287" y="24741"/>
                  </a:lnTo>
                  <a:cubicBezTo>
                    <a:pt x="17287" y="24741"/>
                    <a:pt x="19648" y="24034"/>
                    <a:pt x="19812" y="23794"/>
                  </a:cubicBezTo>
                  <a:cubicBezTo>
                    <a:pt x="19818" y="23784"/>
                    <a:pt x="19832" y="23779"/>
                    <a:pt x="19854" y="23779"/>
                  </a:cubicBezTo>
                  <a:cubicBezTo>
                    <a:pt x="20342" y="23779"/>
                    <a:pt x="24610" y="26319"/>
                    <a:pt x="24610" y="26319"/>
                  </a:cubicBezTo>
                  <a:lnTo>
                    <a:pt x="26113" y="29085"/>
                  </a:lnTo>
                  <a:lnTo>
                    <a:pt x="26820" y="33100"/>
                  </a:lnTo>
                  <a:lnTo>
                    <a:pt x="26189" y="36105"/>
                  </a:lnTo>
                  <a:lnTo>
                    <a:pt x="25633" y="38151"/>
                  </a:lnTo>
                  <a:lnTo>
                    <a:pt x="26429" y="40045"/>
                  </a:lnTo>
                  <a:lnTo>
                    <a:pt x="27376" y="37040"/>
                  </a:lnTo>
                  <a:lnTo>
                    <a:pt x="28474" y="36105"/>
                  </a:lnTo>
                  <a:lnTo>
                    <a:pt x="29194" y="40512"/>
                  </a:lnTo>
                  <a:lnTo>
                    <a:pt x="30457" y="43505"/>
                  </a:lnTo>
                  <a:lnTo>
                    <a:pt x="28083" y="42015"/>
                  </a:lnTo>
                  <a:lnTo>
                    <a:pt x="27856" y="43505"/>
                  </a:lnTo>
                  <a:lnTo>
                    <a:pt x="29585" y="47293"/>
                  </a:lnTo>
                  <a:lnTo>
                    <a:pt x="29346" y="49894"/>
                  </a:lnTo>
                  <a:lnTo>
                    <a:pt x="28083" y="52419"/>
                  </a:lnTo>
                  <a:lnTo>
                    <a:pt x="27616" y="56763"/>
                  </a:lnTo>
                  <a:lnTo>
                    <a:pt x="27931" y="61258"/>
                  </a:lnTo>
                  <a:lnTo>
                    <a:pt x="29661" y="64011"/>
                  </a:lnTo>
                  <a:lnTo>
                    <a:pt x="31404" y="65198"/>
                  </a:lnTo>
                  <a:lnTo>
                    <a:pt x="32666" y="68670"/>
                  </a:lnTo>
                  <a:lnTo>
                    <a:pt x="33538" y="71713"/>
                  </a:lnTo>
                  <a:lnTo>
                    <a:pt x="34081" y="73708"/>
                  </a:lnTo>
                  <a:lnTo>
                    <a:pt x="36631" y="76398"/>
                  </a:lnTo>
                  <a:lnTo>
                    <a:pt x="36631" y="76398"/>
                  </a:lnTo>
                  <a:lnTo>
                    <a:pt x="36050" y="73241"/>
                  </a:lnTo>
                  <a:lnTo>
                    <a:pt x="34560" y="71347"/>
                  </a:lnTo>
                  <a:lnTo>
                    <a:pt x="33929" y="66852"/>
                  </a:lnTo>
                  <a:lnTo>
                    <a:pt x="35343" y="68506"/>
                  </a:lnTo>
                  <a:lnTo>
                    <a:pt x="36215" y="71713"/>
                  </a:lnTo>
                  <a:lnTo>
                    <a:pt x="38424" y="73784"/>
                  </a:lnTo>
                  <a:lnTo>
                    <a:pt x="40470" y="77332"/>
                  </a:lnTo>
                  <a:lnTo>
                    <a:pt x="40634" y="79618"/>
                  </a:lnTo>
                  <a:lnTo>
                    <a:pt x="42288" y="81436"/>
                  </a:lnTo>
                  <a:lnTo>
                    <a:pt x="46241" y="82623"/>
                  </a:lnTo>
                  <a:lnTo>
                    <a:pt x="49082" y="84113"/>
                  </a:lnTo>
                  <a:lnTo>
                    <a:pt x="49940" y="83557"/>
                  </a:lnTo>
                  <a:lnTo>
                    <a:pt x="52541" y="85616"/>
                  </a:lnTo>
                  <a:lnTo>
                    <a:pt x="55458" y="86247"/>
                  </a:lnTo>
                  <a:lnTo>
                    <a:pt x="57428" y="88457"/>
                  </a:lnTo>
                  <a:lnTo>
                    <a:pt x="58855" y="90035"/>
                  </a:lnTo>
                  <a:lnTo>
                    <a:pt x="61380" y="91373"/>
                  </a:lnTo>
                  <a:lnTo>
                    <a:pt x="62643" y="90275"/>
                  </a:lnTo>
                  <a:lnTo>
                    <a:pt x="64221" y="92081"/>
                  </a:lnTo>
                  <a:lnTo>
                    <a:pt x="63906" y="95553"/>
                  </a:lnTo>
                  <a:lnTo>
                    <a:pt x="62378" y="97346"/>
                  </a:lnTo>
                  <a:lnTo>
                    <a:pt x="61595" y="99644"/>
                  </a:lnTo>
                  <a:lnTo>
                    <a:pt x="61355" y="101854"/>
                  </a:lnTo>
                  <a:lnTo>
                    <a:pt x="60875" y="103028"/>
                  </a:lnTo>
                  <a:lnTo>
                    <a:pt x="63325" y="105629"/>
                  </a:lnTo>
                  <a:lnTo>
                    <a:pt x="65459" y="108862"/>
                  </a:lnTo>
                  <a:lnTo>
                    <a:pt x="67580" y="112170"/>
                  </a:lnTo>
                  <a:lnTo>
                    <a:pt x="69550" y="113281"/>
                  </a:lnTo>
                  <a:lnTo>
                    <a:pt x="70813" y="115011"/>
                  </a:lnTo>
                  <a:lnTo>
                    <a:pt x="71293" y="119746"/>
                  </a:lnTo>
                  <a:lnTo>
                    <a:pt x="71532" y="123610"/>
                  </a:lnTo>
                  <a:lnTo>
                    <a:pt x="71293" y="127562"/>
                  </a:lnTo>
                  <a:lnTo>
                    <a:pt x="71444" y="129608"/>
                  </a:lnTo>
                  <a:lnTo>
                    <a:pt x="70661" y="132765"/>
                  </a:lnTo>
                  <a:lnTo>
                    <a:pt x="70585" y="135214"/>
                  </a:lnTo>
                  <a:lnTo>
                    <a:pt x="70813" y="138220"/>
                  </a:lnTo>
                  <a:lnTo>
                    <a:pt x="72151" y="139167"/>
                  </a:lnTo>
                  <a:lnTo>
                    <a:pt x="70346" y="143334"/>
                  </a:lnTo>
                  <a:lnTo>
                    <a:pt x="71684" y="145392"/>
                  </a:lnTo>
                  <a:lnTo>
                    <a:pt x="72000" y="147210"/>
                  </a:lnTo>
                  <a:lnTo>
                    <a:pt x="73225" y="150998"/>
                  </a:lnTo>
                  <a:lnTo>
                    <a:pt x="75548" y="154344"/>
                  </a:lnTo>
                  <a:lnTo>
                    <a:pt x="77278" y="155481"/>
                  </a:lnTo>
                  <a:lnTo>
                    <a:pt x="80283" y="155481"/>
                  </a:lnTo>
                  <a:lnTo>
                    <a:pt x="81546" y="153991"/>
                  </a:lnTo>
                  <a:lnTo>
                    <a:pt x="78313" y="152248"/>
                  </a:lnTo>
                  <a:lnTo>
                    <a:pt x="77126" y="149331"/>
                  </a:lnTo>
                  <a:cubicBezTo>
                    <a:pt x="77126" y="149331"/>
                    <a:pt x="75864" y="148826"/>
                    <a:pt x="77050" y="147399"/>
                  </a:cubicBezTo>
                  <a:cubicBezTo>
                    <a:pt x="78237" y="145985"/>
                    <a:pt x="78237" y="145960"/>
                    <a:pt x="78237" y="145960"/>
                  </a:cubicBezTo>
                  <a:lnTo>
                    <a:pt x="78553" y="144925"/>
                  </a:lnTo>
                  <a:lnTo>
                    <a:pt x="76899" y="143738"/>
                  </a:lnTo>
                  <a:lnTo>
                    <a:pt x="77758" y="142083"/>
                  </a:lnTo>
                  <a:lnTo>
                    <a:pt x="78553" y="141528"/>
                  </a:lnTo>
                  <a:lnTo>
                    <a:pt x="78945" y="139318"/>
                  </a:lnTo>
                  <a:lnTo>
                    <a:pt x="78389" y="138055"/>
                  </a:lnTo>
                  <a:lnTo>
                    <a:pt x="78465" y="136957"/>
                  </a:lnTo>
                  <a:lnTo>
                    <a:pt x="79892" y="137108"/>
                  </a:lnTo>
                  <a:lnTo>
                    <a:pt x="79967" y="135530"/>
                  </a:lnTo>
                  <a:lnTo>
                    <a:pt x="79967" y="134962"/>
                  </a:lnTo>
                  <a:lnTo>
                    <a:pt x="81861" y="134406"/>
                  </a:lnTo>
                  <a:lnTo>
                    <a:pt x="83755" y="133926"/>
                  </a:lnTo>
                  <a:lnTo>
                    <a:pt x="83755" y="131805"/>
                  </a:lnTo>
                  <a:lnTo>
                    <a:pt x="83604" y="130542"/>
                  </a:lnTo>
                  <a:lnTo>
                    <a:pt x="83516" y="129595"/>
                  </a:lnTo>
                  <a:lnTo>
                    <a:pt x="86205" y="130063"/>
                  </a:lnTo>
                  <a:lnTo>
                    <a:pt x="87821" y="128484"/>
                  </a:lnTo>
                  <a:lnTo>
                    <a:pt x="89261" y="126047"/>
                  </a:lnTo>
                  <a:lnTo>
                    <a:pt x="90612" y="124065"/>
                  </a:lnTo>
                  <a:lnTo>
                    <a:pt x="91079" y="121312"/>
                  </a:lnTo>
                  <a:lnTo>
                    <a:pt x="93605" y="119570"/>
                  </a:lnTo>
                  <a:lnTo>
                    <a:pt x="96294" y="118155"/>
                  </a:lnTo>
                  <a:lnTo>
                    <a:pt x="97633" y="117360"/>
                  </a:lnTo>
                  <a:lnTo>
                    <a:pt x="98188" y="113572"/>
                  </a:lnTo>
                  <a:lnTo>
                    <a:pt x="99047" y="110415"/>
                  </a:lnTo>
                  <a:lnTo>
                    <a:pt x="99451" y="108445"/>
                  </a:lnTo>
                  <a:lnTo>
                    <a:pt x="101257" y="106160"/>
                  </a:lnTo>
                  <a:lnTo>
                    <a:pt x="102368" y="104190"/>
                  </a:lnTo>
                  <a:lnTo>
                    <a:pt x="101332" y="102296"/>
                  </a:lnTo>
                  <a:cubicBezTo>
                    <a:pt x="101332" y="102296"/>
                    <a:pt x="101888" y="102220"/>
                    <a:pt x="98655" y="100957"/>
                  </a:cubicBezTo>
                  <a:lnTo>
                    <a:pt x="95423" y="99695"/>
                  </a:lnTo>
                  <a:lnTo>
                    <a:pt x="93529" y="99379"/>
                  </a:lnTo>
                  <a:lnTo>
                    <a:pt x="91471" y="98596"/>
                  </a:lnTo>
                  <a:lnTo>
                    <a:pt x="89185" y="97649"/>
                  </a:lnTo>
                  <a:lnTo>
                    <a:pt x="88011" y="94884"/>
                  </a:lnTo>
                  <a:lnTo>
                    <a:pt x="86508" y="92750"/>
                  </a:lnTo>
                  <a:lnTo>
                    <a:pt x="83124" y="91651"/>
                  </a:lnTo>
                  <a:lnTo>
                    <a:pt x="80914" y="91411"/>
                  </a:lnTo>
                  <a:lnTo>
                    <a:pt x="78616" y="89202"/>
                  </a:lnTo>
                  <a:lnTo>
                    <a:pt x="76571" y="88015"/>
                  </a:lnTo>
                  <a:lnTo>
                    <a:pt x="74121" y="87787"/>
                  </a:lnTo>
                  <a:lnTo>
                    <a:pt x="71596" y="87156"/>
                  </a:lnTo>
                  <a:lnTo>
                    <a:pt x="68755" y="87232"/>
                  </a:lnTo>
                  <a:cubicBezTo>
                    <a:pt x="68755" y="87232"/>
                    <a:pt x="65522" y="88179"/>
                    <a:pt x="65446" y="88495"/>
                  </a:cubicBezTo>
                  <a:cubicBezTo>
                    <a:pt x="65358" y="88810"/>
                    <a:pt x="64903" y="90174"/>
                    <a:pt x="64903" y="90174"/>
                  </a:cubicBezTo>
                  <a:lnTo>
                    <a:pt x="63325" y="88911"/>
                  </a:lnTo>
                  <a:lnTo>
                    <a:pt x="61595" y="89467"/>
                  </a:lnTo>
                  <a:lnTo>
                    <a:pt x="59852" y="88596"/>
                  </a:lnTo>
                  <a:lnTo>
                    <a:pt x="58590" y="85994"/>
                  </a:lnTo>
                  <a:lnTo>
                    <a:pt x="59385" y="83949"/>
                  </a:lnTo>
                  <a:lnTo>
                    <a:pt x="57491" y="83317"/>
                  </a:lnTo>
                  <a:lnTo>
                    <a:pt x="54966" y="83002"/>
                  </a:lnTo>
                  <a:lnTo>
                    <a:pt x="55673" y="81032"/>
                  </a:lnTo>
                  <a:lnTo>
                    <a:pt x="56380" y="79643"/>
                  </a:lnTo>
                  <a:lnTo>
                    <a:pt x="56532" y="78507"/>
                  </a:lnTo>
                  <a:lnTo>
                    <a:pt x="53779" y="78507"/>
                  </a:lnTo>
                  <a:lnTo>
                    <a:pt x="52592" y="80476"/>
                  </a:lnTo>
                  <a:lnTo>
                    <a:pt x="49915" y="81423"/>
                  </a:lnTo>
                  <a:lnTo>
                    <a:pt x="47933" y="78747"/>
                  </a:lnTo>
                  <a:lnTo>
                    <a:pt x="47541" y="75160"/>
                  </a:lnTo>
                  <a:lnTo>
                    <a:pt x="48412" y="72218"/>
                  </a:lnTo>
                  <a:lnTo>
                    <a:pt x="51165" y="70173"/>
                  </a:lnTo>
                  <a:lnTo>
                    <a:pt x="54095" y="69769"/>
                  </a:lnTo>
                  <a:lnTo>
                    <a:pt x="55433" y="70880"/>
                  </a:lnTo>
                  <a:lnTo>
                    <a:pt x="56064" y="69693"/>
                  </a:lnTo>
                  <a:lnTo>
                    <a:pt x="58198" y="69693"/>
                  </a:lnTo>
                  <a:lnTo>
                    <a:pt x="60964" y="70552"/>
                  </a:lnTo>
                  <a:lnTo>
                    <a:pt x="61191" y="72521"/>
                  </a:lnTo>
                  <a:lnTo>
                    <a:pt x="62529" y="74567"/>
                  </a:lnTo>
                  <a:lnTo>
                    <a:pt x="62933" y="72484"/>
                  </a:lnTo>
                  <a:lnTo>
                    <a:pt x="62769" y="68759"/>
                  </a:lnTo>
                  <a:lnTo>
                    <a:pt x="63805" y="66852"/>
                  </a:lnTo>
                  <a:lnTo>
                    <a:pt x="66797" y="64806"/>
                  </a:lnTo>
                  <a:lnTo>
                    <a:pt x="68300" y="62281"/>
                  </a:lnTo>
                  <a:lnTo>
                    <a:pt x="69083" y="60248"/>
                  </a:lnTo>
                  <a:lnTo>
                    <a:pt x="71684" y="57697"/>
                  </a:lnTo>
                  <a:lnTo>
                    <a:pt x="73338" y="57697"/>
                  </a:lnTo>
                  <a:lnTo>
                    <a:pt x="74197" y="55412"/>
                  </a:lnTo>
                  <a:lnTo>
                    <a:pt x="76722" y="53758"/>
                  </a:lnTo>
                  <a:lnTo>
                    <a:pt x="77833" y="55488"/>
                  </a:lnTo>
                  <a:lnTo>
                    <a:pt x="79879" y="54187"/>
                  </a:lnTo>
                  <a:lnTo>
                    <a:pt x="83351" y="52748"/>
                  </a:lnTo>
                  <a:lnTo>
                    <a:pt x="82569" y="51876"/>
                  </a:lnTo>
                  <a:lnTo>
                    <a:pt x="79412" y="52104"/>
                  </a:lnTo>
                  <a:lnTo>
                    <a:pt x="78692" y="50525"/>
                  </a:lnTo>
                  <a:lnTo>
                    <a:pt x="78692" y="49187"/>
                  </a:lnTo>
                  <a:lnTo>
                    <a:pt x="77833" y="48707"/>
                  </a:lnTo>
                  <a:lnTo>
                    <a:pt x="76091" y="49502"/>
                  </a:lnTo>
                  <a:lnTo>
                    <a:pt x="78540" y="48240"/>
                  </a:lnTo>
                  <a:lnTo>
                    <a:pt x="80902" y="48240"/>
                  </a:lnTo>
                  <a:lnTo>
                    <a:pt x="83111" y="48391"/>
                  </a:lnTo>
                  <a:lnTo>
                    <a:pt x="85725" y="46901"/>
                  </a:lnTo>
                  <a:cubicBezTo>
                    <a:pt x="85725" y="46901"/>
                    <a:pt x="87619" y="45474"/>
                    <a:pt x="87695" y="45361"/>
                  </a:cubicBezTo>
                  <a:cubicBezTo>
                    <a:pt x="87771" y="45247"/>
                    <a:pt x="86041" y="42204"/>
                    <a:pt x="86041" y="42204"/>
                  </a:cubicBezTo>
                  <a:lnTo>
                    <a:pt x="83983" y="40297"/>
                  </a:lnTo>
                  <a:lnTo>
                    <a:pt x="83591" y="38151"/>
                  </a:lnTo>
                  <a:lnTo>
                    <a:pt x="83111" y="33820"/>
                  </a:lnTo>
                  <a:lnTo>
                    <a:pt x="81066" y="36105"/>
                  </a:lnTo>
                  <a:lnTo>
                    <a:pt x="79172" y="35701"/>
                  </a:lnTo>
                  <a:lnTo>
                    <a:pt x="78856" y="33656"/>
                  </a:lnTo>
                  <a:lnTo>
                    <a:pt x="79639" y="32203"/>
                  </a:lnTo>
                  <a:lnTo>
                    <a:pt x="77909" y="31724"/>
                  </a:lnTo>
                  <a:lnTo>
                    <a:pt x="76798" y="30575"/>
                  </a:lnTo>
                  <a:lnTo>
                    <a:pt x="73957" y="30575"/>
                  </a:lnTo>
                  <a:lnTo>
                    <a:pt x="73098" y="30650"/>
                  </a:lnTo>
                  <a:lnTo>
                    <a:pt x="73010" y="33491"/>
                  </a:lnTo>
                  <a:lnTo>
                    <a:pt x="71671" y="34918"/>
                  </a:lnTo>
                  <a:lnTo>
                    <a:pt x="72467" y="36156"/>
                  </a:lnTo>
                  <a:lnTo>
                    <a:pt x="72694" y="38479"/>
                  </a:lnTo>
                  <a:lnTo>
                    <a:pt x="70573" y="40285"/>
                  </a:lnTo>
                  <a:lnTo>
                    <a:pt x="68603" y="40979"/>
                  </a:lnTo>
                  <a:lnTo>
                    <a:pt x="68603" y="44136"/>
                  </a:lnTo>
                  <a:lnTo>
                    <a:pt x="67340" y="44767"/>
                  </a:lnTo>
                  <a:lnTo>
                    <a:pt x="65913" y="42962"/>
                  </a:lnTo>
                  <a:lnTo>
                    <a:pt x="66545" y="40196"/>
                  </a:lnTo>
                  <a:lnTo>
                    <a:pt x="64386" y="39098"/>
                  </a:lnTo>
                  <a:lnTo>
                    <a:pt x="62113" y="37747"/>
                  </a:lnTo>
                  <a:lnTo>
                    <a:pt x="61115" y="36888"/>
                  </a:lnTo>
                  <a:lnTo>
                    <a:pt x="60092" y="36888"/>
                  </a:lnTo>
                  <a:lnTo>
                    <a:pt x="59852" y="34123"/>
                  </a:lnTo>
                  <a:lnTo>
                    <a:pt x="60244" y="31686"/>
                  </a:lnTo>
                  <a:lnTo>
                    <a:pt x="61088" y="29679"/>
                  </a:lnTo>
                  <a:lnTo>
                    <a:pt x="61088" y="29679"/>
                  </a:lnTo>
                  <a:cubicBezTo>
                    <a:pt x="61170" y="29674"/>
                    <a:pt x="61518" y="29543"/>
                    <a:pt x="62694" y="28958"/>
                  </a:cubicBezTo>
                  <a:cubicBezTo>
                    <a:pt x="63454" y="28578"/>
                    <a:pt x="63639" y="28510"/>
                    <a:pt x="63679" y="28510"/>
                  </a:cubicBezTo>
                  <a:cubicBezTo>
                    <a:pt x="63702" y="28510"/>
                    <a:pt x="63680" y="28531"/>
                    <a:pt x="63688" y="28531"/>
                  </a:cubicBezTo>
                  <a:cubicBezTo>
                    <a:pt x="63704" y="28531"/>
                    <a:pt x="63843" y="28444"/>
                    <a:pt x="64739" y="27910"/>
                  </a:cubicBezTo>
                  <a:cubicBezTo>
                    <a:pt x="66873" y="26648"/>
                    <a:pt x="66873" y="26648"/>
                    <a:pt x="66873" y="26648"/>
                  </a:cubicBezTo>
                  <a:lnTo>
                    <a:pt x="68451" y="25145"/>
                  </a:lnTo>
                  <a:lnTo>
                    <a:pt x="69714" y="23870"/>
                  </a:lnTo>
                  <a:lnTo>
                    <a:pt x="70585" y="23642"/>
                  </a:lnTo>
                  <a:lnTo>
                    <a:pt x="73969" y="23642"/>
                  </a:lnTo>
                  <a:lnTo>
                    <a:pt x="74121" y="21597"/>
                  </a:lnTo>
                  <a:lnTo>
                    <a:pt x="75144" y="19779"/>
                  </a:lnTo>
                  <a:lnTo>
                    <a:pt x="74677" y="18049"/>
                  </a:lnTo>
                  <a:lnTo>
                    <a:pt x="73035" y="16660"/>
                  </a:lnTo>
                  <a:lnTo>
                    <a:pt x="71987" y="18693"/>
                  </a:lnTo>
                  <a:lnTo>
                    <a:pt x="70371" y="19943"/>
                  </a:lnTo>
                  <a:lnTo>
                    <a:pt x="69234" y="20726"/>
                  </a:lnTo>
                  <a:lnTo>
                    <a:pt x="69234" y="18276"/>
                  </a:lnTo>
                  <a:lnTo>
                    <a:pt x="69487" y="17013"/>
                  </a:lnTo>
                  <a:lnTo>
                    <a:pt x="69487" y="17013"/>
                  </a:lnTo>
                  <a:lnTo>
                    <a:pt x="68439" y="17960"/>
                  </a:lnTo>
                  <a:lnTo>
                    <a:pt x="67403" y="15599"/>
                  </a:lnTo>
                  <a:lnTo>
                    <a:pt x="68565" y="14336"/>
                  </a:lnTo>
                  <a:lnTo>
                    <a:pt x="69373" y="12594"/>
                  </a:lnTo>
                  <a:lnTo>
                    <a:pt x="70636" y="9841"/>
                  </a:lnTo>
                  <a:lnTo>
                    <a:pt x="71633" y="9450"/>
                  </a:lnTo>
                  <a:lnTo>
                    <a:pt x="73401" y="7783"/>
                  </a:lnTo>
                  <a:lnTo>
                    <a:pt x="72618" y="7379"/>
                  </a:lnTo>
                  <a:lnTo>
                    <a:pt x="71633" y="7240"/>
                  </a:lnTo>
                  <a:lnTo>
                    <a:pt x="69234" y="7240"/>
                  </a:lnTo>
                  <a:lnTo>
                    <a:pt x="69234" y="9450"/>
                  </a:lnTo>
                  <a:lnTo>
                    <a:pt x="67164" y="12152"/>
                  </a:lnTo>
                  <a:lnTo>
                    <a:pt x="65408" y="14854"/>
                  </a:lnTo>
                  <a:lnTo>
                    <a:pt x="66280" y="16091"/>
                  </a:lnTo>
                  <a:lnTo>
                    <a:pt x="65926" y="18516"/>
                  </a:lnTo>
                  <a:lnTo>
                    <a:pt x="62921" y="20094"/>
                  </a:lnTo>
                  <a:lnTo>
                    <a:pt x="62921" y="18276"/>
                  </a:lnTo>
                  <a:lnTo>
                    <a:pt x="61191" y="18124"/>
                  </a:lnTo>
                  <a:lnTo>
                    <a:pt x="59701" y="19299"/>
                  </a:lnTo>
                  <a:lnTo>
                    <a:pt x="57845" y="16698"/>
                  </a:lnTo>
                  <a:lnTo>
                    <a:pt x="55673" y="16698"/>
                  </a:lnTo>
                  <a:lnTo>
                    <a:pt x="54966" y="18049"/>
                  </a:lnTo>
                  <a:lnTo>
                    <a:pt x="54259" y="19071"/>
                  </a:lnTo>
                  <a:lnTo>
                    <a:pt x="53223" y="16786"/>
                  </a:lnTo>
                  <a:cubicBezTo>
                    <a:pt x="53223" y="16786"/>
                    <a:pt x="52623" y="16998"/>
                    <a:pt x="52038" y="16998"/>
                  </a:cubicBezTo>
                  <a:cubicBezTo>
                    <a:pt x="51500" y="16998"/>
                    <a:pt x="50974" y="16819"/>
                    <a:pt x="50938" y="16129"/>
                  </a:cubicBezTo>
                  <a:cubicBezTo>
                    <a:pt x="50862" y="14690"/>
                    <a:pt x="50862" y="14677"/>
                    <a:pt x="50862" y="14677"/>
                  </a:cubicBezTo>
                  <a:lnTo>
                    <a:pt x="47629" y="11672"/>
                  </a:lnTo>
                  <a:lnTo>
                    <a:pt x="46594" y="10952"/>
                  </a:lnTo>
                  <a:lnTo>
                    <a:pt x="44788" y="11268"/>
                  </a:lnTo>
                  <a:lnTo>
                    <a:pt x="43993" y="8869"/>
                  </a:lnTo>
                  <a:lnTo>
                    <a:pt x="42579" y="8427"/>
                  </a:lnTo>
                  <a:lnTo>
                    <a:pt x="39030" y="8869"/>
                  </a:lnTo>
                  <a:lnTo>
                    <a:pt x="36972" y="8427"/>
                  </a:lnTo>
                  <a:lnTo>
                    <a:pt x="34295" y="6141"/>
                  </a:lnTo>
                  <a:lnTo>
                    <a:pt x="30747" y="4462"/>
                  </a:lnTo>
                  <a:lnTo>
                    <a:pt x="28159" y="1962"/>
                  </a:lnTo>
                  <a:lnTo>
                    <a:pt x="26037" y="194"/>
                  </a:lnTo>
                  <a:lnTo>
                    <a:pt x="23196" y="825"/>
                  </a:lnTo>
                  <a:cubicBezTo>
                    <a:pt x="23196" y="825"/>
                    <a:pt x="23017" y="0"/>
                    <a:pt x="22033" y="0"/>
                  </a:cubicBezTo>
                  <a:close/>
                </a:path>
              </a:pathLst>
            </a:custGeom>
            <a:solidFill>
              <a:srgbClr val="445D7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27" name="Google Shape;8285;p80">
              <a:extLst>
                <a:ext uri="{FF2B5EF4-FFF2-40B4-BE49-F238E27FC236}">
                  <a16:creationId xmlns:a16="http://schemas.microsoft.com/office/drawing/2014/main" id="{78F9163C-9284-B22E-E5E8-AA60A670A8E2}"/>
                </a:ext>
              </a:extLst>
            </p:cNvPr>
            <p:cNvSpPr/>
            <p:nvPr/>
          </p:nvSpPr>
          <p:spPr>
            <a:xfrm>
              <a:off x="238125" y="1071925"/>
              <a:ext cx="2568675" cy="3902025"/>
            </a:xfrm>
            <a:custGeom>
              <a:avLst/>
              <a:gdLst/>
              <a:ahLst/>
              <a:cxnLst/>
              <a:rect l="l" t="t" r="r" b="b"/>
              <a:pathLst>
                <a:path w="102747" h="156081" extrusionOk="0">
                  <a:moveTo>
                    <a:pt x="61468" y="29836"/>
                  </a:moveTo>
                  <a:cubicBezTo>
                    <a:pt x="61506" y="29899"/>
                    <a:pt x="61519" y="29962"/>
                    <a:pt x="61506" y="30025"/>
                  </a:cubicBezTo>
                  <a:lnTo>
                    <a:pt x="61342" y="29899"/>
                  </a:lnTo>
                  <a:lnTo>
                    <a:pt x="61468" y="29836"/>
                  </a:lnTo>
                  <a:close/>
                  <a:moveTo>
                    <a:pt x="101181" y="102504"/>
                  </a:moveTo>
                  <a:lnTo>
                    <a:pt x="101282" y="102542"/>
                  </a:lnTo>
                  <a:lnTo>
                    <a:pt x="101193" y="102718"/>
                  </a:lnTo>
                  <a:cubicBezTo>
                    <a:pt x="101155" y="102655"/>
                    <a:pt x="101143" y="102567"/>
                    <a:pt x="101181" y="102504"/>
                  </a:cubicBezTo>
                  <a:close/>
                  <a:moveTo>
                    <a:pt x="22159" y="618"/>
                  </a:moveTo>
                  <a:cubicBezTo>
                    <a:pt x="22328" y="618"/>
                    <a:pt x="22461" y="648"/>
                    <a:pt x="22565" y="692"/>
                  </a:cubicBezTo>
                  <a:cubicBezTo>
                    <a:pt x="22779" y="781"/>
                    <a:pt x="22943" y="970"/>
                    <a:pt x="23019" y="1198"/>
                  </a:cubicBezTo>
                  <a:lnTo>
                    <a:pt x="23385" y="1437"/>
                  </a:lnTo>
                  <a:lnTo>
                    <a:pt x="26075" y="844"/>
                  </a:lnTo>
                  <a:lnTo>
                    <a:pt x="28057" y="2498"/>
                  </a:lnTo>
                  <a:lnTo>
                    <a:pt x="30658" y="4998"/>
                  </a:lnTo>
                  <a:lnTo>
                    <a:pt x="34257" y="6716"/>
                  </a:lnTo>
                  <a:lnTo>
                    <a:pt x="36909" y="8976"/>
                  </a:lnTo>
                  <a:lnTo>
                    <a:pt x="37048" y="9052"/>
                  </a:lnTo>
                  <a:lnTo>
                    <a:pt x="39093" y="9481"/>
                  </a:lnTo>
                  <a:lnTo>
                    <a:pt x="39207" y="9481"/>
                  </a:lnTo>
                  <a:lnTo>
                    <a:pt x="42679" y="9052"/>
                  </a:lnTo>
                  <a:lnTo>
                    <a:pt x="43879" y="9430"/>
                  </a:lnTo>
                  <a:lnTo>
                    <a:pt x="44624" y="11678"/>
                  </a:lnTo>
                  <a:lnTo>
                    <a:pt x="44978" y="11893"/>
                  </a:lnTo>
                  <a:lnTo>
                    <a:pt x="46657" y="11590"/>
                  </a:lnTo>
                  <a:lnTo>
                    <a:pt x="47541" y="12208"/>
                  </a:lnTo>
                  <a:lnTo>
                    <a:pt x="50685" y="15125"/>
                  </a:lnTo>
                  <a:cubicBezTo>
                    <a:pt x="50698" y="15302"/>
                    <a:pt x="50710" y="15668"/>
                    <a:pt x="50761" y="16464"/>
                  </a:cubicBezTo>
                  <a:cubicBezTo>
                    <a:pt x="50761" y="16830"/>
                    <a:pt x="50937" y="17183"/>
                    <a:pt x="51253" y="17385"/>
                  </a:cubicBezTo>
                  <a:cubicBezTo>
                    <a:pt x="51517" y="17561"/>
                    <a:pt x="51851" y="17620"/>
                    <a:pt x="52180" y="17620"/>
                  </a:cubicBezTo>
                  <a:cubicBezTo>
                    <a:pt x="52561" y="17620"/>
                    <a:pt x="52935" y="17541"/>
                    <a:pt x="53185" y="17474"/>
                  </a:cubicBezTo>
                  <a:lnTo>
                    <a:pt x="54094" y="19507"/>
                  </a:lnTo>
                  <a:lnTo>
                    <a:pt x="54637" y="19557"/>
                  </a:lnTo>
                  <a:lnTo>
                    <a:pt x="55370" y="18497"/>
                  </a:lnTo>
                  <a:lnTo>
                    <a:pt x="55988" y="17322"/>
                  </a:lnTo>
                  <a:lnTo>
                    <a:pt x="57807" y="17322"/>
                  </a:lnTo>
                  <a:lnTo>
                    <a:pt x="59562" y="19784"/>
                  </a:lnTo>
                  <a:lnTo>
                    <a:pt x="60016" y="19848"/>
                  </a:lnTo>
                  <a:lnTo>
                    <a:pt x="61418" y="18762"/>
                  </a:lnTo>
                  <a:lnTo>
                    <a:pt x="62744" y="18875"/>
                  </a:lnTo>
                  <a:lnTo>
                    <a:pt x="62744" y="20403"/>
                  </a:lnTo>
                  <a:lnTo>
                    <a:pt x="63198" y="20681"/>
                  </a:lnTo>
                  <a:lnTo>
                    <a:pt x="66204" y="19103"/>
                  </a:lnTo>
                  <a:lnTo>
                    <a:pt x="66355" y="18875"/>
                  </a:lnTo>
                  <a:lnTo>
                    <a:pt x="66709" y="16451"/>
                  </a:lnTo>
                  <a:lnTo>
                    <a:pt x="66658" y="16224"/>
                  </a:lnTo>
                  <a:lnTo>
                    <a:pt x="65913" y="15150"/>
                  </a:lnTo>
                  <a:lnTo>
                    <a:pt x="67542" y="12650"/>
                  </a:lnTo>
                  <a:lnTo>
                    <a:pt x="69613" y="9961"/>
                  </a:lnTo>
                  <a:lnTo>
                    <a:pt x="69676" y="9771"/>
                  </a:lnTo>
                  <a:lnTo>
                    <a:pt x="69676" y="7877"/>
                  </a:lnTo>
                  <a:lnTo>
                    <a:pt x="71709" y="7877"/>
                  </a:lnTo>
                  <a:lnTo>
                    <a:pt x="72631" y="8004"/>
                  </a:lnTo>
                  <a:lnTo>
                    <a:pt x="72984" y="8180"/>
                  </a:lnTo>
                  <a:lnTo>
                    <a:pt x="71570" y="9493"/>
                  </a:lnTo>
                  <a:lnTo>
                    <a:pt x="70636" y="9872"/>
                  </a:lnTo>
                  <a:lnTo>
                    <a:pt x="70472" y="10024"/>
                  </a:lnTo>
                  <a:lnTo>
                    <a:pt x="68413" y="14469"/>
                  </a:lnTo>
                  <a:lnTo>
                    <a:pt x="67290" y="15693"/>
                  </a:lnTo>
                  <a:lnTo>
                    <a:pt x="67226" y="16034"/>
                  </a:lnTo>
                  <a:lnTo>
                    <a:pt x="68274" y="18408"/>
                  </a:lnTo>
                  <a:lnTo>
                    <a:pt x="68780" y="18509"/>
                  </a:lnTo>
                  <a:lnTo>
                    <a:pt x="69108" y="18206"/>
                  </a:lnTo>
                  <a:lnTo>
                    <a:pt x="69108" y="18206"/>
                  </a:lnTo>
                  <a:lnTo>
                    <a:pt x="69045" y="18522"/>
                  </a:lnTo>
                  <a:lnTo>
                    <a:pt x="69045" y="21035"/>
                  </a:lnTo>
                  <a:lnTo>
                    <a:pt x="69537" y="21287"/>
                  </a:lnTo>
                  <a:lnTo>
                    <a:pt x="70686" y="20504"/>
                  </a:lnTo>
                  <a:lnTo>
                    <a:pt x="72315" y="19254"/>
                  </a:lnTo>
                  <a:lnTo>
                    <a:pt x="73262" y="17474"/>
                  </a:lnTo>
                  <a:lnTo>
                    <a:pt x="74525" y="18534"/>
                  </a:lnTo>
                  <a:lnTo>
                    <a:pt x="74929" y="20050"/>
                  </a:lnTo>
                  <a:lnTo>
                    <a:pt x="73982" y="21742"/>
                  </a:lnTo>
                  <a:lnTo>
                    <a:pt x="73805" y="23636"/>
                  </a:lnTo>
                  <a:lnTo>
                    <a:pt x="70699" y="23636"/>
                  </a:lnTo>
                  <a:lnTo>
                    <a:pt x="69752" y="23863"/>
                  </a:lnTo>
                  <a:lnTo>
                    <a:pt x="69613" y="23951"/>
                  </a:lnTo>
                  <a:lnTo>
                    <a:pt x="68350" y="25227"/>
                  </a:lnTo>
                  <a:lnTo>
                    <a:pt x="66797" y="26704"/>
                  </a:lnTo>
                  <a:cubicBezTo>
                    <a:pt x="66721" y="26755"/>
                    <a:pt x="66368" y="26982"/>
                    <a:pt x="64701" y="27954"/>
                  </a:cubicBezTo>
                  <a:lnTo>
                    <a:pt x="64171" y="28270"/>
                  </a:lnTo>
                  <a:lnTo>
                    <a:pt x="63779" y="28510"/>
                  </a:lnTo>
                  <a:cubicBezTo>
                    <a:pt x="63602" y="28535"/>
                    <a:pt x="63299" y="28674"/>
                    <a:pt x="62668" y="28990"/>
                  </a:cubicBezTo>
                  <a:cubicBezTo>
                    <a:pt x="61443" y="29608"/>
                    <a:pt x="61216" y="29684"/>
                    <a:pt x="61178" y="29684"/>
                  </a:cubicBezTo>
                  <a:lnTo>
                    <a:pt x="61178" y="29785"/>
                  </a:lnTo>
                  <a:lnTo>
                    <a:pt x="61039" y="29684"/>
                  </a:lnTo>
                  <a:cubicBezTo>
                    <a:pt x="60938" y="29747"/>
                    <a:pt x="60875" y="29861"/>
                    <a:pt x="60862" y="29974"/>
                  </a:cubicBezTo>
                  <a:lnTo>
                    <a:pt x="60079" y="31868"/>
                  </a:lnTo>
                  <a:lnTo>
                    <a:pt x="59663" y="34381"/>
                  </a:lnTo>
                  <a:lnTo>
                    <a:pt x="59663" y="34457"/>
                  </a:lnTo>
                  <a:lnTo>
                    <a:pt x="59890" y="37222"/>
                  </a:lnTo>
                  <a:lnTo>
                    <a:pt x="60206" y="37500"/>
                  </a:lnTo>
                  <a:lnTo>
                    <a:pt x="61115" y="37500"/>
                  </a:lnTo>
                  <a:lnTo>
                    <a:pt x="62075" y="38321"/>
                  </a:lnTo>
                  <a:lnTo>
                    <a:pt x="64360" y="39685"/>
                  </a:lnTo>
                  <a:lnTo>
                    <a:pt x="66317" y="40669"/>
                  </a:lnTo>
                  <a:lnTo>
                    <a:pt x="65736" y="43195"/>
                  </a:lnTo>
                  <a:lnTo>
                    <a:pt x="65800" y="43460"/>
                  </a:lnTo>
                  <a:lnTo>
                    <a:pt x="67214" y="45278"/>
                  </a:lnTo>
                  <a:lnTo>
                    <a:pt x="67605" y="45354"/>
                  </a:lnTo>
                  <a:lnTo>
                    <a:pt x="68868" y="44723"/>
                  </a:lnTo>
                  <a:lnTo>
                    <a:pt x="69045" y="44445"/>
                  </a:lnTo>
                  <a:lnTo>
                    <a:pt x="69045" y="41516"/>
                  </a:lnTo>
                  <a:lnTo>
                    <a:pt x="70800" y="40884"/>
                  </a:lnTo>
                  <a:lnTo>
                    <a:pt x="73035" y="39028"/>
                  </a:lnTo>
                  <a:lnTo>
                    <a:pt x="73136" y="38750"/>
                  </a:lnTo>
                  <a:lnTo>
                    <a:pt x="72909" y="36414"/>
                  </a:lnTo>
                  <a:lnTo>
                    <a:pt x="72858" y="36275"/>
                  </a:lnTo>
                  <a:lnTo>
                    <a:pt x="72201" y="35253"/>
                  </a:lnTo>
                  <a:lnTo>
                    <a:pt x="73376" y="34015"/>
                  </a:lnTo>
                  <a:lnTo>
                    <a:pt x="73464" y="33800"/>
                  </a:lnTo>
                  <a:lnTo>
                    <a:pt x="73527" y="31250"/>
                  </a:lnTo>
                  <a:lnTo>
                    <a:pt x="74095" y="31199"/>
                  </a:lnTo>
                  <a:lnTo>
                    <a:pt x="76798" y="31199"/>
                  </a:lnTo>
                  <a:lnTo>
                    <a:pt x="77808" y="32247"/>
                  </a:lnTo>
                  <a:lnTo>
                    <a:pt x="77947" y="32323"/>
                  </a:lnTo>
                  <a:lnTo>
                    <a:pt x="79298" y="32702"/>
                  </a:lnTo>
                  <a:lnTo>
                    <a:pt x="78704" y="33813"/>
                  </a:lnTo>
                  <a:lnTo>
                    <a:pt x="78666" y="34015"/>
                  </a:lnTo>
                  <a:lnTo>
                    <a:pt x="78982" y="36061"/>
                  </a:lnTo>
                  <a:lnTo>
                    <a:pt x="79235" y="36326"/>
                  </a:lnTo>
                  <a:lnTo>
                    <a:pt x="81129" y="36730"/>
                  </a:lnTo>
                  <a:lnTo>
                    <a:pt x="81419" y="36629"/>
                  </a:lnTo>
                  <a:lnTo>
                    <a:pt x="82998" y="34861"/>
                  </a:lnTo>
                  <a:lnTo>
                    <a:pt x="83402" y="38523"/>
                  </a:lnTo>
                  <a:lnTo>
                    <a:pt x="83793" y="40657"/>
                  </a:lnTo>
                  <a:lnTo>
                    <a:pt x="83894" y="40834"/>
                  </a:lnTo>
                  <a:lnTo>
                    <a:pt x="85902" y="42715"/>
                  </a:lnTo>
                  <a:cubicBezTo>
                    <a:pt x="86558" y="43864"/>
                    <a:pt x="87253" y="45127"/>
                    <a:pt x="87455" y="45569"/>
                  </a:cubicBezTo>
                  <a:cubicBezTo>
                    <a:pt x="87152" y="45821"/>
                    <a:pt x="86369" y="46415"/>
                    <a:pt x="85687" y="46932"/>
                  </a:cubicBezTo>
                  <a:lnTo>
                    <a:pt x="83162" y="48385"/>
                  </a:lnTo>
                  <a:lnTo>
                    <a:pt x="81028" y="48220"/>
                  </a:lnTo>
                  <a:lnTo>
                    <a:pt x="78654" y="48220"/>
                  </a:lnTo>
                  <a:lnTo>
                    <a:pt x="78515" y="48258"/>
                  </a:lnTo>
                  <a:lnTo>
                    <a:pt x="76065" y="49521"/>
                  </a:lnTo>
                  <a:lnTo>
                    <a:pt x="76343" y="50089"/>
                  </a:lnTo>
                  <a:lnTo>
                    <a:pt x="77934" y="49369"/>
                  </a:lnTo>
                  <a:lnTo>
                    <a:pt x="78502" y="49685"/>
                  </a:lnTo>
                  <a:lnTo>
                    <a:pt x="78502" y="50834"/>
                  </a:lnTo>
                  <a:lnTo>
                    <a:pt x="79235" y="52539"/>
                  </a:lnTo>
                  <a:lnTo>
                    <a:pt x="79550" y="52728"/>
                  </a:lnTo>
                  <a:lnTo>
                    <a:pt x="82556" y="52514"/>
                  </a:lnTo>
                  <a:lnTo>
                    <a:pt x="82934" y="52930"/>
                  </a:lnTo>
                  <a:lnTo>
                    <a:pt x="79828" y="54231"/>
                  </a:lnTo>
                  <a:lnTo>
                    <a:pt x="78048" y="55355"/>
                  </a:lnTo>
                  <a:lnTo>
                    <a:pt x="77113" y="53890"/>
                  </a:lnTo>
                  <a:lnTo>
                    <a:pt x="76671" y="53802"/>
                  </a:lnTo>
                  <a:lnTo>
                    <a:pt x="74146" y="55456"/>
                  </a:lnTo>
                  <a:lnTo>
                    <a:pt x="74032" y="55607"/>
                  </a:lnTo>
                  <a:lnTo>
                    <a:pt x="73237" y="57691"/>
                  </a:lnTo>
                  <a:lnTo>
                    <a:pt x="71797" y="57691"/>
                  </a:lnTo>
                  <a:lnTo>
                    <a:pt x="71583" y="57779"/>
                  </a:lnTo>
                  <a:lnTo>
                    <a:pt x="68982" y="60330"/>
                  </a:lnTo>
                  <a:lnTo>
                    <a:pt x="68136" y="62426"/>
                  </a:lnTo>
                  <a:lnTo>
                    <a:pt x="66671" y="64888"/>
                  </a:lnTo>
                  <a:lnTo>
                    <a:pt x="63741" y="66908"/>
                  </a:lnTo>
                  <a:lnTo>
                    <a:pt x="63640" y="67009"/>
                  </a:lnTo>
                  <a:lnTo>
                    <a:pt x="62618" y="68916"/>
                  </a:lnTo>
                  <a:lnTo>
                    <a:pt x="62580" y="69068"/>
                  </a:lnTo>
                  <a:lnTo>
                    <a:pt x="62731" y="72767"/>
                  </a:lnTo>
                  <a:lnTo>
                    <a:pt x="62491" y="74043"/>
                  </a:lnTo>
                  <a:lnTo>
                    <a:pt x="61620" y="72717"/>
                  </a:lnTo>
                  <a:lnTo>
                    <a:pt x="61393" y="70823"/>
                  </a:lnTo>
                  <a:lnTo>
                    <a:pt x="61178" y="70558"/>
                  </a:lnTo>
                  <a:lnTo>
                    <a:pt x="58413" y="69686"/>
                  </a:lnTo>
                  <a:lnTo>
                    <a:pt x="56190" y="69674"/>
                  </a:lnTo>
                  <a:lnTo>
                    <a:pt x="55913" y="69838"/>
                  </a:lnTo>
                  <a:lnTo>
                    <a:pt x="55471" y="70684"/>
                  </a:lnTo>
                  <a:lnTo>
                    <a:pt x="54423" y="69838"/>
                  </a:lnTo>
                  <a:lnTo>
                    <a:pt x="54183" y="69762"/>
                  </a:lnTo>
                  <a:lnTo>
                    <a:pt x="51266" y="70166"/>
                  </a:lnTo>
                  <a:lnTo>
                    <a:pt x="51114" y="70229"/>
                  </a:lnTo>
                  <a:lnTo>
                    <a:pt x="48362" y="72287"/>
                  </a:lnTo>
                  <a:lnTo>
                    <a:pt x="48248" y="72452"/>
                  </a:lnTo>
                  <a:lnTo>
                    <a:pt x="47377" y="75381"/>
                  </a:lnTo>
                  <a:lnTo>
                    <a:pt x="47377" y="75507"/>
                  </a:lnTo>
                  <a:lnTo>
                    <a:pt x="47768" y="79093"/>
                  </a:lnTo>
                  <a:lnTo>
                    <a:pt x="47819" y="79245"/>
                  </a:lnTo>
                  <a:lnTo>
                    <a:pt x="49801" y="81934"/>
                  </a:lnTo>
                  <a:lnTo>
                    <a:pt x="50155" y="82048"/>
                  </a:lnTo>
                  <a:lnTo>
                    <a:pt x="52832" y="81101"/>
                  </a:lnTo>
                  <a:lnTo>
                    <a:pt x="52996" y="80962"/>
                  </a:lnTo>
                  <a:lnTo>
                    <a:pt x="54082" y="79144"/>
                  </a:lnTo>
                  <a:lnTo>
                    <a:pt x="56304" y="79144"/>
                  </a:lnTo>
                  <a:lnTo>
                    <a:pt x="56203" y="79876"/>
                  </a:lnTo>
                  <a:lnTo>
                    <a:pt x="55496" y="81240"/>
                  </a:lnTo>
                  <a:lnTo>
                    <a:pt x="54789" y="83210"/>
                  </a:lnTo>
                  <a:lnTo>
                    <a:pt x="55054" y="83639"/>
                  </a:lnTo>
                  <a:lnTo>
                    <a:pt x="57516" y="83930"/>
                  </a:lnTo>
                  <a:lnTo>
                    <a:pt x="59095" y="84460"/>
                  </a:lnTo>
                  <a:lnTo>
                    <a:pt x="58413" y="86202"/>
                  </a:lnTo>
                  <a:lnTo>
                    <a:pt x="58425" y="86455"/>
                  </a:lnTo>
                  <a:lnTo>
                    <a:pt x="59688" y="89056"/>
                  </a:lnTo>
                  <a:lnTo>
                    <a:pt x="59840" y="89195"/>
                  </a:lnTo>
                  <a:lnTo>
                    <a:pt x="61569" y="90066"/>
                  </a:lnTo>
                  <a:lnTo>
                    <a:pt x="61809" y="90079"/>
                  </a:lnTo>
                  <a:lnTo>
                    <a:pt x="63388" y="89586"/>
                  </a:lnTo>
                  <a:lnTo>
                    <a:pt x="64827" y="90735"/>
                  </a:lnTo>
                  <a:lnTo>
                    <a:pt x="65320" y="90597"/>
                  </a:lnTo>
                  <a:cubicBezTo>
                    <a:pt x="65345" y="90546"/>
                    <a:pt x="65749" y="89397"/>
                    <a:pt x="65863" y="88980"/>
                  </a:cubicBezTo>
                  <a:cubicBezTo>
                    <a:pt x="66166" y="88766"/>
                    <a:pt x="67656" y="88261"/>
                    <a:pt x="68944" y="87882"/>
                  </a:cubicBezTo>
                  <a:lnTo>
                    <a:pt x="71696" y="87806"/>
                  </a:lnTo>
                  <a:lnTo>
                    <a:pt x="74222" y="88437"/>
                  </a:lnTo>
                  <a:lnTo>
                    <a:pt x="76596" y="88665"/>
                  </a:lnTo>
                  <a:lnTo>
                    <a:pt x="78553" y="89788"/>
                  </a:lnTo>
                  <a:lnTo>
                    <a:pt x="80813" y="91973"/>
                  </a:lnTo>
                  <a:lnTo>
                    <a:pt x="81002" y="92061"/>
                  </a:lnTo>
                  <a:lnTo>
                    <a:pt x="83174" y="92289"/>
                  </a:lnTo>
                  <a:lnTo>
                    <a:pt x="86432" y="93362"/>
                  </a:lnTo>
                  <a:lnTo>
                    <a:pt x="87846" y="95370"/>
                  </a:lnTo>
                  <a:lnTo>
                    <a:pt x="89021" y="98097"/>
                  </a:lnTo>
                  <a:lnTo>
                    <a:pt x="89185" y="98274"/>
                  </a:lnTo>
                  <a:lnTo>
                    <a:pt x="91470" y="99221"/>
                  </a:lnTo>
                  <a:lnTo>
                    <a:pt x="93529" y="100016"/>
                  </a:lnTo>
                  <a:lnTo>
                    <a:pt x="95448" y="100345"/>
                  </a:lnTo>
                  <a:lnTo>
                    <a:pt x="98655" y="101595"/>
                  </a:lnTo>
                  <a:cubicBezTo>
                    <a:pt x="100625" y="102365"/>
                    <a:pt x="101092" y="102655"/>
                    <a:pt x="101193" y="102731"/>
                  </a:cubicBezTo>
                  <a:lnTo>
                    <a:pt x="101168" y="102782"/>
                  </a:lnTo>
                  <a:lnTo>
                    <a:pt x="102115" y="104524"/>
                  </a:lnTo>
                  <a:lnTo>
                    <a:pt x="101130" y="106305"/>
                  </a:lnTo>
                  <a:lnTo>
                    <a:pt x="99312" y="108590"/>
                  </a:lnTo>
                  <a:lnTo>
                    <a:pt x="99249" y="108716"/>
                  </a:lnTo>
                  <a:lnTo>
                    <a:pt x="98857" y="110673"/>
                  </a:lnTo>
                  <a:lnTo>
                    <a:pt x="97986" y="113855"/>
                  </a:lnTo>
                  <a:lnTo>
                    <a:pt x="97456" y="117492"/>
                  </a:lnTo>
                  <a:lnTo>
                    <a:pt x="96256" y="118199"/>
                  </a:lnTo>
                  <a:lnTo>
                    <a:pt x="93541" y="119639"/>
                  </a:lnTo>
                  <a:lnTo>
                    <a:pt x="91016" y="121369"/>
                  </a:lnTo>
                  <a:lnTo>
                    <a:pt x="90889" y="121583"/>
                  </a:lnTo>
                  <a:lnTo>
                    <a:pt x="90422" y="124260"/>
                  </a:lnTo>
                  <a:lnTo>
                    <a:pt x="89096" y="126192"/>
                  </a:lnTo>
                  <a:lnTo>
                    <a:pt x="87682" y="128604"/>
                  </a:lnTo>
                  <a:lnTo>
                    <a:pt x="86205" y="130031"/>
                  </a:lnTo>
                  <a:lnTo>
                    <a:pt x="83679" y="129589"/>
                  </a:lnTo>
                  <a:lnTo>
                    <a:pt x="83313" y="129930"/>
                  </a:lnTo>
                  <a:lnTo>
                    <a:pt x="83389" y="130889"/>
                  </a:lnTo>
                  <a:lnTo>
                    <a:pt x="83553" y="132114"/>
                  </a:lnTo>
                  <a:lnTo>
                    <a:pt x="83553" y="134008"/>
                  </a:lnTo>
                  <a:lnTo>
                    <a:pt x="81886" y="134412"/>
                  </a:lnTo>
                  <a:lnTo>
                    <a:pt x="79992" y="134968"/>
                  </a:lnTo>
                  <a:lnTo>
                    <a:pt x="79765" y="135271"/>
                  </a:lnTo>
                  <a:lnTo>
                    <a:pt x="79765" y="135801"/>
                  </a:lnTo>
                  <a:lnTo>
                    <a:pt x="79702" y="137039"/>
                  </a:lnTo>
                  <a:lnTo>
                    <a:pt x="78616" y="136912"/>
                  </a:lnTo>
                  <a:lnTo>
                    <a:pt x="78262" y="137215"/>
                  </a:lnTo>
                  <a:lnTo>
                    <a:pt x="78187" y="138314"/>
                  </a:lnTo>
                  <a:lnTo>
                    <a:pt x="78212" y="138465"/>
                  </a:lnTo>
                  <a:lnTo>
                    <a:pt x="78730" y="139640"/>
                  </a:lnTo>
                  <a:lnTo>
                    <a:pt x="78376" y="141622"/>
                  </a:lnTo>
                  <a:lnTo>
                    <a:pt x="77694" y="142102"/>
                  </a:lnTo>
                  <a:lnTo>
                    <a:pt x="77593" y="142216"/>
                  </a:lnTo>
                  <a:lnTo>
                    <a:pt x="76722" y="143882"/>
                  </a:lnTo>
                  <a:lnTo>
                    <a:pt x="76823" y="144274"/>
                  </a:lnTo>
                  <a:lnTo>
                    <a:pt x="78300" y="145335"/>
                  </a:lnTo>
                  <a:lnTo>
                    <a:pt x="78060" y="146105"/>
                  </a:lnTo>
                  <a:cubicBezTo>
                    <a:pt x="77997" y="146181"/>
                    <a:pt x="77757" y="146484"/>
                    <a:pt x="76924" y="147481"/>
                  </a:cubicBezTo>
                  <a:cubicBezTo>
                    <a:pt x="76444" y="148062"/>
                    <a:pt x="76255" y="148592"/>
                    <a:pt x="76381" y="149059"/>
                  </a:cubicBezTo>
                  <a:cubicBezTo>
                    <a:pt x="76469" y="149388"/>
                    <a:pt x="76697" y="149678"/>
                    <a:pt x="77000" y="149842"/>
                  </a:cubicBezTo>
                  <a:lnTo>
                    <a:pt x="78136" y="152646"/>
                  </a:lnTo>
                  <a:lnTo>
                    <a:pt x="78275" y="152810"/>
                  </a:lnTo>
                  <a:lnTo>
                    <a:pt x="81167" y="154363"/>
                  </a:lnTo>
                  <a:lnTo>
                    <a:pt x="80245" y="155449"/>
                  </a:lnTo>
                  <a:lnTo>
                    <a:pt x="77492" y="155449"/>
                  </a:lnTo>
                  <a:lnTo>
                    <a:pt x="75889" y="154401"/>
                  </a:lnTo>
                  <a:lnTo>
                    <a:pt x="73628" y="151130"/>
                  </a:lnTo>
                  <a:lnTo>
                    <a:pt x="72429" y="147443"/>
                  </a:lnTo>
                  <a:lnTo>
                    <a:pt x="72113" y="145625"/>
                  </a:lnTo>
                  <a:lnTo>
                    <a:pt x="70825" y="143605"/>
                  </a:lnTo>
                  <a:lnTo>
                    <a:pt x="72568" y="139577"/>
                  </a:lnTo>
                  <a:lnTo>
                    <a:pt x="72454" y="139198"/>
                  </a:lnTo>
                  <a:lnTo>
                    <a:pt x="71242" y="138327"/>
                  </a:lnTo>
                  <a:lnTo>
                    <a:pt x="71014" y="135523"/>
                  </a:lnTo>
                  <a:lnTo>
                    <a:pt x="71090" y="133112"/>
                  </a:lnTo>
                  <a:lnTo>
                    <a:pt x="71873" y="129993"/>
                  </a:lnTo>
                  <a:lnTo>
                    <a:pt x="71886" y="129892"/>
                  </a:lnTo>
                  <a:lnTo>
                    <a:pt x="71722" y="127884"/>
                  </a:lnTo>
                  <a:lnTo>
                    <a:pt x="71962" y="123907"/>
                  </a:lnTo>
                  <a:lnTo>
                    <a:pt x="71722" y="120030"/>
                  </a:lnTo>
                  <a:lnTo>
                    <a:pt x="71242" y="115295"/>
                  </a:lnTo>
                  <a:lnTo>
                    <a:pt x="71191" y="115131"/>
                  </a:lnTo>
                  <a:lnTo>
                    <a:pt x="69929" y="113401"/>
                  </a:lnTo>
                  <a:lnTo>
                    <a:pt x="67921" y="112252"/>
                  </a:lnTo>
                  <a:lnTo>
                    <a:pt x="65837" y="109007"/>
                  </a:lnTo>
                  <a:lnTo>
                    <a:pt x="63678" y="105724"/>
                  </a:lnTo>
                  <a:lnTo>
                    <a:pt x="61367" y="103274"/>
                  </a:lnTo>
                  <a:lnTo>
                    <a:pt x="61772" y="102277"/>
                  </a:lnTo>
                  <a:lnTo>
                    <a:pt x="62024" y="100029"/>
                  </a:lnTo>
                  <a:lnTo>
                    <a:pt x="62782" y="97832"/>
                  </a:lnTo>
                  <a:lnTo>
                    <a:pt x="64246" y="96051"/>
                  </a:lnTo>
                  <a:lnTo>
                    <a:pt x="64322" y="95887"/>
                  </a:lnTo>
                  <a:lnTo>
                    <a:pt x="64638" y="92415"/>
                  </a:lnTo>
                  <a:lnTo>
                    <a:pt x="64562" y="92175"/>
                  </a:lnTo>
                  <a:lnTo>
                    <a:pt x="62971" y="90369"/>
                  </a:lnTo>
                  <a:lnTo>
                    <a:pt x="62529" y="90344"/>
                  </a:lnTo>
                  <a:lnTo>
                    <a:pt x="61431" y="91304"/>
                  </a:lnTo>
                  <a:lnTo>
                    <a:pt x="59145" y="90091"/>
                  </a:lnTo>
                  <a:lnTo>
                    <a:pt x="55799" y="86341"/>
                  </a:lnTo>
                  <a:lnTo>
                    <a:pt x="55622" y="86253"/>
                  </a:lnTo>
                  <a:lnTo>
                    <a:pt x="52781" y="85634"/>
                  </a:lnTo>
                  <a:lnTo>
                    <a:pt x="50243" y="83626"/>
                  </a:lnTo>
                  <a:lnTo>
                    <a:pt x="49877" y="83614"/>
                  </a:lnTo>
                  <a:lnTo>
                    <a:pt x="49157" y="84068"/>
                  </a:lnTo>
                  <a:lnTo>
                    <a:pt x="46430" y="82629"/>
                  </a:lnTo>
                  <a:lnTo>
                    <a:pt x="42566" y="81467"/>
                  </a:lnTo>
                  <a:lnTo>
                    <a:pt x="41051" y="79801"/>
                  </a:lnTo>
                  <a:lnTo>
                    <a:pt x="40899" y="77629"/>
                  </a:lnTo>
                  <a:lnTo>
                    <a:pt x="40861" y="77490"/>
                  </a:lnTo>
                  <a:lnTo>
                    <a:pt x="38803" y="73942"/>
                  </a:lnTo>
                  <a:lnTo>
                    <a:pt x="36606" y="71858"/>
                  </a:lnTo>
                  <a:lnTo>
                    <a:pt x="35760" y="68739"/>
                  </a:lnTo>
                  <a:lnTo>
                    <a:pt x="34282" y="66959"/>
                  </a:lnTo>
                  <a:lnTo>
                    <a:pt x="33727" y="67199"/>
                  </a:lnTo>
                  <a:lnTo>
                    <a:pt x="34358" y="71694"/>
                  </a:lnTo>
                  <a:lnTo>
                    <a:pt x="34421" y="71858"/>
                  </a:lnTo>
                  <a:lnTo>
                    <a:pt x="35873" y="73689"/>
                  </a:lnTo>
                  <a:lnTo>
                    <a:pt x="36240" y="75722"/>
                  </a:lnTo>
                  <a:lnTo>
                    <a:pt x="36240" y="75722"/>
                  </a:lnTo>
                  <a:lnTo>
                    <a:pt x="34484" y="73866"/>
                  </a:lnTo>
                  <a:lnTo>
                    <a:pt x="33070" y="68878"/>
                  </a:lnTo>
                  <a:lnTo>
                    <a:pt x="31808" y="65406"/>
                  </a:lnTo>
                  <a:lnTo>
                    <a:pt x="31694" y="65242"/>
                  </a:lnTo>
                  <a:lnTo>
                    <a:pt x="30014" y="64093"/>
                  </a:lnTo>
                  <a:lnTo>
                    <a:pt x="28360" y="61454"/>
                  </a:lnTo>
                  <a:lnTo>
                    <a:pt x="28045" y="57097"/>
                  </a:lnTo>
                  <a:lnTo>
                    <a:pt x="28512" y="52817"/>
                  </a:lnTo>
                  <a:lnTo>
                    <a:pt x="29749" y="50354"/>
                  </a:lnTo>
                  <a:lnTo>
                    <a:pt x="30014" y="47627"/>
                  </a:lnTo>
                  <a:lnTo>
                    <a:pt x="29989" y="47475"/>
                  </a:lnTo>
                  <a:lnTo>
                    <a:pt x="28310" y="43776"/>
                  </a:lnTo>
                  <a:lnTo>
                    <a:pt x="28449" y="42841"/>
                  </a:lnTo>
                  <a:lnTo>
                    <a:pt x="30419" y="44079"/>
                  </a:lnTo>
                  <a:lnTo>
                    <a:pt x="30873" y="43700"/>
                  </a:lnTo>
                  <a:lnTo>
                    <a:pt x="29623" y="40733"/>
                  </a:lnTo>
                  <a:lnTo>
                    <a:pt x="28916" y="36364"/>
                  </a:lnTo>
                  <a:lnTo>
                    <a:pt x="28411" y="36174"/>
                  </a:lnTo>
                  <a:lnTo>
                    <a:pt x="27300" y="37109"/>
                  </a:lnTo>
                  <a:lnTo>
                    <a:pt x="27211" y="37260"/>
                  </a:lnTo>
                  <a:lnTo>
                    <a:pt x="26517" y="39432"/>
                  </a:lnTo>
                  <a:lnTo>
                    <a:pt x="26100" y="38435"/>
                  </a:lnTo>
                  <a:lnTo>
                    <a:pt x="26630" y="36477"/>
                  </a:lnTo>
                  <a:lnTo>
                    <a:pt x="27262" y="33472"/>
                  </a:lnTo>
                  <a:lnTo>
                    <a:pt x="27262" y="33358"/>
                  </a:lnTo>
                  <a:lnTo>
                    <a:pt x="26555" y="29330"/>
                  </a:lnTo>
                  <a:lnTo>
                    <a:pt x="25027" y="26477"/>
                  </a:lnTo>
                  <a:lnTo>
                    <a:pt x="24901" y="26363"/>
                  </a:lnTo>
                  <a:cubicBezTo>
                    <a:pt x="21319" y="24236"/>
                    <a:pt x="20275" y="23768"/>
                    <a:pt x="19914" y="23768"/>
                  </a:cubicBezTo>
                  <a:cubicBezTo>
                    <a:pt x="19779" y="23768"/>
                    <a:pt x="19739" y="23832"/>
                    <a:pt x="19698" y="23901"/>
                  </a:cubicBezTo>
                  <a:cubicBezTo>
                    <a:pt x="19521" y="24040"/>
                    <a:pt x="18322" y="24444"/>
                    <a:pt x="17337" y="24747"/>
                  </a:cubicBezTo>
                  <a:lnTo>
                    <a:pt x="16112" y="24999"/>
                  </a:lnTo>
                  <a:lnTo>
                    <a:pt x="17299" y="22840"/>
                  </a:lnTo>
                  <a:lnTo>
                    <a:pt x="16832" y="22436"/>
                  </a:lnTo>
                  <a:lnTo>
                    <a:pt x="14370" y="24191"/>
                  </a:lnTo>
                  <a:lnTo>
                    <a:pt x="12362" y="25959"/>
                  </a:lnTo>
                  <a:lnTo>
                    <a:pt x="10127" y="28573"/>
                  </a:lnTo>
                  <a:lnTo>
                    <a:pt x="4394" y="30896"/>
                  </a:lnTo>
                  <a:lnTo>
                    <a:pt x="2134" y="31262"/>
                  </a:lnTo>
                  <a:lnTo>
                    <a:pt x="3132" y="30770"/>
                  </a:lnTo>
                  <a:cubicBezTo>
                    <a:pt x="8687" y="27702"/>
                    <a:pt x="8763" y="27399"/>
                    <a:pt x="8801" y="27247"/>
                  </a:cubicBezTo>
                  <a:cubicBezTo>
                    <a:pt x="8852" y="27058"/>
                    <a:pt x="9432" y="26224"/>
                    <a:pt x="9937" y="25555"/>
                  </a:cubicBezTo>
                  <a:lnTo>
                    <a:pt x="9887" y="25126"/>
                  </a:lnTo>
                  <a:lnTo>
                    <a:pt x="8018" y="23573"/>
                  </a:lnTo>
                  <a:lnTo>
                    <a:pt x="6882" y="22373"/>
                  </a:lnTo>
                  <a:lnTo>
                    <a:pt x="6389" y="20454"/>
                  </a:lnTo>
                  <a:lnTo>
                    <a:pt x="7702" y="18396"/>
                  </a:lnTo>
                  <a:lnTo>
                    <a:pt x="9584" y="16034"/>
                  </a:lnTo>
                  <a:lnTo>
                    <a:pt x="12425" y="15466"/>
                  </a:lnTo>
                  <a:lnTo>
                    <a:pt x="12602" y="15365"/>
                  </a:lnTo>
                  <a:lnTo>
                    <a:pt x="14256" y="13332"/>
                  </a:lnTo>
                  <a:lnTo>
                    <a:pt x="13991" y="12814"/>
                  </a:lnTo>
                  <a:lnTo>
                    <a:pt x="12059" y="12979"/>
                  </a:lnTo>
                  <a:lnTo>
                    <a:pt x="9761" y="12625"/>
                  </a:lnTo>
                  <a:lnTo>
                    <a:pt x="9761" y="11943"/>
                  </a:lnTo>
                  <a:lnTo>
                    <a:pt x="10405" y="10579"/>
                  </a:lnTo>
                  <a:lnTo>
                    <a:pt x="12753" y="9531"/>
                  </a:lnTo>
                  <a:lnTo>
                    <a:pt x="13347" y="9999"/>
                  </a:lnTo>
                  <a:lnTo>
                    <a:pt x="15582" y="10655"/>
                  </a:lnTo>
                  <a:lnTo>
                    <a:pt x="15986" y="10302"/>
                  </a:lnTo>
                  <a:lnTo>
                    <a:pt x="15733" y="8572"/>
                  </a:lnTo>
                  <a:lnTo>
                    <a:pt x="14799" y="5301"/>
                  </a:lnTo>
                  <a:lnTo>
                    <a:pt x="14799" y="4582"/>
                  </a:lnTo>
                  <a:lnTo>
                    <a:pt x="16996" y="3268"/>
                  </a:lnTo>
                  <a:cubicBezTo>
                    <a:pt x="17249" y="3167"/>
                    <a:pt x="17943" y="2814"/>
                    <a:pt x="20178" y="1387"/>
                  </a:cubicBezTo>
                  <a:cubicBezTo>
                    <a:pt x="21117" y="797"/>
                    <a:pt x="21746" y="618"/>
                    <a:pt x="22159" y="618"/>
                  </a:cubicBezTo>
                  <a:close/>
                  <a:moveTo>
                    <a:pt x="22164" y="0"/>
                  </a:moveTo>
                  <a:cubicBezTo>
                    <a:pt x="21532" y="0"/>
                    <a:pt x="20754" y="291"/>
                    <a:pt x="19837" y="869"/>
                  </a:cubicBezTo>
                  <a:cubicBezTo>
                    <a:pt x="17274" y="2498"/>
                    <a:pt x="16819" y="2675"/>
                    <a:pt x="16781" y="2688"/>
                  </a:cubicBezTo>
                  <a:lnTo>
                    <a:pt x="14332" y="4127"/>
                  </a:lnTo>
                  <a:lnTo>
                    <a:pt x="14180" y="4392"/>
                  </a:lnTo>
                  <a:lnTo>
                    <a:pt x="14180" y="5339"/>
                  </a:lnTo>
                  <a:lnTo>
                    <a:pt x="15127" y="8698"/>
                  </a:lnTo>
                  <a:lnTo>
                    <a:pt x="15291" y="9923"/>
                  </a:lnTo>
                  <a:lnTo>
                    <a:pt x="13688" y="9468"/>
                  </a:lnTo>
                  <a:lnTo>
                    <a:pt x="12993" y="8925"/>
                  </a:lnTo>
                  <a:lnTo>
                    <a:pt x="12665" y="8875"/>
                  </a:lnTo>
                  <a:lnTo>
                    <a:pt x="10051" y="10062"/>
                  </a:lnTo>
                  <a:lnTo>
                    <a:pt x="9887" y="10213"/>
                  </a:lnTo>
                  <a:lnTo>
                    <a:pt x="9155" y="11754"/>
                  </a:lnTo>
                  <a:lnTo>
                    <a:pt x="9129" y="12915"/>
                  </a:lnTo>
                  <a:lnTo>
                    <a:pt x="9395" y="13231"/>
                  </a:lnTo>
                  <a:lnTo>
                    <a:pt x="11983" y="13623"/>
                  </a:lnTo>
                  <a:lnTo>
                    <a:pt x="12059" y="13623"/>
                  </a:lnTo>
                  <a:lnTo>
                    <a:pt x="13284" y="13521"/>
                  </a:lnTo>
                  <a:lnTo>
                    <a:pt x="12185" y="14873"/>
                  </a:lnTo>
                  <a:lnTo>
                    <a:pt x="9344" y="15441"/>
                  </a:lnTo>
                  <a:lnTo>
                    <a:pt x="9155" y="15554"/>
                  </a:lnTo>
                  <a:lnTo>
                    <a:pt x="7185" y="18029"/>
                  </a:lnTo>
                  <a:lnTo>
                    <a:pt x="5771" y="20239"/>
                  </a:lnTo>
                  <a:lnTo>
                    <a:pt x="5733" y="20479"/>
                  </a:lnTo>
                  <a:lnTo>
                    <a:pt x="6288" y="22613"/>
                  </a:lnTo>
                  <a:lnTo>
                    <a:pt x="6364" y="22752"/>
                  </a:lnTo>
                  <a:lnTo>
                    <a:pt x="7576" y="24040"/>
                  </a:lnTo>
                  <a:lnTo>
                    <a:pt x="9243" y="25416"/>
                  </a:lnTo>
                  <a:cubicBezTo>
                    <a:pt x="8877" y="25909"/>
                    <a:pt x="8334" y="26679"/>
                    <a:pt x="8208" y="27032"/>
                  </a:cubicBezTo>
                  <a:cubicBezTo>
                    <a:pt x="7841" y="27386"/>
                    <a:pt x="4874" y="29091"/>
                    <a:pt x="2841" y="30214"/>
                  </a:cubicBezTo>
                  <a:lnTo>
                    <a:pt x="0" y="31629"/>
                  </a:lnTo>
                  <a:lnTo>
                    <a:pt x="189" y="32222"/>
                  </a:lnTo>
                  <a:lnTo>
                    <a:pt x="4533" y="31515"/>
                  </a:lnTo>
                  <a:lnTo>
                    <a:pt x="10430" y="29128"/>
                  </a:lnTo>
                  <a:lnTo>
                    <a:pt x="10556" y="29040"/>
                  </a:lnTo>
                  <a:lnTo>
                    <a:pt x="12804" y="26388"/>
                  </a:lnTo>
                  <a:lnTo>
                    <a:pt x="14748" y="24684"/>
                  </a:lnTo>
                  <a:lnTo>
                    <a:pt x="16087" y="23737"/>
                  </a:lnTo>
                  <a:lnTo>
                    <a:pt x="15241" y="25302"/>
                  </a:lnTo>
                  <a:lnTo>
                    <a:pt x="15582" y="25757"/>
                  </a:lnTo>
                  <a:lnTo>
                    <a:pt x="17488" y="25366"/>
                  </a:lnTo>
                  <a:cubicBezTo>
                    <a:pt x="19180" y="24861"/>
                    <a:pt x="19787" y="24595"/>
                    <a:pt x="20026" y="24431"/>
                  </a:cubicBezTo>
                  <a:cubicBezTo>
                    <a:pt x="20544" y="24595"/>
                    <a:pt x="22628" y="25757"/>
                    <a:pt x="24496" y="26868"/>
                  </a:cubicBezTo>
                  <a:lnTo>
                    <a:pt x="25936" y="29507"/>
                  </a:lnTo>
                  <a:lnTo>
                    <a:pt x="26618" y="33409"/>
                  </a:lnTo>
                  <a:lnTo>
                    <a:pt x="26012" y="36338"/>
                  </a:lnTo>
                  <a:lnTo>
                    <a:pt x="25456" y="38384"/>
                  </a:lnTo>
                  <a:lnTo>
                    <a:pt x="25469" y="38586"/>
                  </a:lnTo>
                  <a:lnTo>
                    <a:pt x="26264" y="40480"/>
                  </a:lnTo>
                  <a:lnTo>
                    <a:pt x="26858" y="40455"/>
                  </a:lnTo>
                  <a:lnTo>
                    <a:pt x="27767" y="37538"/>
                  </a:lnTo>
                  <a:lnTo>
                    <a:pt x="28373" y="37033"/>
                  </a:lnTo>
                  <a:lnTo>
                    <a:pt x="29004" y="40884"/>
                  </a:lnTo>
                  <a:lnTo>
                    <a:pt x="29888" y="43018"/>
                  </a:lnTo>
                  <a:lnTo>
                    <a:pt x="28360" y="42058"/>
                  </a:lnTo>
                  <a:lnTo>
                    <a:pt x="27893" y="42273"/>
                  </a:lnTo>
                  <a:lnTo>
                    <a:pt x="27653" y="43763"/>
                  </a:lnTo>
                  <a:lnTo>
                    <a:pt x="27678" y="43953"/>
                  </a:lnTo>
                  <a:lnTo>
                    <a:pt x="29383" y="47652"/>
                  </a:lnTo>
                  <a:lnTo>
                    <a:pt x="29156" y="50114"/>
                  </a:lnTo>
                  <a:lnTo>
                    <a:pt x="27918" y="52589"/>
                  </a:lnTo>
                  <a:lnTo>
                    <a:pt x="27413" y="57085"/>
                  </a:lnTo>
                  <a:lnTo>
                    <a:pt x="27729" y="61580"/>
                  </a:lnTo>
                  <a:lnTo>
                    <a:pt x="27779" y="61719"/>
                  </a:lnTo>
                  <a:lnTo>
                    <a:pt x="29522" y="64484"/>
                  </a:lnTo>
                  <a:lnTo>
                    <a:pt x="31252" y="65696"/>
                  </a:lnTo>
                  <a:lnTo>
                    <a:pt x="32464" y="69030"/>
                  </a:lnTo>
                  <a:lnTo>
                    <a:pt x="33891" y="74080"/>
                  </a:lnTo>
                  <a:lnTo>
                    <a:pt x="33967" y="74219"/>
                  </a:lnTo>
                  <a:lnTo>
                    <a:pt x="36505" y="76896"/>
                  </a:lnTo>
                  <a:lnTo>
                    <a:pt x="37048" y="76631"/>
                  </a:lnTo>
                  <a:lnTo>
                    <a:pt x="36467" y="73474"/>
                  </a:lnTo>
                  <a:lnTo>
                    <a:pt x="36404" y="73335"/>
                  </a:lnTo>
                  <a:lnTo>
                    <a:pt x="34964" y="71505"/>
                  </a:lnTo>
                  <a:lnTo>
                    <a:pt x="34484" y="68171"/>
                  </a:lnTo>
                  <a:lnTo>
                    <a:pt x="34484" y="68171"/>
                  </a:lnTo>
                  <a:lnTo>
                    <a:pt x="35166" y="68954"/>
                  </a:lnTo>
                  <a:lnTo>
                    <a:pt x="36012" y="72098"/>
                  </a:lnTo>
                  <a:lnTo>
                    <a:pt x="36101" y="72237"/>
                  </a:lnTo>
                  <a:lnTo>
                    <a:pt x="38273" y="74295"/>
                  </a:lnTo>
                  <a:lnTo>
                    <a:pt x="40268" y="77730"/>
                  </a:lnTo>
                  <a:lnTo>
                    <a:pt x="40419" y="79939"/>
                  </a:lnTo>
                  <a:lnTo>
                    <a:pt x="40508" y="80141"/>
                  </a:lnTo>
                  <a:lnTo>
                    <a:pt x="42162" y="81947"/>
                  </a:lnTo>
                  <a:lnTo>
                    <a:pt x="42301" y="82035"/>
                  </a:lnTo>
                  <a:lnTo>
                    <a:pt x="46202" y="83197"/>
                  </a:lnTo>
                  <a:lnTo>
                    <a:pt x="49043" y="84700"/>
                  </a:lnTo>
                  <a:lnTo>
                    <a:pt x="49359" y="84687"/>
                  </a:lnTo>
                  <a:lnTo>
                    <a:pt x="50028" y="84245"/>
                  </a:lnTo>
                  <a:lnTo>
                    <a:pt x="52453" y="86165"/>
                  </a:lnTo>
                  <a:lnTo>
                    <a:pt x="52592" y="86228"/>
                  </a:lnTo>
                  <a:lnTo>
                    <a:pt x="55407" y="86834"/>
                  </a:lnTo>
                  <a:lnTo>
                    <a:pt x="58716" y="90546"/>
                  </a:lnTo>
                  <a:lnTo>
                    <a:pt x="61330" y="91960"/>
                  </a:lnTo>
                  <a:lnTo>
                    <a:pt x="61683" y="91910"/>
                  </a:lnTo>
                  <a:lnTo>
                    <a:pt x="62706" y="91013"/>
                  </a:lnTo>
                  <a:lnTo>
                    <a:pt x="63994" y="92491"/>
                  </a:lnTo>
                  <a:lnTo>
                    <a:pt x="63691" y="95723"/>
                  </a:lnTo>
                  <a:lnTo>
                    <a:pt x="62251" y="97466"/>
                  </a:lnTo>
                  <a:lnTo>
                    <a:pt x="61405" y="99840"/>
                  </a:lnTo>
                  <a:lnTo>
                    <a:pt x="61165" y="102074"/>
                  </a:lnTo>
                  <a:lnTo>
                    <a:pt x="60711" y="103224"/>
                  </a:lnTo>
                  <a:lnTo>
                    <a:pt x="60774" y="103552"/>
                  </a:lnTo>
                  <a:lnTo>
                    <a:pt x="63186" y="106115"/>
                  </a:lnTo>
                  <a:lnTo>
                    <a:pt x="65320" y="109335"/>
                  </a:lnTo>
                  <a:lnTo>
                    <a:pt x="67441" y="112656"/>
                  </a:lnTo>
                  <a:lnTo>
                    <a:pt x="67555" y="112757"/>
                  </a:lnTo>
                  <a:lnTo>
                    <a:pt x="69461" y="113818"/>
                  </a:lnTo>
                  <a:lnTo>
                    <a:pt x="70623" y="115421"/>
                  </a:lnTo>
                  <a:lnTo>
                    <a:pt x="71090" y="120055"/>
                  </a:lnTo>
                  <a:lnTo>
                    <a:pt x="71330" y="123881"/>
                  </a:lnTo>
                  <a:lnTo>
                    <a:pt x="71090" y="127871"/>
                  </a:lnTo>
                  <a:lnTo>
                    <a:pt x="71254" y="129866"/>
                  </a:lnTo>
                  <a:lnTo>
                    <a:pt x="70472" y="132973"/>
                  </a:lnTo>
                  <a:lnTo>
                    <a:pt x="70383" y="135511"/>
                  </a:lnTo>
                  <a:lnTo>
                    <a:pt x="70623" y="138516"/>
                  </a:lnTo>
                  <a:lnTo>
                    <a:pt x="70749" y="138743"/>
                  </a:lnTo>
                  <a:lnTo>
                    <a:pt x="71886" y="139539"/>
                  </a:lnTo>
                  <a:lnTo>
                    <a:pt x="70168" y="143491"/>
                  </a:lnTo>
                  <a:lnTo>
                    <a:pt x="70194" y="143794"/>
                  </a:lnTo>
                  <a:lnTo>
                    <a:pt x="71507" y="145789"/>
                  </a:lnTo>
                  <a:lnTo>
                    <a:pt x="71823" y="147582"/>
                  </a:lnTo>
                  <a:lnTo>
                    <a:pt x="73035" y="151370"/>
                  </a:lnTo>
                  <a:lnTo>
                    <a:pt x="75409" y="154805"/>
                  </a:lnTo>
                  <a:lnTo>
                    <a:pt x="77227" y="156030"/>
                  </a:lnTo>
                  <a:lnTo>
                    <a:pt x="77391" y="156080"/>
                  </a:lnTo>
                  <a:lnTo>
                    <a:pt x="80396" y="156080"/>
                  </a:lnTo>
                  <a:lnTo>
                    <a:pt x="80624" y="155966"/>
                  </a:lnTo>
                  <a:lnTo>
                    <a:pt x="81886" y="154476"/>
                  </a:lnTo>
                  <a:lnTo>
                    <a:pt x="81798" y="153984"/>
                  </a:lnTo>
                  <a:lnTo>
                    <a:pt x="78666" y="152305"/>
                  </a:lnTo>
                  <a:lnTo>
                    <a:pt x="77530" y="149501"/>
                  </a:lnTo>
                  <a:lnTo>
                    <a:pt x="77353" y="149325"/>
                  </a:lnTo>
                  <a:cubicBezTo>
                    <a:pt x="77176" y="149249"/>
                    <a:pt x="77038" y="149097"/>
                    <a:pt x="76974" y="148908"/>
                  </a:cubicBezTo>
                  <a:cubicBezTo>
                    <a:pt x="76911" y="148643"/>
                    <a:pt x="77063" y="148289"/>
                    <a:pt x="77391" y="147885"/>
                  </a:cubicBezTo>
                  <a:cubicBezTo>
                    <a:pt x="78363" y="146723"/>
                    <a:pt x="78591" y="146458"/>
                    <a:pt x="78641" y="146332"/>
                  </a:cubicBezTo>
                  <a:lnTo>
                    <a:pt x="78957" y="145309"/>
                  </a:lnTo>
                  <a:lnTo>
                    <a:pt x="78831" y="144956"/>
                  </a:lnTo>
                  <a:lnTo>
                    <a:pt x="77404" y="143933"/>
                  </a:lnTo>
                  <a:lnTo>
                    <a:pt x="78111" y="142582"/>
                  </a:lnTo>
                  <a:lnTo>
                    <a:pt x="78831" y="142077"/>
                  </a:lnTo>
                  <a:lnTo>
                    <a:pt x="78957" y="141862"/>
                  </a:lnTo>
                  <a:lnTo>
                    <a:pt x="79361" y="139652"/>
                  </a:lnTo>
                  <a:lnTo>
                    <a:pt x="79336" y="139476"/>
                  </a:lnTo>
                  <a:lnTo>
                    <a:pt x="78818" y="138289"/>
                  </a:lnTo>
                  <a:lnTo>
                    <a:pt x="78869" y="137582"/>
                  </a:lnTo>
                  <a:lnTo>
                    <a:pt x="79954" y="137708"/>
                  </a:lnTo>
                  <a:lnTo>
                    <a:pt x="80308" y="137417"/>
                  </a:lnTo>
                  <a:lnTo>
                    <a:pt x="80384" y="135814"/>
                  </a:lnTo>
                  <a:lnTo>
                    <a:pt x="80384" y="135498"/>
                  </a:lnTo>
                  <a:lnTo>
                    <a:pt x="82038" y="135018"/>
                  </a:lnTo>
                  <a:lnTo>
                    <a:pt x="83932" y="134551"/>
                  </a:lnTo>
                  <a:lnTo>
                    <a:pt x="84172" y="134235"/>
                  </a:lnTo>
                  <a:lnTo>
                    <a:pt x="84172" y="132076"/>
                  </a:lnTo>
                  <a:lnTo>
                    <a:pt x="84020" y="130826"/>
                  </a:lnTo>
                  <a:lnTo>
                    <a:pt x="83970" y="130283"/>
                  </a:lnTo>
                  <a:lnTo>
                    <a:pt x="86243" y="130675"/>
                  </a:lnTo>
                  <a:lnTo>
                    <a:pt x="86521" y="130586"/>
                  </a:lnTo>
                  <a:lnTo>
                    <a:pt x="88137" y="129008"/>
                  </a:lnTo>
                  <a:lnTo>
                    <a:pt x="89614" y="126520"/>
                  </a:lnTo>
                  <a:lnTo>
                    <a:pt x="90965" y="124551"/>
                  </a:lnTo>
                  <a:lnTo>
                    <a:pt x="91470" y="121798"/>
                  </a:lnTo>
                  <a:lnTo>
                    <a:pt x="93857" y="120156"/>
                  </a:lnTo>
                  <a:lnTo>
                    <a:pt x="96546" y="118742"/>
                  </a:lnTo>
                  <a:lnTo>
                    <a:pt x="97897" y="117947"/>
                  </a:lnTo>
                  <a:lnTo>
                    <a:pt x="98049" y="117719"/>
                  </a:lnTo>
                  <a:lnTo>
                    <a:pt x="98592" y="113982"/>
                  </a:lnTo>
                  <a:lnTo>
                    <a:pt x="99463" y="110800"/>
                  </a:lnTo>
                  <a:lnTo>
                    <a:pt x="99842" y="108906"/>
                  </a:lnTo>
                  <a:lnTo>
                    <a:pt x="101648" y="106645"/>
                  </a:lnTo>
                  <a:lnTo>
                    <a:pt x="102746" y="104676"/>
                  </a:lnTo>
                  <a:lnTo>
                    <a:pt x="102746" y="104373"/>
                  </a:lnTo>
                  <a:lnTo>
                    <a:pt x="101799" y="102617"/>
                  </a:lnTo>
                  <a:cubicBezTo>
                    <a:pt x="101824" y="102352"/>
                    <a:pt x="101774" y="102125"/>
                    <a:pt x="98882" y="100989"/>
                  </a:cubicBezTo>
                  <a:lnTo>
                    <a:pt x="95650" y="99726"/>
                  </a:lnTo>
                  <a:lnTo>
                    <a:pt x="93718" y="99410"/>
                  </a:lnTo>
                  <a:lnTo>
                    <a:pt x="91710" y="98627"/>
                  </a:lnTo>
                  <a:lnTo>
                    <a:pt x="89551" y="97731"/>
                  </a:lnTo>
                  <a:lnTo>
                    <a:pt x="88415" y="95092"/>
                  </a:lnTo>
                  <a:lnTo>
                    <a:pt x="86887" y="92907"/>
                  </a:lnTo>
                  <a:lnTo>
                    <a:pt x="86735" y="92794"/>
                  </a:lnTo>
                  <a:lnTo>
                    <a:pt x="83338" y="91682"/>
                  </a:lnTo>
                  <a:lnTo>
                    <a:pt x="81179" y="91455"/>
                  </a:lnTo>
                  <a:lnTo>
                    <a:pt x="78970" y="89321"/>
                  </a:lnTo>
                  <a:lnTo>
                    <a:pt x="76861" y="88084"/>
                  </a:lnTo>
                  <a:lnTo>
                    <a:pt x="74335" y="87819"/>
                  </a:lnTo>
                  <a:lnTo>
                    <a:pt x="71810" y="87187"/>
                  </a:lnTo>
                  <a:lnTo>
                    <a:pt x="71722" y="87175"/>
                  </a:lnTo>
                  <a:lnTo>
                    <a:pt x="68881" y="87263"/>
                  </a:lnTo>
                  <a:lnTo>
                    <a:pt x="68792" y="87276"/>
                  </a:lnTo>
                  <a:cubicBezTo>
                    <a:pt x="65395" y="88273"/>
                    <a:pt x="65320" y="88576"/>
                    <a:pt x="65269" y="88753"/>
                  </a:cubicBezTo>
                  <a:cubicBezTo>
                    <a:pt x="65219" y="88942"/>
                    <a:pt x="65029" y="89523"/>
                    <a:pt x="64878" y="89965"/>
                  </a:cubicBezTo>
                  <a:lnTo>
                    <a:pt x="63640" y="88993"/>
                  </a:lnTo>
                  <a:lnTo>
                    <a:pt x="63350" y="88930"/>
                  </a:lnTo>
                  <a:lnTo>
                    <a:pt x="61734" y="89448"/>
                  </a:lnTo>
                  <a:lnTo>
                    <a:pt x="60218" y="88690"/>
                  </a:lnTo>
                  <a:lnTo>
                    <a:pt x="59057" y="86303"/>
                  </a:lnTo>
                  <a:lnTo>
                    <a:pt x="59802" y="84384"/>
                  </a:lnTo>
                  <a:lnTo>
                    <a:pt x="59600" y="83967"/>
                  </a:lnTo>
                  <a:lnTo>
                    <a:pt x="57655" y="83311"/>
                  </a:lnTo>
                  <a:lnTo>
                    <a:pt x="55521" y="83046"/>
                  </a:lnTo>
                  <a:lnTo>
                    <a:pt x="56077" y="81480"/>
                  </a:lnTo>
                  <a:lnTo>
                    <a:pt x="56796" y="80104"/>
                  </a:lnTo>
                  <a:lnTo>
                    <a:pt x="56986" y="78853"/>
                  </a:lnTo>
                  <a:lnTo>
                    <a:pt x="56670" y="78500"/>
                  </a:lnTo>
                  <a:lnTo>
                    <a:pt x="53905" y="78500"/>
                  </a:lnTo>
                  <a:lnTo>
                    <a:pt x="53640" y="78651"/>
                  </a:lnTo>
                  <a:lnTo>
                    <a:pt x="52516" y="80533"/>
                  </a:lnTo>
                  <a:lnTo>
                    <a:pt x="50155" y="81366"/>
                  </a:lnTo>
                  <a:lnTo>
                    <a:pt x="48374" y="78942"/>
                  </a:lnTo>
                  <a:lnTo>
                    <a:pt x="47995" y="75495"/>
                  </a:lnTo>
                  <a:lnTo>
                    <a:pt x="48816" y="72717"/>
                  </a:lnTo>
                  <a:lnTo>
                    <a:pt x="51443" y="70772"/>
                  </a:lnTo>
                  <a:lnTo>
                    <a:pt x="54132" y="70393"/>
                  </a:lnTo>
                  <a:lnTo>
                    <a:pt x="55370" y="71416"/>
                  </a:lnTo>
                  <a:lnTo>
                    <a:pt x="55849" y="71315"/>
                  </a:lnTo>
                  <a:lnTo>
                    <a:pt x="56392" y="70305"/>
                  </a:lnTo>
                  <a:lnTo>
                    <a:pt x="58286" y="70305"/>
                  </a:lnTo>
                  <a:lnTo>
                    <a:pt x="60799" y="71088"/>
                  </a:lnTo>
                  <a:lnTo>
                    <a:pt x="61014" y="72856"/>
                  </a:lnTo>
                  <a:lnTo>
                    <a:pt x="61064" y="72995"/>
                  </a:lnTo>
                  <a:lnTo>
                    <a:pt x="62403" y="75040"/>
                  </a:lnTo>
                  <a:lnTo>
                    <a:pt x="62971" y="74926"/>
                  </a:lnTo>
                  <a:lnTo>
                    <a:pt x="63363" y="72843"/>
                  </a:lnTo>
                  <a:lnTo>
                    <a:pt x="63363" y="72767"/>
                  </a:lnTo>
                  <a:lnTo>
                    <a:pt x="63211" y="69131"/>
                  </a:lnTo>
                  <a:lnTo>
                    <a:pt x="64158" y="67376"/>
                  </a:lnTo>
                  <a:lnTo>
                    <a:pt x="67087" y="65355"/>
                  </a:lnTo>
                  <a:lnTo>
                    <a:pt x="68704" y="62691"/>
                  </a:lnTo>
                  <a:lnTo>
                    <a:pt x="69461" y="60721"/>
                  </a:lnTo>
                  <a:lnTo>
                    <a:pt x="71924" y="58322"/>
                  </a:lnTo>
                  <a:lnTo>
                    <a:pt x="73452" y="58322"/>
                  </a:lnTo>
                  <a:lnTo>
                    <a:pt x="73755" y="58107"/>
                  </a:lnTo>
                  <a:lnTo>
                    <a:pt x="74575" y="55923"/>
                  </a:lnTo>
                  <a:lnTo>
                    <a:pt x="76747" y="54496"/>
                  </a:lnTo>
                  <a:lnTo>
                    <a:pt x="77682" y="55961"/>
                  </a:lnTo>
                  <a:lnTo>
                    <a:pt x="78124" y="56062"/>
                  </a:lnTo>
                  <a:lnTo>
                    <a:pt x="80119" y="54786"/>
                  </a:lnTo>
                  <a:lnTo>
                    <a:pt x="83591" y="53347"/>
                  </a:lnTo>
                  <a:lnTo>
                    <a:pt x="83705" y="52855"/>
                  </a:lnTo>
                  <a:lnTo>
                    <a:pt x="82909" y="51983"/>
                  </a:lnTo>
                  <a:lnTo>
                    <a:pt x="82657" y="51870"/>
                  </a:lnTo>
                  <a:lnTo>
                    <a:pt x="79715" y="52084"/>
                  </a:lnTo>
                  <a:lnTo>
                    <a:pt x="79134" y="50771"/>
                  </a:lnTo>
                  <a:lnTo>
                    <a:pt x="79134" y="49496"/>
                  </a:lnTo>
                  <a:lnTo>
                    <a:pt x="78970" y="49218"/>
                  </a:lnTo>
                  <a:lnTo>
                    <a:pt x="78528" y="48978"/>
                  </a:lnTo>
                  <a:lnTo>
                    <a:pt x="78742" y="48864"/>
                  </a:lnTo>
                  <a:lnTo>
                    <a:pt x="81002" y="48864"/>
                  </a:lnTo>
                  <a:lnTo>
                    <a:pt x="83212" y="49029"/>
                  </a:lnTo>
                  <a:lnTo>
                    <a:pt x="83389" y="48991"/>
                  </a:lnTo>
                  <a:lnTo>
                    <a:pt x="86028" y="47463"/>
                  </a:lnTo>
                  <a:cubicBezTo>
                    <a:pt x="87973" y="46023"/>
                    <a:pt x="88048" y="45910"/>
                    <a:pt x="88074" y="45847"/>
                  </a:cubicBezTo>
                  <a:cubicBezTo>
                    <a:pt x="88213" y="45657"/>
                    <a:pt x="88263" y="45569"/>
                    <a:pt x="86432" y="42362"/>
                  </a:cubicBezTo>
                  <a:lnTo>
                    <a:pt x="84399" y="40455"/>
                  </a:lnTo>
                  <a:lnTo>
                    <a:pt x="84033" y="38435"/>
                  </a:lnTo>
                  <a:lnTo>
                    <a:pt x="83553" y="34103"/>
                  </a:lnTo>
                  <a:lnTo>
                    <a:pt x="83010" y="33927"/>
                  </a:lnTo>
                  <a:lnTo>
                    <a:pt x="81078" y="36086"/>
                  </a:lnTo>
                  <a:lnTo>
                    <a:pt x="79576" y="35758"/>
                  </a:lnTo>
                  <a:lnTo>
                    <a:pt x="79310" y="34028"/>
                  </a:lnTo>
                  <a:lnTo>
                    <a:pt x="80055" y="32677"/>
                  </a:lnTo>
                  <a:lnTo>
                    <a:pt x="79866" y="32222"/>
                  </a:lnTo>
                  <a:lnTo>
                    <a:pt x="78212" y="31755"/>
                  </a:lnTo>
                  <a:lnTo>
                    <a:pt x="77164" y="30669"/>
                  </a:lnTo>
                  <a:lnTo>
                    <a:pt x="76937" y="30568"/>
                  </a:lnTo>
                  <a:lnTo>
                    <a:pt x="74070" y="30568"/>
                  </a:lnTo>
                  <a:lnTo>
                    <a:pt x="73199" y="30656"/>
                  </a:lnTo>
                  <a:lnTo>
                    <a:pt x="72921" y="30959"/>
                  </a:lnTo>
                  <a:lnTo>
                    <a:pt x="72845" y="33674"/>
                  </a:lnTo>
                  <a:lnTo>
                    <a:pt x="71583" y="35013"/>
                  </a:lnTo>
                  <a:lnTo>
                    <a:pt x="71545" y="35391"/>
                  </a:lnTo>
                  <a:lnTo>
                    <a:pt x="72290" y="36566"/>
                  </a:lnTo>
                  <a:lnTo>
                    <a:pt x="72492" y="38662"/>
                  </a:lnTo>
                  <a:lnTo>
                    <a:pt x="70535" y="40316"/>
                  </a:lnTo>
                  <a:lnTo>
                    <a:pt x="68615" y="40998"/>
                  </a:lnTo>
                  <a:lnTo>
                    <a:pt x="68401" y="41288"/>
                  </a:lnTo>
                  <a:lnTo>
                    <a:pt x="68401" y="44256"/>
                  </a:lnTo>
                  <a:lnTo>
                    <a:pt x="67555" y="44685"/>
                  </a:lnTo>
                  <a:lnTo>
                    <a:pt x="66380" y="43195"/>
                  </a:lnTo>
                  <a:lnTo>
                    <a:pt x="66974" y="40581"/>
                  </a:lnTo>
                  <a:lnTo>
                    <a:pt x="66822" y="40228"/>
                  </a:lnTo>
                  <a:lnTo>
                    <a:pt x="64676" y="39142"/>
                  </a:lnTo>
                  <a:lnTo>
                    <a:pt x="62453" y="37816"/>
                  </a:lnTo>
                  <a:lnTo>
                    <a:pt x="61443" y="36957"/>
                  </a:lnTo>
                  <a:lnTo>
                    <a:pt x="61241" y="36881"/>
                  </a:lnTo>
                  <a:lnTo>
                    <a:pt x="60509" y="36881"/>
                  </a:lnTo>
                  <a:lnTo>
                    <a:pt x="60307" y="34444"/>
                  </a:lnTo>
                  <a:lnTo>
                    <a:pt x="60686" y="32083"/>
                  </a:lnTo>
                  <a:lnTo>
                    <a:pt x="61456" y="30252"/>
                  </a:lnTo>
                  <a:cubicBezTo>
                    <a:pt x="61974" y="30050"/>
                    <a:pt x="62479" y="29823"/>
                    <a:pt x="62971" y="29558"/>
                  </a:cubicBezTo>
                  <a:cubicBezTo>
                    <a:pt x="63413" y="29330"/>
                    <a:pt x="63640" y="29229"/>
                    <a:pt x="63754" y="29179"/>
                  </a:cubicBezTo>
                  <a:cubicBezTo>
                    <a:pt x="63761" y="29180"/>
                    <a:pt x="63768" y="29180"/>
                    <a:pt x="63775" y="29180"/>
                  </a:cubicBezTo>
                  <a:cubicBezTo>
                    <a:pt x="63887" y="29180"/>
                    <a:pt x="64048" y="29086"/>
                    <a:pt x="64499" y="28813"/>
                  </a:cubicBezTo>
                  <a:lnTo>
                    <a:pt x="65029" y="28497"/>
                  </a:lnTo>
                  <a:cubicBezTo>
                    <a:pt x="66469" y="27638"/>
                    <a:pt x="66999" y="27323"/>
                    <a:pt x="67201" y="27171"/>
                  </a:cubicBezTo>
                  <a:lnTo>
                    <a:pt x="67214" y="27184"/>
                  </a:lnTo>
                  <a:lnTo>
                    <a:pt x="68792" y="25681"/>
                  </a:lnTo>
                  <a:lnTo>
                    <a:pt x="69992" y="24456"/>
                  </a:lnTo>
                  <a:lnTo>
                    <a:pt x="70737" y="24267"/>
                  </a:lnTo>
                  <a:lnTo>
                    <a:pt x="74083" y="24267"/>
                  </a:lnTo>
                  <a:lnTo>
                    <a:pt x="74399" y="23977"/>
                  </a:lnTo>
                  <a:lnTo>
                    <a:pt x="74550" y="21994"/>
                  </a:lnTo>
                  <a:lnTo>
                    <a:pt x="75548" y="20252"/>
                  </a:lnTo>
                  <a:lnTo>
                    <a:pt x="75573" y="20012"/>
                  </a:lnTo>
                  <a:lnTo>
                    <a:pt x="75106" y="18269"/>
                  </a:lnTo>
                  <a:lnTo>
                    <a:pt x="75005" y="18118"/>
                  </a:lnTo>
                  <a:lnTo>
                    <a:pt x="73363" y="16741"/>
                  </a:lnTo>
                  <a:lnTo>
                    <a:pt x="72883" y="16830"/>
                  </a:lnTo>
                  <a:lnTo>
                    <a:pt x="71873" y="18800"/>
                  </a:lnTo>
                  <a:lnTo>
                    <a:pt x="70320" y="19999"/>
                  </a:lnTo>
                  <a:lnTo>
                    <a:pt x="69676" y="20441"/>
                  </a:lnTo>
                  <a:lnTo>
                    <a:pt x="69676" y="18623"/>
                  </a:lnTo>
                  <a:lnTo>
                    <a:pt x="69929" y="17385"/>
                  </a:lnTo>
                  <a:lnTo>
                    <a:pt x="69411" y="17082"/>
                  </a:lnTo>
                  <a:lnTo>
                    <a:pt x="68691" y="17739"/>
                  </a:lnTo>
                  <a:lnTo>
                    <a:pt x="67896" y="15959"/>
                  </a:lnTo>
                  <a:lnTo>
                    <a:pt x="68918" y="14860"/>
                  </a:lnTo>
                  <a:lnTo>
                    <a:pt x="71002" y="10403"/>
                  </a:lnTo>
                  <a:lnTo>
                    <a:pt x="71873" y="10049"/>
                  </a:lnTo>
                  <a:lnTo>
                    <a:pt x="73767" y="8332"/>
                  </a:lnTo>
                  <a:lnTo>
                    <a:pt x="73691" y="7827"/>
                  </a:lnTo>
                  <a:lnTo>
                    <a:pt x="72896" y="7410"/>
                  </a:lnTo>
                  <a:lnTo>
                    <a:pt x="71785" y="7233"/>
                  </a:lnTo>
                  <a:lnTo>
                    <a:pt x="69373" y="7233"/>
                  </a:lnTo>
                  <a:lnTo>
                    <a:pt x="69057" y="7549"/>
                  </a:lnTo>
                  <a:lnTo>
                    <a:pt x="69057" y="9658"/>
                  </a:lnTo>
                  <a:lnTo>
                    <a:pt x="67037" y="12284"/>
                  </a:lnTo>
                  <a:lnTo>
                    <a:pt x="65294" y="14986"/>
                  </a:lnTo>
                  <a:lnTo>
                    <a:pt x="65294" y="15340"/>
                  </a:lnTo>
                  <a:lnTo>
                    <a:pt x="66077" y="16476"/>
                  </a:lnTo>
                  <a:lnTo>
                    <a:pt x="65762" y="18623"/>
                  </a:lnTo>
                  <a:lnTo>
                    <a:pt x="63375" y="19885"/>
                  </a:lnTo>
                  <a:lnTo>
                    <a:pt x="63375" y="18585"/>
                  </a:lnTo>
                  <a:lnTo>
                    <a:pt x="63085" y="18269"/>
                  </a:lnTo>
                  <a:lnTo>
                    <a:pt x="61342" y="18118"/>
                  </a:lnTo>
                  <a:lnTo>
                    <a:pt x="61128" y="18181"/>
                  </a:lnTo>
                  <a:lnTo>
                    <a:pt x="59890" y="19153"/>
                  </a:lnTo>
                  <a:lnTo>
                    <a:pt x="58223" y="16830"/>
                  </a:lnTo>
                  <a:lnTo>
                    <a:pt x="57971" y="16703"/>
                  </a:lnTo>
                  <a:lnTo>
                    <a:pt x="55799" y="16703"/>
                  </a:lnTo>
                  <a:lnTo>
                    <a:pt x="55521" y="16868"/>
                  </a:lnTo>
                  <a:lnTo>
                    <a:pt x="54827" y="18168"/>
                  </a:lnTo>
                  <a:lnTo>
                    <a:pt x="54435" y="18736"/>
                  </a:lnTo>
                  <a:lnTo>
                    <a:pt x="53652" y="16969"/>
                  </a:lnTo>
                  <a:lnTo>
                    <a:pt x="53261" y="16792"/>
                  </a:lnTo>
                  <a:cubicBezTo>
                    <a:pt x="53061" y="16867"/>
                    <a:pt x="52586" y="16997"/>
                    <a:pt x="52167" y="16997"/>
                  </a:cubicBezTo>
                  <a:cubicBezTo>
                    <a:pt x="51950" y="16997"/>
                    <a:pt x="51749" y="16962"/>
                    <a:pt x="51607" y="16868"/>
                  </a:cubicBezTo>
                  <a:cubicBezTo>
                    <a:pt x="51455" y="16767"/>
                    <a:pt x="51379" y="16590"/>
                    <a:pt x="51392" y="16426"/>
                  </a:cubicBezTo>
                  <a:cubicBezTo>
                    <a:pt x="51316" y="15112"/>
                    <a:pt x="51316" y="14986"/>
                    <a:pt x="51316" y="14974"/>
                  </a:cubicBezTo>
                  <a:lnTo>
                    <a:pt x="51215" y="14746"/>
                  </a:lnTo>
                  <a:lnTo>
                    <a:pt x="47945" y="11716"/>
                  </a:lnTo>
                  <a:lnTo>
                    <a:pt x="46922" y="11009"/>
                  </a:lnTo>
                  <a:lnTo>
                    <a:pt x="46682" y="10958"/>
                  </a:lnTo>
                  <a:lnTo>
                    <a:pt x="45142" y="11223"/>
                  </a:lnTo>
                  <a:lnTo>
                    <a:pt x="44435" y="9077"/>
                  </a:lnTo>
                  <a:lnTo>
                    <a:pt x="44233" y="8875"/>
                  </a:lnTo>
                  <a:lnTo>
                    <a:pt x="42806" y="8433"/>
                  </a:lnTo>
                  <a:lnTo>
                    <a:pt x="42679" y="8420"/>
                  </a:lnTo>
                  <a:lnTo>
                    <a:pt x="39182" y="8862"/>
                  </a:lnTo>
                  <a:lnTo>
                    <a:pt x="37262" y="8445"/>
                  </a:lnTo>
                  <a:lnTo>
                    <a:pt x="34649" y="6210"/>
                  </a:lnTo>
                  <a:lnTo>
                    <a:pt x="31075" y="4506"/>
                  </a:lnTo>
                  <a:lnTo>
                    <a:pt x="28499" y="2031"/>
                  </a:lnTo>
                  <a:lnTo>
                    <a:pt x="26365" y="263"/>
                  </a:lnTo>
                  <a:lnTo>
                    <a:pt x="26100" y="187"/>
                  </a:lnTo>
                  <a:lnTo>
                    <a:pt x="23524" y="756"/>
                  </a:lnTo>
                  <a:cubicBezTo>
                    <a:pt x="23360" y="465"/>
                    <a:pt x="23120" y="238"/>
                    <a:pt x="22817" y="124"/>
                  </a:cubicBezTo>
                  <a:cubicBezTo>
                    <a:pt x="22620" y="41"/>
                    <a:pt x="22402" y="0"/>
                    <a:pt x="22164" y="0"/>
                  </a:cubicBezTo>
                  <a:close/>
                </a:path>
              </a:pathLst>
            </a:custGeom>
            <a:solidFill>
              <a:srgbClr val="CFD9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28" name="Google Shape;8286;p80">
              <a:extLst>
                <a:ext uri="{FF2B5EF4-FFF2-40B4-BE49-F238E27FC236}">
                  <a16:creationId xmlns:a16="http://schemas.microsoft.com/office/drawing/2014/main" id="{FAAEC710-0EE2-C5EE-2F15-0AB06030BA60}"/>
                </a:ext>
              </a:extLst>
            </p:cNvPr>
            <p:cNvSpPr/>
            <p:nvPr/>
          </p:nvSpPr>
          <p:spPr>
            <a:xfrm>
              <a:off x="1940550" y="1654925"/>
              <a:ext cx="124725" cy="149650"/>
            </a:xfrm>
            <a:custGeom>
              <a:avLst/>
              <a:gdLst/>
              <a:ahLst/>
              <a:cxnLst/>
              <a:rect l="l" t="t" r="r" b="b"/>
              <a:pathLst>
                <a:path w="4989" h="5986" extrusionOk="0">
                  <a:moveTo>
                    <a:pt x="2425" y="0"/>
                  </a:moveTo>
                  <a:lnTo>
                    <a:pt x="1023" y="1200"/>
                  </a:lnTo>
                  <a:lnTo>
                    <a:pt x="1" y="3851"/>
                  </a:lnTo>
                  <a:lnTo>
                    <a:pt x="1" y="5985"/>
                  </a:lnTo>
                  <a:lnTo>
                    <a:pt x="2362" y="4104"/>
                  </a:lnTo>
                  <a:lnTo>
                    <a:pt x="3511" y="4887"/>
                  </a:lnTo>
                  <a:lnTo>
                    <a:pt x="4988" y="4419"/>
                  </a:lnTo>
                  <a:lnTo>
                    <a:pt x="3271" y="2210"/>
                  </a:lnTo>
                  <a:lnTo>
                    <a:pt x="2425" y="0"/>
                  </a:lnTo>
                  <a:close/>
                </a:path>
              </a:pathLst>
            </a:custGeom>
            <a:solidFill>
              <a:srgbClr val="445D7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29" name="Google Shape;8287;p80">
              <a:extLst>
                <a:ext uri="{FF2B5EF4-FFF2-40B4-BE49-F238E27FC236}">
                  <a16:creationId xmlns:a16="http://schemas.microsoft.com/office/drawing/2014/main" id="{C5A13EF1-F73D-3461-C4BA-03FB81127663}"/>
                </a:ext>
              </a:extLst>
            </p:cNvPr>
            <p:cNvSpPr/>
            <p:nvPr/>
          </p:nvSpPr>
          <p:spPr>
            <a:xfrm>
              <a:off x="1932650" y="1641650"/>
              <a:ext cx="145575" cy="179325"/>
            </a:xfrm>
            <a:custGeom>
              <a:avLst/>
              <a:gdLst/>
              <a:ahLst/>
              <a:cxnLst/>
              <a:rect l="l" t="t" r="r" b="b"/>
              <a:pathLst>
                <a:path w="5823" h="7173" extrusionOk="0">
                  <a:moveTo>
                    <a:pt x="2602" y="1049"/>
                  </a:moveTo>
                  <a:lnTo>
                    <a:pt x="3297" y="2842"/>
                  </a:lnTo>
                  <a:lnTo>
                    <a:pt x="4774" y="4774"/>
                  </a:lnTo>
                  <a:lnTo>
                    <a:pt x="3877" y="5064"/>
                  </a:lnTo>
                  <a:lnTo>
                    <a:pt x="2665" y="4231"/>
                  </a:lnTo>
                  <a:lnTo>
                    <a:pt x="632" y="5860"/>
                  </a:lnTo>
                  <a:lnTo>
                    <a:pt x="632" y="4433"/>
                  </a:lnTo>
                  <a:lnTo>
                    <a:pt x="1605" y="1907"/>
                  </a:lnTo>
                  <a:lnTo>
                    <a:pt x="2602" y="1049"/>
                  </a:lnTo>
                  <a:close/>
                  <a:moveTo>
                    <a:pt x="2880" y="1"/>
                  </a:moveTo>
                  <a:lnTo>
                    <a:pt x="1074" y="1541"/>
                  </a:lnTo>
                  <a:lnTo>
                    <a:pt x="26" y="4269"/>
                  </a:lnTo>
                  <a:lnTo>
                    <a:pt x="1" y="7173"/>
                  </a:lnTo>
                  <a:lnTo>
                    <a:pt x="1" y="7173"/>
                  </a:lnTo>
                  <a:lnTo>
                    <a:pt x="2703" y="5026"/>
                  </a:lnTo>
                  <a:lnTo>
                    <a:pt x="3776" y="5771"/>
                  </a:lnTo>
                  <a:lnTo>
                    <a:pt x="5822" y="5102"/>
                  </a:lnTo>
                  <a:lnTo>
                    <a:pt x="3865" y="2577"/>
                  </a:lnTo>
                  <a:lnTo>
                    <a:pt x="2880" y="1"/>
                  </a:lnTo>
                  <a:close/>
                </a:path>
              </a:pathLst>
            </a:custGeom>
            <a:solidFill>
              <a:srgbClr val="CFD9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30" name="Google Shape;8288;p80">
              <a:extLst>
                <a:ext uri="{FF2B5EF4-FFF2-40B4-BE49-F238E27FC236}">
                  <a16:creationId xmlns:a16="http://schemas.microsoft.com/office/drawing/2014/main" id="{AF457900-C734-66B1-4EE8-9C0B6C4160B5}"/>
                </a:ext>
              </a:extLst>
            </p:cNvPr>
            <p:cNvSpPr/>
            <p:nvPr/>
          </p:nvSpPr>
          <p:spPr>
            <a:xfrm>
              <a:off x="2019475" y="1292525"/>
              <a:ext cx="410075" cy="583375"/>
            </a:xfrm>
            <a:custGeom>
              <a:avLst/>
              <a:gdLst/>
              <a:ahLst/>
              <a:cxnLst/>
              <a:rect l="l" t="t" r="r" b="b"/>
              <a:pathLst>
                <a:path w="16403" h="23335" extrusionOk="0">
                  <a:moveTo>
                    <a:pt x="4129" y="0"/>
                  </a:moveTo>
                  <a:lnTo>
                    <a:pt x="1213" y="2122"/>
                  </a:lnTo>
                  <a:lnTo>
                    <a:pt x="0" y="4407"/>
                  </a:lnTo>
                  <a:lnTo>
                    <a:pt x="0" y="7248"/>
                  </a:lnTo>
                  <a:lnTo>
                    <a:pt x="2122" y="6857"/>
                  </a:lnTo>
                  <a:lnTo>
                    <a:pt x="4571" y="8347"/>
                  </a:lnTo>
                  <a:lnTo>
                    <a:pt x="6541" y="8827"/>
                  </a:lnTo>
                  <a:lnTo>
                    <a:pt x="7210" y="7576"/>
                  </a:lnTo>
                  <a:lnTo>
                    <a:pt x="8170" y="11339"/>
                  </a:lnTo>
                  <a:lnTo>
                    <a:pt x="9521" y="12842"/>
                  </a:lnTo>
                  <a:lnTo>
                    <a:pt x="8258" y="15052"/>
                  </a:lnTo>
                  <a:cubicBezTo>
                    <a:pt x="8258" y="15052"/>
                    <a:pt x="8978" y="16314"/>
                    <a:pt x="6996" y="16706"/>
                  </a:cubicBezTo>
                  <a:cubicBezTo>
                    <a:pt x="5026" y="17097"/>
                    <a:pt x="6364" y="16946"/>
                    <a:pt x="5026" y="17097"/>
                  </a:cubicBezTo>
                  <a:cubicBezTo>
                    <a:pt x="3688" y="17261"/>
                    <a:pt x="3688" y="17539"/>
                    <a:pt x="3688" y="17539"/>
                  </a:cubicBezTo>
                  <a:lnTo>
                    <a:pt x="4180" y="18915"/>
                  </a:lnTo>
                  <a:lnTo>
                    <a:pt x="6604" y="18915"/>
                  </a:lnTo>
                  <a:lnTo>
                    <a:pt x="7943" y="20810"/>
                  </a:lnTo>
                  <a:lnTo>
                    <a:pt x="9521" y="22539"/>
                  </a:lnTo>
                  <a:lnTo>
                    <a:pt x="11579" y="23335"/>
                  </a:lnTo>
                  <a:lnTo>
                    <a:pt x="10405" y="20532"/>
                  </a:lnTo>
                  <a:lnTo>
                    <a:pt x="12375" y="21693"/>
                  </a:lnTo>
                  <a:lnTo>
                    <a:pt x="13473" y="20115"/>
                  </a:lnTo>
                  <a:lnTo>
                    <a:pt x="12059" y="16794"/>
                  </a:lnTo>
                  <a:lnTo>
                    <a:pt x="12615" y="15923"/>
                  </a:lnTo>
                  <a:lnTo>
                    <a:pt x="14420" y="18360"/>
                  </a:lnTo>
                  <a:lnTo>
                    <a:pt x="15683" y="16794"/>
                  </a:lnTo>
                  <a:lnTo>
                    <a:pt x="16403" y="15052"/>
                  </a:lnTo>
                  <a:lnTo>
                    <a:pt x="12931" y="12135"/>
                  </a:lnTo>
                  <a:lnTo>
                    <a:pt x="14269" y="11630"/>
                  </a:lnTo>
                  <a:lnTo>
                    <a:pt x="13549" y="8195"/>
                  </a:lnTo>
                  <a:lnTo>
                    <a:pt x="12211" y="5821"/>
                  </a:lnTo>
                  <a:lnTo>
                    <a:pt x="10721" y="4963"/>
                  </a:lnTo>
                  <a:lnTo>
                    <a:pt x="9067" y="3624"/>
                  </a:lnTo>
                  <a:lnTo>
                    <a:pt x="10557" y="3069"/>
                  </a:lnTo>
                  <a:lnTo>
                    <a:pt x="10165" y="1414"/>
                  </a:lnTo>
                  <a:lnTo>
                    <a:pt x="7918" y="354"/>
                  </a:lnTo>
                  <a:lnTo>
                    <a:pt x="5670" y="1326"/>
                  </a:lnTo>
                  <a:lnTo>
                    <a:pt x="5165" y="2677"/>
                  </a:lnTo>
                  <a:lnTo>
                    <a:pt x="3814" y="4256"/>
                  </a:lnTo>
                  <a:lnTo>
                    <a:pt x="2993" y="3069"/>
                  </a:lnTo>
                  <a:lnTo>
                    <a:pt x="4129" y="0"/>
                  </a:lnTo>
                  <a:close/>
                </a:path>
              </a:pathLst>
            </a:custGeom>
            <a:solidFill>
              <a:srgbClr val="445D7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31" name="Google Shape;8289;p80">
              <a:extLst>
                <a:ext uri="{FF2B5EF4-FFF2-40B4-BE49-F238E27FC236}">
                  <a16:creationId xmlns:a16="http://schemas.microsoft.com/office/drawing/2014/main" id="{48D45C32-419B-89E1-1F20-E89D7C99A408}"/>
                </a:ext>
              </a:extLst>
            </p:cNvPr>
            <p:cNvSpPr/>
            <p:nvPr/>
          </p:nvSpPr>
          <p:spPr>
            <a:xfrm>
              <a:off x="2011275" y="1270725"/>
              <a:ext cx="427750" cy="619075"/>
            </a:xfrm>
            <a:custGeom>
              <a:avLst/>
              <a:gdLst/>
              <a:ahLst/>
              <a:cxnLst/>
              <a:rect l="l" t="t" r="r" b="b"/>
              <a:pathLst>
                <a:path w="17110" h="24763" extrusionOk="0">
                  <a:moveTo>
                    <a:pt x="8246" y="1567"/>
                  </a:moveTo>
                  <a:lnTo>
                    <a:pt x="10228" y="2501"/>
                  </a:lnTo>
                  <a:lnTo>
                    <a:pt x="10518" y="3739"/>
                  </a:lnTo>
                  <a:lnTo>
                    <a:pt x="8763" y="4383"/>
                  </a:lnTo>
                  <a:lnTo>
                    <a:pt x="10885" y="6087"/>
                  </a:lnTo>
                  <a:lnTo>
                    <a:pt x="12311" y="6908"/>
                  </a:lnTo>
                  <a:lnTo>
                    <a:pt x="13587" y="9156"/>
                  </a:lnTo>
                  <a:lnTo>
                    <a:pt x="14231" y="12287"/>
                  </a:lnTo>
                  <a:lnTo>
                    <a:pt x="12640" y="12881"/>
                  </a:lnTo>
                  <a:lnTo>
                    <a:pt x="16340" y="15999"/>
                  </a:lnTo>
                  <a:lnTo>
                    <a:pt x="15733" y="17477"/>
                  </a:lnTo>
                  <a:lnTo>
                    <a:pt x="14761" y="18689"/>
                  </a:lnTo>
                  <a:lnTo>
                    <a:pt x="12918" y="16227"/>
                  </a:lnTo>
                  <a:lnTo>
                    <a:pt x="12021" y="17616"/>
                  </a:lnTo>
                  <a:lnTo>
                    <a:pt x="13448" y="20937"/>
                  </a:lnTo>
                  <a:lnTo>
                    <a:pt x="12615" y="22136"/>
                  </a:lnTo>
                  <a:lnTo>
                    <a:pt x="10076" y="20633"/>
                  </a:lnTo>
                  <a:lnTo>
                    <a:pt x="11339" y="23639"/>
                  </a:lnTo>
                  <a:lnTo>
                    <a:pt x="10051" y="23146"/>
                  </a:lnTo>
                  <a:lnTo>
                    <a:pt x="8549" y="21492"/>
                  </a:lnTo>
                  <a:lnTo>
                    <a:pt x="7109" y="19459"/>
                  </a:lnTo>
                  <a:lnTo>
                    <a:pt x="4748" y="19459"/>
                  </a:lnTo>
                  <a:lnTo>
                    <a:pt x="4407" y="18500"/>
                  </a:lnTo>
                  <a:cubicBezTo>
                    <a:pt x="4723" y="18373"/>
                    <a:pt x="5064" y="18297"/>
                    <a:pt x="5417" y="18272"/>
                  </a:cubicBezTo>
                  <a:cubicBezTo>
                    <a:pt x="6124" y="18196"/>
                    <a:pt x="6124" y="18196"/>
                    <a:pt x="6238" y="18146"/>
                  </a:cubicBezTo>
                  <a:cubicBezTo>
                    <a:pt x="6301" y="18121"/>
                    <a:pt x="6453" y="18070"/>
                    <a:pt x="7412" y="17881"/>
                  </a:cubicBezTo>
                  <a:cubicBezTo>
                    <a:pt x="8208" y="17717"/>
                    <a:pt x="8725" y="17401"/>
                    <a:pt x="8940" y="16934"/>
                  </a:cubicBezTo>
                  <a:cubicBezTo>
                    <a:pt x="9079" y="16618"/>
                    <a:pt x="9079" y="16265"/>
                    <a:pt x="8953" y="15936"/>
                  </a:cubicBezTo>
                  <a:lnTo>
                    <a:pt x="10253" y="13676"/>
                  </a:lnTo>
                  <a:lnTo>
                    <a:pt x="8801" y="12060"/>
                  </a:lnTo>
                  <a:lnTo>
                    <a:pt x="7652" y="7590"/>
                  </a:lnTo>
                  <a:lnTo>
                    <a:pt x="6718" y="9332"/>
                  </a:lnTo>
                  <a:lnTo>
                    <a:pt x="5026" y="8928"/>
                  </a:lnTo>
                  <a:lnTo>
                    <a:pt x="2513" y="7388"/>
                  </a:lnTo>
                  <a:lnTo>
                    <a:pt x="644" y="7741"/>
                  </a:lnTo>
                  <a:lnTo>
                    <a:pt x="644" y="5367"/>
                  </a:lnTo>
                  <a:lnTo>
                    <a:pt x="1793" y="3208"/>
                  </a:lnTo>
                  <a:lnTo>
                    <a:pt x="3801" y="1744"/>
                  </a:lnTo>
                  <a:lnTo>
                    <a:pt x="3801" y="1744"/>
                  </a:lnTo>
                  <a:lnTo>
                    <a:pt x="2980" y="3991"/>
                  </a:lnTo>
                  <a:lnTo>
                    <a:pt x="4129" y="5645"/>
                  </a:lnTo>
                  <a:lnTo>
                    <a:pt x="5745" y="3751"/>
                  </a:lnTo>
                  <a:lnTo>
                    <a:pt x="6263" y="2438"/>
                  </a:lnTo>
                  <a:lnTo>
                    <a:pt x="8246" y="1567"/>
                  </a:lnTo>
                  <a:close/>
                  <a:moveTo>
                    <a:pt x="5114" y="1"/>
                  </a:moveTo>
                  <a:lnTo>
                    <a:pt x="1288" y="2779"/>
                  </a:lnTo>
                  <a:lnTo>
                    <a:pt x="0" y="5203"/>
                  </a:lnTo>
                  <a:lnTo>
                    <a:pt x="0" y="8486"/>
                  </a:lnTo>
                  <a:lnTo>
                    <a:pt x="2374" y="8044"/>
                  </a:lnTo>
                  <a:lnTo>
                    <a:pt x="4723" y="9471"/>
                  </a:lnTo>
                  <a:lnTo>
                    <a:pt x="7021" y="10039"/>
                  </a:lnTo>
                  <a:lnTo>
                    <a:pt x="7425" y="9294"/>
                  </a:lnTo>
                  <a:lnTo>
                    <a:pt x="8208" y="12350"/>
                  </a:lnTo>
                  <a:lnTo>
                    <a:pt x="9458" y="13739"/>
                  </a:lnTo>
                  <a:lnTo>
                    <a:pt x="8321" y="15747"/>
                  </a:lnTo>
                  <a:lnTo>
                    <a:pt x="8233" y="15911"/>
                  </a:lnTo>
                  <a:lnTo>
                    <a:pt x="8309" y="16063"/>
                  </a:lnTo>
                  <a:cubicBezTo>
                    <a:pt x="8410" y="16252"/>
                    <a:pt x="8422" y="16467"/>
                    <a:pt x="8347" y="16669"/>
                  </a:cubicBezTo>
                  <a:cubicBezTo>
                    <a:pt x="8220" y="16946"/>
                    <a:pt x="7842" y="17148"/>
                    <a:pt x="7273" y="17262"/>
                  </a:cubicBezTo>
                  <a:cubicBezTo>
                    <a:pt x="6263" y="17464"/>
                    <a:pt x="6099" y="17527"/>
                    <a:pt x="6011" y="17565"/>
                  </a:cubicBezTo>
                  <a:cubicBezTo>
                    <a:pt x="5783" y="17603"/>
                    <a:pt x="5556" y="17641"/>
                    <a:pt x="5329" y="17654"/>
                  </a:cubicBezTo>
                  <a:cubicBezTo>
                    <a:pt x="4937" y="17704"/>
                    <a:pt x="3712" y="17843"/>
                    <a:pt x="3712" y="18411"/>
                  </a:cubicBezTo>
                  <a:lnTo>
                    <a:pt x="4293" y="20103"/>
                  </a:lnTo>
                  <a:lnTo>
                    <a:pt x="6793" y="20103"/>
                  </a:lnTo>
                  <a:lnTo>
                    <a:pt x="8056" y="21884"/>
                  </a:lnTo>
                  <a:lnTo>
                    <a:pt x="9685" y="23677"/>
                  </a:lnTo>
                  <a:lnTo>
                    <a:pt x="12488" y="24763"/>
                  </a:lnTo>
                  <a:lnTo>
                    <a:pt x="11390" y="22161"/>
                  </a:lnTo>
                  <a:lnTo>
                    <a:pt x="12791" y="22982"/>
                  </a:lnTo>
                  <a:lnTo>
                    <a:pt x="14168" y="20987"/>
                  </a:lnTo>
                  <a:lnTo>
                    <a:pt x="12741" y="17666"/>
                  </a:lnTo>
                  <a:lnTo>
                    <a:pt x="12968" y="17325"/>
                  </a:lnTo>
                  <a:lnTo>
                    <a:pt x="14748" y="19712"/>
                  </a:lnTo>
                  <a:lnTo>
                    <a:pt x="16264" y="17830"/>
                  </a:lnTo>
                  <a:lnTo>
                    <a:pt x="17110" y="15810"/>
                  </a:lnTo>
                  <a:lnTo>
                    <a:pt x="13877" y="13083"/>
                  </a:lnTo>
                  <a:lnTo>
                    <a:pt x="14963" y="12678"/>
                  </a:lnTo>
                  <a:lnTo>
                    <a:pt x="14193" y="8979"/>
                  </a:lnTo>
                  <a:lnTo>
                    <a:pt x="12779" y="6453"/>
                  </a:lnTo>
                  <a:lnTo>
                    <a:pt x="11238" y="5569"/>
                  </a:lnTo>
                  <a:lnTo>
                    <a:pt x="10013" y="4585"/>
                  </a:lnTo>
                  <a:lnTo>
                    <a:pt x="11263" y="4117"/>
                  </a:lnTo>
                  <a:lnTo>
                    <a:pt x="10771" y="2047"/>
                  </a:lnTo>
                  <a:lnTo>
                    <a:pt x="8258" y="860"/>
                  </a:lnTo>
                  <a:lnTo>
                    <a:pt x="5758" y="1958"/>
                  </a:lnTo>
                  <a:lnTo>
                    <a:pt x="5215" y="3372"/>
                  </a:lnTo>
                  <a:lnTo>
                    <a:pt x="4180" y="4597"/>
                  </a:lnTo>
                  <a:lnTo>
                    <a:pt x="3675" y="3890"/>
                  </a:lnTo>
                  <a:lnTo>
                    <a:pt x="5114" y="1"/>
                  </a:lnTo>
                  <a:close/>
                </a:path>
              </a:pathLst>
            </a:custGeom>
            <a:solidFill>
              <a:srgbClr val="CFD9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32" name="Google Shape;8290;p80">
              <a:extLst>
                <a:ext uri="{FF2B5EF4-FFF2-40B4-BE49-F238E27FC236}">
                  <a16:creationId xmlns:a16="http://schemas.microsoft.com/office/drawing/2014/main" id="{257FA456-5846-EC65-5D10-7A87FFB1A7E9}"/>
                </a:ext>
              </a:extLst>
            </p:cNvPr>
            <p:cNvSpPr/>
            <p:nvPr/>
          </p:nvSpPr>
          <p:spPr>
            <a:xfrm>
              <a:off x="2342725" y="2272700"/>
              <a:ext cx="102300" cy="109875"/>
            </a:xfrm>
            <a:custGeom>
              <a:avLst/>
              <a:gdLst/>
              <a:ahLst/>
              <a:cxnLst/>
              <a:rect l="l" t="t" r="r" b="b"/>
              <a:pathLst>
                <a:path w="4092" h="4395" extrusionOk="0">
                  <a:moveTo>
                    <a:pt x="112" y="2946"/>
                  </a:moveTo>
                  <a:cubicBezTo>
                    <a:pt x="41" y="2963"/>
                    <a:pt x="1" y="2986"/>
                    <a:pt x="1" y="3018"/>
                  </a:cubicBezTo>
                  <a:cubicBezTo>
                    <a:pt x="1" y="3026"/>
                    <a:pt x="3" y="3031"/>
                    <a:pt x="9" y="3031"/>
                  </a:cubicBezTo>
                  <a:cubicBezTo>
                    <a:pt x="25" y="3031"/>
                    <a:pt x="60" y="3000"/>
                    <a:pt x="112" y="2946"/>
                  </a:cubicBezTo>
                  <a:close/>
                  <a:moveTo>
                    <a:pt x="2337" y="0"/>
                  </a:moveTo>
                  <a:cubicBezTo>
                    <a:pt x="2337" y="0"/>
                    <a:pt x="576" y="2455"/>
                    <a:pt x="112" y="2946"/>
                  </a:cubicBezTo>
                  <a:lnTo>
                    <a:pt x="112" y="2946"/>
                  </a:lnTo>
                  <a:cubicBezTo>
                    <a:pt x="226" y="2918"/>
                    <a:pt x="419" y="2908"/>
                    <a:pt x="644" y="2908"/>
                  </a:cubicBezTo>
                  <a:cubicBezTo>
                    <a:pt x="1336" y="2908"/>
                    <a:pt x="2337" y="3005"/>
                    <a:pt x="2337" y="3005"/>
                  </a:cubicBezTo>
                  <a:lnTo>
                    <a:pt x="3145" y="4394"/>
                  </a:lnTo>
                  <a:lnTo>
                    <a:pt x="4092" y="3990"/>
                  </a:lnTo>
                  <a:lnTo>
                    <a:pt x="4092" y="2096"/>
                  </a:lnTo>
                  <a:lnTo>
                    <a:pt x="2438" y="1465"/>
                  </a:lnTo>
                  <a:lnTo>
                    <a:pt x="2337" y="0"/>
                  </a:lnTo>
                  <a:close/>
                </a:path>
              </a:pathLst>
            </a:custGeom>
            <a:solidFill>
              <a:srgbClr val="445D7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33" name="Google Shape;8291;p80">
              <a:extLst>
                <a:ext uri="{FF2B5EF4-FFF2-40B4-BE49-F238E27FC236}">
                  <a16:creationId xmlns:a16="http://schemas.microsoft.com/office/drawing/2014/main" id="{06A6AD99-61CF-B13F-A1D3-B94E21BD2AE3}"/>
                </a:ext>
              </a:extLst>
            </p:cNvPr>
            <p:cNvSpPr/>
            <p:nvPr/>
          </p:nvSpPr>
          <p:spPr>
            <a:xfrm>
              <a:off x="2334825" y="2250600"/>
              <a:ext cx="118400" cy="142075"/>
            </a:xfrm>
            <a:custGeom>
              <a:avLst/>
              <a:gdLst/>
              <a:ahLst/>
              <a:cxnLst/>
              <a:rect l="l" t="t" r="r" b="b"/>
              <a:pathLst>
                <a:path w="4736" h="5683" extrusionOk="0">
                  <a:moveTo>
                    <a:pt x="2387" y="1781"/>
                  </a:moveTo>
                  <a:lnTo>
                    <a:pt x="2450" y="2576"/>
                  </a:lnTo>
                  <a:lnTo>
                    <a:pt x="4079" y="3207"/>
                  </a:lnTo>
                  <a:lnTo>
                    <a:pt x="4079" y="4659"/>
                  </a:lnTo>
                  <a:lnTo>
                    <a:pt x="3587" y="4874"/>
                  </a:lnTo>
                  <a:lnTo>
                    <a:pt x="2829" y="3586"/>
                  </a:lnTo>
                  <a:lnTo>
                    <a:pt x="2665" y="3574"/>
                  </a:lnTo>
                  <a:cubicBezTo>
                    <a:pt x="1983" y="3510"/>
                    <a:pt x="1491" y="3473"/>
                    <a:pt x="1125" y="3473"/>
                  </a:cubicBezTo>
                  <a:lnTo>
                    <a:pt x="1137" y="3473"/>
                  </a:lnTo>
                  <a:cubicBezTo>
                    <a:pt x="1428" y="3106"/>
                    <a:pt x="1819" y="2576"/>
                    <a:pt x="2387" y="1781"/>
                  </a:cubicBezTo>
                  <a:close/>
                  <a:moveTo>
                    <a:pt x="2905" y="0"/>
                  </a:moveTo>
                  <a:lnTo>
                    <a:pt x="2400" y="707"/>
                  </a:lnTo>
                  <a:cubicBezTo>
                    <a:pt x="1541" y="1894"/>
                    <a:pt x="582" y="3195"/>
                    <a:pt x="253" y="3561"/>
                  </a:cubicBezTo>
                  <a:cubicBezTo>
                    <a:pt x="203" y="3574"/>
                    <a:pt x="165" y="3599"/>
                    <a:pt x="127" y="3637"/>
                  </a:cubicBezTo>
                  <a:lnTo>
                    <a:pt x="1" y="3763"/>
                  </a:lnTo>
                  <a:lnTo>
                    <a:pt x="1" y="4142"/>
                  </a:lnTo>
                  <a:lnTo>
                    <a:pt x="228" y="4218"/>
                  </a:lnTo>
                  <a:cubicBezTo>
                    <a:pt x="268" y="4227"/>
                    <a:pt x="302" y="4237"/>
                    <a:pt x="339" y="4237"/>
                  </a:cubicBezTo>
                  <a:cubicBezTo>
                    <a:pt x="396" y="4237"/>
                    <a:pt x="462" y="4214"/>
                    <a:pt x="569" y="4129"/>
                  </a:cubicBezTo>
                  <a:cubicBezTo>
                    <a:pt x="771" y="4117"/>
                    <a:pt x="974" y="4111"/>
                    <a:pt x="1176" y="4111"/>
                  </a:cubicBezTo>
                  <a:cubicBezTo>
                    <a:pt x="1605" y="4111"/>
                    <a:pt x="2034" y="4137"/>
                    <a:pt x="2463" y="4180"/>
                  </a:cubicBezTo>
                  <a:lnTo>
                    <a:pt x="3334" y="5682"/>
                  </a:lnTo>
                  <a:lnTo>
                    <a:pt x="4736" y="5076"/>
                  </a:lnTo>
                  <a:lnTo>
                    <a:pt x="4736" y="2753"/>
                  </a:lnTo>
                  <a:lnTo>
                    <a:pt x="3069" y="2121"/>
                  </a:lnTo>
                  <a:lnTo>
                    <a:pt x="2905" y="0"/>
                  </a:lnTo>
                  <a:close/>
                </a:path>
              </a:pathLst>
            </a:custGeom>
            <a:solidFill>
              <a:srgbClr val="CFD9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34" name="Google Shape;8292;p80">
              <a:extLst>
                <a:ext uri="{FF2B5EF4-FFF2-40B4-BE49-F238E27FC236}">
                  <a16:creationId xmlns:a16="http://schemas.microsoft.com/office/drawing/2014/main" id="{5F2B144D-AB41-9CAE-7D20-AD43328A5D00}"/>
                </a:ext>
              </a:extLst>
            </p:cNvPr>
            <p:cNvSpPr/>
            <p:nvPr/>
          </p:nvSpPr>
          <p:spPr>
            <a:xfrm>
              <a:off x="1713900" y="3010725"/>
              <a:ext cx="224775" cy="69925"/>
            </a:xfrm>
            <a:custGeom>
              <a:avLst/>
              <a:gdLst/>
              <a:ahLst/>
              <a:cxnLst/>
              <a:rect l="l" t="t" r="r" b="b"/>
              <a:pathLst>
                <a:path w="8991" h="2797" extrusionOk="0">
                  <a:moveTo>
                    <a:pt x="1112" y="1"/>
                  </a:moveTo>
                  <a:lnTo>
                    <a:pt x="0" y="556"/>
                  </a:lnTo>
                  <a:lnTo>
                    <a:pt x="1112" y="834"/>
                  </a:lnTo>
                  <a:cubicBezTo>
                    <a:pt x="1112" y="834"/>
                    <a:pt x="3864" y="1125"/>
                    <a:pt x="4104" y="1125"/>
                  </a:cubicBezTo>
                  <a:cubicBezTo>
                    <a:pt x="4344" y="1125"/>
                    <a:pt x="6705" y="2110"/>
                    <a:pt x="6705" y="2110"/>
                  </a:cubicBezTo>
                  <a:cubicBezTo>
                    <a:pt x="6705" y="2110"/>
                    <a:pt x="5423" y="2797"/>
                    <a:pt x="5497" y="2797"/>
                  </a:cubicBezTo>
                  <a:cubicBezTo>
                    <a:pt x="5501" y="2797"/>
                    <a:pt x="5508" y="2795"/>
                    <a:pt x="5518" y="2791"/>
                  </a:cubicBezTo>
                  <a:cubicBezTo>
                    <a:pt x="5758" y="2716"/>
                    <a:pt x="8991" y="2463"/>
                    <a:pt x="8991" y="2463"/>
                  </a:cubicBezTo>
                  <a:lnTo>
                    <a:pt x="7892" y="1390"/>
                  </a:lnTo>
                  <a:lnTo>
                    <a:pt x="3246" y="1"/>
                  </a:lnTo>
                  <a:close/>
                </a:path>
              </a:pathLst>
            </a:custGeom>
            <a:solidFill>
              <a:srgbClr val="445D7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35" name="Google Shape;8293;p80">
              <a:extLst>
                <a:ext uri="{FF2B5EF4-FFF2-40B4-BE49-F238E27FC236}">
                  <a16:creationId xmlns:a16="http://schemas.microsoft.com/office/drawing/2014/main" id="{7ED453F7-E9EE-3323-FD10-8F21FF9D2FCD}"/>
                </a:ext>
              </a:extLst>
            </p:cNvPr>
            <p:cNvSpPr/>
            <p:nvPr/>
          </p:nvSpPr>
          <p:spPr>
            <a:xfrm>
              <a:off x="1691475" y="3002850"/>
              <a:ext cx="265200" cy="86825"/>
            </a:xfrm>
            <a:custGeom>
              <a:avLst/>
              <a:gdLst/>
              <a:ahLst/>
              <a:cxnLst/>
              <a:rect l="l" t="t" r="r" b="b"/>
              <a:pathLst>
                <a:path w="10608" h="3473" extrusionOk="0">
                  <a:moveTo>
                    <a:pt x="4079" y="644"/>
                  </a:moveTo>
                  <a:lnTo>
                    <a:pt x="8613" y="1995"/>
                  </a:lnTo>
                  <a:lnTo>
                    <a:pt x="9168" y="2526"/>
                  </a:lnTo>
                  <a:cubicBezTo>
                    <a:pt x="8764" y="2551"/>
                    <a:pt x="8310" y="2589"/>
                    <a:pt x="7880" y="2627"/>
                  </a:cubicBezTo>
                  <a:lnTo>
                    <a:pt x="8335" y="2387"/>
                  </a:lnTo>
                  <a:lnTo>
                    <a:pt x="7716" y="2134"/>
                  </a:lnTo>
                  <a:cubicBezTo>
                    <a:pt x="6112" y="1465"/>
                    <a:pt x="5191" y="1124"/>
                    <a:pt x="5001" y="1124"/>
                  </a:cubicBezTo>
                  <a:cubicBezTo>
                    <a:pt x="4824" y="1124"/>
                    <a:pt x="3095" y="947"/>
                    <a:pt x="2072" y="846"/>
                  </a:cubicBezTo>
                  <a:lnTo>
                    <a:pt x="1807" y="770"/>
                  </a:lnTo>
                  <a:lnTo>
                    <a:pt x="2072" y="644"/>
                  </a:lnTo>
                  <a:close/>
                  <a:moveTo>
                    <a:pt x="1933" y="0"/>
                  </a:moveTo>
                  <a:lnTo>
                    <a:pt x="1" y="973"/>
                  </a:lnTo>
                  <a:lnTo>
                    <a:pt x="1971" y="1465"/>
                  </a:lnTo>
                  <a:cubicBezTo>
                    <a:pt x="2438" y="1515"/>
                    <a:pt x="4749" y="1755"/>
                    <a:pt x="4976" y="1755"/>
                  </a:cubicBezTo>
                  <a:cubicBezTo>
                    <a:pt x="5127" y="1781"/>
                    <a:pt x="5974" y="2096"/>
                    <a:pt x="6857" y="2462"/>
                  </a:cubicBezTo>
                  <a:cubicBezTo>
                    <a:pt x="5974" y="2942"/>
                    <a:pt x="5986" y="2980"/>
                    <a:pt x="6100" y="3233"/>
                  </a:cubicBezTo>
                  <a:lnTo>
                    <a:pt x="6251" y="3473"/>
                  </a:lnTo>
                  <a:lnTo>
                    <a:pt x="6516" y="3410"/>
                  </a:lnTo>
                  <a:cubicBezTo>
                    <a:pt x="6706" y="3359"/>
                    <a:pt x="8411" y="3207"/>
                    <a:pt x="9913" y="3094"/>
                  </a:cubicBezTo>
                  <a:lnTo>
                    <a:pt x="10608" y="3043"/>
                  </a:lnTo>
                  <a:lnTo>
                    <a:pt x="8953" y="1427"/>
                  </a:lnTo>
                  <a:lnTo>
                    <a:pt x="4231" y="13"/>
                  </a:lnTo>
                  <a:lnTo>
                    <a:pt x="1933" y="0"/>
                  </a:lnTo>
                  <a:close/>
                </a:path>
              </a:pathLst>
            </a:custGeom>
            <a:solidFill>
              <a:srgbClr val="CFD9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36" name="Google Shape;8294;p80">
              <a:extLst>
                <a:ext uri="{FF2B5EF4-FFF2-40B4-BE49-F238E27FC236}">
                  <a16:creationId xmlns:a16="http://schemas.microsoft.com/office/drawing/2014/main" id="{85518382-36F1-1D42-943E-15AC4C3E3880}"/>
                </a:ext>
              </a:extLst>
            </p:cNvPr>
            <p:cNvSpPr/>
            <p:nvPr/>
          </p:nvSpPr>
          <p:spPr>
            <a:xfrm>
              <a:off x="1938650" y="3067875"/>
              <a:ext cx="120300" cy="55275"/>
            </a:xfrm>
            <a:custGeom>
              <a:avLst/>
              <a:gdLst/>
              <a:ahLst/>
              <a:cxnLst/>
              <a:rect l="l" t="t" r="r" b="b"/>
              <a:pathLst>
                <a:path w="4812" h="2211" extrusionOk="0">
                  <a:moveTo>
                    <a:pt x="1807" y="0"/>
                  </a:moveTo>
                  <a:lnTo>
                    <a:pt x="1099" y="1036"/>
                  </a:lnTo>
                  <a:lnTo>
                    <a:pt x="1" y="2210"/>
                  </a:lnTo>
                  <a:lnTo>
                    <a:pt x="1" y="2210"/>
                  </a:lnTo>
                  <a:lnTo>
                    <a:pt x="2842" y="1743"/>
                  </a:lnTo>
                  <a:lnTo>
                    <a:pt x="4812" y="2210"/>
                  </a:lnTo>
                  <a:lnTo>
                    <a:pt x="4812" y="2210"/>
                  </a:lnTo>
                  <a:lnTo>
                    <a:pt x="4408" y="493"/>
                  </a:lnTo>
                  <a:lnTo>
                    <a:pt x="1807" y="0"/>
                  </a:lnTo>
                  <a:close/>
                </a:path>
              </a:pathLst>
            </a:custGeom>
            <a:solidFill>
              <a:srgbClr val="445D7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37" name="Google Shape;8295;p80">
              <a:extLst>
                <a:ext uri="{FF2B5EF4-FFF2-40B4-BE49-F238E27FC236}">
                  <a16:creationId xmlns:a16="http://schemas.microsoft.com/office/drawing/2014/main" id="{019265AC-4560-8AE9-75A4-E92A314D47B7}"/>
                </a:ext>
              </a:extLst>
            </p:cNvPr>
            <p:cNvSpPr/>
            <p:nvPr/>
          </p:nvSpPr>
          <p:spPr>
            <a:xfrm>
              <a:off x="1916875" y="3059350"/>
              <a:ext cx="152175" cy="75475"/>
            </a:xfrm>
            <a:custGeom>
              <a:avLst/>
              <a:gdLst/>
              <a:ahLst/>
              <a:cxnLst/>
              <a:rect l="l" t="t" r="r" b="b"/>
              <a:pathLst>
                <a:path w="6087" h="3019" extrusionOk="0">
                  <a:moveTo>
                    <a:pt x="2829" y="695"/>
                  </a:moveTo>
                  <a:lnTo>
                    <a:pt x="5026" y="1099"/>
                  </a:lnTo>
                  <a:lnTo>
                    <a:pt x="5253" y="2122"/>
                  </a:lnTo>
                  <a:lnTo>
                    <a:pt x="5253" y="2122"/>
                  </a:lnTo>
                  <a:lnTo>
                    <a:pt x="3713" y="1756"/>
                  </a:lnTo>
                  <a:lnTo>
                    <a:pt x="1731" y="2084"/>
                  </a:lnTo>
                  <a:lnTo>
                    <a:pt x="2236" y="1541"/>
                  </a:lnTo>
                  <a:lnTo>
                    <a:pt x="2829" y="695"/>
                  </a:lnTo>
                  <a:close/>
                  <a:moveTo>
                    <a:pt x="2526" y="0"/>
                  </a:moveTo>
                  <a:lnTo>
                    <a:pt x="1743" y="1162"/>
                  </a:lnTo>
                  <a:lnTo>
                    <a:pt x="1" y="3018"/>
                  </a:lnTo>
                  <a:lnTo>
                    <a:pt x="3675" y="2400"/>
                  </a:lnTo>
                  <a:lnTo>
                    <a:pt x="6087" y="2980"/>
                  </a:lnTo>
                  <a:lnTo>
                    <a:pt x="5531" y="556"/>
                  </a:lnTo>
                  <a:lnTo>
                    <a:pt x="2526" y="0"/>
                  </a:lnTo>
                  <a:close/>
                </a:path>
              </a:pathLst>
            </a:custGeom>
            <a:solidFill>
              <a:srgbClr val="CFD9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38" name="Google Shape;8296;p80">
              <a:extLst>
                <a:ext uri="{FF2B5EF4-FFF2-40B4-BE49-F238E27FC236}">
                  <a16:creationId xmlns:a16="http://schemas.microsoft.com/office/drawing/2014/main" id="{78210567-BA33-1F01-B8CD-48A9566E6FF5}"/>
                </a:ext>
              </a:extLst>
            </p:cNvPr>
            <p:cNvSpPr/>
            <p:nvPr/>
          </p:nvSpPr>
          <p:spPr>
            <a:xfrm>
              <a:off x="1843950" y="3121225"/>
              <a:ext cx="55275" cy="29075"/>
            </a:xfrm>
            <a:custGeom>
              <a:avLst/>
              <a:gdLst/>
              <a:ahLst/>
              <a:cxnLst/>
              <a:rect l="l" t="t" r="r" b="b"/>
              <a:pathLst>
                <a:path w="2211" h="1163" extrusionOk="0">
                  <a:moveTo>
                    <a:pt x="1" y="0"/>
                  </a:moveTo>
                  <a:lnTo>
                    <a:pt x="1226" y="1162"/>
                  </a:lnTo>
                  <a:lnTo>
                    <a:pt x="2211" y="278"/>
                  </a:lnTo>
                  <a:lnTo>
                    <a:pt x="1655" y="0"/>
                  </a:lnTo>
                  <a:close/>
                </a:path>
              </a:pathLst>
            </a:custGeom>
            <a:solidFill>
              <a:srgbClr val="445D7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39" name="Google Shape;8297;p80">
              <a:extLst>
                <a:ext uri="{FF2B5EF4-FFF2-40B4-BE49-F238E27FC236}">
                  <a16:creationId xmlns:a16="http://schemas.microsoft.com/office/drawing/2014/main" id="{A36E1226-565F-B21D-B0CB-1AA8974D0723}"/>
                </a:ext>
              </a:extLst>
            </p:cNvPr>
            <p:cNvSpPr/>
            <p:nvPr/>
          </p:nvSpPr>
          <p:spPr>
            <a:xfrm>
              <a:off x="1824375" y="3113325"/>
              <a:ext cx="88750" cy="47700"/>
            </a:xfrm>
            <a:custGeom>
              <a:avLst/>
              <a:gdLst/>
              <a:ahLst/>
              <a:cxnLst/>
              <a:rect l="l" t="t" r="r" b="b"/>
              <a:pathLst>
                <a:path w="3550" h="1908" extrusionOk="0">
                  <a:moveTo>
                    <a:pt x="2375" y="632"/>
                  </a:moveTo>
                  <a:lnTo>
                    <a:pt x="2438" y="670"/>
                  </a:lnTo>
                  <a:lnTo>
                    <a:pt x="2021" y="1049"/>
                  </a:lnTo>
                  <a:lnTo>
                    <a:pt x="1579" y="632"/>
                  </a:lnTo>
                  <a:close/>
                  <a:moveTo>
                    <a:pt x="1" y="1"/>
                  </a:moveTo>
                  <a:lnTo>
                    <a:pt x="1996" y="1907"/>
                  </a:lnTo>
                  <a:lnTo>
                    <a:pt x="3549" y="518"/>
                  </a:lnTo>
                  <a:lnTo>
                    <a:pt x="2514" y="1"/>
                  </a:lnTo>
                  <a:close/>
                </a:path>
              </a:pathLst>
            </a:custGeom>
            <a:solidFill>
              <a:srgbClr val="CFD9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40" name="Google Shape;8298;p80">
              <a:extLst>
                <a:ext uri="{FF2B5EF4-FFF2-40B4-BE49-F238E27FC236}">
                  <a16:creationId xmlns:a16="http://schemas.microsoft.com/office/drawing/2014/main" id="{067D2941-7B93-7571-6DF0-2AFE0BCB2BF8}"/>
                </a:ext>
              </a:extLst>
            </p:cNvPr>
            <p:cNvSpPr/>
            <p:nvPr/>
          </p:nvSpPr>
          <p:spPr>
            <a:xfrm>
              <a:off x="2090500" y="3105425"/>
              <a:ext cx="65050" cy="33175"/>
            </a:xfrm>
            <a:custGeom>
              <a:avLst/>
              <a:gdLst/>
              <a:ahLst/>
              <a:cxnLst/>
              <a:rect l="l" t="t" r="r" b="b"/>
              <a:pathLst>
                <a:path w="2602" h="1327" extrusionOk="0">
                  <a:moveTo>
                    <a:pt x="0" y="1"/>
                  </a:moveTo>
                  <a:lnTo>
                    <a:pt x="468" y="1327"/>
                  </a:lnTo>
                  <a:lnTo>
                    <a:pt x="2602" y="658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445D7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41" name="Google Shape;8299;p80">
              <a:extLst>
                <a:ext uri="{FF2B5EF4-FFF2-40B4-BE49-F238E27FC236}">
                  <a16:creationId xmlns:a16="http://schemas.microsoft.com/office/drawing/2014/main" id="{683A943E-B5C7-CC3C-E491-B7EB98077D73}"/>
                </a:ext>
              </a:extLst>
            </p:cNvPr>
            <p:cNvSpPr/>
            <p:nvPr/>
          </p:nvSpPr>
          <p:spPr>
            <a:xfrm>
              <a:off x="2077875" y="3094075"/>
              <a:ext cx="106725" cy="54325"/>
            </a:xfrm>
            <a:custGeom>
              <a:avLst/>
              <a:gdLst/>
              <a:ahLst/>
              <a:cxnLst/>
              <a:rect l="l" t="t" r="r" b="b"/>
              <a:pathLst>
                <a:path w="4269" h="2173" extrusionOk="0">
                  <a:moveTo>
                    <a:pt x="998" y="910"/>
                  </a:moveTo>
                  <a:lnTo>
                    <a:pt x="1945" y="1137"/>
                  </a:lnTo>
                  <a:lnTo>
                    <a:pt x="1162" y="1377"/>
                  </a:lnTo>
                  <a:lnTo>
                    <a:pt x="998" y="910"/>
                  </a:lnTo>
                  <a:close/>
                  <a:moveTo>
                    <a:pt x="0" y="0"/>
                  </a:moveTo>
                  <a:lnTo>
                    <a:pt x="783" y="2172"/>
                  </a:lnTo>
                  <a:lnTo>
                    <a:pt x="4268" y="108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FD9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7043" name="Google Shape;937;p37">
            <a:extLst>
              <a:ext uri="{FF2B5EF4-FFF2-40B4-BE49-F238E27FC236}">
                <a16:creationId xmlns:a16="http://schemas.microsoft.com/office/drawing/2014/main" id="{AA2C8AD9-A2F6-9CF0-59FC-43D17C8C99D6}"/>
              </a:ext>
            </a:extLst>
          </p:cNvPr>
          <p:cNvSpPr/>
          <p:nvPr/>
        </p:nvSpPr>
        <p:spPr>
          <a:xfrm flipH="1" flipV="1">
            <a:off x="8773117" y="52"/>
            <a:ext cx="369846" cy="249032"/>
          </a:xfrm>
          <a:custGeom>
            <a:avLst/>
            <a:gdLst>
              <a:gd name="connsiteX0" fmla="*/ 0 w 1414234"/>
              <a:gd name="connsiteY0" fmla="*/ 0 h 258097"/>
              <a:gd name="connsiteX1" fmla="*/ 1285186 w 1414234"/>
              <a:gd name="connsiteY1" fmla="*/ 0 h 258097"/>
              <a:gd name="connsiteX2" fmla="*/ 1414235 w 1414234"/>
              <a:gd name="connsiteY2" fmla="*/ 129049 h 258097"/>
              <a:gd name="connsiteX3" fmla="*/ 1414234 w 1414234"/>
              <a:gd name="connsiteY3" fmla="*/ 258097 h 258097"/>
              <a:gd name="connsiteX4" fmla="*/ 0 w 1414234"/>
              <a:gd name="connsiteY4" fmla="*/ 258097 h 258097"/>
              <a:gd name="connsiteX5" fmla="*/ 0 w 1414234"/>
              <a:gd name="connsiteY5" fmla="*/ 0 h 258097"/>
              <a:gd name="connsiteX0" fmla="*/ 0 w 1414235"/>
              <a:gd name="connsiteY0" fmla="*/ 0 h 258097"/>
              <a:gd name="connsiteX1" fmla="*/ 1285186 w 1414235"/>
              <a:gd name="connsiteY1" fmla="*/ 0 h 258097"/>
              <a:gd name="connsiteX2" fmla="*/ 1414235 w 1414235"/>
              <a:gd name="connsiteY2" fmla="*/ 129049 h 258097"/>
              <a:gd name="connsiteX3" fmla="*/ 1414234 w 1414235"/>
              <a:gd name="connsiteY3" fmla="*/ 258097 h 258097"/>
              <a:gd name="connsiteX4" fmla="*/ 243348 w 1414235"/>
              <a:gd name="connsiteY4" fmla="*/ 258097 h 258097"/>
              <a:gd name="connsiteX5" fmla="*/ 0 w 1414235"/>
              <a:gd name="connsiteY5" fmla="*/ 0 h 258097"/>
              <a:gd name="connsiteX0" fmla="*/ 0 w 1178260"/>
              <a:gd name="connsiteY0" fmla="*/ 7374 h 258097"/>
              <a:gd name="connsiteX1" fmla="*/ 1049211 w 1178260"/>
              <a:gd name="connsiteY1" fmla="*/ 0 h 258097"/>
              <a:gd name="connsiteX2" fmla="*/ 1178260 w 1178260"/>
              <a:gd name="connsiteY2" fmla="*/ 129049 h 258097"/>
              <a:gd name="connsiteX3" fmla="*/ 1178259 w 1178260"/>
              <a:gd name="connsiteY3" fmla="*/ 258097 h 258097"/>
              <a:gd name="connsiteX4" fmla="*/ 7373 w 1178260"/>
              <a:gd name="connsiteY4" fmla="*/ 258097 h 258097"/>
              <a:gd name="connsiteX5" fmla="*/ 0 w 1178260"/>
              <a:gd name="connsiteY5" fmla="*/ 7374 h 258097"/>
              <a:gd name="connsiteX0" fmla="*/ 0 w 1178260"/>
              <a:gd name="connsiteY0" fmla="*/ 7374 h 265471"/>
              <a:gd name="connsiteX1" fmla="*/ 1049211 w 1178260"/>
              <a:gd name="connsiteY1" fmla="*/ 0 h 265471"/>
              <a:gd name="connsiteX2" fmla="*/ 1178260 w 1178260"/>
              <a:gd name="connsiteY2" fmla="*/ 129049 h 265471"/>
              <a:gd name="connsiteX3" fmla="*/ 1178259 w 1178260"/>
              <a:gd name="connsiteY3" fmla="*/ 258097 h 265471"/>
              <a:gd name="connsiteX4" fmla="*/ 619431 w 1178260"/>
              <a:gd name="connsiteY4" fmla="*/ 265471 h 265471"/>
              <a:gd name="connsiteX5" fmla="*/ 0 w 1178260"/>
              <a:gd name="connsiteY5" fmla="*/ 7374 h 265471"/>
              <a:gd name="connsiteX0" fmla="*/ 0 w 566202"/>
              <a:gd name="connsiteY0" fmla="*/ 0 h 280219"/>
              <a:gd name="connsiteX1" fmla="*/ 437153 w 566202"/>
              <a:gd name="connsiteY1" fmla="*/ 14748 h 280219"/>
              <a:gd name="connsiteX2" fmla="*/ 566202 w 566202"/>
              <a:gd name="connsiteY2" fmla="*/ 143797 h 280219"/>
              <a:gd name="connsiteX3" fmla="*/ 566201 w 566202"/>
              <a:gd name="connsiteY3" fmla="*/ 272845 h 280219"/>
              <a:gd name="connsiteX4" fmla="*/ 7373 w 566202"/>
              <a:gd name="connsiteY4" fmla="*/ 280219 h 280219"/>
              <a:gd name="connsiteX5" fmla="*/ 0 w 566202"/>
              <a:gd name="connsiteY5" fmla="*/ 0 h 280219"/>
              <a:gd name="connsiteX0" fmla="*/ 0 w 566202"/>
              <a:gd name="connsiteY0" fmla="*/ 0 h 280219"/>
              <a:gd name="connsiteX1" fmla="*/ 437153 w 566202"/>
              <a:gd name="connsiteY1" fmla="*/ 14748 h 280219"/>
              <a:gd name="connsiteX2" fmla="*/ 566202 w 566202"/>
              <a:gd name="connsiteY2" fmla="*/ 143797 h 280219"/>
              <a:gd name="connsiteX3" fmla="*/ 566201 w 566202"/>
              <a:gd name="connsiteY3" fmla="*/ 272845 h 280219"/>
              <a:gd name="connsiteX4" fmla="*/ 58992 w 566202"/>
              <a:gd name="connsiteY4" fmla="*/ 280219 h 280219"/>
              <a:gd name="connsiteX5" fmla="*/ 0 w 566202"/>
              <a:gd name="connsiteY5" fmla="*/ 0 h 280219"/>
              <a:gd name="connsiteX0" fmla="*/ 0 w 566202"/>
              <a:gd name="connsiteY0" fmla="*/ 0 h 272845"/>
              <a:gd name="connsiteX1" fmla="*/ 437153 w 566202"/>
              <a:gd name="connsiteY1" fmla="*/ 14748 h 272845"/>
              <a:gd name="connsiteX2" fmla="*/ 566202 w 566202"/>
              <a:gd name="connsiteY2" fmla="*/ 143797 h 272845"/>
              <a:gd name="connsiteX3" fmla="*/ 566201 w 566202"/>
              <a:gd name="connsiteY3" fmla="*/ 272845 h 272845"/>
              <a:gd name="connsiteX4" fmla="*/ 209118 w 566202"/>
              <a:gd name="connsiteY4" fmla="*/ 262022 h 272845"/>
              <a:gd name="connsiteX5" fmla="*/ 0 w 566202"/>
              <a:gd name="connsiteY5" fmla="*/ 0 h 272845"/>
              <a:gd name="connsiteX0" fmla="*/ 0 w 366035"/>
              <a:gd name="connsiteY0" fmla="*/ 0 h 272845"/>
              <a:gd name="connsiteX1" fmla="*/ 236986 w 366035"/>
              <a:gd name="connsiteY1" fmla="*/ 14748 h 272845"/>
              <a:gd name="connsiteX2" fmla="*/ 366035 w 366035"/>
              <a:gd name="connsiteY2" fmla="*/ 143797 h 272845"/>
              <a:gd name="connsiteX3" fmla="*/ 366034 w 366035"/>
              <a:gd name="connsiteY3" fmla="*/ 272845 h 272845"/>
              <a:gd name="connsiteX4" fmla="*/ 8951 w 366035"/>
              <a:gd name="connsiteY4" fmla="*/ 262022 h 272845"/>
              <a:gd name="connsiteX5" fmla="*/ 0 w 366035"/>
              <a:gd name="connsiteY5" fmla="*/ 0 h 272845"/>
              <a:gd name="connsiteX0" fmla="*/ 0 w 366035"/>
              <a:gd name="connsiteY0" fmla="*/ 0 h 272845"/>
              <a:gd name="connsiteX1" fmla="*/ 236986 w 366035"/>
              <a:gd name="connsiteY1" fmla="*/ 14748 h 272845"/>
              <a:gd name="connsiteX2" fmla="*/ 366035 w 366035"/>
              <a:gd name="connsiteY2" fmla="*/ 143797 h 272845"/>
              <a:gd name="connsiteX3" fmla="*/ 366034 w 366035"/>
              <a:gd name="connsiteY3" fmla="*/ 272845 h 272845"/>
              <a:gd name="connsiteX4" fmla="*/ 99438 w 366035"/>
              <a:gd name="connsiteY4" fmla="*/ 247734 h 272845"/>
              <a:gd name="connsiteX5" fmla="*/ 0 w 366035"/>
              <a:gd name="connsiteY5" fmla="*/ 0 h 272845"/>
              <a:gd name="connsiteX0" fmla="*/ 0 w 366035"/>
              <a:gd name="connsiteY0" fmla="*/ 0 h 272845"/>
              <a:gd name="connsiteX1" fmla="*/ 236986 w 366035"/>
              <a:gd name="connsiteY1" fmla="*/ 14748 h 272845"/>
              <a:gd name="connsiteX2" fmla="*/ 366035 w 366035"/>
              <a:gd name="connsiteY2" fmla="*/ 143797 h 272845"/>
              <a:gd name="connsiteX3" fmla="*/ 366034 w 366035"/>
              <a:gd name="connsiteY3" fmla="*/ 272845 h 272845"/>
              <a:gd name="connsiteX4" fmla="*/ 25619 w 366035"/>
              <a:gd name="connsiteY4" fmla="*/ 259641 h 272845"/>
              <a:gd name="connsiteX5" fmla="*/ 0 w 366035"/>
              <a:gd name="connsiteY5" fmla="*/ 0 h 272845"/>
              <a:gd name="connsiteX0" fmla="*/ 5337 w 340416"/>
              <a:gd name="connsiteY0" fmla="*/ 0 h 268083"/>
              <a:gd name="connsiteX1" fmla="*/ 211367 w 340416"/>
              <a:gd name="connsiteY1" fmla="*/ 9986 h 268083"/>
              <a:gd name="connsiteX2" fmla="*/ 340416 w 340416"/>
              <a:gd name="connsiteY2" fmla="*/ 139035 h 268083"/>
              <a:gd name="connsiteX3" fmla="*/ 340415 w 340416"/>
              <a:gd name="connsiteY3" fmla="*/ 268083 h 268083"/>
              <a:gd name="connsiteX4" fmla="*/ 0 w 340416"/>
              <a:gd name="connsiteY4" fmla="*/ 254879 h 268083"/>
              <a:gd name="connsiteX5" fmla="*/ 5337 w 340416"/>
              <a:gd name="connsiteY5" fmla="*/ 0 h 268083"/>
              <a:gd name="connsiteX0" fmla="*/ 5337 w 353901"/>
              <a:gd name="connsiteY0" fmla="*/ 0 h 254879"/>
              <a:gd name="connsiteX1" fmla="*/ 211367 w 353901"/>
              <a:gd name="connsiteY1" fmla="*/ 9986 h 254879"/>
              <a:gd name="connsiteX2" fmla="*/ 340416 w 353901"/>
              <a:gd name="connsiteY2" fmla="*/ 139035 h 254879"/>
              <a:gd name="connsiteX3" fmla="*/ 349940 w 353901"/>
              <a:gd name="connsiteY3" fmla="*/ 253795 h 254879"/>
              <a:gd name="connsiteX4" fmla="*/ 0 w 353901"/>
              <a:gd name="connsiteY4" fmla="*/ 254879 h 254879"/>
              <a:gd name="connsiteX5" fmla="*/ 5337 w 353901"/>
              <a:gd name="connsiteY5" fmla="*/ 0 h 254879"/>
              <a:gd name="connsiteX0" fmla="*/ 7718 w 356282"/>
              <a:gd name="connsiteY0" fmla="*/ 0 h 253795"/>
              <a:gd name="connsiteX1" fmla="*/ 213748 w 356282"/>
              <a:gd name="connsiteY1" fmla="*/ 9986 h 253795"/>
              <a:gd name="connsiteX2" fmla="*/ 342797 w 356282"/>
              <a:gd name="connsiteY2" fmla="*/ 139035 h 253795"/>
              <a:gd name="connsiteX3" fmla="*/ 352321 w 356282"/>
              <a:gd name="connsiteY3" fmla="*/ 253795 h 253795"/>
              <a:gd name="connsiteX4" fmla="*/ 0 w 356282"/>
              <a:gd name="connsiteY4" fmla="*/ 226304 h 253795"/>
              <a:gd name="connsiteX5" fmla="*/ 7718 w 356282"/>
              <a:gd name="connsiteY5" fmla="*/ 0 h 253795"/>
              <a:gd name="connsiteX0" fmla="*/ 574 w 349138"/>
              <a:gd name="connsiteY0" fmla="*/ 0 h 257260"/>
              <a:gd name="connsiteX1" fmla="*/ 206604 w 349138"/>
              <a:gd name="connsiteY1" fmla="*/ 9986 h 257260"/>
              <a:gd name="connsiteX2" fmla="*/ 335653 w 349138"/>
              <a:gd name="connsiteY2" fmla="*/ 139035 h 257260"/>
              <a:gd name="connsiteX3" fmla="*/ 345177 w 349138"/>
              <a:gd name="connsiteY3" fmla="*/ 253795 h 257260"/>
              <a:gd name="connsiteX4" fmla="*/ 0 w 349138"/>
              <a:gd name="connsiteY4" fmla="*/ 257260 h 257260"/>
              <a:gd name="connsiteX5" fmla="*/ 574 w 349138"/>
              <a:gd name="connsiteY5" fmla="*/ 0 h 257260"/>
              <a:gd name="connsiteX0" fmla="*/ 574 w 359486"/>
              <a:gd name="connsiteY0" fmla="*/ 0 h 257260"/>
              <a:gd name="connsiteX1" fmla="*/ 206604 w 359486"/>
              <a:gd name="connsiteY1" fmla="*/ 9986 h 257260"/>
              <a:gd name="connsiteX2" fmla="*/ 335653 w 359486"/>
              <a:gd name="connsiteY2" fmla="*/ 139035 h 257260"/>
              <a:gd name="connsiteX3" fmla="*/ 359464 w 359486"/>
              <a:gd name="connsiteY3" fmla="*/ 253795 h 257260"/>
              <a:gd name="connsiteX4" fmla="*/ 0 w 359486"/>
              <a:gd name="connsiteY4" fmla="*/ 257260 h 257260"/>
              <a:gd name="connsiteX5" fmla="*/ 574 w 359486"/>
              <a:gd name="connsiteY5" fmla="*/ 0 h 257260"/>
              <a:gd name="connsiteX0" fmla="*/ 574 w 359486"/>
              <a:gd name="connsiteY0" fmla="*/ 0 h 257260"/>
              <a:gd name="connsiteX1" fmla="*/ 206604 w 359486"/>
              <a:gd name="connsiteY1" fmla="*/ 9986 h 257260"/>
              <a:gd name="connsiteX2" fmla="*/ 335653 w 359486"/>
              <a:gd name="connsiteY2" fmla="*/ 110460 h 257260"/>
              <a:gd name="connsiteX3" fmla="*/ 359464 w 359486"/>
              <a:gd name="connsiteY3" fmla="*/ 253795 h 257260"/>
              <a:gd name="connsiteX4" fmla="*/ 0 w 359486"/>
              <a:gd name="connsiteY4" fmla="*/ 257260 h 257260"/>
              <a:gd name="connsiteX5" fmla="*/ 574 w 359486"/>
              <a:gd name="connsiteY5" fmla="*/ 0 h 257260"/>
              <a:gd name="connsiteX0" fmla="*/ 574 w 365269"/>
              <a:gd name="connsiteY0" fmla="*/ 0 h 257260"/>
              <a:gd name="connsiteX1" fmla="*/ 206604 w 365269"/>
              <a:gd name="connsiteY1" fmla="*/ 9986 h 257260"/>
              <a:gd name="connsiteX2" fmla="*/ 359464 w 365269"/>
              <a:gd name="connsiteY2" fmla="*/ 253795 h 257260"/>
              <a:gd name="connsiteX3" fmla="*/ 0 w 365269"/>
              <a:gd name="connsiteY3" fmla="*/ 257260 h 257260"/>
              <a:gd name="connsiteX4" fmla="*/ 574 w 365269"/>
              <a:gd name="connsiteY4" fmla="*/ 0 h 257260"/>
              <a:gd name="connsiteX0" fmla="*/ 574 w 369846"/>
              <a:gd name="connsiteY0" fmla="*/ 0 h 257260"/>
              <a:gd name="connsiteX1" fmla="*/ 206604 w 369846"/>
              <a:gd name="connsiteY1" fmla="*/ 9986 h 257260"/>
              <a:gd name="connsiteX2" fmla="*/ 359464 w 369846"/>
              <a:gd name="connsiteY2" fmla="*/ 253795 h 257260"/>
              <a:gd name="connsiteX3" fmla="*/ 0 w 369846"/>
              <a:gd name="connsiteY3" fmla="*/ 257260 h 257260"/>
              <a:gd name="connsiteX4" fmla="*/ 574 w 369846"/>
              <a:gd name="connsiteY4" fmla="*/ 0 h 257260"/>
              <a:gd name="connsiteX0" fmla="*/ 574 w 369846"/>
              <a:gd name="connsiteY0" fmla="*/ 0 h 252497"/>
              <a:gd name="connsiteX1" fmla="*/ 206604 w 369846"/>
              <a:gd name="connsiteY1" fmla="*/ 5223 h 252497"/>
              <a:gd name="connsiteX2" fmla="*/ 359464 w 369846"/>
              <a:gd name="connsiteY2" fmla="*/ 249032 h 252497"/>
              <a:gd name="connsiteX3" fmla="*/ 0 w 369846"/>
              <a:gd name="connsiteY3" fmla="*/ 252497 h 252497"/>
              <a:gd name="connsiteX4" fmla="*/ 574 w 369846"/>
              <a:gd name="connsiteY4" fmla="*/ 0 h 252497"/>
              <a:gd name="connsiteX0" fmla="*/ 574 w 369846"/>
              <a:gd name="connsiteY0" fmla="*/ 0 h 249032"/>
              <a:gd name="connsiteX1" fmla="*/ 206604 w 369846"/>
              <a:gd name="connsiteY1" fmla="*/ 5223 h 249032"/>
              <a:gd name="connsiteX2" fmla="*/ 359464 w 369846"/>
              <a:gd name="connsiteY2" fmla="*/ 249032 h 249032"/>
              <a:gd name="connsiteX3" fmla="*/ 0 w 369846"/>
              <a:gd name="connsiteY3" fmla="*/ 245353 h 249032"/>
              <a:gd name="connsiteX4" fmla="*/ 574 w 369846"/>
              <a:gd name="connsiteY4" fmla="*/ 0 h 2490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69846" h="249032">
                <a:moveTo>
                  <a:pt x="574" y="0"/>
                </a:moveTo>
                <a:lnTo>
                  <a:pt x="206604" y="5223"/>
                </a:lnTo>
                <a:cubicBezTo>
                  <a:pt x="342619" y="42759"/>
                  <a:pt x="393898" y="207820"/>
                  <a:pt x="359464" y="249032"/>
                </a:cubicBezTo>
                <a:lnTo>
                  <a:pt x="0" y="245353"/>
                </a:lnTo>
                <a:cubicBezTo>
                  <a:pt x="191" y="159600"/>
                  <a:pt x="383" y="85753"/>
                  <a:pt x="574" y="0"/>
                </a:cubicBezTo>
                <a:close/>
              </a:path>
            </a:pathLst>
          </a:custGeom>
          <a:gradFill flip="none" rotWithShape="1">
            <a:gsLst>
              <a:gs pos="63000">
                <a:srgbClr val="06D1D7"/>
              </a:gs>
              <a:gs pos="33000">
                <a:srgbClr val="23A295"/>
              </a:gs>
              <a:gs pos="0">
                <a:srgbClr val="57F6A2"/>
              </a:gs>
              <a:gs pos="100000">
                <a:srgbClr val="1B2048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latin typeface="Maven Pro"/>
              <a:ea typeface="Maven Pro"/>
              <a:cs typeface="Maven Pro"/>
              <a:sym typeface="Maven Pro"/>
            </a:endParaRPr>
          </a:p>
        </p:txBody>
      </p:sp>
    </p:spTree>
    <p:extLst>
      <p:ext uri="{BB962C8B-B14F-4D97-AF65-F5344CB8AC3E}">
        <p14:creationId xmlns:p14="http://schemas.microsoft.com/office/powerpoint/2010/main" val="358437996"/>
      </p:ext>
    </p:extLst>
  </p:cSld>
  <p:clrMapOvr>
    <a:masterClrMapping/>
  </p:clrMapOvr>
</p:sld>
</file>

<file path=ppt/theme/theme1.xml><?xml version="1.0" encoding="utf-8"?>
<a:theme xmlns:a="http://schemas.openxmlformats.org/drawingml/2006/main" name="Business Annual Report by Slidesgo">
  <a:themeElements>
    <a:clrScheme name="Simple Light">
      <a:dk1>
        <a:srgbClr val="00094A"/>
      </a:dk1>
      <a:lt1>
        <a:srgbClr val="00649F"/>
      </a:lt1>
      <a:dk2>
        <a:srgbClr val="FEFEFE"/>
      </a:dk2>
      <a:lt2>
        <a:srgbClr val="63DBF5"/>
      </a:lt2>
      <a:accent1>
        <a:srgbClr val="006DF5"/>
      </a:accent1>
      <a:accent2>
        <a:srgbClr val="516CEE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00094A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98090A2923F69846A3DD3F02C3CD8249" ma:contentTypeVersion="12" ma:contentTypeDescription="Crie um novo documento." ma:contentTypeScope="" ma:versionID="c3dd2e45013416fde6343332d239a29a">
  <xsd:schema xmlns:xsd="http://www.w3.org/2001/XMLSchema" xmlns:xs="http://www.w3.org/2001/XMLSchema" xmlns:p="http://schemas.microsoft.com/office/2006/metadata/properties" xmlns:ns2="65873665-62ec-4446-9267-2f203ff13dee" xmlns:ns3="041c005b-97a6-41cd-be39-444a64c543cc" targetNamespace="http://schemas.microsoft.com/office/2006/metadata/properties" ma:root="true" ma:fieldsID="0d2990016cc621e4a830899b0e423e27" ns2:_="" ns3:_="">
    <xsd:import namespace="65873665-62ec-4446-9267-2f203ff13dee"/>
    <xsd:import namespace="041c005b-97a6-41cd-be39-444a64c543cc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MediaServiceDateTaken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5873665-62ec-4446-9267-2f203ff13dee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4" nillable="true" ma:taxonomy="true" ma:internalName="lcf76f155ced4ddcb4097134ff3c332f" ma:taxonomyFieldName="MediaServiceImageTags" ma:displayName="Marcações de imagem" ma:readOnly="false" ma:fieldId="{5cf76f15-5ced-4ddc-b409-7134ff3c332f}" ma:taxonomyMulti="true" ma:sspId="7b36a4e3-a74c-4876-9192-b48d9869b3a4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9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41c005b-97a6-41cd-be39-444a64c543cc" elementFormDefault="qualified">
    <xsd:import namespace="http://schemas.microsoft.com/office/2006/documentManagement/types"/>
    <xsd:import namespace="http://schemas.microsoft.com/office/infopath/2007/PartnerControls"/>
    <xsd:element name="TaxCatchAll" ma:index="15" nillable="true" ma:displayName="Taxonomy Catch All Column" ma:hidden="true" ma:list="{dc751159-8ba8-49e3-a9d0-5d201dd61df1}" ma:internalName="TaxCatchAll" ma:showField="CatchAllData" ma:web="041c005b-97a6-41cd-be39-444a64c543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ú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65873665-62ec-4446-9267-2f203ff13dee">
      <Terms xmlns="http://schemas.microsoft.com/office/infopath/2007/PartnerControls"/>
    </lcf76f155ced4ddcb4097134ff3c332f>
    <TaxCatchAll xmlns="041c005b-97a6-41cd-be39-444a64c543cc" xsi:nil="true"/>
  </documentManagement>
</p:properties>
</file>

<file path=customXml/itemProps1.xml><?xml version="1.0" encoding="utf-8"?>
<ds:datastoreItem xmlns:ds="http://schemas.openxmlformats.org/officeDocument/2006/customXml" ds:itemID="{0C8238F8-984F-4596-8B48-3C14C32268A8}">
  <ds:schemaRefs>
    <ds:schemaRef ds:uri="http://schemas.microsoft.com/office/2006/metadata/contentType"/>
    <ds:schemaRef ds:uri="http://schemas.microsoft.com/office/2006/metadata/properties/metaAttributes"/>
    <ds:schemaRef ds:uri="http://www.w3.org/2000/xmlns/"/>
    <ds:schemaRef ds:uri="http://www.w3.org/2001/XMLSchema"/>
    <ds:schemaRef ds:uri="65873665-62ec-4446-9267-2f203ff13dee"/>
    <ds:schemaRef ds:uri="041c005b-97a6-41cd-be39-444a64c543cc"/>
    <ds:schemaRef ds:uri="http://schemas.microsoft.com/office/2006/metadata/properties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25F64619-2B02-474B-89B6-42F5C7B55543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C21C9619-F164-4C17-8D16-18262D4EEAB9}">
  <ds:schemaRefs>
    <ds:schemaRef ds:uri="http://schemas.microsoft.com/office/2006/metadata/properties"/>
    <ds:schemaRef ds:uri="http://www.w3.org/2000/xmlns/"/>
    <ds:schemaRef ds:uri="65873665-62ec-4446-9267-2f203ff13dee"/>
    <ds:schemaRef ds:uri="http://schemas.microsoft.com/office/infopath/2007/PartnerControls"/>
    <ds:schemaRef ds:uri="041c005b-97a6-41cd-be39-444a64c543cc"/>
    <ds:schemaRef ds:uri="http://www.w3.org/2001/XMLSchema-instanc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3595</TotalTime>
  <Words>3141</Words>
  <Application>Microsoft Office PowerPoint</Application>
  <PresentationFormat>Apresentação na tela (16:9)</PresentationFormat>
  <Paragraphs>441</Paragraphs>
  <Slides>38</Slides>
  <Notes>38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38</vt:i4>
      </vt:variant>
    </vt:vector>
  </HeadingPairs>
  <TitlesOfParts>
    <vt:vector size="42" baseType="lpstr">
      <vt:lpstr>Maven Pro</vt:lpstr>
      <vt:lpstr>Calibri</vt:lpstr>
      <vt:lpstr>Arial</vt:lpstr>
      <vt:lpstr>Business Annual Report by Slidesgo</vt:lpstr>
      <vt:lpstr>Há mais de 60 anos pensando o Brasil</vt:lpstr>
      <vt:lpstr>Jefferson Silva dos Anjos  ex - Bolsista</vt:lpstr>
      <vt:lpstr>01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Há mais de 60 anos pensando o Brasil</dc:title>
  <dc:creator>Flaviane Dias de Santàna</dc:creator>
  <cp:lastModifiedBy>jefferson silva dos anjos</cp:lastModifiedBy>
  <cp:revision>29</cp:revision>
  <dcterms:modified xsi:type="dcterms:W3CDTF">2026-05-14T01:18:03Z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0x01010098090A2923F69846A3DD3F02C3CD8249</vt:lpwstr>
  </property>
</Properties>
</file>